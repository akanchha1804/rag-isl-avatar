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3" r:id="rId5"/>
    <p:sldMasterId id="2147483684"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Lst>
  <p:sldSz cy="5143500" cx="9144000"/>
  <p:notesSz cx="6858000" cy="9144000"/>
  <p:embeddedFontLst>
    <p:embeddedFont>
      <p:font typeface="Proxima Nova"/>
      <p:regular r:id="rId59"/>
      <p:bold r:id="rId60"/>
      <p:italic r:id="rId61"/>
      <p:boldItalic r:id="rId62"/>
    </p:embeddedFont>
    <p:embeddedFont>
      <p:font typeface="Roboto Medium"/>
      <p:regular r:id="rId63"/>
      <p:bold r:id="rId64"/>
      <p:italic r:id="rId65"/>
      <p:boldItalic r:id="rId66"/>
    </p:embeddedFont>
    <p:embeddedFont>
      <p:font typeface="Amatic SC"/>
      <p:regular r:id="rId67"/>
      <p:bold r:id="rId68"/>
    </p:embeddedFont>
    <p:embeddedFont>
      <p:font typeface="Poppins"/>
      <p:regular r:id="rId69"/>
      <p:bold r:id="rId70"/>
      <p:italic r:id="rId71"/>
      <p:boldItalic r:id="rId72"/>
    </p:embeddedFont>
    <p:embeddedFont>
      <p:font typeface="Karla SemiBold"/>
      <p:regular r:id="rId73"/>
      <p:bold r:id="rId74"/>
      <p:italic r:id="rId75"/>
      <p:boldItalic r:id="rId76"/>
    </p:embeddedFont>
    <p:embeddedFont>
      <p:font typeface="Sansita ExtraBold"/>
      <p:bold r:id="rId77"/>
      <p:boldItalic r:id="rId78"/>
    </p:embeddedFont>
    <p:embeddedFont>
      <p:font typeface="Sansita"/>
      <p:regular r:id="rId79"/>
      <p:bold r:id="rId80"/>
      <p:italic r:id="rId81"/>
      <p:boldItalic r:id="rId82"/>
    </p:embeddedFont>
    <p:embeddedFont>
      <p:font typeface="Karla"/>
      <p:regular r:id="rId83"/>
      <p:bold r:id="rId84"/>
      <p:italic r:id="rId85"/>
      <p:boldItalic r:id="rId8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157">
          <p15:clr>
            <a:srgbClr val="9AA0A6"/>
          </p15:clr>
        </p15:guide>
        <p15:guide id="2" orient="horz" pos="1313">
          <p15:clr>
            <a:srgbClr val="9AA0A6"/>
          </p15:clr>
        </p15:guide>
        <p15:guide id="3" orient="horz" pos="2580">
          <p15:clr>
            <a:srgbClr val="9AA0A6"/>
          </p15:clr>
        </p15:guide>
        <p15:guide id="4" orient="horz" pos="2421">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85208FD1-548E-47B9-AADD-57FB761569C9}">
  <a:tblStyle styleId="{85208FD1-548E-47B9-AADD-57FB761569C9}"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157" orient="horz"/>
        <p:guide pos="1313" orient="horz"/>
        <p:guide pos="2580" orient="horz"/>
        <p:guide pos="2421"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Karla-bold.fntdata"/><Relationship Id="rId83" Type="http://schemas.openxmlformats.org/officeDocument/2006/relationships/font" Target="fonts/Karla-regular.fntdata"/><Relationship Id="rId42" Type="http://schemas.openxmlformats.org/officeDocument/2006/relationships/slide" Target="slides/slide35.xml"/><Relationship Id="rId86" Type="http://schemas.openxmlformats.org/officeDocument/2006/relationships/font" Target="fonts/Karla-boldItalic.fntdata"/><Relationship Id="rId41" Type="http://schemas.openxmlformats.org/officeDocument/2006/relationships/slide" Target="slides/slide34.xml"/><Relationship Id="rId85" Type="http://schemas.openxmlformats.org/officeDocument/2006/relationships/font" Target="fonts/Karla-italic.fntdata"/><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Sansita-bold.fntdata"/><Relationship Id="rId82" Type="http://schemas.openxmlformats.org/officeDocument/2006/relationships/font" Target="fonts/Sansita-boldItalic.fntdata"/><Relationship Id="rId81" Type="http://schemas.openxmlformats.org/officeDocument/2006/relationships/font" Target="fonts/Sansita-italic.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KarlaSemiBold-regular.fntdata"/><Relationship Id="rId72" Type="http://schemas.openxmlformats.org/officeDocument/2006/relationships/font" Target="fonts/Poppins-boldItalic.fntdata"/><Relationship Id="rId31" Type="http://schemas.openxmlformats.org/officeDocument/2006/relationships/slide" Target="slides/slide24.xml"/><Relationship Id="rId75" Type="http://schemas.openxmlformats.org/officeDocument/2006/relationships/font" Target="fonts/KarlaSemiBold-italic.fntdata"/><Relationship Id="rId30" Type="http://schemas.openxmlformats.org/officeDocument/2006/relationships/slide" Target="slides/slide23.xml"/><Relationship Id="rId74" Type="http://schemas.openxmlformats.org/officeDocument/2006/relationships/font" Target="fonts/KarlaSemiBold-bold.fntdata"/><Relationship Id="rId33" Type="http://schemas.openxmlformats.org/officeDocument/2006/relationships/slide" Target="slides/slide26.xml"/><Relationship Id="rId77" Type="http://schemas.openxmlformats.org/officeDocument/2006/relationships/font" Target="fonts/SansitaExtraBold-bold.fntdata"/><Relationship Id="rId32" Type="http://schemas.openxmlformats.org/officeDocument/2006/relationships/slide" Target="slides/slide25.xml"/><Relationship Id="rId76" Type="http://schemas.openxmlformats.org/officeDocument/2006/relationships/font" Target="fonts/KarlaSemiBold-boldItalic.fntdata"/><Relationship Id="rId35" Type="http://schemas.openxmlformats.org/officeDocument/2006/relationships/slide" Target="slides/slide28.xml"/><Relationship Id="rId79" Type="http://schemas.openxmlformats.org/officeDocument/2006/relationships/font" Target="fonts/Sansita-regular.fntdata"/><Relationship Id="rId34" Type="http://schemas.openxmlformats.org/officeDocument/2006/relationships/slide" Target="slides/slide27.xml"/><Relationship Id="rId78" Type="http://schemas.openxmlformats.org/officeDocument/2006/relationships/font" Target="fonts/SansitaExtraBold-boldItalic.fntdata"/><Relationship Id="rId71" Type="http://schemas.openxmlformats.org/officeDocument/2006/relationships/font" Target="fonts/Poppins-italic.fntdata"/><Relationship Id="rId70" Type="http://schemas.openxmlformats.org/officeDocument/2006/relationships/font" Target="fonts/Poppins-bold.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ProximaNova-boldItalic.fntdata"/><Relationship Id="rId61" Type="http://schemas.openxmlformats.org/officeDocument/2006/relationships/font" Target="fonts/ProximaNova-italic.fntdata"/><Relationship Id="rId20" Type="http://schemas.openxmlformats.org/officeDocument/2006/relationships/slide" Target="slides/slide13.xml"/><Relationship Id="rId64" Type="http://schemas.openxmlformats.org/officeDocument/2006/relationships/font" Target="fonts/RobotoMedium-bold.fntdata"/><Relationship Id="rId63" Type="http://schemas.openxmlformats.org/officeDocument/2006/relationships/font" Target="fonts/RobotoMedium-regular.fntdata"/><Relationship Id="rId22" Type="http://schemas.openxmlformats.org/officeDocument/2006/relationships/slide" Target="slides/slide15.xml"/><Relationship Id="rId66" Type="http://schemas.openxmlformats.org/officeDocument/2006/relationships/font" Target="fonts/RobotoMedium-boldItalic.fntdata"/><Relationship Id="rId21" Type="http://schemas.openxmlformats.org/officeDocument/2006/relationships/slide" Target="slides/slide14.xml"/><Relationship Id="rId65" Type="http://schemas.openxmlformats.org/officeDocument/2006/relationships/font" Target="fonts/RobotoMedium-italic.fntdata"/><Relationship Id="rId24" Type="http://schemas.openxmlformats.org/officeDocument/2006/relationships/slide" Target="slides/slide17.xml"/><Relationship Id="rId68" Type="http://schemas.openxmlformats.org/officeDocument/2006/relationships/font" Target="fonts/AmaticSC-bold.fntdata"/><Relationship Id="rId23" Type="http://schemas.openxmlformats.org/officeDocument/2006/relationships/slide" Target="slides/slide16.xml"/><Relationship Id="rId67" Type="http://schemas.openxmlformats.org/officeDocument/2006/relationships/font" Target="fonts/AmaticSC-regular.fntdata"/><Relationship Id="rId60" Type="http://schemas.openxmlformats.org/officeDocument/2006/relationships/font" Target="fonts/ProximaNova-bold.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Poppins-regular.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font" Target="fonts/ProximaNova-regular.fntdata"/><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 name="Shape 879"/>
        <p:cNvGrpSpPr/>
        <p:nvPr/>
      </p:nvGrpSpPr>
      <p:grpSpPr>
        <a:xfrm>
          <a:off x="0" y="0"/>
          <a:ext cx="0" cy="0"/>
          <a:chOff x="0" y="0"/>
          <a:chExt cx="0" cy="0"/>
        </a:xfrm>
      </p:grpSpPr>
      <p:sp>
        <p:nvSpPr>
          <p:cNvPr id="880" name="Google Shape;880;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881" name="Google Shape;881;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5" name="Shape 885"/>
        <p:cNvGrpSpPr/>
        <p:nvPr/>
      </p:nvGrpSpPr>
      <p:grpSpPr>
        <a:xfrm>
          <a:off x="0" y="0"/>
          <a:ext cx="0" cy="0"/>
          <a:chOff x="0" y="0"/>
          <a:chExt cx="0" cy="0"/>
        </a:xfrm>
      </p:grpSpPr>
      <p:sp>
        <p:nvSpPr>
          <p:cNvPr id="886" name="Google Shape;886;ge1f83d2858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7" name="Google Shape;887;ge1f83d2858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2" name="Shape 892"/>
        <p:cNvGrpSpPr/>
        <p:nvPr/>
      </p:nvGrpSpPr>
      <p:grpSpPr>
        <a:xfrm>
          <a:off x="0" y="0"/>
          <a:ext cx="0" cy="0"/>
          <a:chOff x="0" y="0"/>
          <a:chExt cx="0" cy="0"/>
        </a:xfrm>
      </p:grpSpPr>
      <p:sp>
        <p:nvSpPr>
          <p:cNvPr id="893" name="Google Shape;893;ge1f83d2858_0_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4" name="Google Shape;894;ge1f83d2858_0_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8" name="Shape 898"/>
        <p:cNvGrpSpPr/>
        <p:nvPr/>
      </p:nvGrpSpPr>
      <p:grpSpPr>
        <a:xfrm>
          <a:off x="0" y="0"/>
          <a:ext cx="0" cy="0"/>
          <a:chOff x="0" y="0"/>
          <a:chExt cx="0" cy="0"/>
        </a:xfrm>
      </p:grpSpPr>
      <p:sp>
        <p:nvSpPr>
          <p:cNvPr id="899" name="Google Shape;899;ge1f83d2858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0" name="Google Shape;900;ge1f83d2858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 name="Shape 921"/>
        <p:cNvGrpSpPr/>
        <p:nvPr/>
      </p:nvGrpSpPr>
      <p:grpSpPr>
        <a:xfrm>
          <a:off x="0" y="0"/>
          <a:ext cx="0" cy="0"/>
          <a:chOff x="0" y="0"/>
          <a:chExt cx="0" cy="0"/>
        </a:xfrm>
      </p:grpSpPr>
      <p:sp>
        <p:nvSpPr>
          <p:cNvPr id="922" name="Google Shape;922;ge266d88436_0_1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3" name="Google Shape;923;ge266d88436_0_1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 name="Shape 928"/>
        <p:cNvGrpSpPr/>
        <p:nvPr/>
      </p:nvGrpSpPr>
      <p:grpSpPr>
        <a:xfrm>
          <a:off x="0" y="0"/>
          <a:ext cx="0" cy="0"/>
          <a:chOff x="0" y="0"/>
          <a:chExt cx="0" cy="0"/>
        </a:xfrm>
      </p:grpSpPr>
      <p:sp>
        <p:nvSpPr>
          <p:cNvPr id="929" name="Google Shape;929;ge1f83d2858_0_1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0" name="Google Shape;930;ge1f83d2858_0_1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4" name="Shape 984"/>
        <p:cNvGrpSpPr/>
        <p:nvPr/>
      </p:nvGrpSpPr>
      <p:grpSpPr>
        <a:xfrm>
          <a:off x="0" y="0"/>
          <a:ext cx="0" cy="0"/>
          <a:chOff x="0" y="0"/>
          <a:chExt cx="0" cy="0"/>
        </a:xfrm>
      </p:grpSpPr>
      <p:sp>
        <p:nvSpPr>
          <p:cNvPr id="985" name="Google Shape;985;gfb83e18ad2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6" name="Google Shape;986;gfb83e18ad2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0" name="Shape 1000"/>
        <p:cNvGrpSpPr/>
        <p:nvPr/>
      </p:nvGrpSpPr>
      <p:grpSpPr>
        <a:xfrm>
          <a:off x="0" y="0"/>
          <a:ext cx="0" cy="0"/>
          <a:chOff x="0" y="0"/>
          <a:chExt cx="0" cy="0"/>
        </a:xfrm>
      </p:grpSpPr>
      <p:sp>
        <p:nvSpPr>
          <p:cNvPr id="1001" name="Google Shape;1001;ge1f83d2858_0_1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2" name="Google Shape;1002;ge1f83d2858_0_1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0" name="Shape 1020"/>
        <p:cNvGrpSpPr/>
        <p:nvPr/>
      </p:nvGrpSpPr>
      <p:grpSpPr>
        <a:xfrm>
          <a:off x="0" y="0"/>
          <a:ext cx="0" cy="0"/>
          <a:chOff x="0" y="0"/>
          <a:chExt cx="0" cy="0"/>
        </a:xfrm>
      </p:grpSpPr>
      <p:sp>
        <p:nvSpPr>
          <p:cNvPr id="1021" name="Google Shape;1021;ge266d88436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2" name="Google Shape;1022;ge266d88436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 name="Shape 1041"/>
        <p:cNvGrpSpPr/>
        <p:nvPr/>
      </p:nvGrpSpPr>
      <p:grpSpPr>
        <a:xfrm>
          <a:off x="0" y="0"/>
          <a:ext cx="0" cy="0"/>
          <a:chOff x="0" y="0"/>
          <a:chExt cx="0" cy="0"/>
        </a:xfrm>
      </p:grpSpPr>
      <p:sp>
        <p:nvSpPr>
          <p:cNvPr id="1042" name="Google Shape;1042;ge25d5e9c17_0_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3" name="Google Shape;1043;ge25d5e9c17_0_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 name="Shape 1059"/>
        <p:cNvGrpSpPr/>
        <p:nvPr/>
      </p:nvGrpSpPr>
      <p:grpSpPr>
        <a:xfrm>
          <a:off x="0" y="0"/>
          <a:ext cx="0" cy="0"/>
          <a:chOff x="0" y="0"/>
          <a:chExt cx="0" cy="0"/>
        </a:xfrm>
      </p:grpSpPr>
      <p:sp>
        <p:nvSpPr>
          <p:cNvPr id="1060" name="Google Shape;1060;ge25d5e9c17_0_7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1" name="Google Shape;1061;ge25d5e9c17_0_7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4" name="Shape 1084"/>
        <p:cNvGrpSpPr/>
        <p:nvPr/>
      </p:nvGrpSpPr>
      <p:grpSpPr>
        <a:xfrm>
          <a:off x="0" y="0"/>
          <a:ext cx="0" cy="0"/>
          <a:chOff x="0" y="0"/>
          <a:chExt cx="0" cy="0"/>
        </a:xfrm>
      </p:grpSpPr>
      <p:sp>
        <p:nvSpPr>
          <p:cNvPr id="1085" name="Google Shape;1085;ge25d5e9c17_0_232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6" name="Google Shape;1086;ge25d5e9c17_0_232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5" name="Shape 1095"/>
        <p:cNvGrpSpPr/>
        <p:nvPr/>
      </p:nvGrpSpPr>
      <p:grpSpPr>
        <a:xfrm>
          <a:off x="0" y="0"/>
          <a:ext cx="0" cy="0"/>
          <a:chOff x="0" y="0"/>
          <a:chExt cx="0" cy="0"/>
        </a:xfrm>
      </p:grpSpPr>
      <p:sp>
        <p:nvSpPr>
          <p:cNvPr id="1096" name="Google Shape;1096;ge25d5e9c17_0_232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7" name="Google Shape;1097;ge25d5e9c17_0_232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1" name="Shape 1101"/>
        <p:cNvGrpSpPr/>
        <p:nvPr/>
      </p:nvGrpSpPr>
      <p:grpSpPr>
        <a:xfrm>
          <a:off x="0" y="0"/>
          <a:ext cx="0" cy="0"/>
          <a:chOff x="0" y="0"/>
          <a:chExt cx="0" cy="0"/>
        </a:xfrm>
      </p:grpSpPr>
      <p:sp>
        <p:nvSpPr>
          <p:cNvPr id="1102" name="Google Shape;1102;ge25d5e9c17_0_232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3" name="Google Shape;1103;ge25d5e9c17_0_232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 name="Shape 1130"/>
        <p:cNvGrpSpPr/>
        <p:nvPr/>
      </p:nvGrpSpPr>
      <p:grpSpPr>
        <a:xfrm>
          <a:off x="0" y="0"/>
          <a:ext cx="0" cy="0"/>
          <a:chOff x="0" y="0"/>
          <a:chExt cx="0" cy="0"/>
        </a:xfrm>
      </p:grpSpPr>
      <p:sp>
        <p:nvSpPr>
          <p:cNvPr id="1131" name="Google Shape;1131;ge25d5e9c17_0_233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2" name="Google Shape;1132;ge25d5e9c17_0_233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0" name="Shape 1160"/>
        <p:cNvGrpSpPr/>
        <p:nvPr/>
      </p:nvGrpSpPr>
      <p:grpSpPr>
        <a:xfrm>
          <a:off x="0" y="0"/>
          <a:ext cx="0" cy="0"/>
          <a:chOff x="0" y="0"/>
          <a:chExt cx="0" cy="0"/>
        </a:xfrm>
      </p:grpSpPr>
      <p:sp>
        <p:nvSpPr>
          <p:cNvPr id="1161" name="Google Shape;1161;ge34e8cbfb1_0_21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2" name="Google Shape;1162;ge34e8cbfb1_0_21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7" name="Shape 1167"/>
        <p:cNvGrpSpPr/>
        <p:nvPr/>
      </p:nvGrpSpPr>
      <p:grpSpPr>
        <a:xfrm>
          <a:off x="0" y="0"/>
          <a:ext cx="0" cy="0"/>
          <a:chOff x="0" y="0"/>
          <a:chExt cx="0" cy="0"/>
        </a:xfrm>
      </p:grpSpPr>
      <p:sp>
        <p:nvSpPr>
          <p:cNvPr id="1168" name="Google Shape;1168;ge25d5e9c17_0_233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9" name="Google Shape;1169;ge25d5e9c17_0_233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0" name="Shape 1210"/>
        <p:cNvGrpSpPr/>
        <p:nvPr/>
      </p:nvGrpSpPr>
      <p:grpSpPr>
        <a:xfrm>
          <a:off x="0" y="0"/>
          <a:ext cx="0" cy="0"/>
          <a:chOff x="0" y="0"/>
          <a:chExt cx="0" cy="0"/>
        </a:xfrm>
      </p:grpSpPr>
      <p:sp>
        <p:nvSpPr>
          <p:cNvPr id="1211" name="Google Shape;1211;ge25d5e9c17_0_233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2" name="Google Shape;1212;ge25d5e9c17_0_233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5" name="Shape 1225"/>
        <p:cNvGrpSpPr/>
        <p:nvPr/>
      </p:nvGrpSpPr>
      <p:grpSpPr>
        <a:xfrm>
          <a:off x="0" y="0"/>
          <a:ext cx="0" cy="0"/>
          <a:chOff x="0" y="0"/>
          <a:chExt cx="0" cy="0"/>
        </a:xfrm>
      </p:grpSpPr>
      <p:sp>
        <p:nvSpPr>
          <p:cNvPr id="1226" name="Google Shape;1226;ge25d5e9c17_0_234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7" name="Google Shape;1227;ge25d5e9c17_0_234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4" name="Shape 1294"/>
        <p:cNvGrpSpPr/>
        <p:nvPr/>
      </p:nvGrpSpPr>
      <p:grpSpPr>
        <a:xfrm>
          <a:off x="0" y="0"/>
          <a:ext cx="0" cy="0"/>
          <a:chOff x="0" y="0"/>
          <a:chExt cx="0" cy="0"/>
        </a:xfrm>
      </p:grpSpPr>
      <p:sp>
        <p:nvSpPr>
          <p:cNvPr id="1295" name="Google Shape;1295;ge25d5e9c17_0_234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6" name="Google Shape;1296;ge25d5e9c17_0_234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0" name="Shape 1300"/>
        <p:cNvGrpSpPr/>
        <p:nvPr/>
      </p:nvGrpSpPr>
      <p:grpSpPr>
        <a:xfrm>
          <a:off x="0" y="0"/>
          <a:ext cx="0" cy="0"/>
          <a:chOff x="0" y="0"/>
          <a:chExt cx="0" cy="0"/>
        </a:xfrm>
      </p:grpSpPr>
      <p:sp>
        <p:nvSpPr>
          <p:cNvPr id="1301" name="Google Shape;1301;gb7f9a64e80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2" name="Google Shape;1302;gb7f9a64e80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4" name="Shape 1314"/>
        <p:cNvGrpSpPr/>
        <p:nvPr/>
      </p:nvGrpSpPr>
      <p:grpSpPr>
        <a:xfrm>
          <a:off x="0" y="0"/>
          <a:ext cx="0" cy="0"/>
          <a:chOff x="0" y="0"/>
          <a:chExt cx="0" cy="0"/>
        </a:xfrm>
      </p:grpSpPr>
      <p:sp>
        <p:nvSpPr>
          <p:cNvPr id="1315" name="Google Shape;1315;gb7f9a64e80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6" name="Google Shape;1316;gb7f9a64e80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0" name="Shape 1320"/>
        <p:cNvGrpSpPr/>
        <p:nvPr/>
      </p:nvGrpSpPr>
      <p:grpSpPr>
        <a:xfrm>
          <a:off x="0" y="0"/>
          <a:ext cx="0" cy="0"/>
          <a:chOff x="0" y="0"/>
          <a:chExt cx="0" cy="0"/>
        </a:xfrm>
      </p:grpSpPr>
      <p:sp>
        <p:nvSpPr>
          <p:cNvPr id="1321" name="Google Shape;1321;ge266d88436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2" name="Google Shape;1322;ge266d88436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5" name="Shape 1335"/>
        <p:cNvGrpSpPr/>
        <p:nvPr/>
      </p:nvGrpSpPr>
      <p:grpSpPr>
        <a:xfrm>
          <a:off x="0" y="0"/>
          <a:ext cx="0" cy="0"/>
          <a:chOff x="0" y="0"/>
          <a:chExt cx="0" cy="0"/>
        </a:xfrm>
      </p:grpSpPr>
      <p:sp>
        <p:nvSpPr>
          <p:cNvPr id="1336" name="Google Shape;1336;ge266d88436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7" name="Google Shape;1337;ge266d88436_0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2" name="Shape 1342"/>
        <p:cNvGrpSpPr/>
        <p:nvPr/>
      </p:nvGrpSpPr>
      <p:grpSpPr>
        <a:xfrm>
          <a:off x="0" y="0"/>
          <a:ext cx="0" cy="0"/>
          <a:chOff x="0" y="0"/>
          <a:chExt cx="0" cy="0"/>
        </a:xfrm>
      </p:grpSpPr>
      <p:sp>
        <p:nvSpPr>
          <p:cNvPr id="1343" name="Google Shape;1343;ge266d88436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4" name="Google Shape;1344;ge266d88436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7" name="Shape 1347"/>
        <p:cNvGrpSpPr/>
        <p:nvPr/>
      </p:nvGrpSpPr>
      <p:grpSpPr>
        <a:xfrm>
          <a:off x="0" y="0"/>
          <a:ext cx="0" cy="0"/>
          <a:chOff x="0" y="0"/>
          <a:chExt cx="0" cy="0"/>
        </a:xfrm>
      </p:grpSpPr>
      <p:sp>
        <p:nvSpPr>
          <p:cNvPr id="1348" name="Google Shape;1348;ge266d88436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9" name="Google Shape;1349;ge266d88436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9" name="Shape 1359"/>
        <p:cNvGrpSpPr/>
        <p:nvPr/>
      </p:nvGrpSpPr>
      <p:grpSpPr>
        <a:xfrm>
          <a:off x="0" y="0"/>
          <a:ext cx="0" cy="0"/>
          <a:chOff x="0" y="0"/>
          <a:chExt cx="0" cy="0"/>
        </a:xfrm>
      </p:grpSpPr>
      <p:sp>
        <p:nvSpPr>
          <p:cNvPr id="1360" name="Google Shape;1360;ge266d88436_0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1" name="Google Shape;1361;ge266d88436_0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5" name="Shape 1365"/>
        <p:cNvGrpSpPr/>
        <p:nvPr/>
      </p:nvGrpSpPr>
      <p:grpSpPr>
        <a:xfrm>
          <a:off x="0" y="0"/>
          <a:ext cx="0" cy="0"/>
          <a:chOff x="0" y="0"/>
          <a:chExt cx="0" cy="0"/>
        </a:xfrm>
      </p:grpSpPr>
      <p:sp>
        <p:nvSpPr>
          <p:cNvPr id="1366" name="Google Shape;1366;ge266d88436_0_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7" name="Google Shape;1367;ge266d88436_0_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8" name="Shape 1378"/>
        <p:cNvGrpSpPr/>
        <p:nvPr/>
      </p:nvGrpSpPr>
      <p:grpSpPr>
        <a:xfrm>
          <a:off x="0" y="0"/>
          <a:ext cx="0" cy="0"/>
          <a:chOff x="0" y="0"/>
          <a:chExt cx="0" cy="0"/>
        </a:xfrm>
      </p:grpSpPr>
      <p:sp>
        <p:nvSpPr>
          <p:cNvPr id="1379" name="Google Shape;1379;ge25d5e9c17_0_215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0" name="Google Shape;1380;ge25d5e9c17_0_215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6" name="Shape 1416"/>
        <p:cNvGrpSpPr/>
        <p:nvPr/>
      </p:nvGrpSpPr>
      <p:grpSpPr>
        <a:xfrm>
          <a:off x="0" y="0"/>
          <a:ext cx="0" cy="0"/>
          <a:chOff x="0" y="0"/>
          <a:chExt cx="0" cy="0"/>
        </a:xfrm>
      </p:grpSpPr>
      <p:sp>
        <p:nvSpPr>
          <p:cNvPr id="1417" name="Google Shape;1417;ge25d5e9c17_0_215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8" name="Google Shape;1418;ge25d5e9c17_0_215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1" name="Shape 1621"/>
        <p:cNvGrpSpPr/>
        <p:nvPr/>
      </p:nvGrpSpPr>
      <p:grpSpPr>
        <a:xfrm>
          <a:off x="0" y="0"/>
          <a:ext cx="0" cy="0"/>
          <a:chOff x="0" y="0"/>
          <a:chExt cx="0" cy="0"/>
        </a:xfrm>
      </p:grpSpPr>
      <p:sp>
        <p:nvSpPr>
          <p:cNvPr id="1622" name="Google Shape;1622;gfaad3a6084_0_4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3" name="Google Shape;1623;gfaad3a6084_0_4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9" name="Shape 1759"/>
        <p:cNvGrpSpPr/>
        <p:nvPr/>
      </p:nvGrpSpPr>
      <p:grpSpPr>
        <a:xfrm>
          <a:off x="0" y="0"/>
          <a:ext cx="0" cy="0"/>
          <a:chOff x="0" y="0"/>
          <a:chExt cx="0" cy="0"/>
        </a:xfrm>
      </p:grpSpPr>
      <p:sp>
        <p:nvSpPr>
          <p:cNvPr id="1760" name="Google Shape;1760;gfaad3a6084_0_6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1" name="Google Shape;1761;gfaad3a6084_0_6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6" name="Shape 1766"/>
        <p:cNvGrpSpPr/>
        <p:nvPr/>
      </p:nvGrpSpPr>
      <p:grpSpPr>
        <a:xfrm>
          <a:off x="0" y="0"/>
          <a:ext cx="0" cy="0"/>
          <a:chOff x="0" y="0"/>
          <a:chExt cx="0" cy="0"/>
        </a:xfrm>
      </p:grpSpPr>
      <p:sp>
        <p:nvSpPr>
          <p:cNvPr id="1767" name="Google Shape;1767;ge25d5e9c17_0_215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8" name="Google Shape;1768;ge25d5e9c17_0_215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4" name="Shape 1774"/>
        <p:cNvGrpSpPr/>
        <p:nvPr/>
      </p:nvGrpSpPr>
      <p:grpSpPr>
        <a:xfrm>
          <a:off x="0" y="0"/>
          <a:ext cx="0" cy="0"/>
          <a:chOff x="0" y="0"/>
          <a:chExt cx="0" cy="0"/>
        </a:xfrm>
      </p:grpSpPr>
      <p:sp>
        <p:nvSpPr>
          <p:cNvPr id="1775" name="Google Shape;1775;gfaae2b60ca_0_118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6" name="Google Shape;1776;gfaae2b60ca_0_118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1" name="Shape 1781"/>
        <p:cNvGrpSpPr/>
        <p:nvPr/>
      </p:nvGrpSpPr>
      <p:grpSpPr>
        <a:xfrm>
          <a:off x="0" y="0"/>
          <a:ext cx="0" cy="0"/>
          <a:chOff x="0" y="0"/>
          <a:chExt cx="0" cy="0"/>
        </a:xfrm>
      </p:grpSpPr>
      <p:sp>
        <p:nvSpPr>
          <p:cNvPr id="1782" name="Google Shape;1782;gfaae2b60ca_0_118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3" name="Google Shape;1783;gfaae2b60ca_0_118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8" name="Shape 1788"/>
        <p:cNvGrpSpPr/>
        <p:nvPr/>
      </p:nvGrpSpPr>
      <p:grpSpPr>
        <a:xfrm>
          <a:off x="0" y="0"/>
          <a:ext cx="0" cy="0"/>
          <a:chOff x="0" y="0"/>
          <a:chExt cx="0" cy="0"/>
        </a:xfrm>
      </p:grpSpPr>
      <p:sp>
        <p:nvSpPr>
          <p:cNvPr id="1789" name="Google Shape;1789;gfaae2b60ca_0_118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0" name="Google Shape;1790;gfaae2b60ca_0_118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9" name="Shape 1809"/>
        <p:cNvGrpSpPr/>
        <p:nvPr/>
      </p:nvGrpSpPr>
      <p:grpSpPr>
        <a:xfrm>
          <a:off x="0" y="0"/>
          <a:ext cx="0" cy="0"/>
          <a:chOff x="0" y="0"/>
          <a:chExt cx="0" cy="0"/>
        </a:xfrm>
      </p:grpSpPr>
      <p:sp>
        <p:nvSpPr>
          <p:cNvPr id="1810" name="Google Shape;1810;gfaae2b60ca_0_118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1" name="Google Shape;1811;gfaae2b60ca_0_118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5" name="Shape 1825"/>
        <p:cNvGrpSpPr/>
        <p:nvPr/>
      </p:nvGrpSpPr>
      <p:grpSpPr>
        <a:xfrm>
          <a:off x="0" y="0"/>
          <a:ext cx="0" cy="0"/>
          <a:chOff x="0" y="0"/>
          <a:chExt cx="0" cy="0"/>
        </a:xfrm>
      </p:grpSpPr>
      <p:sp>
        <p:nvSpPr>
          <p:cNvPr id="1826" name="Google Shape;1826;gfaae2b60ca_0_119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7" name="Google Shape;1827;gfaae2b60ca_0_119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2" name="Shape 2162"/>
        <p:cNvGrpSpPr/>
        <p:nvPr/>
      </p:nvGrpSpPr>
      <p:grpSpPr>
        <a:xfrm>
          <a:off x="0" y="0"/>
          <a:ext cx="0" cy="0"/>
          <a:chOff x="0" y="0"/>
          <a:chExt cx="0" cy="0"/>
        </a:xfrm>
      </p:grpSpPr>
      <p:sp>
        <p:nvSpPr>
          <p:cNvPr id="2163" name="Google Shape;2163;gfaae2b60ca_0_12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64" name="Google Shape;2164;gfaae2b60ca_0_12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62" name="Shape 8662"/>
        <p:cNvGrpSpPr/>
        <p:nvPr/>
      </p:nvGrpSpPr>
      <p:grpSpPr>
        <a:xfrm>
          <a:off x="0" y="0"/>
          <a:ext cx="0" cy="0"/>
          <a:chOff x="0" y="0"/>
          <a:chExt cx="0" cy="0"/>
        </a:xfrm>
      </p:grpSpPr>
      <p:sp>
        <p:nvSpPr>
          <p:cNvPr id="8663" name="Google Shape;8663;gfaae2b60ca_0_187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64" name="Google Shape;8664;gfaae2b60ca_0_187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9" name="Shape 9089"/>
        <p:cNvGrpSpPr/>
        <p:nvPr/>
      </p:nvGrpSpPr>
      <p:grpSpPr>
        <a:xfrm>
          <a:off x="0" y="0"/>
          <a:ext cx="0" cy="0"/>
          <a:chOff x="0" y="0"/>
          <a:chExt cx="0" cy="0"/>
        </a:xfrm>
      </p:grpSpPr>
      <p:sp>
        <p:nvSpPr>
          <p:cNvPr id="9090" name="Google Shape;9090;gfaae2b60ca_0_191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91" name="Google Shape;9091;gfaae2b60ca_0_191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52" name="Shape 9252"/>
        <p:cNvGrpSpPr/>
        <p:nvPr/>
      </p:nvGrpSpPr>
      <p:grpSpPr>
        <a:xfrm>
          <a:off x="0" y="0"/>
          <a:ext cx="0" cy="0"/>
          <a:chOff x="0" y="0"/>
          <a:chExt cx="0" cy="0"/>
        </a:xfrm>
      </p:grpSpPr>
      <p:sp>
        <p:nvSpPr>
          <p:cNvPr id="9253" name="Google Shape;9253;gfaae2b60ca_0_193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54" name="Google Shape;9254;gfaae2b60ca_0_193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4" name="Shape 9654"/>
        <p:cNvGrpSpPr/>
        <p:nvPr/>
      </p:nvGrpSpPr>
      <p:grpSpPr>
        <a:xfrm>
          <a:off x="0" y="0"/>
          <a:ext cx="0" cy="0"/>
          <a:chOff x="0" y="0"/>
          <a:chExt cx="0" cy="0"/>
        </a:xfrm>
      </p:grpSpPr>
      <p:sp>
        <p:nvSpPr>
          <p:cNvPr id="9655" name="Google Shape;9655;gfaae2b60ca_0_19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56" name="Google Shape;9656;gfaae2b60ca_0_19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25" name="Shape 10025"/>
        <p:cNvGrpSpPr/>
        <p:nvPr/>
      </p:nvGrpSpPr>
      <p:grpSpPr>
        <a:xfrm>
          <a:off x="0" y="0"/>
          <a:ext cx="0" cy="0"/>
          <a:chOff x="0" y="0"/>
          <a:chExt cx="0" cy="0"/>
        </a:xfrm>
      </p:grpSpPr>
      <p:sp>
        <p:nvSpPr>
          <p:cNvPr id="10026" name="Google Shape;10026;gfaae2b60ca_0_20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27" name="Google Shape;10027;gfaae2b60ca_0_20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27" name="Shape 10327"/>
        <p:cNvGrpSpPr/>
        <p:nvPr/>
      </p:nvGrpSpPr>
      <p:grpSpPr>
        <a:xfrm>
          <a:off x="0" y="0"/>
          <a:ext cx="0" cy="0"/>
          <a:chOff x="0" y="0"/>
          <a:chExt cx="0" cy="0"/>
        </a:xfrm>
      </p:grpSpPr>
      <p:sp>
        <p:nvSpPr>
          <p:cNvPr id="10328" name="Google Shape;10328;gfaae2b60ca_0_204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29" name="Google Shape;10329;gfaae2b60ca_0_204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9" name="Shape 10619"/>
        <p:cNvGrpSpPr/>
        <p:nvPr/>
      </p:nvGrpSpPr>
      <p:grpSpPr>
        <a:xfrm>
          <a:off x="0" y="0"/>
          <a:ext cx="0" cy="0"/>
          <a:chOff x="0" y="0"/>
          <a:chExt cx="0" cy="0"/>
        </a:xfrm>
      </p:grpSpPr>
      <p:sp>
        <p:nvSpPr>
          <p:cNvPr id="10620" name="Google Shape;10620;gfaae2b60ca_0_206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21" name="Google Shape;10621;gfaae2b60ca_0_206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78" name="Shape 10978"/>
        <p:cNvGrpSpPr/>
        <p:nvPr/>
      </p:nvGrpSpPr>
      <p:grpSpPr>
        <a:xfrm>
          <a:off x="0" y="0"/>
          <a:ext cx="0" cy="0"/>
          <a:chOff x="0" y="0"/>
          <a:chExt cx="0" cy="0"/>
        </a:xfrm>
      </p:grpSpPr>
      <p:sp>
        <p:nvSpPr>
          <p:cNvPr id="10979" name="Google Shape;10979;gfaae2b60ca_0_210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80" name="Google Shape;10980;gfaae2b60ca_0_210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95" name="Shape 11395"/>
        <p:cNvGrpSpPr/>
        <p:nvPr/>
      </p:nvGrpSpPr>
      <p:grpSpPr>
        <a:xfrm>
          <a:off x="0" y="0"/>
          <a:ext cx="0" cy="0"/>
          <a:chOff x="0" y="0"/>
          <a:chExt cx="0" cy="0"/>
        </a:xfrm>
      </p:grpSpPr>
      <p:sp>
        <p:nvSpPr>
          <p:cNvPr id="11396" name="Google Shape;11396;gfaae2b60ca_0_214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97" name="Google Shape;11397;gfaae2b60ca_0_214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35" name="Shape 11735"/>
        <p:cNvGrpSpPr/>
        <p:nvPr/>
      </p:nvGrpSpPr>
      <p:grpSpPr>
        <a:xfrm>
          <a:off x="0" y="0"/>
          <a:ext cx="0" cy="0"/>
          <a:chOff x="0" y="0"/>
          <a:chExt cx="0" cy="0"/>
        </a:xfrm>
      </p:grpSpPr>
      <p:sp>
        <p:nvSpPr>
          <p:cNvPr id="11736" name="Google Shape;11736;gfaae2b60ca_0_218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37" name="Google Shape;11737;gfaae2b60ca_0_218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23" name="Shape 11923"/>
        <p:cNvGrpSpPr/>
        <p:nvPr/>
      </p:nvGrpSpPr>
      <p:grpSpPr>
        <a:xfrm>
          <a:off x="0" y="0"/>
          <a:ext cx="0" cy="0"/>
          <a:chOff x="0" y="0"/>
          <a:chExt cx="0" cy="0"/>
        </a:xfrm>
      </p:grpSpPr>
      <p:sp>
        <p:nvSpPr>
          <p:cNvPr id="11924" name="Google Shape;11924;gfaae2b60ca_0_219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25" name="Google Shape;11925;gfaae2b60ca_0_219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69" name="Shape 12169"/>
        <p:cNvGrpSpPr/>
        <p:nvPr/>
      </p:nvGrpSpPr>
      <p:grpSpPr>
        <a:xfrm>
          <a:off x="0" y="0"/>
          <a:ext cx="0" cy="0"/>
          <a:chOff x="0" y="0"/>
          <a:chExt cx="0" cy="0"/>
        </a:xfrm>
      </p:grpSpPr>
      <p:sp>
        <p:nvSpPr>
          <p:cNvPr id="12170" name="Google Shape;12170;gfaae2b60ca_0_233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71" name="Google Shape;12171;gfaae2b60ca_0_233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1249800" y="1876000"/>
            <a:ext cx="6644400" cy="960600"/>
          </a:xfrm>
          <a:prstGeom prst="rect">
            <a:avLst/>
          </a:prstGeom>
        </p:spPr>
        <p:txBody>
          <a:bodyPr anchorCtr="0" anchor="t" bIns="91425" lIns="91425" spcFirstLastPara="1" rIns="91425" wrap="square" tIns="91425">
            <a:noAutofit/>
          </a:bodyPr>
          <a:lstStyle>
            <a:lvl1pPr lvl="0">
              <a:spcBef>
                <a:spcPts val="0"/>
              </a:spcBef>
              <a:spcAft>
                <a:spcPts val="0"/>
              </a:spcAft>
              <a:buSzPts val="5200"/>
              <a:buNone/>
              <a:defRPr sz="6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1769575" y="2775100"/>
            <a:ext cx="5601900" cy="499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grpSp>
        <p:nvGrpSpPr>
          <p:cNvPr id="11" name="Google Shape;11;p2"/>
          <p:cNvGrpSpPr/>
          <p:nvPr/>
        </p:nvGrpSpPr>
        <p:grpSpPr>
          <a:xfrm>
            <a:off x="2858459" y="-603763"/>
            <a:ext cx="7612454" cy="2941120"/>
            <a:chOff x="2858459" y="-603763"/>
            <a:chExt cx="7612454" cy="2941120"/>
          </a:xfrm>
        </p:grpSpPr>
        <p:sp>
          <p:nvSpPr>
            <p:cNvPr id="12" name="Google Shape;12;p2"/>
            <p:cNvSpPr/>
            <p:nvPr/>
          </p:nvSpPr>
          <p:spPr>
            <a:xfrm flipH="1" rot="5909978">
              <a:off x="5860212" y="-2486514"/>
              <a:ext cx="1971514" cy="6706622"/>
            </a:xfrm>
            <a:custGeom>
              <a:rect b="b" l="l" r="r" t="t"/>
              <a:pathLst>
                <a:path extrusionOk="0" fill="none" h="84959" w="24975">
                  <a:moveTo>
                    <a:pt x="6182" y="84959"/>
                  </a:moveTo>
                  <a:cubicBezTo>
                    <a:pt x="13245" y="82942"/>
                    <a:pt x="17705" y="81809"/>
                    <a:pt x="13113" y="74878"/>
                  </a:cubicBezTo>
                  <a:cubicBezTo>
                    <a:pt x="8536" y="67917"/>
                    <a:pt x="1" y="60603"/>
                    <a:pt x="3400" y="56350"/>
                  </a:cubicBezTo>
                  <a:cubicBezTo>
                    <a:pt x="6800" y="52097"/>
                    <a:pt x="23576" y="52362"/>
                    <a:pt x="23724" y="46990"/>
                  </a:cubicBezTo>
                  <a:cubicBezTo>
                    <a:pt x="23871" y="41619"/>
                    <a:pt x="7756" y="35291"/>
                    <a:pt x="8198" y="30184"/>
                  </a:cubicBezTo>
                  <a:cubicBezTo>
                    <a:pt x="8639" y="25092"/>
                    <a:pt x="23856" y="26358"/>
                    <a:pt x="24401" y="21972"/>
                  </a:cubicBezTo>
                  <a:cubicBezTo>
                    <a:pt x="24975" y="17572"/>
                    <a:pt x="8801" y="8139"/>
                    <a:pt x="10184" y="1"/>
                  </a:cubicBezTo>
                </a:path>
              </a:pathLst>
            </a:custGeom>
            <a:noFill/>
            <a:ln cap="flat" cmpd="sng" w="4050">
              <a:solidFill>
                <a:srgbClr val="FFA436"/>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flipH="1" rot="5909978">
              <a:off x="5973722" y="-2583244"/>
              <a:ext cx="1742590" cy="6755327"/>
            </a:xfrm>
            <a:custGeom>
              <a:rect b="b" l="l" r="r" t="t"/>
              <a:pathLst>
                <a:path extrusionOk="0" fill="none" h="85576" w="22075">
                  <a:moveTo>
                    <a:pt x="3974" y="85576"/>
                  </a:moveTo>
                  <a:cubicBezTo>
                    <a:pt x="10861" y="83604"/>
                    <a:pt x="15055" y="82338"/>
                    <a:pt x="10684" y="75583"/>
                  </a:cubicBezTo>
                  <a:cubicBezTo>
                    <a:pt x="8168" y="71669"/>
                    <a:pt x="4386" y="67636"/>
                    <a:pt x="2252" y="64163"/>
                  </a:cubicBezTo>
                  <a:cubicBezTo>
                    <a:pt x="663" y="61544"/>
                    <a:pt x="0" y="59219"/>
                    <a:pt x="1428" y="57394"/>
                  </a:cubicBezTo>
                  <a:cubicBezTo>
                    <a:pt x="4783" y="53200"/>
                    <a:pt x="20868" y="53229"/>
                    <a:pt x="21133" y="47931"/>
                  </a:cubicBezTo>
                  <a:cubicBezTo>
                    <a:pt x="21369" y="42677"/>
                    <a:pt x="5990" y="36335"/>
                    <a:pt x="6284" y="31155"/>
                  </a:cubicBezTo>
                  <a:cubicBezTo>
                    <a:pt x="6579" y="26077"/>
                    <a:pt x="20898" y="27005"/>
                    <a:pt x="21457" y="22649"/>
                  </a:cubicBezTo>
                  <a:cubicBezTo>
                    <a:pt x="22075" y="18013"/>
                    <a:pt x="6755" y="8153"/>
                    <a:pt x="7800" y="0"/>
                  </a:cubicBezTo>
                </a:path>
              </a:pathLst>
            </a:custGeom>
            <a:noFill/>
            <a:ln cap="flat" cmpd="sng" w="3675">
              <a:solidFill>
                <a:srgbClr val="FFA436"/>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flipH="1" rot="5909978">
              <a:off x="5996132" y="-2602732"/>
              <a:ext cx="1669492" cy="6803007"/>
            </a:xfrm>
            <a:custGeom>
              <a:rect b="b" l="l" r="r" t="t"/>
              <a:pathLst>
                <a:path extrusionOk="0" fill="none" h="86180" w="21149">
                  <a:moveTo>
                    <a:pt x="3754" y="86180"/>
                  </a:moveTo>
                  <a:cubicBezTo>
                    <a:pt x="10464" y="84237"/>
                    <a:pt x="14408" y="82868"/>
                    <a:pt x="10229" y="76290"/>
                  </a:cubicBezTo>
                  <a:cubicBezTo>
                    <a:pt x="7786" y="72420"/>
                    <a:pt x="4136" y="68432"/>
                    <a:pt x="2120" y="65047"/>
                  </a:cubicBezTo>
                  <a:cubicBezTo>
                    <a:pt x="590" y="62516"/>
                    <a:pt x="1" y="60235"/>
                    <a:pt x="1428" y="58439"/>
                  </a:cubicBezTo>
                  <a:cubicBezTo>
                    <a:pt x="4725" y="54304"/>
                    <a:pt x="20163" y="54127"/>
                    <a:pt x="20530" y="48918"/>
                  </a:cubicBezTo>
                  <a:cubicBezTo>
                    <a:pt x="20898" y="43782"/>
                    <a:pt x="6197" y="37424"/>
                    <a:pt x="6358" y="32156"/>
                  </a:cubicBezTo>
                  <a:cubicBezTo>
                    <a:pt x="6535" y="27093"/>
                    <a:pt x="19927" y="27667"/>
                    <a:pt x="20486" y="23341"/>
                  </a:cubicBezTo>
                  <a:cubicBezTo>
                    <a:pt x="21149" y="18455"/>
                    <a:pt x="6712" y="8183"/>
                    <a:pt x="7374" y="1"/>
                  </a:cubicBezTo>
                </a:path>
              </a:pathLst>
            </a:custGeom>
            <a:noFill/>
            <a:ln cap="flat" cmpd="sng" w="3300">
              <a:solidFill>
                <a:srgbClr val="FFA436"/>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flipH="1" rot="5909978">
              <a:off x="6016289" y="-2627215"/>
              <a:ext cx="1604367" cy="6852975"/>
            </a:xfrm>
            <a:custGeom>
              <a:rect b="b" l="l" r="r" t="t"/>
              <a:pathLst>
                <a:path extrusionOk="0" fill="none" h="86813" w="20324">
                  <a:moveTo>
                    <a:pt x="3518" y="86813"/>
                  </a:moveTo>
                  <a:cubicBezTo>
                    <a:pt x="10067" y="84870"/>
                    <a:pt x="13731" y="83398"/>
                    <a:pt x="9758" y="76997"/>
                  </a:cubicBezTo>
                  <a:cubicBezTo>
                    <a:pt x="7374" y="73200"/>
                    <a:pt x="3871" y="69241"/>
                    <a:pt x="1958" y="65945"/>
                  </a:cubicBezTo>
                  <a:cubicBezTo>
                    <a:pt x="516" y="63487"/>
                    <a:pt x="1" y="61250"/>
                    <a:pt x="1399" y="59484"/>
                  </a:cubicBezTo>
                  <a:cubicBezTo>
                    <a:pt x="4636" y="55408"/>
                    <a:pt x="19412" y="54996"/>
                    <a:pt x="19868" y="49860"/>
                  </a:cubicBezTo>
                  <a:cubicBezTo>
                    <a:pt x="20324" y="44841"/>
                    <a:pt x="6373" y="38484"/>
                    <a:pt x="6402" y="33127"/>
                  </a:cubicBezTo>
                  <a:cubicBezTo>
                    <a:pt x="6417" y="28080"/>
                    <a:pt x="18897" y="28315"/>
                    <a:pt x="19485" y="24018"/>
                  </a:cubicBezTo>
                  <a:cubicBezTo>
                    <a:pt x="20177" y="18867"/>
                    <a:pt x="6623" y="8198"/>
                    <a:pt x="6917" y="1"/>
                  </a:cubicBezTo>
                </a:path>
              </a:pathLst>
            </a:custGeom>
            <a:noFill/>
            <a:ln cap="flat" cmpd="sng" w="3300">
              <a:solidFill>
                <a:srgbClr val="FFA436"/>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flipH="1" rot="5909978">
              <a:off x="6026605" y="-2663121"/>
              <a:ext cx="1563713" cy="6901760"/>
            </a:xfrm>
            <a:custGeom>
              <a:rect b="b" l="l" r="r" t="t"/>
              <a:pathLst>
                <a:path extrusionOk="0" fill="none" h="87431" w="19809">
                  <a:moveTo>
                    <a:pt x="3282" y="87431"/>
                  </a:moveTo>
                  <a:cubicBezTo>
                    <a:pt x="9639" y="85532"/>
                    <a:pt x="13054" y="83914"/>
                    <a:pt x="9272" y="77718"/>
                  </a:cubicBezTo>
                  <a:cubicBezTo>
                    <a:pt x="6991" y="73951"/>
                    <a:pt x="3591" y="70051"/>
                    <a:pt x="1781" y="66828"/>
                  </a:cubicBezTo>
                  <a:cubicBezTo>
                    <a:pt x="442" y="64429"/>
                    <a:pt x="0" y="62266"/>
                    <a:pt x="1384" y="60515"/>
                  </a:cubicBezTo>
                  <a:cubicBezTo>
                    <a:pt x="4562" y="56482"/>
                    <a:pt x="18661" y="55864"/>
                    <a:pt x="19249" y="50816"/>
                  </a:cubicBezTo>
                  <a:cubicBezTo>
                    <a:pt x="19809" y="45916"/>
                    <a:pt x="6564" y="39544"/>
                    <a:pt x="6461" y="34099"/>
                  </a:cubicBezTo>
                  <a:cubicBezTo>
                    <a:pt x="6343" y="29066"/>
                    <a:pt x="17895" y="28948"/>
                    <a:pt x="18514" y="24695"/>
                  </a:cubicBezTo>
                  <a:cubicBezTo>
                    <a:pt x="19264" y="19294"/>
                    <a:pt x="6549" y="8198"/>
                    <a:pt x="6490" y="1"/>
                  </a:cubicBezTo>
                </a:path>
              </a:pathLst>
            </a:custGeom>
            <a:noFill/>
            <a:ln cap="flat" cmpd="sng" w="2950">
              <a:solidFill>
                <a:srgbClr val="FFA436"/>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flipH="1" rot="5909978">
              <a:off x="6037724" y="-2701855"/>
              <a:ext cx="1521875" cy="6952834"/>
            </a:xfrm>
            <a:custGeom>
              <a:rect b="b" l="l" r="r" t="t"/>
              <a:pathLst>
                <a:path extrusionOk="0" fill="none" h="88078" w="19279">
                  <a:moveTo>
                    <a:pt x="3032" y="88078"/>
                  </a:moveTo>
                  <a:cubicBezTo>
                    <a:pt x="9227" y="86209"/>
                    <a:pt x="12362" y="84472"/>
                    <a:pt x="8815" y="78483"/>
                  </a:cubicBezTo>
                  <a:cubicBezTo>
                    <a:pt x="6623" y="74759"/>
                    <a:pt x="3341" y="70904"/>
                    <a:pt x="1634" y="67769"/>
                  </a:cubicBezTo>
                  <a:cubicBezTo>
                    <a:pt x="368" y="65459"/>
                    <a:pt x="0" y="63339"/>
                    <a:pt x="1369" y="61618"/>
                  </a:cubicBezTo>
                  <a:cubicBezTo>
                    <a:pt x="4503" y="57630"/>
                    <a:pt x="17925" y="56805"/>
                    <a:pt x="18617" y="51831"/>
                  </a:cubicBezTo>
                  <a:cubicBezTo>
                    <a:pt x="19279" y="47048"/>
                    <a:pt x="6770" y="40632"/>
                    <a:pt x="6520" y="35113"/>
                  </a:cubicBezTo>
                  <a:cubicBezTo>
                    <a:pt x="6284" y="30095"/>
                    <a:pt x="16924" y="29639"/>
                    <a:pt x="17528" y="25401"/>
                  </a:cubicBezTo>
                  <a:cubicBezTo>
                    <a:pt x="18337" y="19735"/>
                    <a:pt x="6490" y="8241"/>
                    <a:pt x="6063" y="0"/>
                  </a:cubicBezTo>
                </a:path>
              </a:pathLst>
            </a:custGeom>
            <a:noFill/>
            <a:ln cap="flat" cmpd="sng" w="2950">
              <a:solidFill>
                <a:srgbClr val="FFA436"/>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flipH="1" rot="5909978">
              <a:off x="6047913" y="-2736632"/>
              <a:ext cx="1480116" cy="7000434"/>
            </a:xfrm>
            <a:custGeom>
              <a:rect b="b" l="l" r="r" t="t"/>
              <a:pathLst>
                <a:path extrusionOk="0" fill="none" h="88681" w="18750">
                  <a:moveTo>
                    <a:pt x="2797" y="88681"/>
                  </a:moveTo>
                  <a:cubicBezTo>
                    <a:pt x="8816" y="86827"/>
                    <a:pt x="11686" y="84987"/>
                    <a:pt x="8330" y="79174"/>
                  </a:cubicBezTo>
                  <a:cubicBezTo>
                    <a:pt x="6226" y="75524"/>
                    <a:pt x="3077" y="71698"/>
                    <a:pt x="1473" y="68652"/>
                  </a:cubicBezTo>
                  <a:cubicBezTo>
                    <a:pt x="295" y="66430"/>
                    <a:pt x="1" y="64369"/>
                    <a:pt x="1340" y="62648"/>
                  </a:cubicBezTo>
                  <a:cubicBezTo>
                    <a:pt x="4416" y="58718"/>
                    <a:pt x="17160" y="57674"/>
                    <a:pt x="17970" y="52788"/>
                  </a:cubicBezTo>
                  <a:cubicBezTo>
                    <a:pt x="18750" y="48108"/>
                    <a:pt x="6976" y="41706"/>
                    <a:pt x="6564" y="36099"/>
                  </a:cubicBezTo>
                  <a:cubicBezTo>
                    <a:pt x="6226" y="31096"/>
                    <a:pt x="15909" y="30286"/>
                    <a:pt x="16527" y="26092"/>
                  </a:cubicBezTo>
                  <a:cubicBezTo>
                    <a:pt x="17381" y="20161"/>
                    <a:pt x="6403" y="8256"/>
                    <a:pt x="5608" y="0"/>
                  </a:cubicBezTo>
                </a:path>
              </a:pathLst>
            </a:custGeom>
            <a:noFill/>
            <a:ln cap="flat" cmpd="sng" w="2575">
              <a:solidFill>
                <a:srgbClr val="FFA436"/>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flipH="1" rot="5909978">
              <a:off x="6057825" y="-2774558"/>
              <a:ext cx="1437173" cy="7050482"/>
            </a:xfrm>
            <a:custGeom>
              <a:rect b="b" l="l" r="r" t="t"/>
              <a:pathLst>
                <a:path extrusionOk="0" fill="none" h="89315" w="18206">
                  <a:moveTo>
                    <a:pt x="2547" y="89315"/>
                  </a:moveTo>
                  <a:cubicBezTo>
                    <a:pt x="8404" y="87475"/>
                    <a:pt x="11009" y="85518"/>
                    <a:pt x="7845" y="79896"/>
                  </a:cubicBezTo>
                  <a:cubicBezTo>
                    <a:pt x="5829" y="76276"/>
                    <a:pt x="2782" y="72508"/>
                    <a:pt x="1296" y="69565"/>
                  </a:cubicBezTo>
                  <a:cubicBezTo>
                    <a:pt x="192" y="67402"/>
                    <a:pt x="1" y="65400"/>
                    <a:pt x="1311" y="63708"/>
                  </a:cubicBezTo>
                  <a:cubicBezTo>
                    <a:pt x="4342" y="59852"/>
                    <a:pt x="16425" y="58572"/>
                    <a:pt x="17337" y="53760"/>
                  </a:cubicBezTo>
                  <a:cubicBezTo>
                    <a:pt x="18205" y="49198"/>
                    <a:pt x="7168" y="42796"/>
                    <a:pt x="6609" y="37086"/>
                  </a:cubicBezTo>
                  <a:cubicBezTo>
                    <a:pt x="6138" y="32097"/>
                    <a:pt x="14909" y="30949"/>
                    <a:pt x="15527" y="26785"/>
                  </a:cubicBezTo>
                  <a:cubicBezTo>
                    <a:pt x="16425" y="20604"/>
                    <a:pt x="6300" y="8301"/>
                    <a:pt x="5181" y="1"/>
                  </a:cubicBezTo>
                </a:path>
              </a:pathLst>
            </a:custGeom>
            <a:noFill/>
            <a:ln cap="flat" cmpd="sng" w="2200">
              <a:solidFill>
                <a:srgbClr val="FFA436"/>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flipH="1" rot="5909978">
              <a:off x="6067250" y="-2807655"/>
              <a:ext cx="1396440" cy="7098083"/>
            </a:xfrm>
            <a:custGeom>
              <a:rect b="b" l="l" r="r" t="t"/>
              <a:pathLst>
                <a:path extrusionOk="0" fill="none" h="89918" w="17690">
                  <a:moveTo>
                    <a:pt x="2340" y="89918"/>
                  </a:moveTo>
                  <a:cubicBezTo>
                    <a:pt x="8006" y="88122"/>
                    <a:pt x="10361" y="86018"/>
                    <a:pt x="7403" y="80602"/>
                  </a:cubicBezTo>
                  <a:cubicBezTo>
                    <a:pt x="5460" y="77026"/>
                    <a:pt x="2546" y="73288"/>
                    <a:pt x="1148" y="70448"/>
                  </a:cubicBezTo>
                  <a:cubicBezTo>
                    <a:pt x="133" y="68358"/>
                    <a:pt x="0" y="66416"/>
                    <a:pt x="1310" y="64738"/>
                  </a:cubicBezTo>
                  <a:cubicBezTo>
                    <a:pt x="4268" y="60926"/>
                    <a:pt x="15673" y="59440"/>
                    <a:pt x="16718" y="54716"/>
                  </a:cubicBezTo>
                  <a:cubicBezTo>
                    <a:pt x="17689" y="50272"/>
                    <a:pt x="7388" y="43856"/>
                    <a:pt x="6681" y="38072"/>
                  </a:cubicBezTo>
                  <a:cubicBezTo>
                    <a:pt x="6078" y="33098"/>
                    <a:pt x="13937" y="31597"/>
                    <a:pt x="14555" y="27476"/>
                  </a:cubicBezTo>
                  <a:cubicBezTo>
                    <a:pt x="15511" y="21030"/>
                    <a:pt x="6269" y="8315"/>
                    <a:pt x="4768" y="1"/>
                  </a:cubicBezTo>
                </a:path>
              </a:pathLst>
            </a:custGeom>
            <a:noFill/>
            <a:ln cap="flat" cmpd="sng" w="2200">
              <a:solidFill>
                <a:srgbClr val="FFA436"/>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flipH="1" rot="5909978">
              <a:off x="6077741" y="-2846013"/>
              <a:ext cx="1353418" cy="7149235"/>
            </a:xfrm>
            <a:custGeom>
              <a:rect b="b" l="l" r="r" t="t"/>
              <a:pathLst>
                <a:path extrusionOk="0" fill="none" h="90566" w="17145">
                  <a:moveTo>
                    <a:pt x="2105" y="90565"/>
                  </a:moveTo>
                  <a:cubicBezTo>
                    <a:pt x="7579" y="88770"/>
                    <a:pt x="9698" y="86563"/>
                    <a:pt x="6932" y="81324"/>
                  </a:cubicBezTo>
                  <a:cubicBezTo>
                    <a:pt x="5077" y="77792"/>
                    <a:pt x="2296" y="74112"/>
                    <a:pt x="1001" y="71346"/>
                  </a:cubicBezTo>
                  <a:cubicBezTo>
                    <a:pt x="59" y="69330"/>
                    <a:pt x="0" y="67446"/>
                    <a:pt x="1281" y="65783"/>
                  </a:cubicBezTo>
                  <a:cubicBezTo>
                    <a:pt x="4209" y="62030"/>
                    <a:pt x="14923" y="60338"/>
                    <a:pt x="16085" y="55673"/>
                  </a:cubicBezTo>
                  <a:cubicBezTo>
                    <a:pt x="17145" y="51346"/>
                    <a:pt x="7579" y="44930"/>
                    <a:pt x="6740" y="39043"/>
                  </a:cubicBezTo>
                  <a:cubicBezTo>
                    <a:pt x="6019" y="34069"/>
                    <a:pt x="12936" y="32230"/>
                    <a:pt x="13554" y="28153"/>
                  </a:cubicBezTo>
                  <a:cubicBezTo>
                    <a:pt x="14570" y="21443"/>
                    <a:pt x="6181" y="8316"/>
                    <a:pt x="4327" y="1"/>
                  </a:cubicBezTo>
                </a:path>
              </a:pathLst>
            </a:custGeom>
            <a:noFill/>
            <a:ln cap="flat" cmpd="sng" w="1850">
              <a:solidFill>
                <a:srgbClr val="FFA436"/>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flipH="1" rot="5909978">
              <a:off x="6088386" y="-2880162"/>
              <a:ext cx="1311580" cy="7198020"/>
            </a:xfrm>
            <a:custGeom>
              <a:rect b="b" l="l" r="r" t="t"/>
              <a:pathLst>
                <a:path extrusionOk="0" fill="none" h="91184" w="16615">
                  <a:moveTo>
                    <a:pt x="1884" y="91184"/>
                  </a:moveTo>
                  <a:cubicBezTo>
                    <a:pt x="7196" y="89418"/>
                    <a:pt x="9036" y="87092"/>
                    <a:pt x="6475" y="82059"/>
                  </a:cubicBezTo>
                  <a:cubicBezTo>
                    <a:pt x="4709" y="78586"/>
                    <a:pt x="2046" y="74937"/>
                    <a:pt x="854" y="72258"/>
                  </a:cubicBezTo>
                  <a:cubicBezTo>
                    <a:pt x="0" y="70331"/>
                    <a:pt x="15" y="68491"/>
                    <a:pt x="1295" y="66843"/>
                  </a:cubicBezTo>
                  <a:cubicBezTo>
                    <a:pt x="4165" y="63149"/>
                    <a:pt x="14187" y="61236"/>
                    <a:pt x="15452" y="56659"/>
                  </a:cubicBezTo>
                  <a:cubicBezTo>
                    <a:pt x="16615" y="52450"/>
                    <a:pt x="7800" y="46019"/>
                    <a:pt x="6784" y="40044"/>
                  </a:cubicBezTo>
                  <a:cubicBezTo>
                    <a:pt x="5960" y="35100"/>
                    <a:pt x="11965" y="32907"/>
                    <a:pt x="12568" y="28845"/>
                  </a:cubicBezTo>
                  <a:cubicBezTo>
                    <a:pt x="13628" y="21884"/>
                    <a:pt x="6107" y="8345"/>
                    <a:pt x="3885" y="1"/>
                  </a:cubicBezTo>
                </a:path>
              </a:pathLst>
            </a:custGeom>
            <a:noFill/>
            <a:ln cap="flat" cmpd="sng" w="1850">
              <a:solidFill>
                <a:srgbClr val="FFA436"/>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flipH="1" rot="5909978">
              <a:off x="6094178" y="-2912169"/>
              <a:ext cx="1276768" cy="7244436"/>
            </a:xfrm>
            <a:custGeom>
              <a:rect b="b" l="l" r="r" t="t"/>
              <a:pathLst>
                <a:path extrusionOk="0" fill="none" h="91772" w="16174">
                  <a:moveTo>
                    <a:pt x="1737" y="91772"/>
                  </a:moveTo>
                  <a:cubicBezTo>
                    <a:pt x="6873" y="90050"/>
                    <a:pt x="8462" y="87578"/>
                    <a:pt x="6093" y="82751"/>
                  </a:cubicBezTo>
                  <a:cubicBezTo>
                    <a:pt x="4415" y="79307"/>
                    <a:pt x="1869" y="75716"/>
                    <a:pt x="780" y="73126"/>
                  </a:cubicBezTo>
                  <a:cubicBezTo>
                    <a:pt x="0" y="71287"/>
                    <a:pt x="118" y="69506"/>
                    <a:pt x="1369" y="67887"/>
                  </a:cubicBezTo>
                  <a:cubicBezTo>
                    <a:pt x="4180" y="64237"/>
                    <a:pt x="13539" y="62104"/>
                    <a:pt x="14923" y="57615"/>
                  </a:cubicBezTo>
                  <a:cubicBezTo>
                    <a:pt x="16174" y="53539"/>
                    <a:pt x="8124" y="47078"/>
                    <a:pt x="6961" y="41015"/>
                  </a:cubicBezTo>
                  <a:cubicBezTo>
                    <a:pt x="6004" y="36085"/>
                    <a:pt x="11082" y="33554"/>
                    <a:pt x="11700" y="29522"/>
                  </a:cubicBezTo>
                  <a:cubicBezTo>
                    <a:pt x="12833" y="22311"/>
                    <a:pt x="6152" y="8374"/>
                    <a:pt x="3576" y="1"/>
                  </a:cubicBezTo>
                </a:path>
              </a:pathLst>
            </a:custGeom>
            <a:noFill/>
            <a:ln cap="flat" cmpd="sng" w="1475">
              <a:solidFill>
                <a:srgbClr val="FFA436"/>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flipH="1" rot="5909978">
              <a:off x="6101027" y="-2945416"/>
              <a:ext cx="1238482" cy="7294405"/>
            </a:xfrm>
            <a:custGeom>
              <a:rect b="b" l="l" r="r" t="t"/>
              <a:pathLst>
                <a:path extrusionOk="0" fill="none" h="92405" w="15689">
                  <a:moveTo>
                    <a:pt x="1561" y="92404"/>
                  </a:moveTo>
                  <a:cubicBezTo>
                    <a:pt x="6520" y="90697"/>
                    <a:pt x="7874" y="88122"/>
                    <a:pt x="5681" y="83457"/>
                  </a:cubicBezTo>
                  <a:cubicBezTo>
                    <a:pt x="4092" y="80057"/>
                    <a:pt x="1649" y="76525"/>
                    <a:pt x="678" y="74024"/>
                  </a:cubicBezTo>
                  <a:cubicBezTo>
                    <a:pt x="1" y="72258"/>
                    <a:pt x="163" y="70536"/>
                    <a:pt x="1399" y="68932"/>
                  </a:cubicBezTo>
                  <a:cubicBezTo>
                    <a:pt x="4151" y="65341"/>
                    <a:pt x="12834" y="62986"/>
                    <a:pt x="14320" y="58572"/>
                  </a:cubicBezTo>
                  <a:cubicBezTo>
                    <a:pt x="15689" y="54598"/>
                    <a:pt x="8360" y="48138"/>
                    <a:pt x="7035" y="42001"/>
                  </a:cubicBezTo>
                  <a:cubicBezTo>
                    <a:pt x="5976" y="37086"/>
                    <a:pt x="10111" y="34201"/>
                    <a:pt x="10744" y="30213"/>
                  </a:cubicBezTo>
                  <a:cubicBezTo>
                    <a:pt x="11921" y="22737"/>
                    <a:pt x="6108" y="8389"/>
                    <a:pt x="3165" y="0"/>
                  </a:cubicBezTo>
                </a:path>
              </a:pathLst>
            </a:custGeom>
            <a:noFill/>
            <a:ln cap="flat" cmpd="sng" w="1475">
              <a:solidFill>
                <a:srgbClr val="FFA436"/>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flipH="1" rot="5909978">
              <a:off x="6108199" y="-2979565"/>
              <a:ext cx="1203591" cy="7343190"/>
            </a:xfrm>
            <a:custGeom>
              <a:rect b="b" l="l" r="r" t="t"/>
              <a:pathLst>
                <a:path extrusionOk="0" fill="none" h="93023" w="15247">
                  <a:moveTo>
                    <a:pt x="1399" y="93023"/>
                  </a:moveTo>
                  <a:cubicBezTo>
                    <a:pt x="6182" y="91330"/>
                    <a:pt x="7285" y="88622"/>
                    <a:pt x="5299" y="84178"/>
                  </a:cubicBezTo>
                  <a:cubicBezTo>
                    <a:pt x="3812" y="80823"/>
                    <a:pt x="1472" y="77335"/>
                    <a:pt x="604" y="74922"/>
                  </a:cubicBezTo>
                  <a:cubicBezTo>
                    <a:pt x="1" y="73229"/>
                    <a:pt x="266" y="71551"/>
                    <a:pt x="1472" y="69977"/>
                  </a:cubicBezTo>
                  <a:cubicBezTo>
                    <a:pt x="4180" y="66445"/>
                    <a:pt x="12186" y="63884"/>
                    <a:pt x="13805" y="59543"/>
                  </a:cubicBezTo>
                  <a:cubicBezTo>
                    <a:pt x="15247" y="55687"/>
                    <a:pt x="8698" y="49227"/>
                    <a:pt x="7212" y="42987"/>
                  </a:cubicBezTo>
                  <a:cubicBezTo>
                    <a:pt x="6034" y="38072"/>
                    <a:pt x="9243" y="34864"/>
                    <a:pt x="9861" y="30905"/>
                  </a:cubicBezTo>
                  <a:cubicBezTo>
                    <a:pt x="11097" y="23179"/>
                    <a:pt x="6152" y="8418"/>
                    <a:pt x="2841" y="0"/>
                  </a:cubicBezTo>
                </a:path>
              </a:pathLst>
            </a:custGeom>
            <a:noFill/>
            <a:ln cap="flat" cmpd="sng" w="1100">
              <a:solidFill>
                <a:srgbClr val="FFA436"/>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flipH="1" rot="5909978">
              <a:off x="6114791" y="-3011638"/>
              <a:ext cx="1166489" cy="7394343"/>
            </a:xfrm>
            <a:custGeom>
              <a:rect b="b" l="l" r="r" t="t"/>
              <a:pathLst>
                <a:path extrusionOk="0" fill="none" h="93671" w="14777">
                  <a:moveTo>
                    <a:pt x="1252" y="93670"/>
                  </a:moveTo>
                  <a:cubicBezTo>
                    <a:pt x="5873" y="91993"/>
                    <a:pt x="6712" y="89152"/>
                    <a:pt x="4916" y="84914"/>
                  </a:cubicBezTo>
                  <a:cubicBezTo>
                    <a:pt x="3518" y="81603"/>
                    <a:pt x="1296" y="78159"/>
                    <a:pt x="531" y="75819"/>
                  </a:cubicBezTo>
                  <a:cubicBezTo>
                    <a:pt x="1" y="74201"/>
                    <a:pt x="354" y="72582"/>
                    <a:pt x="1532" y="71022"/>
                  </a:cubicBezTo>
                  <a:cubicBezTo>
                    <a:pt x="4180" y="67549"/>
                    <a:pt x="11480" y="64767"/>
                    <a:pt x="13231" y="60500"/>
                  </a:cubicBezTo>
                  <a:cubicBezTo>
                    <a:pt x="14776" y="56747"/>
                    <a:pt x="8978" y="50272"/>
                    <a:pt x="7330" y="43958"/>
                  </a:cubicBezTo>
                  <a:cubicBezTo>
                    <a:pt x="6035" y="39073"/>
                    <a:pt x="8301" y="35496"/>
                    <a:pt x="8919" y="31582"/>
                  </a:cubicBezTo>
                  <a:cubicBezTo>
                    <a:pt x="10214" y="23591"/>
                    <a:pt x="6108" y="8418"/>
                    <a:pt x="2444" y="1"/>
                  </a:cubicBezTo>
                </a:path>
              </a:pathLst>
            </a:custGeom>
            <a:noFill/>
            <a:ln cap="flat" cmpd="sng" w="725">
              <a:solidFill>
                <a:srgbClr val="FFA436"/>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flipH="1" rot="5909978">
              <a:off x="6121718" y="-3043603"/>
              <a:ext cx="1130414" cy="7441943"/>
            </a:xfrm>
            <a:custGeom>
              <a:rect b="b" l="l" r="r" t="t"/>
              <a:pathLst>
                <a:path extrusionOk="0" fill="none" h="94274" w="14320">
                  <a:moveTo>
                    <a:pt x="1089" y="94274"/>
                  </a:moveTo>
                  <a:cubicBezTo>
                    <a:pt x="5519" y="92640"/>
                    <a:pt x="6137" y="89667"/>
                    <a:pt x="4503" y="85620"/>
                  </a:cubicBezTo>
                  <a:cubicBezTo>
                    <a:pt x="3208" y="82353"/>
                    <a:pt x="1104" y="78968"/>
                    <a:pt x="442" y="76717"/>
                  </a:cubicBezTo>
                  <a:cubicBezTo>
                    <a:pt x="0" y="75172"/>
                    <a:pt x="427" y="73612"/>
                    <a:pt x="1589" y="72067"/>
                  </a:cubicBezTo>
                  <a:cubicBezTo>
                    <a:pt x="4180" y="68652"/>
                    <a:pt x="10802" y="65650"/>
                    <a:pt x="12686" y="61471"/>
                  </a:cubicBezTo>
                  <a:cubicBezTo>
                    <a:pt x="14319" y="57836"/>
                    <a:pt x="9271" y="51361"/>
                    <a:pt x="7447" y="44959"/>
                  </a:cubicBezTo>
                  <a:cubicBezTo>
                    <a:pt x="6078" y="40073"/>
                    <a:pt x="7402" y="36159"/>
                    <a:pt x="8021" y="32273"/>
                  </a:cubicBezTo>
                  <a:cubicBezTo>
                    <a:pt x="9389" y="24062"/>
                    <a:pt x="6122" y="8462"/>
                    <a:pt x="2104" y="0"/>
                  </a:cubicBezTo>
                </a:path>
              </a:pathLst>
            </a:custGeom>
            <a:noFill/>
            <a:ln cap="flat" cmpd="sng" w="725">
              <a:solidFill>
                <a:srgbClr val="FFA436"/>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flipH="1" rot="5909978">
              <a:off x="6130405" y="-3077086"/>
              <a:ext cx="1093312" cy="7491912"/>
            </a:xfrm>
            <a:custGeom>
              <a:rect b="b" l="l" r="r" t="t"/>
              <a:pathLst>
                <a:path extrusionOk="0" fill="none" h="94907" w="13850">
                  <a:moveTo>
                    <a:pt x="928" y="94907"/>
                  </a:moveTo>
                  <a:cubicBezTo>
                    <a:pt x="5196" y="93288"/>
                    <a:pt x="5564" y="90197"/>
                    <a:pt x="4121" y="86357"/>
                  </a:cubicBezTo>
                  <a:cubicBezTo>
                    <a:pt x="2900" y="83119"/>
                    <a:pt x="899" y="79793"/>
                    <a:pt x="369" y="77630"/>
                  </a:cubicBezTo>
                  <a:cubicBezTo>
                    <a:pt x="1" y="76187"/>
                    <a:pt x="486" y="74672"/>
                    <a:pt x="1649" y="73141"/>
                  </a:cubicBezTo>
                  <a:cubicBezTo>
                    <a:pt x="4180" y="69786"/>
                    <a:pt x="10126" y="66563"/>
                    <a:pt x="12142" y="62457"/>
                  </a:cubicBezTo>
                  <a:cubicBezTo>
                    <a:pt x="13849" y="58940"/>
                    <a:pt x="9596" y="52435"/>
                    <a:pt x="7609" y="45960"/>
                  </a:cubicBezTo>
                  <a:cubicBezTo>
                    <a:pt x="6123" y="41089"/>
                    <a:pt x="6505" y="36836"/>
                    <a:pt x="7138" y="32966"/>
                  </a:cubicBezTo>
                  <a:cubicBezTo>
                    <a:pt x="8551" y="24489"/>
                    <a:pt x="6152" y="8492"/>
                    <a:pt x="1767" y="1"/>
                  </a:cubicBezTo>
                </a:path>
              </a:pathLst>
            </a:custGeom>
            <a:noFill/>
            <a:ln cap="flat" cmpd="sng" w="4775">
              <a:solidFill>
                <a:srgbClr val="FFA436"/>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flipH="1" rot="5909978">
              <a:off x="6137804" y="-3108602"/>
              <a:ext cx="1053763" cy="7539512"/>
            </a:xfrm>
            <a:custGeom>
              <a:rect b="b" l="l" r="r" t="t"/>
              <a:pathLst>
                <a:path extrusionOk="0" fill="none" h="95510" w="13349">
                  <a:moveTo>
                    <a:pt x="751" y="95510"/>
                  </a:moveTo>
                  <a:cubicBezTo>
                    <a:pt x="4842" y="93920"/>
                    <a:pt x="4975" y="90697"/>
                    <a:pt x="3724" y="87048"/>
                  </a:cubicBezTo>
                  <a:cubicBezTo>
                    <a:pt x="2620" y="83869"/>
                    <a:pt x="692" y="80602"/>
                    <a:pt x="280" y="78527"/>
                  </a:cubicBezTo>
                  <a:cubicBezTo>
                    <a:pt x="1" y="77144"/>
                    <a:pt x="575" y="75687"/>
                    <a:pt x="1693" y="74171"/>
                  </a:cubicBezTo>
                  <a:cubicBezTo>
                    <a:pt x="4180" y="70860"/>
                    <a:pt x="9434" y="67431"/>
                    <a:pt x="11553" y="63413"/>
                  </a:cubicBezTo>
                  <a:cubicBezTo>
                    <a:pt x="13348" y="60014"/>
                    <a:pt x="9875" y="53494"/>
                    <a:pt x="7712" y="46931"/>
                  </a:cubicBezTo>
                  <a:cubicBezTo>
                    <a:pt x="6108" y="42074"/>
                    <a:pt x="5549" y="37483"/>
                    <a:pt x="6181" y="33657"/>
                  </a:cubicBezTo>
                  <a:cubicBezTo>
                    <a:pt x="7653" y="24915"/>
                    <a:pt x="6108" y="8506"/>
                    <a:pt x="1354" y="0"/>
                  </a:cubicBezTo>
                </a:path>
              </a:pathLst>
            </a:custGeom>
            <a:noFill/>
            <a:ln cap="flat" cmpd="sng" w="4775">
              <a:solidFill>
                <a:srgbClr val="FFA436"/>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 name="Google Shape;30;p2"/>
          <p:cNvGrpSpPr/>
          <p:nvPr/>
        </p:nvGrpSpPr>
        <p:grpSpPr>
          <a:xfrm>
            <a:off x="-499666" y="2796525"/>
            <a:ext cx="7612454" cy="2941120"/>
            <a:chOff x="-499666" y="2796525"/>
            <a:chExt cx="7612454" cy="2941120"/>
          </a:xfrm>
        </p:grpSpPr>
        <p:sp>
          <p:nvSpPr>
            <p:cNvPr id="31" name="Google Shape;31;p2"/>
            <p:cNvSpPr/>
            <p:nvPr/>
          </p:nvSpPr>
          <p:spPr>
            <a:xfrm flipH="1" rot="-4890022">
              <a:off x="2139520" y="913774"/>
              <a:ext cx="1971514" cy="6706622"/>
            </a:xfrm>
            <a:custGeom>
              <a:rect b="b" l="l" r="r" t="t"/>
              <a:pathLst>
                <a:path extrusionOk="0" fill="none" h="84959" w="24975">
                  <a:moveTo>
                    <a:pt x="6182" y="84959"/>
                  </a:moveTo>
                  <a:cubicBezTo>
                    <a:pt x="13245" y="82942"/>
                    <a:pt x="17705" y="81809"/>
                    <a:pt x="13113" y="74878"/>
                  </a:cubicBezTo>
                  <a:cubicBezTo>
                    <a:pt x="8536" y="67917"/>
                    <a:pt x="1" y="60603"/>
                    <a:pt x="3400" y="56350"/>
                  </a:cubicBezTo>
                  <a:cubicBezTo>
                    <a:pt x="6800" y="52097"/>
                    <a:pt x="23576" y="52362"/>
                    <a:pt x="23724" y="46990"/>
                  </a:cubicBezTo>
                  <a:cubicBezTo>
                    <a:pt x="23871" y="41619"/>
                    <a:pt x="7756" y="35291"/>
                    <a:pt x="8198" y="30184"/>
                  </a:cubicBezTo>
                  <a:cubicBezTo>
                    <a:pt x="8639" y="25092"/>
                    <a:pt x="23856" y="26358"/>
                    <a:pt x="24401" y="21972"/>
                  </a:cubicBezTo>
                  <a:cubicBezTo>
                    <a:pt x="24975" y="17572"/>
                    <a:pt x="8801" y="8139"/>
                    <a:pt x="10184" y="1"/>
                  </a:cubicBezTo>
                </a:path>
              </a:pathLst>
            </a:custGeom>
            <a:noFill/>
            <a:ln cap="flat" cmpd="sng" w="4050">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flipH="1" rot="-4890022">
              <a:off x="2254935" y="961799"/>
              <a:ext cx="1742590" cy="6755327"/>
            </a:xfrm>
            <a:custGeom>
              <a:rect b="b" l="l" r="r" t="t"/>
              <a:pathLst>
                <a:path extrusionOk="0" fill="none" h="85576" w="22075">
                  <a:moveTo>
                    <a:pt x="3974" y="85576"/>
                  </a:moveTo>
                  <a:cubicBezTo>
                    <a:pt x="10861" y="83604"/>
                    <a:pt x="15055" y="82338"/>
                    <a:pt x="10684" y="75583"/>
                  </a:cubicBezTo>
                  <a:cubicBezTo>
                    <a:pt x="8168" y="71669"/>
                    <a:pt x="4386" y="67636"/>
                    <a:pt x="2252" y="64163"/>
                  </a:cubicBezTo>
                  <a:cubicBezTo>
                    <a:pt x="663" y="61544"/>
                    <a:pt x="0" y="59219"/>
                    <a:pt x="1428" y="57394"/>
                  </a:cubicBezTo>
                  <a:cubicBezTo>
                    <a:pt x="4783" y="53200"/>
                    <a:pt x="20868" y="53229"/>
                    <a:pt x="21133" y="47931"/>
                  </a:cubicBezTo>
                  <a:cubicBezTo>
                    <a:pt x="21369" y="42677"/>
                    <a:pt x="5990" y="36335"/>
                    <a:pt x="6284" y="31155"/>
                  </a:cubicBezTo>
                  <a:cubicBezTo>
                    <a:pt x="6579" y="26077"/>
                    <a:pt x="20898" y="27005"/>
                    <a:pt x="21457" y="22649"/>
                  </a:cubicBezTo>
                  <a:cubicBezTo>
                    <a:pt x="22075" y="18013"/>
                    <a:pt x="6755" y="8153"/>
                    <a:pt x="7800" y="0"/>
                  </a:cubicBezTo>
                </a:path>
              </a:pathLst>
            </a:custGeom>
            <a:noFill/>
            <a:ln cap="flat" cmpd="sng" w="367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flipH="1" rot="-4890022">
              <a:off x="2305622" y="933607"/>
              <a:ext cx="1669492" cy="6803007"/>
            </a:xfrm>
            <a:custGeom>
              <a:rect b="b" l="l" r="r" t="t"/>
              <a:pathLst>
                <a:path extrusionOk="0" fill="none" h="86180" w="21149">
                  <a:moveTo>
                    <a:pt x="3754" y="86180"/>
                  </a:moveTo>
                  <a:cubicBezTo>
                    <a:pt x="10464" y="84237"/>
                    <a:pt x="14408" y="82868"/>
                    <a:pt x="10229" y="76290"/>
                  </a:cubicBezTo>
                  <a:cubicBezTo>
                    <a:pt x="7786" y="72420"/>
                    <a:pt x="4136" y="68432"/>
                    <a:pt x="2120" y="65047"/>
                  </a:cubicBezTo>
                  <a:cubicBezTo>
                    <a:pt x="590" y="62516"/>
                    <a:pt x="1" y="60235"/>
                    <a:pt x="1428" y="58439"/>
                  </a:cubicBezTo>
                  <a:cubicBezTo>
                    <a:pt x="4725" y="54304"/>
                    <a:pt x="20163" y="54127"/>
                    <a:pt x="20530" y="48918"/>
                  </a:cubicBezTo>
                  <a:cubicBezTo>
                    <a:pt x="20898" y="43782"/>
                    <a:pt x="6197" y="37424"/>
                    <a:pt x="6358" y="32156"/>
                  </a:cubicBezTo>
                  <a:cubicBezTo>
                    <a:pt x="6535" y="27093"/>
                    <a:pt x="19927" y="27667"/>
                    <a:pt x="20486" y="23341"/>
                  </a:cubicBezTo>
                  <a:cubicBezTo>
                    <a:pt x="21149" y="18455"/>
                    <a:pt x="6712" y="8183"/>
                    <a:pt x="7374" y="1"/>
                  </a:cubicBezTo>
                </a:path>
              </a:pathLst>
            </a:custGeom>
            <a:noFill/>
            <a:ln cap="flat" cmpd="sng" w="3300">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flipH="1" rot="-4890022">
              <a:off x="2350590" y="908122"/>
              <a:ext cx="1604367" cy="6852975"/>
            </a:xfrm>
            <a:custGeom>
              <a:rect b="b" l="l" r="r" t="t"/>
              <a:pathLst>
                <a:path extrusionOk="0" fill="none" h="86813" w="20324">
                  <a:moveTo>
                    <a:pt x="3518" y="86813"/>
                  </a:moveTo>
                  <a:cubicBezTo>
                    <a:pt x="10067" y="84870"/>
                    <a:pt x="13731" y="83398"/>
                    <a:pt x="9758" y="76997"/>
                  </a:cubicBezTo>
                  <a:cubicBezTo>
                    <a:pt x="7374" y="73200"/>
                    <a:pt x="3871" y="69241"/>
                    <a:pt x="1958" y="65945"/>
                  </a:cubicBezTo>
                  <a:cubicBezTo>
                    <a:pt x="516" y="63487"/>
                    <a:pt x="1" y="61250"/>
                    <a:pt x="1399" y="59484"/>
                  </a:cubicBezTo>
                  <a:cubicBezTo>
                    <a:pt x="4636" y="55408"/>
                    <a:pt x="19412" y="54996"/>
                    <a:pt x="19868" y="49860"/>
                  </a:cubicBezTo>
                  <a:cubicBezTo>
                    <a:pt x="20324" y="44841"/>
                    <a:pt x="6373" y="38484"/>
                    <a:pt x="6402" y="33127"/>
                  </a:cubicBezTo>
                  <a:cubicBezTo>
                    <a:pt x="6417" y="28080"/>
                    <a:pt x="18897" y="28315"/>
                    <a:pt x="19485" y="24018"/>
                  </a:cubicBezTo>
                  <a:cubicBezTo>
                    <a:pt x="20177" y="18867"/>
                    <a:pt x="6623" y="8198"/>
                    <a:pt x="6917" y="1"/>
                  </a:cubicBezTo>
                </a:path>
              </a:pathLst>
            </a:custGeom>
            <a:noFill/>
            <a:ln cap="flat" cmpd="sng" w="3300">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flipH="1" rot="-4890022">
              <a:off x="2380929" y="895243"/>
              <a:ext cx="1563713" cy="6901760"/>
            </a:xfrm>
            <a:custGeom>
              <a:rect b="b" l="l" r="r" t="t"/>
              <a:pathLst>
                <a:path extrusionOk="0" fill="none" h="87431" w="19809">
                  <a:moveTo>
                    <a:pt x="3282" y="87431"/>
                  </a:moveTo>
                  <a:cubicBezTo>
                    <a:pt x="9639" y="85532"/>
                    <a:pt x="13054" y="83914"/>
                    <a:pt x="9272" y="77718"/>
                  </a:cubicBezTo>
                  <a:cubicBezTo>
                    <a:pt x="6991" y="73951"/>
                    <a:pt x="3591" y="70051"/>
                    <a:pt x="1781" y="66828"/>
                  </a:cubicBezTo>
                  <a:cubicBezTo>
                    <a:pt x="442" y="64429"/>
                    <a:pt x="0" y="62266"/>
                    <a:pt x="1384" y="60515"/>
                  </a:cubicBezTo>
                  <a:cubicBezTo>
                    <a:pt x="4562" y="56482"/>
                    <a:pt x="18661" y="55864"/>
                    <a:pt x="19249" y="50816"/>
                  </a:cubicBezTo>
                  <a:cubicBezTo>
                    <a:pt x="19809" y="45916"/>
                    <a:pt x="6564" y="39544"/>
                    <a:pt x="6461" y="34099"/>
                  </a:cubicBezTo>
                  <a:cubicBezTo>
                    <a:pt x="6343" y="29066"/>
                    <a:pt x="17895" y="28948"/>
                    <a:pt x="18514" y="24695"/>
                  </a:cubicBezTo>
                  <a:cubicBezTo>
                    <a:pt x="19264" y="19294"/>
                    <a:pt x="6549" y="8198"/>
                    <a:pt x="6490" y="1"/>
                  </a:cubicBezTo>
                </a:path>
              </a:pathLst>
            </a:custGeom>
            <a:noFill/>
            <a:ln cap="flat" cmpd="sng" w="2950">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flipH="1" rot="-4890022">
              <a:off x="2411648" y="882904"/>
              <a:ext cx="1521875" cy="6952834"/>
            </a:xfrm>
            <a:custGeom>
              <a:rect b="b" l="l" r="r" t="t"/>
              <a:pathLst>
                <a:path extrusionOk="0" fill="none" h="88078" w="19279">
                  <a:moveTo>
                    <a:pt x="3032" y="88078"/>
                  </a:moveTo>
                  <a:cubicBezTo>
                    <a:pt x="9227" y="86209"/>
                    <a:pt x="12362" y="84472"/>
                    <a:pt x="8815" y="78483"/>
                  </a:cubicBezTo>
                  <a:cubicBezTo>
                    <a:pt x="6623" y="74759"/>
                    <a:pt x="3341" y="70904"/>
                    <a:pt x="1634" y="67769"/>
                  </a:cubicBezTo>
                  <a:cubicBezTo>
                    <a:pt x="368" y="65459"/>
                    <a:pt x="0" y="63339"/>
                    <a:pt x="1369" y="61618"/>
                  </a:cubicBezTo>
                  <a:cubicBezTo>
                    <a:pt x="4503" y="57630"/>
                    <a:pt x="17925" y="56805"/>
                    <a:pt x="18617" y="51831"/>
                  </a:cubicBezTo>
                  <a:cubicBezTo>
                    <a:pt x="19279" y="47048"/>
                    <a:pt x="6770" y="40632"/>
                    <a:pt x="6520" y="35113"/>
                  </a:cubicBezTo>
                  <a:cubicBezTo>
                    <a:pt x="6284" y="30095"/>
                    <a:pt x="16924" y="29639"/>
                    <a:pt x="17528" y="25401"/>
                  </a:cubicBezTo>
                  <a:cubicBezTo>
                    <a:pt x="18337" y="19735"/>
                    <a:pt x="6490" y="8241"/>
                    <a:pt x="6063" y="0"/>
                  </a:cubicBezTo>
                </a:path>
              </a:pathLst>
            </a:custGeom>
            <a:noFill/>
            <a:ln cap="flat" cmpd="sng" w="2950">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flipH="1" rot="-4890022">
              <a:off x="2443218" y="870079"/>
              <a:ext cx="1480116" cy="7000434"/>
            </a:xfrm>
            <a:custGeom>
              <a:rect b="b" l="l" r="r" t="t"/>
              <a:pathLst>
                <a:path extrusionOk="0" fill="none" h="88681" w="18750">
                  <a:moveTo>
                    <a:pt x="2797" y="88681"/>
                  </a:moveTo>
                  <a:cubicBezTo>
                    <a:pt x="8816" y="86827"/>
                    <a:pt x="11686" y="84987"/>
                    <a:pt x="8330" y="79174"/>
                  </a:cubicBezTo>
                  <a:cubicBezTo>
                    <a:pt x="6226" y="75524"/>
                    <a:pt x="3077" y="71698"/>
                    <a:pt x="1473" y="68652"/>
                  </a:cubicBezTo>
                  <a:cubicBezTo>
                    <a:pt x="295" y="66430"/>
                    <a:pt x="1" y="64369"/>
                    <a:pt x="1340" y="62648"/>
                  </a:cubicBezTo>
                  <a:cubicBezTo>
                    <a:pt x="4416" y="58718"/>
                    <a:pt x="17160" y="57674"/>
                    <a:pt x="17970" y="52788"/>
                  </a:cubicBezTo>
                  <a:cubicBezTo>
                    <a:pt x="18750" y="48108"/>
                    <a:pt x="6976" y="41706"/>
                    <a:pt x="6564" y="36099"/>
                  </a:cubicBezTo>
                  <a:cubicBezTo>
                    <a:pt x="6226" y="31096"/>
                    <a:pt x="15909" y="30286"/>
                    <a:pt x="16527" y="26092"/>
                  </a:cubicBezTo>
                  <a:cubicBezTo>
                    <a:pt x="17381" y="20161"/>
                    <a:pt x="6403" y="8256"/>
                    <a:pt x="5608" y="0"/>
                  </a:cubicBezTo>
                </a:path>
              </a:pathLst>
            </a:custGeom>
            <a:noFill/>
            <a:ln cap="flat" cmpd="sng" w="257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flipH="1" rot="-4890022">
              <a:off x="2476249" y="857958"/>
              <a:ext cx="1437173" cy="7050482"/>
            </a:xfrm>
            <a:custGeom>
              <a:rect b="b" l="l" r="r" t="t"/>
              <a:pathLst>
                <a:path extrusionOk="0" fill="none" h="89315" w="18206">
                  <a:moveTo>
                    <a:pt x="2547" y="89315"/>
                  </a:moveTo>
                  <a:cubicBezTo>
                    <a:pt x="8404" y="87475"/>
                    <a:pt x="11009" y="85518"/>
                    <a:pt x="7845" y="79896"/>
                  </a:cubicBezTo>
                  <a:cubicBezTo>
                    <a:pt x="5829" y="76276"/>
                    <a:pt x="2782" y="72508"/>
                    <a:pt x="1296" y="69565"/>
                  </a:cubicBezTo>
                  <a:cubicBezTo>
                    <a:pt x="192" y="67402"/>
                    <a:pt x="1" y="65400"/>
                    <a:pt x="1311" y="63708"/>
                  </a:cubicBezTo>
                  <a:cubicBezTo>
                    <a:pt x="4342" y="59852"/>
                    <a:pt x="16425" y="58572"/>
                    <a:pt x="17337" y="53760"/>
                  </a:cubicBezTo>
                  <a:cubicBezTo>
                    <a:pt x="18205" y="49198"/>
                    <a:pt x="7168" y="42796"/>
                    <a:pt x="6609" y="37086"/>
                  </a:cubicBezTo>
                  <a:cubicBezTo>
                    <a:pt x="6138" y="32097"/>
                    <a:pt x="14909" y="30949"/>
                    <a:pt x="15527" y="26785"/>
                  </a:cubicBezTo>
                  <a:cubicBezTo>
                    <a:pt x="16425" y="20604"/>
                    <a:pt x="6300" y="8301"/>
                    <a:pt x="5181" y="1"/>
                  </a:cubicBezTo>
                </a:path>
              </a:pathLst>
            </a:custGeom>
            <a:noFill/>
            <a:ln cap="flat" cmpd="sng" w="2200">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flipH="1" rot="-4890022">
              <a:off x="2507557" y="843455"/>
              <a:ext cx="1396440" cy="7098083"/>
            </a:xfrm>
            <a:custGeom>
              <a:rect b="b" l="l" r="r" t="t"/>
              <a:pathLst>
                <a:path extrusionOk="0" fill="none" h="89918" w="17690">
                  <a:moveTo>
                    <a:pt x="2340" y="89918"/>
                  </a:moveTo>
                  <a:cubicBezTo>
                    <a:pt x="8006" y="88122"/>
                    <a:pt x="10361" y="86018"/>
                    <a:pt x="7403" y="80602"/>
                  </a:cubicBezTo>
                  <a:cubicBezTo>
                    <a:pt x="5460" y="77026"/>
                    <a:pt x="2546" y="73288"/>
                    <a:pt x="1148" y="70448"/>
                  </a:cubicBezTo>
                  <a:cubicBezTo>
                    <a:pt x="133" y="68358"/>
                    <a:pt x="0" y="66416"/>
                    <a:pt x="1310" y="64738"/>
                  </a:cubicBezTo>
                  <a:cubicBezTo>
                    <a:pt x="4268" y="60926"/>
                    <a:pt x="15673" y="59440"/>
                    <a:pt x="16718" y="54716"/>
                  </a:cubicBezTo>
                  <a:cubicBezTo>
                    <a:pt x="17689" y="50272"/>
                    <a:pt x="7388" y="43856"/>
                    <a:pt x="6681" y="38072"/>
                  </a:cubicBezTo>
                  <a:cubicBezTo>
                    <a:pt x="6078" y="33098"/>
                    <a:pt x="13937" y="31597"/>
                    <a:pt x="14555" y="27476"/>
                  </a:cubicBezTo>
                  <a:cubicBezTo>
                    <a:pt x="15511" y="21030"/>
                    <a:pt x="6269" y="8315"/>
                    <a:pt x="4768" y="1"/>
                  </a:cubicBezTo>
                </a:path>
              </a:pathLst>
            </a:custGeom>
            <a:noFill/>
            <a:ln cap="flat" cmpd="sng" w="2200">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flipH="1" rot="-4890022">
              <a:off x="2540087" y="830660"/>
              <a:ext cx="1353418" cy="7149235"/>
            </a:xfrm>
            <a:custGeom>
              <a:rect b="b" l="l" r="r" t="t"/>
              <a:pathLst>
                <a:path extrusionOk="0" fill="none" h="90566" w="17145">
                  <a:moveTo>
                    <a:pt x="2105" y="90565"/>
                  </a:moveTo>
                  <a:cubicBezTo>
                    <a:pt x="7579" y="88770"/>
                    <a:pt x="9698" y="86563"/>
                    <a:pt x="6932" y="81324"/>
                  </a:cubicBezTo>
                  <a:cubicBezTo>
                    <a:pt x="5077" y="77792"/>
                    <a:pt x="2296" y="74112"/>
                    <a:pt x="1001" y="71346"/>
                  </a:cubicBezTo>
                  <a:cubicBezTo>
                    <a:pt x="59" y="69330"/>
                    <a:pt x="0" y="67446"/>
                    <a:pt x="1281" y="65783"/>
                  </a:cubicBezTo>
                  <a:cubicBezTo>
                    <a:pt x="4209" y="62030"/>
                    <a:pt x="14923" y="60338"/>
                    <a:pt x="16085" y="55673"/>
                  </a:cubicBezTo>
                  <a:cubicBezTo>
                    <a:pt x="17145" y="51346"/>
                    <a:pt x="7579" y="44930"/>
                    <a:pt x="6740" y="39043"/>
                  </a:cubicBezTo>
                  <a:cubicBezTo>
                    <a:pt x="6019" y="34069"/>
                    <a:pt x="12936" y="32230"/>
                    <a:pt x="13554" y="28153"/>
                  </a:cubicBezTo>
                  <a:cubicBezTo>
                    <a:pt x="14570" y="21443"/>
                    <a:pt x="6181" y="8316"/>
                    <a:pt x="4327" y="1"/>
                  </a:cubicBezTo>
                </a:path>
              </a:pathLst>
            </a:custGeom>
            <a:noFill/>
            <a:ln cap="flat" cmpd="sng" w="1850">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flipH="1" rot="-4890022">
              <a:off x="2571280" y="816024"/>
              <a:ext cx="1311580" cy="7198020"/>
            </a:xfrm>
            <a:custGeom>
              <a:rect b="b" l="l" r="r" t="t"/>
              <a:pathLst>
                <a:path extrusionOk="0" fill="none" h="91184" w="16615">
                  <a:moveTo>
                    <a:pt x="1884" y="91184"/>
                  </a:moveTo>
                  <a:cubicBezTo>
                    <a:pt x="7196" y="89418"/>
                    <a:pt x="9036" y="87092"/>
                    <a:pt x="6475" y="82059"/>
                  </a:cubicBezTo>
                  <a:cubicBezTo>
                    <a:pt x="4709" y="78586"/>
                    <a:pt x="2046" y="74937"/>
                    <a:pt x="854" y="72258"/>
                  </a:cubicBezTo>
                  <a:cubicBezTo>
                    <a:pt x="0" y="70331"/>
                    <a:pt x="15" y="68491"/>
                    <a:pt x="1295" y="66843"/>
                  </a:cubicBezTo>
                  <a:cubicBezTo>
                    <a:pt x="4165" y="63149"/>
                    <a:pt x="14187" y="61236"/>
                    <a:pt x="15452" y="56659"/>
                  </a:cubicBezTo>
                  <a:cubicBezTo>
                    <a:pt x="16615" y="52450"/>
                    <a:pt x="7800" y="46019"/>
                    <a:pt x="6784" y="40044"/>
                  </a:cubicBezTo>
                  <a:cubicBezTo>
                    <a:pt x="5960" y="35100"/>
                    <a:pt x="11965" y="32907"/>
                    <a:pt x="12568" y="28845"/>
                  </a:cubicBezTo>
                  <a:cubicBezTo>
                    <a:pt x="13628" y="21884"/>
                    <a:pt x="6107" y="8345"/>
                    <a:pt x="3885" y="1"/>
                  </a:cubicBezTo>
                </a:path>
              </a:pathLst>
            </a:custGeom>
            <a:noFill/>
            <a:ln cap="flat" cmpd="sng" w="1850">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flipH="1" rot="-4890022">
              <a:off x="2600301" y="801615"/>
              <a:ext cx="1276768" cy="7244436"/>
            </a:xfrm>
            <a:custGeom>
              <a:rect b="b" l="l" r="r" t="t"/>
              <a:pathLst>
                <a:path extrusionOk="0" fill="none" h="91772" w="16174">
                  <a:moveTo>
                    <a:pt x="1737" y="91772"/>
                  </a:moveTo>
                  <a:cubicBezTo>
                    <a:pt x="6873" y="90050"/>
                    <a:pt x="8462" y="87578"/>
                    <a:pt x="6093" y="82751"/>
                  </a:cubicBezTo>
                  <a:cubicBezTo>
                    <a:pt x="4415" y="79307"/>
                    <a:pt x="1869" y="75716"/>
                    <a:pt x="780" y="73126"/>
                  </a:cubicBezTo>
                  <a:cubicBezTo>
                    <a:pt x="0" y="71287"/>
                    <a:pt x="118" y="69506"/>
                    <a:pt x="1369" y="67887"/>
                  </a:cubicBezTo>
                  <a:cubicBezTo>
                    <a:pt x="4180" y="64237"/>
                    <a:pt x="13539" y="62104"/>
                    <a:pt x="14923" y="57615"/>
                  </a:cubicBezTo>
                  <a:cubicBezTo>
                    <a:pt x="16174" y="53539"/>
                    <a:pt x="8124" y="47078"/>
                    <a:pt x="6961" y="41015"/>
                  </a:cubicBezTo>
                  <a:cubicBezTo>
                    <a:pt x="6004" y="36085"/>
                    <a:pt x="11082" y="33554"/>
                    <a:pt x="11700" y="29522"/>
                  </a:cubicBezTo>
                  <a:cubicBezTo>
                    <a:pt x="12833" y="22311"/>
                    <a:pt x="6152" y="8374"/>
                    <a:pt x="3576" y="1"/>
                  </a:cubicBezTo>
                </a:path>
              </a:pathLst>
            </a:custGeom>
            <a:noFill/>
            <a:ln cap="flat" cmpd="sng" w="147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flipH="1" rot="-4890022">
              <a:off x="2631737" y="784893"/>
              <a:ext cx="1238482" cy="7294405"/>
            </a:xfrm>
            <a:custGeom>
              <a:rect b="b" l="l" r="r" t="t"/>
              <a:pathLst>
                <a:path extrusionOk="0" fill="none" h="92405" w="15689">
                  <a:moveTo>
                    <a:pt x="1561" y="92404"/>
                  </a:moveTo>
                  <a:cubicBezTo>
                    <a:pt x="6520" y="90697"/>
                    <a:pt x="7874" y="88122"/>
                    <a:pt x="5681" y="83457"/>
                  </a:cubicBezTo>
                  <a:cubicBezTo>
                    <a:pt x="4092" y="80057"/>
                    <a:pt x="1649" y="76525"/>
                    <a:pt x="678" y="74024"/>
                  </a:cubicBezTo>
                  <a:cubicBezTo>
                    <a:pt x="1" y="72258"/>
                    <a:pt x="163" y="70536"/>
                    <a:pt x="1399" y="68932"/>
                  </a:cubicBezTo>
                  <a:cubicBezTo>
                    <a:pt x="4151" y="65341"/>
                    <a:pt x="12834" y="62986"/>
                    <a:pt x="14320" y="58572"/>
                  </a:cubicBezTo>
                  <a:cubicBezTo>
                    <a:pt x="15689" y="54598"/>
                    <a:pt x="8360" y="48138"/>
                    <a:pt x="7035" y="42001"/>
                  </a:cubicBezTo>
                  <a:cubicBezTo>
                    <a:pt x="5976" y="37086"/>
                    <a:pt x="10111" y="34201"/>
                    <a:pt x="10744" y="30213"/>
                  </a:cubicBezTo>
                  <a:cubicBezTo>
                    <a:pt x="11921" y="22737"/>
                    <a:pt x="6108" y="8389"/>
                    <a:pt x="3165" y="0"/>
                  </a:cubicBezTo>
                </a:path>
              </a:pathLst>
            </a:custGeom>
            <a:noFill/>
            <a:ln cap="flat" cmpd="sng" w="147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flipH="1" rot="-4890022">
              <a:off x="2659457" y="770257"/>
              <a:ext cx="1203591" cy="7343190"/>
            </a:xfrm>
            <a:custGeom>
              <a:rect b="b" l="l" r="r" t="t"/>
              <a:pathLst>
                <a:path extrusionOk="0" fill="none" h="93023" w="15247">
                  <a:moveTo>
                    <a:pt x="1399" y="93023"/>
                  </a:moveTo>
                  <a:cubicBezTo>
                    <a:pt x="6182" y="91330"/>
                    <a:pt x="7285" y="88622"/>
                    <a:pt x="5299" y="84178"/>
                  </a:cubicBezTo>
                  <a:cubicBezTo>
                    <a:pt x="3812" y="80823"/>
                    <a:pt x="1472" y="77335"/>
                    <a:pt x="604" y="74922"/>
                  </a:cubicBezTo>
                  <a:cubicBezTo>
                    <a:pt x="1" y="73229"/>
                    <a:pt x="266" y="71551"/>
                    <a:pt x="1472" y="69977"/>
                  </a:cubicBezTo>
                  <a:cubicBezTo>
                    <a:pt x="4180" y="66445"/>
                    <a:pt x="12186" y="63884"/>
                    <a:pt x="13805" y="59543"/>
                  </a:cubicBezTo>
                  <a:cubicBezTo>
                    <a:pt x="15247" y="55687"/>
                    <a:pt x="8698" y="49227"/>
                    <a:pt x="7212" y="42987"/>
                  </a:cubicBezTo>
                  <a:cubicBezTo>
                    <a:pt x="6034" y="38072"/>
                    <a:pt x="9243" y="34864"/>
                    <a:pt x="9861" y="30905"/>
                  </a:cubicBezTo>
                  <a:cubicBezTo>
                    <a:pt x="11097" y="23179"/>
                    <a:pt x="6152" y="8418"/>
                    <a:pt x="2841" y="0"/>
                  </a:cubicBezTo>
                </a:path>
              </a:pathLst>
            </a:custGeom>
            <a:noFill/>
            <a:ln cap="flat" cmpd="sng" w="1100">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flipH="1" rot="-4890022">
              <a:off x="2689967" y="751177"/>
              <a:ext cx="1166489" cy="7394343"/>
            </a:xfrm>
            <a:custGeom>
              <a:rect b="b" l="l" r="r" t="t"/>
              <a:pathLst>
                <a:path extrusionOk="0" fill="none" h="93671" w="14777">
                  <a:moveTo>
                    <a:pt x="1252" y="93670"/>
                  </a:moveTo>
                  <a:cubicBezTo>
                    <a:pt x="5873" y="91993"/>
                    <a:pt x="6712" y="89152"/>
                    <a:pt x="4916" y="84914"/>
                  </a:cubicBezTo>
                  <a:cubicBezTo>
                    <a:pt x="3518" y="81603"/>
                    <a:pt x="1296" y="78159"/>
                    <a:pt x="531" y="75819"/>
                  </a:cubicBezTo>
                  <a:cubicBezTo>
                    <a:pt x="1" y="74201"/>
                    <a:pt x="354" y="72582"/>
                    <a:pt x="1532" y="71022"/>
                  </a:cubicBezTo>
                  <a:cubicBezTo>
                    <a:pt x="4180" y="67549"/>
                    <a:pt x="11480" y="64767"/>
                    <a:pt x="13231" y="60500"/>
                  </a:cubicBezTo>
                  <a:cubicBezTo>
                    <a:pt x="14776" y="56747"/>
                    <a:pt x="8978" y="50272"/>
                    <a:pt x="7330" y="43958"/>
                  </a:cubicBezTo>
                  <a:cubicBezTo>
                    <a:pt x="6035" y="39073"/>
                    <a:pt x="8301" y="35496"/>
                    <a:pt x="8919" y="31582"/>
                  </a:cubicBezTo>
                  <a:cubicBezTo>
                    <a:pt x="10214" y="23591"/>
                    <a:pt x="6108" y="8418"/>
                    <a:pt x="2444" y="1"/>
                  </a:cubicBezTo>
                </a:path>
              </a:pathLst>
            </a:custGeom>
            <a:noFill/>
            <a:ln cap="flat" cmpd="sng" w="72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flipH="1" rot="-4890022">
              <a:off x="2719115" y="735542"/>
              <a:ext cx="1130414" cy="7441943"/>
            </a:xfrm>
            <a:custGeom>
              <a:rect b="b" l="l" r="r" t="t"/>
              <a:pathLst>
                <a:path extrusionOk="0" fill="none" h="94274" w="14320">
                  <a:moveTo>
                    <a:pt x="1089" y="94274"/>
                  </a:moveTo>
                  <a:cubicBezTo>
                    <a:pt x="5519" y="92640"/>
                    <a:pt x="6137" y="89667"/>
                    <a:pt x="4503" y="85620"/>
                  </a:cubicBezTo>
                  <a:cubicBezTo>
                    <a:pt x="3208" y="82353"/>
                    <a:pt x="1104" y="78968"/>
                    <a:pt x="442" y="76717"/>
                  </a:cubicBezTo>
                  <a:cubicBezTo>
                    <a:pt x="0" y="75172"/>
                    <a:pt x="427" y="73612"/>
                    <a:pt x="1589" y="72067"/>
                  </a:cubicBezTo>
                  <a:cubicBezTo>
                    <a:pt x="4180" y="68652"/>
                    <a:pt x="10802" y="65650"/>
                    <a:pt x="12686" y="61471"/>
                  </a:cubicBezTo>
                  <a:cubicBezTo>
                    <a:pt x="14319" y="57836"/>
                    <a:pt x="9271" y="51361"/>
                    <a:pt x="7447" y="44959"/>
                  </a:cubicBezTo>
                  <a:cubicBezTo>
                    <a:pt x="6078" y="40073"/>
                    <a:pt x="7402" y="36159"/>
                    <a:pt x="8021" y="32273"/>
                  </a:cubicBezTo>
                  <a:cubicBezTo>
                    <a:pt x="9389" y="24062"/>
                    <a:pt x="6122" y="8462"/>
                    <a:pt x="2104" y="0"/>
                  </a:cubicBezTo>
                </a:path>
              </a:pathLst>
            </a:custGeom>
            <a:noFill/>
            <a:ln cap="flat" cmpd="sng" w="72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flipH="1" rot="-4890022">
              <a:off x="2747530" y="719056"/>
              <a:ext cx="1093312" cy="7491912"/>
            </a:xfrm>
            <a:custGeom>
              <a:rect b="b" l="l" r="r" t="t"/>
              <a:pathLst>
                <a:path extrusionOk="0" fill="none" h="94907" w="13850">
                  <a:moveTo>
                    <a:pt x="928" y="94907"/>
                  </a:moveTo>
                  <a:cubicBezTo>
                    <a:pt x="5196" y="93288"/>
                    <a:pt x="5564" y="90197"/>
                    <a:pt x="4121" y="86357"/>
                  </a:cubicBezTo>
                  <a:cubicBezTo>
                    <a:pt x="2900" y="83119"/>
                    <a:pt x="899" y="79793"/>
                    <a:pt x="369" y="77630"/>
                  </a:cubicBezTo>
                  <a:cubicBezTo>
                    <a:pt x="1" y="76187"/>
                    <a:pt x="486" y="74672"/>
                    <a:pt x="1649" y="73141"/>
                  </a:cubicBezTo>
                  <a:cubicBezTo>
                    <a:pt x="4180" y="69786"/>
                    <a:pt x="10126" y="66563"/>
                    <a:pt x="12142" y="62457"/>
                  </a:cubicBezTo>
                  <a:cubicBezTo>
                    <a:pt x="13849" y="58940"/>
                    <a:pt x="9596" y="52435"/>
                    <a:pt x="7609" y="45960"/>
                  </a:cubicBezTo>
                  <a:cubicBezTo>
                    <a:pt x="6123" y="41089"/>
                    <a:pt x="6505" y="36836"/>
                    <a:pt x="7138" y="32966"/>
                  </a:cubicBezTo>
                  <a:cubicBezTo>
                    <a:pt x="8551" y="24489"/>
                    <a:pt x="6152" y="8492"/>
                    <a:pt x="1767" y="1"/>
                  </a:cubicBezTo>
                </a:path>
              </a:pathLst>
            </a:custGeom>
            <a:noFill/>
            <a:ln cap="flat" cmpd="sng" w="477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flipH="1" rot="-4890022">
              <a:off x="2779679" y="702972"/>
              <a:ext cx="1053763" cy="7539512"/>
            </a:xfrm>
            <a:custGeom>
              <a:rect b="b" l="l" r="r" t="t"/>
              <a:pathLst>
                <a:path extrusionOk="0" fill="none" h="95510" w="13349">
                  <a:moveTo>
                    <a:pt x="751" y="95510"/>
                  </a:moveTo>
                  <a:cubicBezTo>
                    <a:pt x="4842" y="93920"/>
                    <a:pt x="4975" y="90697"/>
                    <a:pt x="3724" y="87048"/>
                  </a:cubicBezTo>
                  <a:cubicBezTo>
                    <a:pt x="2620" y="83869"/>
                    <a:pt x="692" y="80602"/>
                    <a:pt x="280" y="78527"/>
                  </a:cubicBezTo>
                  <a:cubicBezTo>
                    <a:pt x="1" y="77144"/>
                    <a:pt x="575" y="75687"/>
                    <a:pt x="1693" y="74171"/>
                  </a:cubicBezTo>
                  <a:cubicBezTo>
                    <a:pt x="4180" y="70860"/>
                    <a:pt x="9434" y="67431"/>
                    <a:pt x="11553" y="63413"/>
                  </a:cubicBezTo>
                  <a:cubicBezTo>
                    <a:pt x="13348" y="60014"/>
                    <a:pt x="9875" y="53494"/>
                    <a:pt x="7712" y="46931"/>
                  </a:cubicBezTo>
                  <a:cubicBezTo>
                    <a:pt x="6108" y="42074"/>
                    <a:pt x="5549" y="37483"/>
                    <a:pt x="6181" y="33657"/>
                  </a:cubicBezTo>
                  <a:cubicBezTo>
                    <a:pt x="7653" y="24915"/>
                    <a:pt x="6108" y="8506"/>
                    <a:pt x="1354" y="0"/>
                  </a:cubicBezTo>
                </a:path>
              </a:pathLst>
            </a:custGeom>
            <a:noFill/>
            <a:ln cap="flat" cmpd="sng" w="477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 name="Google Shape;49;p2"/>
          <p:cNvSpPr/>
          <p:nvPr/>
        </p:nvSpPr>
        <p:spPr>
          <a:xfrm>
            <a:off x="4929991" y="3959879"/>
            <a:ext cx="65596" cy="65647"/>
          </a:xfrm>
          <a:custGeom>
            <a:rect b="b" l="l" r="r" t="t"/>
            <a:pathLst>
              <a:path extrusionOk="0" h="1300" w="1299">
                <a:moveTo>
                  <a:pt x="0" y="1"/>
                </a:moveTo>
                <a:lnTo>
                  <a:pt x="1299" y="1299"/>
                </a:lnTo>
                <a:lnTo>
                  <a:pt x="1299" y="1299"/>
                </a:lnTo>
                <a:lnTo>
                  <a:pt x="0" y="1"/>
                </a:lnTo>
                <a:lnTo>
                  <a:pt x="0" y="1"/>
                </a:lnTo>
                <a:close/>
              </a:path>
            </a:pathLst>
          </a:custGeom>
          <a:solidFill>
            <a:srgbClr val="FF0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0" y="0"/>
            <a:ext cx="4740627" cy="1818556"/>
          </a:xfrm>
          <a:custGeom>
            <a:rect b="b" l="l" r="r" t="t"/>
            <a:pathLst>
              <a:path extrusionOk="0" h="19624" w="51156">
                <a:moveTo>
                  <a:pt x="15" y="1"/>
                </a:moveTo>
                <a:lnTo>
                  <a:pt x="1" y="19382"/>
                </a:lnTo>
                <a:cubicBezTo>
                  <a:pt x="511" y="19550"/>
                  <a:pt x="1034" y="19624"/>
                  <a:pt x="1560" y="19624"/>
                </a:cubicBezTo>
                <a:cubicBezTo>
                  <a:pt x="3068" y="19624"/>
                  <a:pt x="4604" y="19016"/>
                  <a:pt x="5946" y="18264"/>
                </a:cubicBezTo>
                <a:cubicBezTo>
                  <a:pt x="7756" y="17248"/>
                  <a:pt x="9978" y="14835"/>
                  <a:pt x="11995" y="14305"/>
                </a:cubicBezTo>
                <a:cubicBezTo>
                  <a:pt x="12557" y="14157"/>
                  <a:pt x="13117" y="14096"/>
                  <a:pt x="13675" y="14096"/>
                </a:cubicBezTo>
                <a:cubicBezTo>
                  <a:pt x="16110" y="14096"/>
                  <a:pt x="18503" y="15247"/>
                  <a:pt x="20892" y="15247"/>
                </a:cubicBezTo>
                <a:cubicBezTo>
                  <a:pt x="21590" y="15247"/>
                  <a:pt x="22289" y="15148"/>
                  <a:pt x="22988" y="14894"/>
                </a:cubicBezTo>
                <a:cubicBezTo>
                  <a:pt x="25990" y="13805"/>
                  <a:pt x="27270" y="10317"/>
                  <a:pt x="30361" y="9581"/>
                </a:cubicBezTo>
                <a:cubicBezTo>
                  <a:pt x="30824" y="9469"/>
                  <a:pt x="31328" y="9429"/>
                  <a:pt x="31855" y="9429"/>
                </a:cubicBezTo>
                <a:cubicBezTo>
                  <a:pt x="33128" y="9429"/>
                  <a:pt x="34537" y="9661"/>
                  <a:pt x="35828" y="9661"/>
                </a:cubicBezTo>
                <a:cubicBezTo>
                  <a:pt x="36737" y="9661"/>
                  <a:pt x="37588" y="9546"/>
                  <a:pt x="38293" y="9154"/>
                </a:cubicBezTo>
                <a:cubicBezTo>
                  <a:pt x="39485" y="8492"/>
                  <a:pt x="40574" y="6564"/>
                  <a:pt x="41692" y="5769"/>
                </a:cubicBezTo>
                <a:cubicBezTo>
                  <a:pt x="42840" y="4960"/>
                  <a:pt x="43679" y="4680"/>
                  <a:pt x="45048" y="4386"/>
                </a:cubicBezTo>
                <a:cubicBezTo>
                  <a:pt x="46402" y="4092"/>
                  <a:pt x="48124" y="4460"/>
                  <a:pt x="49242" y="3636"/>
                </a:cubicBezTo>
                <a:cubicBezTo>
                  <a:pt x="50360" y="2812"/>
                  <a:pt x="51155" y="1340"/>
                  <a:pt x="507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1390" y="0"/>
            <a:ext cx="2911784" cy="1178577"/>
          </a:xfrm>
          <a:custGeom>
            <a:rect b="b" l="l" r="r" t="t"/>
            <a:pathLst>
              <a:path extrusionOk="0" h="12718" w="31421">
                <a:moveTo>
                  <a:pt x="0" y="1"/>
                </a:moveTo>
                <a:lnTo>
                  <a:pt x="15" y="11318"/>
                </a:lnTo>
                <a:cubicBezTo>
                  <a:pt x="714" y="12333"/>
                  <a:pt x="1913" y="12717"/>
                  <a:pt x="3174" y="12717"/>
                </a:cubicBezTo>
                <a:cubicBezTo>
                  <a:pt x="3905" y="12717"/>
                  <a:pt x="4656" y="12588"/>
                  <a:pt x="5342" y="12377"/>
                </a:cubicBezTo>
                <a:cubicBezTo>
                  <a:pt x="7024" y="11870"/>
                  <a:pt x="8681" y="11024"/>
                  <a:pt x="10412" y="11024"/>
                </a:cubicBezTo>
                <a:cubicBezTo>
                  <a:pt x="10590" y="11024"/>
                  <a:pt x="10769" y="11033"/>
                  <a:pt x="10949" y="11053"/>
                </a:cubicBezTo>
                <a:cubicBezTo>
                  <a:pt x="12370" y="11196"/>
                  <a:pt x="13772" y="11959"/>
                  <a:pt x="15138" y="11959"/>
                </a:cubicBezTo>
                <a:cubicBezTo>
                  <a:pt x="15456" y="11959"/>
                  <a:pt x="15772" y="11918"/>
                  <a:pt x="16086" y="11818"/>
                </a:cubicBezTo>
                <a:cubicBezTo>
                  <a:pt x="18411" y="11067"/>
                  <a:pt x="18808" y="7683"/>
                  <a:pt x="20942" y="6491"/>
                </a:cubicBezTo>
                <a:cubicBezTo>
                  <a:pt x="21681" y="6076"/>
                  <a:pt x="22511" y="5989"/>
                  <a:pt x="23370" y="5989"/>
                </a:cubicBezTo>
                <a:cubicBezTo>
                  <a:pt x="23993" y="5989"/>
                  <a:pt x="24631" y="6035"/>
                  <a:pt x="25262" y="6035"/>
                </a:cubicBezTo>
                <a:cubicBezTo>
                  <a:pt x="25616" y="6035"/>
                  <a:pt x="25968" y="6020"/>
                  <a:pt x="26313" y="5976"/>
                </a:cubicBezTo>
                <a:cubicBezTo>
                  <a:pt x="29124" y="5608"/>
                  <a:pt x="31420" y="2826"/>
                  <a:pt x="312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rot="10800000">
            <a:off x="4627145" y="2690143"/>
            <a:ext cx="4529948" cy="2456332"/>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rot="10800000">
            <a:off x="5613627" y="3387677"/>
            <a:ext cx="3544248" cy="1758798"/>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1981064" y="-261800"/>
            <a:ext cx="652125" cy="652117"/>
          </a:xfrm>
          <a:custGeom>
            <a:rect b="b" l="l" r="r" t="t"/>
            <a:pathLst>
              <a:path extrusionOk="0" fill="none" h="14570" w="14571">
                <a:moveTo>
                  <a:pt x="7285" y="14570"/>
                </a:moveTo>
                <a:cubicBezTo>
                  <a:pt x="3283" y="14570"/>
                  <a:pt x="1" y="11303"/>
                  <a:pt x="1" y="7285"/>
                </a:cubicBezTo>
                <a:cubicBezTo>
                  <a:pt x="1" y="3282"/>
                  <a:pt x="3283" y="0"/>
                  <a:pt x="7285" y="0"/>
                </a:cubicBezTo>
                <a:cubicBezTo>
                  <a:pt x="11303" y="0"/>
                  <a:pt x="14570" y="3282"/>
                  <a:pt x="14570" y="7285"/>
                </a:cubicBezTo>
                <a:cubicBezTo>
                  <a:pt x="14570" y="11303"/>
                  <a:pt x="11303" y="14570"/>
                  <a:pt x="7285" y="14570"/>
                </a:cubicBezTo>
                <a:close/>
                <a:moveTo>
                  <a:pt x="7285" y="2532"/>
                </a:moveTo>
                <a:cubicBezTo>
                  <a:pt x="4651" y="2532"/>
                  <a:pt x="2517" y="4666"/>
                  <a:pt x="2517" y="7285"/>
                </a:cubicBezTo>
                <a:cubicBezTo>
                  <a:pt x="2517" y="9919"/>
                  <a:pt x="4651" y="12053"/>
                  <a:pt x="7285" y="12053"/>
                </a:cubicBezTo>
                <a:cubicBezTo>
                  <a:pt x="9920" y="12053"/>
                  <a:pt x="12054" y="9919"/>
                  <a:pt x="12054" y="7285"/>
                </a:cubicBezTo>
                <a:cubicBezTo>
                  <a:pt x="12054" y="4666"/>
                  <a:pt x="9920"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1103744" y="-261800"/>
            <a:ext cx="652080" cy="652117"/>
          </a:xfrm>
          <a:custGeom>
            <a:rect b="b" l="l" r="r" t="t"/>
            <a:pathLst>
              <a:path extrusionOk="0" fill="none" h="14570" w="14570">
                <a:moveTo>
                  <a:pt x="7285" y="14570"/>
                </a:moveTo>
                <a:cubicBezTo>
                  <a:pt x="3267" y="14570"/>
                  <a:pt x="0" y="11303"/>
                  <a:pt x="0" y="7285"/>
                </a:cubicBezTo>
                <a:cubicBezTo>
                  <a:pt x="0" y="3282"/>
                  <a:pt x="3253" y="0"/>
                  <a:pt x="7285" y="0"/>
                </a:cubicBezTo>
                <a:cubicBezTo>
                  <a:pt x="11303" y="0"/>
                  <a:pt x="14570" y="3282"/>
                  <a:pt x="14570" y="7285"/>
                </a:cubicBezTo>
                <a:cubicBezTo>
                  <a:pt x="14570" y="11303"/>
                  <a:pt x="11303" y="14570"/>
                  <a:pt x="7285" y="14570"/>
                </a:cubicBezTo>
                <a:close/>
                <a:moveTo>
                  <a:pt x="7285" y="2532"/>
                </a:moveTo>
                <a:cubicBezTo>
                  <a:pt x="4651" y="2532"/>
                  <a:pt x="2517" y="4666"/>
                  <a:pt x="2517" y="7285"/>
                </a:cubicBezTo>
                <a:cubicBezTo>
                  <a:pt x="2517" y="9919"/>
                  <a:pt x="4651" y="12053"/>
                  <a:pt x="7285" y="12053"/>
                </a:cubicBezTo>
                <a:cubicBezTo>
                  <a:pt x="9905" y="12053"/>
                  <a:pt x="12038" y="9919"/>
                  <a:pt x="12038" y="7285"/>
                </a:cubicBezTo>
                <a:cubicBezTo>
                  <a:pt x="12068" y="4666"/>
                  <a:pt x="9905"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226425" y="-261800"/>
            <a:ext cx="652080" cy="652117"/>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8607169" y="4708150"/>
            <a:ext cx="652080" cy="652117"/>
          </a:xfrm>
          <a:custGeom>
            <a:rect b="b" l="l" r="r" t="t"/>
            <a:pathLst>
              <a:path extrusionOk="0" fill="none" h="14570" w="14570">
                <a:moveTo>
                  <a:pt x="7285" y="14570"/>
                </a:moveTo>
                <a:cubicBezTo>
                  <a:pt x="3267" y="14570"/>
                  <a:pt x="0" y="11303"/>
                  <a:pt x="0" y="7285"/>
                </a:cubicBezTo>
                <a:cubicBezTo>
                  <a:pt x="0" y="3282"/>
                  <a:pt x="3253" y="0"/>
                  <a:pt x="7285" y="0"/>
                </a:cubicBezTo>
                <a:cubicBezTo>
                  <a:pt x="11303" y="0"/>
                  <a:pt x="14570" y="3282"/>
                  <a:pt x="14570" y="7285"/>
                </a:cubicBezTo>
                <a:cubicBezTo>
                  <a:pt x="14570" y="11303"/>
                  <a:pt x="11303" y="14570"/>
                  <a:pt x="7285" y="14570"/>
                </a:cubicBezTo>
                <a:close/>
                <a:moveTo>
                  <a:pt x="7285" y="2532"/>
                </a:moveTo>
                <a:cubicBezTo>
                  <a:pt x="4651" y="2532"/>
                  <a:pt x="2517" y="4666"/>
                  <a:pt x="2517" y="7285"/>
                </a:cubicBezTo>
                <a:cubicBezTo>
                  <a:pt x="2517" y="9919"/>
                  <a:pt x="4651" y="12053"/>
                  <a:pt x="7285" y="12053"/>
                </a:cubicBezTo>
                <a:cubicBezTo>
                  <a:pt x="9905" y="12053"/>
                  <a:pt x="12038" y="9919"/>
                  <a:pt x="12038" y="7285"/>
                </a:cubicBezTo>
                <a:cubicBezTo>
                  <a:pt x="12068" y="4666"/>
                  <a:pt x="9905"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7729850" y="4708150"/>
            <a:ext cx="652080" cy="652117"/>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105500" y="-25237"/>
            <a:ext cx="5294378" cy="1869019"/>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4401375" y="2475912"/>
            <a:ext cx="4891808" cy="2884809"/>
          </a:xfrm>
          <a:custGeom>
            <a:rect b="b" l="l" r="r" t="t"/>
            <a:pathLst>
              <a:path extrusionOk="0" h="43620" w="73967">
                <a:moveTo>
                  <a:pt x="73672" y="0"/>
                </a:moveTo>
                <a:cubicBezTo>
                  <a:pt x="70257" y="2134"/>
                  <a:pt x="66593" y="3002"/>
                  <a:pt x="63370" y="3753"/>
                </a:cubicBezTo>
                <a:cubicBezTo>
                  <a:pt x="60118" y="4533"/>
                  <a:pt x="57307" y="5195"/>
                  <a:pt x="55821" y="6990"/>
                </a:cubicBezTo>
                <a:cubicBezTo>
                  <a:pt x="54746" y="8271"/>
                  <a:pt x="54025" y="9772"/>
                  <a:pt x="53334" y="11214"/>
                </a:cubicBezTo>
                <a:cubicBezTo>
                  <a:pt x="52156" y="13642"/>
                  <a:pt x="51052" y="15938"/>
                  <a:pt x="48462" y="16762"/>
                </a:cubicBezTo>
                <a:cubicBezTo>
                  <a:pt x="47864" y="16962"/>
                  <a:pt x="47068" y="17020"/>
                  <a:pt x="46200" y="17020"/>
                </a:cubicBezTo>
                <a:cubicBezTo>
                  <a:pt x="45531" y="17020"/>
                  <a:pt x="44819" y="16985"/>
                  <a:pt x="44121" y="16953"/>
                </a:cubicBezTo>
                <a:cubicBezTo>
                  <a:pt x="43381" y="16914"/>
                  <a:pt x="42635" y="16877"/>
                  <a:pt x="41924" y="16877"/>
                </a:cubicBezTo>
                <a:cubicBezTo>
                  <a:pt x="40770" y="16877"/>
                  <a:pt x="39710" y="16975"/>
                  <a:pt x="38926" y="17321"/>
                </a:cubicBezTo>
                <a:cubicBezTo>
                  <a:pt x="36880" y="18219"/>
                  <a:pt x="35232" y="20632"/>
                  <a:pt x="33628" y="22943"/>
                </a:cubicBezTo>
                <a:cubicBezTo>
                  <a:pt x="32657" y="24356"/>
                  <a:pt x="31730" y="25710"/>
                  <a:pt x="30773" y="26622"/>
                </a:cubicBezTo>
                <a:cubicBezTo>
                  <a:pt x="29449" y="27873"/>
                  <a:pt x="25681" y="27961"/>
                  <a:pt x="21664" y="28064"/>
                </a:cubicBezTo>
                <a:cubicBezTo>
                  <a:pt x="16542" y="28197"/>
                  <a:pt x="10715" y="28329"/>
                  <a:pt x="7639" y="30846"/>
                </a:cubicBezTo>
                <a:cubicBezTo>
                  <a:pt x="4239" y="33612"/>
                  <a:pt x="354" y="39308"/>
                  <a:pt x="1" y="43590"/>
                </a:cubicBezTo>
                <a:lnTo>
                  <a:pt x="560" y="43619"/>
                </a:lnTo>
                <a:cubicBezTo>
                  <a:pt x="884" y="39484"/>
                  <a:pt x="4681" y="33980"/>
                  <a:pt x="7963" y="31272"/>
                </a:cubicBezTo>
                <a:cubicBezTo>
                  <a:pt x="10891" y="28888"/>
                  <a:pt x="16616" y="28741"/>
                  <a:pt x="21678" y="28638"/>
                </a:cubicBezTo>
                <a:cubicBezTo>
                  <a:pt x="25976" y="28520"/>
                  <a:pt x="29669" y="28432"/>
                  <a:pt x="31141" y="27034"/>
                </a:cubicBezTo>
                <a:cubicBezTo>
                  <a:pt x="32142" y="26092"/>
                  <a:pt x="33084" y="24738"/>
                  <a:pt x="34070" y="23281"/>
                </a:cubicBezTo>
                <a:cubicBezTo>
                  <a:pt x="35630" y="21015"/>
                  <a:pt x="37234" y="18675"/>
                  <a:pt x="39147" y="17836"/>
                </a:cubicBezTo>
                <a:cubicBezTo>
                  <a:pt x="39856" y="17518"/>
                  <a:pt x="40862" y="17430"/>
                  <a:pt x="41964" y="17430"/>
                </a:cubicBezTo>
                <a:cubicBezTo>
                  <a:pt x="42647" y="17430"/>
                  <a:pt x="43368" y="17464"/>
                  <a:pt x="44077" y="17498"/>
                </a:cubicBezTo>
                <a:cubicBezTo>
                  <a:pt x="44836" y="17543"/>
                  <a:pt x="45574" y="17582"/>
                  <a:pt x="46260" y="17582"/>
                </a:cubicBezTo>
                <a:cubicBezTo>
                  <a:pt x="47156" y="17582"/>
                  <a:pt x="47966" y="17515"/>
                  <a:pt x="48624" y="17307"/>
                </a:cubicBezTo>
                <a:cubicBezTo>
                  <a:pt x="51435" y="16424"/>
                  <a:pt x="52598" y="14010"/>
                  <a:pt x="53834" y="11449"/>
                </a:cubicBezTo>
                <a:cubicBezTo>
                  <a:pt x="54511" y="10037"/>
                  <a:pt x="55232" y="8580"/>
                  <a:pt x="56233" y="7344"/>
                </a:cubicBezTo>
                <a:cubicBezTo>
                  <a:pt x="57616" y="5695"/>
                  <a:pt x="60339" y="5048"/>
                  <a:pt x="63503" y="4297"/>
                </a:cubicBezTo>
                <a:cubicBezTo>
                  <a:pt x="66755" y="3517"/>
                  <a:pt x="70464" y="2634"/>
                  <a:pt x="73966" y="471"/>
                </a:cubicBezTo>
                <a:lnTo>
                  <a:pt x="736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1054074" y="3930600"/>
            <a:ext cx="326100" cy="32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269049" y="4778400"/>
            <a:ext cx="206700" cy="20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269062" y="1242675"/>
            <a:ext cx="326100" cy="326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8200974" y="143625"/>
            <a:ext cx="326100" cy="326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5889849" y="805925"/>
            <a:ext cx="206700" cy="20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8753650" y="1568775"/>
            <a:ext cx="131400" cy="131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3509675" y="4398025"/>
            <a:ext cx="131400" cy="131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8546949" y="4163738"/>
            <a:ext cx="206700" cy="206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666600" y="472300"/>
            <a:ext cx="131400" cy="131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70" name="Shape 70"/>
        <p:cNvGrpSpPr/>
        <p:nvPr/>
      </p:nvGrpSpPr>
      <p:grpSpPr>
        <a:xfrm>
          <a:off x="0" y="0"/>
          <a:ext cx="0" cy="0"/>
          <a:chOff x="0" y="0"/>
          <a:chExt cx="0" cy="0"/>
        </a:xfrm>
      </p:grpSpPr>
      <p:sp>
        <p:nvSpPr>
          <p:cNvPr id="71" name="Google Shape;71;p3"/>
          <p:cNvSpPr txBox="1"/>
          <p:nvPr>
            <p:ph type="title"/>
          </p:nvPr>
        </p:nvSpPr>
        <p:spPr>
          <a:xfrm>
            <a:off x="1024175" y="2379938"/>
            <a:ext cx="3651600" cy="8364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4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72" name="Google Shape;72;p3"/>
          <p:cNvSpPr txBox="1"/>
          <p:nvPr>
            <p:ph hasCustomPrompt="1" idx="2" type="title"/>
          </p:nvPr>
        </p:nvSpPr>
        <p:spPr>
          <a:xfrm>
            <a:off x="1024175" y="1525794"/>
            <a:ext cx="1275300" cy="9060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000"/>
              <a:buNone/>
              <a:defRPr sz="61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3" name="Google Shape;73;p3"/>
          <p:cNvSpPr txBox="1"/>
          <p:nvPr>
            <p:ph idx="1" type="subTitle"/>
          </p:nvPr>
        </p:nvSpPr>
        <p:spPr>
          <a:xfrm>
            <a:off x="1024175" y="3084988"/>
            <a:ext cx="23364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4" name="Google Shape;74;p3"/>
          <p:cNvSpPr/>
          <p:nvPr/>
        </p:nvSpPr>
        <p:spPr>
          <a:xfrm rot="-5400000">
            <a:off x="-678150" y="2856250"/>
            <a:ext cx="2957675" cy="1737700"/>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3"/>
          <p:cNvSpPr/>
          <p:nvPr/>
        </p:nvSpPr>
        <p:spPr>
          <a:xfrm rot="-5400000">
            <a:off x="-565075" y="3529775"/>
            <a:ext cx="2171075" cy="1177250"/>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3"/>
          <p:cNvSpPr/>
          <p:nvPr/>
        </p:nvSpPr>
        <p:spPr>
          <a:xfrm rot="-5400000">
            <a:off x="-1388232" y="2843008"/>
            <a:ext cx="3737924" cy="1319560"/>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3"/>
          <p:cNvSpPr/>
          <p:nvPr/>
        </p:nvSpPr>
        <p:spPr>
          <a:xfrm rot="5400000">
            <a:off x="6871750" y="473125"/>
            <a:ext cx="2957675" cy="1737700"/>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3"/>
          <p:cNvSpPr/>
          <p:nvPr/>
        </p:nvSpPr>
        <p:spPr>
          <a:xfrm rot="5400000">
            <a:off x="7545275" y="360050"/>
            <a:ext cx="2171075" cy="1177250"/>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3"/>
          <p:cNvSpPr/>
          <p:nvPr/>
        </p:nvSpPr>
        <p:spPr>
          <a:xfrm rot="4158981">
            <a:off x="6682873" y="584814"/>
            <a:ext cx="3084254" cy="1088802"/>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3"/>
          <p:cNvSpPr/>
          <p:nvPr/>
        </p:nvSpPr>
        <p:spPr>
          <a:xfrm rot="-1171696">
            <a:off x="3716016" y="-822644"/>
            <a:ext cx="2160186" cy="6917095"/>
          </a:xfrm>
          <a:custGeom>
            <a:rect b="b" l="l" r="r" t="t"/>
            <a:pathLst>
              <a:path extrusionOk="0" h="90683" w="28320">
                <a:moveTo>
                  <a:pt x="25887" y="280"/>
                </a:moveTo>
                <a:lnTo>
                  <a:pt x="25843" y="309"/>
                </a:lnTo>
                <a:cubicBezTo>
                  <a:pt x="26608" y="1913"/>
                  <a:pt x="27270" y="3576"/>
                  <a:pt x="27844" y="5239"/>
                </a:cubicBezTo>
                <a:cubicBezTo>
                  <a:pt x="27985" y="5653"/>
                  <a:pt x="28126" y="6081"/>
                  <a:pt x="28214" y="6518"/>
                </a:cubicBezTo>
                <a:lnTo>
                  <a:pt x="28214" y="6518"/>
                </a:lnTo>
                <a:cubicBezTo>
                  <a:pt x="28174" y="6090"/>
                  <a:pt x="28038" y="5647"/>
                  <a:pt x="27903" y="5225"/>
                </a:cubicBezTo>
                <a:cubicBezTo>
                  <a:pt x="27329" y="3547"/>
                  <a:pt x="26652" y="1869"/>
                  <a:pt x="25887" y="280"/>
                </a:cubicBezTo>
                <a:close/>
                <a:moveTo>
                  <a:pt x="13138" y="23081"/>
                </a:moveTo>
                <a:cubicBezTo>
                  <a:pt x="13154" y="23094"/>
                  <a:pt x="13170" y="23107"/>
                  <a:pt x="13187" y="23120"/>
                </a:cubicBezTo>
                <a:cubicBezTo>
                  <a:pt x="14099" y="23885"/>
                  <a:pt x="15217" y="24326"/>
                  <a:pt x="16100" y="24636"/>
                </a:cubicBezTo>
                <a:cubicBezTo>
                  <a:pt x="16233" y="24694"/>
                  <a:pt x="16380" y="24724"/>
                  <a:pt x="16513" y="24783"/>
                </a:cubicBezTo>
                <a:cubicBezTo>
                  <a:pt x="17478" y="25123"/>
                  <a:pt x="18494" y="25463"/>
                  <a:pt x="19235" y="26151"/>
                </a:cubicBezTo>
                <a:lnTo>
                  <a:pt x="19235" y="26151"/>
                </a:lnTo>
                <a:cubicBezTo>
                  <a:pt x="18455" y="25342"/>
                  <a:pt x="17351" y="24959"/>
                  <a:pt x="16292" y="24591"/>
                </a:cubicBezTo>
                <a:cubicBezTo>
                  <a:pt x="16159" y="24533"/>
                  <a:pt x="16012" y="24503"/>
                  <a:pt x="15880" y="24444"/>
                </a:cubicBezTo>
                <a:cubicBezTo>
                  <a:pt x="15047" y="24153"/>
                  <a:pt x="14018" y="23744"/>
                  <a:pt x="13138" y="23081"/>
                </a:cubicBezTo>
                <a:close/>
                <a:moveTo>
                  <a:pt x="25357" y="280"/>
                </a:moveTo>
                <a:lnTo>
                  <a:pt x="25298" y="309"/>
                </a:lnTo>
                <a:cubicBezTo>
                  <a:pt x="26064" y="1899"/>
                  <a:pt x="26726" y="3532"/>
                  <a:pt x="27270" y="5210"/>
                </a:cubicBezTo>
                <a:cubicBezTo>
                  <a:pt x="27506" y="5931"/>
                  <a:pt x="27727" y="6711"/>
                  <a:pt x="27697" y="7491"/>
                </a:cubicBezTo>
                <a:cubicBezTo>
                  <a:pt x="27653" y="8109"/>
                  <a:pt x="27476" y="8727"/>
                  <a:pt x="27123" y="9316"/>
                </a:cubicBezTo>
                <a:cubicBezTo>
                  <a:pt x="26549" y="10272"/>
                  <a:pt x="25563" y="11170"/>
                  <a:pt x="24165" y="11979"/>
                </a:cubicBezTo>
                <a:cubicBezTo>
                  <a:pt x="22658" y="12845"/>
                  <a:pt x="21058" y="13577"/>
                  <a:pt x="19391" y="14090"/>
                </a:cubicBezTo>
                <a:lnTo>
                  <a:pt x="19391" y="14090"/>
                </a:lnTo>
                <a:cubicBezTo>
                  <a:pt x="20000" y="13918"/>
                  <a:pt x="20603" y="13718"/>
                  <a:pt x="21196" y="13495"/>
                </a:cubicBezTo>
                <a:lnTo>
                  <a:pt x="21196" y="13495"/>
                </a:lnTo>
                <a:cubicBezTo>
                  <a:pt x="20526" y="13767"/>
                  <a:pt x="19842" y="14008"/>
                  <a:pt x="19147" y="14216"/>
                </a:cubicBezTo>
                <a:cubicBezTo>
                  <a:pt x="18705" y="14349"/>
                  <a:pt x="18264" y="14481"/>
                  <a:pt x="17822" y="14584"/>
                </a:cubicBezTo>
                <a:cubicBezTo>
                  <a:pt x="16513" y="14923"/>
                  <a:pt x="15188" y="15291"/>
                  <a:pt x="14011" y="15953"/>
                </a:cubicBezTo>
                <a:cubicBezTo>
                  <a:pt x="13525" y="16203"/>
                  <a:pt x="13113" y="16542"/>
                  <a:pt x="12716" y="16909"/>
                </a:cubicBezTo>
                <a:cubicBezTo>
                  <a:pt x="11946" y="17679"/>
                  <a:pt x="11481" y="18538"/>
                  <a:pt x="11337" y="19408"/>
                </a:cubicBezTo>
                <a:lnTo>
                  <a:pt x="11337" y="19408"/>
                </a:lnTo>
                <a:cubicBezTo>
                  <a:pt x="11408" y="18856"/>
                  <a:pt x="11611" y="18330"/>
                  <a:pt x="11901" y="17850"/>
                </a:cubicBezTo>
                <a:lnTo>
                  <a:pt x="11901" y="17850"/>
                </a:lnTo>
                <a:cubicBezTo>
                  <a:pt x="11392" y="18637"/>
                  <a:pt x="11161" y="19484"/>
                  <a:pt x="11244" y="20324"/>
                </a:cubicBezTo>
                <a:cubicBezTo>
                  <a:pt x="11376" y="21560"/>
                  <a:pt x="12171" y="22502"/>
                  <a:pt x="12819" y="23090"/>
                </a:cubicBezTo>
                <a:cubicBezTo>
                  <a:pt x="13437" y="23635"/>
                  <a:pt x="14217" y="24135"/>
                  <a:pt x="15203" y="24562"/>
                </a:cubicBezTo>
                <a:cubicBezTo>
                  <a:pt x="15394" y="24636"/>
                  <a:pt x="15585" y="24724"/>
                  <a:pt x="15806" y="24812"/>
                </a:cubicBezTo>
                <a:lnTo>
                  <a:pt x="15953" y="24871"/>
                </a:lnTo>
                <a:cubicBezTo>
                  <a:pt x="17131" y="25357"/>
                  <a:pt x="18337" y="25842"/>
                  <a:pt x="19147" y="26784"/>
                </a:cubicBezTo>
                <a:cubicBezTo>
                  <a:pt x="19844" y="27606"/>
                  <a:pt x="20131" y="28754"/>
                  <a:pt x="19917" y="29766"/>
                </a:cubicBezTo>
                <a:lnTo>
                  <a:pt x="19917" y="29766"/>
                </a:lnTo>
                <a:cubicBezTo>
                  <a:pt x="19960" y="29653"/>
                  <a:pt x="19997" y="29537"/>
                  <a:pt x="20028" y="29419"/>
                </a:cubicBezTo>
                <a:lnTo>
                  <a:pt x="20028" y="29419"/>
                </a:lnTo>
                <a:cubicBezTo>
                  <a:pt x="20120" y="28476"/>
                  <a:pt x="19820" y="27479"/>
                  <a:pt x="19176" y="26725"/>
                </a:cubicBezTo>
                <a:cubicBezTo>
                  <a:pt x="18367" y="25769"/>
                  <a:pt x="17131" y="25283"/>
                  <a:pt x="15953" y="24797"/>
                </a:cubicBezTo>
                <a:lnTo>
                  <a:pt x="15806" y="24739"/>
                </a:lnTo>
                <a:cubicBezTo>
                  <a:pt x="15585" y="24650"/>
                  <a:pt x="15394" y="24577"/>
                  <a:pt x="15203" y="24488"/>
                </a:cubicBezTo>
                <a:cubicBezTo>
                  <a:pt x="14231" y="24062"/>
                  <a:pt x="13452" y="23591"/>
                  <a:pt x="12833" y="23017"/>
                </a:cubicBezTo>
                <a:cubicBezTo>
                  <a:pt x="12201" y="22443"/>
                  <a:pt x="11421" y="21501"/>
                  <a:pt x="11303" y="20294"/>
                </a:cubicBezTo>
                <a:cubicBezTo>
                  <a:pt x="11277" y="20000"/>
                  <a:pt x="11288" y="19703"/>
                  <a:pt x="11337" y="19408"/>
                </a:cubicBezTo>
                <a:lnTo>
                  <a:pt x="11337" y="19408"/>
                </a:lnTo>
                <a:cubicBezTo>
                  <a:pt x="11303" y="19673"/>
                  <a:pt x="11300" y="19945"/>
                  <a:pt x="11332" y="20221"/>
                </a:cubicBezTo>
                <a:cubicBezTo>
                  <a:pt x="11465" y="21207"/>
                  <a:pt x="12053" y="22207"/>
                  <a:pt x="12981" y="22958"/>
                </a:cubicBezTo>
                <a:cubicBezTo>
                  <a:pt x="13033" y="23000"/>
                  <a:pt x="13085" y="23041"/>
                  <a:pt x="13138" y="23081"/>
                </a:cubicBezTo>
                <a:lnTo>
                  <a:pt x="13138" y="23081"/>
                </a:lnTo>
                <a:cubicBezTo>
                  <a:pt x="12224" y="22334"/>
                  <a:pt x="11639" y="21337"/>
                  <a:pt x="11524" y="20353"/>
                </a:cubicBezTo>
                <a:cubicBezTo>
                  <a:pt x="11303" y="18455"/>
                  <a:pt x="12760" y="16748"/>
                  <a:pt x="14290" y="15879"/>
                </a:cubicBezTo>
                <a:cubicBezTo>
                  <a:pt x="15497" y="15202"/>
                  <a:pt x="16880" y="14849"/>
                  <a:pt x="18205" y="14511"/>
                </a:cubicBezTo>
                <a:cubicBezTo>
                  <a:pt x="18646" y="14408"/>
                  <a:pt x="19103" y="14290"/>
                  <a:pt x="19544" y="14172"/>
                </a:cubicBezTo>
                <a:cubicBezTo>
                  <a:pt x="21325" y="13672"/>
                  <a:pt x="23061" y="12951"/>
                  <a:pt x="24680" y="12038"/>
                </a:cubicBezTo>
                <a:cubicBezTo>
                  <a:pt x="26284" y="11126"/>
                  <a:pt x="28212" y="9610"/>
                  <a:pt x="28300" y="7550"/>
                </a:cubicBezTo>
                <a:cubicBezTo>
                  <a:pt x="28320" y="7202"/>
                  <a:pt x="28283" y="6857"/>
                  <a:pt x="28214" y="6518"/>
                </a:cubicBezTo>
                <a:lnTo>
                  <a:pt x="28214" y="6518"/>
                </a:lnTo>
                <a:cubicBezTo>
                  <a:pt x="28244" y="6835"/>
                  <a:pt x="28222" y="7144"/>
                  <a:pt x="28109" y="7432"/>
                </a:cubicBezTo>
                <a:cubicBezTo>
                  <a:pt x="28021" y="9551"/>
                  <a:pt x="26078" y="11067"/>
                  <a:pt x="24459" y="11979"/>
                </a:cubicBezTo>
                <a:cubicBezTo>
                  <a:pt x="23415" y="12558"/>
                  <a:pt x="22322" y="13070"/>
                  <a:pt x="21196" y="13495"/>
                </a:cubicBezTo>
                <a:lnTo>
                  <a:pt x="21196" y="13495"/>
                </a:lnTo>
                <a:cubicBezTo>
                  <a:pt x="22227" y="13075"/>
                  <a:pt x="23225" y="12580"/>
                  <a:pt x="24180" y="12009"/>
                </a:cubicBezTo>
                <a:cubicBezTo>
                  <a:pt x="25578" y="11185"/>
                  <a:pt x="26593" y="10287"/>
                  <a:pt x="27167" y="9330"/>
                </a:cubicBezTo>
                <a:cubicBezTo>
                  <a:pt x="27535" y="8742"/>
                  <a:pt x="27712" y="8109"/>
                  <a:pt x="27756" y="7491"/>
                </a:cubicBezTo>
                <a:cubicBezTo>
                  <a:pt x="27785" y="6696"/>
                  <a:pt x="27565" y="5902"/>
                  <a:pt x="27329" y="5195"/>
                </a:cubicBezTo>
                <a:cubicBezTo>
                  <a:pt x="26770" y="3518"/>
                  <a:pt x="26108" y="1855"/>
                  <a:pt x="25357" y="280"/>
                </a:cubicBezTo>
                <a:close/>
                <a:moveTo>
                  <a:pt x="24886" y="236"/>
                </a:moveTo>
                <a:lnTo>
                  <a:pt x="24827" y="280"/>
                </a:lnTo>
                <a:cubicBezTo>
                  <a:pt x="25578" y="1825"/>
                  <a:pt x="26225" y="3459"/>
                  <a:pt x="26741" y="5151"/>
                </a:cubicBezTo>
                <a:cubicBezTo>
                  <a:pt x="26961" y="5872"/>
                  <a:pt x="27182" y="6637"/>
                  <a:pt x="27138" y="7417"/>
                </a:cubicBezTo>
                <a:cubicBezTo>
                  <a:pt x="27108" y="8021"/>
                  <a:pt x="26917" y="8624"/>
                  <a:pt x="26579" y="9213"/>
                </a:cubicBezTo>
                <a:cubicBezTo>
                  <a:pt x="26019" y="10169"/>
                  <a:pt x="25048" y="11082"/>
                  <a:pt x="23679" y="11906"/>
                </a:cubicBezTo>
                <a:cubicBezTo>
                  <a:pt x="22120" y="12862"/>
                  <a:pt x="20471" y="13613"/>
                  <a:pt x="18749" y="14172"/>
                </a:cubicBezTo>
                <a:cubicBezTo>
                  <a:pt x="18308" y="14319"/>
                  <a:pt x="17852" y="14437"/>
                  <a:pt x="17410" y="14570"/>
                </a:cubicBezTo>
                <a:cubicBezTo>
                  <a:pt x="17061" y="14668"/>
                  <a:pt x="16710" y="14768"/>
                  <a:pt x="16360" y="14875"/>
                </a:cubicBezTo>
                <a:lnTo>
                  <a:pt x="16360" y="14875"/>
                </a:lnTo>
                <a:cubicBezTo>
                  <a:pt x="16890" y="14720"/>
                  <a:pt x="17426" y="14587"/>
                  <a:pt x="17955" y="14452"/>
                </a:cubicBezTo>
                <a:cubicBezTo>
                  <a:pt x="18032" y="14434"/>
                  <a:pt x="18109" y="14415"/>
                  <a:pt x="18188" y="14397"/>
                </a:cubicBezTo>
                <a:lnTo>
                  <a:pt x="18188" y="14397"/>
                </a:lnTo>
                <a:cubicBezTo>
                  <a:pt x="17924" y="14476"/>
                  <a:pt x="17665" y="14552"/>
                  <a:pt x="17410" y="14628"/>
                </a:cubicBezTo>
                <a:cubicBezTo>
                  <a:pt x="16159" y="14982"/>
                  <a:pt x="14879" y="15349"/>
                  <a:pt x="13731" y="16012"/>
                </a:cubicBezTo>
                <a:cubicBezTo>
                  <a:pt x="13692" y="16033"/>
                  <a:pt x="13652" y="16056"/>
                  <a:pt x="13613" y="16079"/>
                </a:cubicBezTo>
                <a:lnTo>
                  <a:pt x="13613" y="16079"/>
                </a:lnTo>
                <a:cubicBezTo>
                  <a:pt x="13759" y="15980"/>
                  <a:pt x="13907" y="15889"/>
                  <a:pt x="14055" y="15806"/>
                </a:cubicBezTo>
                <a:cubicBezTo>
                  <a:pt x="14354" y="15634"/>
                  <a:pt x="14662" y="15486"/>
                  <a:pt x="14978" y="15354"/>
                </a:cubicBezTo>
                <a:lnTo>
                  <a:pt x="14978" y="15354"/>
                </a:lnTo>
                <a:cubicBezTo>
                  <a:pt x="14551" y="15525"/>
                  <a:pt x="14133" y="15721"/>
                  <a:pt x="13731" y="15953"/>
                </a:cubicBezTo>
                <a:cubicBezTo>
                  <a:pt x="13275" y="16232"/>
                  <a:pt x="12848" y="16542"/>
                  <a:pt x="12466" y="16924"/>
                </a:cubicBezTo>
                <a:cubicBezTo>
                  <a:pt x="11435" y="17940"/>
                  <a:pt x="10920" y="19132"/>
                  <a:pt x="11023" y="20294"/>
                </a:cubicBezTo>
                <a:cubicBezTo>
                  <a:pt x="11097" y="21207"/>
                  <a:pt x="11597" y="22134"/>
                  <a:pt x="12480" y="23031"/>
                </a:cubicBezTo>
                <a:cubicBezTo>
                  <a:pt x="13113" y="23664"/>
                  <a:pt x="13922" y="24209"/>
                  <a:pt x="14923" y="24694"/>
                </a:cubicBezTo>
                <a:cubicBezTo>
                  <a:pt x="15114" y="24783"/>
                  <a:pt x="15321" y="24871"/>
                  <a:pt x="15556" y="24989"/>
                </a:cubicBezTo>
                <a:cubicBezTo>
                  <a:pt x="16910" y="25607"/>
                  <a:pt x="18087" y="26210"/>
                  <a:pt x="18897" y="27240"/>
                </a:cubicBezTo>
                <a:cubicBezTo>
                  <a:pt x="19635" y="28184"/>
                  <a:pt x="19878" y="29407"/>
                  <a:pt x="19555" y="30449"/>
                </a:cubicBezTo>
                <a:lnTo>
                  <a:pt x="19555" y="30449"/>
                </a:lnTo>
                <a:cubicBezTo>
                  <a:pt x="19566" y="30432"/>
                  <a:pt x="19576" y="30416"/>
                  <a:pt x="19587" y="30399"/>
                </a:cubicBezTo>
                <a:lnTo>
                  <a:pt x="19587" y="30399"/>
                </a:lnTo>
                <a:cubicBezTo>
                  <a:pt x="19883" y="29355"/>
                  <a:pt x="19637" y="28135"/>
                  <a:pt x="18926" y="27196"/>
                </a:cubicBezTo>
                <a:cubicBezTo>
                  <a:pt x="18117" y="26137"/>
                  <a:pt x="16910" y="25533"/>
                  <a:pt x="15556" y="24915"/>
                </a:cubicBezTo>
                <a:cubicBezTo>
                  <a:pt x="15321" y="24797"/>
                  <a:pt x="15114" y="24709"/>
                  <a:pt x="14923" y="24621"/>
                </a:cubicBezTo>
                <a:cubicBezTo>
                  <a:pt x="13937" y="24135"/>
                  <a:pt x="13128" y="23591"/>
                  <a:pt x="12495" y="22973"/>
                </a:cubicBezTo>
                <a:cubicBezTo>
                  <a:pt x="11612" y="22090"/>
                  <a:pt x="11141" y="21192"/>
                  <a:pt x="11067" y="20294"/>
                </a:cubicBezTo>
                <a:cubicBezTo>
                  <a:pt x="10979" y="19146"/>
                  <a:pt x="11465" y="17969"/>
                  <a:pt x="12480" y="16968"/>
                </a:cubicBezTo>
                <a:cubicBezTo>
                  <a:pt x="12816" y="16632"/>
                  <a:pt x="13201" y="16321"/>
                  <a:pt x="13613" y="16079"/>
                </a:cubicBezTo>
                <a:lnTo>
                  <a:pt x="13613" y="16079"/>
                </a:lnTo>
                <a:cubicBezTo>
                  <a:pt x="12949" y="16530"/>
                  <a:pt x="12330" y="17140"/>
                  <a:pt x="11901" y="17850"/>
                </a:cubicBezTo>
                <a:lnTo>
                  <a:pt x="11901" y="17850"/>
                </a:lnTo>
                <a:cubicBezTo>
                  <a:pt x="12115" y="17520"/>
                  <a:pt x="12377" y="17199"/>
                  <a:pt x="12686" y="16895"/>
                </a:cubicBezTo>
                <a:cubicBezTo>
                  <a:pt x="13069" y="16497"/>
                  <a:pt x="13496" y="16188"/>
                  <a:pt x="13967" y="15909"/>
                </a:cubicBezTo>
                <a:cubicBezTo>
                  <a:pt x="15173" y="15232"/>
                  <a:pt x="16513" y="14879"/>
                  <a:pt x="17793" y="14540"/>
                </a:cubicBezTo>
                <a:cubicBezTo>
                  <a:pt x="18234" y="14422"/>
                  <a:pt x="18676" y="14290"/>
                  <a:pt x="19117" y="14172"/>
                </a:cubicBezTo>
                <a:cubicBezTo>
                  <a:pt x="19209" y="14146"/>
                  <a:pt x="19300" y="14118"/>
                  <a:pt x="19391" y="14090"/>
                </a:cubicBezTo>
                <a:lnTo>
                  <a:pt x="19391" y="14090"/>
                </a:lnTo>
                <a:cubicBezTo>
                  <a:pt x="19364" y="14098"/>
                  <a:pt x="19336" y="14106"/>
                  <a:pt x="19309" y="14113"/>
                </a:cubicBezTo>
                <a:cubicBezTo>
                  <a:pt x="18944" y="14211"/>
                  <a:pt x="18559" y="14308"/>
                  <a:pt x="18188" y="14397"/>
                </a:cubicBezTo>
                <a:lnTo>
                  <a:pt x="18188" y="14397"/>
                </a:lnTo>
                <a:cubicBezTo>
                  <a:pt x="18382" y="14338"/>
                  <a:pt x="18579" y="14279"/>
                  <a:pt x="18779" y="14216"/>
                </a:cubicBezTo>
                <a:cubicBezTo>
                  <a:pt x="20501" y="13672"/>
                  <a:pt x="22164" y="12921"/>
                  <a:pt x="23724" y="11965"/>
                </a:cubicBezTo>
                <a:cubicBezTo>
                  <a:pt x="25078" y="11111"/>
                  <a:pt x="26064" y="10213"/>
                  <a:pt x="26623" y="9257"/>
                </a:cubicBezTo>
                <a:cubicBezTo>
                  <a:pt x="26976" y="8668"/>
                  <a:pt x="27182" y="8035"/>
                  <a:pt x="27197" y="7417"/>
                </a:cubicBezTo>
                <a:cubicBezTo>
                  <a:pt x="27241" y="6623"/>
                  <a:pt x="27035" y="5857"/>
                  <a:pt x="26799" y="5122"/>
                </a:cubicBezTo>
                <a:cubicBezTo>
                  <a:pt x="26255" y="3444"/>
                  <a:pt x="25622" y="1810"/>
                  <a:pt x="24886" y="236"/>
                </a:cubicBezTo>
                <a:close/>
                <a:moveTo>
                  <a:pt x="19235" y="26151"/>
                </a:moveTo>
                <a:lnTo>
                  <a:pt x="19235" y="26151"/>
                </a:lnTo>
                <a:cubicBezTo>
                  <a:pt x="19235" y="26151"/>
                  <a:pt x="19235" y="26151"/>
                  <a:pt x="19235" y="26151"/>
                </a:cubicBezTo>
                <a:cubicBezTo>
                  <a:pt x="20024" y="26992"/>
                  <a:pt x="20319" y="28291"/>
                  <a:pt x="20028" y="29419"/>
                </a:cubicBezTo>
                <a:lnTo>
                  <a:pt x="20028" y="29419"/>
                </a:lnTo>
                <a:cubicBezTo>
                  <a:pt x="19997" y="29727"/>
                  <a:pt x="19925" y="30030"/>
                  <a:pt x="19809" y="30316"/>
                </a:cubicBezTo>
                <a:cubicBezTo>
                  <a:pt x="19750" y="30463"/>
                  <a:pt x="19691" y="30581"/>
                  <a:pt x="19618" y="30699"/>
                </a:cubicBezTo>
                <a:cubicBezTo>
                  <a:pt x="19809" y="30463"/>
                  <a:pt x="19956" y="30213"/>
                  <a:pt x="20074" y="29919"/>
                </a:cubicBezTo>
                <a:cubicBezTo>
                  <a:pt x="20560" y="28741"/>
                  <a:pt x="20295" y="27270"/>
                  <a:pt x="19412" y="26328"/>
                </a:cubicBezTo>
                <a:cubicBezTo>
                  <a:pt x="19355" y="26266"/>
                  <a:pt x="19296" y="26207"/>
                  <a:pt x="19235" y="26151"/>
                </a:cubicBezTo>
                <a:close/>
                <a:moveTo>
                  <a:pt x="24386" y="236"/>
                </a:moveTo>
                <a:lnTo>
                  <a:pt x="24327" y="280"/>
                </a:lnTo>
                <a:cubicBezTo>
                  <a:pt x="25063" y="1810"/>
                  <a:pt x="25710" y="3444"/>
                  <a:pt x="26211" y="5122"/>
                </a:cubicBezTo>
                <a:cubicBezTo>
                  <a:pt x="26402" y="5799"/>
                  <a:pt x="26623" y="6593"/>
                  <a:pt x="26579" y="7359"/>
                </a:cubicBezTo>
                <a:cubicBezTo>
                  <a:pt x="26534" y="7962"/>
                  <a:pt x="26358" y="8580"/>
                  <a:pt x="26019" y="9139"/>
                </a:cubicBezTo>
                <a:cubicBezTo>
                  <a:pt x="25475" y="10096"/>
                  <a:pt x="24533" y="11008"/>
                  <a:pt x="23223" y="11847"/>
                </a:cubicBezTo>
                <a:cubicBezTo>
                  <a:pt x="21693" y="12818"/>
                  <a:pt x="20074" y="13613"/>
                  <a:pt x="18411" y="14187"/>
                </a:cubicBezTo>
                <a:cubicBezTo>
                  <a:pt x="17969" y="14334"/>
                  <a:pt x="17499" y="14481"/>
                  <a:pt x="17042" y="14614"/>
                </a:cubicBezTo>
                <a:cubicBezTo>
                  <a:pt x="15836" y="14982"/>
                  <a:pt x="14585" y="15349"/>
                  <a:pt x="13481" y="16012"/>
                </a:cubicBezTo>
                <a:cubicBezTo>
                  <a:pt x="13010" y="16277"/>
                  <a:pt x="12598" y="16600"/>
                  <a:pt x="12230" y="16968"/>
                </a:cubicBezTo>
                <a:cubicBezTo>
                  <a:pt x="11215" y="17954"/>
                  <a:pt x="10700" y="19132"/>
                  <a:pt x="10788" y="20279"/>
                </a:cubicBezTo>
                <a:cubicBezTo>
                  <a:pt x="10847" y="21162"/>
                  <a:pt x="11288" y="22045"/>
                  <a:pt x="12156" y="22973"/>
                </a:cubicBezTo>
                <a:cubicBezTo>
                  <a:pt x="12775" y="23664"/>
                  <a:pt x="13599" y="24282"/>
                  <a:pt x="14629" y="24812"/>
                </a:cubicBezTo>
                <a:cubicBezTo>
                  <a:pt x="14850" y="24930"/>
                  <a:pt x="15056" y="25033"/>
                  <a:pt x="15276" y="25151"/>
                </a:cubicBezTo>
                <a:cubicBezTo>
                  <a:pt x="16748" y="25901"/>
                  <a:pt x="17866" y="26622"/>
                  <a:pt x="18646" y="27711"/>
                </a:cubicBezTo>
                <a:cubicBezTo>
                  <a:pt x="19330" y="28668"/>
                  <a:pt x="19556" y="29841"/>
                  <a:pt x="19255" y="30840"/>
                </a:cubicBezTo>
                <a:lnTo>
                  <a:pt x="19255" y="30840"/>
                </a:lnTo>
                <a:cubicBezTo>
                  <a:pt x="19267" y="30826"/>
                  <a:pt x="19280" y="30811"/>
                  <a:pt x="19292" y="30797"/>
                </a:cubicBezTo>
                <a:lnTo>
                  <a:pt x="19292" y="30797"/>
                </a:lnTo>
                <a:cubicBezTo>
                  <a:pt x="19576" y="29785"/>
                  <a:pt x="19343" y="28617"/>
                  <a:pt x="18661" y="27667"/>
                </a:cubicBezTo>
                <a:cubicBezTo>
                  <a:pt x="17896" y="26578"/>
                  <a:pt x="16748" y="25842"/>
                  <a:pt x="15276" y="25092"/>
                </a:cubicBezTo>
                <a:cubicBezTo>
                  <a:pt x="15056" y="24989"/>
                  <a:pt x="14850" y="24871"/>
                  <a:pt x="14629" y="24768"/>
                </a:cubicBezTo>
                <a:cubicBezTo>
                  <a:pt x="13599" y="24223"/>
                  <a:pt x="12775" y="23605"/>
                  <a:pt x="12171" y="22943"/>
                </a:cubicBezTo>
                <a:cubicBezTo>
                  <a:pt x="11318" y="22001"/>
                  <a:pt x="10876" y="21133"/>
                  <a:pt x="10832" y="20279"/>
                </a:cubicBezTo>
                <a:cubicBezTo>
                  <a:pt x="10758" y="19146"/>
                  <a:pt x="11244" y="17998"/>
                  <a:pt x="12245" y="17012"/>
                </a:cubicBezTo>
                <a:cubicBezTo>
                  <a:pt x="12613" y="16645"/>
                  <a:pt x="13010" y="16335"/>
                  <a:pt x="13481" y="16056"/>
                </a:cubicBezTo>
                <a:cubicBezTo>
                  <a:pt x="14000" y="15758"/>
                  <a:pt x="14552" y="15512"/>
                  <a:pt x="15115" y="15297"/>
                </a:cubicBezTo>
                <a:lnTo>
                  <a:pt x="15115" y="15297"/>
                </a:lnTo>
                <a:cubicBezTo>
                  <a:pt x="15069" y="15316"/>
                  <a:pt x="15024" y="15335"/>
                  <a:pt x="14978" y="15354"/>
                </a:cubicBezTo>
                <a:lnTo>
                  <a:pt x="14978" y="15354"/>
                </a:lnTo>
                <a:cubicBezTo>
                  <a:pt x="15431" y="15172"/>
                  <a:pt x="15894" y="15017"/>
                  <a:pt x="16360" y="14875"/>
                </a:cubicBezTo>
                <a:lnTo>
                  <a:pt x="16360" y="14875"/>
                </a:lnTo>
                <a:cubicBezTo>
                  <a:pt x="16242" y="14909"/>
                  <a:pt x="16124" y="14945"/>
                  <a:pt x="16007" y="14982"/>
                </a:cubicBezTo>
                <a:lnTo>
                  <a:pt x="16007" y="14982"/>
                </a:lnTo>
                <a:cubicBezTo>
                  <a:pt x="15709" y="15081"/>
                  <a:pt x="15411" y="15185"/>
                  <a:pt x="15115" y="15297"/>
                </a:cubicBezTo>
                <a:lnTo>
                  <a:pt x="15115" y="15297"/>
                </a:lnTo>
                <a:cubicBezTo>
                  <a:pt x="15408" y="15180"/>
                  <a:pt x="15706" y="15076"/>
                  <a:pt x="16007" y="14982"/>
                </a:cubicBezTo>
                <a:lnTo>
                  <a:pt x="16007" y="14982"/>
                </a:lnTo>
                <a:cubicBezTo>
                  <a:pt x="16349" y="14868"/>
                  <a:pt x="16690" y="14762"/>
                  <a:pt x="17028" y="14658"/>
                </a:cubicBezTo>
                <a:cubicBezTo>
                  <a:pt x="17469" y="14540"/>
                  <a:pt x="17925" y="14393"/>
                  <a:pt x="18382" y="14246"/>
                </a:cubicBezTo>
                <a:cubicBezTo>
                  <a:pt x="20074" y="13672"/>
                  <a:pt x="21693" y="12877"/>
                  <a:pt x="23223" y="11906"/>
                </a:cubicBezTo>
                <a:cubicBezTo>
                  <a:pt x="24548" y="11052"/>
                  <a:pt x="25504" y="10140"/>
                  <a:pt x="26064" y="9183"/>
                </a:cubicBezTo>
                <a:cubicBezTo>
                  <a:pt x="26387" y="8595"/>
                  <a:pt x="26593" y="7991"/>
                  <a:pt x="26623" y="7359"/>
                </a:cubicBezTo>
                <a:cubicBezTo>
                  <a:pt x="26682" y="6564"/>
                  <a:pt x="26461" y="5784"/>
                  <a:pt x="26255" y="5077"/>
                </a:cubicBezTo>
                <a:cubicBezTo>
                  <a:pt x="25769" y="3400"/>
                  <a:pt x="25122" y="1766"/>
                  <a:pt x="24386" y="236"/>
                </a:cubicBezTo>
                <a:close/>
                <a:moveTo>
                  <a:pt x="19917" y="29766"/>
                </a:moveTo>
                <a:lnTo>
                  <a:pt x="19917" y="29766"/>
                </a:lnTo>
                <a:cubicBezTo>
                  <a:pt x="19910" y="29783"/>
                  <a:pt x="19904" y="29799"/>
                  <a:pt x="19897" y="29816"/>
                </a:cubicBezTo>
                <a:cubicBezTo>
                  <a:pt x="19811" y="30022"/>
                  <a:pt x="19706" y="30217"/>
                  <a:pt x="19587" y="30399"/>
                </a:cubicBezTo>
                <a:lnTo>
                  <a:pt x="19587" y="30399"/>
                </a:lnTo>
                <a:cubicBezTo>
                  <a:pt x="19558" y="30501"/>
                  <a:pt x="19524" y="30601"/>
                  <a:pt x="19485" y="30699"/>
                </a:cubicBezTo>
                <a:cubicBezTo>
                  <a:pt x="19441" y="30831"/>
                  <a:pt x="19382" y="30964"/>
                  <a:pt x="19309" y="31096"/>
                </a:cubicBezTo>
                <a:cubicBezTo>
                  <a:pt x="19471" y="30846"/>
                  <a:pt x="19632" y="30596"/>
                  <a:pt x="19750" y="30301"/>
                </a:cubicBezTo>
                <a:cubicBezTo>
                  <a:pt x="19823" y="30129"/>
                  <a:pt x="19878" y="29950"/>
                  <a:pt x="19917" y="29766"/>
                </a:cubicBezTo>
                <a:close/>
                <a:moveTo>
                  <a:pt x="23856" y="236"/>
                </a:moveTo>
                <a:lnTo>
                  <a:pt x="23797" y="280"/>
                </a:lnTo>
                <a:cubicBezTo>
                  <a:pt x="24533" y="1781"/>
                  <a:pt x="25136" y="3400"/>
                  <a:pt x="25622" y="5077"/>
                </a:cubicBezTo>
                <a:cubicBezTo>
                  <a:pt x="25799" y="5740"/>
                  <a:pt x="26005" y="6534"/>
                  <a:pt x="25961" y="7300"/>
                </a:cubicBezTo>
                <a:cubicBezTo>
                  <a:pt x="25931" y="7918"/>
                  <a:pt x="25740" y="8506"/>
                  <a:pt x="25416" y="9095"/>
                </a:cubicBezTo>
                <a:cubicBezTo>
                  <a:pt x="24886" y="10022"/>
                  <a:pt x="23959" y="10949"/>
                  <a:pt x="22693" y="11818"/>
                </a:cubicBezTo>
                <a:cubicBezTo>
                  <a:pt x="21207" y="12804"/>
                  <a:pt x="19618" y="13613"/>
                  <a:pt x="17969" y="14202"/>
                </a:cubicBezTo>
                <a:cubicBezTo>
                  <a:pt x="17528" y="14363"/>
                  <a:pt x="17057" y="14511"/>
                  <a:pt x="16601" y="14643"/>
                </a:cubicBezTo>
                <a:cubicBezTo>
                  <a:pt x="15424" y="15011"/>
                  <a:pt x="14217" y="15394"/>
                  <a:pt x="13142" y="16056"/>
                </a:cubicBezTo>
                <a:cubicBezTo>
                  <a:pt x="12701" y="16335"/>
                  <a:pt x="12274" y="16645"/>
                  <a:pt x="11936" y="17012"/>
                </a:cubicBezTo>
                <a:cubicBezTo>
                  <a:pt x="10935" y="17998"/>
                  <a:pt x="10435" y="19146"/>
                  <a:pt x="10494" y="20279"/>
                </a:cubicBezTo>
                <a:cubicBezTo>
                  <a:pt x="10552" y="21383"/>
                  <a:pt x="11200" y="22281"/>
                  <a:pt x="11759" y="22958"/>
                </a:cubicBezTo>
                <a:cubicBezTo>
                  <a:pt x="12392" y="23694"/>
                  <a:pt x="13231" y="24371"/>
                  <a:pt x="14305" y="24989"/>
                </a:cubicBezTo>
                <a:lnTo>
                  <a:pt x="14805" y="25254"/>
                </a:lnTo>
                <a:lnTo>
                  <a:pt x="14967" y="25357"/>
                </a:lnTo>
                <a:cubicBezTo>
                  <a:pt x="16159" y="26019"/>
                  <a:pt x="17499" y="26872"/>
                  <a:pt x="18352" y="28182"/>
                </a:cubicBezTo>
                <a:cubicBezTo>
                  <a:pt x="18993" y="29178"/>
                  <a:pt x="19192" y="30300"/>
                  <a:pt x="18901" y="31255"/>
                </a:cubicBezTo>
                <a:lnTo>
                  <a:pt x="18901" y="31255"/>
                </a:lnTo>
                <a:cubicBezTo>
                  <a:pt x="18940" y="31210"/>
                  <a:pt x="18978" y="31164"/>
                  <a:pt x="19016" y="31117"/>
                </a:cubicBezTo>
                <a:lnTo>
                  <a:pt x="19016" y="31117"/>
                </a:lnTo>
                <a:cubicBezTo>
                  <a:pt x="19257" y="30173"/>
                  <a:pt x="19036" y="29073"/>
                  <a:pt x="18411" y="28123"/>
                </a:cubicBezTo>
                <a:cubicBezTo>
                  <a:pt x="17543" y="26799"/>
                  <a:pt x="16203" y="25945"/>
                  <a:pt x="14997" y="25254"/>
                </a:cubicBezTo>
                <a:lnTo>
                  <a:pt x="14835" y="25165"/>
                </a:lnTo>
                <a:lnTo>
                  <a:pt x="14335" y="24886"/>
                </a:lnTo>
                <a:cubicBezTo>
                  <a:pt x="13290" y="24297"/>
                  <a:pt x="12421" y="23620"/>
                  <a:pt x="11818" y="22884"/>
                </a:cubicBezTo>
                <a:cubicBezTo>
                  <a:pt x="11273" y="22222"/>
                  <a:pt x="10626" y="21324"/>
                  <a:pt x="10567" y="20235"/>
                </a:cubicBezTo>
                <a:cubicBezTo>
                  <a:pt x="10508" y="19132"/>
                  <a:pt x="11023" y="17998"/>
                  <a:pt x="11980" y="17042"/>
                </a:cubicBezTo>
                <a:cubicBezTo>
                  <a:pt x="12348" y="16689"/>
                  <a:pt x="12760" y="16350"/>
                  <a:pt x="13201" y="16100"/>
                </a:cubicBezTo>
                <a:cubicBezTo>
                  <a:pt x="14261" y="15453"/>
                  <a:pt x="15482" y="15070"/>
                  <a:pt x="16645" y="14702"/>
                </a:cubicBezTo>
                <a:cubicBezTo>
                  <a:pt x="17086" y="14555"/>
                  <a:pt x="17557" y="14408"/>
                  <a:pt x="17999" y="14260"/>
                </a:cubicBezTo>
                <a:cubicBezTo>
                  <a:pt x="19662" y="13672"/>
                  <a:pt x="21237" y="12862"/>
                  <a:pt x="22723" y="11847"/>
                </a:cubicBezTo>
                <a:cubicBezTo>
                  <a:pt x="24018" y="10979"/>
                  <a:pt x="24930" y="10066"/>
                  <a:pt x="25475" y="9110"/>
                </a:cubicBezTo>
                <a:cubicBezTo>
                  <a:pt x="25799" y="8521"/>
                  <a:pt x="25990" y="7918"/>
                  <a:pt x="26019" y="7300"/>
                </a:cubicBezTo>
                <a:cubicBezTo>
                  <a:pt x="26078" y="6520"/>
                  <a:pt x="25872" y="5725"/>
                  <a:pt x="25666" y="5048"/>
                </a:cubicBezTo>
                <a:cubicBezTo>
                  <a:pt x="25195" y="3370"/>
                  <a:pt x="24592" y="1752"/>
                  <a:pt x="23856" y="236"/>
                </a:cubicBezTo>
                <a:close/>
                <a:moveTo>
                  <a:pt x="19555" y="30449"/>
                </a:moveTo>
                <a:cubicBezTo>
                  <a:pt x="19473" y="30570"/>
                  <a:pt x="19385" y="30686"/>
                  <a:pt x="19292" y="30797"/>
                </a:cubicBezTo>
                <a:lnTo>
                  <a:pt x="19292" y="30797"/>
                </a:lnTo>
                <a:cubicBezTo>
                  <a:pt x="19263" y="30898"/>
                  <a:pt x="19230" y="30998"/>
                  <a:pt x="19191" y="31096"/>
                </a:cubicBezTo>
                <a:cubicBezTo>
                  <a:pt x="19162" y="31184"/>
                  <a:pt x="19117" y="31258"/>
                  <a:pt x="19088" y="31346"/>
                </a:cubicBezTo>
                <a:lnTo>
                  <a:pt x="19162" y="31273"/>
                </a:lnTo>
                <a:cubicBezTo>
                  <a:pt x="19294" y="31096"/>
                  <a:pt x="19382" y="30905"/>
                  <a:pt x="19471" y="30684"/>
                </a:cubicBezTo>
                <a:cubicBezTo>
                  <a:pt x="19502" y="30607"/>
                  <a:pt x="19530" y="30528"/>
                  <a:pt x="19555" y="30449"/>
                </a:cubicBezTo>
                <a:close/>
                <a:moveTo>
                  <a:pt x="19255" y="30840"/>
                </a:moveTo>
                <a:cubicBezTo>
                  <a:pt x="19205" y="30898"/>
                  <a:pt x="19155" y="30953"/>
                  <a:pt x="19103" y="31008"/>
                </a:cubicBezTo>
                <a:cubicBezTo>
                  <a:pt x="19073" y="31045"/>
                  <a:pt x="19044" y="31081"/>
                  <a:pt x="19016" y="31117"/>
                </a:cubicBezTo>
                <a:lnTo>
                  <a:pt x="19016" y="31117"/>
                </a:lnTo>
                <a:cubicBezTo>
                  <a:pt x="18984" y="31240"/>
                  <a:pt x="18944" y="31361"/>
                  <a:pt x="18897" y="31479"/>
                </a:cubicBezTo>
                <a:cubicBezTo>
                  <a:pt x="18882" y="31508"/>
                  <a:pt x="18882" y="31538"/>
                  <a:pt x="18867" y="31567"/>
                </a:cubicBezTo>
                <a:cubicBezTo>
                  <a:pt x="18926" y="31552"/>
                  <a:pt x="18955" y="31508"/>
                  <a:pt x="19000" y="31479"/>
                </a:cubicBezTo>
                <a:cubicBezTo>
                  <a:pt x="19073" y="31346"/>
                  <a:pt x="19117" y="31214"/>
                  <a:pt x="19176" y="31067"/>
                </a:cubicBezTo>
                <a:cubicBezTo>
                  <a:pt x="19206" y="30992"/>
                  <a:pt x="19232" y="30917"/>
                  <a:pt x="19255" y="30840"/>
                </a:cubicBezTo>
                <a:close/>
                <a:moveTo>
                  <a:pt x="23297" y="206"/>
                </a:moveTo>
                <a:lnTo>
                  <a:pt x="23238" y="236"/>
                </a:lnTo>
                <a:cubicBezTo>
                  <a:pt x="23974" y="1737"/>
                  <a:pt x="24562" y="3356"/>
                  <a:pt x="25033" y="5004"/>
                </a:cubicBezTo>
                <a:cubicBezTo>
                  <a:pt x="25210" y="5666"/>
                  <a:pt x="25401" y="6446"/>
                  <a:pt x="25342" y="7211"/>
                </a:cubicBezTo>
                <a:cubicBezTo>
                  <a:pt x="25298" y="7815"/>
                  <a:pt x="25122" y="8403"/>
                  <a:pt x="24813" y="8977"/>
                </a:cubicBezTo>
                <a:cubicBezTo>
                  <a:pt x="24298" y="9919"/>
                  <a:pt x="23415" y="10861"/>
                  <a:pt x="22164" y="11715"/>
                </a:cubicBezTo>
                <a:cubicBezTo>
                  <a:pt x="20707" y="12745"/>
                  <a:pt x="19162" y="13584"/>
                  <a:pt x="17543" y="14187"/>
                </a:cubicBezTo>
                <a:cubicBezTo>
                  <a:pt x="17101" y="14349"/>
                  <a:pt x="16616" y="14511"/>
                  <a:pt x="16174" y="14658"/>
                </a:cubicBezTo>
                <a:cubicBezTo>
                  <a:pt x="15041" y="15055"/>
                  <a:pt x="13878" y="15438"/>
                  <a:pt x="12833" y="16085"/>
                </a:cubicBezTo>
                <a:cubicBezTo>
                  <a:pt x="12392" y="16350"/>
                  <a:pt x="11980" y="16674"/>
                  <a:pt x="11641" y="17012"/>
                </a:cubicBezTo>
                <a:cubicBezTo>
                  <a:pt x="10685" y="17969"/>
                  <a:pt x="10170" y="19117"/>
                  <a:pt x="10184" y="20221"/>
                </a:cubicBezTo>
                <a:cubicBezTo>
                  <a:pt x="10214" y="21251"/>
                  <a:pt x="10788" y="22148"/>
                  <a:pt x="11362" y="22884"/>
                </a:cubicBezTo>
                <a:cubicBezTo>
                  <a:pt x="11965" y="23694"/>
                  <a:pt x="12848" y="24429"/>
                  <a:pt x="13952" y="25092"/>
                </a:cubicBezTo>
                <a:lnTo>
                  <a:pt x="14187" y="25239"/>
                </a:lnTo>
                <a:cubicBezTo>
                  <a:pt x="14335" y="25327"/>
                  <a:pt x="14511" y="25430"/>
                  <a:pt x="14658" y="25519"/>
                </a:cubicBezTo>
                <a:cubicBezTo>
                  <a:pt x="16292" y="26505"/>
                  <a:pt x="17381" y="27505"/>
                  <a:pt x="18058" y="28638"/>
                </a:cubicBezTo>
                <a:cubicBezTo>
                  <a:pt x="18660" y="29650"/>
                  <a:pt x="18842" y="30726"/>
                  <a:pt x="18569" y="31641"/>
                </a:cubicBezTo>
                <a:lnTo>
                  <a:pt x="18569" y="31641"/>
                </a:lnTo>
                <a:cubicBezTo>
                  <a:pt x="18603" y="31602"/>
                  <a:pt x="18635" y="31564"/>
                  <a:pt x="18666" y="31525"/>
                </a:cubicBezTo>
                <a:lnTo>
                  <a:pt x="18666" y="31525"/>
                </a:lnTo>
                <a:cubicBezTo>
                  <a:pt x="18891" y="30623"/>
                  <a:pt x="18693" y="29573"/>
                  <a:pt x="18117" y="28609"/>
                </a:cubicBezTo>
                <a:cubicBezTo>
                  <a:pt x="17410" y="27446"/>
                  <a:pt x="16321" y="26460"/>
                  <a:pt x="14688" y="25460"/>
                </a:cubicBezTo>
                <a:cubicBezTo>
                  <a:pt x="14541" y="25371"/>
                  <a:pt x="14379" y="25283"/>
                  <a:pt x="14231" y="25180"/>
                </a:cubicBezTo>
                <a:lnTo>
                  <a:pt x="13996" y="25033"/>
                </a:lnTo>
                <a:cubicBezTo>
                  <a:pt x="12892" y="24371"/>
                  <a:pt x="12024" y="23635"/>
                  <a:pt x="11421" y="22855"/>
                </a:cubicBezTo>
                <a:cubicBezTo>
                  <a:pt x="10861" y="22119"/>
                  <a:pt x="10273" y="21251"/>
                  <a:pt x="10258" y="20235"/>
                </a:cubicBezTo>
                <a:cubicBezTo>
                  <a:pt x="10214" y="19146"/>
                  <a:pt x="10729" y="18028"/>
                  <a:pt x="11671" y="17086"/>
                </a:cubicBezTo>
                <a:cubicBezTo>
                  <a:pt x="12024" y="16748"/>
                  <a:pt x="12421" y="16424"/>
                  <a:pt x="12848" y="16159"/>
                </a:cubicBezTo>
                <a:cubicBezTo>
                  <a:pt x="13878" y="15511"/>
                  <a:pt x="15056" y="15129"/>
                  <a:pt x="16174" y="14731"/>
                </a:cubicBezTo>
                <a:cubicBezTo>
                  <a:pt x="16616" y="14584"/>
                  <a:pt x="17101" y="14422"/>
                  <a:pt x="17543" y="14260"/>
                </a:cubicBezTo>
                <a:cubicBezTo>
                  <a:pt x="19162" y="13657"/>
                  <a:pt x="20721" y="12818"/>
                  <a:pt x="22178" y="11788"/>
                </a:cubicBezTo>
                <a:cubicBezTo>
                  <a:pt x="23429" y="10905"/>
                  <a:pt x="24327" y="9978"/>
                  <a:pt x="24842" y="9036"/>
                </a:cubicBezTo>
                <a:cubicBezTo>
                  <a:pt x="25151" y="8448"/>
                  <a:pt x="25342" y="7844"/>
                  <a:pt x="25401" y="7226"/>
                </a:cubicBezTo>
                <a:cubicBezTo>
                  <a:pt x="25445" y="6446"/>
                  <a:pt x="25269" y="5666"/>
                  <a:pt x="25078" y="4989"/>
                </a:cubicBezTo>
                <a:cubicBezTo>
                  <a:pt x="24621" y="3312"/>
                  <a:pt x="24033" y="1707"/>
                  <a:pt x="23297" y="206"/>
                </a:cubicBezTo>
                <a:close/>
                <a:moveTo>
                  <a:pt x="18749" y="31655"/>
                </a:moveTo>
                <a:cubicBezTo>
                  <a:pt x="18743" y="31668"/>
                  <a:pt x="18733" y="31679"/>
                  <a:pt x="18722" y="31687"/>
                </a:cubicBezTo>
                <a:lnTo>
                  <a:pt x="18722" y="31687"/>
                </a:lnTo>
                <a:cubicBezTo>
                  <a:pt x="18727" y="31672"/>
                  <a:pt x="18738" y="31655"/>
                  <a:pt x="18749" y="31655"/>
                </a:cubicBezTo>
                <a:close/>
                <a:moveTo>
                  <a:pt x="18901" y="31255"/>
                </a:moveTo>
                <a:cubicBezTo>
                  <a:pt x="18854" y="31311"/>
                  <a:pt x="18804" y="31365"/>
                  <a:pt x="18749" y="31420"/>
                </a:cubicBezTo>
                <a:cubicBezTo>
                  <a:pt x="18723" y="31454"/>
                  <a:pt x="18695" y="31489"/>
                  <a:pt x="18666" y="31525"/>
                </a:cubicBezTo>
                <a:lnTo>
                  <a:pt x="18666" y="31525"/>
                </a:lnTo>
                <a:cubicBezTo>
                  <a:pt x="18644" y="31614"/>
                  <a:pt x="18618" y="31702"/>
                  <a:pt x="18588" y="31788"/>
                </a:cubicBezTo>
                <a:cubicBezTo>
                  <a:pt x="18619" y="31772"/>
                  <a:pt x="18641" y="31753"/>
                  <a:pt x="18665" y="31733"/>
                </a:cubicBezTo>
                <a:lnTo>
                  <a:pt x="18665" y="31733"/>
                </a:lnTo>
                <a:cubicBezTo>
                  <a:pt x="18659" y="31747"/>
                  <a:pt x="18656" y="31763"/>
                  <a:pt x="18646" y="31773"/>
                </a:cubicBezTo>
                <a:lnTo>
                  <a:pt x="18720" y="31699"/>
                </a:lnTo>
                <a:cubicBezTo>
                  <a:pt x="18720" y="31697"/>
                  <a:pt x="18720" y="31695"/>
                  <a:pt x="18721" y="31692"/>
                </a:cubicBezTo>
                <a:lnTo>
                  <a:pt x="18721" y="31692"/>
                </a:lnTo>
                <a:cubicBezTo>
                  <a:pt x="18725" y="31690"/>
                  <a:pt x="18730" y="31687"/>
                  <a:pt x="18735" y="31685"/>
                </a:cubicBezTo>
                <a:cubicBezTo>
                  <a:pt x="18779" y="31611"/>
                  <a:pt x="18808" y="31552"/>
                  <a:pt x="18823" y="31479"/>
                </a:cubicBezTo>
                <a:cubicBezTo>
                  <a:pt x="18852" y="31405"/>
                  <a:pt x="18878" y="31331"/>
                  <a:pt x="18901" y="31255"/>
                </a:cubicBezTo>
                <a:close/>
                <a:moveTo>
                  <a:pt x="18569" y="31641"/>
                </a:moveTo>
                <a:lnTo>
                  <a:pt x="18569" y="31641"/>
                </a:lnTo>
                <a:cubicBezTo>
                  <a:pt x="18515" y="31703"/>
                  <a:pt x="18457" y="31763"/>
                  <a:pt x="18396" y="31817"/>
                </a:cubicBezTo>
                <a:cubicBezTo>
                  <a:pt x="18372" y="31851"/>
                  <a:pt x="18348" y="31886"/>
                  <a:pt x="18322" y="31920"/>
                </a:cubicBezTo>
                <a:lnTo>
                  <a:pt x="18322" y="31920"/>
                </a:lnTo>
                <a:cubicBezTo>
                  <a:pt x="18318" y="31939"/>
                  <a:pt x="18313" y="31959"/>
                  <a:pt x="18308" y="31979"/>
                </a:cubicBezTo>
                <a:cubicBezTo>
                  <a:pt x="18338" y="31956"/>
                  <a:pt x="18373" y="31930"/>
                  <a:pt x="18407" y="31905"/>
                </a:cubicBezTo>
                <a:lnTo>
                  <a:pt x="18407" y="31905"/>
                </a:lnTo>
                <a:cubicBezTo>
                  <a:pt x="18398" y="31935"/>
                  <a:pt x="18378" y="31960"/>
                  <a:pt x="18367" y="31994"/>
                </a:cubicBezTo>
                <a:cubicBezTo>
                  <a:pt x="18426" y="31979"/>
                  <a:pt x="18455" y="31935"/>
                  <a:pt x="18499" y="31905"/>
                </a:cubicBezTo>
                <a:cubicBezTo>
                  <a:pt x="18514" y="31861"/>
                  <a:pt x="18529" y="31832"/>
                  <a:pt x="18529" y="31788"/>
                </a:cubicBezTo>
                <a:lnTo>
                  <a:pt x="18529" y="31788"/>
                </a:lnTo>
                <a:cubicBezTo>
                  <a:pt x="18525" y="31794"/>
                  <a:pt x="18520" y="31799"/>
                  <a:pt x="18515" y="31804"/>
                </a:cubicBezTo>
                <a:lnTo>
                  <a:pt x="18515" y="31804"/>
                </a:lnTo>
                <a:cubicBezTo>
                  <a:pt x="18535" y="31750"/>
                  <a:pt x="18553" y="31696"/>
                  <a:pt x="18569" y="31641"/>
                </a:cubicBezTo>
                <a:close/>
                <a:moveTo>
                  <a:pt x="18411" y="32082"/>
                </a:moveTo>
                <a:cubicBezTo>
                  <a:pt x="18387" y="32082"/>
                  <a:pt x="18373" y="32092"/>
                  <a:pt x="18368" y="32112"/>
                </a:cubicBezTo>
                <a:lnTo>
                  <a:pt x="18368" y="32112"/>
                </a:lnTo>
                <a:cubicBezTo>
                  <a:pt x="18381" y="32101"/>
                  <a:pt x="18396" y="32089"/>
                  <a:pt x="18411" y="32082"/>
                </a:cubicBezTo>
                <a:close/>
                <a:moveTo>
                  <a:pt x="22267" y="162"/>
                </a:moveTo>
                <a:lnTo>
                  <a:pt x="22208" y="206"/>
                </a:lnTo>
                <a:cubicBezTo>
                  <a:pt x="22929" y="1678"/>
                  <a:pt x="23503" y="3253"/>
                  <a:pt x="23900" y="4901"/>
                </a:cubicBezTo>
                <a:cubicBezTo>
                  <a:pt x="24077" y="5593"/>
                  <a:pt x="24224" y="6328"/>
                  <a:pt x="24165" y="7079"/>
                </a:cubicBezTo>
                <a:cubicBezTo>
                  <a:pt x="24121" y="7668"/>
                  <a:pt x="23944" y="8256"/>
                  <a:pt x="23650" y="8830"/>
                </a:cubicBezTo>
                <a:cubicBezTo>
                  <a:pt x="23150" y="9787"/>
                  <a:pt x="22340" y="10684"/>
                  <a:pt x="21163" y="11612"/>
                </a:cubicBezTo>
                <a:cubicBezTo>
                  <a:pt x="19780" y="12671"/>
                  <a:pt x="18293" y="13539"/>
                  <a:pt x="16748" y="14202"/>
                </a:cubicBezTo>
                <a:cubicBezTo>
                  <a:pt x="16307" y="14393"/>
                  <a:pt x="15836" y="14570"/>
                  <a:pt x="15394" y="14731"/>
                </a:cubicBezTo>
                <a:cubicBezTo>
                  <a:pt x="14335" y="15143"/>
                  <a:pt x="13231" y="15541"/>
                  <a:pt x="12259" y="16174"/>
                </a:cubicBezTo>
                <a:cubicBezTo>
                  <a:pt x="11833" y="16453"/>
                  <a:pt x="11450" y="16762"/>
                  <a:pt x="11126" y="17086"/>
                </a:cubicBezTo>
                <a:cubicBezTo>
                  <a:pt x="10199" y="18028"/>
                  <a:pt x="9684" y="19117"/>
                  <a:pt x="9669" y="20176"/>
                </a:cubicBezTo>
                <a:cubicBezTo>
                  <a:pt x="9655" y="21177"/>
                  <a:pt x="10170" y="22045"/>
                  <a:pt x="10641" y="22796"/>
                </a:cubicBezTo>
                <a:cubicBezTo>
                  <a:pt x="11229" y="23694"/>
                  <a:pt x="12127" y="24562"/>
                  <a:pt x="13334" y="25371"/>
                </a:cubicBezTo>
                <a:cubicBezTo>
                  <a:pt x="13555" y="25519"/>
                  <a:pt x="13805" y="25680"/>
                  <a:pt x="14070" y="25872"/>
                </a:cubicBezTo>
                <a:cubicBezTo>
                  <a:pt x="15688" y="26975"/>
                  <a:pt x="16822" y="28182"/>
                  <a:pt x="17499" y="29580"/>
                </a:cubicBezTo>
                <a:cubicBezTo>
                  <a:pt x="17774" y="30132"/>
                  <a:pt x="18179" y="31155"/>
                  <a:pt x="17978" y="32185"/>
                </a:cubicBezTo>
                <a:lnTo>
                  <a:pt x="17978" y="32185"/>
                </a:lnTo>
                <a:cubicBezTo>
                  <a:pt x="18001" y="32171"/>
                  <a:pt x="18024" y="32156"/>
                  <a:pt x="18048" y="32141"/>
                </a:cubicBezTo>
                <a:lnTo>
                  <a:pt x="18048" y="32141"/>
                </a:lnTo>
                <a:cubicBezTo>
                  <a:pt x="18213" y="31107"/>
                  <a:pt x="17834" y="30105"/>
                  <a:pt x="17557" y="29551"/>
                </a:cubicBezTo>
                <a:cubicBezTo>
                  <a:pt x="16866" y="28153"/>
                  <a:pt x="15718" y="26931"/>
                  <a:pt x="14099" y="25813"/>
                </a:cubicBezTo>
                <a:cubicBezTo>
                  <a:pt x="13849" y="25651"/>
                  <a:pt x="13584" y="25460"/>
                  <a:pt x="13363" y="25312"/>
                </a:cubicBezTo>
                <a:cubicBezTo>
                  <a:pt x="12171" y="24518"/>
                  <a:pt x="11273" y="23664"/>
                  <a:pt x="10700" y="22752"/>
                </a:cubicBezTo>
                <a:cubicBezTo>
                  <a:pt x="10199" y="21987"/>
                  <a:pt x="9728" y="21162"/>
                  <a:pt x="9728" y="20176"/>
                </a:cubicBezTo>
                <a:cubicBezTo>
                  <a:pt x="9728" y="19132"/>
                  <a:pt x="10243" y="18072"/>
                  <a:pt x="11156" y="17145"/>
                </a:cubicBezTo>
                <a:cubicBezTo>
                  <a:pt x="11494" y="16792"/>
                  <a:pt x="11877" y="16497"/>
                  <a:pt x="12304" y="16232"/>
                </a:cubicBezTo>
                <a:cubicBezTo>
                  <a:pt x="13275" y="15600"/>
                  <a:pt x="14364" y="15202"/>
                  <a:pt x="15409" y="14790"/>
                </a:cubicBezTo>
                <a:cubicBezTo>
                  <a:pt x="15850" y="14628"/>
                  <a:pt x="16321" y="14437"/>
                  <a:pt x="16763" y="14260"/>
                </a:cubicBezTo>
                <a:cubicBezTo>
                  <a:pt x="18308" y="13598"/>
                  <a:pt x="19809" y="12730"/>
                  <a:pt x="21207" y="11670"/>
                </a:cubicBezTo>
                <a:cubicBezTo>
                  <a:pt x="22399" y="10743"/>
                  <a:pt x="23209" y="9831"/>
                  <a:pt x="23709" y="8845"/>
                </a:cubicBezTo>
                <a:cubicBezTo>
                  <a:pt x="24003" y="8286"/>
                  <a:pt x="24180" y="7668"/>
                  <a:pt x="24224" y="7079"/>
                </a:cubicBezTo>
                <a:cubicBezTo>
                  <a:pt x="24268" y="6328"/>
                  <a:pt x="24121" y="5578"/>
                  <a:pt x="23959" y="4871"/>
                </a:cubicBezTo>
                <a:cubicBezTo>
                  <a:pt x="23562" y="3223"/>
                  <a:pt x="22988" y="1634"/>
                  <a:pt x="22267" y="162"/>
                </a:cubicBezTo>
                <a:close/>
                <a:moveTo>
                  <a:pt x="18368" y="32112"/>
                </a:moveTo>
                <a:lnTo>
                  <a:pt x="18368" y="32112"/>
                </a:lnTo>
                <a:cubicBezTo>
                  <a:pt x="18356" y="32123"/>
                  <a:pt x="18345" y="32134"/>
                  <a:pt x="18337" y="32141"/>
                </a:cubicBezTo>
                <a:cubicBezTo>
                  <a:pt x="18308" y="32156"/>
                  <a:pt x="18308" y="32170"/>
                  <a:pt x="18293" y="32200"/>
                </a:cubicBezTo>
                <a:lnTo>
                  <a:pt x="18367" y="32126"/>
                </a:lnTo>
                <a:cubicBezTo>
                  <a:pt x="18367" y="32121"/>
                  <a:pt x="18367" y="32116"/>
                  <a:pt x="18368" y="32112"/>
                </a:cubicBezTo>
                <a:close/>
                <a:moveTo>
                  <a:pt x="17978" y="32185"/>
                </a:moveTo>
                <a:cubicBezTo>
                  <a:pt x="17942" y="32207"/>
                  <a:pt x="17907" y="32228"/>
                  <a:pt x="17866" y="32244"/>
                </a:cubicBezTo>
                <a:cubicBezTo>
                  <a:pt x="17861" y="32266"/>
                  <a:pt x="17858" y="32285"/>
                  <a:pt x="17855" y="32303"/>
                </a:cubicBezTo>
                <a:lnTo>
                  <a:pt x="17855" y="32303"/>
                </a:lnTo>
                <a:cubicBezTo>
                  <a:pt x="17895" y="32281"/>
                  <a:pt x="17932" y="32259"/>
                  <a:pt x="17969" y="32229"/>
                </a:cubicBezTo>
                <a:cubicBezTo>
                  <a:pt x="17973" y="32214"/>
                  <a:pt x="17976" y="32200"/>
                  <a:pt x="17978" y="32185"/>
                </a:cubicBezTo>
                <a:close/>
                <a:moveTo>
                  <a:pt x="21722" y="162"/>
                </a:moveTo>
                <a:lnTo>
                  <a:pt x="21663" y="206"/>
                </a:lnTo>
                <a:cubicBezTo>
                  <a:pt x="22384" y="1663"/>
                  <a:pt x="22929" y="3223"/>
                  <a:pt x="23297" y="4871"/>
                </a:cubicBezTo>
                <a:cubicBezTo>
                  <a:pt x="23444" y="5563"/>
                  <a:pt x="23591" y="6299"/>
                  <a:pt x="23532" y="7049"/>
                </a:cubicBezTo>
                <a:cubicBezTo>
                  <a:pt x="23488" y="7638"/>
                  <a:pt x="23312" y="8212"/>
                  <a:pt x="23047" y="8771"/>
                </a:cubicBezTo>
                <a:cubicBezTo>
                  <a:pt x="22561" y="9728"/>
                  <a:pt x="21766" y="10655"/>
                  <a:pt x="20633" y="11567"/>
                </a:cubicBezTo>
                <a:cubicBezTo>
                  <a:pt x="19294" y="12656"/>
                  <a:pt x="17837" y="13554"/>
                  <a:pt x="16321" y="14216"/>
                </a:cubicBezTo>
                <a:cubicBezTo>
                  <a:pt x="15880" y="14422"/>
                  <a:pt x="15409" y="14614"/>
                  <a:pt x="14967" y="14790"/>
                </a:cubicBezTo>
                <a:cubicBezTo>
                  <a:pt x="13952" y="15202"/>
                  <a:pt x="12892" y="15614"/>
                  <a:pt x="11950" y="16247"/>
                </a:cubicBezTo>
                <a:cubicBezTo>
                  <a:pt x="11538" y="16527"/>
                  <a:pt x="11156" y="16821"/>
                  <a:pt x="10832" y="17160"/>
                </a:cubicBezTo>
                <a:cubicBezTo>
                  <a:pt x="9920" y="18087"/>
                  <a:pt x="9404" y="19146"/>
                  <a:pt x="9375" y="20206"/>
                </a:cubicBezTo>
                <a:cubicBezTo>
                  <a:pt x="9331" y="21162"/>
                  <a:pt x="9802" y="22001"/>
                  <a:pt x="10258" y="22796"/>
                </a:cubicBezTo>
                <a:cubicBezTo>
                  <a:pt x="10832" y="23753"/>
                  <a:pt x="11744" y="24665"/>
                  <a:pt x="12995" y="25548"/>
                </a:cubicBezTo>
                <a:cubicBezTo>
                  <a:pt x="13290" y="25754"/>
                  <a:pt x="13525" y="25916"/>
                  <a:pt x="13746" y="26092"/>
                </a:cubicBezTo>
                <a:cubicBezTo>
                  <a:pt x="15394" y="27270"/>
                  <a:pt x="16527" y="28594"/>
                  <a:pt x="17204" y="30081"/>
                </a:cubicBezTo>
                <a:cubicBezTo>
                  <a:pt x="17476" y="30681"/>
                  <a:pt x="17747" y="31517"/>
                  <a:pt x="17682" y="32361"/>
                </a:cubicBezTo>
                <a:lnTo>
                  <a:pt x="17682" y="32361"/>
                </a:lnTo>
                <a:cubicBezTo>
                  <a:pt x="17696" y="32352"/>
                  <a:pt x="17710" y="32344"/>
                  <a:pt x="17724" y="32335"/>
                </a:cubicBezTo>
                <a:lnTo>
                  <a:pt x="17724" y="32335"/>
                </a:lnTo>
                <a:cubicBezTo>
                  <a:pt x="17814" y="31481"/>
                  <a:pt x="17538" y="30645"/>
                  <a:pt x="17263" y="30036"/>
                </a:cubicBezTo>
                <a:cubicBezTo>
                  <a:pt x="16571" y="28535"/>
                  <a:pt x="15424" y="27211"/>
                  <a:pt x="13790" y="26019"/>
                </a:cubicBezTo>
                <a:cubicBezTo>
                  <a:pt x="13569" y="25872"/>
                  <a:pt x="13334" y="25680"/>
                  <a:pt x="13039" y="25474"/>
                </a:cubicBezTo>
                <a:cubicBezTo>
                  <a:pt x="11789" y="24621"/>
                  <a:pt x="10861" y="23694"/>
                  <a:pt x="10317" y="22737"/>
                </a:cubicBezTo>
                <a:cubicBezTo>
                  <a:pt x="9846" y="21972"/>
                  <a:pt x="9404" y="21118"/>
                  <a:pt x="9434" y="20176"/>
                </a:cubicBezTo>
                <a:cubicBezTo>
                  <a:pt x="9463" y="19146"/>
                  <a:pt x="9964" y="18101"/>
                  <a:pt x="10861" y="17204"/>
                </a:cubicBezTo>
                <a:cubicBezTo>
                  <a:pt x="11200" y="16865"/>
                  <a:pt x="11568" y="16556"/>
                  <a:pt x="11965" y="16277"/>
                </a:cubicBezTo>
                <a:cubicBezTo>
                  <a:pt x="12907" y="15673"/>
                  <a:pt x="13952" y="15246"/>
                  <a:pt x="14967" y="14849"/>
                </a:cubicBezTo>
                <a:cubicBezTo>
                  <a:pt x="15409" y="14658"/>
                  <a:pt x="15880" y="14481"/>
                  <a:pt x="16321" y="14275"/>
                </a:cubicBezTo>
                <a:cubicBezTo>
                  <a:pt x="17852" y="13598"/>
                  <a:pt x="19309" y="12701"/>
                  <a:pt x="20648" y="11612"/>
                </a:cubicBezTo>
                <a:cubicBezTo>
                  <a:pt x="21810" y="10670"/>
                  <a:pt x="22605" y="9757"/>
                  <a:pt x="23076" y="8771"/>
                </a:cubicBezTo>
                <a:cubicBezTo>
                  <a:pt x="23370" y="8212"/>
                  <a:pt x="23532" y="7623"/>
                  <a:pt x="23591" y="7035"/>
                </a:cubicBezTo>
                <a:cubicBezTo>
                  <a:pt x="23650" y="6269"/>
                  <a:pt x="23518" y="5534"/>
                  <a:pt x="23356" y="4842"/>
                </a:cubicBezTo>
                <a:cubicBezTo>
                  <a:pt x="22988" y="3179"/>
                  <a:pt x="22414" y="1619"/>
                  <a:pt x="21722" y="162"/>
                </a:cubicBezTo>
                <a:close/>
                <a:moveTo>
                  <a:pt x="18190" y="32214"/>
                </a:moveTo>
                <a:lnTo>
                  <a:pt x="18190" y="32214"/>
                </a:lnTo>
                <a:cubicBezTo>
                  <a:pt x="18146" y="32244"/>
                  <a:pt x="18087" y="32273"/>
                  <a:pt x="18058" y="32303"/>
                </a:cubicBezTo>
                <a:cubicBezTo>
                  <a:pt x="18058" y="32347"/>
                  <a:pt x="18043" y="32376"/>
                  <a:pt x="18014" y="32420"/>
                </a:cubicBezTo>
                <a:cubicBezTo>
                  <a:pt x="18072" y="32376"/>
                  <a:pt x="18117" y="32347"/>
                  <a:pt x="18146" y="32303"/>
                </a:cubicBezTo>
                <a:cubicBezTo>
                  <a:pt x="18161" y="32288"/>
                  <a:pt x="18190" y="32244"/>
                  <a:pt x="18190" y="32214"/>
                </a:cubicBezTo>
                <a:close/>
                <a:moveTo>
                  <a:pt x="18058" y="32479"/>
                </a:moveTo>
                <a:lnTo>
                  <a:pt x="18058" y="32479"/>
                </a:lnTo>
                <a:cubicBezTo>
                  <a:pt x="18052" y="32485"/>
                  <a:pt x="18049" y="32491"/>
                  <a:pt x="18045" y="32497"/>
                </a:cubicBezTo>
                <a:lnTo>
                  <a:pt x="18045" y="32497"/>
                </a:lnTo>
                <a:cubicBezTo>
                  <a:pt x="18050" y="32491"/>
                  <a:pt x="18055" y="32486"/>
                  <a:pt x="18058" y="32479"/>
                </a:cubicBezTo>
                <a:close/>
                <a:moveTo>
                  <a:pt x="17682" y="32361"/>
                </a:moveTo>
                <a:cubicBezTo>
                  <a:pt x="17640" y="32385"/>
                  <a:pt x="17599" y="32410"/>
                  <a:pt x="17557" y="32435"/>
                </a:cubicBezTo>
                <a:cubicBezTo>
                  <a:pt x="17557" y="32460"/>
                  <a:pt x="17557" y="32480"/>
                  <a:pt x="17556" y="32499"/>
                </a:cubicBezTo>
                <a:lnTo>
                  <a:pt x="17556" y="32499"/>
                </a:lnTo>
                <a:cubicBezTo>
                  <a:pt x="17593" y="32480"/>
                  <a:pt x="17631" y="32460"/>
                  <a:pt x="17675" y="32435"/>
                </a:cubicBezTo>
                <a:cubicBezTo>
                  <a:pt x="17678" y="32410"/>
                  <a:pt x="17680" y="32385"/>
                  <a:pt x="17682" y="32361"/>
                </a:cubicBezTo>
                <a:close/>
                <a:moveTo>
                  <a:pt x="18045" y="32497"/>
                </a:moveTo>
                <a:cubicBezTo>
                  <a:pt x="18025" y="32515"/>
                  <a:pt x="17996" y="32527"/>
                  <a:pt x="17984" y="32538"/>
                </a:cubicBezTo>
                <a:cubicBezTo>
                  <a:pt x="17979" y="32549"/>
                  <a:pt x="17975" y="32558"/>
                  <a:pt x="17972" y="32565"/>
                </a:cubicBezTo>
                <a:lnTo>
                  <a:pt x="17972" y="32565"/>
                </a:lnTo>
                <a:lnTo>
                  <a:pt x="18014" y="32523"/>
                </a:lnTo>
                <a:cubicBezTo>
                  <a:pt x="18032" y="32515"/>
                  <a:pt x="18039" y="32506"/>
                  <a:pt x="18045" y="32497"/>
                </a:cubicBezTo>
                <a:close/>
                <a:moveTo>
                  <a:pt x="21178" y="192"/>
                </a:moveTo>
                <a:lnTo>
                  <a:pt x="21134" y="221"/>
                </a:lnTo>
                <a:cubicBezTo>
                  <a:pt x="21825" y="1663"/>
                  <a:pt x="22384" y="3223"/>
                  <a:pt x="22723" y="4857"/>
                </a:cubicBezTo>
                <a:cubicBezTo>
                  <a:pt x="22855" y="5504"/>
                  <a:pt x="23003" y="6255"/>
                  <a:pt x="22929" y="7005"/>
                </a:cubicBezTo>
                <a:cubicBezTo>
                  <a:pt x="22870" y="7579"/>
                  <a:pt x="22708" y="8168"/>
                  <a:pt x="22429" y="8727"/>
                </a:cubicBezTo>
                <a:cubicBezTo>
                  <a:pt x="21972" y="9684"/>
                  <a:pt x="21207" y="10596"/>
                  <a:pt x="20103" y="11538"/>
                </a:cubicBezTo>
                <a:cubicBezTo>
                  <a:pt x="18794" y="12642"/>
                  <a:pt x="17381" y="13554"/>
                  <a:pt x="15909" y="14260"/>
                </a:cubicBezTo>
                <a:cubicBezTo>
                  <a:pt x="15468" y="14467"/>
                  <a:pt x="14997" y="14658"/>
                  <a:pt x="14541" y="14849"/>
                </a:cubicBezTo>
                <a:cubicBezTo>
                  <a:pt x="13569" y="15276"/>
                  <a:pt x="12539" y="15688"/>
                  <a:pt x="11641" y="16306"/>
                </a:cubicBezTo>
                <a:cubicBezTo>
                  <a:pt x="11229" y="16571"/>
                  <a:pt x="10861" y="16865"/>
                  <a:pt x="10538" y="17218"/>
                </a:cubicBezTo>
                <a:cubicBezTo>
                  <a:pt x="9655" y="18116"/>
                  <a:pt x="9140" y="19176"/>
                  <a:pt x="9081" y="20206"/>
                </a:cubicBezTo>
                <a:cubicBezTo>
                  <a:pt x="9022" y="21133"/>
                  <a:pt x="9434" y="21942"/>
                  <a:pt x="9875" y="22752"/>
                </a:cubicBezTo>
                <a:cubicBezTo>
                  <a:pt x="10420" y="23767"/>
                  <a:pt x="11347" y="24724"/>
                  <a:pt x="12672" y="25695"/>
                </a:cubicBezTo>
                <a:cubicBezTo>
                  <a:pt x="12966" y="25916"/>
                  <a:pt x="13216" y="26107"/>
                  <a:pt x="13437" y="26269"/>
                </a:cubicBezTo>
                <a:cubicBezTo>
                  <a:pt x="15070" y="27520"/>
                  <a:pt x="16248" y="28962"/>
                  <a:pt x="16910" y="30552"/>
                </a:cubicBezTo>
                <a:cubicBezTo>
                  <a:pt x="17221" y="31287"/>
                  <a:pt x="17369" y="31954"/>
                  <a:pt x="17341" y="32567"/>
                </a:cubicBezTo>
                <a:lnTo>
                  <a:pt x="17341" y="32567"/>
                </a:lnTo>
                <a:cubicBezTo>
                  <a:pt x="17364" y="32554"/>
                  <a:pt x="17388" y="32541"/>
                  <a:pt x="17411" y="32529"/>
                </a:cubicBezTo>
                <a:lnTo>
                  <a:pt x="17411" y="32529"/>
                </a:lnTo>
                <a:cubicBezTo>
                  <a:pt x="17418" y="31911"/>
                  <a:pt x="17298" y="31251"/>
                  <a:pt x="16983" y="30522"/>
                </a:cubicBezTo>
                <a:cubicBezTo>
                  <a:pt x="16321" y="28903"/>
                  <a:pt x="15129" y="27446"/>
                  <a:pt x="13496" y="26195"/>
                </a:cubicBezTo>
                <a:cubicBezTo>
                  <a:pt x="13275" y="26034"/>
                  <a:pt x="13010" y="25842"/>
                  <a:pt x="12716" y="25622"/>
                </a:cubicBezTo>
                <a:cubicBezTo>
                  <a:pt x="11391" y="24665"/>
                  <a:pt x="10494" y="23708"/>
                  <a:pt x="9949" y="22722"/>
                </a:cubicBezTo>
                <a:cubicBezTo>
                  <a:pt x="9507" y="21913"/>
                  <a:pt x="9110" y="21118"/>
                  <a:pt x="9154" y="20206"/>
                </a:cubicBezTo>
                <a:cubicBezTo>
                  <a:pt x="9213" y="19205"/>
                  <a:pt x="9699" y="18160"/>
                  <a:pt x="10582" y="17277"/>
                </a:cubicBezTo>
                <a:cubicBezTo>
                  <a:pt x="10920" y="16939"/>
                  <a:pt x="11288" y="16630"/>
                  <a:pt x="11671" y="16380"/>
                </a:cubicBezTo>
                <a:cubicBezTo>
                  <a:pt x="12569" y="15762"/>
                  <a:pt x="13584" y="15349"/>
                  <a:pt x="14555" y="14923"/>
                </a:cubicBezTo>
                <a:cubicBezTo>
                  <a:pt x="14997" y="14731"/>
                  <a:pt x="15482" y="14540"/>
                  <a:pt x="15924" y="14334"/>
                </a:cubicBezTo>
                <a:cubicBezTo>
                  <a:pt x="17410" y="13628"/>
                  <a:pt x="18823" y="12715"/>
                  <a:pt x="20133" y="11612"/>
                </a:cubicBezTo>
                <a:cubicBezTo>
                  <a:pt x="21251" y="10655"/>
                  <a:pt x="22017" y="9728"/>
                  <a:pt x="22487" y="8757"/>
                </a:cubicBezTo>
                <a:cubicBezTo>
                  <a:pt x="22767" y="8183"/>
                  <a:pt x="22929" y="7594"/>
                  <a:pt x="22988" y="7005"/>
                </a:cubicBezTo>
                <a:cubicBezTo>
                  <a:pt x="23061" y="6255"/>
                  <a:pt x="22914" y="5490"/>
                  <a:pt x="22782" y="4842"/>
                </a:cubicBezTo>
                <a:cubicBezTo>
                  <a:pt x="22429" y="3208"/>
                  <a:pt x="21899" y="1634"/>
                  <a:pt x="21178" y="192"/>
                </a:cubicBezTo>
                <a:close/>
                <a:moveTo>
                  <a:pt x="17972" y="32565"/>
                </a:moveTo>
                <a:lnTo>
                  <a:pt x="17940" y="32597"/>
                </a:lnTo>
                <a:cubicBezTo>
                  <a:pt x="17959" y="32588"/>
                  <a:pt x="17966" y="32578"/>
                  <a:pt x="17972" y="32565"/>
                </a:cubicBezTo>
                <a:close/>
                <a:moveTo>
                  <a:pt x="17938" y="32397"/>
                </a:moveTo>
                <a:cubicBezTo>
                  <a:pt x="17883" y="32469"/>
                  <a:pt x="17827" y="32539"/>
                  <a:pt x="17766" y="32606"/>
                </a:cubicBezTo>
                <a:lnTo>
                  <a:pt x="17766" y="32606"/>
                </a:lnTo>
                <a:cubicBezTo>
                  <a:pt x="17780" y="32575"/>
                  <a:pt x="17793" y="32522"/>
                  <a:pt x="17793" y="32494"/>
                </a:cubicBezTo>
                <a:lnTo>
                  <a:pt x="17938" y="32397"/>
                </a:lnTo>
                <a:close/>
                <a:moveTo>
                  <a:pt x="17341" y="32567"/>
                </a:moveTo>
                <a:lnTo>
                  <a:pt x="17341" y="32567"/>
                </a:lnTo>
                <a:cubicBezTo>
                  <a:pt x="17309" y="32584"/>
                  <a:pt x="17278" y="32600"/>
                  <a:pt x="17248" y="32612"/>
                </a:cubicBezTo>
                <a:cubicBezTo>
                  <a:pt x="17248" y="32637"/>
                  <a:pt x="17248" y="32661"/>
                  <a:pt x="17245" y="32687"/>
                </a:cubicBezTo>
                <a:lnTo>
                  <a:pt x="17245" y="32687"/>
                </a:lnTo>
                <a:cubicBezTo>
                  <a:pt x="17276" y="32672"/>
                  <a:pt x="17306" y="32656"/>
                  <a:pt x="17337" y="32641"/>
                </a:cubicBezTo>
                <a:cubicBezTo>
                  <a:pt x="17338" y="32616"/>
                  <a:pt x="17340" y="32592"/>
                  <a:pt x="17341" y="32567"/>
                </a:cubicBezTo>
                <a:close/>
                <a:moveTo>
                  <a:pt x="17719" y="32538"/>
                </a:moveTo>
                <a:cubicBezTo>
                  <a:pt x="17719" y="32568"/>
                  <a:pt x="17705" y="32597"/>
                  <a:pt x="17690" y="32612"/>
                </a:cubicBezTo>
                <a:cubicBezTo>
                  <a:pt x="17690" y="32641"/>
                  <a:pt x="17675" y="32656"/>
                  <a:pt x="17675" y="32671"/>
                </a:cubicBezTo>
                <a:cubicBezTo>
                  <a:pt x="17616" y="32715"/>
                  <a:pt x="17557" y="32759"/>
                  <a:pt x="17484" y="32803"/>
                </a:cubicBezTo>
                <a:cubicBezTo>
                  <a:pt x="17499" y="32744"/>
                  <a:pt x="17499" y="32715"/>
                  <a:pt x="17528" y="32656"/>
                </a:cubicBezTo>
                <a:cubicBezTo>
                  <a:pt x="17602" y="32641"/>
                  <a:pt x="17646" y="32597"/>
                  <a:pt x="17719" y="32538"/>
                </a:cubicBezTo>
                <a:close/>
                <a:moveTo>
                  <a:pt x="17852" y="32641"/>
                </a:moveTo>
                <a:lnTo>
                  <a:pt x="17852" y="32641"/>
                </a:lnTo>
                <a:cubicBezTo>
                  <a:pt x="17822" y="32671"/>
                  <a:pt x="17763" y="32685"/>
                  <a:pt x="17719" y="32730"/>
                </a:cubicBezTo>
                <a:cubicBezTo>
                  <a:pt x="17705" y="32744"/>
                  <a:pt x="17705" y="32788"/>
                  <a:pt x="17690" y="32818"/>
                </a:cubicBezTo>
                <a:cubicBezTo>
                  <a:pt x="17719" y="32803"/>
                  <a:pt x="17763" y="32759"/>
                  <a:pt x="17793" y="32730"/>
                </a:cubicBezTo>
                <a:cubicBezTo>
                  <a:pt x="17822" y="32715"/>
                  <a:pt x="17837" y="32671"/>
                  <a:pt x="17852" y="32641"/>
                </a:cubicBezTo>
                <a:close/>
                <a:moveTo>
                  <a:pt x="16983" y="32764"/>
                </a:moveTo>
                <a:cubicBezTo>
                  <a:pt x="16960" y="32776"/>
                  <a:pt x="16935" y="32789"/>
                  <a:pt x="16910" y="32803"/>
                </a:cubicBezTo>
                <a:cubicBezTo>
                  <a:pt x="16910" y="32824"/>
                  <a:pt x="16910" y="32843"/>
                  <a:pt x="16909" y="32862"/>
                </a:cubicBezTo>
                <a:lnTo>
                  <a:pt x="16909" y="32862"/>
                </a:lnTo>
                <a:cubicBezTo>
                  <a:pt x="16934" y="32849"/>
                  <a:pt x="16959" y="32834"/>
                  <a:pt x="16983" y="32818"/>
                </a:cubicBezTo>
                <a:cubicBezTo>
                  <a:pt x="16983" y="32800"/>
                  <a:pt x="16983" y="32782"/>
                  <a:pt x="16983" y="32764"/>
                </a:cubicBezTo>
                <a:close/>
                <a:moveTo>
                  <a:pt x="20133" y="192"/>
                </a:moveTo>
                <a:lnTo>
                  <a:pt x="20074" y="221"/>
                </a:lnTo>
                <a:cubicBezTo>
                  <a:pt x="20780" y="1619"/>
                  <a:pt x="21281" y="3164"/>
                  <a:pt x="21590" y="4783"/>
                </a:cubicBezTo>
                <a:cubicBezTo>
                  <a:pt x="21693" y="5416"/>
                  <a:pt x="21810" y="6152"/>
                  <a:pt x="21737" y="6902"/>
                </a:cubicBezTo>
                <a:cubicBezTo>
                  <a:pt x="21678" y="7476"/>
                  <a:pt x="21516" y="8035"/>
                  <a:pt x="21251" y="8595"/>
                </a:cubicBezTo>
                <a:cubicBezTo>
                  <a:pt x="20810" y="9551"/>
                  <a:pt x="20103" y="10493"/>
                  <a:pt x="19088" y="11450"/>
                </a:cubicBezTo>
                <a:cubicBezTo>
                  <a:pt x="17866" y="12583"/>
                  <a:pt x="16527" y="13539"/>
                  <a:pt x="15100" y="14290"/>
                </a:cubicBezTo>
                <a:cubicBezTo>
                  <a:pt x="14658" y="14540"/>
                  <a:pt x="14187" y="14761"/>
                  <a:pt x="13731" y="14952"/>
                </a:cubicBezTo>
                <a:cubicBezTo>
                  <a:pt x="12833" y="15379"/>
                  <a:pt x="11892" y="15820"/>
                  <a:pt x="11053" y="16424"/>
                </a:cubicBezTo>
                <a:cubicBezTo>
                  <a:pt x="10655" y="16703"/>
                  <a:pt x="10317" y="16998"/>
                  <a:pt x="9993" y="17336"/>
                </a:cubicBezTo>
                <a:cubicBezTo>
                  <a:pt x="9154" y="18190"/>
                  <a:pt x="8639" y="19205"/>
                  <a:pt x="8551" y="20176"/>
                </a:cubicBezTo>
                <a:cubicBezTo>
                  <a:pt x="8448" y="21089"/>
                  <a:pt x="8801" y="21913"/>
                  <a:pt x="9154" y="22708"/>
                </a:cubicBezTo>
                <a:cubicBezTo>
                  <a:pt x="9669" y="23826"/>
                  <a:pt x="10582" y="24871"/>
                  <a:pt x="12053" y="26019"/>
                </a:cubicBezTo>
                <a:cubicBezTo>
                  <a:pt x="12348" y="26254"/>
                  <a:pt x="12627" y="26460"/>
                  <a:pt x="12863" y="26652"/>
                </a:cubicBezTo>
                <a:cubicBezTo>
                  <a:pt x="14599" y="28079"/>
                  <a:pt x="15777" y="29713"/>
                  <a:pt x="16380" y="31538"/>
                </a:cubicBezTo>
                <a:cubicBezTo>
                  <a:pt x="16553" y="32028"/>
                  <a:pt x="16653" y="32483"/>
                  <a:pt x="16682" y="32902"/>
                </a:cubicBezTo>
                <a:lnTo>
                  <a:pt x="16682" y="32902"/>
                </a:lnTo>
                <a:cubicBezTo>
                  <a:pt x="16692" y="32897"/>
                  <a:pt x="16701" y="32893"/>
                  <a:pt x="16711" y="32888"/>
                </a:cubicBezTo>
                <a:lnTo>
                  <a:pt x="16711" y="32888"/>
                </a:lnTo>
                <a:cubicBezTo>
                  <a:pt x="16663" y="32453"/>
                  <a:pt x="16562" y="31979"/>
                  <a:pt x="16395" y="31479"/>
                </a:cubicBezTo>
                <a:cubicBezTo>
                  <a:pt x="15777" y="29654"/>
                  <a:pt x="14599" y="28006"/>
                  <a:pt x="12863" y="26578"/>
                </a:cubicBezTo>
                <a:cubicBezTo>
                  <a:pt x="12627" y="26387"/>
                  <a:pt x="12348" y="26181"/>
                  <a:pt x="12053" y="25945"/>
                </a:cubicBezTo>
                <a:cubicBezTo>
                  <a:pt x="10611" y="24797"/>
                  <a:pt x="9684" y="23767"/>
                  <a:pt x="9169" y="22664"/>
                </a:cubicBezTo>
                <a:cubicBezTo>
                  <a:pt x="8816" y="21898"/>
                  <a:pt x="8492" y="21089"/>
                  <a:pt x="8580" y="20176"/>
                </a:cubicBezTo>
                <a:cubicBezTo>
                  <a:pt x="8669" y="19220"/>
                  <a:pt x="9184" y="18219"/>
                  <a:pt x="10023" y="17366"/>
                </a:cubicBezTo>
                <a:cubicBezTo>
                  <a:pt x="10332" y="17057"/>
                  <a:pt x="10685" y="16748"/>
                  <a:pt x="11067" y="16483"/>
                </a:cubicBezTo>
                <a:cubicBezTo>
                  <a:pt x="11906" y="15894"/>
                  <a:pt x="12848" y="15453"/>
                  <a:pt x="13746" y="15026"/>
                </a:cubicBezTo>
                <a:cubicBezTo>
                  <a:pt x="14187" y="14834"/>
                  <a:pt x="14673" y="14614"/>
                  <a:pt x="15114" y="14363"/>
                </a:cubicBezTo>
                <a:cubicBezTo>
                  <a:pt x="16542" y="13613"/>
                  <a:pt x="17896" y="12656"/>
                  <a:pt x="19117" y="11494"/>
                </a:cubicBezTo>
                <a:cubicBezTo>
                  <a:pt x="20148" y="10523"/>
                  <a:pt x="20869" y="9581"/>
                  <a:pt x="21310" y="8609"/>
                </a:cubicBezTo>
                <a:cubicBezTo>
                  <a:pt x="21575" y="8035"/>
                  <a:pt x="21737" y="7476"/>
                  <a:pt x="21796" y="6902"/>
                </a:cubicBezTo>
                <a:cubicBezTo>
                  <a:pt x="21869" y="6122"/>
                  <a:pt x="21752" y="5387"/>
                  <a:pt x="21649" y="4768"/>
                </a:cubicBezTo>
                <a:cubicBezTo>
                  <a:pt x="21354" y="3135"/>
                  <a:pt x="20839" y="1604"/>
                  <a:pt x="20133" y="192"/>
                </a:cubicBezTo>
                <a:close/>
                <a:moveTo>
                  <a:pt x="17454" y="32730"/>
                </a:moveTo>
                <a:lnTo>
                  <a:pt x="17454" y="32730"/>
                </a:lnTo>
                <a:cubicBezTo>
                  <a:pt x="17425" y="32788"/>
                  <a:pt x="17425" y="32818"/>
                  <a:pt x="17410" y="32877"/>
                </a:cubicBezTo>
                <a:cubicBezTo>
                  <a:pt x="17337" y="32936"/>
                  <a:pt x="17263" y="32965"/>
                  <a:pt x="17204" y="33009"/>
                </a:cubicBezTo>
                <a:cubicBezTo>
                  <a:pt x="17234" y="32950"/>
                  <a:pt x="17234" y="32891"/>
                  <a:pt x="17234" y="32862"/>
                </a:cubicBezTo>
                <a:cubicBezTo>
                  <a:pt x="17307" y="32818"/>
                  <a:pt x="17381" y="32759"/>
                  <a:pt x="17454" y="32730"/>
                </a:cubicBezTo>
                <a:close/>
                <a:moveTo>
                  <a:pt x="17690" y="32906"/>
                </a:moveTo>
                <a:lnTo>
                  <a:pt x="17690" y="32906"/>
                </a:lnTo>
                <a:cubicBezTo>
                  <a:pt x="17660" y="32950"/>
                  <a:pt x="17631" y="32965"/>
                  <a:pt x="17616" y="32980"/>
                </a:cubicBezTo>
                <a:cubicBezTo>
                  <a:pt x="17616" y="32997"/>
                  <a:pt x="17616" y="33009"/>
                  <a:pt x="17613" y="33019"/>
                </a:cubicBezTo>
                <a:lnTo>
                  <a:pt x="17613" y="33019"/>
                </a:lnTo>
                <a:cubicBezTo>
                  <a:pt x="17629" y="32997"/>
                  <a:pt x="17652" y="32976"/>
                  <a:pt x="17675" y="32965"/>
                </a:cubicBezTo>
                <a:cubicBezTo>
                  <a:pt x="17675" y="32950"/>
                  <a:pt x="17690" y="32936"/>
                  <a:pt x="17690" y="32906"/>
                </a:cubicBezTo>
                <a:close/>
                <a:moveTo>
                  <a:pt x="17586" y="32822"/>
                </a:moveTo>
                <a:cubicBezTo>
                  <a:pt x="17531" y="32894"/>
                  <a:pt x="17475" y="32965"/>
                  <a:pt x="17413" y="33032"/>
                </a:cubicBezTo>
                <a:lnTo>
                  <a:pt x="17413" y="33032"/>
                </a:lnTo>
                <a:cubicBezTo>
                  <a:pt x="17429" y="33001"/>
                  <a:pt x="17454" y="32947"/>
                  <a:pt x="17454" y="32906"/>
                </a:cubicBezTo>
                <a:lnTo>
                  <a:pt x="17586" y="32822"/>
                </a:lnTo>
                <a:close/>
                <a:moveTo>
                  <a:pt x="17613" y="33019"/>
                </a:moveTo>
                <a:cubicBezTo>
                  <a:pt x="17609" y="33026"/>
                  <a:pt x="17605" y="33032"/>
                  <a:pt x="17602" y="33039"/>
                </a:cubicBezTo>
                <a:cubicBezTo>
                  <a:pt x="17608" y="33032"/>
                  <a:pt x="17611" y="33026"/>
                  <a:pt x="17613" y="33019"/>
                </a:cubicBezTo>
                <a:close/>
                <a:moveTo>
                  <a:pt x="19632" y="221"/>
                </a:moveTo>
                <a:lnTo>
                  <a:pt x="19588" y="265"/>
                </a:lnTo>
                <a:cubicBezTo>
                  <a:pt x="20280" y="1663"/>
                  <a:pt x="20766" y="3164"/>
                  <a:pt x="21031" y="4783"/>
                </a:cubicBezTo>
                <a:cubicBezTo>
                  <a:pt x="21134" y="5357"/>
                  <a:pt x="21237" y="6108"/>
                  <a:pt x="21148" y="6888"/>
                </a:cubicBezTo>
                <a:cubicBezTo>
                  <a:pt x="21089" y="7432"/>
                  <a:pt x="20927" y="8006"/>
                  <a:pt x="20692" y="8551"/>
                </a:cubicBezTo>
                <a:cubicBezTo>
                  <a:pt x="20265" y="9507"/>
                  <a:pt x="19559" y="10449"/>
                  <a:pt x="18588" y="11420"/>
                </a:cubicBezTo>
                <a:cubicBezTo>
                  <a:pt x="17410" y="12583"/>
                  <a:pt x="16100" y="13554"/>
                  <a:pt x="14702" y="14334"/>
                </a:cubicBezTo>
                <a:cubicBezTo>
                  <a:pt x="14261" y="14570"/>
                  <a:pt x="13805" y="14805"/>
                  <a:pt x="13349" y="15026"/>
                </a:cubicBezTo>
                <a:cubicBezTo>
                  <a:pt x="12480" y="15467"/>
                  <a:pt x="11583" y="15909"/>
                  <a:pt x="10773" y="16497"/>
                </a:cubicBezTo>
                <a:cubicBezTo>
                  <a:pt x="10405" y="16777"/>
                  <a:pt x="10052" y="17071"/>
                  <a:pt x="9743" y="17380"/>
                </a:cubicBezTo>
                <a:cubicBezTo>
                  <a:pt x="8919" y="18234"/>
                  <a:pt x="8404" y="19220"/>
                  <a:pt x="8286" y="20176"/>
                </a:cubicBezTo>
                <a:cubicBezTo>
                  <a:pt x="8183" y="21089"/>
                  <a:pt x="8477" y="21913"/>
                  <a:pt x="8801" y="22664"/>
                </a:cubicBezTo>
                <a:cubicBezTo>
                  <a:pt x="9434" y="24150"/>
                  <a:pt x="10714" y="25312"/>
                  <a:pt x="11744" y="26166"/>
                </a:cubicBezTo>
                <a:cubicBezTo>
                  <a:pt x="12053" y="26401"/>
                  <a:pt x="12333" y="26637"/>
                  <a:pt x="12569" y="26843"/>
                </a:cubicBezTo>
                <a:cubicBezTo>
                  <a:pt x="14335" y="28344"/>
                  <a:pt x="15541" y="30081"/>
                  <a:pt x="16100" y="31994"/>
                </a:cubicBezTo>
                <a:cubicBezTo>
                  <a:pt x="16216" y="32380"/>
                  <a:pt x="16298" y="32732"/>
                  <a:pt x="16347" y="33080"/>
                </a:cubicBezTo>
                <a:lnTo>
                  <a:pt x="16347" y="33080"/>
                </a:lnTo>
                <a:cubicBezTo>
                  <a:pt x="16358" y="33073"/>
                  <a:pt x="16371" y="33067"/>
                  <a:pt x="16383" y="33060"/>
                </a:cubicBezTo>
                <a:lnTo>
                  <a:pt x="16383" y="33060"/>
                </a:lnTo>
                <a:cubicBezTo>
                  <a:pt x="16345" y="32728"/>
                  <a:pt x="16262" y="32371"/>
                  <a:pt x="16145" y="31979"/>
                </a:cubicBezTo>
                <a:cubicBezTo>
                  <a:pt x="15556" y="30036"/>
                  <a:pt x="14364" y="28300"/>
                  <a:pt x="12598" y="26784"/>
                </a:cubicBezTo>
                <a:cubicBezTo>
                  <a:pt x="12333" y="26563"/>
                  <a:pt x="12053" y="26343"/>
                  <a:pt x="11759" y="26107"/>
                </a:cubicBezTo>
                <a:cubicBezTo>
                  <a:pt x="10714" y="25283"/>
                  <a:pt x="9449" y="24120"/>
                  <a:pt x="8845" y="22649"/>
                </a:cubicBezTo>
                <a:cubicBezTo>
                  <a:pt x="8521" y="21898"/>
                  <a:pt x="8227" y="21089"/>
                  <a:pt x="8345" y="20206"/>
                </a:cubicBezTo>
                <a:cubicBezTo>
                  <a:pt x="8448" y="19264"/>
                  <a:pt x="8963" y="18293"/>
                  <a:pt x="9772" y="17439"/>
                </a:cubicBezTo>
                <a:cubicBezTo>
                  <a:pt x="10096" y="17130"/>
                  <a:pt x="10420" y="16836"/>
                  <a:pt x="10788" y="16556"/>
                </a:cubicBezTo>
                <a:cubicBezTo>
                  <a:pt x="11597" y="15968"/>
                  <a:pt x="12495" y="15526"/>
                  <a:pt x="13363" y="15099"/>
                </a:cubicBezTo>
                <a:cubicBezTo>
                  <a:pt x="13805" y="14879"/>
                  <a:pt x="14290" y="14643"/>
                  <a:pt x="14732" y="14408"/>
                </a:cubicBezTo>
                <a:cubicBezTo>
                  <a:pt x="16145" y="13628"/>
                  <a:pt x="17454" y="12642"/>
                  <a:pt x="18632" y="11479"/>
                </a:cubicBezTo>
                <a:cubicBezTo>
                  <a:pt x="19618" y="10508"/>
                  <a:pt x="20324" y="9551"/>
                  <a:pt x="20736" y="8580"/>
                </a:cubicBezTo>
                <a:cubicBezTo>
                  <a:pt x="21001" y="8006"/>
                  <a:pt x="21148" y="7432"/>
                  <a:pt x="21207" y="6888"/>
                </a:cubicBezTo>
                <a:cubicBezTo>
                  <a:pt x="21281" y="6108"/>
                  <a:pt x="21178" y="5357"/>
                  <a:pt x="21089" y="4768"/>
                </a:cubicBezTo>
                <a:cubicBezTo>
                  <a:pt x="20810" y="3150"/>
                  <a:pt x="20324" y="1619"/>
                  <a:pt x="19632" y="221"/>
                </a:cubicBezTo>
                <a:close/>
                <a:moveTo>
                  <a:pt x="16682" y="32902"/>
                </a:moveTo>
                <a:lnTo>
                  <a:pt x="16682" y="32902"/>
                </a:lnTo>
                <a:cubicBezTo>
                  <a:pt x="16645" y="32921"/>
                  <a:pt x="16608" y="32940"/>
                  <a:pt x="16571" y="32965"/>
                </a:cubicBezTo>
                <a:cubicBezTo>
                  <a:pt x="16571" y="33016"/>
                  <a:pt x="16571" y="33059"/>
                  <a:pt x="16576" y="33101"/>
                </a:cubicBezTo>
                <a:lnTo>
                  <a:pt x="16576" y="33101"/>
                </a:lnTo>
                <a:lnTo>
                  <a:pt x="16616" y="33083"/>
                </a:lnTo>
                <a:cubicBezTo>
                  <a:pt x="16660" y="33053"/>
                  <a:pt x="16674" y="33053"/>
                  <a:pt x="16689" y="33039"/>
                </a:cubicBezTo>
                <a:cubicBezTo>
                  <a:pt x="16688" y="32994"/>
                  <a:pt x="16685" y="32948"/>
                  <a:pt x="16682" y="32902"/>
                </a:cubicBezTo>
                <a:close/>
                <a:moveTo>
                  <a:pt x="16513" y="33009"/>
                </a:moveTo>
                <a:cubicBezTo>
                  <a:pt x="16498" y="33009"/>
                  <a:pt x="16498" y="33024"/>
                  <a:pt x="16468" y="33024"/>
                </a:cubicBezTo>
                <a:cubicBezTo>
                  <a:pt x="16440" y="33033"/>
                  <a:pt x="16411" y="33046"/>
                  <a:pt x="16383" y="33060"/>
                </a:cubicBezTo>
                <a:lnTo>
                  <a:pt x="16383" y="33060"/>
                </a:lnTo>
                <a:cubicBezTo>
                  <a:pt x="16387" y="33103"/>
                  <a:pt x="16392" y="33144"/>
                  <a:pt x="16395" y="33186"/>
                </a:cubicBezTo>
                <a:lnTo>
                  <a:pt x="16513" y="33131"/>
                </a:lnTo>
                <a:lnTo>
                  <a:pt x="16513" y="33009"/>
                </a:lnTo>
                <a:close/>
                <a:moveTo>
                  <a:pt x="17131" y="32891"/>
                </a:moveTo>
                <a:cubicBezTo>
                  <a:pt x="17131" y="32950"/>
                  <a:pt x="17116" y="33009"/>
                  <a:pt x="17101" y="33053"/>
                </a:cubicBezTo>
                <a:cubicBezTo>
                  <a:pt x="17028" y="33112"/>
                  <a:pt x="16954" y="33156"/>
                  <a:pt x="16866" y="33200"/>
                </a:cubicBezTo>
                <a:cubicBezTo>
                  <a:pt x="16895" y="33156"/>
                  <a:pt x="16895" y="33097"/>
                  <a:pt x="16895" y="33039"/>
                </a:cubicBezTo>
                <a:cubicBezTo>
                  <a:pt x="16969" y="32980"/>
                  <a:pt x="17057" y="32950"/>
                  <a:pt x="17131" y="32891"/>
                </a:cubicBezTo>
                <a:close/>
                <a:moveTo>
                  <a:pt x="17381" y="32980"/>
                </a:moveTo>
                <a:cubicBezTo>
                  <a:pt x="17381" y="33009"/>
                  <a:pt x="17351" y="33024"/>
                  <a:pt x="17351" y="33024"/>
                </a:cubicBezTo>
                <a:cubicBezTo>
                  <a:pt x="17337" y="33053"/>
                  <a:pt x="17337" y="33097"/>
                  <a:pt x="17322" y="33112"/>
                </a:cubicBezTo>
                <a:cubicBezTo>
                  <a:pt x="17263" y="33142"/>
                  <a:pt x="17204" y="33200"/>
                  <a:pt x="17131" y="33245"/>
                </a:cubicBezTo>
                <a:cubicBezTo>
                  <a:pt x="17160" y="33186"/>
                  <a:pt x="17160" y="33142"/>
                  <a:pt x="17175" y="33097"/>
                </a:cubicBezTo>
                <a:cubicBezTo>
                  <a:pt x="17248" y="33053"/>
                  <a:pt x="17307" y="33024"/>
                  <a:pt x="17381" y="32980"/>
                </a:cubicBezTo>
                <a:close/>
                <a:moveTo>
                  <a:pt x="17499" y="33053"/>
                </a:moveTo>
                <a:lnTo>
                  <a:pt x="17499" y="33053"/>
                </a:lnTo>
                <a:cubicBezTo>
                  <a:pt x="17469" y="33083"/>
                  <a:pt x="17410" y="33112"/>
                  <a:pt x="17381" y="33156"/>
                </a:cubicBezTo>
                <a:cubicBezTo>
                  <a:pt x="17351" y="33186"/>
                  <a:pt x="17351" y="33200"/>
                  <a:pt x="17337" y="33245"/>
                </a:cubicBezTo>
                <a:cubicBezTo>
                  <a:pt x="17366" y="33230"/>
                  <a:pt x="17410" y="33186"/>
                  <a:pt x="17454" y="33156"/>
                </a:cubicBezTo>
                <a:cubicBezTo>
                  <a:pt x="17469" y="33127"/>
                  <a:pt x="17484" y="33097"/>
                  <a:pt x="17499" y="33053"/>
                </a:cubicBezTo>
                <a:close/>
                <a:moveTo>
                  <a:pt x="16347" y="33080"/>
                </a:moveTo>
                <a:cubicBezTo>
                  <a:pt x="16301" y="33105"/>
                  <a:pt x="16258" y="33133"/>
                  <a:pt x="16218" y="33156"/>
                </a:cubicBezTo>
                <a:lnTo>
                  <a:pt x="16218" y="33303"/>
                </a:lnTo>
                <a:lnTo>
                  <a:pt x="16218" y="33303"/>
                </a:lnTo>
                <a:cubicBezTo>
                  <a:pt x="16270" y="33278"/>
                  <a:pt x="16321" y="33252"/>
                  <a:pt x="16365" y="33230"/>
                </a:cubicBezTo>
                <a:cubicBezTo>
                  <a:pt x="16360" y="33180"/>
                  <a:pt x="16354" y="33130"/>
                  <a:pt x="16347" y="33080"/>
                </a:cubicBezTo>
                <a:close/>
                <a:moveTo>
                  <a:pt x="16822" y="33083"/>
                </a:moveTo>
                <a:cubicBezTo>
                  <a:pt x="16822" y="33127"/>
                  <a:pt x="16807" y="33186"/>
                  <a:pt x="16807" y="33245"/>
                </a:cubicBezTo>
                <a:cubicBezTo>
                  <a:pt x="16733" y="33303"/>
                  <a:pt x="16645" y="33333"/>
                  <a:pt x="16571" y="33392"/>
                </a:cubicBezTo>
                <a:lnTo>
                  <a:pt x="16571" y="33230"/>
                </a:lnTo>
                <a:cubicBezTo>
                  <a:pt x="16660" y="33171"/>
                  <a:pt x="16733" y="33127"/>
                  <a:pt x="16822" y="33083"/>
                </a:cubicBezTo>
                <a:close/>
                <a:moveTo>
                  <a:pt x="17184" y="33317"/>
                </a:moveTo>
                <a:cubicBezTo>
                  <a:pt x="17156" y="33350"/>
                  <a:pt x="17128" y="33381"/>
                  <a:pt x="17099" y="33412"/>
                </a:cubicBezTo>
                <a:lnTo>
                  <a:pt x="17099" y="33412"/>
                </a:lnTo>
                <a:cubicBezTo>
                  <a:pt x="17101" y="33397"/>
                  <a:pt x="17101" y="33385"/>
                  <a:pt x="17101" y="33377"/>
                </a:cubicBezTo>
                <a:lnTo>
                  <a:pt x="17184" y="33317"/>
                </a:lnTo>
                <a:close/>
                <a:moveTo>
                  <a:pt x="17086" y="33171"/>
                </a:moveTo>
                <a:lnTo>
                  <a:pt x="17086" y="33171"/>
                </a:lnTo>
                <a:cubicBezTo>
                  <a:pt x="17057" y="33230"/>
                  <a:pt x="17057" y="33259"/>
                  <a:pt x="17042" y="33318"/>
                </a:cubicBezTo>
                <a:cubicBezTo>
                  <a:pt x="16983" y="33348"/>
                  <a:pt x="16910" y="33406"/>
                  <a:pt x="16836" y="33451"/>
                </a:cubicBezTo>
                <a:cubicBezTo>
                  <a:pt x="16866" y="33392"/>
                  <a:pt x="16866" y="33333"/>
                  <a:pt x="16866" y="33289"/>
                </a:cubicBezTo>
                <a:cubicBezTo>
                  <a:pt x="16939" y="33259"/>
                  <a:pt x="16998" y="33200"/>
                  <a:pt x="17086" y="33171"/>
                </a:cubicBezTo>
                <a:close/>
                <a:moveTo>
                  <a:pt x="17337" y="33348"/>
                </a:moveTo>
                <a:cubicBezTo>
                  <a:pt x="17322" y="33377"/>
                  <a:pt x="17278" y="33392"/>
                  <a:pt x="17263" y="33406"/>
                </a:cubicBezTo>
                <a:cubicBezTo>
                  <a:pt x="17263" y="33421"/>
                  <a:pt x="17248" y="33451"/>
                  <a:pt x="17248" y="33465"/>
                </a:cubicBezTo>
                <a:lnTo>
                  <a:pt x="17322" y="33392"/>
                </a:lnTo>
                <a:cubicBezTo>
                  <a:pt x="17322" y="33377"/>
                  <a:pt x="17336" y="33348"/>
                  <a:pt x="17337" y="33348"/>
                </a:cubicBezTo>
                <a:close/>
                <a:moveTo>
                  <a:pt x="17160" y="33524"/>
                </a:moveTo>
                <a:cubicBezTo>
                  <a:pt x="17152" y="33528"/>
                  <a:pt x="17145" y="33532"/>
                  <a:pt x="17139" y="33537"/>
                </a:cubicBezTo>
                <a:lnTo>
                  <a:pt x="17139" y="33537"/>
                </a:lnTo>
                <a:cubicBezTo>
                  <a:pt x="17146" y="33533"/>
                  <a:pt x="17153" y="33529"/>
                  <a:pt x="17160" y="33524"/>
                </a:cubicBezTo>
                <a:close/>
                <a:moveTo>
                  <a:pt x="16050" y="33248"/>
                </a:moveTo>
                <a:cubicBezTo>
                  <a:pt x="16058" y="33292"/>
                  <a:pt x="16065" y="33335"/>
                  <a:pt x="16071" y="33377"/>
                </a:cubicBezTo>
                <a:cubicBezTo>
                  <a:pt x="16100" y="33363"/>
                  <a:pt x="16131" y="33347"/>
                  <a:pt x="16164" y="33331"/>
                </a:cubicBezTo>
                <a:lnTo>
                  <a:pt x="16164" y="33331"/>
                </a:lnTo>
                <a:cubicBezTo>
                  <a:pt x="16166" y="33352"/>
                  <a:pt x="16169" y="33373"/>
                  <a:pt x="16174" y="33392"/>
                </a:cubicBezTo>
                <a:lnTo>
                  <a:pt x="15894" y="33554"/>
                </a:lnTo>
                <a:cubicBezTo>
                  <a:pt x="15865" y="33480"/>
                  <a:pt x="15865" y="33406"/>
                  <a:pt x="15865" y="33348"/>
                </a:cubicBezTo>
                <a:cubicBezTo>
                  <a:pt x="15922" y="33310"/>
                  <a:pt x="15985" y="33278"/>
                  <a:pt x="16050" y="33248"/>
                </a:cubicBezTo>
                <a:close/>
                <a:moveTo>
                  <a:pt x="16513" y="33274"/>
                </a:moveTo>
                <a:lnTo>
                  <a:pt x="16513" y="33465"/>
                </a:lnTo>
                <a:cubicBezTo>
                  <a:pt x="16424" y="33524"/>
                  <a:pt x="16321" y="33568"/>
                  <a:pt x="16248" y="33613"/>
                </a:cubicBezTo>
                <a:cubicBezTo>
                  <a:pt x="16233" y="33539"/>
                  <a:pt x="16233" y="33480"/>
                  <a:pt x="16233" y="33421"/>
                </a:cubicBezTo>
                <a:cubicBezTo>
                  <a:pt x="16248" y="33406"/>
                  <a:pt x="16292" y="33392"/>
                  <a:pt x="16307" y="33392"/>
                </a:cubicBezTo>
                <a:cubicBezTo>
                  <a:pt x="16380" y="33348"/>
                  <a:pt x="16439" y="33318"/>
                  <a:pt x="16513" y="33274"/>
                </a:cubicBezTo>
                <a:close/>
                <a:moveTo>
                  <a:pt x="16807" y="33333"/>
                </a:moveTo>
                <a:cubicBezTo>
                  <a:pt x="16807" y="33392"/>
                  <a:pt x="16792" y="33451"/>
                  <a:pt x="16763" y="33495"/>
                </a:cubicBezTo>
                <a:cubicBezTo>
                  <a:pt x="16689" y="33554"/>
                  <a:pt x="16616" y="33598"/>
                  <a:pt x="16542" y="33642"/>
                </a:cubicBezTo>
                <a:cubicBezTo>
                  <a:pt x="16542" y="33598"/>
                  <a:pt x="16571" y="33539"/>
                  <a:pt x="16571" y="33480"/>
                </a:cubicBezTo>
                <a:cubicBezTo>
                  <a:pt x="16645" y="33421"/>
                  <a:pt x="16733" y="33392"/>
                  <a:pt x="16807" y="33333"/>
                </a:cubicBezTo>
                <a:close/>
                <a:moveTo>
                  <a:pt x="17013" y="33406"/>
                </a:moveTo>
                <a:lnTo>
                  <a:pt x="17013" y="33406"/>
                </a:lnTo>
                <a:cubicBezTo>
                  <a:pt x="16983" y="33465"/>
                  <a:pt x="16969" y="33495"/>
                  <a:pt x="16954" y="33554"/>
                </a:cubicBezTo>
                <a:cubicBezTo>
                  <a:pt x="16895" y="33598"/>
                  <a:pt x="16836" y="33642"/>
                  <a:pt x="16763" y="33686"/>
                </a:cubicBezTo>
                <a:cubicBezTo>
                  <a:pt x="16807" y="33627"/>
                  <a:pt x="16822" y="33598"/>
                  <a:pt x="16822" y="33539"/>
                </a:cubicBezTo>
                <a:cubicBezTo>
                  <a:pt x="16895" y="33495"/>
                  <a:pt x="16954" y="33451"/>
                  <a:pt x="17013" y="33406"/>
                </a:cubicBezTo>
                <a:close/>
                <a:moveTo>
                  <a:pt x="15791" y="33377"/>
                </a:moveTo>
                <a:cubicBezTo>
                  <a:pt x="15791" y="33451"/>
                  <a:pt x="15806" y="33495"/>
                  <a:pt x="15806" y="33554"/>
                </a:cubicBezTo>
                <a:cubicBezTo>
                  <a:pt x="15762" y="33568"/>
                  <a:pt x="15718" y="33613"/>
                  <a:pt x="15659" y="33627"/>
                </a:cubicBezTo>
                <a:cubicBezTo>
                  <a:pt x="15615" y="33642"/>
                  <a:pt x="15571" y="33686"/>
                  <a:pt x="15512" y="33701"/>
                </a:cubicBezTo>
                <a:cubicBezTo>
                  <a:pt x="15512" y="33671"/>
                  <a:pt x="15512" y="33613"/>
                  <a:pt x="15497" y="33539"/>
                </a:cubicBezTo>
                <a:cubicBezTo>
                  <a:pt x="15585" y="33480"/>
                  <a:pt x="15688" y="33421"/>
                  <a:pt x="15791" y="33377"/>
                </a:cubicBezTo>
                <a:close/>
                <a:moveTo>
                  <a:pt x="17139" y="33537"/>
                </a:moveTo>
                <a:lnTo>
                  <a:pt x="17139" y="33537"/>
                </a:lnTo>
                <a:cubicBezTo>
                  <a:pt x="17099" y="33559"/>
                  <a:pt x="17053" y="33575"/>
                  <a:pt x="17028" y="33613"/>
                </a:cubicBezTo>
                <a:cubicBezTo>
                  <a:pt x="17028" y="33627"/>
                  <a:pt x="17013" y="33671"/>
                  <a:pt x="16983" y="33701"/>
                </a:cubicBezTo>
                <a:lnTo>
                  <a:pt x="17101" y="33598"/>
                </a:lnTo>
                <a:cubicBezTo>
                  <a:pt x="17112" y="33566"/>
                  <a:pt x="17123" y="33549"/>
                  <a:pt x="17139" y="33537"/>
                </a:cubicBezTo>
                <a:close/>
                <a:moveTo>
                  <a:pt x="16159" y="33465"/>
                </a:moveTo>
                <a:lnTo>
                  <a:pt x="16159" y="33642"/>
                </a:lnTo>
                <a:cubicBezTo>
                  <a:pt x="16145" y="33657"/>
                  <a:pt x="16130" y="33657"/>
                  <a:pt x="16100" y="33686"/>
                </a:cubicBezTo>
                <a:cubicBezTo>
                  <a:pt x="16027" y="33716"/>
                  <a:pt x="15953" y="33774"/>
                  <a:pt x="15880" y="33804"/>
                </a:cubicBezTo>
                <a:lnTo>
                  <a:pt x="15880" y="33613"/>
                </a:lnTo>
                <a:cubicBezTo>
                  <a:pt x="15983" y="33554"/>
                  <a:pt x="16071" y="33495"/>
                  <a:pt x="16159" y="33465"/>
                </a:cubicBezTo>
                <a:close/>
                <a:moveTo>
                  <a:pt x="16802" y="33751"/>
                </a:moveTo>
                <a:lnTo>
                  <a:pt x="16802" y="33751"/>
                </a:lnTo>
                <a:cubicBezTo>
                  <a:pt x="16784" y="33773"/>
                  <a:pt x="16766" y="33794"/>
                  <a:pt x="16748" y="33816"/>
                </a:cubicBezTo>
                <a:lnTo>
                  <a:pt x="16748" y="33816"/>
                </a:lnTo>
                <a:cubicBezTo>
                  <a:pt x="16748" y="33789"/>
                  <a:pt x="16748" y="33789"/>
                  <a:pt x="16763" y="33774"/>
                </a:cubicBezTo>
                <a:lnTo>
                  <a:pt x="16802" y="33751"/>
                </a:lnTo>
                <a:close/>
                <a:moveTo>
                  <a:pt x="16498" y="33524"/>
                </a:moveTo>
                <a:cubicBezTo>
                  <a:pt x="16498" y="33568"/>
                  <a:pt x="16468" y="33627"/>
                  <a:pt x="16468" y="33686"/>
                </a:cubicBezTo>
                <a:cubicBezTo>
                  <a:pt x="16395" y="33745"/>
                  <a:pt x="16307" y="33789"/>
                  <a:pt x="16233" y="33833"/>
                </a:cubicBezTo>
                <a:lnTo>
                  <a:pt x="16233" y="33671"/>
                </a:lnTo>
                <a:cubicBezTo>
                  <a:pt x="16307" y="33627"/>
                  <a:pt x="16395" y="33568"/>
                  <a:pt x="16498" y="33524"/>
                </a:cubicBezTo>
                <a:close/>
                <a:moveTo>
                  <a:pt x="16748" y="33583"/>
                </a:moveTo>
                <a:cubicBezTo>
                  <a:pt x="16733" y="33642"/>
                  <a:pt x="16719" y="33701"/>
                  <a:pt x="16719" y="33745"/>
                </a:cubicBezTo>
                <a:cubicBezTo>
                  <a:pt x="16645" y="33789"/>
                  <a:pt x="16571" y="33833"/>
                  <a:pt x="16498" y="33892"/>
                </a:cubicBezTo>
                <a:cubicBezTo>
                  <a:pt x="16513" y="33833"/>
                  <a:pt x="16513" y="33774"/>
                  <a:pt x="16527" y="33745"/>
                </a:cubicBezTo>
                <a:cubicBezTo>
                  <a:pt x="16601" y="33686"/>
                  <a:pt x="16674" y="33642"/>
                  <a:pt x="16748" y="33583"/>
                </a:cubicBezTo>
                <a:close/>
                <a:moveTo>
                  <a:pt x="16983" y="33774"/>
                </a:moveTo>
                <a:cubicBezTo>
                  <a:pt x="16969" y="33789"/>
                  <a:pt x="16939" y="33819"/>
                  <a:pt x="16910" y="33833"/>
                </a:cubicBezTo>
                <a:cubicBezTo>
                  <a:pt x="16895" y="33848"/>
                  <a:pt x="16895" y="33863"/>
                  <a:pt x="16880" y="33892"/>
                </a:cubicBezTo>
                <a:lnTo>
                  <a:pt x="16954" y="33819"/>
                </a:lnTo>
                <a:cubicBezTo>
                  <a:pt x="16969" y="33819"/>
                  <a:pt x="16983" y="33789"/>
                  <a:pt x="16983" y="33774"/>
                </a:cubicBezTo>
                <a:close/>
                <a:moveTo>
                  <a:pt x="15424" y="33568"/>
                </a:moveTo>
                <a:cubicBezTo>
                  <a:pt x="15424" y="33642"/>
                  <a:pt x="15438" y="33701"/>
                  <a:pt x="15438" y="33774"/>
                </a:cubicBezTo>
                <a:cubicBezTo>
                  <a:pt x="15394" y="33819"/>
                  <a:pt x="15335" y="33833"/>
                  <a:pt x="15276" y="33863"/>
                </a:cubicBezTo>
                <a:cubicBezTo>
                  <a:pt x="15232" y="33892"/>
                  <a:pt x="15203" y="33922"/>
                  <a:pt x="15144" y="33936"/>
                </a:cubicBezTo>
                <a:cubicBezTo>
                  <a:pt x="15173" y="33892"/>
                  <a:pt x="15173" y="33819"/>
                  <a:pt x="15144" y="33745"/>
                </a:cubicBezTo>
                <a:lnTo>
                  <a:pt x="15424" y="33568"/>
                </a:lnTo>
                <a:close/>
                <a:moveTo>
                  <a:pt x="16807" y="33966"/>
                </a:moveTo>
                <a:cubicBezTo>
                  <a:pt x="16788" y="33966"/>
                  <a:pt x="16775" y="33971"/>
                  <a:pt x="16765" y="33981"/>
                </a:cubicBezTo>
                <a:lnTo>
                  <a:pt x="16765" y="33981"/>
                </a:lnTo>
                <a:cubicBezTo>
                  <a:pt x="16778" y="33975"/>
                  <a:pt x="16791" y="33970"/>
                  <a:pt x="16807" y="33966"/>
                </a:cubicBezTo>
                <a:close/>
                <a:moveTo>
                  <a:pt x="15806" y="33642"/>
                </a:moveTo>
                <a:lnTo>
                  <a:pt x="15806" y="33833"/>
                </a:lnTo>
                <a:lnTo>
                  <a:pt x="15541" y="33995"/>
                </a:lnTo>
                <a:lnTo>
                  <a:pt x="15541" y="33819"/>
                </a:lnTo>
                <a:cubicBezTo>
                  <a:pt x="15585" y="33774"/>
                  <a:pt x="15644" y="33745"/>
                  <a:pt x="15703" y="33716"/>
                </a:cubicBezTo>
                <a:cubicBezTo>
                  <a:pt x="15733" y="33701"/>
                  <a:pt x="15777" y="33686"/>
                  <a:pt x="15806" y="33642"/>
                </a:cubicBezTo>
                <a:close/>
                <a:moveTo>
                  <a:pt x="16159" y="33716"/>
                </a:moveTo>
                <a:cubicBezTo>
                  <a:pt x="16159" y="33774"/>
                  <a:pt x="16159" y="33833"/>
                  <a:pt x="16145" y="33907"/>
                </a:cubicBezTo>
                <a:cubicBezTo>
                  <a:pt x="16086" y="33936"/>
                  <a:pt x="16012" y="33980"/>
                  <a:pt x="15953" y="34010"/>
                </a:cubicBezTo>
                <a:cubicBezTo>
                  <a:pt x="15939" y="34025"/>
                  <a:pt x="15924" y="34025"/>
                  <a:pt x="15880" y="34054"/>
                </a:cubicBezTo>
                <a:cubicBezTo>
                  <a:pt x="15880" y="33995"/>
                  <a:pt x="15909" y="33922"/>
                  <a:pt x="15880" y="33863"/>
                </a:cubicBezTo>
                <a:cubicBezTo>
                  <a:pt x="15983" y="33819"/>
                  <a:pt x="16056" y="33774"/>
                  <a:pt x="16145" y="33716"/>
                </a:cubicBezTo>
                <a:close/>
                <a:moveTo>
                  <a:pt x="16454" y="33774"/>
                </a:moveTo>
                <a:cubicBezTo>
                  <a:pt x="16439" y="33833"/>
                  <a:pt x="16439" y="33877"/>
                  <a:pt x="16410" y="33936"/>
                </a:cubicBezTo>
                <a:cubicBezTo>
                  <a:pt x="16351" y="33995"/>
                  <a:pt x="16277" y="34054"/>
                  <a:pt x="16203" y="34083"/>
                </a:cubicBezTo>
                <a:cubicBezTo>
                  <a:pt x="16203" y="34025"/>
                  <a:pt x="16218" y="33980"/>
                  <a:pt x="16218" y="33922"/>
                </a:cubicBezTo>
                <a:cubicBezTo>
                  <a:pt x="16292" y="33863"/>
                  <a:pt x="16380" y="33833"/>
                  <a:pt x="16454" y="33774"/>
                </a:cubicBezTo>
                <a:close/>
                <a:moveTo>
                  <a:pt x="16660" y="33848"/>
                </a:moveTo>
                <a:lnTo>
                  <a:pt x="16660" y="33848"/>
                </a:lnTo>
                <a:cubicBezTo>
                  <a:pt x="16645" y="33907"/>
                  <a:pt x="16616" y="33936"/>
                  <a:pt x="16601" y="33980"/>
                </a:cubicBezTo>
                <a:cubicBezTo>
                  <a:pt x="16542" y="34010"/>
                  <a:pt x="16498" y="34069"/>
                  <a:pt x="16424" y="34113"/>
                </a:cubicBezTo>
                <a:cubicBezTo>
                  <a:pt x="16454" y="34069"/>
                  <a:pt x="16454" y="34039"/>
                  <a:pt x="16468" y="33980"/>
                </a:cubicBezTo>
                <a:cubicBezTo>
                  <a:pt x="16527" y="33936"/>
                  <a:pt x="16601" y="33892"/>
                  <a:pt x="16660" y="33848"/>
                </a:cubicBezTo>
                <a:close/>
                <a:moveTo>
                  <a:pt x="16765" y="33981"/>
                </a:moveTo>
                <a:cubicBezTo>
                  <a:pt x="16731" y="33997"/>
                  <a:pt x="16707" y="34022"/>
                  <a:pt x="16674" y="34054"/>
                </a:cubicBezTo>
                <a:cubicBezTo>
                  <a:pt x="16674" y="34069"/>
                  <a:pt x="16660" y="34113"/>
                  <a:pt x="16645" y="34142"/>
                </a:cubicBezTo>
                <a:lnTo>
                  <a:pt x="16748" y="34039"/>
                </a:lnTo>
                <a:cubicBezTo>
                  <a:pt x="16748" y="34014"/>
                  <a:pt x="16753" y="33993"/>
                  <a:pt x="16765" y="33981"/>
                </a:cubicBezTo>
                <a:close/>
                <a:moveTo>
                  <a:pt x="15100" y="33789"/>
                </a:moveTo>
                <a:cubicBezTo>
                  <a:pt x="15100" y="33863"/>
                  <a:pt x="15114" y="33922"/>
                  <a:pt x="15114" y="33995"/>
                </a:cubicBezTo>
                <a:cubicBezTo>
                  <a:pt x="15026" y="34054"/>
                  <a:pt x="14923" y="34113"/>
                  <a:pt x="14835" y="34186"/>
                </a:cubicBezTo>
                <a:cubicBezTo>
                  <a:pt x="14835" y="34083"/>
                  <a:pt x="14820" y="34039"/>
                  <a:pt x="14820" y="33966"/>
                </a:cubicBezTo>
                <a:lnTo>
                  <a:pt x="15100" y="33789"/>
                </a:lnTo>
                <a:close/>
                <a:moveTo>
                  <a:pt x="15468" y="33848"/>
                </a:moveTo>
                <a:cubicBezTo>
                  <a:pt x="15468" y="33907"/>
                  <a:pt x="15482" y="33980"/>
                  <a:pt x="15482" y="34039"/>
                </a:cubicBezTo>
                <a:lnTo>
                  <a:pt x="15203" y="34201"/>
                </a:lnTo>
                <a:cubicBezTo>
                  <a:pt x="15203" y="34142"/>
                  <a:pt x="15203" y="34083"/>
                  <a:pt x="15188" y="34010"/>
                </a:cubicBezTo>
                <a:cubicBezTo>
                  <a:pt x="15247" y="33980"/>
                  <a:pt x="15276" y="33966"/>
                  <a:pt x="15335" y="33922"/>
                </a:cubicBezTo>
                <a:cubicBezTo>
                  <a:pt x="15365" y="33907"/>
                  <a:pt x="15424" y="33863"/>
                  <a:pt x="15468" y="33848"/>
                </a:cubicBezTo>
                <a:close/>
                <a:moveTo>
                  <a:pt x="16417" y="34219"/>
                </a:moveTo>
                <a:lnTo>
                  <a:pt x="16417" y="34219"/>
                </a:lnTo>
                <a:cubicBezTo>
                  <a:pt x="16409" y="34227"/>
                  <a:pt x="16402" y="34236"/>
                  <a:pt x="16395" y="34244"/>
                </a:cubicBezTo>
                <a:lnTo>
                  <a:pt x="16395" y="34244"/>
                </a:lnTo>
                <a:cubicBezTo>
                  <a:pt x="16395" y="34240"/>
                  <a:pt x="16395" y="34235"/>
                  <a:pt x="16395" y="34231"/>
                </a:cubicBezTo>
                <a:cubicBezTo>
                  <a:pt x="16402" y="34227"/>
                  <a:pt x="16409" y="34223"/>
                  <a:pt x="16417" y="34219"/>
                </a:cubicBezTo>
                <a:close/>
                <a:moveTo>
                  <a:pt x="15836" y="33907"/>
                </a:moveTo>
                <a:lnTo>
                  <a:pt x="15836" y="34083"/>
                </a:lnTo>
                <a:lnTo>
                  <a:pt x="15556" y="34260"/>
                </a:lnTo>
                <a:lnTo>
                  <a:pt x="15556" y="34069"/>
                </a:lnTo>
                <a:lnTo>
                  <a:pt x="15836" y="33907"/>
                </a:lnTo>
                <a:close/>
                <a:moveTo>
                  <a:pt x="16159" y="33995"/>
                </a:moveTo>
                <a:cubicBezTo>
                  <a:pt x="16159" y="34054"/>
                  <a:pt x="16145" y="34113"/>
                  <a:pt x="16145" y="34157"/>
                </a:cubicBezTo>
                <a:cubicBezTo>
                  <a:pt x="16027" y="34201"/>
                  <a:pt x="15953" y="34260"/>
                  <a:pt x="15880" y="34304"/>
                </a:cubicBezTo>
                <a:cubicBezTo>
                  <a:pt x="15880" y="34260"/>
                  <a:pt x="15894" y="34201"/>
                  <a:pt x="15894" y="34142"/>
                </a:cubicBezTo>
                <a:lnTo>
                  <a:pt x="16012" y="34083"/>
                </a:lnTo>
                <a:cubicBezTo>
                  <a:pt x="16071" y="34054"/>
                  <a:pt x="16100" y="34025"/>
                  <a:pt x="16159" y="33995"/>
                </a:cubicBezTo>
                <a:close/>
                <a:moveTo>
                  <a:pt x="16395" y="34054"/>
                </a:moveTo>
                <a:lnTo>
                  <a:pt x="16395" y="34054"/>
                </a:lnTo>
                <a:cubicBezTo>
                  <a:pt x="16380" y="34113"/>
                  <a:pt x="16365" y="34142"/>
                  <a:pt x="16365" y="34201"/>
                </a:cubicBezTo>
                <a:cubicBezTo>
                  <a:pt x="16277" y="34231"/>
                  <a:pt x="16218" y="34289"/>
                  <a:pt x="16145" y="34348"/>
                </a:cubicBezTo>
                <a:cubicBezTo>
                  <a:pt x="16159" y="34289"/>
                  <a:pt x="16159" y="34231"/>
                  <a:pt x="16174" y="34201"/>
                </a:cubicBezTo>
                <a:cubicBezTo>
                  <a:pt x="16248" y="34142"/>
                  <a:pt x="16321" y="34113"/>
                  <a:pt x="16395" y="34054"/>
                </a:cubicBezTo>
                <a:close/>
                <a:moveTo>
                  <a:pt x="16616" y="34231"/>
                </a:moveTo>
                <a:lnTo>
                  <a:pt x="16616" y="34231"/>
                </a:lnTo>
                <a:cubicBezTo>
                  <a:pt x="16601" y="34260"/>
                  <a:pt x="16557" y="34275"/>
                  <a:pt x="16542" y="34289"/>
                </a:cubicBezTo>
                <a:cubicBezTo>
                  <a:pt x="16542" y="34304"/>
                  <a:pt x="16527" y="34334"/>
                  <a:pt x="16527" y="34348"/>
                </a:cubicBezTo>
                <a:cubicBezTo>
                  <a:pt x="16571" y="34334"/>
                  <a:pt x="16586" y="34289"/>
                  <a:pt x="16601" y="34275"/>
                </a:cubicBezTo>
                <a:cubicBezTo>
                  <a:pt x="16601" y="34260"/>
                  <a:pt x="16615" y="34231"/>
                  <a:pt x="16616" y="34231"/>
                </a:cubicBezTo>
                <a:close/>
                <a:moveTo>
                  <a:pt x="14747" y="33995"/>
                </a:moveTo>
                <a:cubicBezTo>
                  <a:pt x="14747" y="34069"/>
                  <a:pt x="14761" y="34128"/>
                  <a:pt x="14761" y="34201"/>
                </a:cubicBezTo>
                <a:cubicBezTo>
                  <a:pt x="14673" y="34260"/>
                  <a:pt x="14585" y="34304"/>
                  <a:pt x="14511" y="34378"/>
                </a:cubicBezTo>
                <a:cubicBezTo>
                  <a:pt x="14511" y="34334"/>
                  <a:pt x="14511" y="34275"/>
                  <a:pt x="14482" y="34201"/>
                </a:cubicBezTo>
                <a:lnTo>
                  <a:pt x="14482" y="34157"/>
                </a:lnTo>
                <a:cubicBezTo>
                  <a:pt x="14585" y="34113"/>
                  <a:pt x="14673" y="34054"/>
                  <a:pt x="14747" y="33995"/>
                </a:cubicBezTo>
                <a:close/>
                <a:moveTo>
                  <a:pt x="15129" y="34054"/>
                </a:moveTo>
                <a:cubicBezTo>
                  <a:pt x="15129" y="34128"/>
                  <a:pt x="15144" y="34186"/>
                  <a:pt x="15144" y="34260"/>
                </a:cubicBezTo>
                <a:cubicBezTo>
                  <a:pt x="15056" y="34304"/>
                  <a:pt x="14967" y="34363"/>
                  <a:pt x="14879" y="34437"/>
                </a:cubicBezTo>
                <a:cubicBezTo>
                  <a:pt x="14850" y="34363"/>
                  <a:pt x="14850" y="34304"/>
                  <a:pt x="14850" y="34231"/>
                </a:cubicBezTo>
                <a:cubicBezTo>
                  <a:pt x="14953" y="34186"/>
                  <a:pt x="15041" y="34128"/>
                  <a:pt x="15129" y="34054"/>
                </a:cubicBezTo>
                <a:close/>
                <a:moveTo>
                  <a:pt x="15482" y="34128"/>
                </a:moveTo>
                <a:lnTo>
                  <a:pt x="15482" y="34304"/>
                </a:lnTo>
                <a:cubicBezTo>
                  <a:pt x="15438" y="34334"/>
                  <a:pt x="15394" y="34363"/>
                  <a:pt x="15350" y="34378"/>
                </a:cubicBezTo>
                <a:cubicBezTo>
                  <a:pt x="15291" y="34422"/>
                  <a:pt x="15262" y="34437"/>
                  <a:pt x="15203" y="34481"/>
                </a:cubicBezTo>
                <a:cubicBezTo>
                  <a:pt x="15217" y="34422"/>
                  <a:pt x="15217" y="34348"/>
                  <a:pt x="15203" y="34289"/>
                </a:cubicBezTo>
                <a:lnTo>
                  <a:pt x="15482" y="34128"/>
                </a:lnTo>
                <a:close/>
                <a:moveTo>
                  <a:pt x="16290" y="34361"/>
                </a:moveTo>
                <a:cubicBezTo>
                  <a:pt x="16281" y="34372"/>
                  <a:pt x="16272" y="34382"/>
                  <a:pt x="16262" y="34392"/>
                </a:cubicBezTo>
                <a:cubicBezTo>
                  <a:pt x="16239" y="34433"/>
                  <a:pt x="16213" y="34472"/>
                  <a:pt x="16187" y="34510"/>
                </a:cubicBezTo>
                <a:lnTo>
                  <a:pt x="16187" y="34510"/>
                </a:lnTo>
                <a:cubicBezTo>
                  <a:pt x="16209" y="34490"/>
                  <a:pt x="16230" y="34469"/>
                  <a:pt x="16248" y="34451"/>
                </a:cubicBezTo>
                <a:cubicBezTo>
                  <a:pt x="16267" y="34423"/>
                  <a:pt x="16280" y="34394"/>
                  <a:pt x="16290" y="34361"/>
                </a:cubicBezTo>
                <a:close/>
                <a:moveTo>
                  <a:pt x="15806" y="34157"/>
                </a:moveTo>
                <a:cubicBezTo>
                  <a:pt x="15806" y="34216"/>
                  <a:pt x="15806" y="34275"/>
                  <a:pt x="15791" y="34348"/>
                </a:cubicBezTo>
                <a:cubicBezTo>
                  <a:pt x="15718" y="34407"/>
                  <a:pt x="15630" y="34451"/>
                  <a:pt x="15556" y="34510"/>
                </a:cubicBezTo>
                <a:lnTo>
                  <a:pt x="15556" y="34334"/>
                </a:lnTo>
                <a:cubicBezTo>
                  <a:pt x="15644" y="34275"/>
                  <a:pt x="15733" y="34216"/>
                  <a:pt x="15806" y="34157"/>
                </a:cubicBezTo>
                <a:close/>
                <a:moveTo>
                  <a:pt x="16100" y="34231"/>
                </a:moveTo>
                <a:cubicBezTo>
                  <a:pt x="16086" y="34289"/>
                  <a:pt x="16086" y="34348"/>
                  <a:pt x="16071" y="34392"/>
                </a:cubicBezTo>
                <a:cubicBezTo>
                  <a:pt x="15997" y="34451"/>
                  <a:pt x="15924" y="34495"/>
                  <a:pt x="15850" y="34554"/>
                </a:cubicBezTo>
                <a:cubicBezTo>
                  <a:pt x="15850" y="34495"/>
                  <a:pt x="15865" y="34437"/>
                  <a:pt x="15865" y="34378"/>
                </a:cubicBezTo>
                <a:cubicBezTo>
                  <a:pt x="15939" y="34319"/>
                  <a:pt x="16012" y="34275"/>
                  <a:pt x="16100" y="34231"/>
                </a:cubicBezTo>
                <a:close/>
                <a:moveTo>
                  <a:pt x="16439" y="34378"/>
                </a:moveTo>
                <a:cubicBezTo>
                  <a:pt x="16380" y="34407"/>
                  <a:pt x="16351" y="34437"/>
                  <a:pt x="16307" y="34481"/>
                </a:cubicBezTo>
                <a:cubicBezTo>
                  <a:pt x="16292" y="34510"/>
                  <a:pt x="16292" y="34525"/>
                  <a:pt x="16277" y="34569"/>
                </a:cubicBezTo>
                <a:cubicBezTo>
                  <a:pt x="16307" y="34554"/>
                  <a:pt x="16351" y="34510"/>
                  <a:pt x="16380" y="34481"/>
                </a:cubicBezTo>
                <a:cubicBezTo>
                  <a:pt x="16395" y="34451"/>
                  <a:pt x="16424" y="34422"/>
                  <a:pt x="16439" y="34378"/>
                </a:cubicBezTo>
                <a:close/>
                <a:moveTo>
                  <a:pt x="14438" y="34201"/>
                </a:moveTo>
                <a:cubicBezTo>
                  <a:pt x="14438" y="34275"/>
                  <a:pt x="14452" y="34348"/>
                  <a:pt x="14452" y="34407"/>
                </a:cubicBezTo>
                <a:cubicBezTo>
                  <a:pt x="14364" y="34451"/>
                  <a:pt x="14290" y="34525"/>
                  <a:pt x="14187" y="34584"/>
                </a:cubicBezTo>
                <a:cubicBezTo>
                  <a:pt x="14187" y="34525"/>
                  <a:pt x="14187" y="34451"/>
                  <a:pt x="14173" y="34378"/>
                </a:cubicBezTo>
                <a:cubicBezTo>
                  <a:pt x="14261" y="34334"/>
                  <a:pt x="14335" y="34275"/>
                  <a:pt x="14438" y="34201"/>
                </a:cubicBezTo>
                <a:close/>
                <a:moveTo>
                  <a:pt x="14776" y="34275"/>
                </a:moveTo>
                <a:cubicBezTo>
                  <a:pt x="14776" y="34348"/>
                  <a:pt x="14805" y="34392"/>
                  <a:pt x="14805" y="34481"/>
                </a:cubicBezTo>
                <a:cubicBezTo>
                  <a:pt x="14702" y="34525"/>
                  <a:pt x="14614" y="34599"/>
                  <a:pt x="14541" y="34657"/>
                </a:cubicBezTo>
                <a:cubicBezTo>
                  <a:pt x="14541" y="34584"/>
                  <a:pt x="14526" y="34525"/>
                  <a:pt x="14526" y="34451"/>
                </a:cubicBezTo>
                <a:cubicBezTo>
                  <a:pt x="14614" y="34392"/>
                  <a:pt x="14702" y="34334"/>
                  <a:pt x="14776" y="34275"/>
                </a:cubicBezTo>
                <a:close/>
                <a:moveTo>
                  <a:pt x="15144" y="34334"/>
                </a:moveTo>
                <a:lnTo>
                  <a:pt x="15144" y="34510"/>
                </a:lnTo>
                <a:cubicBezTo>
                  <a:pt x="15114" y="34525"/>
                  <a:pt x="15070" y="34569"/>
                  <a:pt x="15041" y="34584"/>
                </a:cubicBezTo>
                <a:cubicBezTo>
                  <a:pt x="14982" y="34628"/>
                  <a:pt x="14923" y="34657"/>
                  <a:pt x="14894" y="34702"/>
                </a:cubicBezTo>
                <a:cubicBezTo>
                  <a:pt x="14879" y="34643"/>
                  <a:pt x="14879" y="34569"/>
                  <a:pt x="14879" y="34510"/>
                </a:cubicBezTo>
                <a:cubicBezTo>
                  <a:pt x="14967" y="34451"/>
                  <a:pt x="15056" y="34378"/>
                  <a:pt x="15144" y="34334"/>
                </a:cubicBezTo>
                <a:close/>
                <a:moveTo>
                  <a:pt x="16054" y="34682"/>
                </a:moveTo>
                <a:cubicBezTo>
                  <a:pt x="16045" y="34693"/>
                  <a:pt x="16036" y="34704"/>
                  <a:pt x="16026" y="34714"/>
                </a:cubicBezTo>
                <a:lnTo>
                  <a:pt x="16026" y="34714"/>
                </a:lnTo>
                <a:cubicBezTo>
                  <a:pt x="16027" y="34710"/>
                  <a:pt x="16027" y="34706"/>
                  <a:pt x="16027" y="34702"/>
                </a:cubicBezTo>
                <a:cubicBezTo>
                  <a:pt x="16036" y="34695"/>
                  <a:pt x="16045" y="34688"/>
                  <a:pt x="16054" y="34682"/>
                </a:cubicBezTo>
                <a:close/>
                <a:moveTo>
                  <a:pt x="15497" y="34378"/>
                </a:moveTo>
                <a:lnTo>
                  <a:pt x="15497" y="34569"/>
                </a:lnTo>
                <a:cubicBezTo>
                  <a:pt x="15409" y="34628"/>
                  <a:pt x="15321" y="34672"/>
                  <a:pt x="15247" y="34746"/>
                </a:cubicBezTo>
                <a:lnTo>
                  <a:pt x="15247" y="34569"/>
                </a:lnTo>
                <a:cubicBezTo>
                  <a:pt x="15276" y="34510"/>
                  <a:pt x="15335" y="34481"/>
                  <a:pt x="15409" y="34437"/>
                </a:cubicBezTo>
                <a:cubicBezTo>
                  <a:pt x="15438" y="34422"/>
                  <a:pt x="15468" y="34407"/>
                  <a:pt x="15497" y="34378"/>
                </a:cubicBezTo>
                <a:close/>
                <a:moveTo>
                  <a:pt x="15791" y="34437"/>
                </a:moveTo>
                <a:cubicBezTo>
                  <a:pt x="15791" y="34495"/>
                  <a:pt x="15777" y="34554"/>
                  <a:pt x="15762" y="34599"/>
                </a:cubicBezTo>
                <a:cubicBezTo>
                  <a:pt x="15718" y="34643"/>
                  <a:pt x="15674" y="34657"/>
                  <a:pt x="15630" y="34702"/>
                </a:cubicBezTo>
                <a:cubicBezTo>
                  <a:pt x="15585" y="34716"/>
                  <a:pt x="15556" y="34746"/>
                  <a:pt x="15512" y="34775"/>
                </a:cubicBezTo>
                <a:cubicBezTo>
                  <a:pt x="15512" y="34716"/>
                  <a:pt x="15527" y="34657"/>
                  <a:pt x="15527" y="34599"/>
                </a:cubicBezTo>
                <a:cubicBezTo>
                  <a:pt x="15630" y="34554"/>
                  <a:pt x="15718" y="34495"/>
                  <a:pt x="15791" y="34437"/>
                </a:cubicBezTo>
                <a:close/>
                <a:moveTo>
                  <a:pt x="16248" y="34672"/>
                </a:moveTo>
                <a:cubicBezTo>
                  <a:pt x="16218" y="34702"/>
                  <a:pt x="16189" y="34716"/>
                  <a:pt x="16174" y="34731"/>
                </a:cubicBezTo>
                <a:cubicBezTo>
                  <a:pt x="16174" y="34746"/>
                  <a:pt x="16159" y="34775"/>
                  <a:pt x="16159" y="34790"/>
                </a:cubicBezTo>
                <a:cubicBezTo>
                  <a:pt x="16203" y="34775"/>
                  <a:pt x="16218" y="34731"/>
                  <a:pt x="16233" y="34716"/>
                </a:cubicBezTo>
                <a:cubicBezTo>
                  <a:pt x="16248" y="34702"/>
                  <a:pt x="16248" y="34702"/>
                  <a:pt x="16248" y="34672"/>
                </a:cubicBezTo>
                <a:close/>
                <a:moveTo>
                  <a:pt x="16027" y="34510"/>
                </a:moveTo>
                <a:lnTo>
                  <a:pt x="16027" y="34510"/>
                </a:lnTo>
                <a:cubicBezTo>
                  <a:pt x="16027" y="34525"/>
                  <a:pt x="16012" y="34569"/>
                  <a:pt x="16012" y="34584"/>
                </a:cubicBezTo>
                <a:cubicBezTo>
                  <a:pt x="16012" y="34599"/>
                  <a:pt x="15997" y="34643"/>
                  <a:pt x="15983" y="34657"/>
                </a:cubicBezTo>
                <a:cubicBezTo>
                  <a:pt x="15924" y="34702"/>
                  <a:pt x="15850" y="34746"/>
                  <a:pt x="15791" y="34805"/>
                </a:cubicBezTo>
                <a:cubicBezTo>
                  <a:pt x="15806" y="34746"/>
                  <a:pt x="15806" y="34702"/>
                  <a:pt x="15836" y="34657"/>
                </a:cubicBezTo>
                <a:cubicBezTo>
                  <a:pt x="15909" y="34599"/>
                  <a:pt x="15983" y="34569"/>
                  <a:pt x="16027" y="34510"/>
                </a:cubicBezTo>
                <a:close/>
                <a:moveTo>
                  <a:pt x="14114" y="34422"/>
                </a:moveTo>
                <a:cubicBezTo>
                  <a:pt x="14114" y="34495"/>
                  <a:pt x="14143" y="34569"/>
                  <a:pt x="14143" y="34643"/>
                </a:cubicBezTo>
                <a:cubicBezTo>
                  <a:pt x="14055" y="34702"/>
                  <a:pt x="13967" y="34760"/>
                  <a:pt x="13893" y="34819"/>
                </a:cubicBezTo>
                <a:cubicBezTo>
                  <a:pt x="13878" y="34746"/>
                  <a:pt x="13878" y="34672"/>
                  <a:pt x="13878" y="34599"/>
                </a:cubicBezTo>
                <a:cubicBezTo>
                  <a:pt x="13952" y="34554"/>
                  <a:pt x="14040" y="34495"/>
                  <a:pt x="14114" y="34422"/>
                </a:cubicBezTo>
                <a:close/>
                <a:moveTo>
                  <a:pt x="14467" y="34495"/>
                </a:moveTo>
                <a:cubicBezTo>
                  <a:pt x="14467" y="34569"/>
                  <a:pt x="14482" y="34643"/>
                  <a:pt x="14482" y="34702"/>
                </a:cubicBezTo>
                <a:cubicBezTo>
                  <a:pt x="14393" y="34746"/>
                  <a:pt x="14320" y="34819"/>
                  <a:pt x="14231" y="34878"/>
                </a:cubicBezTo>
                <a:cubicBezTo>
                  <a:pt x="14217" y="34819"/>
                  <a:pt x="14217" y="34746"/>
                  <a:pt x="14217" y="34672"/>
                </a:cubicBezTo>
                <a:cubicBezTo>
                  <a:pt x="14305" y="34628"/>
                  <a:pt x="14379" y="34554"/>
                  <a:pt x="14467" y="34495"/>
                </a:cubicBezTo>
                <a:close/>
                <a:moveTo>
                  <a:pt x="14805" y="34554"/>
                </a:moveTo>
                <a:cubicBezTo>
                  <a:pt x="14805" y="34628"/>
                  <a:pt x="14805" y="34672"/>
                  <a:pt x="14820" y="34746"/>
                </a:cubicBezTo>
                <a:cubicBezTo>
                  <a:pt x="14732" y="34805"/>
                  <a:pt x="14629" y="34878"/>
                  <a:pt x="14555" y="34937"/>
                </a:cubicBezTo>
                <a:cubicBezTo>
                  <a:pt x="14541" y="34878"/>
                  <a:pt x="14541" y="34805"/>
                  <a:pt x="14541" y="34731"/>
                </a:cubicBezTo>
                <a:cubicBezTo>
                  <a:pt x="14629" y="34672"/>
                  <a:pt x="14732" y="34599"/>
                  <a:pt x="14805" y="34554"/>
                </a:cubicBezTo>
                <a:close/>
                <a:moveTo>
                  <a:pt x="15144" y="34599"/>
                </a:moveTo>
                <a:lnTo>
                  <a:pt x="15144" y="34790"/>
                </a:lnTo>
                <a:cubicBezTo>
                  <a:pt x="15056" y="34849"/>
                  <a:pt x="14982" y="34893"/>
                  <a:pt x="14894" y="34966"/>
                </a:cubicBezTo>
                <a:cubicBezTo>
                  <a:pt x="14894" y="34966"/>
                  <a:pt x="14879" y="34966"/>
                  <a:pt x="14879" y="34996"/>
                </a:cubicBezTo>
                <a:lnTo>
                  <a:pt x="14879" y="34805"/>
                </a:lnTo>
                <a:cubicBezTo>
                  <a:pt x="14953" y="34731"/>
                  <a:pt x="14997" y="34702"/>
                  <a:pt x="15070" y="34657"/>
                </a:cubicBezTo>
                <a:cubicBezTo>
                  <a:pt x="15100" y="34643"/>
                  <a:pt x="15129" y="34628"/>
                  <a:pt x="15144" y="34599"/>
                </a:cubicBezTo>
                <a:close/>
                <a:moveTo>
                  <a:pt x="15482" y="34657"/>
                </a:moveTo>
                <a:cubicBezTo>
                  <a:pt x="15482" y="34716"/>
                  <a:pt x="15468" y="34760"/>
                  <a:pt x="15468" y="34849"/>
                </a:cubicBezTo>
                <a:cubicBezTo>
                  <a:pt x="15365" y="34878"/>
                  <a:pt x="15291" y="34937"/>
                  <a:pt x="15203" y="35011"/>
                </a:cubicBezTo>
                <a:cubicBezTo>
                  <a:pt x="15203" y="34952"/>
                  <a:pt x="15203" y="34893"/>
                  <a:pt x="15217" y="34819"/>
                </a:cubicBezTo>
                <a:cubicBezTo>
                  <a:pt x="15247" y="34819"/>
                  <a:pt x="15247" y="34805"/>
                  <a:pt x="15262" y="34805"/>
                </a:cubicBezTo>
                <a:cubicBezTo>
                  <a:pt x="15335" y="34746"/>
                  <a:pt x="15409" y="34716"/>
                  <a:pt x="15482" y="34657"/>
                </a:cubicBezTo>
                <a:close/>
                <a:moveTo>
                  <a:pt x="15762" y="34716"/>
                </a:moveTo>
                <a:cubicBezTo>
                  <a:pt x="15733" y="34775"/>
                  <a:pt x="15733" y="34819"/>
                  <a:pt x="15718" y="34878"/>
                </a:cubicBezTo>
                <a:cubicBezTo>
                  <a:pt x="15630" y="34922"/>
                  <a:pt x="15556" y="34966"/>
                  <a:pt x="15482" y="35025"/>
                </a:cubicBezTo>
                <a:cubicBezTo>
                  <a:pt x="15497" y="34966"/>
                  <a:pt x="15497" y="34922"/>
                  <a:pt x="15512" y="34863"/>
                </a:cubicBezTo>
                <a:lnTo>
                  <a:pt x="15688" y="34746"/>
                </a:lnTo>
                <a:cubicBezTo>
                  <a:pt x="15703" y="34731"/>
                  <a:pt x="15718" y="34716"/>
                  <a:pt x="15762" y="34716"/>
                </a:cubicBezTo>
                <a:close/>
                <a:moveTo>
                  <a:pt x="15925" y="34829"/>
                </a:moveTo>
                <a:cubicBezTo>
                  <a:pt x="15915" y="34840"/>
                  <a:pt x="15905" y="34852"/>
                  <a:pt x="15894" y="34863"/>
                </a:cubicBezTo>
                <a:cubicBezTo>
                  <a:pt x="15859" y="34920"/>
                  <a:pt x="15819" y="34976"/>
                  <a:pt x="15777" y="35032"/>
                </a:cubicBezTo>
                <a:lnTo>
                  <a:pt x="15777" y="35032"/>
                </a:lnTo>
                <a:cubicBezTo>
                  <a:pt x="15815" y="35002"/>
                  <a:pt x="15851" y="34976"/>
                  <a:pt x="15880" y="34937"/>
                </a:cubicBezTo>
                <a:cubicBezTo>
                  <a:pt x="15891" y="34893"/>
                  <a:pt x="15910" y="34865"/>
                  <a:pt x="15925" y="34829"/>
                </a:cubicBezTo>
                <a:close/>
                <a:moveTo>
                  <a:pt x="16056" y="34863"/>
                </a:moveTo>
                <a:lnTo>
                  <a:pt x="16056" y="34863"/>
                </a:lnTo>
                <a:cubicBezTo>
                  <a:pt x="16012" y="34878"/>
                  <a:pt x="15983" y="34922"/>
                  <a:pt x="15939" y="34952"/>
                </a:cubicBezTo>
                <a:cubicBezTo>
                  <a:pt x="15939" y="34996"/>
                  <a:pt x="15924" y="35011"/>
                  <a:pt x="15909" y="35040"/>
                </a:cubicBezTo>
                <a:lnTo>
                  <a:pt x="16012" y="34937"/>
                </a:lnTo>
                <a:cubicBezTo>
                  <a:pt x="16027" y="34922"/>
                  <a:pt x="16056" y="34878"/>
                  <a:pt x="16056" y="34863"/>
                </a:cubicBezTo>
                <a:close/>
                <a:moveTo>
                  <a:pt x="13819" y="34657"/>
                </a:moveTo>
                <a:cubicBezTo>
                  <a:pt x="13819" y="34731"/>
                  <a:pt x="13834" y="34805"/>
                  <a:pt x="13834" y="34878"/>
                </a:cubicBezTo>
                <a:cubicBezTo>
                  <a:pt x="13761" y="34937"/>
                  <a:pt x="13687" y="35011"/>
                  <a:pt x="13599" y="35069"/>
                </a:cubicBezTo>
                <a:cubicBezTo>
                  <a:pt x="13584" y="34996"/>
                  <a:pt x="13584" y="34922"/>
                  <a:pt x="13584" y="34849"/>
                </a:cubicBezTo>
                <a:cubicBezTo>
                  <a:pt x="13658" y="34790"/>
                  <a:pt x="13731" y="34716"/>
                  <a:pt x="13819" y="34657"/>
                </a:cubicBezTo>
                <a:close/>
                <a:moveTo>
                  <a:pt x="14143" y="34731"/>
                </a:moveTo>
                <a:cubicBezTo>
                  <a:pt x="14143" y="34805"/>
                  <a:pt x="14158" y="34878"/>
                  <a:pt x="14158" y="34952"/>
                </a:cubicBezTo>
                <a:cubicBezTo>
                  <a:pt x="14084" y="35011"/>
                  <a:pt x="13981" y="35084"/>
                  <a:pt x="13922" y="35128"/>
                </a:cubicBezTo>
                <a:cubicBezTo>
                  <a:pt x="13922" y="35069"/>
                  <a:pt x="13893" y="34996"/>
                  <a:pt x="13893" y="34922"/>
                </a:cubicBezTo>
                <a:cubicBezTo>
                  <a:pt x="13967" y="34863"/>
                  <a:pt x="14070" y="34790"/>
                  <a:pt x="14143" y="34731"/>
                </a:cubicBezTo>
                <a:close/>
                <a:moveTo>
                  <a:pt x="15909" y="35158"/>
                </a:moveTo>
                <a:cubicBezTo>
                  <a:pt x="15892" y="35158"/>
                  <a:pt x="15885" y="35163"/>
                  <a:pt x="15879" y="35170"/>
                </a:cubicBezTo>
                <a:lnTo>
                  <a:pt x="15879" y="35170"/>
                </a:lnTo>
                <a:cubicBezTo>
                  <a:pt x="15887" y="35166"/>
                  <a:pt x="15897" y="35162"/>
                  <a:pt x="15909" y="35158"/>
                </a:cubicBezTo>
                <a:close/>
                <a:moveTo>
                  <a:pt x="14482" y="34790"/>
                </a:moveTo>
                <a:lnTo>
                  <a:pt x="14482" y="34996"/>
                </a:lnTo>
                <a:cubicBezTo>
                  <a:pt x="14393" y="35069"/>
                  <a:pt x="14320" y="35114"/>
                  <a:pt x="14231" y="35187"/>
                </a:cubicBezTo>
                <a:lnTo>
                  <a:pt x="14231" y="34966"/>
                </a:lnTo>
                <a:cubicBezTo>
                  <a:pt x="14320" y="34922"/>
                  <a:pt x="14393" y="34849"/>
                  <a:pt x="14482" y="34790"/>
                </a:cubicBezTo>
                <a:close/>
                <a:moveTo>
                  <a:pt x="14820" y="34849"/>
                </a:moveTo>
                <a:lnTo>
                  <a:pt x="14820" y="35025"/>
                </a:lnTo>
                <a:cubicBezTo>
                  <a:pt x="14732" y="35099"/>
                  <a:pt x="14629" y="35158"/>
                  <a:pt x="14555" y="35231"/>
                </a:cubicBezTo>
                <a:lnTo>
                  <a:pt x="14555" y="35025"/>
                </a:lnTo>
                <a:cubicBezTo>
                  <a:pt x="14658" y="34966"/>
                  <a:pt x="14732" y="34893"/>
                  <a:pt x="14820" y="34849"/>
                </a:cubicBezTo>
                <a:close/>
                <a:moveTo>
                  <a:pt x="15129" y="34863"/>
                </a:moveTo>
                <a:cubicBezTo>
                  <a:pt x="15144" y="34937"/>
                  <a:pt x="15144" y="34996"/>
                  <a:pt x="15129" y="35040"/>
                </a:cubicBezTo>
                <a:cubicBezTo>
                  <a:pt x="15114" y="35069"/>
                  <a:pt x="15070" y="35084"/>
                  <a:pt x="15056" y="35099"/>
                </a:cubicBezTo>
                <a:cubicBezTo>
                  <a:pt x="14997" y="35143"/>
                  <a:pt x="14923" y="35187"/>
                  <a:pt x="14879" y="35231"/>
                </a:cubicBezTo>
                <a:lnTo>
                  <a:pt x="14879" y="35040"/>
                </a:lnTo>
                <a:cubicBezTo>
                  <a:pt x="14894" y="35025"/>
                  <a:pt x="14908" y="35025"/>
                  <a:pt x="14923" y="35011"/>
                </a:cubicBezTo>
                <a:cubicBezTo>
                  <a:pt x="14997" y="34952"/>
                  <a:pt x="15056" y="34922"/>
                  <a:pt x="15129" y="34863"/>
                </a:cubicBezTo>
                <a:close/>
                <a:moveTo>
                  <a:pt x="15438" y="34922"/>
                </a:moveTo>
                <a:cubicBezTo>
                  <a:pt x="15424" y="34966"/>
                  <a:pt x="15424" y="35025"/>
                  <a:pt x="15409" y="35084"/>
                </a:cubicBezTo>
                <a:cubicBezTo>
                  <a:pt x="15335" y="35143"/>
                  <a:pt x="15262" y="35187"/>
                  <a:pt x="15173" y="35246"/>
                </a:cubicBezTo>
                <a:cubicBezTo>
                  <a:pt x="15173" y="35187"/>
                  <a:pt x="15188" y="35143"/>
                  <a:pt x="15188" y="35084"/>
                </a:cubicBezTo>
                <a:cubicBezTo>
                  <a:pt x="15276" y="35025"/>
                  <a:pt x="15350" y="34966"/>
                  <a:pt x="15438" y="34922"/>
                </a:cubicBezTo>
                <a:close/>
                <a:moveTo>
                  <a:pt x="15879" y="35170"/>
                </a:moveTo>
                <a:cubicBezTo>
                  <a:pt x="15857" y="35182"/>
                  <a:pt x="15846" y="35195"/>
                  <a:pt x="15836" y="35217"/>
                </a:cubicBezTo>
                <a:cubicBezTo>
                  <a:pt x="15836" y="35231"/>
                  <a:pt x="15806" y="35246"/>
                  <a:pt x="15806" y="35261"/>
                </a:cubicBezTo>
                <a:cubicBezTo>
                  <a:pt x="15836" y="35231"/>
                  <a:pt x="15850" y="35217"/>
                  <a:pt x="15865" y="35187"/>
                </a:cubicBezTo>
                <a:cubicBezTo>
                  <a:pt x="15871" y="35181"/>
                  <a:pt x="15874" y="35175"/>
                  <a:pt x="15879" y="35170"/>
                </a:cubicBezTo>
                <a:close/>
                <a:moveTo>
                  <a:pt x="13510" y="34878"/>
                </a:moveTo>
                <a:cubicBezTo>
                  <a:pt x="13510" y="34952"/>
                  <a:pt x="13525" y="35025"/>
                  <a:pt x="13525" y="35099"/>
                </a:cubicBezTo>
                <a:cubicBezTo>
                  <a:pt x="13452" y="35158"/>
                  <a:pt x="13378" y="35231"/>
                  <a:pt x="13304" y="35290"/>
                </a:cubicBezTo>
                <a:cubicBezTo>
                  <a:pt x="13304" y="35231"/>
                  <a:pt x="13304" y="35158"/>
                  <a:pt x="13290" y="35069"/>
                </a:cubicBezTo>
                <a:cubicBezTo>
                  <a:pt x="13363" y="35011"/>
                  <a:pt x="13437" y="34937"/>
                  <a:pt x="13510" y="34878"/>
                </a:cubicBezTo>
                <a:close/>
                <a:moveTo>
                  <a:pt x="15659" y="34966"/>
                </a:moveTo>
                <a:lnTo>
                  <a:pt x="15659" y="34966"/>
                </a:lnTo>
                <a:cubicBezTo>
                  <a:pt x="15644" y="35025"/>
                  <a:pt x="15630" y="35084"/>
                  <a:pt x="15615" y="35114"/>
                </a:cubicBezTo>
                <a:cubicBezTo>
                  <a:pt x="15556" y="35172"/>
                  <a:pt x="15497" y="35231"/>
                  <a:pt x="15424" y="35290"/>
                </a:cubicBezTo>
                <a:cubicBezTo>
                  <a:pt x="15438" y="35231"/>
                  <a:pt x="15438" y="35172"/>
                  <a:pt x="15468" y="35114"/>
                </a:cubicBezTo>
                <a:cubicBezTo>
                  <a:pt x="15482" y="35099"/>
                  <a:pt x="15497" y="35084"/>
                  <a:pt x="15512" y="35084"/>
                </a:cubicBezTo>
                <a:cubicBezTo>
                  <a:pt x="15571" y="35040"/>
                  <a:pt x="15615" y="35011"/>
                  <a:pt x="15659" y="34966"/>
                </a:cubicBezTo>
                <a:close/>
                <a:moveTo>
                  <a:pt x="15836" y="35040"/>
                </a:moveTo>
                <a:cubicBezTo>
                  <a:pt x="15791" y="35099"/>
                  <a:pt x="15733" y="35143"/>
                  <a:pt x="15688" y="35172"/>
                </a:cubicBezTo>
                <a:cubicBezTo>
                  <a:pt x="15659" y="35231"/>
                  <a:pt x="15644" y="35261"/>
                  <a:pt x="15630" y="35305"/>
                </a:cubicBezTo>
                <a:cubicBezTo>
                  <a:pt x="15688" y="35246"/>
                  <a:pt x="15718" y="35217"/>
                  <a:pt x="15777" y="35172"/>
                </a:cubicBezTo>
                <a:cubicBezTo>
                  <a:pt x="15791" y="35114"/>
                  <a:pt x="15806" y="35084"/>
                  <a:pt x="15836" y="35040"/>
                </a:cubicBezTo>
                <a:close/>
                <a:moveTo>
                  <a:pt x="13849" y="34966"/>
                </a:moveTo>
                <a:cubicBezTo>
                  <a:pt x="13849" y="35025"/>
                  <a:pt x="13849" y="35099"/>
                  <a:pt x="13864" y="35158"/>
                </a:cubicBezTo>
                <a:lnTo>
                  <a:pt x="13864" y="35187"/>
                </a:lnTo>
                <a:cubicBezTo>
                  <a:pt x="13790" y="35246"/>
                  <a:pt x="13716" y="35320"/>
                  <a:pt x="13628" y="35378"/>
                </a:cubicBezTo>
                <a:cubicBezTo>
                  <a:pt x="13628" y="35305"/>
                  <a:pt x="13599" y="35231"/>
                  <a:pt x="13599" y="35158"/>
                </a:cubicBezTo>
                <a:cubicBezTo>
                  <a:pt x="13672" y="35099"/>
                  <a:pt x="13746" y="35025"/>
                  <a:pt x="13849" y="34966"/>
                </a:cubicBezTo>
                <a:close/>
                <a:moveTo>
                  <a:pt x="14158" y="35011"/>
                </a:moveTo>
                <a:lnTo>
                  <a:pt x="14158" y="35231"/>
                </a:lnTo>
                <a:cubicBezTo>
                  <a:pt x="14070" y="35305"/>
                  <a:pt x="13996" y="35364"/>
                  <a:pt x="13922" y="35437"/>
                </a:cubicBezTo>
                <a:lnTo>
                  <a:pt x="13922" y="35217"/>
                </a:lnTo>
                <a:cubicBezTo>
                  <a:pt x="13996" y="35143"/>
                  <a:pt x="14084" y="35084"/>
                  <a:pt x="14158" y="35011"/>
                </a:cubicBezTo>
                <a:close/>
                <a:moveTo>
                  <a:pt x="14482" y="35069"/>
                </a:moveTo>
                <a:lnTo>
                  <a:pt x="14482" y="35261"/>
                </a:lnTo>
                <a:cubicBezTo>
                  <a:pt x="14393" y="35334"/>
                  <a:pt x="14320" y="35393"/>
                  <a:pt x="14231" y="35467"/>
                </a:cubicBezTo>
                <a:lnTo>
                  <a:pt x="14231" y="35261"/>
                </a:lnTo>
                <a:cubicBezTo>
                  <a:pt x="14320" y="35187"/>
                  <a:pt x="14393" y="35143"/>
                  <a:pt x="14482" y="35069"/>
                </a:cubicBezTo>
                <a:close/>
                <a:moveTo>
                  <a:pt x="14820" y="35099"/>
                </a:moveTo>
                <a:cubicBezTo>
                  <a:pt x="14820" y="35158"/>
                  <a:pt x="14820" y="35231"/>
                  <a:pt x="14805" y="35290"/>
                </a:cubicBezTo>
                <a:lnTo>
                  <a:pt x="14761" y="35320"/>
                </a:lnTo>
                <a:lnTo>
                  <a:pt x="14541" y="35481"/>
                </a:lnTo>
                <a:lnTo>
                  <a:pt x="14541" y="35290"/>
                </a:lnTo>
                <a:cubicBezTo>
                  <a:pt x="14629" y="35231"/>
                  <a:pt x="14732" y="35172"/>
                  <a:pt x="14820" y="35099"/>
                </a:cubicBezTo>
                <a:close/>
                <a:moveTo>
                  <a:pt x="15114" y="35128"/>
                </a:moveTo>
                <a:cubicBezTo>
                  <a:pt x="15114" y="35187"/>
                  <a:pt x="15100" y="35261"/>
                  <a:pt x="15100" y="35320"/>
                </a:cubicBezTo>
                <a:cubicBezTo>
                  <a:pt x="15041" y="35378"/>
                  <a:pt x="14967" y="35408"/>
                  <a:pt x="14908" y="35467"/>
                </a:cubicBezTo>
                <a:cubicBezTo>
                  <a:pt x="14894" y="35481"/>
                  <a:pt x="14879" y="35481"/>
                  <a:pt x="14850" y="35496"/>
                </a:cubicBezTo>
                <a:cubicBezTo>
                  <a:pt x="14850" y="35452"/>
                  <a:pt x="14879" y="35378"/>
                  <a:pt x="14879" y="35320"/>
                </a:cubicBezTo>
                <a:lnTo>
                  <a:pt x="15100" y="35158"/>
                </a:lnTo>
                <a:lnTo>
                  <a:pt x="15114" y="35128"/>
                </a:lnTo>
                <a:close/>
                <a:moveTo>
                  <a:pt x="15577" y="35278"/>
                </a:moveTo>
                <a:cubicBezTo>
                  <a:pt x="15560" y="35297"/>
                  <a:pt x="15543" y="35316"/>
                  <a:pt x="15527" y="35334"/>
                </a:cubicBezTo>
                <a:lnTo>
                  <a:pt x="15381" y="35525"/>
                </a:lnTo>
                <a:lnTo>
                  <a:pt x="15381" y="35525"/>
                </a:lnTo>
                <a:cubicBezTo>
                  <a:pt x="15434" y="35476"/>
                  <a:pt x="15488" y="35447"/>
                  <a:pt x="15541" y="35393"/>
                </a:cubicBezTo>
                <a:cubicBezTo>
                  <a:pt x="15553" y="35346"/>
                  <a:pt x="15565" y="35318"/>
                  <a:pt x="15577" y="35278"/>
                </a:cubicBezTo>
                <a:close/>
                <a:moveTo>
                  <a:pt x="15394" y="35187"/>
                </a:moveTo>
                <a:lnTo>
                  <a:pt x="15394" y="35187"/>
                </a:lnTo>
                <a:cubicBezTo>
                  <a:pt x="15365" y="35246"/>
                  <a:pt x="15365" y="35305"/>
                  <a:pt x="15350" y="35364"/>
                </a:cubicBezTo>
                <a:lnTo>
                  <a:pt x="15335" y="35364"/>
                </a:lnTo>
                <a:cubicBezTo>
                  <a:pt x="15262" y="35408"/>
                  <a:pt x="15203" y="35467"/>
                  <a:pt x="15129" y="35526"/>
                </a:cubicBezTo>
                <a:cubicBezTo>
                  <a:pt x="15144" y="35467"/>
                  <a:pt x="15144" y="35408"/>
                  <a:pt x="15173" y="35364"/>
                </a:cubicBezTo>
                <a:lnTo>
                  <a:pt x="15394" y="35187"/>
                </a:lnTo>
                <a:close/>
                <a:moveTo>
                  <a:pt x="15688" y="35334"/>
                </a:moveTo>
                <a:lnTo>
                  <a:pt x="15571" y="35452"/>
                </a:lnTo>
                <a:cubicBezTo>
                  <a:pt x="15571" y="35481"/>
                  <a:pt x="15556" y="35511"/>
                  <a:pt x="15541" y="35540"/>
                </a:cubicBezTo>
                <a:lnTo>
                  <a:pt x="15644" y="35437"/>
                </a:lnTo>
                <a:cubicBezTo>
                  <a:pt x="15659" y="35393"/>
                  <a:pt x="15688" y="35364"/>
                  <a:pt x="15688" y="35334"/>
                </a:cubicBezTo>
                <a:close/>
                <a:moveTo>
                  <a:pt x="13555" y="35217"/>
                </a:moveTo>
                <a:cubicBezTo>
                  <a:pt x="13555" y="35290"/>
                  <a:pt x="13555" y="35364"/>
                  <a:pt x="13569" y="35452"/>
                </a:cubicBezTo>
                <a:cubicBezTo>
                  <a:pt x="13496" y="35526"/>
                  <a:pt x="13422" y="35585"/>
                  <a:pt x="13349" y="35658"/>
                </a:cubicBezTo>
                <a:cubicBezTo>
                  <a:pt x="13334" y="35540"/>
                  <a:pt x="13334" y="35467"/>
                  <a:pt x="13334" y="35393"/>
                </a:cubicBezTo>
                <a:cubicBezTo>
                  <a:pt x="13407" y="35334"/>
                  <a:pt x="13481" y="35261"/>
                  <a:pt x="13555" y="35217"/>
                </a:cubicBezTo>
                <a:close/>
                <a:moveTo>
                  <a:pt x="13864" y="35261"/>
                </a:moveTo>
                <a:lnTo>
                  <a:pt x="13864" y="35481"/>
                </a:lnTo>
                <a:cubicBezTo>
                  <a:pt x="13790" y="35555"/>
                  <a:pt x="13687" y="35614"/>
                  <a:pt x="13628" y="35688"/>
                </a:cubicBezTo>
                <a:lnTo>
                  <a:pt x="13628" y="35599"/>
                </a:lnTo>
                <a:lnTo>
                  <a:pt x="13628" y="35467"/>
                </a:lnTo>
                <a:cubicBezTo>
                  <a:pt x="13702" y="35393"/>
                  <a:pt x="13775" y="35334"/>
                  <a:pt x="13864" y="35261"/>
                </a:cubicBezTo>
                <a:close/>
                <a:moveTo>
                  <a:pt x="14173" y="35305"/>
                </a:moveTo>
                <a:lnTo>
                  <a:pt x="14173" y="35526"/>
                </a:lnTo>
                <a:cubicBezTo>
                  <a:pt x="14084" y="35599"/>
                  <a:pt x="14011" y="35673"/>
                  <a:pt x="13937" y="35732"/>
                </a:cubicBezTo>
                <a:lnTo>
                  <a:pt x="13937" y="35511"/>
                </a:lnTo>
                <a:cubicBezTo>
                  <a:pt x="14011" y="35437"/>
                  <a:pt x="14099" y="35378"/>
                  <a:pt x="14173" y="35305"/>
                </a:cubicBezTo>
                <a:close/>
                <a:moveTo>
                  <a:pt x="15512" y="35629"/>
                </a:moveTo>
                <a:lnTo>
                  <a:pt x="15468" y="35688"/>
                </a:lnTo>
                <a:cubicBezTo>
                  <a:pt x="15468" y="35688"/>
                  <a:pt x="15438" y="35702"/>
                  <a:pt x="15438" y="35732"/>
                </a:cubicBezTo>
                <a:lnTo>
                  <a:pt x="15497" y="35673"/>
                </a:lnTo>
                <a:cubicBezTo>
                  <a:pt x="15497" y="35673"/>
                  <a:pt x="15497" y="35658"/>
                  <a:pt x="15512" y="35629"/>
                </a:cubicBezTo>
                <a:close/>
                <a:moveTo>
                  <a:pt x="14482" y="35364"/>
                </a:moveTo>
                <a:lnTo>
                  <a:pt x="14482" y="35555"/>
                </a:lnTo>
                <a:cubicBezTo>
                  <a:pt x="14393" y="35629"/>
                  <a:pt x="14320" y="35702"/>
                  <a:pt x="14231" y="35776"/>
                </a:cubicBezTo>
                <a:lnTo>
                  <a:pt x="14231" y="35585"/>
                </a:lnTo>
                <a:cubicBezTo>
                  <a:pt x="14320" y="35481"/>
                  <a:pt x="14393" y="35437"/>
                  <a:pt x="14482" y="35364"/>
                </a:cubicBezTo>
                <a:close/>
                <a:moveTo>
                  <a:pt x="14805" y="35393"/>
                </a:moveTo>
                <a:cubicBezTo>
                  <a:pt x="14805" y="35452"/>
                  <a:pt x="14776" y="35526"/>
                  <a:pt x="14776" y="35585"/>
                </a:cubicBezTo>
                <a:cubicBezTo>
                  <a:pt x="14732" y="35614"/>
                  <a:pt x="14688" y="35658"/>
                  <a:pt x="14629" y="35688"/>
                </a:cubicBezTo>
                <a:cubicBezTo>
                  <a:pt x="14599" y="35732"/>
                  <a:pt x="14555" y="35746"/>
                  <a:pt x="14526" y="35776"/>
                </a:cubicBezTo>
                <a:cubicBezTo>
                  <a:pt x="14526" y="35732"/>
                  <a:pt x="14541" y="35658"/>
                  <a:pt x="14541" y="35599"/>
                </a:cubicBezTo>
                <a:cubicBezTo>
                  <a:pt x="14629" y="35526"/>
                  <a:pt x="14702" y="35467"/>
                  <a:pt x="14805" y="35393"/>
                </a:cubicBezTo>
                <a:close/>
                <a:moveTo>
                  <a:pt x="15070" y="35408"/>
                </a:moveTo>
                <a:lnTo>
                  <a:pt x="15070" y="35408"/>
                </a:lnTo>
                <a:cubicBezTo>
                  <a:pt x="15056" y="35467"/>
                  <a:pt x="15056" y="35526"/>
                  <a:pt x="15041" y="35599"/>
                </a:cubicBezTo>
                <a:cubicBezTo>
                  <a:pt x="14967" y="35658"/>
                  <a:pt x="14894" y="35732"/>
                  <a:pt x="14820" y="35776"/>
                </a:cubicBezTo>
                <a:cubicBezTo>
                  <a:pt x="14835" y="35732"/>
                  <a:pt x="14835" y="35673"/>
                  <a:pt x="14835" y="35599"/>
                </a:cubicBezTo>
                <a:cubicBezTo>
                  <a:pt x="14879" y="35585"/>
                  <a:pt x="14908" y="35540"/>
                  <a:pt x="14953" y="35526"/>
                </a:cubicBezTo>
                <a:cubicBezTo>
                  <a:pt x="14982" y="35481"/>
                  <a:pt x="15041" y="35452"/>
                  <a:pt x="15070" y="35408"/>
                </a:cubicBezTo>
                <a:close/>
                <a:moveTo>
                  <a:pt x="15321" y="35452"/>
                </a:moveTo>
                <a:lnTo>
                  <a:pt x="15262" y="35614"/>
                </a:lnTo>
                <a:cubicBezTo>
                  <a:pt x="15217" y="35658"/>
                  <a:pt x="15203" y="35673"/>
                  <a:pt x="15173" y="35688"/>
                </a:cubicBezTo>
                <a:cubicBezTo>
                  <a:pt x="15129" y="35732"/>
                  <a:pt x="15100" y="35761"/>
                  <a:pt x="15056" y="35776"/>
                </a:cubicBezTo>
                <a:cubicBezTo>
                  <a:pt x="15056" y="35761"/>
                  <a:pt x="15056" y="35761"/>
                  <a:pt x="15070" y="35746"/>
                </a:cubicBezTo>
                <a:cubicBezTo>
                  <a:pt x="15100" y="35702"/>
                  <a:pt x="15100" y="35658"/>
                  <a:pt x="15114" y="35614"/>
                </a:cubicBezTo>
                <a:cubicBezTo>
                  <a:pt x="15188" y="35555"/>
                  <a:pt x="15247" y="35511"/>
                  <a:pt x="15321" y="35452"/>
                </a:cubicBezTo>
                <a:close/>
                <a:moveTo>
                  <a:pt x="15468" y="35540"/>
                </a:moveTo>
                <a:lnTo>
                  <a:pt x="15468" y="35540"/>
                </a:lnTo>
                <a:cubicBezTo>
                  <a:pt x="15409" y="35585"/>
                  <a:pt x="15365" y="35629"/>
                  <a:pt x="15321" y="35673"/>
                </a:cubicBezTo>
                <a:cubicBezTo>
                  <a:pt x="15291" y="35732"/>
                  <a:pt x="15276" y="35761"/>
                  <a:pt x="15262" y="35805"/>
                </a:cubicBezTo>
                <a:cubicBezTo>
                  <a:pt x="15291" y="35746"/>
                  <a:pt x="15350" y="35702"/>
                  <a:pt x="15409" y="35673"/>
                </a:cubicBezTo>
                <a:cubicBezTo>
                  <a:pt x="15424" y="35614"/>
                  <a:pt x="15438" y="35585"/>
                  <a:pt x="15468" y="35540"/>
                </a:cubicBezTo>
                <a:close/>
                <a:moveTo>
                  <a:pt x="13555" y="35526"/>
                </a:moveTo>
                <a:lnTo>
                  <a:pt x="13555" y="35614"/>
                </a:lnTo>
                <a:lnTo>
                  <a:pt x="13555" y="35761"/>
                </a:lnTo>
                <a:cubicBezTo>
                  <a:pt x="13481" y="35835"/>
                  <a:pt x="13407" y="35894"/>
                  <a:pt x="13334" y="35967"/>
                </a:cubicBezTo>
                <a:lnTo>
                  <a:pt x="13334" y="35732"/>
                </a:lnTo>
                <a:cubicBezTo>
                  <a:pt x="13407" y="35658"/>
                  <a:pt x="13481" y="35585"/>
                  <a:pt x="13555" y="35526"/>
                </a:cubicBezTo>
                <a:close/>
                <a:moveTo>
                  <a:pt x="13849" y="35585"/>
                </a:moveTo>
                <a:cubicBezTo>
                  <a:pt x="13864" y="35658"/>
                  <a:pt x="13864" y="35732"/>
                  <a:pt x="13849" y="35805"/>
                </a:cubicBezTo>
                <a:cubicBezTo>
                  <a:pt x="13775" y="35879"/>
                  <a:pt x="13672" y="35952"/>
                  <a:pt x="13599" y="36026"/>
                </a:cubicBezTo>
                <a:lnTo>
                  <a:pt x="13599" y="35776"/>
                </a:lnTo>
                <a:cubicBezTo>
                  <a:pt x="13672" y="35702"/>
                  <a:pt x="13746" y="35658"/>
                  <a:pt x="13849" y="35585"/>
                </a:cubicBezTo>
                <a:close/>
                <a:moveTo>
                  <a:pt x="14158" y="35614"/>
                </a:moveTo>
                <a:lnTo>
                  <a:pt x="14158" y="35820"/>
                </a:lnTo>
                <a:cubicBezTo>
                  <a:pt x="14070" y="35894"/>
                  <a:pt x="13996" y="35967"/>
                  <a:pt x="13893" y="36041"/>
                </a:cubicBezTo>
                <a:cubicBezTo>
                  <a:pt x="13893" y="35967"/>
                  <a:pt x="13893" y="35894"/>
                  <a:pt x="13922" y="35820"/>
                </a:cubicBezTo>
                <a:cubicBezTo>
                  <a:pt x="13996" y="35761"/>
                  <a:pt x="14084" y="35688"/>
                  <a:pt x="14158" y="35614"/>
                </a:cubicBezTo>
                <a:close/>
                <a:moveTo>
                  <a:pt x="15291" y="35835"/>
                </a:moveTo>
                <a:lnTo>
                  <a:pt x="15188" y="35952"/>
                </a:lnTo>
                <a:cubicBezTo>
                  <a:pt x="15173" y="35982"/>
                  <a:pt x="15173" y="35997"/>
                  <a:pt x="15144" y="36041"/>
                </a:cubicBezTo>
                <a:lnTo>
                  <a:pt x="15262" y="35923"/>
                </a:lnTo>
                <a:cubicBezTo>
                  <a:pt x="15276" y="35894"/>
                  <a:pt x="15291" y="35879"/>
                  <a:pt x="15291" y="35835"/>
                </a:cubicBezTo>
                <a:close/>
                <a:moveTo>
                  <a:pt x="14482" y="35629"/>
                </a:moveTo>
                <a:cubicBezTo>
                  <a:pt x="14482" y="35702"/>
                  <a:pt x="14467" y="35761"/>
                  <a:pt x="14467" y="35835"/>
                </a:cubicBezTo>
                <a:cubicBezTo>
                  <a:pt x="14379" y="35908"/>
                  <a:pt x="14290" y="35982"/>
                  <a:pt x="14217" y="36055"/>
                </a:cubicBezTo>
                <a:cubicBezTo>
                  <a:pt x="14217" y="35982"/>
                  <a:pt x="14231" y="35923"/>
                  <a:pt x="14231" y="35849"/>
                </a:cubicBezTo>
                <a:cubicBezTo>
                  <a:pt x="14305" y="35776"/>
                  <a:pt x="14393" y="35702"/>
                  <a:pt x="14482" y="35629"/>
                </a:cubicBezTo>
                <a:close/>
                <a:moveTo>
                  <a:pt x="14761" y="35673"/>
                </a:moveTo>
                <a:lnTo>
                  <a:pt x="14761" y="35673"/>
                </a:lnTo>
                <a:cubicBezTo>
                  <a:pt x="14747" y="35732"/>
                  <a:pt x="14747" y="35805"/>
                  <a:pt x="14732" y="35849"/>
                </a:cubicBezTo>
                <a:cubicBezTo>
                  <a:pt x="14658" y="35923"/>
                  <a:pt x="14555" y="35982"/>
                  <a:pt x="14482" y="36055"/>
                </a:cubicBezTo>
                <a:cubicBezTo>
                  <a:pt x="14511" y="35997"/>
                  <a:pt x="14526" y="35923"/>
                  <a:pt x="14526" y="35879"/>
                </a:cubicBezTo>
                <a:cubicBezTo>
                  <a:pt x="14585" y="35835"/>
                  <a:pt x="14629" y="35776"/>
                  <a:pt x="14673" y="35746"/>
                </a:cubicBezTo>
                <a:cubicBezTo>
                  <a:pt x="14702" y="35732"/>
                  <a:pt x="14732" y="35688"/>
                  <a:pt x="14761" y="35673"/>
                </a:cubicBezTo>
                <a:close/>
                <a:moveTo>
                  <a:pt x="15026" y="35702"/>
                </a:moveTo>
                <a:cubicBezTo>
                  <a:pt x="15026" y="35732"/>
                  <a:pt x="15026" y="35732"/>
                  <a:pt x="14997" y="35746"/>
                </a:cubicBezTo>
                <a:cubicBezTo>
                  <a:pt x="14982" y="35805"/>
                  <a:pt x="14967" y="35835"/>
                  <a:pt x="14967" y="35894"/>
                </a:cubicBezTo>
                <a:cubicBezTo>
                  <a:pt x="14894" y="35952"/>
                  <a:pt x="14820" y="35997"/>
                  <a:pt x="14761" y="36055"/>
                </a:cubicBezTo>
                <a:cubicBezTo>
                  <a:pt x="14776" y="35997"/>
                  <a:pt x="14805" y="35952"/>
                  <a:pt x="14805" y="35894"/>
                </a:cubicBezTo>
                <a:cubicBezTo>
                  <a:pt x="14879" y="35835"/>
                  <a:pt x="14953" y="35761"/>
                  <a:pt x="15026" y="35702"/>
                </a:cubicBezTo>
                <a:close/>
                <a:moveTo>
                  <a:pt x="15129" y="36173"/>
                </a:moveTo>
                <a:lnTo>
                  <a:pt x="15070" y="36217"/>
                </a:lnTo>
                <a:cubicBezTo>
                  <a:pt x="15070" y="36247"/>
                  <a:pt x="15056" y="36247"/>
                  <a:pt x="15056" y="36261"/>
                </a:cubicBezTo>
                <a:lnTo>
                  <a:pt x="15114" y="36203"/>
                </a:lnTo>
                <a:cubicBezTo>
                  <a:pt x="15114" y="36188"/>
                  <a:pt x="15114" y="36188"/>
                  <a:pt x="15129" y="36173"/>
                </a:cubicBezTo>
                <a:close/>
                <a:moveTo>
                  <a:pt x="13569" y="35849"/>
                </a:moveTo>
                <a:lnTo>
                  <a:pt x="13569" y="35849"/>
                </a:lnTo>
                <a:cubicBezTo>
                  <a:pt x="13555" y="35923"/>
                  <a:pt x="13555" y="35997"/>
                  <a:pt x="13555" y="36100"/>
                </a:cubicBezTo>
                <a:lnTo>
                  <a:pt x="13334" y="36320"/>
                </a:lnTo>
                <a:cubicBezTo>
                  <a:pt x="13334" y="36232"/>
                  <a:pt x="13349" y="36158"/>
                  <a:pt x="13349" y="36070"/>
                </a:cubicBezTo>
                <a:lnTo>
                  <a:pt x="13349" y="36055"/>
                </a:lnTo>
                <a:cubicBezTo>
                  <a:pt x="13422" y="35982"/>
                  <a:pt x="13496" y="35908"/>
                  <a:pt x="13569" y="35849"/>
                </a:cubicBezTo>
                <a:close/>
                <a:moveTo>
                  <a:pt x="15070" y="36041"/>
                </a:moveTo>
                <a:lnTo>
                  <a:pt x="15056" y="36055"/>
                </a:lnTo>
                <a:cubicBezTo>
                  <a:pt x="14997" y="36100"/>
                  <a:pt x="14953" y="36144"/>
                  <a:pt x="14908" y="36188"/>
                </a:cubicBezTo>
                <a:cubicBezTo>
                  <a:pt x="14908" y="36247"/>
                  <a:pt x="14894" y="36276"/>
                  <a:pt x="14879" y="36320"/>
                </a:cubicBezTo>
                <a:cubicBezTo>
                  <a:pt x="14923" y="36276"/>
                  <a:pt x="14967" y="36217"/>
                  <a:pt x="15026" y="36173"/>
                </a:cubicBezTo>
                <a:cubicBezTo>
                  <a:pt x="15041" y="36114"/>
                  <a:pt x="15056" y="36070"/>
                  <a:pt x="15070" y="36041"/>
                </a:cubicBezTo>
                <a:close/>
                <a:moveTo>
                  <a:pt x="13849" y="35894"/>
                </a:moveTo>
                <a:cubicBezTo>
                  <a:pt x="13849" y="35967"/>
                  <a:pt x="13849" y="36041"/>
                  <a:pt x="13819" y="36114"/>
                </a:cubicBezTo>
                <a:cubicBezTo>
                  <a:pt x="13746" y="36188"/>
                  <a:pt x="13658" y="36261"/>
                  <a:pt x="13584" y="36350"/>
                </a:cubicBezTo>
                <a:cubicBezTo>
                  <a:pt x="13584" y="36276"/>
                  <a:pt x="13599" y="36188"/>
                  <a:pt x="13599" y="36114"/>
                </a:cubicBezTo>
                <a:cubicBezTo>
                  <a:pt x="13702" y="36041"/>
                  <a:pt x="13775" y="35967"/>
                  <a:pt x="13849" y="35894"/>
                </a:cubicBezTo>
                <a:close/>
                <a:moveTo>
                  <a:pt x="14452" y="35923"/>
                </a:moveTo>
                <a:cubicBezTo>
                  <a:pt x="14452" y="35997"/>
                  <a:pt x="14438" y="36055"/>
                  <a:pt x="14408" y="36114"/>
                </a:cubicBezTo>
                <a:cubicBezTo>
                  <a:pt x="14335" y="36203"/>
                  <a:pt x="14246" y="36276"/>
                  <a:pt x="14173" y="36350"/>
                </a:cubicBezTo>
                <a:cubicBezTo>
                  <a:pt x="14173" y="36276"/>
                  <a:pt x="14187" y="36217"/>
                  <a:pt x="14187" y="36144"/>
                </a:cubicBezTo>
                <a:cubicBezTo>
                  <a:pt x="14261" y="36070"/>
                  <a:pt x="14364" y="35997"/>
                  <a:pt x="14452" y="35923"/>
                </a:cubicBezTo>
                <a:close/>
                <a:moveTo>
                  <a:pt x="14702" y="35967"/>
                </a:moveTo>
                <a:lnTo>
                  <a:pt x="14702" y="35967"/>
                </a:lnTo>
                <a:cubicBezTo>
                  <a:pt x="14688" y="36026"/>
                  <a:pt x="14688" y="36070"/>
                  <a:pt x="14673" y="36129"/>
                </a:cubicBezTo>
                <a:lnTo>
                  <a:pt x="14673" y="36144"/>
                </a:lnTo>
                <a:cubicBezTo>
                  <a:pt x="14658" y="36144"/>
                  <a:pt x="14614" y="36188"/>
                  <a:pt x="14599" y="36203"/>
                </a:cubicBezTo>
                <a:cubicBezTo>
                  <a:pt x="14541" y="36261"/>
                  <a:pt x="14482" y="36291"/>
                  <a:pt x="14423" y="36350"/>
                </a:cubicBezTo>
                <a:cubicBezTo>
                  <a:pt x="14452" y="36291"/>
                  <a:pt x="14452" y="36217"/>
                  <a:pt x="14467" y="36173"/>
                </a:cubicBezTo>
                <a:cubicBezTo>
                  <a:pt x="14482" y="36144"/>
                  <a:pt x="14511" y="36129"/>
                  <a:pt x="14541" y="36114"/>
                </a:cubicBezTo>
                <a:cubicBezTo>
                  <a:pt x="14599" y="36055"/>
                  <a:pt x="14658" y="36026"/>
                  <a:pt x="14702" y="35967"/>
                </a:cubicBezTo>
                <a:close/>
                <a:moveTo>
                  <a:pt x="14923" y="35997"/>
                </a:moveTo>
                <a:lnTo>
                  <a:pt x="14879" y="36173"/>
                </a:lnTo>
                <a:cubicBezTo>
                  <a:pt x="14820" y="36217"/>
                  <a:pt x="14747" y="36276"/>
                  <a:pt x="14688" y="36350"/>
                </a:cubicBezTo>
                <a:cubicBezTo>
                  <a:pt x="14688" y="36276"/>
                  <a:pt x="14702" y="36217"/>
                  <a:pt x="14732" y="36173"/>
                </a:cubicBezTo>
                <a:cubicBezTo>
                  <a:pt x="14805" y="36114"/>
                  <a:pt x="14850" y="36055"/>
                  <a:pt x="14923" y="35997"/>
                </a:cubicBezTo>
                <a:close/>
                <a:moveTo>
                  <a:pt x="14158" y="35923"/>
                </a:moveTo>
                <a:cubicBezTo>
                  <a:pt x="14158" y="35997"/>
                  <a:pt x="14143" y="36055"/>
                  <a:pt x="14143" y="36129"/>
                </a:cubicBezTo>
                <a:cubicBezTo>
                  <a:pt x="14040" y="36203"/>
                  <a:pt x="13967" y="36276"/>
                  <a:pt x="13878" y="36364"/>
                </a:cubicBezTo>
                <a:cubicBezTo>
                  <a:pt x="13878" y="36291"/>
                  <a:pt x="13893" y="36217"/>
                  <a:pt x="13893" y="36144"/>
                </a:cubicBezTo>
                <a:cubicBezTo>
                  <a:pt x="13967" y="36070"/>
                  <a:pt x="14070" y="35997"/>
                  <a:pt x="14158" y="35923"/>
                </a:cubicBezTo>
                <a:close/>
                <a:moveTo>
                  <a:pt x="14923" y="36364"/>
                </a:moveTo>
                <a:lnTo>
                  <a:pt x="14820" y="36482"/>
                </a:lnTo>
                <a:cubicBezTo>
                  <a:pt x="14791" y="36512"/>
                  <a:pt x="14791" y="36541"/>
                  <a:pt x="14776" y="36570"/>
                </a:cubicBezTo>
                <a:cubicBezTo>
                  <a:pt x="14791" y="36541"/>
                  <a:pt x="14835" y="36497"/>
                  <a:pt x="14879" y="36467"/>
                </a:cubicBezTo>
                <a:cubicBezTo>
                  <a:pt x="14894" y="36438"/>
                  <a:pt x="14894" y="36409"/>
                  <a:pt x="14923" y="36364"/>
                </a:cubicBezTo>
                <a:close/>
                <a:moveTo>
                  <a:pt x="14820" y="36320"/>
                </a:moveTo>
                <a:lnTo>
                  <a:pt x="14820" y="36320"/>
                </a:lnTo>
                <a:cubicBezTo>
                  <a:pt x="14802" y="36331"/>
                  <a:pt x="14786" y="36342"/>
                  <a:pt x="14769" y="36355"/>
                </a:cubicBezTo>
                <a:lnTo>
                  <a:pt x="14769" y="36355"/>
                </a:lnTo>
                <a:cubicBezTo>
                  <a:pt x="14767" y="36358"/>
                  <a:pt x="14764" y="36361"/>
                  <a:pt x="14761" y="36364"/>
                </a:cubicBezTo>
                <a:cubicBezTo>
                  <a:pt x="14710" y="36444"/>
                  <a:pt x="14660" y="36523"/>
                  <a:pt x="14608" y="36600"/>
                </a:cubicBezTo>
                <a:lnTo>
                  <a:pt x="14608" y="36600"/>
                </a:lnTo>
                <a:cubicBezTo>
                  <a:pt x="14649" y="36551"/>
                  <a:pt x="14700" y="36504"/>
                  <a:pt x="14761" y="36467"/>
                </a:cubicBezTo>
                <a:cubicBezTo>
                  <a:pt x="14776" y="36409"/>
                  <a:pt x="14805" y="36364"/>
                  <a:pt x="14820" y="36320"/>
                </a:cubicBezTo>
                <a:close/>
                <a:moveTo>
                  <a:pt x="14658" y="36247"/>
                </a:moveTo>
                <a:lnTo>
                  <a:pt x="14599" y="36409"/>
                </a:lnTo>
                <a:cubicBezTo>
                  <a:pt x="14541" y="36482"/>
                  <a:pt x="14482" y="36512"/>
                  <a:pt x="14452" y="36556"/>
                </a:cubicBezTo>
                <a:lnTo>
                  <a:pt x="14379" y="36629"/>
                </a:lnTo>
                <a:cubicBezTo>
                  <a:pt x="14393" y="36585"/>
                  <a:pt x="14393" y="36556"/>
                  <a:pt x="14408" y="36512"/>
                </a:cubicBezTo>
                <a:cubicBezTo>
                  <a:pt x="14408" y="36497"/>
                  <a:pt x="14423" y="36467"/>
                  <a:pt x="14423" y="36438"/>
                </a:cubicBezTo>
                <a:cubicBezTo>
                  <a:pt x="14511" y="36364"/>
                  <a:pt x="14570" y="36320"/>
                  <a:pt x="14658" y="36247"/>
                </a:cubicBezTo>
                <a:close/>
                <a:moveTo>
                  <a:pt x="14393" y="36217"/>
                </a:moveTo>
                <a:lnTo>
                  <a:pt x="14393" y="36217"/>
                </a:lnTo>
                <a:cubicBezTo>
                  <a:pt x="14379" y="36276"/>
                  <a:pt x="14379" y="36350"/>
                  <a:pt x="14364" y="36409"/>
                </a:cubicBezTo>
                <a:cubicBezTo>
                  <a:pt x="14290" y="36482"/>
                  <a:pt x="14187" y="36556"/>
                  <a:pt x="14114" y="36644"/>
                </a:cubicBezTo>
                <a:cubicBezTo>
                  <a:pt x="14143" y="36585"/>
                  <a:pt x="14143" y="36541"/>
                  <a:pt x="14158" y="36467"/>
                </a:cubicBezTo>
                <a:cubicBezTo>
                  <a:pt x="14231" y="36394"/>
                  <a:pt x="14320" y="36320"/>
                  <a:pt x="14393" y="36217"/>
                </a:cubicBezTo>
                <a:close/>
                <a:moveTo>
                  <a:pt x="13525" y="36188"/>
                </a:moveTo>
                <a:cubicBezTo>
                  <a:pt x="13525" y="36261"/>
                  <a:pt x="13510" y="36350"/>
                  <a:pt x="13510" y="36423"/>
                </a:cubicBezTo>
                <a:lnTo>
                  <a:pt x="13275" y="36659"/>
                </a:lnTo>
                <a:cubicBezTo>
                  <a:pt x="13290" y="36570"/>
                  <a:pt x="13290" y="36497"/>
                  <a:pt x="13290" y="36409"/>
                </a:cubicBezTo>
                <a:cubicBezTo>
                  <a:pt x="13378" y="36335"/>
                  <a:pt x="13452" y="36261"/>
                  <a:pt x="13525" y="36188"/>
                </a:cubicBezTo>
                <a:close/>
                <a:moveTo>
                  <a:pt x="14143" y="36217"/>
                </a:moveTo>
                <a:cubicBezTo>
                  <a:pt x="14143" y="36291"/>
                  <a:pt x="14114" y="36364"/>
                  <a:pt x="14114" y="36423"/>
                </a:cubicBezTo>
                <a:cubicBezTo>
                  <a:pt x="14011" y="36512"/>
                  <a:pt x="13922" y="36615"/>
                  <a:pt x="13849" y="36688"/>
                </a:cubicBezTo>
                <a:cubicBezTo>
                  <a:pt x="13864" y="36615"/>
                  <a:pt x="13864" y="36541"/>
                  <a:pt x="13878" y="36467"/>
                </a:cubicBezTo>
                <a:cubicBezTo>
                  <a:pt x="13952" y="36394"/>
                  <a:pt x="14040" y="36291"/>
                  <a:pt x="14143" y="36217"/>
                </a:cubicBezTo>
                <a:close/>
                <a:moveTo>
                  <a:pt x="13819" y="36217"/>
                </a:moveTo>
                <a:cubicBezTo>
                  <a:pt x="13819" y="36291"/>
                  <a:pt x="13805" y="36364"/>
                  <a:pt x="13805" y="36438"/>
                </a:cubicBezTo>
                <a:cubicBezTo>
                  <a:pt x="13716" y="36512"/>
                  <a:pt x="13643" y="36615"/>
                  <a:pt x="13569" y="36703"/>
                </a:cubicBezTo>
                <a:cubicBezTo>
                  <a:pt x="13584" y="36629"/>
                  <a:pt x="13584" y="36541"/>
                  <a:pt x="13584" y="36467"/>
                </a:cubicBezTo>
                <a:lnTo>
                  <a:pt x="13819" y="36217"/>
                </a:lnTo>
                <a:close/>
                <a:moveTo>
                  <a:pt x="14702" y="36732"/>
                </a:moveTo>
                <a:cubicBezTo>
                  <a:pt x="14702" y="36762"/>
                  <a:pt x="14688" y="36777"/>
                  <a:pt x="14673" y="36791"/>
                </a:cubicBezTo>
                <a:lnTo>
                  <a:pt x="14702" y="36762"/>
                </a:lnTo>
                <a:lnTo>
                  <a:pt x="14702" y="36732"/>
                </a:lnTo>
                <a:close/>
                <a:moveTo>
                  <a:pt x="14673" y="36791"/>
                </a:moveTo>
                <a:lnTo>
                  <a:pt x="14673" y="36791"/>
                </a:lnTo>
                <a:cubicBezTo>
                  <a:pt x="14658" y="36791"/>
                  <a:pt x="14658" y="36806"/>
                  <a:pt x="14658" y="36806"/>
                </a:cubicBezTo>
                <a:lnTo>
                  <a:pt x="14673" y="36791"/>
                </a:lnTo>
                <a:close/>
                <a:moveTo>
                  <a:pt x="14673" y="36629"/>
                </a:moveTo>
                <a:lnTo>
                  <a:pt x="14526" y="36777"/>
                </a:lnTo>
                <a:cubicBezTo>
                  <a:pt x="14511" y="36835"/>
                  <a:pt x="14482" y="36865"/>
                  <a:pt x="14467" y="36909"/>
                </a:cubicBezTo>
                <a:lnTo>
                  <a:pt x="14614" y="36762"/>
                </a:lnTo>
                <a:cubicBezTo>
                  <a:pt x="14629" y="36703"/>
                  <a:pt x="14658" y="36659"/>
                  <a:pt x="14673" y="36629"/>
                </a:cubicBezTo>
                <a:close/>
                <a:moveTo>
                  <a:pt x="14541" y="36570"/>
                </a:moveTo>
                <a:lnTo>
                  <a:pt x="14482" y="36732"/>
                </a:lnTo>
                <a:cubicBezTo>
                  <a:pt x="14438" y="36791"/>
                  <a:pt x="14379" y="36865"/>
                  <a:pt x="14320" y="36924"/>
                </a:cubicBezTo>
                <a:lnTo>
                  <a:pt x="14305" y="36938"/>
                </a:lnTo>
                <a:cubicBezTo>
                  <a:pt x="14305" y="36880"/>
                  <a:pt x="14320" y="36835"/>
                  <a:pt x="14335" y="36777"/>
                </a:cubicBezTo>
                <a:lnTo>
                  <a:pt x="14511" y="36615"/>
                </a:lnTo>
                <a:lnTo>
                  <a:pt x="14541" y="36570"/>
                </a:lnTo>
                <a:close/>
                <a:moveTo>
                  <a:pt x="14335" y="36556"/>
                </a:moveTo>
                <a:lnTo>
                  <a:pt x="14335" y="36556"/>
                </a:lnTo>
                <a:cubicBezTo>
                  <a:pt x="14320" y="36615"/>
                  <a:pt x="14305" y="36688"/>
                  <a:pt x="14290" y="36732"/>
                </a:cubicBezTo>
                <a:lnTo>
                  <a:pt x="14246" y="36777"/>
                </a:lnTo>
                <a:lnTo>
                  <a:pt x="14040" y="36983"/>
                </a:lnTo>
                <a:cubicBezTo>
                  <a:pt x="14040" y="36953"/>
                  <a:pt x="14055" y="36938"/>
                  <a:pt x="14055" y="36924"/>
                </a:cubicBezTo>
                <a:cubicBezTo>
                  <a:pt x="14084" y="36880"/>
                  <a:pt x="14084" y="36835"/>
                  <a:pt x="14099" y="36791"/>
                </a:cubicBezTo>
                <a:cubicBezTo>
                  <a:pt x="14173" y="36718"/>
                  <a:pt x="14246" y="36629"/>
                  <a:pt x="14335" y="36556"/>
                </a:cubicBezTo>
                <a:close/>
                <a:moveTo>
                  <a:pt x="14070" y="36541"/>
                </a:moveTo>
                <a:cubicBezTo>
                  <a:pt x="14040" y="36615"/>
                  <a:pt x="14040" y="36688"/>
                  <a:pt x="14025" y="36732"/>
                </a:cubicBezTo>
                <a:cubicBezTo>
                  <a:pt x="13952" y="36850"/>
                  <a:pt x="13864" y="36938"/>
                  <a:pt x="13790" y="37012"/>
                </a:cubicBezTo>
                <a:cubicBezTo>
                  <a:pt x="13805" y="36938"/>
                  <a:pt x="13805" y="36865"/>
                  <a:pt x="13819" y="36791"/>
                </a:cubicBezTo>
                <a:cubicBezTo>
                  <a:pt x="13893" y="36703"/>
                  <a:pt x="13996" y="36629"/>
                  <a:pt x="14070" y="36541"/>
                </a:cubicBezTo>
                <a:close/>
                <a:moveTo>
                  <a:pt x="14511" y="36997"/>
                </a:moveTo>
                <a:lnTo>
                  <a:pt x="14511" y="36997"/>
                </a:lnTo>
                <a:cubicBezTo>
                  <a:pt x="14491" y="37007"/>
                  <a:pt x="14478" y="37017"/>
                  <a:pt x="14467" y="37035"/>
                </a:cubicBezTo>
                <a:lnTo>
                  <a:pt x="14467" y="37035"/>
                </a:lnTo>
                <a:lnTo>
                  <a:pt x="14511" y="36997"/>
                </a:lnTo>
                <a:close/>
                <a:moveTo>
                  <a:pt x="13510" y="36541"/>
                </a:moveTo>
                <a:cubicBezTo>
                  <a:pt x="13510" y="36615"/>
                  <a:pt x="13496" y="36703"/>
                  <a:pt x="13481" y="36777"/>
                </a:cubicBezTo>
                <a:cubicBezTo>
                  <a:pt x="13378" y="36865"/>
                  <a:pt x="13304" y="36953"/>
                  <a:pt x="13231" y="37056"/>
                </a:cubicBezTo>
                <a:cubicBezTo>
                  <a:pt x="13260" y="36953"/>
                  <a:pt x="13260" y="36865"/>
                  <a:pt x="13275" y="36777"/>
                </a:cubicBezTo>
                <a:cubicBezTo>
                  <a:pt x="13349" y="36703"/>
                  <a:pt x="13422" y="36615"/>
                  <a:pt x="13510" y="36541"/>
                </a:cubicBezTo>
                <a:close/>
                <a:moveTo>
                  <a:pt x="13790" y="36556"/>
                </a:moveTo>
                <a:cubicBezTo>
                  <a:pt x="13775" y="36629"/>
                  <a:pt x="13775" y="36703"/>
                  <a:pt x="13746" y="36777"/>
                </a:cubicBezTo>
                <a:cubicBezTo>
                  <a:pt x="13658" y="36865"/>
                  <a:pt x="13584" y="36953"/>
                  <a:pt x="13496" y="37056"/>
                </a:cubicBezTo>
                <a:cubicBezTo>
                  <a:pt x="13510" y="36968"/>
                  <a:pt x="13510" y="36880"/>
                  <a:pt x="13525" y="36806"/>
                </a:cubicBezTo>
                <a:lnTo>
                  <a:pt x="13790" y="36556"/>
                </a:lnTo>
                <a:close/>
                <a:moveTo>
                  <a:pt x="14467" y="37035"/>
                </a:moveTo>
                <a:lnTo>
                  <a:pt x="14393" y="37100"/>
                </a:lnTo>
                <a:cubicBezTo>
                  <a:pt x="14382" y="37133"/>
                  <a:pt x="14380" y="37150"/>
                  <a:pt x="14373" y="37174"/>
                </a:cubicBezTo>
                <a:lnTo>
                  <a:pt x="14373" y="37174"/>
                </a:lnTo>
                <a:cubicBezTo>
                  <a:pt x="14389" y="37130"/>
                  <a:pt x="14416" y="37095"/>
                  <a:pt x="14452" y="37071"/>
                </a:cubicBezTo>
                <a:cubicBezTo>
                  <a:pt x="14457" y="37056"/>
                  <a:pt x="14462" y="37045"/>
                  <a:pt x="14467" y="37035"/>
                </a:cubicBezTo>
                <a:close/>
                <a:moveTo>
                  <a:pt x="14373" y="37174"/>
                </a:moveTo>
                <a:cubicBezTo>
                  <a:pt x="14369" y="37184"/>
                  <a:pt x="14366" y="37193"/>
                  <a:pt x="14364" y="37203"/>
                </a:cubicBezTo>
                <a:cubicBezTo>
                  <a:pt x="14368" y="37192"/>
                  <a:pt x="14370" y="37183"/>
                  <a:pt x="14373" y="37174"/>
                </a:cubicBezTo>
                <a:close/>
                <a:moveTo>
                  <a:pt x="14308" y="37022"/>
                </a:moveTo>
                <a:lnTo>
                  <a:pt x="14308" y="37022"/>
                </a:lnTo>
                <a:cubicBezTo>
                  <a:pt x="14269" y="37085"/>
                  <a:pt x="14227" y="37151"/>
                  <a:pt x="14185" y="37216"/>
                </a:cubicBezTo>
                <a:lnTo>
                  <a:pt x="14185" y="37216"/>
                </a:lnTo>
                <a:cubicBezTo>
                  <a:pt x="14200" y="37182"/>
                  <a:pt x="14220" y="37145"/>
                  <a:pt x="14231" y="37100"/>
                </a:cubicBezTo>
                <a:cubicBezTo>
                  <a:pt x="14251" y="37081"/>
                  <a:pt x="14276" y="37049"/>
                  <a:pt x="14308" y="37022"/>
                </a:cubicBezTo>
                <a:close/>
                <a:moveTo>
                  <a:pt x="14231" y="36880"/>
                </a:moveTo>
                <a:lnTo>
                  <a:pt x="14231" y="36880"/>
                </a:lnTo>
                <a:cubicBezTo>
                  <a:pt x="14217" y="36938"/>
                  <a:pt x="14187" y="37012"/>
                  <a:pt x="14173" y="37071"/>
                </a:cubicBezTo>
                <a:cubicBezTo>
                  <a:pt x="14158" y="37086"/>
                  <a:pt x="14143" y="37130"/>
                  <a:pt x="14099" y="37144"/>
                </a:cubicBezTo>
                <a:cubicBezTo>
                  <a:pt x="14040" y="37203"/>
                  <a:pt x="14011" y="37247"/>
                  <a:pt x="13952" y="37306"/>
                </a:cubicBezTo>
                <a:cubicBezTo>
                  <a:pt x="13967" y="37247"/>
                  <a:pt x="13996" y="37174"/>
                  <a:pt x="14011" y="37130"/>
                </a:cubicBezTo>
                <a:cubicBezTo>
                  <a:pt x="14084" y="37056"/>
                  <a:pt x="14158" y="36953"/>
                  <a:pt x="14231" y="36880"/>
                </a:cubicBezTo>
                <a:close/>
                <a:moveTo>
                  <a:pt x="14011" y="36865"/>
                </a:moveTo>
                <a:lnTo>
                  <a:pt x="14011" y="36880"/>
                </a:lnTo>
                <a:cubicBezTo>
                  <a:pt x="13996" y="36953"/>
                  <a:pt x="13967" y="37012"/>
                  <a:pt x="13952" y="37071"/>
                </a:cubicBezTo>
                <a:cubicBezTo>
                  <a:pt x="13882" y="37155"/>
                  <a:pt x="13799" y="37238"/>
                  <a:pt x="13728" y="37322"/>
                </a:cubicBezTo>
                <a:lnTo>
                  <a:pt x="13728" y="37322"/>
                </a:lnTo>
                <a:cubicBezTo>
                  <a:pt x="13730" y="37317"/>
                  <a:pt x="13731" y="37311"/>
                  <a:pt x="13731" y="37306"/>
                </a:cubicBezTo>
                <a:cubicBezTo>
                  <a:pt x="13746" y="37247"/>
                  <a:pt x="13746" y="37203"/>
                  <a:pt x="13775" y="37144"/>
                </a:cubicBezTo>
                <a:cubicBezTo>
                  <a:pt x="13849" y="37056"/>
                  <a:pt x="13937" y="36953"/>
                  <a:pt x="14011" y="36865"/>
                </a:cubicBezTo>
                <a:close/>
                <a:moveTo>
                  <a:pt x="13746" y="36880"/>
                </a:moveTo>
                <a:cubicBezTo>
                  <a:pt x="13731" y="36953"/>
                  <a:pt x="13731" y="37027"/>
                  <a:pt x="13716" y="37100"/>
                </a:cubicBezTo>
                <a:cubicBezTo>
                  <a:pt x="13628" y="37218"/>
                  <a:pt x="13525" y="37321"/>
                  <a:pt x="13452" y="37424"/>
                </a:cubicBezTo>
                <a:cubicBezTo>
                  <a:pt x="13481" y="37321"/>
                  <a:pt x="13496" y="37247"/>
                  <a:pt x="13496" y="37159"/>
                </a:cubicBezTo>
                <a:cubicBezTo>
                  <a:pt x="13569" y="37071"/>
                  <a:pt x="13658" y="36983"/>
                  <a:pt x="13746" y="36880"/>
                </a:cubicBezTo>
                <a:close/>
                <a:moveTo>
                  <a:pt x="14261" y="37395"/>
                </a:moveTo>
                <a:cubicBezTo>
                  <a:pt x="14261" y="37424"/>
                  <a:pt x="14246" y="37424"/>
                  <a:pt x="14246" y="37439"/>
                </a:cubicBezTo>
                <a:cubicBezTo>
                  <a:pt x="14261" y="37424"/>
                  <a:pt x="14261" y="37424"/>
                  <a:pt x="14261" y="37395"/>
                </a:cubicBezTo>
                <a:close/>
                <a:moveTo>
                  <a:pt x="13481" y="36909"/>
                </a:moveTo>
                <a:lnTo>
                  <a:pt x="13481" y="36909"/>
                </a:lnTo>
                <a:cubicBezTo>
                  <a:pt x="13452" y="36997"/>
                  <a:pt x="13452" y="37071"/>
                  <a:pt x="13437" y="37159"/>
                </a:cubicBezTo>
                <a:cubicBezTo>
                  <a:pt x="13349" y="37277"/>
                  <a:pt x="13275" y="37365"/>
                  <a:pt x="13187" y="37468"/>
                </a:cubicBezTo>
                <a:lnTo>
                  <a:pt x="13231" y="37203"/>
                </a:lnTo>
                <a:cubicBezTo>
                  <a:pt x="13290" y="37086"/>
                  <a:pt x="13378" y="36997"/>
                  <a:pt x="13481" y="36909"/>
                </a:cubicBezTo>
                <a:close/>
                <a:moveTo>
                  <a:pt x="14246" y="37277"/>
                </a:moveTo>
                <a:lnTo>
                  <a:pt x="14187" y="37321"/>
                </a:lnTo>
                <a:cubicBezTo>
                  <a:pt x="14158" y="37365"/>
                  <a:pt x="14143" y="37395"/>
                  <a:pt x="14099" y="37439"/>
                </a:cubicBezTo>
                <a:cubicBezTo>
                  <a:pt x="14084" y="37498"/>
                  <a:pt x="14055" y="37527"/>
                  <a:pt x="14040" y="37571"/>
                </a:cubicBezTo>
                <a:cubicBezTo>
                  <a:pt x="14099" y="37512"/>
                  <a:pt x="14143" y="37453"/>
                  <a:pt x="14187" y="37395"/>
                </a:cubicBezTo>
                <a:cubicBezTo>
                  <a:pt x="14202" y="37350"/>
                  <a:pt x="14231" y="37306"/>
                  <a:pt x="14246" y="37277"/>
                </a:cubicBezTo>
                <a:close/>
                <a:moveTo>
                  <a:pt x="14099" y="37247"/>
                </a:moveTo>
                <a:lnTo>
                  <a:pt x="14040" y="37424"/>
                </a:lnTo>
                <a:cubicBezTo>
                  <a:pt x="14025" y="37453"/>
                  <a:pt x="13996" y="37468"/>
                  <a:pt x="13967" y="37512"/>
                </a:cubicBezTo>
                <a:cubicBezTo>
                  <a:pt x="13937" y="37571"/>
                  <a:pt x="13893" y="37615"/>
                  <a:pt x="13864" y="37660"/>
                </a:cubicBezTo>
                <a:cubicBezTo>
                  <a:pt x="13864" y="37601"/>
                  <a:pt x="13878" y="37542"/>
                  <a:pt x="13893" y="37498"/>
                </a:cubicBezTo>
                <a:cubicBezTo>
                  <a:pt x="13967" y="37424"/>
                  <a:pt x="14025" y="37321"/>
                  <a:pt x="14099" y="37247"/>
                </a:cubicBezTo>
                <a:close/>
                <a:moveTo>
                  <a:pt x="13922" y="37247"/>
                </a:moveTo>
                <a:lnTo>
                  <a:pt x="13864" y="37468"/>
                </a:lnTo>
                <a:cubicBezTo>
                  <a:pt x="13775" y="37542"/>
                  <a:pt x="13702" y="37660"/>
                  <a:pt x="13628" y="37748"/>
                </a:cubicBezTo>
                <a:lnTo>
                  <a:pt x="13672" y="37527"/>
                </a:lnTo>
                <a:cubicBezTo>
                  <a:pt x="13746" y="37439"/>
                  <a:pt x="13819" y="37350"/>
                  <a:pt x="13922" y="37247"/>
                </a:cubicBezTo>
                <a:close/>
                <a:moveTo>
                  <a:pt x="13672" y="37247"/>
                </a:moveTo>
                <a:lnTo>
                  <a:pt x="13672" y="37292"/>
                </a:lnTo>
                <a:cubicBezTo>
                  <a:pt x="13658" y="37365"/>
                  <a:pt x="13643" y="37424"/>
                  <a:pt x="13628" y="37498"/>
                </a:cubicBezTo>
                <a:cubicBezTo>
                  <a:pt x="13525" y="37601"/>
                  <a:pt x="13437" y="37733"/>
                  <a:pt x="13363" y="37836"/>
                </a:cubicBezTo>
                <a:cubicBezTo>
                  <a:pt x="13378" y="37792"/>
                  <a:pt x="13378" y="37748"/>
                  <a:pt x="13407" y="37689"/>
                </a:cubicBezTo>
                <a:cubicBezTo>
                  <a:pt x="13407" y="37660"/>
                  <a:pt x="13422" y="37615"/>
                  <a:pt x="13422" y="37571"/>
                </a:cubicBezTo>
                <a:cubicBezTo>
                  <a:pt x="13496" y="37453"/>
                  <a:pt x="13584" y="37365"/>
                  <a:pt x="13672" y="37247"/>
                </a:cubicBezTo>
                <a:close/>
                <a:moveTo>
                  <a:pt x="14025" y="37674"/>
                </a:moveTo>
                <a:lnTo>
                  <a:pt x="14025" y="37674"/>
                </a:lnTo>
                <a:cubicBezTo>
                  <a:pt x="13996" y="37718"/>
                  <a:pt x="13967" y="37763"/>
                  <a:pt x="13937" y="37807"/>
                </a:cubicBezTo>
                <a:cubicBezTo>
                  <a:pt x="13937" y="37836"/>
                  <a:pt x="13922" y="37866"/>
                  <a:pt x="13922" y="37880"/>
                </a:cubicBezTo>
                <a:cubicBezTo>
                  <a:pt x="13952" y="37836"/>
                  <a:pt x="13967" y="37792"/>
                  <a:pt x="14011" y="37748"/>
                </a:cubicBezTo>
                <a:cubicBezTo>
                  <a:pt x="14025" y="37733"/>
                  <a:pt x="14040" y="37718"/>
                  <a:pt x="14025" y="37674"/>
                </a:cubicBezTo>
                <a:close/>
                <a:moveTo>
                  <a:pt x="13407" y="37277"/>
                </a:moveTo>
                <a:lnTo>
                  <a:pt x="13407" y="37277"/>
                </a:lnTo>
                <a:cubicBezTo>
                  <a:pt x="13378" y="37365"/>
                  <a:pt x="13363" y="37453"/>
                  <a:pt x="13349" y="37527"/>
                </a:cubicBezTo>
                <a:cubicBezTo>
                  <a:pt x="13260" y="37660"/>
                  <a:pt x="13157" y="37763"/>
                  <a:pt x="13084" y="37895"/>
                </a:cubicBezTo>
                <a:cubicBezTo>
                  <a:pt x="13098" y="37807"/>
                  <a:pt x="13128" y="37689"/>
                  <a:pt x="13142" y="37601"/>
                </a:cubicBezTo>
                <a:cubicBezTo>
                  <a:pt x="13231" y="37498"/>
                  <a:pt x="13304" y="37380"/>
                  <a:pt x="13407" y="37277"/>
                </a:cubicBezTo>
                <a:close/>
                <a:moveTo>
                  <a:pt x="13813" y="37821"/>
                </a:moveTo>
                <a:lnTo>
                  <a:pt x="13813" y="37821"/>
                </a:lnTo>
                <a:cubicBezTo>
                  <a:pt x="13797" y="37849"/>
                  <a:pt x="13782" y="37877"/>
                  <a:pt x="13766" y="37905"/>
                </a:cubicBezTo>
                <a:lnTo>
                  <a:pt x="13766" y="37905"/>
                </a:lnTo>
                <a:lnTo>
                  <a:pt x="13775" y="37880"/>
                </a:lnTo>
                <a:cubicBezTo>
                  <a:pt x="13787" y="37861"/>
                  <a:pt x="13799" y="37841"/>
                  <a:pt x="13813" y="37821"/>
                </a:cubicBezTo>
                <a:close/>
                <a:moveTo>
                  <a:pt x="13775" y="37660"/>
                </a:moveTo>
                <a:cubicBezTo>
                  <a:pt x="13746" y="37733"/>
                  <a:pt x="13716" y="37807"/>
                  <a:pt x="13687" y="37880"/>
                </a:cubicBezTo>
                <a:cubicBezTo>
                  <a:pt x="13643" y="37954"/>
                  <a:pt x="13569" y="38057"/>
                  <a:pt x="13496" y="38175"/>
                </a:cubicBezTo>
                <a:lnTo>
                  <a:pt x="13555" y="37954"/>
                </a:lnTo>
                <a:cubicBezTo>
                  <a:pt x="13628" y="37836"/>
                  <a:pt x="13687" y="37748"/>
                  <a:pt x="13775" y="37660"/>
                </a:cubicBezTo>
                <a:close/>
                <a:moveTo>
                  <a:pt x="13790" y="38101"/>
                </a:moveTo>
                <a:cubicBezTo>
                  <a:pt x="13756" y="38124"/>
                  <a:pt x="13740" y="38155"/>
                  <a:pt x="13727" y="38181"/>
                </a:cubicBezTo>
                <a:lnTo>
                  <a:pt x="13727" y="38181"/>
                </a:lnTo>
                <a:cubicBezTo>
                  <a:pt x="13747" y="38155"/>
                  <a:pt x="13769" y="38128"/>
                  <a:pt x="13790" y="38101"/>
                </a:cubicBezTo>
                <a:close/>
                <a:moveTo>
                  <a:pt x="13569" y="37660"/>
                </a:moveTo>
                <a:lnTo>
                  <a:pt x="13569" y="37660"/>
                </a:lnTo>
                <a:cubicBezTo>
                  <a:pt x="13555" y="37733"/>
                  <a:pt x="13525" y="37821"/>
                  <a:pt x="13496" y="37895"/>
                </a:cubicBezTo>
                <a:cubicBezTo>
                  <a:pt x="13407" y="38027"/>
                  <a:pt x="13319" y="38145"/>
                  <a:pt x="13260" y="38263"/>
                </a:cubicBezTo>
                <a:cubicBezTo>
                  <a:pt x="13275" y="38175"/>
                  <a:pt x="13290" y="38072"/>
                  <a:pt x="13334" y="37983"/>
                </a:cubicBezTo>
                <a:cubicBezTo>
                  <a:pt x="13407" y="37895"/>
                  <a:pt x="13496" y="37792"/>
                  <a:pt x="13569" y="37660"/>
                </a:cubicBezTo>
                <a:close/>
                <a:moveTo>
                  <a:pt x="13727" y="38181"/>
                </a:moveTo>
                <a:cubicBezTo>
                  <a:pt x="13692" y="38228"/>
                  <a:pt x="13662" y="38275"/>
                  <a:pt x="13643" y="38322"/>
                </a:cubicBezTo>
                <a:cubicBezTo>
                  <a:pt x="13637" y="38328"/>
                  <a:pt x="13633" y="38339"/>
                  <a:pt x="13629" y="38352"/>
                </a:cubicBezTo>
                <a:lnTo>
                  <a:pt x="13629" y="38352"/>
                </a:lnTo>
                <a:cubicBezTo>
                  <a:pt x="13652" y="38314"/>
                  <a:pt x="13674" y="38280"/>
                  <a:pt x="13702" y="38233"/>
                </a:cubicBezTo>
                <a:lnTo>
                  <a:pt x="13716" y="38204"/>
                </a:lnTo>
                <a:cubicBezTo>
                  <a:pt x="13720" y="38197"/>
                  <a:pt x="13723" y="38190"/>
                  <a:pt x="13727" y="38181"/>
                </a:cubicBezTo>
                <a:close/>
                <a:moveTo>
                  <a:pt x="13629" y="38352"/>
                </a:moveTo>
                <a:cubicBezTo>
                  <a:pt x="13621" y="38365"/>
                  <a:pt x="13612" y="38378"/>
                  <a:pt x="13604" y="38392"/>
                </a:cubicBezTo>
                <a:lnTo>
                  <a:pt x="13604" y="38392"/>
                </a:lnTo>
                <a:cubicBezTo>
                  <a:pt x="13617" y="38383"/>
                  <a:pt x="13623" y="38367"/>
                  <a:pt x="13629" y="38352"/>
                </a:cubicBezTo>
                <a:close/>
                <a:moveTo>
                  <a:pt x="13334" y="37689"/>
                </a:moveTo>
                <a:lnTo>
                  <a:pt x="13275" y="37969"/>
                </a:lnTo>
                <a:cubicBezTo>
                  <a:pt x="13187" y="38116"/>
                  <a:pt x="13084" y="38248"/>
                  <a:pt x="13010" y="38395"/>
                </a:cubicBezTo>
                <a:cubicBezTo>
                  <a:pt x="13010" y="38381"/>
                  <a:pt x="13010" y="38351"/>
                  <a:pt x="13039" y="38322"/>
                </a:cubicBezTo>
                <a:cubicBezTo>
                  <a:pt x="13054" y="38233"/>
                  <a:pt x="13069" y="38160"/>
                  <a:pt x="13084" y="38057"/>
                </a:cubicBezTo>
                <a:cubicBezTo>
                  <a:pt x="13142" y="37954"/>
                  <a:pt x="13231" y="37821"/>
                  <a:pt x="13334" y="37689"/>
                </a:cubicBezTo>
                <a:close/>
                <a:moveTo>
                  <a:pt x="13604" y="38392"/>
                </a:moveTo>
                <a:cubicBezTo>
                  <a:pt x="13602" y="38394"/>
                  <a:pt x="13600" y="38394"/>
                  <a:pt x="13599" y="38395"/>
                </a:cubicBezTo>
                <a:cubicBezTo>
                  <a:pt x="13584" y="38410"/>
                  <a:pt x="13584" y="38410"/>
                  <a:pt x="13584" y="38425"/>
                </a:cubicBezTo>
                <a:cubicBezTo>
                  <a:pt x="13591" y="38413"/>
                  <a:pt x="13597" y="38403"/>
                  <a:pt x="13604" y="38392"/>
                </a:cubicBezTo>
                <a:close/>
                <a:moveTo>
                  <a:pt x="13613" y="38086"/>
                </a:moveTo>
                <a:cubicBezTo>
                  <a:pt x="13599" y="38160"/>
                  <a:pt x="13569" y="38204"/>
                  <a:pt x="13540" y="38278"/>
                </a:cubicBezTo>
                <a:cubicBezTo>
                  <a:pt x="13485" y="38365"/>
                  <a:pt x="13447" y="38444"/>
                  <a:pt x="13401" y="38532"/>
                </a:cubicBezTo>
                <a:lnTo>
                  <a:pt x="13401" y="38532"/>
                </a:lnTo>
                <a:cubicBezTo>
                  <a:pt x="13405" y="38517"/>
                  <a:pt x="13407" y="38500"/>
                  <a:pt x="13407" y="38484"/>
                </a:cubicBezTo>
                <a:cubicBezTo>
                  <a:pt x="13407" y="38454"/>
                  <a:pt x="13422" y="38425"/>
                  <a:pt x="13422" y="38395"/>
                </a:cubicBezTo>
                <a:cubicBezTo>
                  <a:pt x="13466" y="38278"/>
                  <a:pt x="13555" y="38175"/>
                  <a:pt x="13613" y="38086"/>
                </a:cubicBezTo>
                <a:close/>
                <a:moveTo>
                  <a:pt x="13510" y="38749"/>
                </a:moveTo>
                <a:cubicBezTo>
                  <a:pt x="13497" y="38749"/>
                  <a:pt x="13496" y="38749"/>
                  <a:pt x="13496" y="38760"/>
                </a:cubicBezTo>
                <a:lnTo>
                  <a:pt x="13496" y="38760"/>
                </a:lnTo>
                <a:cubicBezTo>
                  <a:pt x="13500" y="38756"/>
                  <a:pt x="13505" y="38752"/>
                  <a:pt x="13510" y="38749"/>
                </a:cubicBezTo>
                <a:close/>
                <a:moveTo>
                  <a:pt x="13452" y="38116"/>
                </a:moveTo>
                <a:lnTo>
                  <a:pt x="13452" y="38116"/>
                </a:lnTo>
                <a:cubicBezTo>
                  <a:pt x="13437" y="38204"/>
                  <a:pt x="13407" y="38292"/>
                  <a:pt x="13378" y="38366"/>
                </a:cubicBezTo>
                <a:cubicBezTo>
                  <a:pt x="13290" y="38528"/>
                  <a:pt x="13216" y="38646"/>
                  <a:pt x="13142" y="38793"/>
                </a:cubicBezTo>
                <a:cubicBezTo>
                  <a:pt x="13157" y="38704"/>
                  <a:pt x="13201" y="38601"/>
                  <a:pt x="13216" y="38498"/>
                </a:cubicBezTo>
                <a:cubicBezTo>
                  <a:pt x="13290" y="38381"/>
                  <a:pt x="13363" y="38248"/>
                  <a:pt x="13452" y="38116"/>
                </a:cubicBezTo>
                <a:close/>
                <a:moveTo>
                  <a:pt x="13496" y="38760"/>
                </a:moveTo>
                <a:cubicBezTo>
                  <a:pt x="13463" y="38792"/>
                  <a:pt x="13450" y="38840"/>
                  <a:pt x="13437" y="38866"/>
                </a:cubicBezTo>
                <a:cubicBezTo>
                  <a:pt x="13422" y="38896"/>
                  <a:pt x="13422" y="38896"/>
                  <a:pt x="13422" y="38910"/>
                </a:cubicBezTo>
                <a:cubicBezTo>
                  <a:pt x="13452" y="38852"/>
                  <a:pt x="13481" y="38822"/>
                  <a:pt x="13496" y="38763"/>
                </a:cubicBezTo>
                <a:cubicBezTo>
                  <a:pt x="13496" y="38762"/>
                  <a:pt x="13496" y="38761"/>
                  <a:pt x="13496" y="38760"/>
                </a:cubicBezTo>
                <a:close/>
                <a:moveTo>
                  <a:pt x="13216" y="38175"/>
                </a:moveTo>
                <a:cubicBezTo>
                  <a:pt x="13201" y="38278"/>
                  <a:pt x="13157" y="38381"/>
                  <a:pt x="13142" y="38484"/>
                </a:cubicBezTo>
                <a:cubicBezTo>
                  <a:pt x="13054" y="38646"/>
                  <a:pt x="12951" y="38807"/>
                  <a:pt x="12878" y="38969"/>
                </a:cubicBezTo>
                <a:cubicBezTo>
                  <a:pt x="12907" y="38852"/>
                  <a:pt x="12922" y="38719"/>
                  <a:pt x="12951" y="38616"/>
                </a:cubicBezTo>
                <a:cubicBezTo>
                  <a:pt x="13039" y="38469"/>
                  <a:pt x="13128" y="38322"/>
                  <a:pt x="13216" y="38175"/>
                </a:cubicBezTo>
                <a:close/>
                <a:moveTo>
                  <a:pt x="13422" y="38631"/>
                </a:moveTo>
                <a:lnTo>
                  <a:pt x="13260" y="38969"/>
                </a:lnTo>
                <a:lnTo>
                  <a:pt x="13201" y="39175"/>
                </a:lnTo>
                <a:cubicBezTo>
                  <a:pt x="13260" y="39072"/>
                  <a:pt x="13304" y="38940"/>
                  <a:pt x="13363" y="38837"/>
                </a:cubicBezTo>
                <a:cubicBezTo>
                  <a:pt x="13407" y="38778"/>
                  <a:pt x="13422" y="38704"/>
                  <a:pt x="13422" y="38631"/>
                </a:cubicBezTo>
                <a:close/>
                <a:moveTo>
                  <a:pt x="13290" y="38646"/>
                </a:moveTo>
                <a:lnTo>
                  <a:pt x="13290" y="38646"/>
                </a:lnTo>
                <a:cubicBezTo>
                  <a:pt x="13260" y="38749"/>
                  <a:pt x="13231" y="38852"/>
                  <a:pt x="13201" y="38940"/>
                </a:cubicBezTo>
                <a:cubicBezTo>
                  <a:pt x="13128" y="39116"/>
                  <a:pt x="13054" y="39264"/>
                  <a:pt x="12995" y="39425"/>
                </a:cubicBezTo>
                <a:cubicBezTo>
                  <a:pt x="13010" y="39308"/>
                  <a:pt x="13054" y="39205"/>
                  <a:pt x="13069" y="39087"/>
                </a:cubicBezTo>
                <a:lnTo>
                  <a:pt x="13290" y="38646"/>
                </a:lnTo>
                <a:close/>
                <a:moveTo>
                  <a:pt x="13187" y="39484"/>
                </a:moveTo>
                <a:lnTo>
                  <a:pt x="13187" y="39484"/>
                </a:lnTo>
                <a:cubicBezTo>
                  <a:pt x="13166" y="39515"/>
                  <a:pt x="13153" y="39552"/>
                  <a:pt x="13142" y="39596"/>
                </a:cubicBezTo>
                <a:lnTo>
                  <a:pt x="13142" y="39596"/>
                </a:lnTo>
                <a:cubicBezTo>
                  <a:pt x="13155" y="39559"/>
                  <a:pt x="13168" y="39522"/>
                  <a:pt x="13187" y="39484"/>
                </a:cubicBezTo>
                <a:close/>
                <a:moveTo>
                  <a:pt x="13069" y="38704"/>
                </a:moveTo>
                <a:lnTo>
                  <a:pt x="13069" y="38704"/>
                </a:lnTo>
                <a:cubicBezTo>
                  <a:pt x="13039" y="38822"/>
                  <a:pt x="13010" y="38940"/>
                  <a:pt x="12995" y="39058"/>
                </a:cubicBezTo>
                <a:cubicBezTo>
                  <a:pt x="12922" y="39264"/>
                  <a:pt x="12848" y="39440"/>
                  <a:pt x="12775" y="39632"/>
                </a:cubicBezTo>
                <a:cubicBezTo>
                  <a:pt x="12789" y="39499"/>
                  <a:pt x="12819" y="39352"/>
                  <a:pt x="12833" y="39219"/>
                </a:cubicBezTo>
                <a:cubicBezTo>
                  <a:pt x="12907" y="39058"/>
                  <a:pt x="12995" y="38866"/>
                  <a:pt x="13069" y="38704"/>
                </a:cubicBezTo>
                <a:close/>
                <a:moveTo>
                  <a:pt x="13142" y="39596"/>
                </a:moveTo>
                <a:lnTo>
                  <a:pt x="13142" y="39596"/>
                </a:lnTo>
                <a:cubicBezTo>
                  <a:pt x="13125" y="39647"/>
                  <a:pt x="13109" y="39698"/>
                  <a:pt x="13084" y="39749"/>
                </a:cubicBezTo>
                <a:cubicBezTo>
                  <a:pt x="13074" y="39786"/>
                  <a:pt x="13071" y="39829"/>
                  <a:pt x="13066" y="39870"/>
                </a:cubicBezTo>
                <a:lnTo>
                  <a:pt x="13066" y="39870"/>
                </a:lnTo>
                <a:cubicBezTo>
                  <a:pt x="13078" y="39800"/>
                  <a:pt x="13095" y="39727"/>
                  <a:pt x="13128" y="39661"/>
                </a:cubicBezTo>
                <a:cubicBezTo>
                  <a:pt x="13132" y="39638"/>
                  <a:pt x="13137" y="39616"/>
                  <a:pt x="13142" y="39596"/>
                </a:cubicBezTo>
                <a:close/>
                <a:moveTo>
                  <a:pt x="13066" y="39870"/>
                </a:moveTo>
                <a:lnTo>
                  <a:pt x="13066" y="39870"/>
                </a:lnTo>
                <a:cubicBezTo>
                  <a:pt x="13062" y="39894"/>
                  <a:pt x="13058" y="39918"/>
                  <a:pt x="13054" y="39941"/>
                </a:cubicBezTo>
                <a:cubicBezTo>
                  <a:pt x="13060" y="39919"/>
                  <a:pt x="13063" y="39894"/>
                  <a:pt x="13066" y="39870"/>
                </a:cubicBezTo>
                <a:close/>
                <a:moveTo>
                  <a:pt x="13071" y="39420"/>
                </a:moveTo>
                <a:cubicBezTo>
                  <a:pt x="13015" y="39605"/>
                  <a:pt x="12969" y="39793"/>
                  <a:pt x="12931" y="39983"/>
                </a:cubicBezTo>
                <a:lnTo>
                  <a:pt x="12931" y="39983"/>
                </a:lnTo>
                <a:cubicBezTo>
                  <a:pt x="12958" y="39894"/>
                  <a:pt x="12986" y="39807"/>
                  <a:pt x="13010" y="39720"/>
                </a:cubicBezTo>
                <a:cubicBezTo>
                  <a:pt x="13035" y="39620"/>
                  <a:pt x="13049" y="39520"/>
                  <a:pt x="13071" y="39420"/>
                </a:cubicBezTo>
                <a:close/>
                <a:moveTo>
                  <a:pt x="12936" y="39411"/>
                </a:moveTo>
                <a:lnTo>
                  <a:pt x="12936" y="39411"/>
                </a:lnTo>
                <a:cubicBezTo>
                  <a:pt x="12907" y="39558"/>
                  <a:pt x="12892" y="39705"/>
                  <a:pt x="12863" y="39823"/>
                </a:cubicBezTo>
                <a:cubicBezTo>
                  <a:pt x="12789" y="40029"/>
                  <a:pt x="12745" y="40235"/>
                  <a:pt x="12701" y="40456"/>
                </a:cubicBezTo>
                <a:cubicBezTo>
                  <a:pt x="12701" y="40308"/>
                  <a:pt x="12716" y="40147"/>
                  <a:pt x="12745" y="39999"/>
                </a:cubicBezTo>
                <a:cubicBezTo>
                  <a:pt x="12789" y="39793"/>
                  <a:pt x="12863" y="39602"/>
                  <a:pt x="12936" y="39411"/>
                </a:cubicBezTo>
                <a:close/>
                <a:moveTo>
                  <a:pt x="12936" y="40603"/>
                </a:moveTo>
                <a:lnTo>
                  <a:pt x="12936" y="40706"/>
                </a:lnTo>
                <a:cubicBezTo>
                  <a:pt x="12966" y="40691"/>
                  <a:pt x="12966" y="40647"/>
                  <a:pt x="12936" y="40603"/>
                </a:cubicBezTo>
                <a:close/>
                <a:moveTo>
                  <a:pt x="12936" y="40707"/>
                </a:moveTo>
                <a:lnTo>
                  <a:pt x="12936" y="40707"/>
                </a:lnTo>
                <a:cubicBezTo>
                  <a:pt x="12936" y="40736"/>
                  <a:pt x="12936" y="40765"/>
                  <a:pt x="12922" y="40779"/>
                </a:cubicBezTo>
                <a:cubicBezTo>
                  <a:pt x="12936" y="40765"/>
                  <a:pt x="12936" y="40750"/>
                  <a:pt x="12936" y="40707"/>
                </a:cubicBezTo>
                <a:close/>
                <a:moveTo>
                  <a:pt x="12907" y="40382"/>
                </a:moveTo>
                <a:cubicBezTo>
                  <a:pt x="12863" y="40529"/>
                  <a:pt x="12848" y="40647"/>
                  <a:pt x="12833" y="40809"/>
                </a:cubicBezTo>
                <a:lnTo>
                  <a:pt x="12833" y="41118"/>
                </a:lnTo>
                <a:cubicBezTo>
                  <a:pt x="12833" y="40985"/>
                  <a:pt x="12848" y="40838"/>
                  <a:pt x="12863" y="40706"/>
                </a:cubicBezTo>
                <a:cubicBezTo>
                  <a:pt x="12892" y="40618"/>
                  <a:pt x="12892" y="40529"/>
                  <a:pt x="12907" y="40441"/>
                </a:cubicBezTo>
                <a:lnTo>
                  <a:pt x="12907" y="40382"/>
                </a:lnTo>
                <a:close/>
                <a:moveTo>
                  <a:pt x="12775" y="40323"/>
                </a:moveTo>
                <a:cubicBezTo>
                  <a:pt x="12775" y="40411"/>
                  <a:pt x="12760" y="40485"/>
                  <a:pt x="12760" y="40588"/>
                </a:cubicBezTo>
                <a:cubicBezTo>
                  <a:pt x="12775" y="40632"/>
                  <a:pt x="12760" y="40706"/>
                  <a:pt x="12760" y="40779"/>
                </a:cubicBezTo>
                <a:cubicBezTo>
                  <a:pt x="12745" y="40985"/>
                  <a:pt x="12716" y="41191"/>
                  <a:pt x="12701" y="41368"/>
                </a:cubicBezTo>
                <a:cubicBezTo>
                  <a:pt x="12701" y="41294"/>
                  <a:pt x="12686" y="41221"/>
                  <a:pt x="12686" y="41147"/>
                </a:cubicBezTo>
                <a:cubicBezTo>
                  <a:pt x="12686" y="41074"/>
                  <a:pt x="12686" y="40985"/>
                  <a:pt x="12672" y="40912"/>
                </a:cubicBezTo>
                <a:cubicBezTo>
                  <a:pt x="12686" y="40706"/>
                  <a:pt x="12716" y="40514"/>
                  <a:pt x="12775" y="40323"/>
                </a:cubicBezTo>
                <a:close/>
                <a:moveTo>
                  <a:pt x="12907" y="41442"/>
                </a:moveTo>
                <a:lnTo>
                  <a:pt x="12907" y="41721"/>
                </a:lnTo>
                <a:cubicBezTo>
                  <a:pt x="12922" y="41780"/>
                  <a:pt x="12922" y="41854"/>
                  <a:pt x="12936" y="41913"/>
                </a:cubicBezTo>
                <a:cubicBezTo>
                  <a:pt x="12922" y="41810"/>
                  <a:pt x="12922" y="41736"/>
                  <a:pt x="12922" y="41633"/>
                </a:cubicBezTo>
                <a:cubicBezTo>
                  <a:pt x="12922" y="41574"/>
                  <a:pt x="12907" y="41515"/>
                  <a:pt x="12907" y="41442"/>
                </a:cubicBezTo>
                <a:close/>
                <a:moveTo>
                  <a:pt x="12789" y="41368"/>
                </a:moveTo>
                <a:cubicBezTo>
                  <a:pt x="12819" y="41500"/>
                  <a:pt x="12819" y="41603"/>
                  <a:pt x="12848" y="41736"/>
                </a:cubicBezTo>
                <a:cubicBezTo>
                  <a:pt x="12848" y="41883"/>
                  <a:pt x="12863" y="42030"/>
                  <a:pt x="12892" y="42177"/>
                </a:cubicBezTo>
                <a:cubicBezTo>
                  <a:pt x="12848" y="42074"/>
                  <a:pt x="12819" y="41957"/>
                  <a:pt x="12789" y="41854"/>
                </a:cubicBezTo>
                <a:cubicBezTo>
                  <a:pt x="12775" y="41692"/>
                  <a:pt x="12775" y="41515"/>
                  <a:pt x="12789" y="41368"/>
                </a:cubicBezTo>
                <a:close/>
                <a:moveTo>
                  <a:pt x="13069" y="42442"/>
                </a:moveTo>
                <a:lnTo>
                  <a:pt x="13069" y="42442"/>
                </a:lnTo>
                <a:cubicBezTo>
                  <a:pt x="13074" y="42453"/>
                  <a:pt x="13078" y="42465"/>
                  <a:pt x="13080" y="42479"/>
                </a:cubicBezTo>
                <a:lnTo>
                  <a:pt x="13080" y="42479"/>
                </a:lnTo>
                <a:cubicBezTo>
                  <a:pt x="13081" y="42464"/>
                  <a:pt x="13077" y="42451"/>
                  <a:pt x="13069" y="42442"/>
                </a:cubicBezTo>
                <a:close/>
                <a:moveTo>
                  <a:pt x="13080" y="42479"/>
                </a:moveTo>
                <a:cubicBezTo>
                  <a:pt x="13079" y="42490"/>
                  <a:pt x="13075" y="42503"/>
                  <a:pt x="13069" y="42516"/>
                </a:cubicBezTo>
                <a:cubicBezTo>
                  <a:pt x="13084" y="42531"/>
                  <a:pt x="13084" y="42531"/>
                  <a:pt x="13084" y="42545"/>
                </a:cubicBezTo>
                <a:cubicBezTo>
                  <a:pt x="13084" y="42527"/>
                  <a:pt x="13084" y="42502"/>
                  <a:pt x="13080" y="42479"/>
                </a:cubicBezTo>
                <a:close/>
                <a:moveTo>
                  <a:pt x="13288" y="43187"/>
                </a:moveTo>
                <a:cubicBezTo>
                  <a:pt x="13291" y="43195"/>
                  <a:pt x="13295" y="43203"/>
                  <a:pt x="13299" y="43211"/>
                </a:cubicBezTo>
                <a:lnTo>
                  <a:pt x="13299" y="43211"/>
                </a:lnTo>
                <a:cubicBezTo>
                  <a:pt x="13296" y="43202"/>
                  <a:pt x="13292" y="43194"/>
                  <a:pt x="13288" y="43187"/>
                </a:cubicBezTo>
                <a:close/>
                <a:moveTo>
                  <a:pt x="13231" y="35114"/>
                </a:moveTo>
                <a:cubicBezTo>
                  <a:pt x="13231" y="35187"/>
                  <a:pt x="13260" y="35290"/>
                  <a:pt x="13260" y="35364"/>
                </a:cubicBezTo>
                <a:cubicBezTo>
                  <a:pt x="12201" y="36276"/>
                  <a:pt x="11435" y="37306"/>
                  <a:pt x="10950" y="38395"/>
                </a:cubicBezTo>
                <a:cubicBezTo>
                  <a:pt x="9993" y="40559"/>
                  <a:pt x="10287" y="43090"/>
                  <a:pt x="11671" y="44606"/>
                </a:cubicBezTo>
                <a:cubicBezTo>
                  <a:pt x="11612" y="44606"/>
                  <a:pt x="11583" y="44606"/>
                  <a:pt x="11538" y="44591"/>
                </a:cubicBezTo>
                <a:cubicBezTo>
                  <a:pt x="10096" y="43016"/>
                  <a:pt x="9817" y="40382"/>
                  <a:pt x="10861" y="38130"/>
                </a:cubicBezTo>
                <a:cubicBezTo>
                  <a:pt x="11376" y="37056"/>
                  <a:pt x="12171" y="36041"/>
                  <a:pt x="13231" y="35114"/>
                </a:cubicBezTo>
                <a:close/>
                <a:moveTo>
                  <a:pt x="13260" y="35452"/>
                </a:moveTo>
                <a:cubicBezTo>
                  <a:pt x="13260" y="35526"/>
                  <a:pt x="13260" y="35614"/>
                  <a:pt x="13275" y="35688"/>
                </a:cubicBezTo>
                <a:cubicBezTo>
                  <a:pt x="12274" y="36615"/>
                  <a:pt x="11538" y="37615"/>
                  <a:pt x="11097" y="38690"/>
                </a:cubicBezTo>
                <a:cubicBezTo>
                  <a:pt x="10243" y="40779"/>
                  <a:pt x="10567" y="43208"/>
                  <a:pt x="11906" y="44679"/>
                </a:cubicBezTo>
                <a:cubicBezTo>
                  <a:pt x="11877" y="44679"/>
                  <a:pt x="11818" y="44665"/>
                  <a:pt x="11789" y="44665"/>
                </a:cubicBezTo>
                <a:cubicBezTo>
                  <a:pt x="10361" y="43163"/>
                  <a:pt x="10052" y="40618"/>
                  <a:pt x="11009" y="38425"/>
                </a:cubicBezTo>
                <a:cubicBezTo>
                  <a:pt x="11480" y="37365"/>
                  <a:pt x="12245" y="36350"/>
                  <a:pt x="13260" y="35452"/>
                </a:cubicBezTo>
                <a:close/>
                <a:moveTo>
                  <a:pt x="13275" y="35776"/>
                </a:moveTo>
                <a:lnTo>
                  <a:pt x="13275" y="36041"/>
                </a:lnTo>
                <a:cubicBezTo>
                  <a:pt x="12333" y="36953"/>
                  <a:pt x="11656" y="37954"/>
                  <a:pt x="11244" y="38999"/>
                </a:cubicBezTo>
                <a:cubicBezTo>
                  <a:pt x="10861" y="39999"/>
                  <a:pt x="10758" y="41118"/>
                  <a:pt x="10920" y="42148"/>
                </a:cubicBezTo>
                <a:cubicBezTo>
                  <a:pt x="11082" y="43193"/>
                  <a:pt x="11524" y="44091"/>
                  <a:pt x="12186" y="44797"/>
                </a:cubicBezTo>
                <a:cubicBezTo>
                  <a:pt x="12127" y="44782"/>
                  <a:pt x="12098" y="44753"/>
                  <a:pt x="12039" y="44738"/>
                </a:cubicBezTo>
                <a:cubicBezTo>
                  <a:pt x="10641" y="43311"/>
                  <a:pt x="10273" y="40838"/>
                  <a:pt x="11156" y="38719"/>
                </a:cubicBezTo>
                <a:cubicBezTo>
                  <a:pt x="11597" y="37674"/>
                  <a:pt x="12304" y="36688"/>
                  <a:pt x="13275" y="35776"/>
                </a:cubicBezTo>
                <a:close/>
                <a:moveTo>
                  <a:pt x="13245" y="36129"/>
                </a:moveTo>
                <a:cubicBezTo>
                  <a:pt x="13245" y="36217"/>
                  <a:pt x="13245" y="36291"/>
                  <a:pt x="13231" y="36394"/>
                </a:cubicBezTo>
                <a:cubicBezTo>
                  <a:pt x="12362" y="37292"/>
                  <a:pt x="11744" y="38263"/>
                  <a:pt x="11376" y="39293"/>
                </a:cubicBezTo>
                <a:cubicBezTo>
                  <a:pt x="10788" y="40985"/>
                  <a:pt x="10906" y="43340"/>
                  <a:pt x="12421" y="44871"/>
                </a:cubicBezTo>
                <a:cubicBezTo>
                  <a:pt x="12407" y="44856"/>
                  <a:pt x="12348" y="44826"/>
                  <a:pt x="12304" y="44812"/>
                </a:cubicBezTo>
                <a:cubicBezTo>
                  <a:pt x="10920" y="43428"/>
                  <a:pt x="10508" y="41074"/>
                  <a:pt x="11303" y="39013"/>
                </a:cubicBezTo>
                <a:cubicBezTo>
                  <a:pt x="11686" y="37983"/>
                  <a:pt x="12348" y="37012"/>
                  <a:pt x="13245" y="36129"/>
                </a:cubicBezTo>
                <a:close/>
                <a:moveTo>
                  <a:pt x="13231" y="36497"/>
                </a:moveTo>
                <a:cubicBezTo>
                  <a:pt x="13231" y="36585"/>
                  <a:pt x="13216" y="36674"/>
                  <a:pt x="13216" y="36777"/>
                </a:cubicBezTo>
                <a:cubicBezTo>
                  <a:pt x="12421" y="37660"/>
                  <a:pt x="11862" y="38616"/>
                  <a:pt x="11538" y="39602"/>
                </a:cubicBezTo>
                <a:cubicBezTo>
                  <a:pt x="11024" y="41234"/>
                  <a:pt x="11199" y="43496"/>
                  <a:pt x="12710" y="44968"/>
                </a:cubicBezTo>
                <a:lnTo>
                  <a:pt x="12710" y="44968"/>
                </a:lnTo>
                <a:cubicBezTo>
                  <a:pt x="12667" y="44927"/>
                  <a:pt x="12610" y="44899"/>
                  <a:pt x="12554" y="44885"/>
                </a:cubicBezTo>
                <a:cubicBezTo>
                  <a:pt x="10994" y="43384"/>
                  <a:pt x="10861" y="41000"/>
                  <a:pt x="11450" y="39308"/>
                </a:cubicBezTo>
                <a:cubicBezTo>
                  <a:pt x="11803" y="38322"/>
                  <a:pt x="12392" y="37365"/>
                  <a:pt x="13231" y="36497"/>
                </a:cubicBezTo>
                <a:close/>
                <a:moveTo>
                  <a:pt x="13201" y="36850"/>
                </a:moveTo>
                <a:lnTo>
                  <a:pt x="13201" y="36850"/>
                </a:lnTo>
                <a:cubicBezTo>
                  <a:pt x="13187" y="36938"/>
                  <a:pt x="13187" y="37027"/>
                  <a:pt x="13157" y="37115"/>
                </a:cubicBezTo>
                <a:cubicBezTo>
                  <a:pt x="12451" y="37983"/>
                  <a:pt x="11965" y="38881"/>
                  <a:pt x="11686" y="39838"/>
                </a:cubicBezTo>
                <a:cubicBezTo>
                  <a:pt x="11244" y="41442"/>
                  <a:pt x="11494" y="43620"/>
                  <a:pt x="12981" y="44988"/>
                </a:cubicBezTo>
                <a:cubicBezTo>
                  <a:pt x="12970" y="44991"/>
                  <a:pt x="12959" y="44992"/>
                  <a:pt x="12948" y="44992"/>
                </a:cubicBezTo>
                <a:cubicBezTo>
                  <a:pt x="12901" y="44992"/>
                  <a:pt x="12855" y="44968"/>
                  <a:pt x="12819" y="44944"/>
                </a:cubicBezTo>
                <a:cubicBezTo>
                  <a:pt x="11273" y="43502"/>
                  <a:pt x="11097" y="41236"/>
                  <a:pt x="11612" y="39587"/>
                </a:cubicBezTo>
                <a:cubicBezTo>
                  <a:pt x="11906" y="38631"/>
                  <a:pt x="12451" y="37704"/>
                  <a:pt x="13201" y="36850"/>
                </a:cubicBezTo>
                <a:close/>
                <a:moveTo>
                  <a:pt x="13142" y="37292"/>
                </a:moveTo>
                <a:lnTo>
                  <a:pt x="13142" y="37292"/>
                </a:lnTo>
                <a:cubicBezTo>
                  <a:pt x="13128" y="37380"/>
                  <a:pt x="13113" y="37498"/>
                  <a:pt x="13084" y="37586"/>
                </a:cubicBezTo>
                <a:cubicBezTo>
                  <a:pt x="12480" y="38410"/>
                  <a:pt x="12053" y="39278"/>
                  <a:pt x="11833" y="40176"/>
                </a:cubicBezTo>
                <a:cubicBezTo>
                  <a:pt x="11465" y="41721"/>
                  <a:pt x="11789" y="43826"/>
                  <a:pt x="13231" y="45121"/>
                </a:cubicBezTo>
                <a:lnTo>
                  <a:pt x="13069" y="45018"/>
                </a:lnTo>
                <a:cubicBezTo>
                  <a:pt x="11568" y="43649"/>
                  <a:pt x="11318" y="41486"/>
                  <a:pt x="11759" y="39896"/>
                </a:cubicBezTo>
                <a:cubicBezTo>
                  <a:pt x="12024" y="38999"/>
                  <a:pt x="12480" y="38116"/>
                  <a:pt x="13142" y="37292"/>
                </a:cubicBezTo>
                <a:close/>
                <a:moveTo>
                  <a:pt x="13069" y="37733"/>
                </a:moveTo>
                <a:cubicBezTo>
                  <a:pt x="13054" y="37836"/>
                  <a:pt x="13039" y="37954"/>
                  <a:pt x="13010" y="38042"/>
                </a:cubicBezTo>
                <a:cubicBezTo>
                  <a:pt x="12495" y="38807"/>
                  <a:pt x="12171" y="39632"/>
                  <a:pt x="12009" y="40456"/>
                </a:cubicBezTo>
                <a:cubicBezTo>
                  <a:pt x="11656" y="42280"/>
                  <a:pt x="12245" y="44120"/>
                  <a:pt x="13525" y="45180"/>
                </a:cubicBezTo>
                <a:cubicBezTo>
                  <a:pt x="13452" y="45165"/>
                  <a:pt x="13378" y="45121"/>
                  <a:pt x="13334" y="45091"/>
                </a:cubicBezTo>
                <a:cubicBezTo>
                  <a:pt x="11862" y="43826"/>
                  <a:pt x="11538" y="41721"/>
                  <a:pt x="11906" y="40191"/>
                </a:cubicBezTo>
                <a:cubicBezTo>
                  <a:pt x="12112" y="39352"/>
                  <a:pt x="12495" y="38513"/>
                  <a:pt x="13069" y="37733"/>
                </a:cubicBezTo>
                <a:close/>
                <a:moveTo>
                  <a:pt x="12863" y="38793"/>
                </a:moveTo>
                <a:lnTo>
                  <a:pt x="12863" y="38793"/>
                </a:lnTo>
                <a:cubicBezTo>
                  <a:pt x="12848" y="38925"/>
                  <a:pt x="12804" y="39072"/>
                  <a:pt x="12789" y="39205"/>
                </a:cubicBezTo>
                <a:cubicBezTo>
                  <a:pt x="12524" y="39808"/>
                  <a:pt x="12348" y="40441"/>
                  <a:pt x="12274" y="41059"/>
                </a:cubicBezTo>
                <a:cubicBezTo>
                  <a:pt x="12123" y="42693"/>
                  <a:pt x="12754" y="44289"/>
                  <a:pt x="13903" y="45248"/>
                </a:cubicBezTo>
                <a:lnTo>
                  <a:pt x="13903" y="45248"/>
                </a:lnTo>
                <a:cubicBezTo>
                  <a:pt x="13890" y="45240"/>
                  <a:pt x="13877" y="45232"/>
                  <a:pt x="13864" y="45224"/>
                </a:cubicBezTo>
                <a:lnTo>
                  <a:pt x="13864" y="45238"/>
                </a:lnTo>
                <a:cubicBezTo>
                  <a:pt x="12613" y="44238"/>
                  <a:pt x="11965" y="42516"/>
                  <a:pt x="12215" y="40765"/>
                </a:cubicBezTo>
                <a:cubicBezTo>
                  <a:pt x="12318" y="40102"/>
                  <a:pt x="12539" y="39440"/>
                  <a:pt x="12863" y="38793"/>
                </a:cubicBezTo>
                <a:close/>
                <a:moveTo>
                  <a:pt x="12966" y="38233"/>
                </a:moveTo>
                <a:cubicBezTo>
                  <a:pt x="12966" y="38263"/>
                  <a:pt x="12936" y="38278"/>
                  <a:pt x="12936" y="38322"/>
                </a:cubicBezTo>
                <a:cubicBezTo>
                  <a:pt x="12922" y="38410"/>
                  <a:pt x="12907" y="38484"/>
                  <a:pt x="12892" y="38572"/>
                </a:cubicBezTo>
                <a:cubicBezTo>
                  <a:pt x="12495" y="39293"/>
                  <a:pt x="12245" y="40014"/>
                  <a:pt x="12127" y="40765"/>
                </a:cubicBezTo>
                <a:cubicBezTo>
                  <a:pt x="11877" y="42531"/>
                  <a:pt x="12524" y="44297"/>
                  <a:pt x="13805" y="45283"/>
                </a:cubicBezTo>
                <a:cubicBezTo>
                  <a:pt x="13731" y="45238"/>
                  <a:pt x="13658" y="45194"/>
                  <a:pt x="13584" y="45165"/>
                </a:cubicBezTo>
                <a:cubicBezTo>
                  <a:pt x="12318" y="44091"/>
                  <a:pt x="11715" y="42280"/>
                  <a:pt x="12053" y="40470"/>
                </a:cubicBezTo>
                <a:cubicBezTo>
                  <a:pt x="12201" y="39705"/>
                  <a:pt x="12524" y="38940"/>
                  <a:pt x="12966" y="38233"/>
                </a:cubicBezTo>
                <a:close/>
                <a:moveTo>
                  <a:pt x="12716" y="39499"/>
                </a:moveTo>
                <a:lnTo>
                  <a:pt x="12716" y="39499"/>
                </a:lnTo>
                <a:cubicBezTo>
                  <a:pt x="12701" y="39661"/>
                  <a:pt x="12686" y="39808"/>
                  <a:pt x="12672" y="39970"/>
                </a:cubicBezTo>
                <a:cubicBezTo>
                  <a:pt x="12539" y="40441"/>
                  <a:pt x="12451" y="40897"/>
                  <a:pt x="12421" y="41353"/>
                </a:cubicBezTo>
                <a:cubicBezTo>
                  <a:pt x="12380" y="42586"/>
                  <a:pt x="12785" y="44239"/>
                  <a:pt x="14099" y="45293"/>
                </a:cubicBezTo>
                <a:lnTo>
                  <a:pt x="14099" y="45293"/>
                </a:lnTo>
                <a:lnTo>
                  <a:pt x="14099" y="45312"/>
                </a:lnTo>
                <a:cubicBezTo>
                  <a:pt x="12863" y="44385"/>
                  <a:pt x="12186" y="42737"/>
                  <a:pt x="12348" y="41059"/>
                </a:cubicBezTo>
                <a:cubicBezTo>
                  <a:pt x="12407" y="40529"/>
                  <a:pt x="12539" y="40014"/>
                  <a:pt x="12716" y="39499"/>
                </a:cubicBezTo>
                <a:close/>
                <a:moveTo>
                  <a:pt x="13599" y="43899"/>
                </a:moveTo>
                <a:cubicBezTo>
                  <a:pt x="13628" y="43929"/>
                  <a:pt x="13643" y="43943"/>
                  <a:pt x="13672" y="43988"/>
                </a:cubicBezTo>
                <a:cubicBezTo>
                  <a:pt x="13996" y="44517"/>
                  <a:pt x="14379" y="44959"/>
                  <a:pt x="14835" y="45327"/>
                </a:cubicBezTo>
                <a:cubicBezTo>
                  <a:pt x="14335" y="44944"/>
                  <a:pt x="13922" y="44458"/>
                  <a:pt x="13599" y="43899"/>
                </a:cubicBezTo>
                <a:close/>
                <a:moveTo>
                  <a:pt x="12613" y="40367"/>
                </a:moveTo>
                <a:cubicBezTo>
                  <a:pt x="12598" y="40544"/>
                  <a:pt x="12598" y="40735"/>
                  <a:pt x="12598" y="40912"/>
                </a:cubicBezTo>
                <a:cubicBezTo>
                  <a:pt x="12598" y="41147"/>
                  <a:pt x="12569" y="41412"/>
                  <a:pt x="12569" y="41648"/>
                </a:cubicBezTo>
                <a:cubicBezTo>
                  <a:pt x="12582" y="42820"/>
                  <a:pt x="13063" y="44385"/>
                  <a:pt x="14351" y="45369"/>
                </a:cubicBezTo>
                <a:lnTo>
                  <a:pt x="14351" y="45369"/>
                </a:lnTo>
                <a:lnTo>
                  <a:pt x="14335" y="45386"/>
                </a:lnTo>
                <a:cubicBezTo>
                  <a:pt x="12892" y="44355"/>
                  <a:pt x="12421" y="42648"/>
                  <a:pt x="12480" y="41353"/>
                </a:cubicBezTo>
                <a:cubicBezTo>
                  <a:pt x="12495" y="41015"/>
                  <a:pt x="12539" y="40691"/>
                  <a:pt x="12613" y="40367"/>
                </a:cubicBezTo>
                <a:close/>
                <a:moveTo>
                  <a:pt x="12642" y="41412"/>
                </a:moveTo>
                <a:cubicBezTo>
                  <a:pt x="12672" y="41559"/>
                  <a:pt x="12701" y="41707"/>
                  <a:pt x="12716" y="41868"/>
                </a:cubicBezTo>
                <a:lnTo>
                  <a:pt x="12716" y="41957"/>
                </a:lnTo>
                <a:cubicBezTo>
                  <a:pt x="12833" y="43384"/>
                  <a:pt x="13525" y="44679"/>
                  <a:pt x="14614" y="45459"/>
                </a:cubicBezTo>
                <a:lnTo>
                  <a:pt x="14614" y="45474"/>
                </a:lnTo>
                <a:cubicBezTo>
                  <a:pt x="13201" y="44517"/>
                  <a:pt x="12672" y="42899"/>
                  <a:pt x="12642" y="41662"/>
                </a:cubicBezTo>
                <a:lnTo>
                  <a:pt x="12642" y="41412"/>
                </a:lnTo>
                <a:close/>
                <a:moveTo>
                  <a:pt x="12848" y="42310"/>
                </a:moveTo>
                <a:lnTo>
                  <a:pt x="12951" y="42648"/>
                </a:lnTo>
                <a:cubicBezTo>
                  <a:pt x="13216" y="43855"/>
                  <a:pt x="13922" y="44885"/>
                  <a:pt x="14879" y="45533"/>
                </a:cubicBezTo>
                <a:cubicBezTo>
                  <a:pt x="13805" y="44856"/>
                  <a:pt x="13054" y="43649"/>
                  <a:pt x="12848" y="42310"/>
                </a:cubicBezTo>
                <a:close/>
                <a:moveTo>
                  <a:pt x="13157" y="43119"/>
                </a:moveTo>
                <a:cubicBezTo>
                  <a:pt x="13201" y="43208"/>
                  <a:pt x="13231" y="43281"/>
                  <a:pt x="13290" y="43355"/>
                </a:cubicBezTo>
                <a:cubicBezTo>
                  <a:pt x="13658" y="44297"/>
                  <a:pt x="14305" y="45091"/>
                  <a:pt x="15114" y="45606"/>
                </a:cubicBezTo>
                <a:cubicBezTo>
                  <a:pt x="14187" y="45077"/>
                  <a:pt x="13510" y="44164"/>
                  <a:pt x="13157" y="43119"/>
                </a:cubicBezTo>
                <a:close/>
                <a:moveTo>
                  <a:pt x="13982" y="45753"/>
                </a:moveTo>
                <a:cubicBezTo>
                  <a:pt x="14331" y="46075"/>
                  <a:pt x="14633" y="46440"/>
                  <a:pt x="14871" y="46863"/>
                </a:cubicBezTo>
                <a:lnTo>
                  <a:pt x="14871" y="46863"/>
                </a:lnTo>
                <a:cubicBezTo>
                  <a:pt x="14862" y="46854"/>
                  <a:pt x="14850" y="46848"/>
                  <a:pt x="14835" y="46843"/>
                </a:cubicBezTo>
                <a:cubicBezTo>
                  <a:pt x="14597" y="46423"/>
                  <a:pt x="14315" y="46064"/>
                  <a:pt x="13982" y="45753"/>
                </a:cubicBezTo>
                <a:close/>
                <a:moveTo>
                  <a:pt x="15129" y="47372"/>
                </a:moveTo>
                <a:cubicBezTo>
                  <a:pt x="15144" y="47402"/>
                  <a:pt x="15173" y="47431"/>
                  <a:pt x="15188" y="47461"/>
                </a:cubicBezTo>
                <a:cubicBezTo>
                  <a:pt x="15203" y="47519"/>
                  <a:pt x="15247" y="47593"/>
                  <a:pt x="15262" y="47637"/>
                </a:cubicBezTo>
                <a:cubicBezTo>
                  <a:pt x="15217" y="47622"/>
                  <a:pt x="15203" y="47593"/>
                  <a:pt x="15203" y="47549"/>
                </a:cubicBezTo>
                <a:cubicBezTo>
                  <a:pt x="15188" y="47490"/>
                  <a:pt x="15144" y="47446"/>
                  <a:pt x="15129" y="47372"/>
                </a:cubicBezTo>
                <a:close/>
                <a:moveTo>
                  <a:pt x="13407" y="45224"/>
                </a:moveTo>
                <a:lnTo>
                  <a:pt x="13407" y="45224"/>
                </a:lnTo>
                <a:cubicBezTo>
                  <a:pt x="14320" y="45754"/>
                  <a:pt x="14997" y="46651"/>
                  <a:pt x="15350" y="47696"/>
                </a:cubicBezTo>
                <a:cubicBezTo>
                  <a:pt x="15306" y="47608"/>
                  <a:pt x="15276" y="47534"/>
                  <a:pt x="15217" y="47461"/>
                </a:cubicBezTo>
                <a:cubicBezTo>
                  <a:pt x="14850" y="46504"/>
                  <a:pt x="14217" y="45709"/>
                  <a:pt x="13407" y="45224"/>
                </a:cubicBezTo>
                <a:close/>
                <a:moveTo>
                  <a:pt x="15424" y="48256"/>
                </a:moveTo>
                <a:lnTo>
                  <a:pt x="15424" y="48256"/>
                </a:lnTo>
                <a:cubicBezTo>
                  <a:pt x="15424" y="48270"/>
                  <a:pt x="15424" y="48270"/>
                  <a:pt x="15438" y="48285"/>
                </a:cubicBezTo>
                <a:cubicBezTo>
                  <a:pt x="15433" y="48302"/>
                  <a:pt x="15429" y="48314"/>
                  <a:pt x="15428" y="48324"/>
                </a:cubicBezTo>
                <a:lnTo>
                  <a:pt x="15428" y="48324"/>
                </a:lnTo>
                <a:cubicBezTo>
                  <a:pt x="15424" y="48301"/>
                  <a:pt x="15424" y="48275"/>
                  <a:pt x="15424" y="48256"/>
                </a:cubicBezTo>
                <a:close/>
                <a:moveTo>
                  <a:pt x="13658" y="45268"/>
                </a:moveTo>
                <a:cubicBezTo>
                  <a:pt x="14732" y="45960"/>
                  <a:pt x="15482" y="47152"/>
                  <a:pt x="15688" y="48491"/>
                </a:cubicBezTo>
                <a:lnTo>
                  <a:pt x="15571" y="48167"/>
                </a:lnTo>
                <a:cubicBezTo>
                  <a:pt x="15291" y="46960"/>
                  <a:pt x="14599" y="45915"/>
                  <a:pt x="13658" y="45268"/>
                </a:cubicBezTo>
                <a:close/>
                <a:moveTo>
                  <a:pt x="15409" y="47961"/>
                </a:moveTo>
                <a:lnTo>
                  <a:pt x="15409" y="47961"/>
                </a:lnTo>
                <a:cubicBezTo>
                  <a:pt x="15438" y="48035"/>
                  <a:pt x="15468" y="48108"/>
                  <a:pt x="15497" y="48182"/>
                </a:cubicBezTo>
                <a:lnTo>
                  <a:pt x="15556" y="48505"/>
                </a:lnTo>
                <a:cubicBezTo>
                  <a:pt x="15541" y="48432"/>
                  <a:pt x="15512" y="48344"/>
                  <a:pt x="15482" y="48270"/>
                </a:cubicBezTo>
                <a:cubicBezTo>
                  <a:pt x="15468" y="48167"/>
                  <a:pt x="15424" y="48064"/>
                  <a:pt x="15409" y="47961"/>
                </a:cubicBezTo>
                <a:close/>
                <a:moveTo>
                  <a:pt x="15585" y="48903"/>
                </a:moveTo>
                <a:lnTo>
                  <a:pt x="15585" y="48903"/>
                </a:lnTo>
                <a:cubicBezTo>
                  <a:pt x="15615" y="48947"/>
                  <a:pt x="15615" y="49021"/>
                  <a:pt x="15630" y="49079"/>
                </a:cubicBezTo>
                <a:lnTo>
                  <a:pt x="15630" y="49359"/>
                </a:lnTo>
                <a:cubicBezTo>
                  <a:pt x="15630" y="49300"/>
                  <a:pt x="15615" y="49227"/>
                  <a:pt x="15615" y="49168"/>
                </a:cubicBezTo>
                <a:cubicBezTo>
                  <a:pt x="15585" y="49079"/>
                  <a:pt x="15585" y="48991"/>
                  <a:pt x="15585" y="48903"/>
                </a:cubicBezTo>
                <a:close/>
                <a:moveTo>
                  <a:pt x="13893" y="45341"/>
                </a:moveTo>
                <a:cubicBezTo>
                  <a:pt x="15321" y="46298"/>
                  <a:pt x="15850" y="47917"/>
                  <a:pt x="15865" y="49153"/>
                </a:cubicBezTo>
                <a:lnTo>
                  <a:pt x="15865" y="49403"/>
                </a:lnTo>
                <a:cubicBezTo>
                  <a:pt x="15850" y="49271"/>
                  <a:pt x="15806" y="49094"/>
                  <a:pt x="15791" y="48947"/>
                </a:cubicBezTo>
                <a:lnTo>
                  <a:pt x="15791" y="48859"/>
                </a:lnTo>
                <a:cubicBezTo>
                  <a:pt x="15688" y="47446"/>
                  <a:pt x="14982" y="46136"/>
                  <a:pt x="13893" y="45371"/>
                </a:cubicBezTo>
                <a:lnTo>
                  <a:pt x="13893" y="45341"/>
                </a:lnTo>
                <a:close/>
                <a:moveTo>
                  <a:pt x="15630" y="48623"/>
                </a:moveTo>
                <a:cubicBezTo>
                  <a:pt x="15659" y="48726"/>
                  <a:pt x="15703" y="48844"/>
                  <a:pt x="15718" y="48947"/>
                </a:cubicBezTo>
                <a:cubicBezTo>
                  <a:pt x="15733" y="49109"/>
                  <a:pt x="15733" y="49285"/>
                  <a:pt x="15718" y="49433"/>
                </a:cubicBezTo>
                <a:cubicBezTo>
                  <a:pt x="15703" y="49300"/>
                  <a:pt x="15703" y="49197"/>
                  <a:pt x="15659" y="49065"/>
                </a:cubicBezTo>
                <a:cubicBezTo>
                  <a:pt x="15659" y="48918"/>
                  <a:pt x="15644" y="48770"/>
                  <a:pt x="15630" y="48623"/>
                </a:cubicBezTo>
                <a:close/>
                <a:moveTo>
                  <a:pt x="15585" y="50021"/>
                </a:moveTo>
                <a:lnTo>
                  <a:pt x="15585" y="50021"/>
                </a:lnTo>
                <a:cubicBezTo>
                  <a:pt x="15571" y="50036"/>
                  <a:pt x="15571" y="50080"/>
                  <a:pt x="15571" y="50095"/>
                </a:cubicBezTo>
                <a:lnTo>
                  <a:pt x="15571" y="50198"/>
                </a:lnTo>
                <a:cubicBezTo>
                  <a:pt x="15556" y="50168"/>
                  <a:pt x="15556" y="50124"/>
                  <a:pt x="15571" y="50095"/>
                </a:cubicBezTo>
                <a:cubicBezTo>
                  <a:pt x="15571" y="50065"/>
                  <a:pt x="15571" y="50036"/>
                  <a:pt x="15585" y="50021"/>
                </a:cubicBezTo>
                <a:close/>
                <a:moveTo>
                  <a:pt x="14173" y="45415"/>
                </a:moveTo>
                <a:cubicBezTo>
                  <a:pt x="15630" y="46445"/>
                  <a:pt x="16086" y="48167"/>
                  <a:pt x="16027" y="49447"/>
                </a:cubicBezTo>
                <a:cubicBezTo>
                  <a:pt x="16012" y="49786"/>
                  <a:pt x="15983" y="50110"/>
                  <a:pt x="15894" y="50433"/>
                </a:cubicBezTo>
                <a:cubicBezTo>
                  <a:pt x="15924" y="50257"/>
                  <a:pt x="15924" y="50065"/>
                  <a:pt x="15924" y="49889"/>
                </a:cubicBezTo>
                <a:cubicBezTo>
                  <a:pt x="15953" y="49653"/>
                  <a:pt x="15953" y="49388"/>
                  <a:pt x="15953" y="49153"/>
                </a:cubicBezTo>
                <a:cubicBezTo>
                  <a:pt x="15940" y="47974"/>
                  <a:pt x="15467" y="46400"/>
                  <a:pt x="14166" y="45429"/>
                </a:cubicBezTo>
                <a:lnTo>
                  <a:pt x="14166" y="45429"/>
                </a:lnTo>
                <a:lnTo>
                  <a:pt x="14173" y="45415"/>
                </a:lnTo>
                <a:close/>
                <a:moveTo>
                  <a:pt x="15688" y="49712"/>
                </a:moveTo>
                <a:lnTo>
                  <a:pt x="15688" y="50021"/>
                </a:lnTo>
                <a:cubicBezTo>
                  <a:pt x="15659" y="50168"/>
                  <a:pt x="15644" y="50301"/>
                  <a:pt x="15615" y="50448"/>
                </a:cubicBezTo>
                <a:lnTo>
                  <a:pt x="15615" y="50389"/>
                </a:lnTo>
                <a:cubicBezTo>
                  <a:pt x="15630" y="50271"/>
                  <a:pt x="15630" y="50198"/>
                  <a:pt x="15644" y="50110"/>
                </a:cubicBezTo>
                <a:cubicBezTo>
                  <a:pt x="15659" y="49977"/>
                  <a:pt x="15688" y="49830"/>
                  <a:pt x="15688" y="49712"/>
                </a:cubicBezTo>
                <a:close/>
                <a:moveTo>
                  <a:pt x="15806" y="49433"/>
                </a:moveTo>
                <a:cubicBezTo>
                  <a:pt x="15806" y="49506"/>
                  <a:pt x="15836" y="49580"/>
                  <a:pt x="15836" y="49653"/>
                </a:cubicBezTo>
                <a:cubicBezTo>
                  <a:pt x="15836" y="49727"/>
                  <a:pt x="15836" y="49815"/>
                  <a:pt x="15850" y="49889"/>
                </a:cubicBezTo>
                <a:cubicBezTo>
                  <a:pt x="15836" y="50095"/>
                  <a:pt x="15791" y="50301"/>
                  <a:pt x="15733" y="50477"/>
                </a:cubicBezTo>
                <a:cubicBezTo>
                  <a:pt x="15733" y="50389"/>
                  <a:pt x="15762" y="50316"/>
                  <a:pt x="15762" y="50227"/>
                </a:cubicBezTo>
                <a:cubicBezTo>
                  <a:pt x="15733" y="50168"/>
                  <a:pt x="15762" y="50095"/>
                  <a:pt x="15762" y="50021"/>
                </a:cubicBezTo>
                <a:cubicBezTo>
                  <a:pt x="15777" y="49815"/>
                  <a:pt x="15791" y="49609"/>
                  <a:pt x="15806" y="49433"/>
                </a:cubicBezTo>
                <a:close/>
                <a:moveTo>
                  <a:pt x="14408" y="45489"/>
                </a:moveTo>
                <a:cubicBezTo>
                  <a:pt x="15644" y="46416"/>
                  <a:pt x="16321" y="48064"/>
                  <a:pt x="16159" y="49742"/>
                </a:cubicBezTo>
                <a:cubicBezTo>
                  <a:pt x="16100" y="50271"/>
                  <a:pt x="15983" y="50787"/>
                  <a:pt x="15791" y="51302"/>
                </a:cubicBezTo>
                <a:cubicBezTo>
                  <a:pt x="15806" y="51140"/>
                  <a:pt x="15836" y="50993"/>
                  <a:pt x="15850" y="50831"/>
                </a:cubicBezTo>
                <a:cubicBezTo>
                  <a:pt x="15983" y="50374"/>
                  <a:pt x="16071" y="49904"/>
                  <a:pt x="16086" y="49447"/>
                </a:cubicBezTo>
                <a:cubicBezTo>
                  <a:pt x="16141" y="48215"/>
                  <a:pt x="15724" y="46574"/>
                  <a:pt x="14408" y="45510"/>
                </a:cubicBezTo>
                <a:lnTo>
                  <a:pt x="14408" y="45510"/>
                </a:lnTo>
                <a:lnTo>
                  <a:pt x="14408" y="45489"/>
                </a:lnTo>
                <a:close/>
                <a:moveTo>
                  <a:pt x="15434" y="51008"/>
                </a:moveTo>
                <a:cubicBezTo>
                  <a:pt x="15431" y="51028"/>
                  <a:pt x="15428" y="51048"/>
                  <a:pt x="15424" y="51066"/>
                </a:cubicBezTo>
                <a:cubicBezTo>
                  <a:pt x="15394" y="51154"/>
                  <a:pt x="15365" y="51257"/>
                  <a:pt x="15335" y="51346"/>
                </a:cubicBezTo>
                <a:cubicBezTo>
                  <a:pt x="15350" y="51287"/>
                  <a:pt x="15365" y="51213"/>
                  <a:pt x="15394" y="51154"/>
                </a:cubicBezTo>
                <a:cubicBezTo>
                  <a:pt x="15410" y="51106"/>
                  <a:pt x="15422" y="51057"/>
                  <a:pt x="15434" y="51008"/>
                </a:cubicBezTo>
                <a:close/>
                <a:moveTo>
                  <a:pt x="15644" y="50580"/>
                </a:moveTo>
                <a:lnTo>
                  <a:pt x="15644" y="50580"/>
                </a:lnTo>
                <a:cubicBezTo>
                  <a:pt x="15630" y="50713"/>
                  <a:pt x="15615" y="50845"/>
                  <a:pt x="15585" y="50948"/>
                </a:cubicBezTo>
                <a:cubicBezTo>
                  <a:pt x="15546" y="51105"/>
                  <a:pt x="15496" y="51238"/>
                  <a:pt x="15444" y="51379"/>
                </a:cubicBezTo>
                <a:lnTo>
                  <a:pt x="15444" y="51379"/>
                </a:lnTo>
                <a:cubicBezTo>
                  <a:pt x="15473" y="51287"/>
                  <a:pt x="15485" y="51179"/>
                  <a:pt x="15497" y="51081"/>
                </a:cubicBezTo>
                <a:cubicBezTo>
                  <a:pt x="15556" y="50919"/>
                  <a:pt x="15615" y="50757"/>
                  <a:pt x="15644" y="50580"/>
                </a:cubicBezTo>
                <a:close/>
                <a:moveTo>
                  <a:pt x="15806" y="50374"/>
                </a:moveTo>
                <a:cubicBezTo>
                  <a:pt x="15806" y="50522"/>
                  <a:pt x="15791" y="50683"/>
                  <a:pt x="15777" y="50831"/>
                </a:cubicBezTo>
                <a:cubicBezTo>
                  <a:pt x="15718" y="51037"/>
                  <a:pt x="15644" y="51213"/>
                  <a:pt x="15571" y="51419"/>
                </a:cubicBezTo>
                <a:cubicBezTo>
                  <a:pt x="15615" y="51272"/>
                  <a:pt x="15630" y="51125"/>
                  <a:pt x="15644" y="50993"/>
                </a:cubicBezTo>
                <a:cubicBezTo>
                  <a:pt x="15718" y="50772"/>
                  <a:pt x="15777" y="50566"/>
                  <a:pt x="15806" y="50374"/>
                </a:cubicBezTo>
                <a:close/>
                <a:moveTo>
                  <a:pt x="15100" y="51920"/>
                </a:moveTo>
                <a:cubicBezTo>
                  <a:pt x="15100" y="51933"/>
                  <a:pt x="15100" y="51934"/>
                  <a:pt x="15077" y="51946"/>
                </a:cubicBezTo>
                <a:lnTo>
                  <a:pt x="15077" y="51946"/>
                </a:lnTo>
                <a:cubicBezTo>
                  <a:pt x="15084" y="51937"/>
                  <a:pt x="15091" y="51928"/>
                  <a:pt x="15100" y="51920"/>
                </a:cubicBezTo>
                <a:close/>
                <a:moveTo>
                  <a:pt x="14673" y="45562"/>
                </a:moveTo>
                <a:cubicBezTo>
                  <a:pt x="15924" y="46563"/>
                  <a:pt x="16571" y="48285"/>
                  <a:pt x="16307" y="50036"/>
                </a:cubicBezTo>
                <a:cubicBezTo>
                  <a:pt x="16218" y="50698"/>
                  <a:pt x="15997" y="51360"/>
                  <a:pt x="15659" y="52008"/>
                </a:cubicBezTo>
                <a:cubicBezTo>
                  <a:pt x="15688" y="51876"/>
                  <a:pt x="15718" y="51728"/>
                  <a:pt x="15733" y="51596"/>
                </a:cubicBezTo>
                <a:cubicBezTo>
                  <a:pt x="15997" y="50993"/>
                  <a:pt x="16159" y="50374"/>
                  <a:pt x="16233" y="49742"/>
                </a:cubicBezTo>
                <a:cubicBezTo>
                  <a:pt x="16383" y="48115"/>
                  <a:pt x="15759" y="46526"/>
                  <a:pt x="14631" y="45565"/>
                </a:cubicBezTo>
                <a:lnTo>
                  <a:pt x="14631" y="45565"/>
                </a:lnTo>
                <a:cubicBezTo>
                  <a:pt x="14645" y="45574"/>
                  <a:pt x="14659" y="45583"/>
                  <a:pt x="14673" y="45592"/>
                </a:cubicBezTo>
                <a:lnTo>
                  <a:pt x="14673" y="45562"/>
                </a:lnTo>
                <a:close/>
                <a:moveTo>
                  <a:pt x="15062" y="51969"/>
                </a:moveTo>
                <a:lnTo>
                  <a:pt x="15062" y="51969"/>
                </a:lnTo>
                <a:cubicBezTo>
                  <a:pt x="15056" y="51984"/>
                  <a:pt x="15048" y="52003"/>
                  <a:pt x="15039" y="52022"/>
                </a:cubicBezTo>
                <a:lnTo>
                  <a:pt x="15039" y="52022"/>
                </a:lnTo>
                <a:cubicBezTo>
                  <a:pt x="15045" y="52003"/>
                  <a:pt x="15052" y="51985"/>
                  <a:pt x="15062" y="51969"/>
                </a:cubicBezTo>
                <a:close/>
                <a:moveTo>
                  <a:pt x="15733" y="51184"/>
                </a:moveTo>
                <a:lnTo>
                  <a:pt x="15733" y="51184"/>
                </a:lnTo>
                <a:cubicBezTo>
                  <a:pt x="15718" y="51302"/>
                  <a:pt x="15703" y="51449"/>
                  <a:pt x="15688" y="51581"/>
                </a:cubicBezTo>
                <a:cubicBezTo>
                  <a:pt x="15616" y="51741"/>
                  <a:pt x="15515" y="51915"/>
                  <a:pt x="15441" y="52089"/>
                </a:cubicBezTo>
                <a:lnTo>
                  <a:pt x="15441" y="52089"/>
                </a:lnTo>
                <a:cubicBezTo>
                  <a:pt x="15483" y="51987"/>
                  <a:pt x="15497" y="51858"/>
                  <a:pt x="15512" y="51743"/>
                </a:cubicBezTo>
                <a:cubicBezTo>
                  <a:pt x="15585" y="51566"/>
                  <a:pt x="15659" y="51375"/>
                  <a:pt x="15733" y="51184"/>
                </a:cubicBezTo>
                <a:close/>
                <a:moveTo>
                  <a:pt x="15321" y="51625"/>
                </a:moveTo>
                <a:lnTo>
                  <a:pt x="15262" y="51846"/>
                </a:lnTo>
                <a:lnTo>
                  <a:pt x="15100" y="52170"/>
                </a:lnTo>
                <a:cubicBezTo>
                  <a:pt x="15100" y="52096"/>
                  <a:pt x="15129" y="52037"/>
                  <a:pt x="15144" y="51964"/>
                </a:cubicBezTo>
                <a:cubicBezTo>
                  <a:pt x="15203" y="51861"/>
                  <a:pt x="15262" y="51728"/>
                  <a:pt x="15321" y="51625"/>
                </a:cubicBezTo>
                <a:close/>
                <a:moveTo>
                  <a:pt x="15512" y="51390"/>
                </a:moveTo>
                <a:lnTo>
                  <a:pt x="15512" y="51390"/>
                </a:lnTo>
                <a:cubicBezTo>
                  <a:pt x="15497" y="51508"/>
                  <a:pt x="15468" y="51625"/>
                  <a:pt x="15438" y="51728"/>
                </a:cubicBezTo>
                <a:lnTo>
                  <a:pt x="15217" y="52170"/>
                </a:lnTo>
                <a:cubicBezTo>
                  <a:pt x="15262" y="52082"/>
                  <a:pt x="15276" y="51964"/>
                  <a:pt x="15321" y="51876"/>
                </a:cubicBezTo>
                <a:cubicBezTo>
                  <a:pt x="15394" y="51714"/>
                  <a:pt x="15468" y="51566"/>
                  <a:pt x="15512" y="51390"/>
                </a:cubicBezTo>
                <a:close/>
                <a:moveTo>
                  <a:pt x="14923" y="52376"/>
                </a:moveTo>
                <a:cubicBezTo>
                  <a:pt x="14923" y="52389"/>
                  <a:pt x="14923" y="52390"/>
                  <a:pt x="14912" y="52402"/>
                </a:cubicBezTo>
                <a:lnTo>
                  <a:pt x="14912" y="52402"/>
                </a:lnTo>
                <a:cubicBezTo>
                  <a:pt x="14916" y="52393"/>
                  <a:pt x="14920" y="52385"/>
                  <a:pt x="14923" y="52376"/>
                </a:cubicBezTo>
                <a:close/>
                <a:moveTo>
                  <a:pt x="14702" y="45518"/>
                </a:moveTo>
                <a:lnTo>
                  <a:pt x="14702" y="45518"/>
                </a:lnTo>
                <a:cubicBezTo>
                  <a:pt x="14776" y="45562"/>
                  <a:pt x="14850" y="45606"/>
                  <a:pt x="14923" y="45636"/>
                </a:cubicBezTo>
                <a:cubicBezTo>
                  <a:pt x="16203" y="46710"/>
                  <a:pt x="16807" y="48535"/>
                  <a:pt x="16454" y="50330"/>
                </a:cubicBezTo>
                <a:cubicBezTo>
                  <a:pt x="16307" y="51110"/>
                  <a:pt x="15997" y="51861"/>
                  <a:pt x="15556" y="52582"/>
                </a:cubicBezTo>
                <a:cubicBezTo>
                  <a:pt x="15556" y="52552"/>
                  <a:pt x="15571" y="52523"/>
                  <a:pt x="15571" y="52479"/>
                </a:cubicBezTo>
                <a:cubicBezTo>
                  <a:pt x="15585" y="52391"/>
                  <a:pt x="15615" y="52317"/>
                  <a:pt x="15630" y="52229"/>
                </a:cubicBezTo>
                <a:cubicBezTo>
                  <a:pt x="16012" y="51508"/>
                  <a:pt x="16277" y="50787"/>
                  <a:pt x="16380" y="50036"/>
                </a:cubicBezTo>
                <a:cubicBezTo>
                  <a:pt x="16645" y="48270"/>
                  <a:pt x="15997" y="46504"/>
                  <a:pt x="14702" y="45518"/>
                </a:cubicBezTo>
                <a:close/>
                <a:moveTo>
                  <a:pt x="15630" y="51861"/>
                </a:moveTo>
                <a:lnTo>
                  <a:pt x="15630" y="51861"/>
                </a:lnTo>
                <a:cubicBezTo>
                  <a:pt x="15615" y="51964"/>
                  <a:pt x="15585" y="52096"/>
                  <a:pt x="15556" y="52214"/>
                </a:cubicBezTo>
                <a:cubicBezTo>
                  <a:pt x="15482" y="52361"/>
                  <a:pt x="15394" y="52508"/>
                  <a:pt x="15291" y="52655"/>
                </a:cubicBezTo>
                <a:cubicBezTo>
                  <a:pt x="15321" y="52538"/>
                  <a:pt x="15350" y="52449"/>
                  <a:pt x="15365" y="52332"/>
                </a:cubicBezTo>
                <a:cubicBezTo>
                  <a:pt x="15468" y="52170"/>
                  <a:pt x="15556" y="52008"/>
                  <a:pt x="15630" y="51861"/>
                </a:cubicBezTo>
                <a:close/>
                <a:moveTo>
                  <a:pt x="15365" y="52008"/>
                </a:moveTo>
                <a:lnTo>
                  <a:pt x="15365" y="52008"/>
                </a:lnTo>
                <a:cubicBezTo>
                  <a:pt x="15350" y="52096"/>
                  <a:pt x="15321" y="52214"/>
                  <a:pt x="15291" y="52302"/>
                </a:cubicBezTo>
                <a:cubicBezTo>
                  <a:pt x="15217" y="52435"/>
                  <a:pt x="15144" y="52552"/>
                  <a:pt x="15056" y="52685"/>
                </a:cubicBezTo>
                <a:cubicBezTo>
                  <a:pt x="15070" y="52597"/>
                  <a:pt x="15114" y="52508"/>
                  <a:pt x="15129" y="52435"/>
                </a:cubicBezTo>
                <a:cubicBezTo>
                  <a:pt x="15217" y="52302"/>
                  <a:pt x="15291" y="52155"/>
                  <a:pt x="15365" y="52008"/>
                </a:cubicBezTo>
                <a:close/>
                <a:moveTo>
                  <a:pt x="14900" y="52426"/>
                </a:moveTo>
                <a:lnTo>
                  <a:pt x="14900" y="52426"/>
                </a:lnTo>
                <a:cubicBezTo>
                  <a:pt x="14893" y="52449"/>
                  <a:pt x="14890" y="52471"/>
                  <a:pt x="14879" y="52494"/>
                </a:cubicBezTo>
                <a:cubicBezTo>
                  <a:pt x="14835" y="52567"/>
                  <a:pt x="14776" y="52655"/>
                  <a:pt x="14732" y="52714"/>
                </a:cubicBezTo>
                <a:cubicBezTo>
                  <a:pt x="14761" y="52670"/>
                  <a:pt x="14776" y="52626"/>
                  <a:pt x="14805" y="52597"/>
                </a:cubicBezTo>
                <a:lnTo>
                  <a:pt x="14820" y="52582"/>
                </a:lnTo>
                <a:cubicBezTo>
                  <a:pt x="14843" y="52526"/>
                  <a:pt x="14874" y="52478"/>
                  <a:pt x="14900" y="52426"/>
                </a:cubicBezTo>
                <a:close/>
                <a:moveTo>
                  <a:pt x="15120" y="52265"/>
                </a:moveTo>
                <a:lnTo>
                  <a:pt x="15120" y="52265"/>
                </a:lnTo>
                <a:cubicBezTo>
                  <a:pt x="15116" y="52280"/>
                  <a:pt x="15114" y="52297"/>
                  <a:pt x="15114" y="52317"/>
                </a:cubicBezTo>
                <a:cubicBezTo>
                  <a:pt x="15114" y="52361"/>
                  <a:pt x="15100" y="52376"/>
                  <a:pt x="15100" y="52405"/>
                </a:cubicBezTo>
                <a:cubicBezTo>
                  <a:pt x="15041" y="52523"/>
                  <a:pt x="14967" y="52626"/>
                  <a:pt x="14894" y="52729"/>
                </a:cubicBezTo>
                <a:cubicBezTo>
                  <a:pt x="14908" y="52655"/>
                  <a:pt x="14953" y="52597"/>
                  <a:pt x="14967" y="52523"/>
                </a:cubicBezTo>
                <a:cubicBezTo>
                  <a:pt x="15022" y="52435"/>
                  <a:pt x="15069" y="52355"/>
                  <a:pt x="15120" y="52265"/>
                </a:cubicBezTo>
                <a:close/>
                <a:moveTo>
                  <a:pt x="14982" y="45621"/>
                </a:moveTo>
                <a:lnTo>
                  <a:pt x="14982" y="45621"/>
                </a:lnTo>
                <a:cubicBezTo>
                  <a:pt x="15056" y="45665"/>
                  <a:pt x="15129" y="45695"/>
                  <a:pt x="15188" y="45709"/>
                </a:cubicBezTo>
                <a:cubicBezTo>
                  <a:pt x="16660" y="46975"/>
                  <a:pt x="16969" y="49079"/>
                  <a:pt x="16601" y="50610"/>
                </a:cubicBezTo>
                <a:cubicBezTo>
                  <a:pt x="16395" y="51449"/>
                  <a:pt x="16012" y="52288"/>
                  <a:pt x="15438" y="53068"/>
                </a:cubicBezTo>
                <a:cubicBezTo>
                  <a:pt x="15468" y="52965"/>
                  <a:pt x="15482" y="52847"/>
                  <a:pt x="15497" y="52759"/>
                </a:cubicBezTo>
                <a:cubicBezTo>
                  <a:pt x="16012" y="51993"/>
                  <a:pt x="16351" y="51184"/>
                  <a:pt x="16513" y="50345"/>
                </a:cubicBezTo>
                <a:cubicBezTo>
                  <a:pt x="16866" y="48535"/>
                  <a:pt x="16277" y="46695"/>
                  <a:pt x="14982" y="45621"/>
                </a:cubicBezTo>
                <a:close/>
                <a:moveTo>
                  <a:pt x="15497" y="52405"/>
                </a:moveTo>
                <a:cubicBezTo>
                  <a:pt x="15497" y="52435"/>
                  <a:pt x="15497" y="52449"/>
                  <a:pt x="15482" y="52479"/>
                </a:cubicBezTo>
                <a:cubicBezTo>
                  <a:pt x="15468" y="52582"/>
                  <a:pt x="15438" y="52655"/>
                  <a:pt x="15424" y="52744"/>
                </a:cubicBezTo>
                <a:cubicBezTo>
                  <a:pt x="15365" y="52876"/>
                  <a:pt x="15276" y="52979"/>
                  <a:pt x="15188" y="53112"/>
                </a:cubicBezTo>
                <a:lnTo>
                  <a:pt x="15247" y="52832"/>
                </a:lnTo>
                <a:cubicBezTo>
                  <a:pt x="15335" y="52685"/>
                  <a:pt x="15424" y="52552"/>
                  <a:pt x="15497" y="52405"/>
                </a:cubicBezTo>
                <a:close/>
                <a:moveTo>
                  <a:pt x="14599" y="52920"/>
                </a:moveTo>
                <a:cubicBezTo>
                  <a:pt x="14599" y="52950"/>
                  <a:pt x="14585" y="52965"/>
                  <a:pt x="14585" y="52994"/>
                </a:cubicBezTo>
                <a:cubicBezTo>
                  <a:pt x="14541" y="53038"/>
                  <a:pt x="14526" y="53097"/>
                  <a:pt x="14482" y="53126"/>
                </a:cubicBezTo>
                <a:cubicBezTo>
                  <a:pt x="14467" y="53097"/>
                  <a:pt x="14482" y="53068"/>
                  <a:pt x="14511" y="53053"/>
                </a:cubicBezTo>
                <a:cubicBezTo>
                  <a:pt x="14541" y="53023"/>
                  <a:pt x="14555" y="52965"/>
                  <a:pt x="14599" y="52920"/>
                </a:cubicBezTo>
                <a:close/>
                <a:moveTo>
                  <a:pt x="15262" y="52538"/>
                </a:moveTo>
                <a:lnTo>
                  <a:pt x="15262" y="52538"/>
                </a:lnTo>
                <a:cubicBezTo>
                  <a:pt x="15247" y="52626"/>
                  <a:pt x="15217" y="52729"/>
                  <a:pt x="15188" y="52817"/>
                </a:cubicBezTo>
                <a:cubicBezTo>
                  <a:pt x="15114" y="52920"/>
                  <a:pt x="15026" y="53038"/>
                  <a:pt x="14953" y="53141"/>
                </a:cubicBezTo>
                <a:cubicBezTo>
                  <a:pt x="14967" y="53068"/>
                  <a:pt x="14982" y="52979"/>
                  <a:pt x="15026" y="52906"/>
                </a:cubicBezTo>
                <a:cubicBezTo>
                  <a:pt x="15114" y="52773"/>
                  <a:pt x="15188" y="52655"/>
                  <a:pt x="15262" y="52538"/>
                </a:cubicBezTo>
                <a:close/>
                <a:moveTo>
                  <a:pt x="15026" y="52655"/>
                </a:moveTo>
                <a:lnTo>
                  <a:pt x="14967" y="52876"/>
                </a:lnTo>
                <a:cubicBezTo>
                  <a:pt x="14894" y="52979"/>
                  <a:pt x="14820" y="53068"/>
                  <a:pt x="14747" y="53171"/>
                </a:cubicBezTo>
                <a:cubicBezTo>
                  <a:pt x="14761" y="53097"/>
                  <a:pt x="14805" y="53023"/>
                  <a:pt x="14820" y="52950"/>
                </a:cubicBezTo>
                <a:cubicBezTo>
                  <a:pt x="14879" y="52847"/>
                  <a:pt x="14953" y="52744"/>
                  <a:pt x="15026" y="52655"/>
                </a:cubicBezTo>
                <a:close/>
                <a:moveTo>
                  <a:pt x="14791" y="52773"/>
                </a:moveTo>
                <a:lnTo>
                  <a:pt x="14747" y="52950"/>
                </a:lnTo>
                <a:cubicBezTo>
                  <a:pt x="14688" y="53023"/>
                  <a:pt x="14629" y="53112"/>
                  <a:pt x="14555" y="53185"/>
                </a:cubicBezTo>
                <a:cubicBezTo>
                  <a:pt x="14570" y="53126"/>
                  <a:pt x="14599" y="53068"/>
                  <a:pt x="14614" y="53038"/>
                </a:cubicBezTo>
                <a:cubicBezTo>
                  <a:pt x="14629" y="52994"/>
                  <a:pt x="14673" y="52965"/>
                  <a:pt x="14688" y="52950"/>
                </a:cubicBezTo>
                <a:lnTo>
                  <a:pt x="14791" y="52773"/>
                </a:lnTo>
                <a:close/>
                <a:moveTo>
                  <a:pt x="14467" y="53244"/>
                </a:moveTo>
                <a:cubicBezTo>
                  <a:pt x="14452" y="53274"/>
                  <a:pt x="14438" y="53318"/>
                  <a:pt x="14408" y="53362"/>
                </a:cubicBezTo>
                <a:cubicBezTo>
                  <a:pt x="14379" y="53406"/>
                  <a:pt x="14364" y="53435"/>
                  <a:pt x="14320" y="53480"/>
                </a:cubicBezTo>
                <a:lnTo>
                  <a:pt x="14261" y="53538"/>
                </a:lnTo>
                <a:cubicBezTo>
                  <a:pt x="14290" y="53494"/>
                  <a:pt x="14305" y="53465"/>
                  <a:pt x="14320" y="53406"/>
                </a:cubicBezTo>
                <a:cubicBezTo>
                  <a:pt x="14379" y="53347"/>
                  <a:pt x="14408" y="53288"/>
                  <a:pt x="14467" y="53244"/>
                </a:cubicBezTo>
                <a:close/>
                <a:moveTo>
                  <a:pt x="15424" y="52906"/>
                </a:moveTo>
                <a:lnTo>
                  <a:pt x="15424" y="52906"/>
                </a:lnTo>
                <a:cubicBezTo>
                  <a:pt x="15409" y="52994"/>
                  <a:pt x="15394" y="53112"/>
                  <a:pt x="15365" y="53200"/>
                </a:cubicBezTo>
                <a:cubicBezTo>
                  <a:pt x="15276" y="53318"/>
                  <a:pt x="15203" y="53421"/>
                  <a:pt x="15114" y="53538"/>
                </a:cubicBezTo>
                <a:cubicBezTo>
                  <a:pt x="15129" y="53435"/>
                  <a:pt x="15144" y="53347"/>
                  <a:pt x="15173" y="53274"/>
                </a:cubicBezTo>
                <a:cubicBezTo>
                  <a:pt x="15262" y="53141"/>
                  <a:pt x="15350" y="53038"/>
                  <a:pt x="15424" y="52906"/>
                </a:cubicBezTo>
                <a:close/>
                <a:moveTo>
                  <a:pt x="15276" y="45695"/>
                </a:moveTo>
                <a:cubicBezTo>
                  <a:pt x="15335" y="45739"/>
                  <a:pt x="15394" y="45768"/>
                  <a:pt x="15438" y="45783"/>
                </a:cubicBezTo>
                <a:cubicBezTo>
                  <a:pt x="16954" y="47152"/>
                  <a:pt x="17190" y="49315"/>
                  <a:pt x="16748" y="50919"/>
                </a:cubicBezTo>
                <a:cubicBezTo>
                  <a:pt x="16498" y="51817"/>
                  <a:pt x="16027" y="52700"/>
                  <a:pt x="15365" y="53538"/>
                </a:cubicBezTo>
                <a:cubicBezTo>
                  <a:pt x="15394" y="53435"/>
                  <a:pt x="15409" y="53332"/>
                  <a:pt x="15424" y="53229"/>
                </a:cubicBezTo>
                <a:cubicBezTo>
                  <a:pt x="16027" y="52405"/>
                  <a:pt x="16454" y="51552"/>
                  <a:pt x="16674" y="50639"/>
                </a:cubicBezTo>
                <a:cubicBezTo>
                  <a:pt x="17042" y="49094"/>
                  <a:pt x="16733" y="47004"/>
                  <a:pt x="15276" y="45695"/>
                </a:cubicBezTo>
                <a:close/>
                <a:moveTo>
                  <a:pt x="14894" y="53053"/>
                </a:moveTo>
                <a:lnTo>
                  <a:pt x="14835" y="53274"/>
                </a:lnTo>
                <a:cubicBezTo>
                  <a:pt x="14761" y="53362"/>
                  <a:pt x="14688" y="53465"/>
                  <a:pt x="14599" y="53553"/>
                </a:cubicBezTo>
                <a:lnTo>
                  <a:pt x="14658" y="53332"/>
                </a:lnTo>
                <a:cubicBezTo>
                  <a:pt x="14747" y="53259"/>
                  <a:pt x="14820" y="53141"/>
                  <a:pt x="14894" y="53053"/>
                </a:cubicBezTo>
                <a:close/>
                <a:moveTo>
                  <a:pt x="15144" y="52979"/>
                </a:moveTo>
                <a:cubicBezTo>
                  <a:pt x="15129" y="53038"/>
                  <a:pt x="15129" y="53068"/>
                  <a:pt x="15114" y="53126"/>
                </a:cubicBezTo>
                <a:cubicBezTo>
                  <a:pt x="15114" y="53171"/>
                  <a:pt x="15100" y="53200"/>
                  <a:pt x="15100" y="53259"/>
                </a:cubicBezTo>
                <a:cubicBezTo>
                  <a:pt x="15026" y="53347"/>
                  <a:pt x="14923" y="53435"/>
                  <a:pt x="14835" y="53553"/>
                </a:cubicBezTo>
                <a:lnTo>
                  <a:pt x="14835" y="53509"/>
                </a:lnTo>
                <a:cubicBezTo>
                  <a:pt x="14850" y="53435"/>
                  <a:pt x="14879" y="53391"/>
                  <a:pt x="14894" y="53318"/>
                </a:cubicBezTo>
                <a:cubicBezTo>
                  <a:pt x="14982" y="53200"/>
                  <a:pt x="15056" y="53097"/>
                  <a:pt x="15144" y="52979"/>
                </a:cubicBezTo>
                <a:close/>
                <a:moveTo>
                  <a:pt x="14658" y="53171"/>
                </a:moveTo>
                <a:cubicBezTo>
                  <a:pt x="14658" y="53200"/>
                  <a:pt x="14629" y="53259"/>
                  <a:pt x="14614" y="53332"/>
                </a:cubicBezTo>
                <a:cubicBezTo>
                  <a:pt x="14541" y="53406"/>
                  <a:pt x="14482" y="53494"/>
                  <a:pt x="14408" y="53568"/>
                </a:cubicBezTo>
                <a:lnTo>
                  <a:pt x="14467" y="53406"/>
                </a:lnTo>
                <a:cubicBezTo>
                  <a:pt x="14482" y="53362"/>
                  <a:pt x="14526" y="53347"/>
                  <a:pt x="14541" y="53318"/>
                </a:cubicBezTo>
                <a:cubicBezTo>
                  <a:pt x="14585" y="53259"/>
                  <a:pt x="14614" y="53200"/>
                  <a:pt x="14658" y="53171"/>
                </a:cubicBezTo>
                <a:close/>
                <a:moveTo>
                  <a:pt x="14145" y="53661"/>
                </a:moveTo>
                <a:lnTo>
                  <a:pt x="14145" y="53661"/>
                </a:lnTo>
                <a:cubicBezTo>
                  <a:pt x="14139" y="53679"/>
                  <a:pt x="14132" y="53697"/>
                  <a:pt x="14114" y="53715"/>
                </a:cubicBezTo>
                <a:lnTo>
                  <a:pt x="14011" y="53833"/>
                </a:lnTo>
                <a:cubicBezTo>
                  <a:pt x="14025" y="53803"/>
                  <a:pt x="14040" y="53774"/>
                  <a:pt x="14070" y="53759"/>
                </a:cubicBezTo>
                <a:cubicBezTo>
                  <a:pt x="14093" y="53724"/>
                  <a:pt x="14125" y="53699"/>
                  <a:pt x="14145" y="53661"/>
                </a:cubicBezTo>
                <a:close/>
                <a:moveTo>
                  <a:pt x="14335" y="53553"/>
                </a:moveTo>
                <a:lnTo>
                  <a:pt x="14335" y="53553"/>
                </a:lnTo>
                <a:cubicBezTo>
                  <a:pt x="14320" y="53612"/>
                  <a:pt x="14305" y="53641"/>
                  <a:pt x="14290" y="53700"/>
                </a:cubicBezTo>
                <a:cubicBezTo>
                  <a:pt x="14246" y="53730"/>
                  <a:pt x="14217" y="53789"/>
                  <a:pt x="14158" y="53833"/>
                </a:cubicBezTo>
                <a:lnTo>
                  <a:pt x="14099" y="53877"/>
                </a:lnTo>
                <a:cubicBezTo>
                  <a:pt x="14114" y="53833"/>
                  <a:pt x="14143" y="53789"/>
                  <a:pt x="14158" y="53730"/>
                </a:cubicBezTo>
                <a:cubicBezTo>
                  <a:pt x="14231" y="53686"/>
                  <a:pt x="14290" y="53627"/>
                  <a:pt x="14335" y="53553"/>
                </a:cubicBezTo>
                <a:close/>
                <a:moveTo>
                  <a:pt x="14555" y="53494"/>
                </a:moveTo>
                <a:lnTo>
                  <a:pt x="14555" y="53494"/>
                </a:lnTo>
                <a:cubicBezTo>
                  <a:pt x="14541" y="53553"/>
                  <a:pt x="14526" y="53627"/>
                  <a:pt x="14511" y="53686"/>
                </a:cubicBezTo>
                <a:cubicBezTo>
                  <a:pt x="14438" y="53759"/>
                  <a:pt x="14364" y="53848"/>
                  <a:pt x="14290" y="53921"/>
                </a:cubicBezTo>
                <a:cubicBezTo>
                  <a:pt x="14305" y="53862"/>
                  <a:pt x="14320" y="53789"/>
                  <a:pt x="14335" y="53730"/>
                </a:cubicBezTo>
                <a:cubicBezTo>
                  <a:pt x="14364" y="53715"/>
                  <a:pt x="14379" y="53686"/>
                  <a:pt x="14408" y="53656"/>
                </a:cubicBezTo>
                <a:cubicBezTo>
                  <a:pt x="14467" y="53612"/>
                  <a:pt x="14511" y="53553"/>
                  <a:pt x="14555" y="53494"/>
                </a:cubicBezTo>
                <a:close/>
                <a:moveTo>
                  <a:pt x="14791" y="53435"/>
                </a:moveTo>
                <a:cubicBezTo>
                  <a:pt x="14791" y="53465"/>
                  <a:pt x="14776" y="53480"/>
                  <a:pt x="14776" y="53509"/>
                </a:cubicBezTo>
                <a:cubicBezTo>
                  <a:pt x="14761" y="53568"/>
                  <a:pt x="14761" y="53627"/>
                  <a:pt x="14747" y="53671"/>
                </a:cubicBezTo>
                <a:cubicBezTo>
                  <a:pt x="14673" y="53759"/>
                  <a:pt x="14599" y="53848"/>
                  <a:pt x="14511" y="53921"/>
                </a:cubicBezTo>
                <a:lnTo>
                  <a:pt x="14511" y="53906"/>
                </a:lnTo>
                <a:cubicBezTo>
                  <a:pt x="14526" y="53833"/>
                  <a:pt x="14541" y="53774"/>
                  <a:pt x="14555" y="53715"/>
                </a:cubicBezTo>
                <a:cubicBezTo>
                  <a:pt x="14629" y="53627"/>
                  <a:pt x="14732" y="53538"/>
                  <a:pt x="14791" y="53435"/>
                </a:cubicBezTo>
                <a:close/>
                <a:moveTo>
                  <a:pt x="15056" y="53391"/>
                </a:moveTo>
                <a:lnTo>
                  <a:pt x="15056" y="53391"/>
                </a:lnTo>
                <a:cubicBezTo>
                  <a:pt x="15041" y="53480"/>
                  <a:pt x="15026" y="53553"/>
                  <a:pt x="15026" y="53641"/>
                </a:cubicBezTo>
                <a:cubicBezTo>
                  <a:pt x="14953" y="53730"/>
                  <a:pt x="14850" y="53833"/>
                  <a:pt x="14761" y="53921"/>
                </a:cubicBezTo>
                <a:cubicBezTo>
                  <a:pt x="14776" y="53848"/>
                  <a:pt x="14776" y="53774"/>
                  <a:pt x="14805" y="53700"/>
                </a:cubicBezTo>
                <a:cubicBezTo>
                  <a:pt x="14894" y="53612"/>
                  <a:pt x="14967" y="53494"/>
                  <a:pt x="15056" y="53391"/>
                </a:cubicBezTo>
                <a:close/>
                <a:moveTo>
                  <a:pt x="15335" y="53347"/>
                </a:moveTo>
                <a:lnTo>
                  <a:pt x="15276" y="53627"/>
                </a:lnTo>
                <a:cubicBezTo>
                  <a:pt x="15217" y="53730"/>
                  <a:pt x="15129" y="53833"/>
                  <a:pt x="15041" y="53921"/>
                </a:cubicBezTo>
                <a:cubicBezTo>
                  <a:pt x="15056" y="53833"/>
                  <a:pt x="15056" y="53759"/>
                  <a:pt x="15070" y="53656"/>
                </a:cubicBezTo>
                <a:cubicBezTo>
                  <a:pt x="15173" y="53553"/>
                  <a:pt x="15247" y="53465"/>
                  <a:pt x="15335" y="53347"/>
                </a:cubicBezTo>
                <a:close/>
                <a:moveTo>
                  <a:pt x="15541" y="45798"/>
                </a:moveTo>
                <a:cubicBezTo>
                  <a:pt x="15585" y="45798"/>
                  <a:pt x="15644" y="45842"/>
                  <a:pt x="15703" y="45857"/>
                </a:cubicBezTo>
                <a:cubicBezTo>
                  <a:pt x="17248" y="47299"/>
                  <a:pt x="17410" y="49565"/>
                  <a:pt x="16895" y="51213"/>
                </a:cubicBezTo>
                <a:cubicBezTo>
                  <a:pt x="16601" y="52170"/>
                  <a:pt x="16071" y="53097"/>
                  <a:pt x="15321" y="53951"/>
                </a:cubicBezTo>
                <a:cubicBezTo>
                  <a:pt x="15335" y="53862"/>
                  <a:pt x="15335" y="53774"/>
                  <a:pt x="15350" y="53686"/>
                </a:cubicBezTo>
                <a:cubicBezTo>
                  <a:pt x="16071" y="52817"/>
                  <a:pt x="16542" y="51920"/>
                  <a:pt x="16822" y="50948"/>
                </a:cubicBezTo>
                <a:cubicBezTo>
                  <a:pt x="17263" y="49359"/>
                  <a:pt x="17028" y="47181"/>
                  <a:pt x="15541" y="45798"/>
                </a:cubicBezTo>
                <a:close/>
                <a:moveTo>
                  <a:pt x="13864" y="53995"/>
                </a:moveTo>
                <a:cubicBezTo>
                  <a:pt x="13864" y="53995"/>
                  <a:pt x="13864" y="54009"/>
                  <a:pt x="13849" y="54009"/>
                </a:cubicBezTo>
                <a:lnTo>
                  <a:pt x="13864" y="53995"/>
                </a:lnTo>
                <a:close/>
                <a:moveTo>
                  <a:pt x="13811" y="54048"/>
                </a:moveTo>
                <a:cubicBezTo>
                  <a:pt x="13807" y="54056"/>
                  <a:pt x="13805" y="54063"/>
                  <a:pt x="13805" y="54068"/>
                </a:cubicBezTo>
                <a:lnTo>
                  <a:pt x="13805" y="54054"/>
                </a:lnTo>
                <a:lnTo>
                  <a:pt x="13811" y="54048"/>
                </a:lnTo>
                <a:close/>
                <a:moveTo>
                  <a:pt x="14040" y="53906"/>
                </a:moveTo>
                <a:cubicBezTo>
                  <a:pt x="14025" y="53936"/>
                  <a:pt x="14011" y="53965"/>
                  <a:pt x="13996" y="54024"/>
                </a:cubicBezTo>
                <a:lnTo>
                  <a:pt x="13849" y="54171"/>
                </a:lnTo>
                <a:cubicBezTo>
                  <a:pt x="13864" y="54142"/>
                  <a:pt x="13878" y="54098"/>
                  <a:pt x="13893" y="54054"/>
                </a:cubicBezTo>
                <a:cubicBezTo>
                  <a:pt x="13952" y="54009"/>
                  <a:pt x="13996" y="53951"/>
                  <a:pt x="14040" y="53906"/>
                </a:cubicBezTo>
                <a:close/>
                <a:moveTo>
                  <a:pt x="14202" y="53862"/>
                </a:moveTo>
                <a:lnTo>
                  <a:pt x="14202" y="53862"/>
                </a:lnTo>
                <a:cubicBezTo>
                  <a:pt x="14217" y="53921"/>
                  <a:pt x="14187" y="53980"/>
                  <a:pt x="14173" y="54024"/>
                </a:cubicBezTo>
                <a:lnTo>
                  <a:pt x="14011" y="54201"/>
                </a:lnTo>
                <a:lnTo>
                  <a:pt x="13967" y="54230"/>
                </a:lnTo>
                <a:lnTo>
                  <a:pt x="14025" y="54068"/>
                </a:lnTo>
                <a:cubicBezTo>
                  <a:pt x="14084" y="54009"/>
                  <a:pt x="14128" y="53936"/>
                  <a:pt x="14187" y="53877"/>
                </a:cubicBezTo>
                <a:lnTo>
                  <a:pt x="14202" y="53862"/>
                </a:lnTo>
                <a:close/>
                <a:moveTo>
                  <a:pt x="14467" y="53833"/>
                </a:moveTo>
                <a:cubicBezTo>
                  <a:pt x="14467" y="53848"/>
                  <a:pt x="14452" y="53862"/>
                  <a:pt x="14452" y="53877"/>
                </a:cubicBezTo>
                <a:cubicBezTo>
                  <a:pt x="14438" y="53921"/>
                  <a:pt x="14438" y="53980"/>
                  <a:pt x="14408" y="54009"/>
                </a:cubicBezTo>
                <a:cubicBezTo>
                  <a:pt x="14335" y="54083"/>
                  <a:pt x="14261" y="54171"/>
                  <a:pt x="14173" y="54245"/>
                </a:cubicBezTo>
                <a:cubicBezTo>
                  <a:pt x="14187" y="54201"/>
                  <a:pt x="14217" y="54127"/>
                  <a:pt x="14231" y="54068"/>
                </a:cubicBezTo>
                <a:lnTo>
                  <a:pt x="14261" y="54024"/>
                </a:lnTo>
                <a:cubicBezTo>
                  <a:pt x="14335" y="53951"/>
                  <a:pt x="14408" y="53906"/>
                  <a:pt x="14467" y="53833"/>
                </a:cubicBezTo>
                <a:close/>
                <a:moveTo>
                  <a:pt x="14732" y="53789"/>
                </a:moveTo>
                <a:cubicBezTo>
                  <a:pt x="14702" y="53862"/>
                  <a:pt x="14702" y="53936"/>
                  <a:pt x="14688" y="54009"/>
                </a:cubicBezTo>
                <a:cubicBezTo>
                  <a:pt x="14614" y="54098"/>
                  <a:pt x="14526" y="54171"/>
                  <a:pt x="14452" y="54274"/>
                </a:cubicBezTo>
                <a:cubicBezTo>
                  <a:pt x="14467" y="54201"/>
                  <a:pt x="14467" y="54127"/>
                  <a:pt x="14482" y="54068"/>
                </a:cubicBezTo>
                <a:cubicBezTo>
                  <a:pt x="14555" y="53980"/>
                  <a:pt x="14658" y="53877"/>
                  <a:pt x="14732" y="53789"/>
                </a:cubicBezTo>
                <a:close/>
                <a:moveTo>
                  <a:pt x="15026" y="53774"/>
                </a:moveTo>
                <a:lnTo>
                  <a:pt x="15026" y="53774"/>
                </a:lnTo>
                <a:cubicBezTo>
                  <a:pt x="14997" y="53848"/>
                  <a:pt x="14997" y="53936"/>
                  <a:pt x="14982" y="54009"/>
                </a:cubicBezTo>
                <a:cubicBezTo>
                  <a:pt x="14894" y="54083"/>
                  <a:pt x="14805" y="54171"/>
                  <a:pt x="14732" y="54274"/>
                </a:cubicBezTo>
                <a:cubicBezTo>
                  <a:pt x="14747" y="54201"/>
                  <a:pt x="14747" y="54127"/>
                  <a:pt x="14761" y="54054"/>
                </a:cubicBezTo>
                <a:cubicBezTo>
                  <a:pt x="14850" y="53951"/>
                  <a:pt x="14923" y="53862"/>
                  <a:pt x="15026" y="53774"/>
                </a:cubicBezTo>
                <a:close/>
                <a:moveTo>
                  <a:pt x="15276" y="53774"/>
                </a:moveTo>
                <a:lnTo>
                  <a:pt x="15276" y="53774"/>
                </a:lnTo>
                <a:cubicBezTo>
                  <a:pt x="15262" y="53862"/>
                  <a:pt x="15262" y="53951"/>
                  <a:pt x="15247" y="54054"/>
                </a:cubicBezTo>
                <a:cubicBezTo>
                  <a:pt x="15173" y="54098"/>
                  <a:pt x="15100" y="54201"/>
                  <a:pt x="14997" y="54289"/>
                </a:cubicBezTo>
                <a:cubicBezTo>
                  <a:pt x="14997" y="54215"/>
                  <a:pt x="15026" y="54127"/>
                  <a:pt x="15041" y="54054"/>
                </a:cubicBezTo>
                <a:cubicBezTo>
                  <a:pt x="15129" y="53951"/>
                  <a:pt x="15203" y="53862"/>
                  <a:pt x="15276" y="53774"/>
                </a:cubicBezTo>
                <a:close/>
                <a:moveTo>
                  <a:pt x="15791" y="45842"/>
                </a:moveTo>
                <a:lnTo>
                  <a:pt x="15791" y="45842"/>
                </a:lnTo>
                <a:cubicBezTo>
                  <a:pt x="15850" y="45886"/>
                  <a:pt x="15909" y="45915"/>
                  <a:pt x="15953" y="45930"/>
                </a:cubicBezTo>
                <a:cubicBezTo>
                  <a:pt x="17528" y="47446"/>
                  <a:pt x="17646" y="49815"/>
                  <a:pt x="17057" y="51508"/>
                </a:cubicBezTo>
                <a:cubicBezTo>
                  <a:pt x="16719" y="52508"/>
                  <a:pt x="16130" y="53465"/>
                  <a:pt x="15276" y="54318"/>
                </a:cubicBezTo>
                <a:cubicBezTo>
                  <a:pt x="15276" y="54230"/>
                  <a:pt x="15291" y="54142"/>
                  <a:pt x="15291" y="54054"/>
                </a:cubicBezTo>
                <a:cubicBezTo>
                  <a:pt x="16086" y="53171"/>
                  <a:pt x="16660" y="52214"/>
                  <a:pt x="16969" y="51213"/>
                </a:cubicBezTo>
                <a:cubicBezTo>
                  <a:pt x="17484" y="49580"/>
                  <a:pt x="17322" y="47313"/>
                  <a:pt x="15791" y="45842"/>
                </a:cubicBezTo>
                <a:close/>
                <a:moveTo>
                  <a:pt x="13731" y="54230"/>
                </a:moveTo>
                <a:cubicBezTo>
                  <a:pt x="13716" y="54274"/>
                  <a:pt x="13716" y="54289"/>
                  <a:pt x="13702" y="54318"/>
                </a:cubicBezTo>
                <a:lnTo>
                  <a:pt x="13584" y="54436"/>
                </a:lnTo>
                <a:cubicBezTo>
                  <a:pt x="13628" y="54392"/>
                  <a:pt x="13628" y="54377"/>
                  <a:pt x="13643" y="54348"/>
                </a:cubicBezTo>
                <a:cubicBezTo>
                  <a:pt x="13672" y="54304"/>
                  <a:pt x="13716" y="54274"/>
                  <a:pt x="13731" y="54230"/>
                </a:cubicBezTo>
                <a:close/>
                <a:moveTo>
                  <a:pt x="13937" y="54201"/>
                </a:moveTo>
                <a:cubicBezTo>
                  <a:pt x="13922" y="54245"/>
                  <a:pt x="13893" y="54289"/>
                  <a:pt x="13878" y="54348"/>
                </a:cubicBezTo>
                <a:cubicBezTo>
                  <a:pt x="13819" y="54392"/>
                  <a:pt x="13775" y="54451"/>
                  <a:pt x="13702" y="54510"/>
                </a:cubicBezTo>
                <a:cubicBezTo>
                  <a:pt x="13716" y="54451"/>
                  <a:pt x="13731" y="54421"/>
                  <a:pt x="13746" y="54363"/>
                </a:cubicBezTo>
                <a:cubicBezTo>
                  <a:pt x="13819" y="54304"/>
                  <a:pt x="13878" y="54245"/>
                  <a:pt x="13937" y="54201"/>
                </a:cubicBezTo>
                <a:close/>
                <a:moveTo>
                  <a:pt x="14143" y="54171"/>
                </a:moveTo>
                <a:lnTo>
                  <a:pt x="14143" y="54171"/>
                </a:lnTo>
                <a:cubicBezTo>
                  <a:pt x="14114" y="54215"/>
                  <a:pt x="14114" y="54245"/>
                  <a:pt x="14099" y="54289"/>
                </a:cubicBezTo>
                <a:cubicBezTo>
                  <a:pt x="14099" y="54304"/>
                  <a:pt x="14084" y="54348"/>
                  <a:pt x="14084" y="54363"/>
                </a:cubicBezTo>
                <a:cubicBezTo>
                  <a:pt x="14011" y="54436"/>
                  <a:pt x="13937" y="54495"/>
                  <a:pt x="13864" y="54569"/>
                </a:cubicBezTo>
                <a:lnTo>
                  <a:pt x="13922" y="54392"/>
                </a:lnTo>
                <a:cubicBezTo>
                  <a:pt x="13967" y="54318"/>
                  <a:pt x="14025" y="54289"/>
                  <a:pt x="14070" y="54245"/>
                </a:cubicBezTo>
                <a:lnTo>
                  <a:pt x="14143" y="54171"/>
                </a:lnTo>
                <a:close/>
                <a:moveTo>
                  <a:pt x="14393" y="54157"/>
                </a:moveTo>
                <a:lnTo>
                  <a:pt x="14393" y="54157"/>
                </a:lnTo>
                <a:cubicBezTo>
                  <a:pt x="14379" y="54215"/>
                  <a:pt x="14379" y="54289"/>
                  <a:pt x="14364" y="54363"/>
                </a:cubicBezTo>
                <a:cubicBezTo>
                  <a:pt x="14290" y="54421"/>
                  <a:pt x="14187" y="54495"/>
                  <a:pt x="14114" y="54583"/>
                </a:cubicBezTo>
                <a:cubicBezTo>
                  <a:pt x="14143" y="54524"/>
                  <a:pt x="14143" y="54451"/>
                  <a:pt x="14158" y="54392"/>
                </a:cubicBezTo>
                <a:cubicBezTo>
                  <a:pt x="14231" y="54318"/>
                  <a:pt x="14320" y="54245"/>
                  <a:pt x="14393" y="54157"/>
                </a:cubicBezTo>
                <a:close/>
                <a:moveTo>
                  <a:pt x="14673" y="54127"/>
                </a:moveTo>
                <a:lnTo>
                  <a:pt x="14673" y="54127"/>
                </a:lnTo>
                <a:cubicBezTo>
                  <a:pt x="14658" y="54201"/>
                  <a:pt x="14658" y="54274"/>
                  <a:pt x="14629" y="54348"/>
                </a:cubicBezTo>
                <a:cubicBezTo>
                  <a:pt x="14555" y="54421"/>
                  <a:pt x="14482" y="54510"/>
                  <a:pt x="14393" y="54583"/>
                </a:cubicBezTo>
                <a:cubicBezTo>
                  <a:pt x="14393" y="54510"/>
                  <a:pt x="14408" y="54436"/>
                  <a:pt x="14408" y="54377"/>
                </a:cubicBezTo>
                <a:lnTo>
                  <a:pt x="14673" y="54127"/>
                </a:lnTo>
                <a:close/>
                <a:moveTo>
                  <a:pt x="14953" y="54127"/>
                </a:moveTo>
                <a:lnTo>
                  <a:pt x="14953" y="54127"/>
                </a:lnTo>
                <a:cubicBezTo>
                  <a:pt x="14923" y="54201"/>
                  <a:pt x="14923" y="54289"/>
                  <a:pt x="14923" y="54363"/>
                </a:cubicBezTo>
                <a:lnTo>
                  <a:pt x="14688" y="54598"/>
                </a:lnTo>
                <a:cubicBezTo>
                  <a:pt x="14688" y="54524"/>
                  <a:pt x="14702" y="54451"/>
                  <a:pt x="14702" y="54377"/>
                </a:cubicBezTo>
                <a:cubicBezTo>
                  <a:pt x="14805" y="54289"/>
                  <a:pt x="14879" y="54215"/>
                  <a:pt x="14953" y="54127"/>
                </a:cubicBezTo>
                <a:close/>
                <a:moveTo>
                  <a:pt x="15247" y="54142"/>
                </a:moveTo>
                <a:lnTo>
                  <a:pt x="15247" y="54142"/>
                </a:lnTo>
                <a:cubicBezTo>
                  <a:pt x="15217" y="54230"/>
                  <a:pt x="15217" y="54304"/>
                  <a:pt x="15217" y="54392"/>
                </a:cubicBezTo>
                <a:cubicBezTo>
                  <a:pt x="15129" y="54466"/>
                  <a:pt x="15056" y="54539"/>
                  <a:pt x="14982" y="54613"/>
                </a:cubicBezTo>
                <a:cubicBezTo>
                  <a:pt x="14982" y="54539"/>
                  <a:pt x="14997" y="54451"/>
                  <a:pt x="14997" y="54377"/>
                </a:cubicBezTo>
                <a:lnTo>
                  <a:pt x="15247" y="54142"/>
                </a:lnTo>
                <a:close/>
                <a:moveTo>
                  <a:pt x="13452" y="54569"/>
                </a:moveTo>
                <a:cubicBezTo>
                  <a:pt x="13452" y="54583"/>
                  <a:pt x="13437" y="54583"/>
                  <a:pt x="13437" y="54598"/>
                </a:cubicBezTo>
                <a:lnTo>
                  <a:pt x="13402" y="54633"/>
                </a:lnTo>
                <a:lnTo>
                  <a:pt x="13402" y="54633"/>
                </a:lnTo>
                <a:cubicBezTo>
                  <a:pt x="13407" y="54622"/>
                  <a:pt x="13407" y="54613"/>
                  <a:pt x="13407" y="54613"/>
                </a:cubicBezTo>
                <a:lnTo>
                  <a:pt x="13452" y="54569"/>
                </a:lnTo>
                <a:close/>
                <a:moveTo>
                  <a:pt x="16086" y="45960"/>
                </a:moveTo>
                <a:cubicBezTo>
                  <a:pt x="16100" y="45960"/>
                  <a:pt x="16159" y="45989"/>
                  <a:pt x="16218" y="46004"/>
                </a:cubicBezTo>
                <a:cubicBezTo>
                  <a:pt x="17602" y="47387"/>
                  <a:pt x="17999" y="49742"/>
                  <a:pt x="17204" y="51802"/>
                </a:cubicBezTo>
                <a:cubicBezTo>
                  <a:pt x="16822" y="52832"/>
                  <a:pt x="16159" y="53803"/>
                  <a:pt x="15262" y="54686"/>
                </a:cubicBezTo>
                <a:cubicBezTo>
                  <a:pt x="15262" y="54598"/>
                  <a:pt x="15262" y="54524"/>
                  <a:pt x="15276" y="54436"/>
                </a:cubicBezTo>
                <a:cubicBezTo>
                  <a:pt x="16145" y="53538"/>
                  <a:pt x="16763" y="52552"/>
                  <a:pt x="17131" y="51522"/>
                </a:cubicBezTo>
                <a:cubicBezTo>
                  <a:pt x="17719" y="49830"/>
                  <a:pt x="17616" y="47475"/>
                  <a:pt x="16086" y="45960"/>
                </a:cubicBezTo>
                <a:close/>
                <a:moveTo>
                  <a:pt x="13643" y="54495"/>
                </a:moveTo>
                <a:lnTo>
                  <a:pt x="13643" y="54495"/>
                </a:lnTo>
                <a:cubicBezTo>
                  <a:pt x="13628" y="54524"/>
                  <a:pt x="13599" y="54569"/>
                  <a:pt x="13599" y="54613"/>
                </a:cubicBezTo>
                <a:cubicBezTo>
                  <a:pt x="13569" y="54657"/>
                  <a:pt x="13510" y="54716"/>
                  <a:pt x="13452" y="54745"/>
                </a:cubicBezTo>
                <a:lnTo>
                  <a:pt x="13437" y="54760"/>
                </a:lnTo>
                <a:cubicBezTo>
                  <a:pt x="13452" y="54731"/>
                  <a:pt x="13481" y="54686"/>
                  <a:pt x="13496" y="54642"/>
                </a:cubicBezTo>
                <a:cubicBezTo>
                  <a:pt x="13555" y="54583"/>
                  <a:pt x="13584" y="54524"/>
                  <a:pt x="13643" y="54495"/>
                </a:cubicBezTo>
                <a:close/>
                <a:moveTo>
                  <a:pt x="13819" y="54451"/>
                </a:moveTo>
                <a:cubicBezTo>
                  <a:pt x="13819" y="54524"/>
                  <a:pt x="13805" y="54583"/>
                  <a:pt x="13790" y="54642"/>
                </a:cubicBezTo>
                <a:cubicBezTo>
                  <a:pt x="13716" y="54686"/>
                  <a:pt x="13658" y="54745"/>
                  <a:pt x="13584" y="54804"/>
                </a:cubicBezTo>
                <a:lnTo>
                  <a:pt x="13643" y="54642"/>
                </a:lnTo>
                <a:cubicBezTo>
                  <a:pt x="13702" y="54583"/>
                  <a:pt x="13775" y="54524"/>
                  <a:pt x="13819" y="54451"/>
                </a:cubicBezTo>
                <a:close/>
                <a:moveTo>
                  <a:pt x="14084" y="54466"/>
                </a:moveTo>
                <a:cubicBezTo>
                  <a:pt x="14070" y="54524"/>
                  <a:pt x="14070" y="54598"/>
                  <a:pt x="14040" y="54657"/>
                </a:cubicBezTo>
                <a:cubicBezTo>
                  <a:pt x="14025" y="54672"/>
                  <a:pt x="14011" y="54686"/>
                  <a:pt x="13967" y="54716"/>
                </a:cubicBezTo>
                <a:cubicBezTo>
                  <a:pt x="13922" y="54760"/>
                  <a:pt x="13864" y="54804"/>
                  <a:pt x="13805" y="54863"/>
                </a:cubicBezTo>
                <a:cubicBezTo>
                  <a:pt x="13819" y="54804"/>
                  <a:pt x="13819" y="54745"/>
                  <a:pt x="13849" y="54686"/>
                </a:cubicBezTo>
                <a:lnTo>
                  <a:pt x="13849" y="54672"/>
                </a:lnTo>
                <a:cubicBezTo>
                  <a:pt x="13864" y="54657"/>
                  <a:pt x="13893" y="54642"/>
                  <a:pt x="13922" y="54613"/>
                </a:cubicBezTo>
                <a:cubicBezTo>
                  <a:pt x="13967" y="54569"/>
                  <a:pt x="14025" y="54524"/>
                  <a:pt x="14084" y="54466"/>
                </a:cubicBezTo>
                <a:close/>
                <a:moveTo>
                  <a:pt x="14335" y="54451"/>
                </a:moveTo>
                <a:cubicBezTo>
                  <a:pt x="14335" y="54524"/>
                  <a:pt x="14320" y="54583"/>
                  <a:pt x="14320" y="54657"/>
                </a:cubicBezTo>
                <a:cubicBezTo>
                  <a:pt x="14231" y="54731"/>
                  <a:pt x="14158" y="54804"/>
                  <a:pt x="14070" y="54878"/>
                </a:cubicBezTo>
                <a:cubicBezTo>
                  <a:pt x="14070" y="54804"/>
                  <a:pt x="14084" y="54745"/>
                  <a:pt x="14099" y="54686"/>
                </a:cubicBezTo>
                <a:cubicBezTo>
                  <a:pt x="14187" y="54613"/>
                  <a:pt x="14261" y="54539"/>
                  <a:pt x="14335" y="54451"/>
                </a:cubicBezTo>
                <a:close/>
                <a:moveTo>
                  <a:pt x="14629" y="54451"/>
                </a:moveTo>
                <a:cubicBezTo>
                  <a:pt x="14629" y="54524"/>
                  <a:pt x="14614" y="54598"/>
                  <a:pt x="14614" y="54672"/>
                </a:cubicBezTo>
                <a:cubicBezTo>
                  <a:pt x="14541" y="54745"/>
                  <a:pt x="14452" y="54819"/>
                  <a:pt x="14364" y="54892"/>
                </a:cubicBezTo>
                <a:cubicBezTo>
                  <a:pt x="14379" y="54819"/>
                  <a:pt x="14379" y="54745"/>
                  <a:pt x="14379" y="54686"/>
                </a:cubicBezTo>
                <a:cubicBezTo>
                  <a:pt x="14467" y="54613"/>
                  <a:pt x="14541" y="54524"/>
                  <a:pt x="14629" y="54451"/>
                </a:cubicBezTo>
                <a:close/>
                <a:moveTo>
                  <a:pt x="14923" y="54451"/>
                </a:moveTo>
                <a:cubicBezTo>
                  <a:pt x="14923" y="54524"/>
                  <a:pt x="14908" y="54613"/>
                  <a:pt x="14908" y="54686"/>
                </a:cubicBezTo>
                <a:cubicBezTo>
                  <a:pt x="14820" y="54760"/>
                  <a:pt x="14747" y="54834"/>
                  <a:pt x="14673" y="54907"/>
                </a:cubicBezTo>
                <a:cubicBezTo>
                  <a:pt x="14673" y="54834"/>
                  <a:pt x="14673" y="54760"/>
                  <a:pt x="14688" y="54686"/>
                </a:cubicBezTo>
                <a:cubicBezTo>
                  <a:pt x="14761" y="54613"/>
                  <a:pt x="14850" y="54539"/>
                  <a:pt x="14923" y="54451"/>
                </a:cubicBezTo>
                <a:close/>
                <a:moveTo>
                  <a:pt x="13363" y="54760"/>
                </a:moveTo>
                <a:lnTo>
                  <a:pt x="13363" y="54760"/>
                </a:lnTo>
                <a:cubicBezTo>
                  <a:pt x="13349" y="54804"/>
                  <a:pt x="13349" y="54819"/>
                  <a:pt x="13319" y="54863"/>
                </a:cubicBezTo>
                <a:lnTo>
                  <a:pt x="13216" y="54966"/>
                </a:lnTo>
                <a:cubicBezTo>
                  <a:pt x="13216" y="54951"/>
                  <a:pt x="13231" y="54907"/>
                  <a:pt x="13260" y="54878"/>
                </a:cubicBezTo>
                <a:lnTo>
                  <a:pt x="13363" y="54760"/>
                </a:lnTo>
                <a:close/>
                <a:moveTo>
                  <a:pt x="15188" y="54510"/>
                </a:moveTo>
                <a:cubicBezTo>
                  <a:pt x="15188" y="54583"/>
                  <a:pt x="15173" y="54657"/>
                  <a:pt x="15173" y="54745"/>
                </a:cubicBezTo>
                <a:lnTo>
                  <a:pt x="15173" y="54760"/>
                </a:lnTo>
                <a:cubicBezTo>
                  <a:pt x="15100" y="54834"/>
                  <a:pt x="15026" y="54907"/>
                  <a:pt x="14953" y="54966"/>
                </a:cubicBezTo>
                <a:cubicBezTo>
                  <a:pt x="14967" y="54892"/>
                  <a:pt x="14967" y="54804"/>
                  <a:pt x="14967" y="54731"/>
                </a:cubicBezTo>
                <a:lnTo>
                  <a:pt x="15188" y="54510"/>
                </a:lnTo>
                <a:close/>
                <a:moveTo>
                  <a:pt x="16321" y="46004"/>
                </a:moveTo>
                <a:cubicBezTo>
                  <a:pt x="16380" y="46048"/>
                  <a:pt x="16424" y="46063"/>
                  <a:pt x="16468" y="46063"/>
                </a:cubicBezTo>
                <a:cubicBezTo>
                  <a:pt x="17866" y="47505"/>
                  <a:pt x="18234" y="49962"/>
                  <a:pt x="17351" y="52082"/>
                </a:cubicBezTo>
                <a:cubicBezTo>
                  <a:pt x="16910" y="53126"/>
                  <a:pt x="16218" y="54127"/>
                  <a:pt x="15247" y="55025"/>
                </a:cubicBezTo>
                <a:lnTo>
                  <a:pt x="15247" y="54760"/>
                </a:lnTo>
                <a:cubicBezTo>
                  <a:pt x="16174" y="53848"/>
                  <a:pt x="16866" y="52847"/>
                  <a:pt x="17263" y="51802"/>
                </a:cubicBezTo>
                <a:cubicBezTo>
                  <a:pt x="17646" y="50816"/>
                  <a:pt x="17763" y="49683"/>
                  <a:pt x="17602" y="48653"/>
                </a:cubicBezTo>
                <a:cubicBezTo>
                  <a:pt x="17425" y="47608"/>
                  <a:pt x="16983" y="46710"/>
                  <a:pt x="16321" y="46004"/>
                </a:cubicBezTo>
                <a:close/>
                <a:moveTo>
                  <a:pt x="13525" y="54745"/>
                </a:moveTo>
                <a:cubicBezTo>
                  <a:pt x="13525" y="54804"/>
                  <a:pt x="13510" y="54834"/>
                  <a:pt x="13496" y="54892"/>
                </a:cubicBezTo>
                <a:cubicBezTo>
                  <a:pt x="13437" y="54951"/>
                  <a:pt x="13378" y="55010"/>
                  <a:pt x="13304" y="55040"/>
                </a:cubicBezTo>
                <a:cubicBezTo>
                  <a:pt x="13319" y="54981"/>
                  <a:pt x="13349" y="54951"/>
                  <a:pt x="13363" y="54892"/>
                </a:cubicBezTo>
                <a:cubicBezTo>
                  <a:pt x="13407" y="54863"/>
                  <a:pt x="13452" y="54819"/>
                  <a:pt x="13496" y="54789"/>
                </a:cubicBezTo>
                <a:lnTo>
                  <a:pt x="13525" y="54745"/>
                </a:lnTo>
                <a:close/>
                <a:moveTo>
                  <a:pt x="13746" y="54745"/>
                </a:moveTo>
                <a:lnTo>
                  <a:pt x="13746" y="54745"/>
                </a:lnTo>
                <a:cubicBezTo>
                  <a:pt x="13731" y="54804"/>
                  <a:pt x="13716" y="54863"/>
                  <a:pt x="13716" y="54907"/>
                </a:cubicBezTo>
                <a:cubicBezTo>
                  <a:pt x="13643" y="54966"/>
                  <a:pt x="13569" y="55040"/>
                  <a:pt x="13496" y="55098"/>
                </a:cubicBezTo>
                <a:cubicBezTo>
                  <a:pt x="13496" y="55069"/>
                  <a:pt x="13496" y="55069"/>
                  <a:pt x="13510" y="55054"/>
                </a:cubicBezTo>
                <a:cubicBezTo>
                  <a:pt x="13525" y="55010"/>
                  <a:pt x="13555" y="54966"/>
                  <a:pt x="13555" y="54907"/>
                </a:cubicBezTo>
                <a:cubicBezTo>
                  <a:pt x="13628" y="54878"/>
                  <a:pt x="13702" y="54819"/>
                  <a:pt x="13746" y="54745"/>
                </a:cubicBezTo>
                <a:close/>
                <a:moveTo>
                  <a:pt x="14025" y="54760"/>
                </a:moveTo>
                <a:cubicBezTo>
                  <a:pt x="14025" y="54819"/>
                  <a:pt x="14011" y="54892"/>
                  <a:pt x="14011" y="54951"/>
                </a:cubicBezTo>
                <a:cubicBezTo>
                  <a:pt x="13937" y="54981"/>
                  <a:pt x="13893" y="55025"/>
                  <a:pt x="13849" y="55084"/>
                </a:cubicBezTo>
                <a:cubicBezTo>
                  <a:pt x="13805" y="55098"/>
                  <a:pt x="13790" y="55128"/>
                  <a:pt x="13746" y="55157"/>
                </a:cubicBezTo>
                <a:cubicBezTo>
                  <a:pt x="13775" y="55098"/>
                  <a:pt x="13775" y="55025"/>
                  <a:pt x="13790" y="54966"/>
                </a:cubicBezTo>
                <a:cubicBezTo>
                  <a:pt x="13864" y="54892"/>
                  <a:pt x="13952" y="54834"/>
                  <a:pt x="14025" y="54760"/>
                </a:cubicBezTo>
                <a:close/>
                <a:moveTo>
                  <a:pt x="13069" y="55084"/>
                </a:moveTo>
                <a:cubicBezTo>
                  <a:pt x="13069" y="55098"/>
                  <a:pt x="13054" y="55113"/>
                  <a:pt x="13054" y="55113"/>
                </a:cubicBezTo>
                <a:lnTo>
                  <a:pt x="12995" y="55172"/>
                </a:lnTo>
                <a:cubicBezTo>
                  <a:pt x="13010" y="55157"/>
                  <a:pt x="13010" y="55157"/>
                  <a:pt x="13010" y="55128"/>
                </a:cubicBezTo>
                <a:lnTo>
                  <a:pt x="13069" y="55084"/>
                </a:lnTo>
                <a:close/>
                <a:moveTo>
                  <a:pt x="14320" y="54745"/>
                </a:moveTo>
                <a:cubicBezTo>
                  <a:pt x="14320" y="54819"/>
                  <a:pt x="14305" y="54878"/>
                  <a:pt x="14305" y="54951"/>
                </a:cubicBezTo>
                <a:cubicBezTo>
                  <a:pt x="14231" y="55025"/>
                  <a:pt x="14143" y="55098"/>
                  <a:pt x="14040" y="55172"/>
                </a:cubicBezTo>
                <a:cubicBezTo>
                  <a:pt x="14040" y="55098"/>
                  <a:pt x="14040" y="55040"/>
                  <a:pt x="14070" y="54966"/>
                </a:cubicBezTo>
                <a:cubicBezTo>
                  <a:pt x="14158" y="54892"/>
                  <a:pt x="14231" y="54819"/>
                  <a:pt x="14320" y="54745"/>
                </a:cubicBezTo>
                <a:close/>
                <a:moveTo>
                  <a:pt x="14614" y="54760"/>
                </a:moveTo>
                <a:cubicBezTo>
                  <a:pt x="14614" y="54834"/>
                  <a:pt x="14614" y="54907"/>
                  <a:pt x="14599" y="54981"/>
                </a:cubicBezTo>
                <a:cubicBezTo>
                  <a:pt x="14526" y="55040"/>
                  <a:pt x="14438" y="55113"/>
                  <a:pt x="14364" y="55187"/>
                </a:cubicBezTo>
                <a:lnTo>
                  <a:pt x="14364" y="54981"/>
                </a:lnTo>
                <a:cubicBezTo>
                  <a:pt x="14452" y="54907"/>
                  <a:pt x="14526" y="54834"/>
                  <a:pt x="14614" y="54760"/>
                </a:cubicBezTo>
                <a:close/>
                <a:moveTo>
                  <a:pt x="14908" y="54789"/>
                </a:moveTo>
                <a:lnTo>
                  <a:pt x="14908" y="55025"/>
                </a:lnTo>
                <a:cubicBezTo>
                  <a:pt x="14835" y="55098"/>
                  <a:pt x="14761" y="55157"/>
                  <a:pt x="14673" y="55231"/>
                </a:cubicBezTo>
                <a:cubicBezTo>
                  <a:pt x="14658" y="55157"/>
                  <a:pt x="14658" y="55084"/>
                  <a:pt x="14673" y="55010"/>
                </a:cubicBezTo>
                <a:cubicBezTo>
                  <a:pt x="14747" y="54937"/>
                  <a:pt x="14835" y="54863"/>
                  <a:pt x="14908" y="54789"/>
                </a:cubicBezTo>
                <a:close/>
                <a:moveTo>
                  <a:pt x="13260" y="55025"/>
                </a:moveTo>
                <a:cubicBezTo>
                  <a:pt x="13231" y="55054"/>
                  <a:pt x="13216" y="55098"/>
                  <a:pt x="13201" y="55157"/>
                </a:cubicBezTo>
                <a:cubicBezTo>
                  <a:pt x="13142" y="55187"/>
                  <a:pt x="13113" y="55246"/>
                  <a:pt x="13054" y="55275"/>
                </a:cubicBezTo>
                <a:cubicBezTo>
                  <a:pt x="13069" y="55246"/>
                  <a:pt x="13084" y="55201"/>
                  <a:pt x="13113" y="55157"/>
                </a:cubicBezTo>
                <a:cubicBezTo>
                  <a:pt x="13157" y="55098"/>
                  <a:pt x="13216" y="55054"/>
                  <a:pt x="13260" y="55025"/>
                </a:cubicBezTo>
                <a:close/>
                <a:moveTo>
                  <a:pt x="15188" y="54863"/>
                </a:moveTo>
                <a:lnTo>
                  <a:pt x="15188" y="55098"/>
                </a:lnTo>
                <a:cubicBezTo>
                  <a:pt x="15114" y="55157"/>
                  <a:pt x="15041" y="55231"/>
                  <a:pt x="14967" y="55304"/>
                </a:cubicBezTo>
                <a:lnTo>
                  <a:pt x="14967" y="55201"/>
                </a:lnTo>
                <a:lnTo>
                  <a:pt x="14967" y="55054"/>
                </a:lnTo>
                <a:cubicBezTo>
                  <a:pt x="15041" y="54981"/>
                  <a:pt x="15114" y="54937"/>
                  <a:pt x="15188" y="54863"/>
                </a:cubicBezTo>
                <a:close/>
                <a:moveTo>
                  <a:pt x="13452" y="55025"/>
                </a:moveTo>
                <a:cubicBezTo>
                  <a:pt x="13452" y="55040"/>
                  <a:pt x="13452" y="55040"/>
                  <a:pt x="13437" y="55054"/>
                </a:cubicBezTo>
                <a:cubicBezTo>
                  <a:pt x="13422" y="55098"/>
                  <a:pt x="13422" y="55157"/>
                  <a:pt x="13407" y="55187"/>
                </a:cubicBezTo>
                <a:cubicBezTo>
                  <a:pt x="13319" y="55246"/>
                  <a:pt x="13275" y="55304"/>
                  <a:pt x="13201" y="55349"/>
                </a:cubicBezTo>
                <a:lnTo>
                  <a:pt x="13260" y="55187"/>
                </a:lnTo>
                <a:cubicBezTo>
                  <a:pt x="13290" y="55157"/>
                  <a:pt x="13304" y="55128"/>
                  <a:pt x="13349" y="55113"/>
                </a:cubicBezTo>
                <a:cubicBezTo>
                  <a:pt x="13378" y="55084"/>
                  <a:pt x="13422" y="55040"/>
                  <a:pt x="13452" y="55025"/>
                </a:cubicBezTo>
                <a:close/>
                <a:moveTo>
                  <a:pt x="16640" y="46130"/>
                </a:moveTo>
                <a:cubicBezTo>
                  <a:pt x="16671" y="46130"/>
                  <a:pt x="16702" y="46140"/>
                  <a:pt x="16733" y="46151"/>
                </a:cubicBezTo>
                <a:cubicBezTo>
                  <a:pt x="18146" y="47667"/>
                  <a:pt x="18455" y="50198"/>
                  <a:pt x="17499" y="52391"/>
                </a:cubicBezTo>
                <a:cubicBezTo>
                  <a:pt x="17028" y="53465"/>
                  <a:pt x="16277" y="54466"/>
                  <a:pt x="15262" y="55378"/>
                </a:cubicBezTo>
                <a:cubicBezTo>
                  <a:pt x="15262" y="55304"/>
                  <a:pt x="15262" y="55201"/>
                  <a:pt x="15247" y="55128"/>
                </a:cubicBezTo>
                <a:cubicBezTo>
                  <a:pt x="16233" y="54215"/>
                  <a:pt x="16969" y="53200"/>
                  <a:pt x="17410" y="52126"/>
                </a:cubicBezTo>
                <a:cubicBezTo>
                  <a:pt x="18279" y="50036"/>
                  <a:pt x="17940" y="47608"/>
                  <a:pt x="16601" y="46136"/>
                </a:cubicBezTo>
                <a:cubicBezTo>
                  <a:pt x="16614" y="46132"/>
                  <a:pt x="16627" y="46130"/>
                  <a:pt x="16640" y="46130"/>
                </a:cubicBezTo>
                <a:close/>
                <a:moveTo>
                  <a:pt x="13702" y="55025"/>
                </a:moveTo>
                <a:cubicBezTo>
                  <a:pt x="13672" y="55084"/>
                  <a:pt x="13672" y="55128"/>
                  <a:pt x="13658" y="55201"/>
                </a:cubicBezTo>
                <a:cubicBezTo>
                  <a:pt x="13643" y="55231"/>
                  <a:pt x="13599" y="55260"/>
                  <a:pt x="13569" y="55275"/>
                </a:cubicBezTo>
                <a:cubicBezTo>
                  <a:pt x="13525" y="55319"/>
                  <a:pt x="13481" y="55349"/>
                  <a:pt x="13437" y="55393"/>
                </a:cubicBezTo>
                <a:cubicBezTo>
                  <a:pt x="13452" y="55334"/>
                  <a:pt x="13452" y="55275"/>
                  <a:pt x="13481" y="55201"/>
                </a:cubicBezTo>
                <a:cubicBezTo>
                  <a:pt x="13555" y="55157"/>
                  <a:pt x="13628" y="55084"/>
                  <a:pt x="13702" y="55025"/>
                </a:cubicBezTo>
                <a:close/>
                <a:moveTo>
                  <a:pt x="13996" y="55040"/>
                </a:moveTo>
                <a:cubicBezTo>
                  <a:pt x="13996" y="55098"/>
                  <a:pt x="13967" y="55172"/>
                  <a:pt x="13967" y="55231"/>
                </a:cubicBezTo>
                <a:cubicBezTo>
                  <a:pt x="13878" y="55290"/>
                  <a:pt x="13805" y="55349"/>
                  <a:pt x="13716" y="55422"/>
                </a:cubicBezTo>
                <a:cubicBezTo>
                  <a:pt x="13716" y="55378"/>
                  <a:pt x="13731" y="55304"/>
                  <a:pt x="13731" y="55246"/>
                </a:cubicBezTo>
                <a:cubicBezTo>
                  <a:pt x="13790" y="55201"/>
                  <a:pt x="13819" y="55172"/>
                  <a:pt x="13878" y="55128"/>
                </a:cubicBezTo>
                <a:cubicBezTo>
                  <a:pt x="13922" y="55098"/>
                  <a:pt x="13952" y="55069"/>
                  <a:pt x="13996" y="55040"/>
                </a:cubicBezTo>
                <a:close/>
                <a:moveTo>
                  <a:pt x="14290" y="55025"/>
                </a:moveTo>
                <a:lnTo>
                  <a:pt x="14290" y="55231"/>
                </a:lnTo>
                <a:cubicBezTo>
                  <a:pt x="14187" y="55319"/>
                  <a:pt x="14114" y="55393"/>
                  <a:pt x="14025" y="55452"/>
                </a:cubicBezTo>
                <a:lnTo>
                  <a:pt x="14025" y="55246"/>
                </a:lnTo>
                <a:cubicBezTo>
                  <a:pt x="14114" y="55172"/>
                  <a:pt x="14187" y="55098"/>
                  <a:pt x="14290" y="55025"/>
                </a:cubicBezTo>
                <a:close/>
                <a:moveTo>
                  <a:pt x="12981" y="55275"/>
                </a:moveTo>
                <a:lnTo>
                  <a:pt x="12981" y="55275"/>
                </a:lnTo>
                <a:cubicBezTo>
                  <a:pt x="12966" y="55319"/>
                  <a:pt x="12936" y="55334"/>
                  <a:pt x="12936" y="55378"/>
                </a:cubicBezTo>
                <a:lnTo>
                  <a:pt x="12833" y="55481"/>
                </a:lnTo>
                <a:cubicBezTo>
                  <a:pt x="12848" y="55452"/>
                  <a:pt x="12848" y="55407"/>
                  <a:pt x="12863" y="55393"/>
                </a:cubicBezTo>
                <a:lnTo>
                  <a:pt x="12981" y="55275"/>
                </a:lnTo>
                <a:close/>
                <a:moveTo>
                  <a:pt x="14585" y="55069"/>
                </a:moveTo>
                <a:lnTo>
                  <a:pt x="14585" y="55290"/>
                </a:lnTo>
                <a:cubicBezTo>
                  <a:pt x="14511" y="55363"/>
                  <a:pt x="14408" y="55422"/>
                  <a:pt x="14335" y="55496"/>
                </a:cubicBezTo>
                <a:lnTo>
                  <a:pt x="14335" y="55275"/>
                </a:lnTo>
                <a:cubicBezTo>
                  <a:pt x="14438" y="55201"/>
                  <a:pt x="14511" y="55128"/>
                  <a:pt x="14585" y="55069"/>
                </a:cubicBezTo>
                <a:close/>
                <a:moveTo>
                  <a:pt x="13142" y="55260"/>
                </a:moveTo>
                <a:cubicBezTo>
                  <a:pt x="13142" y="55319"/>
                  <a:pt x="13128" y="55378"/>
                  <a:pt x="13113" y="55407"/>
                </a:cubicBezTo>
                <a:cubicBezTo>
                  <a:pt x="13054" y="55466"/>
                  <a:pt x="12995" y="55496"/>
                  <a:pt x="12922" y="55555"/>
                </a:cubicBezTo>
                <a:cubicBezTo>
                  <a:pt x="12936" y="55496"/>
                  <a:pt x="12966" y="55466"/>
                  <a:pt x="12981" y="55407"/>
                </a:cubicBezTo>
                <a:cubicBezTo>
                  <a:pt x="13039" y="55349"/>
                  <a:pt x="13084" y="55319"/>
                  <a:pt x="13142" y="55260"/>
                </a:cubicBezTo>
                <a:close/>
                <a:moveTo>
                  <a:pt x="14894" y="55128"/>
                </a:moveTo>
                <a:lnTo>
                  <a:pt x="14894" y="55231"/>
                </a:lnTo>
                <a:lnTo>
                  <a:pt x="14894" y="55349"/>
                </a:lnTo>
                <a:cubicBezTo>
                  <a:pt x="14820" y="55422"/>
                  <a:pt x="14747" y="55481"/>
                  <a:pt x="14658" y="55555"/>
                </a:cubicBezTo>
                <a:lnTo>
                  <a:pt x="14658" y="55334"/>
                </a:lnTo>
                <a:cubicBezTo>
                  <a:pt x="14732" y="55260"/>
                  <a:pt x="14820" y="55201"/>
                  <a:pt x="14894" y="55128"/>
                </a:cubicBezTo>
                <a:close/>
                <a:moveTo>
                  <a:pt x="13378" y="55275"/>
                </a:moveTo>
                <a:lnTo>
                  <a:pt x="13378" y="55275"/>
                </a:lnTo>
                <a:cubicBezTo>
                  <a:pt x="13363" y="55334"/>
                  <a:pt x="13363" y="55393"/>
                  <a:pt x="13349" y="55437"/>
                </a:cubicBezTo>
                <a:lnTo>
                  <a:pt x="13128" y="55613"/>
                </a:lnTo>
                <a:cubicBezTo>
                  <a:pt x="13142" y="55555"/>
                  <a:pt x="13142" y="55496"/>
                  <a:pt x="13157" y="55437"/>
                </a:cubicBezTo>
                <a:lnTo>
                  <a:pt x="13187" y="55437"/>
                </a:lnTo>
                <a:cubicBezTo>
                  <a:pt x="13260" y="55393"/>
                  <a:pt x="13304" y="55334"/>
                  <a:pt x="13378" y="55275"/>
                </a:cubicBezTo>
                <a:close/>
                <a:moveTo>
                  <a:pt x="15173" y="55172"/>
                </a:moveTo>
                <a:cubicBezTo>
                  <a:pt x="15188" y="55260"/>
                  <a:pt x="15188" y="55334"/>
                  <a:pt x="15188" y="55422"/>
                </a:cubicBezTo>
                <a:cubicBezTo>
                  <a:pt x="15114" y="55481"/>
                  <a:pt x="15041" y="55555"/>
                  <a:pt x="14967" y="55613"/>
                </a:cubicBezTo>
                <a:cubicBezTo>
                  <a:pt x="14967" y="55540"/>
                  <a:pt x="14967" y="55466"/>
                  <a:pt x="14953" y="55378"/>
                </a:cubicBezTo>
                <a:cubicBezTo>
                  <a:pt x="15026" y="55304"/>
                  <a:pt x="15100" y="55246"/>
                  <a:pt x="15173" y="55172"/>
                </a:cubicBezTo>
                <a:close/>
                <a:moveTo>
                  <a:pt x="12701" y="55540"/>
                </a:moveTo>
                <a:cubicBezTo>
                  <a:pt x="12701" y="55555"/>
                  <a:pt x="12686" y="55569"/>
                  <a:pt x="12686" y="55599"/>
                </a:cubicBezTo>
                <a:cubicBezTo>
                  <a:pt x="12674" y="55611"/>
                  <a:pt x="12650" y="55624"/>
                  <a:pt x="12625" y="55637"/>
                </a:cubicBezTo>
                <a:lnTo>
                  <a:pt x="12625" y="55637"/>
                </a:lnTo>
                <a:cubicBezTo>
                  <a:pt x="12630" y="55631"/>
                  <a:pt x="12633" y="55622"/>
                  <a:pt x="12642" y="55613"/>
                </a:cubicBezTo>
                <a:cubicBezTo>
                  <a:pt x="12672" y="55599"/>
                  <a:pt x="12686" y="55569"/>
                  <a:pt x="12701" y="55540"/>
                </a:cubicBezTo>
                <a:close/>
                <a:moveTo>
                  <a:pt x="13658" y="55304"/>
                </a:moveTo>
                <a:cubicBezTo>
                  <a:pt x="13658" y="55349"/>
                  <a:pt x="13643" y="55422"/>
                  <a:pt x="13643" y="55481"/>
                </a:cubicBezTo>
                <a:lnTo>
                  <a:pt x="13422" y="55643"/>
                </a:lnTo>
                <a:lnTo>
                  <a:pt x="13407" y="55672"/>
                </a:lnTo>
                <a:cubicBezTo>
                  <a:pt x="13407" y="55613"/>
                  <a:pt x="13422" y="55540"/>
                  <a:pt x="13422" y="55481"/>
                </a:cubicBezTo>
                <a:cubicBezTo>
                  <a:pt x="13496" y="55422"/>
                  <a:pt x="13555" y="55393"/>
                  <a:pt x="13628" y="55334"/>
                </a:cubicBezTo>
                <a:lnTo>
                  <a:pt x="13658" y="55304"/>
                </a:lnTo>
                <a:close/>
                <a:moveTo>
                  <a:pt x="13967" y="55319"/>
                </a:moveTo>
                <a:lnTo>
                  <a:pt x="13967" y="55525"/>
                </a:lnTo>
                <a:cubicBezTo>
                  <a:pt x="13878" y="55569"/>
                  <a:pt x="13790" y="55628"/>
                  <a:pt x="13702" y="55702"/>
                </a:cubicBezTo>
                <a:cubicBezTo>
                  <a:pt x="13702" y="55643"/>
                  <a:pt x="13702" y="55569"/>
                  <a:pt x="13716" y="55525"/>
                </a:cubicBezTo>
                <a:lnTo>
                  <a:pt x="13746" y="55481"/>
                </a:lnTo>
                <a:lnTo>
                  <a:pt x="13967" y="55319"/>
                </a:lnTo>
                <a:close/>
                <a:moveTo>
                  <a:pt x="14290" y="55334"/>
                </a:moveTo>
                <a:lnTo>
                  <a:pt x="14290" y="55540"/>
                </a:lnTo>
                <a:cubicBezTo>
                  <a:pt x="14187" y="55613"/>
                  <a:pt x="14114" y="55672"/>
                  <a:pt x="14025" y="55746"/>
                </a:cubicBezTo>
                <a:lnTo>
                  <a:pt x="14025" y="55540"/>
                </a:lnTo>
                <a:cubicBezTo>
                  <a:pt x="14114" y="55466"/>
                  <a:pt x="14187" y="55407"/>
                  <a:pt x="14290" y="55334"/>
                </a:cubicBezTo>
                <a:close/>
                <a:moveTo>
                  <a:pt x="12892" y="55525"/>
                </a:moveTo>
                <a:lnTo>
                  <a:pt x="12892" y="55525"/>
                </a:lnTo>
                <a:cubicBezTo>
                  <a:pt x="12863" y="55555"/>
                  <a:pt x="12848" y="55599"/>
                  <a:pt x="12833" y="55643"/>
                </a:cubicBezTo>
                <a:cubicBezTo>
                  <a:pt x="12775" y="55687"/>
                  <a:pt x="12716" y="55716"/>
                  <a:pt x="12686" y="55775"/>
                </a:cubicBezTo>
                <a:cubicBezTo>
                  <a:pt x="12701" y="55746"/>
                  <a:pt x="12716" y="55702"/>
                  <a:pt x="12745" y="55643"/>
                </a:cubicBezTo>
                <a:cubicBezTo>
                  <a:pt x="12789" y="55599"/>
                  <a:pt x="12833" y="55555"/>
                  <a:pt x="12892" y="55525"/>
                </a:cubicBezTo>
                <a:close/>
                <a:moveTo>
                  <a:pt x="14599" y="55378"/>
                </a:moveTo>
                <a:lnTo>
                  <a:pt x="14599" y="55599"/>
                </a:lnTo>
                <a:cubicBezTo>
                  <a:pt x="14526" y="55672"/>
                  <a:pt x="14423" y="55716"/>
                  <a:pt x="14364" y="55790"/>
                </a:cubicBezTo>
                <a:lnTo>
                  <a:pt x="14364" y="55569"/>
                </a:lnTo>
                <a:cubicBezTo>
                  <a:pt x="14452" y="55496"/>
                  <a:pt x="14526" y="55452"/>
                  <a:pt x="14599" y="55378"/>
                </a:cubicBezTo>
                <a:close/>
                <a:moveTo>
                  <a:pt x="13084" y="55525"/>
                </a:moveTo>
                <a:lnTo>
                  <a:pt x="13084" y="55525"/>
                </a:lnTo>
                <a:cubicBezTo>
                  <a:pt x="13069" y="55569"/>
                  <a:pt x="13069" y="55628"/>
                  <a:pt x="13054" y="55687"/>
                </a:cubicBezTo>
                <a:cubicBezTo>
                  <a:pt x="13039" y="55702"/>
                  <a:pt x="13010" y="55716"/>
                  <a:pt x="12995" y="55716"/>
                </a:cubicBezTo>
                <a:cubicBezTo>
                  <a:pt x="12936" y="55761"/>
                  <a:pt x="12907" y="55790"/>
                  <a:pt x="12848" y="55834"/>
                </a:cubicBezTo>
                <a:cubicBezTo>
                  <a:pt x="12863" y="55775"/>
                  <a:pt x="12892" y="55716"/>
                  <a:pt x="12907" y="55687"/>
                </a:cubicBezTo>
                <a:cubicBezTo>
                  <a:pt x="12966" y="55628"/>
                  <a:pt x="13010" y="55569"/>
                  <a:pt x="13084" y="55525"/>
                </a:cubicBezTo>
                <a:close/>
                <a:moveTo>
                  <a:pt x="14894" y="55452"/>
                </a:moveTo>
                <a:cubicBezTo>
                  <a:pt x="14894" y="55525"/>
                  <a:pt x="14908" y="55599"/>
                  <a:pt x="14908" y="55672"/>
                </a:cubicBezTo>
                <a:cubicBezTo>
                  <a:pt x="14835" y="55716"/>
                  <a:pt x="14761" y="55790"/>
                  <a:pt x="14673" y="55849"/>
                </a:cubicBezTo>
                <a:cubicBezTo>
                  <a:pt x="14673" y="55790"/>
                  <a:pt x="14673" y="55716"/>
                  <a:pt x="14658" y="55672"/>
                </a:cubicBezTo>
                <a:lnTo>
                  <a:pt x="14658" y="55628"/>
                </a:lnTo>
                <a:cubicBezTo>
                  <a:pt x="14732" y="55569"/>
                  <a:pt x="14805" y="55496"/>
                  <a:pt x="14894" y="55452"/>
                </a:cubicBezTo>
                <a:close/>
                <a:moveTo>
                  <a:pt x="13349" y="55555"/>
                </a:moveTo>
                <a:cubicBezTo>
                  <a:pt x="13349" y="55613"/>
                  <a:pt x="13334" y="55672"/>
                  <a:pt x="13334" y="55716"/>
                </a:cubicBezTo>
                <a:cubicBezTo>
                  <a:pt x="13231" y="55775"/>
                  <a:pt x="13157" y="55834"/>
                  <a:pt x="13069" y="55893"/>
                </a:cubicBezTo>
                <a:cubicBezTo>
                  <a:pt x="13084" y="55834"/>
                  <a:pt x="13084" y="55775"/>
                  <a:pt x="13113" y="55716"/>
                </a:cubicBezTo>
                <a:cubicBezTo>
                  <a:pt x="13187" y="55672"/>
                  <a:pt x="13260" y="55613"/>
                  <a:pt x="13349" y="55555"/>
                </a:cubicBezTo>
                <a:close/>
                <a:moveTo>
                  <a:pt x="12613" y="55761"/>
                </a:moveTo>
                <a:cubicBezTo>
                  <a:pt x="12598" y="55790"/>
                  <a:pt x="12569" y="55820"/>
                  <a:pt x="12569" y="55849"/>
                </a:cubicBezTo>
                <a:cubicBezTo>
                  <a:pt x="12539" y="55893"/>
                  <a:pt x="12495" y="55923"/>
                  <a:pt x="12466" y="55937"/>
                </a:cubicBezTo>
                <a:cubicBezTo>
                  <a:pt x="12466" y="55923"/>
                  <a:pt x="12480" y="55908"/>
                  <a:pt x="12495" y="55864"/>
                </a:cubicBezTo>
                <a:lnTo>
                  <a:pt x="12613" y="55761"/>
                </a:lnTo>
                <a:close/>
                <a:moveTo>
                  <a:pt x="13643" y="55569"/>
                </a:moveTo>
                <a:lnTo>
                  <a:pt x="13643" y="55761"/>
                </a:lnTo>
                <a:cubicBezTo>
                  <a:pt x="13628" y="55775"/>
                  <a:pt x="13599" y="55775"/>
                  <a:pt x="13584" y="55790"/>
                </a:cubicBezTo>
                <a:cubicBezTo>
                  <a:pt x="13510" y="55849"/>
                  <a:pt x="13452" y="55893"/>
                  <a:pt x="13378" y="55937"/>
                </a:cubicBezTo>
                <a:cubicBezTo>
                  <a:pt x="13363" y="55893"/>
                  <a:pt x="13378" y="55820"/>
                  <a:pt x="13378" y="55761"/>
                </a:cubicBezTo>
                <a:cubicBezTo>
                  <a:pt x="13407" y="55746"/>
                  <a:pt x="13437" y="55716"/>
                  <a:pt x="13452" y="55702"/>
                </a:cubicBezTo>
                <a:cubicBezTo>
                  <a:pt x="13510" y="55672"/>
                  <a:pt x="13584" y="55613"/>
                  <a:pt x="13643" y="55569"/>
                </a:cubicBezTo>
                <a:close/>
                <a:moveTo>
                  <a:pt x="13952" y="55599"/>
                </a:moveTo>
                <a:lnTo>
                  <a:pt x="13952" y="55790"/>
                </a:lnTo>
                <a:cubicBezTo>
                  <a:pt x="13864" y="55849"/>
                  <a:pt x="13790" y="55923"/>
                  <a:pt x="13702" y="55981"/>
                </a:cubicBezTo>
                <a:lnTo>
                  <a:pt x="13702" y="55790"/>
                </a:lnTo>
                <a:cubicBezTo>
                  <a:pt x="13790" y="55716"/>
                  <a:pt x="13878" y="55672"/>
                  <a:pt x="13952" y="55599"/>
                </a:cubicBezTo>
                <a:close/>
                <a:moveTo>
                  <a:pt x="14290" y="55613"/>
                </a:moveTo>
                <a:lnTo>
                  <a:pt x="14290" y="55834"/>
                </a:lnTo>
                <a:cubicBezTo>
                  <a:pt x="14187" y="55893"/>
                  <a:pt x="14114" y="55967"/>
                  <a:pt x="14025" y="56011"/>
                </a:cubicBezTo>
                <a:lnTo>
                  <a:pt x="14025" y="55805"/>
                </a:lnTo>
                <a:cubicBezTo>
                  <a:pt x="14114" y="55746"/>
                  <a:pt x="14187" y="55687"/>
                  <a:pt x="14290" y="55613"/>
                </a:cubicBezTo>
                <a:close/>
                <a:moveTo>
                  <a:pt x="12789" y="55746"/>
                </a:moveTo>
                <a:cubicBezTo>
                  <a:pt x="12789" y="55761"/>
                  <a:pt x="12775" y="55790"/>
                  <a:pt x="12775" y="55805"/>
                </a:cubicBezTo>
                <a:cubicBezTo>
                  <a:pt x="12775" y="55834"/>
                  <a:pt x="12760" y="55864"/>
                  <a:pt x="12760" y="55878"/>
                </a:cubicBezTo>
                <a:cubicBezTo>
                  <a:pt x="12686" y="55937"/>
                  <a:pt x="12627" y="55996"/>
                  <a:pt x="12569" y="56040"/>
                </a:cubicBezTo>
                <a:cubicBezTo>
                  <a:pt x="12583" y="55981"/>
                  <a:pt x="12613" y="55937"/>
                  <a:pt x="12627" y="55893"/>
                </a:cubicBezTo>
                <a:cubicBezTo>
                  <a:pt x="12686" y="55834"/>
                  <a:pt x="12730" y="55790"/>
                  <a:pt x="12789" y="55746"/>
                </a:cubicBezTo>
                <a:close/>
                <a:moveTo>
                  <a:pt x="13010" y="55761"/>
                </a:moveTo>
                <a:cubicBezTo>
                  <a:pt x="12995" y="55820"/>
                  <a:pt x="12995" y="55864"/>
                  <a:pt x="12981" y="55923"/>
                </a:cubicBezTo>
                <a:cubicBezTo>
                  <a:pt x="12936" y="55981"/>
                  <a:pt x="12892" y="56011"/>
                  <a:pt x="12833" y="56055"/>
                </a:cubicBezTo>
                <a:cubicBezTo>
                  <a:pt x="12819" y="56070"/>
                  <a:pt x="12789" y="56084"/>
                  <a:pt x="12760" y="56084"/>
                </a:cubicBezTo>
                <a:cubicBezTo>
                  <a:pt x="12775" y="56040"/>
                  <a:pt x="12775" y="55981"/>
                  <a:pt x="12789" y="55923"/>
                </a:cubicBezTo>
                <a:lnTo>
                  <a:pt x="13010" y="55761"/>
                </a:lnTo>
                <a:close/>
                <a:moveTo>
                  <a:pt x="14599" y="55687"/>
                </a:moveTo>
                <a:cubicBezTo>
                  <a:pt x="14599" y="55761"/>
                  <a:pt x="14614" y="55834"/>
                  <a:pt x="14614" y="55908"/>
                </a:cubicBezTo>
                <a:cubicBezTo>
                  <a:pt x="14541" y="55967"/>
                  <a:pt x="14452" y="56040"/>
                  <a:pt x="14379" y="56084"/>
                </a:cubicBezTo>
                <a:cubicBezTo>
                  <a:pt x="14379" y="56011"/>
                  <a:pt x="14364" y="55937"/>
                  <a:pt x="14364" y="55864"/>
                </a:cubicBezTo>
                <a:cubicBezTo>
                  <a:pt x="14438" y="55820"/>
                  <a:pt x="14526" y="55746"/>
                  <a:pt x="14599" y="55687"/>
                </a:cubicBezTo>
                <a:close/>
                <a:moveTo>
                  <a:pt x="12348" y="56011"/>
                </a:moveTo>
                <a:cubicBezTo>
                  <a:pt x="12348" y="56040"/>
                  <a:pt x="12333" y="56055"/>
                  <a:pt x="12333" y="56070"/>
                </a:cubicBezTo>
                <a:cubicBezTo>
                  <a:pt x="12318" y="56084"/>
                  <a:pt x="12304" y="56114"/>
                  <a:pt x="12259" y="56129"/>
                </a:cubicBezTo>
                <a:cubicBezTo>
                  <a:pt x="12259" y="56129"/>
                  <a:pt x="12259" y="56114"/>
                  <a:pt x="12274" y="56084"/>
                </a:cubicBezTo>
                <a:cubicBezTo>
                  <a:pt x="12304" y="56070"/>
                  <a:pt x="12318" y="56040"/>
                  <a:pt x="12348" y="56011"/>
                </a:cubicBezTo>
                <a:close/>
                <a:moveTo>
                  <a:pt x="13304" y="55790"/>
                </a:moveTo>
                <a:cubicBezTo>
                  <a:pt x="13304" y="55849"/>
                  <a:pt x="13304" y="55908"/>
                  <a:pt x="13290" y="55981"/>
                </a:cubicBezTo>
                <a:cubicBezTo>
                  <a:pt x="13275" y="55981"/>
                  <a:pt x="13275" y="55996"/>
                  <a:pt x="13260" y="55996"/>
                </a:cubicBezTo>
                <a:cubicBezTo>
                  <a:pt x="13187" y="56055"/>
                  <a:pt x="13113" y="56084"/>
                  <a:pt x="13039" y="56143"/>
                </a:cubicBezTo>
                <a:cubicBezTo>
                  <a:pt x="13054" y="56114"/>
                  <a:pt x="13054" y="56040"/>
                  <a:pt x="13054" y="55981"/>
                </a:cubicBezTo>
                <a:cubicBezTo>
                  <a:pt x="13142" y="55923"/>
                  <a:pt x="13216" y="55864"/>
                  <a:pt x="13304" y="55790"/>
                </a:cubicBezTo>
                <a:close/>
                <a:moveTo>
                  <a:pt x="13643" y="55834"/>
                </a:moveTo>
                <a:lnTo>
                  <a:pt x="13643" y="56011"/>
                </a:lnTo>
                <a:cubicBezTo>
                  <a:pt x="13569" y="56070"/>
                  <a:pt x="13510" y="56114"/>
                  <a:pt x="13437" y="56158"/>
                </a:cubicBezTo>
                <a:cubicBezTo>
                  <a:pt x="13422" y="56187"/>
                  <a:pt x="13378" y="56202"/>
                  <a:pt x="13363" y="56217"/>
                </a:cubicBezTo>
                <a:lnTo>
                  <a:pt x="13363" y="56040"/>
                </a:lnTo>
                <a:cubicBezTo>
                  <a:pt x="13452" y="55981"/>
                  <a:pt x="13525" y="55923"/>
                  <a:pt x="13628" y="55849"/>
                </a:cubicBezTo>
                <a:cubicBezTo>
                  <a:pt x="13628" y="55849"/>
                  <a:pt x="13643" y="55849"/>
                  <a:pt x="13643" y="55834"/>
                </a:cubicBezTo>
                <a:close/>
                <a:moveTo>
                  <a:pt x="12524" y="55996"/>
                </a:moveTo>
                <a:cubicBezTo>
                  <a:pt x="12495" y="56040"/>
                  <a:pt x="12480" y="56070"/>
                  <a:pt x="12480" y="56129"/>
                </a:cubicBezTo>
                <a:cubicBezTo>
                  <a:pt x="12421" y="56158"/>
                  <a:pt x="12377" y="56202"/>
                  <a:pt x="12333" y="56261"/>
                </a:cubicBezTo>
                <a:cubicBezTo>
                  <a:pt x="12348" y="56217"/>
                  <a:pt x="12377" y="56187"/>
                  <a:pt x="12392" y="56129"/>
                </a:cubicBezTo>
                <a:cubicBezTo>
                  <a:pt x="12421" y="56070"/>
                  <a:pt x="12466" y="56040"/>
                  <a:pt x="12524" y="55996"/>
                </a:cubicBezTo>
                <a:close/>
                <a:moveTo>
                  <a:pt x="13952" y="55864"/>
                </a:moveTo>
                <a:cubicBezTo>
                  <a:pt x="13967" y="55937"/>
                  <a:pt x="13967" y="55996"/>
                  <a:pt x="13967" y="56070"/>
                </a:cubicBezTo>
                <a:cubicBezTo>
                  <a:pt x="13878" y="56129"/>
                  <a:pt x="13790" y="56202"/>
                  <a:pt x="13716" y="56261"/>
                </a:cubicBezTo>
                <a:cubicBezTo>
                  <a:pt x="13716" y="56187"/>
                  <a:pt x="13716" y="56129"/>
                  <a:pt x="13702" y="56055"/>
                </a:cubicBezTo>
                <a:cubicBezTo>
                  <a:pt x="13790" y="55996"/>
                  <a:pt x="13878" y="55923"/>
                  <a:pt x="13952" y="55864"/>
                </a:cubicBezTo>
                <a:close/>
                <a:moveTo>
                  <a:pt x="12716" y="56011"/>
                </a:moveTo>
                <a:lnTo>
                  <a:pt x="12716" y="56011"/>
                </a:lnTo>
                <a:cubicBezTo>
                  <a:pt x="12701" y="56070"/>
                  <a:pt x="12701" y="56129"/>
                  <a:pt x="12686" y="56158"/>
                </a:cubicBezTo>
                <a:cubicBezTo>
                  <a:pt x="12613" y="56217"/>
                  <a:pt x="12539" y="56261"/>
                  <a:pt x="12480" y="56305"/>
                </a:cubicBezTo>
                <a:cubicBezTo>
                  <a:pt x="12480" y="56290"/>
                  <a:pt x="12495" y="56261"/>
                  <a:pt x="12495" y="56232"/>
                </a:cubicBezTo>
                <a:cubicBezTo>
                  <a:pt x="12495" y="56217"/>
                  <a:pt x="12524" y="56187"/>
                  <a:pt x="12539" y="56158"/>
                </a:cubicBezTo>
                <a:cubicBezTo>
                  <a:pt x="12598" y="56114"/>
                  <a:pt x="12672" y="56055"/>
                  <a:pt x="12716" y="56011"/>
                </a:cubicBezTo>
                <a:close/>
                <a:moveTo>
                  <a:pt x="14290" y="55923"/>
                </a:moveTo>
                <a:cubicBezTo>
                  <a:pt x="14305" y="55981"/>
                  <a:pt x="14305" y="56055"/>
                  <a:pt x="14305" y="56129"/>
                </a:cubicBezTo>
                <a:cubicBezTo>
                  <a:pt x="14217" y="56187"/>
                  <a:pt x="14143" y="56261"/>
                  <a:pt x="14040" y="56305"/>
                </a:cubicBezTo>
                <a:cubicBezTo>
                  <a:pt x="14040" y="56232"/>
                  <a:pt x="14025" y="56158"/>
                  <a:pt x="14025" y="56114"/>
                </a:cubicBezTo>
                <a:cubicBezTo>
                  <a:pt x="14114" y="56055"/>
                  <a:pt x="14187" y="55981"/>
                  <a:pt x="14290" y="55923"/>
                </a:cubicBezTo>
                <a:close/>
                <a:moveTo>
                  <a:pt x="12995" y="56040"/>
                </a:moveTo>
                <a:cubicBezTo>
                  <a:pt x="12995" y="56084"/>
                  <a:pt x="12981" y="56143"/>
                  <a:pt x="12981" y="56202"/>
                </a:cubicBezTo>
                <a:cubicBezTo>
                  <a:pt x="12892" y="56261"/>
                  <a:pt x="12789" y="56305"/>
                  <a:pt x="12716" y="56364"/>
                </a:cubicBezTo>
                <a:cubicBezTo>
                  <a:pt x="12716" y="56305"/>
                  <a:pt x="12745" y="56261"/>
                  <a:pt x="12760" y="56202"/>
                </a:cubicBezTo>
                <a:cubicBezTo>
                  <a:pt x="12789" y="56158"/>
                  <a:pt x="12833" y="56143"/>
                  <a:pt x="12892" y="56114"/>
                </a:cubicBezTo>
                <a:cubicBezTo>
                  <a:pt x="12922" y="56084"/>
                  <a:pt x="12966" y="56055"/>
                  <a:pt x="12995" y="56040"/>
                </a:cubicBezTo>
                <a:close/>
                <a:moveTo>
                  <a:pt x="12245" y="56232"/>
                </a:moveTo>
                <a:lnTo>
                  <a:pt x="12245" y="56232"/>
                </a:lnTo>
                <a:cubicBezTo>
                  <a:pt x="12230" y="56276"/>
                  <a:pt x="12230" y="56290"/>
                  <a:pt x="12201" y="56335"/>
                </a:cubicBezTo>
                <a:cubicBezTo>
                  <a:pt x="12171" y="56364"/>
                  <a:pt x="12127" y="56408"/>
                  <a:pt x="12083" y="56423"/>
                </a:cubicBezTo>
                <a:cubicBezTo>
                  <a:pt x="12098" y="56379"/>
                  <a:pt x="12112" y="56364"/>
                  <a:pt x="12127" y="56335"/>
                </a:cubicBezTo>
                <a:cubicBezTo>
                  <a:pt x="12171" y="56290"/>
                  <a:pt x="12201" y="56261"/>
                  <a:pt x="12245" y="56232"/>
                </a:cubicBezTo>
                <a:close/>
                <a:moveTo>
                  <a:pt x="13275" y="56055"/>
                </a:moveTo>
                <a:lnTo>
                  <a:pt x="13275" y="56232"/>
                </a:lnTo>
                <a:cubicBezTo>
                  <a:pt x="13231" y="56290"/>
                  <a:pt x="13187" y="56335"/>
                  <a:pt x="13113" y="56364"/>
                </a:cubicBezTo>
                <a:cubicBezTo>
                  <a:pt x="13069" y="56379"/>
                  <a:pt x="13054" y="56408"/>
                  <a:pt x="13010" y="56423"/>
                </a:cubicBezTo>
                <a:lnTo>
                  <a:pt x="13010" y="56232"/>
                </a:lnTo>
                <a:cubicBezTo>
                  <a:pt x="13113" y="56187"/>
                  <a:pt x="13201" y="56129"/>
                  <a:pt x="13275" y="56055"/>
                </a:cubicBezTo>
                <a:close/>
                <a:moveTo>
                  <a:pt x="13628" y="56129"/>
                </a:moveTo>
                <a:cubicBezTo>
                  <a:pt x="13643" y="56158"/>
                  <a:pt x="13643" y="56232"/>
                  <a:pt x="13643" y="56305"/>
                </a:cubicBezTo>
                <a:cubicBezTo>
                  <a:pt x="13555" y="56364"/>
                  <a:pt x="13452" y="56438"/>
                  <a:pt x="13363" y="56496"/>
                </a:cubicBezTo>
                <a:lnTo>
                  <a:pt x="13363" y="56305"/>
                </a:lnTo>
                <a:cubicBezTo>
                  <a:pt x="13407" y="56290"/>
                  <a:pt x="13437" y="56261"/>
                  <a:pt x="13481" y="56232"/>
                </a:cubicBezTo>
                <a:cubicBezTo>
                  <a:pt x="13525" y="56202"/>
                  <a:pt x="13569" y="56158"/>
                  <a:pt x="13628" y="56129"/>
                </a:cubicBezTo>
                <a:close/>
                <a:moveTo>
                  <a:pt x="12421" y="56232"/>
                </a:moveTo>
                <a:lnTo>
                  <a:pt x="12421" y="56232"/>
                </a:lnTo>
                <a:cubicBezTo>
                  <a:pt x="12407" y="56290"/>
                  <a:pt x="12392" y="56335"/>
                  <a:pt x="12392" y="56379"/>
                </a:cubicBezTo>
                <a:cubicBezTo>
                  <a:pt x="12333" y="56423"/>
                  <a:pt x="12259" y="56452"/>
                  <a:pt x="12201" y="56511"/>
                </a:cubicBezTo>
                <a:cubicBezTo>
                  <a:pt x="12215" y="56452"/>
                  <a:pt x="12245" y="56423"/>
                  <a:pt x="12259" y="56364"/>
                </a:cubicBezTo>
                <a:cubicBezTo>
                  <a:pt x="12318" y="56335"/>
                  <a:pt x="12362" y="56276"/>
                  <a:pt x="12421" y="56232"/>
                </a:cubicBezTo>
                <a:close/>
                <a:moveTo>
                  <a:pt x="13967" y="56143"/>
                </a:moveTo>
                <a:cubicBezTo>
                  <a:pt x="13967" y="56217"/>
                  <a:pt x="13996" y="56290"/>
                  <a:pt x="13996" y="56349"/>
                </a:cubicBezTo>
                <a:cubicBezTo>
                  <a:pt x="13893" y="56408"/>
                  <a:pt x="13805" y="56482"/>
                  <a:pt x="13731" y="56526"/>
                </a:cubicBezTo>
                <a:cubicBezTo>
                  <a:pt x="13731" y="56452"/>
                  <a:pt x="13716" y="56408"/>
                  <a:pt x="13716" y="56335"/>
                </a:cubicBezTo>
                <a:cubicBezTo>
                  <a:pt x="13805" y="56276"/>
                  <a:pt x="13893" y="56202"/>
                  <a:pt x="13967" y="56143"/>
                </a:cubicBezTo>
                <a:close/>
                <a:moveTo>
                  <a:pt x="13984" y="56448"/>
                </a:moveTo>
                <a:lnTo>
                  <a:pt x="13984" y="56448"/>
                </a:lnTo>
                <a:cubicBezTo>
                  <a:pt x="13947" y="56480"/>
                  <a:pt x="13907" y="56506"/>
                  <a:pt x="13864" y="56532"/>
                </a:cubicBezTo>
                <a:lnTo>
                  <a:pt x="13864" y="56532"/>
                </a:lnTo>
                <a:cubicBezTo>
                  <a:pt x="13864" y="56530"/>
                  <a:pt x="13864" y="56528"/>
                  <a:pt x="13864" y="56526"/>
                </a:cubicBezTo>
                <a:cubicBezTo>
                  <a:pt x="13906" y="56498"/>
                  <a:pt x="13945" y="56473"/>
                  <a:pt x="13984" y="56448"/>
                </a:cubicBezTo>
                <a:close/>
                <a:moveTo>
                  <a:pt x="12672" y="56261"/>
                </a:moveTo>
                <a:cubicBezTo>
                  <a:pt x="12672" y="56305"/>
                  <a:pt x="12642" y="56364"/>
                  <a:pt x="12642" y="56423"/>
                </a:cubicBezTo>
                <a:cubicBezTo>
                  <a:pt x="12569" y="56482"/>
                  <a:pt x="12495" y="56526"/>
                  <a:pt x="12407" y="56570"/>
                </a:cubicBezTo>
                <a:cubicBezTo>
                  <a:pt x="12421" y="56511"/>
                  <a:pt x="12421" y="56452"/>
                  <a:pt x="12451" y="56408"/>
                </a:cubicBezTo>
                <a:cubicBezTo>
                  <a:pt x="12524" y="56349"/>
                  <a:pt x="12598" y="56290"/>
                  <a:pt x="12672" y="56261"/>
                </a:cubicBezTo>
                <a:close/>
                <a:moveTo>
                  <a:pt x="11980" y="56482"/>
                </a:moveTo>
                <a:lnTo>
                  <a:pt x="11980" y="56482"/>
                </a:lnTo>
                <a:cubicBezTo>
                  <a:pt x="11965" y="56496"/>
                  <a:pt x="11965" y="56511"/>
                  <a:pt x="11965" y="56526"/>
                </a:cubicBezTo>
                <a:cubicBezTo>
                  <a:pt x="11950" y="56555"/>
                  <a:pt x="11906" y="56570"/>
                  <a:pt x="11892" y="56585"/>
                </a:cubicBezTo>
                <a:cubicBezTo>
                  <a:pt x="11892" y="56585"/>
                  <a:pt x="11906" y="56570"/>
                  <a:pt x="11906" y="56555"/>
                </a:cubicBezTo>
                <a:cubicBezTo>
                  <a:pt x="11936" y="56526"/>
                  <a:pt x="11950" y="56496"/>
                  <a:pt x="11980" y="56482"/>
                </a:cubicBezTo>
                <a:close/>
                <a:moveTo>
                  <a:pt x="12966" y="56290"/>
                </a:moveTo>
                <a:lnTo>
                  <a:pt x="12966" y="56482"/>
                </a:lnTo>
                <a:cubicBezTo>
                  <a:pt x="12863" y="56526"/>
                  <a:pt x="12775" y="56585"/>
                  <a:pt x="12701" y="56644"/>
                </a:cubicBezTo>
                <a:lnTo>
                  <a:pt x="12701" y="56452"/>
                </a:lnTo>
                <a:cubicBezTo>
                  <a:pt x="12789" y="56408"/>
                  <a:pt x="12863" y="56349"/>
                  <a:pt x="12966" y="56290"/>
                </a:cubicBezTo>
                <a:close/>
                <a:moveTo>
                  <a:pt x="12156" y="56452"/>
                </a:moveTo>
                <a:cubicBezTo>
                  <a:pt x="12127" y="56496"/>
                  <a:pt x="12112" y="56526"/>
                  <a:pt x="12112" y="56585"/>
                </a:cubicBezTo>
                <a:cubicBezTo>
                  <a:pt x="12053" y="56629"/>
                  <a:pt x="12009" y="56658"/>
                  <a:pt x="11965" y="56702"/>
                </a:cubicBezTo>
                <a:cubicBezTo>
                  <a:pt x="11980" y="56658"/>
                  <a:pt x="12009" y="56629"/>
                  <a:pt x="12024" y="56570"/>
                </a:cubicBezTo>
                <a:cubicBezTo>
                  <a:pt x="12053" y="56526"/>
                  <a:pt x="12112" y="56496"/>
                  <a:pt x="12156" y="56452"/>
                </a:cubicBezTo>
                <a:close/>
                <a:moveTo>
                  <a:pt x="13304" y="56349"/>
                </a:moveTo>
                <a:lnTo>
                  <a:pt x="13304" y="56349"/>
                </a:lnTo>
                <a:cubicBezTo>
                  <a:pt x="13290" y="56408"/>
                  <a:pt x="13290" y="56452"/>
                  <a:pt x="13304" y="56526"/>
                </a:cubicBezTo>
                <a:lnTo>
                  <a:pt x="13039" y="56702"/>
                </a:lnTo>
                <a:lnTo>
                  <a:pt x="13039" y="56511"/>
                </a:lnTo>
                <a:cubicBezTo>
                  <a:pt x="13069" y="56496"/>
                  <a:pt x="13128" y="56452"/>
                  <a:pt x="13157" y="56438"/>
                </a:cubicBezTo>
                <a:cubicBezTo>
                  <a:pt x="13216" y="56408"/>
                  <a:pt x="13260" y="56379"/>
                  <a:pt x="13304" y="56349"/>
                </a:cubicBezTo>
                <a:close/>
                <a:moveTo>
                  <a:pt x="13643" y="56364"/>
                </a:moveTo>
                <a:cubicBezTo>
                  <a:pt x="13658" y="56438"/>
                  <a:pt x="13658" y="56511"/>
                  <a:pt x="13658" y="56570"/>
                </a:cubicBezTo>
                <a:cubicBezTo>
                  <a:pt x="13569" y="56629"/>
                  <a:pt x="13481" y="56673"/>
                  <a:pt x="13378" y="56747"/>
                </a:cubicBezTo>
                <a:cubicBezTo>
                  <a:pt x="13378" y="56673"/>
                  <a:pt x="13363" y="56629"/>
                  <a:pt x="13363" y="56541"/>
                </a:cubicBezTo>
                <a:cubicBezTo>
                  <a:pt x="13452" y="56496"/>
                  <a:pt x="13555" y="56438"/>
                  <a:pt x="13643" y="56364"/>
                </a:cubicBezTo>
                <a:close/>
                <a:moveTo>
                  <a:pt x="12348" y="56482"/>
                </a:moveTo>
                <a:lnTo>
                  <a:pt x="12348" y="56482"/>
                </a:lnTo>
                <a:cubicBezTo>
                  <a:pt x="12333" y="56526"/>
                  <a:pt x="12333" y="56585"/>
                  <a:pt x="12318" y="56629"/>
                </a:cubicBezTo>
                <a:cubicBezTo>
                  <a:pt x="12259" y="56673"/>
                  <a:pt x="12186" y="56717"/>
                  <a:pt x="12112" y="56776"/>
                </a:cubicBezTo>
                <a:cubicBezTo>
                  <a:pt x="12127" y="56717"/>
                  <a:pt x="12156" y="56673"/>
                  <a:pt x="12156" y="56629"/>
                </a:cubicBezTo>
                <a:cubicBezTo>
                  <a:pt x="12230" y="56570"/>
                  <a:pt x="12274" y="56526"/>
                  <a:pt x="12348" y="56482"/>
                </a:cubicBezTo>
                <a:close/>
                <a:moveTo>
                  <a:pt x="12627" y="56496"/>
                </a:moveTo>
                <a:cubicBezTo>
                  <a:pt x="12627" y="56555"/>
                  <a:pt x="12613" y="56599"/>
                  <a:pt x="12613" y="56658"/>
                </a:cubicBezTo>
                <a:lnTo>
                  <a:pt x="12495" y="56717"/>
                </a:lnTo>
                <a:cubicBezTo>
                  <a:pt x="12451" y="56747"/>
                  <a:pt x="12407" y="56776"/>
                  <a:pt x="12348" y="56806"/>
                </a:cubicBezTo>
                <a:cubicBezTo>
                  <a:pt x="12377" y="56776"/>
                  <a:pt x="12392" y="56717"/>
                  <a:pt x="12392" y="56658"/>
                </a:cubicBezTo>
                <a:cubicBezTo>
                  <a:pt x="12466" y="56599"/>
                  <a:pt x="12554" y="56541"/>
                  <a:pt x="12627" y="56496"/>
                </a:cubicBezTo>
                <a:close/>
                <a:moveTo>
                  <a:pt x="11877" y="56673"/>
                </a:moveTo>
                <a:lnTo>
                  <a:pt x="11877" y="56673"/>
                </a:lnTo>
                <a:cubicBezTo>
                  <a:pt x="11862" y="56717"/>
                  <a:pt x="11833" y="56747"/>
                  <a:pt x="11833" y="56776"/>
                </a:cubicBezTo>
                <a:cubicBezTo>
                  <a:pt x="11803" y="56806"/>
                  <a:pt x="11759" y="56850"/>
                  <a:pt x="11715" y="56864"/>
                </a:cubicBezTo>
                <a:cubicBezTo>
                  <a:pt x="11744" y="56850"/>
                  <a:pt x="11759" y="56806"/>
                  <a:pt x="11759" y="56791"/>
                </a:cubicBezTo>
                <a:lnTo>
                  <a:pt x="11877" y="56673"/>
                </a:lnTo>
                <a:close/>
                <a:moveTo>
                  <a:pt x="12966" y="56555"/>
                </a:moveTo>
                <a:lnTo>
                  <a:pt x="12966" y="56732"/>
                </a:lnTo>
                <a:lnTo>
                  <a:pt x="12686" y="56894"/>
                </a:lnTo>
                <a:lnTo>
                  <a:pt x="12686" y="56717"/>
                </a:lnTo>
                <a:lnTo>
                  <a:pt x="12966" y="56555"/>
                </a:lnTo>
                <a:close/>
                <a:moveTo>
                  <a:pt x="13323" y="56878"/>
                </a:moveTo>
                <a:lnTo>
                  <a:pt x="13265" y="56913"/>
                </a:lnTo>
                <a:lnTo>
                  <a:pt x="13265" y="56913"/>
                </a:lnTo>
                <a:cubicBezTo>
                  <a:pt x="13284" y="56900"/>
                  <a:pt x="13301" y="56888"/>
                  <a:pt x="13323" y="56878"/>
                </a:cubicBezTo>
                <a:close/>
                <a:moveTo>
                  <a:pt x="13675" y="56670"/>
                </a:moveTo>
                <a:cubicBezTo>
                  <a:pt x="13633" y="56695"/>
                  <a:pt x="13588" y="56719"/>
                  <a:pt x="13540" y="56747"/>
                </a:cubicBezTo>
                <a:cubicBezTo>
                  <a:pt x="13540" y="56806"/>
                  <a:pt x="13540" y="56864"/>
                  <a:pt x="13569" y="56909"/>
                </a:cubicBezTo>
                <a:cubicBezTo>
                  <a:pt x="13570" y="56914"/>
                  <a:pt x="13571" y="56919"/>
                  <a:pt x="13572" y="56925"/>
                </a:cubicBezTo>
                <a:lnTo>
                  <a:pt x="13572" y="56925"/>
                </a:lnTo>
                <a:lnTo>
                  <a:pt x="13702" y="56850"/>
                </a:lnTo>
                <a:cubicBezTo>
                  <a:pt x="13702" y="56802"/>
                  <a:pt x="13682" y="56745"/>
                  <a:pt x="13675" y="56670"/>
                </a:cubicBezTo>
                <a:close/>
                <a:moveTo>
                  <a:pt x="12098" y="56702"/>
                </a:moveTo>
                <a:cubicBezTo>
                  <a:pt x="12083" y="56747"/>
                  <a:pt x="12083" y="56791"/>
                  <a:pt x="12053" y="56850"/>
                </a:cubicBezTo>
                <a:cubicBezTo>
                  <a:pt x="11965" y="56864"/>
                  <a:pt x="11906" y="56923"/>
                  <a:pt x="11862" y="56953"/>
                </a:cubicBezTo>
                <a:cubicBezTo>
                  <a:pt x="11877" y="56894"/>
                  <a:pt x="11892" y="56864"/>
                  <a:pt x="11906" y="56820"/>
                </a:cubicBezTo>
                <a:cubicBezTo>
                  <a:pt x="11965" y="56791"/>
                  <a:pt x="12024" y="56732"/>
                  <a:pt x="12098" y="56702"/>
                </a:cubicBezTo>
                <a:close/>
                <a:moveTo>
                  <a:pt x="13304" y="56599"/>
                </a:moveTo>
                <a:cubicBezTo>
                  <a:pt x="13304" y="56658"/>
                  <a:pt x="13304" y="56732"/>
                  <a:pt x="13334" y="56791"/>
                </a:cubicBezTo>
                <a:cubicBezTo>
                  <a:pt x="13275" y="56820"/>
                  <a:pt x="13231" y="56850"/>
                  <a:pt x="13187" y="56879"/>
                </a:cubicBezTo>
                <a:cubicBezTo>
                  <a:pt x="13142" y="56894"/>
                  <a:pt x="13084" y="56938"/>
                  <a:pt x="13054" y="56953"/>
                </a:cubicBezTo>
                <a:cubicBezTo>
                  <a:pt x="13054" y="56894"/>
                  <a:pt x="13039" y="56820"/>
                  <a:pt x="13039" y="56776"/>
                </a:cubicBezTo>
                <a:lnTo>
                  <a:pt x="13304" y="56599"/>
                </a:lnTo>
                <a:close/>
                <a:moveTo>
                  <a:pt x="13265" y="56913"/>
                </a:moveTo>
                <a:cubicBezTo>
                  <a:pt x="13254" y="56921"/>
                  <a:pt x="13243" y="56930"/>
                  <a:pt x="13231" y="56938"/>
                </a:cubicBezTo>
                <a:cubicBezTo>
                  <a:pt x="13222" y="56944"/>
                  <a:pt x="13212" y="56950"/>
                  <a:pt x="13202" y="56956"/>
                </a:cubicBezTo>
                <a:lnTo>
                  <a:pt x="13202" y="56956"/>
                </a:lnTo>
                <a:cubicBezTo>
                  <a:pt x="13202" y="56955"/>
                  <a:pt x="13201" y="56954"/>
                  <a:pt x="13201" y="56953"/>
                </a:cubicBezTo>
                <a:lnTo>
                  <a:pt x="13265" y="56913"/>
                </a:lnTo>
                <a:close/>
                <a:moveTo>
                  <a:pt x="11597" y="56967"/>
                </a:moveTo>
                <a:cubicBezTo>
                  <a:pt x="11588" y="56985"/>
                  <a:pt x="11568" y="56998"/>
                  <a:pt x="11551" y="57008"/>
                </a:cubicBezTo>
                <a:lnTo>
                  <a:pt x="11551" y="57008"/>
                </a:lnTo>
                <a:lnTo>
                  <a:pt x="11568" y="56997"/>
                </a:lnTo>
                <a:lnTo>
                  <a:pt x="11597" y="56967"/>
                </a:lnTo>
                <a:close/>
                <a:moveTo>
                  <a:pt x="12318" y="56717"/>
                </a:moveTo>
                <a:cubicBezTo>
                  <a:pt x="12318" y="56776"/>
                  <a:pt x="12304" y="56820"/>
                  <a:pt x="12304" y="56879"/>
                </a:cubicBezTo>
                <a:cubicBezTo>
                  <a:pt x="12230" y="56938"/>
                  <a:pt x="12127" y="56967"/>
                  <a:pt x="12053" y="57026"/>
                </a:cubicBezTo>
                <a:cubicBezTo>
                  <a:pt x="12083" y="56967"/>
                  <a:pt x="12083" y="56923"/>
                  <a:pt x="12098" y="56864"/>
                </a:cubicBezTo>
                <a:cubicBezTo>
                  <a:pt x="12171" y="56806"/>
                  <a:pt x="12245" y="56747"/>
                  <a:pt x="12318" y="56717"/>
                </a:cubicBezTo>
                <a:close/>
                <a:moveTo>
                  <a:pt x="12627" y="56747"/>
                </a:moveTo>
                <a:lnTo>
                  <a:pt x="12627" y="56938"/>
                </a:lnTo>
                <a:cubicBezTo>
                  <a:pt x="12539" y="56997"/>
                  <a:pt x="12466" y="57026"/>
                  <a:pt x="12377" y="57085"/>
                </a:cubicBezTo>
                <a:lnTo>
                  <a:pt x="12348" y="57085"/>
                </a:lnTo>
                <a:cubicBezTo>
                  <a:pt x="12348" y="57026"/>
                  <a:pt x="12348" y="56967"/>
                  <a:pt x="12377" y="56894"/>
                </a:cubicBezTo>
                <a:cubicBezTo>
                  <a:pt x="12421" y="56864"/>
                  <a:pt x="12495" y="56820"/>
                  <a:pt x="12554" y="56791"/>
                </a:cubicBezTo>
                <a:cubicBezTo>
                  <a:pt x="12569" y="56761"/>
                  <a:pt x="12598" y="56761"/>
                  <a:pt x="12627" y="56747"/>
                </a:cubicBezTo>
                <a:close/>
                <a:moveTo>
                  <a:pt x="11803" y="56894"/>
                </a:moveTo>
                <a:lnTo>
                  <a:pt x="11803" y="56894"/>
                </a:lnTo>
                <a:cubicBezTo>
                  <a:pt x="11789" y="56938"/>
                  <a:pt x="11789" y="56953"/>
                  <a:pt x="11759" y="56997"/>
                </a:cubicBezTo>
                <a:cubicBezTo>
                  <a:pt x="11759" y="57012"/>
                  <a:pt x="11759" y="57012"/>
                  <a:pt x="11744" y="57026"/>
                </a:cubicBezTo>
                <a:lnTo>
                  <a:pt x="11583" y="57144"/>
                </a:lnTo>
                <a:lnTo>
                  <a:pt x="11641" y="57026"/>
                </a:lnTo>
                <a:cubicBezTo>
                  <a:pt x="11715" y="56967"/>
                  <a:pt x="11744" y="56938"/>
                  <a:pt x="11803" y="56894"/>
                </a:cubicBezTo>
                <a:close/>
                <a:moveTo>
                  <a:pt x="12981" y="56806"/>
                </a:moveTo>
                <a:lnTo>
                  <a:pt x="12981" y="56997"/>
                </a:lnTo>
                <a:cubicBezTo>
                  <a:pt x="12922" y="57026"/>
                  <a:pt x="12863" y="57070"/>
                  <a:pt x="12819" y="57085"/>
                </a:cubicBezTo>
                <a:cubicBezTo>
                  <a:pt x="12775" y="57100"/>
                  <a:pt x="12730" y="57115"/>
                  <a:pt x="12701" y="57159"/>
                </a:cubicBezTo>
                <a:lnTo>
                  <a:pt x="12701" y="56967"/>
                </a:lnTo>
                <a:lnTo>
                  <a:pt x="12981" y="56806"/>
                </a:lnTo>
                <a:close/>
                <a:moveTo>
                  <a:pt x="12009" y="56909"/>
                </a:moveTo>
                <a:cubicBezTo>
                  <a:pt x="11980" y="56967"/>
                  <a:pt x="11980" y="57026"/>
                  <a:pt x="11965" y="57070"/>
                </a:cubicBezTo>
                <a:cubicBezTo>
                  <a:pt x="11906" y="57115"/>
                  <a:pt x="11833" y="57173"/>
                  <a:pt x="11759" y="57218"/>
                </a:cubicBezTo>
                <a:cubicBezTo>
                  <a:pt x="11789" y="57159"/>
                  <a:pt x="11803" y="57100"/>
                  <a:pt x="11803" y="57070"/>
                </a:cubicBezTo>
                <a:cubicBezTo>
                  <a:pt x="11877" y="57012"/>
                  <a:pt x="11936" y="56967"/>
                  <a:pt x="12009" y="56909"/>
                </a:cubicBezTo>
                <a:close/>
                <a:moveTo>
                  <a:pt x="12274" y="56967"/>
                </a:moveTo>
                <a:lnTo>
                  <a:pt x="12274" y="57144"/>
                </a:lnTo>
                <a:cubicBezTo>
                  <a:pt x="12201" y="57188"/>
                  <a:pt x="12112" y="57232"/>
                  <a:pt x="12024" y="57291"/>
                </a:cubicBezTo>
                <a:cubicBezTo>
                  <a:pt x="12024" y="57232"/>
                  <a:pt x="12039" y="57173"/>
                  <a:pt x="12039" y="57115"/>
                </a:cubicBezTo>
                <a:cubicBezTo>
                  <a:pt x="12112" y="57070"/>
                  <a:pt x="12201" y="57012"/>
                  <a:pt x="12274" y="56967"/>
                </a:cubicBezTo>
                <a:close/>
                <a:moveTo>
                  <a:pt x="11524" y="57115"/>
                </a:moveTo>
                <a:lnTo>
                  <a:pt x="11524" y="57115"/>
                </a:lnTo>
                <a:cubicBezTo>
                  <a:pt x="11509" y="57159"/>
                  <a:pt x="11480" y="57188"/>
                  <a:pt x="11480" y="57218"/>
                </a:cubicBezTo>
                <a:cubicBezTo>
                  <a:pt x="11453" y="57244"/>
                  <a:pt x="11401" y="57259"/>
                  <a:pt x="11370" y="57295"/>
                </a:cubicBezTo>
                <a:lnTo>
                  <a:pt x="11370" y="57295"/>
                </a:lnTo>
                <a:cubicBezTo>
                  <a:pt x="11382" y="57276"/>
                  <a:pt x="11397" y="57244"/>
                  <a:pt x="11421" y="57232"/>
                </a:cubicBezTo>
                <a:lnTo>
                  <a:pt x="11524" y="57115"/>
                </a:lnTo>
                <a:close/>
                <a:moveTo>
                  <a:pt x="12627" y="56997"/>
                </a:moveTo>
                <a:lnTo>
                  <a:pt x="12627" y="57188"/>
                </a:lnTo>
                <a:cubicBezTo>
                  <a:pt x="12539" y="57247"/>
                  <a:pt x="12451" y="57306"/>
                  <a:pt x="12348" y="57335"/>
                </a:cubicBezTo>
                <a:lnTo>
                  <a:pt x="12348" y="57159"/>
                </a:lnTo>
                <a:cubicBezTo>
                  <a:pt x="12377" y="57144"/>
                  <a:pt x="12392" y="57144"/>
                  <a:pt x="12407" y="57115"/>
                </a:cubicBezTo>
                <a:cubicBezTo>
                  <a:pt x="12480" y="57085"/>
                  <a:pt x="12554" y="57026"/>
                  <a:pt x="12627" y="56997"/>
                </a:cubicBezTo>
                <a:close/>
                <a:moveTo>
                  <a:pt x="11730" y="57115"/>
                </a:moveTo>
                <a:cubicBezTo>
                  <a:pt x="11715" y="57173"/>
                  <a:pt x="11715" y="57218"/>
                  <a:pt x="11686" y="57262"/>
                </a:cubicBezTo>
                <a:cubicBezTo>
                  <a:pt x="11612" y="57321"/>
                  <a:pt x="11568" y="57365"/>
                  <a:pt x="11494" y="57394"/>
                </a:cubicBezTo>
                <a:cubicBezTo>
                  <a:pt x="11509" y="57335"/>
                  <a:pt x="11524" y="57306"/>
                  <a:pt x="11538" y="57247"/>
                </a:cubicBezTo>
                <a:cubicBezTo>
                  <a:pt x="11597" y="57218"/>
                  <a:pt x="11656" y="57159"/>
                  <a:pt x="11730" y="57115"/>
                </a:cubicBezTo>
                <a:close/>
                <a:moveTo>
                  <a:pt x="12336" y="57436"/>
                </a:moveTo>
                <a:lnTo>
                  <a:pt x="12333" y="57438"/>
                </a:lnTo>
                <a:cubicBezTo>
                  <a:pt x="12335" y="57444"/>
                  <a:pt x="12337" y="57451"/>
                  <a:pt x="12338" y="57458"/>
                </a:cubicBezTo>
                <a:lnTo>
                  <a:pt x="12338" y="57458"/>
                </a:lnTo>
                <a:cubicBezTo>
                  <a:pt x="12338" y="57451"/>
                  <a:pt x="12337" y="57444"/>
                  <a:pt x="12336" y="57436"/>
                </a:cubicBezTo>
                <a:close/>
                <a:moveTo>
                  <a:pt x="11273" y="57365"/>
                </a:moveTo>
                <a:lnTo>
                  <a:pt x="11273" y="57365"/>
                </a:lnTo>
                <a:cubicBezTo>
                  <a:pt x="11273" y="57379"/>
                  <a:pt x="11244" y="57394"/>
                  <a:pt x="11244" y="57409"/>
                </a:cubicBezTo>
                <a:cubicBezTo>
                  <a:pt x="11229" y="57438"/>
                  <a:pt x="11200" y="57453"/>
                  <a:pt x="11170" y="57468"/>
                </a:cubicBezTo>
                <a:cubicBezTo>
                  <a:pt x="11170" y="57453"/>
                  <a:pt x="11200" y="57453"/>
                  <a:pt x="11200" y="57438"/>
                </a:cubicBezTo>
                <a:lnTo>
                  <a:pt x="11273" y="57365"/>
                </a:lnTo>
                <a:close/>
                <a:moveTo>
                  <a:pt x="11965" y="57159"/>
                </a:moveTo>
                <a:cubicBezTo>
                  <a:pt x="11965" y="57218"/>
                  <a:pt x="11950" y="57262"/>
                  <a:pt x="11950" y="57321"/>
                </a:cubicBezTo>
                <a:cubicBezTo>
                  <a:pt x="11877" y="57379"/>
                  <a:pt x="11789" y="57409"/>
                  <a:pt x="11715" y="57468"/>
                </a:cubicBezTo>
                <a:cubicBezTo>
                  <a:pt x="11730" y="57409"/>
                  <a:pt x="11730" y="57365"/>
                  <a:pt x="11744" y="57306"/>
                </a:cubicBezTo>
                <a:cubicBezTo>
                  <a:pt x="11818" y="57247"/>
                  <a:pt x="11892" y="57218"/>
                  <a:pt x="11965" y="57159"/>
                </a:cubicBezTo>
                <a:close/>
                <a:moveTo>
                  <a:pt x="12338" y="57458"/>
                </a:moveTo>
                <a:cubicBezTo>
                  <a:pt x="12341" y="57478"/>
                  <a:pt x="12343" y="57497"/>
                  <a:pt x="12346" y="57517"/>
                </a:cubicBezTo>
                <a:lnTo>
                  <a:pt x="12346" y="57517"/>
                </a:lnTo>
                <a:cubicBezTo>
                  <a:pt x="12344" y="57496"/>
                  <a:pt x="12342" y="57476"/>
                  <a:pt x="12338" y="57458"/>
                </a:cubicBezTo>
                <a:close/>
                <a:moveTo>
                  <a:pt x="12259" y="57218"/>
                </a:moveTo>
                <a:cubicBezTo>
                  <a:pt x="12274" y="57262"/>
                  <a:pt x="12274" y="57321"/>
                  <a:pt x="12274" y="57394"/>
                </a:cubicBezTo>
                <a:cubicBezTo>
                  <a:pt x="12259" y="57409"/>
                  <a:pt x="12230" y="57438"/>
                  <a:pt x="12201" y="57438"/>
                </a:cubicBezTo>
                <a:cubicBezTo>
                  <a:pt x="12127" y="57468"/>
                  <a:pt x="12083" y="57497"/>
                  <a:pt x="12009" y="57541"/>
                </a:cubicBezTo>
                <a:lnTo>
                  <a:pt x="12009" y="57365"/>
                </a:lnTo>
                <a:cubicBezTo>
                  <a:pt x="12098" y="57306"/>
                  <a:pt x="12186" y="57247"/>
                  <a:pt x="12259" y="57218"/>
                </a:cubicBezTo>
                <a:close/>
                <a:moveTo>
                  <a:pt x="11450" y="57335"/>
                </a:moveTo>
                <a:cubicBezTo>
                  <a:pt x="11450" y="57365"/>
                  <a:pt x="11435" y="57379"/>
                  <a:pt x="11435" y="57379"/>
                </a:cubicBezTo>
                <a:cubicBezTo>
                  <a:pt x="11421" y="57394"/>
                  <a:pt x="11421" y="57438"/>
                  <a:pt x="11421" y="57453"/>
                </a:cubicBezTo>
                <a:lnTo>
                  <a:pt x="11244" y="57556"/>
                </a:lnTo>
                <a:cubicBezTo>
                  <a:pt x="11273" y="57527"/>
                  <a:pt x="11288" y="57482"/>
                  <a:pt x="11303" y="57438"/>
                </a:cubicBezTo>
                <a:cubicBezTo>
                  <a:pt x="11347" y="57409"/>
                  <a:pt x="11391" y="57379"/>
                  <a:pt x="11450" y="57335"/>
                </a:cubicBezTo>
                <a:close/>
                <a:moveTo>
                  <a:pt x="11671" y="57365"/>
                </a:moveTo>
                <a:lnTo>
                  <a:pt x="11671" y="57365"/>
                </a:lnTo>
                <a:cubicBezTo>
                  <a:pt x="11656" y="57409"/>
                  <a:pt x="11656" y="57468"/>
                  <a:pt x="11656" y="57512"/>
                </a:cubicBezTo>
                <a:cubicBezTo>
                  <a:pt x="11583" y="57541"/>
                  <a:pt x="11509" y="57600"/>
                  <a:pt x="11435" y="57630"/>
                </a:cubicBezTo>
                <a:cubicBezTo>
                  <a:pt x="11450" y="57585"/>
                  <a:pt x="11450" y="57541"/>
                  <a:pt x="11465" y="57482"/>
                </a:cubicBezTo>
                <a:cubicBezTo>
                  <a:pt x="11524" y="57453"/>
                  <a:pt x="11597" y="57409"/>
                  <a:pt x="11671" y="57365"/>
                </a:cubicBezTo>
                <a:close/>
                <a:moveTo>
                  <a:pt x="11950" y="57409"/>
                </a:moveTo>
                <a:lnTo>
                  <a:pt x="11950" y="57585"/>
                </a:lnTo>
                <a:cubicBezTo>
                  <a:pt x="11862" y="57630"/>
                  <a:pt x="11789" y="57674"/>
                  <a:pt x="11686" y="57733"/>
                </a:cubicBezTo>
                <a:cubicBezTo>
                  <a:pt x="11686" y="57674"/>
                  <a:pt x="11715" y="57615"/>
                  <a:pt x="11715" y="57556"/>
                </a:cubicBezTo>
                <a:cubicBezTo>
                  <a:pt x="11789" y="57512"/>
                  <a:pt x="11877" y="57468"/>
                  <a:pt x="11950" y="57409"/>
                </a:cubicBezTo>
                <a:close/>
                <a:moveTo>
                  <a:pt x="11170" y="57556"/>
                </a:moveTo>
                <a:lnTo>
                  <a:pt x="11170" y="57556"/>
                </a:lnTo>
                <a:cubicBezTo>
                  <a:pt x="11156" y="57600"/>
                  <a:pt x="11156" y="57615"/>
                  <a:pt x="11141" y="57659"/>
                </a:cubicBezTo>
                <a:cubicBezTo>
                  <a:pt x="11097" y="57688"/>
                  <a:pt x="11053" y="57733"/>
                  <a:pt x="11009" y="57747"/>
                </a:cubicBezTo>
                <a:cubicBezTo>
                  <a:pt x="11023" y="57703"/>
                  <a:pt x="11053" y="57688"/>
                  <a:pt x="11067" y="57659"/>
                </a:cubicBezTo>
                <a:cubicBezTo>
                  <a:pt x="11097" y="57615"/>
                  <a:pt x="11141" y="57585"/>
                  <a:pt x="11170" y="57556"/>
                </a:cubicBezTo>
                <a:close/>
                <a:moveTo>
                  <a:pt x="11376" y="57556"/>
                </a:moveTo>
                <a:cubicBezTo>
                  <a:pt x="11362" y="57615"/>
                  <a:pt x="11362" y="57659"/>
                  <a:pt x="11347" y="57703"/>
                </a:cubicBezTo>
                <a:cubicBezTo>
                  <a:pt x="11259" y="57747"/>
                  <a:pt x="11215" y="57806"/>
                  <a:pt x="11141" y="57836"/>
                </a:cubicBezTo>
                <a:cubicBezTo>
                  <a:pt x="11141" y="57821"/>
                  <a:pt x="11156" y="57806"/>
                  <a:pt x="11156" y="57806"/>
                </a:cubicBezTo>
                <a:cubicBezTo>
                  <a:pt x="11170" y="57762"/>
                  <a:pt x="11170" y="57733"/>
                  <a:pt x="11200" y="57703"/>
                </a:cubicBezTo>
                <a:cubicBezTo>
                  <a:pt x="11244" y="57659"/>
                  <a:pt x="11303" y="57615"/>
                  <a:pt x="11376" y="57556"/>
                </a:cubicBezTo>
                <a:close/>
                <a:moveTo>
                  <a:pt x="10913" y="57793"/>
                </a:moveTo>
                <a:cubicBezTo>
                  <a:pt x="10906" y="57812"/>
                  <a:pt x="10906" y="57824"/>
                  <a:pt x="10906" y="57836"/>
                </a:cubicBezTo>
                <a:cubicBezTo>
                  <a:pt x="10876" y="57850"/>
                  <a:pt x="10847" y="57880"/>
                  <a:pt x="10832" y="57909"/>
                </a:cubicBezTo>
                <a:cubicBezTo>
                  <a:pt x="10832" y="57895"/>
                  <a:pt x="10847" y="57880"/>
                  <a:pt x="10847" y="57850"/>
                </a:cubicBezTo>
                <a:cubicBezTo>
                  <a:pt x="10860" y="57838"/>
                  <a:pt x="10895" y="57825"/>
                  <a:pt x="10913" y="57793"/>
                </a:cubicBezTo>
                <a:close/>
                <a:moveTo>
                  <a:pt x="11656" y="57600"/>
                </a:moveTo>
                <a:lnTo>
                  <a:pt x="11656" y="57600"/>
                </a:lnTo>
                <a:cubicBezTo>
                  <a:pt x="11612" y="57659"/>
                  <a:pt x="11612" y="57703"/>
                  <a:pt x="11612" y="57762"/>
                </a:cubicBezTo>
                <a:cubicBezTo>
                  <a:pt x="11538" y="57821"/>
                  <a:pt x="11450" y="57850"/>
                  <a:pt x="11376" y="57909"/>
                </a:cubicBezTo>
                <a:cubicBezTo>
                  <a:pt x="11376" y="57850"/>
                  <a:pt x="11391" y="57806"/>
                  <a:pt x="11421" y="57747"/>
                </a:cubicBezTo>
                <a:cubicBezTo>
                  <a:pt x="11494" y="57688"/>
                  <a:pt x="11568" y="57659"/>
                  <a:pt x="11656" y="57600"/>
                </a:cubicBezTo>
                <a:close/>
                <a:moveTo>
                  <a:pt x="11097" y="57762"/>
                </a:moveTo>
                <a:lnTo>
                  <a:pt x="11097" y="57762"/>
                </a:lnTo>
                <a:cubicBezTo>
                  <a:pt x="11082" y="57806"/>
                  <a:pt x="11067" y="57850"/>
                  <a:pt x="11067" y="57895"/>
                </a:cubicBezTo>
                <a:lnTo>
                  <a:pt x="10891" y="57998"/>
                </a:lnTo>
                <a:cubicBezTo>
                  <a:pt x="10920" y="57968"/>
                  <a:pt x="10935" y="57924"/>
                  <a:pt x="10950" y="57880"/>
                </a:cubicBezTo>
                <a:cubicBezTo>
                  <a:pt x="10994" y="57836"/>
                  <a:pt x="11053" y="57806"/>
                  <a:pt x="11097" y="57762"/>
                </a:cubicBezTo>
                <a:close/>
                <a:moveTo>
                  <a:pt x="11303" y="57821"/>
                </a:moveTo>
                <a:lnTo>
                  <a:pt x="11303" y="57821"/>
                </a:lnTo>
                <a:cubicBezTo>
                  <a:pt x="11288" y="57880"/>
                  <a:pt x="11288" y="57924"/>
                  <a:pt x="11288" y="57968"/>
                </a:cubicBezTo>
                <a:cubicBezTo>
                  <a:pt x="11215" y="57998"/>
                  <a:pt x="11141" y="58042"/>
                  <a:pt x="11067" y="58101"/>
                </a:cubicBezTo>
                <a:cubicBezTo>
                  <a:pt x="11082" y="58042"/>
                  <a:pt x="11082" y="57998"/>
                  <a:pt x="11097" y="57953"/>
                </a:cubicBezTo>
                <a:cubicBezTo>
                  <a:pt x="11170" y="57895"/>
                  <a:pt x="11244" y="57850"/>
                  <a:pt x="11303" y="57821"/>
                </a:cubicBezTo>
                <a:close/>
                <a:moveTo>
                  <a:pt x="11605" y="57882"/>
                </a:moveTo>
                <a:cubicBezTo>
                  <a:pt x="11543" y="57915"/>
                  <a:pt x="11478" y="57942"/>
                  <a:pt x="11406" y="57983"/>
                </a:cubicBezTo>
                <a:cubicBezTo>
                  <a:pt x="11406" y="58031"/>
                  <a:pt x="11407" y="58080"/>
                  <a:pt x="11409" y="58130"/>
                </a:cubicBezTo>
                <a:lnTo>
                  <a:pt x="11409" y="58130"/>
                </a:lnTo>
                <a:cubicBezTo>
                  <a:pt x="11468" y="58092"/>
                  <a:pt x="11533" y="58059"/>
                  <a:pt x="11597" y="58027"/>
                </a:cubicBezTo>
                <a:cubicBezTo>
                  <a:pt x="11597" y="57979"/>
                  <a:pt x="11597" y="57931"/>
                  <a:pt x="11605" y="57882"/>
                </a:cubicBezTo>
                <a:close/>
                <a:moveTo>
                  <a:pt x="10832" y="57983"/>
                </a:moveTo>
                <a:lnTo>
                  <a:pt x="10832" y="57983"/>
                </a:lnTo>
                <a:cubicBezTo>
                  <a:pt x="10803" y="58027"/>
                  <a:pt x="10803" y="58056"/>
                  <a:pt x="10788" y="58071"/>
                </a:cubicBezTo>
                <a:cubicBezTo>
                  <a:pt x="10744" y="58115"/>
                  <a:pt x="10700" y="58130"/>
                  <a:pt x="10655" y="58174"/>
                </a:cubicBezTo>
                <a:cubicBezTo>
                  <a:pt x="10685" y="58145"/>
                  <a:pt x="10700" y="58115"/>
                  <a:pt x="10714" y="58071"/>
                </a:cubicBezTo>
                <a:cubicBezTo>
                  <a:pt x="10758" y="58042"/>
                  <a:pt x="10788" y="57998"/>
                  <a:pt x="10832" y="57983"/>
                </a:cubicBezTo>
                <a:close/>
                <a:moveTo>
                  <a:pt x="11128" y="58129"/>
                </a:moveTo>
                <a:cubicBezTo>
                  <a:pt x="11107" y="58143"/>
                  <a:pt x="11087" y="58158"/>
                  <a:pt x="11067" y="58174"/>
                </a:cubicBezTo>
                <a:cubicBezTo>
                  <a:pt x="11067" y="58175"/>
                  <a:pt x="11067" y="58177"/>
                  <a:pt x="11066" y="58178"/>
                </a:cubicBezTo>
                <a:lnTo>
                  <a:pt x="11066" y="58178"/>
                </a:lnTo>
                <a:cubicBezTo>
                  <a:pt x="11067" y="58172"/>
                  <a:pt x="11067" y="58166"/>
                  <a:pt x="11067" y="58159"/>
                </a:cubicBezTo>
                <a:cubicBezTo>
                  <a:pt x="11088" y="58149"/>
                  <a:pt x="11108" y="58139"/>
                  <a:pt x="11128" y="58129"/>
                </a:cubicBezTo>
                <a:close/>
                <a:moveTo>
                  <a:pt x="11023" y="57998"/>
                </a:moveTo>
                <a:lnTo>
                  <a:pt x="11023" y="57998"/>
                </a:lnTo>
                <a:cubicBezTo>
                  <a:pt x="11009" y="58056"/>
                  <a:pt x="11009" y="58101"/>
                  <a:pt x="10994" y="58145"/>
                </a:cubicBezTo>
                <a:cubicBezTo>
                  <a:pt x="10920" y="58189"/>
                  <a:pt x="10861" y="58218"/>
                  <a:pt x="10788" y="58262"/>
                </a:cubicBezTo>
                <a:cubicBezTo>
                  <a:pt x="10788" y="58248"/>
                  <a:pt x="10803" y="58204"/>
                  <a:pt x="10832" y="58189"/>
                </a:cubicBezTo>
                <a:cubicBezTo>
                  <a:pt x="10832" y="58174"/>
                  <a:pt x="10847" y="58145"/>
                  <a:pt x="10847" y="58130"/>
                </a:cubicBezTo>
                <a:cubicBezTo>
                  <a:pt x="10906" y="58101"/>
                  <a:pt x="10950" y="58042"/>
                  <a:pt x="11023" y="57998"/>
                </a:cubicBezTo>
                <a:close/>
                <a:moveTo>
                  <a:pt x="10567" y="58204"/>
                </a:moveTo>
                <a:lnTo>
                  <a:pt x="10567" y="58204"/>
                </a:lnTo>
                <a:cubicBezTo>
                  <a:pt x="10552" y="58218"/>
                  <a:pt x="10552" y="58248"/>
                  <a:pt x="10538" y="58262"/>
                </a:cubicBezTo>
                <a:cubicBezTo>
                  <a:pt x="10517" y="58273"/>
                  <a:pt x="10497" y="58283"/>
                  <a:pt x="10482" y="58298"/>
                </a:cubicBezTo>
                <a:lnTo>
                  <a:pt x="10482" y="58298"/>
                </a:lnTo>
                <a:cubicBezTo>
                  <a:pt x="10484" y="58290"/>
                  <a:pt x="10488" y="58283"/>
                  <a:pt x="10494" y="58277"/>
                </a:cubicBezTo>
                <a:lnTo>
                  <a:pt x="10567" y="58204"/>
                </a:lnTo>
                <a:close/>
                <a:moveTo>
                  <a:pt x="10758" y="58189"/>
                </a:moveTo>
                <a:lnTo>
                  <a:pt x="10758" y="58189"/>
                </a:lnTo>
                <a:cubicBezTo>
                  <a:pt x="10729" y="58218"/>
                  <a:pt x="10714" y="58277"/>
                  <a:pt x="10714" y="58321"/>
                </a:cubicBezTo>
                <a:lnTo>
                  <a:pt x="10552" y="58424"/>
                </a:lnTo>
                <a:lnTo>
                  <a:pt x="10552" y="58424"/>
                </a:lnTo>
                <a:lnTo>
                  <a:pt x="10611" y="58321"/>
                </a:lnTo>
                <a:cubicBezTo>
                  <a:pt x="10641" y="58277"/>
                  <a:pt x="10700" y="58248"/>
                  <a:pt x="10758" y="58189"/>
                </a:cubicBezTo>
                <a:close/>
                <a:moveTo>
                  <a:pt x="10979" y="58248"/>
                </a:moveTo>
                <a:lnTo>
                  <a:pt x="10979" y="58248"/>
                </a:lnTo>
                <a:cubicBezTo>
                  <a:pt x="10920" y="58277"/>
                  <a:pt x="10847" y="58336"/>
                  <a:pt x="10773" y="58365"/>
                </a:cubicBezTo>
                <a:cubicBezTo>
                  <a:pt x="10744" y="58424"/>
                  <a:pt x="10744" y="58468"/>
                  <a:pt x="10729" y="58513"/>
                </a:cubicBezTo>
                <a:cubicBezTo>
                  <a:pt x="10803" y="58483"/>
                  <a:pt x="10876" y="58424"/>
                  <a:pt x="10950" y="58395"/>
                </a:cubicBezTo>
                <a:cubicBezTo>
                  <a:pt x="10950" y="58336"/>
                  <a:pt x="10950" y="58277"/>
                  <a:pt x="10979" y="58248"/>
                </a:cubicBezTo>
                <a:close/>
                <a:moveTo>
                  <a:pt x="10494" y="58380"/>
                </a:moveTo>
                <a:lnTo>
                  <a:pt x="10494" y="58380"/>
                </a:lnTo>
                <a:cubicBezTo>
                  <a:pt x="10479" y="58424"/>
                  <a:pt x="10464" y="58454"/>
                  <a:pt x="10464" y="58498"/>
                </a:cubicBezTo>
                <a:cubicBezTo>
                  <a:pt x="10420" y="58542"/>
                  <a:pt x="10361" y="58557"/>
                  <a:pt x="10332" y="58586"/>
                </a:cubicBezTo>
                <a:cubicBezTo>
                  <a:pt x="10332" y="58557"/>
                  <a:pt x="10346" y="58542"/>
                  <a:pt x="10361" y="58498"/>
                </a:cubicBezTo>
                <a:cubicBezTo>
                  <a:pt x="10405" y="58468"/>
                  <a:pt x="10435" y="58424"/>
                  <a:pt x="10494" y="58380"/>
                </a:cubicBezTo>
                <a:close/>
                <a:moveTo>
                  <a:pt x="10214" y="58630"/>
                </a:moveTo>
                <a:cubicBezTo>
                  <a:pt x="10199" y="58645"/>
                  <a:pt x="10199" y="58660"/>
                  <a:pt x="10184" y="58689"/>
                </a:cubicBezTo>
                <a:cubicBezTo>
                  <a:pt x="10175" y="58698"/>
                  <a:pt x="10155" y="58708"/>
                  <a:pt x="10137" y="58717"/>
                </a:cubicBezTo>
                <a:lnTo>
                  <a:pt x="10137" y="58717"/>
                </a:lnTo>
                <a:cubicBezTo>
                  <a:pt x="10139" y="58713"/>
                  <a:pt x="10140" y="58708"/>
                  <a:pt x="10140" y="58704"/>
                </a:cubicBezTo>
                <a:lnTo>
                  <a:pt x="10214" y="58630"/>
                </a:lnTo>
                <a:close/>
                <a:moveTo>
                  <a:pt x="9817" y="59013"/>
                </a:moveTo>
                <a:lnTo>
                  <a:pt x="9817" y="59013"/>
                </a:lnTo>
                <a:cubicBezTo>
                  <a:pt x="9478" y="59970"/>
                  <a:pt x="9640" y="61132"/>
                  <a:pt x="10287" y="62192"/>
                </a:cubicBezTo>
                <a:cubicBezTo>
                  <a:pt x="10994" y="63354"/>
                  <a:pt x="12068" y="64355"/>
                  <a:pt x="13716" y="65341"/>
                </a:cubicBezTo>
                <a:cubicBezTo>
                  <a:pt x="13864" y="65429"/>
                  <a:pt x="14025" y="65532"/>
                  <a:pt x="14173" y="65621"/>
                </a:cubicBezTo>
                <a:lnTo>
                  <a:pt x="14393" y="65753"/>
                </a:lnTo>
                <a:cubicBezTo>
                  <a:pt x="15497" y="66415"/>
                  <a:pt x="16365" y="67151"/>
                  <a:pt x="16969" y="67931"/>
                </a:cubicBezTo>
                <a:cubicBezTo>
                  <a:pt x="17513" y="68667"/>
                  <a:pt x="18102" y="69535"/>
                  <a:pt x="18131" y="70551"/>
                </a:cubicBezTo>
                <a:cubicBezTo>
                  <a:pt x="18161" y="71640"/>
                  <a:pt x="17646" y="72758"/>
                  <a:pt x="16704" y="73700"/>
                </a:cubicBezTo>
                <a:cubicBezTo>
                  <a:pt x="16365" y="74038"/>
                  <a:pt x="15953" y="74362"/>
                  <a:pt x="15527" y="74627"/>
                </a:cubicBezTo>
                <a:cubicBezTo>
                  <a:pt x="15080" y="74907"/>
                  <a:pt x="14607" y="75138"/>
                  <a:pt x="14122" y="75342"/>
                </a:cubicBezTo>
                <a:lnTo>
                  <a:pt x="14122" y="75342"/>
                </a:lnTo>
                <a:cubicBezTo>
                  <a:pt x="14518" y="75169"/>
                  <a:pt x="14905" y="74974"/>
                  <a:pt x="15276" y="74745"/>
                </a:cubicBezTo>
                <a:cubicBezTo>
                  <a:pt x="15718" y="74465"/>
                  <a:pt x="16145" y="74156"/>
                  <a:pt x="16483" y="73788"/>
                </a:cubicBezTo>
                <a:cubicBezTo>
                  <a:pt x="17484" y="72817"/>
                  <a:pt x="17984" y="71654"/>
                  <a:pt x="17925" y="70536"/>
                </a:cubicBezTo>
                <a:cubicBezTo>
                  <a:pt x="17866" y="69432"/>
                  <a:pt x="17219" y="68520"/>
                  <a:pt x="16660" y="67843"/>
                </a:cubicBezTo>
                <a:cubicBezTo>
                  <a:pt x="16027" y="67107"/>
                  <a:pt x="15188" y="66430"/>
                  <a:pt x="14114" y="65827"/>
                </a:cubicBezTo>
                <a:lnTo>
                  <a:pt x="13613" y="65547"/>
                </a:lnTo>
                <a:lnTo>
                  <a:pt x="13437" y="65459"/>
                </a:lnTo>
                <a:cubicBezTo>
                  <a:pt x="12245" y="64797"/>
                  <a:pt x="10891" y="63928"/>
                  <a:pt x="10052" y="62618"/>
                </a:cubicBezTo>
                <a:cubicBezTo>
                  <a:pt x="9346" y="61559"/>
                  <a:pt x="9184" y="60323"/>
                  <a:pt x="9566" y="59322"/>
                </a:cubicBezTo>
                <a:cubicBezTo>
                  <a:pt x="9596" y="59248"/>
                  <a:pt x="9625" y="59204"/>
                  <a:pt x="9669" y="59131"/>
                </a:cubicBezTo>
                <a:cubicBezTo>
                  <a:pt x="9714" y="59087"/>
                  <a:pt x="9758" y="59057"/>
                  <a:pt x="9817" y="59013"/>
                </a:cubicBezTo>
                <a:close/>
                <a:moveTo>
                  <a:pt x="11996" y="57614"/>
                </a:moveTo>
                <a:cubicBezTo>
                  <a:pt x="11996" y="57615"/>
                  <a:pt x="11995" y="57615"/>
                  <a:pt x="11995" y="57615"/>
                </a:cubicBezTo>
                <a:lnTo>
                  <a:pt x="11995" y="57806"/>
                </a:lnTo>
                <a:cubicBezTo>
                  <a:pt x="12009" y="57806"/>
                  <a:pt x="12016" y="57800"/>
                  <a:pt x="12021" y="57793"/>
                </a:cubicBezTo>
                <a:lnTo>
                  <a:pt x="12021" y="57793"/>
                </a:lnTo>
                <a:cubicBezTo>
                  <a:pt x="12070" y="58106"/>
                  <a:pt x="12150" y="58441"/>
                  <a:pt x="12259" y="58807"/>
                </a:cubicBezTo>
                <a:cubicBezTo>
                  <a:pt x="12848" y="60735"/>
                  <a:pt x="14040" y="62486"/>
                  <a:pt x="15806" y="64002"/>
                </a:cubicBezTo>
                <a:cubicBezTo>
                  <a:pt x="16071" y="64223"/>
                  <a:pt x="16336" y="64443"/>
                  <a:pt x="16630" y="64679"/>
                </a:cubicBezTo>
                <a:cubicBezTo>
                  <a:pt x="17690" y="65503"/>
                  <a:pt x="18955" y="66665"/>
                  <a:pt x="19559" y="68137"/>
                </a:cubicBezTo>
                <a:cubicBezTo>
                  <a:pt x="19868" y="68888"/>
                  <a:pt x="20162" y="69697"/>
                  <a:pt x="20059" y="70580"/>
                </a:cubicBezTo>
                <a:cubicBezTo>
                  <a:pt x="19941" y="71522"/>
                  <a:pt x="19426" y="72493"/>
                  <a:pt x="18617" y="73347"/>
                </a:cubicBezTo>
                <a:cubicBezTo>
                  <a:pt x="18308" y="73656"/>
                  <a:pt x="17984" y="73950"/>
                  <a:pt x="17616" y="74230"/>
                </a:cubicBezTo>
                <a:cubicBezTo>
                  <a:pt x="16807" y="74818"/>
                  <a:pt x="15894" y="75260"/>
                  <a:pt x="15041" y="75672"/>
                </a:cubicBezTo>
                <a:cubicBezTo>
                  <a:pt x="14599" y="75893"/>
                  <a:pt x="14114" y="76143"/>
                  <a:pt x="13672" y="76378"/>
                </a:cubicBezTo>
                <a:cubicBezTo>
                  <a:pt x="12259" y="77144"/>
                  <a:pt x="10950" y="78144"/>
                  <a:pt x="9772" y="79307"/>
                </a:cubicBezTo>
                <a:cubicBezTo>
                  <a:pt x="8786" y="80278"/>
                  <a:pt x="8080" y="81235"/>
                  <a:pt x="7653" y="82206"/>
                </a:cubicBezTo>
                <a:cubicBezTo>
                  <a:pt x="7403" y="82780"/>
                  <a:pt x="7256" y="83354"/>
                  <a:pt x="7197" y="83898"/>
                </a:cubicBezTo>
                <a:cubicBezTo>
                  <a:pt x="7123" y="84678"/>
                  <a:pt x="7212" y="85429"/>
                  <a:pt x="7315" y="86018"/>
                </a:cubicBezTo>
                <a:cubicBezTo>
                  <a:pt x="7580" y="87636"/>
                  <a:pt x="8080" y="89167"/>
                  <a:pt x="8757" y="90565"/>
                </a:cubicBezTo>
                <a:lnTo>
                  <a:pt x="8816" y="90521"/>
                </a:lnTo>
                <a:cubicBezTo>
                  <a:pt x="8124" y="89123"/>
                  <a:pt x="7639" y="87622"/>
                  <a:pt x="7359" y="86003"/>
                </a:cubicBezTo>
                <a:cubicBezTo>
                  <a:pt x="7271" y="85429"/>
                  <a:pt x="7168" y="84678"/>
                  <a:pt x="7256" y="83898"/>
                </a:cubicBezTo>
                <a:cubicBezTo>
                  <a:pt x="7315" y="83354"/>
                  <a:pt x="7477" y="82780"/>
                  <a:pt x="7712" y="82221"/>
                </a:cubicBezTo>
                <a:cubicBezTo>
                  <a:pt x="8139" y="81264"/>
                  <a:pt x="8831" y="80337"/>
                  <a:pt x="9817" y="79351"/>
                </a:cubicBezTo>
                <a:cubicBezTo>
                  <a:pt x="10994" y="78203"/>
                  <a:pt x="12289" y="77217"/>
                  <a:pt x="13687" y="76452"/>
                </a:cubicBezTo>
                <a:cubicBezTo>
                  <a:pt x="14128" y="76216"/>
                  <a:pt x="14599" y="75966"/>
                  <a:pt x="15056" y="75745"/>
                </a:cubicBezTo>
                <a:cubicBezTo>
                  <a:pt x="15924" y="75304"/>
                  <a:pt x="16822" y="74862"/>
                  <a:pt x="17631" y="74274"/>
                </a:cubicBezTo>
                <a:cubicBezTo>
                  <a:pt x="17999" y="74009"/>
                  <a:pt x="18352" y="73715"/>
                  <a:pt x="18661" y="73391"/>
                </a:cubicBezTo>
                <a:cubicBezTo>
                  <a:pt x="19485" y="72552"/>
                  <a:pt x="20000" y="71551"/>
                  <a:pt x="20118" y="70595"/>
                </a:cubicBezTo>
                <a:cubicBezTo>
                  <a:pt x="20221" y="69697"/>
                  <a:pt x="19927" y="68873"/>
                  <a:pt x="19603" y="68122"/>
                </a:cubicBezTo>
                <a:cubicBezTo>
                  <a:pt x="18970" y="66621"/>
                  <a:pt x="17690" y="65473"/>
                  <a:pt x="16660" y="64620"/>
                </a:cubicBezTo>
                <a:cubicBezTo>
                  <a:pt x="16336" y="64384"/>
                  <a:pt x="16071" y="64149"/>
                  <a:pt x="15821" y="63943"/>
                </a:cubicBezTo>
                <a:cubicBezTo>
                  <a:pt x="14055" y="62427"/>
                  <a:pt x="12863" y="60705"/>
                  <a:pt x="12289" y="58792"/>
                </a:cubicBezTo>
                <a:cubicBezTo>
                  <a:pt x="12193" y="58431"/>
                  <a:pt x="12106" y="58090"/>
                  <a:pt x="12062" y="57768"/>
                </a:cubicBezTo>
                <a:lnTo>
                  <a:pt x="12062" y="57768"/>
                </a:lnTo>
                <a:cubicBezTo>
                  <a:pt x="12054" y="57771"/>
                  <a:pt x="12046" y="57774"/>
                  <a:pt x="12039" y="57777"/>
                </a:cubicBezTo>
                <a:cubicBezTo>
                  <a:pt x="12031" y="57777"/>
                  <a:pt x="12027" y="57785"/>
                  <a:pt x="12021" y="57793"/>
                </a:cubicBezTo>
                <a:lnTo>
                  <a:pt x="12021" y="57793"/>
                </a:lnTo>
                <a:cubicBezTo>
                  <a:pt x="12012" y="57732"/>
                  <a:pt x="12004" y="57673"/>
                  <a:pt x="11996" y="57614"/>
                </a:cubicBezTo>
                <a:close/>
                <a:moveTo>
                  <a:pt x="10132" y="58846"/>
                </a:moveTo>
                <a:lnTo>
                  <a:pt x="10132" y="58846"/>
                </a:lnTo>
                <a:cubicBezTo>
                  <a:pt x="10120" y="58863"/>
                  <a:pt x="10108" y="58889"/>
                  <a:pt x="10096" y="58925"/>
                </a:cubicBezTo>
                <a:cubicBezTo>
                  <a:pt x="10083" y="58933"/>
                  <a:pt x="10069" y="58942"/>
                  <a:pt x="10055" y="58950"/>
                </a:cubicBezTo>
                <a:lnTo>
                  <a:pt x="10055" y="58950"/>
                </a:lnTo>
                <a:cubicBezTo>
                  <a:pt x="10061" y="58923"/>
                  <a:pt x="10067" y="58897"/>
                  <a:pt x="10073" y="58870"/>
                </a:cubicBezTo>
                <a:lnTo>
                  <a:pt x="10073" y="58870"/>
                </a:lnTo>
                <a:cubicBezTo>
                  <a:pt x="10051" y="58885"/>
                  <a:pt x="10030" y="58903"/>
                  <a:pt x="10008" y="58925"/>
                </a:cubicBezTo>
                <a:cubicBezTo>
                  <a:pt x="9993" y="58954"/>
                  <a:pt x="9978" y="58984"/>
                  <a:pt x="9964" y="59013"/>
                </a:cubicBezTo>
                <a:cubicBezTo>
                  <a:pt x="9985" y="58992"/>
                  <a:pt x="10021" y="58971"/>
                  <a:pt x="10055" y="58950"/>
                </a:cubicBezTo>
                <a:lnTo>
                  <a:pt x="10055" y="58950"/>
                </a:lnTo>
                <a:cubicBezTo>
                  <a:pt x="9876" y="59807"/>
                  <a:pt x="10061" y="60792"/>
                  <a:pt x="10582" y="61735"/>
                </a:cubicBezTo>
                <a:cubicBezTo>
                  <a:pt x="11288" y="63001"/>
                  <a:pt x="12407" y="64134"/>
                  <a:pt x="14025" y="65179"/>
                </a:cubicBezTo>
                <a:cubicBezTo>
                  <a:pt x="14261" y="65326"/>
                  <a:pt x="14496" y="65473"/>
                  <a:pt x="14747" y="65635"/>
                </a:cubicBezTo>
                <a:cubicBezTo>
                  <a:pt x="15880" y="66356"/>
                  <a:pt x="16763" y="67166"/>
                  <a:pt x="17366" y="68005"/>
                </a:cubicBezTo>
                <a:cubicBezTo>
                  <a:pt x="17881" y="68726"/>
                  <a:pt x="18426" y="69594"/>
                  <a:pt x="18440" y="70609"/>
                </a:cubicBezTo>
                <a:cubicBezTo>
                  <a:pt x="18455" y="71669"/>
                  <a:pt x="17940" y="72773"/>
                  <a:pt x="16998" y="73700"/>
                </a:cubicBezTo>
                <a:cubicBezTo>
                  <a:pt x="16660" y="74038"/>
                  <a:pt x="16262" y="74362"/>
                  <a:pt x="15850" y="74612"/>
                </a:cubicBezTo>
                <a:cubicBezTo>
                  <a:pt x="14835" y="75245"/>
                  <a:pt x="13716" y="75642"/>
                  <a:pt x="12627" y="76025"/>
                </a:cubicBezTo>
                <a:cubicBezTo>
                  <a:pt x="12186" y="76202"/>
                  <a:pt x="11700" y="76364"/>
                  <a:pt x="11259" y="76525"/>
                </a:cubicBezTo>
                <a:cubicBezTo>
                  <a:pt x="9684" y="77158"/>
                  <a:pt x="8154" y="78012"/>
                  <a:pt x="6741" y="79071"/>
                </a:cubicBezTo>
                <a:cubicBezTo>
                  <a:pt x="5519" y="79969"/>
                  <a:pt x="4666" y="80911"/>
                  <a:pt x="4151" y="81838"/>
                </a:cubicBezTo>
                <a:cubicBezTo>
                  <a:pt x="3827" y="82427"/>
                  <a:pt x="3650" y="83015"/>
                  <a:pt x="3606" y="83633"/>
                </a:cubicBezTo>
                <a:cubicBezTo>
                  <a:pt x="3562" y="84340"/>
                  <a:pt x="3680" y="85032"/>
                  <a:pt x="3901" y="85856"/>
                </a:cubicBezTo>
                <a:cubicBezTo>
                  <a:pt x="4327" y="87504"/>
                  <a:pt x="4916" y="89108"/>
                  <a:pt x="5637" y="90594"/>
                </a:cubicBezTo>
                <a:lnTo>
                  <a:pt x="5696" y="90565"/>
                </a:lnTo>
                <a:cubicBezTo>
                  <a:pt x="4975" y="89079"/>
                  <a:pt x="4386" y="87489"/>
                  <a:pt x="3959" y="85841"/>
                </a:cubicBezTo>
                <a:cubicBezTo>
                  <a:pt x="3753" y="85032"/>
                  <a:pt x="3636" y="84340"/>
                  <a:pt x="3665" y="83633"/>
                </a:cubicBezTo>
                <a:cubicBezTo>
                  <a:pt x="3709" y="83045"/>
                  <a:pt x="3886" y="82456"/>
                  <a:pt x="4180" y="81882"/>
                </a:cubicBezTo>
                <a:cubicBezTo>
                  <a:pt x="4680" y="80940"/>
                  <a:pt x="5549" y="79999"/>
                  <a:pt x="6756" y="79116"/>
                </a:cubicBezTo>
                <a:cubicBezTo>
                  <a:pt x="8168" y="78071"/>
                  <a:pt x="9699" y="77232"/>
                  <a:pt x="11259" y="76599"/>
                </a:cubicBezTo>
                <a:cubicBezTo>
                  <a:pt x="11700" y="76422"/>
                  <a:pt x="12186" y="76246"/>
                  <a:pt x="12627" y="76099"/>
                </a:cubicBezTo>
                <a:cubicBezTo>
                  <a:pt x="13731" y="75716"/>
                  <a:pt x="14850" y="75319"/>
                  <a:pt x="15865" y="74671"/>
                </a:cubicBezTo>
                <a:cubicBezTo>
                  <a:pt x="16292" y="74392"/>
                  <a:pt x="16689" y="74083"/>
                  <a:pt x="17042" y="73729"/>
                </a:cubicBezTo>
                <a:cubicBezTo>
                  <a:pt x="17984" y="72773"/>
                  <a:pt x="18499" y="71669"/>
                  <a:pt x="18499" y="70580"/>
                </a:cubicBezTo>
                <a:cubicBezTo>
                  <a:pt x="18470" y="69609"/>
                  <a:pt x="17984" y="68740"/>
                  <a:pt x="17410" y="67961"/>
                </a:cubicBezTo>
                <a:cubicBezTo>
                  <a:pt x="16807" y="67092"/>
                  <a:pt x="15924" y="66298"/>
                  <a:pt x="14761" y="65562"/>
                </a:cubicBezTo>
                <a:cubicBezTo>
                  <a:pt x="14526" y="65415"/>
                  <a:pt x="14276" y="65267"/>
                  <a:pt x="14040" y="65106"/>
                </a:cubicBezTo>
                <a:cubicBezTo>
                  <a:pt x="12421" y="64061"/>
                  <a:pt x="11303" y="62928"/>
                  <a:pt x="10626" y="61677"/>
                </a:cubicBezTo>
                <a:cubicBezTo>
                  <a:pt x="10085" y="60722"/>
                  <a:pt x="9916" y="59686"/>
                  <a:pt x="10132" y="58846"/>
                </a:cubicBezTo>
                <a:close/>
                <a:moveTo>
                  <a:pt x="12346" y="57517"/>
                </a:moveTo>
                <a:cubicBezTo>
                  <a:pt x="12348" y="57549"/>
                  <a:pt x="12348" y="57584"/>
                  <a:pt x="12348" y="57615"/>
                </a:cubicBezTo>
                <a:cubicBezTo>
                  <a:pt x="12352" y="57614"/>
                  <a:pt x="12356" y="57613"/>
                  <a:pt x="12359" y="57612"/>
                </a:cubicBezTo>
                <a:lnTo>
                  <a:pt x="12359" y="57612"/>
                </a:lnTo>
                <a:cubicBezTo>
                  <a:pt x="12396" y="57845"/>
                  <a:pt x="12453" y="58089"/>
                  <a:pt x="12510" y="58351"/>
                </a:cubicBezTo>
                <a:cubicBezTo>
                  <a:pt x="13054" y="60367"/>
                  <a:pt x="14261" y="62206"/>
                  <a:pt x="16100" y="63825"/>
                </a:cubicBezTo>
                <a:cubicBezTo>
                  <a:pt x="16365" y="64046"/>
                  <a:pt x="16630" y="64296"/>
                  <a:pt x="16969" y="64561"/>
                </a:cubicBezTo>
                <a:cubicBezTo>
                  <a:pt x="18058" y="65473"/>
                  <a:pt x="19382" y="66680"/>
                  <a:pt x="19941" y="68211"/>
                </a:cubicBezTo>
                <a:cubicBezTo>
                  <a:pt x="20221" y="68932"/>
                  <a:pt x="20486" y="69756"/>
                  <a:pt x="20354" y="70639"/>
                </a:cubicBezTo>
                <a:cubicBezTo>
                  <a:pt x="20192" y="71816"/>
                  <a:pt x="19471" y="72758"/>
                  <a:pt x="18911" y="73347"/>
                </a:cubicBezTo>
                <a:cubicBezTo>
                  <a:pt x="18617" y="73656"/>
                  <a:pt x="18293" y="73950"/>
                  <a:pt x="17925" y="74200"/>
                </a:cubicBezTo>
                <a:cubicBezTo>
                  <a:pt x="17145" y="74774"/>
                  <a:pt x="16292" y="75230"/>
                  <a:pt x="15453" y="75657"/>
                </a:cubicBezTo>
                <a:cubicBezTo>
                  <a:pt x="15011" y="75893"/>
                  <a:pt x="14541" y="76143"/>
                  <a:pt x="14099" y="76393"/>
                </a:cubicBezTo>
                <a:cubicBezTo>
                  <a:pt x="12716" y="77202"/>
                  <a:pt x="11435" y="78218"/>
                  <a:pt x="10287" y="79395"/>
                </a:cubicBezTo>
                <a:cubicBezTo>
                  <a:pt x="9331" y="80381"/>
                  <a:pt x="8669" y="81338"/>
                  <a:pt x="8242" y="82324"/>
                </a:cubicBezTo>
                <a:cubicBezTo>
                  <a:pt x="8006" y="82868"/>
                  <a:pt x="7859" y="83442"/>
                  <a:pt x="7786" y="84016"/>
                </a:cubicBezTo>
                <a:cubicBezTo>
                  <a:pt x="7712" y="84619"/>
                  <a:pt x="7756" y="85267"/>
                  <a:pt x="7874" y="86106"/>
                </a:cubicBezTo>
                <a:cubicBezTo>
                  <a:pt x="8124" y="87725"/>
                  <a:pt x="8595" y="89240"/>
                  <a:pt x="9301" y="90609"/>
                </a:cubicBezTo>
                <a:lnTo>
                  <a:pt x="9346" y="90580"/>
                </a:lnTo>
                <a:cubicBezTo>
                  <a:pt x="8669" y="89196"/>
                  <a:pt x="8198" y="87695"/>
                  <a:pt x="7933" y="86091"/>
                </a:cubicBezTo>
                <a:cubicBezTo>
                  <a:pt x="7800" y="85238"/>
                  <a:pt x="7786" y="84619"/>
                  <a:pt x="7845" y="84016"/>
                </a:cubicBezTo>
                <a:cubicBezTo>
                  <a:pt x="7903" y="83457"/>
                  <a:pt x="8051" y="82883"/>
                  <a:pt x="8286" y="82338"/>
                </a:cubicBezTo>
                <a:cubicBezTo>
                  <a:pt x="8683" y="81367"/>
                  <a:pt x="9346" y="80425"/>
                  <a:pt x="10302" y="79425"/>
                </a:cubicBezTo>
                <a:cubicBezTo>
                  <a:pt x="11450" y="78247"/>
                  <a:pt x="12716" y="77261"/>
                  <a:pt x="14099" y="76452"/>
                </a:cubicBezTo>
                <a:cubicBezTo>
                  <a:pt x="14541" y="76187"/>
                  <a:pt x="14997" y="75952"/>
                  <a:pt x="15453" y="75716"/>
                </a:cubicBezTo>
                <a:cubicBezTo>
                  <a:pt x="16292" y="75275"/>
                  <a:pt x="17145" y="74833"/>
                  <a:pt x="17940" y="74244"/>
                </a:cubicBezTo>
                <a:cubicBezTo>
                  <a:pt x="18308" y="73965"/>
                  <a:pt x="18646" y="73670"/>
                  <a:pt x="18941" y="73361"/>
                </a:cubicBezTo>
                <a:cubicBezTo>
                  <a:pt x="19500" y="72773"/>
                  <a:pt x="20221" y="71816"/>
                  <a:pt x="20383" y="70624"/>
                </a:cubicBezTo>
                <a:cubicBezTo>
                  <a:pt x="20515" y="69712"/>
                  <a:pt x="20236" y="68873"/>
                  <a:pt x="19986" y="68152"/>
                </a:cubicBezTo>
                <a:cubicBezTo>
                  <a:pt x="19397" y="66607"/>
                  <a:pt x="18072" y="65370"/>
                  <a:pt x="16983" y="64487"/>
                </a:cubicBezTo>
                <a:cubicBezTo>
                  <a:pt x="16674" y="64237"/>
                  <a:pt x="16395" y="64002"/>
                  <a:pt x="16115" y="63781"/>
                </a:cubicBezTo>
                <a:cubicBezTo>
                  <a:pt x="14305" y="62162"/>
                  <a:pt x="13098" y="60337"/>
                  <a:pt x="12569" y="58336"/>
                </a:cubicBezTo>
                <a:cubicBezTo>
                  <a:pt x="12501" y="58067"/>
                  <a:pt x="12451" y="57824"/>
                  <a:pt x="12418" y="57593"/>
                </a:cubicBezTo>
                <a:lnTo>
                  <a:pt x="12418" y="57593"/>
                </a:lnTo>
                <a:cubicBezTo>
                  <a:pt x="12399" y="57600"/>
                  <a:pt x="12380" y="57606"/>
                  <a:pt x="12359" y="57612"/>
                </a:cubicBezTo>
                <a:lnTo>
                  <a:pt x="12359" y="57612"/>
                </a:lnTo>
                <a:cubicBezTo>
                  <a:pt x="12354" y="57580"/>
                  <a:pt x="12350" y="57548"/>
                  <a:pt x="12346" y="57517"/>
                </a:cubicBezTo>
                <a:close/>
                <a:moveTo>
                  <a:pt x="12713" y="57382"/>
                </a:moveTo>
                <a:lnTo>
                  <a:pt x="12713" y="57382"/>
                </a:lnTo>
                <a:cubicBezTo>
                  <a:pt x="12715" y="57400"/>
                  <a:pt x="12716" y="57419"/>
                  <a:pt x="12716" y="57438"/>
                </a:cubicBezTo>
                <a:cubicBezTo>
                  <a:pt x="12718" y="57437"/>
                  <a:pt x="12720" y="57436"/>
                  <a:pt x="12722" y="57435"/>
                </a:cubicBezTo>
                <a:lnTo>
                  <a:pt x="12722" y="57435"/>
                </a:lnTo>
                <a:cubicBezTo>
                  <a:pt x="12747" y="57578"/>
                  <a:pt x="12775" y="57722"/>
                  <a:pt x="12804" y="57865"/>
                </a:cubicBezTo>
                <a:cubicBezTo>
                  <a:pt x="13290" y="59970"/>
                  <a:pt x="14496" y="61912"/>
                  <a:pt x="16410" y="63649"/>
                </a:cubicBezTo>
                <a:cubicBezTo>
                  <a:pt x="16689" y="63884"/>
                  <a:pt x="16969" y="64149"/>
                  <a:pt x="17293" y="64414"/>
                </a:cubicBezTo>
                <a:cubicBezTo>
                  <a:pt x="18499" y="65429"/>
                  <a:pt x="19794" y="66680"/>
                  <a:pt x="20339" y="68240"/>
                </a:cubicBezTo>
                <a:cubicBezTo>
                  <a:pt x="20589" y="68976"/>
                  <a:pt x="20795" y="69785"/>
                  <a:pt x="20648" y="70654"/>
                </a:cubicBezTo>
                <a:cubicBezTo>
                  <a:pt x="20442" y="71816"/>
                  <a:pt x="19765" y="72729"/>
                  <a:pt x="19206" y="73303"/>
                </a:cubicBezTo>
                <a:cubicBezTo>
                  <a:pt x="18911" y="73612"/>
                  <a:pt x="18602" y="73891"/>
                  <a:pt x="18234" y="74171"/>
                </a:cubicBezTo>
                <a:cubicBezTo>
                  <a:pt x="17499" y="74745"/>
                  <a:pt x="16674" y="75186"/>
                  <a:pt x="15880" y="75628"/>
                </a:cubicBezTo>
                <a:cubicBezTo>
                  <a:pt x="15438" y="75878"/>
                  <a:pt x="14967" y="76113"/>
                  <a:pt x="14526" y="76393"/>
                </a:cubicBezTo>
                <a:cubicBezTo>
                  <a:pt x="13157" y="77217"/>
                  <a:pt x="11921" y="78247"/>
                  <a:pt x="10817" y="79454"/>
                </a:cubicBezTo>
                <a:cubicBezTo>
                  <a:pt x="9905" y="80440"/>
                  <a:pt x="9257" y="81397"/>
                  <a:pt x="8875" y="82397"/>
                </a:cubicBezTo>
                <a:cubicBezTo>
                  <a:pt x="8639" y="82942"/>
                  <a:pt x="8492" y="83516"/>
                  <a:pt x="8433" y="84060"/>
                </a:cubicBezTo>
                <a:cubicBezTo>
                  <a:pt x="8360" y="84678"/>
                  <a:pt x="8374" y="85341"/>
                  <a:pt x="8492" y="86150"/>
                </a:cubicBezTo>
                <a:cubicBezTo>
                  <a:pt x="8713" y="87739"/>
                  <a:pt x="9169" y="89255"/>
                  <a:pt x="9846" y="90638"/>
                </a:cubicBezTo>
                <a:lnTo>
                  <a:pt x="9905" y="90594"/>
                </a:lnTo>
                <a:cubicBezTo>
                  <a:pt x="9228" y="89240"/>
                  <a:pt x="8757" y="87725"/>
                  <a:pt x="8536" y="86121"/>
                </a:cubicBezTo>
                <a:cubicBezTo>
                  <a:pt x="8433" y="85311"/>
                  <a:pt x="8418" y="84649"/>
                  <a:pt x="8492" y="84060"/>
                </a:cubicBezTo>
                <a:cubicBezTo>
                  <a:pt x="8536" y="83516"/>
                  <a:pt x="8683" y="82957"/>
                  <a:pt x="8934" y="82412"/>
                </a:cubicBezTo>
                <a:cubicBezTo>
                  <a:pt x="9331" y="81441"/>
                  <a:pt x="9964" y="80484"/>
                  <a:pt x="10876" y="79483"/>
                </a:cubicBezTo>
                <a:cubicBezTo>
                  <a:pt x="11965" y="78291"/>
                  <a:pt x="13216" y="77276"/>
                  <a:pt x="14555" y="76437"/>
                </a:cubicBezTo>
                <a:cubicBezTo>
                  <a:pt x="14997" y="76158"/>
                  <a:pt x="15453" y="75893"/>
                  <a:pt x="15894" y="75657"/>
                </a:cubicBezTo>
                <a:cubicBezTo>
                  <a:pt x="16689" y="75216"/>
                  <a:pt x="17513" y="74759"/>
                  <a:pt x="18279" y="74186"/>
                </a:cubicBezTo>
                <a:cubicBezTo>
                  <a:pt x="18617" y="73906"/>
                  <a:pt x="18955" y="73612"/>
                  <a:pt x="19250" y="73317"/>
                </a:cubicBezTo>
                <a:cubicBezTo>
                  <a:pt x="19794" y="72729"/>
                  <a:pt x="20501" y="71816"/>
                  <a:pt x="20707" y="70639"/>
                </a:cubicBezTo>
                <a:cubicBezTo>
                  <a:pt x="20854" y="69771"/>
                  <a:pt x="20648" y="68947"/>
                  <a:pt x="20383" y="68196"/>
                </a:cubicBezTo>
                <a:cubicBezTo>
                  <a:pt x="19853" y="66621"/>
                  <a:pt x="18543" y="65356"/>
                  <a:pt x="17337" y="64340"/>
                </a:cubicBezTo>
                <a:cubicBezTo>
                  <a:pt x="17028" y="64075"/>
                  <a:pt x="16733" y="63825"/>
                  <a:pt x="16454" y="63575"/>
                </a:cubicBezTo>
                <a:cubicBezTo>
                  <a:pt x="14555" y="61868"/>
                  <a:pt x="13363" y="59925"/>
                  <a:pt x="12878" y="57836"/>
                </a:cubicBezTo>
                <a:cubicBezTo>
                  <a:pt x="12850" y="57688"/>
                  <a:pt x="12822" y="57535"/>
                  <a:pt x="12798" y="57395"/>
                </a:cubicBezTo>
                <a:lnTo>
                  <a:pt x="12798" y="57395"/>
                </a:lnTo>
                <a:cubicBezTo>
                  <a:pt x="12774" y="57408"/>
                  <a:pt x="12749" y="57422"/>
                  <a:pt x="12722" y="57435"/>
                </a:cubicBezTo>
                <a:lnTo>
                  <a:pt x="12722" y="57435"/>
                </a:lnTo>
                <a:cubicBezTo>
                  <a:pt x="12719" y="57417"/>
                  <a:pt x="12716" y="57400"/>
                  <a:pt x="12713" y="57382"/>
                </a:cubicBezTo>
                <a:close/>
                <a:moveTo>
                  <a:pt x="13226" y="57150"/>
                </a:moveTo>
                <a:lnTo>
                  <a:pt x="13088" y="57230"/>
                </a:lnTo>
                <a:lnTo>
                  <a:pt x="13088" y="57230"/>
                </a:lnTo>
                <a:cubicBezTo>
                  <a:pt x="13086" y="57219"/>
                  <a:pt x="13084" y="57209"/>
                  <a:pt x="13083" y="57199"/>
                </a:cubicBezTo>
                <a:lnTo>
                  <a:pt x="13083" y="57199"/>
                </a:lnTo>
                <a:cubicBezTo>
                  <a:pt x="13083" y="57210"/>
                  <a:pt x="13084" y="57221"/>
                  <a:pt x="13084" y="57232"/>
                </a:cubicBezTo>
                <a:lnTo>
                  <a:pt x="13088" y="57230"/>
                </a:lnTo>
                <a:lnTo>
                  <a:pt x="13088" y="57230"/>
                </a:lnTo>
                <a:cubicBezTo>
                  <a:pt x="13098" y="57283"/>
                  <a:pt x="13111" y="57337"/>
                  <a:pt x="13128" y="57394"/>
                </a:cubicBezTo>
                <a:cubicBezTo>
                  <a:pt x="13540" y="59557"/>
                  <a:pt x="14761" y="61603"/>
                  <a:pt x="16748" y="63443"/>
                </a:cubicBezTo>
                <a:cubicBezTo>
                  <a:pt x="17028" y="63707"/>
                  <a:pt x="17322" y="63958"/>
                  <a:pt x="17646" y="64252"/>
                </a:cubicBezTo>
                <a:cubicBezTo>
                  <a:pt x="18970" y="65400"/>
                  <a:pt x="20236" y="66665"/>
                  <a:pt x="20736" y="68270"/>
                </a:cubicBezTo>
                <a:cubicBezTo>
                  <a:pt x="20942" y="68902"/>
                  <a:pt x="21148" y="69771"/>
                  <a:pt x="20957" y="70639"/>
                </a:cubicBezTo>
                <a:cubicBezTo>
                  <a:pt x="20736" y="71757"/>
                  <a:pt x="20059" y="72684"/>
                  <a:pt x="19529" y="73229"/>
                </a:cubicBezTo>
                <a:cubicBezTo>
                  <a:pt x="19250" y="73523"/>
                  <a:pt x="18911" y="73818"/>
                  <a:pt x="18588" y="74097"/>
                </a:cubicBezTo>
                <a:cubicBezTo>
                  <a:pt x="17866" y="74642"/>
                  <a:pt x="17101" y="75113"/>
                  <a:pt x="16336" y="75554"/>
                </a:cubicBezTo>
                <a:cubicBezTo>
                  <a:pt x="15894" y="75804"/>
                  <a:pt x="15424" y="76084"/>
                  <a:pt x="14997" y="76378"/>
                </a:cubicBezTo>
                <a:cubicBezTo>
                  <a:pt x="13672" y="77247"/>
                  <a:pt x="12466" y="78291"/>
                  <a:pt x="11406" y="79498"/>
                </a:cubicBezTo>
                <a:cubicBezTo>
                  <a:pt x="10552" y="80514"/>
                  <a:pt x="9920" y="81470"/>
                  <a:pt x="9537" y="82471"/>
                </a:cubicBezTo>
                <a:cubicBezTo>
                  <a:pt x="9316" y="83015"/>
                  <a:pt x="9169" y="83575"/>
                  <a:pt x="9110" y="84119"/>
                </a:cubicBezTo>
                <a:cubicBezTo>
                  <a:pt x="9037" y="84722"/>
                  <a:pt x="9051" y="85385"/>
                  <a:pt x="9154" y="86179"/>
                </a:cubicBezTo>
                <a:cubicBezTo>
                  <a:pt x="9346" y="87783"/>
                  <a:pt x="9787" y="89270"/>
                  <a:pt x="10479" y="90638"/>
                </a:cubicBezTo>
                <a:lnTo>
                  <a:pt x="10523" y="90594"/>
                </a:lnTo>
                <a:cubicBezTo>
                  <a:pt x="9846" y="89255"/>
                  <a:pt x="9404" y="87769"/>
                  <a:pt x="9228" y="86165"/>
                </a:cubicBezTo>
                <a:cubicBezTo>
                  <a:pt x="9125" y="85370"/>
                  <a:pt x="9110" y="84722"/>
                  <a:pt x="9184" y="84119"/>
                </a:cubicBezTo>
                <a:cubicBezTo>
                  <a:pt x="9257" y="83575"/>
                  <a:pt x="9390" y="83015"/>
                  <a:pt x="9611" y="82486"/>
                </a:cubicBezTo>
                <a:cubicBezTo>
                  <a:pt x="9993" y="81514"/>
                  <a:pt x="10597" y="80558"/>
                  <a:pt x="11480" y="79542"/>
                </a:cubicBezTo>
                <a:cubicBezTo>
                  <a:pt x="12539" y="78350"/>
                  <a:pt x="13746" y="77291"/>
                  <a:pt x="15070" y="76437"/>
                </a:cubicBezTo>
                <a:cubicBezTo>
                  <a:pt x="15512" y="76143"/>
                  <a:pt x="15968" y="75878"/>
                  <a:pt x="16410" y="75598"/>
                </a:cubicBezTo>
                <a:cubicBezTo>
                  <a:pt x="17175" y="75157"/>
                  <a:pt x="17955" y="74701"/>
                  <a:pt x="18676" y="74156"/>
                </a:cubicBezTo>
                <a:cubicBezTo>
                  <a:pt x="19029" y="73877"/>
                  <a:pt x="19338" y="73582"/>
                  <a:pt x="19632" y="73288"/>
                </a:cubicBezTo>
                <a:cubicBezTo>
                  <a:pt x="20162" y="72714"/>
                  <a:pt x="20869" y="71801"/>
                  <a:pt x="21089" y="70654"/>
                </a:cubicBezTo>
                <a:cubicBezTo>
                  <a:pt x="21266" y="69756"/>
                  <a:pt x="21075" y="68888"/>
                  <a:pt x="20869" y="68240"/>
                </a:cubicBezTo>
                <a:cubicBezTo>
                  <a:pt x="20383" y="66651"/>
                  <a:pt x="19088" y="65356"/>
                  <a:pt x="17763" y="64223"/>
                </a:cubicBezTo>
                <a:cubicBezTo>
                  <a:pt x="17425" y="63943"/>
                  <a:pt x="17131" y="63663"/>
                  <a:pt x="16851" y="63413"/>
                </a:cubicBezTo>
                <a:cubicBezTo>
                  <a:pt x="14894" y="61574"/>
                  <a:pt x="13672" y="59543"/>
                  <a:pt x="13275" y="57379"/>
                </a:cubicBezTo>
                <a:cubicBezTo>
                  <a:pt x="13252" y="57302"/>
                  <a:pt x="13237" y="57225"/>
                  <a:pt x="13226" y="57150"/>
                </a:cubicBezTo>
                <a:close/>
                <a:moveTo>
                  <a:pt x="14399" y="56145"/>
                </a:moveTo>
                <a:cubicBezTo>
                  <a:pt x="14392" y="56150"/>
                  <a:pt x="14385" y="56154"/>
                  <a:pt x="14379" y="56158"/>
                </a:cubicBezTo>
                <a:cubicBezTo>
                  <a:pt x="14379" y="56232"/>
                  <a:pt x="14393" y="56305"/>
                  <a:pt x="14393" y="56379"/>
                </a:cubicBezTo>
                <a:cubicBezTo>
                  <a:pt x="14405" y="56367"/>
                  <a:pt x="14417" y="56357"/>
                  <a:pt x="14429" y="56346"/>
                </a:cubicBezTo>
                <a:lnTo>
                  <a:pt x="14429" y="56346"/>
                </a:lnTo>
                <a:cubicBezTo>
                  <a:pt x="14763" y="58469"/>
                  <a:pt x="15946" y="60568"/>
                  <a:pt x="18028" y="62721"/>
                </a:cubicBezTo>
                <a:cubicBezTo>
                  <a:pt x="18352" y="63045"/>
                  <a:pt x="18661" y="63354"/>
                  <a:pt x="19014" y="63678"/>
                </a:cubicBezTo>
                <a:cubicBezTo>
                  <a:pt x="20412" y="64988"/>
                  <a:pt x="21972" y="66459"/>
                  <a:pt x="22296" y="68417"/>
                </a:cubicBezTo>
                <a:cubicBezTo>
                  <a:pt x="22429" y="69197"/>
                  <a:pt x="22370" y="69977"/>
                  <a:pt x="22149" y="70698"/>
                </a:cubicBezTo>
                <a:cubicBezTo>
                  <a:pt x="21899" y="71507"/>
                  <a:pt x="21398" y="72331"/>
                  <a:pt x="20721" y="73067"/>
                </a:cubicBezTo>
                <a:cubicBezTo>
                  <a:pt x="20457" y="73347"/>
                  <a:pt x="20192" y="73612"/>
                  <a:pt x="19868" y="73891"/>
                </a:cubicBezTo>
                <a:cubicBezTo>
                  <a:pt x="19309" y="74392"/>
                  <a:pt x="18676" y="74848"/>
                  <a:pt x="18072" y="75289"/>
                </a:cubicBezTo>
                <a:cubicBezTo>
                  <a:pt x="17616" y="75628"/>
                  <a:pt x="17145" y="75966"/>
                  <a:pt x="16704" y="76319"/>
                </a:cubicBezTo>
                <a:cubicBezTo>
                  <a:pt x="15482" y="77320"/>
                  <a:pt x="14408" y="78453"/>
                  <a:pt x="13525" y="79704"/>
                </a:cubicBezTo>
                <a:cubicBezTo>
                  <a:pt x="12833" y="80705"/>
                  <a:pt x="12318" y="81735"/>
                  <a:pt x="11965" y="82736"/>
                </a:cubicBezTo>
                <a:cubicBezTo>
                  <a:pt x="11774" y="83280"/>
                  <a:pt x="11656" y="83810"/>
                  <a:pt x="11583" y="84340"/>
                </a:cubicBezTo>
                <a:cubicBezTo>
                  <a:pt x="11480" y="84973"/>
                  <a:pt x="11465" y="85635"/>
                  <a:pt x="11509" y="86327"/>
                </a:cubicBezTo>
                <a:cubicBezTo>
                  <a:pt x="11597" y="87886"/>
                  <a:pt x="11965" y="89343"/>
                  <a:pt x="12642" y="90653"/>
                </a:cubicBezTo>
                <a:lnTo>
                  <a:pt x="12701" y="90609"/>
                </a:lnTo>
                <a:cubicBezTo>
                  <a:pt x="12039" y="89329"/>
                  <a:pt x="11656" y="87872"/>
                  <a:pt x="11583" y="86327"/>
                </a:cubicBezTo>
                <a:cubicBezTo>
                  <a:pt x="11538" y="85635"/>
                  <a:pt x="11553" y="84973"/>
                  <a:pt x="11656" y="84340"/>
                </a:cubicBezTo>
                <a:cubicBezTo>
                  <a:pt x="11730" y="83810"/>
                  <a:pt x="11847" y="83280"/>
                  <a:pt x="12039" y="82736"/>
                </a:cubicBezTo>
                <a:cubicBezTo>
                  <a:pt x="12362" y="81735"/>
                  <a:pt x="12907" y="80720"/>
                  <a:pt x="13599" y="79719"/>
                </a:cubicBezTo>
                <a:cubicBezTo>
                  <a:pt x="14467" y="78468"/>
                  <a:pt x="15527" y="77350"/>
                  <a:pt x="16763" y="76364"/>
                </a:cubicBezTo>
                <a:cubicBezTo>
                  <a:pt x="17204" y="76010"/>
                  <a:pt x="17660" y="75657"/>
                  <a:pt x="18131" y="75333"/>
                </a:cubicBezTo>
                <a:cubicBezTo>
                  <a:pt x="18735" y="74892"/>
                  <a:pt x="19353" y="74421"/>
                  <a:pt x="19927" y="73935"/>
                </a:cubicBezTo>
                <a:cubicBezTo>
                  <a:pt x="20236" y="73656"/>
                  <a:pt x="20530" y="73376"/>
                  <a:pt x="20795" y="73097"/>
                </a:cubicBezTo>
                <a:cubicBezTo>
                  <a:pt x="21472" y="72346"/>
                  <a:pt x="21987" y="71522"/>
                  <a:pt x="22252" y="70712"/>
                </a:cubicBezTo>
                <a:cubicBezTo>
                  <a:pt x="22487" y="69977"/>
                  <a:pt x="22546" y="69197"/>
                  <a:pt x="22414" y="68387"/>
                </a:cubicBezTo>
                <a:cubicBezTo>
                  <a:pt x="22075" y="66430"/>
                  <a:pt x="20501" y="64929"/>
                  <a:pt x="19103" y="63634"/>
                </a:cubicBezTo>
                <a:cubicBezTo>
                  <a:pt x="18749" y="63295"/>
                  <a:pt x="18426" y="62986"/>
                  <a:pt x="18131" y="62677"/>
                </a:cubicBezTo>
                <a:cubicBezTo>
                  <a:pt x="16026" y="60501"/>
                  <a:pt x="14842" y="58406"/>
                  <a:pt x="14526" y="56275"/>
                </a:cubicBezTo>
                <a:lnTo>
                  <a:pt x="14526" y="56275"/>
                </a:lnTo>
                <a:cubicBezTo>
                  <a:pt x="14493" y="56297"/>
                  <a:pt x="14460" y="56320"/>
                  <a:pt x="14429" y="56346"/>
                </a:cubicBezTo>
                <a:lnTo>
                  <a:pt x="14429" y="56346"/>
                </a:lnTo>
                <a:cubicBezTo>
                  <a:pt x="14418" y="56279"/>
                  <a:pt x="14408" y="56212"/>
                  <a:pt x="14399" y="56145"/>
                </a:cubicBezTo>
                <a:close/>
                <a:moveTo>
                  <a:pt x="14423" y="0"/>
                </a:moveTo>
                <a:lnTo>
                  <a:pt x="14379" y="44"/>
                </a:lnTo>
                <a:cubicBezTo>
                  <a:pt x="15527" y="2281"/>
                  <a:pt x="15733" y="5122"/>
                  <a:pt x="14923" y="7785"/>
                </a:cubicBezTo>
                <a:cubicBezTo>
                  <a:pt x="14202" y="10155"/>
                  <a:pt x="12701" y="12421"/>
                  <a:pt x="10567" y="14334"/>
                </a:cubicBezTo>
                <a:cubicBezTo>
                  <a:pt x="10126" y="14731"/>
                  <a:pt x="9640" y="15129"/>
                  <a:pt x="9184" y="15511"/>
                </a:cubicBezTo>
                <a:cubicBezTo>
                  <a:pt x="8374" y="16174"/>
                  <a:pt x="7535" y="16865"/>
                  <a:pt x="6814" y="17660"/>
                </a:cubicBezTo>
                <a:cubicBezTo>
                  <a:pt x="6064" y="18514"/>
                  <a:pt x="4813" y="20221"/>
                  <a:pt x="5004" y="22207"/>
                </a:cubicBezTo>
                <a:cubicBezTo>
                  <a:pt x="5210" y="24223"/>
                  <a:pt x="6844" y="25813"/>
                  <a:pt x="8271" y="27196"/>
                </a:cubicBezTo>
                <a:lnTo>
                  <a:pt x="8418" y="27343"/>
                </a:lnTo>
                <a:cubicBezTo>
                  <a:pt x="10302" y="29183"/>
                  <a:pt x="12760" y="31905"/>
                  <a:pt x="13098" y="35099"/>
                </a:cubicBezTo>
                <a:cubicBezTo>
                  <a:pt x="12024" y="36026"/>
                  <a:pt x="11215" y="37056"/>
                  <a:pt x="10670" y="38175"/>
                </a:cubicBezTo>
                <a:cubicBezTo>
                  <a:pt x="9611" y="40456"/>
                  <a:pt x="9890" y="43119"/>
                  <a:pt x="11376" y="44723"/>
                </a:cubicBezTo>
                <a:cubicBezTo>
                  <a:pt x="11391" y="44738"/>
                  <a:pt x="11406" y="44782"/>
                  <a:pt x="11450" y="44797"/>
                </a:cubicBezTo>
                <a:lnTo>
                  <a:pt x="11509" y="44753"/>
                </a:lnTo>
                <a:cubicBezTo>
                  <a:pt x="11538" y="44782"/>
                  <a:pt x="11597" y="44782"/>
                  <a:pt x="11627" y="44797"/>
                </a:cubicBezTo>
                <a:cubicBezTo>
                  <a:pt x="11656" y="44812"/>
                  <a:pt x="11671" y="44856"/>
                  <a:pt x="11700" y="44871"/>
                </a:cubicBezTo>
                <a:lnTo>
                  <a:pt x="11744" y="44826"/>
                </a:lnTo>
                <a:cubicBezTo>
                  <a:pt x="11803" y="44856"/>
                  <a:pt x="11847" y="44871"/>
                  <a:pt x="11892" y="44885"/>
                </a:cubicBezTo>
                <a:lnTo>
                  <a:pt x="11950" y="44944"/>
                </a:lnTo>
                <a:lnTo>
                  <a:pt x="11980" y="44900"/>
                </a:lnTo>
                <a:cubicBezTo>
                  <a:pt x="12053" y="44929"/>
                  <a:pt x="12112" y="44959"/>
                  <a:pt x="12186" y="44974"/>
                </a:cubicBezTo>
                <a:lnTo>
                  <a:pt x="12201" y="45003"/>
                </a:lnTo>
                <a:lnTo>
                  <a:pt x="12215" y="44974"/>
                </a:lnTo>
                <a:cubicBezTo>
                  <a:pt x="12716" y="45180"/>
                  <a:pt x="13172" y="45474"/>
                  <a:pt x="13599" y="45827"/>
                </a:cubicBezTo>
                <a:cubicBezTo>
                  <a:pt x="13599" y="45827"/>
                  <a:pt x="13613" y="45827"/>
                  <a:pt x="13613" y="45842"/>
                </a:cubicBezTo>
                <a:lnTo>
                  <a:pt x="13672" y="45901"/>
                </a:lnTo>
                <a:cubicBezTo>
                  <a:pt x="14040" y="46224"/>
                  <a:pt x="14379" y="46636"/>
                  <a:pt x="14644" y="47078"/>
                </a:cubicBezTo>
                <a:cubicBezTo>
                  <a:pt x="14717" y="47210"/>
                  <a:pt x="14791" y="47328"/>
                  <a:pt x="14850" y="47461"/>
                </a:cubicBezTo>
                <a:cubicBezTo>
                  <a:pt x="14997" y="47770"/>
                  <a:pt x="15129" y="48108"/>
                  <a:pt x="15203" y="48432"/>
                </a:cubicBezTo>
                <a:cubicBezTo>
                  <a:pt x="15335" y="49006"/>
                  <a:pt x="15379" y="49609"/>
                  <a:pt x="15306" y="50198"/>
                </a:cubicBezTo>
                <a:cubicBezTo>
                  <a:pt x="15262" y="50639"/>
                  <a:pt x="15159" y="51066"/>
                  <a:pt x="15011" y="51493"/>
                </a:cubicBezTo>
                <a:cubicBezTo>
                  <a:pt x="14997" y="51566"/>
                  <a:pt x="14967" y="51640"/>
                  <a:pt x="14923" y="51714"/>
                </a:cubicBezTo>
                <a:cubicBezTo>
                  <a:pt x="14864" y="51861"/>
                  <a:pt x="14820" y="51993"/>
                  <a:pt x="14747" y="52140"/>
                </a:cubicBezTo>
                <a:cubicBezTo>
                  <a:pt x="14599" y="52435"/>
                  <a:pt x="14423" y="52729"/>
                  <a:pt x="14261" y="53023"/>
                </a:cubicBezTo>
                <a:cubicBezTo>
                  <a:pt x="14261" y="53038"/>
                  <a:pt x="14246" y="53053"/>
                  <a:pt x="14246" y="53053"/>
                </a:cubicBezTo>
                <a:cubicBezTo>
                  <a:pt x="14202" y="53126"/>
                  <a:pt x="14158" y="53200"/>
                  <a:pt x="14099" y="53274"/>
                </a:cubicBezTo>
                <a:cubicBezTo>
                  <a:pt x="14011" y="53421"/>
                  <a:pt x="13893" y="53583"/>
                  <a:pt x="13805" y="53730"/>
                </a:cubicBezTo>
                <a:cubicBezTo>
                  <a:pt x="13658" y="53921"/>
                  <a:pt x="13525" y="54127"/>
                  <a:pt x="13393" y="54318"/>
                </a:cubicBezTo>
                <a:cubicBezTo>
                  <a:pt x="13275" y="54495"/>
                  <a:pt x="13142" y="54672"/>
                  <a:pt x="13010" y="54863"/>
                </a:cubicBezTo>
                <a:lnTo>
                  <a:pt x="12627" y="55349"/>
                </a:lnTo>
                <a:cubicBezTo>
                  <a:pt x="12495" y="55496"/>
                  <a:pt x="12362" y="55672"/>
                  <a:pt x="12259" y="55834"/>
                </a:cubicBezTo>
                <a:cubicBezTo>
                  <a:pt x="12127" y="55981"/>
                  <a:pt x="11995" y="56129"/>
                  <a:pt x="11892" y="56290"/>
                </a:cubicBezTo>
                <a:cubicBezTo>
                  <a:pt x="11759" y="56438"/>
                  <a:pt x="11627" y="56585"/>
                  <a:pt x="11524" y="56732"/>
                </a:cubicBezTo>
                <a:cubicBezTo>
                  <a:pt x="11391" y="56879"/>
                  <a:pt x="11288" y="57026"/>
                  <a:pt x="11156" y="57173"/>
                </a:cubicBezTo>
                <a:cubicBezTo>
                  <a:pt x="11023" y="57306"/>
                  <a:pt x="10920" y="57453"/>
                  <a:pt x="10803" y="57600"/>
                </a:cubicBezTo>
                <a:cubicBezTo>
                  <a:pt x="10670" y="57733"/>
                  <a:pt x="10567" y="57880"/>
                  <a:pt x="10449" y="58027"/>
                </a:cubicBezTo>
                <a:cubicBezTo>
                  <a:pt x="10332" y="58145"/>
                  <a:pt x="10214" y="58292"/>
                  <a:pt x="10111" y="58439"/>
                </a:cubicBezTo>
                <a:cubicBezTo>
                  <a:pt x="9978" y="58571"/>
                  <a:pt x="9861" y="58719"/>
                  <a:pt x="9758" y="58866"/>
                </a:cubicBezTo>
                <a:cubicBezTo>
                  <a:pt x="9625" y="58998"/>
                  <a:pt x="9522" y="59145"/>
                  <a:pt x="9404" y="59278"/>
                </a:cubicBezTo>
                <a:cubicBezTo>
                  <a:pt x="9272" y="59396"/>
                  <a:pt x="9169" y="59528"/>
                  <a:pt x="9051" y="59675"/>
                </a:cubicBezTo>
                <a:cubicBezTo>
                  <a:pt x="8728" y="60028"/>
                  <a:pt x="8448" y="60411"/>
                  <a:pt x="8271" y="60867"/>
                </a:cubicBezTo>
                <a:cubicBezTo>
                  <a:pt x="7771" y="62089"/>
                  <a:pt x="8051" y="63590"/>
                  <a:pt x="8934" y="64532"/>
                </a:cubicBezTo>
                <a:cubicBezTo>
                  <a:pt x="9699" y="65341"/>
                  <a:pt x="10803" y="65724"/>
                  <a:pt x="11877" y="66092"/>
                </a:cubicBezTo>
                <a:cubicBezTo>
                  <a:pt x="11995" y="66150"/>
                  <a:pt x="12142" y="66195"/>
                  <a:pt x="12274" y="66239"/>
                </a:cubicBezTo>
                <a:cubicBezTo>
                  <a:pt x="13157" y="66562"/>
                  <a:pt x="14261" y="67004"/>
                  <a:pt x="15188" y="67740"/>
                </a:cubicBezTo>
                <a:cubicBezTo>
                  <a:pt x="16100" y="68490"/>
                  <a:pt x="16689" y="69476"/>
                  <a:pt x="16822" y="70477"/>
                </a:cubicBezTo>
                <a:cubicBezTo>
                  <a:pt x="17042" y="72346"/>
                  <a:pt x="15600" y="74038"/>
                  <a:pt x="14099" y="74892"/>
                </a:cubicBezTo>
                <a:cubicBezTo>
                  <a:pt x="12907" y="75569"/>
                  <a:pt x="11524" y="75907"/>
                  <a:pt x="10199" y="76231"/>
                </a:cubicBezTo>
                <a:cubicBezTo>
                  <a:pt x="9758" y="76349"/>
                  <a:pt x="9301" y="76452"/>
                  <a:pt x="8860" y="76584"/>
                </a:cubicBezTo>
                <a:cubicBezTo>
                  <a:pt x="7050" y="77085"/>
                  <a:pt x="5328" y="77820"/>
                  <a:pt x="3709" y="78718"/>
                </a:cubicBezTo>
                <a:cubicBezTo>
                  <a:pt x="2090" y="79616"/>
                  <a:pt x="133" y="81146"/>
                  <a:pt x="45" y="83266"/>
                </a:cubicBezTo>
                <a:cubicBezTo>
                  <a:pt x="1" y="84046"/>
                  <a:pt x="251" y="84840"/>
                  <a:pt x="501" y="85576"/>
                </a:cubicBezTo>
                <a:cubicBezTo>
                  <a:pt x="1075" y="87254"/>
                  <a:pt x="1752" y="88931"/>
                  <a:pt x="2502" y="90521"/>
                </a:cubicBezTo>
                <a:lnTo>
                  <a:pt x="2561" y="90491"/>
                </a:lnTo>
                <a:cubicBezTo>
                  <a:pt x="1796" y="88887"/>
                  <a:pt x="1134" y="87239"/>
                  <a:pt x="560" y="85561"/>
                </a:cubicBezTo>
                <a:cubicBezTo>
                  <a:pt x="295" y="84825"/>
                  <a:pt x="60" y="84046"/>
                  <a:pt x="104" y="83266"/>
                </a:cubicBezTo>
                <a:cubicBezTo>
                  <a:pt x="192" y="81205"/>
                  <a:pt x="2120" y="79675"/>
                  <a:pt x="3724" y="78777"/>
                </a:cubicBezTo>
                <a:cubicBezTo>
                  <a:pt x="5343" y="77850"/>
                  <a:pt x="7065" y="77129"/>
                  <a:pt x="8860" y="76643"/>
                </a:cubicBezTo>
                <a:cubicBezTo>
                  <a:pt x="9301" y="76511"/>
                  <a:pt x="9758" y="76393"/>
                  <a:pt x="10199" y="76290"/>
                </a:cubicBezTo>
                <a:cubicBezTo>
                  <a:pt x="11524" y="75952"/>
                  <a:pt x="12907" y="75613"/>
                  <a:pt x="14114" y="74921"/>
                </a:cubicBezTo>
                <a:cubicBezTo>
                  <a:pt x="15644" y="74068"/>
                  <a:pt x="17101" y="72346"/>
                  <a:pt x="16880" y="70462"/>
                </a:cubicBezTo>
                <a:cubicBezTo>
                  <a:pt x="16763" y="69447"/>
                  <a:pt x="16159" y="68431"/>
                  <a:pt x="15217" y="67681"/>
                </a:cubicBezTo>
                <a:cubicBezTo>
                  <a:pt x="14305" y="66930"/>
                  <a:pt x="13172" y="66489"/>
                  <a:pt x="12289" y="66165"/>
                </a:cubicBezTo>
                <a:cubicBezTo>
                  <a:pt x="12171" y="66121"/>
                  <a:pt x="12024" y="66077"/>
                  <a:pt x="11892" y="66018"/>
                </a:cubicBezTo>
                <a:cubicBezTo>
                  <a:pt x="10847" y="65650"/>
                  <a:pt x="9743" y="65282"/>
                  <a:pt x="8978" y="64473"/>
                </a:cubicBezTo>
                <a:cubicBezTo>
                  <a:pt x="8095" y="63546"/>
                  <a:pt x="7845" y="62074"/>
                  <a:pt x="8315" y="60897"/>
                </a:cubicBezTo>
                <a:cubicBezTo>
                  <a:pt x="8448" y="60602"/>
                  <a:pt x="8595" y="60337"/>
                  <a:pt x="8786" y="60102"/>
                </a:cubicBezTo>
                <a:lnTo>
                  <a:pt x="8786" y="60102"/>
                </a:lnTo>
                <a:cubicBezTo>
                  <a:pt x="8713" y="60234"/>
                  <a:pt x="8654" y="60337"/>
                  <a:pt x="8595" y="60485"/>
                </a:cubicBezTo>
                <a:cubicBezTo>
                  <a:pt x="8124" y="61647"/>
                  <a:pt x="8374" y="63075"/>
                  <a:pt x="9228" y="64075"/>
                </a:cubicBezTo>
                <a:cubicBezTo>
                  <a:pt x="10037" y="65032"/>
                  <a:pt x="11259" y="65532"/>
                  <a:pt x="12436" y="66003"/>
                </a:cubicBezTo>
                <a:lnTo>
                  <a:pt x="12583" y="66062"/>
                </a:lnTo>
                <a:cubicBezTo>
                  <a:pt x="12804" y="66150"/>
                  <a:pt x="13010" y="66224"/>
                  <a:pt x="13201" y="66312"/>
                </a:cubicBezTo>
                <a:cubicBezTo>
                  <a:pt x="14173" y="66739"/>
                  <a:pt x="14938" y="67225"/>
                  <a:pt x="15571" y="67784"/>
                </a:cubicBezTo>
                <a:cubicBezTo>
                  <a:pt x="16189" y="68358"/>
                  <a:pt x="16983" y="69300"/>
                  <a:pt x="17101" y="70506"/>
                </a:cubicBezTo>
                <a:cubicBezTo>
                  <a:pt x="17204" y="71669"/>
                  <a:pt x="16704" y="72861"/>
                  <a:pt x="15674" y="73891"/>
                </a:cubicBezTo>
                <a:cubicBezTo>
                  <a:pt x="15291" y="74259"/>
                  <a:pt x="14864" y="74598"/>
                  <a:pt x="14393" y="74848"/>
                </a:cubicBezTo>
                <a:cubicBezTo>
                  <a:pt x="13216" y="75510"/>
                  <a:pt x="11892" y="75878"/>
                  <a:pt x="10582" y="76216"/>
                </a:cubicBezTo>
                <a:cubicBezTo>
                  <a:pt x="10140" y="76319"/>
                  <a:pt x="9699" y="76452"/>
                  <a:pt x="9257" y="76584"/>
                </a:cubicBezTo>
                <a:cubicBezTo>
                  <a:pt x="7491" y="77114"/>
                  <a:pt x="5799" y="77850"/>
                  <a:pt x="4224" y="78792"/>
                </a:cubicBezTo>
                <a:cubicBezTo>
                  <a:pt x="2826" y="79616"/>
                  <a:pt x="1811" y="80514"/>
                  <a:pt x="1237" y="81470"/>
                </a:cubicBezTo>
                <a:cubicBezTo>
                  <a:pt x="869" y="82059"/>
                  <a:pt x="692" y="82692"/>
                  <a:pt x="648" y="83310"/>
                </a:cubicBezTo>
                <a:cubicBezTo>
                  <a:pt x="619" y="84104"/>
                  <a:pt x="839" y="84899"/>
                  <a:pt x="1075" y="85620"/>
                </a:cubicBezTo>
                <a:cubicBezTo>
                  <a:pt x="1619" y="87283"/>
                  <a:pt x="2282" y="88946"/>
                  <a:pt x="3047" y="90521"/>
                </a:cubicBezTo>
                <a:lnTo>
                  <a:pt x="3091" y="90491"/>
                </a:lnTo>
                <a:cubicBezTo>
                  <a:pt x="2341" y="88902"/>
                  <a:pt x="1678" y="87268"/>
                  <a:pt x="1134" y="85591"/>
                </a:cubicBezTo>
                <a:cubicBezTo>
                  <a:pt x="884" y="84884"/>
                  <a:pt x="663" y="84090"/>
                  <a:pt x="707" y="83310"/>
                </a:cubicBezTo>
                <a:cubicBezTo>
                  <a:pt x="736" y="82692"/>
                  <a:pt x="928" y="82088"/>
                  <a:pt x="1281" y="81500"/>
                </a:cubicBezTo>
                <a:cubicBezTo>
                  <a:pt x="1840" y="80543"/>
                  <a:pt x="2841" y="79631"/>
                  <a:pt x="4239" y="78821"/>
                </a:cubicBezTo>
                <a:cubicBezTo>
                  <a:pt x="5814" y="77909"/>
                  <a:pt x="7506" y="77158"/>
                  <a:pt x="9272" y="76643"/>
                </a:cubicBezTo>
                <a:cubicBezTo>
                  <a:pt x="9714" y="76511"/>
                  <a:pt x="10155" y="76378"/>
                  <a:pt x="10597" y="76275"/>
                </a:cubicBezTo>
                <a:cubicBezTo>
                  <a:pt x="11892" y="75922"/>
                  <a:pt x="13231" y="75569"/>
                  <a:pt x="14423" y="74892"/>
                </a:cubicBezTo>
                <a:cubicBezTo>
                  <a:pt x="14908" y="74612"/>
                  <a:pt x="15335" y="74303"/>
                  <a:pt x="15718" y="73921"/>
                </a:cubicBezTo>
                <a:cubicBezTo>
                  <a:pt x="16763" y="72891"/>
                  <a:pt x="17278" y="71669"/>
                  <a:pt x="17145" y="70477"/>
                </a:cubicBezTo>
                <a:cubicBezTo>
                  <a:pt x="17028" y="69241"/>
                  <a:pt x="16233" y="68299"/>
                  <a:pt x="15585" y="67710"/>
                </a:cubicBezTo>
                <a:cubicBezTo>
                  <a:pt x="14967" y="67166"/>
                  <a:pt x="14187" y="66665"/>
                  <a:pt x="13201" y="66239"/>
                </a:cubicBezTo>
                <a:cubicBezTo>
                  <a:pt x="13010" y="66165"/>
                  <a:pt x="12804" y="66077"/>
                  <a:pt x="12583" y="65989"/>
                </a:cubicBezTo>
                <a:lnTo>
                  <a:pt x="12436" y="65930"/>
                </a:lnTo>
                <a:cubicBezTo>
                  <a:pt x="11259" y="65459"/>
                  <a:pt x="10067" y="64958"/>
                  <a:pt x="9257" y="64017"/>
                </a:cubicBezTo>
                <a:cubicBezTo>
                  <a:pt x="8433" y="63045"/>
                  <a:pt x="8168" y="61632"/>
                  <a:pt x="8654" y="60499"/>
                </a:cubicBezTo>
                <a:cubicBezTo>
                  <a:pt x="8757" y="60205"/>
                  <a:pt x="8934" y="59955"/>
                  <a:pt x="9095" y="59719"/>
                </a:cubicBezTo>
                <a:lnTo>
                  <a:pt x="9095" y="59719"/>
                </a:lnTo>
                <a:cubicBezTo>
                  <a:pt x="9022" y="59837"/>
                  <a:pt x="8963" y="59970"/>
                  <a:pt x="8904" y="60102"/>
                </a:cubicBezTo>
                <a:cubicBezTo>
                  <a:pt x="8463" y="61206"/>
                  <a:pt x="8683" y="62589"/>
                  <a:pt x="9478" y="63619"/>
                </a:cubicBezTo>
                <a:cubicBezTo>
                  <a:pt x="10287" y="64664"/>
                  <a:pt x="11480" y="65267"/>
                  <a:pt x="12848" y="65900"/>
                </a:cubicBezTo>
                <a:cubicBezTo>
                  <a:pt x="13084" y="66003"/>
                  <a:pt x="13290" y="66092"/>
                  <a:pt x="13466" y="66195"/>
                </a:cubicBezTo>
                <a:cubicBezTo>
                  <a:pt x="14467" y="66665"/>
                  <a:pt x="15276" y="67225"/>
                  <a:pt x="15894" y="67828"/>
                </a:cubicBezTo>
                <a:cubicBezTo>
                  <a:pt x="16777" y="68711"/>
                  <a:pt x="17263" y="69609"/>
                  <a:pt x="17337" y="70506"/>
                </a:cubicBezTo>
                <a:cubicBezTo>
                  <a:pt x="17425" y="71654"/>
                  <a:pt x="16925" y="72832"/>
                  <a:pt x="15924" y="73847"/>
                </a:cubicBezTo>
                <a:cubicBezTo>
                  <a:pt x="15556" y="74215"/>
                  <a:pt x="15129" y="74539"/>
                  <a:pt x="14673" y="74804"/>
                </a:cubicBezTo>
                <a:cubicBezTo>
                  <a:pt x="13525" y="75466"/>
                  <a:pt x="12245" y="75834"/>
                  <a:pt x="10994" y="76172"/>
                </a:cubicBezTo>
                <a:cubicBezTo>
                  <a:pt x="10552" y="76305"/>
                  <a:pt x="10081" y="76437"/>
                  <a:pt x="9625" y="76584"/>
                </a:cubicBezTo>
                <a:cubicBezTo>
                  <a:pt x="7903" y="77129"/>
                  <a:pt x="6240" y="77894"/>
                  <a:pt x="4680" y="78851"/>
                </a:cubicBezTo>
                <a:cubicBezTo>
                  <a:pt x="3312" y="79689"/>
                  <a:pt x="2341" y="80587"/>
                  <a:pt x="1767" y="81544"/>
                </a:cubicBezTo>
                <a:cubicBezTo>
                  <a:pt x="1428" y="82132"/>
                  <a:pt x="1222" y="82765"/>
                  <a:pt x="1207" y="83383"/>
                </a:cubicBezTo>
                <a:cubicBezTo>
                  <a:pt x="1163" y="84178"/>
                  <a:pt x="1369" y="84958"/>
                  <a:pt x="1605" y="85694"/>
                </a:cubicBezTo>
                <a:cubicBezTo>
                  <a:pt x="2135" y="87357"/>
                  <a:pt x="2782" y="89005"/>
                  <a:pt x="3518" y="90565"/>
                </a:cubicBezTo>
                <a:lnTo>
                  <a:pt x="3577" y="90521"/>
                </a:lnTo>
                <a:cubicBezTo>
                  <a:pt x="2826" y="88975"/>
                  <a:pt x="2179" y="87342"/>
                  <a:pt x="1664" y="85650"/>
                </a:cubicBezTo>
                <a:cubicBezTo>
                  <a:pt x="1443" y="84928"/>
                  <a:pt x="1222" y="84163"/>
                  <a:pt x="1252" y="83383"/>
                </a:cubicBezTo>
                <a:cubicBezTo>
                  <a:pt x="1296" y="82780"/>
                  <a:pt x="1472" y="82177"/>
                  <a:pt x="1825" y="81588"/>
                </a:cubicBezTo>
                <a:cubicBezTo>
                  <a:pt x="2385" y="80631"/>
                  <a:pt x="3356" y="79734"/>
                  <a:pt x="4710" y="78895"/>
                </a:cubicBezTo>
                <a:cubicBezTo>
                  <a:pt x="6285" y="77938"/>
                  <a:pt x="7933" y="77188"/>
                  <a:pt x="9640" y="76643"/>
                </a:cubicBezTo>
                <a:cubicBezTo>
                  <a:pt x="10081" y="76496"/>
                  <a:pt x="10552" y="76364"/>
                  <a:pt x="10994" y="76231"/>
                </a:cubicBezTo>
                <a:cubicBezTo>
                  <a:pt x="12245" y="75878"/>
                  <a:pt x="13525" y="75510"/>
                  <a:pt x="14673" y="74848"/>
                </a:cubicBezTo>
                <a:cubicBezTo>
                  <a:pt x="15129" y="74583"/>
                  <a:pt x="15556" y="74259"/>
                  <a:pt x="15939" y="73877"/>
                </a:cubicBezTo>
                <a:cubicBezTo>
                  <a:pt x="16969" y="72861"/>
                  <a:pt x="17484" y="71669"/>
                  <a:pt x="17366" y="70506"/>
                </a:cubicBezTo>
                <a:cubicBezTo>
                  <a:pt x="17293" y="69594"/>
                  <a:pt x="16807" y="68667"/>
                  <a:pt x="15924" y="67769"/>
                </a:cubicBezTo>
                <a:cubicBezTo>
                  <a:pt x="15291" y="67151"/>
                  <a:pt x="14482" y="66592"/>
                  <a:pt x="13466" y="66121"/>
                </a:cubicBezTo>
                <a:cubicBezTo>
                  <a:pt x="13290" y="66018"/>
                  <a:pt x="13084" y="65930"/>
                  <a:pt x="12848" y="65827"/>
                </a:cubicBezTo>
                <a:cubicBezTo>
                  <a:pt x="11480" y="65194"/>
                  <a:pt x="10302" y="64590"/>
                  <a:pt x="9493" y="63560"/>
                </a:cubicBezTo>
                <a:cubicBezTo>
                  <a:pt x="8713" y="62545"/>
                  <a:pt x="8492" y="61206"/>
                  <a:pt x="8934" y="60117"/>
                </a:cubicBezTo>
                <a:cubicBezTo>
                  <a:pt x="9022" y="59896"/>
                  <a:pt x="9110" y="59719"/>
                  <a:pt x="9243" y="59528"/>
                </a:cubicBezTo>
                <a:lnTo>
                  <a:pt x="9316" y="59454"/>
                </a:lnTo>
                <a:lnTo>
                  <a:pt x="9316" y="59454"/>
                </a:lnTo>
                <a:cubicBezTo>
                  <a:pt x="9272" y="59543"/>
                  <a:pt x="9243" y="59616"/>
                  <a:pt x="9198" y="59719"/>
                </a:cubicBezTo>
                <a:cubicBezTo>
                  <a:pt x="8786" y="60779"/>
                  <a:pt x="8978" y="62089"/>
                  <a:pt x="9743" y="63134"/>
                </a:cubicBezTo>
                <a:cubicBezTo>
                  <a:pt x="10508" y="64223"/>
                  <a:pt x="11656" y="64958"/>
                  <a:pt x="13128" y="65709"/>
                </a:cubicBezTo>
                <a:cubicBezTo>
                  <a:pt x="13349" y="65827"/>
                  <a:pt x="13540" y="65930"/>
                  <a:pt x="13761" y="66047"/>
                </a:cubicBezTo>
                <a:cubicBezTo>
                  <a:pt x="14791" y="66577"/>
                  <a:pt x="15630" y="67195"/>
                  <a:pt x="16233" y="67858"/>
                </a:cubicBezTo>
                <a:cubicBezTo>
                  <a:pt x="17072" y="68799"/>
                  <a:pt x="17513" y="69668"/>
                  <a:pt x="17572" y="70536"/>
                </a:cubicBezTo>
                <a:cubicBezTo>
                  <a:pt x="17646" y="71654"/>
                  <a:pt x="17145" y="72817"/>
                  <a:pt x="16159" y="73788"/>
                </a:cubicBezTo>
                <a:cubicBezTo>
                  <a:pt x="15791" y="74156"/>
                  <a:pt x="15379" y="74465"/>
                  <a:pt x="14923" y="74745"/>
                </a:cubicBezTo>
                <a:cubicBezTo>
                  <a:pt x="13819" y="75392"/>
                  <a:pt x="12569" y="75775"/>
                  <a:pt x="11376" y="76143"/>
                </a:cubicBezTo>
                <a:cubicBezTo>
                  <a:pt x="10935" y="76275"/>
                  <a:pt x="10479" y="76422"/>
                  <a:pt x="10008" y="76570"/>
                </a:cubicBezTo>
                <a:cubicBezTo>
                  <a:pt x="8315" y="77129"/>
                  <a:pt x="6697" y="77924"/>
                  <a:pt x="5181" y="78895"/>
                </a:cubicBezTo>
                <a:cubicBezTo>
                  <a:pt x="3856" y="79748"/>
                  <a:pt x="2900" y="80661"/>
                  <a:pt x="2341" y="81617"/>
                </a:cubicBezTo>
                <a:cubicBezTo>
                  <a:pt x="2017" y="82206"/>
                  <a:pt x="1811" y="82824"/>
                  <a:pt x="1767" y="83442"/>
                </a:cubicBezTo>
                <a:cubicBezTo>
                  <a:pt x="1722" y="84237"/>
                  <a:pt x="1943" y="85032"/>
                  <a:pt x="2135" y="85723"/>
                </a:cubicBezTo>
                <a:cubicBezTo>
                  <a:pt x="2635" y="87401"/>
                  <a:pt x="3282" y="89034"/>
                  <a:pt x="4018" y="90565"/>
                </a:cubicBezTo>
                <a:lnTo>
                  <a:pt x="4077" y="90521"/>
                </a:lnTo>
                <a:cubicBezTo>
                  <a:pt x="3341" y="89005"/>
                  <a:pt x="2694" y="87357"/>
                  <a:pt x="2193" y="85694"/>
                </a:cubicBezTo>
                <a:cubicBezTo>
                  <a:pt x="1987" y="85002"/>
                  <a:pt x="1767" y="84222"/>
                  <a:pt x="1825" y="83442"/>
                </a:cubicBezTo>
                <a:cubicBezTo>
                  <a:pt x="1870" y="82839"/>
                  <a:pt x="2046" y="82235"/>
                  <a:pt x="2385" y="81661"/>
                </a:cubicBezTo>
                <a:cubicBezTo>
                  <a:pt x="2929" y="80705"/>
                  <a:pt x="3871" y="79807"/>
                  <a:pt x="5181" y="78954"/>
                </a:cubicBezTo>
                <a:cubicBezTo>
                  <a:pt x="6697" y="77982"/>
                  <a:pt x="8315" y="77188"/>
                  <a:pt x="9993" y="76614"/>
                </a:cubicBezTo>
                <a:cubicBezTo>
                  <a:pt x="10435" y="76467"/>
                  <a:pt x="10891" y="76319"/>
                  <a:pt x="11362" y="76202"/>
                </a:cubicBezTo>
                <a:cubicBezTo>
                  <a:pt x="12569" y="75834"/>
                  <a:pt x="13819" y="75466"/>
                  <a:pt x="14923" y="74804"/>
                </a:cubicBezTo>
                <a:cubicBezTo>
                  <a:pt x="15379" y="74524"/>
                  <a:pt x="15806" y="74215"/>
                  <a:pt x="16174" y="73847"/>
                </a:cubicBezTo>
                <a:cubicBezTo>
                  <a:pt x="17190" y="72846"/>
                  <a:pt x="17705" y="71669"/>
                  <a:pt x="17616" y="70536"/>
                </a:cubicBezTo>
                <a:cubicBezTo>
                  <a:pt x="17557" y="69653"/>
                  <a:pt x="17116" y="68770"/>
                  <a:pt x="16248" y="67828"/>
                </a:cubicBezTo>
                <a:cubicBezTo>
                  <a:pt x="15630" y="67151"/>
                  <a:pt x="14791" y="66518"/>
                  <a:pt x="13761" y="65989"/>
                </a:cubicBezTo>
                <a:cubicBezTo>
                  <a:pt x="13540" y="65871"/>
                  <a:pt x="13349" y="65768"/>
                  <a:pt x="13128" y="65650"/>
                </a:cubicBezTo>
                <a:cubicBezTo>
                  <a:pt x="11656" y="64900"/>
                  <a:pt x="10523" y="64178"/>
                  <a:pt x="9758" y="63104"/>
                </a:cubicBezTo>
                <a:cubicBezTo>
                  <a:pt x="9022" y="62074"/>
                  <a:pt x="8816" y="60779"/>
                  <a:pt x="9228" y="59734"/>
                </a:cubicBezTo>
                <a:cubicBezTo>
                  <a:pt x="9272" y="59587"/>
                  <a:pt x="9331" y="59454"/>
                  <a:pt x="9404" y="59322"/>
                </a:cubicBezTo>
                <a:cubicBezTo>
                  <a:pt x="9449" y="59293"/>
                  <a:pt x="9478" y="59248"/>
                  <a:pt x="9537" y="59234"/>
                </a:cubicBezTo>
                <a:lnTo>
                  <a:pt x="9537" y="59234"/>
                </a:lnTo>
                <a:cubicBezTo>
                  <a:pt x="9522" y="59278"/>
                  <a:pt x="9522" y="59293"/>
                  <a:pt x="9493" y="59322"/>
                </a:cubicBezTo>
                <a:cubicBezTo>
                  <a:pt x="9095" y="60337"/>
                  <a:pt x="9272" y="61603"/>
                  <a:pt x="9993" y="62677"/>
                </a:cubicBezTo>
                <a:cubicBezTo>
                  <a:pt x="10861" y="64002"/>
                  <a:pt x="12201" y="64870"/>
                  <a:pt x="13393" y="65547"/>
                </a:cubicBezTo>
                <a:lnTo>
                  <a:pt x="13584" y="65635"/>
                </a:lnTo>
                <a:lnTo>
                  <a:pt x="14084" y="65915"/>
                </a:lnTo>
                <a:cubicBezTo>
                  <a:pt x="15129" y="66504"/>
                  <a:pt x="15997" y="67181"/>
                  <a:pt x="16601" y="67916"/>
                </a:cubicBezTo>
                <a:cubicBezTo>
                  <a:pt x="17145" y="68579"/>
                  <a:pt x="17793" y="69476"/>
                  <a:pt x="17852" y="70565"/>
                </a:cubicBezTo>
                <a:cubicBezTo>
                  <a:pt x="17911" y="71669"/>
                  <a:pt x="17396" y="72817"/>
                  <a:pt x="16439" y="73773"/>
                </a:cubicBezTo>
                <a:cubicBezTo>
                  <a:pt x="16071" y="74112"/>
                  <a:pt x="15659" y="74450"/>
                  <a:pt x="15217" y="74701"/>
                </a:cubicBezTo>
                <a:cubicBezTo>
                  <a:pt x="14158" y="75348"/>
                  <a:pt x="12936" y="75731"/>
                  <a:pt x="11774" y="76099"/>
                </a:cubicBezTo>
                <a:cubicBezTo>
                  <a:pt x="11332" y="76246"/>
                  <a:pt x="10861" y="76393"/>
                  <a:pt x="10420" y="76540"/>
                </a:cubicBezTo>
                <a:cubicBezTo>
                  <a:pt x="8757" y="77129"/>
                  <a:pt x="7182" y="77938"/>
                  <a:pt x="5696" y="78954"/>
                </a:cubicBezTo>
                <a:cubicBezTo>
                  <a:pt x="4401" y="79822"/>
                  <a:pt x="3488" y="80734"/>
                  <a:pt x="2944" y="81691"/>
                </a:cubicBezTo>
                <a:cubicBezTo>
                  <a:pt x="2620" y="82280"/>
                  <a:pt x="2429" y="82898"/>
                  <a:pt x="2399" y="83501"/>
                </a:cubicBezTo>
                <a:cubicBezTo>
                  <a:pt x="2341" y="84296"/>
                  <a:pt x="2547" y="85076"/>
                  <a:pt x="2753" y="85767"/>
                </a:cubicBezTo>
                <a:cubicBezTo>
                  <a:pt x="3224" y="87430"/>
                  <a:pt x="3827" y="89049"/>
                  <a:pt x="4563" y="90565"/>
                </a:cubicBezTo>
                <a:lnTo>
                  <a:pt x="4622" y="90521"/>
                </a:lnTo>
                <a:cubicBezTo>
                  <a:pt x="3886" y="89020"/>
                  <a:pt x="3282" y="87401"/>
                  <a:pt x="2797" y="85723"/>
                </a:cubicBezTo>
                <a:cubicBezTo>
                  <a:pt x="2620" y="85061"/>
                  <a:pt x="2414" y="84266"/>
                  <a:pt x="2458" y="83501"/>
                </a:cubicBezTo>
                <a:cubicBezTo>
                  <a:pt x="2488" y="82898"/>
                  <a:pt x="2679" y="82309"/>
                  <a:pt x="3003" y="81720"/>
                </a:cubicBezTo>
                <a:cubicBezTo>
                  <a:pt x="3533" y="80778"/>
                  <a:pt x="4460" y="79851"/>
                  <a:pt x="5725" y="78998"/>
                </a:cubicBezTo>
                <a:cubicBezTo>
                  <a:pt x="7212" y="77997"/>
                  <a:pt x="8801" y="77188"/>
                  <a:pt x="10449" y="76599"/>
                </a:cubicBezTo>
                <a:cubicBezTo>
                  <a:pt x="10891" y="76437"/>
                  <a:pt x="11362" y="76290"/>
                  <a:pt x="11818" y="76158"/>
                </a:cubicBezTo>
                <a:cubicBezTo>
                  <a:pt x="12150" y="76054"/>
                  <a:pt x="12484" y="75949"/>
                  <a:pt x="12817" y="75837"/>
                </a:cubicBezTo>
                <a:lnTo>
                  <a:pt x="12817" y="75837"/>
                </a:lnTo>
                <a:cubicBezTo>
                  <a:pt x="12610" y="75910"/>
                  <a:pt x="12404" y="75982"/>
                  <a:pt x="12201" y="76055"/>
                </a:cubicBezTo>
                <a:cubicBezTo>
                  <a:pt x="11759" y="76202"/>
                  <a:pt x="11288" y="76364"/>
                  <a:pt x="10847" y="76525"/>
                </a:cubicBezTo>
                <a:cubicBezTo>
                  <a:pt x="9228" y="77129"/>
                  <a:pt x="7653" y="77968"/>
                  <a:pt x="6211" y="78998"/>
                </a:cubicBezTo>
                <a:cubicBezTo>
                  <a:pt x="4960" y="79881"/>
                  <a:pt x="4048" y="80808"/>
                  <a:pt x="3533" y="81750"/>
                </a:cubicBezTo>
                <a:cubicBezTo>
                  <a:pt x="3224" y="82338"/>
                  <a:pt x="3047" y="82942"/>
                  <a:pt x="2988" y="83560"/>
                </a:cubicBezTo>
                <a:cubicBezTo>
                  <a:pt x="2929" y="84340"/>
                  <a:pt x="3121" y="85120"/>
                  <a:pt x="3297" y="85797"/>
                </a:cubicBezTo>
                <a:cubicBezTo>
                  <a:pt x="3753" y="87474"/>
                  <a:pt x="4342" y="89079"/>
                  <a:pt x="5078" y="90580"/>
                </a:cubicBezTo>
                <a:lnTo>
                  <a:pt x="5137" y="90550"/>
                </a:lnTo>
                <a:cubicBezTo>
                  <a:pt x="4401" y="89049"/>
                  <a:pt x="3812" y="87430"/>
                  <a:pt x="3356" y="85782"/>
                </a:cubicBezTo>
                <a:cubicBezTo>
                  <a:pt x="3165" y="85120"/>
                  <a:pt x="2988" y="84340"/>
                  <a:pt x="3047" y="83575"/>
                </a:cubicBezTo>
                <a:cubicBezTo>
                  <a:pt x="3076" y="82971"/>
                  <a:pt x="3268" y="82383"/>
                  <a:pt x="3577" y="81809"/>
                </a:cubicBezTo>
                <a:cubicBezTo>
                  <a:pt x="4092" y="80867"/>
                  <a:pt x="4975" y="79925"/>
                  <a:pt x="6226" y="79071"/>
                </a:cubicBezTo>
                <a:cubicBezTo>
                  <a:pt x="7683" y="78041"/>
                  <a:pt x="9228" y="77202"/>
                  <a:pt x="10847" y="76599"/>
                </a:cubicBezTo>
                <a:cubicBezTo>
                  <a:pt x="11288" y="76437"/>
                  <a:pt x="11759" y="76275"/>
                  <a:pt x="12201" y="76128"/>
                </a:cubicBezTo>
                <a:cubicBezTo>
                  <a:pt x="13349" y="75731"/>
                  <a:pt x="14496" y="75348"/>
                  <a:pt x="15556" y="74701"/>
                </a:cubicBezTo>
                <a:cubicBezTo>
                  <a:pt x="15997" y="74436"/>
                  <a:pt x="16395" y="74112"/>
                  <a:pt x="16748" y="73773"/>
                </a:cubicBezTo>
                <a:cubicBezTo>
                  <a:pt x="17705" y="72817"/>
                  <a:pt x="18220" y="71669"/>
                  <a:pt x="18205" y="70565"/>
                </a:cubicBezTo>
                <a:cubicBezTo>
                  <a:pt x="18161" y="69535"/>
                  <a:pt x="17587" y="68637"/>
                  <a:pt x="17028" y="67902"/>
                </a:cubicBezTo>
                <a:cubicBezTo>
                  <a:pt x="16410" y="67092"/>
                  <a:pt x="15527" y="66356"/>
                  <a:pt x="14423" y="65694"/>
                </a:cubicBezTo>
                <a:lnTo>
                  <a:pt x="14202" y="65562"/>
                </a:lnTo>
                <a:cubicBezTo>
                  <a:pt x="14055" y="65473"/>
                  <a:pt x="13893" y="65385"/>
                  <a:pt x="13746" y="65282"/>
                </a:cubicBezTo>
                <a:cubicBezTo>
                  <a:pt x="12112" y="64296"/>
                  <a:pt x="11023" y="63295"/>
                  <a:pt x="10346" y="62162"/>
                </a:cubicBezTo>
                <a:cubicBezTo>
                  <a:pt x="9726" y="61120"/>
                  <a:pt x="9552" y="60010"/>
                  <a:pt x="9861" y="59078"/>
                </a:cubicBezTo>
                <a:lnTo>
                  <a:pt x="9861" y="59078"/>
                </a:lnTo>
                <a:cubicBezTo>
                  <a:pt x="9852" y="59088"/>
                  <a:pt x="9846" y="59094"/>
                  <a:pt x="9846" y="59101"/>
                </a:cubicBezTo>
                <a:cubicBezTo>
                  <a:pt x="9831" y="59131"/>
                  <a:pt x="9802" y="59145"/>
                  <a:pt x="9772" y="59160"/>
                </a:cubicBezTo>
                <a:cubicBezTo>
                  <a:pt x="9787" y="59145"/>
                  <a:pt x="9787" y="59131"/>
                  <a:pt x="9817" y="59101"/>
                </a:cubicBezTo>
                <a:lnTo>
                  <a:pt x="9871" y="59047"/>
                </a:lnTo>
                <a:lnTo>
                  <a:pt x="9871" y="59047"/>
                </a:lnTo>
                <a:cubicBezTo>
                  <a:pt x="9868" y="59057"/>
                  <a:pt x="9864" y="59067"/>
                  <a:pt x="9861" y="59078"/>
                </a:cubicBezTo>
                <a:lnTo>
                  <a:pt x="9861" y="59078"/>
                </a:lnTo>
                <a:cubicBezTo>
                  <a:pt x="9870" y="59067"/>
                  <a:pt x="9882" y="59051"/>
                  <a:pt x="9890" y="59028"/>
                </a:cubicBezTo>
                <a:lnTo>
                  <a:pt x="9890" y="59028"/>
                </a:lnTo>
                <a:lnTo>
                  <a:pt x="9871" y="59047"/>
                </a:lnTo>
                <a:lnTo>
                  <a:pt x="9871" y="59047"/>
                </a:lnTo>
                <a:cubicBezTo>
                  <a:pt x="9882" y="59016"/>
                  <a:pt x="9893" y="58985"/>
                  <a:pt x="9905" y="58954"/>
                </a:cubicBezTo>
                <a:cubicBezTo>
                  <a:pt x="9964" y="58925"/>
                  <a:pt x="10037" y="58866"/>
                  <a:pt x="10081" y="58836"/>
                </a:cubicBezTo>
                <a:lnTo>
                  <a:pt x="10081" y="58836"/>
                </a:lnTo>
                <a:cubicBezTo>
                  <a:pt x="10079" y="58848"/>
                  <a:pt x="10076" y="58859"/>
                  <a:pt x="10073" y="58870"/>
                </a:cubicBezTo>
                <a:lnTo>
                  <a:pt x="10073" y="58870"/>
                </a:lnTo>
                <a:cubicBezTo>
                  <a:pt x="10094" y="58856"/>
                  <a:pt x="10114" y="58846"/>
                  <a:pt x="10134" y="58839"/>
                </a:cubicBezTo>
                <a:lnTo>
                  <a:pt x="10134" y="58839"/>
                </a:lnTo>
                <a:cubicBezTo>
                  <a:pt x="10133" y="58841"/>
                  <a:pt x="10133" y="58844"/>
                  <a:pt x="10132" y="58846"/>
                </a:cubicBezTo>
                <a:lnTo>
                  <a:pt x="10132" y="58846"/>
                </a:lnTo>
                <a:cubicBezTo>
                  <a:pt x="10135" y="58842"/>
                  <a:pt x="10138" y="58839"/>
                  <a:pt x="10140" y="58836"/>
                </a:cubicBezTo>
                <a:lnTo>
                  <a:pt x="10140" y="58836"/>
                </a:lnTo>
                <a:cubicBezTo>
                  <a:pt x="10138" y="58837"/>
                  <a:pt x="10136" y="58838"/>
                  <a:pt x="10134" y="58839"/>
                </a:cubicBezTo>
                <a:lnTo>
                  <a:pt x="10134" y="58839"/>
                </a:lnTo>
                <a:cubicBezTo>
                  <a:pt x="10141" y="58813"/>
                  <a:pt x="10148" y="58788"/>
                  <a:pt x="10155" y="58763"/>
                </a:cubicBezTo>
                <a:cubicBezTo>
                  <a:pt x="10229" y="58719"/>
                  <a:pt x="10302" y="58660"/>
                  <a:pt x="10361" y="58630"/>
                </a:cubicBezTo>
                <a:lnTo>
                  <a:pt x="10361" y="58630"/>
                </a:lnTo>
                <a:cubicBezTo>
                  <a:pt x="10359" y="58642"/>
                  <a:pt x="10357" y="58653"/>
                  <a:pt x="10355" y="58665"/>
                </a:cubicBezTo>
                <a:lnTo>
                  <a:pt x="10355" y="58665"/>
                </a:lnTo>
                <a:cubicBezTo>
                  <a:pt x="10373" y="58652"/>
                  <a:pt x="10390" y="58641"/>
                  <a:pt x="10405" y="58630"/>
                </a:cubicBezTo>
                <a:lnTo>
                  <a:pt x="10405" y="58630"/>
                </a:lnTo>
                <a:cubicBezTo>
                  <a:pt x="10390" y="58660"/>
                  <a:pt x="10361" y="58704"/>
                  <a:pt x="10361" y="58733"/>
                </a:cubicBezTo>
                <a:lnTo>
                  <a:pt x="10344" y="58746"/>
                </a:lnTo>
                <a:lnTo>
                  <a:pt x="10344" y="58746"/>
                </a:lnTo>
                <a:cubicBezTo>
                  <a:pt x="10347" y="58719"/>
                  <a:pt x="10351" y="58692"/>
                  <a:pt x="10355" y="58665"/>
                </a:cubicBezTo>
                <a:lnTo>
                  <a:pt x="10355" y="58665"/>
                </a:lnTo>
                <a:cubicBezTo>
                  <a:pt x="10322" y="58689"/>
                  <a:pt x="10287" y="58714"/>
                  <a:pt x="10258" y="58733"/>
                </a:cubicBezTo>
                <a:lnTo>
                  <a:pt x="10199" y="58851"/>
                </a:lnTo>
                <a:lnTo>
                  <a:pt x="10199" y="58851"/>
                </a:lnTo>
                <a:lnTo>
                  <a:pt x="10344" y="58746"/>
                </a:lnTo>
                <a:lnTo>
                  <a:pt x="10344" y="58746"/>
                </a:lnTo>
                <a:cubicBezTo>
                  <a:pt x="10213" y="59750"/>
                  <a:pt x="10577" y="60712"/>
                  <a:pt x="10847" y="61265"/>
                </a:cubicBezTo>
                <a:cubicBezTo>
                  <a:pt x="11538" y="62663"/>
                  <a:pt x="12686" y="63869"/>
                  <a:pt x="14305" y="64988"/>
                </a:cubicBezTo>
                <a:cubicBezTo>
                  <a:pt x="14555" y="65179"/>
                  <a:pt x="14820" y="65341"/>
                  <a:pt x="15041" y="65488"/>
                </a:cubicBezTo>
                <a:cubicBezTo>
                  <a:pt x="16233" y="66283"/>
                  <a:pt x="17131" y="67151"/>
                  <a:pt x="17705" y="68049"/>
                </a:cubicBezTo>
                <a:cubicBezTo>
                  <a:pt x="18205" y="68814"/>
                  <a:pt x="18676" y="69653"/>
                  <a:pt x="18676" y="70624"/>
                </a:cubicBezTo>
                <a:cubicBezTo>
                  <a:pt x="18676" y="71669"/>
                  <a:pt x="18161" y="72743"/>
                  <a:pt x="17248" y="73656"/>
                </a:cubicBezTo>
                <a:cubicBezTo>
                  <a:pt x="16910" y="74009"/>
                  <a:pt x="16527" y="74303"/>
                  <a:pt x="16100" y="74583"/>
                </a:cubicBezTo>
                <a:cubicBezTo>
                  <a:pt x="15129" y="75201"/>
                  <a:pt x="14040" y="75613"/>
                  <a:pt x="12995" y="76010"/>
                </a:cubicBezTo>
                <a:cubicBezTo>
                  <a:pt x="12554" y="76172"/>
                  <a:pt x="12068" y="76364"/>
                  <a:pt x="11627" y="76540"/>
                </a:cubicBezTo>
                <a:cubicBezTo>
                  <a:pt x="10081" y="77202"/>
                  <a:pt x="8595" y="78071"/>
                  <a:pt x="7197" y="79145"/>
                </a:cubicBezTo>
                <a:cubicBezTo>
                  <a:pt x="6005" y="80057"/>
                  <a:pt x="5196" y="80985"/>
                  <a:pt x="4695" y="81956"/>
                </a:cubicBezTo>
                <a:cubicBezTo>
                  <a:pt x="4401" y="82530"/>
                  <a:pt x="4224" y="83133"/>
                  <a:pt x="4180" y="83722"/>
                </a:cubicBezTo>
                <a:cubicBezTo>
                  <a:pt x="4121" y="84472"/>
                  <a:pt x="4268" y="85223"/>
                  <a:pt x="4445" y="85929"/>
                </a:cubicBezTo>
                <a:cubicBezTo>
                  <a:pt x="4842" y="87577"/>
                  <a:pt x="5416" y="89167"/>
                  <a:pt x="6137" y="90638"/>
                </a:cubicBezTo>
                <a:lnTo>
                  <a:pt x="6182" y="90594"/>
                </a:lnTo>
                <a:cubicBezTo>
                  <a:pt x="5475" y="89123"/>
                  <a:pt x="4901" y="87548"/>
                  <a:pt x="4489" y="85914"/>
                </a:cubicBezTo>
                <a:cubicBezTo>
                  <a:pt x="4327" y="85208"/>
                  <a:pt x="4180" y="84472"/>
                  <a:pt x="4239" y="83722"/>
                </a:cubicBezTo>
                <a:cubicBezTo>
                  <a:pt x="4268" y="83133"/>
                  <a:pt x="4460" y="82544"/>
                  <a:pt x="4754" y="81971"/>
                </a:cubicBezTo>
                <a:cubicBezTo>
                  <a:pt x="5254" y="81014"/>
                  <a:pt x="6064" y="80116"/>
                  <a:pt x="7241" y="79189"/>
                </a:cubicBezTo>
                <a:cubicBezTo>
                  <a:pt x="8610" y="78130"/>
                  <a:pt x="10111" y="77261"/>
                  <a:pt x="11656" y="76599"/>
                </a:cubicBezTo>
                <a:cubicBezTo>
                  <a:pt x="12098" y="76422"/>
                  <a:pt x="12569" y="76231"/>
                  <a:pt x="13010" y="76069"/>
                </a:cubicBezTo>
                <a:cubicBezTo>
                  <a:pt x="14055" y="75657"/>
                  <a:pt x="15159" y="75260"/>
                  <a:pt x="16145" y="74627"/>
                </a:cubicBezTo>
                <a:cubicBezTo>
                  <a:pt x="16557" y="74362"/>
                  <a:pt x="16954" y="74038"/>
                  <a:pt x="17278" y="73715"/>
                </a:cubicBezTo>
                <a:cubicBezTo>
                  <a:pt x="18205" y="72773"/>
                  <a:pt x="18720" y="71684"/>
                  <a:pt x="18735" y="70624"/>
                </a:cubicBezTo>
                <a:cubicBezTo>
                  <a:pt x="18749" y="69623"/>
                  <a:pt x="18234" y="68770"/>
                  <a:pt x="17763" y="68005"/>
                </a:cubicBezTo>
                <a:cubicBezTo>
                  <a:pt x="17175" y="67107"/>
                  <a:pt x="16262" y="66239"/>
                  <a:pt x="15070" y="65429"/>
                </a:cubicBezTo>
                <a:cubicBezTo>
                  <a:pt x="14850" y="65282"/>
                  <a:pt x="14599" y="65120"/>
                  <a:pt x="14335" y="64944"/>
                </a:cubicBezTo>
                <a:cubicBezTo>
                  <a:pt x="12716" y="63840"/>
                  <a:pt x="11583" y="62618"/>
                  <a:pt x="10891" y="61220"/>
                </a:cubicBezTo>
                <a:cubicBezTo>
                  <a:pt x="10626" y="60676"/>
                  <a:pt x="10214" y="59616"/>
                  <a:pt x="10435" y="58571"/>
                </a:cubicBezTo>
                <a:cubicBezTo>
                  <a:pt x="10508" y="58513"/>
                  <a:pt x="10582" y="58483"/>
                  <a:pt x="10670" y="58424"/>
                </a:cubicBezTo>
                <a:lnTo>
                  <a:pt x="10670" y="58424"/>
                </a:lnTo>
                <a:cubicBezTo>
                  <a:pt x="10670" y="58427"/>
                  <a:pt x="10670" y="58430"/>
                  <a:pt x="10669" y="58433"/>
                </a:cubicBezTo>
                <a:lnTo>
                  <a:pt x="10669" y="58433"/>
                </a:lnTo>
                <a:cubicBezTo>
                  <a:pt x="10675" y="58430"/>
                  <a:pt x="10680" y="58427"/>
                  <a:pt x="10685" y="58424"/>
                </a:cubicBezTo>
                <a:lnTo>
                  <a:pt x="10685" y="58424"/>
                </a:lnTo>
                <a:cubicBezTo>
                  <a:pt x="10677" y="58436"/>
                  <a:pt x="10671" y="58448"/>
                  <a:pt x="10667" y="58460"/>
                </a:cubicBezTo>
                <a:lnTo>
                  <a:pt x="10667" y="58460"/>
                </a:lnTo>
                <a:cubicBezTo>
                  <a:pt x="10668" y="58451"/>
                  <a:pt x="10668" y="58442"/>
                  <a:pt x="10669" y="58433"/>
                </a:cubicBezTo>
                <a:lnTo>
                  <a:pt x="10669" y="58433"/>
                </a:lnTo>
                <a:cubicBezTo>
                  <a:pt x="10613" y="58464"/>
                  <a:pt x="10547" y="58516"/>
                  <a:pt x="10494" y="58557"/>
                </a:cubicBezTo>
                <a:cubicBezTo>
                  <a:pt x="10479" y="58557"/>
                  <a:pt x="10479" y="58571"/>
                  <a:pt x="10479" y="58571"/>
                </a:cubicBezTo>
                <a:cubicBezTo>
                  <a:pt x="10464" y="58616"/>
                  <a:pt x="10464" y="58645"/>
                  <a:pt x="10435" y="58689"/>
                </a:cubicBezTo>
                <a:cubicBezTo>
                  <a:pt x="10508" y="58630"/>
                  <a:pt x="10567" y="58586"/>
                  <a:pt x="10641" y="58557"/>
                </a:cubicBezTo>
                <a:cubicBezTo>
                  <a:pt x="10651" y="58524"/>
                  <a:pt x="10654" y="58492"/>
                  <a:pt x="10667" y="58460"/>
                </a:cubicBezTo>
                <a:lnTo>
                  <a:pt x="10667" y="58460"/>
                </a:lnTo>
                <a:cubicBezTo>
                  <a:pt x="10589" y="59316"/>
                  <a:pt x="10865" y="60169"/>
                  <a:pt x="11141" y="60764"/>
                </a:cubicBezTo>
                <a:cubicBezTo>
                  <a:pt x="11833" y="62265"/>
                  <a:pt x="12981" y="63590"/>
                  <a:pt x="14614" y="64797"/>
                </a:cubicBezTo>
                <a:cubicBezTo>
                  <a:pt x="14835" y="64944"/>
                  <a:pt x="15070" y="65120"/>
                  <a:pt x="15365" y="65326"/>
                </a:cubicBezTo>
                <a:cubicBezTo>
                  <a:pt x="16616" y="66195"/>
                  <a:pt x="17543" y="67107"/>
                  <a:pt x="18087" y="68064"/>
                </a:cubicBezTo>
                <a:cubicBezTo>
                  <a:pt x="18543" y="68844"/>
                  <a:pt x="18985" y="69682"/>
                  <a:pt x="18970" y="70624"/>
                </a:cubicBezTo>
                <a:cubicBezTo>
                  <a:pt x="18941" y="71654"/>
                  <a:pt x="18440" y="72699"/>
                  <a:pt x="17543" y="73597"/>
                </a:cubicBezTo>
                <a:cubicBezTo>
                  <a:pt x="17204" y="73935"/>
                  <a:pt x="16836" y="74244"/>
                  <a:pt x="16439" y="74524"/>
                </a:cubicBezTo>
                <a:cubicBezTo>
                  <a:pt x="15497" y="75127"/>
                  <a:pt x="14452" y="75554"/>
                  <a:pt x="13437" y="75952"/>
                </a:cubicBezTo>
                <a:cubicBezTo>
                  <a:pt x="12995" y="76143"/>
                  <a:pt x="12510" y="76319"/>
                  <a:pt x="12068" y="76525"/>
                </a:cubicBezTo>
                <a:cubicBezTo>
                  <a:pt x="10552" y="77202"/>
                  <a:pt x="9095" y="78115"/>
                  <a:pt x="7756" y="79189"/>
                </a:cubicBezTo>
                <a:cubicBezTo>
                  <a:pt x="6594" y="80131"/>
                  <a:pt x="5799" y="81058"/>
                  <a:pt x="5328" y="82029"/>
                </a:cubicBezTo>
                <a:cubicBezTo>
                  <a:pt x="5034" y="82603"/>
                  <a:pt x="4857" y="83192"/>
                  <a:pt x="4813" y="83781"/>
                </a:cubicBezTo>
                <a:cubicBezTo>
                  <a:pt x="4754" y="84531"/>
                  <a:pt x="4887" y="85267"/>
                  <a:pt x="5048" y="85959"/>
                </a:cubicBezTo>
                <a:cubicBezTo>
                  <a:pt x="5416" y="87622"/>
                  <a:pt x="5990" y="89182"/>
                  <a:pt x="6682" y="90638"/>
                </a:cubicBezTo>
                <a:lnTo>
                  <a:pt x="6741" y="90594"/>
                </a:lnTo>
                <a:cubicBezTo>
                  <a:pt x="6020" y="89152"/>
                  <a:pt x="5475" y="87577"/>
                  <a:pt x="5107" y="85929"/>
                </a:cubicBezTo>
                <a:cubicBezTo>
                  <a:pt x="4960" y="85238"/>
                  <a:pt x="4813" y="84516"/>
                  <a:pt x="4857" y="83751"/>
                </a:cubicBezTo>
                <a:cubicBezTo>
                  <a:pt x="4916" y="83163"/>
                  <a:pt x="5078" y="82603"/>
                  <a:pt x="5357" y="82029"/>
                </a:cubicBezTo>
                <a:cubicBezTo>
                  <a:pt x="5843" y="81073"/>
                  <a:pt x="6623" y="80146"/>
                  <a:pt x="7771" y="79233"/>
                </a:cubicBezTo>
                <a:cubicBezTo>
                  <a:pt x="9110" y="78144"/>
                  <a:pt x="10567" y="77247"/>
                  <a:pt x="12068" y="76584"/>
                </a:cubicBezTo>
                <a:cubicBezTo>
                  <a:pt x="12510" y="76378"/>
                  <a:pt x="12995" y="76202"/>
                  <a:pt x="13437" y="76010"/>
                </a:cubicBezTo>
                <a:cubicBezTo>
                  <a:pt x="14452" y="75613"/>
                  <a:pt x="15512" y="75186"/>
                  <a:pt x="16454" y="74553"/>
                </a:cubicBezTo>
                <a:cubicBezTo>
                  <a:pt x="16851" y="74289"/>
                  <a:pt x="17248" y="73965"/>
                  <a:pt x="17572" y="73641"/>
                </a:cubicBezTo>
                <a:cubicBezTo>
                  <a:pt x="18470" y="72714"/>
                  <a:pt x="18985" y="71654"/>
                  <a:pt x="19029" y="70609"/>
                </a:cubicBezTo>
                <a:cubicBezTo>
                  <a:pt x="19058" y="69653"/>
                  <a:pt x="18602" y="68799"/>
                  <a:pt x="18146" y="68005"/>
                </a:cubicBezTo>
                <a:cubicBezTo>
                  <a:pt x="17572" y="67048"/>
                  <a:pt x="16660" y="66136"/>
                  <a:pt x="15409" y="65253"/>
                </a:cubicBezTo>
                <a:cubicBezTo>
                  <a:pt x="15114" y="65047"/>
                  <a:pt x="14864" y="64885"/>
                  <a:pt x="14644" y="64723"/>
                </a:cubicBezTo>
                <a:cubicBezTo>
                  <a:pt x="13010" y="63546"/>
                  <a:pt x="11877" y="62221"/>
                  <a:pt x="11185" y="60720"/>
                </a:cubicBezTo>
                <a:cubicBezTo>
                  <a:pt x="10920" y="60102"/>
                  <a:pt x="10641" y="59234"/>
                  <a:pt x="10729" y="58365"/>
                </a:cubicBezTo>
                <a:cubicBezTo>
                  <a:pt x="10817" y="58321"/>
                  <a:pt x="10891" y="58277"/>
                  <a:pt x="10994" y="58218"/>
                </a:cubicBezTo>
                <a:lnTo>
                  <a:pt x="10994" y="58218"/>
                </a:lnTo>
                <a:cubicBezTo>
                  <a:pt x="10964" y="58851"/>
                  <a:pt x="11097" y="59528"/>
                  <a:pt x="11406" y="60279"/>
                </a:cubicBezTo>
                <a:cubicBezTo>
                  <a:pt x="12068" y="61897"/>
                  <a:pt x="13275" y="63354"/>
                  <a:pt x="14908" y="64605"/>
                </a:cubicBezTo>
                <a:cubicBezTo>
                  <a:pt x="15129" y="64767"/>
                  <a:pt x="15379" y="64958"/>
                  <a:pt x="15674" y="65179"/>
                </a:cubicBezTo>
                <a:cubicBezTo>
                  <a:pt x="16998" y="66136"/>
                  <a:pt x="17911" y="67092"/>
                  <a:pt x="18455" y="68078"/>
                </a:cubicBezTo>
                <a:cubicBezTo>
                  <a:pt x="18897" y="68888"/>
                  <a:pt x="19279" y="69682"/>
                  <a:pt x="19250" y="70609"/>
                </a:cubicBezTo>
                <a:cubicBezTo>
                  <a:pt x="19191" y="71595"/>
                  <a:pt x="18691" y="72640"/>
                  <a:pt x="17808" y="73523"/>
                </a:cubicBezTo>
                <a:cubicBezTo>
                  <a:pt x="17484" y="73862"/>
                  <a:pt x="17116" y="74171"/>
                  <a:pt x="16733" y="74436"/>
                </a:cubicBezTo>
                <a:cubicBezTo>
                  <a:pt x="15821" y="75039"/>
                  <a:pt x="14820" y="75466"/>
                  <a:pt x="13834" y="75878"/>
                </a:cubicBezTo>
                <a:cubicBezTo>
                  <a:pt x="13393" y="76069"/>
                  <a:pt x="12922" y="76275"/>
                  <a:pt x="12480" y="76467"/>
                </a:cubicBezTo>
                <a:cubicBezTo>
                  <a:pt x="10994" y="77173"/>
                  <a:pt x="9566" y="78085"/>
                  <a:pt x="8271" y="79189"/>
                </a:cubicBezTo>
                <a:cubicBezTo>
                  <a:pt x="7138" y="80146"/>
                  <a:pt x="6388" y="81073"/>
                  <a:pt x="5917" y="82044"/>
                </a:cubicBezTo>
                <a:cubicBezTo>
                  <a:pt x="5637" y="82618"/>
                  <a:pt x="5475" y="83207"/>
                  <a:pt x="5416" y="83795"/>
                </a:cubicBezTo>
                <a:cubicBezTo>
                  <a:pt x="5343" y="84546"/>
                  <a:pt x="5490" y="85311"/>
                  <a:pt x="5622" y="85959"/>
                </a:cubicBezTo>
                <a:cubicBezTo>
                  <a:pt x="5961" y="87592"/>
                  <a:pt x="6505" y="89167"/>
                  <a:pt x="7212" y="90609"/>
                </a:cubicBezTo>
                <a:lnTo>
                  <a:pt x="7271" y="90580"/>
                </a:lnTo>
                <a:cubicBezTo>
                  <a:pt x="6579" y="89137"/>
                  <a:pt x="6020" y="87577"/>
                  <a:pt x="5666" y="85944"/>
                </a:cubicBezTo>
                <a:cubicBezTo>
                  <a:pt x="5549" y="85296"/>
                  <a:pt x="5402" y="84546"/>
                  <a:pt x="5475" y="83795"/>
                </a:cubicBezTo>
                <a:cubicBezTo>
                  <a:pt x="5519" y="83221"/>
                  <a:pt x="5696" y="82633"/>
                  <a:pt x="5961" y="82074"/>
                </a:cubicBezTo>
                <a:cubicBezTo>
                  <a:pt x="6432" y="81117"/>
                  <a:pt x="7197" y="80205"/>
                  <a:pt x="8301" y="79263"/>
                </a:cubicBezTo>
                <a:cubicBezTo>
                  <a:pt x="9611" y="78159"/>
                  <a:pt x="11023" y="77247"/>
                  <a:pt x="12495" y="76540"/>
                </a:cubicBezTo>
                <a:cubicBezTo>
                  <a:pt x="12936" y="76334"/>
                  <a:pt x="13393" y="76143"/>
                  <a:pt x="13864" y="75952"/>
                </a:cubicBezTo>
                <a:cubicBezTo>
                  <a:pt x="14835" y="75525"/>
                  <a:pt x="15865" y="75113"/>
                  <a:pt x="16763" y="74495"/>
                </a:cubicBezTo>
                <a:cubicBezTo>
                  <a:pt x="17175" y="74230"/>
                  <a:pt x="17543" y="73935"/>
                  <a:pt x="17866" y="73582"/>
                </a:cubicBezTo>
                <a:cubicBezTo>
                  <a:pt x="18749" y="72684"/>
                  <a:pt x="19265" y="71625"/>
                  <a:pt x="19323" y="70595"/>
                </a:cubicBezTo>
                <a:cubicBezTo>
                  <a:pt x="19382" y="69668"/>
                  <a:pt x="18970" y="68858"/>
                  <a:pt x="18529" y="68049"/>
                </a:cubicBezTo>
                <a:cubicBezTo>
                  <a:pt x="17984" y="67033"/>
                  <a:pt x="17057" y="66077"/>
                  <a:pt x="15733" y="65106"/>
                </a:cubicBezTo>
                <a:cubicBezTo>
                  <a:pt x="15438" y="64885"/>
                  <a:pt x="15188" y="64693"/>
                  <a:pt x="14967" y="64532"/>
                </a:cubicBezTo>
                <a:cubicBezTo>
                  <a:pt x="13319" y="63281"/>
                  <a:pt x="12142" y="61839"/>
                  <a:pt x="11480" y="60249"/>
                </a:cubicBezTo>
                <a:cubicBezTo>
                  <a:pt x="11196" y="59546"/>
                  <a:pt x="11048" y="58905"/>
                  <a:pt x="11060" y="58315"/>
                </a:cubicBezTo>
                <a:lnTo>
                  <a:pt x="11060" y="58315"/>
                </a:lnTo>
                <a:cubicBezTo>
                  <a:pt x="11047" y="58322"/>
                  <a:pt x="11035" y="58329"/>
                  <a:pt x="11023" y="58336"/>
                </a:cubicBezTo>
                <a:cubicBezTo>
                  <a:pt x="11023" y="58279"/>
                  <a:pt x="11051" y="58221"/>
                  <a:pt x="11066" y="58178"/>
                </a:cubicBezTo>
                <a:lnTo>
                  <a:pt x="11066" y="58178"/>
                </a:lnTo>
                <a:cubicBezTo>
                  <a:pt x="11063" y="58223"/>
                  <a:pt x="11061" y="58269"/>
                  <a:pt x="11060" y="58315"/>
                </a:cubicBezTo>
                <a:lnTo>
                  <a:pt x="11060" y="58315"/>
                </a:lnTo>
                <a:cubicBezTo>
                  <a:pt x="11129" y="58278"/>
                  <a:pt x="11212" y="58241"/>
                  <a:pt x="11273" y="58204"/>
                </a:cubicBezTo>
                <a:cubicBezTo>
                  <a:pt x="11273" y="58146"/>
                  <a:pt x="11273" y="58103"/>
                  <a:pt x="11301" y="58033"/>
                </a:cubicBezTo>
                <a:lnTo>
                  <a:pt x="11301" y="58033"/>
                </a:lnTo>
                <a:cubicBezTo>
                  <a:pt x="11243" y="58069"/>
                  <a:pt x="11185" y="58100"/>
                  <a:pt x="11128" y="58129"/>
                </a:cubicBezTo>
                <a:lnTo>
                  <a:pt x="11128" y="58129"/>
                </a:lnTo>
                <a:cubicBezTo>
                  <a:pt x="11182" y="58091"/>
                  <a:pt x="11239" y="58059"/>
                  <a:pt x="11303" y="58027"/>
                </a:cubicBezTo>
                <a:lnTo>
                  <a:pt x="11303" y="58027"/>
                </a:lnTo>
                <a:cubicBezTo>
                  <a:pt x="11302" y="58029"/>
                  <a:pt x="11301" y="58031"/>
                  <a:pt x="11301" y="58033"/>
                </a:cubicBezTo>
                <a:lnTo>
                  <a:pt x="11301" y="58033"/>
                </a:lnTo>
                <a:cubicBezTo>
                  <a:pt x="11311" y="58026"/>
                  <a:pt x="11322" y="58019"/>
                  <a:pt x="11332" y="58012"/>
                </a:cubicBezTo>
                <a:cubicBezTo>
                  <a:pt x="11362" y="58557"/>
                  <a:pt x="11465" y="59160"/>
                  <a:pt x="11730" y="59808"/>
                </a:cubicBezTo>
                <a:cubicBezTo>
                  <a:pt x="12362" y="61529"/>
                  <a:pt x="13569" y="63075"/>
                  <a:pt x="15232" y="64399"/>
                </a:cubicBezTo>
                <a:cubicBezTo>
                  <a:pt x="15482" y="64590"/>
                  <a:pt x="15733" y="64782"/>
                  <a:pt x="16027" y="65003"/>
                </a:cubicBezTo>
                <a:cubicBezTo>
                  <a:pt x="17410" y="66033"/>
                  <a:pt x="18323" y="67048"/>
                  <a:pt x="18867" y="68093"/>
                </a:cubicBezTo>
                <a:cubicBezTo>
                  <a:pt x="19265" y="68902"/>
                  <a:pt x="19618" y="69697"/>
                  <a:pt x="19559" y="70595"/>
                </a:cubicBezTo>
                <a:cubicBezTo>
                  <a:pt x="19485" y="71581"/>
                  <a:pt x="18985" y="72611"/>
                  <a:pt x="18131" y="73464"/>
                </a:cubicBezTo>
                <a:cubicBezTo>
                  <a:pt x="17808" y="73803"/>
                  <a:pt x="17440" y="74097"/>
                  <a:pt x="17057" y="74377"/>
                </a:cubicBezTo>
                <a:cubicBezTo>
                  <a:pt x="16189" y="74980"/>
                  <a:pt x="15217" y="75407"/>
                  <a:pt x="14261" y="75819"/>
                </a:cubicBezTo>
                <a:cubicBezTo>
                  <a:pt x="13819" y="76025"/>
                  <a:pt x="13349" y="76231"/>
                  <a:pt x="12907" y="76452"/>
                </a:cubicBezTo>
                <a:cubicBezTo>
                  <a:pt x="11435" y="77188"/>
                  <a:pt x="10052" y="78130"/>
                  <a:pt x="8786" y="79248"/>
                </a:cubicBezTo>
                <a:cubicBezTo>
                  <a:pt x="7712" y="80205"/>
                  <a:pt x="6962" y="81146"/>
                  <a:pt x="6505" y="82118"/>
                </a:cubicBezTo>
                <a:cubicBezTo>
                  <a:pt x="6226" y="82692"/>
                  <a:pt x="6064" y="83251"/>
                  <a:pt x="6020" y="83839"/>
                </a:cubicBezTo>
                <a:cubicBezTo>
                  <a:pt x="5946" y="84605"/>
                  <a:pt x="6079" y="85355"/>
                  <a:pt x="6211" y="86003"/>
                </a:cubicBezTo>
                <a:cubicBezTo>
                  <a:pt x="6535" y="87636"/>
                  <a:pt x="7050" y="89182"/>
                  <a:pt x="7756" y="90609"/>
                </a:cubicBezTo>
                <a:lnTo>
                  <a:pt x="7800" y="90580"/>
                </a:lnTo>
                <a:cubicBezTo>
                  <a:pt x="7109" y="89167"/>
                  <a:pt x="6594" y="87622"/>
                  <a:pt x="6255" y="85973"/>
                </a:cubicBezTo>
                <a:cubicBezTo>
                  <a:pt x="6137" y="85355"/>
                  <a:pt x="6020" y="84605"/>
                  <a:pt x="6093" y="83839"/>
                </a:cubicBezTo>
                <a:cubicBezTo>
                  <a:pt x="6152" y="83280"/>
                  <a:pt x="6314" y="82706"/>
                  <a:pt x="6579" y="82132"/>
                </a:cubicBezTo>
                <a:cubicBezTo>
                  <a:pt x="7035" y="81176"/>
                  <a:pt x="7771" y="80234"/>
                  <a:pt x="8831" y="79307"/>
                </a:cubicBezTo>
                <a:cubicBezTo>
                  <a:pt x="10111" y="78174"/>
                  <a:pt x="11480" y="77247"/>
                  <a:pt x="12936" y="76525"/>
                </a:cubicBezTo>
                <a:cubicBezTo>
                  <a:pt x="13378" y="76305"/>
                  <a:pt x="13834" y="76099"/>
                  <a:pt x="14305" y="75893"/>
                </a:cubicBezTo>
                <a:cubicBezTo>
                  <a:pt x="15232" y="75481"/>
                  <a:pt x="16218" y="75039"/>
                  <a:pt x="17101" y="74450"/>
                </a:cubicBezTo>
                <a:cubicBezTo>
                  <a:pt x="17484" y="74171"/>
                  <a:pt x="17852" y="73877"/>
                  <a:pt x="18161" y="73538"/>
                </a:cubicBezTo>
                <a:cubicBezTo>
                  <a:pt x="19029" y="72655"/>
                  <a:pt x="19544" y="71625"/>
                  <a:pt x="19618" y="70624"/>
                </a:cubicBezTo>
                <a:cubicBezTo>
                  <a:pt x="19691" y="69697"/>
                  <a:pt x="19323" y="68888"/>
                  <a:pt x="18911" y="68078"/>
                </a:cubicBezTo>
                <a:cubicBezTo>
                  <a:pt x="18382" y="67019"/>
                  <a:pt x="17469" y="66003"/>
                  <a:pt x="16071" y="64958"/>
                </a:cubicBezTo>
                <a:cubicBezTo>
                  <a:pt x="15777" y="64738"/>
                  <a:pt x="15512" y="64532"/>
                  <a:pt x="15276" y="64340"/>
                </a:cubicBezTo>
                <a:cubicBezTo>
                  <a:pt x="13599" y="63016"/>
                  <a:pt x="12421" y="61471"/>
                  <a:pt x="11774" y="59763"/>
                </a:cubicBezTo>
                <a:cubicBezTo>
                  <a:pt x="11560" y="59175"/>
                  <a:pt x="11431" y="58623"/>
                  <a:pt x="11409" y="58130"/>
                </a:cubicBezTo>
                <a:lnTo>
                  <a:pt x="11409" y="58130"/>
                </a:lnTo>
                <a:cubicBezTo>
                  <a:pt x="11388" y="58144"/>
                  <a:pt x="11367" y="58158"/>
                  <a:pt x="11347" y="58174"/>
                </a:cubicBezTo>
                <a:cubicBezTo>
                  <a:pt x="11347" y="58115"/>
                  <a:pt x="11362" y="58056"/>
                  <a:pt x="11362" y="57998"/>
                </a:cubicBezTo>
                <a:cubicBezTo>
                  <a:pt x="11450" y="57953"/>
                  <a:pt x="11524" y="57909"/>
                  <a:pt x="11612" y="57850"/>
                </a:cubicBezTo>
                <a:lnTo>
                  <a:pt x="11612" y="57850"/>
                </a:lnTo>
                <a:cubicBezTo>
                  <a:pt x="11609" y="57861"/>
                  <a:pt x="11607" y="57872"/>
                  <a:pt x="11605" y="57882"/>
                </a:cubicBezTo>
                <a:lnTo>
                  <a:pt x="11605" y="57882"/>
                </a:lnTo>
                <a:cubicBezTo>
                  <a:pt x="11627" y="57871"/>
                  <a:pt x="11649" y="57859"/>
                  <a:pt x="11671" y="57845"/>
                </a:cubicBezTo>
                <a:lnTo>
                  <a:pt x="11671" y="57845"/>
                </a:lnTo>
                <a:lnTo>
                  <a:pt x="11671" y="57983"/>
                </a:lnTo>
                <a:cubicBezTo>
                  <a:pt x="11680" y="57977"/>
                  <a:pt x="11690" y="57971"/>
                  <a:pt x="11699" y="57965"/>
                </a:cubicBezTo>
                <a:lnTo>
                  <a:pt x="11699" y="57965"/>
                </a:lnTo>
                <a:cubicBezTo>
                  <a:pt x="11749" y="58386"/>
                  <a:pt x="11848" y="58842"/>
                  <a:pt x="11995" y="59322"/>
                </a:cubicBezTo>
                <a:cubicBezTo>
                  <a:pt x="12627" y="61147"/>
                  <a:pt x="13805" y="62795"/>
                  <a:pt x="15527" y="64223"/>
                </a:cubicBezTo>
                <a:cubicBezTo>
                  <a:pt x="15777" y="64414"/>
                  <a:pt x="16042" y="64620"/>
                  <a:pt x="16336" y="64855"/>
                </a:cubicBezTo>
                <a:cubicBezTo>
                  <a:pt x="17793" y="66003"/>
                  <a:pt x="18720" y="67033"/>
                  <a:pt x="19235" y="68137"/>
                </a:cubicBezTo>
                <a:cubicBezTo>
                  <a:pt x="19574" y="68902"/>
                  <a:pt x="19912" y="69712"/>
                  <a:pt x="19824" y="70624"/>
                </a:cubicBezTo>
                <a:cubicBezTo>
                  <a:pt x="19721" y="71581"/>
                  <a:pt x="19206" y="72581"/>
                  <a:pt x="18382" y="73435"/>
                </a:cubicBezTo>
                <a:cubicBezTo>
                  <a:pt x="18072" y="73744"/>
                  <a:pt x="17719" y="74053"/>
                  <a:pt x="17337" y="74318"/>
                </a:cubicBezTo>
                <a:cubicBezTo>
                  <a:pt x="16483" y="74907"/>
                  <a:pt x="15556" y="75348"/>
                  <a:pt x="14644" y="75775"/>
                </a:cubicBezTo>
                <a:cubicBezTo>
                  <a:pt x="14202" y="75966"/>
                  <a:pt x="13731" y="76187"/>
                  <a:pt x="13290" y="76437"/>
                </a:cubicBezTo>
                <a:cubicBezTo>
                  <a:pt x="11847" y="77188"/>
                  <a:pt x="10508" y="78144"/>
                  <a:pt x="9272" y="79277"/>
                </a:cubicBezTo>
                <a:cubicBezTo>
                  <a:pt x="8242" y="80263"/>
                  <a:pt x="7535" y="81191"/>
                  <a:pt x="7094" y="82177"/>
                </a:cubicBezTo>
                <a:cubicBezTo>
                  <a:pt x="6829" y="82736"/>
                  <a:pt x="6667" y="83310"/>
                  <a:pt x="6608" y="83884"/>
                </a:cubicBezTo>
                <a:cubicBezTo>
                  <a:pt x="6535" y="84649"/>
                  <a:pt x="6652" y="85385"/>
                  <a:pt x="6756" y="86018"/>
                </a:cubicBezTo>
                <a:cubicBezTo>
                  <a:pt x="7050" y="87651"/>
                  <a:pt x="7565" y="89182"/>
                  <a:pt x="8271" y="90594"/>
                </a:cubicBezTo>
                <a:lnTo>
                  <a:pt x="8315" y="90565"/>
                </a:lnTo>
                <a:cubicBezTo>
                  <a:pt x="7624" y="89167"/>
                  <a:pt x="7123" y="87622"/>
                  <a:pt x="6814" y="86003"/>
                </a:cubicBezTo>
                <a:cubicBezTo>
                  <a:pt x="6697" y="85370"/>
                  <a:pt x="6594" y="84634"/>
                  <a:pt x="6667" y="83884"/>
                </a:cubicBezTo>
                <a:cubicBezTo>
                  <a:pt x="6726" y="83310"/>
                  <a:pt x="6888" y="82736"/>
                  <a:pt x="7138" y="82191"/>
                </a:cubicBezTo>
                <a:cubicBezTo>
                  <a:pt x="7580" y="81235"/>
                  <a:pt x="8301" y="80293"/>
                  <a:pt x="9316" y="79336"/>
                </a:cubicBezTo>
                <a:cubicBezTo>
                  <a:pt x="10523" y="78203"/>
                  <a:pt x="11877" y="77247"/>
                  <a:pt x="13304" y="76481"/>
                </a:cubicBezTo>
                <a:cubicBezTo>
                  <a:pt x="13746" y="76246"/>
                  <a:pt x="14202" y="76025"/>
                  <a:pt x="14673" y="75819"/>
                </a:cubicBezTo>
                <a:cubicBezTo>
                  <a:pt x="15571" y="75407"/>
                  <a:pt x="16513" y="74966"/>
                  <a:pt x="17351" y="74347"/>
                </a:cubicBezTo>
                <a:cubicBezTo>
                  <a:pt x="17734" y="74083"/>
                  <a:pt x="18087" y="73788"/>
                  <a:pt x="18396" y="73450"/>
                </a:cubicBezTo>
                <a:cubicBezTo>
                  <a:pt x="19250" y="72581"/>
                  <a:pt x="19765" y="71581"/>
                  <a:pt x="19853" y="70595"/>
                </a:cubicBezTo>
                <a:cubicBezTo>
                  <a:pt x="19941" y="69697"/>
                  <a:pt x="19603" y="68873"/>
                  <a:pt x="19250" y="68078"/>
                </a:cubicBezTo>
                <a:cubicBezTo>
                  <a:pt x="18735" y="66960"/>
                  <a:pt x="17808" y="65915"/>
                  <a:pt x="16336" y="64767"/>
                </a:cubicBezTo>
                <a:cubicBezTo>
                  <a:pt x="16042" y="64532"/>
                  <a:pt x="15777" y="64326"/>
                  <a:pt x="15527" y="64120"/>
                </a:cubicBezTo>
                <a:cubicBezTo>
                  <a:pt x="13805" y="62707"/>
                  <a:pt x="12627" y="61073"/>
                  <a:pt x="12024" y="59248"/>
                </a:cubicBezTo>
                <a:cubicBezTo>
                  <a:pt x="11861" y="58785"/>
                  <a:pt x="11762" y="58354"/>
                  <a:pt x="11718" y="57954"/>
                </a:cubicBezTo>
                <a:lnTo>
                  <a:pt x="11718" y="57954"/>
                </a:lnTo>
                <a:cubicBezTo>
                  <a:pt x="11712" y="57958"/>
                  <a:pt x="11706" y="57961"/>
                  <a:pt x="11699" y="57965"/>
                </a:cubicBezTo>
                <a:lnTo>
                  <a:pt x="11699" y="57965"/>
                </a:lnTo>
                <a:cubicBezTo>
                  <a:pt x="11694" y="57921"/>
                  <a:pt x="11690" y="57878"/>
                  <a:pt x="11686" y="57836"/>
                </a:cubicBezTo>
                <a:cubicBezTo>
                  <a:pt x="11681" y="57839"/>
                  <a:pt x="11676" y="57842"/>
                  <a:pt x="11671" y="57845"/>
                </a:cubicBezTo>
                <a:lnTo>
                  <a:pt x="11671" y="57845"/>
                </a:lnTo>
                <a:lnTo>
                  <a:pt x="11671" y="57806"/>
                </a:lnTo>
                <a:cubicBezTo>
                  <a:pt x="11681" y="57799"/>
                  <a:pt x="11692" y="57792"/>
                  <a:pt x="11703" y="57786"/>
                </a:cubicBezTo>
                <a:lnTo>
                  <a:pt x="11703" y="57786"/>
                </a:lnTo>
                <a:cubicBezTo>
                  <a:pt x="11707" y="57841"/>
                  <a:pt x="11712" y="57897"/>
                  <a:pt x="11718" y="57954"/>
                </a:cubicBezTo>
                <a:lnTo>
                  <a:pt x="11718" y="57954"/>
                </a:lnTo>
                <a:cubicBezTo>
                  <a:pt x="11795" y="57913"/>
                  <a:pt x="11878" y="57884"/>
                  <a:pt x="11950" y="57836"/>
                </a:cubicBezTo>
                <a:cubicBezTo>
                  <a:pt x="11950" y="57777"/>
                  <a:pt x="11950" y="57703"/>
                  <a:pt x="11936" y="57659"/>
                </a:cubicBezTo>
                <a:cubicBezTo>
                  <a:pt x="11871" y="57698"/>
                  <a:pt x="11783" y="57737"/>
                  <a:pt x="11703" y="57786"/>
                </a:cubicBezTo>
                <a:lnTo>
                  <a:pt x="11703" y="57786"/>
                </a:lnTo>
                <a:cubicBezTo>
                  <a:pt x="11702" y="57773"/>
                  <a:pt x="11701" y="57760"/>
                  <a:pt x="11700" y="57747"/>
                </a:cubicBezTo>
                <a:cubicBezTo>
                  <a:pt x="11730" y="57718"/>
                  <a:pt x="11744" y="57718"/>
                  <a:pt x="11774" y="57703"/>
                </a:cubicBezTo>
                <a:lnTo>
                  <a:pt x="11995" y="57600"/>
                </a:lnTo>
                <a:cubicBezTo>
                  <a:pt x="11995" y="57605"/>
                  <a:pt x="11996" y="57610"/>
                  <a:pt x="11996" y="57614"/>
                </a:cubicBezTo>
                <a:lnTo>
                  <a:pt x="11996" y="57614"/>
                </a:lnTo>
                <a:cubicBezTo>
                  <a:pt x="12012" y="57609"/>
                  <a:pt x="12027" y="57602"/>
                  <a:pt x="12042" y="57595"/>
                </a:cubicBezTo>
                <a:lnTo>
                  <a:pt x="12042" y="57595"/>
                </a:lnTo>
                <a:cubicBezTo>
                  <a:pt x="12047" y="57652"/>
                  <a:pt x="12054" y="57710"/>
                  <a:pt x="12062" y="57768"/>
                </a:cubicBezTo>
                <a:lnTo>
                  <a:pt x="12062" y="57768"/>
                </a:lnTo>
                <a:cubicBezTo>
                  <a:pt x="12142" y="57737"/>
                  <a:pt x="12223" y="57686"/>
                  <a:pt x="12304" y="57659"/>
                </a:cubicBezTo>
                <a:lnTo>
                  <a:pt x="12289" y="57468"/>
                </a:lnTo>
                <a:cubicBezTo>
                  <a:pt x="12274" y="57468"/>
                  <a:pt x="12259" y="57482"/>
                  <a:pt x="12245" y="57482"/>
                </a:cubicBezTo>
                <a:cubicBezTo>
                  <a:pt x="12161" y="57518"/>
                  <a:pt x="12107" y="57564"/>
                  <a:pt x="12042" y="57595"/>
                </a:cubicBezTo>
                <a:lnTo>
                  <a:pt x="12042" y="57595"/>
                </a:lnTo>
                <a:cubicBezTo>
                  <a:pt x="12041" y="57582"/>
                  <a:pt x="12040" y="57569"/>
                  <a:pt x="12039" y="57556"/>
                </a:cubicBezTo>
                <a:cubicBezTo>
                  <a:pt x="12127" y="57497"/>
                  <a:pt x="12245" y="57453"/>
                  <a:pt x="12333" y="57409"/>
                </a:cubicBezTo>
                <a:cubicBezTo>
                  <a:pt x="12334" y="57418"/>
                  <a:pt x="12335" y="57427"/>
                  <a:pt x="12336" y="57436"/>
                </a:cubicBezTo>
                <a:lnTo>
                  <a:pt x="12336" y="57436"/>
                </a:lnTo>
                <a:lnTo>
                  <a:pt x="12394" y="57400"/>
                </a:lnTo>
                <a:lnTo>
                  <a:pt x="12394" y="57400"/>
                </a:lnTo>
                <a:cubicBezTo>
                  <a:pt x="12401" y="57463"/>
                  <a:pt x="12409" y="57528"/>
                  <a:pt x="12418" y="57593"/>
                </a:cubicBezTo>
                <a:lnTo>
                  <a:pt x="12418" y="57593"/>
                </a:lnTo>
                <a:cubicBezTo>
                  <a:pt x="12502" y="57561"/>
                  <a:pt x="12572" y="57514"/>
                  <a:pt x="12642" y="57468"/>
                </a:cubicBezTo>
                <a:cubicBezTo>
                  <a:pt x="12642" y="57394"/>
                  <a:pt x="12642" y="57335"/>
                  <a:pt x="12613" y="57262"/>
                </a:cubicBezTo>
                <a:lnTo>
                  <a:pt x="12394" y="57400"/>
                </a:lnTo>
                <a:lnTo>
                  <a:pt x="12394" y="57400"/>
                </a:lnTo>
                <a:cubicBezTo>
                  <a:pt x="12393" y="57393"/>
                  <a:pt x="12393" y="57386"/>
                  <a:pt x="12392" y="57379"/>
                </a:cubicBezTo>
                <a:cubicBezTo>
                  <a:pt x="12480" y="57321"/>
                  <a:pt x="12583" y="57262"/>
                  <a:pt x="12686" y="57203"/>
                </a:cubicBezTo>
                <a:cubicBezTo>
                  <a:pt x="12694" y="57263"/>
                  <a:pt x="12703" y="57322"/>
                  <a:pt x="12713" y="57382"/>
                </a:cubicBezTo>
                <a:lnTo>
                  <a:pt x="12713" y="57382"/>
                </a:lnTo>
                <a:cubicBezTo>
                  <a:pt x="12709" y="57333"/>
                  <a:pt x="12701" y="57290"/>
                  <a:pt x="12701" y="57247"/>
                </a:cubicBezTo>
                <a:cubicBezTo>
                  <a:pt x="12728" y="57240"/>
                  <a:pt x="12748" y="57228"/>
                  <a:pt x="12769" y="57214"/>
                </a:cubicBezTo>
                <a:lnTo>
                  <a:pt x="12769" y="57214"/>
                </a:lnTo>
                <a:cubicBezTo>
                  <a:pt x="12778" y="57271"/>
                  <a:pt x="12788" y="57331"/>
                  <a:pt x="12798" y="57395"/>
                </a:cubicBezTo>
                <a:lnTo>
                  <a:pt x="12798" y="57395"/>
                </a:lnTo>
                <a:cubicBezTo>
                  <a:pt x="12877" y="57350"/>
                  <a:pt x="12944" y="57306"/>
                  <a:pt x="13010" y="57262"/>
                </a:cubicBezTo>
                <a:cubicBezTo>
                  <a:pt x="12995" y="57188"/>
                  <a:pt x="12995" y="57144"/>
                  <a:pt x="12995" y="57100"/>
                </a:cubicBezTo>
                <a:cubicBezTo>
                  <a:pt x="12936" y="57115"/>
                  <a:pt x="12907" y="57159"/>
                  <a:pt x="12848" y="57173"/>
                </a:cubicBezTo>
                <a:cubicBezTo>
                  <a:pt x="12816" y="57181"/>
                  <a:pt x="12793" y="57198"/>
                  <a:pt x="12769" y="57214"/>
                </a:cubicBezTo>
                <a:lnTo>
                  <a:pt x="12769" y="57214"/>
                </a:lnTo>
                <a:cubicBezTo>
                  <a:pt x="12766" y="57195"/>
                  <a:pt x="12763" y="57177"/>
                  <a:pt x="12760" y="57159"/>
                </a:cubicBezTo>
                <a:cubicBezTo>
                  <a:pt x="12848" y="57100"/>
                  <a:pt x="12936" y="57041"/>
                  <a:pt x="13054" y="56982"/>
                </a:cubicBezTo>
                <a:cubicBezTo>
                  <a:pt x="13062" y="57054"/>
                  <a:pt x="13070" y="57125"/>
                  <a:pt x="13083" y="57199"/>
                </a:cubicBezTo>
                <a:lnTo>
                  <a:pt x="13083" y="57199"/>
                </a:lnTo>
                <a:cubicBezTo>
                  <a:pt x="13079" y="57140"/>
                  <a:pt x="13069" y="57088"/>
                  <a:pt x="13069" y="57026"/>
                </a:cubicBezTo>
                <a:cubicBezTo>
                  <a:pt x="13116" y="57003"/>
                  <a:pt x="13162" y="56980"/>
                  <a:pt x="13202" y="56956"/>
                </a:cubicBezTo>
                <a:lnTo>
                  <a:pt x="13202" y="56956"/>
                </a:lnTo>
                <a:cubicBezTo>
                  <a:pt x="13209" y="57018"/>
                  <a:pt x="13216" y="57083"/>
                  <a:pt x="13226" y="57150"/>
                </a:cubicBezTo>
                <a:lnTo>
                  <a:pt x="13226" y="57150"/>
                </a:lnTo>
                <a:lnTo>
                  <a:pt x="13363" y="57070"/>
                </a:lnTo>
                <a:cubicBezTo>
                  <a:pt x="13349" y="56997"/>
                  <a:pt x="13349" y="56938"/>
                  <a:pt x="13363" y="56864"/>
                </a:cubicBezTo>
                <a:lnTo>
                  <a:pt x="13363" y="56864"/>
                </a:lnTo>
                <a:cubicBezTo>
                  <a:pt x="13348" y="56868"/>
                  <a:pt x="13335" y="56873"/>
                  <a:pt x="13323" y="56878"/>
                </a:cubicBezTo>
                <a:lnTo>
                  <a:pt x="13323" y="56878"/>
                </a:lnTo>
                <a:lnTo>
                  <a:pt x="13408" y="56827"/>
                </a:lnTo>
                <a:lnTo>
                  <a:pt x="13408" y="56827"/>
                </a:lnTo>
                <a:cubicBezTo>
                  <a:pt x="13410" y="56891"/>
                  <a:pt x="13422" y="56945"/>
                  <a:pt x="13422" y="57012"/>
                </a:cubicBezTo>
                <a:lnTo>
                  <a:pt x="13500" y="56966"/>
                </a:lnTo>
                <a:lnTo>
                  <a:pt x="13500" y="56966"/>
                </a:lnTo>
                <a:cubicBezTo>
                  <a:pt x="13845" y="59193"/>
                  <a:pt x="15079" y="61317"/>
                  <a:pt x="17131" y="63281"/>
                </a:cubicBezTo>
                <a:cubicBezTo>
                  <a:pt x="17410" y="63560"/>
                  <a:pt x="17719" y="63825"/>
                  <a:pt x="18058" y="64120"/>
                </a:cubicBezTo>
                <a:cubicBezTo>
                  <a:pt x="19323" y="65253"/>
                  <a:pt x="20736" y="66607"/>
                  <a:pt x="21178" y="68314"/>
                </a:cubicBezTo>
                <a:cubicBezTo>
                  <a:pt x="21413" y="69241"/>
                  <a:pt x="21472" y="69991"/>
                  <a:pt x="21310" y="70683"/>
                </a:cubicBezTo>
                <a:cubicBezTo>
                  <a:pt x="21104" y="71537"/>
                  <a:pt x="20604" y="72420"/>
                  <a:pt x="19868" y="73214"/>
                </a:cubicBezTo>
                <a:cubicBezTo>
                  <a:pt x="19603" y="73509"/>
                  <a:pt x="19279" y="73788"/>
                  <a:pt x="18955" y="74068"/>
                </a:cubicBezTo>
                <a:cubicBezTo>
                  <a:pt x="18279" y="74598"/>
                  <a:pt x="17543" y="75069"/>
                  <a:pt x="16822" y="75510"/>
                </a:cubicBezTo>
                <a:cubicBezTo>
                  <a:pt x="16380" y="75790"/>
                  <a:pt x="15894" y="76084"/>
                  <a:pt x="15482" y="76378"/>
                </a:cubicBezTo>
                <a:cubicBezTo>
                  <a:pt x="14173" y="77276"/>
                  <a:pt x="12995" y="78350"/>
                  <a:pt x="11980" y="79557"/>
                </a:cubicBezTo>
                <a:cubicBezTo>
                  <a:pt x="11156" y="80572"/>
                  <a:pt x="10567" y="81544"/>
                  <a:pt x="10184" y="82544"/>
                </a:cubicBezTo>
                <a:cubicBezTo>
                  <a:pt x="9978" y="83089"/>
                  <a:pt x="9831" y="83648"/>
                  <a:pt x="9758" y="84193"/>
                </a:cubicBezTo>
                <a:cubicBezTo>
                  <a:pt x="9684" y="84811"/>
                  <a:pt x="9684" y="85473"/>
                  <a:pt x="9758" y="86238"/>
                </a:cubicBezTo>
                <a:cubicBezTo>
                  <a:pt x="9920" y="87813"/>
                  <a:pt x="10346" y="89314"/>
                  <a:pt x="11023" y="90653"/>
                </a:cubicBezTo>
                <a:lnTo>
                  <a:pt x="11082" y="90609"/>
                </a:lnTo>
                <a:cubicBezTo>
                  <a:pt x="10405" y="89270"/>
                  <a:pt x="9978" y="87798"/>
                  <a:pt x="9817" y="86224"/>
                </a:cubicBezTo>
                <a:cubicBezTo>
                  <a:pt x="9743" y="85444"/>
                  <a:pt x="9714" y="84781"/>
                  <a:pt x="9817" y="84193"/>
                </a:cubicBezTo>
                <a:cubicBezTo>
                  <a:pt x="9890" y="83663"/>
                  <a:pt x="10008" y="83104"/>
                  <a:pt x="10229" y="82559"/>
                </a:cubicBezTo>
                <a:cubicBezTo>
                  <a:pt x="10597" y="81558"/>
                  <a:pt x="11185" y="80602"/>
                  <a:pt x="12024" y="79601"/>
                </a:cubicBezTo>
                <a:cubicBezTo>
                  <a:pt x="13025" y="78380"/>
                  <a:pt x="14187" y="77320"/>
                  <a:pt x="15497" y="76408"/>
                </a:cubicBezTo>
                <a:cubicBezTo>
                  <a:pt x="15939" y="76113"/>
                  <a:pt x="16395" y="75819"/>
                  <a:pt x="16836" y="75554"/>
                </a:cubicBezTo>
                <a:cubicBezTo>
                  <a:pt x="17557" y="75113"/>
                  <a:pt x="18308" y="74642"/>
                  <a:pt x="18985" y="74097"/>
                </a:cubicBezTo>
                <a:cubicBezTo>
                  <a:pt x="19323" y="73818"/>
                  <a:pt x="19632" y="73538"/>
                  <a:pt x="19927" y="73244"/>
                </a:cubicBezTo>
                <a:cubicBezTo>
                  <a:pt x="20677" y="72464"/>
                  <a:pt x="21178" y="71551"/>
                  <a:pt x="21384" y="70668"/>
                </a:cubicBezTo>
                <a:cubicBezTo>
                  <a:pt x="21546" y="69977"/>
                  <a:pt x="21516" y="69226"/>
                  <a:pt x="21251" y="68284"/>
                </a:cubicBezTo>
                <a:cubicBezTo>
                  <a:pt x="20795" y="66548"/>
                  <a:pt x="19382" y="65209"/>
                  <a:pt x="18087" y="64075"/>
                </a:cubicBezTo>
                <a:cubicBezTo>
                  <a:pt x="17763" y="63781"/>
                  <a:pt x="17440" y="63501"/>
                  <a:pt x="17175" y="63222"/>
                </a:cubicBezTo>
                <a:cubicBezTo>
                  <a:pt x="15134" y="61255"/>
                  <a:pt x="13899" y="59156"/>
                  <a:pt x="13572" y="56925"/>
                </a:cubicBezTo>
                <a:lnTo>
                  <a:pt x="13572" y="56925"/>
                </a:lnTo>
                <a:lnTo>
                  <a:pt x="13500" y="56966"/>
                </a:lnTo>
                <a:lnTo>
                  <a:pt x="13500" y="56966"/>
                </a:lnTo>
                <a:cubicBezTo>
                  <a:pt x="13499" y="56957"/>
                  <a:pt x="13497" y="56947"/>
                  <a:pt x="13496" y="56938"/>
                </a:cubicBezTo>
                <a:cubicBezTo>
                  <a:pt x="13496" y="56879"/>
                  <a:pt x="13466" y="56835"/>
                  <a:pt x="13466" y="56791"/>
                </a:cubicBezTo>
                <a:lnTo>
                  <a:pt x="13408" y="56827"/>
                </a:lnTo>
                <a:lnTo>
                  <a:pt x="13408" y="56827"/>
                </a:lnTo>
                <a:cubicBezTo>
                  <a:pt x="13408" y="56820"/>
                  <a:pt x="13407" y="56813"/>
                  <a:pt x="13407" y="56806"/>
                </a:cubicBezTo>
                <a:cubicBezTo>
                  <a:pt x="13496" y="56747"/>
                  <a:pt x="13584" y="56688"/>
                  <a:pt x="13672" y="56614"/>
                </a:cubicBezTo>
                <a:cubicBezTo>
                  <a:pt x="13672" y="56634"/>
                  <a:pt x="13673" y="56653"/>
                  <a:pt x="13675" y="56670"/>
                </a:cubicBezTo>
                <a:lnTo>
                  <a:pt x="13675" y="56670"/>
                </a:lnTo>
                <a:cubicBezTo>
                  <a:pt x="13700" y="56656"/>
                  <a:pt x="13724" y="56641"/>
                  <a:pt x="13747" y="56626"/>
                </a:cubicBezTo>
                <a:lnTo>
                  <a:pt x="13747" y="56626"/>
                </a:lnTo>
                <a:cubicBezTo>
                  <a:pt x="13753" y="56688"/>
                  <a:pt x="13775" y="56741"/>
                  <a:pt x="13775" y="56806"/>
                </a:cubicBezTo>
                <a:cubicBezTo>
                  <a:pt x="13793" y="56791"/>
                  <a:pt x="13811" y="56778"/>
                  <a:pt x="13830" y="56766"/>
                </a:cubicBezTo>
                <a:lnTo>
                  <a:pt x="13830" y="56766"/>
                </a:lnTo>
                <a:cubicBezTo>
                  <a:pt x="14165" y="58967"/>
                  <a:pt x="15391" y="61085"/>
                  <a:pt x="17440" y="63119"/>
                </a:cubicBezTo>
                <a:cubicBezTo>
                  <a:pt x="17734" y="63413"/>
                  <a:pt x="18058" y="63693"/>
                  <a:pt x="18382" y="64002"/>
                </a:cubicBezTo>
                <a:cubicBezTo>
                  <a:pt x="19780" y="65253"/>
                  <a:pt x="21163" y="66636"/>
                  <a:pt x="21560" y="68358"/>
                </a:cubicBezTo>
                <a:cubicBezTo>
                  <a:pt x="21766" y="69241"/>
                  <a:pt x="21781" y="69991"/>
                  <a:pt x="21604" y="70698"/>
                </a:cubicBezTo>
                <a:cubicBezTo>
                  <a:pt x="21384" y="71537"/>
                  <a:pt x="20883" y="72405"/>
                  <a:pt x="20162" y="73170"/>
                </a:cubicBezTo>
                <a:cubicBezTo>
                  <a:pt x="19897" y="73464"/>
                  <a:pt x="19603" y="73744"/>
                  <a:pt x="19265" y="74024"/>
                </a:cubicBezTo>
                <a:cubicBezTo>
                  <a:pt x="18617" y="74553"/>
                  <a:pt x="17925" y="75010"/>
                  <a:pt x="17219" y="75466"/>
                </a:cubicBezTo>
                <a:cubicBezTo>
                  <a:pt x="16777" y="75760"/>
                  <a:pt x="16307" y="76040"/>
                  <a:pt x="15880" y="76378"/>
                </a:cubicBezTo>
                <a:cubicBezTo>
                  <a:pt x="14599" y="77305"/>
                  <a:pt x="13452" y="78409"/>
                  <a:pt x="12495" y="79631"/>
                </a:cubicBezTo>
                <a:cubicBezTo>
                  <a:pt x="11730" y="80631"/>
                  <a:pt x="11141" y="81632"/>
                  <a:pt x="10773" y="82633"/>
                </a:cubicBezTo>
                <a:cubicBezTo>
                  <a:pt x="10567" y="83163"/>
                  <a:pt x="10435" y="83722"/>
                  <a:pt x="10361" y="84266"/>
                </a:cubicBezTo>
                <a:cubicBezTo>
                  <a:pt x="10287" y="84870"/>
                  <a:pt x="10273" y="85547"/>
                  <a:pt x="10346" y="86297"/>
                </a:cubicBezTo>
                <a:cubicBezTo>
                  <a:pt x="10494" y="87872"/>
                  <a:pt x="10891" y="89343"/>
                  <a:pt x="11583" y="90668"/>
                </a:cubicBezTo>
                <a:lnTo>
                  <a:pt x="11627" y="90638"/>
                </a:lnTo>
                <a:cubicBezTo>
                  <a:pt x="10950" y="89314"/>
                  <a:pt x="10552" y="87842"/>
                  <a:pt x="10420" y="86268"/>
                </a:cubicBezTo>
                <a:cubicBezTo>
                  <a:pt x="10346" y="85517"/>
                  <a:pt x="10361" y="84870"/>
                  <a:pt x="10435" y="84266"/>
                </a:cubicBezTo>
                <a:cubicBezTo>
                  <a:pt x="10508" y="83736"/>
                  <a:pt x="10641" y="83177"/>
                  <a:pt x="10847" y="82647"/>
                </a:cubicBezTo>
                <a:cubicBezTo>
                  <a:pt x="11215" y="81676"/>
                  <a:pt x="11774" y="80661"/>
                  <a:pt x="12554" y="79675"/>
                </a:cubicBezTo>
                <a:cubicBezTo>
                  <a:pt x="13510" y="78439"/>
                  <a:pt x="14644" y="77350"/>
                  <a:pt x="15924" y="76437"/>
                </a:cubicBezTo>
                <a:cubicBezTo>
                  <a:pt x="16365" y="76113"/>
                  <a:pt x="16822" y="75804"/>
                  <a:pt x="17263" y="75510"/>
                </a:cubicBezTo>
                <a:cubicBezTo>
                  <a:pt x="17940" y="75069"/>
                  <a:pt x="18661" y="74612"/>
                  <a:pt x="19309" y="74083"/>
                </a:cubicBezTo>
                <a:cubicBezTo>
                  <a:pt x="19632" y="73803"/>
                  <a:pt x="19941" y="73523"/>
                  <a:pt x="20206" y="73229"/>
                </a:cubicBezTo>
                <a:cubicBezTo>
                  <a:pt x="20942" y="72434"/>
                  <a:pt x="21443" y="71581"/>
                  <a:pt x="21663" y="70712"/>
                </a:cubicBezTo>
                <a:cubicBezTo>
                  <a:pt x="21840" y="70006"/>
                  <a:pt x="21825" y="69241"/>
                  <a:pt x="21619" y="68343"/>
                </a:cubicBezTo>
                <a:cubicBezTo>
                  <a:pt x="21222" y="66592"/>
                  <a:pt x="19824" y="65194"/>
                  <a:pt x="18426" y="63943"/>
                </a:cubicBezTo>
                <a:cubicBezTo>
                  <a:pt x="18072" y="63634"/>
                  <a:pt x="17778" y="63354"/>
                  <a:pt x="17484" y="63060"/>
                </a:cubicBezTo>
                <a:cubicBezTo>
                  <a:pt x="15427" y="61046"/>
                  <a:pt x="14230" y="58922"/>
                  <a:pt x="13892" y="56726"/>
                </a:cubicBezTo>
                <a:lnTo>
                  <a:pt x="13892" y="56726"/>
                </a:lnTo>
                <a:cubicBezTo>
                  <a:pt x="13871" y="56739"/>
                  <a:pt x="13850" y="56752"/>
                  <a:pt x="13830" y="56766"/>
                </a:cubicBezTo>
                <a:lnTo>
                  <a:pt x="13830" y="56766"/>
                </a:lnTo>
                <a:cubicBezTo>
                  <a:pt x="13821" y="56705"/>
                  <a:pt x="13813" y="56645"/>
                  <a:pt x="13805" y="56585"/>
                </a:cubicBezTo>
                <a:cubicBezTo>
                  <a:pt x="13786" y="56599"/>
                  <a:pt x="13767" y="56613"/>
                  <a:pt x="13747" y="56626"/>
                </a:cubicBezTo>
                <a:lnTo>
                  <a:pt x="13747" y="56626"/>
                </a:lnTo>
                <a:cubicBezTo>
                  <a:pt x="13746" y="56618"/>
                  <a:pt x="13746" y="56609"/>
                  <a:pt x="13746" y="56599"/>
                </a:cubicBezTo>
                <a:cubicBezTo>
                  <a:pt x="13788" y="56576"/>
                  <a:pt x="13827" y="56554"/>
                  <a:pt x="13864" y="56532"/>
                </a:cubicBezTo>
                <a:lnTo>
                  <a:pt x="13864" y="56532"/>
                </a:lnTo>
                <a:cubicBezTo>
                  <a:pt x="13873" y="56597"/>
                  <a:pt x="13882" y="56662"/>
                  <a:pt x="13892" y="56726"/>
                </a:cubicBezTo>
                <a:lnTo>
                  <a:pt x="13892" y="56726"/>
                </a:lnTo>
                <a:cubicBezTo>
                  <a:pt x="13935" y="56700"/>
                  <a:pt x="13980" y="56674"/>
                  <a:pt x="14025" y="56644"/>
                </a:cubicBezTo>
                <a:lnTo>
                  <a:pt x="14025" y="56599"/>
                </a:lnTo>
                <a:cubicBezTo>
                  <a:pt x="14011" y="56557"/>
                  <a:pt x="14011" y="56501"/>
                  <a:pt x="14011" y="56431"/>
                </a:cubicBezTo>
                <a:lnTo>
                  <a:pt x="14011" y="56431"/>
                </a:lnTo>
                <a:cubicBezTo>
                  <a:pt x="14002" y="56437"/>
                  <a:pt x="13993" y="56442"/>
                  <a:pt x="13984" y="56448"/>
                </a:cubicBezTo>
                <a:lnTo>
                  <a:pt x="13984" y="56448"/>
                </a:lnTo>
                <a:cubicBezTo>
                  <a:pt x="13993" y="56440"/>
                  <a:pt x="14002" y="56432"/>
                  <a:pt x="14011" y="56423"/>
                </a:cubicBezTo>
                <a:cubicBezTo>
                  <a:pt x="14011" y="56426"/>
                  <a:pt x="14011" y="56428"/>
                  <a:pt x="14011" y="56431"/>
                </a:cubicBezTo>
                <a:lnTo>
                  <a:pt x="14011" y="56431"/>
                </a:lnTo>
                <a:cubicBezTo>
                  <a:pt x="14044" y="56410"/>
                  <a:pt x="14078" y="56388"/>
                  <a:pt x="14114" y="56364"/>
                </a:cubicBezTo>
                <a:cubicBezTo>
                  <a:pt x="14114" y="56368"/>
                  <a:pt x="14115" y="56372"/>
                  <a:pt x="14115" y="56376"/>
                </a:cubicBezTo>
                <a:lnTo>
                  <a:pt x="14115" y="56376"/>
                </a:lnTo>
                <a:cubicBezTo>
                  <a:pt x="14132" y="56363"/>
                  <a:pt x="14148" y="56351"/>
                  <a:pt x="14164" y="56338"/>
                </a:cubicBezTo>
                <a:lnTo>
                  <a:pt x="14164" y="56338"/>
                </a:lnTo>
                <a:cubicBezTo>
                  <a:pt x="14171" y="56399"/>
                  <a:pt x="14180" y="56459"/>
                  <a:pt x="14189" y="56520"/>
                </a:cubicBezTo>
                <a:lnTo>
                  <a:pt x="14189" y="56520"/>
                </a:lnTo>
                <a:cubicBezTo>
                  <a:pt x="14236" y="56487"/>
                  <a:pt x="14283" y="56457"/>
                  <a:pt x="14335" y="56423"/>
                </a:cubicBezTo>
                <a:cubicBezTo>
                  <a:pt x="14320" y="56349"/>
                  <a:pt x="14320" y="56276"/>
                  <a:pt x="14320" y="56217"/>
                </a:cubicBezTo>
                <a:cubicBezTo>
                  <a:pt x="14264" y="56254"/>
                  <a:pt x="14215" y="56297"/>
                  <a:pt x="14164" y="56338"/>
                </a:cubicBezTo>
                <a:lnTo>
                  <a:pt x="14164" y="56338"/>
                </a:lnTo>
                <a:cubicBezTo>
                  <a:pt x="14162" y="56322"/>
                  <a:pt x="14160" y="56306"/>
                  <a:pt x="14158" y="56290"/>
                </a:cubicBezTo>
                <a:cubicBezTo>
                  <a:pt x="14231" y="56232"/>
                  <a:pt x="14320" y="56173"/>
                  <a:pt x="14393" y="56099"/>
                </a:cubicBezTo>
                <a:cubicBezTo>
                  <a:pt x="14395" y="56114"/>
                  <a:pt x="14397" y="56130"/>
                  <a:pt x="14399" y="56145"/>
                </a:cubicBezTo>
                <a:lnTo>
                  <a:pt x="14399" y="56145"/>
                </a:lnTo>
                <a:cubicBezTo>
                  <a:pt x="14431" y="56125"/>
                  <a:pt x="14465" y="56100"/>
                  <a:pt x="14499" y="56073"/>
                </a:cubicBezTo>
                <a:lnTo>
                  <a:pt x="14499" y="56073"/>
                </a:lnTo>
                <a:cubicBezTo>
                  <a:pt x="14507" y="56141"/>
                  <a:pt x="14516" y="56208"/>
                  <a:pt x="14526" y="56275"/>
                </a:cubicBezTo>
                <a:lnTo>
                  <a:pt x="14526" y="56275"/>
                </a:lnTo>
                <a:cubicBezTo>
                  <a:pt x="14561" y="56251"/>
                  <a:pt x="14597" y="56228"/>
                  <a:pt x="14629" y="56202"/>
                </a:cubicBezTo>
                <a:cubicBezTo>
                  <a:pt x="14629" y="56129"/>
                  <a:pt x="14629" y="56055"/>
                  <a:pt x="14614" y="55981"/>
                </a:cubicBezTo>
                <a:cubicBezTo>
                  <a:pt x="14578" y="56010"/>
                  <a:pt x="14538" y="56043"/>
                  <a:pt x="14499" y="56073"/>
                </a:cubicBezTo>
                <a:lnTo>
                  <a:pt x="14499" y="56073"/>
                </a:lnTo>
                <a:cubicBezTo>
                  <a:pt x="14498" y="56067"/>
                  <a:pt x="14497" y="56061"/>
                  <a:pt x="14496" y="56055"/>
                </a:cubicBezTo>
                <a:cubicBezTo>
                  <a:pt x="14570" y="55996"/>
                  <a:pt x="14644" y="55937"/>
                  <a:pt x="14747" y="55864"/>
                </a:cubicBezTo>
                <a:cubicBezTo>
                  <a:pt x="14747" y="55870"/>
                  <a:pt x="14748" y="55877"/>
                  <a:pt x="14749" y="55884"/>
                </a:cubicBezTo>
                <a:lnTo>
                  <a:pt x="14749" y="55884"/>
                </a:lnTo>
                <a:cubicBezTo>
                  <a:pt x="14760" y="55875"/>
                  <a:pt x="14771" y="55866"/>
                  <a:pt x="14782" y="55857"/>
                </a:cubicBezTo>
                <a:lnTo>
                  <a:pt x="14782" y="55857"/>
                </a:lnTo>
                <a:cubicBezTo>
                  <a:pt x="14790" y="55930"/>
                  <a:pt x="14800" y="56003"/>
                  <a:pt x="14810" y="56076"/>
                </a:cubicBezTo>
                <a:lnTo>
                  <a:pt x="14810" y="56076"/>
                </a:lnTo>
                <a:cubicBezTo>
                  <a:pt x="14849" y="56044"/>
                  <a:pt x="14886" y="56011"/>
                  <a:pt x="14923" y="55981"/>
                </a:cubicBezTo>
                <a:cubicBezTo>
                  <a:pt x="14923" y="55908"/>
                  <a:pt x="14923" y="55820"/>
                  <a:pt x="14908" y="55761"/>
                </a:cubicBezTo>
                <a:cubicBezTo>
                  <a:pt x="14863" y="55791"/>
                  <a:pt x="14821" y="55825"/>
                  <a:pt x="14782" y="55857"/>
                </a:cubicBezTo>
                <a:lnTo>
                  <a:pt x="14782" y="55857"/>
                </a:lnTo>
                <a:cubicBezTo>
                  <a:pt x="14780" y="55840"/>
                  <a:pt x="14778" y="55822"/>
                  <a:pt x="14776" y="55805"/>
                </a:cubicBezTo>
                <a:cubicBezTo>
                  <a:pt x="14850" y="55761"/>
                  <a:pt x="14923" y="55687"/>
                  <a:pt x="14997" y="55628"/>
                </a:cubicBezTo>
                <a:cubicBezTo>
                  <a:pt x="14999" y="55647"/>
                  <a:pt x="15001" y="55665"/>
                  <a:pt x="15004" y="55684"/>
                </a:cubicBezTo>
                <a:lnTo>
                  <a:pt x="15004" y="55684"/>
                </a:lnTo>
                <a:cubicBezTo>
                  <a:pt x="15023" y="55668"/>
                  <a:pt x="15042" y="55651"/>
                  <a:pt x="15061" y="55635"/>
                </a:cubicBezTo>
                <a:lnTo>
                  <a:pt x="15061" y="55635"/>
                </a:lnTo>
                <a:cubicBezTo>
                  <a:pt x="15070" y="55705"/>
                  <a:pt x="15079" y="55775"/>
                  <a:pt x="15089" y="55844"/>
                </a:cubicBezTo>
                <a:lnTo>
                  <a:pt x="15089" y="55844"/>
                </a:lnTo>
                <a:cubicBezTo>
                  <a:pt x="15132" y="55807"/>
                  <a:pt x="15175" y="55772"/>
                  <a:pt x="15217" y="55746"/>
                </a:cubicBezTo>
                <a:cubicBezTo>
                  <a:pt x="15203" y="55672"/>
                  <a:pt x="15203" y="55569"/>
                  <a:pt x="15203" y="55525"/>
                </a:cubicBezTo>
                <a:cubicBezTo>
                  <a:pt x="15156" y="55553"/>
                  <a:pt x="15109" y="55594"/>
                  <a:pt x="15061" y="55635"/>
                </a:cubicBezTo>
                <a:lnTo>
                  <a:pt x="15061" y="55635"/>
                </a:lnTo>
                <a:cubicBezTo>
                  <a:pt x="15059" y="55618"/>
                  <a:pt x="15057" y="55601"/>
                  <a:pt x="15056" y="55584"/>
                </a:cubicBezTo>
                <a:cubicBezTo>
                  <a:pt x="16145" y="54672"/>
                  <a:pt x="16954" y="53641"/>
                  <a:pt x="17484" y="52523"/>
                </a:cubicBezTo>
                <a:cubicBezTo>
                  <a:pt x="17823" y="51793"/>
                  <a:pt x="18026" y="51022"/>
                  <a:pt x="18097" y="50259"/>
                </a:cubicBezTo>
                <a:lnTo>
                  <a:pt x="18097" y="50259"/>
                </a:lnTo>
                <a:cubicBezTo>
                  <a:pt x="18042" y="50981"/>
                  <a:pt x="17864" y="51712"/>
                  <a:pt x="17557" y="52405"/>
                </a:cubicBezTo>
                <a:cubicBezTo>
                  <a:pt x="17086" y="53494"/>
                  <a:pt x="16307" y="54524"/>
                  <a:pt x="15262" y="55452"/>
                </a:cubicBezTo>
                <a:cubicBezTo>
                  <a:pt x="15262" y="55525"/>
                  <a:pt x="15276" y="55613"/>
                  <a:pt x="15276" y="55687"/>
                </a:cubicBezTo>
                <a:cubicBezTo>
                  <a:pt x="16351" y="54760"/>
                  <a:pt x="17131" y="53759"/>
                  <a:pt x="17646" y="52670"/>
                </a:cubicBezTo>
                <a:cubicBezTo>
                  <a:pt x="18669" y="50497"/>
                  <a:pt x="18443" y="47980"/>
                  <a:pt x="17116" y="46379"/>
                </a:cubicBezTo>
                <a:lnTo>
                  <a:pt x="17116" y="46379"/>
                </a:lnTo>
                <a:cubicBezTo>
                  <a:pt x="17896" y="47431"/>
                  <a:pt x="18229" y="48831"/>
                  <a:pt x="18097" y="50259"/>
                </a:cubicBezTo>
                <a:lnTo>
                  <a:pt x="18097" y="50259"/>
                </a:lnTo>
                <a:cubicBezTo>
                  <a:pt x="18213" y="48729"/>
                  <a:pt x="17776" y="47235"/>
                  <a:pt x="16836" y="46195"/>
                </a:cubicBezTo>
                <a:cubicBezTo>
                  <a:pt x="16895" y="46195"/>
                  <a:pt x="16939" y="46210"/>
                  <a:pt x="16969" y="46210"/>
                </a:cubicBezTo>
                <a:cubicBezTo>
                  <a:pt x="17019" y="46265"/>
                  <a:pt x="17068" y="46321"/>
                  <a:pt x="17116" y="46379"/>
                </a:cubicBezTo>
                <a:lnTo>
                  <a:pt x="17116" y="46379"/>
                </a:lnTo>
                <a:cubicBezTo>
                  <a:pt x="17011" y="46237"/>
                  <a:pt x="16898" y="46102"/>
                  <a:pt x="16777" y="45974"/>
                </a:cubicBezTo>
                <a:cubicBezTo>
                  <a:pt x="16763" y="45945"/>
                  <a:pt x="16748" y="45915"/>
                  <a:pt x="16704" y="45901"/>
                </a:cubicBezTo>
                <a:lnTo>
                  <a:pt x="16660" y="45930"/>
                </a:lnTo>
                <a:cubicBezTo>
                  <a:pt x="16616" y="45915"/>
                  <a:pt x="16557" y="45915"/>
                  <a:pt x="16527" y="45901"/>
                </a:cubicBezTo>
                <a:cubicBezTo>
                  <a:pt x="16513" y="45871"/>
                  <a:pt x="16483" y="45842"/>
                  <a:pt x="16454" y="45827"/>
                </a:cubicBezTo>
                <a:lnTo>
                  <a:pt x="16410" y="45857"/>
                </a:lnTo>
                <a:cubicBezTo>
                  <a:pt x="16365" y="45842"/>
                  <a:pt x="16307" y="45827"/>
                  <a:pt x="16262" y="45798"/>
                </a:cubicBezTo>
                <a:lnTo>
                  <a:pt x="16218" y="45754"/>
                </a:lnTo>
                <a:lnTo>
                  <a:pt x="16174" y="45783"/>
                </a:lnTo>
                <a:cubicBezTo>
                  <a:pt x="16100" y="45768"/>
                  <a:pt x="16042" y="45724"/>
                  <a:pt x="15968" y="45709"/>
                </a:cubicBezTo>
                <a:lnTo>
                  <a:pt x="15953" y="45695"/>
                </a:lnTo>
                <a:lnTo>
                  <a:pt x="15939" y="45709"/>
                </a:lnTo>
                <a:cubicBezTo>
                  <a:pt x="15438" y="45503"/>
                  <a:pt x="14982" y="45209"/>
                  <a:pt x="14555" y="44871"/>
                </a:cubicBezTo>
                <a:cubicBezTo>
                  <a:pt x="14555" y="44871"/>
                  <a:pt x="14541" y="44871"/>
                  <a:pt x="14541" y="44841"/>
                </a:cubicBezTo>
                <a:lnTo>
                  <a:pt x="14482" y="44797"/>
                </a:lnTo>
                <a:cubicBezTo>
                  <a:pt x="14114" y="44458"/>
                  <a:pt x="13790" y="44061"/>
                  <a:pt x="13510" y="43620"/>
                </a:cubicBezTo>
                <a:cubicBezTo>
                  <a:pt x="13437" y="43487"/>
                  <a:pt x="13363" y="43355"/>
                  <a:pt x="13304" y="43222"/>
                </a:cubicBezTo>
                <a:cubicBezTo>
                  <a:pt x="13303" y="43219"/>
                  <a:pt x="13301" y="43215"/>
                  <a:pt x="13299" y="43211"/>
                </a:cubicBezTo>
                <a:lnTo>
                  <a:pt x="13299" y="43211"/>
                </a:lnTo>
                <a:cubicBezTo>
                  <a:pt x="13303" y="43223"/>
                  <a:pt x="13304" y="43236"/>
                  <a:pt x="13304" y="43252"/>
                </a:cubicBezTo>
                <a:cubicBezTo>
                  <a:pt x="13319" y="43311"/>
                  <a:pt x="13363" y="43355"/>
                  <a:pt x="13378" y="43428"/>
                </a:cubicBezTo>
                <a:cubicBezTo>
                  <a:pt x="13363" y="43399"/>
                  <a:pt x="13349" y="43384"/>
                  <a:pt x="13334" y="43340"/>
                </a:cubicBezTo>
                <a:cubicBezTo>
                  <a:pt x="13304" y="43281"/>
                  <a:pt x="13275" y="43208"/>
                  <a:pt x="13260" y="43163"/>
                </a:cubicBezTo>
                <a:lnTo>
                  <a:pt x="13260" y="43163"/>
                </a:lnTo>
                <a:cubicBezTo>
                  <a:pt x="13271" y="43169"/>
                  <a:pt x="13281" y="43177"/>
                  <a:pt x="13288" y="43187"/>
                </a:cubicBezTo>
                <a:lnTo>
                  <a:pt x="13288" y="43187"/>
                </a:lnTo>
                <a:cubicBezTo>
                  <a:pt x="13201" y="43002"/>
                  <a:pt x="13120" y="42813"/>
                  <a:pt x="13054" y="42618"/>
                </a:cubicBezTo>
                <a:lnTo>
                  <a:pt x="13054" y="42618"/>
                </a:lnTo>
                <a:cubicBezTo>
                  <a:pt x="13070" y="42695"/>
                  <a:pt x="13091" y="42764"/>
                  <a:pt x="13113" y="42840"/>
                </a:cubicBezTo>
                <a:cubicBezTo>
                  <a:pt x="13069" y="42766"/>
                  <a:pt x="13054" y="42693"/>
                  <a:pt x="13010" y="42619"/>
                </a:cubicBezTo>
                <a:lnTo>
                  <a:pt x="12972" y="42341"/>
                </a:lnTo>
                <a:lnTo>
                  <a:pt x="12972" y="42341"/>
                </a:lnTo>
                <a:cubicBezTo>
                  <a:pt x="12995" y="42434"/>
                  <a:pt x="13023" y="42526"/>
                  <a:pt x="13054" y="42618"/>
                </a:cubicBezTo>
                <a:lnTo>
                  <a:pt x="13054" y="42618"/>
                </a:lnTo>
                <a:cubicBezTo>
                  <a:pt x="13048" y="42590"/>
                  <a:pt x="13043" y="42561"/>
                  <a:pt x="13039" y="42531"/>
                </a:cubicBezTo>
                <a:cubicBezTo>
                  <a:pt x="12995" y="42457"/>
                  <a:pt x="12981" y="42369"/>
                  <a:pt x="12966" y="42295"/>
                </a:cubicBezTo>
                <a:lnTo>
                  <a:pt x="12966" y="42295"/>
                </a:lnTo>
                <a:lnTo>
                  <a:pt x="12972" y="42341"/>
                </a:lnTo>
                <a:lnTo>
                  <a:pt x="12972" y="42341"/>
                </a:lnTo>
                <a:cubicBezTo>
                  <a:pt x="12965" y="42311"/>
                  <a:pt x="12958" y="42281"/>
                  <a:pt x="12951" y="42251"/>
                </a:cubicBezTo>
                <a:cubicBezTo>
                  <a:pt x="12833" y="41677"/>
                  <a:pt x="12775" y="41074"/>
                  <a:pt x="12848" y="40485"/>
                </a:cubicBezTo>
                <a:cubicBezTo>
                  <a:pt x="12871" y="40316"/>
                  <a:pt x="12898" y="40148"/>
                  <a:pt x="12931" y="39983"/>
                </a:cubicBezTo>
                <a:lnTo>
                  <a:pt x="12931" y="39983"/>
                </a:lnTo>
                <a:cubicBezTo>
                  <a:pt x="12907" y="40060"/>
                  <a:pt x="12883" y="40139"/>
                  <a:pt x="12863" y="40220"/>
                </a:cubicBezTo>
                <a:cubicBezTo>
                  <a:pt x="12892" y="40088"/>
                  <a:pt x="12907" y="39955"/>
                  <a:pt x="12922" y="39852"/>
                </a:cubicBezTo>
                <a:cubicBezTo>
                  <a:pt x="12981" y="39676"/>
                  <a:pt x="13039" y="39528"/>
                  <a:pt x="13084" y="39367"/>
                </a:cubicBezTo>
                <a:lnTo>
                  <a:pt x="13084" y="39367"/>
                </a:lnTo>
                <a:cubicBezTo>
                  <a:pt x="13079" y="39385"/>
                  <a:pt x="13075" y="39402"/>
                  <a:pt x="13071" y="39420"/>
                </a:cubicBezTo>
                <a:lnTo>
                  <a:pt x="13071" y="39420"/>
                </a:lnTo>
                <a:cubicBezTo>
                  <a:pt x="13093" y="39348"/>
                  <a:pt x="13117" y="39276"/>
                  <a:pt x="13142" y="39205"/>
                </a:cubicBezTo>
                <a:cubicBezTo>
                  <a:pt x="13157" y="39131"/>
                  <a:pt x="13201" y="39058"/>
                  <a:pt x="13231" y="38984"/>
                </a:cubicBezTo>
                <a:cubicBezTo>
                  <a:pt x="13290" y="38837"/>
                  <a:pt x="13349" y="38704"/>
                  <a:pt x="13422" y="38557"/>
                </a:cubicBezTo>
                <a:cubicBezTo>
                  <a:pt x="13531" y="38340"/>
                  <a:pt x="13647" y="38123"/>
                  <a:pt x="13766" y="37905"/>
                </a:cubicBezTo>
                <a:lnTo>
                  <a:pt x="13766" y="37905"/>
                </a:lnTo>
                <a:lnTo>
                  <a:pt x="13716" y="38042"/>
                </a:lnTo>
                <a:lnTo>
                  <a:pt x="13819" y="37880"/>
                </a:lnTo>
                <a:cubicBezTo>
                  <a:pt x="13849" y="37836"/>
                  <a:pt x="13878" y="37821"/>
                  <a:pt x="13893" y="37792"/>
                </a:cubicBezTo>
                <a:cubicBezTo>
                  <a:pt x="13922" y="37748"/>
                  <a:pt x="13937" y="37689"/>
                  <a:pt x="13952" y="37645"/>
                </a:cubicBezTo>
                <a:lnTo>
                  <a:pt x="13952" y="37645"/>
                </a:lnTo>
                <a:cubicBezTo>
                  <a:pt x="13897" y="37699"/>
                  <a:pt x="13851" y="37762"/>
                  <a:pt x="13813" y="37821"/>
                </a:cubicBezTo>
                <a:lnTo>
                  <a:pt x="13813" y="37821"/>
                </a:lnTo>
                <a:cubicBezTo>
                  <a:pt x="13839" y="37772"/>
                  <a:pt x="13866" y="37723"/>
                  <a:pt x="13893" y="37674"/>
                </a:cubicBezTo>
                <a:cubicBezTo>
                  <a:pt x="13893" y="37660"/>
                  <a:pt x="13908" y="37660"/>
                  <a:pt x="13908" y="37630"/>
                </a:cubicBezTo>
                <a:cubicBezTo>
                  <a:pt x="13952" y="37556"/>
                  <a:pt x="14011" y="37483"/>
                  <a:pt x="14055" y="37409"/>
                </a:cubicBezTo>
                <a:cubicBezTo>
                  <a:pt x="14099" y="37347"/>
                  <a:pt x="14142" y="37282"/>
                  <a:pt x="14185" y="37216"/>
                </a:cubicBezTo>
                <a:lnTo>
                  <a:pt x="14185" y="37216"/>
                </a:lnTo>
                <a:cubicBezTo>
                  <a:pt x="14180" y="37227"/>
                  <a:pt x="14176" y="37237"/>
                  <a:pt x="14173" y="37247"/>
                </a:cubicBezTo>
                <a:cubicBezTo>
                  <a:pt x="14231" y="37203"/>
                  <a:pt x="14290" y="37130"/>
                  <a:pt x="14364" y="37071"/>
                </a:cubicBezTo>
                <a:cubicBezTo>
                  <a:pt x="14379" y="37012"/>
                  <a:pt x="14393" y="36983"/>
                  <a:pt x="14408" y="36924"/>
                </a:cubicBezTo>
                <a:lnTo>
                  <a:pt x="14408" y="36924"/>
                </a:lnTo>
                <a:lnTo>
                  <a:pt x="14364" y="36983"/>
                </a:lnTo>
                <a:cubicBezTo>
                  <a:pt x="14343" y="36993"/>
                  <a:pt x="14325" y="37007"/>
                  <a:pt x="14308" y="37022"/>
                </a:cubicBezTo>
                <a:lnTo>
                  <a:pt x="14308" y="37022"/>
                </a:lnTo>
                <a:cubicBezTo>
                  <a:pt x="14322" y="36999"/>
                  <a:pt x="14336" y="36976"/>
                  <a:pt x="14349" y="36953"/>
                </a:cubicBezTo>
                <a:cubicBezTo>
                  <a:pt x="14440" y="36844"/>
                  <a:pt x="14525" y="36724"/>
                  <a:pt x="14608" y="36600"/>
                </a:cubicBezTo>
                <a:lnTo>
                  <a:pt x="14608" y="36600"/>
                </a:lnTo>
                <a:cubicBezTo>
                  <a:pt x="14600" y="36610"/>
                  <a:pt x="14592" y="36620"/>
                  <a:pt x="14585" y="36629"/>
                </a:cubicBezTo>
                <a:cubicBezTo>
                  <a:pt x="14599" y="36570"/>
                  <a:pt x="14614" y="36541"/>
                  <a:pt x="14629" y="36482"/>
                </a:cubicBezTo>
                <a:cubicBezTo>
                  <a:pt x="14674" y="36438"/>
                  <a:pt x="14718" y="36393"/>
                  <a:pt x="14769" y="36355"/>
                </a:cubicBezTo>
                <a:lnTo>
                  <a:pt x="14769" y="36355"/>
                </a:lnTo>
                <a:cubicBezTo>
                  <a:pt x="14846" y="36260"/>
                  <a:pt x="14918" y="36155"/>
                  <a:pt x="14991" y="36049"/>
                </a:cubicBezTo>
                <a:lnTo>
                  <a:pt x="14991" y="36049"/>
                </a:lnTo>
                <a:lnTo>
                  <a:pt x="14982" y="36055"/>
                </a:lnTo>
                <a:cubicBezTo>
                  <a:pt x="14982" y="36026"/>
                  <a:pt x="14997" y="35967"/>
                  <a:pt x="15026" y="35908"/>
                </a:cubicBezTo>
                <a:cubicBezTo>
                  <a:pt x="15069" y="35851"/>
                  <a:pt x="15127" y="35807"/>
                  <a:pt x="15198" y="35764"/>
                </a:cubicBezTo>
                <a:lnTo>
                  <a:pt x="15198" y="35764"/>
                </a:lnTo>
                <a:lnTo>
                  <a:pt x="15144" y="35835"/>
                </a:lnTo>
                <a:cubicBezTo>
                  <a:pt x="15091" y="35905"/>
                  <a:pt x="15041" y="35977"/>
                  <a:pt x="14991" y="36049"/>
                </a:cubicBezTo>
                <a:lnTo>
                  <a:pt x="14991" y="36049"/>
                </a:lnTo>
                <a:lnTo>
                  <a:pt x="15026" y="36026"/>
                </a:lnTo>
                <a:cubicBezTo>
                  <a:pt x="15056" y="35982"/>
                  <a:pt x="15114" y="35952"/>
                  <a:pt x="15144" y="35908"/>
                </a:cubicBezTo>
                <a:cubicBezTo>
                  <a:pt x="15173" y="35849"/>
                  <a:pt x="15188" y="35820"/>
                  <a:pt x="15203" y="35761"/>
                </a:cubicBezTo>
                <a:lnTo>
                  <a:pt x="15203" y="35761"/>
                </a:lnTo>
                <a:cubicBezTo>
                  <a:pt x="15201" y="35762"/>
                  <a:pt x="15200" y="35763"/>
                  <a:pt x="15198" y="35764"/>
                </a:cubicBezTo>
                <a:lnTo>
                  <a:pt x="15198" y="35764"/>
                </a:lnTo>
                <a:lnTo>
                  <a:pt x="15381" y="35525"/>
                </a:lnTo>
                <a:lnTo>
                  <a:pt x="15381" y="35525"/>
                </a:lnTo>
                <a:cubicBezTo>
                  <a:pt x="15375" y="35530"/>
                  <a:pt x="15370" y="35535"/>
                  <a:pt x="15365" y="35540"/>
                </a:cubicBezTo>
                <a:cubicBezTo>
                  <a:pt x="15365" y="35481"/>
                  <a:pt x="15394" y="35452"/>
                  <a:pt x="15409" y="35393"/>
                </a:cubicBezTo>
                <a:cubicBezTo>
                  <a:pt x="15468" y="35334"/>
                  <a:pt x="15512" y="35305"/>
                  <a:pt x="15585" y="35246"/>
                </a:cubicBezTo>
                <a:lnTo>
                  <a:pt x="15585" y="35246"/>
                </a:lnTo>
                <a:cubicBezTo>
                  <a:pt x="15583" y="35258"/>
                  <a:pt x="15580" y="35268"/>
                  <a:pt x="15577" y="35278"/>
                </a:cubicBezTo>
                <a:lnTo>
                  <a:pt x="15577" y="35278"/>
                </a:lnTo>
                <a:cubicBezTo>
                  <a:pt x="15646" y="35199"/>
                  <a:pt x="15714" y="35116"/>
                  <a:pt x="15777" y="35032"/>
                </a:cubicBezTo>
                <a:lnTo>
                  <a:pt x="15777" y="35032"/>
                </a:lnTo>
                <a:cubicBezTo>
                  <a:pt x="15758" y="35048"/>
                  <a:pt x="15738" y="35064"/>
                  <a:pt x="15718" y="35084"/>
                </a:cubicBezTo>
                <a:cubicBezTo>
                  <a:pt x="15718" y="35025"/>
                  <a:pt x="15733" y="35011"/>
                  <a:pt x="15733" y="34996"/>
                </a:cubicBezTo>
                <a:cubicBezTo>
                  <a:pt x="15733" y="34966"/>
                  <a:pt x="15762" y="34937"/>
                  <a:pt x="15762" y="34922"/>
                </a:cubicBezTo>
                <a:cubicBezTo>
                  <a:pt x="15806" y="34878"/>
                  <a:pt x="15880" y="34819"/>
                  <a:pt x="15939" y="34790"/>
                </a:cubicBezTo>
                <a:lnTo>
                  <a:pt x="15939" y="34790"/>
                </a:lnTo>
                <a:cubicBezTo>
                  <a:pt x="15935" y="34804"/>
                  <a:pt x="15930" y="34817"/>
                  <a:pt x="15925" y="34829"/>
                </a:cubicBezTo>
                <a:lnTo>
                  <a:pt x="15925" y="34829"/>
                </a:lnTo>
                <a:cubicBezTo>
                  <a:pt x="15959" y="34791"/>
                  <a:pt x="15993" y="34753"/>
                  <a:pt x="16026" y="34714"/>
                </a:cubicBezTo>
                <a:lnTo>
                  <a:pt x="16026" y="34714"/>
                </a:lnTo>
                <a:cubicBezTo>
                  <a:pt x="16024" y="34754"/>
                  <a:pt x="16011" y="34793"/>
                  <a:pt x="15997" y="34819"/>
                </a:cubicBezTo>
                <a:lnTo>
                  <a:pt x="16130" y="34702"/>
                </a:lnTo>
                <a:cubicBezTo>
                  <a:pt x="16145" y="34643"/>
                  <a:pt x="16159" y="34599"/>
                  <a:pt x="16174" y="34569"/>
                </a:cubicBezTo>
                <a:lnTo>
                  <a:pt x="16174" y="34569"/>
                </a:lnTo>
                <a:cubicBezTo>
                  <a:pt x="16149" y="34619"/>
                  <a:pt x="16103" y="34648"/>
                  <a:pt x="16054" y="34682"/>
                </a:cubicBezTo>
                <a:lnTo>
                  <a:pt x="16054" y="34682"/>
                </a:lnTo>
                <a:cubicBezTo>
                  <a:pt x="16100" y="34627"/>
                  <a:pt x="16145" y="34570"/>
                  <a:pt x="16187" y="34510"/>
                </a:cubicBezTo>
                <a:lnTo>
                  <a:pt x="16187" y="34510"/>
                </a:lnTo>
                <a:cubicBezTo>
                  <a:pt x="16155" y="34539"/>
                  <a:pt x="16121" y="34566"/>
                  <a:pt x="16086" y="34584"/>
                </a:cubicBezTo>
                <a:cubicBezTo>
                  <a:pt x="16086" y="34525"/>
                  <a:pt x="16100" y="34495"/>
                  <a:pt x="16130" y="34437"/>
                </a:cubicBezTo>
                <a:cubicBezTo>
                  <a:pt x="16174" y="34407"/>
                  <a:pt x="16248" y="34348"/>
                  <a:pt x="16307" y="34304"/>
                </a:cubicBezTo>
                <a:lnTo>
                  <a:pt x="16307" y="34304"/>
                </a:lnTo>
                <a:cubicBezTo>
                  <a:pt x="16301" y="34325"/>
                  <a:pt x="16296" y="34344"/>
                  <a:pt x="16290" y="34361"/>
                </a:cubicBezTo>
                <a:lnTo>
                  <a:pt x="16290" y="34361"/>
                </a:lnTo>
                <a:cubicBezTo>
                  <a:pt x="16325" y="34322"/>
                  <a:pt x="16360" y="34283"/>
                  <a:pt x="16395" y="34244"/>
                </a:cubicBezTo>
                <a:lnTo>
                  <a:pt x="16395" y="34244"/>
                </a:lnTo>
                <a:cubicBezTo>
                  <a:pt x="16392" y="34296"/>
                  <a:pt x="16379" y="34336"/>
                  <a:pt x="16365" y="34363"/>
                </a:cubicBezTo>
                <a:cubicBezTo>
                  <a:pt x="16395" y="34334"/>
                  <a:pt x="16454" y="34275"/>
                  <a:pt x="16498" y="34260"/>
                </a:cubicBezTo>
                <a:cubicBezTo>
                  <a:pt x="16513" y="34201"/>
                  <a:pt x="16527" y="34157"/>
                  <a:pt x="16542" y="34128"/>
                </a:cubicBezTo>
                <a:lnTo>
                  <a:pt x="16542" y="34128"/>
                </a:lnTo>
                <a:cubicBezTo>
                  <a:pt x="16516" y="34153"/>
                  <a:pt x="16468" y="34190"/>
                  <a:pt x="16417" y="34219"/>
                </a:cubicBezTo>
                <a:lnTo>
                  <a:pt x="16417" y="34219"/>
                </a:lnTo>
                <a:cubicBezTo>
                  <a:pt x="16494" y="34130"/>
                  <a:pt x="16568" y="34040"/>
                  <a:pt x="16630" y="33951"/>
                </a:cubicBezTo>
                <a:cubicBezTo>
                  <a:pt x="16671" y="33906"/>
                  <a:pt x="16710" y="33861"/>
                  <a:pt x="16748" y="33816"/>
                </a:cubicBezTo>
                <a:lnTo>
                  <a:pt x="16748" y="33816"/>
                </a:lnTo>
                <a:cubicBezTo>
                  <a:pt x="16748" y="33817"/>
                  <a:pt x="16748" y="33818"/>
                  <a:pt x="16748" y="33819"/>
                </a:cubicBezTo>
                <a:cubicBezTo>
                  <a:pt x="16733" y="33848"/>
                  <a:pt x="16733" y="33863"/>
                  <a:pt x="16719" y="33907"/>
                </a:cubicBezTo>
                <a:cubicBezTo>
                  <a:pt x="16763" y="33863"/>
                  <a:pt x="16807" y="33833"/>
                  <a:pt x="16880" y="33774"/>
                </a:cubicBezTo>
                <a:lnTo>
                  <a:pt x="16939" y="33671"/>
                </a:lnTo>
                <a:lnTo>
                  <a:pt x="16802" y="33751"/>
                </a:lnTo>
                <a:lnTo>
                  <a:pt x="16802" y="33751"/>
                </a:lnTo>
                <a:cubicBezTo>
                  <a:pt x="16869" y="33671"/>
                  <a:pt x="16934" y="33590"/>
                  <a:pt x="16998" y="33509"/>
                </a:cubicBezTo>
                <a:cubicBezTo>
                  <a:pt x="17033" y="33479"/>
                  <a:pt x="17066" y="33446"/>
                  <a:pt x="17099" y="33412"/>
                </a:cubicBezTo>
                <a:lnTo>
                  <a:pt x="17099" y="33412"/>
                </a:lnTo>
                <a:cubicBezTo>
                  <a:pt x="17097" y="33424"/>
                  <a:pt x="17093" y="33437"/>
                  <a:pt x="17086" y="33451"/>
                </a:cubicBezTo>
                <a:cubicBezTo>
                  <a:pt x="17086" y="33451"/>
                  <a:pt x="17057" y="33465"/>
                  <a:pt x="17057" y="33480"/>
                </a:cubicBezTo>
                <a:cubicBezTo>
                  <a:pt x="17116" y="33421"/>
                  <a:pt x="17175" y="33392"/>
                  <a:pt x="17204" y="33392"/>
                </a:cubicBezTo>
                <a:cubicBezTo>
                  <a:pt x="17234" y="33333"/>
                  <a:pt x="17248" y="33303"/>
                  <a:pt x="17263" y="33259"/>
                </a:cubicBezTo>
                <a:lnTo>
                  <a:pt x="17263" y="33259"/>
                </a:lnTo>
                <a:lnTo>
                  <a:pt x="17184" y="33317"/>
                </a:lnTo>
                <a:lnTo>
                  <a:pt x="17184" y="33317"/>
                </a:lnTo>
                <a:cubicBezTo>
                  <a:pt x="17243" y="33246"/>
                  <a:pt x="17299" y="33172"/>
                  <a:pt x="17351" y="33097"/>
                </a:cubicBezTo>
                <a:cubicBezTo>
                  <a:pt x="17373" y="33076"/>
                  <a:pt x="17393" y="33054"/>
                  <a:pt x="17413" y="33032"/>
                </a:cubicBezTo>
                <a:lnTo>
                  <a:pt x="17413" y="33032"/>
                </a:lnTo>
                <a:cubicBezTo>
                  <a:pt x="17412" y="33034"/>
                  <a:pt x="17411" y="33037"/>
                  <a:pt x="17410" y="33039"/>
                </a:cubicBezTo>
                <a:cubicBezTo>
                  <a:pt x="17469" y="33009"/>
                  <a:pt x="17528" y="32965"/>
                  <a:pt x="17557" y="32936"/>
                </a:cubicBezTo>
                <a:cubicBezTo>
                  <a:pt x="17572" y="32877"/>
                  <a:pt x="17602" y="32833"/>
                  <a:pt x="17616" y="32803"/>
                </a:cubicBezTo>
                <a:lnTo>
                  <a:pt x="17616" y="32803"/>
                </a:lnTo>
                <a:lnTo>
                  <a:pt x="17586" y="32822"/>
                </a:lnTo>
                <a:lnTo>
                  <a:pt x="17586" y="32822"/>
                </a:lnTo>
                <a:cubicBezTo>
                  <a:pt x="17625" y="32772"/>
                  <a:pt x="17664" y="32721"/>
                  <a:pt x="17705" y="32671"/>
                </a:cubicBezTo>
                <a:cubicBezTo>
                  <a:pt x="17726" y="32649"/>
                  <a:pt x="17746" y="32628"/>
                  <a:pt x="17766" y="32606"/>
                </a:cubicBezTo>
                <a:lnTo>
                  <a:pt x="17766" y="32606"/>
                </a:lnTo>
                <a:cubicBezTo>
                  <a:pt x="17765" y="32608"/>
                  <a:pt x="17764" y="32610"/>
                  <a:pt x="17763" y="32612"/>
                </a:cubicBezTo>
                <a:cubicBezTo>
                  <a:pt x="17822" y="32582"/>
                  <a:pt x="17866" y="32538"/>
                  <a:pt x="17911" y="32494"/>
                </a:cubicBezTo>
                <a:lnTo>
                  <a:pt x="17969" y="32376"/>
                </a:lnTo>
                <a:lnTo>
                  <a:pt x="17938" y="32397"/>
                </a:lnTo>
                <a:lnTo>
                  <a:pt x="17938" y="32397"/>
                </a:lnTo>
                <a:cubicBezTo>
                  <a:pt x="17977" y="32347"/>
                  <a:pt x="18017" y="32295"/>
                  <a:pt x="18058" y="32244"/>
                </a:cubicBezTo>
                <a:cubicBezTo>
                  <a:pt x="18081" y="32218"/>
                  <a:pt x="18105" y="32191"/>
                  <a:pt x="18128" y="32163"/>
                </a:cubicBezTo>
                <a:lnTo>
                  <a:pt x="18128" y="32163"/>
                </a:lnTo>
                <a:cubicBezTo>
                  <a:pt x="18124" y="32176"/>
                  <a:pt x="18120" y="32188"/>
                  <a:pt x="18117" y="32200"/>
                </a:cubicBezTo>
                <a:cubicBezTo>
                  <a:pt x="18161" y="32156"/>
                  <a:pt x="18220" y="32126"/>
                  <a:pt x="18264" y="32067"/>
                </a:cubicBezTo>
                <a:lnTo>
                  <a:pt x="18308" y="31950"/>
                </a:lnTo>
                <a:lnTo>
                  <a:pt x="18289" y="31963"/>
                </a:lnTo>
                <a:lnTo>
                  <a:pt x="18289" y="31963"/>
                </a:lnTo>
                <a:cubicBezTo>
                  <a:pt x="18300" y="31949"/>
                  <a:pt x="18311" y="31934"/>
                  <a:pt x="18322" y="31920"/>
                </a:cubicBezTo>
                <a:lnTo>
                  <a:pt x="18322" y="31920"/>
                </a:lnTo>
                <a:cubicBezTo>
                  <a:pt x="18521" y="31050"/>
                  <a:pt x="18355" y="30044"/>
                  <a:pt x="17822" y="29065"/>
                </a:cubicBezTo>
                <a:cubicBezTo>
                  <a:pt x="17116" y="27800"/>
                  <a:pt x="15997" y="26681"/>
                  <a:pt x="14379" y="25622"/>
                </a:cubicBezTo>
                <a:cubicBezTo>
                  <a:pt x="14143" y="25474"/>
                  <a:pt x="13893" y="25327"/>
                  <a:pt x="13658" y="25165"/>
                </a:cubicBezTo>
                <a:cubicBezTo>
                  <a:pt x="12524" y="24444"/>
                  <a:pt x="11641" y="23635"/>
                  <a:pt x="11023" y="22796"/>
                </a:cubicBezTo>
                <a:cubicBezTo>
                  <a:pt x="10508" y="22075"/>
                  <a:pt x="9978" y="21207"/>
                  <a:pt x="9964" y="20206"/>
                </a:cubicBezTo>
                <a:cubicBezTo>
                  <a:pt x="9949" y="19132"/>
                  <a:pt x="10464" y="18028"/>
                  <a:pt x="11391" y="17115"/>
                </a:cubicBezTo>
                <a:cubicBezTo>
                  <a:pt x="11744" y="16762"/>
                  <a:pt x="12127" y="16453"/>
                  <a:pt x="12554" y="16188"/>
                </a:cubicBezTo>
                <a:cubicBezTo>
                  <a:pt x="13569" y="15570"/>
                  <a:pt x="14688" y="15158"/>
                  <a:pt x="15777" y="14776"/>
                </a:cubicBezTo>
                <a:cubicBezTo>
                  <a:pt x="16218" y="14614"/>
                  <a:pt x="16689" y="14437"/>
                  <a:pt x="17131" y="14275"/>
                </a:cubicBezTo>
                <a:cubicBezTo>
                  <a:pt x="18720" y="13657"/>
                  <a:pt x="20251" y="12789"/>
                  <a:pt x="21663" y="11744"/>
                </a:cubicBezTo>
                <a:cubicBezTo>
                  <a:pt x="22870" y="10832"/>
                  <a:pt x="23738" y="9904"/>
                  <a:pt x="24253" y="8963"/>
                </a:cubicBezTo>
                <a:cubicBezTo>
                  <a:pt x="24562" y="8374"/>
                  <a:pt x="24754" y="7785"/>
                  <a:pt x="24783" y="7182"/>
                </a:cubicBezTo>
                <a:cubicBezTo>
                  <a:pt x="24842" y="6461"/>
                  <a:pt x="24710" y="5784"/>
                  <a:pt x="24489" y="4945"/>
                </a:cubicBezTo>
                <a:cubicBezTo>
                  <a:pt x="24077" y="3297"/>
                  <a:pt x="23488" y="1693"/>
                  <a:pt x="22767" y="206"/>
                </a:cubicBezTo>
                <a:lnTo>
                  <a:pt x="22708" y="236"/>
                </a:lnTo>
                <a:cubicBezTo>
                  <a:pt x="23429" y="1737"/>
                  <a:pt x="24018" y="3312"/>
                  <a:pt x="24445" y="4974"/>
                </a:cubicBezTo>
                <a:cubicBezTo>
                  <a:pt x="24636" y="5784"/>
                  <a:pt x="24768" y="6461"/>
                  <a:pt x="24739" y="7182"/>
                </a:cubicBezTo>
                <a:cubicBezTo>
                  <a:pt x="24695" y="7771"/>
                  <a:pt x="24518" y="8359"/>
                  <a:pt x="24224" y="8918"/>
                </a:cubicBezTo>
                <a:cubicBezTo>
                  <a:pt x="23724" y="9860"/>
                  <a:pt x="22855" y="10802"/>
                  <a:pt x="21649" y="11685"/>
                </a:cubicBezTo>
                <a:cubicBezTo>
                  <a:pt x="20221" y="12730"/>
                  <a:pt x="18705" y="13584"/>
                  <a:pt x="17131" y="14202"/>
                </a:cubicBezTo>
                <a:cubicBezTo>
                  <a:pt x="16689" y="14393"/>
                  <a:pt x="16218" y="14555"/>
                  <a:pt x="15777" y="14702"/>
                </a:cubicBezTo>
                <a:cubicBezTo>
                  <a:pt x="14673" y="15085"/>
                  <a:pt x="13555" y="15497"/>
                  <a:pt x="12539" y="16129"/>
                </a:cubicBezTo>
                <a:cubicBezTo>
                  <a:pt x="12112" y="16409"/>
                  <a:pt x="11715" y="16718"/>
                  <a:pt x="11362" y="17071"/>
                </a:cubicBezTo>
                <a:cubicBezTo>
                  <a:pt x="10420" y="18028"/>
                  <a:pt x="9905" y="19132"/>
                  <a:pt x="9905" y="20221"/>
                </a:cubicBezTo>
                <a:cubicBezTo>
                  <a:pt x="9920" y="21192"/>
                  <a:pt x="10420" y="22060"/>
                  <a:pt x="10994" y="22855"/>
                </a:cubicBezTo>
                <a:cubicBezTo>
                  <a:pt x="11597" y="23708"/>
                  <a:pt x="12480" y="24503"/>
                  <a:pt x="13643" y="25239"/>
                </a:cubicBezTo>
                <a:cubicBezTo>
                  <a:pt x="13878" y="25386"/>
                  <a:pt x="14114" y="25533"/>
                  <a:pt x="14364" y="25695"/>
                </a:cubicBezTo>
                <a:cubicBezTo>
                  <a:pt x="15983" y="26755"/>
                  <a:pt x="17101" y="27873"/>
                  <a:pt x="17778" y="29124"/>
                </a:cubicBezTo>
                <a:cubicBezTo>
                  <a:pt x="18324" y="30086"/>
                  <a:pt x="18491" y="31133"/>
                  <a:pt x="18253" y="31990"/>
                </a:cubicBezTo>
                <a:lnTo>
                  <a:pt x="18253" y="31990"/>
                </a:lnTo>
                <a:lnTo>
                  <a:pt x="18289" y="31963"/>
                </a:lnTo>
                <a:lnTo>
                  <a:pt x="18289" y="31963"/>
                </a:lnTo>
                <a:cubicBezTo>
                  <a:pt x="18274" y="31983"/>
                  <a:pt x="18259" y="32003"/>
                  <a:pt x="18243" y="32022"/>
                </a:cubicBezTo>
                <a:lnTo>
                  <a:pt x="18243" y="32022"/>
                </a:lnTo>
                <a:cubicBezTo>
                  <a:pt x="18247" y="32011"/>
                  <a:pt x="18250" y="32001"/>
                  <a:pt x="18253" y="31990"/>
                </a:cubicBezTo>
                <a:lnTo>
                  <a:pt x="18253" y="31990"/>
                </a:lnTo>
                <a:lnTo>
                  <a:pt x="18146" y="32067"/>
                </a:lnTo>
                <a:cubicBezTo>
                  <a:pt x="18146" y="32076"/>
                  <a:pt x="18145" y="32088"/>
                  <a:pt x="18142" y="32102"/>
                </a:cubicBezTo>
                <a:lnTo>
                  <a:pt x="18142" y="32102"/>
                </a:lnTo>
                <a:cubicBezTo>
                  <a:pt x="18164" y="32088"/>
                  <a:pt x="18187" y="32074"/>
                  <a:pt x="18211" y="32063"/>
                </a:cubicBezTo>
                <a:lnTo>
                  <a:pt x="18211" y="32063"/>
                </a:lnTo>
                <a:cubicBezTo>
                  <a:pt x="18184" y="32097"/>
                  <a:pt x="18156" y="32130"/>
                  <a:pt x="18128" y="32163"/>
                </a:cubicBezTo>
                <a:lnTo>
                  <a:pt x="18128" y="32163"/>
                </a:lnTo>
                <a:cubicBezTo>
                  <a:pt x="18134" y="32142"/>
                  <a:pt x="18139" y="32121"/>
                  <a:pt x="18142" y="32102"/>
                </a:cubicBezTo>
                <a:lnTo>
                  <a:pt x="18142" y="32102"/>
                </a:lnTo>
                <a:cubicBezTo>
                  <a:pt x="18112" y="32121"/>
                  <a:pt x="18085" y="32141"/>
                  <a:pt x="18062" y="32157"/>
                </a:cubicBezTo>
                <a:lnTo>
                  <a:pt x="18062" y="32157"/>
                </a:lnTo>
                <a:cubicBezTo>
                  <a:pt x="18065" y="32146"/>
                  <a:pt x="18068" y="32135"/>
                  <a:pt x="18072" y="32126"/>
                </a:cubicBezTo>
                <a:lnTo>
                  <a:pt x="18072" y="32126"/>
                </a:lnTo>
                <a:cubicBezTo>
                  <a:pt x="18064" y="32131"/>
                  <a:pt x="18056" y="32136"/>
                  <a:pt x="18048" y="32141"/>
                </a:cubicBezTo>
                <a:lnTo>
                  <a:pt x="18048" y="32141"/>
                </a:lnTo>
                <a:cubicBezTo>
                  <a:pt x="18046" y="32151"/>
                  <a:pt x="18045" y="32161"/>
                  <a:pt x="18043" y="32170"/>
                </a:cubicBezTo>
                <a:cubicBezTo>
                  <a:pt x="18049" y="32166"/>
                  <a:pt x="18055" y="32162"/>
                  <a:pt x="18062" y="32157"/>
                </a:cubicBezTo>
                <a:lnTo>
                  <a:pt x="18062" y="32157"/>
                </a:lnTo>
                <a:cubicBezTo>
                  <a:pt x="18056" y="32182"/>
                  <a:pt x="18053" y="32209"/>
                  <a:pt x="18043" y="32229"/>
                </a:cubicBezTo>
                <a:cubicBezTo>
                  <a:pt x="18043" y="32229"/>
                  <a:pt x="18043" y="32244"/>
                  <a:pt x="18014" y="32244"/>
                </a:cubicBezTo>
                <a:cubicBezTo>
                  <a:pt x="17969" y="32288"/>
                  <a:pt x="17896" y="32347"/>
                  <a:pt x="17837" y="32376"/>
                </a:cubicBezTo>
                <a:cubicBezTo>
                  <a:pt x="17846" y="32358"/>
                  <a:pt x="17850" y="32333"/>
                  <a:pt x="17855" y="32303"/>
                </a:cubicBezTo>
                <a:lnTo>
                  <a:pt x="17855" y="32303"/>
                </a:lnTo>
                <a:cubicBezTo>
                  <a:pt x="17828" y="32318"/>
                  <a:pt x="17799" y="32332"/>
                  <a:pt x="17768" y="32349"/>
                </a:cubicBezTo>
                <a:lnTo>
                  <a:pt x="17768" y="32349"/>
                </a:lnTo>
                <a:cubicBezTo>
                  <a:pt x="17771" y="32335"/>
                  <a:pt x="17774" y="32320"/>
                  <a:pt x="17778" y="32303"/>
                </a:cubicBezTo>
                <a:lnTo>
                  <a:pt x="17778" y="32303"/>
                </a:lnTo>
                <a:cubicBezTo>
                  <a:pt x="17760" y="32314"/>
                  <a:pt x="17742" y="32324"/>
                  <a:pt x="17724" y="32335"/>
                </a:cubicBezTo>
                <a:lnTo>
                  <a:pt x="17724" y="32335"/>
                </a:lnTo>
                <a:cubicBezTo>
                  <a:pt x="17722" y="32349"/>
                  <a:pt x="17721" y="32363"/>
                  <a:pt x="17719" y="32376"/>
                </a:cubicBezTo>
                <a:cubicBezTo>
                  <a:pt x="17736" y="32367"/>
                  <a:pt x="17753" y="32358"/>
                  <a:pt x="17768" y="32349"/>
                </a:cubicBezTo>
                <a:lnTo>
                  <a:pt x="17768" y="32349"/>
                </a:lnTo>
                <a:cubicBezTo>
                  <a:pt x="17762" y="32382"/>
                  <a:pt x="17759" y="32409"/>
                  <a:pt x="17749" y="32450"/>
                </a:cubicBezTo>
                <a:cubicBezTo>
                  <a:pt x="17675" y="32494"/>
                  <a:pt x="17602" y="32538"/>
                  <a:pt x="17543" y="32582"/>
                </a:cubicBezTo>
                <a:cubicBezTo>
                  <a:pt x="17551" y="32549"/>
                  <a:pt x="17555" y="32524"/>
                  <a:pt x="17556" y="32499"/>
                </a:cubicBezTo>
                <a:lnTo>
                  <a:pt x="17556" y="32499"/>
                </a:lnTo>
                <a:cubicBezTo>
                  <a:pt x="17530" y="32512"/>
                  <a:pt x="17505" y="32525"/>
                  <a:pt x="17480" y="32540"/>
                </a:cubicBezTo>
                <a:lnTo>
                  <a:pt x="17480" y="32540"/>
                </a:lnTo>
                <a:cubicBezTo>
                  <a:pt x="17482" y="32523"/>
                  <a:pt x="17484" y="32508"/>
                  <a:pt x="17484" y="32494"/>
                </a:cubicBezTo>
                <a:lnTo>
                  <a:pt x="17484" y="32494"/>
                </a:lnTo>
                <a:cubicBezTo>
                  <a:pt x="17461" y="32503"/>
                  <a:pt x="17436" y="32515"/>
                  <a:pt x="17411" y="32529"/>
                </a:cubicBezTo>
                <a:lnTo>
                  <a:pt x="17411" y="32529"/>
                </a:lnTo>
                <a:cubicBezTo>
                  <a:pt x="17411" y="32547"/>
                  <a:pt x="17411" y="32564"/>
                  <a:pt x="17410" y="32582"/>
                </a:cubicBezTo>
                <a:cubicBezTo>
                  <a:pt x="17434" y="32566"/>
                  <a:pt x="17457" y="32553"/>
                  <a:pt x="17480" y="32540"/>
                </a:cubicBezTo>
                <a:lnTo>
                  <a:pt x="17480" y="32540"/>
                </a:lnTo>
                <a:cubicBezTo>
                  <a:pt x="17475" y="32575"/>
                  <a:pt x="17464" y="32616"/>
                  <a:pt x="17454" y="32656"/>
                </a:cubicBezTo>
                <a:cubicBezTo>
                  <a:pt x="17366" y="32715"/>
                  <a:pt x="17307" y="32744"/>
                  <a:pt x="17204" y="32803"/>
                </a:cubicBezTo>
                <a:cubicBezTo>
                  <a:pt x="17230" y="32761"/>
                  <a:pt x="17241" y="32723"/>
                  <a:pt x="17245" y="32687"/>
                </a:cubicBezTo>
                <a:lnTo>
                  <a:pt x="17245" y="32687"/>
                </a:lnTo>
                <a:cubicBezTo>
                  <a:pt x="17220" y="32700"/>
                  <a:pt x="17195" y="32713"/>
                  <a:pt x="17169" y="32727"/>
                </a:cubicBezTo>
                <a:lnTo>
                  <a:pt x="17169" y="32727"/>
                </a:lnTo>
                <a:cubicBezTo>
                  <a:pt x="17172" y="32704"/>
                  <a:pt x="17175" y="32682"/>
                  <a:pt x="17175" y="32656"/>
                </a:cubicBezTo>
                <a:lnTo>
                  <a:pt x="17175" y="32656"/>
                </a:lnTo>
                <a:cubicBezTo>
                  <a:pt x="17138" y="32685"/>
                  <a:pt x="17099" y="32707"/>
                  <a:pt x="17055" y="32729"/>
                </a:cubicBezTo>
                <a:lnTo>
                  <a:pt x="17055" y="32729"/>
                </a:lnTo>
                <a:cubicBezTo>
                  <a:pt x="17035" y="32200"/>
                  <a:pt x="16930" y="31617"/>
                  <a:pt x="16674" y="30993"/>
                </a:cubicBezTo>
                <a:cubicBezTo>
                  <a:pt x="16027" y="29271"/>
                  <a:pt x="14835" y="27726"/>
                  <a:pt x="13157" y="26401"/>
                </a:cubicBezTo>
                <a:cubicBezTo>
                  <a:pt x="12922" y="26210"/>
                  <a:pt x="12672" y="26019"/>
                  <a:pt x="12377" y="25798"/>
                </a:cubicBezTo>
                <a:cubicBezTo>
                  <a:pt x="10994" y="24768"/>
                  <a:pt x="10067" y="23753"/>
                  <a:pt x="9537" y="22708"/>
                </a:cubicBezTo>
                <a:cubicBezTo>
                  <a:pt x="9140" y="21898"/>
                  <a:pt x="8786" y="21104"/>
                  <a:pt x="8845" y="20206"/>
                </a:cubicBezTo>
                <a:cubicBezTo>
                  <a:pt x="8919" y="19220"/>
                  <a:pt x="9404" y="18190"/>
                  <a:pt x="10273" y="17336"/>
                </a:cubicBezTo>
                <a:cubicBezTo>
                  <a:pt x="10582" y="16998"/>
                  <a:pt x="10950" y="16703"/>
                  <a:pt x="11347" y="16424"/>
                </a:cubicBezTo>
                <a:cubicBezTo>
                  <a:pt x="12201" y="15820"/>
                  <a:pt x="13187" y="15394"/>
                  <a:pt x="14143" y="14982"/>
                </a:cubicBezTo>
                <a:cubicBezTo>
                  <a:pt x="14585" y="14776"/>
                  <a:pt x="15056" y="14570"/>
                  <a:pt x="15497" y="14349"/>
                </a:cubicBezTo>
                <a:cubicBezTo>
                  <a:pt x="16969" y="13613"/>
                  <a:pt x="18352" y="12671"/>
                  <a:pt x="19618" y="11553"/>
                </a:cubicBezTo>
                <a:cubicBezTo>
                  <a:pt x="20692" y="10596"/>
                  <a:pt x="21443" y="9654"/>
                  <a:pt x="21899" y="8683"/>
                </a:cubicBezTo>
                <a:cubicBezTo>
                  <a:pt x="22178" y="8109"/>
                  <a:pt x="22340" y="7550"/>
                  <a:pt x="22384" y="6961"/>
                </a:cubicBezTo>
                <a:cubicBezTo>
                  <a:pt x="22458" y="6196"/>
                  <a:pt x="22326" y="5445"/>
                  <a:pt x="22193" y="4798"/>
                </a:cubicBezTo>
                <a:cubicBezTo>
                  <a:pt x="21869" y="3164"/>
                  <a:pt x="21354" y="1619"/>
                  <a:pt x="20648" y="192"/>
                </a:cubicBezTo>
                <a:lnTo>
                  <a:pt x="20589" y="221"/>
                </a:lnTo>
                <a:cubicBezTo>
                  <a:pt x="21295" y="1634"/>
                  <a:pt x="21810" y="3179"/>
                  <a:pt x="22134" y="4827"/>
                </a:cubicBezTo>
                <a:cubicBezTo>
                  <a:pt x="22267" y="5445"/>
                  <a:pt x="22384" y="6196"/>
                  <a:pt x="22311" y="6961"/>
                </a:cubicBezTo>
                <a:cubicBezTo>
                  <a:pt x="22252" y="7520"/>
                  <a:pt x="22090" y="8094"/>
                  <a:pt x="21825" y="8668"/>
                </a:cubicBezTo>
                <a:cubicBezTo>
                  <a:pt x="21369" y="9625"/>
                  <a:pt x="20633" y="10567"/>
                  <a:pt x="19559" y="11494"/>
                </a:cubicBezTo>
                <a:cubicBezTo>
                  <a:pt x="18293" y="12627"/>
                  <a:pt x="16910" y="13554"/>
                  <a:pt x="15468" y="14275"/>
                </a:cubicBezTo>
                <a:cubicBezTo>
                  <a:pt x="15026" y="14496"/>
                  <a:pt x="14555" y="14702"/>
                  <a:pt x="14099" y="14908"/>
                </a:cubicBezTo>
                <a:cubicBezTo>
                  <a:pt x="13157" y="15320"/>
                  <a:pt x="12186" y="15762"/>
                  <a:pt x="11303" y="16350"/>
                </a:cubicBezTo>
                <a:cubicBezTo>
                  <a:pt x="10920" y="16630"/>
                  <a:pt x="10552" y="16924"/>
                  <a:pt x="10243" y="17263"/>
                </a:cubicBezTo>
                <a:cubicBezTo>
                  <a:pt x="9375" y="18146"/>
                  <a:pt x="8860" y="19176"/>
                  <a:pt x="8786" y="20176"/>
                </a:cubicBezTo>
                <a:cubicBezTo>
                  <a:pt x="8713" y="21104"/>
                  <a:pt x="9081" y="21913"/>
                  <a:pt x="9478" y="22722"/>
                </a:cubicBezTo>
                <a:cubicBezTo>
                  <a:pt x="10023" y="23782"/>
                  <a:pt x="10935" y="24797"/>
                  <a:pt x="12333" y="25842"/>
                </a:cubicBezTo>
                <a:cubicBezTo>
                  <a:pt x="12627" y="26063"/>
                  <a:pt x="12892" y="26269"/>
                  <a:pt x="13128" y="26460"/>
                </a:cubicBezTo>
                <a:cubicBezTo>
                  <a:pt x="14805" y="27785"/>
                  <a:pt x="15983" y="29330"/>
                  <a:pt x="16616" y="31037"/>
                </a:cubicBezTo>
                <a:cubicBezTo>
                  <a:pt x="16857" y="31663"/>
                  <a:pt x="16975" y="32247"/>
                  <a:pt x="16983" y="32764"/>
                </a:cubicBezTo>
                <a:lnTo>
                  <a:pt x="16983" y="32764"/>
                </a:lnTo>
                <a:cubicBezTo>
                  <a:pt x="17008" y="32752"/>
                  <a:pt x="17032" y="32740"/>
                  <a:pt x="17055" y="32729"/>
                </a:cubicBezTo>
                <a:lnTo>
                  <a:pt x="17055" y="32729"/>
                </a:lnTo>
                <a:cubicBezTo>
                  <a:pt x="17056" y="32749"/>
                  <a:pt x="17057" y="32769"/>
                  <a:pt x="17057" y="32788"/>
                </a:cubicBezTo>
                <a:cubicBezTo>
                  <a:pt x="17096" y="32766"/>
                  <a:pt x="17133" y="32746"/>
                  <a:pt x="17169" y="32727"/>
                </a:cubicBezTo>
                <a:lnTo>
                  <a:pt x="17169" y="32727"/>
                </a:lnTo>
                <a:cubicBezTo>
                  <a:pt x="17165" y="32756"/>
                  <a:pt x="17160" y="32785"/>
                  <a:pt x="17160" y="32818"/>
                </a:cubicBezTo>
                <a:cubicBezTo>
                  <a:pt x="17057" y="32877"/>
                  <a:pt x="16983" y="32906"/>
                  <a:pt x="16895" y="32965"/>
                </a:cubicBezTo>
                <a:cubicBezTo>
                  <a:pt x="16905" y="32927"/>
                  <a:pt x="16908" y="32895"/>
                  <a:pt x="16909" y="32862"/>
                </a:cubicBezTo>
                <a:lnTo>
                  <a:pt x="16909" y="32862"/>
                </a:lnTo>
                <a:cubicBezTo>
                  <a:pt x="16885" y="32875"/>
                  <a:pt x="16861" y="32887"/>
                  <a:pt x="16836" y="32899"/>
                </a:cubicBezTo>
                <a:lnTo>
                  <a:pt x="16836" y="32899"/>
                </a:lnTo>
                <a:lnTo>
                  <a:pt x="16836" y="32818"/>
                </a:lnTo>
                <a:cubicBezTo>
                  <a:pt x="16794" y="32846"/>
                  <a:pt x="16753" y="32867"/>
                  <a:pt x="16711" y="32888"/>
                </a:cubicBezTo>
                <a:lnTo>
                  <a:pt x="16711" y="32888"/>
                </a:lnTo>
                <a:cubicBezTo>
                  <a:pt x="16713" y="32914"/>
                  <a:pt x="16716" y="32939"/>
                  <a:pt x="16719" y="32965"/>
                </a:cubicBezTo>
                <a:cubicBezTo>
                  <a:pt x="16758" y="32939"/>
                  <a:pt x="16797" y="32918"/>
                  <a:pt x="16836" y="32899"/>
                </a:cubicBezTo>
                <a:lnTo>
                  <a:pt x="16836" y="32899"/>
                </a:lnTo>
                <a:lnTo>
                  <a:pt x="16836" y="33009"/>
                </a:lnTo>
                <a:cubicBezTo>
                  <a:pt x="16748" y="33053"/>
                  <a:pt x="16660" y="33097"/>
                  <a:pt x="16586" y="33156"/>
                </a:cubicBezTo>
                <a:cubicBezTo>
                  <a:pt x="16582" y="33138"/>
                  <a:pt x="16578" y="33120"/>
                  <a:pt x="16576" y="33101"/>
                </a:cubicBezTo>
                <a:lnTo>
                  <a:pt x="16576" y="33101"/>
                </a:lnTo>
                <a:lnTo>
                  <a:pt x="16513" y="33131"/>
                </a:lnTo>
                <a:lnTo>
                  <a:pt x="16513" y="33186"/>
                </a:lnTo>
                <a:cubicBezTo>
                  <a:pt x="16439" y="33230"/>
                  <a:pt x="16365" y="33274"/>
                  <a:pt x="16277" y="33318"/>
                </a:cubicBezTo>
                <a:cubicBezTo>
                  <a:pt x="16248" y="33318"/>
                  <a:pt x="16233" y="33333"/>
                  <a:pt x="16218" y="33333"/>
                </a:cubicBezTo>
                <a:lnTo>
                  <a:pt x="16218" y="33303"/>
                </a:lnTo>
                <a:lnTo>
                  <a:pt x="16218" y="33303"/>
                </a:lnTo>
                <a:cubicBezTo>
                  <a:pt x="16200" y="33313"/>
                  <a:pt x="16182" y="33322"/>
                  <a:pt x="16164" y="33331"/>
                </a:cubicBezTo>
                <a:lnTo>
                  <a:pt x="16164" y="33331"/>
                </a:lnTo>
                <a:cubicBezTo>
                  <a:pt x="16159" y="33287"/>
                  <a:pt x="16159" y="33240"/>
                  <a:pt x="16159" y="33200"/>
                </a:cubicBezTo>
                <a:cubicBezTo>
                  <a:pt x="16123" y="33216"/>
                  <a:pt x="16086" y="33232"/>
                  <a:pt x="16050" y="33248"/>
                </a:cubicBezTo>
                <a:lnTo>
                  <a:pt x="16050" y="33248"/>
                </a:lnTo>
                <a:cubicBezTo>
                  <a:pt x="16006" y="32989"/>
                  <a:pt x="15943" y="32712"/>
                  <a:pt x="15880" y="32435"/>
                </a:cubicBezTo>
                <a:cubicBezTo>
                  <a:pt x="15350" y="30404"/>
                  <a:pt x="14143" y="28565"/>
                  <a:pt x="12304" y="26946"/>
                </a:cubicBezTo>
                <a:cubicBezTo>
                  <a:pt x="12039" y="26725"/>
                  <a:pt x="11759" y="26490"/>
                  <a:pt x="11435" y="26210"/>
                </a:cubicBezTo>
                <a:cubicBezTo>
                  <a:pt x="10346" y="25312"/>
                  <a:pt x="9022" y="24106"/>
                  <a:pt x="8448" y="22575"/>
                </a:cubicBezTo>
                <a:cubicBezTo>
                  <a:pt x="8183" y="21854"/>
                  <a:pt x="7918" y="21030"/>
                  <a:pt x="8051" y="20147"/>
                </a:cubicBezTo>
                <a:cubicBezTo>
                  <a:pt x="8212" y="18970"/>
                  <a:pt x="8934" y="18028"/>
                  <a:pt x="9478" y="17439"/>
                </a:cubicBezTo>
                <a:cubicBezTo>
                  <a:pt x="9772" y="17130"/>
                  <a:pt x="10111" y="16836"/>
                  <a:pt x="10479" y="16571"/>
                </a:cubicBezTo>
                <a:cubicBezTo>
                  <a:pt x="11244" y="16012"/>
                  <a:pt x="12112" y="15541"/>
                  <a:pt x="12936" y="15129"/>
                </a:cubicBezTo>
                <a:cubicBezTo>
                  <a:pt x="13378" y="14879"/>
                  <a:pt x="13864" y="14643"/>
                  <a:pt x="14305" y="14393"/>
                </a:cubicBezTo>
                <a:cubicBezTo>
                  <a:pt x="15688" y="13584"/>
                  <a:pt x="16969" y="12568"/>
                  <a:pt x="18117" y="11391"/>
                </a:cubicBezTo>
                <a:cubicBezTo>
                  <a:pt x="19073" y="10390"/>
                  <a:pt x="19735" y="9434"/>
                  <a:pt x="20148" y="8462"/>
                </a:cubicBezTo>
                <a:cubicBezTo>
                  <a:pt x="20398" y="7918"/>
                  <a:pt x="20545" y="7344"/>
                  <a:pt x="20618" y="6770"/>
                </a:cubicBezTo>
                <a:cubicBezTo>
                  <a:pt x="20692" y="6166"/>
                  <a:pt x="20648" y="5519"/>
                  <a:pt x="20515" y="4680"/>
                </a:cubicBezTo>
                <a:cubicBezTo>
                  <a:pt x="20280" y="3061"/>
                  <a:pt x="19809" y="1546"/>
                  <a:pt x="19103" y="162"/>
                </a:cubicBezTo>
                <a:lnTo>
                  <a:pt x="18808" y="118"/>
                </a:lnTo>
                <a:lnTo>
                  <a:pt x="18808" y="118"/>
                </a:lnTo>
                <a:cubicBezTo>
                  <a:pt x="19485" y="1487"/>
                  <a:pt x="19971" y="3002"/>
                  <a:pt x="20221" y="4607"/>
                </a:cubicBezTo>
                <a:cubicBezTo>
                  <a:pt x="20354" y="5445"/>
                  <a:pt x="20368" y="6078"/>
                  <a:pt x="20324" y="6682"/>
                </a:cubicBezTo>
                <a:cubicBezTo>
                  <a:pt x="20265" y="7226"/>
                  <a:pt x="20118" y="7800"/>
                  <a:pt x="19883" y="8359"/>
                </a:cubicBezTo>
                <a:cubicBezTo>
                  <a:pt x="19471" y="9330"/>
                  <a:pt x="18808" y="10272"/>
                  <a:pt x="17852" y="11258"/>
                </a:cubicBezTo>
                <a:cubicBezTo>
                  <a:pt x="16719" y="12436"/>
                  <a:pt x="15438" y="13436"/>
                  <a:pt x="14070" y="14246"/>
                </a:cubicBezTo>
                <a:cubicBezTo>
                  <a:pt x="13628" y="14496"/>
                  <a:pt x="13157" y="14731"/>
                  <a:pt x="12701" y="14982"/>
                </a:cubicBezTo>
                <a:cubicBezTo>
                  <a:pt x="11877" y="15423"/>
                  <a:pt x="11009" y="15865"/>
                  <a:pt x="10214" y="16453"/>
                </a:cubicBezTo>
                <a:cubicBezTo>
                  <a:pt x="9846" y="16718"/>
                  <a:pt x="9522" y="17012"/>
                  <a:pt x="9228" y="17336"/>
                </a:cubicBezTo>
                <a:cubicBezTo>
                  <a:pt x="8654" y="17925"/>
                  <a:pt x="7933" y="18881"/>
                  <a:pt x="7771" y="20073"/>
                </a:cubicBezTo>
                <a:cubicBezTo>
                  <a:pt x="7639" y="20971"/>
                  <a:pt x="7918" y="21825"/>
                  <a:pt x="8168" y="22531"/>
                </a:cubicBezTo>
                <a:cubicBezTo>
                  <a:pt x="8772" y="24076"/>
                  <a:pt x="10096" y="25312"/>
                  <a:pt x="11170" y="26195"/>
                </a:cubicBezTo>
                <a:cubicBezTo>
                  <a:pt x="11480" y="26460"/>
                  <a:pt x="11759" y="26696"/>
                  <a:pt x="12039" y="26917"/>
                </a:cubicBezTo>
                <a:cubicBezTo>
                  <a:pt x="13864" y="28535"/>
                  <a:pt x="15056" y="30360"/>
                  <a:pt x="15585" y="32362"/>
                </a:cubicBezTo>
                <a:cubicBezTo>
                  <a:pt x="15674" y="32715"/>
                  <a:pt x="15733" y="33024"/>
                  <a:pt x="15777" y="33318"/>
                </a:cubicBezTo>
                <a:cubicBezTo>
                  <a:pt x="15674" y="33377"/>
                  <a:pt x="15571" y="33421"/>
                  <a:pt x="15482" y="33480"/>
                </a:cubicBezTo>
                <a:cubicBezTo>
                  <a:pt x="15438" y="33259"/>
                  <a:pt x="15409" y="33039"/>
                  <a:pt x="15350" y="32818"/>
                </a:cubicBezTo>
                <a:cubicBezTo>
                  <a:pt x="14879" y="30728"/>
                  <a:pt x="13658" y="28771"/>
                  <a:pt x="11744" y="27049"/>
                </a:cubicBezTo>
                <a:cubicBezTo>
                  <a:pt x="11465" y="26799"/>
                  <a:pt x="11200" y="26549"/>
                  <a:pt x="10861" y="26269"/>
                </a:cubicBezTo>
                <a:cubicBezTo>
                  <a:pt x="9669" y="25254"/>
                  <a:pt x="8360" y="24003"/>
                  <a:pt x="7830" y="22443"/>
                </a:cubicBezTo>
                <a:cubicBezTo>
                  <a:pt x="7565" y="21707"/>
                  <a:pt x="7374" y="20898"/>
                  <a:pt x="7521" y="20029"/>
                </a:cubicBezTo>
                <a:cubicBezTo>
                  <a:pt x="7712" y="18881"/>
                  <a:pt x="8404" y="17954"/>
                  <a:pt x="8948" y="17380"/>
                </a:cubicBezTo>
                <a:cubicBezTo>
                  <a:pt x="9243" y="17071"/>
                  <a:pt x="9552" y="16792"/>
                  <a:pt x="9920" y="16527"/>
                </a:cubicBezTo>
                <a:cubicBezTo>
                  <a:pt x="10655" y="15953"/>
                  <a:pt x="11480" y="15511"/>
                  <a:pt x="12274" y="15070"/>
                </a:cubicBezTo>
                <a:cubicBezTo>
                  <a:pt x="12716" y="14805"/>
                  <a:pt x="13201" y="14570"/>
                  <a:pt x="13643" y="14290"/>
                </a:cubicBezTo>
                <a:cubicBezTo>
                  <a:pt x="14997" y="13466"/>
                  <a:pt x="16233" y="12436"/>
                  <a:pt x="17337" y="11244"/>
                </a:cubicBezTo>
                <a:cubicBezTo>
                  <a:pt x="18249" y="10243"/>
                  <a:pt x="18897" y="9286"/>
                  <a:pt x="19279" y="8300"/>
                </a:cubicBezTo>
                <a:cubicBezTo>
                  <a:pt x="19529" y="7741"/>
                  <a:pt x="19677" y="7182"/>
                  <a:pt x="19721" y="6623"/>
                </a:cubicBezTo>
                <a:cubicBezTo>
                  <a:pt x="19809" y="6019"/>
                  <a:pt x="19780" y="5357"/>
                  <a:pt x="19677" y="4548"/>
                </a:cubicBezTo>
                <a:cubicBezTo>
                  <a:pt x="19456" y="2944"/>
                  <a:pt x="18985" y="1443"/>
                  <a:pt x="18308" y="59"/>
                </a:cubicBezTo>
                <a:lnTo>
                  <a:pt x="18249" y="89"/>
                </a:lnTo>
                <a:cubicBezTo>
                  <a:pt x="18941" y="1457"/>
                  <a:pt x="19397" y="2958"/>
                  <a:pt x="19618" y="4562"/>
                </a:cubicBezTo>
                <a:cubicBezTo>
                  <a:pt x="19721" y="5372"/>
                  <a:pt x="19750" y="6034"/>
                  <a:pt x="19677" y="6623"/>
                </a:cubicBezTo>
                <a:cubicBezTo>
                  <a:pt x="19618" y="7182"/>
                  <a:pt x="19471" y="7726"/>
                  <a:pt x="19235" y="8286"/>
                </a:cubicBezTo>
                <a:cubicBezTo>
                  <a:pt x="18823" y="9257"/>
                  <a:pt x="18205" y="10213"/>
                  <a:pt x="17278" y="11199"/>
                </a:cubicBezTo>
                <a:cubicBezTo>
                  <a:pt x="16189" y="12406"/>
                  <a:pt x="14938" y="13407"/>
                  <a:pt x="13599" y="14260"/>
                </a:cubicBezTo>
                <a:cubicBezTo>
                  <a:pt x="13157" y="14540"/>
                  <a:pt x="12701" y="14790"/>
                  <a:pt x="12259" y="15026"/>
                </a:cubicBezTo>
                <a:cubicBezTo>
                  <a:pt x="11465" y="15467"/>
                  <a:pt x="10641" y="15938"/>
                  <a:pt x="9890" y="16497"/>
                </a:cubicBezTo>
                <a:cubicBezTo>
                  <a:pt x="9537" y="16777"/>
                  <a:pt x="9198" y="17071"/>
                  <a:pt x="8904" y="17366"/>
                </a:cubicBezTo>
                <a:cubicBezTo>
                  <a:pt x="8360" y="17954"/>
                  <a:pt x="7668" y="18881"/>
                  <a:pt x="7462" y="20059"/>
                </a:cubicBezTo>
                <a:cubicBezTo>
                  <a:pt x="7315" y="20912"/>
                  <a:pt x="7506" y="21751"/>
                  <a:pt x="7771" y="22502"/>
                </a:cubicBezTo>
                <a:cubicBezTo>
                  <a:pt x="8301" y="24062"/>
                  <a:pt x="9611" y="25327"/>
                  <a:pt x="10817" y="26343"/>
                </a:cubicBezTo>
                <a:cubicBezTo>
                  <a:pt x="11141" y="26622"/>
                  <a:pt x="11435" y="26858"/>
                  <a:pt x="11700" y="27123"/>
                </a:cubicBezTo>
                <a:cubicBezTo>
                  <a:pt x="13599" y="28830"/>
                  <a:pt x="14791" y="30758"/>
                  <a:pt x="15276" y="32862"/>
                </a:cubicBezTo>
                <a:cubicBezTo>
                  <a:pt x="15335" y="33097"/>
                  <a:pt x="15365" y="33333"/>
                  <a:pt x="15409" y="33539"/>
                </a:cubicBezTo>
                <a:cubicBezTo>
                  <a:pt x="15306" y="33598"/>
                  <a:pt x="15217" y="33642"/>
                  <a:pt x="15114" y="33701"/>
                </a:cubicBezTo>
                <a:cubicBezTo>
                  <a:pt x="15100" y="33568"/>
                  <a:pt x="15070" y="33451"/>
                  <a:pt x="15041" y="33303"/>
                </a:cubicBezTo>
                <a:cubicBezTo>
                  <a:pt x="14614" y="31125"/>
                  <a:pt x="13393" y="29080"/>
                  <a:pt x="11406" y="27240"/>
                </a:cubicBezTo>
                <a:cubicBezTo>
                  <a:pt x="11141" y="26990"/>
                  <a:pt x="10847" y="26725"/>
                  <a:pt x="10508" y="26431"/>
                </a:cubicBezTo>
                <a:cubicBezTo>
                  <a:pt x="9184" y="25298"/>
                  <a:pt x="7918" y="24032"/>
                  <a:pt x="7418" y="22428"/>
                </a:cubicBezTo>
                <a:cubicBezTo>
                  <a:pt x="7212" y="21781"/>
                  <a:pt x="7020" y="20912"/>
                  <a:pt x="7197" y="20059"/>
                </a:cubicBezTo>
                <a:cubicBezTo>
                  <a:pt x="7418" y="18926"/>
                  <a:pt x="8095" y="18013"/>
                  <a:pt x="8639" y="17454"/>
                </a:cubicBezTo>
                <a:cubicBezTo>
                  <a:pt x="8904" y="17160"/>
                  <a:pt x="9243" y="16865"/>
                  <a:pt x="9566" y="16600"/>
                </a:cubicBezTo>
                <a:cubicBezTo>
                  <a:pt x="10287" y="16041"/>
                  <a:pt x="11067" y="15585"/>
                  <a:pt x="11818" y="15143"/>
                </a:cubicBezTo>
                <a:cubicBezTo>
                  <a:pt x="12259" y="14879"/>
                  <a:pt x="12730" y="14614"/>
                  <a:pt x="13157" y="14319"/>
                </a:cubicBezTo>
                <a:cubicBezTo>
                  <a:pt x="14482" y="13451"/>
                  <a:pt x="15703" y="12406"/>
                  <a:pt x="16748" y="11185"/>
                </a:cubicBezTo>
                <a:cubicBezTo>
                  <a:pt x="17616" y="10169"/>
                  <a:pt x="18234" y="9213"/>
                  <a:pt x="18617" y="8227"/>
                </a:cubicBezTo>
                <a:cubicBezTo>
                  <a:pt x="18838" y="7668"/>
                  <a:pt x="18985" y="7123"/>
                  <a:pt x="19044" y="6564"/>
                </a:cubicBezTo>
                <a:cubicBezTo>
                  <a:pt x="19117" y="5960"/>
                  <a:pt x="19103" y="5298"/>
                  <a:pt x="19014" y="4504"/>
                </a:cubicBezTo>
                <a:cubicBezTo>
                  <a:pt x="18808" y="2914"/>
                  <a:pt x="18367" y="1413"/>
                  <a:pt x="17690" y="59"/>
                </a:cubicBezTo>
                <a:lnTo>
                  <a:pt x="17631" y="89"/>
                </a:lnTo>
                <a:cubicBezTo>
                  <a:pt x="18308" y="1443"/>
                  <a:pt x="18749" y="2929"/>
                  <a:pt x="18941" y="4533"/>
                </a:cubicBezTo>
                <a:cubicBezTo>
                  <a:pt x="19029" y="5313"/>
                  <a:pt x="19044" y="5960"/>
                  <a:pt x="18970" y="6564"/>
                </a:cubicBezTo>
                <a:cubicBezTo>
                  <a:pt x="18897" y="7123"/>
                  <a:pt x="18764" y="7668"/>
                  <a:pt x="18543" y="8212"/>
                </a:cubicBezTo>
                <a:cubicBezTo>
                  <a:pt x="18161" y="9183"/>
                  <a:pt x="17557" y="10140"/>
                  <a:pt x="16674" y="11155"/>
                </a:cubicBezTo>
                <a:cubicBezTo>
                  <a:pt x="15630" y="12347"/>
                  <a:pt x="14408" y="13392"/>
                  <a:pt x="13084" y="14260"/>
                </a:cubicBezTo>
                <a:cubicBezTo>
                  <a:pt x="12642" y="14555"/>
                  <a:pt x="12186" y="14805"/>
                  <a:pt x="11744" y="15085"/>
                </a:cubicBezTo>
                <a:cubicBezTo>
                  <a:pt x="10994" y="15526"/>
                  <a:pt x="10199" y="15982"/>
                  <a:pt x="9478" y="16542"/>
                </a:cubicBezTo>
                <a:cubicBezTo>
                  <a:pt x="9125" y="16821"/>
                  <a:pt x="8816" y="17115"/>
                  <a:pt x="8521" y="17410"/>
                </a:cubicBezTo>
                <a:cubicBezTo>
                  <a:pt x="7992" y="17969"/>
                  <a:pt x="7285" y="18896"/>
                  <a:pt x="7065" y="20029"/>
                </a:cubicBezTo>
                <a:cubicBezTo>
                  <a:pt x="6888" y="20942"/>
                  <a:pt x="7094" y="21795"/>
                  <a:pt x="7285" y="22443"/>
                </a:cubicBezTo>
                <a:cubicBezTo>
                  <a:pt x="7771" y="24047"/>
                  <a:pt x="9081" y="25327"/>
                  <a:pt x="10405" y="26475"/>
                </a:cubicBezTo>
                <a:cubicBezTo>
                  <a:pt x="10729" y="26755"/>
                  <a:pt x="11023" y="27020"/>
                  <a:pt x="11303" y="27284"/>
                </a:cubicBezTo>
                <a:cubicBezTo>
                  <a:pt x="13275" y="29124"/>
                  <a:pt x="14482" y="31140"/>
                  <a:pt x="14894" y="33318"/>
                </a:cubicBezTo>
                <a:cubicBezTo>
                  <a:pt x="14923" y="33465"/>
                  <a:pt x="14938" y="33613"/>
                  <a:pt x="14967" y="33745"/>
                </a:cubicBezTo>
                <a:lnTo>
                  <a:pt x="14688" y="33907"/>
                </a:lnTo>
                <a:cubicBezTo>
                  <a:pt x="14688" y="33848"/>
                  <a:pt x="14673" y="33819"/>
                  <a:pt x="14673" y="33760"/>
                </a:cubicBezTo>
                <a:cubicBezTo>
                  <a:pt x="14320" y="31508"/>
                  <a:pt x="13084" y="29374"/>
                  <a:pt x="11023" y="27417"/>
                </a:cubicBezTo>
                <a:cubicBezTo>
                  <a:pt x="10744" y="27137"/>
                  <a:pt x="10435" y="26858"/>
                  <a:pt x="10111" y="26563"/>
                </a:cubicBezTo>
                <a:cubicBezTo>
                  <a:pt x="8831" y="25445"/>
                  <a:pt x="7418" y="24076"/>
                  <a:pt x="6976" y="22369"/>
                </a:cubicBezTo>
                <a:cubicBezTo>
                  <a:pt x="6741" y="21457"/>
                  <a:pt x="6682" y="20692"/>
                  <a:pt x="6844" y="20015"/>
                </a:cubicBezTo>
                <a:cubicBezTo>
                  <a:pt x="7050" y="19146"/>
                  <a:pt x="7550" y="18263"/>
                  <a:pt x="8286" y="17483"/>
                </a:cubicBezTo>
                <a:cubicBezTo>
                  <a:pt x="8566" y="17189"/>
                  <a:pt x="8875" y="16909"/>
                  <a:pt x="9198" y="16630"/>
                </a:cubicBezTo>
                <a:cubicBezTo>
                  <a:pt x="9890" y="16100"/>
                  <a:pt x="10626" y="15614"/>
                  <a:pt x="11332" y="15173"/>
                </a:cubicBezTo>
                <a:cubicBezTo>
                  <a:pt x="11774" y="14908"/>
                  <a:pt x="12259" y="14614"/>
                  <a:pt x="12686" y="14319"/>
                </a:cubicBezTo>
                <a:cubicBezTo>
                  <a:pt x="13981" y="13407"/>
                  <a:pt x="15159" y="12347"/>
                  <a:pt x="16174" y="11126"/>
                </a:cubicBezTo>
                <a:cubicBezTo>
                  <a:pt x="16998" y="10125"/>
                  <a:pt x="17587" y="9139"/>
                  <a:pt x="17984" y="8153"/>
                </a:cubicBezTo>
                <a:cubicBezTo>
                  <a:pt x="18176" y="7594"/>
                  <a:pt x="18323" y="7049"/>
                  <a:pt x="18396" y="6490"/>
                </a:cubicBezTo>
                <a:cubicBezTo>
                  <a:pt x="18470" y="5887"/>
                  <a:pt x="18470" y="5225"/>
                  <a:pt x="18396" y="4459"/>
                </a:cubicBezTo>
                <a:cubicBezTo>
                  <a:pt x="18234" y="2870"/>
                  <a:pt x="17808" y="1384"/>
                  <a:pt x="17131" y="44"/>
                </a:cubicBezTo>
                <a:lnTo>
                  <a:pt x="17072" y="74"/>
                </a:lnTo>
                <a:cubicBezTo>
                  <a:pt x="17763" y="1413"/>
                  <a:pt x="18176" y="2885"/>
                  <a:pt x="18352" y="4474"/>
                </a:cubicBezTo>
                <a:cubicBezTo>
                  <a:pt x="18426" y="5239"/>
                  <a:pt x="18440" y="5902"/>
                  <a:pt x="18352" y="6490"/>
                </a:cubicBezTo>
                <a:cubicBezTo>
                  <a:pt x="18279" y="7035"/>
                  <a:pt x="18146" y="7579"/>
                  <a:pt x="17925" y="8138"/>
                </a:cubicBezTo>
                <a:cubicBezTo>
                  <a:pt x="17557" y="9124"/>
                  <a:pt x="16969" y="10081"/>
                  <a:pt x="16145" y="11096"/>
                </a:cubicBezTo>
                <a:cubicBezTo>
                  <a:pt x="15129" y="12303"/>
                  <a:pt x="13967" y="13377"/>
                  <a:pt x="12657" y="14275"/>
                </a:cubicBezTo>
                <a:cubicBezTo>
                  <a:pt x="12215" y="14570"/>
                  <a:pt x="11759" y="14864"/>
                  <a:pt x="11318" y="15143"/>
                </a:cubicBezTo>
                <a:cubicBezTo>
                  <a:pt x="10597" y="15585"/>
                  <a:pt x="9846" y="16041"/>
                  <a:pt x="9169" y="16600"/>
                </a:cubicBezTo>
                <a:cubicBezTo>
                  <a:pt x="8831" y="16865"/>
                  <a:pt x="8521" y="17145"/>
                  <a:pt x="8227" y="17439"/>
                </a:cubicBezTo>
                <a:cubicBezTo>
                  <a:pt x="7477" y="18234"/>
                  <a:pt x="6976" y="19132"/>
                  <a:pt x="6770" y="20015"/>
                </a:cubicBezTo>
                <a:cubicBezTo>
                  <a:pt x="6608" y="20721"/>
                  <a:pt x="6652" y="21472"/>
                  <a:pt x="6903" y="22413"/>
                </a:cubicBezTo>
                <a:cubicBezTo>
                  <a:pt x="7359" y="24135"/>
                  <a:pt x="8786" y="25474"/>
                  <a:pt x="10067" y="26622"/>
                </a:cubicBezTo>
                <a:cubicBezTo>
                  <a:pt x="10405" y="26917"/>
                  <a:pt x="10714" y="27196"/>
                  <a:pt x="10994" y="27461"/>
                </a:cubicBezTo>
                <a:cubicBezTo>
                  <a:pt x="13025" y="29433"/>
                  <a:pt x="14261" y="31552"/>
                  <a:pt x="14599" y="33774"/>
                </a:cubicBezTo>
                <a:cubicBezTo>
                  <a:pt x="14614" y="33833"/>
                  <a:pt x="14614" y="33892"/>
                  <a:pt x="14614" y="33936"/>
                </a:cubicBezTo>
                <a:cubicBezTo>
                  <a:pt x="14526" y="33995"/>
                  <a:pt x="14423" y="34054"/>
                  <a:pt x="14349" y="34113"/>
                </a:cubicBezTo>
                <a:cubicBezTo>
                  <a:pt x="14055" y="31847"/>
                  <a:pt x="12833" y="29654"/>
                  <a:pt x="10714" y="27579"/>
                </a:cubicBezTo>
                <a:cubicBezTo>
                  <a:pt x="10420" y="27299"/>
                  <a:pt x="10111" y="27005"/>
                  <a:pt x="9772" y="26696"/>
                </a:cubicBezTo>
                <a:cubicBezTo>
                  <a:pt x="8374" y="25445"/>
                  <a:pt x="6991" y="24062"/>
                  <a:pt x="6594" y="22340"/>
                </a:cubicBezTo>
                <a:cubicBezTo>
                  <a:pt x="6388" y="21457"/>
                  <a:pt x="6373" y="20692"/>
                  <a:pt x="6549" y="20000"/>
                </a:cubicBezTo>
                <a:cubicBezTo>
                  <a:pt x="6770" y="19146"/>
                  <a:pt x="7271" y="18293"/>
                  <a:pt x="7992" y="17513"/>
                </a:cubicBezTo>
                <a:cubicBezTo>
                  <a:pt x="8271" y="17218"/>
                  <a:pt x="8566" y="16939"/>
                  <a:pt x="8889" y="16674"/>
                </a:cubicBezTo>
                <a:cubicBezTo>
                  <a:pt x="9537" y="16129"/>
                  <a:pt x="10229" y="15673"/>
                  <a:pt x="10935" y="15232"/>
                </a:cubicBezTo>
                <a:cubicBezTo>
                  <a:pt x="11376" y="14937"/>
                  <a:pt x="11847" y="14643"/>
                  <a:pt x="12274" y="14319"/>
                </a:cubicBezTo>
                <a:cubicBezTo>
                  <a:pt x="13569" y="13392"/>
                  <a:pt x="14702" y="12288"/>
                  <a:pt x="15659" y="11052"/>
                </a:cubicBezTo>
                <a:cubicBezTo>
                  <a:pt x="16439" y="10066"/>
                  <a:pt x="17028" y="9051"/>
                  <a:pt x="17396" y="8065"/>
                </a:cubicBezTo>
                <a:cubicBezTo>
                  <a:pt x="17587" y="7520"/>
                  <a:pt x="17719" y="6976"/>
                  <a:pt x="17793" y="6417"/>
                </a:cubicBezTo>
                <a:cubicBezTo>
                  <a:pt x="17866" y="5813"/>
                  <a:pt x="17881" y="5151"/>
                  <a:pt x="17808" y="4401"/>
                </a:cubicBezTo>
                <a:cubicBezTo>
                  <a:pt x="17660" y="2811"/>
                  <a:pt x="17263" y="1340"/>
                  <a:pt x="16586" y="15"/>
                </a:cubicBezTo>
                <a:lnTo>
                  <a:pt x="16527" y="59"/>
                </a:lnTo>
                <a:cubicBezTo>
                  <a:pt x="17204" y="1384"/>
                  <a:pt x="17616" y="2855"/>
                  <a:pt x="17734" y="4415"/>
                </a:cubicBezTo>
                <a:cubicBezTo>
                  <a:pt x="17808" y="5166"/>
                  <a:pt x="17793" y="5813"/>
                  <a:pt x="17719" y="6417"/>
                </a:cubicBezTo>
                <a:cubicBezTo>
                  <a:pt x="17646" y="6961"/>
                  <a:pt x="17513" y="7506"/>
                  <a:pt x="17322" y="8035"/>
                </a:cubicBezTo>
                <a:cubicBezTo>
                  <a:pt x="16954" y="9021"/>
                  <a:pt x="16380" y="10022"/>
                  <a:pt x="15600" y="11023"/>
                </a:cubicBezTo>
                <a:cubicBezTo>
                  <a:pt x="14644" y="12259"/>
                  <a:pt x="13510" y="13333"/>
                  <a:pt x="12245" y="14260"/>
                </a:cubicBezTo>
                <a:cubicBezTo>
                  <a:pt x="11803" y="14570"/>
                  <a:pt x="11332" y="14879"/>
                  <a:pt x="10891" y="15173"/>
                </a:cubicBezTo>
                <a:cubicBezTo>
                  <a:pt x="10214" y="15614"/>
                  <a:pt x="9493" y="16085"/>
                  <a:pt x="8860" y="16615"/>
                </a:cubicBezTo>
                <a:cubicBezTo>
                  <a:pt x="8521" y="16895"/>
                  <a:pt x="8212" y="17160"/>
                  <a:pt x="7948" y="17454"/>
                </a:cubicBezTo>
                <a:cubicBezTo>
                  <a:pt x="7212" y="18249"/>
                  <a:pt x="6726" y="19117"/>
                  <a:pt x="6505" y="19985"/>
                </a:cubicBezTo>
                <a:cubicBezTo>
                  <a:pt x="6314" y="20677"/>
                  <a:pt x="6329" y="21457"/>
                  <a:pt x="6535" y="22354"/>
                </a:cubicBezTo>
                <a:cubicBezTo>
                  <a:pt x="6947" y="24106"/>
                  <a:pt x="8345" y="25504"/>
                  <a:pt x="9743" y="26755"/>
                </a:cubicBezTo>
                <a:cubicBezTo>
                  <a:pt x="10081" y="27064"/>
                  <a:pt x="10376" y="27358"/>
                  <a:pt x="10670" y="27638"/>
                </a:cubicBezTo>
                <a:cubicBezTo>
                  <a:pt x="12789" y="29713"/>
                  <a:pt x="14011" y="31905"/>
                  <a:pt x="14305" y="34157"/>
                </a:cubicBezTo>
                <a:cubicBezTo>
                  <a:pt x="14202" y="34216"/>
                  <a:pt x="14128" y="34275"/>
                  <a:pt x="14040" y="34334"/>
                </a:cubicBezTo>
                <a:cubicBezTo>
                  <a:pt x="13746" y="32097"/>
                  <a:pt x="12539" y="29889"/>
                  <a:pt x="10420" y="27755"/>
                </a:cubicBezTo>
                <a:cubicBezTo>
                  <a:pt x="10126" y="27461"/>
                  <a:pt x="9817" y="27152"/>
                  <a:pt x="9463" y="26843"/>
                </a:cubicBezTo>
                <a:cubicBezTo>
                  <a:pt x="7903" y="25401"/>
                  <a:pt x="6579" y="24062"/>
                  <a:pt x="6226" y="22296"/>
                </a:cubicBezTo>
                <a:cubicBezTo>
                  <a:pt x="6064" y="21457"/>
                  <a:pt x="6079" y="20692"/>
                  <a:pt x="6285" y="19985"/>
                </a:cubicBezTo>
                <a:cubicBezTo>
                  <a:pt x="6520" y="19146"/>
                  <a:pt x="7020" y="18307"/>
                  <a:pt x="7712" y="17557"/>
                </a:cubicBezTo>
                <a:cubicBezTo>
                  <a:pt x="7977" y="17277"/>
                  <a:pt x="8271" y="16983"/>
                  <a:pt x="8595" y="16718"/>
                </a:cubicBezTo>
                <a:cubicBezTo>
                  <a:pt x="9198" y="16203"/>
                  <a:pt x="9861" y="15747"/>
                  <a:pt x="10508" y="15305"/>
                </a:cubicBezTo>
                <a:cubicBezTo>
                  <a:pt x="10950" y="14996"/>
                  <a:pt x="11435" y="14687"/>
                  <a:pt x="11877" y="14334"/>
                </a:cubicBezTo>
                <a:cubicBezTo>
                  <a:pt x="13128" y="13377"/>
                  <a:pt x="14231" y="12259"/>
                  <a:pt x="15144" y="11023"/>
                </a:cubicBezTo>
                <a:cubicBezTo>
                  <a:pt x="15880" y="10022"/>
                  <a:pt x="16439" y="9021"/>
                  <a:pt x="16777" y="8006"/>
                </a:cubicBezTo>
                <a:cubicBezTo>
                  <a:pt x="16969" y="7476"/>
                  <a:pt x="17116" y="6917"/>
                  <a:pt x="17190" y="6387"/>
                </a:cubicBezTo>
                <a:cubicBezTo>
                  <a:pt x="17278" y="5754"/>
                  <a:pt x="17293" y="5092"/>
                  <a:pt x="17248" y="4386"/>
                </a:cubicBezTo>
                <a:cubicBezTo>
                  <a:pt x="17131" y="2811"/>
                  <a:pt x="16733" y="1340"/>
                  <a:pt x="16071" y="15"/>
                </a:cubicBezTo>
                <a:lnTo>
                  <a:pt x="16012" y="59"/>
                </a:lnTo>
                <a:cubicBezTo>
                  <a:pt x="16674" y="1369"/>
                  <a:pt x="17072" y="2811"/>
                  <a:pt x="17190" y="4386"/>
                </a:cubicBezTo>
                <a:cubicBezTo>
                  <a:pt x="17248" y="5092"/>
                  <a:pt x="17219" y="5754"/>
                  <a:pt x="17131" y="6373"/>
                </a:cubicBezTo>
                <a:cubicBezTo>
                  <a:pt x="17057" y="6902"/>
                  <a:pt x="16925" y="7432"/>
                  <a:pt x="16748" y="7962"/>
                </a:cubicBezTo>
                <a:cubicBezTo>
                  <a:pt x="16395" y="8963"/>
                  <a:pt x="15850" y="9978"/>
                  <a:pt x="15114" y="10964"/>
                </a:cubicBezTo>
                <a:cubicBezTo>
                  <a:pt x="14187" y="12200"/>
                  <a:pt x="13084" y="13319"/>
                  <a:pt x="11833" y="14275"/>
                </a:cubicBezTo>
                <a:cubicBezTo>
                  <a:pt x="11391" y="14614"/>
                  <a:pt x="10935" y="14937"/>
                  <a:pt x="10494" y="15246"/>
                </a:cubicBezTo>
                <a:cubicBezTo>
                  <a:pt x="9846" y="15688"/>
                  <a:pt x="9184" y="16159"/>
                  <a:pt x="8566" y="16689"/>
                </a:cubicBezTo>
                <a:cubicBezTo>
                  <a:pt x="8227" y="16968"/>
                  <a:pt x="7933" y="17233"/>
                  <a:pt x="7683" y="17528"/>
                </a:cubicBezTo>
                <a:cubicBezTo>
                  <a:pt x="6962" y="18307"/>
                  <a:pt x="6461" y="19146"/>
                  <a:pt x="6226" y="20000"/>
                </a:cubicBezTo>
                <a:cubicBezTo>
                  <a:pt x="6020" y="20721"/>
                  <a:pt x="5990" y="21486"/>
                  <a:pt x="6167" y="22340"/>
                </a:cubicBezTo>
                <a:cubicBezTo>
                  <a:pt x="6520" y="24120"/>
                  <a:pt x="7859" y="25460"/>
                  <a:pt x="9419" y="26917"/>
                </a:cubicBezTo>
                <a:cubicBezTo>
                  <a:pt x="9772" y="27240"/>
                  <a:pt x="10081" y="27535"/>
                  <a:pt x="10376" y="27829"/>
                </a:cubicBezTo>
                <a:cubicBezTo>
                  <a:pt x="12510" y="29963"/>
                  <a:pt x="13731" y="32170"/>
                  <a:pt x="14011" y="34407"/>
                </a:cubicBezTo>
                <a:cubicBezTo>
                  <a:pt x="13937" y="34451"/>
                  <a:pt x="13834" y="34510"/>
                  <a:pt x="13775" y="34584"/>
                </a:cubicBezTo>
                <a:cubicBezTo>
                  <a:pt x="13496" y="32376"/>
                  <a:pt x="12304" y="30213"/>
                  <a:pt x="10126" y="27961"/>
                </a:cubicBezTo>
                <a:cubicBezTo>
                  <a:pt x="9817" y="27652"/>
                  <a:pt x="9507" y="27343"/>
                  <a:pt x="9154" y="27005"/>
                </a:cubicBezTo>
                <a:cubicBezTo>
                  <a:pt x="7756" y="25695"/>
                  <a:pt x="6196" y="24223"/>
                  <a:pt x="5858" y="22281"/>
                </a:cubicBezTo>
                <a:cubicBezTo>
                  <a:pt x="5725" y="21486"/>
                  <a:pt x="5784" y="20721"/>
                  <a:pt x="6005" y="20000"/>
                </a:cubicBezTo>
                <a:cubicBezTo>
                  <a:pt x="6270" y="19190"/>
                  <a:pt x="6756" y="18366"/>
                  <a:pt x="7432" y="17631"/>
                </a:cubicBezTo>
                <a:cubicBezTo>
                  <a:pt x="7697" y="17351"/>
                  <a:pt x="7977" y="17071"/>
                  <a:pt x="8286" y="16792"/>
                </a:cubicBezTo>
                <a:cubicBezTo>
                  <a:pt x="8860" y="16306"/>
                  <a:pt x="9478" y="15835"/>
                  <a:pt x="10081" y="15394"/>
                </a:cubicBezTo>
                <a:cubicBezTo>
                  <a:pt x="10552" y="15070"/>
                  <a:pt x="11009" y="14717"/>
                  <a:pt x="11450" y="14363"/>
                </a:cubicBezTo>
                <a:cubicBezTo>
                  <a:pt x="12686" y="13377"/>
                  <a:pt x="13746" y="12230"/>
                  <a:pt x="14629" y="10979"/>
                </a:cubicBezTo>
                <a:cubicBezTo>
                  <a:pt x="15335" y="9993"/>
                  <a:pt x="15850" y="8963"/>
                  <a:pt x="16189" y="7947"/>
                </a:cubicBezTo>
                <a:cubicBezTo>
                  <a:pt x="16380" y="7417"/>
                  <a:pt x="16513" y="6888"/>
                  <a:pt x="16586" y="6343"/>
                </a:cubicBezTo>
                <a:cubicBezTo>
                  <a:pt x="16674" y="5725"/>
                  <a:pt x="16689" y="5063"/>
                  <a:pt x="16660" y="4356"/>
                </a:cubicBezTo>
                <a:cubicBezTo>
                  <a:pt x="16557" y="2796"/>
                  <a:pt x="16189" y="1340"/>
                  <a:pt x="15512" y="44"/>
                </a:cubicBezTo>
                <a:lnTo>
                  <a:pt x="15453" y="74"/>
                </a:lnTo>
                <a:cubicBezTo>
                  <a:pt x="16115" y="1369"/>
                  <a:pt x="16513" y="2811"/>
                  <a:pt x="16586" y="4356"/>
                </a:cubicBezTo>
                <a:cubicBezTo>
                  <a:pt x="16616" y="5063"/>
                  <a:pt x="16601" y="5725"/>
                  <a:pt x="16513" y="6343"/>
                </a:cubicBezTo>
                <a:cubicBezTo>
                  <a:pt x="16439" y="6888"/>
                  <a:pt x="16307" y="7417"/>
                  <a:pt x="16115" y="7947"/>
                </a:cubicBezTo>
                <a:cubicBezTo>
                  <a:pt x="15791" y="8963"/>
                  <a:pt x="15262" y="9978"/>
                  <a:pt x="14555" y="10964"/>
                </a:cubicBezTo>
                <a:cubicBezTo>
                  <a:pt x="13687" y="12215"/>
                  <a:pt x="12627" y="13333"/>
                  <a:pt x="11391" y="14334"/>
                </a:cubicBezTo>
                <a:cubicBezTo>
                  <a:pt x="10950" y="14687"/>
                  <a:pt x="10494" y="15026"/>
                  <a:pt x="10037" y="15364"/>
                </a:cubicBezTo>
                <a:cubicBezTo>
                  <a:pt x="9419" y="15806"/>
                  <a:pt x="8801" y="16262"/>
                  <a:pt x="8227" y="16762"/>
                </a:cubicBezTo>
                <a:cubicBezTo>
                  <a:pt x="7918" y="17042"/>
                  <a:pt x="7624" y="17307"/>
                  <a:pt x="7359" y="17586"/>
                </a:cubicBezTo>
                <a:cubicBezTo>
                  <a:pt x="6682" y="18337"/>
                  <a:pt x="6167" y="19176"/>
                  <a:pt x="5917" y="19985"/>
                </a:cubicBezTo>
                <a:cubicBezTo>
                  <a:pt x="5666" y="20721"/>
                  <a:pt x="5622" y="21486"/>
                  <a:pt x="5740" y="22296"/>
                </a:cubicBezTo>
                <a:cubicBezTo>
                  <a:pt x="6079" y="24268"/>
                  <a:pt x="7653" y="25754"/>
                  <a:pt x="9051" y="27064"/>
                </a:cubicBezTo>
                <a:cubicBezTo>
                  <a:pt x="9404" y="27387"/>
                  <a:pt x="9743" y="27711"/>
                  <a:pt x="10037" y="28020"/>
                </a:cubicBezTo>
                <a:cubicBezTo>
                  <a:pt x="12201" y="30257"/>
                  <a:pt x="13393" y="32435"/>
                  <a:pt x="13658" y="34643"/>
                </a:cubicBezTo>
                <a:cubicBezTo>
                  <a:pt x="13584" y="34702"/>
                  <a:pt x="13510" y="34746"/>
                  <a:pt x="13422" y="34819"/>
                </a:cubicBezTo>
                <a:cubicBezTo>
                  <a:pt x="13157" y="32656"/>
                  <a:pt x="11965" y="30448"/>
                  <a:pt x="9758" y="28153"/>
                </a:cubicBezTo>
                <a:cubicBezTo>
                  <a:pt x="9449" y="27814"/>
                  <a:pt x="9110" y="27505"/>
                  <a:pt x="8742" y="27152"/>
                </a:cubicBezTo>
                <a:lnTo>
                  <a:pt x="8683" y="27123"/>
                </a:lnTo>
                <a:cubicBezTo>
                  <a:pt x="7271" y="25754"/>
                  <a:pt x="5652" y="24223"/>
                  <a:pt x="5402" y="22237"/>
                </a:cubicBezTo>
                <a:cubicBezTo>
                  <a:pt x="5284" y="21486"/>
                  <a:pt x="5372" y="20721"/>
                  <a:pt x="5652" y="19985"/>
                </a:cubicBezTo>
                <a:cubicBezTo>
                  <a:pt x="5931" y="19190"/>
                  <a:pt x="6446" y="18381"/>
                  <a:pt x="7109" y="17660"/>
                </a:cubicBezTo>
                <a:cubicBezTo>
                  <a:pt x="7344" y="17380"/>
                  <a:pt x="7624" y="17130"/>
                  <a:pt x="7933" y="16851"/>
                </a:cubicBezTo>
                <a:cubicBezTo>
                  <a:pt x="8463" y="16380"/>
                  <a:pt x="9051" y="15909"/>
                  <a:pt x="9625" y="15467"/>
                </a:cubicBezTo>
                <a:cubicBezTo>
                  <a:pt x="10081" y="15129"/>
                  <a:pt x="10552" y="14761"/>
                  <a:pt x="10994" y="14363"/>
                </a:cubicBezTo>
                <a:cubicBezTo>
                  <a:pt x="12201" y="13333"/>
                  <a:pt x="13231" y="12185"/>
                  <a:pt x="14055" y="10905"/>
                </a:cubicBezTo>
                <a:cubicBezTo>
                  <a:pt x="14717" y="9919"/>
                  <a:pt x="15217" y="8889"/>
                  <a:pt x="15556" y="7859"/>
                </a:cubicBezTo>
                <a:cubicBezTo>
                  <a:pt x="15718" y="7344"/>
                  <a:pt x="15850" y="6785"/>
                  <a:pt x="15924" y="6255"/>
                </a:cubicBezTo>
                <a:cubicBezTo>
                  <a:pt x="16012" y="5607"/>
                  <a:pt x="16042" y="4945"/>
                  <a:pt x="16027" y="4283"/>
                </a:cubicBezTo>
                <a:cubicBezTo>
                  <a:pt x="15968" y="2738"/>
                  <a:pt x="15600" y="1295"/>
                  <a:pt x="14938" y="0"/>
                </a:cubicBezTo>
                <a:lnTo>
                  <a:pt x="14894" y="44"/>
                </a:lnTo>
                <a:cubicBezTo>
                  <a:pt x="15527" y="1310"/>
                  <a:pt x="15924" y="2782"/>
                  <a:pt x="15968" y="4312"/>
                </a:cubicBezTo>
                <a:cubicBezTo>
                  <a:pt x="15997" y="4974"/>
                  <a:pt x="15953" y="5637"/>
                  <a:pt x="15865" y="6269"/>
                </a:cubicBezTo>
                <a:cubicBezTo>
                  <a:pt x="15791" y="6814"/>
                  <a:pt x="15659" y="7344"/>
                  <a:pt x="15497" y="7859"/>
                </a:cubicBezTo>
                <a:cubicBezTo>
                  <a:pt x="15159" y="8889"/>
                  <a:pt x="14673" y="9904"/>
                  <a:pt x="14025" y="10890"/>
                </a:cubicBezTo>
                <a:cubicBezTo>
                  <a:pt x="13201" y="12141"/>
                  <a:pt x="12171" y="13304"/>
                  <a:pt x="10964" y="14334"/>
                </a:cubicBezTo>
                <a:cubicBezTo>
                  <a:pt x="10523" y="14717"/>
                  <a:pt x="10052" y="15070"/>
                  <a:pt x="9611" y="15423"/>
                </a:cubicBezTo>
                <a:cubicBezTo>
                  <a:pt x="9037" y="15865"/>
                  <a:pt x="8448" y="16306"/>
                  <a:pt x="7918" y="16792"/>
                </a:cubicBezTo>
                <a:cubicBezTo>
                  <a:pt x="7609" y="17071"/>
                  <a:pt x="7329" y="17351"/>
                  <a:pt x="7094" y="17631"/>
                </a:cubicBezTo>
                <a:cubicBezTo>
                  <a:pt x="6432" y="18366"/>
                  <a:pt x="5917" y="19176"/>
                  <a:pt x="5637" y="19956"/>
                </a:cubicBezTo>
                <a:cubicBezTo>
                  <a:pt x="5357" y="20721"/>
                  <a:pt x="5284" y="21486"/>
                  <a:pt x="5372" y="22266"/>
                </a:cubicBezTo>
                <a:cubicBezTo>
                  <a:pt x="5652" y="24268"/>
                  <a:pt x="7271" y="25813"/>
                  <a:pt x="8683" y="27167"/>
                </a:cubicBezTo>
                <a:lnTo>
                  <a:pt x="8742" y="27211"/>
                </a:lnTo>
                <a:cubicBezTo>
                  <a:pt x="9110" y="27564"/>
                  <a:pt x="9449" y="27888"/>
                  <a:pt x="9743" y="28197"/>
                </a:cubicBezTo>
                <a:cubicBezTo>
                  <a:pt x="11950" y="30507"/>
                  <a:pt x="13142" y="32685"/>
                  <a:pt x="13378" y="34878"/>
                </a:cubicBezTo>
                <a:cubicBezTo>
                  <a:pt x="13304" y="34937"/>
                  <a:pt x="13231" y="35011"/>
                  <a:pt x="13157" y="35069"/>
                </a:cubicBezTo>
                <a:cubicBezTo>
                  <a:pt x="12775" y="31861"/>
                  <a:pt x="10346" y="29139"/>
                  <a:pt x="8448" y="27299"/>
                </a:cubicBezTo>
                <a:lnTo>
                  <a:pt x="8301" y="27152"/>
                </a:lnTo>
                <a:cubicBezTo>
                  <a:pt x="6814" y="25695"/>
                  <a:pt x="5269" y="24209"/>
                  <a:pt x="5063" y="22207"/>
                </a:cubicBezTo>
                <a:cubicBezTo>
                  <a:pt x="4857" y="20235"/>
                  <a:pt x="6093" y="18543"/>
                  <a:pt x="6844" y="17704"/>
                </a:cubicBezTo>
                <a:cubicBezTo>
                  <a:pt x="7565" y="16909"/>
                  <a:pt x="8389" y="16232"/>
                  <a:pt x="9228" y="15541"/>
                </a:cubicBezTo>
                <a:cubicBezTo>
                  <a:pt x="9684" y="15158"/>
                  <a:pt x="10155" y="14776"/>
                  <a:pt x="10597" y="14363"/>
                </a:cubicBezTo>
                <a:cubicBezTo>
                  <a:pt x="12730" y="12436"/>
                  <a:pt x="14246" y="10169"/>
                  <a:pt x="14982" y="7785"/>
                </a:cubicBezTo>
                <a:cubicBezTo>
                  <a:pt x="15806" y="5092"/>
                  <a:pt x="15600" y="2267"/>
                  <a:pt x="14423" y="0"/>
                </a:cubicBezTo>
                <a:close/>
                <a:moveTo>
                  <a:pt x="14115" y="56376"/>
                </a:moveTo>
                <a:lnTo>
                  <a:pt x="14115" y="56376"/>
                </a:lnTo>
                <a:cubicBezTo>
                  <a:pt x="14100" y="56387"/>
                  <a:pt x="14085" y="56398"/>
                  <a:pt x="14070" y="56408"/>
                </a:cubicBezTo>
                <a:cubicBezTo>
                  <a:pt x="14070" y="56452"/>
                  <a:pt x="14084" y="56526"/>
                  <a:pt x="14084" y="56599"/>
                </a:cubicBezTo>
                <a:cubicBezTo>
                  <a:pt x="14104" y="56583"/>
                  <a:pt x="14123" y="56568"/>
                  <a:pt x="14141" y="56554"/>
                </a:cubicBezTo>
                <a:lnTo>
                  <a:pt x="14141" y="56554"/>
                </a:lnTo>
                <a:cubicBezTo>
                  <a:pt x="14479" y="58712"/>
                  <a:pt x="15690" y="60855"/>
                  <a:pt x="17734" y="62928"/>
                </a:cubicBezTo>
                <a:cubicBezTo>
                  <a:pt x="18028" y="63222"/>
                  <a:pt x="18352" y="63531"/>
                  <a:pt x="18691" y="63855"/>
                </a:cubicBezTo>
                <a:cubicBezTo>
                  <a:pt x="20265" y="65282"/>
                  <a:pt x="21590" y="66621"/>
                  <a:pt x="21928" y="68387"/>
                </a:cubicBezTo>
                <a:cubicBezTo>
                  <a:pt x="22105" y="69241"/>
                  <a:pt x="22075" y="69991"/>
                  <a:pt x="21884" y="70712"/>
                </a:cubicBezTo>
                <a:cubicBezTo>
                  <a:pt x="21634" y="71537"/>
                  <a:pt x="21148" y="72390"/>
                  <a:pt x="20442" y="73141"/>
                </a:cubicBezTo>
                <a:cubicBezTo>
                  <a:pt x="20192" y="73420"/>
                  <a:pt x="19897" y="73715"/>
                  <a:pt x="19559" y="73965"/>
                </a:cubicBezTo>
                <a:cubicBezTo>
                  <a:pt x="18955" y="74480"/>
                  <a:pt x="18293" y="74936"/>
                  <a:pt x="17646" y="75378"/>
                </a:cubicBezTo>
                <a:cubicBezTo>
                  <a:pt x="17204" y="75701"/>
                  <a:pt x="16733" y="76010"/>
                  <a:pt x="16292" y="76364"/>
                </a:cubicBezTo>
                <a:cubicBezTo>
                  <a:pt x="15041" y="77320"/>
                  <a:pt x="13937" y="78439"/>
                  <a:pt x="13010" y="79675"/>
                </a:cubicBezTo>
                <a:cubicBezTo>
                  <a:pt x="12274" y="80661"/>
                  <a:pt x="11730" y="81676"/>
                  <a:pt x="11376" y="82692"/>
                </a:cubicBezTo>
                <a:cubicBezTo>
                  <a:pt x="11185" y="83221"/>
                  <a:pt x="11038" y="83766"/>
                  <a:pt x="10964" y="84310"/>
                </a:cubicBezTo>
                <a:cubicBezTo>
                  <a:pt x="10876" y="84928"/>
                  <a:pt x="10861" y="85591"/>
                  <a:pt x="10920" y="86312"/>
                </a:cubicBezTo>
                <a:cubicBezTo>
                  <a:pt x="11023" y="87872"/>
                  <a:pt x="11435" y="89343"/>
                  <a:pt x="12098" y="90668"/>
                </a:cubicBezTo>
                <a:lnTo>
                  <a:pt x="12142" y="90638"/>
                </a:lnTo>
                <a:cubicBezTo>
                  <a:pt x="11480" y="89329"/>
                  <a:pt x="11082" y="87872"/>
                  <a:pt x="10964" y="86312"/>
                </a:cubicBezTo>
                <a:cubicBezTo>
                  <a:pt x="10920" y="85591"/>
                  <a:pt x="10935" y="84928"/>
                  <a:pt x="11023" y="84325"/>
                </a:cubicBezTo>
                <a:cubicBezTo>
                  <a:pt x="11097" y="83795"/>
                  <a:pt x="11229" y="83251"/>
                  <a:pt x="11406" y="82721"/>
                </a:cubicBezTo>
                <a:cubicBezTo>
                  <a:pt x="11759" y="81735"/>
                  <a:pt x="12318" y="80720"/>
                  <a:pt x="13054" y="79719"/>
                </a:cubicBezTo>
                <a:cubicBezTo>
                  <a:pt x="13967" y="78497"/>
                  <a:pt x="15070" y="77364"/>
                  <a:pt x="16321" y="76408"/>
                </a:cubicBezTo>
                <a:cubicBezTo>
                  <a:pt x="16763" y="76084"/>
                  <a:pt x="17219" y="75745"/>
                  <a:pt x="17660" y="75436"/>
                </a:cubicBezTo>
                <a:cubicBezTo>
                  <a:pt x="18308" y="74995"/>
                  <a:pt x="18970" y="74539"/>
                  <a:pt x="19603" y="74009"/>
                </a:cubicBezTo>
                <a:cubicBezTo>
                  <a:pt x="19927" y="73729"/>
                  <a:pt x="20221" y="73450"/>
                  <a:pt x="20486" y="73155"/>
                </a:cubicBezTo>
                <a:cubicBezTo>
                  <a:pt x="21192" y="72390"/>
                  <a:pt x="21693" y="71537"/>
                  <a:pt x="21928" y="70698"/>
                </a:cubicBezTo>
                <a:cubicBezTo>
                  <a:pt x="22134" y="69977"/>
                  <a:pt x="22178" y="69197"/>
                  <a:pt x="21987" y="68358"/>
                </a:cubicBezTo>
                <a:cubicBezTo>
                  <a:pt x="21634" y="66577"/>
                  <a:pt x="20295" y="65223"/>
                  <a:pt x="18735" y="63781"/>
                </a:cubicBezTo>
                <a:cubicBezTo>
                  <a:pt x="18382" y="63443"/>
                  <a:pt x="18072" y="63148"/>
                  <a:pt x="17778" y="62854"/>
                </a:cubicBezTo>
                <a:cubicBezTo>
                  <a:pt x="15718" y="60794"/>
                  <a:pt x="14508" y="58665"/>
                  <a:pt x="14189" y="56520"/>
                </a:cubicBezTo>
                <a:lnTo>
                  <a:pt x="14189" y="56520"/>
                </a:lnTo>
                <a:cubicBezTo>
                  <a:pt x="14173" y="56531"/>
                  <a:pt x="14157" y="56542"/>
                  <a:pt x="14141" y="56554"/>
                </a:cubicBezTo>
                <a:lnTo>
                  <a:pt x="14141" y="56554"/>
                </a:lnTo>
                <a:cubicBezTo>
                  <a:pt x="14132" y="56495"/>
                  <a:pt x="14123" y="56435"/>
                  <a:pt x="14115" y="56376"/>
                </a:cubicBezTo>
                <a:close/>
                <a:moveTo>
                  <a:pt x="14749" y="55884"/>
                </a:moveTo>
                <a:cubicBezTo>
                  <a:pt x="14723" y="55904"/>
                  <a:pt x="14698" y="55922"/>
                  <a:pt x="14673" y="55937"/>
                </a:cubicBezTo>
                <a:cubicBezTo>
                  <a:pt x="14673" y="56011"/>
                  <a:pt x="14688" y="56084"/>
                  <a:pt x="14688" y="56158"/>
                </a:cubicBezTo>
                <a:cubicBezTo>
                  <a:pt x="14719" y="56142"/>
                  <a:pt x="14749" y="56123"/>
                  <a:pt x="14778" y="56101"/>
                </a:cubicBezTo>
                <a:lnTo>
                  <a:pt x="14778" y="56101"/>
                </a:lnTo>
                <a:cubicBezTo>
                  <a:pt x="15085" y="58202"/>
                  <a:pt x="16269" y="60333"/>
                  <a:pt x="18396" y="62545"/>
                </a:cubicBezTo>
                <a:cubicBezTo>
                  <a:pt x="18720" y="62869"/>
                  <a:pt x="19044" y="63192"/>
                  <a:pt x="19412" y="63531"/>
                </a:cubicBezTo>
                <a:lnTo>
                  <a:pt x="19471" y="63575"/>
                </a:lnTo>
                <a:cubicBezTo>
                  <a:pt x="20883" y="64929"/>
                  <a:pt x="22502" y="66459"/>
                  <a:pt x="22767" y="68446"/>
                </a:cubicBezTo>
                <a:cubicBezTo>
                  <a:pt x="22870" y="69197"/>
                  <a:pt x="22782" y="69977"/>
                  <a:pt x="22502" y="70712"/>
                </a:cubicBezTo>
                <a:cubicBezTo>
                  <a:pt x="22223" y="71507"/>
                  <a:pt x="21707" y="72317"/>
                  <a:pt x="21045" y="73023"/>
                </a:cubicBezTo>
                <a:cubicBezTo>
                  <a:pt x="20810" y="73303"/>
                  <a:pt x="20530" y="73567"/>
                  <a:pt x="20221" y="73832"/>
                </a:cubicBezTo>
                <a:cubicBezTo>
                  <a:pt x="19691" y="74318"/>
                  <a:pt x="19103" y="74774"/>
                  <a:pt x="18529" y="75216"/>
                </a:cubicBezTo>
                <a:cubicBezTo>
                  <a:pt x="18072" y="75569"/>
                  <a:pt x="17616" y="75937"/>
                  <a:pt x="17175" y="76319"/>
                </a:cubicBezTo>
                <a:cubicBezTo>
                  <a:pt x="15953" y="77350"/>
                  <a:pt x="14923" y="78512"/>
                  <a:pt x="14099" y="79778"/>
                </a:cubicBezTo>
                <a:cubicBezTo>
                  <a:pt x="13437" y="80778"/>
                  <a:pt x="12936" y="81809"/>
                  <a:pt x="12613" y="82839"/>
                </a:cubicBezTo>
                <a:cubicBezTo>
                  <a:pt x="12436" y="83354"/>
                  <a:pt x="12318" y="83898"/>
                  <a:pt x="12245" y="84428"/>
                </a:cubicBezTo>
                <a:cubicBezTo>
                  <a:pt x="12142" y="85076"/>
                  <a:pt x="12112" y="85738"/>
                  <a:pt x="12127" y="86400"/>
                </a:cubicBezTo>
                <a:cubicBezTo>
                  <a:pt x="12186" y="87945"/>
                  <a:pt x="12554" y="89402"/>
                  <a:pt x="13216" y="90683"/>
                </a:cubicBezTo>
                <a:lnTo>
                  <a:pt x="13275" y="90653"/>
                </a:lnTo>
                <a:cubicBezTo>
                  <a:pt x="12627" y="89388"/>
                  <a:pt x="12245" y="87916"/>
                  <a:pt x="12186" y="86385"/>
                </a:cubicBezTo>
                <a:cubicBezTo>
                  <a:pt x="12171" y="85723"/>
                  <a:pt x="12201" y="85061"/>
                  <a:pt x="12289" y="84413"/>
                </a:cubicBezTo>
                <a:cubicBezTo>
                  <a:pt x="12362" y="83884"/>
                  <a:pt x="12495" y="83354"/>
                  <a:pt x="12657" y="82839"/>
                </a:cubicBezTo>
                <a:cubicBezTo>
                  <a:pt x="12995" y="81809"/>
                  <a:pt x="13496" y="80793"/>
                  <a:pt x="14128" y="79792"/>
                </a:cubicBezTo>
                <a:cubicBezTo>
                  <a:pt x="14967" y="78542"/>
                  <a:pt x="15997" y="77394"/>
                  <a:pt x="17190" y="76364"/>
                </a:cubicBezTo>
                <a:cubicBezTo>
                  <a:pt x="17631" y="75966"/>
                  <a:pt x="18102" y="75628"/>
                  <a:pt x="18543" y="75275"/>
                </a:cubicBezTo>
                <a:cubicBezTo>
                  <a:pt x="19117" y="74833"/>
                  <a:pt x="19706" y="74392"/>
                  <a:pt x="20236" y="73891"/>
                </a:cubicBezTo>
                <a:cubicBezTo>
                  <a:pt x="20560" y="73612"/>
                  <a:pt x="20824" y="73347"/>
                  <a:pt x="21075" y="73067"/>
                </a:cubicBezTo>
                <a:cubicBezTo>
                  <a:pt x="21737" y="72331"/>
                  <a:pt x="22252" y="71522"/>
                  <a:pt x="22517" y="70727"/>
                </a:cubicBezTo>
                <a:cubicBezTo>
                  <a:pt x="22796" y="69977"/>
                  <a:pt x="22870" y="69197"/>
                  <a:pt x="22782" y="68431"/>
                </a:cubicBezTo>
                <a:cubicBezTo>
                  <a:pt x="22502" y="66430"/>
                  <a:pt x="20883" y="64885"/>
                  <a:pt x="19471" y="63516"/>
                </a:cubicBezTo>
                <a:lnTo>
                  <a:pt x="19412" y="63487"/>
                </a:lnTo>
                <a:cubicBezTo>
                  <a:pt x="19044" y="63134"/>
                  <a:pt x="18720" y="62795"/>
                  <a:pt x="18426" y="62486"/>
                </a:cubicBezTo>
                <a:cubicBezTo>
                  <a:pt x="16309" y="60285"/>
                  <a:pt x="15113" y="58178"/>
                  <a:pt x="14810" y="56076"/>
                </a:cubicBezTo>
                <a:lnTo>
                  <a:pt x="14810" y="56076"/>
                </a:lnTo>
                <a:cubicBezTo>
                  <a:pt x="14799" y="56085"/>
                  <a:pt x="14789" y="56093"/>
                  <a:pt x="14778" y="56101"/>
                </a:cubicBezTo>
                <a:lnTo>
                  <a:pt x="14778" y="56101"/>
                </a:lnTo>
                <a:cubicBezTo>
                  <a:pt x="14767" y="56029"/>
                  <a:pt x="14757" y="55956"/>
                  <a:pt x="14749" y="55884"/>
                </a:cubicBezTo>
                <a:close/>
                <a:moveTo>
                  <a:pt x="15004" y="55684"/>
                </a:moveTo>
                <a:lnTo>
                  <a:pt x="15004" y="55684"/>
                </a:lnTo>
                <a:cubicBezTo>
                  <a:pt x="14996" y="55690"/>
                  <a:pt x="14989" y="55696"/>
                  <a:pt x="14982" y="55702"/>
                </a:cubicBezTo>
                <a:cubicBezTo>
                  <a:pt x="14982" y="55775"/>
                  <a:pt x="14997" y="55849"/>
                  <a:pt x="14997" y="55923"/>
                </a:cubicBezTo>
                <a:cubicBezTo>
                  <a:pt x="15009" y="55913"/>
                  <a:pt x="15021" y="55903"/>
                  <a:pt x="15033" y="55892"/>
                </a:cubicBezTo>
                <a:lnTo>
                  <a:pt x="15033" y="55892"/>
                </a:lnTo>
                <a:cubicBezTo>
                  <a:pt x="15513" y="58972"/>
                  <a:pt x="17860" y="61595"/>
                  <a:pt x="19706" y="63384"/>
                </a:cubicBezTo>
                <a:lnTo>
                  <a:pt x="19853" y="63531"/>
                </a:lnTo>
                <a:cubicBezTo>
                  <a:pt x="21340" y="64988"/>
                  <a:pt x="22885" y="66474"/>
                  <a:pt x="23091" y="68490"/>
                </a:cubicBezTo>
                <a:cubicBezTo>
                  <a:pt x="23297" y="70448"/>
                  <a:pt x="22061" y="72140"/>
                  <a:pt x="21310" y="72994"/>
                </a:cubicBezTo>
                <a:cubicBezTo>
                  <a:pt x="20589" y="73788"/>
                  <a:pt x="19765" y="74465"/>
                  <a:pt x="18941" y="75142"/>
                </a:cubicBezTo>
                <a:cubicBezTo>
                  <a:pt x="18470" y="75525"/>
                  <a:pt x="17999" y="75922"/>
                  <a:pt x="17557" y="76319"/>
                </a:cubicBezTo>
                <a:cubicBezTo>
                  <a:pt x="15424" y="78247"/>
                  <a:pt x="13908" y="80514"/>
                  <a:pt x="13172" y="82912"/>
                </a:cubicBezTo>
                <a:cubicBezTo>
                  <a:pt x="12348" y="85591"/>
                  <a:pt x="12554" y="88431"/>
                  <a:pt x="13731" y="90683"/>
                </a:cubicBezTo>
                <a:lnTo>
                  <a:pt x="13790" y="90653"/>
                </a:lnTo>
                <a:cubicBezTo>
                  <a:pt x="12627" y="88402"/>
                  <a:pt x="12421" y="85576"/>
                  <a:pt x="13231" y="82912"/>
                </a:cubicBezTo>
                <a:cubicBezTo>
                  <a:pt x="13952" y="80528"/>
                  <a:pt x="15453" y="78277"/>
                  <a:pt x="17587" y="76364"/>
                </a:cubicBezTo>
                <a:cubicBezTo>
                  <a:pt x="18028" y="75952"/>
                  <a:pt x="18514" y="75569"/>
                  <a:pt x="18970" y="75186"/>
                </a:cubicBezTo>
                <a:cubicBezTo>
                  <a:pt x="19780" y="74524"/>
                  <a:pt x="20633" y="73818"/>
                  <a:pt x="21340" y="73023"/>
                </a:cubicBezTo>
                <a:cubicBezTo>
                  <a:pt x="22105" y="72184"/>
                  <a:pt x="23356" y="70477"/>
                  <a:pt x="23150" y="68490"/>
                </a:cubicBezTo>
                <a:cubicBezTo>
                  <a:pt x="22944" y="66459"/>
                  <a:pt x="21310" y="64885"/>
                  <a:pt x="19897" y="63501"/>
                </a:cubicBezTo>
                <a:lnTo>
                  <a:pt x="19750" y="63354"/>
                </a:lnTo>
                <a:cubicBezTo>
                  <a:pt x="17903" y="61565"/>
                  <a:pt x="15541" y="58939"/>
                  <a:pt x="15089" y="55844"/>
                </a:cubicBezTo>
                <a:lnTo>
                  <a:pt x="15089" y="55844"/>
                </a:lnTo>
                <a:cubicBezTo>
                  <a:pt x="15070" y="55860"/>
                  <a:pt x="15052" y="55877"/>
                  <a:pt x="15033" y="55892"/>
                </a:cubicBezTo>
                <a:lnTo>
                  <a:pt x="15033" y="55892"/>
                </a:lnTo>
                <a:cubicBezTo>
                  <a:pt x="15022" y="55823"/>
                  <a:pt x="15013" y="55754"/>
                  <a:pt x="15004" y="55684"/>
                </a:cubicBezTo>
                <a:close/>
              </a:path>
            </a:pathLst>
          </a:custGeom>
          <a:gradFill>
            <a:gsLst>
              <a:gs pos="0">
                <a:schemeClr val="accent1"/>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3"/>
          <p:cNvSpPr/>
          <p:nvPr/>
        </p:nvSpPr>
        <p:spPr>
          <a:xfrm flipH="1" rot="-1171696">
            <a:off x="5965308" y="-1248454"/>
            <a:ext cx="2160186" cy="6917095"/>
          </a:xfrm>
          <a:custGeom>
            <a:rect b="b" l="l" r="r" t="t"/>
            <a:pathLst>
              <a:path extrusionOk="0" h="90683" w="28320">
                <a:moveTo>
                  <a:pt x="25887" y="280"/>
                </a:moveTo>
                <a:lnTo>
                  <a:pt x="25843" y="309"/>
                </a:lnTo>
                <a:cubicBezTo>
                  <a:pt x="26608" y="1913"/>
                  <a:pt x="27270" y="3576"/>
                  <a:pt x="27844" y="5239"/>
                </a:cubicBezTo>
                <a:cubicBezTo>
                  <a:pt x="27985" y="5653"/>
                  <a:pt x="28126" y="6081"/>
                  <a:pt x="28214" y="6518"/>
                </a:cubicBezTo>
                <a:lnTo>
                  <a:pt x="28214" y="6518"/>
                </a:lnTo>
                <a:cubicBezTo>
                  <a:pt x="28174" y="6090"/>
                  <a:pt x="28038" y="5647"/>
                  <a:pt x="27903" y="5225"/>
                </a:cubicBezTo>
                <a:cubicBezTo>
                  <a:pt x="27329" y="3547"/>
                  <a:pt x="26652" y="1869"/>
                  <a:pt x="25887" y="280"/>
                </a:cubicBezTo>
                <a:close/>
                <a:moveTo>
                  <a:pt x="13138" y="23081"/>
                </a:moveTo>
                <a:cubicBezTo>
                  <a:pt x="13154" y="23094"/>
                  <a:pt x="13170" y="23107"/>
                  <a:pt x="13187" y="23120"/>
                </a:cubicBezTo>
                <a:cubicBezTo>
                  <a:pt x="14099" y="23885"/>
                  <a:pt x="15217" y="24326"/>
                  <a:pt x="16100" y="24636"/>
                </a:cubicBezTo>
                <a:cubicBezTo>
                  <a:pt x="16233" y="24694"/>
                  <a:pt x="16380" y="24724"/>
                  <a:pt x="16513" y="24783"/>
                </a:cubicBezTo>
                <a:cubicBezTo>
                  <a:pt x="17478" y="25123"/>
                  <a:pt x="18494" y="25463"/>
                  <a:pt x="19235" y="26151"/>
                </a:cubicBezTo>
                <a:lnTo>
                  <a:pt x="19235" y="26151"/>
                </a:lnTo>
                <a:cubicBezTo>
                  <a:pt x="18455" y="25342"/>
                  <a:pt x="17351" y="24959"/>
                  <a:pt x="16292" y="24591"/>
                </a:cubicBezTo>
                <a:cubicBezTo>
                  <a:pt x="16159" y="24533"/>
                  <a:pt x="16012" y="24503"/>
                  <a:pt x="15880" y="24444"/>
                </a:cubicBezTo>
                <a:cubicBezTo>
                  <a:pt x="15047" y="24153"/>
                  <a:pt x="14018" y="23744"/>
                  <a:pt x="13138" y="23081"/>
                </a:cubicBezTo>
                <a:close/>
                <a:moveTo>
                  <a:pt x="25357" y="280"/>
                </a:moveTo>
                <a:lnTo>
                  <a:pt x="25298" y="309"/>
                </a:lnTo>
                <a:cubicBezTo>
                  <a:pt x="26064" y="1899"/>
                  <a:pt x="26726" y="3532"/>
                  <a:pt x="27270" y="5210"/>
                </a:cubicBezTo>
                <a:cubicBezTo>
                  <a:pt x="27506" y="5931"/>
                  <a:pt x="27727" y="6711"/>
                  <a:pt x="27697" y="7491"/>
                </a:cubicBezTo>
                <a:cubicBezTo>
                  <a:pt x="27653" y="8109"/>
                  <a:pt x="27476" y="8727"/>
                  <a:pt x="27123" y="9316"/>
                </a:cubicBezTo>
                <a:cubicBezTo>
                  <a:pt x="26549" y="10272"/>
                  <a:pt x="25563" y="11170"/>
                  <a:pt x="24165" y="11979"/>
                </a:cubicBezTo>
                <a:cubicBezTo>
                  <a:pt x="22658" y="12845"/>
                  <a:pt x="21058" y="13577"/>
                  <a:pt x="19391" y="14090"/>
                </a:cubicBezTo>
                <a:lnTo>
                  <a:pt x="19391" y="14090"/>
                </a:lnTo>
                <a:cubicBezTo>
                  <a:pt x="20000" y="13918"/>
                  <a:pt x="20603" y="13718"/>
                  <a:pt x="21196" y="13495"/>
                </a:cubicBezTo>
                <a:lnTo>
                  <a:pt x="21196" y="13495"/>
                </a:lnTo>
                <a:cubicBezTo>
                  <a:pt x="20526" y="13767"/>
                  <a:pt x="19842" y="14008"/>
                  <a:pt x="19147" y="14216"/>
                </a:cubicBezTo>
                <a:cubicBezTo>
                  <a:pt x="18705" y="14349"/>
                  <a:pt x="18264" y="14481"/>
                  <a:pt x="17822" y="14584"/>
                </a:cubicBezTo>
                <a:cubicBezTo>
                  <a:pt x="16513" y="14923"/>
                  <a:pt x="15188" y="15291"/>
                  <a:pt x="14011" y="15953"/>
                </a:cubicBezTo>
                <a:cubicBezTo>
                  <a:pt x="13525" y="16203"/>
                  <a:pt x="13113" y="16542"/>
                  <a:pt x="12716" y="16909"/>
                </a:cubicBezTo>
                <a:cubicBezTo>
                  <a:pt x="11946" y="17679"/>
                  <a:pt x="11481" y="18538"/>
                  <a:pt x="11337" y="19408"/>
                </a:cubicBezTo>
                <a:lnTo>
                  <a:pt x="11337" y="19408"/>
                </a:lnTo>
                <a:cubicBezTo>
                  <a:pt x="11408" y="18856"/>
                  <a:pt x="11611" y="18330"/>
                  <a:pt x="11901" y="17850"/>
                </a:cubicBezTo>
                <a:lnTo>
                  <a:pt x="11901" y="17850"/>
                </a:lnTo>
                <a:cubicBezTo>
                  <a:pt x="11392" y="18637"/>
                  <a:pt x="11161" y="19484"/>
                  <a:pt x="11244" y="20324"/>
                </a:cubicBezTo>
                <a:cubicBezTo>
                  <a:pt x="11376" y="21560"/>
                  <a:pt x="12171" y="22502"/>
                  <a:pt x="12819" y="23090"/>
                </a:cubicBezTo>
                <a:cubicBezTo>
                  <a:pt x="13437" y="23635"/>
                  <a:pt x="14217" y="24135"/>
                  <a:pt x="15203" y="24562"/>
                </a:cubicBezTo>
                <a:cubicBezTo>
                  <a:pt x="15394" y="24636"/>
                  <a:pt x="15585" y="24724"/>
                  <a:pt x="15806" y="24812"/>
                </a:cubicBezTo>
                <a:lnTo>
                  <a:pt x="15953" y="24871"/>
                </a:lnTo>
                <a:cubicBezTo>
                  <a:pt x="17131" y="25357"/>
                  <a:pt x="18337" y="25842"/>
                  <a:pt x="19147" y="26784"/>
                </a:cubicBezTo>
                <a:cubicBezTo>
                  <a:pt x="19844" y="27606"/>
                  <a:pt x="20131" y="28754"/>
                  <a:pt x="19917" y="29766"/>
                </a:cubicBezTo>
                <a:lnTo>
                  <a:pt x="19917" y="29766"/>
                </a:lnTo>
                <a:cubicBezTo>
                  <a:pt x="19960" y="29653"/>
                  <a:pt x="19997" y="29537"/>
                  <a:pt x="20028" y="29419"/>
                </a:cubicBezTo>
                <a:lnTo>
                  <a:pt x="20028" y="29419"/>
                </a:lnTo>
                <a:cubicBezTo>
                  <a:pt x="20120" y="28476"/>
                  <a:pt x="19820" y="27479"/>
                  <a:pt x="19176" y="26725"/>
                </a:cubicBezTo>
                <a:cubicBezTo>
                  <a:pt x="18367" y="25769"/>
                  <a:pt x="17131" y="25283"/>
                  <a:pt x="15953" y="24797"/>
                </a:cubicBezTo>
                <a:lnTo>
                  <a:pt x="15806" y="24739"/>
                </a:lnTo>
                <a:cubicBezTo>
                  <a:pt x="15585" y="24650"/>
                  <a:pt x="15394" y="24577"/>
                  <a:pt x="15203" y="24488"/>
                </a:cubicBezTo>
                <a:cubicBezTo>
                  <a:pt x="14231" y="24062"/>
                  <a:pt x="13452" y="23591"/>
                  <a:pt x="12833" y="23017"/>
                </a:cubicBezTo>
                <a:cubicBezTo>
                  <a:pt x="12201" y="22443"/>
                  <a:pt x="11421" y="21501"/>
                  <a:pt x="11303" y="20294"/>
                </a:cubicBezTo>
                <a:cubicBezTo>
                  <a:pt x="11277" y="20000"/>
                  <a:pt x="11288" y="19703"/>
                  <a:pt x="11337" y="19408"/>
                </a:cubicBezTo>
                <a:lnTo>
                  <a:pt x="11337" y="19408"/>
                </a:lnTo>
                <a:cubicBezTo>
                  <a:pt x="11303" y="19673"/>
                  <a:pt x="11300" y="19945"/>
                  <a:pt x="11332" y="20221"/>
                </a:cubicBezTo>
                <a:cubicBezTo>
                  <a:pt x="11465" y="21207"/>
                  <a:pt x="12053" y="22207"/>
                  <a:pt x="12981" y="22958"/>
                </a:cubicBezTo>
                <a:cubicBezTo>
                  <a:pt x="13033" y="23000"/>
                  <a:pt x="13085" y="23041"/>
                  <a:pt x="13138" y="23081"/>
                </a:cubicBezTo>
                <a:lnTo>
                  <a:pt x="13138" y="23081"/>
                </a:lnTo>
                <a:cubicBezTo>
                  <a:pt x="12224" y="22334"/>
                  <a:pt x="11639" y="21337"/>
                  <a:pt x="11524" y="20353"/>
                </a:cubicBezTo>
                <a:cubicBezTo>
                  <a:pt x="11303" y="18455"/>
                  <a:pt x="12760" y="16748"/>
                  <a:pt x="14290" y="15879"/>
                </a:cubicBezTo>
                <a:cubicBezTo>
                  <a:pt x="15497" y="15202"/>
                  <a:pt x="16880" y="14849"/>
                  <a:pt x="18205" y="14511"/>
                </a:cubicBezTo>
                <a:cubicBezTo>
                  <a:pt x="18646" y="14408"/>
                  <a:pt x="19103" y="14290"/>
                  <a:pt x="19544" y="14172"/>
                </a:cubicBezTo>
                <a:cubicBezTo>
                  <a:pt x="21325" y="13672"/>
                  <a:pt x="23061" y="12951"/>
                  <a:pt x="24680" y="12038"/>
                </a:cubicBezTo>
                <a:cubicBezTo>
                  <a:pt x="26284" y="11126"/>
                  <a:pt x="28212" y="9610"/>
                  <a:pt x="28300" y="7550"/>
                </a:cubicBezTo>
                <a:cubicBezTo>
                  <a:pt x="28320" y="7202"/>
                  <a:pt x="28283" y="6857"/>
                  <a:pt x="28214" y="6518"/>
                </a:cubicBezTo>
                <a:lnTo>
                  <a:pt x="28214" y="6518"/>
                </a:lnTo>
                <a:cubicBezTo>
                  <a:pt x="28244" y="6835"/>
                  <a:pt x="28222" y="7144"/>
                  <a:pt x="28109" y="7432"/>
                </a:cubicBezTo>
                <a:cubicBezTo>
                  <a:pt x="28021" y="9551"/>
                  <a:pt x="26078" y="11067"/>
                  <a:pt x="24459" y="11979"/>
                </a:cubicBezTo>
                <a:cubicBezTo>
                  <a:pt x="23415" y="12558"/>
                  <a:pt x="22322" y="13070"/>
                  <a:pt x="21196" y="13495"/>
                </a:cubicBezTo>
                <a:lnTo>
                  <a:pt x="21196" y="13495"/>
                </a:lnTo>
                <a:cubicBezTo>
                  <a:pt x="22227" y="13075"/>
                  <a:pt x="23225" y="12580"/>
                  <a:pt x="24180" y="12009"/>
                </a:cubicBezTo>
                <a:cubicBezTo>
                  <a:pt x="25578" y="11185"/>
                  <a:pt x="26593" y="10287"/>
                  <a:pt x="27167" y="9330"/>
                </a:cubicBezTo>
                <a:cubicBezTo>
                  <a:pt x="27535" y="8742"/>
                  <a:pt x="27712" y="8109"/>
                  <a:pt x="27756" y="7491"/>
                </a:cubicBezTo>
                <a:cubicBezTo>
                  <a:pt x="27785" y="6696"/>
                  <a:pt x="27565" y="5902"/>
                  <a:pt x="27329" y="5195"/>
                </a:cubicBezTo>
                <a:cubicBezTo>
                  <a:pt x="26770" y="3518"/>
                  <a:pt x="26108" y="1855"/>
                  <a:pt x="25357" y="280"/>
                </a:cubicBezTo>
                <a:close/>
                <a:moveTo>
                  <a:pt x="24886" y="236"/>
                </a:moveTo>
                <a:lnTo>
                  <a:pt x="24827" y="280"/>
                </a:lnTo>
                <a:cubicBezTo>
                  <a:pt x="25578" y="1825"/>
                  <a:pt x="26225" y="3459"/>
                  <a:pt x="26741" y="5151"/>
                </a:cubicBezTo>
                <a:cubicBezTo>
                  <a:pt x="26961" y="5872"/>
                  <a:pt x="27182" y="6637"/>
                  <a:pt x="27138" y="7417"/>
                </a:cubicBezTo>
                <a:cubicBezTo>
                  <a:pt x="27108" y="8021"/>
                  <a:pt x="26917" y="8624"/>
                  <a:pt x="26579" y="9213"/>
                </a:cubicBezTo>
                <a:cubicBezTo>
                  <a:pt x="26019" y="10169"/>
                  <a:pt x="25048" y="11082"/>
                  <a:pt x="23679" y="11906"/>
                </a:cubicBezTo>
                <a:cubicBezTo>
                  <a:pt x="22120" y="12862"/>
                  <a:pt x="20471" y="13613"/>
                  <a:pt x="18749" y="14172"/>
                </a:cubicBezTo>
                <a:cubicBezTo>
                  <a:pt x="18308" y="14319"/>
                  <a:pt x="17852" y="14437"/>
                  <a:pt x="17410" y="14570"/>
                </a:cubicBezTo>
                <a:cubicBezTo>
                  <a:pt x="17061" y="14668"/>
                  <a:pt x="16710" y="14768"/>
                  <a:pt x="16360" y="14875"/>
                </a:cubicBezTo>
                <a:lnTo>
                  <a:pt x="16360" y="14875"/>
                </a:lnTo>
                <a:cubicBezTo>
                  <a:pt x="16890" y="14720"/>
                  <a:pt x="17426" y="14587"/>
                  <a:pt x="17955" y="14452"/>
                </a:cubicBezTo>
                <a:cubicBezTo>
                  <a:pt x="18032" y="14434"/>
                  <a:pt x="18109" y="14415"/>
                  <a:pt x="18188" y="14397"/>
                </a:cubicBezTo>
                <a:lnTo>
                  <a:pt x="18188" y="14397"/>
                </a:lnTo>
                <a:cubicBezTo>
                  <a:pt x="17924" y="14476"/>
                  <a:pt x="17665" y="14552"/>
                  <a:pt x="17410" y="14628"/>
                </a:cubicBezTo>
                <a:cubicBezTo>
                  <a:pt x="16159" y="14982"/>
                  <a:pt x="14879" y="15349"/>
                  <a:pt x="13731" y="16012"/>
                </a:cubicBezTo>
                <a:cubicBezTo>
                  <a:pt x="13692" y="16033"/>
                  <a:pt x="13652" y="16056"/>
                  <a:pt x="13613" y="16079"/>
                </a:cubicBezTo>
                <a:lnTo>
                  <a:pt x="13613" y="16079"/>
                </a:lnTo>
                <a:cubicBezTo>
                  <a:pt x="13759" y="15980"/>
                  <a:pt x="13907" y="15889"/>
                  <a:pt x="14055" y="15806"/>
                </a:cubicBezTo>
                <a:cubicBezTo>
                  <a:pt x="14354" y="15634"/>
                  <a:pt x="14662" y="15486"/>
                  <a:pt x="14978" y="15354"/>
                </a:cubicBezTo>
                <a:lnTo>
                  <a:pt x="14978" y="15354"/>
                </a:lnTo>
                <a:cubicBezTo>
                  <a:pt x="14551" y="15525"/>
                  <a:pt x="14133" y="15721"/>
                  <a:pt x="13731" y="15953"/>
                </a:cubicBezTo>
                <a:cubicBezTo>
                  <a:pt x="13275" y="16232"/>
                  <a:pt x="12848" y="16542"/>
                  <a:pt x="12466" y="16924"/>
                </a:cubicBezTo>
                <a:cubicBezTo>
                  <a:pt x="11435" y="17940"/>
                  <a:pt x="10920" y="19132"/>
                  <a:pt x="11023" y="20294"/>
                </a:cubicBezTo>
                <a:cubicBezTo>
                  <a:pt x="11097" y="21207"/>
                  <a:pt x="11597" y="22134"/>
                  <a:pt x="12480" y="23031"/>
                </a:cubicBezTo>
                <a:cubicBezTo>
                  <a:pt x="13113" y="23664"/>
                  <a:pt x="13922" y="24209"/>
                  <a:pt x="14923" y="24694"/>
                </a:cubicBezTo>
                <a:cubicBezTo>
                  <a:pt x="15114" y="24783"/>
                  <a:pt x="15321" y="24871"/>
                  <a:pt x="15556" y="24989"/>
                </a:cubicBezTo>
                <a:cubicBezTo>
                  <a:pt x="16910" y="25607"/>
                  <a:pt x="18087" y="26210"/>
                  <a:pt x="18897" y="27240"/>
                </a:cubicBezTo>
                <a:cubicBezTo>
                  <a:pt x="19635" y="28184"/>
                  <a:pt x="19878" y="29407"/>
                  <a:pt x="19555" y="30449"/>
                </a:cubicBezTo>
                <a:lnTo>
                  <a:pt x="19555" y="30449"/>
                </a:lnTo>
                <a:cubicBezTo>
                  <a:pt x="19566" y="30432"/>
                  <a:pt x="19576" y="30416"/>
                  <a:pt x="19587" y="30399"/>
                </a:cubicBezTo>
                <a:lnTo>
                  <a:pt x="19587" y="30399"/>
                </a:lnTo>
                <a:cubicBezTo>
                  <a:pt x="19883" y="29355"/>
                  <a:pt x="19637" y="28135"/>
                  <a:pt x="18926" y="27196"/>
                </a:cubicBezTo>
                <a:cubicBezTo>
                  <a:pt x="18117" y="26137"/>
                  <a:pt x="16910" y="25533"/>
                  <a:pt x="15556" y="24915"/>
                </a:cubicBezTo>
                <a:cubicBezTo>
                  <a:pt x="15321" y="24797"/>
                  <a:pt x="15114" y="24709"/>
                  <a:pt x="14923" y="24621"/>
                </a:cubicBezTo>
                <a:cubicBezTo>
                  <a:pt x="13937" y="24135"/>
                  <a:pt x="13128" y="23591"/>
                  <a:pt x="12495" y="22973"/>
                </a:cubicBezTo>
                <a:cubicBezTo>
                  <a:pt x="11612" y="22090"/>
                  <a:pt x="11141" y="21192"/>
                  <a:pt x="11067" y="20294"/>
                </a:cubicBezTo>
                <a:cubicBezTo>
                  <a:pt x="10979" y="19146"/>
                  <a:pt x="11465" y="17969"/>
                  <a:pt x="12480" y="16968"/>
                </a:cubicBezTo>
                <a:cubicBezTo>
                  <a:pt x="12816" y="16632"/>
                  <a:pt x="13201" y="16321"/>
                  <a:pt x="13613" y="16079"/>
                </a:cubicBezTo>
                <a:lnTo>
                  <a:pt x="13613" y="16079"/>
                </a:lnTo>
                <a:cubicBezTo>
                  <a:pt x="12949" y="16530"/>
                  <a:pt x="12330" y="17140"/>
                  <a:pt x="11901" y="17850"/>
                </a:cubicBezTo>
                <a:lnTo>
                  <a:pt x="11901" y="17850"/>
                </a:lnTo>
                <a:cubicBezTo>
                  <a:pt x="12115" y="17520"/>
                  <a:pt x="12377" y="17199"/>
                  <a:pt x="12686" y="16895"/>
                </a:cubicBezTo>
                <a:cubicBezTo>
                  <a:pt x="13069" y="16497"/>
                  <a:pt x="13496" y="16188"/>
                  <a:pt x="13967" y="15909"/>
                </a:cubicBezTo>
                <a:cubicBezTo>
                  <a:pt x="15173" y="15232"/>
                  <a:pt x="16513" y="14879"/>
                  <a:pt x="17793" y="14540"/>
                </a:cubicBezTo>
                <a:cubicBezTo>
                  <a:pt x="18234" y="14422"/>
                  <a:pt x="18676" y="14290"/>
                  <a:pt x="19117" y="14172"/>
                </a:cubicBezTo>
                <a:cubicBezTo>
                  <a:pt x="19209" y="14146"/>
                  <a:pt x="19300" y="14118"/>
                  <a:pt x="19391" y="14090"/>
                </a:cubicBezTo>
                <a:lnTo>
                  <a:pt x="19391" y="14090"/>
                </a:lnTo>
                <a:cubicBezTo>
                  <a:pt x="19364" y="14098"/>
                  <a:pt x="19336" y="14106"/>
                  <a:pt x="19309" y="14113"/>
                </a:cubicBezTo>
                <a:cubicBezTo>
                  <a:pt x="18944" y="14211"/>
                  <a:pt x="18559" y="14308"/>
                  <a:pt x="18188" y="14397"/>
                </a:cubicBezTo>
                <a:lnTo>
                  <a:pt x="18188" y="14397"/>
                </a:lnTo>
                <a:cubicBezTo>
                  <a:pt x="18382" y="14338"/>
                  <a:pt x="18579" y="14279"/>
                  <a:pt x="18779" y="14216"/>
                </a:cubicBezTo>
                <a:cubicBezTo>
                  <a:pt x="20501" y="13672"/>
                  <a:pt x="22164" y="12921"/>
                  <a:pt x="23724" y="11965"/>
                </a:cubicBezTo>
                <a:cubicBezTo>
                  <a:pt x="25078" y="11111"/>
                  <a:pt x="26064" y="10213"/>
                  <a:pt x="26623" y="9257"/>
                </a:cubicBezTo>
                <a:cubicBezTo>
                  <a:pt x="26976" y="8668"/>
                  <a:pt x="27182" y="8035"/>
                  <a:pt x="27197" y="7417"/>
                </a:cubicBezTo>
                <a:cubicBezTo>
                  <a:pt x="27241" y="6623"/>
                  <a:pt x="27035" y="5857"/>
                  <a:pt x="26799" y="5122"/>
                </a:cubicBezTo>
                <a:cubicBezTo>
                  <a:pt x="26255" y="3444"/>
                  <a:pt x="25622" y="1810"/>
                  <a:pt x="24886" y="236"/>
                </a:cubicBezTo>
                <a:close/>
                <a:moveTo>
                  <a:pt x="19235" y="26151"/>
                </a:moveTo>
                <a:lnTo>
                  <a:pt x="19235" y="26151"/>
                </a:lnTo>
                <a:cubicBezTo>
                  <a:pt x="19235" y="26151"/>
                  <a:pt x="19235" y="26151"/>
                  <a:pt x="19235" y="26151"/>
                </a:cubicBezTo>
                <a:cubicBezTo>
                  <a:pt x="20024" y="26992"/>
                  <a:pt x="20319" y="28291"/>
                  <a:pt x="20028" y="29419"/>
                </a:cubicBezTo>
                <a:lnTo>
                  <a:pt x="20028" y="29419"/>
                </a:lnTo>
                <a:cubicBezTo>
                  <a:pt x="19997" y="29727"/>
                  <a:pt x="19925" y="30030"/>
                  <a:pt x="19809" y="30316"/>
                </a:cubicBezTo>
                <a:cubicBezTo>
                  <a:pt x="19750" y="30463"/>
                  <a:pt x="19691" y="30581"/>
                  <a:pt x="19618" y="30699"/>
                </a:cubicBezTo>
                <a:cubicBezTo>
                  <a:pt x="19809" y="30463"/>
                  <a:pt x="19956" y="30213"/>
                  <a:pt x="20074" y="29919"/>
                </a:cubicBezTo>
                <a:cubicBezTo>
                  <a:pt x="20560" y="28741"/>
                  <a:pt x="20295" y="27270"/>
                  <a:pt x="19412" y="26328"/>
                </a:cubicBezTo>
                <a:cubicBezTo>
                  <a:pt x="19355" y="26266"/>
                  <a:pt x="19296" y="26207"/>
                  <a:pt x="19235" y="26151"/>
                </a:cubicBezTo>
                <a:close/>
                <a:moveTo>
                  <a:pt x="24386" y="236"/>
                </a:moveTo>
                <a:lnTo>
                  <a:pt x="24327" y="280"/>
                </a:lnTo>
                <a:cubicBezTo>
                  <a:pt x="25063" y="1810"/>
                  <a:pt x="25710" y="3444"/>
                  <a:pt x="26211" y="5122"/>
                </a:cubicBezTo>
                <a:cubicBezTo>
                  <a:pt x="26402" y="5799"/>
                  <a:pt x="26623" y="6593"/>
                  <a:pt x="26579" y="7359"/>
                </a:cubicBezTo>
                <a:cubicBezTo>
                  <a:pt x="26534" y="7962"/>
                  <a:pt x="26358" y="8580"/>
                  <a:pt x="26019" y="9139"/>
                </a:cubicBezTo>
                <a:cubicBezTo>
                  <a:pt x="25475" y="10096"/>
                  <a:pt x="24533" y="11008"/>
                  <a:pt x="23223" y="11847"/>
                </a:cubicBezTo>
                <a:cubicBezTo>
                  <a:pt x="21693" y="12818"/>
                  <a:pt x="20074" y="13613"/>
                  <a:pt x="18411" y="14187"/>
                </a:cubicBezTo>
                <a:cubicBezTo>
                  <a:pt x="17969" y="14334"/>
                  <a:pt x="17499" y="14481"/>
                  <a:pt x="17042" y="14614"/>
                </a:cubicBezTo>
                <a:cubicBezTo>
                  <a:pt x="15836" y="14982"/>
                  <a:pt x="14585" y="15349"/>
                  <a:pt x="13481" y="16012"/>
                </a:cubicBezTo>
                <a:cubicBezTo>
                  <a:pt x="13010" y="16277"/>
                  <a:pt x="12598" y="16600"/>
                  <a:pt x="12230" y="16968"/>
                </a:cubicBezTo>
                <a:cubicBezTo>
                  <a:pt x="11215" y="17954"/>
                  <a:pt x="10700" y="19132"/>
                  <a:pt x="10788" y="20279"/>
                </a:cubicBezTo>
                <a:cubicBezTo>
                  <a:pt x="10847" y="21162"/>
                  <a:pt x="11288" y="22045"/>
                  <a:pt x="12156" y="22973"/>
                </a:cubicBezTo>
                <a:cubicBezTo>
                  <a:pt x="12775" y="23664"/>
                  <a:pt x="13599" y="24282"/>
                  <a:pt x="14629" y="24812"/>
                </a:cubicBezTo>
                <a:cubicBezTo>
                  <a:pt x="14850" y="24930"/>
                  <a:pt x="15056" y="25033"/>
                  <a:pt x="15276" y="25151"/>
                </a:cubicBezTo>
                <a:cubicBezTo>
                  <a:pt x="16748" y="25901"/>
                  <a:pt x="17866" y="26622"/>
                  <a:pt x="18646" y="27711"/>
                </a:cubicBezTo>
                <a:cubicBezTo>
                  <a:pt x="19330" y="28668"/>
                  <a:pt x="19556" y="29841"/>
                  <a:pt x="19255" y="30840"/>
                </a:cubicBezTo>
                <a:lnTo>
                  <a:pt x="19255" y="30840"/>
                </a:lnTo>
                <a:cubicBezTo>
                  <a:pt x="19267" y="30826"/>
                  <a:pt x="19280" y="30811"/>
                  <a:pt x="19292" y="30797"/>
                </a:cubicBezTo>
                <a:lnTo>
                  <a:pt x="19292" y="30797"/>
                </a:lnTo>
                <a:cubicBezTo>
                  <a:pt x="19576" y="29785"/>
                  <a:pt x="19343" y="28617"/>
                  <a:pt x="18661" y="27667"/>
                </a:cubicBezTo>
                <a:cubicBezTo>
                  <a:pt x="17896" y="26578"/>
                  <a:pt x="16748" y="25842"/>
                  <a:pt x="15276" y="25092"/>
                </a:cubicBezTo>
                <a:cubicBezTo>
                  <a:pt x="15056" y="24989"/>
                  <a:pt x="14850" y="24871"/>
                  <a:pt x="14629" y="24768"/>
                </a:cubicBezTo>
                <a:cubicBezTo>
                  <a:pt x="13599" y="24223"/>
                  <a:pt x="12775" y="23605"/>
                  <a:pt x="12171" y="22943"/>
                </a:cubicBezTo>
                <a:cubicBezTo>
                  <a:pt x="11318" y="22001"/>
                  <a:pt x="10876" y="21133"/>
                  <a:pt x="10832" y="20279"/>
                </a:cubicBezTo>
                <a:cubicBezTo>
                  <a:pt x="10758" y="19146"/>
                  <a:pt x="11244" y="17998"/>
                  <a:pt x="12245" y="17012"/>
                </a:cubicBezTo>
                <a:cubicBezTo>
                  <a:pt x="12613" y="16645"/>
                  <a:pt x="13010" y="16335"/>
                  <a:pt x="13481" y="16056"/>
                </a:cubicBezTo>
                <a:cubicBezTo>
                  <a:pt x="14000" y="15758"/>
                  <a:pt x="14552" y="15512"/>
                  <a:pt x="15115" y="15297"/>
                </a:cubicBezTo>
                <a:lnTo>
                  <a:pt x="15115" y="15297"/>
                </a:lnTo>
                <a:cubicBezTo>
                  <a:pt x="15069" y="15316"/>
                  <a:pt x="15024" y="15335"/>
                  <a:pt x="14978" y="15354"/>
                </a:cubicBezTo>
                <a:lnTo>
                  <a:pt x="14978" y="15354"/>
                </a:lnTo>
                <a:cubicBezTo>
                  <a:pt x="15431" y="15172"/>
                  <a:pt x="15894" y="15017"/>
                  <a:pt x="16360" y="14875"/>
                </a:cubicBezTo>
                <a:lnTo>
                  <a:pt x="16360" y="14875"/>
                </a:lnTo>
                <a:cubicBezTo>
                  <a:pt x="16242" y="14909"/>
                  <a:pt x="16124" y="14945"/>
                  <a:pt x="16007" y="14982"/>
                </a:cubicBezTo>
                <a:lnTo>
                  <a:pt x="16007" y="14982"/>
                </a:lnTo>
                <a:cubicBezTo>
                  <a:pt x="15709" y="15081"/>
                  <a:pt x="15411" y="15185"/>
                  <a:pt x="15115" y="15297"/>
                </a:cubicBezTo>
                <a:lnTo>
                  <a:pt x="15115" y="15297"/>
                </a:lnTo>
                <a:cubicBezTo>
                  <a:pt x="15408" y="15180"/>
                  <a:pt x="15706" y="15076"/>
                  <a:pt x="16007" y="14982"/>
                </a:cubicBezTo>
                <a:lnTo>
                  <a:pt x="16007" y="14982"/>
                </a:lnTo>
                <a:cubicBezTo>
                  <a:pt x="16349" y="14868"/>
                  <a:pt x="16690" y="14762"/>
                  <a:pt x="17028" y="14658"/>
                </a:cubicBezTo>
                <a:cubicBezTo>
                  <a:pt x="17469" y="14540"/>
                  <a:pt x="17925" y="14393"/>
                  <a:pt x="18382" y="14246"/>
                </a:cubicBezTo>
                <a:cubicBezTo>
                  <a:pt x="20074" y="13672"/>
                  <a:pt x="21693" y="12877"/>
                  <a:pt x="23223" y="11906"/>
                </a:cubicBezTo>
                <a:cubicBezTo>
                  <a:pt x="24548" y="11052"/>
                  <a:pt x="25504" y="10140"/>
                  <a:pt x="26064" y="9183"/>
                </a:cubicBezTo>
                <a:cubicBezTo>
                  <a:pt x="26387" y="8595"/>
                  <a:pt x="26593" y="7991"/>
                  <a:pt x="26623" y="7359"/>
                </a:cubicBezTo>
                <a:cubicBezTo>
                  <a:pt x="26682" y="6564"/>
                  <a:pt x="26461" y="5784"/>
                  <a:pt x="26255" y="5077"/>
                </a:cubicBezTo>
                <a:cubicBezTo>
                  <a:pt x="25769" y="3400"/>
                  <a:pt x="25122" y="1766"/>
                  <a:pt x="24386" y="236"/>
                </a:cubicBezTo>
                <a:close/>
                <a:moveTo>
                  <a:pt x="19917" y="29766"/>
                </a:moveTo>
                <a:lnTo>
                  <a:pt x="19917" y="29766"/>
                </a:lnTo>
                <a:cubicBezTo>
                  <a:pt x="19910" y="29783"/>
                  <a:pt x="19904" y="29799"/>
                  <a:pt x="19897" y="29816"/>
                </a:cubicBezTo>
                <a:cubicBezTo>
                  <a:pt x="19811" y="30022"/>
                  <a:pt x="19706" y="30217"/>
                  <a:pt x="19587" y="30399"/>
                </a:cubicBezTo>
                <a:lnTo>
                  <a:pt x="19587" y="30399"/>
                </a:lnTo>
                <a:cubicBezTo>
                  <a:pt x="19558" y="30501"/>
                  <a:pt x="19524" y="30601"/>
                  <a:pt x="19485" y="30699"/>
                </a:cubicBezTo>
                <a:cubicBezTo>
                  <a:pt x="19441" y="30831"/>
                  <a:pt x="19382" y="30964"/>
                  <a:pt x="19309" y="31096"/>
                </a:cubicBezTo>
                <a:cubicBezTo>
                  <a:pt x="19471" y="30846"/>
                  <a:pt x="19632" y="30596"/>
                  <a:pt x="19750" y="30301"/>
                </a:cubicBezTo>
                <a:cubicBezTo>
                  <a:pt x="19823" y="30129"/>
                  <a:pt x="19878" y="29950"/>
                  <a:pt x="19917" y="29766"/>
                </a:cubicBezTo>
                <a:close/>
                <a:moveTo>
                  <a:pt x="23856" y="236"/>
                </a:moveTo>
                <a:lnTo>
                  <a:pt x="23797" y="280"/>
                </a:lnTo>
                <a:cubicBezTo>
                  <a:pt x="24533" y="1781"/>
                  <a:pt x="25136" y="3400"/>
                  <a:pt x="25622" y="5077"/>
                </a:cubicBezTo>
                <a:cubicBezTo>
                  <a:pt x="25799" y="5740"/>
                  <a:pt x="26005" y="6534"/>
                  <a:pt x="25961" y="7300"/>
                </a:cubicBezTo>
                <a:cubicBezTo>
                  <a:pt x="25931" y="7918"/>
                  <a:pt x="25740" y="8506"/>
                  <a:pt x="25416" y="9095"/>
                </a:cubicBezTo>
                <a:cubicBezTo>
                  <a:pt x="24886" y="10022"/>
                  <a:pt x="23959" y="10949"/>
                  <a:pt x="22693" y="11818"/>
                </a:cubicBezTo>
                <a:cubicBezTo>
                  <a:pt x="21207" y="12804"/>
                  <a:pt x="19618" y="13613"/>
                  <a:pt x="17969" y="14202"/>
                </a:cubicBezTo>
                <a:cubicBezTo>
                  <a:pt x="17528" y="14363"/>
                  <a:pt x="17057" y="14511"/>
                  <a:pt x="16601" y="14643"/>
                </a:cubicBezTo>
                <a:cubicBezTo>
                  <a:pt x="15424" y="15011"/>
                  <a:pt x="14217" y="15394"/>
                  <a:pt x="13142" y="16056"/>
                </a:cubicBezTo>
                <a:cubicBezTo>
                  <a:pt x="12701" y="16335"/>
                  <a:pt x="12274" y="16645"/>
                  <a:pt x="11936" y="17012"/>
                </a:cubicBezTo>
                <a:cubicBezTo>
                  <a:pt x="10935" y="17998"/>
                  <a:pt x="10435" y="19146"/>
                  <a:pt x="10494" y="20279"/>
                </a:cubicBezTo>
                <a:cubicBezTo>
                  <a:pt x="10552" y="21383"/>
                  <a:pt x="11200" y="22281"/>
                  <a:pt x="11759" y="22958"/>
                </a:cubicBezTo>
                <a:cubicBezTo>
                  <a:pt x="12392" y="23694"/>
                  <a:pt x="13231" y="24371"/>
                  <a:pt x="14305" y="24989"/>
                </a:cubicBezTo>
                <a:lnTo>
                  <a:pt x="14805" y="25254"/>
                </a:lnTo>
                <a:lnTo>
                  <a:pt x="14967" y="25357"/>
                </a:lnTo>
                <a:cubicBezTo>
                  <a:pt x="16159" y="26019"/>
                  <a:pt x="17499" y="26872"/>
                  <a:pt x="18352" y="28182"/>
                </a:cubicBezTo>
                <a:cubicBezTo>
                  <a:pt x="18993" y="29178"/>
                  <a:pt x="19192" y="30300"/>
                  <a:pt x="18901" y="31255"/>
                </a:cubicBezTo>
                <a:lnTo>
                  <a:pt x="18901" y="31255"/>
                </a:lnTo>
                <a:cubicBezTo>
                  <a:pt x="18940" y="31210"/>
                  <a:pt x="18978" y="31164"/>
                  <a:pt x="19016" y="31117"/>
                </a:cubicBezTo>
                <a:lnTo>
                  <a:pt x="19016" y="31117"/>
                </a:lnTo>
                <a:cubicBezTo>
                  <a:pt x="19257" y="30173"/>
                  <a:pt x="19036" y="29073"/>
                  <a:pt x="18411" y="28123"/>
                </a:cubicBezTo>
                <a:cubicBezTo>
                  <a:pt x="17543" y="26799"/>
                  <a:pt x="16203" y="25945"/>
                  <a:pt x="14997" y="25254"/>
                </a:cubicBezTo>
                <a:lnTo>
                  <a:pt x="14835" y="25165"/>
                </a:lnTo>
                <a:lnTo>
                  <a:pt x="14335" y="24886"/>
                </a:lnTo>
                <a:cubicBezTo>
                  <a:pt x="13290" y="24297"/>
                  <a:pt x="12421" y="23620"/>
                  <a:pt x="11818" y="22884"/>
                </a:cubicBezTo>
                <a:cubicBezTo>
                  <a:pt x="11273" y="22222"/>
                  <a:pt x="10626" y="21324"/>
                  <a:pt x="10567" y="20235"/>
                </a:cubicBezTo>
                <a:cubicBezTo>
                  <a:pt x="10508" y="19132"/>
                  <a:pt x="11023" y="17998"/>
                  <a:pt x="11980" y="17042"/>
                </a:cubicBezTo>
                <a:cubicBezTo>
                  <a:pt x="12348" y="16689"/>
                  <a:pt x="12760" y="16350"/>
                  <a:pt x="13201" y="16100"/>
                </a:cubicBezTo>
                <a:cubicBezTo>
                  <a:pt x="14261" y="15453"/>
                  <a:pt x="15482" y="15070"/>
                  <a:pt x="16645" y="14702"/>
                </a:cubicBezTo>
                <a:cubicBezTo>
                  <a:pt x="17086" y="14555"/>
                  <a:pt x="17557" y="14408"/>
                  <a:pt x="17999" y="14260"/>
                </a:cubicBezTo>
                <a:cubicBezTo>
                  <a:pt x="19662" y="13672"/>
                  <a:pt x="21237" y="12862"/>
                  <a:pt x="22723" y="11847"/>
                </a:cubicBezTo>
                <a:cubicBezTo>
                  <a:pt x="24018" y="10979"/>
                  <a:pt x="24930" y="10066"/>
                  <a:pt x="25475" y="9110"/>
                </a:cubicBezTo>
                <a:cubicBezTo>
                  <a:pt x="25799" y="8521"/>
                  <a:pt x="25990" y="7918"/>
                  <a:pt x="26019" y="7300"/>
                </a:cubicBezTo>
                <a:cubicBezTo>
                  <a:pt x="26078" y="6520"/>
                  <a:pt x="25872" y="5725"/>
                  <a:pt x="25666" y="5048"/>
                </a:cubicBezTo>
                <a:cubicBezTo>
                  <a:pt x="25195" y="3370"/>
                  <a:pt x="24592" y="1752"/>
                  <a:pt x="23856" y="236"/>
                </a:cubicBezTo>
                <a:close/>
                <a:moveTo>
                  <a:pt x="19555" y="30449"/>
                </a:moveTo>
                <a:cubicBezTo>
                  <a:pt x="19473" y="30570"/>
                  <a:pt x="19385" y="30686"/>
                  <a:pt x="19292" y="30797"/>
                </a:cubicBezTo>
                <a:lnTo>
                  <a:pt x="19292" y="30797"/>
                </a:lnTo>
                <a:cubicBezTo>
                  <a:pt x="19263" y="30898"/>
                  <a:pt x="19230" y="30998"/>
                  <a:pt x="19191" y="31096"/>
                </a:cubicBezTo>
                <a:cubicBezTo>
                  <a:pt x="19162" y="31184"/>
                  <a:pt x="19117" y="31258"/>
                  <a:pt x="19088" y="31346"/>
                </a:cubicBezTo>
                <a:lnTo>
                  <a:pt x="19162" y="31273"/>
                </a:lnTo>
                <a:cubicBezTo>
                  <a:pt x="19294" y="31096"/>
                  <a:pt x="19382" y="30905"/>
                  <a:pt x="19471" y="30684"/>
                </a:cubicBezTo>
                <a:cubicBezTo>
                  <a:pt x="19502" y="30607"/>
                  <a:pt x="19530" y="30528"/>
                  <a:pt x="19555" y="30449"/>
                </a:cubicBezTo>
                <a:close/>
                <a:moveTo>
                  <a:pt x="19255" y="30840"/>
                </a:moveTo>
                <a:cubicBezTo>
                  <a:pt x="19205" y="30898"/>
                  <a:pt x="19155" y="30953"/>
                  <a:pt x="19103" y="31008"/>
                </a:cubicBezTo>
                <a:cubicBezTo>
                  <a:pt x="19073" y="31045"/>
                  <a:pt x="19044" y="31081"/>
                  <a:pt x="19016" y="31117"/>
                </a:cubicBezTo>
                <a:lnTo>
                  <a:pt x="19016" y="31117"/>
                </a:lnTo>
                <a:cubicBezTo>
                  <a:pt x="18984" y="31240"/>
                  <a:pt x="18944" y="31361"/>
                  <a:pt x="18897" y="31479"/>
                </a:cubicBezTo>
                <a:cubicBezTo>
                  <a:pt x="18882" y="31508"/>
                  <a:pt x="18882" y="31538"/>
                  <a:pt x="18867" y="31567"/>
                </a:cubicBezTo>
                <a:cubicBezTo>
                  <a:pt x="18926" y="31552"/>
                  <a:pt x="18955" y="31508"/>
                  <a:pt x="19000" y="31479"/>
                </a:cubicBezTo>
                <a:cubicBezTo>
                  <a:pt x="19073" y="31346"/>
                  <a:pt x="19117" y="31214"/>
                  <a:pt x="19176" y="31067"/>
                </a:cubicBezTo>
                <a:cubicBezTo>
                  <a:pt x="19206" y="30992"/>
                  <a:pt x="19232" y="30917"/>
                  <a:pt x="19255" y="30840"/>
                </a:cubicBezTo>
                <a:close/>
                <a:moveTo>
                  <a:pt x="23297" y="206"/>
                </a:moveTo>
                <a:lnTo>
                  <a:pt x="23238" y="236"/>
                </a:lnTo>
                <a:cubicBezTo>
                  <a:pt x="23974" y="1737"/>
                  <a:pt x="24562" y="3356"/>
                  <a:pt x="25033" y="5004"/>
                </a:cubicBezTo>
                <a:cubicBezTo>
                  <a:pt x="25210" y="5666"/>
                  <a:pt x="25401" y="6446"/>
                  <a:pt x="25342" y="7211"/>
                </a:cubicBezTo>
                <a:cubicBezTo>
                  <a:pt x="25298" y="7815"/>
                  <a:pt x="25122" y="8403"/>
                  <a:pt x="24813" y="8977"/>
                </a:cubicBezTo>
                <a:cubicBezTo>
                  <a:pt x="24298" y="9919"/>
                  <a:pt x="23415" y="10861"/>
                  <a:pt x="22164" y="11715"/>
                </a:cubicBezTo>
                <a:cubicBezTo>
                  <a:pt x="20707" y="12745"/>
                  <a:pt x="19162" y="13584"/>
                  <a:pt x="17543" y="14187"/>
                </a:cubicBezTo>
                <a:cubicBezTo>
                  <a:pt x="17101" y="14349"/>
                  <a:pt x="16616" y="14511"/>
                  <a:pt x="16174" y="14658"/>
                </a:cubicBezTo>
                <a:cubicBezTo>
                  <a:pt x="15041" y="15055"/>
                  <a:pt x="13878" y="15438"/>
                  <a:pt x="12833" y="16085"/>
                </a:cubicBezTo>
                <a:cubicBezTo>
                  <a:pt x="12392" y="16350"/>
                  <a:pt x="11980" y="16674"/>
                  <a:pt x="11641" y="17012"/>
                </a:cubicBezTo>
                <a:cubicBezTo>
                  <a:pt x="10685" y="17969"/>
                  <a:pt x="10170" y="19117"/>
                  <a:pt x="10184" y="20221"/>
                </a:cubicBezTo>
                <a:cubicBezTo>
                  <a:pt x="10214" y="21251"/>
                  <a:pt x="10788" y="22148"/>
                  <a:pt x="11362" y="22884"/>
                </a:cubicBezTo>
                <a:cubicBezTo>
                  <a:pt x="11965" y="23694"/>
                  <a:pt x="12848" y="24429"/>
                  <a:pt x="13952" y="25092"/>
                </a:cubicBezTo>
                <a:lnTo>
                  <a:pt x="14187" y="25239"/>
                </a:lnTo>
                <a:cubicBezTo>
                  <a:pt x="14335" y="25327"/>
                  <a:pt x="14511" y="25430"/>
                  <a:pt x="14658" y="25519"/>
                </a:cubicBezTo>
                <a:cubicBezTo>
                  <a:pt x="16292" y="26505"/>
                  <a:pt x="17381" y="27505"/>
                  <a:pt x="18058" y="28638"/>
                </a:cubicBezTo>
                <a:cubicBezTo>
                  <a:pt x="18660" y="29650"/>
                  <a:pt x="18842" y="30726"/>
                  <a:pt x="18569" y="31641"/>
                </a:cubicBezTo>
                <a:lnTo>
                  <a:pt x="18569" y="31641"/>
                </a:lnTo>
                <a:cubicBezTo>
                  <a:pt x="18603" y="31602"/>
                  <a:pt x="18635" y="31564"/>
                  <a:pt x="18666" y="31525"/>
                </a:cubicBezTo>
                <a:lnTo>
                  <a:pt x="18666" y="31525"/>
                </a:lnTo>
                <a:cubicBezTo>
                  <a:pt x="18891" y="30623"/>
                  <a:pt x="18693" y="29573"/>
                  <a:pt x="18117" y="28609"/>
                </a:cubicBezTo>
                <a:cubicBezTo>
                  <a:pt x="17410" y="27446"/>
                  <a:pt x="16321" y="26460"/>
                  <a:pt x="14688" y="25460"/>
                </a:cubicBezTo>
                <a:cubicBezTo>
                  <a:pt x="14541" y="25371"/>
                  <a:pt x="14379" y="25283"/>
                  <a:pt x="14231" y="25180"/>
                </a:cubicBezTo>
                <a:lnTo>
                  <a:pt x="13996" y="25033"/>
                </a:lnTo>
                <a:cubicBezTo>
                  <a:pt x="12892" y="24371"/>
                  <a:pt x="12024" y="23635"/>
                  <a:pt x="11421" y="22855"/>
                </a:cubicBezTo>
                <a:cubicBezTo>
                  <a:pt x="10861" y="22119"/>
                  <a:pt x="10273" y="21251"/>
                  <a:pt x="10258" y="20235"/>
                </a:cubicBezTo>
                <a:cubicBezTo>
                  <a:pt x="10214" y="19146"/>
                  <a:pt x="10729" y="18028"/>
                  <a:pt x="11671" y="17086"/>
                </a:cubicBezTo>
                <a:cubicBezTo>
                  <a:pt x="12024" y="16748"/>
                  <a:pt x="12421" y="16424"/>
                  <a:pt x="12848" y="16159"/>
                </a:cubicBezTo>
                <a:cubicBezTo>
                  <a:pt x="13878" y="15511"/>
                  <a:pt x="15056" y="15129"/>
                  <a:pt x="16174" y="14731"/>
                </a:cubicBezTo>
                <a:cubicBezTo>
                  <a:pt x="16616" y="14584"/>
                  <a:pt x="17101" y="14422"/>
                  <a:pt x="17543" y="14260"/>
                </a:cubicBezTo>
                <a:cubicBezTo>
                  <a:pt x="19162" y="13657"/>
                  <a:pt x="20721" y="12818"/>
                  <a:pt x="22178" y="11788"/>
                </a:cubicBezTo>
                <a:cubicBezTo>
                  <a:pt x="23429" y="10905"/>
                  <a:pt x="24327" y="9978"/>
                  <a:pt x="24842" y="9036"/>
                </a:cubicBezTo>
                <a:cubicBezTo>
                  <a:pt x="25151" y="8448"/>
                  <a:pt x="25342" y="7844"/>
                  <a:pt x="25401" y="7226"/>
                </a:cubicBezTo>
                <a:cubicBezTo>
                  <a:pt x="25445" y="6446"/>
                  <a:pt x="25269" y="5666"/>
                  <a:pt x="25078" y="4989"/>
                </a:cubicBezTo>
                <a:cubicBezTo>
                  <a:pt x="24621" y="3312"/>
                  <a:pt x="24033" y="1707"/>
                  <a:pt x="23297" y="206"/>
                </a:cubicBezTo>
                <a:close/>
                <a:moveTo>
                  <a:pt x="18749" y="31655"/>
                </a:moveTo>
                <a:cubicBezTo>
                  <a:pt x="18743" y="31668"/>
                  <a:pt x="18733" y="31679"/>
                  <a:pt x="18722" y="31687"/>
                </a:cubicBezTo>
                <a:lnTo>
                  <a:pt x="18722" y="31687"/>
                </a:lnTo>
                <a:cubicBezTo>
                  <a:pt x="18727" y="31672"/>
                  <a:pt x="18738" y="31655"/>
                  <a:pt x="18749" y="31655"/>
                </a:cubicBezTo>
                <a:close/>
                <a:moveTo>
                  <a:pt x="18901" y="31255"/>
                </a:moveTo>
                <a:cubicBezTo>
                  <a:pt x="18854" y="31311"/>
                  <a:pt x="18804" y="31365"/>
                  <a:pt x="18749" y="31420"/>
                </a:cubicBezTo>
                <a:cubicBezTo>
                  <a:pt x="18723" y="31454"/>
                  <a:pt x="18695" y="31489"/>
                  <a:pt x="18666" y="31525"/>
                </a:cubicBezTo>
                <a:lnTo>
                  <a:pt x="18666" y="31525"/>
                </a:lnTo>
                <a:cubicBezTo>
                  <a:pt x="18644" y="31614"/>
                  <a:pt x="18618" y="31702"/>
                  <a:pt x="18588" y="31788"/>
                </a:cubicBezTo>
                <a:cubicBezTo>
                  <a:pt x="18619" y="31772"/>
                  <a:pt x="18641" y="31753"/>
                  <a:pt x="18665" y="31733"/>
                </a:cubicBezTo>
                <a:lnTo>
                  <a:pt x="18665" y="31733"/>
                </a:lnTo>
                <a:cubicBezTo>
                  <a:pt x="18659" y="31747"/>
                  <a:pt x="18656" y="31763"/>
                  <a:pt x="18646" y="31773"/>
                </a:cubicBezTo>
                <a:lnTo>
                  <a:pt x="18720" y="31699"/>
                </a:lnTo>
                <a:cubicBezTo>
                  <a:pt x="18720" y="31697"/>
                  <a:pt x="18720" y="31695"/>
                  <a:pt x="18721" y="31692"/>
                </a:cubicBezTo>
                <a:lnTo>
                  <a:pt x="18721" y="31692"/>
                </a:lnTo>
                <a:cubicBezTo>
                  <a:pt x="18725" y="31690"/>
                  <a:pt x="18730" y="31687"/>
                  <a:pt x="18735" y="31685"/>
                </a:cubicBezTo>
                <a:cubicBezTo>
                  <a:pt x="18779" y="31611"/>
                  <a:pt x="18808" y="31552"/>
                  <a:pt x="18823" y="31479"/>
                </a:cubicBezTo>
                <a:cubicBezTo>
                  <a:pt x="18852" y="31405"/>
                  <a:pt x="18878" y="31331"/>
                  <a:pt x="18901" y="31255"/>
                </a:cubicBezTo>
                <a:close/>
                <a:moveTo>
                  <a:pt x="18569" y="31641"/>
                </a:moveTo>
                <a:lnTo>
                  <a:pt x="18569" y="31641"/>
                </a:lnTo>
                <a:cubicBezTo>
                  <a:pt x="18515" y="31703"/>
                  <a:pt x="18457" y="31763"/>
                  <a:pt x="18396" y="31817"/>
                </a:cubicBezTo>
                <a:cubicBezTo>
                  <a:pt x="18372" y="31851"/>
                  <a:pt x="18348" y="31886"/>
                  <a:pt x="18322" y="31920"/>
                </a:cubicBezTo>
                <a:lnTo>
                  <a:pt x="18322" y="31920"/>
                </a:lnTo>
                <a:cubicBezTo>
                  <a:pt x="18318" y="31939"/>
                  <a:pt x="18313" y="31959"/>
                  <a:pt x="18308" y="31979"/>
                </a:cubicBezTo>
                <a:cubicBezTo>
                  <a:pt x="18338" y="31956"/>
                  <a:pt x="18373" y="31930"/>
                  <a:pt x="18407" y="31905"/>
                </a:cubicBezTo>
                <a:lnTo>
                  <a:pt x="18407" y="31905"/>
                </a:lnTo>
                <a:cubicBezTo>
                  <a:pt x="18398" y="31935"/>
                  <a:pt x="18378" y="31960"/>
                  <a:pt x="18367" y="31994"/>
                </a:cubicBezTo>
                <a:cubicBezTo>
                  <a:pt x="18426" y="31979"/>
                  <a:pt x="18455" y="31935"/>
                  <a:pt x="18499" y="31905"/>
                </a:cubicBezTo>
                <a:cubicBezTo>
                  <a:pt x="18514" y="31861"/>
                  <a:pt x="18529" y="31832"/>
                  <a:pt x="18529" y="31788"/>
                </a:cubicBezTo>
                <a:lnTo>
                  <a:pt x="18529" y="31788"/>
                </a:lnTo>
                <a:cubicBezTo>
                  <a:pt x="18525" y="31794"/>
                  <a:pt x="18520" y="31799"/>
                  <a:pt x="18515" y="31804"/>
                </a:cubicBezTo>
                <a:lnTo>
                  <a:pt x="18515" y="31804"/>
                </a:lnTo>
                <a:cubicBezTo>
                  <a:pt x="18535" y="31750"/>
                  <a:pt x="18553" y="31696"/>
                  <a:pt x="18569" y="31641"/>
                </a:cubicBezTo>
                <a:close/>
                <a:moveTo>
                  <a:pt x="18411" y="32082"/>
                </a:moveTo>
                <a:cubicBezTo>
                  <a:pt x="18387" y="32082"/>
                  <a:pt x="18373" y="32092"/>
                  <a:pt x="18368" y="32112"/>
                </a:cubicBezTo>
                <a:lnTo>
                  <a:pt x="18368" y="32112"/>
                </a:lnTo>
                <a:cubicBezTo>
                  <a:pt x="18381" y="32101"/>
                  <a:pt x="18396" y="32089"/>
                  <a:pt x="18411" y="32082"/>
                </a:cubicBezTo>
                <a:close/>
                <a:moveTo>
                  <a:pt x="22267" y="162"/>
                </a:moveTo>
                <a:lnTo>
                  <a:pt x="22208" y="206"/>
                </a:lnTo>
                <a:cubicBezTo>
                  <a:pt x="22929" y="1678"/>
                  <a:pt x="23503" y="3253"/>
                  <a:pt x="23900" y="4901"/>
                </a:cubicBezTo>
                <a:cubicBezTo>
                  <a:pt x="24077" y="5593"/>
                  <a:pt x="24224" y="6328"/>
                  <a:pt x="24165" y="7079"/>
                </a:cubicBezTo>
                <a:cubicBezTo>
                  <a:pt x="24121" y="7668"/>
                  <a:pt x="23944" y="8256"/>
                  <a:pt x="23650" y="8830"/>
                </a:cubicBezTo>
                <a:cubicBezTo>
                  <a:pt x="23150" y="9787"/>
                  <a:pt x="22340" y="10684"/>
                  <a:pt x="21163" y="11612"/>
                </a:cubicBezTo>
                <a:cubicBezTo>
                  <a:pt x="19780" y="12671"/>
                  <a:pt x="18293" y="13539"/>
                  <a:pt x="16748" y="14202"/>
                </a:cubicBezTo>
                <a:cubicBezTo>
                  <a:pt x="16307" y="14393"/>
                  <a:pt x="15836" y="14570"/>
                  <a:pt x="15394" y="14731"/>
                </a:cubicBezTo>
                <a:cubicBezTo>
                  <a:pt x="14335" y="15143"/>
                  <a:pt x="13231" y="15541"/>
                  <a:pt x="12259" y="16174"/>
                </a:cubicBezTo>
                <a:cubicBezTo>
                  <a:pt x="11833" y="16453"/>
                  <a:pt x="11450" y="16762"/>
                  <a:pt x="11126" y="17086"/>
                </a:cubicBezTo>
                <a:cubicBezTo>
                  <a:pt x="10199" y="18028"/>
                  <a:pt x="9684" y="19117"/>
                  <a:pt x="9669" y="20176"/>
                </a:cubicBezTo>
                <a:cubicBezTo>
                  <a:pt x="9655" y="21177"/>
                  <a:pt x="10170" y="22045"/>
                  <a:pt x="10641" y="22796"/>
                </a:cubicBezTo>
                <a:cubicBezTo>
                  <a:pt x="11229" y="23694"/>
                  <a:pt x="12127" y="24562"/>
                  <a:pt x="13334" y="25371"/>
                </a:cubicBezTo>
                <a:cubicBezTo>
                  <a:pt x="13555" y="25519"/>
                  <a:pt x="13805" y="25680"/>
                  <a:pt x="14070" y="25872"/>
                </a:cubicBezTo>
                <a:cubicBezTo>
                  <a:pt x="15688" y="26975"/>
                  <a:pt x="16822" y="28182"/>
                  <a:pt x="17499" y="29580"/>
                </a:cubicBezTo>
                <a:cubicBezTo>
                  <a:pt x="17774" y="30132"/>
                  <a:pt x="18179" y="31155"/>
                  <a:pt x="17978" y="32185"/>
                </a:cubicBezTo>
                <a:lnTo>
                  <a:pt x="17978" y="32185"/>
                </a:lnTo>
                <a:cubicBezTo>
                  <a:pt x="18001" y="32171"/>
                  <a:pt x="18024" y="32156"/>
                  <a:pt x="18048" y="32141"/>
                </a:cubicBezTo>
                <a:lnTo>
                  <a:pt x="18048" y="32141"/>
                </a:lnTo>
                <a:cubicBezTo>
                  <a:pt x="18213" y="31107"/>
                  <a:pt x="17834" y="30105"/>
                  <a:pt x="17557" y="29551"/>
                </a:cubicBezTo>
                <a:cubicBezTo>
                  <a:pt x="16866" y="28153"/>
                  <a:pt x="15718" y="26931"/>
                  <a:pt x="14099" y="25813"/>
                </a:cubicBezTo>
                <a:cubicBezTo>
                  <a:pt x="13849" y="25651"/>
                  <a:pt x="13584" y="25460"/>
                  <a:pt x="13363" y="25312"/>
                </a:cubicBezTo>
                <a:cubicBezTo>
                  <a:pt x="12171" y="24518"/>
                  <a:pt x="11273" y="23664"/>
                  <a:pt x="10700" y="22752"/>
                </a:cubicBezTo>
                <a:cubicBezTo>
                  <a:pt x="10199" y="21987"/>
                  <a:pt x="9728" y="21162"/>
                  <a:pt x="9728" y="20176"/>
                </a:cubicBezTo>
                <a:cubicBezTo>
                  <a:pt x="9728" y="19132"/>
                  <a:pt x="10243" y="18072"/>
                  <a:pt x="11156" y="17145"/>
                </a:cubicBezTo>
                <a:cubicBezTo>
                  <a:pt x="11494" y="16792"/>
                  <a:pt x="11877" y="16497"/>
                  <a:pt x="12304" y="16232"/>
                </a:cubicBezTo>
                <a:cubicBezTo>
                  <a:pt x="13275" y="15600"/>
                  <a:pt x="14364" y="15202"/>
                  <a:pt x="15409" y="14790"/>
                </a:cubicBezTo>
                <a:cubicBezTo>
                  <a:pt x="15850" y="14628"/>
                  <a:pt x="16321" y="14437"/>
                  <a:pt x="16763" y="14260"/>
                </a:cubicBezTo>
                <a:cubicBezTo>
                  <a:pt x="18308" y="13598"/>
                  <a:pt x="19809" y="12730"/>
                  <a:pt x="21207" y="11670"/>
                </a:cubicBezTo>
                <a:cubicBezTo>
                  <a:pt x="22399" y="10743"/>
                  <a:pt x="23209" y="9831"/>
                  <a:pt x="23709" y="8845"/>
                </a:cubicBezTo>
                <a:cubicBezTo>
                  <a:pt x="24003" y="8286"/>
                  <a:pt x="24180" y="7668"/>
                  <a:pt x="24224" y="7079"/>
                </a:cubicBezTo>
                <a:cubicBezTo>
                  <a:pt x="24268" y="6328"/>
                  <a:pt x="24121" y="5578"/>
                  <a:pt x="23959" y="4871"/>
                </a:cubicBezTo>
                <a:cubicBezTo>
                  <a:pt x="23562" y="3223"/>
                  <a:pt x="22988" y="1634"/>
                  <a:pt x="22267" y="162"/>
                </a:cubicBezTo>
                <a:close/>
                <a:moveTo>
                  <a:pt x="18368" y="32112"/>
                </a:moveTo>
                <a:lnTo>
                  <a:pt x="18368" y="32112"/>
                </a:lnTo>
                <a:cubicBezTo>
                  <a:pt x="18356" y="32123"/>
                  <a:pt x="18345" y="32134"/>
                  <a:pt x="18337" y="32141"/>
                </a:cubicBezTo>
                <a:cubicBezTo>
                  <a:pt x="18308" y="32156"/>
                  <a:pt x="18308" y="32170"/>
                  <a:pt x="18293" y="32200"/>
                </a:cubicBezTo>
                <a:lnTo>
                  <a:pt x="18367" y="32126"/>
                </a:lnTo>
                <a:cubicBezTo>
                  <a:pt x="18367" y="32121"/>
                  <a:pt x="18367" y="32116"/>
                  <a:pt x="18368" y="32112"/>
                </a:cubicBezTo>
                <a:close/>
                <a:moveTo>
                  <a:pt x="17978" y="32185"/>
                </a:moveTo>
                <a:cubicBezTo>
                  <a:pt x="17942" y="32207"/>
                  <a:pt x="17907" y="32228"/>
                  <a:pt x="17866" y="32244"/>
                </a:cubicBezTo>
                <a:cubicBezTo>
                  <a:pt x="17861" y="32266"/>
                  <a:pt x="17858" y="32285"/>
                  <a:pt x="17855" y="32303"/>
                </a:cubicBezTo>
                <a:lnTo>
                  <a:pt x="17855" y="32303"/>
                </a:lnTo>
                <a:cubicBezTo>
                  <a:pt x="17895" y="32281"/>
                  <a:pt x="17932" y="32259"/>
                  <a:pt x="17969" y="32229"/>
                </a:cubicBezTo>
                <a:cubicBezTo>
                  <a:pt x="17973" y="32214"/>
                  <a:pt x="17976" y="32200"/>
                  <a:pt x="17978" y="32185"/>
                </a:cubicBezTo>
                <a:close/>
                <a:moveTo>
                  <a:pt x="21722" y="162"/>
                </a:moveTo>
                <a:lnTo>
                  <a:pt x="21663" y="206"/>
                </a:lnTo>
                <a:cubicBezTo>
                  <a:pt x="22384" y="1663"/>
                  <a:pt x="22929" y="3223"/>
                  <a:pt x="23297" y="4871"/>
                </a:cubicBezTo>
                <a:cubicBezTo>
                  <a:pt x="23444" y="5563"/>
                  <a:pt x="23591" y="6299"/>
                  <a:pt x="23532" y="7049"/>
                </a:cubicBezTo>
                <a:cubicBezTo>
                  <a:pt x="23488" y="7638"/>
                  <a:pt x="23312" y="8212"/>
                  <a:pt x="23047" y="8771"/>
                </a:cubicBezTo>
                <a:cubicBezTo>
                  <a:pt x="22561" y="9728"/>
                  <a:pt x="21766" y="10655"/>
                  <a:pt x="20633" y="11567"/>
                </a:cubicBezTo>
                <a:cubicBezTo>
                  <a:pt x="19294" y="12656"/>
                  <a:pt x="17837" y="13554"/>
                  <a:pt x="16321" y="14216"/>
                </a:cubicBezTo>
                <a:cubicBezTo>
                  <a:pt x="15880" y="14422"/>
                  <a:pt x="15409" y="14614"/>
                  <a:pt x="14967" y="14790"/>
                </a:cubicBezTo>
                <a:cubicBezTo>
                  <a:pt x="13952" y="15202"/>
                  <a:pt x="12892" y="15614"/>
                  <a:pt x="11950" y="16247"/>
                </a:cubicBezTo>
                <a:cubicBezTo>
                  <a:pt x="11538" y="16527"/>
                  <a:pt x="11156" y="16821"/>
                  <a:pt x="10832" y="17160"/>
                </a:cubicBezTo>
                <a:cubicBezTo>
                  <a:pt x="9920" y="18087"/>
                  <a:pt x="9404" y="19146"/>
                  <a:pt x="9375" y="20206"/>
                </a:cubicBezTo>
                <a:cubicBezTo>
                  <a:pt x="9331" y="21162"/>
                  <a:pt x="9802" y="22001"/>
                  <a:pt x="10258" y="22796"/>
                </a:cubicBezTo>
                <a:cubicBezTo>
                  <a:pt x="10832" y="23753"/>
                  <a:pt x="11744" y="24665"/>
                  <a:pt x="12995" y="25548"/>
                </a:cubicBezTo>
                <a:cubicBezTo>
                  <a:pt x="13290" y="25754"/>
                  <a:pt x="13525" y="25916"/>
                  <a:pt x="13746" y="26092"/>
                </a:cubicBezTo>
                <a:cubicBezTo>
                  <a:pt x="15394" y="27270"/>
                  <a:pt x="16527" y="28594"/>
                  <a:pt x="17204" y="30081"/>
                </a:cubicBezTo>
                <a:cubicBezTo>
                  <a:pt x="17476" y="30681"/>
                  <a:pt x="17747" y="31517"/>
                  <a:pt x="17682" y="32361"/>
                </a:cubicBezTo>
                <a:lnTo>
                  <a:pt x="17682" y="32361"/>
                </a:lnTo>
                <a:cubicBezTo>
                  <a:pt x="17696" y="32352"/>
                  <a:pt x="17710" y="32344"/>
                  <a:pt x="17724" y="32335"/>
                </a:cubicBezTo>
                <a:lnTo>
                  <a:pt x="17724" y="32335"/>
                </a:lnTo>
                <a:cubicBezTo>
                  <a:pt x="17814" y="31481"/>
                  <a:pt x="17538" y="30645"/>
                  <a:pt x="17263" y="30036"/>
                </a:cubicBezTo>
                <a:cubicBezTo>
                  <a:pt x="16571" y="28535"/>
                  <a:pt x="15424" y="27211"/>
                  <a:pt x="13790" y="26019"/>
                </a:cubicBezTo>
                <a:cubicBezTo>
                  <a:pt x="13569" y="25872"/>
                  <a:pt x="13334" y="25680"/>
                  <a:pt x="13039" y="25474"/>
                </a:cubicBezTo>
                <a:cubicBezTo>
                  <a:pt x="11789" y="24621"/>
                  <a:pt x="10861" y="23694"/>
                  <a:pt x="10317" y="22737"/>
                </a:cubicBezTo>
                <a:cubicBezTo>
                  <a:pt x="9846" y="21972"/>
                  <a:pt x="9404" y="21118"/>
                  <a:pt x="9434" y="20176"/>
                </a:cubicBezTo>
                <a:cubicBezTo>
                  <a:pt x="9463" y="19146"/>
                  <a:pt x="9964" y="18101"/>
                  <a:pt x="10861" y="17204"/>
                </a:cubicBezTo>
                <a:cubicBezTo>
                  <a:pt x="11200" y="16865"/>
                  <a:pt x="11568" y="16556"/>
                  <a:pt x="11965" y="16277"/>
                </a:cubicBezTo>
                <a:cubicBezTo>
                  <a:pt x="12907" y="15673"/>
                  <a:pt x="13952" y="15246"/>
                  <a:pt x="14967" y="14849"/>
                </a:cubicBezTo>
                <a:cubicBezTo>
                  <a:pt x="15409" y="14658"/>
                  <a:pt x="15880" y="14481"/>
                  <a:pt x="16321" y="14275"/>
                </a:cubicBezTo>
                <a:cubicBezTo>
                  <a:pt x="17852" y="13598"/>
                  <a:pt x="19309" y="12701"/>
                  <a:pt x="20648" y="11612"/>
                </a:cubicBezTo>
                <a:cubicBezTo>
                  <a:pt x="21810" y="10670"/>
                  <a:pt x="22605" y="9757"/>
                  <a:pt x="23076" y="8771"/>
                </a:cubicBezTo>
                <a:cubicBezTo>
                  <a:pt x="23370" y="8212"/>
                  <a:pt x="23532" y="7623"/>
                  <a:pt x="23591" y="7035"/>
                </a:cubicBezTo>
                <a:cubicBezTo>
                  <a:pt x="23650" y="6269"/>
                  <a:pt x="23518" y="5534"/>
                  <a:pt x="23356" y="4842"/>
                </a:cubicBezTo>
                <a:cubicBezTo>
                  <a:pt x="22988" y="3179"/>
                  <a:pt x="22414" y="1619"/>
                  <a:pt x="21722" y="162"/>
                </a:cubicBezTo>
                <a:close/>
                <a:moveTo>
                  <a:pt x="18190" y="32214"/>
                </a:moveTo>
                <a:lnTo>
                  <a:pt x="18190" y="32214"/>
                </a:lnTo>
                <a:cubicBezTo>
                  <a:pt x="18146" y="32244"/>
                  <a:pt x="18087" y="32273"/>
                  <a:pt x="18058" y="32303"/>
                </a:cubicBezTo>
                <a:cubicBezTo>
                  <a:pt x="18058" y="32347"/>
                  <a:pt x="18043" y="32376"/>
                  <a:pt x="18014" y="32420"/>
                </a:cubicBezTo>
                <a:cubicBezTo>
                  <a:pt x="18072" y="32376"/>
                  <a:pt x="18117" y="32347"/>
                  <a:pt x="18146" y="32303"/>
                </a:cubicBezTo>
                <a:cubicBezTo>
                  <a:pt x="18161" y="32288"/>
                  <a:pt x="18190" y="32244"/>
                  <a:pt x="18190" y="32214"/>
                </a:cubicBezTo>
                <a:close/>
                <a:moveTo>
                  <a:pt x="18058" y="32479"/>
                </a:moveTo>
                <a:lnTo>
                  <a:pt x="18058" y="32479"/>
                </a:lnTo>
                <a:cubicBezTo>
                  <a:pt x="18052" y="32485"/>
                  <a:pt x="18049" y="32491"/>
                  <a:pt x="18045" y="32497"/>
                </a:cubicBezTo>
                <a:lnTo>
                  <a:pt x="18045" y="32497"/>
                </a:lnTo>
                <a:cubicBezTo>
                  <a:pt x="18050" y="32491"/>
                  <a:pt x="18055" y="32486"/>
                  <a:pt x="18058" y="32479"/>
                </a:cubicBezTo>
                <a:close/>
                <a:moveTo>
                  <a:pt x="17682" y="32361"/>
                </a:moveTo>
                <a:cubicBezTo>
                  <a:pt x="17640" y="32385"/>
                  <a:pt x="17599" y="32410"/>
                  <a:pt x="17557" y="32435"/>
                </a:cubicBezTo>
                <a:cubicBezTo>
                  <a:pt x="17557" y="32460"/>
                  <a:pt x="17557" y="32480"/>
                  <a:pt x="17556" y="32499"/>
                </a:cubicBezTo>
                <a:lnTo>
                  <a:pt x="17556" y="32499"/>
                </a:lnTo>
                <a:cubicBezTo>
                  <a:pt x="17593" y="32480"/>
                  <a:pt x="17631" y="32460"/>
                  <a:pt x="17675" y="32435"/>
                </a:cubicBezTo>
                <a:cubicBezTo>
                  <a:pt x="17678" y="32410"/>
                  <a:pt x="17680" y="32385"/>
                  <a:pt x="17682" y="32361"/>
                </a:cubicBezTo>
                <a:close/>
                <a:moveTo>
                  <a:pt x="18045" y="32497"/>
                </a:moveTo>
                <a:cubicBezTo>
                  <a:pt x="18025" y="32515"/>
                  <a:pt x="17996" y="32527"/>
                  <a:pt x="17984" y="32538"/>
                </a:cubicBezTo>
                <a:cubicBezTo>
                  <a:pt x="17979" y="32549"/>
                  <a:pt x="17975" y="32558"/>
                  <a:pt x="17972" y="32565"/>
                </a:cubicBezTo>
                <a:lnTo>
                  <a:pt x="17972" y="32565"/>
                </a:lnTo>
                <a:lnTo>
                  <a:pt x="18014" y="32523"/>
                </a:lnTo>
                <a:cubicBezTo>
                  <a:pt x="18032" y="32515"/>
                  <a:pt x="18039" y="32506"/>
                  <a:pt x="18045" y="32497"/>
                </a:cubicBezTo>
                <a:close/>
                <a:moveTo>
                  <a:pt x="21178" y="192"/>
                </a:moveTo>
                <a:lnTo>
                  <a:pt x="21134" y="221"/>
                </a:lnTo>
                <a:cubicBezTo>
                  <a:pt x="21825" y="1663"/>
                  <a:pt x="22384" y="3223"/>
                  <a:pt x="22723" y="4857"/>
                </a:cubicBezTo>
                <a:cubicBezTo>
                  <a:pt x="22855" y="5504"/>
                  <a:pt x="23003" y="6255"/>
                  <a:pt x="22929" y="7005"/>
                </a:cubicBezTo>
                <a:cubicBezTo>
                  <a:pt x="22870" y="7579"/>
                  <a:pt x="22708" y="8168"/>
                  <a:pt x="22429" y="8727"/>
                </a:cubicBezTo>
                <a:cubicBezTo>
                  <a:pt x="21972" y="9684"/>
                  <a:pt x="21207" y="10596"/>
                  <a:pt x="20103" y="11538"/>
                </a:cubicBezTo>
                <a:cubicBezTo>
                  <a:pt x="18794" y="12642"/>
                  <a:pt x="17381" y="13554"/>
                  <a:pt x="15909" y="14260"/>
                </a:cubicBezTo>
                <a:cubicBezTo>
                  <a:pt x="15468" y="14467"/>
                  <a:pt x="14997" y="14658"/>
                  <a:pt x="14541" y="14849"/>
                </a:cubicBezTo>
                <a:cubicBezTo>
                  <a:pt x="13569" y="15276"/>
                  <a:pt x="12539" y="15688"/>
                  <a:pt x="11641" y="16306"/>
                </a:cubicBezTo>
                <a:cubicBezTo>
                  <a:pt x="11229" y="16571"/>
                  <a:pt x="10861" y="16865"/>
                  <a:pt x="10538" y="17218"/>
                </a:cubicBezTo>
                <a:cubicBezTo>
                  <a:pt x="9655" y="18116"/>
                  <a:pt x="9140" y="19176"/>
                  <a:pt x="9081" y="20206"/>
                </a:cubicBezTo>
                <a:cubicBezTo>
                  <a:pt x="9022" y="21133"/>
                  <a:pt x="9434" y="21942"/>
                  <a:pt x="9875" y="22752"/>
                </a:cubicBezTo>
                <a:cubicBezTo>
                  <a:pt x="10420" y="23767"/>
                  <a:pt x="11347" y="24724"/>
                  <a:pt x="12672" y="25695"/>
                </a:cubicBezTo>
                <a:cubicBezTo>
                  <a:pt x="12966" y="25916"/>
                  <a:pt x="13216" y="26107"/>
                  <a:pt x="13437" y="26269"/>
                </a:cubicBezTo>
                <a:cubicBezTo>
                  <a:pt x="15070" y="27520"/>
                  <a:pt x="16248" y="28962"/>
                  <a:pt x="16910" y="30552"/>
                </a:cubicBezTo>
                <a:cubicBezTo>
                  <a:pt x="17221" y="31287"/>
                  <a:pt x="17369" y="31954"/>
                  <a:pt x="17341" y="32567"/>
                </a:cubicBezTo>
                <a:lnTo>
                  <a:pt x="17341" y="32567"/>
                </a:lnTo>
                <a:cubicBezTo>
                  <a:pt x="17364" y="32554"/>
                  <a:pt x="17388" y="32541"/>
                  <a:pt x="17411" y="32529"/>
                </a:cubicBezTo>
                <a:lnTo>
                  <a:pt x="17411" y="32529"/>
                </a:lnTo>
                <a:cubicBezTo>
                  <a:pt x="17418" y="31911"/>
                  <a:pt x="17298" y="31251"/>
                  <a:pt x="16983" y="30522"/>
                </a:cubicBezTo>
                <a:cubicBezTo>
                  <a:pt x="16321" y="28903"/>
                  <a:pt x="15129" y="27446"/>
                  <a:pt x="13496" y="26195"/>
                </a:cubicBezTo>
                <a:cubicBezTo>
                  <a:pt x="13275" y="26034"/>
                  <a:pt x="13010" y="25842"/>
                  <a:pt x="12716" y="25622"/>
                </a:cubicBezTo>
                <a:cubicBezTo>
                  <a:pt x="11391" y="24665"/>
                  <a:pt x="10494" y="23708"/>
                  <a:pt x="9949" y="22722"/>
                </a:cubicBezTo>
                <a:cubicBezTo>
                  <a:pt x="9507" y="21913"/>
                  <a:pt x="9110" y="21118"/>
                  <a:pt x="9154" y="20206"/>
                </a:cubicBezTo>
                <a:cubicBezTo>
                  <a:pt x="9213" y="19205"/>
                  <a:pt x="9699" y="18160"/>
                  <a:pt x="10582" y="17277"/>
                </a:cubicBezTo>
                <a:cubicBezTo>
                  <a:pt x="10920" y="16939"/>
                  <a:pt x="11288" y="16630"/>
                  <a:pt x="11671" y="16380"/>
                </a:cubicBezTo>
                <a:cubicBezTo>
                  <a:pt x="12569" y="15762"/>
                  <a:pt x="13584" y="15349"/>
                  <a:pt x="14555" y="14923"/>
                </a:cubicBezTo>
                <a:cubicBezTo>
                  <a:pt x="14997" y="14731"/>
                  <a:pt x="15482" y="14540"/>
                  <a:pt x="15924" y="14334"/>
                </a:cubicBezTo>
                <a:cubicBezTo>
                  <a:pt x="17410" y="13628"/>
                  <a:pt x="18823" y="12715"/>
                  <a:pt x="20133" y="11612"/>
                </a:cubicBezTo>
                <a:cubicBezTo>
                  <a:pt x="21251" y="10655"/>
                  <a:pt x="22017" y="9728"/>
                  <a:pt x="22487" y="8757"/>
                </a:cubicBezTo>
                <a:cubicBezTo>
                  <a:pt x="22767" y="8183"/>
                  <a:pt x="22929" y="7594"/>
                  <a:pt x="22988" y="7005"/>
                </a:cubicBezTo>
                <a:cubicBezTo>
                  <a:pt x="23061" y="6255"/>
                  <a:pt x="22914" y="5490"/>
                  <a:pt x="22782" y="4842"/>
                </a:cubicBezTo>
                <a:cubicBezTo>
                  <a:pt x="22429" y="3208"/>
                  <a:pt x="21899" y="1634"/>
                  <a:pt x="21178" y="192"/>
                </a:cubicBezTo>
                <a:close/>
                <a:moveTo>
                  <a:pt x="17972" y="32565"/>
                </a:moveTo>
                <a:lnTo>
                  <a:pt x="17940" y="32597"/>
                </a:lnTo>
                <a:cubicBezTo>
                  <a:pt x="17959" y="32588"/>
                  <a:pt x="17966" y="32578"/>
                  <a:pt x="17972" y="32565"/>
                </a:cubicBezTo>
                <a:close/>
                <a:moveTo>
                  <a:pt x="17938" y="32397"/>
                </a:moveTo>
                <a:cubicBezTo>
                  <a:pt x="17883" y="32469"/>
                  <a:pt x="17827" y="32539"/>
                  <a:pt x="17766" y="32606"/>
                </a:cubicBezTo>
                <a:lnTo>
                  <a:pt x="17766" y="32606"/>
                </a:lnTo>
                <a:cubicBezTo>
                  <a:pt x="17780" y="32575"/>
                  <a:pt x="17793" y="32522"/>
                  <a:pt x="17793" y="32494"/>
                </a:cubicBezTo>
                <a:lnTo>
                  <a:pt x="17938" y="32397"/>
                </a:lnTo>
                <a:close/>
                <a:moveTo>
                  <a:pt x="17341" y="32567"/>
                </a:moveTo>
                <a:lnTo>
                  <a:pt x="17341" y="32567"/>
                </a:lnTo>
                <a:cubicBezTo>
                  <a:pt x="17309" y="32584"/>
                  <a:pt x="17278" y="32600"/>
                  <a:pt x="17248" y="32612"/>
                </a:cubicBezTo>
                <a:cubicBezTo>
                  <a:pt x="17248" y="32637"/>
                  <a:pt x="17248" y="32661"/>
                  <a:pt x="17245" y="32687"/>
                </a:cubicBezTo>
                <a:lnTo>
                  <a:pt x="17245" y="32687"/>
                </a:lnTo>
                <a:cubicBezTo>
                  <a:pt x="17276" y="32672"/>
                  <a:pt x="17306" y="32656"/>
                  <a:pt x="17337" y="32641"/>
                </a:cubicBezTo>
                <a:cubicBezTo>
                  <a:pt x="17338" y="32616"/>
                  <a:pt x="17340" y="32592"/>
                  <a:pt x="17341" y="32567"/>
                </a:cubicBezTo>
                <a:close/>
                <a:moveTo>
                  <a:pt x="17719" y="32538"/>
                </a:moveTo>
                <a:cubicBezTo>
                  <a:pt x="17719" y="32568"/>
                  <a:pt x="17705" y="32597"/>
                  <a:pt x="17690" y="32612"/>
                </a:cubicBezTo>
                <a:cubicBezTo>
                  <a:pt x="17690" y="32641"/>
                  <a:pt x="17675" y="32656"/>
                  <a:pt x="17675" y="32671"/>
                </a:cubicBezTo>
                <a:cubicBezTo>
                  <a:pt x="17616" y="32715"/>
                  <a:pt x="17557" y="32759"/>
                  <a:pt x="17484" y="32803"/>
                </a:cubicBezTo>
                <a:cubicBezTo>
                  <a:pt x="17499" y="32744"/>
                  <a:pt x="17499" y="32715"/>
                  <a:pt x="17528" y="32656"/>
                </a:cubicBezTo>
                <a:cubicBezTo>
                  <a:pt x="17602" y="32641"/>
                  <a:pt x="17646" y="32597"/>
                  <a:pt x="17719" y="32538"/>
                </a:cubicBezTo>
                <a:close/>
                <a:moveTo>
                  <a:pt x="17852" y="32641"/>
                </a:moveTo>
                <a:lnTo>
                  <a:pt x="17852" y="32641"/>
                </a:lnTo>
                <a:cubicBezTo>
                  <a:pt x="17822" y="32671"/>
                  <a:pt x="17763" y="32685"/>
                  <a:pt x="17719" y="32730"/>
                </a:cubicBezTo>
                <a:cubicBezTo>
                  <a:pt x="17705" y="32744"/>
                  <a:pt x="17705" y="32788"/>
                  <a:pt x="17690" y="32818"/>
                </a:cubicBezTo>
                <a:cubicBezTo>
                  <a:pt x="17719" y="32803"/>
                  <a:pt x="17763" y="32759"/>
                  <a:pt x="17793" y="32730"/>
                </a:cubicBezTo>
                <a:cubicBezTo>
                  <a:pt x="17822" y="32715"/>
                  <a:pt x="17837" y="32671"/>
                  <a:pt x="17852" y="32641"/>
                </a:cubicBezTo>
                <a:close/>
                <a:moveTo>
                  <a:pt x="16983" y="32764"/>
                </a:moveTo>
                <a:cubicBezTo>
                  <a:pt x="16960" y="32776"/>
                  <a:pt x="16935" y="32789"/>
                  <a:pt x="16910" y="32803"/>
                </a:cubicBezTo>
                <a:cubicBezTo>
                  <a:pt x="16910" y="32824"/>
                  <a:pt x="16910" y="32843"/>
                  <a:pt x="16909" y="32862"/>
                </a:cubicBezTo>
                <a:lnTo>
                  <a:pt x="16909" y="32862"/>
                </a:lnTo>
                <a:cubicBezTo>
                  <a:pt x="16934" y="32849"/>
                  <a:pt x="16959" y="32834"/>
                  <a:pt x="16983" y="32818"/>
                </a:cubicBezTo>
                <a:cubicBezTo>
                  <a:pt x="16983" y="32800"/>
                  <a:pt x="16983" y="32782"/>
                  <a:pt x="16983" y="32764"/>
                </a:cubicBezTo>
                <a:close/>
                <a:moveTo>
                  <a:pt x="20133" y="192"/>
                </a:moveTo>
                <a:lnTo>
                  <a:pt x="20074" y="221"/>
                </a:lnTo>
                <a:cubicBezTo>
                  <a:pt x="20780" y="1619"/>
                  <a:pt x="21281" y="3164"/>
                  <a:pt x="21590" y="4783"/>
                </a:cubicBezTo>
                <a:cubicBezTo>
                  <a:pt x="21693" y="5416"/>
                  <a:pt x="21810" y="6152"/>
                  <a:pt x="21737" y="6902"/>
                </a:cubicBezTo>
                <a:cubicBezTo>
                  <a:pt x="21678" y="7476"/>
                  <a:pt x="21516" y="8035"/>
                  <a:pt x="21251" y="8595"/>
                </a:cubicBezTo>
                <a:cubicBezTo>
                  <a:pt x="20810" y="9551"/>
                  <a:pt x="20103" y="10493"/>
                  <a:pt x="19088" y="11450"/>
                </a:cubicBezTo>
                <a:cubicBezTo>
                  <a:pt x="17866" y="12583"/>
                  <a:pt x="16527" y="13539"/>
                  <a:pt x="15100" y="14290"/>
                </a:cubicBezTo>
                <a:cubicBezTo>
                  <a:pt x="14658" y="14540"/>
                  <a:pt x="14187" y="14761"/>
                  <a:pt x="13731" y="14952"/>
                </a:cubicBezTo>
                <a:cubicBezTo>
                  <a:pt x="12833" y="15379"/>
                  <a:pt x="11892" y="15820"/>
                  <a:pt x="11053" y="16424"/>
                </a:cubicBezTo>
                <a:cubicBezTo>
                  <a:pt x="10655" y="16703"/>
                  <a:pt x="10317" y="16998"/>
                  <a:pt x="9993" y="17336"/>
                </a:cubicBezTo>
                <a:cubicBezTo>
                  <a:pt x="9154" y="18190"/>
                  <a:pt x="8639" y="19205"/>
                  <a:pt x="8551" y="20176"/>
                </a:cubicBezTo>
                <a:cubicBezTo>
                  <a:pt x="8448" y="21089"/>
                  <a:pt x="8801" y="21913"/>
                  <a:pt x="9154" y="22708"/>
                </a:cubicBezTo>
                <a:cubicBezTo>
                  <a:pt x="9669" y="23826"/>
                  <a:pt x="10582" y="24871"/>
                  <a:pt x="12053" y="26019"/>
                </a:cubicBezTo>
                <a:cubicBezTo>
                  <a:pt x="12348" y="26254"/>
                  <a:pt x="12627" y="26460"/>
                  <a:pt x="12863" y="26652"/>
                </a:cubicBezTo>
                <a:cubicBezTo>
                  <a:pt x="14599" y="28079"/>
                  <a:pt x="15777" y="29713"/>
                  <a:pt x="16380" y="31538"/>
                </a:cubicBezTo>
                <a:cubicBezTo>
                  <a:pt x="16553" y="32028"/>
                  <a:pt x="16653" y="32483"/>
                  <a:pt x="16682" y="32902"/>
                </a:cubicBezTo>
                <a:lnTo>
                  <a:pt x="16682" y="32902"/>
                </a:lnTo>
                <a:cubicBezTo>
                  <a:pt x="16692" y="32897"/>
                  <a:pt x="16701" y="32893"/>
                  <a:pt x="16711" y="32888"/>
                </a:cubicBezTo>
                <a:lnTo>
                  <a:pt x="16711" y="32888"/>
                </a:lnTo>
                <a:cubicBezTo>
                  <a:pt x="16663" y="32453"/>
                  <a:pt x="16562" y="31979"/>
                  <a:pt x="16395" y="31479"/>
                </a:cubicBezTo>
                <a:cubicBezTo>
                  <a:pt x="15777" y="29654"/>
                  <a:pt x="14599" y="28006"/>
                  <a:pt x="12863" y="26578"/>
                </a:cubicBezTo>
                <a:cubicBezTo>
                  <a:pt x="12627" y="26387"/>
                  <a:pt x="12348" y="26181"/>
                  <a:pt x="12053" y="25945"/>
                </a:cubicBezTo>
                <a:cubicBezTo>
                  <a:pt x="10611" y="24797"/>
                  <a:pt x="9684" y="23767"/>
                  <a:pt x="9169" y="22664"/>
                </a:cubicBezTo>
                <a:cubicBezTo>
                  <a:pt x="8816" y="21898"/>
                  <a:pt x="8492" y="21089"/>
                  <a:pt x="8580" y="20176"/>
                </a:cubicBezTo>
                <a:cubicBezTo>
                  <a:pt x="8669" y="19220"/>
                  <a:pt x="9184" y="18219"/>
                  <a:pt x="10023" y="17366"/>
                </a:cubicBezTo>
                <a:cubicBezTo>
                  <a:pt x="10332" y="17057"/>
                  <a:pt x="10685" y="16748"/>
                  <a:pt x="11067" y="16483"/>
                </a:cubicBezTo>
                <a:cubicBezTo>
                  <a:pt x="11906" y="15894"/>
                  <a:pt x="12848" y="15453"/>
                  <a:pt x="13746" y="15026"/>
                </a:cubicBezTo>
                <a:cubicBezTo>
                  <a:pt x="14187" y="14834"/>
                  <a:pt x="14673" y="14614"/>
                  <a:pt x="15114" y="14363"/>
                </a:cubicBezTo>
                <a:cubicBezTo>
                  <a:pt x="16542" y="13613"/>
                  <a:pt x="17896" y="12656"/>
                  <a:pt x="19117" y="11494"/>
                </a:cubicBezTo>
                <a:cubicBezTo>
                  <a:pt x="20148" y="10523"/>
                  <a:pt x="20869" y="9581"/>
                  <a:pt x="21310" y="8609"/>
                </a:cubicBezTo>
                <a:cubicBezTo>
                  <a:pt x="21575" y="8035"/>
                  <a:pt x="21737" y="7476"/>
                  <a:pt x="21796" y="6902"/>
                </a:cubicBezTo>
                <a:cubicBezTo>
                  <a:pt x="21869" y="6122"/>
                  <a:pt x="21752" y="5387"/>
                  <a:pt x="21649" y="4768"/>
                </a:cubicBezTo>
                <a:cubicBezTo>
                  <a:pt x="21354" y="3135"/>
                  <a:pt x="20839" y="1604"/>
                  <a:pt x="20133" y="192"/>
                </a:cubicBezTo>
                <a:close/>
                <a:moveTo>
                  <a:pt x="17454" y="32730"/>
                </a:moveTo>
                <a:lnTo>
                  <a:pt x="17454" y="32730"/>
                </a:lnTo>
                <a:cubicBezTo>
                  <a:pt x="17425" y="32788"/>
                  <a:pt x="17425" y="32818"/>
                  <a:pt x="17410" y="32877"/>
                </a:cubicBezTo>
                <a:cubicBezTo>
                  <a:pt x="17337" y="32936"/>
                  <a:pt x="17263" y="32965"/>
                  <a:pt x="17204" y="33009"/>
                </a:cubicBezTo>
                <a:cubicBezTo>
                  <a:pt x="17234" y="32950"/>
                  <a:pt x="17234" y="32891"/>
                  <a:pt x="17234" y="32862"/>
                </a:cubicBezTo>
                <a:cubicBezTo>
                  <a:pt x="17307" y="32818"/>
                  <a:pt x="17381" y="32759"/>
                  <a:pt x="17454" y="32730"/>
                </a:cubicBezTo>
                <a:close/>
                <a:moveTo>
                  <a:pt x="17690" y="32906"/>
                </a:moveTo>
                <a:lnTo>
                  <a:pt x="17690" y="32906"/>
                </a:lnTo>
                <a:cubicBezTo>
                  <a:pt x="17660" y="32950"/>
                  <a:pt x="17631" y="32965"/>
                  <a:pt x="17616" y="32980"/>
                </a:cubicBezTo>
                <a:cubicBezTo>
                  <a:pt x="17616" y="32997"/>
                  <a:pt x="17616" y="33009"/>
                  <a:pt x="17613" y="33019"/>
                </a:cubicBezTo>
                <a:lnTo>
                  <a:pt x="17613" y="33019"/>
                </a:lnTo>
                <a:cubicBezTo>
                  <a:pt x="17629" y="32997"/>
                  <a:pt x="17652" y="32976"/>
                  <a:pt x="17675" y="32965"/>
                </a:cubicBezTo>
                <a:cubicBezTo>
                  <a:pt x="17675" y="32950"/>
                  <a:pt x="17690" y="32936"/>
                  <a:pt x="17690" y="32906"/>
                </a:cubicBezTo>
                <a:close/>
                <a:moveTo>
                  <a:pt x="17586" y="32822"/>
                </a:moveTo>
                <a:cubicBezTo>
                  <a:pt x="17531" y="32894"/>
                  <a:pt x="17475" y="32965"/>
                  <a:pt x="17413" y="33032"/>
                </a:cubicBezTo>
                <a:lnTo>
                  <a:pt x="17413" y="33032"/>
                </a:lnTo>
                <a:cubicBezTo>
                  <a:pt x="17429" y="33001"/>
                  <a:pt x="17454" y="32947"/>
                  <a:pt x="17454" y="32906"/>
                </a:cubicBezTo>
                <a:lnTo>
                  <a:pt x="17586" y="32822"/>
                </a:lnTo>
                <a:close/>
                <a:moveTo>
                  <a:pt x="17613" y="33019"/>
                </a:moveTo>
                <a:cubicBezTo>
                  <a:pt x="17609" y="33026"/>
                  <a:pt x="17605" y="33032"/>
                  <a:pt x="17602" y="33039"/>
                </a:cubicBezTo>
                <a:cubicBezTo>
                  <a:pt x="17608" y="33032"/>
                  <a:pt x="17611" y="33026"/>
                  <a:pt x="17613" y="33019"/>
                </a:cubicBezTo>
                <a:close/>
                <a:moveTo>
                  <a:pt x="19632" y="221"/>
                </a:moveTo>
                <a:lnTo>
                  <a:pt x="19588" y="265"/>
                </a:lnTo>
                <a:cubicBezTo>
                  <a:pt x="20280" y="1663"/>
                  <a:pt x="20766" y="3164"/>
                  <a:pt x="21031" y="4783"/>
                </a:cubicBezTo>
                <a:cubicBezTo>
                  <a:pt x="21134" y="5357"/>
                  <a:pt x="21237" y="6108"/>
                  <a:pt x="21148" y="6888"/>
                </a:cubicBezTo>
                <a:cubicBezTo>
                  <a:pt x="21089" y="7432"/>
                  <a:pt x="20927" y="8006"/>
                  <a:pt x="20692" y="8551"/>
                </a:cubicBezTo>
                <a:cubicBezTo>
                  <a:pt x="20265" y="9507"/>
                  <a:pt x="19559" y="10449"/>
                  <a:pt x="18588" y="11420"/>
                </a:cubicBezTo>
                <a:cubicBezTo>
                  <a:pt x="17410" y="12583"/>
                  <a:pt x="16100" y="13554"/>
                  <a:pt x="14702" y="14334"/>
                </a:cubicBezTo>
                <a:cubicBezTo>
                  <a:pt x="14261" y="14570"/>
                  <a:pt x="13805" y="14805"/>
                  <a:pt x="13349" y="15026"/>
                </a:cubicBezTo>
                <a:cubicBezTo>
                  <a:pt x="12480" y="15467"/>
                  <a:pt x="11583" y="15909"/>
                  <a:pt x="10773" y="16497"/>
                </a:cubicBezTo>
                <a:cubicBezTo>
                  <a:pt x="10405" y="16777"/>
                  <a:pt x="10052" y="17071"/>
                  <a:pt x="9743" y="17380"/>
                </a:cubicBezTo>
                <a:cubicBezTo>
                  <a:pt x="8919" y="18234"/>
                  <a:pt x="8404" y="19220"/>
                  <a:pt x="8286" y="20176"/>
                </a:cubicBezTo>
                <a:cubicBezTo>
                  <a:pt x="8183" y="21089"/>
                  <a:pt x="8477" y="21913"/>
                  <a:pt x="8801" y="22664"/>
                </a:cubicBezTo>
                <a:cubicBezTo>
                  <a:pt x="9434" y="24150"/>
                  <a:pt x="10714" y="25312"/>
                  <a:pt x="11744" y="26166"/>
                </a:cubicBezTo>
                <a:cubicBezTo>
                  <a:pt x="12053" y="26401"/>
                  <a:pt x="12333" y="26637"/>
                  <a:pt x="12569" y="26843"/>
                </a:cubicBezTo>
                <a:cubicBezTo>
                  <a:pt x="14335" y="28344"/>
                  <a:pt x="15541" y="30081"/>
                  <a:pt x="16100" y="31994"/>
                </a:cubicBezTo>
                <a:cubicBezTo>
                  <a:pt x="16216" y="32380"/>
                  <a:pt x="16298" y="32732"/>
                  <a:pt x="16347" y="33080"/>
                </a:cubicBezTo>
                <a:lnTo>
                  <a:pt x="16347" y="33080"/>
                </a:lnTo>
                <a:cubicBezTo>
                  <a:pt x="16358" y="33073"/>
                  <a:pt x="16371" y="33067"/>
                  <a:pt x="16383" y="33060"/>
                </a:cubicBezTo>
                <a:lnTo>
                  <a:pt x="16383" y="33060"/>
                </a:lnTo>
                <a:cubicBezTo>
                  <a:pt x="16345" y="32728"/>
                  <a:pt x="16262" y="32371"/>
                  <a:pt x="16145" y="31979"/>
                </a:cubicBezTo>
                <a:cubicBezTo>
                  <a:pt x="15556" y="30036"/>
                  <a:pt x="14364" y="28300"/>
                  <a:pt x="12598" y="26784"/>
                </a:cubicBezTo>
                <a:cubicBezTo>
                  <a:pt x="12333" y="26563"/>
                  <a:pt x="12053" y="26343"/>
                  <a:pt x="11759" y="26107"/>
                </a:cubicBezTo>
                <a:cubicBezTo>
                  <a:pt x="10714" y="25283"/>
                  <a:pt x="9449" y="24120"/>
                  <a:pt x="8845" y="22649"/>
                </a:cubicBezTo>
                <a:cubicBezTo>
                  <a:pt x="8521" y="21898"/>
                  <a:pt x="8227" y="21089"/>
                  <a:pt x="8345" y="20206"/>
                </a:cubicBezTo>
                <a:cubicBezTo>
                  <a:pt x="8448" y="19264"/>
                  <a:pt x="8963" y="18293"/>
                  <a:pt x="9772" y="17439"/>
                </a:cubicBezTo>
                <a:cubicBezTo>
                  <a:pt x="10096" y="17130"/>
                  <a:pt x="10420" y="16836"/>
                  <a:pt x="10788" y="16556"/>
                </a:cubicBezTo>
                <a:cubicBezTo>
                  <a:pt x="11597" y="15968"/>
                  <a:pt x="12495" y="15526"/>
                  <a:pt x="13363" y="15099"/>
                </a:cubicBezTo>
                <a:cubicBezTo>
                  <a:pt x="13805" y="14879"/>
                  <a:pt x="14290" y="14643"/>
                  <a:pt x="14732" y="14408"/>
                </a:cubicBezTo>
                <a:cubicBezTo>
                  <a:pt x="16145" y="13628"/>
                  <a:pt x="17454" y="12642"/>
                  <a:pt x="18632" y="11479"/>
                </a:cubicBezTo>
                <a:cubicBezTo>
                  <a:pt x="19618" y="10508"/>
                  <a:pt x="20324" y="9551"/>
                  <a:pt x="20736" y="8580"/>
                </a:cubicBezTo>
                <a:cubicBezTo>
                  <a:pt x="21001" y="8006"/>
                  <a:pt x="21148" y="7432"/>
                  <a:pt x="21207" y="6888"/>
                </a:cubicBezTo>
                <a:cubicBezTo>
                  <a:pt x="21281" y="6108"/>
                  <a:pt x="21178" y="5357"/>
                  <a:pt x="21089" y="4768"/>
                </a:cubicBezTo>
                <a:cubicBezTo>
                  <a:pt x="20810" y="3150"/>
                  <a:pt x="20324" y="1619"/>
                  <a:pt x="19632" y="221"/>
                </a:cubicBezTo>
                <a:close/>
                <a:moveTo>
                  <a:pt x="16682" y="32902"/>
                </a:moveTo>
                <a:lnTo>
                  <a:pt x="16682" y="32902"/>
                </a:lnTo>
                <a:cubicBezTo>
                  <a:pt x="16645" y="32921"/>
                  <a:pt x="16608" y="32940"/>
                  <a:pt x="16571" y="32965"/>
                </a:cubicBezTo>
                <a:cubicBezTo>
                  <a:pt x="16571" y="33016"/>
                  <a:pt x="16571" y="33059"/>
                  <a:pt x="16576" y="33101"/>
                </a:cubicBezTo>
                <a:lnTo>
                  <a:pt x="16576" y="33101"/>
                </a:lnTo>
                <a:lnTo>
                  <a:pt x="16616" y="33083"/>
                </a:lnTo>
                <a:cubicBezTo>
                  <a:pt x="16660" y="33053"/>
                  <a:pt x="16674" y="33053"/>
                  <a:pt x="16689" y="33039"/>
                </a:cubicBezTo>
                <a:cubicBezTo>
                  <a:pt x="16688" y="32994"/>
                  <a:pt x="16685" y="32948"/>
                  <a:pt x="16682" y="32902"/>
                </a:cubicBezTo>
                <a:close/>
                <a:moveTo>
                  <a:pt x="16513" y="33009"/>
                </a:moveTo>
                <a:cubicBezTo>
                  <a:pt x="16498" y="33009"/>
                  <a:pt x="16498" y="33024"/>
                  <a:pt x="16468" y="33024"/>
                </a:cubicBezTo>
                <a:cubicBezTo>
                  <a:pt x="16440" y="33033"/>
                  <a:pt x="16411" y="33046"/>
                  <a:pt x="16383" y="33060"/>
                </a:cubicBezTo>
                <a:lnTo>
                  <a:pt x="16383" y="33060"/>
                </a:lnTo>
                <a:cubicBezTo>
                  <a:pt x="16387" y="33103"/>
                  <a:pt x="16392" y="33144"/>
                  <a:pt x="16395" y="33186"/>
                </a:cubicBezTo>
                <a:lnTo>
                  <a:pt x="16513" y="33131"/>
                </a:lnTo>
                <a:lnTo>
                  <a:pt x="16513" y="33009"/>
                </a:lnTo>
                <a:close/>
                <a:moveTo>
                  <a:pt x="17131" y="32891"/>
                </a:moveTo>
                <a:cubicBezTo>
                  <a:pt x="17131" y="32950"/>
                  <a:pt x="17116" y="33009"/>
                  <a:pt x="17101" y="33053"/>
                </a:cubicBezTo>
                <a:cubicBezTo>
                  <a:pt x="17028" y="33112"/>
                  <a:pt x="16954" y="33156"/>
                  <a:pt x="16866" y="33200"/>
                </a:cubicBezTo>
                <a:cubicBezTo>
                  <a:pt x="16895" y="33156"/>
                  <a:pt x="16895" y="33097"/>
                  <a:pt x="16895" y="33039"/>
                </a:cubicBezTo>
                <a:cubicBezTo>
                  <a:pt x="16969" y="32980"/>
                  <a:pt x="17057" y="32950"/>
                  <a:pt x="17131" y="32891"/>
                </a:cubicBezTo>
                <a:close/>
                <a:moveTo>
                  <a:pt x="17381" y="32980"/>
                </a:moveTo>
                <a:cubicBezTo>
                  <a:pt x="17381" y="33009"/>
                  <a:pt x="17351" y="33024"/>
                  <a:pt x="17351" y="33024"/>
                </a:cubicBezTo>
                <a:cubicBezTo>
                  <a:pt x="17337" y="33053"/>
                  <a:pt x="17337" y="33097"/>
                  <a:pt x="17322" y="33112"/>
                </a:cubicBezTo>
                <a:cubicBezTo>
                  <a:pt x="17263" y="33142"/>
                  <a:pt x="17204" y="33200"/>
                  <a:pt x="17131" y="33245"/>
                </a:cubicBezTo>
                <a:cubicBezTo>
                  <a:pt x="17160" y="33186"/>
                  <a:pt x="17160" y="33142"/>
                  <a:pt x="17175" y="33097"/>
                </a:cubicBezTo>
                <a:cubicBezTo>
                  <a:pt x="17248" y="33053"/>
                  <a:pt x="17307" y="33024"/>
                  <a:pt x="17381" y="32980"/>
                </a:cubicBezTo>
                <a:close/>
                <a:moveTo>
                  <a:pt x="17499" y="33053"/>
                </a:moveTo>
                <a:lnTo>
                  <a:pt x="17499" y="33053"/>
                </a:lnTo>
                <a:cubicBezTo>
                  <a:pt x="17469" y="33083"/>
                  <a:pt x="17410" y="33112"/>
                  <a:pt x="17381" y="33156"/>
                </a:cubicBezTo>
                <a:cubicBezTo>
                  <a:pt x="17351" y="33186"/>
                  <a:pt x="17351" y="33200"/>
                  <a:pt x="17337" y="33245"/>
                </a:cubicBezTo>
                <a:cubicBezTo>
                  <a:pt x="17366" y="33230"/>
                  <a:pt x="17410" y="33186"/>
                  <a:pt x="17454" y="33156"/>
                </a:cubicBezTo>
                <a:cubicBezTo>
                  <a:pt x="17469" y="33127"/>
                  <a:pt x="17484" y="33097"/>
                  <a:pt x="17499" y="33053"/>
                </a:cubicBezTo>
                <a:close/>
                <a:moveTo>
                  <a:pt x="16347" y="33080"/>
                </a:moveTo>
                <a:cubicBezTo>
                  <a:pt x="16301" y="33105"/>
                  <a:pt x="16258" y="33133"/>
                  <a:pt x="16218" y="33156"/>
                </a:cubicBezTo>
                <a:lnTo>
                  <a:pt x="16218" y="33303"/>
                </a:lnTo>
                <a:lnTo>
                  <a:pt x="16218" y="33303"/>
                </a:lnTo>
                <a:cubicBezTo>
                  <a:pt x="16270" y="33278"/>
                  <a:pt x="16321" y="33252"/>
                  <a:pt x="16365" y="33230"/>
                </a:cubicBezTo>
                <a:cubicBezTo>
                  <a:pt x="16360" y="33180"/>
                  <a:pt x="16354" y="33130"/>
                  <a:pt x="16347" y="33080"/>
                </a:cubicBezTo>
                <a:close/>
                <a:moveTo>
                  <a:pt x="16822" y="33083"/>
                </a:moveTo>
                <a:cubicBezTo>
                  <a:pt x="16822" y="33127"/>
                  <a:pt x="16807" y="33186"/>
                  <a:pt x="16807" y="33245"/>
                </a:cubicBezTo>
                <a:cubicBezTo>
                  <a:pt x="16733" y="33303"/>
                  <a:pt x="16645" y="33333"/>
                  <a:pt x="16571" y="33392"/>
                </a:cubicBezTo>
                <a:lnTo>
                  <a:pt x="16571" y="33230"/>
                </a:lnTo>
                <a:cubicBezTo>
                  <a:pt x="16660" y="33171"/>
                  <a:pt x="16733" y="33127"/>
                  <a:pt x="16822" y="33083"/>
                </a:cubicBezTo>
                <a:close/>
                <a:moveTo>
                  <a:pt x="17184" y="33317"/>
                </a:moveTo>
                <a:cubicBezTo>
                  <a:pt x="17156" y="33350"/>
                  <a:pt x="17128" y="33381"/>
                  <a:pt x="17099" y="33412"/>
                </a:cubicBezTo>
                <a:lnTo>
                  <a:pt x="17099" y="33412"/>
                </a:lnTo>
                <a:cubicBezTo>
                  <a:pt x="17101" y="33397"/>
                  <a:pt x="17101" y="33385"/>
                  <a:pt x="17101" y="33377"/>
                </a:cubicBezTo>
                <a:lnTo>
                  <a:pt x="17184" y="33317"/>
                </a:lnTo>
                <a:close/>
                <a:moveTo>
                  <a:pt x="17086" y="33171"/>
                </a:moveTo>
                <a:lnTo>
                  <a:pt x="17086" y="33171"/>
                </a:lnTo>
                <a:cubicBezTo>
                  <a:pt x="17057" y="33230"/>
                  <a:pt x="17057" y="33259"/>
                  <a:pt x="17042" y="33318"/>
                </a:cubicBezTo>
                <a:cubicBezTo>
                  <a:pt x="16983" y="33348"/>
                  <a:pt x="16910" y="33406"/>
                  <a:pt x="16836" y="33451"/>
                </a:cubicBezTo>
                <a:cubicBezTo>
                  <a:pt x="16866" y="33392"/>
                  <a:pt x="16866" y="33333"/>
                  <a:pt x="16866" y="33289"/>
                </a:cubicBezTo>
                <a:cubicBezTo>
                  <a:pt x="16939" y="33259"/>
                  <a:pt x="16998" y="33200"/>
                  <a:pt x="17086" y="33171"/>
                </a:cubicBezTo>
                <a:close/>
                <a:moveTo>
                  <a:pt x="17337" y="33348"/>
                </a:moveTo>
                <a:cubicBezTo>
                  <a:pt x="17322" y="33377"/>
                  <a:pt x="17278" y="33392"/>
                  <a:pt x="17263" y="33406"/>
                </a:cubicBezTo>
                <a:cubicBezTo>
                  <a:pt x="17263" y="33421"/>
                  <a:pt x="17248" y="33451"/>
                  <a:pt x="17248" y="33465"/>
                </a:cubicBezTo>
                <a:lnTo>
                  <a:pt x="17322" y="33392"/>
                </a:lnTo>
                <a:cubicBezTo>
                  <a:pt x="17322" y="33377"/>
                  <a:pt x="17336" y="33348"/>
                  <a:pt x="17337" y="33348"/>
                </a:cubicBezTo>
                <a:close/>
                <a:moveTo>
                  <a:pt x="17160" y="33524"/>
                </a:moveTo>
                <a:cubicBezTo>
                  <a:pt x="17152" y="33528"/>
                  <a:pt x="17145" y="33532"/>
                  <a:pt x="17139" y="33537"/>
                </a:cubicBezTo>
                <a:lnTo>
                  <a:pt x="17139" y="33537"/>
                </a:lnTo>
                <a:cubicBezTo>
                  <a:pt x="17146" y="33533"/>
                  <a:pt x="17153" y="33529"/>
                  <a:pt x="17160" y="33524"/>
                </a:cubicBezTo>
                <a:close/>
                <a:moveTo>
                  <a:pt x="16050" y="33248"/>
                </a:moveTo>
                <a:cubicBezTo>
                  <a:pt x="16058" y="33292"/>
                  <a:pt x="16065" y="33335"/>
                  <a:pt x="16071" y="33377"/>
                </a:cubicBezTo>
                <a:cubicBezTo>
                  <a:pt x="16100" y="33363"/>
                  <a:pt x="16131" y="33347"/>
                  <a:pt x="16164" y="33331"/>
                </a:cubicBezTo>
                <a:lnTo>
                  <a:pt x="16164" y="33331"/>
                </a:lnTo>
                <a:cubicBezTo>
                  <a:pt x="16166" y="33352"/>
                  <a:pt x="16169" y="33373"/>
                  <a:pt x="16174" y="33392"/>
                </a:cubicBezTo>
                <a:lnTo>
                  <a:pt x="15894" y="33554"/>
                </a:lnTo>
                <a:cubicBezTo>
                  <a:pt x="15865" y="33480"/>
                  <a:pt x="15865" y="33406"/>
                  <a:pt x="15865" y="33348"/>
                </a:cubicBezTo>
                <a:cubicBezTo>
                  <a:pt x="15922" y="33310"/>
                  <a:pt x="15985" y="33278"/>
                  <a:pt x="16050" y="33248"/>
                </a:cubicBezTo>
                <a:close/>
                <a:moveTo>
                  <a:pt x="16513" y="33274"/>
                </a:moveTo>
                <a:lnTo>
                  <a:pt x="16513" y="33465"/>
                </a:lnTo>
                <a:cubicBezTo>
                  <a:pt x="16424" y="33524"/>
                  <a:pt x="16321" y="33568"/>
                  <a:pt x="16248" y="33613"/>
                </a:cubicBezTo>
                <a:cubicBezTo>
                  <a:pt x="16233" y="33539"/>
                  <a:pt x="16233" y="33480"/>
                  <a:pt x="16233" y="33421"/>
                </a:cubicBezTo>
                <a:cubicBezTo>
                  <a:pt x="16248" y="33406"/>
                  <a:pt x="16292" y="33392"/>
                  <a:pt x="16307" y="33392"/>
                </a:cubicBezTo>
                <a:cubicBezTo>
                  <a:pt x="16380" y="33348"/>
                  <a:pt x="16439" y="33318"/>
                  <a:pt x="16513" y="33274"/>
                </a:cubicBezTo>
                <a:close/>
                <a:moveTo>
                  <a:pt x="16807" y="33333"/>
                </a:moveTo>
                <a:cubicBezTo>
                  <a:pt x="16807" y="33392"/>
                  <a:pt x="16792" y="33451"/>
                  <a:pt x="16763" y="33495"/>
                </a:cubicBezTo>
                <a:cubicBezTo>
                  <a:pt x="16689" y="33554"/>
                  <a:pt x="16616" y="33598"/>
                  <a:pt x="16542" y="33642"/>
                </a:cubicBezTo>
                <a:cubicBezTo>
                  <a:pt x="16542" y="33598"/>
                  <a:pt x="16571" y="33539"/>
                  <a:pt x="16571" y="33480"/>
                </a:cubicBezTo>
                <a:cubicBezTo>
                  <a:pt x="16645" y="33421"/>
                  <a:pt x="16733" y="33392"/>
                  <a:pt x="16807" y="33333"/>
                </a:cubicBezTo>
                <a:close/>
                <a:moveTo>
                  <a:pt x="17013" y="33406"/>
                </a:moveTo>
                <a:lnTo>
                  <a:pt x="17013" y="33406"/>
                </a:lnTo>
                <a:cubicBezTo>
                  <a:pt x="16983" y="33465"/>
                  <a:pt x="16969" y="33495"/>
                  <a:pt x="16954" y="33554"/>
                </a:cubicBezTo>
                <a:cubicBezTo>
                  <a:pt x="16895" y="33598"/>
                  <a:pt x="16836" y="33642"/>
                  <a:pt x="16763" y="33686"/>
                </a:cubicBezTo>
                <a:cubicBezTo>
                  <a:pt x="16807" y="33627"/>
                  <a:pt x="16822" y="33598"/>
                  <a:pt x="16822" y="33539"/>
                </a:cubicBezTo>
                <a:cubicBezTo>
                  <a:pt x="16895" y="33495"/>
                  <a:pt x="16954" y="33451"/>
                  <a:pt x="17013" y="33406"/>
                </a:cubicBezTo>
                <a:close/>
                <a:moveTo>
                  <a:pt x="15791" y="33377"/>
                </a:moveTo>
                <a:cubicBezTo>
                  <a:pt x="15791" y="33451"/>
                  <a:pt x="15806" y="33495"/>
                  <a:pt x="15806" y="33554"/>
                </a:cubicBezTo>
                <a:cubicBezTo>
                  <a:pt x="15762" y="33568"/>
                  <a:pt x="15718" y="33613"/>
                  <a:pt x="15659" y="33627"/>
                </a:cubicBezTo>
                <a:cubicBezTo>
                  <a:pt x="15615" y="33642"/>
                  <a:pt x="15571" y="33686"/>
                  <a:pt x="15512" y="33701"/>
                </a:cubicBezTo>
                <a:cubicBezTo>
                  <a:pt x="15512" y="33671"/>
                  <a:pt x="15512" y="33613"/>
                  <a:pt x="15497" y="33539"/>
                </a:cubicBezTo>
                <a:cubicBezTo>
                  <a:pt x="15585" y="33480"/>
                  <a:pt x="15688" y="33421"/>
                  <a:pt x="15791" y="33377"/>
                </a:cubicBezTo>
                <a:close/>
                <a:moveTo>
                  <a:pt x="17139" y="33537"/>
                </a:moveTo>
                <a:lnTo>
                  <a:pt x="17139" y="33537"/>
                </a:lnTo>
                <a:cubicBezTo>
                  <a:pt x="17099" y="33559"/>
                  <a:pt x="17053" y="33575"/>
                  <a:pt x="17028" y="33613"/>
                </a:cubicBezTo>
                <a:cubicBezTo>
                  <a:pt x="17028" y="33627"/>
                  <a:pt x="17013" y="33671"/>
                  <a:pt x="16983" y="33701"/>
                </a:cubicBezTo>
                <a:lnTo>
                  <a:pt x="17101" y="33598"/>
                </a:lnTo>
                <a:cubicBezTo>
                  <a:pt x="17112" y="33566"/>
                  <a:pt x="17123" y="33549"/>
                  <a:pt x="17139" y="33537"/>
                </a:cubicBezTo>
                <a:close/>
                <a:moveTo>
                  <a:pt x="16159" y="33465"/>
                </a:moveTo>
                <a:lnTo>
                  <a:pt x="16159" y="33642"/>
                </a:lnTo>
                <a:cubicBezTo>
                  <a:pt x="16145" y="33657"/>
                  <a:pt x="16130" y="33657"/>
                  <a:pt x="16100" y="33686"/>
                </a:cubicBezTo>
                <a:cubicBezTo>
                  <a:pt x="16027" y="33716"/>
                  <a:pt x="15953" y="33774"/>
                  <a:pt x="15880" y="33804"/>
                </a:cubicBezTo>
                <a:lnTo>
                  <a:pt x="15880" y="33613"/>
                </a:lnTo>
                <a:cubicBezTo>
                  <a:pt x="15983" y="33554"/>
                  <a:pt x="16071" y="33495"/>
                  <a:pt x="16159" y="33465"/>
                </a:cubicBezTo>
                <a:close/>
                <a:moveTo>
                  <a:pt x="16802" y="33751"/>
                </a:moveTo>
                <a:lnTo>
                  <a:pt x="16802" y="33751"/>
                </a:lnTo>
                <a:cubicBezTo>
                  <a:pt x="16784" y="33773"/>
                  <a:pt x="16766" y="33794"/>
                  <a:pt x="16748" y="33816"/>
                </a:cubicBezTo>
                <a:lnTo>
                  <a:pt x="16748" y="33816"/>
                </a:lnTo>
                <a:cubicBezTo>
                  <a:pt x="16748" y="33789"/>
                  <a:pt x="16748" y="33789"/>
                  <a:pt x="16763" y="33774"/>
                </a:cubicBezTo>
                <a:lnTo>
                  <a:pt x="16802" y="33751"/>
                </a:lnTo>
                <a:close/>
                <a:moveTo>
                  <a:pt x="16498" y="33524"/>
                </a:moveTo>
                <a:cubicBezTo>
                  <a:pt x="16498" y="33568"/>
                  <a:pt x="16468" y="33627"/>
                  <a:pt x="16468" y="33686"/>
                </a:cubicBezTo>
                <a:cubicBezTo>
                  <a:pt x="16395" y="33745"/>
                  <a:pt x="16307" y="33789"/>
                  <a:pt x="16233" y="33833"/>
                </a:cubicBezTo>
                <a:lnTo>
                  <a:pt x="16233" y="33671"/>
                </a:lnTo>
                <a:cubicBezTo>
                  <a:pt x="16307" y="33627"/>
                  <a:pt x="16395" y="33568"/>
                  <a:pt x="16498" y="33524"/>
                </a:cubicBezTo>
                <a:close/>
                <a:moveTo>
                  <a:pt x="16748" y="33583"/>
                </a:moveTo>
                <a:cubicBezTo>
                  <a:pt x="16733" y="33642"/>
                  <a:pt x="16719" y="33701"/>
                  <a:pt x="16719" y="33745"/>
                </a:cubicBezTo>
                <a:cubicBezTo>
                  <a:pt x="16645" y="33789"/>
                  <a:pt x="16571" y="33833"/>
                  <a:pt x="16498" y="33892"/>
                </a:cubicBezTo>
                <a:cubicBezTo>
                  <a:pt x="16513" y="33833"/>
                  <a:pt x="16513" y="33774"/>
                  <a:pt x="16527" y="33745"/>
                </a:cubicBezTo>
                <a:cubicBezTo>
                  <a:pt x="16601" y="33686"/>
                  <a:pt x="16674" y="33642"/>
                  <a:pt x="16748" y="33583"/>
                </a:cubicBezTo>
                <a:close/>
                <a:moveTo>
                  <a:pt x="16983" y="33774"/>
                </a:moveTo>
                <a:cubicBezTo>
                  <a:pt x="16969" y="33789"/>
                  <a:pt x="16939" y="33819"/>
                  <a:pt x="16910" y="33833"/>
                </a:cubicBezTo>
                <a:cubicBezTo>
                  <a:pt x="16895" y="33848"/>
                  <a:pt x="16895" y="33863"/>
                  <a:pt x="16880" y="33892"/>
                </a:cubicBezTo>
                <a:lnTo>
                  <a:pt x="16954" y="33819"/>
                </a:lnTo>
                <a:cubicBezTo>
                  <a:pt x="16969" y="33819"/>
                  <a:pt x="16983" y="33789"/>
                  <a:pt x="16983" y="33774"/>
                </a:cubicBezTo>
                <a:close/>
                <a:moveTo>
                  <a:pt x="15424" y="33568"/>
                </a:moveTo>
                <a:cubicBezTo>
                  <a:pt x="15424" y="33642"/>
                  <a:pt x="15438" y="33701"/>
                  <a:pt x="15438" y="33774"/>
                </a:cubicBezTo>
                <a:cubicBezTo>
                  <a:pt x="15394" y="33819"/>
                  <a:pt x="15335" y="33833"/>
                  <a:pt x="15276" y="33863"/>
                </a:cubicBezTo>
                <a:cubicBezTo>
                  <a:pt x="15232" y="33892"/>
                  <a:pt x="15203" y="33922"/>
                  <a:pt x="15144" y="33936"/>
                </a:cubicBezTo>
                <a:cubicBezTo>
                  <a:pt x="15173" y="33892"/>
                  <a:pt x="15173" y="33819"/>
                  <a:pt x="15144" y="33745"/>
                </a:cubicBezTo>
                <a:lnTo>
                  <a:pt x="15424" y="33568"/>
                </a:lnTo>
                <a:close/>
                <a:moveTo>
                  <a:pt x="16807" y="33966"/>
                </a:moveTo>
                <a:cubicBezTo>
                  <a:pt x="16788" y="33966"/>
                  <a:pt x="16775" y="33971"/>
                  <a:pt x="16765" y="33981"/>
                </a:cubicBezTo>
                <a:lnTo>
                  <a:pt x="16765" y="33981"/>
                </a:lnTo>
                <a:cubicBezTo>
                  <a:pt x="16778" y="33975"/>
                  <a:pt x="16791" y="33970"/>
                  <a:pt x="16807" y="33966"/>
                </a:cubicBezTo>
                <a:close/>
                <a:moveTo>
                  <a:pt x="15806" y="33642"/>
                </a:moveTo>
                <a:lnTo>
                  <a:pt x="15806" y="33833"/>
                </a:lnTo>
                <a:lnTo>
                  <a:pt x="15541" y="33995"/>
                </a:lnTo>
                <a:lnTo>
                  <a:pt x="15541" y="33819"/>
                </a:lnTo>
                <a:cubicBezTo>
                  <a:pt x="15585" y="33774"/>
                  <a:pt x="15644" y="33745"/>
                  <a:pt x="15703" y="33716"/>
                </a:cubicBezTo>
                <a:cubicBezTo>
                  <a:pt x="15733" y="33701"/>
                  <a:pt x="15777" y="33686"/>
                  <a:pt x="15806" y="33642"/>
                </a:cubicBezTo>
                <a:close/>
                <a:moveTo>
                  <a:pt x="16159" y="33716"/>
                </a:moveTo>
                <a:cubicBezTo>
                  <a:pt x="16159" y="33774"/>
                  <a:pt x="16159" y="33833"/>
                  <a:pt x="16145" y="33907"/>
                </a:cubicBezTo>
                <a:cubicBezTo>
                  <a:pt x="16086" y="33936"/>
                  <a:pt x="16012" y="33980"/>
                  <a:pt x="15953" y="34010"/>
                </a:cubicBezTo>
                <a:cubicBezTo>
                  <a:pt x="15939" y="34025"/>
                  <a:pt x="15924" y="34025"/>
                  <a:pt x="15880" y="34054"/>
                </a:cubicBezTo>
                <a:cubicBezTo>
                  <a:pt x="15880" y="33995"/>
                  <a:pt x="15909" y="33922"/>
                  <a:pt x="15880" y="33863"/>
                </a:cubicBezTo>
                <a:cubicBezTo>
                  <a:pt x="15983" y="33819"/>
                  <a:pt x="16056" y="33774"/>
                  <a:pt x="16145" y="33716"/>
                </a:cubicBezTo>
                <a:close/>
                <a:moveTo>
                  <a:pt x="16454" y="33774"/>
                </a:moveTo>
                <a:cubicBezTo>
                  <a:pt x="16439" y="33833"/>
                  <a:pt x="16439" y="33877"/>
                  <a:pt x="16410" y="33936"/>
                </a:cubicBezTo>
                <a:cubicBezTo>
                  <a:pt x="16351" y="33995"/>
                  <a:pt x="16277" y="34054"/>
                  <a:pt x="16203" y="34083"/>
                </a:cubicBezTo>
                <a:cubicBezTo>
                  <a:pt x="16203" y="34025"/>
                  <a:pt x="16218" y="33980"/>
                  <a:pt x="16218" y="33922"/>
                </a:cubicBezTo>
                <a:cubicBezTo>
                  <a:pt x="16292" y="33863"/>
                  <a:pt x="16380" y="33833"/>
                  <a:pt x="16454" y="33774"/>
                </a:cubicBezTo>
                <a:close/>
                <a:moveTo>
                  <a:pt x="16660" y="33848"/>
                </a:moveTo>
                <a:lnTo>
                  <a:pt x="16660" y="33848"/>
                </a:lnTo>
                <a:cubicBezTo>
                  <a:pt x="16645" y="33907"/>
                  <a:pt x="16616" y="33936"/>
                  <a:pt x="16601" y="33980"/>
                </a:cubicBezTo>
                <a:cubicBezTo>
                  <a:pt x="16542" y="34010"/>
                  <a:pt x="16498" y="34069"/>
                  <a:pt x="16424" y="34113"/>
                </a:cubicBezTo>
                <a:cubicBezTo>
                  <a:pt x="16454" y="34069"/>
                  <a:pt x="16454" y="34039"/>
                  <a:pt x="16468" y="33980"/>
                </a:cubicBezTo>
                <a:cubicBezTo>
                  <a:pt x="16527" y="33936"/>
                  <a:pt x="16601" y="33892"/>
                  <a:pt x="16660" y="33848"/>
                </a:cubicBezTo>
                <a:close/>
                <a:moveTo>
                  <a:pt x="16765" y="33981"/>
                </a:moveTo>
                <a:cubicBezTo>
                  <a:pt x="16731" y="33997"/>
                  <a:pt x="16707" y="34022"/>
                  <a:pt x="16674" y="34054"/>
                </a:cubicBezTo>
                <a:cubicBezTo>
                  <a:pt x="16674" y="34069"/>
                  <a:pt x="16660" y="34113"/>
                  <a:pt x="16645" y="34142"/>
                </a:cubicBezTo>
                <a:lnTo>
                  <a:pt x="16748" y="34039"/>
                </a:lnTo>
                <a:cubicBezTo>
                  <a:pt x="16748" y="34014"/>
                  <a:pt x="16753" y="33993"/>
                  <a:pt x="16765" y="33981"/>
                </a:cubicBezTo>
                <a:close/>
                <a:moveTo>
                  <a:pt x="15100" y="33789"/>
                </a:moveTo>
                <a:cubicBezTo>
                  <a:pt x="15100" y="33863"/>
                  <a:pt x="15114" y="33922"/>
                  <a:pt x="15114" y="33995"/>
                </a:cubicBezTo>
                <a:cubicBezTo>
                  <a:pt x="15026" y="34054"/>
                  <a:pt x="14923" y="34113"/>
                  <a:pt x="14835" y="34186"/>
                </a:cubicBezTo>
                <a:cubicBezTo>
                  <a:pt x="14835" y="34083"/>
                  <a:pt x="14820" y="34039"/>
                  <a:pt x="14820" y="33966"/>
                </a:cubicBezTo>
                <a:lnTo>
                  <a:pt x="15100" y="33789"/>
                </a:lnTo>
                <a:close/>
                <a:moveTo>
                  <a:pt x="15468" y="33848"/>
                </a:moveTo>
                <a:cubicBezTo>
                  <a:pt x="15468" y="33907"/>
                  <a:pt x="15482" y="33980"/>
                  <a:pt x="15482" y="34039"/>
                </a:cubicBezTo>
                <a:lnTo>
                  <a:pt x="15203" y="34201"/>
                </a:lnTo>
                <a:cubicBezTo>
                  <a:pt x="15203" y="34142"/>
                  <a:pt x="15203" y="34083"/>
                  <a:pt x="15188" y="34010"/>
                </a:cubicBezTo>
                <a:cubicBezTo>
                  <a:pt x="15247" y="33980"/>
                  <a:pt x="15276" y="33966"/>
                  <a:pt x="15335" y="33922"/>
                </a:cubicBezTo>
                <a:cubicBezTo>
                  <a:pt x="15365" y="33907"/>
                  <a:pt x="15424" y="33863"/>
                  <a:pt x="15468" y="33848"/>
                </a:cubicBezTo>
                <a:close/>
                <a:moveTo>
                  <a:pt x="16417" y="34219"/>
                </a:moveTo>
                <a:lnTo>
                  <a:pt x="16417" y="34219"/>
                </a:lnTo>
                <a:cubicBezTo>
                  <a:pt x="16409" y="34227"/>
                  <a:pt x="16402" y="34236"/>
                  <a:pt x="16395" y="34244"/>
                </a:cubicBezTo>
                <a:lnTo>
                  <a:pt x="16395" y="34244"/>
                </a:lnTo>
                <a:cubicBezTo>
                  <a:pt x="16395" y="34240"/>
                  <a:pt x="16395" y="34235"/>
                  <a:pt x="16395" y="34231"/>
                </a:cubicBezTo>
                <a:cubicBezTo>
                  <a:pt x="16402" y="34227"/>
                  <a:pt x="16409" y="34223"/>
                  <a:pt x="16417" y="34219"/>
                </a:cubicBezTo>
                <a:close/>
                <a:moveTo>
                  <a:pt x="15836" y="33907"/>
                </a:moveTo>
                <a:lnTo>
                  <a:pt x="15836" y="34083"/>
                </a:lnTo>
                <a:lnTo>
                  <a:pt x="15556" y="34260"/>
                </a:lnTo>
                <a:lnTo>
                  <a:pt x="15556" y="34069"/>
                </a:lnTo>
                <a:lnTo>
                  <a:pt x="15836" y="33907"/>
                </a:lnTo>
                <a:close/>
                <a:moveTo>
                  <a:pt x="16159" y="33995"/>
                </a:moveTo>
                <a:cubicBezTo>
                  <a:pt x="16159" y="34054"/>
                  <a:pt x="16145" y="34113"/>
                  <a:pt x="16145" y="34157"/>
                </a:cubicBezTo>
                <a:cubicBezTo>
                  <a:pt x="16027" y="34201"/>
                  <a:pt x="15953" y="34260"/>
                  <a:pt x="15880" y="34304"/>
                </a:cubicBezTo>
                <a:cubicBezTo>
                  <a:pt x="15880" y="34260"/>
                  <a:pt x="15894" y="34201"/>
                  <a:pt x="15894" y="34142"/>
                </a:cubicBezTo>
                <a:lnTo>
                  <a:pt x="16012" y="34083"/>
                </a:lnTo>
                <a:cubicBezTo>
                  <a:pt x="16071" y="34054"/>
                  <a:pt x="16100" y="34025"/>
                  <a:pt x="16159" y="33995"/>
                </a:cubicBezTo>
                <a:close/>
                <a:moveTo>
                  <a:pt x="16395" y="34054"/>
                </a:moveTo>
                <a:lnTo>
                  <a:pt x="16395" y="34054"/>
                </a:lnTo>
                <a:cubicBezTo>
                  <a:pt x="16380" y="34113"/>
                  <a:pt x="16365" y="34142"/>
                  <a:pt x="16365" y="34201"/>
                </a:cubicBezTo>
                <a:cubicBezTo>
                  <a:pt x="16277" y="34231"/>
                  <a:pt x="16218" y="34289"/>
                  <a:pt x="16145" y="34348"/>
                </a:cubicBezTo>
                <a:cubicBezTo>
                  <a:pt x="16159" y="34289"/>
                  <a:pt x="16159" y="34231"/>
                  <a:pt x="16174" y="34201"/>
                </a:cubicBezTo>
                <a:cubicBezTo>
                  <a:pt x="16248" y="34142"/>
                  <a:pt x="16321" y="34113"/>
                  <a:pt x="16395" y="34054"/>
                </a:cubicBezTo>
                <a:close/>
                <a:moveTo>
                  <a:pt x="16616" y="34231"/>
                </a:moveTo>
                <a:lnTo>
                  <a:pt x="16616" y="34231"/>
                </a:lnTo>
                <a:cubicBezTo>
                  <a:pt x="16601" y="34260"/>
                  <a:pt x="16557" y="34275"/>
                  <a:pt x="16542" y="34289"/>
                </a:cubicBezTo>
                <a:cubicBezTo>
                  <a:pt x="16542" y="34304"/>
                  <a:pt x="16527" y="34334"/>
                  <a:pt x="16527" y="34348"/>
                </a:cubicBezTo>
                <a:cubicBezTo>
                  <a:pt x="16571" y="34334"/>
                  <a:pt x="16586" y="34289"/>
                  <a:pt x="16601" y="34275"/>
                </a:cubicBezTo>
                <a:cubicBezTo>
                  <a:pt x="16601" y="34260"/>
                  <a:pt x="16615" y="34231"/>
                  <a:pt x="16616" y="34231"/>
                </a:cubicBezTo>
                <a:close/>
                <a:moveTo>
                  <a:pt x="14747" y="33995"/>
                </a:moveTo>
                <a:cubicBezTo>
                  <a:pt x="14747" y="34069"/>
                  <a:pt x="14761" y="34128"/>
                  <a:pt x="14761" y="34201"/>
                </a:cubicBezTo>
                <a:cubicBezTo>
                  <a:pt x="14673" y="34260"/>
                  <a:pt x="14585" y="34304"/>
                  <a:pt x="14511" y="34378"/>
                </a:cubicBezTo>
                <a:cubicBezTo>
                  <a:pt x="14511" y="34334"/>
                  <a:pt x="14511" y="34275"/>
                  <a:pt x="14482" y="34201"/>
                </a:cubicBezTo>
                <a:lnTo>
                  <a:pt x="14482" y="34157"/>
                </a:lnTo>
                <a:cubicBezTo>
                  <a:pt x="14585" y="34113"/>
                  <a:pt x="14673" y="34054"/>
                  <a:pt x="14747" y="33995"/>
                </a:cubicBezTo>
                <a:close/>
                <a:moveTo>
                  <a:pt x="15129" y="34054"/>
                </a:moveTo>
                <a:cubicBezTo>
                  <a:pt x="15129" y="34128"/>
                  <a:pt x="15144" y="34186"/>
                  <a:pt x="15144" y="34260"/>
                </a:cubicBezTo>
                <a:cubicBezTo>
                  <a:pt x="15056" y="34304"/>
                  <a:pt x="14967" y="34363"/>
                  <a:pt x="14879" y="34437"/>
                </a:cubicBezTo>
                <a:cubicBezTo>
                  <a:pt x="14850" y="34363"/>
                  <a:pt x="14850" y="34304"/>
                  <a:pt x="14850" y="34231"/>
                </a:cubicBezTo>
                <a:cubicBezTo>
                  <a:pt x="14953" y="34186"/>
                  <a:pt x="15041" y="34128"/>
                  <a:pt x="15129" y="34054"/>
                </a:cubicBezTo>
                <a:close/>
                <a:moveTo>
                  <a:pt x="15482" y="34128"/>
                </a:moveTo>
                <a:lnTo>
                  <a:pt x="15482" y="34304"/>
                </a:lnTo>
                <a:cubicBezTo>
                  <a:pt x="15438" y="34334"/>
                  <a:pt x="15394" y="34363"/>
                  <a:pt x="15350" y="34378"/>
                </a:cubicBezTo>
                <a:cubicBezTo>
                  <a:pt x="15291" y="34422"/>
                  <a:pt x="15262" y="34437"/>
                  <a:pt x="15203" y="34481"/>
                </a:cubicBezTo>
                <a:cubicBezTo>
                  <a:pt x="15217" y="34422"/>
                  <a:pt x="15217" y="34348"/>
                  <a:pt x="15203" y="34289"/>
                </a:cubicBezTo>
                <a:lnTo>
                  <a:pt x="15482" y="34128"/>
                </a:lnTo>
                <a:close/>
                <a:moveTo>
                  <a:pt x="16290" y="34361"/>
                </a:moveTo>
                <a:cubicBezTo>
                  <a:pt x="16281" y="34372"/>
                  <a:pt x="16272" y="34382"/>
                  <a:pt x="16262" y="34392"/>
                </a:cubicBezTo>
                <a:cubicBezTo>
                  <a:pt x="16239" y="34433"/>
                  <a:pt x="16213" y="34472"/>
                  <a:pt x="16187" y="34510"/>
                </a:cubicBezTo>
                <a:lnTo>
                  <a:pt x="16187" y="34510"/>
                </a:lnTo>
                <a:cubicBezTo>
                  <a:pt x="16209" y="34490"/>
                  <a:pt x="16230" y="34469"/>
                  <a:pt x="16248" y="34451"/>
                </a:cubicBezTo>
                <a:cubicBezTo>
                  <a:pt x="16267" y="34423"/>
                  <a:pt x="16280" y="34394"/>
                  <a:pt x="16290" y="34361"/>
                </a:cubicBezTo>
                <a:close/>
                <a:moveTo>
                  <a:pt x="15806" y="34157"/>
                </a:moveTo>
                <a:cubicBezTo>
                  <a:pt x="15806" y="34216"/>
                  <a:pt x="15806" y="34275"/>
                  <a:pt x="15791" y="34348"/>
                </a:cubicBezTo>
                <a:cubicBezTo>
                  <a:pt x="15718" y="34407"/>
                  <a:pt x="15630" y="34451"/>
                  <a:pt x="15556" y="34510"/>
                </a:cubicBezTo>
                <a:lnTo>
                  <a:pt x="15556" y="34334"/>
                </a:lnTo>
                <a:cubicBezTo>
                  <a:pt x="15644" y="34275"/>
                  <a:pt x="15733" y="34216"/>
                  <a:pt x="15806" y="34157"/>
                </a:cubicBezTo>
                <a:close/>
                <a:moveTo>
                  <a:pt x="16100" y="34231"/>
                </a:moveTo>
                <a:cubicBezTo>
                  <a:pt x="16086" y="34289"/>
                  <a:pt x="16086" y="34348"/>
                  <a:pt x="16071" y="34392"/>
                </a:cubicBezTo>
                <a:cubicBezTo>
                  <a:pt x="15997" y="34451"/>
                  <a:pt x="15924" y="34495"/>
                  <a:pt x="15850" y="34554"/>
                </a:cubicBezTo>
                <a:cubicBezTo>
                  <a:pt x="15850" y="34495"/>
                  <a:pt x="15865" y="34437"/>
                  <a:pt x="15865" y="34378"/>
                </a:cubicBezTo>
                <a:cubicBezTo>
                  <a:pt x="15939" y="34319"/>
                  <a:pt x="16012" y="34275"/>
                  <a:pt x="16100" y="34231"/>
                </a:cubicBezTo>
                <a:close/>
                <a:moveTo>
                  <a:pt x="16439" y="34378"/>
                </a:moveTo>
                <a:cubicBezTo>
                  <a:pt x="16380" y="34407"/>
                  <a:pt x="16351" y="34437"/>
                  <a:pt x="16307" y="34481"/>
                </a:cubicBezTo>
                <a:cubicBezTo>
                  <a:pt x="16292" y="34510"/>
                  <a:pt x="16292" y="34525"/>
                  <a:pt x="16277" y="34569"/>
                </a:cubicBezTo>
                <a:cubicBezTo>
                  <a:pt x="16307" y="34554"/>
                  <a:pt x="16351" y="34510"/>
                  <a:pt x="16380" y="34481"/>
                </a:cubicBezTo>
                <a:cubicBezTo>
                  <a:pt x="16395" y="34451"/>
                  <a:pt x="16424" y="34422"/>
                  <a:pt x="16439" y="34378"/>
                </a:cubicBezTo>
                <a:close/>
                <a:moveTo>
                  <a:pt x="14438" y="34201"/>
                </a:moveTo>
                <a:cubicBezTo>
                  <a:pt x="14438" y="34275"/>
                  <a:pt x="14452" y="34348"/>
                  <a:pt x="14452" y="34407"/>
                </a:cubicBezTo>
                <a:cubicBezTo>
                  <a:pt x="14364" y="34451"/>
                  <a:pt x="14290" y="34525"/>
                  <a:pt x="14187" y="34584"/>
                </a:cubicBezTo>
                <a:cubicBezTo>
                  <a:pt x="14187" y="34525"/>
                  <a:pt x="14187" y="34451"/>
                  <a:pt x="14173" y="34378"/>
                </a:cubicBezTo>
                <a:cubicBezTo>
                  <a:pt x="14261" y="34334"/>
                  <a:pt x="14335" y="34275"/>
                  <a:pt x="14438" y="34201"/>
                </a:cubicBezTo>
                <a:close/>
                <a:moveTo>
                  <a:pt x="14776" y="34275"/>
                </a:moveTo>
                <a:cubicBezTo>
                  <a:pt x="14776" y="34348"/>
                  <a:pt x="14805" y="34392"/>
                  <a:pt x="14805" y="34481"/>
                </a:cubicBezTo>
                <a:cubicBezTo>
                  <a:pt x="14702" y="34525"/>
                  <a:pt x="14614" y="34599"/>
                  <a:pt x="14541" y="34657"/>
                </a:cubicBezTo>
                <a:cubicBezTo>
                  <a:pt x="14541" y="34584"/>
                  <a:pt x="14526" y="34525"/>
                  <a:pt x="14526" y="34451"/>
                </a:cubicBezTo>
                <a:cubicBezTo>
                  <a:pt x="14614" y="34392"/>
                  <a:pt x="14702" y="34334"/>
                  <a:pt x="14776" y="34275"/>
                </a:cubicBezTo>
                <a:close/>
                <a:moveTo>
                  <a:pt x="15144" y="34334"/>
                </a:moveTo>
                <a:lnTo>
                  <a:pt x="15144" y="34510"/>
                </a:lnTo>
                <a:cubicBezTo>
                  <a:pt x="15114" y="34525"/>
                  <a:pt x="15070" y="34569"/>
                  <a:pt x="15041" y="34584"/>
                </a:cubicBezTo>
                <a:cubicBezTo>
                  <a:pt x="14982" y="34628"/>
                  <a:pt x="14923" y="34657"/>
                  <a:pt x="14894" y="34702"/>
                </a:cubicBezTo>
                <a:cubicBezTo>
                  <a:pt x="14879" y="34643"/>
                  <a:pt x="14879" y="34569"/>
                  <a:pt x="14879" y="34510"/>
                </a:cubicBezTo>
                <a:cubicBezTo>
                  <a:pt x="14967" y="34451"/>
                  <a:pt x="15056" y="34378"/>
                  <a:pt x="15144" y="34334"/>
                </a:cubicBezTo>
                <a:close/>
                <a:moveTo>
                  <a:pt x="16054" y="34682"/>
                </a:moveTo>
                <a:cubicBezTo>
                  <a:pt x="16045" y="34693"/>
                  <a:pt x="16036" y="34704"/>
                  <a:pt x="16026" y="34714"/>
                </a:cubicBezTo>
                <a:lnTo>
                  <a:pt x="16026" y="34714"/>
                </a:lnTo>
                <a:cubicBezTo>
                  <a:pt x="16027" y="34710"/>
                  <a:pt x="16027" y="34706"/>
                  <a:pt x="16027" y="34702"/>
                </a:cubicBezTo>
                <a:cubicBezTo>
                  <a:pt x="16036" y="34695"/>
                  <a:pt x="16045" y="34688"/>
                  <a:pt x="16054" y="34682"/>
                </a:cubicBezTo>
                <a:close/>
                <a:moveTo>
                  <a:pt x="15497" y="34378"/>
                </a:moveTo>
                <a:lnTo>
                  <a:pt x="15497" y="34569"/>
                </a:lnTo>
                <a:cubicBezTo>
                  <a:pt x="15409" y="34628"/>
                  <a:pt x="15321" y="34672"/>
                  <a:pt x="15247" y="34746"/>
                </a:cubicBezTo>
                <a:lnTo>
                  <a:pt x="15247" y="34569"/>
                </a:lnTo>
                <a:cubicBezTo>
                  <a:pt x="15276" y="34510"/>
                  <a:pt x="15335" y="34481"/>
                  <a:pt x="15409" y="34437"/>
                </a:cubicBezTo>
                <a:cubicBezTo>
                  <a:pt x="15438" y="34422"/>
                  <a:pt x="15468" y="34407"/>
                  <a:pt x="15497" y="34378"/>
                </a:cubicBezTo>
                <a:close/>
                <a:moveTo>
                  <a:pt x="15791" y="34437"/>
                </a:moveTo>
                <a:cubicBezTo>
                  <a:pt x="15791" y="34495"/>
                  <a:pt x="15777" y="34554"/>
                  <a:pt x="15762" y="34599"/>
                </a:cubicBezTo>
                <a:cubicBezTo>
                  <a:pt x="15718" y="34643"/>
                  <a:pt x="15674" y="34657"/>
                  <a:pt x="15630" y="34702"/>
                </a:cubicBezTo>
                <a:cubicBezTo>
                  <a:pt x="15585" y="34716"/>
                  <a:pt x="15556" y="34746"/>
                  <a:pt x="15512" y="34775"/>
                </a:cubicBezTo>
                <a:cubicBezTo>
                  <a:pt x="15512" y="34716"/>
                  <a:pt x="15527" y="34657"/>
                  <a:pt x="15527" y="34599"/>
                </a:cubicBezTo>
                <a:cubicBezTo>
                  <a:pt x="15630" y="34554"/>
                  <a:pt x="15718" y="34495"/>
                  <a:pt x="15791" y="34437"/>
                </a:cubicBezTo>
                <a:close/>
                <a:moveTo>
                  <a:pt x="16248" y="34672"/>
                </a:moveTo>
                <a:cubicBezTo>
                  <a:pt x="16218" y="34702"/>
                  <a:pt x="16189" y="34716"/>
                  <a:pt x="16174" y="34731"/>
                </a:cubicBezTo>
                <a:cubicBezTo>
                  <a:pt x="16174" y="34746"/>
                  <a:pt x="16159" y="34775"/>
                  <a:pt x="16159" y="34790"/>
                </a:cubicBezTo>
                <a:cubicBezTo>
                  <a:pt x="16203" y="34775"/>
                  <a:pt x="16218" y="34731"/>
                  <a:pt x="16233" y="34716"/>
                </a:cubicBezTo>
                <a:cubicBezTo>
                  <a:pt x="16248" y="34702"/>
                  <a:pt x="16248" y="34702"/>
                  <a:pt x="16248" y="34672"/>
                </a:cubicBezTo>
                <a:close/>
                <a:moveTo>
                  <a:pt x="16027" y="34510"/>
                </a:moveTo>
                <a:lnTo>
                  <a:pt x="16027" y="34510"/>
                </a:lnTo>
                <a:cubicBezTo>
                  <a:pt x="16027" y="34525"/>
                  <a:pt x="16012" y="34569"/>
                  <a:pt x="16012" y="34584"/>
                </a:cubicBezTo>
                <a:cubicBezTo>
                  <a:pt x="16012" y="34599"/>
                  <a:pt x="15997" y="34643"/>
                  <a:pt x="15983" y="34657"/>
                </a:cubicBezTo>
                <a:cubicBezTo>
                  <a:pt x="15924" y="34702"/>
                  <a:pt x="15850" y="34746"/>
                  <a:pt x="15791" y="34805"/>
                </a:cubicBezTo>
                <a:cubicBezTo>
                  <a:pt x="15806" y="34746"/>
                  <a:pt x="15806" y="34702"/>
                  <a:pt x="15836" y="34657"/>
                </a:cubicBezTo>
                <a:cubicBezTo>
                  <a:pt x="15909" y="34599"/>
                  <a:pt x="15983" y="34569"/>
                  <a:pt x="16027" y="34510"/>
                </a:cubicBezTo>
                <a:close/>
                <a:moveTo>
                  <a:pt x="14114" y="34422"/>
                </a:moveTo>
                <a:cubicBezTo>
                  <a:pt x="14114" y="34495"/>
                  <a:pt x="14143" y="34569"/>
                  <a:pt x="14143" y="34643"/>
                </a:cubicBezTo>
                <a:cubicBezTo>
                  <a:pt x="14055" y="34702"/>
                  <a:pt x="13967" y="34760"/>
                  <a:pt x="13893" y="34819"/>
                </a:cubicBezTo>
                <a:cubicBezTo>
                  <a:pt x="13878" y="34746"/>
                  <a:pt x="13878" y="34672"/>
                  <a:pt x="13878" y="34599"/>
                </a:cubicBezTo>
                <a:cubicBezTo>
                  <a:pt x="13952" y="34554"/>
                  <a:pt x="14040" y="34495"/>
                  <a:pt x="14114" y="34422"/>
                </a:cubicBezTo>
                <a:close/>
                <a:moveTo>
                  <a:pt x="14467" y="34495"/>
                </a:moveTo>
                <a:cubicBezTo>
                  <a:pt x="14467" y="34569"/>
                  <a:pt x="14482" y="34643"/>
                  <a:pt x="14482" y="34702"/>
                </a:cubicBezTo>
                <a:cubicBezTo>
                  <a:pt x="14393" y="34746"/>
                  <a:pt x="14320" y="34819"/>
                  <a:pt x="14231" y="34878"/>
                </a:cubicBezTo>
                <a:cubicBezTo>
                  <a:pt x="14217" y="34819"/>
                  <a:pt x="14217" y="34746"/>
                  <a:pt x="14217" y="34672"/>
                </a:cubicBezTo>
                <a:cubicBezTo>
                  <a:pt x="14305" y="34628"/>
                  <a:pt x="14379" y="34554"/>
                  <a:pt x="14467" y="34495"/>
                </a:cubicBezTo>
                <a:close/>
                <a:moveTo>
                  <a:pt x="14805" y="34554"/>
                </a:moveTo>
                <a:cubicBezTo>
                  <a:pt x="14805" y="34628"/>
                  <a:pt x="14805" y="34672"/>
                  <a:pt x="14820" y="34746"/>
                </a:cubicBezTo>
                <a:cubicBezTo>
                  <a:pt x="14732" y="34805"/>
                  <a:pt x="14629" y="34878"/>
                  <a:pt x="14555" y="34937"/>
                </a:cubicBezTo>
                <a:cubicBezTo>
                  <a:pt x="14541" y="34878"/>
                  <a:pt x="14541" y="34805"/>
                  <a:pt x="14541" y="34731"/>
                </a:cubicBezTo>
                <a:cubicBezTo>
                  <a:pt x="14629" y="34672"/>
                  <a:pt x="14732" y="34599"/>
                  <a:pt x="14805" y="34554"/>
                </a:cubicBezTo>
                <a:close/>
                <a:moveTo>
                  <a:pt x="15144" y="34599"/>
                </a:moveTo>
                <a:lnTo>
                  <a:pt x="15144" y="34790"/>
                </a:lnTo>
                <a:cubicBezTo>
                  <a:pt x="15056" y="34849"/>
                  <a:pt x="14982" y="34893"/>
                  <a:pt x="14894" y="34966"/>
                </a:cubicBezTo>
                <a:cubicBezTo>
                  <a:pt x="14894" y="34966"/>
                  <a:pt x="14879" y="34966"/>
                  <a:pt x="14879" y="34996"/>
                </a:cubicBezTo>
                <a:lnTo>
                  <a:pt x="14879" y="34805"/>
                </a:lnTo>
                <a:cubicBezTo>
                  <a:pt x="14953" y="34731"/>
                  <a:pt x="14997" y="34702"/>
                  <a:pt x="15070" y="34657"/>
                </a:cubicBezTo>
                <a:cubicBezTo>
                  <a:pt x="15100" y="34643"/>
                  <a:pt x="15129" y="34628"/>
                  <a:pt x="15144" y="34599"/>
                </a:cubicBezTo>
                <a:close/>
                <a:moveTo>
                  <a:pt x="15482" y="34657"/>
                </a:moveTo>
                <a:cubicBezTo>
                  <a:pt x="15482" y="34716"/>
                  <a:pt x="15468" y="34760"/>
                  <a:pt x="15468" y="34849"/>
                </a:cubicBezTo>
                <a:cubicBezTo>
                  <a:pt x="15365" y="34878"/>
                  <a:pt x="15291" y="34937"/>
                  <a:pt x="15203" y="35011"/>
                </a:cubicBezTo>
                <a:cubicBezTo>
                  <a:pt x="15203" y="34952"/>
                  <a:pt x="15203" y="34893"/>
                  <a:pt x="15217" y="34819"/>
                </a:cubicBezTo>
                <a:cubicBezTo>
                  <a:pt x="15247" y="34819"/>
                  <a:pt x="15247" y="34805"/>
                  <a:pt x="15262" y="34805"/>
                </a:cubicBezTo>
                <a:cubicBezTo>
                  <a:pt x="15335" y="34746"/>
                  <a:pt x="15409" y="34716"/>
                  <a:pt x="15482" y="34657"/>
                </a:cubicBezTo>
                <a:close/>
                <a:moveTo>
                  <a:pt x="15762" y="34716"/>
                </a:moveTo>
                <a:cubicBezTo>
                  <a:pt x="15733" y="34775"/>
                  <a:pt x="15733" y="34819"/>
                  <a:pt x="15718" y="34878"/>
                </a:cubicBezTo>
                <a:cubicBezTo>
                  <a:pt x="15630" y="34922"/>
                  <a:pt x="15556" y="34966"/>
                  <a:pt x="15482" y="35025"/>
                </a:cubicBezTo>
                <a:cubicBezTo>
                  <a:pt x="15497" y="34966"/>
                  <a:pt x="15497" y="34922"/>
                  <a:pt x="15512" y="34863"/>
                </a:cubicBezTo>
                <a:lnTo>
                  <a:pt x="15688" y="34746"/>
                </a:lnTo>
                <a:cubicBezTo>
                  <a:pt x="15703" y="34731"/>
                  <a:pt x="15718" y="34716"/>
                  <a:pt x="15762" y="34716"/>
                </a:cubicBezTo>
                <a:close/>
                <a:moveTo>
                  <a:pt x="15925" y="34829"/>
                </a:moveTo>
                <a:cubicBezTo>
                  <a:pt x="15915" y="34840"/>
                  <a:pt x="15905" y="34852"/>
                  <a:pt x="15894" y="34863"/>
                </a:cubicBezTo>
                <a:cubicBezTo>
                  <a:pt x="15859" y="34920"/>
                  <a:pt x="15819" y="34976"/>
                  <a:pt x="15777" y="35032"/>
                </a:cubicBezTo>
                <a:lnTo>
                  <a:pt x="15777" y="35032"/>
                </a:lnTo>
                <a:cubicBezTo>
                  <a:pt x="15815" y="35002"/>
                  <a:pt x="15851" y="34976"/>
                  <a:pt x="15880" y="34937"/>
                </a:cubicBezTo>
                <a:cubicBezTo>
                  <a:pt x="15891" y="34893"/>
                  <a:pt x="15910" y="34865"/>
                  <a:pt x="15925" y="34829"/>
                </a:cubicBezTo>
                <a:close/>
                <a:moveTo>
                  <a:pt x="16056" y="34863"/>
                </a:moveTo>
                <a:lnTo>
                  <a:pt x="16056" y="34863"/>
                </a:lnTo>
                <a:cubicBezTo>
                  <a:pt x="16012" y="34878"/>
                  <a:pt x="15983" y="34922"/>
                  <a:pt x="15939" y="34952"/>
                </a:cubicBezTo>
                <a:cubicBezTo>
                  <a:pt x="15939" y="34996"/>
                  <a:pt x="15924" y="35011"/>
                  <a:pt x="15909" y="35040"/>
                </a:cubicBezTo>
                <a:lnTo>
                  <a:pt x="16012" y="34937"/>
                </a:lnTo>
                <a:cubicBezTo>
                  <a:pt x="16027" y="34922"/>
                  <a:pt x="16056" y="34878"/>
                  <a:pt x="16056" y="34863"/>
                </a:cubicBezTo>
                <a:close/>
                <a:moveTo>
                  <a:pt x="13819" y="34657"/>
                </a:moveTo>
                <a:cubicBezTo>
                  <a:pt x="13819" y="34731"/>
                  <a:pt x="13834" y="34805"/>
                  <a:pt x="13834" y="34878"/>
                </a:cubicBezTo>
                <a:cubicBezTo>
                  <a:pt x="13761" y="34937"/>
                  <a:pt x="13687" y="35011"/>
                  <a:pt x="13599" y="35069"/>
                </a:cubicBezTo>
                <a:cubicBezTo>
                  <a:pt x="13584" y="34996"/>
                  <a:pt x="13584" y="34922"/>
                  <a:pt x="13584" y="34849"/>
                </a:cubicBezTo>
                <a:cubicBezTo>
                  <a:pt x="13658" y="34790"/>
                  <a:pt x="13731" y="34716"/>
                  <a:pt x="13819" y="34657"/>
                </a:cubicBezTo>
                <a:close/>
                <a:moveTo>
                  <a:pt x="14143" y="34731"/>
                </a:moveTo>
                <a:cubicBezTo>
                  <a:pt x="14143" y="34805"/>
                  <a:pt x="14158" y="34878"/>
                  <a:pt x="14158" y="34952"/>
                </a:cubicBezTo>
                <a:cubicBezTo>
                  <a:pt x="14084" y="35011"/>
                  <a:pt x="13981" y="35084"/>
                  <a:pt x="13922" y="35128"/>
                </a:cubicBezTo>
                <a:cubicBezTo>
                  <a:pt x="13922" y="35069"/>
                  <a:pt x="13893" y="34996"/>
                  <a:pt x="13893" y="34922"/>
                </a:cubicBezTo>
                <a:cubicBezTo>
                  <a:pt x="13967" y="34863"/>
                  <a:pt x="14070" y="34790"/>
                  <a:pt x="14143" y="34731"/>
                </a:cubicBezTo>
                <a:close/>
                <a:moveTo>
                  <a:pt x="15909" y="35158"/>
                </a:moveTo>
                <a:cubicBezTo>
                  <a:pt x="15892" y="35158"/>
                  <a:pt x="15885" y="35163"/>
                  <a:pt x="15879" y="35170"/>
                </a:cubicBezTo>
                <a:lnTo>
                  <a:pt x="15879" y="35170"/>
                </a:lnTo>
                <a:cubicBezTo>
                  <a:pt x="15887" y="35166"/>
                  <a:pt x="15897" y="35162"/>
                  <a:pt x="15909" y="35158"/>
                </a:cubicBezTo>
                <a:close/>
                <a:moveTo>
                  <a:pt x="14482" y="34790"/>
                </a:moveTo>
                <a:lnTo>
                  <a:pt x="14482" y="34996"/>
                </a:lnTo>
                <a:cubicBezTo>
                  <a:pt x="14393" y="35069"/>
                  <a:pt x="14320" y="35114"/>
                  <a:pt x="14231" y="35187"/>
                </a:cubicBezTo>
                <a:lnTo>
                  <a:pt x="14231" y="34966"/>
                </a:lnTo>
                <a:cubicBezTo>
                  <a:pt x="14320" y="34922"/>
                  <a:pt x="14393" y="34849"/>
                  <a:pt x="14482" y="34790"/>
                </a:cubicBezTo>
                <a:close/>
                <a:moveTo>
                  <a:pt x="14820" y="34849"/>
                </a:moveTo>
                <a:lnTo>
                  <a:pt x="14820" y="35025"/>
                </a:lnTo>
                <a:cubicBezTo>
                  <a:pt x="14732" y="35099"/>
                  <a:pt x="14629" y="35158"/>
                  <a:pt x="14555" y="35231"/>
                </a:cubicBezTo>
                <a:lnTo>
                  <a:pt x="14555" y="35025"/>
                </a:lnTo>
                <a:cubicBezTo>
                  <a:pt x="14658" y="34966"/>
                  <a:pt x="14732" y="34893"/>
                  <a:pt x="14820" y="34849"/>
                </a:cubicBezTo>
                <a:close/>
                <a:moveTo>
                  <a:pt x="15129" y="34863"/>
                </a:moveTo>
                <a:cubicBezTo>
                  <a:pt x="15144" y="34937"/>
                  <a:pt x="15144" y="34996"/>
                  <a:pt x="15129" y="35040"/>
                </a:cubicBezTo>
                <a:cubicBezTo>
                  <a:pt x="15114" y="35069"/>
                  <a:pt x="15070" y="35084"/>
                  <a:pt x="15056" y="35099"/>
                </a:cubicBezTo>
                <a:cubicBezTo>
                  <a:pt x="14997" y="35143"/>
                  <a:pt x="14923" y="35187"/>
                  <a:pt x="14879" y="35231"/>
                </a:cubicBezTo>
                <a:lnTo>
                  <a:pt x="14879" y="35040"/>
                </a:lnTo>
                <a:cubicBezTo>
                  <a:pt x="14894" y="35025"/>
                  <a:pt x="14908" y="35025"/>
                  <a:pt x="14923" y="35011"/>
                </a:cubicBezTo>
                <a:cubicBezTo>
                  <a:pt x="14997" y="34952"/>
                  <a:pt x="15056" y="34922"/>
                  <a:pt x="15129" y="34863"/>
                </a:cubicBezTo>
                <a:close/>
                <a:moveTo>
                  <a:pt x="15438" y="34922"/>
                </a:moveTo>
                <a:cubicBezTo>
                  <a:pt x="15424" y="34966"/>
                  <a:pt x="15424" y="35025"/>
                  <a:pt x="15409" y="35084"/>
                </a:cubicBezTo>
                <a:cubicBezTo>
                  <a:pt x="15335" y="35143"/>
                  <a:pt x="15262" y="35187"/>
                  <a:pt x="15173" y="35246"/>
                </a:cubicBezTo>
                <a:cubicBezTo>
                  <a:pt x="15173" y="35187"/>
                  <a:pt x="15188" y="35143"/>
                  <a:pt x="15188" y="35084"/>
                </a:cubicBezTo>
                <a:cubicBezTo>
                  <a:pt x="15276" y="35025"/>
                  <a:pt x="15350" y="34966"/>
                  <a:pt x="15438" y="34922"/>
                </a:cubicBezTo>
                <a:close/>
                <a:moveTo>
                  <a:pt x="15879" y="35170"/>
                </a:moveTo>
                <a:cubicBezTo>
                  <a:pt x="15857" y="35182"/>
                  <a:pt x="15846" y="35195"/>
                  <a:pt x="15836" y="35217"/>
                </a:cubicBezTo>
                <a:cubicBezTo>
                  <a:pt x="15836" y="35231"/>
                  <a:pt x="15806" y="35246"/>
                  <a:pt x="15806" y="35261"/>
                </a:cubicBezTo>
                <a:cubicBezTo>
                  <a:pt x="15836" y="35231"/>
                  <a:pt x="15850" y="35217"/>
                  <a:pt x="15865" y="35187"/>
                </a:cubicBezTo>
                <a:cubicBezTo>
                  <a:pt x="15871" y="35181"/>
                  <a:pt x="15874" y="35175"/>
                  <a:pt x="15879" y="35170"/>
                </a:cubicBezTo>
                <a:close/>
                <a:moveTo>
                  <a:pt x="13510" y="34878"/>
                </a:moveTo>
                <a:cubicBezTo>
                  <a:pt x="13510" y="34952"/>
                  <a:pt x="13525" y="35025"/>
                  <a:pt x="13525" y="35099"/>
                </a:cubicBezTo>
                <a:cubicBezTo>
                  <a:pt x="13452" y="35158"/>
                  <a:pt x="13378" y="35231"/>
                  <a:pt x="13304" y="35290"/>
                </a:cubicBezTo>
                <a:cubicBezTo>
                  <a:pt x="13304" y="35231"/>
                  <a:pt x="13304" y="35158"/>
                  <a:pt x="13290" y="35069"/>
                </a:cubicBezTo>
                <a:cubicBezTo>
                  <a:pt x="13363" y="35011"/>
                  <a:pt x="13437" y="34937"/>
                  <a:pt x="13510" y="34878"/>
                </a:cubicBezTo>
                <a:close/>
                <a:moveTo>
                  <a:pt x="15659" y="34966"/>
                </a:moveTo>
                <a:lnTo>
                  <a:pt x="15659" y="34966"/>
                </a:lnTo>
                <a:cubicBezTo>
                  <a:pt x="15644" y="35025"/>
                  <a:pt x="15630" y="35084"/>
                  <a:pt x="15615" y="35114"/>
                </a:cubicBezTo>
                <a:cubicBezTo>
                  <a:pt x="15556" y="35172"/>
                  <a:pt x="15497" y="35231"/>
                  <a:pt x="15424" y="35290"/>
                </a:cubicBezTo>
                <a:cubicBezTo>
                  <a:pt x="15438" y="35231"/>
                  <a:pt x="15438" y="35172"/>
                  <a:pt x="15468" y="35114"/>
                </a:cubicBezTo>
                <a:cubicBezTo>
                  <a:pt x="15482" y="35099"/>
                  <a:pt x="15497" y="35084"/>
                  <a:pt x="15512" y="35084"/>
                </a:cubicBezTo>
                <a:cubicBezTo>
                  <a:pt x="15571" y="35040"/>
                  <a:pt x="15615" y="35011"/>
                  <a:pt x="15659" y="34966"/>
                </a:cubicBezTo>
                <a:close/>
                <a:moveTo>
                  <a:pt x="15836" y="35040"/>
                </a:moveTo>
                <a:cubicBezTo>
                  <a:pt x="15791" y="35099"/>
                  <a:pt x="15733" y="35143"/>
                  <a:pt x="15688" y="35172"/>
                </a:cubicBezTo>
                <a:cubicBezTo>
                  <a:pt x="15659" y="35231"/>
                  <a:pt x="15644" y="35261"/>
                  <a:pt x="15630" y="35305"/>
                </a:cubicBezTo>
                <a:cubicBezTo>
                  <a:pt x="15688" y="35246"/>
                  <a:pt x="15718" y="35217"/>
                  <a:pt x="15777" y="35172"/>
                </a:cubicBezTo>
                <a:cubicBezTo>
                  <a:pt x="15791" y="35114"/>
                  <a:pt x="15806" y="35084"/>
                  <a:pt x="15836" y="35040"/>
                </a:cubicBezTo>
                <a:close/>
                <a:moveTo>
                  <a:pt x="13849" y="34966"/>
                </a:moveTo>
                <a:cubicBezTo>
                  <a:pt x="13849" y="35025"/>
                  <a:pt x="13849" y="35099"/>
                  <a:pt x="13864" y="35158"/>
                </a:cubicBezTo>
                <a:lnTo>
                  <a:pt x="13864" y="35187"/>
                </a:lnTo>
                <a:cubicBezTo>
                  <a:pt x="13790" y="35246"/>
                  <a:pt x="13716" y="35320"/>
                  <a:pt x="13628" y="35378"/>
                </a:cubicBezTo>
                <a:cubicBezTo>
                  <a:pt x="13628" y="35305"/>
                  <a:pt x="13599" y="35231"/>
                  <a:pt x="13599" y="35158"/>
                </a:cubicBezTo>
                <a:cubicBezTo>
                  <a:pt x="13672" y="35099"/>
                  <a:pt x="13746" y="35025"/>
                  <a:pt x="13849" y="34966"/>
                </a:cubicBezTo>
                <a:close/>
                <a:moveTo>
                  <a:pt x="14158" y="35011"/>
                </a:moveTo>
                <a:lnTo>
                  <a:pt x="14158" y="35231"/>
                </a:lnTo>
                <a:cubicBezTo>
                  <a:pt x="14070" y="35305"/>
                  <a:pt x="13996" y="35364"/>
                  <a:pt x="13922" y="35437"/>
                </a:cubicBezTo>
                <a:lnTo>
                  <a:pt x="13922" y="35217"/>
                </a:lnTo>
                <a:cubicBezTo>
                  <a:pt x="13996" y="35143"/>
                  <a:pt x="14084" y="35084"/>
                  <a:pt x="14158" y="35011"/>
                </a:cubicBezTo>
                <a:close/>
                <a:moveTo>
                  <a:pt x="14482" y="35069"/>
                </a:moveTo>
                <a:lnTo>
                  <a:pt x="14482" y="35261"/>
                </a:lnTo>
                <a:cubicBezTo>
                  <a:pt x="14393" y="35334"/>
                  <a:pt x="14320" y="35393"/>
                  <a:pt x="14231" y="35467"/>
                </a:cubicBezTo>
                <a:lnTo>
                  <a:pt x="14231" y="35261"/>
                </a:lnTo>
                <a:cubicBezTo>
                  <a:pt x="14320" y="35187"/>
                  <a:pt x="14393" y="35143"/>
                  <a:pt x="14482" y="35069"/>
                </a:cubicBezTo>
                <a:close/>
                <a:moveTo>
                  <a:pt x="14820" y="35099"/>
                </a:moveTo>
                <a:cubicBezTo>
                  <a:pt x="14820" y="35158"/>
                  <a:pt x="14820" y="35231"/>
                  <a:pt x="14805" y="35290"/>
                </a:cubicBezTo>
                <a:lnTo>
                  <a:pt x="14761" y="35320"/>
                </a:lnTo>
                <a:lnTo>
                  <a:pt x="14541" y="35481"/>
                </a:lnTo>
                <a:lnTo>
                  <a:pt x="14541" y="35290"/>
                </a:lnTo>
                <a:cubicBezTo>
                  <a:pt x="14629" y="35231"/>
                  <a:pt x="14732" y="35172"/>
                  <a:pt x="14820" y="35099"/>
                </a:cubicBezTo>
                <a:close/>
                <a:moveTo>
                  <a:pt x="15114" y="35128"/>
                </a:moveTo>
                <a:cubicBezTo>
                  <a:pt x="15114" y="35187"/>
                  <a:pt x="15100" y="35261"/>
                  <a:pt x="15100" y="35320"/>
                </a:cubicBezTo>
                <a:cubicBezTo>
                  <a:pt x="15041" y="35378"/>
                  <a:pt x="14967" y="35408"/>
                  <a:pt x="14908" y="35467"/>
                </a:cubicBezTo>
                <a:cubicBezTo>
                  <a:pt x="14894" y="35481"/>
                  <a:pt x="14879" y="35481"/>
                  <a:pt x="14850" y="35496"/>
                </a:cubicBezTo>
                <a:cubicBezTo>
                  <a:pt x="14850" y="35452"/>
                  <a:pt x="14879" y="35378"/>
                  <a:pt x="14879" y="35320"/>
                </a:cubicBezTo>
                <a:lnTo>
                  <a:pt x="15100" y="35158"/>
                </a:lnTo>
                <a:lnTo>
                  <a:pt x="15114" y="35128"/>
                </a:lnTo>
                <a:close/>
                <a:moveTo>
                  <a:pt x="15577" y="35278"/>
                </a:moveTo>
                <a:cubicBezTo>
                  <a:pt x="15560" y="35297"/>
                  <a:pt x="15543" y="35316"/>
                  <a:pt x="15527" y="35334"/>
                </a:cubicBezTo>
                <a:lnTo>
                  <a:pt x="15381" y="35525"/>
                </a:lnTo>
                <a:lnTo>
                  <a:pt x="15381" y="35525"/>
                </a:lnTo>
                <a:cubicBezTo>
                  <a:pt x="15434" y="35476"/>
                  <a:pt x="15488" y="35447"/>
                  <a:pt x="15541" y="35393"/>
                </a:cubicBezTo>
                <a:cubicBezTo>
                  <a:pt x="15553" y="35346"/>
                  <a:pt x="15565" y="35318"/>
                  <a:pt x="15577" y="35278"/>
                </a:cubicBezTo>
                <a:close/>
                <a:moveTo>
                  <a:pt x="15394" y="35187"/>
                </a:moveTo>
                <a:lnTo>
                  <a:pt x="15394" y="35187"/>
                </a:lnTo>
                <a:cubicBezTo>
                  <a:pt x="15365" y="35246"/>
                  <a:pt x="15365" y="35305"/>
                  <a:pt x="15350" y="35364"/>
                </a:cubicBezTo>
                <a:lnTo>
                  <a:pt x="15335" y="35364"/>
                </a:lnTo>
                <a:cubicBezTo>
                  <a:pt x="15262" y="35408"/>
                  <a:pt x="15203" y="35467"/>
                  <a:pt x="15129" y="35526"/>
                </a:cubicBezTo>
                <a:cubicBezTo>
                  <a:pt x="15144" y="35467"/>
                  <a:pt x="15144" y="35408"/>
                  <a:pt x="15173" y="35364"/>
                </a:cubicBezTo>
                <a:lnTo>
                  <a:pt x="15394" y="35187"/>
                </a:lnTo>
                <a:close/>
                <a:moveTo>
                  <a:pt x="15688" y="35334"/>
                </a:moveTo>
                <a:lnTo>
                  <a:pt x="15571" y="35452"/>
                </a:lnTo>
                <a:cubicBezTo>
                  <a:pt x="15571" y="35481"/>
                  <a:pt x="15556" y="35511"/>
                  <a:pt x="15541" y="35540"/>
                </a:cubicBezTo>
                <a:lnTo>
                  <a:pt x="15644" y="35437"/>
                </a:lnTo>
                <a:cubicBezTo>
                  <a:pt x="15659" y="35393"/>
                  <a:pt x="15688" y="35364"/>
                  <a:pt x="15688" y="35334"/>
                </a:cubicBezTo>
                <a:close/>
                <a:moveTo>
                  <a:pt x="13555" y="35217"/>
                </a:moveTo>
                <a:cubicBezTo>
                  <a:pt x="13555" y="35290"/>
                  <a:pt x="13555" y="35364"/>
                  <a:pt x="13569" y="35452"/>
                </a:cubicBezTo>
                <a:cubicBezTo>
                  <a:pt x="13496" y="35526"/>
                  <a:pt x="13422" y="35585"/>
                  <a:pt x="13349" y="35658"/>
                </a:cubicBezTo>
                <a:cubicBezTo>
                  <a:pt x="13334" y="35540"/>
                  <a:pt x="13334" y="35467"/>
                  <a:pt x="13334" y="35393"/>
                </a:cubicBezTo>
                <a:cubicBezTo>
                  <a:pt x="13407" y="35334"/>
                  <a:pt x="13481" y="35261"/>
                  <a:pt x="13555" y="35217"/>
                </a:cubicBezTo>
                <a:close/>
                <a:moveTo>
                  <a:pt x="13864" y="35261"/>
                </a:moveTo>
                <a:lnTo>
                  <a:pt x="13864" y="35481"/>
                </a:lnTo>
                <a:cubicBezTo>
                  <a:pt x="13790" y="35555"/>
                  <a:pt x="13687" y="35614"/>
                  <a:pt x="13628" y="35688"/>
                </a:cubicBezTo>
                <a:lnTo>
                  <a:pt x="13628" y="35599"/>
                </a:lnTo>
                <a:lnTo>
                  <a:pt x="13628" y="35467"/>
                </a:lnTo>
                <a:cubicBezTo>
                  <a:pt x="13702" y="35393"/>
                  <a:pt x="13775" y="35334"/>
                  <a:pt x="13864" y="35261"/>
                </a:cubicBezTo>
                <a:close/>
                <a:moveTo>
                  <a:pt x="14173" y="35305"/>
                </a:moveTo>
                <a:lnTo>
                  <a:pt x="14173" y="35526"/>
                </a:lnTo>
                <a:cubicBezTo>
                  <a:pt x="14084" y="35599"/>
                  <a:pt x="14011" y="35673"/>
                  <a:pt x="13937" y="35732"/>
                </a:cubicBezTo>
                <a:lnTo>
                  <a:pt x="13937" y="35511"/>
                </a:lnTo>
                <a:cubicBezTo>
                  <a:pt x="14011" y="35437"/>
                  <a:pt x="14099" y="35378"/>
                  <a:pt x="14173" y="35305"/>
                </a:cubicBezTo>
                <a:close/>
                <a:moveTo>
                  <a:pt x="15512" y="35629"/>
                </a:moveTo>
                <a:lnTo>
                  <a:pt x="15468" y="35688"/>
                </a:lnTo>
                <a:cubicBezTo>
                  <a:pt x="15468" y="35688"/>
                  <a:pt x="15438" y="35702"/>
                  <a:pt x="15438" y="35732"/>
                </a:cubicBezTo>
                <a:lnTo>
                  <a:pt x="15497" y="35673"/>
                </a:lnTo>
                <a:cubicBezTo>
                  <a:pt x="15497" y="35673"/>
                  <a:pt x="15497" y="35658"/>
                  <a:pt x="15512" y="35629"/>
                </a:cubicBezTo>
                <a:close/>
                <a:moveTo>
                  <a:pt x="14482" y="35364"/>
                </a:moveTo>
                <a:lnTo>
                  <a:pt x="14482" y="35555"/>
                </a:lnTo>
                <a:cubicBezTo>
                  <a:pt x="14393" y="35629"/>
                  <a:pt x="14320" y="35702"/>
                  <a:pt x="14231" y="35776"/>
                </a:cubicBezTo>
                <a:lnTo>
                  <a:pt x="14231" y="35585"/>
                </a:lnTo>
                <a:cubicBezTo>
                  <a:pt x="14320" y="35481"/>
                  <a:pt x="14393" y="35437"/>
                  <a:pt x="14482" y="35364"/>
                </a:cubicBezTo>
                <a:close/>
                <a:moveTo>
                  <a:pt x="14805" y="35393"/>
                </a:moveTo>
                <a:cubicBezTo>
                  <a:pt x="14805" y="35452"/>
                  <a:pt x="14776" y="35526"/>
                  <a:pt x="14776" y="35585"/>
                </a:cubicBezTo>
                <a:cubicBezTo>
                  <a:pt x="14732" y="35614"/>
                  <a:pt x="14688" y="35658"/>
                  <a:pt x="14629" y="35688"/>
                </a:cubicBezTo>
                <a:cubicBezTo>
                  <a:pt x="14599" y="35732"/>
                  <a:pt x="14555" y="35746"/>
                  <a:pt x="14526" y="35776"/>
                </a:cubicBezTo>
                <a:cubicBezTo>
                  <a:pt x="14526" y="35732"/>
                  <a:pt x="14541" y="35658"/>
                  <a:pt x="14541" y="35599"/>
                </a:cubicBezTo>
                <a:cubicBezTo>
                  <a:pt x="14629" y="35526"/>
                  <a:pt x="14702" y="35467"/>
                  <a:pt x="14805" y="35393"/>
                </a:cubicBezTo>
                <a:close/>
                <a:moveTo>
                  <a:pt x="15070" y="35408"/>
                </a:moveTo>
                <a:lnTo>
                  <a:pt x="15070" y="35408"/>
                </a:lnTo>
                <a:cubicBezTo>
                  <a:pt x="15056" y="35467"/>
                  <a:pt x="15056" y="35526"/>
                  <a:pt x="15041" y="35599"/>
                </a:cubicBezTo>
                <a:cubicBezTo>
                  <a:pt x="14967" y="35658"/>
                  <a:pt x="14894" y="35732"/>
                  <a:pt x="14820" y="35776"/>
                </a:cubicBezTo>
                <a:cubicBezTo>
                  <a:pt x="14835" y="35732"/>
                  <a:pt x="14835" y="35673"/>
                  <a:pt x="14835" y="35599"/>
                </a:cubicBezTo>
                <a:cubicBezTo>
                  <a:pt x="14879" y="35585"/>
                  <a:pt x="14908" y="35540"/>
                  <a:pt x="14953" y="35526"/>
                </a:cubicBezTo>
                <a:cubicBezTo>
                  <a:pt x="14982" y="35481"/>
                  <a:pt x="15041" y="35452"/>
                  <a:pt x="15070" y="35408"/>
                </a:cubicBezTo>
                <a:close/>
                <a:moveTo>
                  <a:pt x="15321" y="35452"/>
                </a:moveTo>
                <a:lnTo>
                  <a:pt x="15262" y="35614"/>
                </a:lnTo>
                <a:cubicBezTo>
                  <a:pt x="15217" y="35658"/>
                  <a:pt x="15203" y="35673"/>
                  <a:pt x="15173" y="35688"/>
                </a:cubicBezTo>
                <a:cubicBezTo>
                  <a:pt x="15129" y="35732"/>
                  <a:pt x="15100" y="35761"/>
                  <a:pt x="15056" y="35776"/>
                </a:cubicBezTo>
                <a:cubicBezTo>
                  <a:pt x="15056" y="35761"/>
                  <a:pt x="15056" y="35761"/>
                  <a:pt x="15070" y="35746"/>
                </a:cubicBezTo>
                <a:cubicBezTo>
                  <a:pt x="15100" y="35702"/>
                  <a:pt x="15100" y="35658"/>
                  <a:pt x="15114" y="35614"/>
                </a:cubicBezTo>
                <a:cubicBezTo>
                  <a:pt x="15188" y="35555"/>
                  <a:pt x="15247" y="35511"/>
                  <a:pt x="15321" y="35452"/>
                </a:cubicBezTo>
                <a:close/>
                <a:moveTo>
                  <a:pt x="15468" y="35540"/>
                </a:moveTo>
                <a:lnTo>
                  <a:pt x="15468" y="35540"/>
                </a:lnTo>
                <a:cubicBezTo>
                  <a:pt x="15409" y="35585"/>
                  <a:pt x="15365" y="35629"/>
                  <a:pt x="15321" y="35673"/>
                </a:cubicBezTo>
                <a:cubicBezTo>
                  <a:pt x="15291" y="35732"/>
                  <a:pt x="15276" y="35761"/>
                  <a:pt x="15262" y="35805"/>
                </a:cubicBezTo>
                <a:cubicBezTo>
                  <a:pt x="15291" y="35746"/>
                  <a:pt x="15350" y="35702"/>
                  <a:pt x="15409" y="35673"/>
                </a:cubicBezTo>
                <a:cubicBezTo>
                  <a:pt x="15424" y="35614"/>
                  <a:pt x="15438" y="35585"/>
                  <a:pt x="15468" y="35540"/>
                </a:cubicBezTo>
                <a:close/>
                <a:moveTo>
                  <a:pt x="13555" y="35526"/>
                </a:moveTo>
                <a:lnTo>
                  <a:pt x="13555" y="35614"/>
                </a:lnTo>
                <a:lnTo>
                  <a:pt x="13555" y="35761"/>
                </a:lnTo>
                <a:cubicBezTo>
                  <a:pt x="13481" y="35835"/>
                  <a:pt x="13407" y="35894"/>
                  <a:pt x="13334" y="35967"/>
                </a:cubicBezTo>
                <a:lnTo>
                  <a:pt x="13334" y="35732"/>
                </a:lnTo>
                <a:cubicBezTo>
                  <a:pt x="13407" y="35658"/>
                  <a:pt x="13481" y="35585"/>
                  <a:pt x="13555" y="35526"/>
                </a:cubicBezTo>
                <a:close/>
                <a:moveTo>
                  <a:pt x="13849" y="35585"/>
                </a:moveTo>
                <a:cubicBezTo>
                  <a:pt x="13864" y="35658"/>
                  <a:pt x="13864" y="35732"/>
                  <a:pt x="13849" y="35805"/>
                </a:cubicBezTo>
                <a:cubicBezTo>
                  <a:pt x="13775" y="35879"/>
                  <a:pt x="13672" y="35952"/>
                  <a:pt x="13599" y="36026"/>
                </a:cubicBezTo>
                <a:lnTo>
                  <a:pt x="13599" y="35776"/>
                </a:lnTo>
                <a:cubicBezTo>
                  <a:pt x="13672" y="35702"/>
                  <a:pt x="13746" y="35658"/>
                  <a:pt x="13849" y="35585"/>
                </a:cubicBezTo>
                <a:close/>
                <a:moveTo>
                  <a:pt x="14158" y="35614"/>
                </a:moveTo>
                <a:lnTo>
                  <a:pt x="14158" y="35820"/>
                </a:lnTo>
                <a:cubicBezTo>
                  <a:pt x="14070" y="35894"/>
                  <a:pt x="13996" y="35967"/>
                  <a:pt x="13893" y="36041"/>
                </a:cubicBezTo>
                <a:cubicBezTo>
                  <a:pt x="13893" y="35967"/>
                  <a:pt x="13893" y="35894"/>
                  <a:pt x="13922" y="35820"/>
                </a:cubicBezTo>
                <a:cubicBezTo>
                  <a:pt x="13996" y="35761"/>
                  <a:pt x="14084" y="35688"/>
                  <a:pt x="14158" y="35614"/>
                </a:cubicBezTo>
                <a:close/>
                <a:moveTo>
                  <a:pt x="15291" y="35835"/>
                </a:moveTo>
                <a:lnTo>
                  <a:pt x="15188" y="35952"/>
                </a:lnTo>
                <a:cubicBezTo>
                  <a:pt x="15173" y="35982"/>
                  <a:pt x="15173" y="35997"/>
                  <a:pt x="15144" y="36041"/>
                </a:cubicBezTo>
                <a:lnTo>
                  <a:pt x="15262" y="35923"/>
                </a:lnTo>
                <a:cubicBezTo>
                  <a:pt x="15276" y="35894"/>
                  <a:pt x="15291" y="35879"/>
                  <a:pt x="15291" y="35835"/>
                </a:cubicBezTo>
                <a:close/>
                <a:moveTo>
                  <a:pt x="14482" y="35629"/>
                </a:moveTo>
                <a:cubicBezTo>
                  <a:pt x="14482" y="35702"/>
                  <a:pt x="14467" y="35761"/>
                  <a:pt x="14467" y="35835"/>
                </a:cubicBezTo>
                <a:cubicBezTo>
                  <a:pt x="14379" y="35908"/>
                  <a:pt x="14290" y="35982"/>
                  <a:pt x="14217" y="36055"/>
                </a:cubicBezTo>
                <a:cubicBezTo>
                  <a:pt x="14217" y="35982"/>
                  <a:pt x="14231" y="35923"/>
                  <a:pt x="14231" y="35849"/>
                </a:cubicBezTo>
                <a:cubicBezTo>
                  <a:pt x="14305" y="35776"/>
                  <a:pt x="14393" y="35702"/>
                  <a:pt x="14482" y="35629"/>
                </a:cubicBezTo>
                <a:close/>
                <a:moveTo>
                  <a:pt x="14761" y="35673"/>
                </a:moveTo>
                <a:lnTo>
                  <a:pt x="14761" y="35673"/>
                </a:lnTo>
                <a:cubicBezTo>
                  <a:pt x="14747" y="35732"/>
                  <a:pt x="14747" y="35805"/>
                  <a:pt x="14732" y="35849"/>
                </a:cubicBezTo>
                <a:cubicBezTo>
                  <a:pt x="14658" y="35923"/>
                  <a:pt x="14555" y="35982"/>
                  <a:pt x="14482" y="36055"/>
                </a:cubicBezTo>
                <a:cubicBezTo>
                  <a:pt x="14511" y="35997"/>
                  <a:pt x="14526" y="35923"/>
                  <a:pt x="14526" y="35879"/>
                </a:cubicBezTo>
                <a:cubicBezTo>
                  <a:pt x="14585" y="35835"/>
                  <a:pt x="14629" y="35776"/>
                  <a:pt x="14673" y="35746"/>
                </a:cubicBezTo>
                <a:cubicBezTo>
                  <a:pt x="14702" y="35732"/>
                  <a:pt x="14732" y="35688"/>
                  <a:pt x="14761" y="35673"/>
                </a:cubicBezTo>
                <a:close/>
                <a:moveTo>
                  <a:pt x="15026" y="35702"/>
                </a:moveTo>
                <a:cubicBezTo>
                  <a:pt x="15026" y="35732"/>
                  <a:pt x="15026" y="35732"/>
                  <a:pt x="14997" y="35746"/>
                </a:cubicBezTo>
                <a:cubicBezTo>
                  <a:pt x="14982" y="35805"/>
                  <a:pt x="14967" y="35835"/>
                  <a:pt x="14967" y="35894"/>
                </a:cubicBezTo>
                <a:cubicBezTo>
                  <a:pt x="14894" y="35952"/>
                  <a:pt x="14820" y="35997"/>
                  <a:pt x="14761" y="36055"/>
                </a:cubicBezTo>
                <a:cubicBezTo>
                  <a:pt x="14776" y="35997"/>
                  <a:pt x="14805" y="35952"/>
                  <a:pt x="14805" y="35894"/>
                </a:cubicBezTo>
                <a:cubicBezTo>
                  <a:pt x="14879" y="35835"/>
                  <a:pt x="14953" y="35761"/>
                  <a:pt x="15026" y="35702"/>
                </a:cubicBezTo>
                <a:close/>
                <a:moveTo>
                  <a:pt x="15129" y="36173"/>
                </a:moveTo>
                <a:lnTo>
                  <a:pt x="15070" y="36217"/>
                </a:lnTo>
                <a:cubicBezTo>
                  <a:pt x="15070" y="36247"/>
                  <a:pt x="15056" y="36247"/>
                  <a:pt x="15056" y="36261"/>
                </a:cubicBezTo>
                <a:lnTo>
                  <a:pt x="15114" y="36203"/>
                </a:lnTo>
                <a:cubicBezTo>
                  <a:pt x="15114" y="36188"/>
                  <a:pt x="15114" y="36188"/>
                  <a:pt x="15129" y="36173"/>
                </a:cubicBezTo>
                <a:close/>
                <a:moveTo>
                  <a:pt x="13569" y="35849"/>
                </a:moveTo>
                <a:lnTo>
                  <a:pt x="13569" y="35849"/>
                </a:lnTo>
                <a:cubicBezTo>
                  <a:pt x="13555" y="35923"/>
                  <a:pt x="13555" y="35997"/>
                  <a:pt x="13555" y="36100"/>
                </a:cubicBezTo>
                <a:lnTo>
                  <a:pt x="13334" y="36320"/>
                </a:lnTo>
                <a:cubicBezTo>
                  <a:pt x="13334" y="36232"/>
                  <a:pt x="13349" y="36158"/>
                  <a:pt x="13349" y="36070"/>
                </a:cubicBezTo>
                <a:lnTo>
                  <a:pt x="13349" y="36055"/>
                </a:lnTo>
                <a:cubicBezTo>
                  <a:pt x="13422" y="35982"/>
                  <a:pt x="13496" y="35908"/>
                  <a:pt x="13569" y="35849"/>
                </a:cubicBezTo>
                <a:close/>
                <a:moveTo>
                  <a:pt x="15070" y="36041"/>
                </a:moveTo>
                <a:lnTo>
                  <a:pt x="15056" y="36055"/>
                </a:lnTo>
                <a:cubicBezTo>
                  <a:pt x="14997" y="36100"/>
                  <a:pt x="14953" y="36144"/>
                  <a:pt x="14908" y="36188"/>
                </a:cubicBezTo>
                <a:cubicBezTo>
                  <a:pt x="14908" y="36247"/>
                  <a:pt x="14894" y="36276"/>
                  <a:pt x="14879" y="36320"/>
                </a:cubicBezTo>
                <a:cubicBezTo>
                  <a:pt x="14923" y="36276"/>
                  <a:pt x="14967" y="36217"/>
                  <a:pt x="15026" y="36173"/>
                </a:cubicBezTo>
                <a:cubicBezTo>
                  <a:pt x="15041" y="36114"/>
                  <a:pt x="15056" y="36070"/>
                  <a:pt x="15070" y="36041"/>
                </a:cubicBezTo>
                <a:close/>
                <a:moveTo>
                  <a:pt x="13849" y="35894"/>
                </a:moveTo>
                <a:cubicBezTo>
                  <a:pt x="13849" y="35967"/>
                  <a:pt x="13849" y="36041"/>
                  <a:pt x="13819" y="36114"/>
                </a:cubicBezTo>
                <a:cubicBezTo>
                  <a:pt x="13746" y="36188"/>
                  <a:pt x="13658" y="36261"/>
                  <a:pt x="13584" y="36350"/>
                </a:cubicBezTo>
                <a:cubicBezTo>
                  <a:pt x="13584" y="36276"/>
                  <a:pt x="13599" y="36188"/>
                  <a:pt x="13599" y="36114"/>
                </a:cubicBezTo>
                <a:cubicBezTo>
                  <a:pt x="13702" y="36041"/>
                  <a:pt x="13775" y="35967"/>
                  <a:pt x="13849" y="35894"/>
                </a:cubicBezTo>
                <a:close/>
                <a:moveTo>
                  <a:pt x="14452" y="35923"/>
                </a:moveTo>
                <a:cubicBezTo>
                  <a:pt x="14452" y="35997"/>
                  <a:pt x="14438" y="36055"/>
                  <a:pt x="14408" y="36114"/>
                </a:cubicBezTo>
                <a:cubicBezTo>
                  <a:pt x="14335" y="36203"/>
                  <a:pt x="14246" y="36276"/>
                  <a:pt x="14173" y="36350"/>
                </a:cubicBezTo>
                <a:cubicBezTo>
                  <a:pt x="14173" y="36276"/>
                  <a:pt x="14187" y="36217"/>
                  <a:pt x="14187" y="36144"/>
                </a:cubicBezTo>
                <a:cubicBezTo>
                  <a:pt x="14261" y="36070"/>
                  <a:pt x="14364" y="35997"/>
                  <a:pt x="14452" y="35923"/>
                </a:cubicBezTo>
                <a:close/>
                <a:moveTo>
                  <a:pt x="14702" y="35967"/>
                </a:moveTo>
                <a:lnTo>
                  <a:pt x="14702" y="35967"/>
                </a:lnTo>
                <a:cubicBezTo>
                  <a:pt x="14688" y="36026"/>
                  <a:pt x="14688" y="36070"/>
                  <a:pt x="14673" y="36129"/>
                </a:cubicBezTo>
                <a:lnTo>
                  <a:pt x="14673" y="36144"/>
                </a:lnTo>
                <a:cubicBezTo>
                  <a:pt x="14658" y="36144"/>
                  <a:pt x="14614" y="36188"/>
                  <a:pt x="14599" y="36203"/>
                </a:cubicBezTo>
                <a:cubicBezTo>
                  <a:pt x="14541" y="36261"/>
                  <a:pt x="14482" y="36291"/>
                  <a:pt x="14423" y="36350"/>
                </a:cubicBezTo>
                <a:cubicBezTo>
                  <a:pt x="14452" y="36291"/>
                  <a:pt x="14452" y="36217"/>
                  <a:pt x="14467" y="36173"/>
                </a:cubicBezTo>
                <a:cubicBezTo>
                  <a:pt x="14482" y="36144"/>
                  <a:pt x="14511" y="36129"/>
                  <a:pt x="14541" y="36114"/>
                </a:cubicBezTo>
                <a:cubicBezTo>
                  <a:pt x="14599" y="36055"/>
                  <a:pt x="14658" y="36026"/>
                  <a:pt x="14702" y="35967"/>
                </a:cubicBezTo>
                <a:close/>
                <a:moveTo>
                  <a:pt x="14923" y="35997"/>
                </a:moveTo>
                <a:lnTo>
                  <a:pt x="14879" y="36173"/>
                </a:lnTo>
                <a:cubicBezTo>
                  <a:pt x="14820" y="36217"/>
                  <a:pt x="14747" y="36276"/>
                  <a:pt x="14688" y="36350"/>
                </a:cubicBezTo>
                <a:cubicBezTo>
                  <a:pt x="14688" y="36276"/>
                  <a:pt x="14702" y="36217"/>
                  <a:pt x="14732" y="36173"/>
                </a:cubicBezTo>
                <a:cubicBezTo>
                  <a:pt x="14805" y="36114"/>
                  <a:pt x="14850" y="36055"/>
                  <a:pt x="14923" y="35997"/>
                </a:cubicBezTo>
                <a:close/>
                <a:moveTo>
                  <a:pt x="14158" y="35923"/>
                </a:moveTo>
                <a:cubicBezTo>
                  <a:pt x="14158" y="35997"/>
                  <a:pt x="14143" y="36055"/>
                  <a:pt x="14143" y="36129"/>
                </a:cubicBezTo>
                <a:cubicBezTo>
                  <a:pt x="14040" y="36203"/>
                  <a:pt x="13967" y="36276"/>
                  <a:pt x="13878" y="36364"/>
                </a:cubicBezTo>
                <a:cubicBezTo>
                  <a:pt x="13878" y="36291"/>
                  <a:pt x="13893" y="36217"/>
                  <a:pt x="13893" y="36144"/>
                </a:cubicBezTo>
                <a:cubicBezTo>
                  <a:pt x="13967" y="36070"/>
                  <a:pt x="14070" y="35997"/>
                  <a:pt x="14158" y="35923"/>
                </a:cubicBezTo>
                <a:close/>
                <a:moveTo>
                  <a:pt x="14923" y="36364"/>
                </a:moveTo>
                <a:lnTo>
                  <a:pt x="14820" y="36482"/>
                </a:lnTo>
                <a:cubicBezTo>
                  <a:pt x="14791" y="36512"/>
                  <a:pt x="14791" y="36541"/>
                  <a:pt x="14776" y="36570"/>
                </a:cubicBezTo>
                <a:cubicBezTo>
                  <a:pt x="14791" y="36541"/>
                  <a:pt x="14835" y="36497"/>
                  <a:pt x="14879" y="36467"/>
                </a:cubicBezTo>
                <a:cubicBezTo>
                  <a:pt x="14894" y="36438"/>
                  <a:pt x="14894" y="36409"/>
                  <a:pt x="14923" y="36364"/>
                </a:cubicBezTo>
                <a:close/>
                <a:moveTo>
                  <a:pt x="14820" y="36320"/>
                </a:moveTo>
                <a:lnTo>
                  <a:pt x="14820" y="36320"/>
                </a:lnTo>
                <a:cubicBezTo>
                  <a:pt x="14802" y="36331"/>
                  <a:pt x="14786" y="36342"/>
                  <a:pt x="14769" y="36355"/>
                </a:cubicBezTo>
                <a:lnTo>
                  <a:pt x="14769" y="36355"/>
                </a:lnTo>
                <a:cubicBezTo>
                  <a:pt x="14767" y="36358"/>
                  <a:pt x="14764" y="36361"/>
                  <a:pt x="14761" y="36364"/>
                </a:cubicBezTo>
                <a:cubicBezTo>
                  <a:pt x="14710" y="36444"/>
                  <a:pt x="14660" y="36523"/>
                  <a:pt x="14608" y="36600"/>
                </a:cubicBezTo>
                <a:lnTo>
                  <a:pt x="14608" y="36600"/>
                </a:lnTo>
                <a:cubicBezTo>
                  <a:pt x="14649" y="36551"/>
                  <a:pt x="14700" y="36504"/>
                  <a:pt x="14761" y="36467"/>
                </a:cubicBezTo>
                <a:cubicBezTo>
                  <a:pt x="14776" y="36409"/>
                  <a:pt x="14805" y="36364"/>
                  <a:pt x="14820" y="36320"/>
                </a:cubicBezTo>
                <a:close/>
                <a:moveTo>
                  <a:pt x="14658" y="36247"/>
                </a:moveTo>
                <a:lnTo>
                  <a:pt x="14599" y="36409"/>
                </a:lnTo>
                <a:cubicBezTo>
                  <a:pt x="14541" y="36482"/>
                  <a:pt x="14482" y="36512"/>
                  <a:pt x="14452" y="36556"/>
                </a:cubicBezTo>
                <a:lnTo>
                  <a:pt x="14379" y="36629"/>
                </a:lnTo>
                <a:cubicBezTo>
                  <a:pt x="14393" y="36585"/>
                  <a:pt x="14393" y="36556"/>
                  <a:pt x="14408" y="36512"/>
                </a:cubicBezTo>
                <a:cubicBezTo>
                  <a:pt x="14408" y="36497"/>
                  <a:pt x="14423" y="36467"/>
                  <a:pt x="14423" y="36438"/>
                </a:cubicBezTo>
                <a:cubicBezTo>
                  <a:pt x="14511" y="36364"/>
                  <a:pt x="14570" y="36320"/>
                  <a:pt x="14658" y="36247"/>
                </a:cubicBezTo>
                <a:close/>
                <a:moveTo>
                  <a:pt x="14393" y="36217"/>
                </a:moveTo>
                <a:lnTo>
                  <a:pt x="14393" y="36217"/>
                </a:lnTo>
                <a:cubicBezTo>
                  <a:pt x="14379" y="36276"/>
                  <a:pt x="14379" y="36350"/>
                  <a:pt x="14364" y="36409"/>
                </a:cubicBezTo>
                <a:cubicBezTo>
                  <a:pt x="14290" y="36482"/>
                  <a:pt x="14187" y="36556"/>
                  <a:pt x="14114" y="36644"/>
                </a:cubicBezTo>
                <a:cubicBezTo>
                  <a:pt x="14143" y="36585"/>
                  <a:pt x="14143" y="36541"/>
                  <a:pt x="14158" y="36467"/>
                </a:cubicBezTo>
                <a:cubicBezTo>
                  <a:pt x="14231" y="36394"/>
                  <a:pt x="14320" y="36320"/>
                  <a:pt x="14393" y="36217"/>
                </a:cubicBezTo>
                <a:close/>
                <a:moveTo>
                  <a:pt x="13525" y="36188"/>
                </a:moveTo>
                <a:cubicBezTo>
                  <a:pt x="13525" y="36261"/>
                  <a:pt x="13510" y="36350"/>
                  <a:pt x="13510" y="36423"/>
                </a:cubicBezTo>
                <a:lnTo>
                  <a:pt x="13275" y="36659"/>
                </a:lnTo>
                <a:cubicBezTo>
                  <a:pt x="13290" y="36570"/>
                  <a:pt x="13290" y="36497"/>
                  <a:pt x="13290" y="36409"/>
                </a:cubicBezTo>
                <a:cubicBezTo>
                  <a:pt x="13378" y="36335"/>
                  <a:pt x="13452" y="36261"/>
                  <a:pt x="13525" y="36188"/>
                </a:cubicBezTo>
                <a:close/>
                <a:moveTo>
                  <a:pt x="14143" y="36217"/>
                </a:moveTo>
                <a:cubicBezTo>
                  <a:pt x="14143" y="36291"/>
                  <a:pt x="14114" y="36364"/>
                  <a:pt x="14114" y="36423"/>
                </a:cubicBezTo>
                <a:cubicBezTo>
                  <a:pt x="14011" y="36512"/>
                  <a:pt x="13922" y="36615"/>
                  <a:pt x="13849" y="36688"/>
                </a:cubicBezTo>
                <a:cubicBezTo>
                  <a:pt x="13864" y="36615"/>
                  <a:pt x="13864" y="36541"/>
                  <a:pt x="13878" y="36467"/>
                </a:cubicBezTo>
                <a:cubicBezTo>
                  <a:pt x="13952" y="36394"/>
                  <a:pt x="14040" y="36291"/>
                  <a:pt x="14143" y="36217"/>
                </a:cubicBezTo>
                <a:close/>
                <a:moveTo>
                  <a:pt x="13819" y="36217"/>
                </a:moveTo>
                <a:cubicBezTo>
                  <a:pt x="13819" y="36291"/>
                  <a:pt x="13805" y="36364"/>
                  <a:pt x="13805" y="36438"/>
                </a:cubicBezTo>
                <a:cubicBezTo>
                  <a:pt x="13716" y="36512"/>
                  <a:pt x="13643" y="36615"/>
                  <a:pt x="13569" y="36703"/>
                </a:cubicBezTo>
                <a:cubicBezTo>
                  <a:pt x="13584" y="36629"/>
                  <a:pt x="13584" y="36541"/>
                  <a:pt x="13584" y="36467"/>
                </a:cubicBezTo>
                <a:lnTo>
                  <a:pt x="13819" y="36217"/>
                </a:lnTo>
                <a:close/>
                <a:moveTo>
                  <a:pt x="14702" y="36732"/>
                </a:moveTo>
                <a:cubicBezTo>
                  <a:pt x="14702" y="36762"/>
                  <a:pt x="14688" y="36777"/>
                  <a:pt x="14673" y="36791"/>
                </a:cubicBezTo>
                <a:lnTo>
                  <a:pt x="14702" y="36762"/>
                </a:lnTo>
                <a:lnTo>
                  <a:pt x="14702" y="36732"/>
                </a:lnTo>
                <a:close/>
                <a:moveTo>
                  <a:pt x="14673" y="36791"/>
                </a:moveTo>
                <a:lnTo>
                  <a:pt x="14673" y="36791"/>
                </a:lnTo>
                <a:cubicBezTo>
                  <a:pt x="14658" y="36791"/>
                  <a:pt x="14658" y="36806"/>
                  <a:pt x="14658" y="36806"/>
                </a:cubicBezTo>
                <a:lnTo>
                  <a:pt x="14673" y="36791"/>
                </a:lnTo>
                <a:close/>
                <a:moveTo>
                  <a:pt x="14673" y="36629"/>
                </a:moveTo>
                <a:lnTo>
                  <a:pt x="14526" y="36777"/>
                </a:lnTo>
                <a:cubicBezTo>
                  <a:pt x="14511" y="36835"/>
                  <a:pt x="14482" y="36865"/>
                  <a:pt x="14467" y="36909"/>
                </a:cubicBezTo>
                <a:lnTo>
                  <a:pt x="14614" y="36762"/>
                </a:lnTo>
                <a:cubicBezTo>
                  <a:pt x="14629" y="36703"/>
                  <a:pt x="14658" y="36659"/>
                  <a:pt x="14673" y="36629"/>
                </a:cubicBezTo>
                <a:close/>
                <a:moveTo>
                  <a:pt x="14541" y="36570"/>
                </a:moveTo>
                <a:lnTo>
                  <a:pt x="14482" y="36732"/>
                </a:lnTo>
                <a:cubicBezTo>
                  <a:pt x="14438" y="36791"/>
                  <a:pt x="14379" y="36865"/>
                  <a:pt x="14320" y="36924"/>
                </a:cubicBezTo>
                <a:lnTo>
                  <a:pt x="14305" y="36938"/>
                </a:lnTo>
                <a:cubicBezTo>
                  <a:pt x="14305" y="36880"/>
                  <a:pt x="14320" y="36835"/>
                  <a:pt x="14335" y="36777"/>
                </a:cubicBezTo>
                <a:lnTo>
                  <a:pt x="14511" y="36615"/>
                </a:lnTo>
                <a:lnTo>
                  <a:pt x="14541" y="36570"/>
                </a:lnTo>
                <a:close/>
                <a:moveTo>
                  <a:pt x="14335" y="36556"/>
                </a:moveTo>
                <a:lnTo>
                  <a:pt x="14335" y="36556"/>
                </a:lnTo>
                <a:cubicBezTo>
                  <a:pt x="14320" y="36615"/>
                  <a:pt x="14305" y="36688"/>
                  <a:pt x="14290" y="36732"/>
                </a:cubicBezTo>
                <a:lnTo>
                  <a:pt x="14246" y="36777"/>
                </a:lnTo>
                <a:lnTo>
                  <a:pt x="14040" y="36983"/>
                </a:lnTo>
                <a:cubicBezTo>
                  <a:pt x="14040" y="36953"/>
                  <a:pt x="14055" y="36938"/>
                  <a:pt x="14055" y="36924"/>
                </a:cubicBezTo>
                <a:cubicBezTo>
                  <a:pt x="14084" y="36880"/>
                  <a:pt x="14084" y="36835"/>
                  <a:pt x="14099" y="36791"/>
                </a:cubicBezTo>
                <a:cubicBezTo>
                  <a:pt x="14173" y="36718"/>
                  <a:pt x="14246" y="36629"/>
                  <a:pt x="14335" y="36556"/>
                </a:cubicBezTo>
                <a:close/>
                <a:moveTo>
                  <a:pt x="14070" y="36541"/>
                </a:moveTo>
                <a:cubicBezTo>
                  <a:pt x="14040" y="36615"/>
                  <a:pt x="14040" y="36688"/>
                  <a:pt x="14025" y="36732"/>
                </a:cubicBezTo>
                <a:cubicBezTo>
                  <a:pt x="13952" y="36850"/>
                  <a:pt x="13864" y="36938"/>
                  <a:pt x="13790" y="37012"/>
                </a:cubicBezTo>
                <a:cubicBezTo>
                  <a:pt x="13805" y="36938"/>
                  <a:pt x="13805" y="36865"/>
                  <a:pt x="13819" y="36791"/>
                </a:cubicBezTo>
                <a:cubicBezTo>
                  <a:pt x="13893" y="36703"/>
                  <a:pt x="13996" y="36629"/>
                  <a:pt x="14070" y="36541"/>
                </a:cubicBezTo>
                <a:close/>
                <a:moveTo>
                  <a:pt x="14511" y="36997"/>
                </a:moveTo>
                <a:lnTo>
                  <a:pt x="14511" y="36997"/>
                </a:lnTo>
                <a:cubicBezTo>
                  <a:pt x="14491" y="37007"/>
                  <a:pt x="14478" y="37017"/>
                  <a:pt x="14467" y="37035"/>
                </a:cubicBezTo>
                <a:lnTo>
                  <a:pt x="14467" y="37035"/>
                </a:lnTo>
                <a:lnTo>
                  <a:pt x="14511" y="36997"/>
                </a:lnTo>
                <a:close/>
                <a:moveTo>
                  <a:pt x="13510" y="36541"/>
                </a:moveTo>
                <a:cubicBezTo>
                  <a:pt x="13510" y="36615"/>
                  <a:pt x="13496" y="36703"/>
                  <a:pt x="13481" y="36777"/>
                </a:cubicBezTo>
                <a:cubicBezTo>
                  <a:pt x="13378" y="36865"/>
                  <a:pt x="13304" y="36953"/>
                  <a:pt x="13231" y="37056"/>
                </a:cubicBezTo>
                <a:cubicBezTo>
                  <a:pt x="13260" y="36953"/>
                  <a:pt x="13260" y="36865"/>
                  <a:pt x="13275" y="36777"/>
                </a:cubicBezTo>
                <a:cubicBezTo>
                  <a:pt x="13349" y="36703"/>
                  <a:pt x="13422" y="36615"/>
                  <a:pt x="13510" y="36541"/>
                </a:cubicBezTo>
                <a:close/>
                <a:moveTo>
                  <a:pt x="13790" y="36556"/>
                </a:moveTo>
                <a:cubicBezTo>
                  <a:pt x="13775" y="36629"/>
                  <a:pt x="13775" y="36703"/>
                  <a:pt x="13746" y="36777"/>
                </a:cubicBezTo>
                <a:cubicBezTo>
                  <a:pt x="13658" y="36865"/>
                  <a:pt x="13584" y="36953"/>
                  <a:pt x="13496" y="37056"/>
                </a:cubicBezTo>
                <a:cubicBezTo>
                  <a:pt x="13510" y="36968"/>
                  <a:pt x="13510" y="36880"/>
                  <a:pt x="13525" y="36806"/>
                </a:cubicBezTo>
                <a:lnTo>
                  <a:pt x="13790" y="36556"/>
                </a:lnTo>
                <a:close/>
                <a:moveTo>
                  <a:pt x="14467" y="37035"/>
                </a:moveTo>
                <a:lnTo>
                  <a:pt x="14393" y="37100"/>
                </a:lnTo>
                <a:cubicBezTo>
                  <a:pt x="14382" y="37133"/>
                  <a:pt x="14380" y="37150"/>
                  <a:pt x="14373" y="37174"/>
                </a:cubicBezTo>
                <a:lnTo>
                  <a:pt x="14373" y="37174"/>
                </a:lnTo>
                <a:cubicBezTo>
                  <a:pt x="14389" y="37130"/>
                  <a:pt x="14416" y="37095"/>
                  <a:pt x="14452" y="37071"/>
                </a:cubicBezTo>
                <a:cubicBezTo>
                  <a:pt x="14457" y="37056"/>
                  <a:pt x="14462" y="37045"/>
                  <a:pt x="14467" y="37035"/>
                </a:cubicBezTo>
                <a:close/>
                <a:moveTo>
                  <a:pt x="14373" y="37174"/>
                </a:moveTo>
                <a:cubicBezTo>
                  <a:pt x="14369" y="37184"/>
                  <a:pt x="14366" y="37193"/>
                  <a:pt x="14364" y="37203"/>
                </a:cubicBezTo>
                <a:cubicBezTo>
                  <a:pt x="14368" y="37192"/>
                  <a:pt x="14370" y="37183"/>
                  <a:pt x="14373" y="37174"/>
                </a:cubicBezTo>
                <a:close/>
                <a:moveTo>
                  <a:pt x="14308" y="37022"/>
                </a:moveTo>
                <a:lnTo>
                  <a:pt x="14308" y="37022"/>
                </a:lnTo>
                <a:cubicBezTo>
                  <a:pt x="14269" y="37085"/>
                  <a:pt x="14227" y="37151"/>
                  <a:pt x="14185" y="37216"/>
                </a:cubicBezTo>
                <a:lnTo>
                  <a:pt x="14185" y="37216"/>
                </a:lnTo>
                <a:cubicBezTo>
                  <a:pt x="14200" y="37182"/>
                  <a:pt x="14220" y="37145"/>
                  <a:pt x="14231" y="37100"/>
                </a:cubicBezTo>
                <a:cubicBezTo>
                  <a:pt x="14251" y="37081"/>
                  <a:pt x="14276" y="37049"/>
                  <a:pt x="14308" y="37022"/>
                </a:cubicBezTo>
                <a:close/>
                <a:moveTo>
                  <a:pt x="14231" y="36880"/>
                </a:moveTo>
                <a:lnTo>
                  <a:pt x="14231" y="36880"/>
                </a:lnTo>
                <a:cubicBezTo>
                  <a:pt x="14217" y="36938"/>
                  <a:pt x="14187" y="37012"/>
                  <a:pt x="14173" y="37071"/>
                </a:cubicBezTo>
                <a:cubicBezTo>
                  <a:pt x="14158" y="37086"/>
                  <a:pt x="14143" y="37130"/>
                  <a:pt x="14099" y="37144"/>
                </a:cubicBezTo>
                <a:cubicBezTo>
                  <a:pt x="14040" y="37203"/>
                  <a:pt x="14011" y="37247"/>
                  <a:pt x="13952" y="37306"/>
                </a:cubicBezTo>
                <a:cubicBezTo>
                  <a:pt x="13967" y="37247"/>
                  <a:pt x="13996" y="37174"/>
                  <a:pt x="14011" y="37130"/>
                </a:cubicBezTo>
                <a:cubicBezTo>
                  <a:pt x="14084" y="37056"/>
                  <a:pt x="14158" y="36953"/>
                  <a:pt x="14231" y="36880"/>
                </a:cubicBezTo>
                <a:close/>
                <a:moveTo>
                  <a:pt x="14011" y="36865"/>
                </a:moveTo>
                <a:lnTo>
                  <a:pt x="14011" y="36880"/>
                </a:lnTo>
                <a:cubicBezTo>
                  <a:pt x="13996" y="36953"/>
                  <a:pt x="13967" y="37012"/>
                  <a:pt x="13952" y="37071"/>
                </a:cubicBezTo>
                <a:cubicBezTo>
                  <a:pt x="13882" y="37155"/>
                  <a:pt x="13799" y="37238"/>
                  <a:pt x="13728" y="37322"/>
                </a:cubicBezTo>
                <a:lnTo>
                  <a:pt x="13728" y="37322"/>
                </a:lnTo>
                <a:cubicBezTo>
                  <a:pt x="13730" y="37317"/>
                  <a:pt x="13731" y="37311"/>
                  <a:pt x="13731" y="37306"/>
                </a:cubicBezTo>
                <a:cubicBezTo>
                  <a:pt x="13746" y="37247"/>
                  <a:pt x="13746" y="37203"/>
                  <a:pt x="13775" y="37144"/>
                </a:cubicBezTo>
                <a:cubicBezTo>
                  <a:pt x="13849" y="37056"/>
                  <a:pt x="13937" y="36953"/>
                  <a:pt x="14011" y="36865"/>
                </a:cubicBezTo>
                <a:close/>
                <a:moveTo>
                  <a:pt x="13746" y="36880"/>
                </a:moveTo>
                <a:cubicBezTo>
                  <a:pt x="13731" y="36953"/>
                  <a:pt x="13731" y="37027"/>
                  <a:pt x="13716" y="37100"/>
                </a:cubicBezTo>
                <a:cubicBezTo>
                  <a:pt x="13628" y="37218"/>
                  <a:pt x="13525" y="37321"/>
                  <a:pt x="13452" y="37424"/>
                </a:cubicBezTo>
                <a:cubicBezTo>
                  <a:pt x="13481" y="37321"/>
                  <a:pt x="13496" y="37247"/>
                  <a:pt x="13496" y="37159"/>
                </a:cubicBezTo>
                <a:cubicBezTo>
                  <a:pt x="13569" y="37071"/>
                  <a:pt x="13658" y="36983"/>
                  <a:pt x="13746" y="36880"/>
                </a:cubicBezTo>
                <a:close/>
                <a:moveTo>
                  <a:pt x="14261" y="37395"/>
                </a:moveTo>
                <a:cubicBezTo>
                  <a:pt x="14261" y="37424"/>
                  <a:pt x="14246" y="37424"/>
                  <a:pt x="14246" y="37439"/>
                </a:cubicBezTo>
                <a:cubicBezTo>
                  <a:pt x="14261" y="37424"/>
                  <a:pt x="14261" y="37424"/>
                  <a:pt x="14261" y="37395"/>
                </a:cubicBezTo>
                <a:close/>
                <a:moveTo>
                  <a:pt x="13481" y="36909"/>
                </a:moveTo>
                <a:lnTo>
                  <a:pt x="13481" y="36909"/>
                </a:lnTo>
                <a:cubicBezTo>
                  <a:pt x="13452" y="36997"/>
                  <a:pt x="13452" y="37071"/>
                  <a:pt x="13437" y="37159"/>
                </a:cubicBezTo>
                <a:cubicBezTo>
                  <a:pt x="13349" y="37277"/>
                  <a:pt x="13275" y="37365"/>
                  <a:pt x="13187" y="37468"/>
                </a:cubicBezTo>
                <a:lnTo>
                  <a:pt x="13231" y="37203"/>
                </a:lnTo>
                <a:cubicBezTo>
                  <a:pt x="13290" y="37086"/>
                  <a:pt x="13378" y="36997"/>
                  <a:pt x="13481" y="36909"/>
                </a:cubicBezTo>
                <a:close/>
                <a:moveTo>
                  <a:pt x="14246" y="37277"/>
                </a:moveTo>
                <a:lnTo>
                  <a:pt x="14187" y="37321"/>
                </a:lnTo>
                <a:cubicBezTo>
                  <a:pt x="14158" y="37365"/>
                  <a:pt x="14143" y="37395"/>
                  <a:pt x="14099" y="37439"/>
                </a:cubicBezTo>
                <a:cubicBezTo>
                  <a:pt x="14084" y="37498"/>
                  <a:pt x="14055" y="37527"/>
                  <a:pt x="14040" y="37571"/>
                </a:cubicBezTo>
                <a:cubicBezTo>
                  <a:pt x="14099" y="37512"/>
                  <a:pt x="14143" y="37453"/>
                  <a:pt x="14187" y="37395"/>
                </a:cubicBezTo>
                <a:cubicBezTo>
                  <a:pt x="14202" y="37350"/>
                  <a:pt x="14231" y="37306"/>
                  <a:pt x="14246" y="37277"/>
                </a:cubicBezTo>
                <a:close/>
                <a:moveTo>
                  <a:pt x="14099" y="37247"/>
                </a:moveTo>
                <a:lnTo>
                  <a:pt x="14040" y="37424"/>
                </a:lnTo>
                <a:cubicBezTo>
                  <a:pt x="14025" y="37453"/>
                  <a:pt x="13996" y="37468"/>
                  <a:pt x="13967" y="37512"/>
                </a:cubicBezTo>
                <a:cubicBezTo>
                  <a:pt x="13937" y="37571"/>
                  <a:pt x="13893" y="37615"/>
                  <a:pt x="13864" y="37660"/>
                </a:cubicBezTo>
                <a:cubicBezTo>
                  <a:pt x="13864" y="37601"/>
                  <a:pt x="13878" y="37542"/>
                  <a:pt x="13893" y="37498"/>
                </a:cubicBezTo>
                <a:cubicBezTo>
                  <a:pt x="13967" y="37424"/>
                  <a:pt x="14025" y="37321"/>
                  <a:pt x="14099" y="37247"/>
                </a:cubicBezTo>
                <a:close/>
                <a:moveTo>
                  <a:pt x="13922" y="37247"/>
                </a:moveTo>
                <a:lnTo>
                  <a:pt x="13864" y="37468"/>
                </a:lnTo>
                <a:cubicBezTo>
                  <a:pt x="13775" y="37542"/>
                  <a:pt x="13702" y="37660"/>
                  <a:pt x="13628" y="37748"/>
                </a:cubicBezTo>
                <a:lnTo>
                  <a:pt x="13672" y="37527"/>
                </a:lnTo>
                <a:cubicBezTo>
                  <a:pt x="13746" y="37439"/>
                  <a:pt x="13819" y="37350"/>
                  <a:pt x="13922" y="37247"/>
                </a:cubicBezTo>
                <a:close/>
                <a:moveTo>
                  <a:pt x="13672" y="37247"/>
                </a:moveTo>
                <a:lnTo>
                  <a:pt x="13672" y="37292"/>
                </a:lnTo>
                <a:cubicBezTo>
                  <a:pt x="13658" y="37365"/>
                  <a:pt x="13643" y="37424"/>
                  <a:pt x="13628" y="37498"/>
                </a:cubicBezTo>
                <a:cubicBezTo>
                  <a:pt x="13525" y="37601"/>
                  <a:pt x="13437" y="37733"/>
                  <a:pt x="13363" y="37836"/>
                </a:cubicBezTo>
                <a:cubicBezTo>
                  <a:pt x="13378" y="37792"/>
                  <a:pt x="13378" y="37748"/>
                  <a:pt x="13407" y="37689"/>
                </a:cubicBezTo>
                <a:cubicBezTo>
                  <a:pt x="13407" y="37660"/>
                  <a:pt x="13422" y="37615"/>
                  <a:pt x="13422" y="37571"/>
                </a:cubicBezTo>
                <a:cubicBezTo>
                  <a:pt x="13496" y="37453"/>
                  <a:pt x="13584" y="37365"/>
                  <a:pt x="13672" y="37247"/>
                </a:cubicBezTo>
                <a:close/>
                <a:moveTo>
                  <a:pt x="14025" y="37674"/>
                </a:moveTo>
                <a:lnTo>
                  <a:pt x="14025" y="37674"/>
                </a:lnTo>
                <a:cubicBezTo>
                  <a:pt x="13996" y="37718"/>
                  <a:pt x="13967" y="37763"/>
                  <a:pt x="13937" y="37807"/>
                </a:cubicBezTo>
                <a:cubicBezTo>
                  <a:pt x="13937" y="37836"/>
                  <a:pt x="13922" y="37866"/>
                  <a:pt x="13922" y="37880"/>
                </a:cubicBezTo>
                <a:cubicBezTo>
                  <a:pt x="13952" y="37836"/>
                  <a:pt x="13967" y="37792"/>
                  <a:pt x="14011" y="37748"/>
                </a:cubicBezTo>
                <a:cubicBezTo>
                  <a:pt x="14025" y="37733"/>
                  <a:pt x="14040" y="37718"/>
                  <a:pt x="14025" y="37674"/>
                </a:cubicBezTo>
                <a:close/>
                <a:moveTo>
                  <a:pt x="13407" y="37277"/>
                </a:moveTo>
                <a:lnTo>
                  <a:pt x="13407" y="37277"/>
                </a:lnTo>
                <a:cubicBezTo>
                  <a:pt x="13378" y="37365"/>
                  <a:pt x="13363" y="37453"/>
                  <a:pt x="13349" y="37527"/>
                </a:cubicBezTo>
                <a:cubicBezTo>
                  <a:pt x="13260" y="37660"/>
                  <a:pt x="13157" y="37763"/>
                  <a:pt x="13084" y="37895"/>
                </a:cubicBezTo>
                <a:cubicBezTo>
                  <a:pt x="13098" y="37807"/>
                  <a:pt x="13128" y="37689"/>
                  <a:pt x="13142" y="37601"/>
                </a:cubicBezTo>
                <a:cubicBezTo>
                  <a:pt x="13231" y="37498"/>
                  <a:pt x="13304" y="37380"/>
                  <a:pt x="13407" y="37277"/>
                </a:cubicBezTo>
                <a:close/>
                <a:moveTo>
                  <a:pt x="13813" y="37821"/>
                </a:moveTo>
                <a:lnTo>
                  <a:pt x="13813" y="37821"/>
                </a:lnTo>
                <a:cubicBezTo>
                  <a:pt x="13797" y="37849"/>
                  <a:pt x="13782" y="37877"/>
                  <a:pt x="13766" y="37905"/>
                </a:cubicBezTo>
                <a:lnTo>
                  <a:pt x="13766" y="37905"/>
                </a:lnTo>
                <a:lnTo>
                  <a:pt x="13775" y="37880"/>
                </a:lnTo>
                <a:cubicBezTo>
                  <a:pt x="13787" y="37861"/>
                  <a:pt x="13799" y="37841"/>
                  <a:pt x="13813" y="37821"/>
                </a:cubicBezTo>
                <a:close/>
                <a:moveTo>
                  <a:pt x="13775" y="37660"/>
                </a:moveTo>
                <a:cubicBezTo>
                  <a:pt x="13746" y="37733"/>
                  <a:pt x="13716" y="37807"/>
                  <a:pt x="13687" y="37880"/>
                </a:cubicBezTo>
                <a:cubicBezTo>
                  <a:pt x="13643" y="37954"/>
                  <a:pt x="13569" y="38057"/>
                  <a:pt x="13496" y="38175"/>
                </a:cubicBezTo>
                <a:lnTo>
                  <a:pt x="13555" y="37954"/>
                </a:lnTo>
                <a:cubicBezTo>
                  <a:pt x="13628" y="37836"/>
                  <a:pt x="13687" y="37748"/>
                  <a:pt x="13775" y="37660"/>
                </a:cubicBezTo>
                <a:close/>
                <a:moveTo>
                  <a:pt x="13790" y="38101"/>
                </a:moveTo>
                <a:cubicBezTo>
                  <a:pt x="13756" y="38124"/>
                  <a:pt x="13740" y="38155"/>
                  <a:pt x="13727" y="38181"/>
                </a:cubicBezTo>
                <a:lnTo>
                  <a:pt x="13727" y="38181"/>
                </a:lnTo>
                <a:cubicBezTo>
                  <a:pt x="13747" y="38155"/>
                  <a:pt x="13769" y="38128"/>
                  <a:pt x="13790" y="38101"/>
                </a:cubicBezTo>
                <a:close/>
                <a:moveTo>
                  <a:pt x="13569" y="37660"/>
                </a:moveTo>
                <a:lnTo>
                  <a:pt x="13569" y="37660"/>
                </a:lnTo>
                <a:cubicBezTo>
                  <a:pt x="13555" y="37733"/>
                  <a:pt x="13525" y="37821"/>
                  <a:pt x="13496" y="37895"/>
                </a:cubicBezTo>
                <a:cubicBezTo>
                  <a:pt x="13407" y="38027"/>
                  <a:pt x="13319" y="38145"/>
                  <a:pt x="13260" y="38263"/>
                </a:cubicBezTo>
                <a:cubicBezTo>
                  <a:pt x="13275" y="38175"/>
                  <a:pt x="13290" y="38072"/>
                  <a:pt x="13334" y="37983"/>
                </a:cubicBezTo>
                <a:cubicBezTo>
                  <a:pt x="13407" y="37895"/>
                  <a:pt x="13496" y="37792"/>
                  <a:pt x="13569" y="37660"/>
                </a:cubicBezTo>
                <a:close/>
                <a:moveTo>
                  <a:pt x="13727" y="38181"/>
                </a:moveTo>
                <a:cubicBezTo>
                  <a:pt x="13692" y="38228"/>
                  <a:pt x="13662" y="38275"/>
                  <a:pt x="13643" y="38322"/>
                </a:cubicBezTo>
                <a:cubicBezTo>
                  <a:pt x="13637" y="38328"/>
                  <a:pt x="13633" y="38339"/>
                  <a:pt x="13629" y="38352"/>
                </a:cubicBezTo>
                <a:lnTo>
                  <a:pt x="13629" y="38352"/>
                </a:lnTo>
                <a:cubicBezTo>
                  <a:pt x="13652" y="38314"/>
                  <a:pt x="13674" y="38280"/>
                  <a:pt x="13702" y="38233"/>
                </a:cubicBezTo>
                <a:lnTo>
                  <a:pt x="13716" y="38204"/>
                </a:lnTo>
                <a:cubicBezTo>
                  <a:pt x="13720" y="38197"/>
                  <a:pt x="13723" y="38190"/>
                  <a:pt x="13727" y="38181"/>
                </a:cubicBezTo>
                <a:close/>
                <a:moveTo>
                  <a:pt x="13629" y="38352"/>
                </a:moveTo>
                <a:cubicBezTo>
                  <a:pt x="13621" y="38365"/>
                  <a:pt x="13612" y="38378"/>
                  <a:pt x="13604" y="38392"/>
                </a:cubicBezTo>
                <a:lnTo>
                  <a:pt x="13604" y="38392"/>
                </a:lnTo>
                <a:cubicBezTo>
                  <a:pt x="13617" y="38383"/>
                  <a:pt x="13623" y="38367"/>
                  <a:pt x="13629" y="38352"/>
                </a:cubicBezTo>
                <a:close/>
                <a:moveTo>
                  <a:pt x="13334" y="37689"/>
                </a:moveTo>
                <a:lnTo>
                  <a:pt x="13275" y="37969"/>
                </a:lnTo>
                <a:cubicBezTo>
                  <a:pt x="13187" y="38116"/>
                  <a:pt x="13084" y="38248"/>
                  <a:pt x="13010" y="38395"/>
                </a:cubicBezTo>
                <a:cubicBezTo>
                  <a:pt x="13010" y="38381"/>
                  <a:pt x="13010" y="38351"/>
                  <a:pt x="13039" y="38322"/>
                </a:cubicBezTo>
                <a:cubicBezTo>
                  <a:pt x="13054" y="38233"/>
                  <a:pt x="13069" y="38160"/>
                  <a:pt x="13084" y="38057"/>
                </a:cubicBezTo>
                <a:cubicBezTo>
                  <a:pt x="13142" y="37954"/>
                  <a:pt x="13231" y="37821"/>
                  <a:pt x="13334" y="37689"/>
                </a:cubicBezTo>
                <a:close/>
                <a:moveTo>
                  <a:pt x="13604" y="38392"/>
                </a:moveTo>
                <a:cubicBezTo>
                  <a:pt x="13602" y="38394"/>
                  <a:pt x="13600" y="38394"/>
                  <a:pt x="13599" y="38395"/>
                </a:cubicBezTo>
                <a:cubicBezTo>
                  <a:pt x="13584" y="38410"/>
                  <a:pt x="13584" y="38410"/>
                  <a:pt x="13584" y="38425"/>
                </a:cubicBezTo>
                <a:cubicBezTo>
                  <a:pt x="13591" y="38413"/>
                  <a:pt x="13597" y="38403"/>
                  <a:pt x="13604" y="38392"/>
                </a:cubicBezTo>
                <a:close/>
                <a:moveTo>
                  <a:pt x="13613" y="38086"/>
                </a:moveTo>
                <a:cubicBezTo>
                  <a:pt x="13599" y="38160"/>
                  <a:pt x="13569" y="38204"/>
                  <a:pt x="13540" y="38278"/>
                </a:cubicBezTo>
                <a:cubicBezTo>
                  <a:pt x="13485" y="38365"/>
                  <a:pt x="13447" y="38444"/>
                  <a:pt x="13401" y="38532"/>
                </a:cubicBezTo>
                <a:lnTo>
                  <a:pt x="13401" y="38532"/>
                </a:lnTo>
                <a:cubicBezTo>
                  <a:pt x="13405" y="38517"/>
                  <a:pt x="13407" y="38500"/>
                  <a:pt x="13407" y="38484"/>
                </a:cubicBezTo>
                <a:cubicBezTo>
                  <a:pt x="13407" y="38454"/>
                  <a:pt x="13422" y="38425"/>
                  <a:pt x="13422" y="38395"/>
                </a:cubicBezTo>
                <a:cubicBezTo>
                  <a:pt x="13466" y="38278"/>
                  <a:pt x="13555" y="38175"/>
                  <a:pt x="13613" y="38086"/>
                </a:cubicBezTo>
                <a:close/>
                <a:moveTo>
                  <a:pt x="13510" y="38749"/>
                </a:moveTo>
                <a:cubicBezTo>
                  <a:pt x="13497" y="38749"/>
                  <a:pt x="13496" y="38749"/>
                  <a:pt x="13496" y="38760"/>
                </a:cubicBezTo>
                <a:lnTo>
                  <a:pt x="13496" y="38760"/>
                </a:lnTo>
                <a:cubicBezTo>
                  <a:pt x="13500" y="38756"/>
                  <a:pt x="13505" y="38752"/>
                  <a:pt x="13510" y="38749"/>
                </a:cubicBezTo>
                <a:close/>
                <a:moveTo>
                  <a:pt x="13452" y="38116"/>
                </a:moveTo>
                <a:lnTo>
                  <a:pt x="13452" y="38116"/>
                </a:lnTo>
                <a:cubicBezTo>
                  <a:pt x="13437" y="38204"/>
                  <a:pt x="13407" y="38292"/>
                  <a:pt x="13378" y="38366"/>
                </a:cubicBezTo>
                <a:cubicBezTo>
                  <a:pt x="13290" y="38528"/>
                  <a:pt x="13216" y="38646"/>
                  <a:pt x="13142" y="38793"/>
                </a:cubicBezTo>
                <a:cubicBezTo>
                  <a:pt x="13157" y="38704"/>
                  <a:pt x="13201" y="38601"/>
                  <a:pt x="13216" y="38498"/>
                </a:cubicBezTo>
                <a:cubicBezTo>
                  <a:pt x="13290" y="38381"/>
                  <a:pt x="13363" y="38248"/>
                  <a:pt x="13452" y="38116"/>
                </a:cubicBezTo>
                <a:close/>
                <a:moveTo>
                  <a:pt x="13496" y="38760"/>
                </a:moveTo>
                <a:cubicBezTo>
                  <a:pt x="13463" y="38792"/>
                  <a:pt x="13450" y="38840"/>
                  <a:pt x="13437" y="38866"/>
                </a:cubicBezTo>
                <a:cubicBezTo>
                  <a:pt x="13422" y="38896"/>
                  <a:pt x="13422" y="38896"/>
                  <a:pt x="13422" y="38910"/>
                </a:cubicBezTo>
                <a:cubicBezTo>
                  <a:pt x="13452" y="38852"/>
                  <a:pt x="13481" y="38822"/>
                  <a:pt x="13496" y="38763"/>
                </a:cubicBezTo>
                <a:cubicBezTo>
                  <a:pt x="13496" y="38762"/>
                  <a:pt x="13496" y="38761"/>
                  <a:pt x="13496" y="38760"/>
                </a:cubicBezTo>
                <a:close/>
                <a:moveTo>
                  <a:pt x="13216" y="38175"/>
                </a:moveTo>
                <a:cubicBezTo>
                  <a:pt x="13201" y="38278"/>
                  <a:pt x="13157" y="38381"/>
                  <a:pt x="13142" y="38484"/>
                </a:cubicBezTo>
                <a:cubicBezTo>
                  <a:pt x="13054" y="38646"/>
                  <a:pt x="12951" y="38807"/>
                  <a:pt x="12878" y="38969"/>
                </a:cubicBezTo>
                <a:cubicBezTo>
                  <a:pt x="12907" y="38852"/>
                  <a:pt x="12922" y="38719"/>
                  <a:pt x="12951" y="38616"/>
                </a:cubicBezTo>
                <a:cubicBezTo>
                  <a:pt x="13039" y="38469"/>
                  <a:pt x="13128" y="38322"/>
                  <a:pt x="13216" y="38175"/>
                </a:cubicBezTo>
                <a:close/>
                <a:moveTo>
                  <a:pt x="13422" y="38631"/>
                </a:moveTo>
                <a:lnTo>
                  <a:pt x="13260" y="38969"/>
                </a:lnTo>
                <a:lnTo>
                  <a:pt x="13201" y="39175"/>
                </a:lnTo>
                <a:cubicBezTo>
                  <a:pt x="13260" y="39072"/>
                  <a:pt x="13304" y="38940"/>
                  <a:pt x="13363" y="38837"/>
                </a:cubicBezTo>
                <a:cubicBezTo>
                  <a:pt x="13407" y="38778"/>
                  <a:pt x="13422" y="38704"/>
                  <a:pt x="13422" y="38631"/>
                </a:cubicBezTo>
                <a:close/>
                <a:moveTo>
                  <a:pt x="13290" y="38646"/>
                </a:moveTo>
                <a:lnTo>
                  <a:pt x="13290" y="38646"/>
                </a:lnTo>
                <a:cubicBezTo>
                  <a:pt x="13260" y="38749"/>
                  <a:pt x="13231" y="38852"/>
                  <a:pt x="13201" y="38940"/>
                </a:cubicBezTo>
                <a:cubicBezTo>
                  <a:pt x="13128" y="39116"/>
                  <a:pt x="13054" y="39264"/>
                  <a:pt x="12995" y="39425"/>
                </a:cubicBezTo>
                <a:cubicBezTo>
                  <a:pt x="13010" y="39308"/>
                  <a:pt x="13054" y="39205"/>
                  <a:pt x="13069" y="39087"/>
                </a:cubicBezTo>
                <a:lnTo>
                  <a:pt x="13290" y="38646"/>
                </a:lnTo>
                <a:close/>
                <a:moveTo>
                  <a:pt x="13187" y="39484"/>
                </a:moveTo>
                <a:lnTo>
                  <a:pt x="13187" y="39484"/>
                </a:lnTo>
                <a:cubicBezTo>
                  <a:pt x="13166" y="39515"/>
                  <a:pt x="13153" y="39552"/>
                  <a:pt x="13142" y="39596"/>
                </a:cubicBezTo>
                <a:lnTo>
                  <a:pt x="13142" y="39596"/>
                </a:lnTo>
                <a:cubicBezTo>
                  <a:pt x="13155" y="39559"/>
                  <a:pt x="13168" y="39522"/>
                  <a:pt x="13187" y="39484"/>
                </a:cubicBezTo>
                <a:close/>
                <a:moveTo>
                  <a:pt x="13069" y="38704"/>
                </a:moveTo>
                <a:lnTo>
                  <a:pt x="13069" y="38704"/>
                </a:lnTo>
                <a:cubicBezTo>
                  <a:pt x="13039" y="38822"/>
                  <a:pt x="13010" y="38940"/>
                  <a:pt x="12995" y="39058"/>
                </a:cubicBezTo>
                <a:cubicBezTo>
                  <a:pt x="12922" y="39264"/>
                  <a:pt x="12848" y="39440"/>
                  <a:pt x="12775" y="39632"/>
                </a:cubicBezTo>
                <a:cubicBezTo>
                  <a:pt x="12789" y="39499"/>
                  <a:pt x="12819" y="39352"/>
                  <a:pt x="12833" y="39219"/>
                </a:cubicBezTo>
                <a:cubicBezTo>
                  <a:pt x="12907" y="39058"/>
                  <a:pt x="12995" y="38866"/>
                  <a:pt x="13069" y="38704"/>
                </a:cubicBezTo>
                <a:close/>
                <a:moveTo>
                  <a:pt x="13142" y="39596"/>
                </a:moveTo>
                <a:lnTo>
                  <a:pt x="13142" y="39596"/>
                </a:lnTo>
                <a:cubicBezTo>
                  <a:pt x="13125" y="39647"/>
                  <a:pt x="13109" y="39698"/>
                  <a:pt x="13084" y="39749"/>
                </a:cubicBezTo>
                <a:cubicBezTo>
                  <a:pt x="13074" y="39786"/>
                  <a:pt x="13071" y="39829"/>
                  <a:pt x="13066" y="39870"/>
                </a:cubicBezTo>
                <a:lnTo>
                  <a:pt x="13066" y="39870"/>
                </a:lnTo>
                <a:cubicBezTo>
                  <a:pt x="13078" y="39800"/>
                  <a:pt x="13095" y="39727"/>
                  <a:pt x="13128" y="39661"/>
                </a:cubicBezTo>
                <a:cubicBezTo>
                  <a:pt x="13132" y="39638"/>
                  <a:pt x="13137" y="39616"/>
                  <a:pt x="13142" y="39596"/>
                </a:cubicBezTo>
                <a:close/>
                <a:moveTo>
                  <a:pt x="13066" y="39870"/>
                </a:moveTo>
                <a:lnTo>
                  <a:pt x="13066" y="39870"/>
                </a:lnTo>
                <a:cubicBezTo>
                  <a:pt x="13062" y="39894"/>
                  <a:pt x="13058" y="39918"/>
                  <a:pt x="13054" y="39941"/>
                </a:cubicBezTo>
                <a:cubicBezTo>
                  <a:pt x="13060" y="39919"/>
                  <a:pt x="13063" y="39894"/>
                  <a:pt x="13066" y="39870"/>
                </a:cubicBezTo>
                <a:close/>
                <a:moveTo>
                  <a:pt x="13071" y="39420"/>
                </a:moveTo>
                <a:cubicBezTo>
                  <a:pt x="13015" y="39605"/>
                  <a:pt x="12969" y="39793"/>
                  <a:pt x="12931" y="39983"/>
                </a:cubicBezTo>
                <a:lnTo>
                  <a:pt x="12931" y="39983"/>
                </a:lnTo>
                <a:cubicBezTo>
                  <a:pt x="12958" y="39894"/>
                  <a:pt x="12986" y="39807"/>
                  <a:pt x="13010" y="39720"/>
                </a:cubicBezTo>
                <a:cubicBezTo>
                  <a:pt x="13035" y="39620"/>
                  <a:pt x="13049" y="39520"/>
                  <a:pt x="13071" y="39420"/>
                </a:cubicBezTo>
                <a:close/>
                <a:moveTo>
                  <a:pt x="12936" y="39411"/>
                </a:moveTo>
                <a:lnTo>
                  <a:pt x="12936" y="39411"/>
                </a:lnTo>
                <a:cubicBezTo>
                  <a:pt x="12907" y="39558"/>
                  <a:pt x="12892" y="39705"/>
                  <a:pt x="12863" y="39823"/>
                </a:cubicBezTo>
                <a:cubicBezTo>
                  <a:pt x="12789" y="40029"/>
                  <a:pt x="12745" y="40235"/>
                  <a:pt x="12701" y="40456"/>
                </a:cubicBezTo>
                <a:cubicBezTo>
                  <a:pt x="12701" y="40308"/>
                  <a:pt x="12716" y="40147"/>
                  <a:pt x="12745" y="39999"/>
                </a:cubicBezTo>
                <a:cubicBezTo>
                  <a:pt x="12789" y="39793"/>
                  <a:pt x="12863" y="39602"/>
                  <a:pt x="12936" y="39411"/>
                </a:cubicBezTo>
                <a:close/>
                <a:moveTo>
                  <a:pt x="12936" y="40603"/>
                </a:moveTo>
                <a:lnTo>
                  <a:pt x="12936" y="40706"/>
                </a:lnTo>
                <a:cubicBezTo>
                  <a:pt x="12966" y="40691"/>
                  <a:pt x="12966" y="40647"/>
                  <a:pt x="12936" y="40603"/>
                </a:cubicBezTo>
                <a:close/>
                <a:moveTo>
                  <a:pt x="12936" y="40707"/>
                </a:moveTo>
                <a:lnTo>
                  <a:pt x="12936" y="40707"/>
                </a:lnTo>
                <a:cubicBezTo>
                  <a:pt x="12936" y="40736"/>
                  <a:pt x="12936" y="40765"/>
                  <a:pt x="12922" y="40779"/>
                </a:cubicBezTo>
                <a:cubicBezTo>
                  <a:pt x="12936" y="40765"/>
                  <a:pt x="12936" y="40750"/>
                  <a:pt x="12936" y="40707"/>
                </a:cubicBezTo>
                <a:close/>
                <a:moveTo>
                  <a:pt x="12907" y="40382"/>
                </a:moveTo>
                <a:cubicBezTo>
                  <a:pt x="12863" y="40529"/>
                  <a:pt x="12848" y="40647"/>
                  <a:pt x="12833" y="40809"/>
                </a:cubicBezTo>
                <a:lnTo>
                  <a:pt x="12833" y="41118"/>
                </a:lnTo>
                <a:cubicBezTo>
                  <a:pt x="12833" y="40985"/>
                  <a:pt x="12848" y="40838"/>
                  <a:pt x="12863" y="40706"/>
                </a:cubicBezTo>
                <a:cubicBezTo>
                  <a:pt x="12892" y="40618"/>
                  <a:pt x="12892" y="40529"/>
                  <a:pt x="12907" y="40441"/>
                </a:cubicBezTo>
                <a:lnTo>
                  <a:pt x="12907" y="40382"/>
                </a:lnTo>
                <a:close/>
                <a:moveTo>
                  <a:pt x="12775" y="40323"/>
                </a:moveTo>
                <a:cubicBezTo>
                  <a:pt x="12775" y="40411"/>
                  <a:pt x="12760" y="40485"/>
                  <a:pt x="12760" y="40588"/>
                </a:cubicBezTo>
                <a:cubicBezTo>
                  <a:pt x="12775" y="40632"/>
                  <a:pt x="12760" y="40706"/>
                  <a:pt x="12760" y="40779"/>
                </a:cubicBezTo>
                <a:cubicBezTo>
                  <a:pt x="12745" y="40985"/>
                  <a:pt x="12716" y="41191"/>
                  <a:pt x="12701" y="41368"/>
                </a:cubicBezTo>
                <a:cubicBezTo>
                  <a:pt x="12701" y="41294"/>
                  <a:pt x="12686" y="41221"/>
                  <a:pt x="12686" y="41147"/>
                </a:cubicBezTo>
                <a:cubicBezTo>
                  <a:pt x="12686" y="41074"/>
                  <a:pt x="12686" y="40985"/>
                  <a:pt x="12672" y="40912"/>
                </a:cubicBezTo>
                <a:cubicBezTo>
                  <a:pt x="12686" y="40706"/>
                  <a:pt x="12716" y="40514"/>
                  <a:pt x="12775" y="40323"/>
                </a:cubicBezTo>
                <a:close/>
                <a:moveTo>
                  <a:pt x="12907" y="41442"/>
                </a:moveTo>
                <a:lnTo>
                  <a:pt x="12907" y="41721"/>
                </a:lnTo>
                <a:cubicBezTo>
                  <a:pt x="12922" y="41780"/>
                  <a:pt x="12922" y="41854"/>
                  <a:pt x="12936" y="41913"/>
                </a:cubicBezTo>
                <a:cubicBezTo>
                  <a:pt x="12922" y="41810"/>
                  <a:pt x="12922" y="41736"/>
                  <a:pt x="12922" y="41633"/>
                </a:cubicBezTo>
                <a:cubicBezTo>
                  <a:pt x="12922" y="41574"/>
                  <a:pt x="12907" y="41515"/>
                  <a:pt x="12907" y="41442"/>
                </a:cubicBezTo>
                <a:close/>
                <a:moveTo>
                  <a:pt x="12789" y="41368"/>
                </a:moveTo>
                <a:cubicBezTo>
                  <a:pt x="12819" y="41500"/>
                  <a:pt x="12819" y="41603"/>
                  <a:pt x="12848" y="41736"/>
                </a:cubicBezTo>
                <a:cubicBezTo>
                  <a:pt x="12848" y="41883"/>
                  <a:pt x="12863" y="42030"/>
                  <a:pt x="12892" y="42177"/>
                </a:cubicBezTo>
                <a:cubicBezTo>
                  <a:pt x="12848" y="42074"/>
                  <a:pt x="12819" y="41957"/>
                  <a:pt x="12789" y="41854"/>
                </a:cubicBezTo>
                <a:cubicBezTo>
                  <a:pt x="12775" y="41692"/>
                  <a:pt x="12775" y="41515"/>
                  <a:pt x="12789" y="41368"/>
                </a:cubicBezTo>
                <a:close/>
                <a:moveTo>
                  <a:pt x="13069" y="42442"/>
                </a:moveTo>
                <a:lnTo>
                  <a:pt x="13069" y="42442"/>
                </a:lnTo>
                <a:cubicBezTo>
                  <a:pt x="13074" y="42453"/>
                  <a:pt x="13078" y="42465"/>
                  <a:pt x="13080" y="42479"/>
                </a:cubicBezTo>
                <a:lnTo>
                  <a:pt x="13080" y="42479"/>
                </a:lnTo>
                <a:cubicBezTo>
                  <a:pt x="13081" y="42464"/>
                  <a:pt x="13077" y="42451"/>
                  <a:pt x="13069" y="42442"/>
                </a:cubicBezTo>
                <a:close/>
                <a:moveTo>
                  <a:pt x="13080" y="42479"/>
                </a:moveTo>
                <a:cubicBezTo>
                  <a:pt x="13079" y="42490"/>
                  <a:pt x="13075" y="42503"/>
                  <a:pt x="13069" y="42516"/>
                </a:cubicBezTo>
                <a:cubicBezTo>
                  <a:pt x="13084" y="42531"/>
                  <a:pt x="13084" y="42531"/>
                  <a:pt x="13084" y="42545"/>
                </a:cubicBezTo>
                <a:cubicBezTo>
                  <a:pt x="13084" y="42527"/>
                  <a:pt x="13084" y="42502"/>
                  <a:pt x="13080" y="42479"/>
                </a:cubicBezTo>
                <a:close/>
                <a:moveTo>
                  <a:pt x="13288" y="43187"/>
                </a:moveTo>
                <a:cubicBezTo>
                  <a:pt x="13291" y="43195"/>
                  <a:pt x="13295" y="43203"/>
                  <a:pt x="13299" y="43211"/>
                </a:cubicBezTo>
                <a:lnTo>
                  <a:pt x="13299" y="43211"/>
                </a:lnTo>
                <a:cubicBezTo>
                  <a:pt x="13296" y="43202"/>
                  <a:pt x="13292" y="43194"/>
                  <a:pt x="13288" y="43187"/>
                </a:cubicBezTo>
                <a:close/>
                <a:moveTo>
                  <a:pt x="13231" y="35114"/>
                </a:moveTo>
                <a:cubicBezTo>
                  <a:pt x="13231" y="35187"/>
                  <a:pt x="13260" y="35290"/>
                  <a:pt x="13260" y="35364"/>
                </a:cubicBezTo>
                <a:cubicBezTo>
                  <a:pt x="12201" y="36276"/>
                  <a:pt x="11435" y="37306"/>
                  <a:pt x="10950" y="38395"/>
                </a:cubicBezTo>
                <a:cubicBezTo>
                  <a:pt x="9993" y="40559"/>
                  <a:pt x="10287" y="43090"/>
                  <a:pt x="11671" y="44606"/>
                </a:cubicBezTo>
                <a:cubicBezTo>
                  <a:pt x="11612" y="44606"/>
                  <a:pt x="11583" y="44606"/>
                  <a:pt x="11538" y="44591"/>
                </a:cubicBezTo>
                <a:cubicBezTo>
                  <a:pt x="10096" y="43016"/>
                  <a:pt x="9817" y="40382"/>
                  <a:pt x="10861" y="38130"/>
                </a:cubicBezTo>
                <a:cubicBezTo>
                  <a:pt x="11376" y="37056"/>
                  <a:pt x="12171" y="36041"/>
                  <a:pt x="13231" y="35114"/>
                </a:cubicBezTo>
                <a:close/>
                <a:moveTo>
                  <a:pt x="13260" y="35452"/>
                </a:moveTo>
                <a:cubicBezTo>
                  <a:pt x="13260" y="35526"/>
                  <a:pt x="13260" y="35614"/>
                  <a:pt x="13275" y="35688"/>
                </a:cubicBezTo>
                <a:cubicBezTo>
                  <a:pt x="12274" y="36615"/>
                  <a:pt x="11538" y="37615"/>
                  <a:pt x="11097" y="38690"/>
                </a:cubicBezTo>
                <a:cubicBezTo>
                  <a:pt x="10243" y="40779"/>
                  <a:pt x="10567" y="43208"/>
                  <a:pt x="11906" y="44679"/>
                </a:cubicBezTo>
                <a:cubicBezTo>
                  <a:pt x="11877" y="44679"/>
                  <a:pt x="11818" y="44665"/>
                  <a:pt x="11789" y="44665"/>
                </a:cubicBezTo>
                <a:cubicBezTo>
                  <a:pt x="10361" y="43163"/>
                  <a:pt x="10052" y="40618"/>
                  <a:pt x="11009" y="38425"/>
                </a:cubicBezTo>
                <a:cubicBezTo>
                  <a:pt x="11480" y="37365"/>
                  <a:pt x="12245" y="36350"/>
                  <a:pt x="13260" y="35452"/>
                </a:cubicBezTo>
                <a:close/>
                <a:moveTo>
                  <a:pt x="13275" y="35776"/>
                </a:moveTo>
                <a:lnTo>
                  <a:pt x="13275" y="36041"/>
                </a:lnTo>
                <a:cubicBezTo>
                  <a:pt x="12333" y="36953"/>
                  <a:pt x="11656" y="37954"/>
                  <a:pt x="11244" y="38999"/>
                </a:cubicBezTo>
                <a:cubicBezTo>
                  <a:pt x="10861" y="39999"/>
                  <a:pt x="10758" y="41118"/>
                  <a:pt x="10920" y="42148"/>
                </a:cubicBezTo>
                <a:cubicBezTo>
                  <a:pt x="11082" y="43193"/>
                  <a:pt x="11524" y="44091"/>
                  <a:pt x="12186" y="44797"/>
                </a:cubicBezTo>
                <a:cubicBezTo>
                  <a:pt x="12127" y="44782"/>
                  <a:pt x="12098" y="44753"/>
                  <a:pt x="12039" y="44738"/>
                </a:cubicBezTo>
                <a:cubicBezTo>
                  <a:pt x="10641" y="43311"/>
                  <a:pt x="10273" y="40838"/>
                  <a:pt x="11156" y="38719"/>
                </a:cubicBezTo>
                <a:cubicBezTo>
                  <a:pt x="11597" y="37674"/>
                  <a:pt x="12304" y="36688"/>
                  <a:pt x="13275" y="35776"/>
                </a:cubicBezTo>
                <a:close/>
                <a:moveTo>
                  <a:pt x="13245" y="36129"/>
                </a:moveTo>
                <a:cubicBezTo>
                  <a:pt x="13245" y="36217"/>
                  <a:pt x="13245" y="36291"/>
                  <a:pt x="13231" y="36394"/>
                </a:cubicBezTo>
                <a:cubicBezTo>
                  <a:pt x="12362" y="37292"/>
                  <a:pt x="11744" y="38263"/>
                  <a:pt x="11376" y="39293"/>
                </a:cubicBezTo>
                <a:cubicBezTo>
                  <a:pt x="10788" y="40985"/>
                  <a:pt x="10906" y="43340"/>
                  <a:pt x="12421" y="44871"/>
                </a:cubicBezTo>
                <a:cubicBezTo>
                  <a:pt x="12407" y="44856"/>
                  <a:pt x="12348" y="44826"/>
                  <a:pt x="12304" y="44812"/>
                </a:cubicBezTo>
                <a:cubicBezTo>
                  <a:pt x="10920" y="43428"/>
                  <a:pt x="10508" y="41074"/>
                  <a:pt x="11303" y="39013"/>
                </a:cubicBezTo>
                <a:cubicBezTo>
                  <a:pt x="11686" y="37983"/>
                  <a:pt x="12348" y="37012"/>
                  <a:pt x="13245" y="36129"/>
                </a:cubicBezTo>
                <a:close/>
                <a:moveTo>
                  <a:pt x="13231" y="36497"/>
                </a:moveTo>
                <a:cubicBezTo>
                  <a:pt x="13231" y="36585"/>
                  <a:pt x="13216" y="36674"/>
                  <a:pt x="13216" y="36777"/>
                </a:cubicBezTo>
                <a:cubicBezTo>
                  <a:pt x="12421" y="37660"/>
                  <a:pt x="11862" y="38616"/>
                  <a:pt x="11538" y="39602"/>
                </a:cubicBezTo>
                <a:cubicBezTo>
                  <a:pt x="11024" y="41234"/>
                  <a:pt x="11199" y="43496"/>
                  <a:pt x="12710" y="44968"/>
                </a:cubicBezTo>
                <a:lnTo>
                  <a:pt x="12710" y="44968"/>
                </a:lnTo>
                <a:cubicBezTo>
                  <a:pt x="12667" y="44927"/>
                  <a:pt x="12610" y="44899"/>
                  <a:pt x="12554" y="44885"/>
                </a:cubicBezTo>
                <a:cubicBezTo>
                  <a:pt x="10994" y="43384"/>
                  <a:pt x="10861" y="41000"/>
                  <a:pt x="11450" y="39308"/>
                </a:cubicBezTo>
                <a:cubicBezTo>
                  <a:pt x="11803" y="38322"/>
                  <a:pt x="12392" y="37365"/>
                  <a:pt x="13231" y="36497"/>
                </a:cubicBezTo>
                <a:close/>
                <a:moveTo>
                  <a:pt x="13201" y="36850"/>
                </a:moveTo>
                <a:lnTo>
                  <a:pt x="13201" y="36850"/>
                </a:lnTo>
                <a:cubicBezTo>
                  <a:pt x="13187" y="36938"/>
                  <a:pt x="13187" y="37027"/>
                  <a:pt x="13157" y="37115"/>
                </a:cubicBezTo>
                <a:cubicBezTo>
                  <a:pt x="12451" y="37983"/>
                  <a:pt x="11965" y="38881"/>
                  <a:pt x="11686" y="39838"/>
                </a:cubicBezTo>
                <a:cubicBezTo>
                  <a:pt x="11244" y="41442"/>
                  <a:pt x="11494" y="43620"/>
                  <a:pt x="12981" y="44988"/>
                </a:cubicBezTo>
                <a:cubicBezTo>
                  <a:pt x="12970" y="44991"/>
                  <a:pt x="12959" y="44992"/>
                  <a:pt x="12948" y="44992"/>
                </a:cubicBezTo>
                <a:cubicBezTo>
                  <a:pt x="12901" y="44992"/>
                  <a:pt x="12855" y="44968"/>
                  <a:pt x="12819" y="44944"/>
                </a:cubicBezTo>
                <a:cubicBezTo>
                  <a:pt x="11273" y="43502"/>
                  <a:pt x="11097" y="41236"/>
                  <a:pt x="11612" y="39587"/>
                </a:cubicBezTo>
                <a:cubicBezTo>
                  <a:pt x="11906" y="38631"/>
                  <a:pt x="12451" y="37704"/>
                  <a:pt x="13201" y="36850"/>
                </a:cubicBezTo>
                <a:close/>
                <a:moveTo>
                  <a:pt x="13142" y="37292"/>
                </a:moveTo>
                <a:lnTo>
                  <a:pt x="13142" y="37292"/>
                </a:lnTo>
                <a:cubicBezTo>
                  <a:pt x="13128" y="37380"/>
                  <a:pt x="13113" y="37498"/>
                  <a:pt x="13084" y="37586"/>
                </a:cubicBezTo>
                <a:cubicBezTo>
                  <a:pt x="12480" y="38410"/>
                  <a:pt x="12053" y="39278"/>
                  <a:pt x="11833" y="40176"/>
                </a:cubicBezTo>
                <a:cubicBezTo>
                  <a:pt x="11465" y="41721"/>
                  <a:pt x="11789" y="43826"/>
                  <a:pt x="13231" y="45121"/>
                </a:cubicBezTo>
                <a:lnTo>
                  <a:pt x="13069" y="45018"/>
                </a:lnTo>
                <a:cubicBezTo>
                  <a:pt x="11568" y="43649"/>
                  <a:pt x="11318" y="41486"/>
                  <a:pt x="11759" y="39896"/>
                </a:cubicBezTo>
                <a:cubicBezTo>
                  <a:pt x="12024" y="38999"/>
                  <a:pt x="12480" y="38116"/>
                  <a:pt x="13142" y="37292"/>
                </a:cubicBezTo>
                <a:close/>
                <a:moveTo>
                  <a:pt x="13069" y="37733"/>
                </a:moveTo>
                <a:cubicBezTo>
                  <a:pt x="13054" y="37836"/>
                  <a:pt x="13039" y="37954"/>
                  <a:pt x="13010" y="38042"/>
                </a:cubicBezTo>
                <a:cubicBezTo>
                  <a:pt x="12495" y="38807"/>
                  <a:pt x="12171" y="39632"/>
                  <a:pt x="12009" y="40456"/>
                </a:cubicBezTo>
                <a:cubicBezTo>
                  <a:pt x="11656" y="42280"/>
                  <a:pt x="12245" y="44120"/>
                  <a:pt x="13525" y="45180"/>
                </a:cubicBezTo>
                <a:cubicBezTo>
                  <a:pt x="13452" y="45165"/>
                  <a:pt x="13378" y="45121"/>
                  <a:pt x="13334" y="45091"/>
                </a:cubicBezTo>
                <a:cubicBezTo>
                  <a:pt x="11862" y="43826"/>
                  <a:pt x="11538" y="41721"/>
                  <a:pt x="11906" y="40191"/>
                </a:cubicBezTo>
                <a:cubicBezTo>
                  <a:pt x="12112" y="39352"/>
                  <a:pt x="12495" y="38513"/>
                  <a:pt x="13069" y="37733"/>
                </a:cubicBezTo>
                <a:close/>
                <a:moveTo>
                  <a:pt x="12863" y="38793"/>
                </a:moveTo>
                <a:lnTo>
                  <a:pt x="12863" y="38793"/>
                </a:lnTo>
                <a:cubicBezTo>
                  <a:pt x="12848" y="38925"/>
                  <a:pt x="12804" y="39072"/>
                  <a:pt x="12789" y="39205"/>
                </a:cubicBezTo>
                <a:cubicBezTo>
                  <a:pt x="12524" y="39808"/>
                  <a:pt x="12348" y="40441"/>
                  <a:pt x="12274" y="41059"/>
                </a:cubicBezTo>
                <a:cubicBezTo>
                  <a:pt x="12123" y="42693"/>
                  <a:pt x="12754" y="44289"/>
                  <a:pt x="13903" y="45248"/>
                </a:cubicBezTo>
                <a:lnTo>
                  <a:pt x="13903" y="45248"/>
                </a:lnTo>
                <a:cubicBezTo>
                  <a:pt x="13890" y="45240"/>
                  <a:pt x="13877" y="45232"/>
                  <a:pt x="13864" y="45224"/>
                </a:cubicBezTo>
                <a:lnTo>
                  <a:pt x="13864" y="45238"/>
                </a:lnTo>
                <a:cubicBezTo>
                  <a:pt x="12613" y="44238"/>
                  <a:pt x="11965" y="42516"/>
                  <a:pt x="12215" y="40765"/>
                </a:cubicBezTo>
                <a:cubicBezTo>
                  <a:pt x="12318" y="40102"/>
                  <a:pt x="12539" y="39440"/>
                  <a:pt x="12863" y="38793"/>
                </a:cubicBezTo>
                <a:close/>
                <a:moveTo>
                  <a:pt x="12966" y="38233"/>
                </a:moveTo>
                <a:cubicBezTo>
                  <a:pt x="12966" y="38263"/>
                  <a:pt x="12936" y="38278"/>
                  <a:pt x="12936" y="38322"/>
                </a:cubicBezTo>
                <a:cubicBezTo>
                  <a:pt x="12922" y="38410"/>
                  <a:pt x="12907" y="38484"/>
                  <a:pt x="12892" y="38572"/>
                </a:cubicBezTo>
                <a:cubicBezTo>
                  <a:pt x="12495" y="39293"/>
                  <a:pt x="12245" y="40014"/>
                  <a:pt x="12127" y="40765"/>
                </a:cubicBezTo>
                <a:cubicBezTo>
                  <a:pt x="11877" y="42531"/>
                  <a:pt x="12524" y="44297"/>
                  <a:pt x="13805" y="45283"/>
                </a:cubicBezTo>
                <a:cubicBezTo>
                  <a:pt x="13731" y="45238"/>
                  <a:pt x="13658" y="45194"/>
                  <a:pt x="13584" y="45165"/>
                </a:cubicBezTo>
                <a:cubicBezTo>
                  <a:pt x="12318" y="44091"/>
                  <a:pt x="11715" y="42280"/>
                  <a:pt x="12053" y="40470"/>
                </a:cubicBezTo>
                <a:cubicBezTo>
                  <a:pt x="12201" y="39705"/>
                  <a:pt x="12524" y="38940"/>
                  <a:pt x="12966" y="38233"/>
                </a:cubicBezTo>
                <a:close/>
                <a:moveTo>
                  <a:pt x="12716" y="39499"/>
                </a:moveTo>
                <a:lnTo>
                  <a:pt x="12716" y="39499"/>
                </a:lnTo>
                <a:cubicBezTo>
                  <a:pt x="12701" y="39661"/>
                  <a:pt x="12686" y="39808"/>
                  <a:pt x="12672" y="39970"/>
                </a:cubicBezTo>
                <a:cubicBezTo>
                  <a:pt x="12539" y="40441"/>
                  <a:pt x="12451" y="40897"/>
                  <a:pt x="12421" y="41353"/>
                </a:cubicBezTo>
                <a:cubicBezTo>
                  <a:pt x="12380" y="42586"/>
                  <a:pt x="12785" y="44239"/>
                  <a:pt x="14099" y="45293"/>
                </a:cubicBezTo>
                <a:lnTo>
                  <a:pt x="14099" y="45293"/>
                </a:lnTo>
                <a:lnTo>
                  <a:pt x="14099" y="45312"/>
                </a:lnTo>
                <a:cubicBezTo>
                  <a:pt x="12863" y="44385"/>
                  <a:pt x="12186" y="42737"/>
                  <a:pt x="12348" y="41059"/>
                </a:cubicBezTo>
                <a:cubicBezTo>
                  <a:pt x="12407" y="40529"/>
                  <a:pt x="12539" y="40014"/>
                  <a:pt x="12716" y="39499"/>
                </a:cubicBezTo>
                <a:close/>
                <a:moveTo>
                  <a:pt x="13599" y="43899"/>
                </a:moveTo>
                <a:cubicBezTo>
                  <a:pt x="13628" y="43929"/>
                  <a:pt x="13643" y="43943"/>
                  <a:pt x="13672" y="43988"/>
                </a:cubicBezTo>
                <a:cubicBezTo>
                  <a:pt x="13996" y="44517"/>
                  <a:pt x="14379" y="44959"/>
                  <a:pt x="14835" y="45327"/>
                </a:cubicBezTo>
                <a:cubicBezTo>
                  <a:pt x="14335" y="44944"/>
                  <a:pt x="13922" y="44458"/>
                  <a:pt x="13599" y="43899"/>
                </a:cubicBezTo>
                <a:close/>
                <a:moveTo>
                  <a:pt x="12613" y="40367"/>
                </a:moveTo>
                <a:cubicBezTo>
                  <a:pt x="12598" y="40544"/>
                  <a:pt x="12598" y="40735"/>
                  <a:pt x="12598" y="40912"/>
                </a:cubicBezTo>
                <a:cubicBezTo>
                  <a:pt x="12598" y="41147"/>
                  <a:pt x="12569" y="41412"/>
                  <a:pt x="12569" y="41648"/>
                </a:cubicBezTo>
                <a:cubicBezTo>
                  <a:pt x="12582" y="42820"/>
                  <a:pt x="13063" y="44385"/>
                  <a:pt x="14351" y="45369"/>
                </a:cubicBezTo>
                <a:lnTo>
                  <a:pt x="14351" y="45369"/>
                </a:lnTo>
                <a:lnTo>
                  <a:pt x="14335" y="45386"/>
                </a:lnTo>
                <a:cubicBezTo>
                  <a:pt x="12892" y="44355"/>
                  <a:pt x="12421" y="42648"/>
                  <a:pt x="12480" y="41353"/>
                </a:cubicBezTo>
                <a:cubicBezTo>
                  <a:pt x="12495" y="41015"/>
                  <a:pt x="12539" y="40691"/>
                  <a:pt x="12613" y="40367"/>
                </a:cubicBezTo>
                <a:close/>
                <a:moveTo>
                  <a:pt x="12642" y="41412"/>
                </a:moveTo>
                <a:cubicBezTo>
                  <a:pt x="12672" y="41559"/>
                  <a:pt x="12701" y="41707"/>
                  <a:pt x="12716" y="41868"/>
                </a:cubicBezTo>
                <a:lnTo>
                  <a:pt x="12716" y="41957"/>
                </a:lnTo>
                <a:cubicBezTo>
                  <a:pt x="12833" y="43384"/>
                  <a:pt x="13525" y="44679"/>
                  <a:pt x="14614" y="45459"/>
                </a:cubicBezTo>
                <a:lnTo>
                  <a:pt x="14614" y="45474"/>
                </a:lnTo>
                <a:cubicBezTo>
                  <a:pt x="13201" y="44517"/>
                  <a:pt x="12672" y="42899"/>
                  <a:pt x="12642" y="41662"/>
                </a:cubicBezTo>
                <a:lnTo>
                  <a:pt x="12642" y="41412"/>
                </a:lnTo>
                <a:close/>
                <a:moveTo>
                  <a:pt x="12848" y="42310"/>
                </a:moveTo>
                <a:lnTo>
                  <a:pt x="12951" y="42648"/>
                </a:lnTo>
                <a:cubicBezTo>
                  <a:pt x="13216" y="43855"/>
                  <a:pt x="13922" y="44885"/>
                  <a:pt x="14879" y="45533"/>
                </a:cubicBezTo>
                <a:cubicBezTo>
                  <a:pt x="13805" y="44856"/>
                  <a:pt x="13054" y="43649"/>
                  <a:pt x="12848" y="42310"/>
                </a:cubicBezTo>
                <a:close/>
                <a:moveTo>
                  <a:pt x="13157" y="43119"/>
                </a:moveTo>
                <a:cubicBezTo>
                  <a:pt x="13201" y="43208"/>
                  <a:pt x="13231" y="43281"/>
                  <a:pt x="13290" y="43355"/>
                </a:cubicBezTo>
                <a:cubicBezTo>
                  <a:pt x="13658" y="44297"/>
                  <a:pt x="14305" y="45091"/>
                  <a:pt x="15114" y="45606"/>
                </a:cubicBezTo>
                <a:cubicBezTo>
                  <a:pt x="14187" y="45077"/>
                  <a:pt x="13510" y="44164"/>
                  <a:pt x="13157" y="43119"/>
                </a:cubicBezTo>
                <a:close/>
                <a:moveTo>
                  <a:pt x="13982" y="45753"/>
                </a:moveTo>
                <a:cubicBezTo>
                  <a:pt x="14331" y="46075"/>
                  <a:pt x="14633" y="46440"/>
                  <a:pt x="14871" y="46863"/>
                </a:cubicBezTo>
                <a:lnTo>
                  <a:pt x="14871" y="46863"/>
                </a:lnTo>
                <a:cubicBezTo>
                  <a:pt x="14862" y="46854"/>
                  <a:pt x="14850" y="46848"/>
                  <a:pt x="14835" y="46843"/>
                </a:cubicBezTo>
                <a:cubicBezTo>
                  <a:pt x="14597" y="46423"/>
                  <a:pt x="14315" y="46064"/>
                  <a:pt x="13982" y="45753"/>
                </a:cubicBezTo>
                <a:close/>
                <a:moveTo>
                  <a:pt x="15129" y="47372"/>
                </a:moveTo>
                <a:cubicBezTo>
                  <a:pt x="15144" y="47402"/>
                  <a:pt x="15173" y="47431"/>
                  <a:pt x="15188" y="47461"/>
                </a:cubicBezTo>
                <a:cubicBezTo>
                  <a:pt x="15203" y="47519"/>
                  <a:pt x="15247" y="47593"/>
                  <a:pt x="15262" y="47637"/>
                </a:cubicBezTo>
                <a:cubicBezTo>
                  <a:pt x="15217" y="47622"/>
                  <a:pt x="15203" y="47593"/>
                  <a:pt x="15203" y="47549"/>
                </a:cubicBezTo>
                <a:cubicBezTo>
                  <a:pt x="15188" y="47490"/>
                  <a:pt x="15144" y="47446"/>
                  <a:pt x="15129" y="47372"/>
                </a:cubicBezTo>
                <a:close/>
                <a:moveTo>
                  <a:pt x="13407" y="45224"/>
                </a:moveTo>
                <a:lnTo>
                  <a:pt x="13407" y="45224"/>
                </a:lnTo>
                <a:cubicBezTo>
                  <a:pt x="14320" y="45754"/>
                  <a:pt x="14997" y="46651"/>
                  <a:pt x="15350" y="47696"/>
                </a:cubicBezTo>
                <a:cubicBezTo>
                  <a:pt x="15306" y="47608"/>
                  <a:pt x="15276" y="47534"/>
                  <a:pt x="15217" y="47461"/>
                </a:cubicBezTo>
                <a:cubicBezTo>
                  <a:pt x="14850" y="46504"/>
                  <a:pt x="14217" y="45709"/>
                  <a:pt x="13407" y="45224"/>
                </a:cubicBezTo>
                <a:close/>
                <a:moveTo>
                  <a:pt x="15424" y="48256"/>
                </a:moveTo>
                <a:lnTo>
                  <a:pt x="15424" y="48256"/>
                </a:lnTo>
                <a:cubicBezTo>
                  <a:pt x="15424" y="48270"/>
                  <a:pt x="15424" y="48270"/>
                  <a:pt x="15438" y="48285"/>
                </a:cubicBezTo>
                <a:cubicBezTo>
                  <a:pt x="15433" y="48302"/>
                  <a:pt x="15429" y="48314"/>
                  <a:pt x="15428" y="48324"/>
                </a:cubicBezTo>
                <a:lnTo>
                  <a:pt x="15428" y="48324"/>
                </a:lnTo>
                <a:cubicBezTo>
                  <a:pt x="15424" y="48301"/>
                  <a:pt x="15424" y="48275"/>
                  <a:pt x="15424" y="48256"/>
                </a:cubicBezTo>
                <a:close/>
                <a:moveTo>
                  <a:pt x="13658" y="45268"/>
                </a:moveTo>
                <a:cubicBezTo>
                  <a:pt x="14732" y="45960"/>
                  <a:pt x="15482" y="47152"/>
                  <a:pt x="15688" y="48491"/>
                </a:cubicBezTo>
                <a:lnTo>
                  <a:pt x="15571" y="48167"/>
                </a:lnTo>
                <a:cubicBezTo>
                  <a:pt x="15291" y="46960"/>
                  <a:pt x="14599" y="45915"/>
                  <a:pt x="13658" y="45268"/>
                </a:cubicBezTo>
                <a:close/>
                <a:moveTo>
                  <a:pt x="15409" y="47961"/>
                </a:moveTo>
                <a:lnTo>
                  <a:pt x="15409" y="47961"/>
                </a:lnTo>
                <a:cubicBezTo>
                  <a:pt x="15438" y="48035"/>
                  <a:pt x="15468" y="48108"/>
                  <a:pt x="15497" y="48182"/>
                </a:cubicBezTo>
                <a:lnTo>
                  <a:pt x="15556" y="48505"/>
                </a:lnTo>
                <a:cubicBezTo>
                  <a:pt x="15541" y="48432"/>
                  <a:pt x="15512" y="48344"/>
                  <a:pt x="15482" y="48270"/>
                </a:cubicBezTo>
                <a:cubicBezTo>
                  <a:pt x="15468" y="48167"/>
                  <a:pt x="15424" y="48064"/>
                  <a:pt x="15409" y="47961"/>
                </a:cubicBezTo>
                <a:close/>
                <a:moveTo>
                  <a:pt x="15585" y="48903"/>
                </a:moveTo>
                <a:lnTo>
                  <a:pt x="15585" y="48903"/>
                </a:lnTo>
                <a:cubicBezTo>
                  <a:pt x="15615" y="48947"/>
                  <a:pt x="15615" y="49021"/>
                  <a:pt x="15630" y="49079"/>
                </a:cubicBezTo>
                <a:lnTo>
                  <a:pt x="15630" y="49359"/>
                </a:lnTo>
                <a:cubicBezTo>
                  <a:pt x="15630" y="49300"/>
                  <a:pt x="15615" y="49227"/>
                  <a:pt x="15615" y="49168"/>
                </a:cubicBezTo>
                <a:cubicBezTo>
                  <a:pt x="15585" y="49079"/>
                  <a:pt x="15585" y="48991"/>
                  <a:pt x="15585" y="48903"/>
                </a:cubicBezTo>
                <a:close/>
                <a:moveTo>
                  <a:pt x="13893" y="45341"/>
                </a:moveTo>
                <a:cubicBezTo>
                  <a:pt x="15321" y="46298"/>
                  <a:pt x="15850" y="47917"/>
                  <a:pt x="15865" y="49153"/>
                </a:cubicBezTo>
                <a:lnTo>
                  <a:pt x="15865" y="49403"/>
                </a:lnTo>
                <a:cubicBezTo>
                  <a:pt x="15850" y="49271"/>
                  <a:pt x="15806" y="49094"/>
                  <a:pt x="15791" y="48947"/>
                </a:cubicBezTo>
                <a:lnTo>
                  <a:pt x="15791" y="48859"/>
                </a:lnTo>
                <a:cubicBezTo>
                  <a:pt x="15688" y="47446"/>
                  <a:pt x="14982" y="46136"/>
                  <a:pt x="13893" y="45371"/>
                </a:cubicBezTo>
                <a:lnTo>
                  <a:pt x="13893" y="45341"/>
                </a:lnTo>
                <a:close/>
                <a:moveTo>
                  <a:pt x="15630" y="48623"/>
                </a:moveTo>
                <a:cubicBezTo>
                  <a:pt x="15659" y="48726"/>
                  <a:pt x="15703" y="48844"/>
                  <a:pt x="15718" y="48947"/>
                </a:cubicBezTo>
                <a:cubicBezTo>
                  <a:pt x="15733" y="49109"/>
                  <a:pt x="15733" y="49285"/>
                  <a:pt x="15718" y="49433"/>
                </a:cubicBezTo>
                <a:cubicBezTo>
                  <a:pt x="15703" y="49300"/>
                  <a:pt x="15703" y="49197"/>
                  <a:pt x="15659" y="49065"/>
                </a:cubicBezTo>
                <a:cubicBezTo>
                  <a:pt x="15659" y="48918"/>
                  <a:pt x="15644" y="48770"/>
                  <a:pt x="15630" y="48623"/>
                </a:cubicBezTo>
                <a:close/>
                <a:moveTo>
                  <a:pt x="15585" y="50021"/>
                </a:moveTo>
                <a:lnTo>
                  <a:pt x="15585" y="50021"/>
                </a:lnTo>
                <a:cubicBezTo>
                  <a:pt x="15571" y="50036"/>
                  <a:pt x="15571" y="50080"/>
                  <a:pt x="15571" y="50095"/>
                </a:cubicBezTo>
                <a:lnTo>
                  <a:pt x="15571" y="50198"/>
                </a:lnTo>
                <a:cubicBezTo>
                  <a:pt x="15556" y="50168"/>
                  <a:pt x="15556" y="50124"/>
                  <a:pt x="15571" y="50095"/>
                </a:cubicBezTo>
                <a:cubicBezTo>
                  <a:pt x="15571" y="50065"/>
                  <a:pt x="15571" y="50036"/>
                  <a:pt x="15585" y="50021"/>
                </a:cubicBezTo>
                <a:close/>
                <a:moveTo>
                  <a:pt x="14173" y="45415"/>
                </a:moveTo>
                <a:cubicBezTo>
                  <a:pt x="15630" y="46445"/>
                  <a:pt x="16086" y="48167"/>
                  <a:pt x="16027" y="49447"/>
                </a:cubicBezTo>
                <a:cubicBezTo>
                  <a:pt x="16012" y="49786"/>
                  <a:pt x="15983" y="50110"/>
                  <a:pt x="15894" y="50433"/>
                </a:cubicBezTo>
                <a:cubicBezTo>
                  <a:pt x="15924" y="50257"/>
                  <a:pt x="15924" y="50065"/>
                  <a:pt x="15924" y="49889"/>
                </a:cubicBezTo>
                <a:cubicBezTo>
                  <a:pt x="15953" y="49653"/>
                  <a:pt x="15953" y="49388"/>
                  <a:pt x="15953" y="49153"/>
                </a:cubicBezTo>
                <a:cubicBezTo>
                  <a:pt x="15940" y="47974"/>
                  <a:pt x="15467" y="46400"/>
                  <a:pt x="14166" y="45429"/>
                </a:cubicBezTo>
                <a:lnTo>
                  <a:pt x="14166" y="45429"/>
                </a:lnTo>
                <a:lnTo>
                  <a:pt x="14173" y="45415"/>
                </a:lnTo>
                <a:close/>
                <a:moveTo>
                  <a:pt x="15688" y="49712"/>
                </a:moveTo>
                <a:lnTo>
                  <a:pt x="15688" y="50021"/>
                </a:lnTo>
                <a:cubicBezTo>
                  <a:pt x="15659" y="50168"/>
                  <a:pt x="15644" y="50301"/>
                  <a:pt x="15615" y="50448"/>
                </a:cubicBezTo>
                <a:lnTo>
                  <a:pt x="15615" y="50389"/>
                </a:lnTo>
                <a:cubicBezTo>
                  <a:pt x="15630" y="50271"/>
                  <a:pt x="15630" y="50198"/>
                  <a:pt x="15644" y="50110"/>
                </a:cubicBezTo>
                <a:cubicBezTo>
                  <a:pt x="15659" y="49977"/>
                  <a:pt x="15688" y="49830"/>
                  <a:pt x="15688" y="49712"/>
                </a:cubicBezTo>
                <a:close/>
                <a:moveTo>
                  <a:pt x="15806" y="49433"/>
                </a:moveTo>
                <a:cubicBezTo>
                  <a:pt x="15806" y="49506"/>
                  <a:pt x="15836" y="49580"/>
                  <a:pt x="15836" y="49653"/>
                </a:cubicBezTo>
                <a:cubicBezTo>
                  <a:pt x="15836" y="49727"/>
                  <a:pt x="15836" y="49815"/>
                  <a:pt x="15850" y="49889"/>
                </a:cubicBezTo>
                <a:cubicBezTo>
                  <a:pt x="15836" y="50095"/>
                  <a:pt x="15791" y="50301"/>
                  <a:pt x="15733" y="50477"/>
                </a:cubicBezTo>
                <a:cubicBezTo>
                  <a:pt x="15733" y="50389"/>
                  <a:pt x="15762" y="50316"/>
                  <a:pt x="15762" y="50227"/>
                </a:cubicBezTo>
                <a:cubicBezTo>
                  <a:pt x="15733" y="50168"/>
                  <a:pt x="15762" y="50095"/>
                  <a:pt x="15762" y="50021"/>
                </a:cubicBezTo>
                <a:cubicBezTo>
                  <a:pt x="15777" y="49815"/>
                  <a:pt x="15791" y="49609"/>
                  <a:pt x="15806" y="49433"/>
                </a:cubicBezTo>
                <a:close/>
                <a:moveTo>
                  <a:pt x="14408" y="45489"/>
                </a:moveTo>
                <a:cubicBezTo>
                  <a:pt x="15644" y="46416"/>
                  <a:pt x="16321" y="48064"/>
                  <a:pt x="16159" y="49742"/>
                </a:cubicBezTo>
                <a:cubicBezTo>
                  <a:pt x="16100" y="50271"/>
                  <a:pt x="15983" y="50787"/>
                  <a:pt x="15791" y="51302"/>
                </a:cubicBezTo>
                <a:cubicBezTo>
                  <a:pt x="15806" y="51140"/>
                  <a:pt x="15836" y="50993"/>
                  <a:pt x="15850" y="50831"/>
                </a:cubicBezTo>
                <a:cubicBezTo>
                  <a:pt x="15983" y="50374"/>
                  <a:pt x="16071" y="49904"/>
                  <a:pt x="16086" y="49447"/>
                </a:cubicBezTo>
                <a:cubicBezTo>
                  <a:pt x="16141" y="48215"/>
                  <a:pt x="15724" y="46574"/>
                  <a:pt x="14408" y="45510"/>
                </a:cubicBezTo>
                <a:lnTo>
                  <a:pt x="14408" y="45510"/>
                </a:lnTo>
                <a:lnTo>
                  <a:pt x="14408" y="45489"/>
                </a:lnTo>
                <a:close/>
                <a:moveTo>
                  <a:pt x="15434" y="51008"/>
                </a:moveTo>
                <a:cubicBezTo>
                  <a:pt x="15431" y="51028"/>
                  <a:pt x="15428" y="51048"/>
                  <a:pt x="15424" y="51066"/>
                </a:cubicBezTo>
                <a:cubicBezTo>
                  <a:pt x="15394" y="51154"/>
                  <a:pt x="15365" y="51257"/>
                  <a:pt x="15335" y="51346"/>
                </a:cubicBezTo>
                <a:cubicBezTo>
                  <a:pt x="15350" y="51287"/>
                  <a:pt x="15365" y="51213"/>
                  <a:pt x="15394" y="51154"/>
                </a:cubicBezTo>
                <a:cubicBezTo>
                  <a:pt x="15410" y="51106"/>
                  <a:pt x="15422" y="51057"/>
                  <a:pt x="15434" y="51008"/>
                </a:cubicBezTo>
                <a:close/>
                <a:moveTo>
                  <a:pt x="15644" y="50580"/>
                </a:moveTo>
                <a:lnTo>
                  <a:pt x="15644" y="50580"/>
                </a:lnTo>
                <a:cubicBezTo>
                  <a:pt x="15630" y="50713"/>
                  <a:pt x="15615" y="50845"/>
                  <a:pt x="15585" y="50948"/>
                </a:cubicBezTo>
                <a:cubicBezTo>
                  <a:pt x="15546" y="51105"/>
                  <a:pt x="15496" y="51238"/>
                  <a:pt x="15444" y="51379"/>
                </a:cubicBezTo>
                <a:lnTo>
                  <a:pt x="15444" y="51379"/>
                </a:lnTo>
                <a:cubicBezTo>
                  <a:pt x="15473" y="51287"/>
                  <a:pt x="15485" y="51179"/>
                  <a:pt x="15497" y="51081"/>
                </a:cubicBezTo>
                <a:cubicBezTo>
                  <a:pt x="15556" y="50919"/>
                  <a:pt x="15615" y="50757"/>
                  <a:pt x="15644" y="50580"/>
                </a:cubicBezTo>
                <a:close/>
                <a:moveTo>
                  <a:pt x="15806" y="50374"/>
                </a:moveTo>
                <a:cubicBezTo>
                  <a:pt x="15806" y="50522"/>
                  <a:pt x="15791" y="50683"/>
                  <a:pt x="15777" y="50831"/>
                </a:cubicBezTo>
                <a:cubicBezTo>
                  <a:pt x="15718" y="51037"/>
                  <a:pt x="15644" y="51213"/>
                  <a:pt x="15571" y="51419"/>
                </a:cubicBezTo>
                <a:cubicBezTo>
                  <a:pt x="15615" y="51272"/>
                  <a:pt x="15630" y="51125"/>
                  <a:pt x="15644" y="50993"/>
                </a:cubicBezTo>
                <a:cubicBezTo>
                  <a:pt x="15718" y="50772"/>
                  <a:pt x="15777" y="50566"/>
                  <a:pt x="15806" y="50374"/>
                </a:cubicBezTo>
                <a:close/>
                <a:moveTo>
                  <a:pt x="15100" y="51920"/>
                </a:moveTo>
                <a:cubicBezTo>
                  <a:pt x="15100" y="51933"/>
                  <a:pt x="15100" y="51934"/>
                  <a:pt x="15077" y="51946"/>
                </a:cubicBezTo>
                <a:lnTo>
                  <a:pt x="15077" y="51946"/>
                </a:lnTo>
                <a:cubicBezTo>
                  <a:pt x="15084" y="51937"/>
                  <a:pt x="15091" y="51928"/>
                  <a:pt x="15100" y="51920"/>
                </a:cubicBezTo>
                <a:close/>
                <a:moveTo>
                  <a:pt x="14673" y="45562"/>
                </a:moveTo>
                <a:cubicBezTo>
                  <a:pt x="15924" y="46563"/>
                  <a:pt x="16571" y="48285"/>
                  <a:pt x="16307" y="50036"/>
                </a:cubicBezTo>
                <a:cubicBezTo>
                  <a:pt x="16218" y="50698"/>
                  <a:pt x="15997" y="51360"/>
                  <a:pt x="15659" y="52008"/>
                </a:cubicBezTo>
                <a:cubicBezTo>
                  <a:pt x="15688" y="51876"/>
                  <a:pt x="15718" y="51728"/>
                  <a:pt x="15733" y="51596"/>
                </a:cubicBezTo>
                <a:cubicBezTo>
                  <a:pt x="15997" y="50993"/>
                  <a:pt x="16159" y="50374"/>
                  <a:pt x="16233" y="49742"/>
                </a:cubicBezTo>
                <a:cubicBezTo>
                  <a:pt x="16383" y="48115"/>
                  <a:pt x="15759" y="46526"/>
                  <a:pt x="14631" y="45565"/>
                </a:cubicBezTo>
                <a:lnTo>
                  <a:pt x="14631" y="45565"/>
                </a:lnTo>
                <a:cubicBezTo>
                  <a:pt x="14645" y="45574"/>
                  <a:pt x="14659" y="45583"/>
                  <a:pt x="14673" y="45592"/>
                </a:cubicBezTo>
                <a:lnTo>
                  <a:pt x="14673" y="45562"/>
                </a:lnTo>
                <a:close/>
                <a:moveTo>
                  <a:pt x="15062" y="51969"/>
                </a:moveTo>
                <a:lnTo>
                  <a:pt x="15062" y="51969"/>
                </a:lnTo>
                <a:cubicBezTo>
                  <a:pt x="15056" y="51984"/>
                  <a:pt x="15048" y="52003"/>
                  <a:pt x="15039" y="52022"/>
                </a:cubicBezTo>
                <a:lnTo>
                  <a:pt x="15039" y="52022"/>
                </a:lnTo>
                <a:cubicBezTo>
                  <a:pt x="15045" y="52003"/>
                  <a:pt x="15052" y="51985"/>
                  <a:pt x="15062" y="51969"/>
                </a:cubicBezTo>
                <a:close/>
                <a:moveTo>
                  <a:pt x="15733" y="51184"/>
                </a:moveTo>
                <a:lnTo>
                  <a:pt x="15733" y="51184"/>
                </a:lnTo>
                <a:cubicBezTo>
                  <a:pt x="15718" y="51302"/>
                  <a:pt x="15703" y="51449"/>
                  <a:pt x="15688" y="51581"/>
                </a:cubicBezTo>
                <a:cubicBezTo>
                  <a:pt x="15616" y="51741"/>
                  <a:pt x="15515" y="51915"/>
                  <a:pt x="15441" y="52089"/>
                </a:cubicBezTo>
                <a:lnTo>
                  <a:pt x="15441" y="52089"/>
                </a:lnTo>
                <a:cubicBezTo>
                  <a:pt x="15483" y="51987"/>
                  <a:pt x="15497" y="51858"/>
                  <a:pt x="15512" y="51743"/>
                </a:cubicBezTo>
                <a:cubicBezTo>
                  <a:pt x="15585" y="51566"/>
                  <a:pt x="15659" y="51375"/>
                  <a:pt x="15733" y="51184"/>
                </a:cubicBezTo>
                <a:close/>
                <a:moveTo>
                  <a:pt x="15321" y="51625"/>
                </a:moveTo>
                <a:lnTo>
                  <a:pt x="15262" y="51846"/>
                </a:lnTo>
                <a:lnTo>
                  <a:pt x="15100" y="52170"/>
                </a:lnTo>
                <a:cubicBezTo>
                  <a:pt x="15100" y="52096"/>
                  <a:pt x="15129" y="52037"/>
                  <a:pt x="15144" y="51964"/>
                </a:cubicBezTo>
                <a:cubicBezTo>
                  <a:pt x="15203" y="51861"/>
                  <a:pt x="15262" y="51728"/>
                  <a:pt x="15321" y="51625"/>
                </a:cubicBezTo>
                <a:close/>
                <a:moveTo>
                  <a:pt x="15512" y="51390"/>
                </a:moveTo>
                <a:lnTo>
                  <a:pt x="15512" y="51390"/>
                </a:lnTo>
                <a:cubicBezTo>
                  <a:pt x="15497" y="51508"/>
                  <a:pt x="15468" y="51625"/>
                  <a:pt x="15438" y="51728"/>
                </a:cubicBezTo>
                <a:lnTo>
                  <a:pt x="15217" y="52170"/>
                </a:lnTo>
                <a:cubicBezTo>
                  <a:pt x="15262" y="52082"/>
                  <a:pt x="15276" y="51964"/>
                  <a:pt x="15321" y="51876"/>
                </a:cubicBezTo>
                <a:cubicBezTo>
                  <a:pt x="15394" y="51714"/>
                  <a:pt x="15468" y="51566"/>
                  <a:pt x="15512" y="51390"/>
                </a:cubicBezTo>
                <a:close/>
                <a:moveTo>
                  <a:pt x="14923" y="52376"/>
                </a:moveTo>
                <a:cubicBezTo>
                  <a:pt x="14923" y="52389"/>
                  <a:pt x="14923" y="52390"/>
                  <a:pt x="14912" y="52402"/>
                </a:cubicBezTo>
                <a:lnTo>
                  <a:pt x="14912" y="52402"/>
                </a:lnTo>
                <a:cubicBezTo>
                  <a:pt x="14916" y="52393"/>
                  <a:pt x="14920" y="52385"/>
                  <a:pt x="14923" y="52376"/>
                </a:cubicBezTo>
                <a:close/>
                <a:moveTo>
                  <a:pt x="14702" y="45518"/>
                </a:moveTo>
                <a:lnTo>
                  <a:pt x="14702" y="45518"/>
                </a:lnTo>
                <a:cubicBezTo>
                  <a:pt x="14776" y="45562"/>
                  <a:pt x="14850" y="45606"/>
                  <a:pt x="14923" y="45636"/>
                </a:cubicBezTo>
                <a:cubicBezTo>
                  <a:pt x="16203" y="46710"/>
                  <a:pt x="16807" y="48535"/>
                  <a:pt x="16454" y="50330"/>
                </a:cubicBezTo>
                <a:cubicBezTo>
                  <a:pt x="16307" y="51110"/>
                  <a:pt x="15997" y="51861"/>
                  <a:pt x="15556" y="52582"/>
                </a:cubicBezTo>
                <a:cubicBezTo>
                  <a:pt x="15556" y="52552"/>
                  <a:pt x="15571" y="52523"/>
                  <a:pt x="15571" y="52479"/>
                </a:cubicBezTo>
                <a:cubicBezTo>
                  <a:pt x="15585" y="52391"/>
                  <a:pt x="15615" y="52317"/>
                  <a:pt x="15630" y="52229"/>
                </a:cubicBezTo>
                <a:cubicBezTo>
                  <a:pt x="16012" y="51508"/>
                  <a:pt x="16277" y="50787"/>
                  <a:pt x="16380" y="50036"/>
                </a:cubicBezTo>
                <a:cubicBezTo>
                  <a:pt x="16645" y="48270"/>
                  <a:pt x="15997" y="46504"/>
                  <a:pt x="14702" y="45518"/>
                </a:cubicBezTo>
                <a:close/>
                <a:moveTo>
                  <a:pt x="15630" y="51861"/>
                </a:moveTo>
                <a:lnTo>
                  <a:pt x="15630" y="51861"/>
                </a:lnTo>
                <a:cubicBezTo>
                  <a:pt x="15615" y="51964"/>
                  <a:pt x="15585" y="52096"/>
                  <a:pt x="15556" y="52214"/>
                </a:cubicBezTo>
                <a:cubicBezTo>
                  <a:pt x="15482" y="52361"/>
                  <a:pt x="15394" y="52508"/>
                  <a:pt x="15291" y="52655"/>
                </a:cubicBezTo>
                <a:cubicBezTo>
                  <a:pt x="15321" y="52538"/>
                  <a:pt x="15350" y="52449"/>
                  <a:pt x="15365" y="52332"/>
                </a:cubicBezTo>
                <a:cubicBezTo>
                  <a:pt x="15468" y="52170"/>
                  <a:pt x="15556" y="52008"/>
                  <a:pt x="15630" y="51861"/>
                </a:cubicBezTo>
                <a:close/>
                <a:moveTo>
                  <a:pt x="15365" y="52008"/>
                </a:moveTo>
                <a:lnTo>
                  <a:pt x="15365" y="52008"/>
                </a:lnTo>
                <a:cubicBezTo>
                  <a:pt x="15350" y="52096"/>
                  <a:pt x="15321" y="52214"/>
                  <a:pt x="15291" y="52302"/>
                </a:cubicBezTo>
                <a:cubicBezTo>
                  <a:pt x="15217" y="52435"/>
                  <a:pt x="15144" y="52552"/>
                  <a:pt x="15056" y="52685"/>
                </a:cubicBezTo>
                <a:cubicBezTo>
                  <a:pt x="15070" y="52597"/>
                  <a:pt x="15114" y="52508"/>
                  <a:pt x="15129" y="52435"/>
                </a:cubicBezTo>
                <a:cubicBezTo>
                  <a:pt x="15217" y="52302"/>
                  <a:pt x="15291" y="52155"/>
                  <a:pt x="15365" y="52008"/>
                </a:cubicBezTo>
                <a:close/>
                <a:moveTo>
                  <a:pt x="14900" y="52426"/>
                </a:moveTo>
                <a:lnTo>
                  <a:pt x="14900" y="52426"/>
                </a:lnTo>
                <a:cubicBezTo>
                  <a:pt x="14893" y="52449"/>
                  <a:pt x="14890" y="52471"/>
                  <a:pt x="14879" y="52494"/>
                </a:cubicBezTo>
                <a:cubicBezTo>
                  <a:pt x="14835" y="52567"/>
                  <a:pt x="14776" y="52655"/>
                  <a:pt x="14732" y="52714"/>
                </a:cubicBezTo>
                <a:cubicBezTo>
                  <a:pt x="14761" y="52670"/>
                  <a:pt x="14776" y="52626"/>
                  <a:pt x="14805" y="52597"/>
                </a:cubicBezTo>
                <a:lnTo>
                  <a:pt x="14820" y="52582"/>
                </a:lnTo>
                <a:cubicBezTo>
                  <a:pt x="14843" y="52526"/>
                  <a:pt x="14874" y="52478"/>
                  <a:pt x="14900" y="52426"/>
                </a:cubicBezTo>
                <a:close/>
                <a:moveTo>
                  <a:pt x="15120" y="52265"/>
                </a:moveTo>
                <a:lnTo>
                  <a:pt x="15120" y="52265"/>
                </a:lnTo>
                <a:cubicBezTo>
                  <a:pt x="15116" y="52280"/>
                  <a:pt x="15114" y="52297"/>
                  <a:pt x="15114" y="52317"/>
                </a:cubicBezTo>
                <a:cubicBezTo>
                  <a:pt x="15114" y="52361"/>
                  <a:pt x="15100" y="52376"/>
                  <a:pt x="15100" y="52405"/>
                </a:cubicBezTo>
                <a:cubicBezTo>
                  <a:pt x="15041" y="52523"/>
                  <a:pt x="14967" y="52626"/>
                  <a:pt x="14894" y="52729"/>
                </a:cubicBezTo>
                <a:cubicBezTo>
                  <a:pt x="14908" y="52655"/>
                  <a:pt x="14953" y="52597"/>
                  <a:pt x="14967" y="52523"/>
                </a:cubicBezTo>
                <a:cubicBezTo>
                  <a:pt x="15022" y="52435"/>
                  <a:pt x="15069" y="52355"/>
                  <a:pt x="15120" y="52265"/>
                </a:cubicBezTo>
                <a:close/>
                <a:moveTo>
                  <a:pt x="14982" y="45621"/>
                </a:moveTo>
                <a:lnTo>
                  <a:pt x="14982" y="45621"/>
                </a:lnTo>
                <a:cubicBezTo>
                  <a:pt x="15056" y="45665"/>
                  <a:pt x="15129" y="45695"/>
                  <a:pt x="15188" y="45709"/>
                </a:cubicBezTo>
                <a:cubicBezTo>
                  <a:pt x="16660" y="46975"/>
                  <a:pt x="16969" y="49079"/>
                  <a:pt x="16601" y="50610"/>
                </a:cubicBezTo>
                <a:cubicBezTo>
                  <a:pt x="16395" y="51449"/>
                  <a:pt x="16012" y="52288"/>
                  <a:pt x="15438" y="53068"/>
                </a:cubicBezTo>
                <a:cubicBezTo>
                  <a:pt x="15468" y="52965"/>
                  <a:pt x="15482" y="52847"/>
                  <a:pt x="15497" y="52759"/>
                </a:cubicBezTo>
                <a:cubicBezTo>
                  <a:pt x="16012" y="51993"/>
                  <a:pt x="16351" y="51184"/>
                  <a:pt x="16513" y="50345"/>
                </a:cubicBezTo>
                <a:cubicBezTo>
                  <a:pt x="16866" y="48535"/>
                  <a:pt x="16277" y="46695"/>
                  <a:pt x="14982" y="45621"/>
                </a:cubicBezTo>
                <a:close/>
                <a:moveTo>
                  <a:pt x="15497" y="52405"/>
                </a:moveTo>
                <a:cubicBezTo>
                  <a:pt x="15497" y="52435"/>
                  <a:pt x="15497" y="52449"/>
                  <a:pt x="15482" y="52479"/>
                </a:cubicBezTo>
                <a:cubicBezTo>
                  <a:pt x="15468" y="52582"/>
                  <a:pt x="15438" y="52655"/>
                  <a:pt x="15424" y="52744"/>
                </a:cubicBezTo>
                <a:cubicBezTo>
                  <a:pt x="15365" y="52876"/>
                  <a:pt x="15276" y="52979"/>
                  <a:pt x="15188" y="53112"/>
                </a:cubicBezTo>
                <a:lnTo>
                  <a:pt x="15247" y="52832"/>
                </a:lnTo>
                <a:cubicBezTo>
                  <a:pt x="15335" y="52685"/>
                  <a:pt x="15424" y="52552"/>
                  <a:pt x="15497" y="52405"/>
                </a:cubicBezTo>
                <a:close/>
                <a:moveTo>
                  <a:pt x="14599" y="52920"/>
                </a:moveTo>
                <a:cubicBezTo>
                  <a:pt x="14599" y="52950"/>
                  <a:pt x="14585" y="52965"/>
                  <a:pt x="14585" y="52994"/>
                </a:cubicBezTo>
                <a:cubicBezTo>
                  <a:pt x="14541" y="53038"/>
                  <a:pt x="14526" y="53097"/>
                  <a:pt x="14482" y="53126"/>
                </a:cubicBezTo>
                <a:cubicBezTo>
                  <a:pt x="14467" y="53097"/>
                  <a:pt x="14482" y="53068"/>
                  <a:pt x="14511" y="53053"/>
                </a:cubicBezTo>
                <a:cubicBezTo>
                  <a:pt x="14541" y="53023"/>
                  <a:pt x="14555" y="52965"/>
                  <a:pt x="14599" y="52920"/>
                </a:cubicBezTo>
                <a:close/>
                <a:moveTo>
                  <a:pt x="15262" y="52538"/>
                </a:moveTo>
                <a:lnTo>
                  <a:pt x="15262" y="52538"/>
                </a:lnTo>
                <a:cubicBezTo>
                  <a:pt x="15247" y="52626"/>
                  <a:pt x="15217" y="52729"/>
                  <a:pt x="15188" y="52817"/>
                </a:cubicBezTo>
                <a:cubicBezTo>
                  <a:pt x="15114" y="52920"/>
                  <a:pt x="15026" y="53038"/>
                  <a:pt x="14953" y="53141"/>
                </a:cubicBezTo>
                <a:cubicBezTo>
                  <a:pt x="14967" y="53068"/>
                  <a:pt x="14982" y="52979"/>
                  <a:pt x="15026" y="52906"/>
                </a:cubicBezTo>
                <a:cubicBezTo>
                  <a:pt x="15114" y="52773"/>
                  <a:pt x="15188" y="52655"/>
                  <a:pt x="15262" y="52538"/>
                </a:cubicBezTo>
                <a:close/>
                <a:moveTo>
                  <a:pt x="15026" y="52655"/>
                </a:moveTo>
                <a:lnTo>
                  <a:pt x="14967" y="52876"/>
                </a:lnTo>
                <a:cubicBezTo>
                  <a:pt x="14894" y="52979"/>
                  <a:pt x="14820" y="53068"/>
                  <a:pt x="14747" y="53171"/>
                </a:cubicBezTo>
                <a:cubicBezTo>
                  <a:pt x="14761" y="53097"/>
                  <a:pt x="14805" y="53023"/>
                  <a:pt x="14820" y="52950"/>
                </a:cubicBezTo>
                <a:cubicBezTo>
                  <a:pt x="14879" y="52847"/>
                  <a:pt x="14953" y="52744"/>
                  <a:pt x="15026" y="52655"/>
                </a:cubicBezTo>
                <a:close/>
                <a:moveTo>
                  <a:pt x="14791" y="52773"/>
                </a:moveTo>
                <a:lnTo>
                  <a:pt x="14747" y="52950"/>
                </a:lnTo>
                <a:cubicBezTo>
                  <a:pt x="14688" y="53023"/>
                  <a:pt x="14629" y="53112"/>
                  <a:pt x="14555" y="53185"/>
                </a:cubicBezTo>
                <a:cubicBezTo>
                  <a:pt x="14570" y="53126"/>
                  <a:pt x="14599" y="53068"/>
                  <a:pt x="14614" y="53038"/>
                </a:cubicBezTo>
                <a:cubicBezTo>
                  <a:pt x="14629" y="52994"/>
                  <a:pt x="14673" y="52965"/>
                  <a:pt x="14688" y="52950"/>
                </a:cubicBezTo>
                <a:lnTo>
                  <a:pt x="14791" y="52773"/>
                </a:lnTo>
                <a:close/>
                <a:moveTo>
                  <a:pt x="14467" y="53244"/>
                </a:moveTo>
                <a:cubicBezTo>
                  <a:pt x="14452" y="53274"/>
                  <a:pt x="14438" y="53318"/>
                  <a:pt x="14408" y="53362"/>
                </a:cubicBezTo>
                <a:cubicBezTo>
                  <a:pt x="14379" y="53406"/>
                  <a:pt x="14364" y="53435"/>
                  <a:pt x="14320" y="53480"/>
                </a:cubicBezTo>
                <a:lnTo>
                  <a:pt x="14261" y="53538"/>
                </a:lnTo>
                <a:cubicBezTo>
                  <a:pt x="14290" y="53494"/>
                  <a:pt x="14305" y="53465"/>
                  <a:pt x="14320" y="53406"/>
                </a:cubicBezTo>
                <a:cubicBezTo>
                  <a:pt x="14379" y="53347"/>
                  <a:pt x="14408" y="53288"/>
                  <a:pt x="14467" y="53244"/>
                </a:cubicBezTo>
                <a:close/>
                <a:moveTo>
                  <a:pt x="15424" y="52906"/>
                </a:moveTo>
                <a:lnTo>
                  <a:pt x="15424" y="52906"/>
                </a:lnTo>
                <a:cubicBezTo>
                  <a:pt x="15409" y="52994"/>
                  <a:pt x="15394" y="53112"/>
                  <a:pt x="15365" y="53200"/>
                </a:cubicBezTo>
                <a:cubicBezTo>
                  <a:pt x="15276" y="53318"/>
                  <a:pt x="15203" y="53421"/>
                  <a:pt x="15114" y="53538"/>
                </a:cubicBezTo>
                <a:cubicBezTo>
                  <a:pt x="15129" y="53435"/>
                  <a:pt x="15144" y="53347"/>
                  <a:pt x="15173" y="53274"/>
                </a:cubicBezTo>
                <a:cubicBezTo>
                  <a:pt x="15262" y="53141"/>
                  <a:pt x="15350" y="53038"/>
                  <a:pt x="15424" y="52906"/>
                </a:cubicBezTo>
                <a:close/>
                <a:moveTo>
                  <a:pt x="15276" y="45695"/>
                </a:moveTo>
                <a:cubicBezTo>
                  <a:pt x="15335" y="45739"/>
                  <a:pt x="15394" y="45768"/>
                  <a:pt x="15438" y="45783"/>
                </a:cubicBezTo>
                <a:cubicBezTo>
                  <a:pt x="16954" y="47152"/>
                  <a:pt x="17190" y="49315"/>
                  <a:pt x="16748" y="50919"/>
                </a:cubicBezTo>
                <a:cubicBezTo>
                  <a:pt x="16498" y="51817"/>
                  <a:pt x="16027" y="52700"/>
                  <a:pt x="15365" y="53538"/>
                </a:cubicBezTo>
                <a:cubicBezTo>
                  <a:pt x="15394" y="53435"/>
                  <a:pt x="15409" y="53332"/>
                  <a:pt x="15424" y="53229"/>
                </a:cubicBezTo>
                <a:cubicBezTo>
                  <a:pt x="16027" y="52405"/>
                  <a:pt x="16454" y="51552"/>
                  <a:pt x="16674" y="50639"/>
                </a:cubicBezTo>
                <a:cubicBezTo>
                  <a:pt x="17042" y="49094"/>
                  <a:pt x="16733" y="47004"/>
                  <a:pt x="15276" y="45695"/>
                </a:cubicBezTo>
                <a:close/>
                <a:moveTo>
                  <a:pt x="14894" y="53053"/>
                </a:moveTo>
                <a:lnTo>
                  <a:pt x="14835" y="53274"/>
                </a:lnTo>
                <a:cubicBezTo>
                  <a:pt x="14761" y="53362"/>
                  <a:pt x="14688" y="53465"/>
                  <a:pt x="14599" y="53553"/>
                </a:cubicBezTo>
                <a:lnTo>
                  <a:pt x="14658" y="53332"/>
                </a:lnTo>
                <a:cubicBezTo>
                  <a:pt x="14747" y="53259"/>
                  <a:pt x="14820" y="53141"/>
                  <a:pt x="14894" y="53053"/>
                </a:cubicBezTo>
                <a:close/>
                <a:moveTo>
                  <a:pt x="15144" y="52979"/>
                </a:moveTo>
                <a:cubicBezTo>
                  <a:pt x="15129" y="53038"/>
                  <a:pt x="15129" y="53068"/>
                  <a:pt x="15114" y="53126"/>
                </a:cubicBezTo>
                <a:cubicBezTo>
                  <a:pt x="15114" y="53171"/>
                  <a:pt x="15100" y="53200"/>
                  <a:pt x="15100" y="53259"/>
                </a:cubicBezTo>
                <a:cubicBezTo>
                  <a:pt x="15026" y="53347"/>
                  <a:pt x="14923" y="53435"/>
                  <a:pt x="14835" y="53553"/>
                </a:cubicBezTo>
                <a:lnTo>
                  <a:pt x="14835" y="53509"/>
                </a:lnTo>
                <a:cubicBezTo>
                  <a:pt x="14850" y="53435"/>
                  <a:pt x="14879" y="53391"/>
                  <a:pt x="14894" y="53318"/>
                </a:cubicBezTo>
                <a:cubicBezTo>
                  <a:pt x="14982" y="53200"/>
                  <a:pt x="15056" y="53097"/>
                  <a:pt x="15144" y="52979"/>
                </a:cubicBezTo>
                <a:close/>
                <a:moveTo>
                  <a:pt x="14658" y="53171"/>
                </a:moveTo>
                <a:cubicBezTo>
                  <a:pt x="14658" y="53200"/>
                  <a:pt x="14629" y="53259"/>
                  <a:pt x="14614" y="53332"/>
                </a:cubicBezTo>
                <a:cubicBezTo>
                  <a:pt x="14541" y="53406"/>
                  <a:pt x="14482" y="53494"/>
                  <a:pt x="14408" y="53568"/>
                </a:cubicBezTo>
                <a:lnTo>
                  <a:pt x="14467" y="53406"/>
                </a:lnTo>
                <a:cubicBezTo>
                  <a:pt x="14482" y="53362"/>
                  <a:pt x="14526" y="53347"/>
                  <a:pt x="14541" y="53318"/>
                </a:cubicBezTo>
                <a:cubicBezTo>
                  <a:pt x="14585" y="53259"/>
                  <a:pt x="14614" y="53200"/>
                  <a:pt x="14658" y="53171"/>
                </a:cubicBezTo>
                <a:close/>
                <a:moveTo>
                  <a:pt x="14145" y="53661"/>
                </a:moveTo>
                <a:lnTo>
                  <a:pt x="14145" y="53661"/>
                </a:lnTo>
                <a:cubicBezTo>
                  <a:pt x="14139" y="53679"/>
                  <a:pt x="14132" y="53697"/>
                  <a:pt x="14114" y="53715"/>
                </a:cubicBezTo>
                <a:lnTo>
                  <a:pt x="14011" y="53833"/>
                </a:lnTo>
                <a:cubicBezTo>
                  <a:pt x="14025" y="53803"/>
                  <a:pt x="14040" y="53774"/>
                  <a:pt x="14070" y="53759"/>
                </a:cubicBezTo>
                <a:cubicBezTo>
                  <a:pt x="14093" y="53724"/>
                  <a:pt x="14125" y="53699"/>
                  <a:pt x="14145" y="53661"/>
                </a:cubicBezTo>
                <a:close/>
                <a:moveTo>
                  <a:pt x="14335" y="53553"/>
                </a:moveTo>
                <a:lnTo>
                  <a:pt x="14335" y="53553"/>
                </a:lnTo>
                <a:cubicBezTo>
                  <a:pt x="14320" y="53612"/>
                  <a:pt x="14305" y="53641"/>
                  <a:pt x="14290" y="53700"/>
                </a:cubicBezTo>
                <a:cubicBezTo>
                  <a:pt x="14246" y="53730"/>
                  <a:pt x="14217" y="53789"/>
                  <a:pt x="14158" y="53833"/>
                </a:cubicBezTo>
                <a:lnTo>
                  <a:pt x="14099" y="53877"/>
                </a:lnTo>
                <a:cubicBezTo>
                  <a:pt x="14114" y="53833"/>
                  <a:pt x="14143" y="53789"/>
                  <a:pt x="14158" y="53730"/>
                </a:cubicBezTo>
                <a:cubicBezTo>
                  <a:pt x="14231" y="53686"/>
                  <a:pt x="14290" y="53627"/>
                  <a:pt x="14335" y="53553"/>
                </a:cubicBezTo>
                <a:close/>
                <a:moveTo>
                  <a:pt x="14555" y="53494"/>
                </a:moveTo>
                <a:lnTo>
                  <a:pt x="14555" y="53494"/>
                </a:lnTo>
                <a:cubicBezTo>
                  <a:pt x="14541" y="53553"/>
                  <a:pt x="14526" y="53627"/>
                  <a:pt x="14511" y="53686"/>
                </a:cubicBezTo>
                <a:cubicBezTo>
                  <a:pt x="14438" y="53759"/>
                  <a:pt x="14364" y="53848"/>
                  <a:pt x="14290" y="53921"/>
                </a:cubicBezTo>
                <a:cubicBezTo>
                  <a:pt x="14305" y="53862"/>
                  <a:pt x="14320" y="53789"/>
                  <a:pt x="14335" y="53730"/>
                </a:cubicBezTo>
                <a:cubicBezTo>
                  <a:pt x="14364" y="53715"/>
                  <a:pt x="14379" y="53686"/>
                  <a:pt x="14408" y="53656"/>
                </a:cubicBezTo>
                <a:cubicBezTo>
                  <a:pt x="14467" y="53612"/>
                  <a:pt x="14511" y="53553"/>
                  <a:pt x="14555" y="53494"/>
                </a:cubicBezTo>
                <a:close/>
                <a:moveTo>
                  <a:pt x="14791" y="53435"/>
                </a:moveTo>
                <a:cubicBezTo>
                  <a:pt x="14791" y="53465"/>
                  <a:pt x="14776" y="53480"/>
                  <a:pt x="14776" y="53509"/>
                </a:cubicBezTo>
                <a:cubicBezTo>
                  <a:pt x="14761" y="53568"/>
                  <a:pt x="14761" y="53627"/>
                  <a:pt x="14747" y="53671"/>
                </a:cubicBezTo>
                <a:cubicBezTo>
                  <a:pt x="14673" y="53759"/>
                  <a:pt x="14599" y="53848"/>
                  <a:pt x="14511" y="53921"/>
                </a:cubicBezTo>
                <a:lnTo>
                  <a:pt x="14511" y="53906"/>
                </a:lnTo>
                <a:cubicBezTo>
                  <a:pt x="14526" y="53833"/>
                  <a:pt x="14541" y="53774"/>
                  <a:pt x="14555" y="53715"/>
                </a:cubicBezTo>
                <a:cubicBezTo>
                  <a:pt x="14629" y="53627"/>
                  <a:pt x="14732" y="53538"/>
                  <a:pt x="14791" y="53435"/>
                </a:cubicBezTo>
                <a:close/>
                <a:moveTo>
                  <a:pt x="15056" y="53391"/>
                </a:moveTo>
                <a:lnTo>
                  <a:pt x="15056" y="53391"/>
                </a:lnTo>
                <a:cubicBezTo>
                  <a:pt x="15041" y="53480"/>
                  <a:pt x="15026" y="53553"/>
                  <a:pt x="15026" y="53641"/>
                </a:cubicBezTo>
                <a:cubicBezTo>
                  <a:pt x="14953" y="53730"/>
                  <a:pt x="14850" y="53833"/>
                  <a:pt x="14761" y="53921"/>
                </a:cubicBezTo>
                <a:cubicBezTo>
                  <a:pt x="14776" y="53848"/>
                  <a:pt x="14776" y="53774"/>
                  <a:pt x="14805" y="53700"/>
                </a:cubicBezTo>
                <a:cubicBezTo>
                  <a:pt x="14894" y="53612"/>
                  <a:pt x="14967" y="53494"/>
                  <a:pt x="15056" y="53391"/>
                </a:cubicBezTo>
                <a:close/>
                <a:moveTo>
                  <a:pt x="15335" y="53347"/>
                </a:moveTo>
                <a:lnTo>
                  <a:pt x="15276" y="53627"/>
                </a:lnTo>
                <a:cubicBezTo>
                  <a:pt x="15217" y="53730"/>
                  <a:pt x="15129" y="53833"/>
                  <a:pt x="15041" y="53921"/>
                </a:cubicBezTo>
                <a:cubicBezTo>
                  <a:pt x="15056" y="53833"/>
                  <a:pt x="15056" y="53759"/>
                  <a:pt x="15070" y="53656"/>
                </a:cubicBezTo>
                <a:cubicBezTo>
                  <a:pt x="15173" y="53553"/>
                  <a:pt x="15247" y="53465"/>
                  <a:pt x="15335" y="53347"/>
                </a:cubicBezTo>
                <a:close/>
                <a:moveTo>
                  <a:pt x="15541" y="45798"/>
                </a:moveTo>
                <a:cubicBezTo>
                  <a:pt x="15585" y="45798"/>
                  <a:pt x="15644" y="45842"/>
                  <a:pt x="15703" y="45857"/>
                </a:cubicBezTo>
                <a:cubicBezTo>
                  <a:pt x="17248" y="47299"/>
                  <a:pt x="17410" y="49565"/>
                  <a:pt x="16895" y="51213"/>
                </a:cubicBezTo>
                <a:cubicBezTo>
                  <a:pt x="16601" y="52170"/>
                  <a:pt x="16071" y="53097"/>
                  <a:pt x="15321" y="53951"/>
                </a:cubicBezTo>
                <a:cubicBezTo>
                  <a:pt x="15335" y="53862"/>
                  <a:pt x="15335" y="53774"/>
                  <a:pt x="15350" y="53686"/>
                </a:cubicBezTo>
                <a:cubicBezTo>
                  <a:pt x="16071" y="52817"/>
                  <a:pt x="16542" y="51920"/>
                  <a:pt x="16822" y="50948"/>
                </a:cubicBezTo>
                <a:cubicBezTo>
                  <a:pt x="17263" y="49359"/>
                  <a:pt x="17028" y="47181"/>
                  <a:pt x="15541" y="45798"/>
                </a:cubicBezTo>
                <a:close/>
                <a:moveTo>
                  <a:pt x="13864" y="53995"/>
                </a:moveTo>
                <a:cubicBezTo>
                  <a:pt x="13864" y="53995"/>
                  <a:pt x="13864" y="54009"/>
                  <a:pt x="13849" y="54009"/>
                </a:cubicBezTo>
                <a:lnTo>
                  <a:pt x="13864" y="53995"/>
                </a:lnTo>
                <a:close/>
                <a:moveTo>
                  <a:pt x="13811" y="54048"/>
                </a:moveTo>
                <a:cubicBezTo>
                  <a:pt x="13807" y="54056"/>
                  <a:pt x="13805" y="54063"/>
                  <a:pt x="13805" y="54068"/>
                </a:cubicBezTo>
                <a:lnTo>
                  <a:pt x="13805" y="54054"/>
                </a:lnTo>
                <a:lnTo>
                  <a:pt x="13811" y="54048"/>
                </a:lnTo>
                <a:close/>
                <a:moveTo>
                  <a:pt x="14040" y="53906"/>
                </a:moveTo>
                <a:cubicBezTo>
                  <a:pt x="14025" y="53936"/>
                  <a:pt x="14011" y="53965"/>
                  <a:pt x="13996" y="54024"/>
                </a:cubicBezTo>
                <a:lnTo>
                  <a:pt x="13849" y="54171"/>
                </a:lnTo>
                <a:cubicBezTo>
                  <a:pt x="13864" y="54142"/>
                  <a:pt x="13878" y="54098"/>
                  <a:pt x="13893" y="54054"/>
                </a:cubicBezTo>
                <a:cubicBezTo>
                  <a:pt x="13952" y="54009"/>
                  <a:pt x="13996" y="53951"/>
                  <a:pt x="14040" y="53906"/>
                </a:cubicBezTo>
                <a:close/>
                <a:moveTo>
                  <a:pt x="14202" y="53862"/>
                </a:moveTo>
                <a:lnTo>
                  <a:pt x="14202" y="53862"/>
                </a:lnTo>
                <a:cubicBezTo>
                  <a:pt x="14217" y="53921"/>
                  <a:pt x="14187" y="53980"/>
                  <a:pt x="14173" y="54024"/>
                </a:cubicBezTo>
                <a:lnTo>
                  <a:pt x="14011" y="54201"/>
                </a:lnTo>
                <a:lnTo>
                  <a:pt x="13967" y="54230"/>
                </a:lnTo>
                <a:lnTo>
                  <a:pt x="14025" y="54068"/>
                </a:lnTo>
                <a:cubicBezTo>
                  <a:pt x="14084" y="54009"/>
                  <a:pt x="14128" y="53936"/>
                  <a:pt x="14187" y="53877"/>
                </a:cubicBezTo>
                <a:lnTo>
                  <a:pt x="14202" y="53862"/>
                </a:lnTo>
                <a:close/>
                <a:moveTo>
                  <a:pt x="14467" y="53833"/>
                </a:moveTo>
                <a:cubicBezTo>
                  <a:pt x="14467" y="53848"/>
                  <a:pt x="14452" y="53862"/>
                  <a:pt x="14452" y="53877"/>
                </a:cubicBezTo>
                <a:cubicBezTo>
                  <a:pt x="14438" y="53921"/>
                  <a:pt x="14438" y="53980"/>
                  <a:pt x="14408" y="54009"/>
                </a:cubicBezTo>
                <a:cubicBezTo>
                  <a:pt x="14335" y="54083"/>
                  <a:pt x="14261" y="54171"/>
                  <a:pt x="14173" y="54245"/>
                </a:cubicBezTo>
                <a:cubicBezTo>
                  <a:pt x="14187" y="54201"/>
                  <a:pt x="14217" y="54127"/>
                  <a:pt x="14231" y="54068"/>
                </a:cubicBezTo>
                <a:lnTo>
                  <a:pt x="14261" y="54024"/>
                </a:lnTo>
                <a:cubicBezTo>
                  <a:pt x="14335" y="53951"/>
                  <a:pt x="14408" y="53906"/>
                  <a:pt x="14467" y="53833"/>
                </a:cubicBezTo>
                <a:close/>
                <a:moveTo>
                  <a:pt x="14732" y="53789"/>
                </a:moveTo>
                <a:cubicBezTo>
                  <a:pt x="14702" y="53862"/>
                  <a:pt x="14702" y="53936"/>
                  <a:pt x="14688" y="54009"/>
                </a:cubicBezTo>
                <a:cubicBezTo>
                  <a:pt x="14614" y="54098"/>
                  <a:pt x="14526" y="54171"/>
                  <a:pt x="14452" y="54274"/>
                </a:cubicBezTo>
                <a:cubicBezTo>
                  <a:pt x="14467" y="54201"/>
                  <a:pt x="14467" y="54127"/>
                  <a:pt x="14482" y="54068"/>
                </a:cubicBezTo>
                <a:cubicBezTo>
                  <a:pt x="14555" y="53980"/>
                  <a:pt x="14658" y="53877"/>
                  <a:pt x="14732" y="53789"/>
                </a:cubicBezTo>
                <a:close/>
                <a:moveTo>
                  <a:pt x="15026" y="53774"/>
                </a:moveTo>
                <a:lnTo>
                  <a:pt x="15026" y="53774"/>
                </a:lnTo>
                <a:cubicBezTo>
                  <a:pt x="14997" y="53848"/>
                  <a:pt x="14997" y="53936"/>
                  <a:pt x="14982" y="54009"/>
                </a:cubicBezTo>
                <a:cubicBezTo>
                  <a:pt x="14894" y="54083"/>
                  <a:pt x="14805" y="54171"/>
                  <a:pt x="14732" y="54274"/>
                </a:cubicBezTo>
                <a:cubicBezTo>
                  <a:pt x="14747" y="54201"/>
                  <a:pt x="14747" y="54127"/>
                  <a:pt x="14761" y="54054"/>
                </a:cubicBezTo>
                <a:cubicBezTo>
                  <a:pt x="14850" y="53951"/>
                  <a:pt x="14923" y="53862"/>
                  <a:pt x="15026" y="53774"/>
                </a:cubicBezTo>
                <a:close/>
                <a:moveTo>
                  <a:pt x="15276" y="53774"/>
                </a:moveTo>
                <a:lnTo>
                  <a:pt x="15276" y="53774"/>
                </a:lnTo>
                <a:cubicBezTo>
                  <a:pt x="15262" y="53862"/>
                  <a:pt x="15262" y="53951"/>
                  <a:pt x="15247" y="54054"/>
                </a:cubicBezTo>
                <a:cubicBezTo>
                  <a:pt x="15173" y="54098"/>
                  <a:pt x="15100" y="54201"/>
                  <a:pt x="14997" y="54289"/>
                </a:cubicBezTo>
                <a:cubicBezTo>
                  <a:pt x="14997" y="54215"/>
                  <a:pt x="15026" y="54127"/>
                  <a:pt x="15041" y="54054"/>
                </a:cubicBezTo>
                <a:cubicBezTo>
                  <a:pt x="15129" y="53951"/>
                  <a:pt x="15203" y="53862"/>
                  <a:pt x="15276" y="53774"/>
                </a:cubicBezTo>
                <a:close/>
                <a:moveTo>
                  <a:pt x="15791" y="45842"/>
                </a:moveTo>
                <a:lnTo>
                  <a:pt x="15791" y="45842"/>
                </a:lnTo>
                <a:cubicBezTo>
                  <a:pt x="15850" y="45886"/>
                  <a:pt x="15909" y="45915"/>
                  <a:pt x="15953" y="45930"/>
                </a:cubicBezTo>
                <a:cubicBezTo>
                  <a:pt x="17528" y="47446"/>
                  <a:pt x="17646" y="49815"/>
                  <a:pt x="17057" y="51508"/>
                </a:cubicBezTo>
                <a:cubicBezTo>
                  <a:pt x="16719" y="52508"/>
                  <a:pt x="16130" y="53465"/>
                  <a:pt x="15276" y="54318"/>
                </a:cubicBezTo>
                <a:cubicBezTo>
                  <a:pt x="15276" y="54230"/>
                  <a:pt x="15291" y="54142"/>
                  <a:pt x="15291" y="54054"/>
                </a:cubicBezTo>
                <a:cubicBezTo>
                  <a:pt x="16086" y="53171"/>
                  <a:pt x="16660" y="52214"/>
                  <a:pt x="16969" y="51213"/>
                </a:cubicBezTo>
                <a:cubicBezTo>
                  <a:pt x="17484" y="49580"/>
                  <a:pt x="17322" y="47313"/>
                  <a:pt x="15791" y="45842"/>
                </a:cubicBezTo>
                <a:close/>
                <a:moveTo>
                  <a:pt x="13731" y="54230"/>
                </a:moveTo>
                <a:cubicBezTo>
                  <a:pt x="13716" y="54274"/>
                  <a:pt x="13716" y="54289"/>
                  <a:pt x="13702" y="54318"/>
                </a:cubicBezTo>
                <a:lnTo>
                  <a:pt x="13584" y="54436"/>
                </a:lnTo>
                <a:cubicBezTo>
                  <a:pt x="13628" y="54392"/>
                  <a:pt x="13628" y="54377"/>
                  <a:pt x="13643" y="54348"/>
                </a:cubicBezTo>
                <a:cubicBezTo>
                  <a:pt x="13672" y="54304"/>
                  <a:pt x="13716" y="54274"/>
                  <a:pt x="13731" y="54230"/>
                </a:cubicBezTo>
                <a:close/>
                <a:moveTo>
                  <a:pt x="13937" y="54201"/>
                </a:moveTo>
                <a:cubicBezTo>
                  <a:pt x="13922" y="54245"/>
                  <a:pt x="13893" y="54289"/>
                  <a:pt x="13878" y="54348"/>
                </a:cubicBezTo>
                <a:cubicBezTo>
                  <a:pt x="13819" y="54392"/>
                  <a:pt x="13775" y="54451"/>
                  <a:pt x="13702" y="54510"/>
                </a:cubicBezTo>
                <a:cubicBezTo>
                  <a:pt x="13716" y="54451"/>
                  <a:pt x="13731" y="54421"/>
                  <a:pt x="13746" y="54363"/>
                </a:cubicBezTo>
                <a:cubicBezTo>
                  <a:pt x="13819" y="54304"/>
                  <a:pt x="13878" y="54245"/>
                  <a:pt x="13937" y="54201"/>
                </a:cubicBezTo>
                <a:close/>
                <a:moveTo>
                  <a:pt x="14143" y="54171"/>
                </a:moveTo>
                <a:lnTo>
                  <a:pt x="14143" y="54171"/>
                </a:lnTo>
                <a:cubicBezTo>
                  <a:pt x="14114" y="54215"/>
                  <a:pt x="14114" y="54245"/>
                  <a:pt x="14099" y="54289"/>
                </a:cubicBezTo>
                <a:cubicBezTo>
                  <a:pt x="14099" y="54304"/>
                  <a:pt x="14084" y="54348"/>
                  <a:pt x="14084" y="54363"/>
                </a:cubicBezTo>
                <a:cubicBezTo>
                  <a:pt x="14011" y="54436"/>
                  <a:pt x="13937" y="54495"/>
                  <a:pt x="13864" y="54569"/>
                </a:cubicBezTo>
                <a:lnTo>
                  <a:pt x="13922" y="54392"/>
                </a:lnTo>
                <a:cubicBezTo>
                  <a:pt x="13967" y="54318"/>
                  <a:pt x="14025" y="54289"/>
                  <a:pt x="14070" y="54245"/>
                </a:cubicBezTo>
                <a:lnTo>
                  <a:pt x="14143" y="54171"/>
                </a:lnTo>
                <a:close/>
                <a:moveTo>
                  <a:pt x="14393" y="54157"/>
                </a:moveTo>
                <a:lnTo>
                  <a:pt x="14393" y="54157"/>
                </a:lnTo>
                <a:cubicBezTo>
                  <a:pt x="14379" y="54215"/>
                  <a:pt x="14379" y="54289"/>
                  <a:pt x="14364" y="54363"/>
                </a:cubicBezTo>
                <a:cubicBezTo>
                  <a:pt x="14290" y="54421"/>
                  <a:pt x="14187" y="54495"/>
                  <a:pt x="14114" y="54583"/>
                </a:cubicBezTo>
                <a:cubicBezTo>
                  <a:pt x="14143" y="54524"/>
                  <a:pt x="14143" y="54451"/>
                  <a:pt x="14158" y="54392"/>
                </a:cubicBezTo>
                <a:cubicBezTo>
                  <a:pt x="14231" y="54318"/>
                  <a:pt x="14320" y="54245"/>
                  <a:pt x="14393" y="54157"/>
                </a:cubicBezTo>
                <a:close/>
                <a:moveTo>
                  <a:pt x="14673" y="54127"/>
                </a:moveTo>
                <a:lnTo>
                  <a:pt x="14673" y="54127"/>
                </a:lnTo>
                <a:cubicBezTo>
                  <a:pt x="14658" y="54201"/>
                  <a:pt x="14658" y="54274"/>
                  <a:pt x="14629" y="54348"/>
                </a:cubicBezTo>
                <a:cubicBezTo>
                  <a:pt x="14555" y="54421"/>
                  <a:pt x="14482" y="54510"/>
                  <a:pt x="14393" y="54583"/>
                </a:cubicBezTo>
                <a:cubicBezTo>
                  <a:pt x="14393" y="54510"/>
                  <a:pt x="14408" y="54436"/>
                  <a:pt x="14408" y="54377"/>
                </a:cubicBezTo>
                <a:lnTo>
                  <a:pt x="14673" y="54127"/>
                </a:lnTo>
                <a:close/>
                <a:moveTo>
                  <a:pt x="14953" y="54127"/>
                </a:moveTo>
                <a:lnTo>
                  <a:pt x="14953" y="54127"/>
                </a:lnTo>
                <a:cubicBezTo>
                  <a:pt x="14923" y="54201"/>
                  <a:pt x="14923" y="54289"/>
                  <a:pt x="14923" y="54363"/>
                </a:cubicBezTo>
                <a:lnTo>
                  <a:pt x="14688" y="54598"/>
                </a:lnTo>
                <a:cubicBezTo>
                  <a:pt x="14688" y="54524"/>
                  <a:pt x="14702" y="54451"/>
                  <a:pt x="14702" y="54377"/>
                </a:cubicBezTo>
                <a:cubicBezTo>
                  <a:pt x="14805" y="54289"/>
                  <a:pt x="14879" y="54215"/>
                  <a:pt x="14953" y="54127"/>
                </a:cubicBezTo>
                <a:close/>
                <a:moveTo>
                  <a:pt x="15247" y="54142"/>
                </a:moveTo>
                <a:lnTo>
                  <a:pt x="15247" y="54142"/>
                </a:lnTo>
                <a:cubicBezTo>
                  <a:pt x="15217" y="54230"/>
                  <a:pt x="15217" y="54304"/>
                  <a:pt x="15217" y="54392"/>
                </a:cubicBezTo>
                <a:cubicBezTo>
                  <a:pt x="15129" y="54466"/>
                  <a:pt x="15056" y="54539"/>
                  <a:pt x="14982" y="54613"/>
                </a:cubicBezTo>
                <a:cubicBezTo>
                  <a:pt x="14982" y="54539"/>
                  <a:pt x="14997" y="54451"/>
                  <a:pt x="14997" y="54377"/>
                </a:cubicBezTo>
                <a:lnTo>
                  <a:pt x="15247" y="54142"/>
                </a:lnTo>
                <a:close/>
                <a:moveTo>
                  <a:pt x="13452" y="54569"/>
                </a:moveTo>
                <a:cubicBezTo>
                  <a:pt x="13452" y="54583"/>
                  <a:pt x="13437" y="54583"/>
                  <a:pt x="13437" y="54598"/>
                </a:cubicBezTo>
                <a:lnTo>
                  <a:pt x="13402" y="54633"/>
                </a:lnTo>
                <a:lnTo>
                  <a:pt x="13402" y="54633"/>
                </a:lnTo>
                <a:cubicBezTo>
                  <a:pt x="13407" y="54622"/>
                  <a:pt x="13407" y="54613"/>
                  <a:pt x="13407" y="54613"/>
                </a:cubicBezTo>
                <a:lnTo>
                  <a:pt x="13452" y="54569"/>
                </a:lnTo>
                <a:close/>
                <a:moveTo>
                  <a:pt x="16086" y="45960"/>
                </a:moveTo>
                <a:cubicBezTo>
                  <a:pt x="16100" y="45960"/>
                  <a:pt x="16159" y="45989"/>
                  <a:pt x="16218" y="46004"/>
                </a:cubicBezTo>
                <a:cubicBezTo>
                  <a:pt x="17602" y="47387"/>
                  <a:pt x="17999" y="49742"/>
                  <a:pt x="17204" y="51802"/>
                </a:cubicBezTo>
                <a:cubicBezTo>
                  <a:pt x="16822" y="52832"/>
                  <a:pt x="16159" y="53803"/>
                  <a:pt x="15262" y="54686"/>
                </a:cubicBezTo>
                <a:cubicBezTo>
                  <a:pt x="15262" y="54598"/>
                  <a:pt x="15262" y="54524"/>
                  <a:pt x="15276" y="54436"/>
                </a:cubicBezTo>
                <a:cubicBezTo>
                  <a:pt x="16145" y="53538"/>
                  <a:pt x="16763" y="52552"/>
                  <a:pt x="17131" y="51522"/>
                </a:cubicBezTo>
                <a:cubicBezTo>
                  <a:pt x="17719" y="49830"/>
                  <a:pt x="17616" y="47475"/>
                  <a:pt x="16086" y="45960"/>
                </a:cubicBezTo>
                <a:close/>
                <a:moveTo>
                  <a:pt x="13643" y="54495"/>
                </a:moveTo>
                <a:lnTo>
                  <a:pt x="13643" y="54495"/>
                </a:lnTo>
                <a:cubicBezTo>
                  <a:pt x="13628" y="54524"/>
                  <a:pt x="13599" y="54569"/>
                  <a:pt x="13599" y="54613"/>
                </a:cubicBezTo>
                <a:cubicBezTo>
                  <a:pt x="13569" y="54657"/>
                  <a:pt x="13510" y="54716"/>
                  <a:pt x="13452" y="54745"/>
                </a:cubicBezTo>
                <a:lnTo>
                  <a:pt x="13437" y="54760"/>
                </a:lnTo>
                <a:cubicBezTo>
                  <a:pt x="13452" y="54731"/>
                  <a:pt x="13481" y="54686"/>
                  <a:pt x="13496" y="54642"/>
                </a:cubicBezTo>
                <a:cubicBezTo>
                  <a:pt x="13555" y="54583"/>
                  <a:pt x="13584" y="54524"/>
                  <a:pt x="13643" y="54495"/>
                </a:cubicBezTo>
                <a:close/>
                <a:moveTo>
                  <a:pt x="13819" y="54451"/>
                </a:moveTo>
                <a:cubicBezTo>
                  <a:pt x="13819" y="54524"/>
                  <a:pt x="13805" y="54583"/>
                  <a:pt x="13790" y="54642"/>
                </a:cubicBezTo>
                <a:cubicBezTo>
                  <a:pt x="13716" y="54686"/>
                  <a:pt x="13658" y="54745"/>
                  <a:pt x="13584" y="54804"/>
                </a:cubicBezTo>
                <a:lnTo>
                  <a:pt x="13643" y="54642"/>
                </a:lnTo>
                <a:cubicBezTo>
                  <a:pt x="13702" y="54583"/>
                  <a:pt x="13775" y="54524"/>
                  <a:pt x="13819" y="54451"/>
                </a:cubicBezTo>
                <a:close/>
                <a:moveTo>
                  <a:pt x="14084" y="54466"/>
                </a:moveTo>
                <a:cubicBezTo>
                  <a:pt x="14070" y="54524"/>
                  <a:pt x="14070" y="54598"/>
                  <a:pt x="14040" y="54657"/>
                </a:cubicBezTo>
                <a:cubicBezTo>
                  <a:pt x="14025" y="54672"/>
                  <a:pt x="14011" y="54686"/>
                  <a:pt x="13967" y="54716"/>
                </a:cubicBezTo>
                <a:cubicBezTo>
                  <a:pt x="13922" y="54760"/>
                  <a:pt x="13864" y="54804"/>
                  <a:pt x="13805" y="54863"/>
                </a:cubicBezTo>
                <a:cubicBezTo>
                  <a:pt x="13819" y="54804"/>
                  <a:pt x="13819" y="54745"/>
                  <a:pt x="13849" y="54686"/>
                </a:cubicBezTo>
                <a:lnTo>
                  <a:pt x="13849" y="54672"/>
                </a:lnTo>
                <a:cubicBezTo>
                  <a:pt x="13864" y="54657"/>
                  <a:pt x="13893" y="54642"/>
                  <a:pt x="13922" y="54613"/>
                </a:cubicBezTo>
                <a:cubicBezTo>
                  <a:pt x="13967" y="54569"/>
                  <a:pt x="14025" y="54524"/>
                  <a:pt x="14084" y="54466"/>
                </a:cubicBezTo>
                <a:close/>
                <a:moveTo>
                  <a:pt x="14335" y="54451"/>
                </a:moveTo>
                <a:cubicBezTo>
                  <a:pt x="14335" y="54524"/>
                  <a:pt x="14320" y="54583"/>
                  <a:pt x="14320" y="54657"/>
                </a:cubicBezTo>
                <a:cubicBezTo>
                  <a:pt x="14231" y="54731"/>
                  <a:pt x="14158" y="54804"/>
                  <a:pt x="14070" y="54878"/>
                </a:cubicBezTo>
                <a:cubicBezTo>
                  <a:pt x="14070" y="54804"/>
                  <a:pt x="14084" y="54745"/>
                  <a:pt x="14099" y="54686"/>
                </a:cubicBezTo>
                <a:cubicBezTo>
                  <a:pt x="14187" y="54613"/>
                  <a:pt x="14261" y="54539"/>
                  <a:pt x="14335" y="54451"/>
                </a:cubicBezTo>
                <a:close/>
                <a:moveTo>
                  <a:pt x="14629" y="54451"/>
                </a:moveTo>
                <a:cubicBezTo>
                  <a:pt x="14629" y="54524"/>
                  <a:pt x="14614" y="54598"/>
                  <a:pt x="14614" y="54672"/>
                </a:cubicBezTo>
                <a:cubicBezTo>
                  <a:pt x="14541" y="54745"/>
                  <a:pt x="14452" y="54819"/>
                  <a:pt x="14364" y="54892"/>
                </a:cubicBezTo>
                <a:cubicBezTo>
                  <a:pt x="14379" y="54819"/>
                  <a:pt x="14379" y="54745"/>
                  <a:pt x="14379" y="54686"/>
                </a:cubicBezTo>
                <a:cubicBezTo>
                  <a:pt x="14467" y="54613"/>
                  <a:pt x="14541" y="54524"/>
                  <a:pt x="14629" y="54451"/>
                </a:cubicBezTo>
                <a:close/>
                <a:moveTo>
                  <a:pt x="14923" y="54451"/>
                </a:moveTo>
                <a:cubicBezTo>
                  <a:pt x="14923" y="54524"/>
                  <a:pt x="14908" y="54613"/>
                  <a:pt x="14908" y="54686"/>
                </a:cubicBezTo>
                <a:cubicBezTo>
                  <a:pt x="14820" y="54760"/>
                  <a:pt x="14747" y="54834"/>
                  <a:pt x="14673" y="54907"/>
                </a:cubicBezTo>
                <a:cubicBezTo>
                  <a:pt x="14673" y="54834"/>
                  <a:pt x="14673" y="54760"/>
                  <a:pt x="14688" y="54686"/>
                </a:cubicBezTo>
                <a:cubicBezTo>
                  <a:pt x="14761" y="54613"/>
                  <a:pt x="14850" y="54539"/>
                  <a:pt x="14923" y="54451"/>
                </a:cubicBezTo>
                <a:close/>
                <a:moveTo>
                  <a:pt x="13363" y="54760"/>
                </a:moveTo>
                <a:lnTo>
                  <a:pt x="13363" y="54760"/>
                </a:lnTo>
                <a:cubicBezTo>
                  <a:pt x="13349" y="54804"/>
                  <a:pt x="13349" y="54819"/>
                  <a:pt x="13319" y="54863"/>
                </a:cubicBezTo>
                <a:lnTo>
                  <a:pt x="13216" y="54966"/>
                </a:lnTo>
                <a:cubicBezTo>
                  <a:pt x="13216" y="54951"/>
                  <a:pt x="13231" y="54907"/>
                  <a:pt x="13260" y="54878"/>
                </a:cubicBezTo>
                <a:lnTo>
                  <a:pt x="13363" y="54760"/>
                </a:lnTo>
                <a:close/>
                <a:moveTo>
                  <a:pt x="15188" y="54510"/>
                </a:moveTo>
                <a:cubicBezTo>
                  <a:pt x="15188" y="54583"/>
                  <a:pt x="15173" y="54657"/>
                  <a:pt x="15173" y="54745"/>
                </a:cubicBezTo>
                <a:lnTo>
                  <a:pt x="15173" y="54760"/>
                </a:lnTo>
                <a:cubicBezTo>
                  <a:pt x="15100" y="54834"/>
                  <a:pt x="15026" y="54907"/>
                  <a:pt x="14953" y="54966"/>
                </a:cubicBezTo>
                <a:cubicBezTo>
                  <a:pt x="14967" y="54892"/>
                  <a:pt x="14967" y="54804"/>
                  <a:pt x="14967" y="54731"/>
                </a:cubicBezTo>
                <a:lnTo>
                  <a:pt x="15188" y="54510"/>
                </a:lnTo>
                <a:close/>
                <a:moveTo>
                  <a:pt x="16321" y="46004"/>
                </a:moveTo>
                <a:cubicBezTo>
                  <a:pt x="16380" y="46048"/>
                  <a:pt x="16424" y="46063"/>
                  <a:pt x="16468" y="46063"/>
                </a:cubicBezTo>
                <a:cubicBezTo>
                  <a:pt x="17866" y="47505"/>
                  <a:pt x="18234" y="49962"/>
                  <a:pt x="17351" y="52082"/>
                </a:cubicBezTo>
                <a:cubicBezTo>
                  <a:pt x="16910" y="53126"/>
                  <a:pt x="16218" y="54127"/>
                  <a:pt x="15247" y="55025"/>
                </a:cubicBezTo>
                <a:lnTo>
                  <a:pt x="15247" y="54760"/>
                </a:lnTo>
                <a:cubicBezTo>
                  <a:pt x="16174" y="53848"/>
                  <a:pt x="16866" y="52847"/>
                  <a:pt x="17263" y="51802"/>
                </a:cubicBezTo>
                <a:cubicBezTo>
                  <a:pt x="17646" y="50816"/>
                  <a:pt x="17763" y="49683"/>
                  <a:pt x="17602" y="48653"/>
                </a:cubicBezTo>
                <a:cubicBezTo>
                  <a:pt x="17425" y="47608"/>
                  <a:pt x="16983" y="46710"/>
                  <a:pt x="16321" y="46004"/>
                </a:cubicBezTo>
                <a:close/>
                <a:moveTo>
                  <a:pt x="13525" y="54745"/>
                </a:moveTo>
                <a:cubicBezTo>
                  <a:pt x="13525" y="54804"/>
                  <a:pt x="13510" y="54834"/>
                  <a:pt x="13496" y="54892"/>
                </a:cubicBezTo>
                <a:cubicBezTo>
                  <a:pt x="13437" y="54951"/>
                  <a:pt x="13378" y="55010"/>
                  <a:pt x="13304" y="55040"/>
                </a:cubicBezTo>
                <a:cubicBezTo>
                  <a:pt x="13319" y="54981"/>
                  <a:pt x="13349" y="54951"/>
                  <a:pt x="13363" y="54892"/>
                </a:cubicBezTo>
                <a:cubicBezTo>
                  <a:pt x="13407" y="54863"/>
                  <a:pt x="13452" y="54819"/>
                  <a:pt x="13496" y="54789"/>
                </a:cubicBezTo>
                <a:lnTo>
                  <a:pt x="13525" y="54745"/>
                </a:lnTo>
                <a:close/>
                <a:moveTo>
                  <a:pt x="13746" y="54745"/>
                </a:moveTo>
                <a:lnTo>
                  <a:pt x="13746" y="54745"/>
                </a:lnTo>
                <a:cubicBezTo>
                  <a:pt x="13731" y="54804"/>
                  <a:pt x="13716" y="54863"/>
                  <a:pt x="13716" y="54907"/>
                </a:cubicBezTo>
                <a:cubicBezTo>
                  <a:pt x="13643" y="54966"/>
                  <a:pt x="13569" y="55040"/>
                  <a:pt x="13496" y="55098"/>
                </a:cubicBezTo>
                <a:cubicBezTo>
                  <a:pt x="13496" y="55069"/>
                  <a:pt x="13496" y="55069"/>
                  <a:pt x="13510" y="55054"/>
                </a:cubicBezTo>
                <a:cubicBezTo>
                  <a:pt x="13525" y="55010"/>
                  <a:pt x="13555" y="54966"/>
                  <a:pt x="13555" y="54907"/>
                </a:cubicBezTo>
                <a:cubicBezTo>
                  <a:pt x="13628" y="54878"/>
                  <a:pt x="13702" y="54819"/>
                  <a:pt x="13746" y="54745"/>
                </a:cubicBezTo>
                <a:close/>
                <a:moveTo>
                  <a:pt x="14025" y="54760"/>
                </a:moveTo>
                <a:cubicBezTo>
                  <a:pt x="14025" y="54819"/>
                  <a:pt x="14011" y="54892"/>
                  <a:pt x="14011" y="54951"/>
                </a:cubicBezTo>
                <a:cubicBezTo>
                  <a:pt x="13937" y="54981"/>
                  <a:pt x="13893" y="55025"/>
                  <a:pt x="13849" y="55084"/>
                </a:cubicBezTo>
                <a:cubicBezTo>
                  <a:pt x="13805" y="55098"/>
                  <a:pt x="13790" y="55128"/>
                  <a:pt x="13746" y="55157"/>
                </a:cubicBezTo>
                <a:cubicBezTo>
                  <a:pt x="13775" y="55098"/>
                  <a:pt x="13775" y="55025"/>
                  <a:pt x="13790" y="54966"/>
                </a:cubicBezTo>
                <a:cubicBezTo>
                  <a:pt x="13864" y="54892"/>
                  <a:pt x="13952" y="54834"/>
                  <a:pt x="14025" y="54760"/>
                </a:cubicBezTo>
                <a:close/>
                <a:moveTo>
                  <a:pt x="13069" y="55084"/>
                </a:moveTo>
                <a:cubicBezTo>
                  <a:pt x="13069" y="55098"/>
                  <a:pt x="13054" y="55113"/>
                  <a:pt x="13054" y="55113"/>
                </a:cubicBezTo>
                <a:lnTo>
                  <a:pt x="12995" y="55172"/>
                </a:lnTo>
                <a:cubicBezTo>
                  <a:pt x="13010" y="55157"/>
                  <a:pt x="13010" y="55157"/>
                  <a:pt x="13010" y="55128"/>
                </a:cubicBezTo>
                <a:lnTo>
                  <a:pt x="13069" y="55084"/>
                </a:lnTo>
                <a:close/>
                <a:moveTo>
                  <a:pt x="14320" y="54745"/>
                </a:moveTo>
                <a:cubicBezTo>
                  <a:pt x="14320" y="54819"/>
                  <a:pt x="14305" y="54878"/>
                  <a:pt x="14305" y="54951"/>
                </a:cubicBezTo>
                <a:cubicBezTo>
                  <a:pt x="14231" y="55025"/>
                  <a:pt x="14143" y="55098"/>
                  <a:pt x="14040" y="55172"/>
                </a:cubicBezTo>
                <a:cubicBezTo>
                  <a:pt x="14040" y="55098"/>
                  <a:pt x="14040" y="55040"/>
                  <a:pt x="14070" y="54966"/>
                </a:cubicBezTo>
                <a:cubicBezTo>
                  <a:pt x="14158" y="54892"/>
                  <a:pt x="14231" y="54819"/>
                  <a:pt x="14320" y="54745"/>
                </a:cubicBezTo>
                <a:close/>
                <a:moveTo>
                  <a:pt x="14614" y="54760"/>
                </a:moveTo>
                <a:cubicBezTo>
                  <a:pt x="14614" y="54834"/>
                  <a:pt x="14614" y="54907"/>
                  <a:pt x="14599" y="54981"/>
                </a:cubicBezTo>
                <a:cubicBezTo>
                  <a:pt x="14526" y="55040"/>
                  <a:pt x="14438" y="55113"/>
                  <a:pt x="14364" y="55187"/>
                </a:cubicBezTo>
                <a:lnTo>
                  <a:pt x="14364" y="54981"/>
                </a:lnTo>
                <a:cubicBezTo>
                  <a:pt x="14452" y="54907"/>
                  <a:pt x="14526" y="54834"/>
                  <a:pt x="14614" y="54760"/>
                </a:cubicBezTo>
                <a:close/>
                <a:moveTo>
                  <a:pt x="14908" y="54789"/>
                </a:moveTo>
                <a:lnTo>
                  <a:pt x="14908" y="55025"/>
                </a:lnTo>
                <a:cubicBezTo>
                  <a:pt x="14835" y="55098"/>
                  <a:pt x="14761" y="55157"/>
                  <a:pt x="14673" y="55231"/>
                </a:cubicBezTo>
                <a:cubicBezTo>
                  <a:pt x="14658" y="55157"/>
                  <a:pt x="14658" y="55084"/>
                  <a:pt x="14673" y="55010"/>
                </a:cubicBezTo>
                <a:cubicBezTo>
                  <a:pt x="14747" y="54937"/>
                  <a:pt x="14835" y="54863"/>
                  <a:pt x="14908" y="54789"/>
                </a:cubicBezTo>
                <a:close/>
                <a:moveTo>
                  <a:pt x="13260" y="55025"/>
                </a:moveTo>
                <a:cubicBezTo>
                  <a:pt x="13231" y="55054"/>
                  <a:pt x="13216" y="55098"/>
                  <a:pt x="13201" y="55157"/>
                </a:cubicBezTo>
                <a:cubicBezTo>
                  <a:pt x="13142" y="55187"/>
                  <a:pt x="13113" y="55246"/>
                  <a:pt x="13054" y="55275"/>
                </a:cubicBezTo>
                <a:cubicBezTo>
                  <a:pt x="13069" y="55246"/>
                  <a:pt x="13084" y="55201"/>
                  <a:pt x="13113" y="55157"/>
                </a:cubicBezTo>
                <a:cubicBezTo>
                  <a:pt x="13157" y="55098"/>
                  <a:pt x="13216" y="55054"/>
                  <a:pt x="13260" y="55025"/>
                </a:cubicBezTo>
                <a:close/>
                <a:moveTo>
                  <a:pt x="15188" y="54863"/>
                </a:moveTo>
                <a:lnTo>
                  <a:pt x="15188" y="55098"/>
                </a:lnTo>
                <a:cubicBezTo>
                  <a:pt x="15114" y="55157"/>
                  <a:pt x="15041" y="55231"/>
                  <a:pt x="14967" y="55304"/>
                </a:cubicBezTo>
                <a:lnTo>
                  <a:pt x="14967" y="55201"/>
                </a:lnTo>
                <a:lnTo>
                  <a:pt x="14967" y="55054"/>
                </a:lnTo>
                <a:cubicBezTo>
                  <a:pt x="15041" y="54981"/>
                  <a:pt x="15114" y="54937"/>
                  <a:pt x="15188" y="54863"/>
                </a:cubicBezTo>
                <a:close/>
                <a:moveTo>
                  <a:pt x="13452" y="55025"/>
                </a:moveTo>
                <a:cubicBezTo>
                  <a:pt x="13452" y="55040"/>
                  <a:pt x="13452" y="55040"/>
                  <a:pt x="13437" y="55054"/>
                </a:cubicBezTo>
                <a:cubicBezTo>
                  <a:pt x="13422" y="55098"/>
                  <a:pt x="13422" y="55157"/>
                  <a:pt x="13407" y="55187"/>
                </a:cubicBezTo>
                <a:cubicBezTo>
                  <a:pt x="13319" y="55246"/>
                  <a:pt x="13275" y="55304"/>
                  <a:pt x="13201" y="55349"/>
                </a:cubicBezTo>
                <a:lnTo>
                  <a:pt x="13260" y="55187"/>
                </a:lnTo>
                <a:cubicBezTo>
                  <a:pt x="13290" y="55157"/>
                  <a:pt x="13304" y="55128"/>
                  <a:pt x="13349" y="55113"/>
                </a:cubicBezTo>
                <a:cubicBezTo>
                  <a:pt x="13378" y="55084"/>
                  <a:pt x="13422" y="55040"/>
                  <a:pt x="13452" y="55025"/>
                </a:cubicBezTo>
                <a:close/>
                <a:moveTo>
                  <a:pt x="16640" y="46130"/>
                </a:moveTo>
                <a:cubicBezTo>
                  <a:pt x="16671" y="46130"/>
                  <a:pt x="16702" y="46140"/>
                  <a:pt x="16733" y="46151"/>
                </a:cubicBezTo>
                <a:cubicBezTo>
                  <a:pt x="18146" y="47667"/>
                  <a:pt x="18455" y="50198"/>
                  <a:pt x="17499" y="52391"/>
                </a:cubicBezTo>
                <a:cubicBezTo>
                  <a:pt x="17028" y="53465"/>
                  <a:pt x="16277" y="54466"/>
                  <a:pt x="15262" y="55378"/>
                </a:cubicBezTo>
                <a:cubicBezTo>
                  <a:pt x="15262" y="55304"/>
                  <a:pt x="15262" y="55201"/>
                  <a:pt x="15247" y="55128"/>
                </a:cubicBezTo>
                <a:cubicBezTo>
                  <a:pt x="16233" y="54215"/>
                  <a:pt x="16969" y="53200"/>
                  <a:pt x="17410" y="52126"/>
                </a:cubicBezTo>
                <a:cubicBezTo>
                  <a:pt x="18279" y="50036"/>
                  <a:pt x="17940" y="47608"/>
                  <a:pt x="16601" y="46136"/>
                </a:cubicBezTo>
                <a:cubicBezTo>
                  <a:pt x="16614" y="46132"/>
                  <a:pt x="16627" y="46130"/>
                  <a:pt x="16640" y="46130"/>
                </a:cubicBezTo>
                <a:close/>
                <a:moveTo>
                  <a:pt x="13702" y="55025"/>
                </a:moveTo>
                <a:cubicBezTo>
                  <a:pt x="13672" y="55084"/>
                  <a:pt x="13672" y="55128"/>
                  <a:pt x="13658" y="55201"/>
                </a:cubicBezTo>
                <a:cubicBezTo>
                  <a:pt x="13643" y="55231"/>
                  <a:pt x="13599" y="55260"/>
                  <a:pt x="13569" y="55275"/>
                </a:cubicBezTo>
                <a:cubicBezTo>
                  <a:pt x="13525" y="55319"/>
                  <a:pt x="13481" y="55349"/>
                  <a:pt x="13437" y="55393"/>
                </a:cubicBezTo>
                <a:cubicBezTo>
                  <a:pt x="13452" y="55334"/>
                  <a:pt x="13452" y="55275"/>
                  <a:pt x="13481" y="55201"/>
                </a:cubicBezTo>
                <a:cubicBezTo>
                  <a:pt x="13555" y="55157"/>
                  <a:pt x="13628" y="55084"/>
                  <a:pt x="13702" y="55025"/>
                </a:cubicBezTo>
                <a:close/>
                <a:moveTo>
                  <a:pt x="13996" y="55040"/>
                </a:moveTo>
                <a:cubicBezTo>
                  <a:pt x="13996" y="55098"/>
                  <a:pt x="13967" y="55172"/>
                  <a:pt x="13967" y="55231"/>
                </a:cubicBezTo>
                <a:cubicBezTo>
                  <a:pt x="13878" y="55290"/>
                  <a:pt x="13805" y="55349"/>
                  <a:pt x="13716" y="55422"/>
                </a:cubicBezTo>
                <a:cubicBezTo>
                  <a:pt x="13716" y="55378"/>
                  <a:pt x="13731" y="55304"/>
                  <a:pt x="13731" y="55246"/>
                </a:cubicBezTo>
                <a:cubicBezTo>
                  <a:pt x="13790" y="55201"/>
                  <a:pt x="13819" y="55172"/>
                  <a:pt x="13878" y="55128"/>
                </a:cubicBezTo>
                <a:cubicBezTo>
                  <a:pt x="13922" y="55098"/>
                  <a:pt x="13952" y="55069"/>
                  <a:pt x="13996" y="55040"/>
                </a:cubicBezTo>
                <a:close/>
                <a:moveTo>
                  <a:pt x="14290" y="55025"/>
                </a:moveTo>
                <a:lnTo>
                  <a:pt x="14290" y="55231"/>
                </a:lnTo>
                <a:cubicBezTo>
                  <a:pt x="14187" y="55319"/>
                  <a:pt x="14114" y="55393"/>
                  <a:pt x="14025" y="55452"/>
                </a:cubicBezTo>
                <a:lnTo>
                  <a:pt x="14025" y="55246"/>
                </a:lnTo>
                <a:cubicBezTo>
                  <a:pt x="14114" y="55172"/>
                  <a:pt x="14187" y="55098"/>
                  <a:pt x="14290" y="55025"/>
                </a:cubicBezTo>
                <a:close/>
                <a:moveTo>
                  <a:pt x="12981" y="55275"/>
                </a:moveTo>
                <a:lnTo>
                  <a:pt x="12981" y="55275"/>
                </a:lnTo>
                <a:cubicBezTo>
                  <a:pt x="12966" y="55319"/>
                  <a:pt x="12936" y="55334"/>
                  <a:pt x="12936" y="55378"/>
                </a:cubicBezTo>
                <a:lnTo>
                  <a:pt x="12833" y="55481"/>
                </a:lnTo>
                <a:cubicBezTo>
                  <a:pt x="12848" y="55452"/>
                  <a:pt x="12848" y="55407"/>
                  <a:pt x="12863" y="55393"/>
                </a:cubicBezTo>
                <a:lnTo>
                  <a:pt x="12981" y="55275"/>
                </a:lnTo>
                <a:close/>
                <a:moveTo>
                  <a:pt x="14585" y="55069"/>
                </a:moveTo>
                <a:lnTo>
                  <a:pt x="14585" y="55290"/>
                </a:lnTo>
                <a:cubicBezTo>
                  <a:pt x="14511" y="55363"/>
                  <a:pt x="14408" y="55422"/>
                  <a:pt x="14335" y="55496"/>
                </a:cubicBezTo>
                <a:lnTo>
                  <a:pt x="14335" y="55275"/>
                </a:lnTo>
                <a:cubicBezTo>
                  <a:pt x="14438" y="55201"/>
                  <a:pt x="14511" y="55128"/>
                  <a:pt x="14585" y="55069"/>
                </a:cubicBezTo>
                <a:close/>
                <a:moveTo>
                  <a:pt x="13142" y="55260"/>
                </a:moveTo>
                <a:cubicBezTo>
                  <a:pt x="13142" y="55319"/>
                  <a:pt x="13128" y="55378"/>
                  <a:pt x="13113" y="55407"/>
                </a:cubicBezTo>
                <a:cubicBezTo>
                  <a:pt x="13054" y="55466"/>
                  <a:pt x="12995" y="55496"/>
                  <a:pt x="12922" y="55555"/>
                </a:cubicBezTo>
                <a:cubicBezTo>
                  <a:pt x="12936" y="55496"/>
                  <a:pt x="12966" y="55466"/>
                  <a:pt x="12981" y="55407"/>
                </a:cubicBezTo>
                <a:cubicBezTo>
                  <a:pt x="13039" y="55349"/>
                  <a:pt x="13084" y="55319"/>
                  <a:pt x="13142" y="55260"/>
                </a:cubicBezTo>
                <a:close/>
                <a:moveTo>
                  <a:pt x="14894" y="55128"/>
                </a:moveTo>
                <a:lnTo>
                  <a:pt x="14894" y="55231"/>
                </a:lnTo>
                <a:lnTo>
                  <a:pt x="14894" y="55349"/>
                </a:lnTo>
                <a:cubicBezTo>
                  <a:pt x="14820" y="55422"/>
                  <a:pt x="14747" y="55481"/>
                  <a:pt x="14658" y="55555"/>
                </a:cubicBezTo>
                <a:lnTo>
                  <a:pt x="14658" y="55334"/>
                </a:lnTo>
                <a:cubicBezTo>
                  <a:pt x="14732" y="55260"/>
                  <a:pt x="14820" y="55201"/>
                  <a:pt x="14894" y="55128"/>
                </a:cubicBezTo>
                <a:close/>
                <a:moveTo>
                  <a:pt x="13378" y="55275"/>
                </a:moveTo>
                <a:lnTo>
                  <a:pt x="13378" y="55275"/>
                </a:lnTo>
                <a:cubicBezTo>
                  <a:pt x="13363" y="55334"/>
                  <a:pt x="13363" y="55393"/>
                  <a:pt x="13349" y="55437"/>
                </a:cubicBezTo>
                <a:lnTo>
                  <a:pt x="13128" y="55613"/>
                </a:lnTo>
                <a:cubicBezTo>
                  <a:pt x="13142" y="55555"/>
                  <a:pt x="13142" y="55496"/>
                  <a:pt x="13157" y="55437"/>
                </a:cubicBezTo>
                <a:lnTo>
                  <a:pt x="13187" y="55437"/>
                </a:lnTo>
                <a:cubicBezTo>
                  <a:pt x="13260" y="55393"/>
                  <a:pt x="13304" y="55334"/>
                  <a:pt x="13378" y="55275"/>
                </a:cubicBezTo>
                <a:close/>
                <a:moveTo>
                  <a:pt x="15173" y="55172"/>
                </a:moveTo>
                <a:cubicBezTo>
                  <a:pt x="15188" y="55260"/>
                  <a:pt x="15188" y="55334"/>
                  <a:pt x="15188" y="55422"/>
                </a:cubicBezTo>
                <a:cubicBezTo>
                  <a:pt x="15114" y="55481"/>
                  <a:pt x="15041" y="55555"/>
                  <a:pt x="14967" y="55613"/>
                </a:cubicBezTo>
                <a:cubicBezTo>
                  <a:pt x="14967" y="55540"/>
                  <a:pt x="14967" y="55466"/>
                  <a:pt x="14953" y="55378"/>
                </a:cubicBezTo>
                <a:cubicBezTo>
                  <a:pt x="15026" y="55304"/>
                  <a:pt x="15100" y="55246"/>
                  <a:pt x="15173" y="55172"/>
                </a:cubicBezTo>
                <a:close/>
                <a:moveTo>
                  <a:pt x="12701" y="55540"/>
                </a:moveTo>
                <a:cubicBezTo>
                  <a:pt x="12701" y="55555"/>
                  <a:pt x="12686" y="55569"/>
                  <a:pt x="12686" y="55599"/>
                </a:cubicBezTo>
                <a:cubicBezTo>
                  <a:pt x="12674" y="55611"/>
                  <a:pt x="12650" y="55624"/>
                  <a:pt x="12625" y="55637"/>
                </a:cubicBezTo>
                <a:lnTo>
                  <a:pt x="12625" y="55637"/>
                </a:lnTo>
                <a:cubicBezTo>
                  <a:pt x="12630" y="55631"/>
                  <a:pt x="12633" y="55622"/>
                  <a:pt x="12642" y="55613"/>
                </a:cubicBezTo>
                <a:cubicBezTo>
                  <a:pt x="12672" y="55599"/>
                  <a:pt x="12686" y="55569"/>
                  <a:pt x="12701" y="55540"/>
                </a:cubicBezTo>
                <a:close/>
                <a:moveTo>
                  <a:pt x="13658" y="55304"/>
                </a:moveTo>
                <a:cubicBezTo>
                  <a:pt x="13658" y="55349"/>
                  <a:pt x="13643" y="55422"/>
                  <a:pt x="13643" y="55481"/>
                </a:cubicBezTo>
                <a:lnTo>
                  <a:pt x="13422" y="55643"/>
                </a:lnTo>
                <a:lnTo>
                  <a:pt x="13407" y="55672"/>
                </a:lnTo>
                <a:cubicBezTo>
                  <a:pt x="13407" y="55613"/>
                  <a:pt x="13422" y="55540"/>
                  <a:pt x="13422" y="55481"/>
                </a:cubicBezTo>
                <a:cubicBezTo>
                  <a:pt x="13496" y="55422"/>
                  <a:pt x="13555" y="55393"/>
                  <a:pt x="13628" y="55334"/>
                </a:cubicBezTo>
                <a:lnTo>
                  <a:pt x="13658" y="55304"/>
                </a:lnTo>
                <a:close/>
                <a:moveTo>
                  <a:pt x="13967" y="55319"/>
                </a:moveTo>
                <a:lnTo>
                  <a:pt x="13967" y="55525"/>
                </a:lnTo>
                <a:cubicBezTo>
                  <a:pt x="13878" y="55569"/>
                  <a:pt x="13790" y="55628"/>
                  <a:pt x="13702" y="55702"/>
                </a:cubicBezTo>
                <a:cubicBezTo>
                  <a:pt x="13702" y="55643"/>
                  <a:pt x="13702" y="55569"/>
                  <a:pt x="13716" y="55525"/>
                </a:cubicBezTo>
                <a:lnTo>
                  <a:pt x="13746" y="55481"/>
                </a:lnTo>
                <a:lnTo>
                  <a:pt x="13967" y="55319"/>
                </a:lnTo>
                <a:close/>
                <a:moveTo>
                  <a:pt x="14290" y="55334"/>
                </a:moveTo>
                <a:lnTo>
                  <a:pt x="14290" y="55540"/>
                </a:lnTo>
                <a:cubicBezTo>
                  <a:pt x="14187" y="55613"/>
                  <a:pt x="14114" y="55672"/>
                  <a:pt x="14025" y="55746"/>
                </a:cubicBezTo>
                <a:lnTo>
                  <a:pt x="14025" y="55540"/>
                </a:lnTo>
                <a:cubicBezTo>
                  <a:pt x="14114" y="55466"/>
                  <a:pt x="14187" y="55407"/>
                  <a:pt x="14290" y="55334"/>
                </a:cubicBezTo>
                <a:close/>
                <a:moveTo>
                  <a:pt x="12892" y="55525"/>
                </a:moveTo>
                <a:lnTo>
                  <a:pt x="12892" y="55525"/>
                </a:lnTo>
                <a:cubicBezTo>
                  <a:pt x="12863" y="55555"/>
                  <a:pt x="12848" y="55599"/>
                  <a:pt x="12833" y="55643"/>
                </a:cubicBezTo>
                <a:cubicBezTo>
                  <a:pt x="12775" y="55687"/>
                  <a:pt x="12716" y="55716"/>
                  <a:pt x="12686" y="55775"/>
                </a:cubicBezTo>
                <a:cubicBezTo>
                  <a:pt x="12701" y="55746"/>
                  <a:pt x="12716" y="55702"/>
                  <a:pt x="12745" y="55643"/>
                </a:cubicBezTo>
                <a:cubicBezTo>
                  <a:pt x="12789" y="55599"/>
                  <a:pt x="12833" y="55555"/>
                  <a:pt x="12892" y="55525"/>
                </a:cubicBezTo>
                <a:close/>
                <a:moveTo>
                  <a:pt x="14599" y="55378"/>
                </a:moveTo>
                <a:lnTo>
                  <a:pt x="14599" y="55599"/>
                </a:lnTo>
                <a:cubicBezTo>
                  <a:pt x="14526" y="55672"/>
                  <a:pt x="14423" y="55716"/>
                  <a:pt x="14364" y="55790"/>
                </a:cubicBezTo>
                <a:lnTo>
                  <a:pt x="14364" y="55569"/>
                </a:lnTo>
                <a:cubicBezTo>
                  <a:pt x="14452" y="55496"/>
                  <a:pt x="14526" y="55452"/>
                  <a:pt x="14599" y="55378"/>
                </a:cubicBezTo>
                <a:close/>
                <a:moveTo>
                  <a:pt x="13084" y="55525"/>
                </a:moveTo>
                <a:lnTo>
                  <a:pt x="13084" y="55525"/>
                </a:lnTo>
                <a:cubicBezTo>
                  <a:pt x="13069" y="55569"/>
                  <a:pt x="13069" y="55628"/>
                  <a:pt x="13054" y="55687"/>
                </a:cubicBezTo>
                <a:cubicBezTo>
                  <a:pt x="13039" y="55702"/>
                  <a:pt x="13010" y="55716"/>
                  <a:pt x="12995" y="55716"/>
                </a:cubicBezTo>
                <a:cubicBezTo>
                  <a:pt x="12936" y="55761"/>
                  <a:pt x="12907" y="55790"/>
                  <a:pt x="12848" y="55834"/>
                </a:cubicBezTo>
                <a:cubicBezTo>
                  <a:pt x="12863" y="55775"/>
                  <a:pt x="12892" y="55716"/>
                  <a:pt x="12907" y="55687"/>
                </a:cubicBezTo>
                <a:cubicBezTo>
                  <a:pt x="12966" y="55628"/>
                  <a:pt x="13010" y="55569"/>
                  <a:pt x="13084" y="55525"/>
                </a:cubicBezTo>
                <a:close/>
                <a:moveTo>
                  <a:pt x="14894" y="55452"/>
                </a:moveTo>
                <a:cubicBezTo>
                  <a:pt x="14894" y="55525"/>
                  <a:pt x="14908" y="55599"/>
                  <a:pt x="14908" y="55672"/>
                </a:cubicBezTo>
                <a:cubicBezTo>
                  <a:pt x="14835" y="55716"/>
                  <a:pt x="14761" y="55790"/>
                  <a:pt x="14673" y="55849"/>
                </a:cubicBezTo>
                <a:cubicBezTo>
                  <a:pt x="14673" y="55790"/>
                  <a:pt x="14673" y="55716"/>
                  <a:pt x="14658" y="55672"/>
                </a:cubicBezTo>
                <a:lnTo>
                  <a:pt x="14658" y="55628"/>
                </a:lnTo>
                <a:cubicBezTo>
                  <a:pt x="14732" y="55569"/>
                  <a:pt x="14805" y="55496"/>
                  <a:pt x="14894" y="55452"/>
                </a:cubicBezTo>
                <a:close/>
                <a:moveTo>
                  <a:pt x="13349" y="55555"/>
                </a:moveTo>
                <a:cubicBezTo>
                  <a:pt x="13349" y="55613"/>
                  <a:pt x="13334" y="55672"/>
                  <a:pt x="13334" y="55716"/>
                </a:cubicBezTo>
                <a:cubicBezTo>
                  <a:pt x="13231" y="55775"/>
                  <a:pt x="13157" y="55834"/>
                  <a:pt x="13069" y="55893"/>
                </a:cubicBezTo>
                <a:cubicBezTo>
                  <a:pt x="13084" y="55834"/>
                  <a:pt x="13084" y="55775"/>
                  <a:pt x="13113" y="55716"/>
                </a:cubicBezTo>
                <a:cubicBezTo>
                  <a:pt x="13187" y="55672"/>
                  <a:pt x="13260" y="55613"/>
                  <a:pt x="13349" y="55555"/>
                </a:cubicBezTo>
                <a:close/>
                <a:moveTo>
                  <a:pt x="12613" y="55761"/>
                </a:moveTo>
                <a:cubicBezTo>
                  <a:pt x="12598" y="55790"/>
                  <a:pt x="12569" y="55820"/>
                  <a:pt x="12569" y="55849"/>
                </a:cubicBezTo>
                <a:cubicBezTo>
                  <a:pt x="12539" y="55893"/>
                  <a:pt x="12495" y="55923"/>
                  <a:pt x="12466" y="55937"/>
                </a:cubicBezTo>
                <a:cubicBezTo>
                  <a:pt x="12466" y="55923"/>
                  <a:pt x="12480" y="55908"/>
                  <a:pt x="12495" y="55864"/>
                </a:cubicBezTo>
                <a:lnTo>
                  <a:pt x="12613" y="55761"/>
                </a:lnTo>
                <a:close/>
                <a:moveTo>
                  <a:pt x="13643" y="55569"/>
                </a:moveTo>
                <a:lnTo>
                  <a:pt x="13643" y="55761"/>
                </a:lnTo>
                <a:cubicBezTo>
                  <a:pt x="13628" y="55775"/>
                  <a:pt x="13599" y="55775"/>
                  <a:pt x="13584" y="55790"/>
                </a:cubicBezTo>
                <a:cubicBezTo>
                  <a:pt x="13510" y="55849"/>
                  <a:pt x="13452" y="55893"/>
                  <a:pt x="13378" y="55937"/>
                </a:cubicBezTo>
                <a:cubicBezTo>
                  <a:pt x="13363" y="55893"/>
                  <a:pt x="13378" y="55820"/>
                  <a:pt x="13378" y="55761"/>
                </a:cubicBezTo>
                <a:cubicBezTo>
                  <a:pt x="13407" y="55746"/>
                  <a:pt x="13437" y="55716"/>
                  <a:pt x="13452" y="55702"/>
                </a:cubicBezTo>
                <a:cubicBezTo>
                  <a:pt x="13510" y="55672"/>
                  <a:pt x="13584" y="55613"/>
                  <a:pt x="13643" y="55569"/>
                </a:cubicBezTo>
                <a:close/>
                <a:moveTo>
                  <a:pt x="13952" y="55599"/>
                </a:moveTo>
                <a:lnTo>
                  <a:pt x="13952" y="55790"/>
                </a:lnTo>
                <a:cubicBezTo>
                  <a:pt x="13864" y="55849"/>
                  <a:pt x="13790" y="55923"/>
                  <a:pt x="13702" y="55981"/>
                </a:cubicBezTo>
                <a:lnTo>
                  <a:pt x="13702" y="55790"/>
                </a:lnTo>
                <a:cubicBezTo>
                  <a:pt x="13790" y="55716"/>
                  <a:pt x="13878" y="55672"/>
                  <a:pt x="13952" y="55599"/>
                </a:cubicBezTo>
                <a:close/>
                <a:moveTo>
                  <a:pt x="14290" y="55613"/>
                </a:moveTo>
                <a:lnTo>
                  <a:pt x="14290" y="55834"/>
                </a:lnTo>
                <a:cubicBezTo>
                  <a:pt x="14187" y="55893"/>
                  <a:pt x="14114" y="55967"/>
                  <a:pt x="14025" y="56011"/>
                </a:cubicBezTo>
                <a:lnTo>
                  <a:pt x="14025" y="55805"/>
                </a:lnTo>
                <a:cubicBezTo>
                  <a:pt x="14114" y="55746"/>
                  <a:pt x="14187" y="55687"/>
                  <a:pt x="14290" y="55613"/>
                </a:cubicBezTo>
                <a:close/>
                <a:moveTo>
                  <a:pt x="12789" y="55746"/>
                </a:moveTo>
                <a:cubicBezTo>
                  <a:pt x="12789" y="55761"/>
                  <a:pt x="12775" y="55790"/>
                  <a:pt x="12775" y="55805"/>
                </a:cubicBezTo>
                <a:cubicBezTo>
                  <a:pt x="12775" y="55834"/>
                  <a:pt x="12760" y="55864"/>
                  <a:pt x="12760" y="55878"/>
                </a:cubicBezTo>
                <a:cubicBezTo>
                  <a:pt x="12686" y="55937"/>
                  <a:pt x="12627" y="55996"/>
                  <a:pt x="12569" y="56040"/>
                </a:cubicBezTo>
                <a:cubicBezTo>
                  <a:pt x="12583" y="55981"/>
                  <a:pt x="12613" y="55937"/>
                  <a:pt x="12627" y="55893"/>
                </a:cubicBezTo>
                <a:cubicBezTo>
                  <a:pt x="12686" y="55834"/>
                  <a:pt x="12730" y="55790"/>
                  <a:pt x="12789" y="55746"/>
                </a:cubicBezTo>
                <a:close/>
                <a:moveTo>
                  <a:pt x="13010" y="55761"/>
                </a:moveTo>
                <a:cubicBezTo>
                  <a:pt x="12995" y="55820"/>
                  <a:pt x="12995" y="55864"/>
                  <a:pt x="12981" y="55923"/>
                </a:cubicBezTo>
                <a:cubicBezTo>
                  <a:pt x="12936" y="55981"/>
                  <a:pt x="12892" y="56011"/>
                  <a:pt x="12833" y="56055"/>
                </a:cubicBezTo>
                <a:cubicBezTo>
                  <a:pt x="12819" y="56070"/>
                  <a:pt x="12789" y="56084"/>
                  <a:pt x="12760" y="56084"/>
                </a:cubicBezTo>
                <a:cubicBezTo>
                  <a:pt x="12775" y="56040"/>
                  <a:pt x="12775" y="55981"/>
                  <a:pt x="12789" y="55923"/>
                </a:cubicBezTo>
                <a:lnTo>
                  <a:pt x="13010" y="55761"/>
                </a:lnTo>
                <a:close/>
                <a:moveTo>
                  <a:pt x="14599" y="55687"/>
                </a:moveTo>
                <a:cubicBezTo>
                  <a:pt x="14599" y="55761"/>
                  <a:pt x="14614" y="55834"/>
                  <a:pt x="14614" y="55908"/>
                </a:cubicBezTo>
                <a:cubicBezTo>
                  <a:pt x="14541" y="55967"/>
                  <a:pt x="14452" y="56040"/>
                  <a:pt x="14379" y="56084"/>
                </a:cubicBezTo>
                <a:cubicBezTo>
                  <a:pt x="14379" y="56011"/>
                  <a:pt x="14364" y="55937"/>
                  <a:pt x="14364" y="55864"/>
                </a:cubicBezTo>
                <a:cubicBezTo>
                  <a:pt x="14438" y="55820"/>
                  <a:pt x="14526" y="55746"/>
                  <a:pt x="14599" y="55687"/>
                </a:cubicBezTo>
                <a:close/>
                <a:moveTo>
                  <a:pt x="12348" y="56011"/>
                </a:moveTo>
                <a:cubicBezTo>
                  <a:pt x="12348" y="56040"/>
                  <a:pt x="12333" y="56055"/>
                  <a:pt x="12333" y="56070"/>
                </a:cubicBezTo>
                <a:cubicBezTo>
                  <a:pt x="12318" y="56084"/>
                  <a:pt x="12304" y="56114"/>
                  <a:pt x="12259" y="56129"/>
                </a:cubicBezTo>
                <a:cubicBezTo>
                  <a:pt x="12259" y="56129"/>
                  <a:pt x="12259" y="56114"/>
                  <a:pt x="12274" y="56084"/>
                </a:cubicBezTo>
                <a:cubicBezTo>
                  <a:pt x="12304" y="56070"/>
                  <a:pt x="12318" y="56040"/>
                  <a:pt x="12348" y="56011"/>
                </a:cubicBezTo>
                <a:close/>
                <a:moveTo>
                  <a:pt x="13304" y="55790"/>
                </a:moveTo>
                <a:cubicBezTo>
                  <a:pt x="13304" y="55849"/>
                  <a:pt x="13304" y="55908"/>
                  <a:pt x="13290" y="55981"/>
                </a:cubicBezTo>
                <a:cubicBezTo>
                  <a:pt x="13275" y="55981"/>
                  <a:pt x="13275" y="55996"/>
                  <a:pt x="13260" y="55996"/>
                </a:cubicBezTo>
                <a:cubicBezTo>
                  <a:pt x="13187" y="56055"/>
                  <a:pt x="13113" y="56084"/>
                  <a:pt x="13039" y="56143"/>
                </a:cubicBezTo>
                <a:cubicBezTo>
                  <a:pt x="13054" y="56114"/>
                  <a:pt x="13054" y="56040"/>
                  <a:pt x="13054" y="55981"/>
                </a:cubicBezTo>
                <a:cubicBezTo>
                  <a:pt x="13142" y="55923"/>
                  <a:pt x="13216" y="55864"/>
                  <a:pt x="13304" y="55790"/>
                </a:cubicBezTo>
                <a:close/>
                <a:moveTo>
                  <a:pt x="13643" y="55834"/>
                </a:moveTo>
                <a:lnTo>
                  <a:pt x="13643" y="56011"/>
                </a:lnTo>
                <a:cubicBezTo>
                  <a:pt x="13569" y="56070"/>
                  <a:pt x="13510" y="56114"/>
                  <a:pt x="13437" y="56158"/>
                </a:cubicBezTo>
                <a:cubicBezTo>
                  <a:pt x="13422" y="56187"/>
                  <a:pt x="13378" y="56202"/>
                  <a:pt x="13363" y="56217"/>
                </a:cubicBezTo>
                <a:lnTo>
                  <a:pt x="13363" y="56040"/>
                </a:lnTo>
                <a:cubicBezTo>
                  <a:pt x="13452" y="55981"/>
                  <a:pt x="13525" y="55923"/>
                  <a:pt x="13628" y="55849"/>
                </a:cubicBezTo>
                <a:cubicBezTo>
                  <a:pt x="13628" y="55849"/>
                  <a:pt x="13643" y="55849"/>
                  <a:pt x="13643" y="55834"/>
                </a:cubicBezTo>
                <a:close/>
                <a:moveTo>
                  <a:pt x="12524" y="55996"/>
                </a:moveTo>
                <a:cubicBezTo>
                  <a:pt x="12495" y="56040"/>
                  <a:pt x="12480" y="56070"/>
                  <a:pt x="12480" y="56129"/>
                </a:cubicBezTo>
                <a:cubicBezTo>
                  <a:pt x="12421" y="56158"/>
                  <a:pt x="12377" y="56202"/>
                  <a:pt x="12333" y="56261"/>
                </a:cubicBezTo>
                <a:cubicBezTo>
                  <a:pt x="12348" y="56217"/>
                  <a:pt x="12377" y="56187"/>
                  <a:pt x="12392" y="56129"/>
                </a:cubicBezTo>
                <a:cubicBezTo>
                  <a:pt x="12421" y="56070"/>
                  <a:pt x="12466" y="56040"/>
                  <a:pt x="12524" y="55996"/>
                </a:cubicBezTo>
                <a:close/>
                <a:moveTo>
                  <a:pt x="13952" y="55864"/>
                </a:moveTo>
                <a:cubicBezTo>
                  <a:pt x="13967" y="55937"/>
                  <a:pt x="13967" y="55996"/>
                  <a:pt x="13967" y="56070"/>
                </a:cubicBezTo>
                <a:cubicBezTo>
                  <a:pt x="13878" y="56129"/>
                  <a:pt x="13790" y="56202"/>
                  <a:pt x="13716" y="56261"/>
                </a:cubicBezTo>
                <a:cubicBezTo>
                  <a:pt x="13716" y="56187"/>
                  <a:pt x="13716" y="56129"/>
                  <a:pt x="13702" y="56055"/>
                </a:cubicBezTo>
                <a:cubicBezTo>
                  <a:pt x="13790" y="55996"/>
                  <a:pt x="13878" y="55923"/>
                  <a:pt x="13952" y="55864"/>
                </a:cubicBezTo>
                <a:close/>
                <a:moveTo>
                  <a:pt x="12716" y="56011"/>
                </a:moveTo>
                <a:lnTo>
                  <a:pt x="12716" y="56011"/>
                </a:lnTo>
                <a:cubicBezTo>
                  <a:pt x="12701" y="56070"/>
                  <a:pt x="12701" y="56129"/>
                  <a:pt x="12686" y="56158"/>
                </a:cubicBezTo>
                <a:cubicBezTo>
                  <a:pt x="12613" y="56217"/>
                  <a:pt x="12539" y="56261"/>
                  <a:pt x="12480" y="56305"/>
                </a:cubicBezTo>
                <a:cubicBezTo>
                  <a:pt x="12480" y="56290"/>
                  <a:pt x="12495" y="56261"/>
                  <a:pt x="12495" y="56232"/>
                </a:cubicBezTo>
                <a:cubicBezTo>
                  <a:pt x="12495" y="56217"/>
                  <a:pt x="12524" y="56187"/>
                  <a:pt x="12539" y="56158"/>
                </a:cubicBezTo>
                <a:cubicBezTo>
                  <a:pt x="12598" y="56114"/>
                  <a:pt x="12672" y="56055"/>
                  <a:pt x="12716" y="56011"/>
                </a:cubicBezTo>
                <a:close/>
                <a:moveTo>
                  <a:pt x="14290" y="55923"/>
                </a:moveTo>
                <a:cubicBezTo>
                  <a:pt x="14305" y="55981"/>
                  <a:pt x="14305" y="56055"/>
                  <a:pt x="14305" y="56129"/>
                </a:cubicBezTo>
                <a:cubicBezTo>
                  <a:pt x="14217" y="56187"/>
                  <a:pt x="14143" y="56261"/>
                  <a:pt x="14040" y="56305"/>
                </a:cubicBezTo>
                <a:cubicBezTo>
                  <a:pt x="14040" y="56232"/>
                  <a:pt x="14025" y="56158"/>
                  <a:pt x="14025" y="56114"/>
                </a:cubicBezTo>
                <a:cubicBezTo>
                  <a:pt x="14114" y="56055"/>
                  <a:pt x="14187" y="55981"/>
                  <a:pt x="14290" y="55923"/>
                </a:cubicBezTo>
                <a:close/>
                <a:moveTo>
                  <a:pt x="12995" y="56040"/>
                </a:moveTo>
                <a:cubicBezTo>
                  <a:pt x="12995" y="56084"/>
                  <a:pt x="12981" y="56143"/>
                  <a:pt x="12981" y="56202"/>
                </a:cubicBezTo>
                <a:cubicBezTo>
                  <a:pt x="12892" y="56261"/>
                  <a:pt x="12789" y="56305"/>
                  <a:pt x="12716" y="56364"/>
                </a:cubicBezTo>
                <a:cubicBezTo>
                  <a:pt x="12716" y="56305"/>
                  <a:pt x="12745" y="56261"/>
                  <a:pt x="12760" y="56202"/>
                </a:cubicBezTo>
                <a:cubicBezTo>
                  <a:pt x="12789" y="56158"/>
                  <a:pt x="12833" y="56143"/>
                  <a:pt x="12892" y="56114"/>
                </a:cubicBezTo>
                <a:cubicBezTo>
                  <a:pt x="12922" y="56084"/>
                  <a:pt x="12966" y="56055"/>
                  <a:pt x="12995" y="56040"/>
                </a:cubicBezTo>
                <a:close/>
                <a:moveTo>
                  <a:pt x="12245" y="56232"/>
                </a:moveTo>
                <a:lnTo>
                  <a:pt x="12245" y="56232"/>
                </a:lnTo>
                <a:cubicBezTo>
                  <a:pt x="12230" y="56276"/>
                  <a:pt x="12230" y="56290"/>
                  <a:pt x="12201" y="56335"/>
                </a:cubicBezTo>
                <a:cubicBezTo>
                  <a:pt x="12171" y="56364"/>
                  <a:pt x="12127" y="56408"/>
                  <a:pt x="12083" y="56423"/>
                </a:cubicBezTo>
                <a:cubicBezTo>
                  <a:pt x="12098" y="56379"/>
                  <a:pt x="12112" y="56364"/>
                  <a:pt x="12127" y="56335"/>
                </a:cubicBezTo>
                <a:cubicBezTo>
                  <a:pt x="12171" y="56290"/>
                  <a:pt x="12201" y="56261"/>
                  <a:pt x="12245" y="56232"/>
                </a:cubicBezTo>
                <a:close/>
                <a:moveTo>
                  <a:pt x="13275" y="56055"/>
                </a:moveTo>
                <a:lnTo>
                  <a:pt x="13275" y="56232"/>
                </a:lnTo>
                <a:cubicBezTo>
                  <a:pt x="13231" y="56290"/>
                  <a:pt x="13187" y="56335"/>
                  <a:pt x="13113" y="56364"/>
                </a:cubicBezTo>
                <a:cubicBezTo>
                  <a:pt x="13069" y="56379"/>
                  <a:pt x="13054" y="56408"/>
                  <a:pt x="13010" y="56423"/>
                </a:cubicBezTo>
                <a:lnTo>
                  <a:pt x="13010" y="56232"/>
                </a:lnTo>
                <a:cubicBezTo>
                  <a:pt x="13113" y="56187"/>
                  <a:pt x="13201" y="56129"/>
                  <a:pt x="13275" y="56055"/>
                </a:cubicBezTo>
                <a:close/>
                <a:moveTo>
                  <a:pt x="13628" y="56129"/>
                </a:moveTo>
                <a:cubicBezTo>
                  <a:pt x="13643" y="56158"/>
                  <a:pt x="13643" y="56232"/>
                  <a:pt x="13643" y="56305"/>
                </a:cubicBezTo>
                <a:cubicBezTo>
                  <a:pt x="13555" y="56364"/>
                  <a:pt x="13452" y="56438"/>
                  <a:pt x="13363" y="56496"/>
                </a:cubicBezTo>
                <a:lnTo>
                  <a:pt x="13363" y="56305"/>
                </a:lnTo>
                <a:cubicBezTo>
                  <a:pt x="13407" y="56290"/>
                  <a:pt x="13437" y="56261"/>
                  <a:pt x="13481" y="56232"/>
                </a:cubicBezTo>
                <a:cubicBezTo>
                  <a:pt x="13525" y="56202"/>
                  <a:pt x="13569" y="56158"/>
                  <a:pt x="13628" y="56129"/>
                </a:cubicBezTo>
                <a:close/>
                <a:moveTo>
                  <a:pt x="12421" y="56232"/>
                </a:moveTo>
                <a:lnTo>
                  <a:pt x="12421" y="56232"/>
                </a:lnTo>
                <a:cubicBezTo>
                  <a:pt x="12407" y="56290"/>
                  <a:pt x="12392" y="56335"/>
                  <a:pt x="12392" y="56379"/>
                </a:cubicBezTo>
                <a:cubicBezTo>
                  <a:pt x="12333" y="56423"/>
                  <a:pt x="12259" y="56452"/>
                  <a:pt x="12201" y="56511"/>
                </a:cubicBezTo>
                <a:cubicBezTo>
                  <a:pt x="12215" y="56452"/>
                  <a:pt x="12245" y="56423"/>
                  <a:pt x="12259" y="56364"/>
                </a:cubicBezTo>
                <a:cubicBezTo>
                  <a:pt x="12318" y="56335"/>
                  <a:pt x="12362" y="56276"/>
                  <a:pt x="12421" y="56232"/>
                </a:cubicBezTo>
                <a:close/>
                <a:moveTo>
                  <a:pt x="13967" y="56143"/>
                </a:moveTo>
                <a:cubicBezTo>
                  <a:pt x="13967" y="56217"/>
                  <a:pt x="13996" y="56290"/>
                  <a:pt x="13996" y="56349"/>
                </a:cubicBezTo>
                <a:cubicBezTo>
                  <a:pt x="13893" y="56408"/>
                  <a:pt x="13805" y="56482"/>
                  <a:pt x="13731" y="56526"/>
                </a:cubicBezTo>
                <a:cubicBezTo>
                  <a:pt x="13731" y="56452"/>
                  <a:pt x="13716" y="56408"/>
                  <a:pt x="13716" y="56335"/>
                </a:cubicBezTo>
                <a:cubicBezTo>
                  <a:pt x="13805" y="56276"/>
                  <a:pt x="13893" y="56202"/>
                  <a:pt x="13967" y="56143"/>
                </a:cubicBezTo>
                <a:close/>
                <a:moveTo>
                  <a:pt x="13984" y="56448"/>
                </a:moveTo>
                <a:lnTo>
                  <a:pt x="13984" y="56448"/>
                </a:lnTo>
                <a:cubicBezTo>
                  <a:pt x="13947" y="56480"/>
                  <a:pt x="13907" y="56506"/>
                  <a:pt x="13864" y="56532"/>
                </a:cubicBezTo>
                <a:lnTo>
                  <a:pt x="13864" y="56532"/>
                </a:lnTo>
                <a:cubicBezTo>
                  <a:pt x="13864" y="56530"/>
                  <a:pt x="13864" y="56528"/>
                  <a:pt x="13864" y="56526"/>
                </a:cubicBezTo>
                <a:cubicBezTo>
                  <a:pt x="13906" y="56498"/>
                  <a:pt x="13945" y="56473"/>
                  <a:pt x="13984" y="56448"/>
                </a:cubicBezTo>
                <a:close/>
                <a:moveTo>
                  <a:pt x="12672" y="56261"/>
                </a:moveTo>
                <a:cubicBezTo>
                  <a:pt x="12672" y="56305"/>
                  <a:pt x="12642" y="56364"/>
                  <a:pt x="12642" y="56423"/>
                </a:cubicBezTo>
                <a:cubicBezTo>
                  <a:pt x="12569" y="56482"/>
                  <a:pt x="12495" y="56526"/>
                  <a:pt x="12407" y="56570"/>
                </a:cubicBezTo>
                <a:cubicBezTo>
                  <a:pt x="12421" y="56511"/>
                  <a:pt x="12421" y="56452"/>
                  <a:pt x="12451" y="56408"/>
                </a:cubicBezTo>
                <a:cubicBezTo>
                  <a:pt x="12524" y="56349"/>
                  <a:pt x="12598" y="56290"/>
                  <a:pt x="12672" y="56261"/>
                </a:cubicBezTo>
                <a:close/>
                <a:moveTo>
                  <a:pt x="11980" y="56482"/>
                </a:moveTo>
                <a:lnTo>
                  <a:pt x="11980" y="56482"/>
                </a:lnTo>
                <a:cubicBezTo>
                  <a:pt x="11965" y="56496"/>
                  <a:pt x="11965" y="56511"/>
                  <a:pt x="11965" y="56526"/>
                </a:cubicBezTo>
                <a:cubicBezTo>
                  <a:pt x="11950" y="56555"/>
                  <a:pt x="11906" y="56570"/>
                  <a:pt x="11892" y="56585"/>
                </a:cubicBezTo>
                <a:cubicBezTo>
                  <a:pt x="11892" y="56585"/>
                  <a:pt x="11906" y="56570"/>
                  <a:pt x="11906" y="56555"/>
                </a:cubicBezTo>
                <a:cubicBezTo>
                  <a:pt x="11936" y="56526"/>
                  <a:pt x="11950" y="56496"/>
                  <a:pt x="11980" y="56482"/>
                </a:cubicBezTo>
                <a:close/>
                <a:moveTo>
                  <a:pt x="12966" y="56290"/>
                </a:moveTo>
                <a:lnTo>
                  <a:pt x="12966" y="56482"/>
                </a:lnTo>
                <a:cubicBezTo>
                  <a:pt x="12863" y="56526"/>
                  <a:pt x="12775" y="56585"/>
                  <a:pt x="12701" y="56644"/>
                </a:cubicBezTo>
                <a:lnTo>
                  <a:pt x="12701" y="56452"/>
                </a:lnTo>
                <a:cubicBezTo>
                  <a:pt x="12789" y="56408"/>
                  <a:pt x="12863" y="56349"/>
                  <a:pt x="12966" y="56290"/>
                </a:cubicBezTo>
                <a:close/>
                <a:moveTo>
                  <a:pt x="12156" y="56452"/>
                </a:moveTo>
                <a:cubicBezTo>
                  <a:pt x="12127" y="56496"/>
                  <a:pt x="12112" y="56526"/>
                  <a:pt x="12112" y="56585"/>
                </a:cubicBezTo>
                <a:cubicBezTo>
                  <a:pt x="12053" y="56629"/>
                  <a:pt x="12009" y="56658"/>
                  <a:pt x="11965" y="56702"/>
                </a:cubicBezTo>
                <a:cubicBezTo>
                  <a:pt x="11980" y="56658"/>
                  <a:pt x="12009" y="56629"/>
                  <a:pt x="12024" y="56570"/>
                </a:cubicBezTo>
                <a:cubicBezTo>
                  <a:pt x="12053" y="56526"/>
                  <a:pt x="12112" y="56496"/>
                  <a:pt x="12156" y="56452"/>
                </a:cubicBezTo>
                <a:close/>
                <a:moveTo>
                  <a:pt x="13304" y="56349"/>
                </a:moveTo>
                <a:lnTo>
                  <a:pt x="13304" y="56349"/>
                </a:lnTo>
                <a:cubicBezTo>
                  <a:pt x="13290" y="56408"/>
                  <a:pt x="13290" y="56452"/>
                  <a:pt x="13304" y="56526"/>
                </a:cubicBezTo>
                <a:lnTo>
                  <a:pt x="13039" y="56702"/>
                </a:lnTo>
                <a:lnTo>
                  <a:pt x="13039" y="56511"/>
                </a:lnTo>
                <a:cubicBezTo>
                  <a:pt x="13069" y="56496"/>
                  <a:pt x="13128" y="56452"/>
                  <a:pt x="13157" y="56438"/>
                </a:cubicBezTo>
                <a:cubicBezTo>
                  <a:pt x="13216" y="56408"/>
                  <a:pt x="13260" y="56379"/>
                  <a:pt x="13304" y="56349"/>
                </a:cubicBezTo>
                <a:close/>
                <a:moveTo>
                  <a:pt x="13643" y="56364"/>
                </a:moveTo>
                <a:cubicBezTo>
                  <a:pt x="13658" y="56438"/>
                  <a:pt x="13658" y="56511"/>
                  <a:pt x="13658" y="56570"/>
                </a:cubicBezTo>
                <a:cubicBezTo>
                  <a:pt x="13569" y="56629"/>
                  <a:pt x="13481" y="56673"/>
                  <a:pt x="13378" y="56747"/>
                </a:cubicBezTo>
                <a:cubicBezTo>
                  <a:pt x="13378" y="56673"/>
                  <a:pt x="13363" y="56629"/>
                  <a:pt x="13363" y="56541"/>
                </a:cubicBezTo>
                <a:cubicBezTo>
                  <a:pt x="13452" y="56496"/>
                  <a:pt x="13555" y="56438"/>
                  <a:pt x="13643" y="56364"/>
                </a:cubicBezTo>
                <a:close/>
                <a:moveTo>
                  <a:pt x="12348" y="56482"/>
                </a:moveTo>
                <a:lnTo>
                  <a:pt x="12348" y="56482"/>
                </a:lnTo>
                <a:cubicBezTo>
                  <a:pt x="12333" y="56526"/>
                  <a:pt x="12333" y="56585"/>
                  <a:pt x="12318" y="56629"/>
                </a:cubicBezTo>
                <a:cubicBezTo>
                  <a:pt x="12259" y="56673"/>
                  <a:pt x="12186" y="56717"/>
                  <a:pt x="12112" y="56776"/>
                </a:cubicBezTo>
                <a:cubicBezTo>
                  <a:pt x="12127" y="56717"/>
                  <a:pt x="12156" y="56673"/>
                  <a:pt x="12156" y="56629"/>
                </a:cubicBezTo>
                <a:cubicBezTo>
                  <a:pt x="12230" y="56570"/>
                  <a:pt x="12274" y="56526"/>
                  <a:pt x="12348" y="56482"/>
                </a:cubicBezTo>
                <a:close/>
                <a:moveTo>
                  <a:pt x="12627" y="56496"/>
                </a:moveTo>
                <a:cubicBezTo>
                  <a:pt x="12627" y="56555"/>
                  <a:pt x="12613" y="56599"/>
                  <a:pt x="12613" y="56658"/>
                </a:cubicBezTo>
                <a:lnTo>
                  <a:pt x="12495" y="56717"/>
                </a:lnTo>
                <a:cubicBezTo>
                  <a:pt x="12451" y="56747"/>
                  <a:pt x="12407" y="56776"/>
                  <a:pt x="12348" y="56806"/>
                </a:cubicBezTo>
                <a:cubicBezTo>
                  <a:pt x="12377" y="56776"/>
                  <a:pt x="12392" y="56717"/>
                  <a:pt x="12392" y="56658"/>
                </a:cubicBezTo>
                <a:cubicBezTo>
                  <a:pt x="12466" y="56599"/>
                  <a:pt x="12554" y="56541"/>
                  <a:pt x="12627" y="56496"/>
                </a:cubicBezTo>
                <a:close/>
                <a:moveTo>
                  <a:pt x="11877" y="56673"/>
                </a:moveTo>
                <a:lnTo>
                  <a:pt x="11877" y="56673"/>
                </a:lnTo>
                <a:cubicBezTo>
                  <a:pt x="11862" y="56717"/>
                  <a:pt x="11833" y="56747"/>
                  <a:pt x="11833" y="56776"/>
                </a:cubicBezTo>
                <a:cubicBezTo>
                  <a:pt x="11803" y="56806"/>
                  <a:pt x="11759" y="56850"/>
                  <a:pt x="11715" y="56864"/>
                </a:cubicBezTo>
                <a:cubicBezTo>
                  <a:pt x="11744" y="56850"/>
                  <a:pt x="11759" y="56806"/>
                  <a:pt x="11759" y="56791"/>
                </a:cubicBezTo>
                <a:lnTo>
                  <a:pt x="11877" y="56673"/>
                </a:lnTo>
                <a:close/>
                <a:moveTo>
                  <a:pt x="12966" y="56555"/>
                </a:moveTo>
                <a:lnTo>
                  <a:pt x="12966" y="56732"/>
                </a:lnTo>
                <a:lnTo>
                  <a:pt x="12686" y="56894"/>
                </a:lnTo>
                <a:lnTo>
                  <a:pt x="12686" y="56717"/>
                </a:lnTo>
                <a:lnTo>
                  <a:pt x="12966" y="56555"/>
                </a:lnTo>
                <a:close/>
                <a:moveTo>
                  <a:pt x="13323" y="56878"/>
                </a:moveTo>
                <a:lnTo>
                  <a:pt x="13265" y="56913"/>
                </a:lnTo>
                <a:lnTo>
                  <a:pt x="13265" y="56913"/>
                </a:lnTo>
                <a:cubicBezTo>
                  <a:pt x="13284" y="56900"/>
                  <a:pt x="13301" y="56888"/>
                  <a:pt x="13323" y="56878"/>
                </a:cubicBezTo>
                <a:close/>
                <a:moveTo>
                  <a:pt x="13675" y="56670"/>
                </a:moveTo>
                <a:cubicBezTo>
                  <a:pt x="13633" y="56695"/>
                  <a:pt x="13588" y="56719"/>
                  <a:pt x="13540" y="56747"/>
                </a:cubicBezTo>
                <a:cubicBezTo>
                  <a:pt x="13540" y="56806"/>
                  <a:pt x="13540" y="56864"/>
                  <a:pt x="13569" y="56909"/>
                </a:cubicBezTo>
                <a:cubicBezTo>
                  <a:pt x="13570" y="56914"/>
                  <a:pt x="13571" y="56919"/>
                  <a:pt x="13572" y="56925"/>
                </a:cubicBezTo>
                <a:lnTo>
                  <a:pt x="13572" y="56925"/>
                </a:lnTo>
                <a:lnTo>
                  <a:pt x="13702" y="56850"/>
                </a:lnTo>
                <a:cubicBezTo>
                  <a:pt x="13702" y="56802"/>
                  <a:pt x="13682" y="56745"/>
                  <a:pt x="13675" y="56670"/>
                </a:cubicBezTo>
                <a:close/>
                <a:moveTo>
                  <a:pt x="12098" y="56702"/>
                </a:moveTo>
                <a:cubicBezTo>
                  <a:pt x="12083" y="56747"/>
                  <a:pt x="12083" y="56791"/>
                  <a:pt x="12053" y="56850"/>
                </a:cubicBezTo>
                <a:cubicBezTo>
                  <a:pt x="11965" y="56864"/>
                  <a:pt x="11906" y="56923"/>
                  <a:pt x="11862" y="56953"/>
                </a:cubicBezTo>
                <a:cubicBezTo>
                  <a:pt x="11877" y="56894"/>
                  <a:pt x="11892" y="56864"/>
                  <a:pt x="11906" y="56820"/>
                </a:cubicBezTo>
                <a:cubicBezTo>
                  <a:pt x="11965" y="56791"/>
                  <a:pt x="12024" y="56732"/>
                  <a:pt x="12098" y="56702"/>
                </a:cubicBezTo>
                <a:close/>
                <a:moveTo>
                  <a:pt x="13304" y="56599"/>
                </a:moveTo>
                <a:cubicBezTo>
                  <a:pt x="13304" y="56658"/>
                  <a:pt x="13304" y="56732"/>
                  <a:pt x="13334" y="56791"/>
                </a:cubicBezTo>
                <a:cubicBezTo>
                  <a:pt x="13275" y="56820"/>
                  <a:pt x="13231" y="56850"/>
                  <a:pt x="13187" y="56879"/>
                </a:cubicBezTo>
                <a:cubicBezTo>
                  <a:pt x="13142" y="56894"/>
                  <a:pt x="13084" y="56938"/>
                  <a:pt x="13054" y="56953"/>
                </a:cubicBezTo>
                <a:cubicBezTo>
                  <a:pt x="13054" y="56894"/>
                  <a:pt x="13039" y="56820"/>
                  <a:pt x="13039" y="56776"/>
                </a:cubicBezTo>
                <a:lnTo>
                  <a:pt x="13304" y="56599"/>
                </a:lnTo>
                <a:close/>
                <a:moveTo>
                  <a:pt x="13265" y="56913"/>
                </a:moveTo>
                <a:cubicBezTo>
                  <a:pt x="13254" y="56921"/>
                  <a:pt x="13243" y="56930"/>
                  <a:pt x="13231" y="56938"/>
                </a:cubicBezTo>
                <a:cubicBezTo>
                  <a:pt x="13222" y="56944"/>
                  <a:pt x="13212" y="56950"/>
                  <a:pt x="13202" y="56956"/>
                </a:cubicBezTo>
                <a:lnTo>
                  <a:pt x="13202" y="56956"/>
                </a:lnTo>
                <a:cubicBezTo>
                  <a:pt x="13202" y="56955"/>
                  <a:pt x="13201" y="56954"/>
                  <a:pt x="13201" y="56953"/>
                </a:cubicBezTo>
                <a:lnTo>
                  <a:pt x="13265" y="56913"/>
                </a:lnTo>
                <a:close/>
                <a:moveTo>
                  <a:pt x="11597" y="56967"/>
                </a:moveTo>
                <a:cubicBezTo>
                  <a:pt x="11588" y="56985"/>
                  <a:pt x="11568" y="56998"/>
                  <a:pt x="11551" y="57008"/>
                </a:cubicBezTo>
                <a:lnTo>
                  <a:pt x="11551" y="57008"/>
                </a:lnTo>
                <a:lnTo>
                  <a:pt x="11568" y="56997"/>
                </a:lnTo>
                <a:lnTo>
                  <a:pt x="11597" y="56967"/>
                </a:lnTo>
                <a:close/>
                <a:moveTo>
                  <a:pt x="12318" y="56717"/>
                </a:moveTo>
                <a:cubicBezTo>
                  <a:pt x="12318" y="56776"/>
                  <a:pt x="12304" y="56820"/>
                  <a:pt x="12304" y="56879"/>
                </a:cubicBezTo>
                <a:cubicBezTo>
                  <a:pt x="12230" y="56938"/>
                  <a:pt x="12127" y="56967"/>
                  <a:pt x="12053" y="57026"/>
                </a:cubicBezTo>
                <a:cubicBezTo>
                  <a:pt x="12083" y="56967"/>
                  <a:pt x="12083" y="56923"/>
                  <a:pt x="12098" y="56864"/>
                </a:cubicBezTo>
                <a:cubicBezTo>
                  <a:pt x="12171" y="56806"/>
                  <a:pt x="12245" y="56747"/>
                  <a:pt x="12318" y="56717"/>
                </a:cubicBezTo>
                <a:close/>
                <a:moveTo>
                  <a:pt x="12627" y="56747"/>
                </a:moveTo>
                <a:lnTo>
                  <a:pt x="12627" y="56938"/>
                </a:lnTo>
                <a:cubicBezTo>
                  <a:pt x="12539" y="56997"/>
                  <a:pt x="12466" y="57026"/>
                  <a:pt x="12377" y="57085"/>
                </a:cubicBezTo>
                <a:lnTo>
                  <a:pt x="12348" y="57085"/>
                </a:lnTo>
                <a:cubicBezTo>
                  <a:pt x="12348" y="57026"/>
                  <a:pt x="12348" y="56967"/>
                  <a:pt x="12377" y="56894"/>
                </a:cubicBezTo>
                <a:cubicBezTo>
                  <a:pt x="12421" y="56864"/>
                  <a:pt x="12495" y="56820"/>
                  <a:pt x="12554" y="56791"/>
                </a:cubicBezTo>
                <a:cubicBezTo>
                  <a:pt x="12569" y="56761"/>
                  <a:pt x="12598" y="56761"/>
                  <a:pt x="12627" y="56747"/>
                </a:cubicBezTo>
                <a:close/>
                <a:moveTo>
                  <a:pt x="11803" y="56894"/>
                </a:moveTo>
                <a:lnTo>
                  <a:pt x="11803" y="56894"/>
                </a:lnTo>
                <a:cubicBezTo>
                  <a:pt x="11789" y="56938"/>
                  <a:pt x="11789" y="56953"/>
                  <a:pt x="11759" y="56997"/>
                </a:cubicBezTo>
                <a:cubicBezTo>
                  <a:pt x="11759" y="57012"/>
                  <a:pt x="11759" y="57012"/>
                  <a:pt x="11744" y="57026"/>
                </a:cubicBezTo>
                <a:lnTo>
                  <a:pt x="11583" y="57144"/>
                </a:lnTo>
                <a:lnTo>
                  <a:pt x="11641" y="57026"/>
                </a:lnTo>
                <a:cubicBezTo>
                  <a:pt x="11715" y="56967"/>
                  <a:pt x="11744" y="56938"/>
                  <a:pt x="11803" y="56894"/>
                </a:cubicBezTo>
                <a:close/>
                <a:moveTo>
                  <a:pt x="12981" y="56806"/>
                </a:moveTo>
                <a:lnTo>
                  <a:pt x="12981" y="56997"/>
                </a:lnTo>
                <a:cubicBezTo>
                  <a:pt x="12922" y="57026"/>
                  <a:pt x="12863" y="57070"/>
                  <a:pt x="12819" y="57085"/>
                </a:cubicBezTo>
                <a:cubicBezTo>
                  <a:pt x="12775" y="57100"/>
                  <a:pt x="12730" y="57115"/>
                  <a:pt x="12701" y="57159"/>
                </a:cubicBezTo>
                <a:lnTo>
                  <a:pt x="12701" y="56967"/>
                </a:lnTo>
                <a:lnTo>
                  <a:pt x="12981" y="56806"/>
                </a:lnTo>
                <a:close/>
                <a:moveTo>
                  <a:pt x="12009" y="56909"/>
                </a:moveTo>
                <a:cubicBezTo>
                  <a:pt x="11980" y="56967"/>
                  <a:pt x="11980" y="57026"/>
                  <a:pt x="11965" y="57070"/>
                </a:cubicBezTo>
                <a:cubicBezTo>
                  <a:pt x="11906" y="57115"/>
                  <a:pt x="11833" y="57173"/>
                  <a:pt x="11759" y="57218"/>
                </a:cubicBezTo>
                <a:cubicBezTo>
                  <a:pt x="11789" y="57159"/>
                  <a:pt x="11803" y="57100"/>
                  <a:pt x="11803" y="57070"/>
                </a:cubicBezTo>
                <a:cubicBezTo>
                  <a:pt x="11877" y="57012"/>
                  <a:pt x="11936" y="56967"/>
                  <a:pt x="12009" y="56909"/>
                </a:cubicBezTo>
                <a:close/>
                <a:moveTo>
                  <a:pt x="12274" y="56967"/>
                </a:moveTo>
                <a:lnTo>
                  <a:pt x="12274" y="57144"/>
                </a:lnTo>
                <a:cubicBezTo>
                  <a:pt x="12201" y="57188"/>
                  <a:pt x="12112" y="57232"/>
                  <a:pt x="12024" y="57291"/>
                </a:cubicBezTo>
                <a:cubicBezTo>
                  <a:pt x="12024" y="57232"/>
                  <a:pt x="12039" y="57173"/>
                  <a:pt x="12039" y="57115"/>
                </a:cubicBezTo>
                <a:cubicBezTo>
                  <a:pt x="12112" y="57070"/>
                  <a:pt x="12201" y="57012"/>
                  <a:pt x="12274" y="56967"/>
                </a:cubicBezTo>
                <a:close/>
                <a:moveTo>
                  <a:pt x="11524" y="57115"/>
                </a:moveTo>
                <a:lnTo>
                  <a:pt x="11524" y="57115"/>
                </a:lnTo>
                <a:cubicBezTo>
                  <a:pt x="11509" y="57159"/>
                  <a:pt x="11480" y="57188"/>
                  <a:pt x="11480" y="57218"/>
                </a:cubicBezTo>
                <a:cubicBezTo>
                  <a:pt x="11453" y="57244"/>
                  <a:pt x="11401" y="57259"/>
                  <a:pt x="11370" y="57295"/>
                </a:cubicBezTo>
                <a:lnTo>
                  <a:pt x="11370" y="57295"/>
                </a:lnTo>
                <a:cubicBezTo>
                  <a:pt x="11382" y="57276"/>
                  <a:pt x="11397" y="57244"/>
                  <a:pt x="11421" y="57232"/>
                </a:cubicBezTo>
                <a:lnTo>
                  <a:pt x="11524" y="57115"/>
                </a:lnTo>
                <a:close/>
                <a:moveTo>
                  <a:pt x="12627" y="56997"/>
                </a:moveTo>
                <a:lnTo>
                  <a:pt x="12627" y="57188"/>
                </a:lnTo>
                <a:cubicBezTo>
                  <a:pt x="12539" y="57247"/>
                  <a:pt x="12451" y="57306"/>
                  <a:pt x="12348" y="57335"/>
                </a:cubicBezTo>
                <a:lnTo>
                  <a:pt x="12348" y="57159"/>
                </a:lnTo>
                <a:cubicBezTo>
                  <a:pt x="12377" y="57144"/>
                  <a:pt x="12392" y="57144"/>
                  <a:pt x="12407" y="57115"/>
                </a:cubicBezTo>
                <a:cubicBezTo>
                  <a:pt x="12480" y="57085"/>
                  <a:pt x="12554" y="57026"/>
                  <a:pt x="12627" y="56997"/>
                </a:cubicBezTo>
                <a:close/>
                <a:moveTo>
                  <a:pt x="11730" y="57115"/>
                </a:moveTo>
                <a:cubicBezTo>
                  <a:pt x="11715" y="57173"/>
                  <a:pt x="11715" y="57218"/>
                  <a:pt x="11686" y="57262"/>
                </a:cubicBezTo>
                <a:cubicBezTo>
                  <a:pt x="11612" y="57321"/>
                  <a:pt x="11568" y="57365"/>
                  <a:pt x="11494" y="57394"/>
                </a:cubicBezTo>
                <a:cubicBezTo>
                  <a:pt x="11509" y="57335"/>
                  <a:pt x="11524" y="57306"/>
                  <a:pt x="11538" y="57247"/>
                </a:cubicBezTo>
                <a:cubicBezTo>
                  <a:pt x="11597" y="57218"/>
                  <a:pt x="11656" y="57159"/>
                  <a:pt x="11730" y="57115"/>
                </a:cubicBezTo>
                <a:close/>
                <a:moveTo>
                  <a:pt x="12336" y="57436"/>
                </a:moveTo>
                <a:lnTo>
                  <a:pt x="12333" y="57438"/>
                </a:lnTo>
                <a:cubicBezTo>
                  <a:pt x="12335" y="57444"/>
                  <a:pt x="12337" y="57451"/>
                  <a:pt x="12338" y="57458"/>
                </a:cubicBezTo>
                <a:lnTo>
                  <a:pt x="12338" y="57458"/>
                </a:lnTo>
                <a:cubicBezTo>
                  <a:pt x="12338" y="57451"/>
                  <a:pt x="12337" y="57444"/>
                  <a:pt x="12336" y="57436"/>
                </a:cubicBezTo>
                <a:close/>
                <a:moveTo>
                  <a:pt x="11273" y="57365"/>
                </a:moveTo>
                <a:lnTo>
                  <a:pt x="11273" y="57365"/>
                </a:lnTo>
                <a:cubicBezTo>
                  <a:pt x="11273" y="57379"/>
                  <a:pt x="11244" y="57394"/>
                  <a:pt x="11244" y="57409"/>
                </a:cubicBezTo>
                <a:cubicBezTo>
                  <a:pt x="11229" y="57438"/>
                  <a:pt x="11200" y="57453"/>
                  <a:pt x="11170" y="57468"/>
                </a:cubicBezTo>
                <a:cubicBezTo>
                  <a:pt x="11170" y="57453"/>
                  <a:pt x="11200" y="57453"/>
                  <a:pt x="11200" y="57438"/>
                </a:cubicBezTo>
                <a:lnTo>
                  <a:pt x="11273" y="57365"/>
                </a:lnTo>
                <a:close/>
                <a:moveTo>
                  <a:pt x="11965" y="57159"/>
                </a:moveTo>
                <a:cubicBezTo>
                  <a:pt x="11965" y="57218"/>
                  <a:pt x="11950" y="57262"/>
                  <a:pt x="11950" y="57321"/>
                </a:cubicBezTo>
                <a:cubicBezTo>
                  <a:pt x="11877" y="57379"/>
                  <a:pt x="11789" y="57409"/>
                  <a:pt x="11715" y="57468"/>
                </a:cubicBezTo>
                <a:cubicBezTo>
                  <a:pt x="11730" y="57409"/>
                  <a:pt x="11730" y="57365"/>
                  <a:pt x="11744" y="57306"/>
                </a:cubicBezTo>
                <a:cubicBezTo>
                  <a:pt x="11818" y="57247"/>
                  <a:pt x="11892" y="57218"/>
                  <a:pt x="11965" y="57159"/>
                </a:cubicBezTo>
                <a:close/>
                <a:moveTo>
                  <a:pt x="12338" y="57458"/>
                </a:moveTo>
                <a:cubicBezTo>
                  <a:pt x="12341" y="57478"/>
                  <a:pt x="12343" y="57497"/>
                  <a:pt x="12346" y="57517"/>
                </a:cubicBezTo>
                <a:lnTo>
                  <a:pt x="12346" y="57517"/>
                </a:lnTo>
                <a:cubicBezTo>
                  <a:pt x="12344" y="57496"/>
                  <a:pt x="12342" y="57476"/>
                  <a:pt x="12338" y="57458"/>
                </a:cubicBezTo>
                <a:close/>
                <a:moveTo>
                  <a:pt x="12259" y="57218"/>
                </a:moveTo>
                <a:cubicBezTo>
                  <a:pt x="12274" y="57262"/>
                  <a:pt x="12274" y="57321"/>
                  <a:pt x="12274" y="57394"/>
                </a:cubicBezTo>
                <a:cubicBezTo>
                  <a:pt x="12259" y="57409"/>
                  <a:pt x="12230" y="57438"/>
                  <a:pt x="12201" y="57438"/>
                </a:cubicBezTo>
                <a:cubicBezTo>
                  <a:pt x="12127" y="57468"/>
                  <a:pt x="12083" y="57497"/>
                  <a:pt x="12009" y="57541"/>
                </a:cubicBezTo>
                <a:lnTo>
                  <a:pt x="12009" y="57365"/>
                </a:lnTo>
                <a:cubicBezTo>
                  <a:pt x="12098" y="57306"/>
                  <a:pt x="12186" y="57247"/>
                  <a:pt x="12259" y="57218"/>
                </a:cubicBezTo>
                <a:close/>
                <a:moveTo>
                  <a:pt x="11450" y="57335"/>
                </a:moveTo>
                <a:cubicBezTo>
                  <a:pt x="11450" y="57365"/>
                  <a:pt x="11435" y="57379"/>
                  <a:pt x="11435" y="57379"/>
                </a:cubicBezTo>
                <a:cubicBezTo>
                  <a:pt x="11421" y="57394"/>
                  <a:pt x="11421" y="57438"/>
                  <a:pt x="11421" y="57453"/>
                </a:cubicBezTo>
                <a:lnTo>
                  <a:pt x="11244" y="57556"/>
                </a:lnTo>
                <a:cubicBezTo>
                  <a:pt x="11273" y="57527"/>
                  <a:pt x="11288" y="57482"/>
                  <a:pt x="11303" y="57438"/>
                </a:cubicBezTo>
                <a:cubicBezTo>
                  <a:pt x="11347" y="57409"/>
                  <a:pt x="11391" y="57379"/>
                  <a:pt x="11450" y="57335"/>
                </a:cubicBezTo>
                <a:close/>
                <a:moveTo>
                  <a:pt x="11671" y="57365"/>
                </a:moveTo>
                <a:lnTo>
                  <a:pt x="11671" y="57365"/>
                </a:lnTo>
                <a:cubicBezTo>
                  <a:pt x="11656" y="57409"/>
                  <a:pt x="11656" y="57468"/>
                  <a:pt x="11656" y="57512"/>
                </a:cubicBezTo>
                <a:cubicBezTo>
                  <a:pt x="11583" y="57541"/>
                  <a:pt x="11509" y="57600"/>
                  <a:pt x="11435" y="57630"/>
                </a:cubicBezTo>
                <a:cubicBezTo>
                  <a:pt x="11450" y="57585"/>
                  <a:pt x="11450" y="57541"/>
                  <a:pt x="11465" y="57482"/>
                </a:cubicBezTo>
                <a:cubicBezTo>
                  <a:pt x="11524" y="57453"/>
                  <a:pt x="11597" y="57409"/>
                  <a:pt x="11671" y="57365"/>
                </a:cubicBezTo>
                <a:close/>
                <a:moveTo>
                  <a:pt x="11950" y="57409"/>
                </a:moveTo>
                <a:lnTo>
                  <a:pt x="11950" y="57585"/>
                </a:lnTo>
                <a:cubicBezTo>
                  <a:pt x="11862" y="57630"/>
                  <a:pt x="11789" y="57674"/>
                  <a:pt x="11686" y="57733"/>
                </a:cubicBezTo>
                <a:cubicBezTo>
                  <a:pt x="11686" y="57674"/>
                  <a:pt x="11715" y="57615"/>
                  <a:pt x="11715" y="57556"/>
                </a:cubicBezTo>
                <a:cubicBezTo>
                  <a:pt x="11789" y="57512"/>
                  <a:pt x="11877" y="57468"/>
                  <a:pt x="11950" y="57409"/>
                </a:cubicBezTo>
                <a:close/>
                <a:moveTo>
                  <a:pt x="11170" y="57556"/>
                </a:moveTo>
                <a:lnTo>
                  <a:pt x="11170" y="57556"/>
                </a:lnTo>
                <a:cubicBezTo>
                  <a:pt x="11156" y="57600"/>
                  <a:pt x="11156" y="57615"/>
                  <a:pt x="11141" y="57659"/>
                </a:cubicBezTo>
                <a:cubicBezTo>
                  <a:pt x="11097" y="57688"/>
                  <a:pt x="11053" y="57733"/>
                  <a:pt x="11009" y="57747"/>
                </a:cubicBezTo>
                <a:cubicBezTo>
                  <a:pt x="11023" y="57703"/>
                  <a:pt x="11053" y="57688"/>
                  <a:pt x="11067" y="57659"/>
                </a:cubicBezTo>
                <a:cubicBezTo>
                  <a:pt x="11097" y="57615"/>
                  <a:pt x="11141" y="57585"/>
                  <a:pt x="11170" y="57556"/>
                </a:cubicBezTo>
                <a:close/>
                <a:moveTo>
                  <a:pt x="11376" y="57556"/>
                </a:moveTo>
                <a:cubicBezTo>
                  <a:pt x="11362" y="57615"/>
                  <a:pt x="11362" y="57659"/>
                  <a:pt x="11347" y="57703"/>
                </a:cubicBezTo>
                <a:cubicBezTo>
                  <a:pt x="11259" y="57747"/>
                  <a:pt x="11215" y="57806"/>
                  <a:pt x="11141" y="57836"/>
                </a:cubicBezTo>
                <a:cubicBezTo>
                  <a:pt x="11141" y="57821"/>
                  <a:pt x="11156" y="57806"/>
                  <a:pt x="11156" y="57806"/>
                </a:cubicBezTo>
                <a:cubicBezTo>
                  <a:pt x="11170" y="57762"/>
                  <a:pt x="11170" y="57733"/>
                  <a:pt x="11200" y="57703"/>
                </a:cubicBezTo>
                <a:cubicBezTo>
                  <a:pt x="11244" y="57659"/>
                  <a:pt x="11303" y="57615"/>
                  <a:pt x="11376" y="57556"/>
                </a:cubicBezTo>
                <a:close/>
                <a:moveTo>
                  <a:pt x="10913" y="57793"/>
                </a:moveTo>
                <a:cubicBezTo>
                  <a:pt x="10906" y="57812"/>
                  <a:pt x="10906" y="57824"/>
                  <a:pt x="10906" y="57836"/>
                </a:cubicBezTo>
                <a:cubicBezTo>
                  <a:pt x="10876" y="57850"/>
                  <a:pt x="10847" y="57880"/>
                  <a:pt x="10832" y="57909"/>
                </a:cubicBezTo>
                <a:cubicBezTo>
                  <a:pt x="10832" y="57895"/>
                  <a:pt x="10847" y="57880"/>
                  <a:pt x="10847" y="57850"/>
                </a:cubicBezTo>
                <a:cubicBezTo>
                  <a:pt x="10860" y="57838"/>
                  <a:pt x="10895" y="57825"/>
                  <a:pt x="10913" y="57793"/>
                </a:cubicBezTo>
                <a:close/>
                <a:moveTo>
                  <a:pt x="11656" y="57600"/>
                </a:moveTo>
                <a:lnTo>
                  <a:pt x="11656" y="57600"/>
                </a:lnTo>
                <a:cubicBezTo>
                  <a:pt x="11612" y="57659"/>
                  <a:pt x="11612" y="57703"/>
                  <a:pt x="11612" y="57762"/>
                </a:cubicBezTo>
                <a:cubicBezTo>
                  <a:pt x="11538" y="57821"/>
                  <a:pt x="11450" y="57850"/>
                  <a:pt x="11376" y="57909"/>
                </a:cubicBezTo>
                <a:cubicBezTo>
                  <a:pt x="11376" y="57850"/>
                  <a:pt x="11391" y="57806"/>
                  <a:pt x="11421" y="57747"/>
                </a:cubicBezTo>
                <a:cubicBezTo>
                  <a:pt x="11494" y="57688"/>
                  <a:pt x="11568" y="57659"/>
                  <a:pt x="11656" y="57600"/>
                </a:cubicBezTo>
                <a:close/>
                <a:moveTo>
                  <a:pt x="11097" y="57762"/>
                </a:moveTo>
                <a:lnTo>
                  <a:pt x="11097" y="57762"/>
                </a:lnTo>
                <a:cubicBezTo>
                  <a:pt x="11082" y="57806"/>
                  <a:pt x="11067" y="57850"/>
                  <a:pt x="11067" y="57895"/>
                </a:cubicBezTo>
                <a:lnTo>
                  <a:pt x="10891" y="57998"/>
                </a:lnTo>
                <a:cubicBezTo>
                  <a:pt x="10920" y="57968"/>
                  <a:pt x="10935" y="57924"/>
                  <a:pt x="10950" y="57880"/>
                </a:cubicBezTo>
                <a:cubicBezTo>
                  <a:pt x="10994" y="57836"/>
                  <a:pt x="11053" y="57806"/>
                  <a:pt x="11097" y="57762"/>
                </a:cubicBezTo>
                <a:close/>
                <a:moveTo>
                  <a:pt x="11303" y="57821"/>
                </a:moveTo>
                <a:lnTo>
                  <a:pt x="11303" y="57821"/>
                </a:lnTo>
                <a:cubicBezTo>
                  <a:pt x="11288" y="57880"/>
                  <a:pt x="11288" y="57924"/>
                  <a:pt x="11288" y="57968"/>
                </a:cubicBezTo>
                <a:cubicBezTo>
                  <a:pt x="11215" y="57998"/>
                  <a:pt x="11141" y="58042"/>
                  <a:pt x="11067" y="58101"/>
                </a:cubicBezTo>
                <a:cubicBezTo>
                  <a:pt x="11082" y="58042"/>
                  <a:pt x="11082" y="57998"/>
                  <a:pt x="11097" y="57953"/>
                </a:cubicBezTo>
                <a:cubicBezTo>
                  <a:pt x="11170" y="57895"/>
                  <a:pt x="11244" y="57850"/>
                  <a:pt x="11303" y="57821"/>
                </a:cubicBezTo>
                <a:close/>
                <a:moveTo>
                  <a:pt x="11605" y="57882"/>
                </a:moveTo>
                <a:cubicBezTo>
                  <a:pt x="11543" y="57915"/>
                  <a:pt x="11478" y="57942"/>
                  <a:pt x="11406" y="57983"/>
                </a:cubicBezTo>
                <a:cubicBezTo>
                  <a:pt x="11406" y="58031"/>
                  <a:pt x="11407" y="58080"/>
                  <a:pt x="11409" y="58130"/>
                </a:cubicBezTo>
                <a:lnTo>
                  <a:pt x="11409" y="58130"/>
                </a:lnTo>
                <a:cubicBezTo>
                  <a:pt x="11468" y="58092"/>
                  <a:pt x="11533" y="58059"/>
                  <a:pt x="11597" y="58027"/>
                </a:cubicBezTo>
                <a:cubicBezTo>
                  <a:pt x="11597" y="57979"/>
                  <a:pt x="11597" y="57931"/>
                  <a:pt x="11605" y="57882"/>
                </a:cubicBezTo>
                <a:close/>
                <a:moveTo>
                  <a:pt x="10832" y="57983"/>
                </a:moveTo>
                <a:lnTo>
                  <a:pt x="10832" y="57983"/>
                </a:lnTo>
                <a:cubicBezTo>
                  <a:pt x="10803" y="58027"/>
                  <a:pt x="10803" y="58056"/>
                  <a:pt x="10788" y="58071"/>
                </a:cubicBezTo>
                <a:cubicBezTo>
                  <a:pt x="10744" y="58115"/>
                  <a:pt x="10700" y="58130"/>
                  <a:pt x="10655" y="58174"/>
                </a:cubicBezTo>
                <a:cubicBezTo>
                  <a:pt x="10685" y="58145"/>
                  <a:pt x="10700" y="58115"/>
                  <a:pt x="10714" y="58071"/>
                </a:cubicBezTo>
                <a:cubicBezTo>
                  <a:pt x="10758" y="58042"/>
                  <a:pt x="10788" y="57998"/>
                  <a:pt x="10832" y="57983"/>
                </a:cubicBezTo>
                <a:close/>
                <a:moveTo>
                  <a:pt x="11128" y="58129"/>
                </a:moveTo>
                <a:cubicBezTo>
                  <a:pt x="11107" y="58143"/>
                  <a:pt x="11087" y="58158"/>
                  <a:pt x="11067" y="58174"/>
                </a:cubicBezTo>
                <a:cubicBezTo>
                  <a:pt x="11067" y="58175"/>
                  <a:pt x="11067" y="58177"/>
                  <a:pt x="11066" y="58178"/>
                </a:cubicBezTo>
                <a:lnTo>
                  <a:pt x="11066" y="58178"/>
                </a:lnTo>
                <a:cubicBezTo>
                  <a:pt x="11067" y="58172"/>
                  <a:pt x="11067" y="58166"/>
                  <a:pt x="11067" y="58159"/>
                </a:cubicBezTo>
                <a:cubicBezTo>
                  <a:pt x="11088" y="58149"/>
                  <a:pt x="11108" y="58139"/>
                  <a:pt x="11128" y="58129"/>
                </a:cubicBezTo>
                <a:close/>
                <a:moveTo>
                  <a:pt x="11023" y="57998"/>
                </a:moveTo>
                <a:lnTo>
                  <a:pt x="11023" y="57998"/>
                </a:lnTo>
                <a:cubicBezTo>
                  <a:pt x="11009" y="58056"/>
                  <a:pt x="11009" y="58101"/>
                  <a:pt x="10994" y="58145"/>
                </a:cubicBezTo>
                <a:cubicBezTo>
                  <a:pt x="10920" y="58189"/>
                  <a:pt x="10861" y="58218"/>
                  <a:pt x="10788" y="58262"/>
                </a:cubicBezTo>
                <a:cubicBezTo>
                  <a:pt x="10788" y="58248"/>
                  <a:pt x="10803" y="58204"/>
                  <a:pt x="10832" y="58189"/>
                </a:cubicBezTo>
                <a:cubicBezTo>
                  <a:pt x="10832" y="58174"/>
                  <a:pt x="10847" y="58145"/>
                  <a:pt x="10847" y="58130"/>
                </a:cubicBezTo>
                <a:cubicBezTo>
                  <a:pt x="10906" y="58101"/>
                  <a:pt x="10950" y="58042"/>
                  <a:pt x="11023" y="57998"/>
                </a:cubicBezTo>
                <a:close/>
                <a:moveTo>
                  <a:pt x="10567" y="58204"/>
                </a:moveTo>
                <a:lnTo>
                  <a:pt x="10567" y="58204"/>
                </a:lnTo>
                <a:cubicBezTo>
                  <a:pt x="10552" y="58218"/>
                  <a:pt x="10552" y="58248"/>
                  <a:pt x="10538" y="58262"/>
                </a:cubicBezTo>
                <a:cubicBezTo>
                  <a:pt x="10517" y="58273"/>
                  <a:pt x="10497" y="58283"/>
                  <a:pt x="10482" y="58298"/>
                </a:cubicBezTo>
                <a:lnTo>
                  <a:pt x="10482" y="58298"/>
                </a:lnTo>
                <a:cubicBezTo>
                  <a:pt x="10484" y="58290"/>
                  <a:pt x="10488" y="58283"/>
                  <a:pt x="10494" y="58277"/>
                </a:cubicBezTo>
                <a:lnTo>
                  <a:pt x="10567" y="58204"/>
                </a:lnTo>
                <a:close/>
                <a:moveTo>
                  <a:pt x="10758" y="58189"/>
                </a:moveTo>
                <a:lnTo>
                  <a:pt x="10758" y="58189"/>
                </a:lnTo>
                <a:cubicBezTo>
                  <a:pt x="10729" y="58218"/>
                  <a:pt x="10714" y="58277"/>
                  <a:pt x="10714" y="58321"/>
                </a:cubicBezTo>
                <a:lnTo>
                  <a:pt x="10552" y="58424"/>
                </a:lnTo>
                <a:lnTo>
                  <a:pt x="10552" y="58424"/>
                </a:lnTo>
                <a:lnTo>
                  <a:pt x="10611" y="58321"/>
                </a:lnTo>
                <a:cubicBezTo>
                  <a:pt x="10641" y="58277"/>
                  <a:pt x="10700" y="58248"/>
                  <a:pt x="10758" y="58189"/>
                </a:cubicBezTo>
                <a:close/>
                <a:moveTo>
                  <a:pt x="10979" y="58248"/>
                </a:moveTo>
                <a:lnTo>
                  <a:pt x="10979" y="58248"/>
                </a:lnTo>
                <a:cubicBezTo>
                  <a:pt x="10920" y="58277"/>
                  <a:pt x="10847" y="58336"/>
                  <a:pt x="10773" y="58365"/>
                </a:cubicBezTo>
                <a:cubicBezTo>
                  <a:pt x="10744" y="58424"/>
                  <a:pt x="10744" y="58468"/>
                  <a:pt x="10729" y="58513"/>
                </a:cubicBezTo>
                <a:cubicBezTo>
                  <a:pt x="10803" y="58483"/>
                  <a:pt x="10876" y="58424"/>
                  <a:pt x="10950" y="58395"/>
                </a:cubicBezTo>
                <a:cubicBezTo>
                  <a:pt x="10950" y="58336"/>
                  <a:pt x="10950" y="58277"/>
                  <a:pt x="10979" y="58248"/>
                </a:cubicBezTo>
                <a:close/>
                <a:moveTo>
                  <a:pt x="10494" y="58380"/>
                </a:moveTo>
                <a:lnTo>
                  <a:pt x="10494" y="58380"/>
                </a:lnTo>
                <a:cubicBezTo>
                  <a:pt x="10479" y="58424"/>
                  <a:pt x="10464" y="58454"/>
                  <a:pt x="10464" y="58498"/>
                </a:cubicBezTo>
                <a:cubicBezTo>
                  <a:pt x="10420" y="58542"/>
                  <a:pt x="10361" y="58557"/>
                  <a:pt x="10332" y="58586"/>
                </a:cubicBezTo>
                <a:cubicBezTo>
                  <a:pt x="10332" y="58557"/>
                  <a:pt x="10346" y="58542"/>
                  <a:pt x="10361" y="58498"/>
                </a:cubicBezTo>
                <a:cubicBezTo>
                  <a:pt x="10405" y="58468"/>
                  <a:pt x="10435" y="58424"/>
                  <a:pt x="10494" y="58380"/>
                </a:cubicBezTo>
                <a:close/>
                <a:moveTo>
                  <a:pt x="10214" y="58630"/>
                </a:moveTo>
                <a:cubicBezTo>
                  <a:pt x="10199" y="58645"/>
                  <a:pt x="10199" y="58660"/>
                  <a:pt x="10184" y="58689"/>
                </a:cubicBezTo>
                <a:cubicBezTo>
                  <a:pt x="10175" y="58698"/>
                  <a:pt x="10155" y="58708"/>
                  <a:pt x="10137" y="58717"/>
                </a:cubicBezTo>
                <a:lnTo>
                  <a:pt x="10137" y="58717"/>
                </a:lnTo>
                <a:cubicBezTo>
                  <a:pt x="10139" y="58713"/>
                  <a:pt x="10140" y="58708"/>
                  <a:pt x="10140" y="58704"/>
                </a:cubicBezTo>
                <a:lnTo>
                  <a:pt x="10214" y="58630"/>
                </a:lnTo>
                <a:close/>
                <a:moveTo>
                  <a:pt x="9817" y="59013"/>
                </a:moveTo>
                <a:lnTo>
                  <a:pt x="9817" y="59013"/>
                </a:lnTo>
                <a:cubicBezTo>
                  <a:pt x="9478" y="59970"/>
                  <a:pt x="9640" y="61132"/>
                  <a:pt x="10287" y="62192"/>
                </a:cubicBezTo>
                <a:cubicBezTo>
                  <a:pt x="10994" y="63354"/>
                  <a:pt x="12068" y="64355"/>
                  <a:pt x="13716" y="65341"/>
                </a:cubicBezTo>
                <a:cubicBezTo>
                  <a:pt x="13864" y="65429"/>
                  <a:pt x="14025" y="65532"/>
                  <a:pt x="14173" y="65621"/>
                </a:cubicBezTo>
                <a:lnTo>
                  <a:pt x="14393" y="65753"/>
                </a:lnTo>
                <a:cubicBezTo>
                  <a:pt x="15497" y="66415"/>
                  <a:pt x="16365" y="67151"/>
                  <a:pt x="16969" y="67931"/>
                </a:cubicBezTo>
                <a:cubicBezTo>
                  <a:pt x="17513" y="68667"/>
                  <a:pt x="18102" y="69535"/>
                  <a:pt x="18131" y="70551"/>
                </a:cubicBezTo>
                <a:cubicBezTo>
                  <a:pt x="18161" y="71640"/>
                  <a:pt x="17646" y="72758"/>
                  <a:pt x="16704" y="73700"/>
                </a:cubicBezTo>
                <a:cubicBezTo>
                  <a:pt x="16365" y="74038"/>
                  <a:pt x="15953" y="74362"/>
                  <a:pt x="15527" y="74627"/>
                </a:cubicBezTo>
                <a:cubicBezTo>
                  <a:pt x="15080" y="74907"/>
                  <a:pt x="14607" y="75138"/>
                  <a:pt x="14122" y="75342"/>
                </a:cubicBezTo>
                <a:lnTo>
                  <a:pt x="14122" y="75342"/>
                </a:lnTo>
                <a:cubicBezTo>
                  <a:pt x="14518" y="75169"/>
                  <a:pt x="14905" y="74974"/>
                  <a:pt x="15276" y="74745"/>
                </a:cubicBezTo>
                <a:cubicBezTo>
                  <a:pt x="15718" y="74465"/>
                  <a:pt x="16145" y="74156"/>
                  <a:pt x="16483" y="73788"/>
                </a:cubicBezTo>
                <a:cubicBezTo>
                  <a:pt x="17484" y="72817"/>
                  <a:pt x="17984" y="71654"/>
                  <a:pt x="17925" y="70536"/>
                </a:cubicBezTo>
                <a:cubicBezTo>
                  <a:pt x="17866" y="69432"/>
                  <a:pt x="17219" y="68520"/>
                  <a:pt x="16660" y="67843"/>
                </a:cubicBezTo>
                <a:cubicBezTo>
                  <a:pt x="16027" y="67107"/>
                  <a:pt x="15188" y="66430"/>
                  <a:pt x="14114" y="65827"/>
                </a:cubicBezTo>
                <a:lnTo>
                  <a:pt x="13613" y="65547"/>
                </a:lnTo>
                <a:lnTo>
                  <a:pt x="13437" y="65459"/>
                </a:lnTo>
                <a:cubicBezTo>
                  <a:pt x="12245" y="64797"/>
                  <a:pt x="10891" y="63928"/>
                  <a:pt x="10052" y="62618"/>
                </a:cubicBezTo>
                <a:cubicBezTo>
                  <a:pt x="9346" y="61559"/>
                  <a:pt x="9184" y="60323"/>
                  <a:pt x="9566" y="59322"/>
                </a:cubicBezTo>
                <a:cubicBezTo>
                  <a:pt x="9596" y="59248"/>
                  <a:pt x="9625" y="59204"/>
                  <a:pt x="9669" y="59131"/>
                </a:cubicBezTo>
                <a:cubicBezTo>
                  <a:pt x="9714" y="59087"/>
                  <a:pt x="9758" y="59057"/>
                  <a:pt x="9817" y="59013"/>
                </a:cubicBezTo>
                <a:close/>
                <a:moveTo>
                  <a:pt x="11996" y="57614"/>
                </a:moveTo>
                <a:cubicBezTo>
                  <a:pt x="11996" y="57615"/>
                  <a:pt x="11995" y="57615"/>
                  <a:pt x="11995" y="57615"/>
                </a:cubicBezTo>
                <a:lnTo>
                  <a:pt x="11995" y="57806"/>
                </a:lnTo>
                <a:cubicBezTo>
                  <a:pt x="12009" y="57806"/>
                  <a:pt x="12016" y="57800"/>
                  <a:pt x="12021" y="57793"/>
                </a:cubicBezTo>
                <a:lnTo>
                  <a:pt x="12021" y="57793"/>
                </a:lnTo>
                <a:cubicBezTo>
                  <a:pt x="12070" y="58106"/>
                  <a:pt x="12150" y="58441"/>
                  <a:pt x="12259" y="58807"/>
                </a:cubicBezTo>
                <a:cubicBezTo>
                  <a:pt x="12848" y="60735"/>
                  <a:pt x="14040" y="62486"/>
                  <a:pt x="15806" y="64002"/>
                </a:cubicBezTo>
                <a:cubicBezTo>
                  <a:pt x="16071" y="64223"/>
                  <a:pt x="16336" y="64443"/>
                  <a:pt x="16630" y="64679"/>
                </a:cubicBezTo>
                <a:cubicBezTo>
                  <a:pt x="17690" y="65503"/>
                  <a:pt x="18955" y="66665"/>
                  <a:pt x="19559" y="68137"/>
                </a:cubicBezTo>
                <a:cubicBezTo>
                  <a:pt x="19868" y="68888"/>
                  <a:pt x="20162" y="69697"/>
                  <a:pt x="20059" y="70580"/>
                </a:cubicBezTo>
                <a:cubicBezTo>
                  <a:pt x="19941" y="71522"/>
                  <a:pt x="19426" y="72493"/>
                  <a:pt x="18617" y="73347"/>
                </a:cubicBezTo>
                <a:cubicBezTo>
                  <a:pt x="18308" y="73656"/>
                  <a:pt x="17984" y="73950"/>
                  <a:pt x="17616" y="74230"/>
                </a:cubicBezTo>
                <a:cubicBezTo>
                  <a:pt x="16807" y="74818"/>
                  <a:pt x="15894" y="75260"/>
                  <a:pt x="15041" y="75672"/>
                </a:cubicBezTo>
                <a:cubicBezTo>
                  <a:pt x="14599" y="75893"/>
                  <a:pt x="14114" y="76143"/>
                  <a:pt x="13672" y="76378"/>
                </a:cubicBezTo>
                <a:cubicBezTo>
                  <a:pt x="12259" y="77144"/>
                  <a:pt x="10950" y="78144"/>
                  <a:pt x="9772" y="79307"/>
                </a:cubicBezTo>
                <a:cubicBezTo>
                  <a:pt x="8786" y="80278"/>
                  <a:pt x="8080" y="81235"/>
                  <a:pt x="7653" y="82206"/>
                </a:cubicBezTo>
                <a:cubicBezTo>
                  <a:pt x="7403" y="82780"/>
                  <a:pt x="7256" y="83354"/>
                  <a:pt x="7197" y="83898"/>
                </a:cubicBezTo>
                <a:cubicBezTo>
                  <a:pt x="7123" y="84678"/>
                  <a:pt x="7212" y="85429"/>
                  <a:pt x="7315" y="86018"/>
                </a:cubicBezTo>
                <a:cubicBezTo>
                  <a:pt x="7580" y="87636"/>
                  <a:pt x="8080" y="89167"/>
                  <a:pt x="8757" y="90565"/>
                </a:cubicBezTo>
                <a:lnTo>
                  <a:pt x="8816" y="90521"/>
                </a:lnTo>
                <a:cubicBezTo>
                  <a:pt x="8124" y="89123"/>
                  <a:pt x="7639" y="87622"/>
                  <a:pt x="7359" y="86003"/>
                </a:cubicBezTo>
                <a:cubicBezTo>
                  <a:pt x="7271" y="85429"/>
                  <a:pt x="7168" y="84678"/>
                  <a:pt x="7256" y="83898"/>
                </a:cubicBezTo>
                <a:cubicBezTo>
                  <a:pt x="7315" y="83354"/>
                  <a:pt x="7477" y="82780"/>
                  <a:pt x="7712" y="82221"/>
                </a:cubicBezTo>
                <a:cubicBezTo>
                  <a:pt x="8139" y="81264"/>
                  <a:pt x="8831" y="80337"/>
                  <a:pt x="9817" y="79351"/>
                </a:cubicBezTo>
                <a:cubicBezTo>
                  <a:pt x="10994" y="78203"/>
                  <a:pt x="12289" y="77217"/>
                  <a:pt x="13687" y="76452"/>
                </a:cubicBezTo>
                <a:cubicBezTo>
                  <a:pt x="14128" y="76216"/>
                  <a:pt x="14599" y="75966"/>
                  <a:pt x="15056" y="75745"/>
                </a:cubicBezTo>
                <a:cubicBezTo>
                  <a:pt x="15924" y="75304"/>
                  <a:pt x="16822" y="74862"/>
                  <a:pt x="17631" y="74274"/>
                </a:cubicBezTo>
                <a:cubicBezTo>
                  <a:pt x="17999" y="74009"/>
                  <a:pt x="18352" y="73715"/>
                  <a:pt x="18661" y="73391"/>
                </a:cubicBezTo>
                <a:cubicBezTo>
                  <a:pt x="19485" y="72552"/>
                  <a:pt x="20000" y="71551"/>
                  <a:pt x="20118" y="70595"/>
                </a:cubicBezTo>
                <a:cubicBezTo>
                  <a:pt x="20221" y="69697"/>
                  <a:pt x="19927" y="68873"/>
                  <a:pt x="19603" y="68122"/>
                </a:cubicBezTo>
                <a:cubicBezTo>
                  <a:pt x="18970" y="66621"/>
                  <a:pt x="17690" y="65473"/>
                  <a:pt x="16660" y="64620"/>
                </a:cubicBezTo>
                <a:cubicBezTo>
                  <a:pt x="16336" y="64384"/>
                  <a:pt x="16071" y="64149"/>
                  <a:pt x="15821" y="63943"/>
                </a:cubicBezTo>
                <a:cubicBezTo>
                  <a:pt x="14055" y="62427"/>
                  <a:pt x="12863" y="60705"/>
                  <a:pt x="12289" y="58792"/>
                </a:cubicBezTo>
                <a:cubicBezTo>
                  <a:pt x="12193" y="58431"/>
                  <a:pt x="12106" y="58090"/>
                  <a:pt x="12062" y="57768"/>
                </a:cubicBezTo>
                <a:lnTo>
                  <a:pt x="12062" y="57768"/>
                </a:lnTo>
                <a:cubicBezTo>
                  <a:pt x="12054" y="57771"/>
                  <a:pt x="12046" y="57774"/>
                  <a:pt x="12039" y="57777"/>
                </a:cubicBezTo>
                <a:cubicBezTo>
                  <a:pt x="12031" y="57777"/>
                  <a:pt x="12027" y="57785"/>
                  <a:pt x="12021" y="57793"/>
                </a:cubicBezTo>
                <a:lnTo>
                  <a:pt x="12021" y="57793"/>
                </a:lnTo>
                <a:cubicBezTo>
                  <a:pt x="12012" y="57732"/>
                  <a:pt x="12004" y="57673"/>
                  <a:pt x="11996" y="57614"/>
                </a:cubicBezTo>
                <a:close/>
                <a:moveTo>
                  <a:pt x="10132" y="58846"/>
                </a:moveTo>
                <a:lnTo>
                  <a:pt x="10132" y="58846"/>
                </a:lnTo>
                <a:cubicBezTo>
                  <a:pt x="10120" y="58863"/>
                  <a:pt x="10108" y="58889"/>
                  <a:pt x="10096" y="58925"/>
                </a:cubicBezTo>
                <a:cubicBezTo>
                  <a:pt x="10083" y="58933"/>
                  <a:pt x="10069" y="58942"/>
                  <a:pt x="10055" y="58950"/>
                </a:cubicBezTo>
                <a:lnTo>
                  <a:pt x="10055" y="58950"/>
                </a:lnTo>
                <a:cubicBezTo>
                  <a:pt x="10061" y="58923"/>
                  <a:pt x="10067" y="58897"/>
                  <a:pt x="10073" y="58870"/>
                </a:cubicBezTo>
                <a:lnTo>
                  <a:pt x="10073" y="58870"/>
                </a:lnTo>
                <a:cubicBezTo>
                  <a:pt x="10051" y="58885"/>
                  <a:pt x="10030" y="58903"/>
                  <a:pt x="10008" y="58925"/>
                </a:cubicBezTo>
                <a:cubicBezTo>
                  <a:pt x="9993" y="58954"/>
                  <a:pt x="9978" y="58984"/>
                  <a:pt x="9964" y="59013"/>
                </a:cubicBezTo>
                <a:cubicBezTo>
                  <a:pt x="9985" y="58992"/>
                  <a:pt x="10021" y="58971"/>
                  <a:pt x="10055" y="58950"/>
                </a:cubicBezTo>
                <a:lnTo>
                  <a:pt x="10055" y="58950"/>
                </a:lnTo>
                <a:cubicBezTo>
                  <a:pt x="9876" y="59807"/>
                  <a:pt x="10061" y="60792"/>
                  <a:pt x="10582" y="61735"/>
                </a:cubicBezTo>
                <a:cubicBezTo>
                  <a:pt x="11288" y="63001"/>
                  <a:pt x="12407" y="64134"/>
                  <a:pt x="14025" y="65179"/>
                </a:cubicBezTo>
                <a:cubicBezTo>
                  <a:pt x="14261" y="65326"/>
                  <a:pt x="14496" y="65473"/>
                  <a:pt x="14747" y="65635"/>
                </a:cubicBezTo>
                <a:cubicBezTo>
                  <a:pt x="15880" y="66356"/>
                  <a:pt x="16763" y="67166"/>
                  <a:pt x="17366" y="68005"/>
                </a:cubicBezTo>
                <a:cubicBezTo>
                  <a:pt x="17881" y="68726"/>
                  <a:pt x="18426" y="69594"/>
                  <a:pt x="18440" y="70609"/>
                </a:cubicBezTo>
                <a:cubicBezTo>
                  <a:pt x="18455" y="71669"/>
                  <a:pt x="17940" y="72773"/>
                  <a:pt x="16998" y="73700"/>
                </a:cubicBezTo>
                <a:cubicBezTo>
                  <a:pt x="16660" y="74038"/>
                  <a:pt x="16262" y="74362"/>
                  <a:pt x="15850" y="74612"/>
                </a:cubicBezTo>
                <a:cubicBezTo>
                  <a:pt x="14835" y="75245"/>
                  <a:pt x="13716" y="75642"/>
                  <a:pt x="12627" y="76025"/>
                </a:cubicBezTo>
                <a:cubicBezTo>
                  <a:pt x="12186" y="76202"/>
                  <a:pt x="11700" y="76364"/>
                  <a:pt x="11259" y="76525"/>
                </a:cubicBezTo>
                <a:cubicBezTo>
                  <a:pt x="9684" y="77158"/>
                  <a:pt x="8154" y="78012"/>
                  <a:pt x="6741" y="79071"/>
                </a:cubicBezTo>
                <a:cubicBezTo>
                  <a:pt x="5519" y="79969"/>
                  <a:pt x="4666" y="80911"/>
                  <a:pt x="4151" y="81838"/>
                </a:cubicBezTo>
                <a:cubicBezTo>
                  <a:pt x="3827" y="82427"/>
                  <a:pt x="3650" y="83015"/>
                  <a:pt x="3606" y="83633"/>
                </a:cubicBezTo>
                <a:cubicBezTo>
                  <a:pt x="3562" y="84340"/>
                  <a:pt x="3680" y="85032"/>
                  <a:pt x="3901" y="85856"/>
                </a:cubicBezTo>
                <a:cubicBezTo>
                  <a:pt x="4327" y="87504"/>
                  <a:pt x="4916" y="89108"/>
                  <a:pt x="5637" y="90594"/>
                </a:cubicBezTo>
                <a:lnTo>
                  <a:pt x="5696" y="90565"/>
                </a:lnTo>
                <a:cubicBezTo>
                  <a:pt x="4975" y="89079"/>
                  <a:pt x="4386" y="87489"/>
                  <a:pt x="3959" y="85841"/>
                </a:cubicBezTo>
                <a:cubicBezTo>
                  <a:pt x="3753" y="85032"/>
                  <a:pt x="3636" y="84340"/>
                  <a:pt x="3665" y="83633"/>
                </a:cubicBezTo>
                <a:cubicBezTo>
                  <a:pt x="3709" y="83045"/>
                  <a:pt x="3886" y="82456"/>
                  <a:pt x="4180" y="81882"/>
                </a:cubicBezTo>
                <a:cubicBezTo>
                  <a:pt x="4680" y="80940"/>
                  <a:pt x="5549" y="79999"/>
                  <a:pt x="6756" y="79116"/>
                </a:cubicBezTo>
                <a:cubicBezTo>
                  <a:pt x="8168" y="78071"/>
                  <a:pt x="9699" y="77232"/>
                  <a:pt x="11259" y="76599"/>
                </a:cubicBezTo>
                <a:cubicBezTo>
                  <a:pt x="11700" y="76422"/>
                  <a:pt x="12186" y="76246"/>
                  <a:pt x="12627" y="76099"/>
                </a:cubicBezTo>
                <a:cubicBezTo>
                  <a:pt x="13731" y="75716"/>
                  <a:pt x="14850" y="75319"/>
                  <a:pt x="15865" y="74671"/>
                </a:cubicBezTo>
                <a:cubicBezTo>
                  <a:pt x="16292" y="74392"/>
                  <a:pt x="16689" y="74083"/>
                  <a:pt x="17042" y="73729"/>
                </a:cubicBezTo>
                <a:cubicBezTo>
                  <a:pt x="17984" y="72773"/>
                  <a:pt x="18499" y="71669"/>
                  <a:pt x="18499" y="70580"/>
                </a:cubicBezTo>
                <a:cubicBezTo>
                  <a:pt x="18470" y="69609"/>
                  <a:pt x="17984" y="68740"/>
                  <a:pt x="17410" y="67961"/>
                </a:cubicBezTo>
                <a:cubicBezTo>
                  <a:pt x="16807" y="67092"/>
                  <a:pt x="15924" y="66298"/>
                  <a:pt x="14761" y="65562"/>
                </a:cubicBezTo>
                <a:cubicBezTo>
                  <a:pt x="14526" y="65415"/>
                  <a:pt x="14276" y="65267"/>
                  <a:pt x="14040" y="65106"/>
                </a:cubicBezTo>
                <a:cubicBezTo>
                  <a:pt x="12421" y="64061"/>
                  <a:pt x="11303" y="62928"/>
                  <a:pt x="10626" y="61677"/>
                </a:cubicBezTo>
                <a:cubicBezTo>
                  <a:pt x="10085" y="60722"/>
                  <a:pt x="9916" y="59686"/>
                  <a:pt x="10132" y="58846"/>
                </a:cubicBezTo>
                <a:close/>
                <a:moveTo>
                  <a:pt x="12346" y="57517"/>
                </a:moveTo>
                <a:cubicBezTo>
                  <a:pt x="12348" y="57549"/>
                  <a:pt x="12348" y="57584"/>
                  <a:pt x="12348" y="57615"/>
                </a:cubicBezTo>
                <a:cubicBezTo>
                  <a:pt x="12352" y="57614"/>
                  <a:pt x="12356" y="57613"/>
                  <a:pt x="12359" y="57612"/>
                </a:cubicBezTo>
                <a:lnTo>
                  <a:pt x="12359" y="57612"/>
                </a:lnTo>
                <a:cubicBezTo>
                  <a:pt x="12396" y="57845"/>
                  <a:pt x="12453" y="58089"/>
                  <a:pt x="12510" y="58351"/>
                </a:cubicBezTo>
                <a:cubicBezTo>
                  <a:pt x="13054" y="60367"/>
                  <a:pt x="14261" y="62206"/>
                  <a:pt x="16100" y="63825"/>
                </a:cubicBezTo>
                <a:cubicBezTo>
                  <a:pt x="16365" y="64046"/>
                  <a:pt x="16630" y="64296"/>
                  <a:pt x="16969" y="64561"/>
                </a:cubicBezTo>
                <a:cubicBezTo>
                  <a:pt x="18058" y="65473"/>
                  <a:pt x="19382" y="66680"/>
                  <a:pt x="19941" y="68211"/>
                </a:cubicBezTo>
                <a:cubicBezTo>
                  <a:pt x="20221" y="68932"/>
                  <a:pt x="20486" y="69756"/>
                  <a:pt x="20354" y="70639"/>
                </a:cubicBezTo>
                <a:cubicBezTo>
                  <a:pt x="20192" y="71816"/>
                  <a:pt x="19471" y="72758"/>
                  <a:pt x="18911" y="73347"/>
                </a:cubicBezTo>
                <a:cubicBezTo>
                  <a:pt x="18617" y="73656"/>
                  <a:pt x="18293" y="73950"/>
                  <a:pt x="17925" y="74200"/>
                </a:cubicBezTo>
                <a:cubicBezTo>
                  <a:pt x="17145" y="74774"/>
                  <a:pt x="16292" y="75230"/>
                  <a:pt x="15453" y="75657"/>
                </a:cubicBezTo>
                <a:cubicBezTo>
                  <a:pt x="15011" y="75893"/>
                  <a:pt x="14541" y="76143"/>
                  <a:pt x="14099" y="76393"/>
                </a:cubicBezTo>
                <a:cubicBezTo>
                  <a:pt x="12716" y="77202"/>
                  <a:pt x="11435" y="78218"/>
                  <a:pt x="10287" y="79395"/>
                </a:cubicBezTo>
                <a:cubicBezTo>
                  <a:pt x="9331" y="80381"/>
                  <a:pt x="8669" y="81338"/>
                  <a:pt x="8242" y="82324"/>
                </a:cubicBezTo>
                <a:cubicBezTo>
                  <a:pt x="8006" y="82868"/>
                  <a:pt x="7859" y="83442"/>
                  <a:pt x="7786" y="84016"/>
                </a:cubicBezTo>
                <a:cubicBezTo>
                  <a:pt x="7712" y="84619"/>
                  <a:pt x="7756" y="85267"/>
                  <a:pt x="7874" y="86106"/>
                </a:cubicBezTo>
                <a:cubicBezTo>
                  <a:pt x="8124" y="87725"/>
                  <a:pt x="8595" y="89240"/>
                  <a:pt x="9301" y="90609"/>
                </a:cubicBezTo>
                <a:lnTo>
                  <a:pt x="9346" y="90580"/>
                </a:lnTo>
                <a:cubicBezTo>
                  <a:pt x="8669" y="89196"/>
                  <a:pt x="8198" y="87695"/>
                  <a:pt x="7933" y="86091"/>
                </a:cubicBezTo>
                <a:cubicBezTo>
                  <a:pt x="7800" y="85238"/>
                  <a:pt x="7786" y="84619"/>
                  <a:pt x="7845" y="84016"/>
                </a:cubicBezTo>
                <a:cubicBezTo>
                  <a:pt x="7903" y="83457"/>
                  <a:pt x="8051" y="82883"/>
                  <a:pt x="8286" y="82338"/>
                </a:cubicBezTo>
                <a:cubicBezTo>
                  <a:pt x="8683" y="81367"/>
                  <a:pt x="9346" y="80425"/>
                  <a:pt x="10302" y="79425"/>
                </a:cubicBezTo>
                <a:cubicBezTo>
                  <a:pt x="11450" y="78247"/>
                  <a:pt x="12716" y="77261"/>
                  <a:pt x="14099" y="76452"/>
                </a:cubicBezTo>
                <a:cubicBezTo>
                  <a:pt x="14541" y="76187"/>
                  <a:pt x="14997" y="75952"/>
                  <a:pt x="15453" y="75716"/>
                </a:cubicBezTo>
                <a:cubicBezTo>
                  <a:pt x="16292" y="75275"/>
                  <a:pt x="17145" y="74833"/>
                  <a:pt x="17940" y="74244"/>
                </a:cubicBezTo>
                <a:cubicBezTo>
                  <a:pt x="18308" y="73965"/>
                  <a:pt x="18646" y="73670"/>
                  <a:pt x="18941" y="73361"/>
                </a:cubicBezTo>
                <a:cubicBezTo>
                  <a:pt x="19500" y="72773"/>
                  <a:pt x="20221" y="71816"/>
                  <a:pt x="20383" y="70624"/>
                </a:cubicBezTo>
                <a:cubicBezTo>
                  <a:pt x="20515" y="69712"/>
                  <a:pt x="20236" y="68873"/>
                  <a:pt x="19986" y="68152"/>
                </a:cubicBezTo>
                <a:cubicBezTo>
                  <a:pt x="19397" y="66607"/>
                  <a:pt x="18072" y="65370"/>
                  <a:pt x="16983" y="64487"/>
                </a:cubicBezTo>
                <a:cubicBezTo>
                  <a:pt x="16674" y="64237"/>
                  <a:pt x="16395" y="64002"/>
                  <a:pt x="16115" y="63781"/>
                </a:cubicBezTo>
                <a:cubicBezTo>
                  <a:pt x="14305" y="62162"/>
                  <a:pt x="13098" y="60337"/>
                  <a:pt x="12569" y="58336"/>
                </a:cubicBezTo>
                <a:cubicBezTo>
                  <a:pt x="12501" y="58067"/>
                  <a:pt x="12451" y="57824"/>
                  <a:pt x="12418" y="57593"/>
                </a:cubicBezTo>
                <a:lnTo>
                  <a:pt x="12418" y="57593"/>
                </a:lnTo>
                <a:cubicBezTo>
                  <a:pt x="12399" y="57600"/>
                  <a:pt x="12380" y="57606"/>
                  <a:pt x="12359" y="57612"/>
                </a:cubicBezTo>
                <a:lnTo>
                  <a:pt x="12359" y="57612"/>
                </a:lnTo>
                <a:cubicBezTo>
                  <a:pt x="12354" y="57580"/>
                  <a:pt x="12350" y="57548"/>
                  <a:pt x="12346" y="57517"/>
                </a:cubicBezTo>
                <a:close/>
                <a:moveTo>
                  <a:pt x="12713" y="57382"/>
                </a:moveTo>
                <a:lnTo>
                  <a:pt x="12713" y="57382"/>
                </a:lnTo>
                <a:cubicBezTo>
                  <a:pt x="12715" y="57400"/>
                  <a:pt x="12716" y="57419"/>
                  <a:pt x="12716" y="57438"/>
                </a:cubicBezTo>
                <a:cubicBezTo>
                  <a:pt x="12718" y="57437"/>
                  <a:pt x="12720" y="57436"/>
                  <a:pt x="12722" y="57435"/>
                </a:cubicBezTo>
                <a:lnTo>
                  <a:pt x="12722" y="57435"/>
                </a:lnTo>
                <a:cubicBezTo>
                  <a:pt x="12747" y="57578"/>
                  <a:pt x="12775" y="57722"/>
                  <a:pt x="12804" y="57865"/>
                </a:cubicBezTo>
                <a:cubicBezTo>
                  <a:pt x="13290" y="59970"/>
                  <a:pt x="14496" y="61912"/>
                  <a:pt x="16410" y="63649"/>
                </a:cubicBezTo>
                <a:cubicBezTo>
                  <a:pt x="16689" y="63884"/>
                  <a:pt x="16969" y="64149"/>
                  <a:pt x="17293" y="64414"/>
                </a:cubicBezTo>
                <a:cubicBezTo>
                  <a:pt x="18499" y="65429"/>
                  <a:pt x="19794" y="66680"/>
                  <a:pt x="20339" y="68240"/>
                </a:cubicBezTo>
                <a:cubicBezTo>
                  <a:pt x="20589" y="68976"/>
                  <a:pt x="20795" y="69785"/>
                  <a:pt x="20648" y="70654"/>
                </a:cubicBezTo>
                <a:cubicBezTo>
                  <a:pt x="20442" y="71816"/>
                  <a:pt x="19765" y="72729"/>
                  <a:pt x="19206" y="73303"/>
                </a:cubicBezTo>
                <a:cubicBezTo>
                  <a:pt x="18911" y="73612"/>
                  <a:pt x="18602" y="73891"/>
                  <a:pt x="18234" y="74171"/>
                </a:cubicBezTo>
                <a:cubicBezTo>
                  <a:pt x="17499" y="74745"/>
                  <a:pt x="16674" y="75186"/>
                  <a:pt x="15880" y="75628"/>
                </a:cubicBezTo>
                <a:cubicBezTo>
                  <a:pt x="15438" y="75878"/>
                  <a:pt x="14967" y="76113"/>
                  <a:pt x="14526" y="76393"/>
                </a:cubicBezTo>
                <a:cubicBezTo>
                  <a:pt x="13157" y="77217"/>
                  <a:pt x="11921" y="78247"/>
                  <a:pt x="10817" y="79454"/>
                </a:cubicBezTo>
                <a:cubicBezTo>
                  <a:pt x="9905" y="80440"/>
                  <a:pt x="9257" y="81397"/>
                  <a:pt x="8875" y="82397"/>
                </a:cubicBezTo>
                <a:cubicBezTo>
                  <a:pt x="8639" y="82942"/>
                  <a:pt x="8492" y="83516"/>
                  <a:pt x="8433" y="84060"/>
                </a:cubicBezTo>
                <a:cubicBezTo>
                  <a:pt x="8360" y="84678"/>
                  <a:pt x="8374" y="85341"/>
                  <a:pt x="8492" y="86150"/>
                </a:cubicBezTo>
                <a:cubicBezTo>
                  <a:pt x="8713" y="87739"/>
                  <a:pt x="9169" y="89255"/>
                  <a:pt x="9846" y="90638"/>
                </a:cubicBezTo>
                <a:lnTo>
                  <a:pt x="9905" y="90594"/>
                </a:lnTo>
                <a:cubicBezTo>
                  <a:pt x="9228" y="89240"/>
                  <a:pt x="8757" y="87725"/>
                  <a:pt x="8536" y="86121"/>
                </a:cubicBezTo>
                <a:cubicBezTo>
                  <a:pt x="8433" y="85311"/>
                  <a:pt x="8418" y="84649"/>
                  <a:pt x="8492" y="84060"/>
                </a:cubicBezTo>
                <a:cubicBezTo>
                  <a:pt x="8536" y="83516"/>
                  <a:pt x="8683" y="82957"/>
                  <a:pt x="8934" y="82412"/>
                </a:cubicBezTo>
                <a:cubicBezTo>
                  <a:pt x="9331" y="81441"/>
                  <a:pt x="9964" y="80484"/>
                  <a:pt x="10876" y="79483"/>
                </a:cubicBezTo>
                <a:cubicBezTo>
                  <a:pt x="11965" y="78291"/>
                  <a:pt x="13216" y="77276"/>
                  <a:pt x="14555" y="76437"/>
                </a:cubicBezTo>
                <a:cubicBezTo>
                  <a:pt x="14997" y="76158"/>
                  <a:pt x="15453" y="75893"/>
                  <a:pt x="15894" y="75657"/>
                </a:cubicBezTo>
                <a:cubicBezTo>
                  <a:pt x="16689" y="75216"/>
                  <a:pt x="17513" y="74759"/>
                  <a:pt x="18279" y="74186"/>
                </a:cubicBezTo>
                <a:cubicBezTo>
                  <a:pt x="18617" y="73906"/>
                  <a:pt x="18955" y="73612"/>
                  <a:pt x="19250" y="73317"/>
                </a:cubicBezTo>
                <a:cubicBezTo>
                  <a:pt x="19794" y="72729"/>
                  <a:pt x="20501" y="71816"/>
                  <a:pt x="20707" y="70639"/>
                </a:cubicBezTo>
                <a:cubicBezTo>
                  <a:pt x="20854" y="69771"/>
                  <a:pt x="20648" y="68947"/>
                  <a:pt x="20383" y="68196"/>
                </a:cubicBezTo>
                <a:cubicBezTo>
                  <a:pt x="19853" y="66621"/>
                  <a:pt x="18543" y="65356"/>
                  <a:pt x="17337" y="64340"/>
                </a:cubicBezTo>
                <a:cubicBezTo>
                  <a:pt x="17028" y="64075"/>
                  <a:pt x="16733" y="63825"/>
                  <a:pt x="16454" y="63575"/>
                </a:cubicBezTo>
                <a:cubicBezTo>
                  <a:pt x="14555" y="61868"/>
                  <a:pt x="13363" y="59925"/>
                  <a:pt x="12878" y="57836"/>
                </a:cubicBezTo>
                <a:cubicBezTo>
                  <a:pt x="12850" y="57688"/>
                  <a:pt x="12822" y="57535"/>
                  <a:pt x="12798" y="57395"/>
                </a:cubicBezTo>
                <a:lnTo>
                  <a:pt x="12798" y="57395"/>
                </a:lnTo>
                <a:cubicBezTo>
                  <a:pt x="12774" y="57408"/>
                  <a:pt x="12749" y="57422"/>
                  <a:pt x="12722" y="57435"/>
                </a:cubicBezTo>
                <a:lnTo>
                  <a:pt x="12722" y="57435"/>
                </a:lnTo>
                <a:cubicBezTo>
                  <a:pt x="12719" y="57417"/>
                  <a:pt x="12716" y="57400"/>
                  <a:pt x="12713" y="57382"/>
                </a:cubicBezTo>
                <a:close/>
                <a:moveTo>
                  <a:pt x="13226" y="57150"/>
                </a:moveTo>
                <a:lnTo>
                  <a:pt x="13088" y="57230"/>
                </a:lnTo>
                <a:lnTo>
                  <a:pt x="13088" y="57230"/>
                </a:lnTo>
                <a:cubicBezTo>
                  <a:pt x="13086" y="57219"/>
                  <a:pt x="13084" y="57209"/>
                  <a:pt x="13083" y="57199"/>
                </a:cubicBezTo>
                <a:lnTo>
                  <a:pt x="13083" y="57199"/>
                </a:lnTo>
                <a:cubicBezTo>
                  <a:pt x="13083" y="57210"/>
                  <a:pt x="13084" y="57221"/>
                  <a:pt x="13084" y="57232"/>
                </a:cubicBezTo>
                <a:lnTo>
                  <a:pt x="13088" y="57230"/>
                </a:lnTo>
                <a:lnTo>
                  <a:pt x="13088" y="57230"/>
                </a:lnTo>
                <a:cubicBezTo>
                  <a:pt x="13098" y="57283"/>
                  <a:pt x="13111" y="57337"/>
                  <a:pt x="13128" y="57394"/>
                </a:cubicBezTo>
                <a:cubicBezTo>
                  <a:pt x="13540" y="59557"/>
                  <a:pt x="14761" y="61603"/>
                  <a:pt x="16748" y="63443"/>
                </a:cubicBezTo>
                <a:cubicBezTo>
                  <a:pt x="17028" y="63707"/>
                  <a:pt x="17322" y="63958"/>
                  <a:pt x="17646" y="64252"/>
                </a:cubicBezTo>
                <a:cubicBezTo>
                  <a:pt x="18970" y="65400"/>
                  <a:pt x="20236" y="66665"/>
                  <a:pt x="20736" y="68270"/>
                </a:cubicBezTo>
                <a:cubicBezTo>
                  <a:pt x="20942" y="68902"/>
                  <a:pt x="21148" y="69771"/>
                  <a:pt x="20957" y="70639"/>
                </a:cubicBezTo>
                <a:cubicBezTo>
                  <a:pt x="20736" y="71757"/>
                  <a:pt x="20059" y="72684"/>
                  <a:pt x="19529" y="73229"/>
                </a:cubicBezTo>
                <a:cubicBezTo>
                  <a:pt x="19250" y="73523"/>
                  <a:pt x="18911" y="73818"/>
                  <a:pt x="18588" y="74097"/>
                </a:cubicBezTo>
                <a:cubicBezTo>
                  <a:pt x="17866" y="74642"/>
                  <a:pt x="17101" y="75113"/>
                  <a:pt x="16336" y="75554"/>
                </a:cubicBezTo>
                <a:cubicBezTo>
                  <a:pt x="15894" y="75804"/>
                  <a:pt x="15424" y="76084"/>
                  <a:pt x="14997" y="76378"/>
                </a:cubicBezTo>
                <a:cubicBezTo>
                  <a:pt x="13672" y="77247"/>
                  <a:pt x="12466" y="78291"/>
                  <a:pt x="11406" y="79498"/>
                </a:cubicBezTo>
                <a:cubicBezTo>
                  <a:pt x="10552" y="80514"/>
                  <a:pt x="9920" y="81470"/>
                  <a:pt x="9537" y="82471"/>
                </a:cubicBezTo>
                <a:cubicBezTo>
                  <a:pt x="9316" y="83015"/>
                  <a:pt x="9169" y="83575"/>
                  <a:pt x="9110" y="84119"/>
                </a:cubicBezTo>
                <a:cubicBezTo>
                  <a:pt x="9037" y="84722"/>
                  <a:pt x="9051" y="85385"/>
                  <a:pt x="9154" y="86179"/>
                </a:cubicBezTo>
                <a:cubicBezTo>
                  <a:pt x="9346" y="87783"/>
                  <a:pt x="9787" y="89270"/>
                  <a:pt x="10479" y="90638"/>
                </a:cubicBezTo>
                <a:lnTo>
                  <a:pt x="10523" y="90594"/>
                </a:lnTo>
                <a:cubicBezTo>
                  <a:pt x="9846" y="89255"/>
                  <a:pt x="9404" y="87769"/>
                  <a:pt x="9228" y="86165"/>
                </a:cubicBezTo>
                <a:cubicBezTo>
                  <a:pt x="9125" y="85370"/>
                  <a:pt x="9110" y="84722"/>
                  <a:pt x="9184" y="84119"/>
                </a:cubicBezTo>
                <a:cubicBezTo>
                  <a:pt x="9257" y="83575"/>
                  <a:pt x="9390" y="83015"/>
                  <a:pt x="9611" y="82486"/>
                </a:cubicBezTo>
                <a:cubicBezTo>
                  <a:pt x="9993" y="81514"/>
                  <a:pt x="10597" y="80558"/>
                  <a:pt x="11480" y="79542"/>
                </a:cubicBezTo>
                <a:cubicBezTo>
                  <a:pt x="12539" y="78350"/>
                  <a:pt x="13746" y="77291"/>
                  <a:pt x="15070" y="76437"/>
                </a:cubicBezTo>
                <a:cubicBezTo>
                  <a:pt x="15512" y="76143"/>
                  <a:pt x="15968" y="75878"/>
                  <a:pt x="16410" y="75598"/>
                </a:cubicBezTo>
                <a:cubicBezTo>
                  <a:pt x="17175" y="75157"/>
                  <a:pt x="17955" y="74701"/>
                  <a:pt x="18676" y="74156"/>
                </a:cubicBezTo>
                <a:cubicBezTo>
                  <a:pt x="19029" y="73877"/>
                  <a:pt x="19338" y="73582"/>
                  <a:pt x="19632" y="73288"/>
                </a:cubicBezTo>
                <a:cubicBezTo>
                  <a:pt x="20162" y="72714"/>
                  <a:pt x="20869" y="71801"/>
                  <a:pt x="21089" y="70654"/>
                </a:cubicBezTo>
                <a:cubicBezTo>
                  <a:pt x="21266" y="69756"/>
                  <a:pt x="21075" y="68888"/>
                  <a:pt x="20869" y="68240"/>
                </a:cubicBezTo>
                <a:cubicBezTo>
                  <a:pt x="20383" y="66651"/>
                  <a:pt x="19088" y="65356"/>
                  <a:pt x="17763" y="64223"/>
                </a:cubicBezTo>
                <a:cubicBezTo>
                  <a:pt x="17425" y="63943"/>
                  <a:pt x="17131" y="63663"/>
                  <a:pt x="16851" y="63413"/>
                </a:cubicBezTo>
                <a:cubicBezTo>
                  <a:pt x="14894" y="61574"/>
                  <a:pt x="13672" y="59543"/>
                  <a:pt x="13275" y="57379"/>
                </a:cubicBezTo>
                <a:cubicBezTo>
                  <a:pt x="13252" y="57302"/>
                  <a:pt x="13237" y="57225"/>
                  <a:pt x="13226" y="57150"/>
                </a:cubicBezTo>
                <a:close/>
                <a:moveTo>
                  <a:pt x="14399" y="56145"/>
                </a:moveTo>
                <a:cubicBezTo>
                  <a:pt x="14392" y="56150"/>
                  <a:pt x="14385" y="56154"/>
                  <a:pt x="14379" y="56158"/>
                </a:cubicBezTo>
                <a:cubicBezTo>
                  <a:pt x="14379" y="56232"/>
                  <a:pt x="14393" y="56305"/>
                  <a:pt x="14393" y="56379"/>
                </a:cubicBezTo>
                <a:cubicBezTo>
                  <a:pt x="14405" y="56367"/>
                  <a:pt x="14417" y="56357"/>
                  <a:pt x="14429" y="56346"/>
                </a:cubicBezTo>
                <a:lnTo>
                  <a:pt x="14429" y="56346"/>
                </a:lnTo>
                <a:cubicBezTo>
                  <a:pt x="14763" y="58469"/>
                  <a:pt x="15946" y="60568"/>
                  <a:pt x="18028" y="62721"/>
                </a:cubicBezTo>
                <a:cubicBezTo>
                  <a:pt x="18352" y="63045"/>
                  <a:pt x="18661" y="63354"/>
                  <a:pt x="19014" y="63678"/>
                </a:cubicBezTo>
                <a:cubicBezTo>
                  <a:pt x="20412" y="64988"/>
                  <a:pt x="21972" y="66459"/>
                  <a:pt x="22296" y="68417"/>
                </a:cubicBezTo>
                <a:cubicBezTo>
                  <a:pt x="22429" y="69197"/>
                  <a:pt x="22370" y="69977"/>
                  <a:pt x="22149" y="70698"/>
                </a:cubicBezTo>
                <a:cubicBezTo>
                  <a:pt x="21899" y="71507"/>
                  <a:pt x="21398" y="72331"/>
                  <a:pt x="20721" y="73067"/>
                </a:cubicBezTo>
                <a:cubicBezTo>
                  <a:pt x="20457" y="73347"/>
                  <a:pt x="20192" y="73612"/>
                  <a:pt x="19868" y="73891"/>
                </a:cubicBezTo>
                <a:cubicBezTo>
                  <a:pt x="19309" y="74392"/>
                  <a:pt x="18676" y="74848"/>
                  <a:pt x="18072" y="75289"/>
                </a:cubicBezTo>
                <a:cubicBezTo>
                  <a:pt x="17616" y="75628"/>
                  <a:pt x="17145" y="75966"/>
                  <a:pt x="16704" y="76319"/>
                </a:cubicBezTo>
                <a:cubicBezTo>
                  <a:pt x="15482" y="77320"/>
                  <a:pt x="14408" y="78453"/>
                  <a:pt x="13525" y="79704"/>
                </a:cubicBezTo>
                <a:cubicBezTo>
                  <a:pt x="12833" y="80705"/>
                  <a:pt x="12318" y="81735"/>
                  <a:pt x="11965" y="82736"/>
                </a:cubicBezTo>
                <a:cubicBezTo>
                  <a:pt x="11774" y="83280"/>
                  <a:pt x="11656" y="83810"/>
                  <a:pt x="11583" y="84340"/>
                </a:cubicBezTo>
                <a:cubicBezTo>
                  <a:pt x="11480" y="84973"/>
                  <a:pt x="11465" y="85635"/>
                  <a:pt x="11509" y="86327"/>
                </a:cubicBezTo>
                <a:cubicBezTo>
                  <a:pt x="11597" y="87886"/>
                  <a:pt x="11965" y="89343"/>
                  <a:pt x="12642" y="90653"/>
                </a:cubicBezTo>
                <a:lnTo>
                  <a:pt x="12701" y="90609"/>
                </a:lnTo>
                <a:cubicBezTo>
                  <a:pt x="12039" y="89329"/>
                  <a:pt x="11656" y="87872"/>
                  <a:pt x="11583" y="86327"/>
                </a:cubicBezTo>
                <a:cubicBezTo>
                  <a:pt x="11538" y="85635"/>
                  <a:pt x="11553" y="84973"/>
                  <a:pt x="11656" y="84340"/>
                </a:cubicBezTo>
                <a:cubicBezTo>
                  <a:pt x="11730" y="83810"/>
                  <a:pt x="11847" y="83280"/>
                  <a:pt x="12039" y="82736"/>
                </a:cubicBezTo>
                <a:cubicBezTo>
                  <a:pt x="12362" y="81735"/>
                  <a:pt x="12907" y="80720"/>
                  <a:pt x="13599" y="79719"/>
                </a:cubicBezTo>
                <a:cubicBezTo>
                  <a:pt x="14467" y="78468"/>
                  <a:pt x="15527" y="77350"/>
                  <a:pt x="16763" y="76364"/>
                </a:cubicBezTo>
                <a:cubicBezTo>
                  <a:pt x="17204" y="76010"/>
                  <a:pt x="17660" y="75657"/>
                  <a:pt x="18131" y="75333"/>
                </a:cubicBezTo>
                <a:cubicBezTo>
                  <a:pt x="18735" y="74892"/>
                  <a:pt x="19353" y="74421"/>
                  <a:pt x="19927" y="73935"/>
                </a:cubicBezTo>
                <a:cubicBezTo>
                  <a:pt x="20236" y="73656"/>
                  <a:pt x="20530" y="73376"/>
                  <a:pt x="20795" y="73097"/>
                </a:cubicBezTo>
                <a:cubicBezTo>
                  <a:pt x="21472" y="72346"/>
                  <a:pt x="21987" y="71522"/>
                  <a:pt x="22252" y="70712"/>
                </a:cubicBezTo>
                <a:cubicBezTo>
                  <a:pt x="22487" y="69977"/>
                  <a:pt x="22546" y="69197"/>
                  <a:pt x="22414" y="68387"/>
                </a:cubicBezTo>
                <a:cubicBezTo>
                  <a:pt x="22075" y="66430"/>
                  <a:pt x="20501" y="64929"/>
                  <a:pt x="19103" y="63634"/>
                </a:cubicBezTo>
                <a:cubicBezTo>
                  <a:pt x="18749" y="63295"/>
                  <a:pt x="18426" y="62986"/>
                  <a:pt x="18131" y="62677"/>
                </a:cubicBezTo>
                <a:cubicBezTo>
                  <a:pt x="16026" y="60501"/>
                  <a:pt x="14842" y="58406"/>
                  <a:pt x="14526" y="56275"/>
                </a:cubicBezTo>
                <a:lnTo>
                  <a:pt x="14526" y="56275"/>
                </a:lnTo>
                <a:cubicBezTo>
                  <a:pt x="14493" y="56297"/>
                  <a:pt x="14460" y="56320"/>
                  <a:pt x="14429" y="56346"/>
                </a:cubicBezTo>
                <a:lnTo>
                  <a:pt x="14429" y="56346"/>
                </a:lnTo>
                <a:cubicBezTo>
                  <a:pt x="14418" y="56279"/>
                  <a:pt x="14408" y="56212"/>
                  <a:pt x="14399" y="56145"/>
                </a:cubicBezTo>
                <a:close/>
                <a:moveTo>
                  <a:pt x="14423" y="0"/>
                </a:moveTo>
                <a:lnTo>
                  <a:pt x="14379" y="44"/>
                </a:lnTo>
                <a:cubicBezTo>
                  <a:pt x="15527" y="2281"/>
                  <a:pt x="15733" y="5122"/>
                  <a:pt x="14923" y="7785"/>
                </a:cubicBezTo>
                <a:cubicBezTo>
                  <a:pt x="14202" y="10155"/>
                  <a:pt x="12701" y="12421"/>
                  <a:pt x="10567" y="14334"/>
                </a:cubicBezTo>
                <a:cubicBezTo>
                  <a:pt x="10126" y="14731"/>
                  <a:pt x="9640" y="15129"/>
                  <a:pt x="9184" y="15511"/>
                </a:cubicBezTo>
                <a:cubicBezTo>
                  <a:pt x="8374" y="16174"/>
                  <a:pt x="7535" y="16865"/>
                  <a:pt x="6814" y="17660"/>
                </a:cubicBezTo>
                <a:cubicBezTo>
                  <a:pt x="6064" y="18514"/>
                  <a:pt x="4813" y="20221"/>
                  <a:pt x="5004" y="22207"/>
                </a:cubicBezTo>
                <a:cubicBezTo>
                  <a:pt x="5210" y="24223"/>
                  <a:pt x="6844" y="25813"/>
                  <a:pt x="8271" y="27196"/>
                </a:cubicBezTo>
                <a:lnTo>
                  <a:pt x="8418" y="27343"/>
                </a:lnTo>
                <a:cubicBezTo>
                  <a:pt x="10302" y="29183"/>
                  <a:pt x="12760" y="31905"/>
                  <a:pt x="13098" y="35099"/>
                </a:cubicBezTo>
                <a:cubicBezTo>
                  <a:pt x="12024" y="36026"/>
                  <a:pt x="11215" y="37056"/>
                  <a:pt x="10670" y="38175"/>
                </a:cubicBezTo>
                <a:cubicBezTo>
                  <a:pt x="9611" y="40456"/>
                  <a:pt x="9890" y="43119"/>
                  <a:pt x="11376" y="44723"/>
                </a:cubicBezTo>
                <a:cubicBezTo>
                  <a:pt x="11391" y="44738"/>
                  <a:pt x="11406" y="44782"/>
                  <a:pt x="11450" y="44797"/>
                </a:cubicBezTo>
                <a:lnTo>
                  <a:pt x="11509" y="44753"/>
                </a:lnTo>
                <a:cubicBezTo>
                  <a:pt x="11538" y="44782"/>
                  <a:pt x="11597" y="44782"/>
                  <a:pt x="11627" y="44797"/>
                </a:cubicBezTo>
                <a:cubicBezTo>
                  <a:pt x="11656" y="44812"/>
                  <a:pt x="11671" y="44856"/>
                  <a:pt x="11700" y="44871"/>
                </a:cubicBezTo>
                <a:lnTo>
                  <a:pt x="11744" y="44826"/>
                </a:lnTo>
                <a:cubicBezTo>
                  <a:pt x="11803" y="44856"/>
                  <a:pt x="11847" y="44871"/>
                  <a:pt x="11892" y="44885"/>
                </a:cubicBezTo>
                <a:lnTo>
                  <a:pt x="11950" y="44944"/>
                </a:lnTo>
                <a:lnTo>
                  <a:pt x="11980" y="44900"/>
                </a:lnTo>
                <a:cubicBezTo>
                  <a:pt x="12053" y="44929"/>
                  <a:pt x="12112" y="44959"/>
                  <a:pt x="12186" y="44974"/>
                </a:cubicBezTo>
                <a:lnTo>
                  <a:pt x="12201" y="45003"/>
                </a:lnTo>
                <a:lnTo>
                  <a:pt x="12215" y="44974"/>
                </a:lnTo>
                <a:cubicBezTo>
                  <a:pt x="12716" y="45180"/>
                  <a:pt x="13172" y="45474"/>
                  <a:pt x="13599" y="45827"/>
                </a:cubicBezTo>
                <a:cubicBezTo>
                  <a:pt x="13599" y="45827"/>
                  <a:pt x="13613" y="45827"/>
                  <a:pt x="13613" y="45842"/>
                </a:cubicBezTo>
                <a:lnTo>
                  <a:pt x="13672" y="45901"/>
                </a:lnTo>
                <a:cubicBezTo>
                  <a:pt x="14040" y="46224"/>
                  <a:pt x="14379" y="46636"/>
                  <a:pt x="14644" y="47078"/>
                </a:cubicBezTo>
                <a:cubicBezTo>
                  <a:pt x="14717" y="47210"/>
                  <a:pt x="14791" y="47328"/>
                  <a:pt x="14850" y="47461"/>
                </a:cubicBezTo>
                <a:cubicBezTo>
                  <a:pt x="14997" y="47770"/>
                  <a:pt x="15129" y="48108"/>
                  <a:pt x="15203" y="48432"/>
                </a:cubicBezTo>
                <a:cubicBezTo>
                  <a:pt x="15335" y="49006"/>
                  <a:pt x="15379" y="49609"/>
                  <a:pt x="15306" y="50198"/>
                </a:cubicBezTo>
                <a:cubicBezTo>
                  <a:pt x="15262" y="50639"/>
                  <a:pt x="15159" y="51066"/>
                  <a:pt x="15011" y="51493"/>
                </a:cubicBezTo>
                <a:cubicBezTo>
                  <a:pt x="14997" y="51566"/>
                  <a:pt x="14967" y="51640"/>
                  <a:pt x="14923" y="51714"/>
                </a:cubicBezTo>
                <a:cubicBezTo>
                  <a:pt x="14864" y="51861"/>
                  <a:pt x="14820" y="51993"/>
                  <a:pt x="14747" y="52140"/>
                </a:cubicBezTo>
                <a:cubicBezTo>
                  <a:pt x="14599" y="52435"/>
                  <a:pt x="14423" y="52729"/>
                  <a:pt x="14261" y="53023"/>
                </a:cubicBezTo>
                <a:cubicBezTo>
                  <a:pt x="14261" y="53038"/>
                  <a:pt x="14246" y="53053"/>
                  <a:pt x="14246" y="53053"/>
                </a:cubicBezTo>
                <a:cubicBezTo>
                  <a:pt x="14202" y="53126"/>
                  <a:pt x="14158" y="53200"/>
                  <a:pt x="14099" y="53274"/>
                </a:cubicBezTo>
                <a:cubicBezTo>
                  <a:pt x="14011" y="53421"/>
                  <a:pt x="13893" y="53583"/>
                  <a:pt x="13805" y="53730"/>
                </a:cubicBezTo>
                <a:cubicBezTo>
                  <a:pt x="13658" y="53921"/>
                  <a:pt x="13525" y="54127"/>
                  <a:pt x="13393" y="54318"/>
                </a:cubicBezTo>
                <a:cubicBezTo>
                  <a:pt x="13275" y="54495"/>
                  <a:pt x="13142" y="54672"/>
                  <a:pt x="13010" y="54863"/>
                </a:cubicBezTo>
                <a:lnTo>
                  <a:pt x="12627" y="55349"/>
                </a:lnTo>
                <a:cubicBezTo>
                  <a:pt x="12495" y="55496"/>
                  <a:pt x="12362" y="55672"/>
                  <a:pt x="12259" y="55834"/>
                </a:cubicBezTo>
                <a:cubicBezTo>
                  <a:pt x="12127" y="55981"/>
                  <a:pt x="11995" y="56129"/>
                  <a:pt x="11892" y="56290"/>
                </a:cubicBezTo>
                <a:cubicBezTo>
                  <a:pt x="11759" y="56438"/>
                  <a:pt x="11627" y="56585"/>
                  <a:pt x="11524" y="56732"/>
                </a:cubicBezTo>
                <a:cubicBezTo>
                  <a:pt x="11391" y="56879"/>
                  <a:pt x="11288" y="57026"/>
                  <a:pt x="11156" y="57173"/>
                </a:cubicBezTo>
                <a:cubicBezTo>
                  <a:pt x="11023" y="57306"/>
                  <a:pt x="10920" y="57453"/>
                  <a:pt x="10803" y="57600"/>
                </a:cubicBezTo>
                <a:cubicBezTo>
                  <a:pt x="10670" y="57733"/>
                  <a:pt x="10567" y="57880"/>
                  <a:pt x="10449" y="58027"/>
                </a:cubicBezTo>
                <a:cubicBezTo>
                  <a:pt x="10332" y="58145"/>
                  <a:pt x="10214" y="58292"/>
                  <a:pt x="10111" y="58439"/>
                </a:cubicBezTo>
                <a:cubicBezTo>
                  <a:pt x="9978" y="58571"/>
                  <a:pt x="9861" y="58719"/>
                  <a:pt x="9758" y="58866"/>
                </a:cubicBezTo>
                <a:cubicBezTo>
                  <a:pt x="9625" y="58998"/>
                  <a:pt x="9522" y="59145"/>
                  <a:pt x="9404" y="59278"/>
                </a:cubicBezTo>
                <a:cubicBezTo>
                  <a:pt x="9272" y="59396"/>
                  <a:pt x="9169" y="59528"/>
                  <a:pt x="9051" y="59675"/>
                </a:cubicBezTo>
                <a:cubicBezTo>
                  <a:pt x="8728" y="60028"/>
                  <a:pt x="8448" y="60411"/>
                  <a:pt x="8271" y="60867"/>
                </a:cubicBezTo>
                <a:cubicBezTo>
                  <a:pt x="7771" y="62089"/>
                  <a:pt x="8051" y="63590"/>
                  <a:pt x="8934" y="64532"/>
                </a:cubicBezTo>
                <a:cubicBezTo>
                  <a:pt x="9699" y="65341"/>
                  <a:pt x="10803" y="65724"/>
                  <a:pt x="11877" y="66092"/>
                </a:cubicBezTo>
                <a:cubicBezTo>
                  <a:pt x="11995" y="66150"/>
                  <a:pt x="12142" y="66195"/>
                  <a:pt x="12274" y="66239"/>
                </a:cubicBezTo>
                <a:cubicBezTo>
                  <a:pt x="13157" y="66562"/>
                  <a:pt x="14261" y="67004"/>
                  <a:pt x="15188" y="67740"/>
                </a:cubicBezTo>
                <a:cubicBezTo>
                  <a:pt x="16100" y="68490"/>
                  <a:pt x="16689" y="69476"/>
                  <a:pt x="16822" y="70477"/>
                </a:cubicBezTo>
                <a:cubicBezTo>
                  <a:pt x="17042" y="72346"/>
                  <a:pt x="15600" y="74038"/>
                  <a:pt x="14099" y="74892"/>
                </a:cubicBezTo>
                <a:cubicBezTo>
                  <a:pt x="12907" y="75569"/>
                  <a:pt x="11524" y="75907"/>
                  <a:pt x="10199" y="76231"/>
                </a:cubicBezTo>
                <a:cubicBezTo>
                  <a:pt x="9758" y="76349"/>
                  <a:pt x="9301" y="76452"/>
                  <a:pt x="8860" y="76584"/>
                </a:cubicBezTo>
                <a:cubicBezTo>
                  <a:pt x="7050" y="77085"/>
                  <a:pt x="5328" y="77820"/>
                  <a:pt x="3709" y="78718"/>
                </a:cubicBezTo>
                <a:cubicBezTo>
                  <a:pt x="2090" y="79616"/>
                  <a:pt x="133" y="81146"/>
                  <a:pt x="45" y="83266"/>
                </a:cubicBezTo>
                <a:cubicBezTo>
                  <a:pt x="1" y="84046"/>
                  <a:pt x="251" y="84840"/>
                  <a:pt x="501" y="85576"/>
                </a:cubicBezTo>
                <a:cubicBezTo>
                  <a:pt x="1075" y="87254"/>
                  <a:pt x="1752" y="88931"/>
                  <a:pt x="2502" y="90521"/>
                </a:cubicBezTo>
                <a:lnTo>
                  <a:pt x="2561" y="90491"/>
                </a:lnTo>
                <a:cubicBezTo>
                  <a:pt x="1796" y="88887"/>
                  <a:pt x="1134" y="87239"/>
                  <a:pt x="560" y="85561"/>
                </a:cubicBezTo>
                <a:cubicBezTo>
                  <a:pt x="295" y="84825"/>
                  <a:pt x="60" y="84046"/>
                  <a:pt x="104" y="83266"/>
                </a:cubicBezTo>
                <a:cubicBezTo>
                  <a:pt x="192" y="81205"/>
                  <a:pt x="2120" y="79675"/>
                  <a:pt x="3724" y="78777"/>
                </a:cubicBezTo>
                <a:cubicBezTo>
                  <a:pt x="5343" y="77850"/>
                  <a:pt x="7065" y="77129"/>
                  <a:pt x="8860" y="76643"/>
                </a:cubicBezTo>
                <a:cubicBezTo>
                  <a:pt x="9301" y="76511"/>
                  <a:pt x="9758" y="76393"/>
                  <a:pt x="10199" y="76290"/>
                </a:cubicBezTo>
                <a:cubicBezTo>
                  <a:pt x="11524" y="75952"/>
                  <a:pt x="12907" y="75613"/>
                  <a:pt x="14114" y="74921"/>
                </a:cubicBezTo>
                <a:cubicBezTo>
                  <a:pt x="15644" y="74068"/>
                  <a:pt x="17101" y="72346"/>
                  <a:pt x="16880" y="70462"/>
                </a:cubicBezTo>
                <a:cubicBezTo>
                  <a:pt x="16763" y="69447"/>
                  <a:pt x="16159" y="68431"/>
                  <a:pt x="15217" y="67681"/>
                </a:cubicBezTo>
                <a:cubicBezTo>
                  <a:pt x="14305" y="66930"/>
                  <a:pt x="13172" y="66489"/>
                  <a:pt x="12289" y="66165"/>
                </a:cubicBezTo>
                <a:cubicBezTo>
                  <a:pt x="12171" y="66121"/>
                  <a:pt x="12024" y="66077"/>
                  <a:pt x="11892" y="66018"/>
                </a:cubicBezTo>
                <a:cubicBezTo>
                  <a:pt x="10847" y="65650"/>
                  <a:pt x="9743" y="65282"/>
                  <a:pt x="8978" y="64473"/>
                </a:cubicBezTo>
                <a:cubicBezTo>
                  <a:pt x="8095" y="63546"/>
                  <a:pt x="7845" y="62074"/>
                  <a:pt x="8315" y="60897"/>
                </a:cubicBezTo>
                <a:cubicBezTo>
                  <a:pt x="8448" y="60602"/>
                  <a:pt x="8595" y="60337"/>
                  <a:pt x="8786" y="60102"/>
                </a:cubicBezTo>
                <a:lnTo>
                  <a:pt x="8786" y="60102"/>
                </a:lnTo>
                <a:cubicBezTo>
                  <a:pt x="8713" y="60234"/>
                  <a:pt x="8654" y="60337"/>
                  <a:pt x="8595" y="60485"/>
                </a:cubicBezTo>
                <a:cubicBezTo>
                  <a:pt x="8124" y="61647"/>
                  <a:pt x="8374" y="63075"/>
                  <a:pt x="9228" y="64075"/>
                </a:cubicBezTo>
                <a:cubicBezTo>
                  <a:pt x="10037" y="65032"/>
                  <a:pt x="11259" y="65532"/>
                  <a:pt x="12436" y="66003"/>
                </a:cubicBezTo>
                <a:lnTo>
                  <a:pt x="12583" y="66062"/>
                </a:lnTo>
                <a:cubicBezTo>
                  <a:pt x="12804" y="66150"/>
                  <a:pt x="13010" y="66224"/>
                  <a:pt x="13201" y="66312"/>
                </a:cubicBezTo>
                <a:cubicBezTo>
                  <a:pt x="14173" y="66739"/>
                  <a:pt x="14938" y="67225"/>
                  <a:pt x="15571" y="67784"/>
                </a:cubicBezTo>
                <a:cubicBezTo>
                  <a:pt x="16189" y="68358"/>
                  <a:pt x="16983" y="69300"/>
                  <a:pt x="17101" y="70506"/>
                </a:cubicBezTo>
                <a:cubicBezTo>
                  <a:pt x="17204" y="71669"/>
                  <a:pt x="16704" y="72861"/>
                  <a:pt x="15674" y="73891"/>
                </a:cubicBezTo>
                <a:cubicBezTo>
                  <a:pt x="15291" y="74259"/>
                  <a:pt x="14864" y="74598"/>
                  <a:pt x="14393" y="74848"/>
                </a:cubicBezTo>
                <a:cubicBezTo>
                  <a:pt x="13216" y="75510"/>
                  <a:pt x="11892" y="75878"/>
                  <a:pt x="10582" y="76216"/>
                </a:cubicBezTo>
                <a:cubicBezTo>
                  <a:pt x="10140" y="76319"/>
                  <a:pt x="9699" y="76452"/>
                  <a:pt x="9257" y="76584"/>
                </a:cubicBezTo>
                <a:cubicBezTo>
                  <a:pt x="7491" y="77114"/>
                  <a:pt x="5799" y="77850"/>
                  <a:pt x="4224" y="78792"/>
                </a:cubicBezTo>
                <a:cubicBezTo>
                  <a:pt x="2826" y="79616"/>
                  <a:pt x="1811" y="80514"/>
                  <a:pt x="1237" y="81470"/>
                </a:cubicBezTo>
                <a:cubicBezTo>
                  <a:pt x="869" y="82059"/>
                  <a:pt x="692" y="82692"/>
                  <a:pt x="648" y="83310"/>
                </a:cubicBezTo>
                <a:cubicBezTo>
                  <a:pt x="619" y="84104"/>
                  <a:pt x="839" y="84899"/>
                  <a:pt x="1075" y="85620"/>
                </a:cubicBezTo>
                <a:cubicBezTo>
                  <a:pt x="1619" y="87283"/>
                  <a:pt x="2282" y="88946"/>
                  <a:pt x="3047" y="90521"/>
                </a:cubicBezTo>
                <a:lnTo>
                  <a:pt x="3091" y="90491"/>
                </a:lnTo>
                <a:cubicBezTo>
                  <a:pt x="2341" y="88902"/>
                  <a:pt x="1678" y="87268"/>
                  <a:pt x="1134" y="85591"/>
                </a:cubicBezTo>
                <a:cubicBezTo>
                  <a:pt x="884" y="84884"/>
                  <a:pt x="663" y="84090"/>
                  <a:pt x="707" y="83310"/>
                </a:cubicBezTo>
                <a:cubicBezTo>
                  <a:pt x="736" y="82692"/>
                  <a:pt x="928" y="82088"/>
                  <a:pt x="1281" y="81500"/>
                </a:cubicBezTo>
                <a:cubicBezTo>
                  <a:pt x="1840" y="80543"/>
                  <a:pt x="2841" y="79631"/>
                  <a:pt x="4239" y="78821"/>
                </a:cubicBezTo>
                <a:cubicBezTo>
                  <a:pt x="5814" y="77909"/>
                  <a:pt x="7506" y="77158"/>
                  <a:pt x="9272" y="76643"/>
                </a:cubicBezTo>
                <a:cubicBezTo>
                  <a:pt x="9714" y="76511"/>
                  <a:pt x="10155" y="76378"/>
                  <a:pt x="10597" y="76275"/>
                </a:cubicBezTo>
                <a:cubicBezTo>
                  <a:pt x="11892" y="75922"/>
                  <a:pt x="13231" y="75569"/>
                  <a:pt x="14423" y="74892"/>
                </a:cubicBezTo>
                <a:cubicBezTo>
                  <a:pt x="14908" y="74612"/>
                  <a:pt x="15335" y="74303"/>
                  <a:pt x="15718" y="73921"/>
                </a:cubicBezTo>
                <a:cubicBezTo>
                  <a:pt x="16763" y="72891"/>
                  <a:pt x="17278" y="71669"/>
                  <a:pt x="17145" y="70477"/>
                </a:cubicBezTo>
                <a:cubicBezTo>
                  <a:pt x="17028" y="69241"/>
                  <a:pt x="16233" y="68299"/>
                  <a:pt x="15585" y="67710"/>
                </a:cubicBezTo>
                <a:cubicBezTo>
                  <a:pt x="14967" y="67166"/>
                  <a:pt x="14187" y="66665"/>
                  <a:pt x="13201" y="66239"/>
                </a:cubicBezTo>
                <a:cubicBezTo>
                  <a:pt x="13010" y="66165"/>
                  <a:pt x="12804" y="66077"/>
                  <a:pt x="12583" y="65989"/>
                </a:cubicBezTo>
                <a:lnTo>
                  <a:pt x="12436" y="65930"/>
                </a:lnTo>
                <a:cubicBezTo>
                  <a:pt x="11259" y="65459"/>
                  <a:pt x="10067" y="64958"/>
                  <a:pt x="9257" y="64017"/>
                </a:cubicBezTo>
                <a:cubicBezTo>
                  <a:pt x="8433" y="63045"/>
                  <a:pt x="8168" y="61632"/>
                  <a:pt x="8654" y="60499"/>
                </a:cubicBezTo>
                <a:cubicBezTo>
                  <a:pt x="8757" y="60205"/>
                  <a:pt x="8934" y="59955"/>
                  <a:pt x="9095" y="59719"/>
                </a:cubicBezTo>
                <a:lnTo>
                  <a:pt x="9095" y="59719"/>
                </a:lnTo>
                <a:cubicBezTo>
                  <a:pt x="9022" y="59837"/>
                  <a:pt x="8963" y="59970"/>
                  <a:pt x="8904" y="60102"/>
                </a:cubicBezTo>
                <a:cubicBezTo>
                  <a:pt x="8463" y="61206"/>
                  <a:pt x="8683" y="62589"/>
                  <a:pt x="9478" y="63619"/>
                </a:cubicBezTo>
                <a:cubicBezTo>
                  <a:pt x="10287" y="64664"/>
                  <a:pt x="11480" y="65267"/>
                  <a:pt x="12848" y="65900"/>
                </a:cubicBezTo>
                <a:cubicBezTo>
                  <a:pt x="13084" y="66003"/>
                  <a:pt x="13290" y="66092"/>
                  <a:pt x="13466" y="66195"/>
                </a:cubicBezTo>
                <a:cubicBezTo>
                  <a:pt x="14467" y="66665"/>
                  <a:pt x="15276" y="67225"/>
                  <a:pt x="15894" y="67828"/>
                </a:cubicBezTo>
                <a:cubicBezTo>
                  <a:pt x="16777" y="68711"/>
                  <a:pt x="17263" y="69609"/>
                  <a:pt x="17337" y="70506"/>
                </a:cubicBezTo>
                <a:cubicBezTo>
                  <a:pt x="17425" y="71654"/>
                  <a:pt x="16925" y="72832"/>
                  <a:pt x="15924" y="73847"/>
                </a:cubicBezTo>
                <a:cubicBezTo>
                  <a:pt x="15556" y="74215"/>
                  <a:pt x="15129" y="74539"/>
                  <a:pt x="14673" y="74804"/>
                </a:cubicBezTo>
                <a:cubicBezTo>
                  <a:pt x="13525" y="75466"/>
                  <a:pt x="12245" y="75834"/>
                  <a:pt x="10994" y="76172"/>
                </a:cubicBezTo>
                <a:cubicBezTo>
                  <a:pt x="10552" y="76305"/>
                  <a:pt x="10081" y="76437"/>
                  <a:pt x="9625" y="76584"/>
                </a:cubicBezTo>
                <a:cubicBezTo>
                  <a:pt x="7903" y="77129"/>
                  <a:pt x="6240" y="77894"/>
                  <a:pt x="4680" y="78851"/>
                </a:cubicBezTo>
                <a:cubicBezTo>
                  <a:pt x="3312" y="79689"/>
                  <a:pt x="2341" y="80587"/>
                  <a:pt x="1767" y="81544"/>
                </a:cubicBezTo>
                <a:cubicBezTo>
                  <a:pt x="1428" y="82132"/>
                  <a:pt x="1222" y="82765"/>
                  <a:pt x="1207" y="83383"/>
                </a:cubicBezTo>
                <a:cubicBezTo>
                  <a:pt x="1163" y="84178"/>
                  <a:pt x="1369" y="84958"/>
                  <a:pt x="1605" y="85694"/>
                </a:cubicBezTo>
                <a:cubicBezTo>
                  <a:pt x="2135" y="87357"/>
                  <a:pt x="2782" y="89005"/>
                  <a:pt x="3518" y="90565"/>
                </a:cubicBezTo>
                <a:lnTo>
                  <a:pt x="3577" y="90521"/>
                </a:lnTo>
                <a:cubicBezTo>
                  <a:pt x="2826" y="88975"/>
                  <a:pt x="2179" y="87342"/>
                  <a:pt x="1664" y="85650"/>
                </a:cubicBezTo>
                <a:cubicBezTo>
                  <a:pt x="1443" y="84928"/>
                  <a:pt x="1222" y="84163"/>
                  <a:pt x="1252" y="83383"/>
                </a:cubicBezTo>
                <a:cubicBezTo>
                  <a:pt x="1296" y="82780"/>
                  <a:pt x="1472" y="82177"/>
                  <a:pt x="1825" y="81588"/>
                </a:cubicBezTo>
                <a:cubicBezTo>
                  <a:pt x="2385" y="80631"/>
                  <a:pt x="3356" y="79734"/>
                  <a:pt x="4710" y="78895"/>
                </a:cubicBezTo>
                <a:cubicBezTo>
                  <a:pt x="6285" y="77938"/>
                  <a:pt x="7933" y="77188"/>
                  <a:pt x="9640" y="76643"/>
                </a:cubicBezTo>
                <a:cubicBezTo>
                  <a:pt x="10081" y="76496"/>
                  <a:pt x="10552" y="76364"/>
                  <a:pt x="10994" y="76231"/>
                </a:cubicBezTo>
                <a:cubicBezTo>
                  <a:pt x="12245" y="75878"/>
                  <a:pt x="13525" y="75510"/>
                  <a:pt x="14673" y="74848"/>
                </a:cubicBezTo>
                <a:cubicBezTo>
                  <a:pt x="15129" y="74583"/>
                  <a:pt x="15556" y="74259"/>
                  <a:pt x="15939" y="73877"/>
                </a:cubicBezTo>
                <a:cubicBezTo>
                  <a:pt x="16969" y="72861"/>
                  <a:pt x="17484" y="71669"/>
                  <a:pt x="17366" y="70506"/>
                </a:cubicBezTo>
                <a:cubicBezTo>
                  <a:pt x="17293" y="69594"/>
                  <a:pt x="16807" y="68667"/>
                  <a:pt x="15924" y="67769"/>
                </a:cubicBezTo>
                <a:cubicBezTo>
                  <a:pt x="15291" y="67151"/>
                  <a:pt x="14482" y="66592"/>
                  <a:pt x="13466" y="66121"/>
                </a:cubicBezTo>
                <a:cubicBezTo>
                  <a:pt x="13290" y="66018"/>
                  <a:pt x="13084" y="65930"/>
                  <a:pt x="12848" y="65827"/>
                </a:cubicBezTo>
                <a:cubicBezTo>
                  <a:pt x="11480" y="65194"/>
                  <a:pt x="10302" y="64590"/>
                  <a:pt x="9493" y="63560"/>
                </a:cubicBezTo>
                <a:cubicBezTo>
                  <a:pt x="8713" y="62545"/>
                  <a:pt x="8492" y="61206"/>
                  <a:pt x="8934" y="60117"/>
                </a:cubicBezTo>
                <a:cubicBezTo>
                  <a:pt x="9022" y="59896"/>
                  <a:pt x="9110" y="59719"/>
                  <a:pt x="9243" y="59528"/>
                </a:cubicBezTo>
                <a:lnTo>
                  <a:pt x="9316" y="59454"/>
                </a:lnTo>
                <a:lnTo>
                  <a:pt x="9316" y="59454"/>
                </a:lnTo>
                <a:cubicBezTo>
                  <a:pt x="9272" y="59543"/>
                  <a:pt x="9243" y="59616"/>
                  <a:pt x="9198" y="59719"/>
                </a:cubicBezTo>
                <a:cubicBezTo>
                  <a:pt x="8786" y="60779"/>
                  <a:pt x="8978" y="62089"/>
                  <a:pt x="9743" y="63134"/>
                </a:cubicBezTo>
                <a:cubicBezTo>
                  <a:pt x="10508" y="64223"/>
                  <a:pt x="11656" y="64958"/>
                  <a:pt x="13128" y="65709"/>
                </a:cubicBezTo>
                <a:cubicBezTo>
                  <a:pt x="13349" y="65827"/>
                  <a:pt x="13540" y="65930"/>
                  <a:pt x="13761" y="66047"/>
                </a:cubicBezTo>
                <a:cubicBezTo>
                  <a:pt x="14791" y="66577"/>
                  <a:pt x="15630" y="67195"/>
                  <a:pt x="16233" y="67858"/>
                </a:cubicBezTo>
                <a:cubicBezTo>
                  <a:pt x="17072" y="68799"/>
                  <a:pt x="17513" y="69668"/>
                  <a:pt x="17572" y="70536"/>
                </a:cubicBezTo>
                <a:cubicBezTo>
                  <a:pt x="17646" y="71654"/>
                  <a:pt x="17145" y="72817"/>
                  <a:pt x="16159" y="73788"/>
                </a:cubicBezTo>
                <a:cubicBezTo>
                  <a:pt x="15791" y="74156"/>
                  <a:pt x="15379" y="74465"/>
                  <a:pt x="14923" y="74745"/>
                </a:cubicBezTo>
                <a:cubicBezTo>
                  <a:pt x="13819" y="75392"/>
                  <a:pt x="12569" y="75775"/>
                  <a:pt x="11376" y="76143"/>
                </a:cubicBezTo>
                <a:cubicBezTo>
                  <a:pt x="10935" y="76275"/>
                  <a:pt x="10479" y="76422"/>
                  <a:pt x="10008" y="76570"/>
                </a:cubicBezTo>
                <a:cubicBezTo>
                  <a:pt x="8315" y="77129"/>
                  <a:pt x="6697" y="77924"/>
                  <a:pt x="5181" y="78895"/>
                </a:cubicBezTo>
                <a:cubicBezTo>
                  <a:pt x="3856" y="79748"/>
                  <a:pt x="2900" y="80661"/>
                  <a:pt x="2341" y="81617"/>
                </a:cubicBezTo>
                <a:cubicBezTo>
                  <a:pt x="2017" y="82206"/>
                  <a:pt x="1811" y="82824"/>
                  <a:pt x="1767" y="83442"/>
                </a:cubicBezTo>
                <a:cubicBezTo>
                  <a:pt x="1722" y="84237"/>
                  <a:pt x="1943" y="85032"/>
                  <a:pt x="2135" y="85723"/>
                </a:cubicBezTo>
                <a:cubicBezTo>
                  <a:pt x="2635" y="87401"/>
                  <a:pt x="3282" y="89034"/>
                  <a:pt x="4018" y="90565"/>
                </a:cubicBezTo>
                <a:lnTo>
                  <a:pt x="4077" y="90521"/>
                </a:lnTo>
                <a:cubicBezTo>
                  <a:pt x="3341" y="89005"/>
                  <a:pt x="2694" y="87357"/>
                  <a:pt x="2193" y="85694"/>
                </a:cubicBezTo>
                <a:cubicBezTo>
                  <a:pt x="1987" y="85002"/>
                  <a:pt x="1767" y="84222"/>
                  <a:pt x="1825" y="83442"/>
                </a:cubicBezTo>
                <a:cubicBezTo>
                  <a:pt x="1870" y="82839"/>
                  <a:pt x="2046" y="82235"/>
                  <a:pt x="2385" y="81661"/>
                </a:cubicBezTo>
                <a:cubicBezTo>
                  <a:pt x="2929" y="80705"/>
                  <a:pt x="3871" y="79807"/>
                  <a:pt x="5181" y="78954"/>
                </a:cubicBezTo>
                <a:cubicBezTo>
                  <a:pt x="6697" y="77982"/>
                  <a:pt x="8315" y="77188"/>
                  <a:pt x="9993" y="76614"/>
                </a:cubicBezTo>
                <a:cubicBezTo>
                  <a:pt x="10435" y="76467"/>
                  <a:pt x="10891" y="76319"/>
                  <a:pt x="11362" y="76202"/>
                </a:cubicBezTo>
                <a:cubicBezTo>
                  <a:pt x="12569" y="75834"/>
                  <a:pt x="13819" y="75466"/>
                  <a:pt x="14923" y="74804"/>
                </a:cubicBezTo>
                <a:cubicBezTo>
                  <a:pt x="15379" y="74524"/>
                  <a:pt x="15806" y="74215"/>
                  <a:pt x="16174" y="73847"/>
                </a:cubicBezTo>
                <a:cubicBezTo>
                  <a:pt x="17190" y="72846"/>
                  <a:pt x="17705" y="71669"/>
                  <a:pt x="17616" y="70536"/>
                </a:cubicBezTo>
                <a:cubicBezTo>
                  <a:pt x="17557" y="69653"/>
                  <a:pt x="17116" y="68770"/>
                  <a:pt x="16248" y="67828"/>
                </a:cubicBezTo>
                <a:cubicBezTo>
                  <a:pt x="15630" y="67151"/>
                  <a:pt x="14791" y="66518"/>
                  <a:pt x="13761" y="65989"/>
                </a:cubicBezTo>
                <a:cubicBezTo>
                  <a:pt x="13540" y="65871"/>
                  <a:pt x="13349" y="65768"/>
                  <a:pt x="13128" y="65650"/>
                </a:cubicBezTo>
                <a:cubicBezTo>
                  <a:pt x="11656" y="64900"/>
                  <a:pt x="10523" y="64178"/>
                  <a:pt x="9758" y="63104"/>
                </a:cubicBezTo>
                <a:cubicBezTo>
                  <a:pt x="9022" y="62074"/>
                  <a:pt x="8816" y="60779"/>
                  <a:pt x="9228" y="59734"/>
                </a:cubicBezTo>
                <a:cubicBezTo>
                  <a:pt x="9272" y="59587"/>
                  <a:pt x="9331" y="59454"/>
                  <a:pt x="9404" y="59322"/>
                </a:cubicBezTo>
                <a:cubicBezTo>
                  <a:pt x="9449" y="59293"/>
                  <a:pt x="9478" y="59248"/>
                  <a:pt x="9537" y="59234"/>
                </a:cubicBezTo>
                <a:lnTo>
                  <a:pt x="9537" y="59234"/>
                </a:lnTo>
                <a:cubicBezTo>
                  <a:pt x="9522" y="59278"/>
                  <a:pt x="9522" y="59293"/>
                  <a:pt x="9493" y="59322"/>
                </a:cubicBezTo>
                <a:cubicBezTo>
                  <a:pt x="9095" y="60337"/>
                  <a:pt x="9272" y="61603"/>
                  <a:pt x="9993" y="62677"/>
                </a:cubicBezTo>
                <a:cubicBezTo>
                  <a:pt x="10861" y="64002"/>
                  <a:pt x="12201" y="64870"/>
                  <a:pt x="13393" y="65547"/>
                </a:cubicBezTo>
                <a:lnTo>
                  <a:pt x="13584" y="65635"/>
                </a:lnTo>
                <a:lnTo>
                  <a:pt x="14084" y="65915"/>
                </a:lnTo>
                <a:cubicBezTo>
                  <a:pt x="15129" y="66504"/>
                  <a:pt x="15997" y="67181"/>
                  <a:pt x="16601" y="67916"/>
                </a:cubicBezTo>
                <a:cubicBezTo>
                  <a:pt x="17145" y="68579"/>
                  <a:pt x="17793" y="69476"/>
                  <a:pt x="17852" y="70565"/>
                </a:cubicBezTo>
                <a:cubicBezTo>
                  <a:pt x="17911" y="71669"/>
                  <a:pt x="17396" y="72817"/>
                  <a:pt x="16439" y="73773"/>
                </a:cubicBezTo>
                <a:cubicBezTo>
                  <a:pt x="16071" y="74112"/>
                  <a:pt x="15659" y="74450"/>
                  <a:pt x="15217" y="74701"/>
                </a:cubicBezTo>
                <a:cubicBezTo>
                  <a:pt x="14158" y="75348"/>
                  <a:pt x="12936" y="75731"/>
                  <a:pt x="11774" y="76099"/>
                </a:cubicBezTo>
                <a:cubicBezTo>
                  <a:pt x="11332" y="76246"/>
                  <a:pt x="10861" y="76393"/>
                  <a:pt x="10420" y="76540"/>
                </a:cubicBezTo>
                <a:cubicBezTo>
                  <a:pt x="8757" y="77129"/>
                  <a:pt x="7182" y="77938"/>
                  <a:pt x="5696" y="78954"/>
                </a:cubicBezTo>
                <a:cubicBezTo>
                  <a:pt x="4401" y="79822"/>
                  <a:pt x="3488" y="80734"/>
                  <a:pt x="2944" y="81691"/>
                </a:cubicBezTo>
                <a:cubicBezTo>
                  <a:pt x="2620" y="82280"/>
                  <a:pt x="2429" y="82898"/>
                  <a:pt x="2399" y="83501"/>
                </a:cubicBezTo>
                <a:cubicBezTo>
                  <a:pt x="2341" y="84296"/>
                  <a:pt x="2547" y="85076"/>
                  <a:pt x="2753" y="85767"/>
                </a:cubicBezTo>
                <a:cubicBezTo>
                  <a:pt x="3224" y="87430"/>
                  <a:pt x="3827" y="89049"/>
                  <a:pt x="4563" y="90565"/>
                </a:cubicBezTo>
                <a:lnTo>
                  <a:pt x="4622" y="90521"/>
                </a:lnTo>
                <a:cubicBezTo>
                  <a:pt x="3886" y="89020"/>
                  <a:pt x="3282" y="87401"/>
                  <a:pt x="2797" y="85723"/>
                </a:cubicBezTo>
                <a:cubicBezTo>
                  <a:pt x="2620" y="85061"/>
                  <a:pt x="2414" y="84266"/>
                  <a:pt x="2458" y="83501"/>
                </a:cubicBezTo>
                <a:cubicBezTo>
                  <a:pt x="2488" y="82898"/>
                  <a:pt x="2679" y="82309"/>
                  <a:pt x="3003" y="81720"/>
                </a:cubicBezTo>
                <a:cubicBezTo>
                  <a:pt x="3533" y="80778"/>
                  <a:pt x="4460" y="79851"/>
                  <a:pt x="5725" y="78998"/>
                </a:cubicBezTo>
                <a:cubicBezTo>
                  <a:pt x="7212" y="77997"/>
                  <a:pt x="8801" y="77188"/>
                  <a:pt x="10449" y="76599"/>
                </a:cubicBezTo>
                <a:cubicBezTo>
                  <a:pt x="10891" y="76437"/>
                  <a:pt x="11362" y="76290"/>
                  <a:pt x="11818" y="76158"/>
                </a:cubicBezTo>
                <a:cubicBezTo>
                  <a:pt x="12150" y="76054"/>
                  <a:pt x="12484" y="75949"/>
                  <a:pt x="12817" y="75837"/>
                </a:cubicBezTo>
                <a:lnTo>
                  <a:pt x="12817" y="75837"/>
                </a:lnTo>
                <a:cubicBezTo>
                  <a:pt x="12610" y="75910"/>
                  <a:pt x="12404" y="75982"/>
                  <a:pt x="12201" y="76055"/>
                </a:cubicBezTo>
                <a:cubicBezTo>
                  <a:pt x="11759" y="76202"/>
                  <a:pt x="11288" y="76364"/>
                  <a:pt x="10847" y="76525"/>
                </a:cubicBezTo>
                <a:cubicBezTo>
                  <a:pt x="9228" y="77129"/>
                  <a:pt x="7653" y="77968"/>
                  <a:pt x="6211" y="78998"/>
                </a:cubicBezTo>
                <a:cubicBezTo>
                  <a:pt x="4960" y="79881"/>
                  <a:pt x="4048" y="80808"/>
                  <a:pt x="3533" y="81750"/>
                </a:cubicBezTo>
                <a:cubicBezTo>
                  <a:pt x="3224" y="82338"/>
                  <a:pt x="3047" y="82942"/>
                  <a:pt x="2988" y="83560"/>
                </a:cubicBezTo>
                <a:cubicBezTo>
                  <a:pt x="2929" y="84340"/>
                  <a:pt x="3121" y="85120"/>
                  <a:pt x="3297" y="85797"/>
                </a:cubicBezTo>
                <a:cubicBezTo>
                  <a:pt x="3753" y="87474"/>
                  <a:pt x="4342" y="89079"/>
                  <a:pt x="5078" y="90580"/>
                </a:cubicBezTo>
                <a:lnTo>
                  <a:pt x="5137" y="90550"/>
                </a:lnTo>
                <a:cubicBezTo>
                  <a:pt x="4401" y="89049"/>
                  <a:pt x="3812" y="87430"/>
                  <a:pt x="3356" y="85782"/>
                </a:cubicBezTo>
                <a:cubicBezTo>
                  <a:pt x="3165" y="85120"/>
                  <a:pt x="2988" y="84340"/>
                  <a:pt x="3047" y="83575"/>
                </a:cubicBezTo>
                <a:cubicBezTo>
                  <a:pt x="3076" y="82971"/>
                  <a:pt x="3268" y="82383"/>
                  <a:pt x="3577" y="81809"/>
                </a:cubicBezTo>
                <a:cubicBezTo>
                  <a:pt x="4092" y="80867"/>
                  <a:pt x="4975" y="79925"/>
                  <a:pt x="6226" y="79071"/>
                </a:cubicBezTo>
                <a:cubicBezTo>
                  <a:pt x="7683" y="78041"/>
                  <a:pt x="9228" y="77202"/>
                  <a:pt x="10847" y="76599"/>
                </a:cubicBezTo>
                <a:cubicBezTo>
                  <a:pt x="11288" y="76437"/>
                  <a:pt x="11759" y="76275"/>
                  <a:pt x="12201" y="76128"/>
                </a:cubicBezTo>
                <a:cubicBezTo>
                  <a:pt x="13349" y="75731"/>
                  <a:pt x="14496" y="75348"/>
                  <a:pt x="15556" y="74701"/>
                </a:cubicBezTo>
                <a:cubicBezTo>
                  <a:pt x="15997" y="74436"/>
                  <a:pt x="16395" y="74112"/>
                  <a:pt x="16748" y="73773"/>
                </a:cubicBezTo>
                <a:cubicBezTo>
                  <a:pt x="17705" y="72817"/>
                  <a:pt x="18220" y="71669"/>
                  <a:pt x="18205" y="70565"/>
                </a:cubicBezTo>
                <a:cubicBezTo>
                  <a:pt x="18161" y="69535"/>
                  <a:pt x="17587" y="68637"/>
                  <a:pt x="17028" y="67902"/>
                </a:cubicBezTo>
                <a:cubicBezTo>
                  <a:pt x="16410" y="67092"/>
                  <a:pt x="15527" y="66356"/>
                  <a:pt x="14423" y="65694"/>
                </a:cubicBezTo>
                <a:lnTo>
                  <a:pt x="14202" y="65562"/>
                </a:lnTo>
                <a:cubicBezTo>
                  <a:pt x="14055" y="65473"/>
                  <a:pt x="13893" y="65385"/>
                  <a:pt x="13746" y="65282"/>
                </a:cubicBezTo>
                <a:cubicBezTo>
                  <a:pt x="12112" y="64296"/>
                  <a:pt x="11023" y="63295"/>
                  <a:pt x="10346" y="62162"/>
                </a:cubicBezTo>
                <a:cubicBezTo>
                  <a:pt x="9726" y="61120"/>
                  <a:pt x="9552" y="60010"/>
                  <a:pt x="9861" y="59078"/>
                </a:cubicBezTo>
                <a:lnTo>
                  <a:pt x="9861" y="59078"/>
                </a:lnTo>
                <a:cubicBezTo>
                  <a:pt x="9852" y="59088"/>
                  <a:pt x="9846" y="59094"/>
                  <a:pt x="9846" y="59101"/>
                </a:cubicBezTo>
                <a:cubicBezTo>
                  <a:pt x="9831" y="59131"/>
                  <a:pt x="9802" y="59145"/>
                  <a:pt x="9772" y="59160"/>
                </a:cubicBezTo>
                <a:cubicBezTo>
                  <a:pt x="9787" y="59145"/>
                  <a:pt x="9787" y="59131"/>
                  <a:pt x="9817" y="59101"/>
                </a:cubicBezTo>
                <a:lnTo>
                  <a:pt x="9871" y="59047"/>
                </a:lnTo>
                <a:lnTo>
                  <a:pt x="9871" y="59047"/>
                </a:lnTo>
                <a:cubicBezTo>
                  <a:pt x="9868" y="59057"/>
                  <a:pt x="9864" y="59067"/>
                  <a:pt x="9861" y="59078"/>
                </a:cubicBezTo>
                <a:lnTo>
                  <a:pt x="9861" y="59078"/>
                </a:lnTo>
                <a:cubicBezTo>
                  <a:pt x="9870" y="59067"/>
                  <a:pt x="9882" y="59051"/>
                  <a:pt x="9890" y="59028"/>
                </a:cubicBezTo>
                <a:lnTo>
                  <a:pt x="9890" y="59028"/>
                </a:lnTo>
                <a:lnTo>
                  <a:pt x="9871" y="59047"/>
                </a:lnTo>
                <a:lnTo>
                  <a:pt x="9871" y="59047"/>
                </a:lnTo>
                <a:cubicBezTo>
                  <a:pt x="9882" y="59016"/>
                  <a:pt x="9893" y="58985"/>
                  <a:pt x="9905" y="58954"/>
                </a:cubicBezTo>
                <a:cubicBezTo>
                  <a:pt x="9964" y="58925"/>
                  <a:pt x="10037" y="58866"/>
                  <a:pt x="10081" y="58836"/>
                </a:cubicBezTo>
                <a:lnTo>
                  <a:pt x="10081" y="58836"/>
                </a:lnTo>
                <a:cubicBezTo>
                  <a:pt x="10079" y="58848"/>
                  <a:pt x="10076" y="58859"/>
                  <a:pt x="10073" y="58870"/>
                </a:cubicBezTo>
                <a:lnTo>
                  <a:pt x="10073" y="58870"/>
                </a:lnTo>
                <a:cubicBezTo>
                  <a:pt x="10094" y="58856"/>
                  <a:pt x="10114" y="58846"/>
                  <a:pt x="10134" y="58839"/>
                </a:cubicBezTo>
                <a:lnTo>
                  <a:pt x="10134" y="58839"/>
                </a:lnTo>
                <a:cubicBezTo>
                  <a:pt x="10133" y="58841"/>
                  <a:pt x="10133" y="58844"/>
                  <a:pt x="10132" y="58846"/>
                </a:cubicBezTo>
                <a:lnTo>
                  <a:pt x="10132" y="58846"/>
                </a:lnTo>
                <a:cubicBezTo>
                  <a:pt x="10135" y="58842"/>
                  <a:pt x="10138" y="58839"/>
                  <a:pt x="10140" y="58836"/>
                </a:cubicBezTo>
                <a:lnTo>
                  <a:pt x="10140" y="58836"/>
                </a:lnTo>
                <a:cubicBezTo>
                  <a:pt x="10138" y="58837"/>
                  <a:pt x="10136" y="58838"/>
                  <a:pt x="10134" y="58839"/>
                </a:cubicBezTo>
                <a:lnTo>
                  <a:pt x="10134" y="58839"/>
                </a:lnTo>
                <a:cubicBezTo>
                  <a:pt x="10141" y="58813"/>
                  <a:pt x="10148" y="58788"/>
                  <a:pt x="10155" y="58763"/>
                </a:cubicBezTo>
                <a:cubicBezTo>
                  <a:pt x="10229" y="58719"/>
                  <a:pt x="10302" y="58660"/>
                  <a:pt x="10361" y="58630"/>
                </a:cubicBezTo>
                <a:lnTo>
                  <a:pt x="10361" y="58630"/>
                </a:lnTo>
                <a:cubicBezTo>
                  <a:pt x="10359" y="58642"/>
                  <a:pt x="10357" y="58653"/>
                  <a:pt x="10355" y="58665"/>
                </a:cubicBezTo>
                <a:lnTo>
                  <a:pt x="10355" y="58665"/>
                </a:lnTo>
                <a:cubicBezTo>
                  <a:pt x="10373" y="58652"/>
                  <a:pt x="10390" y="58641"/>
                  <a:pt x="10405" y="58630"/>
                </a:cubicBezTo>
                <a:lnTo>
                  <a:pt x="10405" y="58630"/>
                </a:lnTo>
                <a:cubicBezTo>
                  <a:pt x="10390" y="58660"/>
                  <a:pt x="10361" y="58704"/>
                  <a:pt x="10361" y="58733"/>
                </a:cubicBezTo>
                <a:lnTo>
                  <a:pt x="10344" y="58746"/>
                </a:lnTo>
                <a:lnTo>
                  <a:pt x="10344" y="58746"/>
                </a:lnTo>
                <a:cubicBezTo>
                  <a:pt x="10347" y="58719"/>
                  <a:pt x="10351" y="58692"/>
                  <a:pt x="10355" y="58665"/>
                </a:cubicBezTo>
                <a:lnTo>
                  <a:pt x="10355" y="58665"/>
                </a:lnTo>
                <a:cubicBezTo>
                  <a:pt x="10322" y="58689"/>
                  <a:pt x="10287" y="58714"/>
                  <a:pt x="10258" y="58733"/>
                </a:cubicBezTo>
                <a:lnTo>
                  <a:pt x="10199" y="58851"/>
                </a:lnTo>
                <a:lnTo>
                  <a:pt x="10199" y="58851"/>
                </a:lnTo>
                <a:lnTo>
                  <a:pt x="10344" y="58746"/>
                </a:lnTo>
                <a:lnTo>
                  <a:pt x="10344" y="58746"/>
                </a:lnTo>
                <a:cubicBezTo>
                  <a:pt x="10213" y="59750"/>
                  <a:pt x="10577" y="60712"/>
                  <a:pt x="10847" y="61265"/>
                </a:cubicBezTo>
                <a:cubicBezTo>
                  <a:pt x="11538" y="62663"/>
                  <a:pt x="12686" y="63869"/>
                  <a:pt x="14305" y="64988"/>
                </a:cubicBezTo>
                <a:cubicBezTo>
                  <a:pt x="14555" y="65179"/>
                  <a:pt x="14820" y="65341"/>
                  <a:pt x="15041" y="65488"/>
                </a:cubicBezTo>
                <a:cubicBezTo>
                  <a:pt x="16233" y="66283"/>
                  <a:pt x="17131" y="67151"/>
                  <a:pt x="17705" y="68049"/>
                </a:cubicBezTo>
                <a:cubicBezTo>
                  <a:pt x="18205" y="68814"/>
                  <a:pt x="18676" y="69653"/>
                  <a:pt x="18676" y="70624"/>
                </a:cubicBezTo>
                <a:cubicBezTo>
                  <a:pt x="18676" y="71669"/>
                  <a:pt x="18161" y="72743"/>
                  <a:pt x="17248" y="73656"/>
                </a:cubicBezTo>
                <a:cubicBezTo>
                  <a:pt x="16910" y="74009"/>
                  <a:pt x="16527" y="74303"/>
                  <a:pt x="16100" y="74583"/>
                </a:cubicBezTo>
                <a:cubicBezTo>
                  <a:pt x="15129" y="75201"/>
                  <a:pt x="14040" y="75613"/>
                  <a:pt x="12995" y="76010"/>
                </a:cubicBezTo>
                <a:cubicBezTo>
                  <a:pt x="12554" y="76172"/>
                  <a:pt x="12068" y="76364"/>
                  <a:pt x="11627" y="76540"/>
                </a:cubicBezTo>
                <a:cubicBezTo>
                  <a:pt x="10081" y="77202"/>
                  <a:pt x="8595" y="78071"/>
                  <a:pt x="7197" y="79145"/>
                </a:cubicBezTo>
                <a:cubicBezTo>
                  <a:pt x="6005" y="80057"/>
                  <a:pt x="5196" y="80985"/>
                  <a:pt x="4695" y="81956"/>
                </a:cubicBezTo>
                <a:cubicBezTo>
                  <a:pt x="4401" y="82530"/>
                  <a:pt x="4224" y="83133"/>
                  <a:pt x="4180" y="83722"/>
                </a:cubicBezTo>
                <a:cubicBezTo>
                  <a:pt x="4121" y="84472"/>
                  <a:pt x="4268" y="85223"/>
                  <a:pt x="4445" y="85929"/>
                </a:cubicBezTo>
                <a:cubicBezTo>
                  <a:pt x="4842" y="87577"/>
                  <a:pt x="5416" y="89167"/>
                  <a:pt x="6137" y="90638"/>
                </a:cubicBezTo>
                <a:lnTo>
                  <a:pt x="6182" y="90594"/>
                </a:lnTo>
                <a:cubicBezTo>
                  <a:pt x="5475" y="89123"/>
                  <a:pt x="4901" y="87548"/>
                  <a:pt x="4489" y="85914"/>
                </a:cubicBezTo>
                <a:cubicBezTo>
                  <a:pt x="4327" y="85208"/>
                  <a:pt x="4180" y="84472"/>
                  <a:pt x="4239" y="83722"/>
                </a:cubicBezTo>
                <a:cubicBezTo>
                  <a:pt x="4268" y="83133"/>
                  <a:pt x="4460" y="82544"/>
                  <a:pt x="4754" y="81971"/>
                </a:cubicBezTo>
                <a:cubicBezTo>
                  <a:pt x="5254" y="81014"/>
                  <a:pt x="6064" y="80116"/>
                  <a:pt x="7241" y="79189"/>
                </a:cubicBezTo>
                <a:cubicBezTo>
                  <a:pt x="8610" y="78130"/>
                  <a:pt x="10111" y="77261"/>
                  <a:pt x="11656" y="76599"/>
                </a:cubicBezTo>
                <a:cubicBezTo>
                  <a:pt x="12098" y="76422"/>
                  <a:pt x="12569" y="76231"/>
                  <a:pt x="13010" y="76069"/>
                </a:cubicBezTo>
                <a:cubicBezTo>
                  <a:pt x="14055" y="75657"/>
                  <a:pt x="15159" y="75260"/>
                  <a:pt x="16145" y="74627"/>
                </a:cubicBezTo>
                <a:cubicBezTo>
                  <a:pt x="16557" y="74362"/>
                  <a:pt x="16954" y="74038"/>
                  <a:pt x="17278" y="73715"/>
                </a:cubicBezTo>
                <a:cubicBezTo>
                  <a:pt x="18205" y="72773"/>
                  <a:pt x="18720" y="71684"/>
                  <a:pt x="18735" y="70624"/>
                </a:cubicBezTo>
                <a:cubicBezTo>
                  <a:pt x="18749" y="69623"/>
                  <a:pt x="18234" y="68770"/>
                  <a:pt x="17763" y="68005"/>
                </a:cubicBezTo>
                <a:cubicBezTo>
                  <a:pt x="17175" y="67107"/>
                  <a:pt x="16262" y="66239"/>
                  <a:pt x="15070" y="65429"/>
                </a:cubicBezTo>
                <a:cubicBezTo>
                  <a:pt x="14850" y="65282"/>
                  <a:pt x="14599" y="65120"/>
                  <a:pt x="14335" y="64944"/>
                </a:cubicBezTo>
                <a:cubicBezTo>
                  <a:pt x="12716" y="63840"/>
                  <a:pt x="11583" y="62618"/>
                  <a:pt x="10891" y="61220"/>
                </a:cubicBezTo>
                <a:cubicBezTo>
                  <a:pt x="10626" y="60676"/>
                  <a:pt x="10214" y="59616"/>
                  <a:pt x="10435" y="58571"/>
                </a:cubicBezTo>
                <a:cubicBezTo>
                  <a:pt x="10508" y="58513"/>
                  <a:pt x="10582" y="58483"/>
                  <a:pt x="10670" y="58424"/>
                </a:cubicBezTo>
                <a:lnTo>
                  <a:pt x="10670" y="58424"/>
                </a:lnTo>
                <a:cubicBezTo>
                  <a:pt x="10670" y="58427"/>
                  <a:pt x="10670" y="58430"/>
                  <a:pt x="10669" y="58433"/>
                </a:cubicBezTo>
                <a:lnTo>
                  <a:pt x="10669" y="58433"/>
                </a:lnTo>
                <a:cubicBezTo>
                  <a:pt x="10675" y="58430"/>
                  <a:pt x="10680" y="58427"/>
                  <a:pt x="10685" y="58424"/>
                </a:cubicBezTo>
                <a:lnTo>
                  <a:pt x="10685" y="58424"/>
                </a:lnTo>
                <a:cubicBezTo>
                  <a:pt x="10677" y="58436"/>
                  <a:pt x="10671" y="58448"/>
                  <a:pt x="10667" y="58460"/>
                </a:cubicBezTo>
                <a:lnTo>
                  <a:pt x="10667" y="58460"/>
                </a:lnTo>
                <a:cubicBezTo>
                  <a:pt x="10668" y="58451"/>
                  <a:pt x="10668" y="58442"/>
                  <a:pt x="10669" y="58433"/>
                </a:cubicBezTo>
                <a:lnTo>
                  <a:pt x="10669" y="58433"/>
                </a:lnTo>
                <a:cubicBezTo>
                  <a:pt x="10613" y="58464"/>
                  <a:pt x="10547" y="58516"/>
                  <a:pt x="10494" y="58557"/>
                </a:cubicBezTo>
                <a:cubicBezTo>
                  <a:pt x="10479" y="58557"/>
                  <a:pt x="10479" y="58571"/>
                  <a:pt x="10479" y="58571"/>
                </a:cubicBezTo>
                <a:cubicBezTo>
                  <a:pt x="10464" y="58616"/>
                  <a:pt x="10464" y="58645"/>
                  <a:pt x="10435" y="58689"/>
                </a:cubicBezTo>
                <a:cubicBezTo>
                  <a:pt x="10508" y="58630"/>
                  <a:pt x="10567" y="58586"/>
                  <a:pt x="10641" y="58557"/>
                </a:cubicBezTo>
                <a:cubicBezTo>
                  <a:pt x="10651" y="58524"/>
                  <a:pt x="10654" y="58492"/>
                  <a:pt x="10667" y="58460"/>
                </a:cubicBezTo>
                <a:lnTo>
                  <a:pt x="10667" y="58460"/>
                </a:lnTo>
                <a:cubicBezTo>
                  <a:pt x="10589" y="59316"/>
                  <a:pt x="10865" y="60169"/>
                  <a:pt x="11141" y="60764"/>
                </a:cubicBezTo>
                <a:cubicBezTo>
                  <a:pt x="11833" y="62265"/>
                  <a:pt x="12981" y="63590"/>
                  <a:pt x="14614" y="64797"/>
                </a:cubicBezTo>
                <a:cubicBezTo>
                  <a:pt x="14835" y="64944"/>
                  <a:pt x="15070" y="65120"/>
                  <a:pt x="15365" y="65326"/>
                </a:cubicBezTo>
                <a:cubicBezTo>
                  <a:pt x="16616" y="66195"/>
                  <a:pt x="17543" y="67107"/>
                  <a:pt x="18087" y="68064"/>
                </a:cubicBezTo>
                <a:cubicBezTo>
                  <a:pt x="18543" y="68844"/>
                  <a:pt x="18985" y="69682"/>
                  <a:pt x="18970" y="70624"/>
                </a:cubicBezTo>
                <a:cubicBezTo>
                  <a:pt x="18941" y="71654"/>
                  <a:pt x="18440" y="72699"/>
                  <a:pt x="17543" y="73597"/>
                </a:cubicBezTo>
                <a:cubicBezTo>
                  <a:pt x="17204" y="73935"/>
                  <a:pt x="16836" y="74244"/>
                  <a:pt x="16439" y="74524"/>
                </a:cubicBezTo>
                <a:cubicBezTo>
                  <a:pt x="15497" y="75127"/>
                  <a:pt x="14452" y="75554"/>
                  <a:pt x="13437" y="75952"/>
                </a:cubicBezTo>
                <a:cubicBezTo>
                  <a:pt x="12995" y="76143"/>
                  <a:pt x="12510" y="76319"/>
                  <a:pt x="12068" y="76525"/>
                </a:cubicBezTo>
                <a:cubicBezTo>
                  <a:pt x="10552" y="77202"/>
                  <a:pt x="9095" y="78115"/>
                  <a:pt x="7756" y="79189"/>
                </a:cubicBezTo>
                <a:cubicBezTo>
                  <a:pt x="6594" y="80131"/>
                  <a:pt x="5799" y="81058"/>
                  <a:pt x="5328" y="82029"/>
                </a:cubicBezTo>
                <a:cubicBezTo>
                  <a:pt x="5034" y="82603"/>
                  <a:pt x="4857" y="83192"/>
                  <a:pt x="4813" y="83781"/>
                </a:cubicBezTo>
                <a:cubicBezTo>
                  <a:pt x="4754" y="84531"/>
                  <a:pt x="4887" y="85267"/>
                  <a:pt x="5048" y="85959"/>
                </a:cubicBezTo>
                <a:cubicBezTo>
                  <a:pt x="5416" y="87622"/>
                  <a:pt x="5990" y="89182"/>
                  <a:pt x="6682" y="90638"/>
                </a:cubicBezTo>
                <a:lnTo>
                  <a:pt x="6741" y="90594"/>
                </a:lnTo>
                <a:cubicBezTo>
                  <a:pt x="6020" y="89152"/>
                  <a:pt x="5475" y="87577"/>
                  <a:pt x="5107" y="85929"/>
                </a:cubicBezTo>
                <a:cubicBezTo>
                  <a:pt x="4960" y="85238"/>
                  <a:pt x="4813" y="84516"/>
                  <a:pt x="4857" y="83751"/>
                </a:cubicBezTo>
                <a:cubicBezTo>
                  <a:pt x="4916" y="83163"/>
                  <a:pt x="5078" y="82603"/>
                  <a:pt x="5357" y="82029"/>
                </a:cubicBezTo>
                <a:cubicBezTo>
                  <a:pt x="5843" y="81073"/>
                  <a:pt x="6623" y="80146"/>
                  <a:pt x="7771" y="79233"/>
                </a:cubicBezTo>
                <a:cubicBezTo>
                  <a:pt x="9110" y="78144"/>
                  <a:pt x="10567" y="77247"/>
                  <a:pt x="12068" y="76584"/>
                </a:cubicBezTo>
                <a:cubicBezTo>
                  <a:pt x="12510" y="76378"/>
                  <a:pt x="12995" y="76202"/>
                  <a:pt x="13437" y="76010"/>
                </a:cubicBezTo>
                <a:cubicBezTo>
                  <a:pt x="14452" y="75613"/>
                  <a:pt x="15512" y="75186"/>
                  <a:pt x="16454" y="74553"/>
                </a:cubicBezTo>
                <a:cubicBezTo>
                  <a:pt x="16851" y="74289"/>
                  <a:pt x="17248" y="73965"/>
                  <a:pt x="17572" y="73641"/>
                </a:cubicBezTo>
                <a:cubicBezTo>
                  <a:pt x="18470" y="72714"/>
                  <a:pt x="18985" y="71654"/>
                  <a:pt x="19029" y="70609"/>
                </a:cubicBezTo>
                <a:cubicBezTo>
                  <a:pt x="19058" y="69653"/>
                  <a:pt x="18602" y="68799"/>
                  <a:pt x="18146" y="68005"/>
                </a:cubicBezTo>
                <a:cubicBezTo>
                  <a:pt x="17572" y="67048"/>
                  <a:pt x="16660" y="66136"/>
                  <a:pt x="15409" y="65253"/>
                </a:cubicBezTo>
                <a:cubicBezTo>
                  <a:pt x="15114" y="65047"/>
                  <a:pt x="14864" y="64885"/>
                  <a:pt x="14644" y="64723"/>
                </a:cubicBezTo>
                <a:cubicBezTo>
                  <a:pt x="13010" y="63546"/>
                  <a:pt x="11877" y="62221"/>
                  <a:pt x="11185" y="60720"/>
                </a:cubicBezTo>
                <a:cubicBezTo>
                  <a:pt x="10920" y="60102"/>
                  <a:pt x="10641" y="59234"/>
                  <a:pt x="10729" y="58365"/>
                </a:cubicBezTo>
                <a:cubicBezTo>
                  <a:pt x="10817" y="58321"/>
                  <a:pt x="10891" y="58277"/>
                  <a:pt x="10994" y="58218"/>
                </a:cubicBezTo>
                <a:lnTo>
                  <a:pt x="10994" y="58218"/>
                </a:lnTo>
                <a:cubicBezTo>
                  <a:pt x="10964" y="58851"/>
                  <a:pt x="11097" y="59528"/>
                  <a:pt x="11406" y="60279"/>
                </a:cubicBezTo>
                <a:cubicBezTo>
                  <a:pt x="12068" y="61897"/>
                  <a:pt x="13275" y="63354"/>
                  <a:pt x="14908" y="64605"/>
                </a:cubicBezTo>
                <a:cubicBezTo>
                  <a:pt x="15129" y="64767"/>
                  <a:pt x="15379" y="64958"/>
                  <a:pt x="15674" y="65179"/>
                </a:cubicBezTo>
                <a:cubicBezTo>
                  <a:pt x="16998" y="66136"/>
                  <a:pt x="17911" y="67092"/>
                  <a:pt x="18455" y="68078"/>
                </a:cubicBezTo>
                <a:cubicBezTo>
                  <a:pt x="18897" y="68888"/>
                  <a:pt x="19279" y="69682"/>
                  <a:pt x="19250" y="70609"/>
                </a:cubicBezTo>
                <a:cubicBezTo>
                  <a:pt x="19191" y="71595"/>
                  <a:pt x="18691" y="72640"/>
                  <a:pt x="17808" y="73523"/>
                </a:cubicBezTo>
                <a:cubicBezTo>
                  <a:pt x="17484" y="73862"/>
                  <a:pt x="17116" y="74171"/>
                  <a:pt x="16733" y="74436"/>
                </a:cubicBezTo>
                <a:cubicBezTo>
                  <a:pt x="15821" y="75039"/>
                  <a:pt x="14820" y="75466"/>
                  <a:pt x="13834" y="75878"/>
                </a:cubicBezTo>
                <a:cubicBezTo>
                  <a:pt x="13393" y="76069"/>
                  <a:pt x="12922" y="76275"/>
                  <a:pt x="12480" y="76467"/>
                </a:cubicBezTo>
                <a:cubicBezTo>
                  <a:pt x="10994" y="77173"/>
                  <a:pt x="9566" y="78085"/>
                  <a:pt x="8271" y="79189"/>
                </a:cubicBezTo>
                <a:cubicBezTo>
                  <a:pt x="7138" y="80146"/>
                  <a:pt x="6388" y="81073"/>
                  <a:pt x="5917" y="82044"/>
                </a:cubicBezTo>
                <a:cubicBezTo>
                  <a:pt x="5637" y="82618"/>
                  <a:pt x="5475" y="83207"/>
                  <a:pt x="5416" y="83795"/>
                </a:cubicBezTo>
                <a:cubicBezTo>
                  <a:pt x="5343" y="84546"/>
                  <a:pt x="5490" y="85311"/>
                  <a:pt x="5622" y="85959"/>
                </a:cubicBezTo>
                <a:cubicBezTo>
                  <a:pt x="5961" y="87592"/>
                  <a:pt x="6505" y="89167"/>
                  <a:pt x="7212" y="90609"/>
                </a:cubicBezTo>
                <a:lnTo>
                  <a:pt x="7271" y="90580"/>
                </a:lnTo>
                <a:cubicBezTo>
                  <a:pt x="6579" y="89137"/>
                  <a:pt x="6020" y="87577"/>
                  <a:pt x="5666" y="85944"/>
                </a:cubicBezTo>
                <a:cubicBezTo>
                  <a:pt x="5549" y="85296"/>
                  <a:pt x="5402" y="84546"/>
                  <a:pt x="5475" y="83795"/>
                </a:cubicBezTo>
                <a:cubicBezTo>
                  <a:pt x="5519" y="83221"/>
                  <a:pt x="5696" y="82633"/>
                  <a:pt x="5961" y="82074"/>
                </a:cubicBezTo>
                <a:cubicBezTo>
                  <a:pt x="6432" y="81117"/>
                  <a:pt x="7197" y="80205"/>
                  <a:pt x="8301" y="79263"/>
                </a:cubicBezTo>
                <a:cubicBezTo>
                  <a:pt x="9611" y="78159"/>
                  <a:pt x="11023" y="77247"/>
                  <a:pt x="12495" y="76540"/>
                </a:cubicBezTo>
                <a:cubicBezTo>
                  <a:pt x="12936" y="76334"/>
                  <a:pt x="13393" y="76143"/>
                  <a:pt x="13864" y="75952"/>
                </a:cubicBezTo>
                <a:cubicBezTo>
                  <a:pt x="14835" y="75525"/>
                  <a:pt x="15865" y="75113"/>
                  <a:pt x="16763" y="74495"/>
                </a:cubicBezTo>
                <a:cubicBezTo>
                  <a:pt x="17175" y="74230"/>
                  <a:pt x="17543" y="73935"/>
                  <a:pt x="17866" y="73582"/>
                </a:cubicBezTo>
                <a:cubicBezTo>
                  <a:pt x="18749" y="72684"/>
                  <a:pt x="19265" y="71625"/>
                  <a:pt x="19323" y="70595"/>
                </a:cubicBezTo>
                <a:cubicBezTo>
                  <a:pt x="19382" y="69668"/>
                  <a:pt x="18970" y="68858"/>
                  <a:pt x="18529" y="68049"/>
                </a:cubicBezTo>
                <a:cubicBezTo>
                  <a:pt x="17984" y="67033"/>
                  <a:pt x="17057" y="66077"/>
                  <a:pt x="15733" y="65106"/>
                </a:cubicBezTo>
                <a:cubicBezTo>
                  <a:pt x="15438" y="64885"/>
                  <a:pt x="15188" y="64693"/>
                  <a:pt x="14967" y="64532"/>
                </a:cubicBezTo>
                <a:cubicBezTo>
                  <a:pt x="13319" y="63281"/>
                  <a:pt x="12142" y="61839"/>
                  <a:pt x="11480" y="60249"/>
                </a:cubicBezTo>
                <a:cubicBezTo>
                  <a:pt x="11196" y="59546"/>
                  <a:pt x="11048" y="58905"/>
                  <a:pt x="11060" y="58315"/>
                </a:cubicBezTo>
                <a:lnTo>
                  <a:pt x="11060" y="58315"/>
                </a:lnTo>
                <a:cubicBezTo>
                  <a:pt x="11047" y="58322"/>
                  <a:pt x="11035" y="58329"/>
                  <a:pt x="11023" y="58336"/>
                </a:cubicBezTo>
                <a:cubicBezTo>
                  <a:pt x="11023" y="58279"/>
                  <a:pt x="11051" y="58221"/>
                  <a:pt x="11066" y="58178"/>
                </a:cubicBezTo>
                <a:lnTo>
                  <a:pt x="11066" y="58178"/>
                </a:lnTo>
                <a:cubicBezTo>
                  <a:pt x="11063" y="58223"/>
                  <a:pt x="11061" y="58269"/>
                  <a:pt x="11060" y="58315"/>
                </a:cubicBezTo>
                <a:lnTo>
                  <a:pt x="11060" y="58315"/>
                </a:lnTo>
                <a:cubicBezTo>
                  <a:pt x="11129" y="58278"/>
                  <a:pt x="11212" y="58241"/>
                  <a:pt x="11273" y="58204"/>
                </a:cubicBezTo>
                <a:cubicBezTo>
                  <a:pt x="11273" y="58146"/>
                  <a:pt x="11273" y="58103"/>
                  <a:pt x="11301" y="58033"/>
                </a:cubicBezTo>
                <a:lnTo>
                  <a:pt x="11301" y="58033"/>
                </a:lnTo>
                <a:cubicBezTo>
                  <a:pt x="11243" y="58069"/>
                  <a:pt x="11185" y="58100"/>
                  <a:pt x="11128" y="58129"/>
                </a:cubicBezTo>
                <a:lnTo>
                  <a:pt x="11128" y="58129"/>
                </a:lnTo>
                <a:cubicBezTo>
                  <a:pt x="11182" y="58091"/>
                  <a:pt x="11239" y="58059"/>
                  <a:pt x="11303" y="58027"/>
                </a:cubicBezTo>
                <a:lnTo>
                  <a:pt x="11303" y="58027"/>
                </a:lnTo>
                <a:cubicBezTo>
                  <a:pt x="11302" y="58029"/>
                  <a:pt x="11301" y="58031"/>
                  <a:pt x="11301" y="58033"/>
                </a:cubicBezTo>
                <a:lnTo>
                  <a:pt x="11301" y="58033"/>
                </a:lnTo>
                <a:cubicBezTo>
                  <a:pt x="11311" y="58026"/>
                  <a:pt x="11322" y="58019"/>
                  <a:pt x="11332" y="58012"/>
                </a:cubicBezTo>
                <a:cubicBezTo>
                  <a:pt x="11362" y="58557"/>
                  <a:pt x="11465" y="59160"/>
                  <a:pt x="11730" y="59808"/>
                </a:cubicBezTo>
                <a:cubicBezTo>
                  <a:pt x="12362" y="61529"/>
                  <a:pt x="13569" y="63075"/>
                  <a:pt x="15232" y="64399"/>
                </a:cubicBezTo>
                <a:cubicBezTo>
                  <a:pt x="15482" y="64590"/>
                  <a:pt x="15733" y="64782"/>
                  <a:pt x="16027" y="65003"/>
                </a:cubicBezTo>
                <a:cubicBezTo>
                  <a:pt x="17410" y="66033"/>
                  <a:pt x="18323" y="67048"/>
                  <a:pt x="18867" y="68093"/>
                </a:cubicBezTo>
                <a:cubicBezTo>
                  <a:pt x="19265" y="68902"/>
                  <a:pt x="19618" y="69697"/>
                  <a:pt x="19559" y="70595"/>
                </a:cubicBezTo>
                <a:cubicBezTo>
                  <a:pt x="19485" y="71581"/>
                  <a:pt x="18985" y="72611"/>
                  <a:pt x="18131" y="73464"/>
                </a:cubicBezTo>
                <a:cubicBezTo>
                  <a:pt x="17808" y="73803"/>
                  <a:pt x="17440" y="74097"/>
                  <a:pt x="17057" y="74377"/>
                </a:cubicBezTo>
                <a:cubicBezTo>
                  <a:pt x="16189" y="74980"/>
                  <a:pt x="15217" y="75407"/>
                  <a:pt x="14261" y="75819"/>
                </a:cubicBezTo>
                <a:cubicBezTo>
                  <a:pt x="13819" y="76025"/>
                  <a:pt x="13349" y="76231"/>
                  <a:pt x="12907" y="76452"/>
                </a:cubicBezTo>
                <a:cubicBezTo>
                  <a:pt x="11435" y="77188"/>
                  <a:pt x="10052" y="78130"/>
                  <a:pt x="8786" y="79248"/>
                </a:cubicBezTo>
                <a:cubicBezTo>
                  <a:pt x="7712" y="80205"/>
                  <a:pt x="6962" y="81146"/>
                  <a:pt x="6505" y="82118"/>
                </a:cubicBezTo>
                <a:cubicBezTo>
                  <a:pt x="6226" y="82692"/>
                  <a:pt x="6064" y="83251"/>
                  <a:pt x="6020" y="83839"/>
                </a:cubicBezTo>
                <a:cubicBezTo>
                  <a:pt x="5946" y="84605"/>
                  <a:pt x="6079" y="85355"/>
                  <a:pt x="6211" y="86003"/>
                </a:cubicBezTo>
                <a:cubicBezTo>
                  <a:pt x="6535" y="87636"/>
                  <a:pt x="7050" y="89182"/>
                  <a:pt x="7756" y="90609"/>
                </a:cubicBezTo>
                <a:lnTo>
                  <a:pt x="7800" y="90580"/>
                </a:lnTo>
                <a:cubicBezTo>
                  <a:pt x="7109" y="89167"/>
                  <a:pt x="6594" y="87622"/>
                  <a:pt x="6255" y="85973"/>
                </a:cubicBezTo>
                <a:cubicBezTo>
                  <a:pt x="6137" y="85355"/>
                  <a:pt x="6020" y="84605"/>
                  <a:pt x="6093" y="83839"/>
                </a:cubicBezTo>
                <a:cubicBezTo>
                  <a:pt x="6152" y="83280"/>
                  <a:pt x="6314" y="82706"/>
                  <a:pt x="6579" y="82132"/>
                </a:cubicBezTo>
                <a:cubicBezTo>
                  <a:pt x="7035" y="81176"/>
                  <a:pt x="7771" y="80234"/>
                  <a:pt x="8831" y="79307"/>
                </a:cubicBezTo>
                <a:cubicBezTo>
                  <a:pt x="10111" y="78174"/>
                  <a:pt x="11480" y="77247"/>
                  <a:pt x="12936" y="76525"/>
                </a:cubicBezTo>
                <a:cubicBezTo>
                  <a:pt x="13378" y="76305"/>
                  <a:pt x="13834" y="76099"/>
                  <a:pt x="14305" y="75893"/>
                </a:cubicBezTo>
                <a:cubicBezTo>
                  <a:pt x="15232" y="75481"/>
                  <a:pt x="16218" y="75039"/>
                  <a:pt x="17101" y="74450"/>
                </a:cubicBezTo>
                <a:cubicBezTo>
                  <a:pt x="17484" y="74171"/>
                  <a:pt x="17852" y="73877"/>
                  <a:pt x="18161" y="73538"/>
                </a:cubicBezTo>
                <a:cubicBezTo>
                  <a:pt x="19029" y="72655"/>
                  <a:pt x="19544" y="71625"/>
                  <a:pt x="19618" y="70624"/>
                </a:cubicBezTo>
                <a:cubicBezTo>
                  <a:pt x="19691" y="69697"/>
                  <a:pt x="19323" y="68888"/>
                  <a:pt x="18911" y="68078"/>
                </a:cubicBezTo>
                <a:cubicBezTo>
                  <a:pt x="18382" y="67019"/>
                  <a:pt x="17469" y="66003"/>
                  <a:pt x="16071" y="64958"/>
                </a:cubicBezTo>
                <a:cubicBezTo>
                  <a:pt x="15777" y="64738"/>
                  <a:pt x="15512" y="64532"/>
                  <a:pt x="15276" y="64340"/>
                </a:cubicBezTo>
                <a:cubicBezTo>
                  <a:pt x="13599" y="63016"/>
                  <a:pt x="12421" y="61471"/>
                  <a:pt x="11774" y="59763"/>
                </a:cubicBezTo>
                <a:cubicBezTo>
                  <a:pt x="11560" y="59175"/>
                  <a:pt x="11431" y="58623"/>
                  <a:pt x="11409" y="58130"/>
                </a:cubicBezTo>
                <a:lnTo>
                  <a:pt x="11409" y="58130"/>
                </a:lnTo>
                <a:cubicBezTo>
                  <a:pt x="11388" y="58144"/>
                  <a:pt x="11367" y="58158"/>
                  <a:pt x="11347" y="58174"/>
                </a:cubicBezTo>
                <a:cubicBezTo>
                  <a:pt x="11347" y="58115"/>
                  <a:pt x="11362" y="58056"/>
                  <a:pt x="11362" y="57998"/>
                </a:cubicBezTo>
                <a:cubicBezTo>
                  <a:pt x="11450" y="57953"/>
                  <a:pt x="11524" y="57909"/>
                  <a:pt x="11612" y="57850"/>
                </a:cubicBezTo>
                <a:lnTo>
                  <a:pt x="11612" y="57850"/>
                </a:lnTo>
                <a:cubicBezTo>
                  <a:pt x="11609" y="57861"/>
                  <a:pt x="11607" y="57872"/>
                  <a:pt x="11605" y="57882"/>
                </a:cubicBezTo>
                <a:lnTo>
                  <a:pt x="11605" y="57882"/>
                </a:lnTo>
                <a:cubicBezTo>
                  <a:pt x="11627" y="57871"/>
                  <a:pt x="11649" y="57859"/>
                  <a:pt x="11671" y="57845"/>
                </a:cubicBezTo>
                <a:lnTo>
                  <a:pt x="11671" y="57845"/>
                </a:lnTo>
                <a:lnTo>
                  <a:pt x="11671" y="57983"/>
                </a:lnTo>
                <a:cubicBezTo>
                  <a:pt x="11680" y="57977"/>
                  <a:pt x="11690" y="57971"/>
                  <a:pt x="11699" y="57965"/>
                </a:cubicBezTo>
                <a:lnTo>
                  <a:pt x="11699" y="57965"/>
                </a:lnTo>
                <a:cubicBezTo>
                  <a:pt x="11749" y="58386"/>
                  <a:pt x="11848" y="58842"/>
                  <a:pt x="11995" y="59322"/>
                </a:cubicBezTo>
                <a:cubicBezTo>
                  <a:pt x="12627" y="61147"/>
                  <a:pt x="13805" y="62795"/>
                  <a:pt x="15527" y="64223"/>
                </a:cubicBezTo>
                <a:cubicBezTo>
                  <a:pt x="15777" y="64414"/>
                  <a:pt x="16042" y="64620"/>
                  <a:pt x="16336" y="64855"/>
                </a:cubicBezTo>
                <a:cubicBezTo>
                  <a:pt x="17793" y="66003"/>
                  <a:pt x="18720" y="67033"/>
                  <a:pt x="19235" y="68137"/>
                </a:cubicBezTo>
                <a:cubicBezTo>
                  <a:pt x="19574" y="68902"/>
                  <a:pt x="19912" y="69712"/>
                  <a:pt x="19824" y="70624"/>
                </a:cubicBezTo>
                <a:cubicBezTo>
                  <a:pt x="19721" y="71581"/>
                  <a:pt x="19206" y="72581"/>
                  <a:pt x="18382" y="73435"/>
                </a:cubicBezTo>
                <a:cubicBezTo>
                  <a:pt x="18072" y="73744"/>
                  <a:pt x="17719" y="74053"/>
                  <a:pt x="17337" y="74318"/>
                </a:cubicBezTo>
                <a:cubicBezTo>
                  <a:pt x="16483" y="74907"/>
                  <a:pt x="15556" y="75348"/>
                  <a:pt x="14644" y="75775"/>
                </a:cubicBezTo>
                <a:cubicBezTo>
                  <a:pt x="14202" y="75966"/>
                  <a:pt x="13731" y="76187"/>
                  <a:pt x="13290" y="76437"/>
                </a:cubicBezTo>
                <a:cubicBezTo>
                  <a:pt x="11847" y="77188"/>
                  <a:pt x="10508" y="78144"/>
                  <a:pt x="9272" y="79277"/>
                </a:cubicBezTo>
                <a:cubicBezTo>
                  <a:pt x="8242" y="80263"/>
                  <a:pt x="7535" y="81191"/>
                  <a:pt x="7094" y="82177"/>
                </a:cubicBezTo>
                <a:cubicBezTo>
                  <a:pt x="6829" y="82736"/>
                  <a:pt x="6667" y="83310"/>
                  <a:pt x="6608" y="83884"/>
                </a:cubicBezTo>
                <a:cubicBezTo>
                  <a:pt x="6535" y="84649"/>
                  <a:pt x="6652" y="85385"/>
                  <a:pt x="6756" y="86018"/>
                </a:cubicBezTo>
                <a:cubicBezTo>
                  <a:pt x="7050" y="87651"/>
                  <a:pt x="7565" y="89182"/>
                  <a:pt x="8271" y="90594"/>
                </a:cubicBezTo>
                <a:lnTo>
                  <a:pt x="8315" y="90565"/>
                </a:lnTo>
                <a:cubicBezTo>
                  <a:pt x="7624" y="89167"/>
                  <a:pt x="7123" y="87622"/>
                  <a:pt x="6814" y="86003"/>
                </a:cubicBezTo>
                <a:cubicBezTo>
                  <a:pt x="6697" y="85370"/>
                  <a:pt x="6594" y="84634"/>
                  <a:pt x="6667" y="83884"/>
                </a:cubicBezTo>
                <a:cubicBezTo>
                  <a:pt x="6726" y="83310"/>
                  <a:pt x="6888" y="82736"/>
                  <a:pt x="7138" y="82191"/>
                </a:cubicBezTo>
                <a:cubicBezTo>
                  <a:pt x="7580" y="81235"/>
                  <a:pt x="8301" y="80293"/>
                  <a:pt x="9316" y="79336"/>
                </a:cubicBezTo>
                <a:cubicBezTo>
                  <a:pt x="10523" y="78203"/>
                  <a:pt x="11877" y="77247"/>
                  <a:pt x="13304" y="76481"/>
                </a:cubicBezTo>
                <a:cubicBezTo>
                  <a:pt x="13746" y="76246"/>
                  <a:pt x="14202" y="76025"/>
                  <a:pt x="14673" y="75819"/>
                </a:cubicBezTo>
                <a:cubicBezTo>
                  <a:pt x="15571" y="75407"/>
                  <a:pt x="16513" y="74966"/>
                  <a:pt x="17351" y="74347"/>
                </a:cubicBezTo>
                <a:cubicBezTo>
                  <a:pt x="17734" y="74083"/>
                  <a:pt x="18087" y="73788"/>
                  <a:pt x="18396" y="73450"/>
                </a:cubicBezTo>
                <a:cubicBezTo>
                  <a:pt x="19250" y="72581"/>
                  <a:pt x="19765" y="71581"/>
                  <a:pt x="19853" y="70595"/>
                </a:cubicBezTo>
                <a:cubicBezTo>
                  <a:pt x="19941" y="69697"/>
                  <a:pt x="19603" y="68873"/>
                  <a:pt x="19250" y="68078"/>
                </a:cubicBezTo>
                <a:cubicBezTo>
                  <a:pt x="18735" y="66960"/>
                  <a:pt x="17808" y="65915"/>
                  <a:pt x="16336" y="64767"/>
                </a:cubicBezTo>
                <a:cubicBezTo>
                  <a:pt x="16042" y="64532"/>
                  <a:pt x="15777" y="64326"/>
                  <a:pt x="15527" y="64120"/>
                </a:cubicBezTo>
                <a:cubicBezTo>
                  <a:pt x="13805" y="62707"/>
                  <a:pt x="12627" y="61073"/>
                  <a:pt x="12024" y="59248"/>
                </a:cubicBezTo>
                <a:cubicBezTo>
                  <a:pt x="11861" y="58785"/>
                  <a:pt x="11762" y="58354"/>
                  <a:pt x="11718" y="57954"/>
                </a:cubicBezTo>
                <a:lnTo>
                  <a:pt x="11718" y="57954"/>
                </a:lnTo>
                <a:cubicBezTo>
                  <a:pt x="11712" y="57958"/>
                  <a:pt x="11706" y="57961"/>
                  <a:pt x="11699" y="57965"/>
                </a:cubicBezTo>
                <a:lnTo>
                  <a:pt x="11699" y="57965"/>
                </a:lnTo>
                <a:cubicBezTo>
                  <a:pt x="11694" y="57921"/>
                  <a:pt x="11690" y="57878"/>
                  <a:pt x="11686" y="57836"/>
                </a:cubicBezTo>
                <a:cubicBezTo>
                  <a:pt x="11681" y="57839"/>
                  <a:pt x="11676" y="57842"/>
                  <a:pt x="11671" y="57845"/>
                </a:cubicBezTo>
                <a:lnTo>
                  <a:pt x="11671" y="57845"/>
                </a:lnTo>
                <a:lnTo>
                  <a:pt x="11671" y="57806"/>
                </a:lnTo>
                <a:cubicBezTo>
                  <a:pt x="11681" y="57799"/>
                  <a:pt x="11692" y="57792"/>
                  <a:pt x="11703" y="57786"/>
                </a:cubicBezTo>
                <a:lnTo>
                  <a:pt x="11703" y="57786"/>
                </a:lnTo>
                <a:cubicBezTo>
                  <a:pt x="11707" y="57841"/>
                  <a:pt x="11712" y="57897"/>
                  <a:pt x="11718" y="57954"/>
                </a:cubicBezTo>
                <a:lnTo>
                  <a:pt x="11718" y="57954"/>
                </a:lnTo>
                <a:cubicBezTo>
                  <a:pt x="11795" y="57913"/>
                  <a:pt x="11878" y="57884"/>
                  <a:pt x="11950" y="57836"/>
                </a:cubicBezTo>
                <a:cubicBezTo>
                  <a:pt x="11950" y="57777"/>
                  <a:pt x="11950" y="57703"/>
                  <a:pt x="11936" y="57659"/>
                </a:cubicBezTo>
                <a:cubicBezTo>
                  <a:pt x="11871" y="57698"/>
                  <a:pt x="11783" y="57737"/>
                  <a:pt x="11703" y="57786"/>
                </a:cubicBezTo>
                <a:lnTo>
                  <a:pt x="11703" y="57786"/>
                </a:lnTo>
                <a:cubicBezTo>
                  <a:pt x="11702" y="57773"/>
                  <a:pt x="11701" y="57760"/>
                  <a:pt x="11700" y="57747"/>
                </a:cubicBezTo>
                <a:cubicBezTo>
                  <a:pt x="11730" y="57718"/>
                  <a:pt x="11744" y="57718"/>
                  <a:pt x="11774" y="57703"/>
                </a:cubicBezTo>
                <a:lnTo>
                  <a:pt x="11995" y="57600"/>
                </a:lnTo>
                <a:cubicBezTo>
                  <a:pt x="11995" y="57605"/>
                  <a:pt x="11996" y="57610"/>
                  <a:pt x="11996" y="57614"/>
                </a:cubicBezTo>
                <a:lnTo>
                  <a:pt x="11996" y="57614"/>
                </a:lnTo>
                <a:cubicBezTo>
                  <a:pt x="12012" y="57609"/>
                  <a:pt x="12027" y="57602"/>
                  <a:pt x="12042" y="57595"/>
                </a:cubicBezTo>
                <a:lnTo>
                  <a:pt x="12042" y="57595"/>
                </a:lnTo>
                <a:cubicBezTo>
                  <a:pt x="12047" y="57652"/>
                  <a:pt x="12054" y="57710"/>
                  <a:pt x="12062" y="57768"/>
                </a:cubicBezTo>
                <a:lnTo>
                  <a:pt x="12062" y="57768"/>
                </a:lnTo>
                <a:cubicBezTo>
                  <a:pt x="12142" y="57737"/>
                  <a:pt x="12223" y="57686"/>
                  <a:pt x="12304" y="57659"/>
                </a:cubicBezTo>
                <a:lnTo>
                  <a:pt x="12289" y="57468"/>
                </a:lnTo>
                <a:cubicBezTo>
                  <a:pt x="12274" y="57468"/>
                  <a:pt x="12259" y="57482"/>
                  <a:pt x="12245" y="57482"/>
                </a:cubicBezTo>
                <a:cubicBezTo>
                  <a:pt x="12161" y="57518"/>
                  <a:pt x="12107" y="57564"/>
                  <a:pt x="12042" y="57595"/>
                </a:cubicBezTo>
                <a:lnTo>
                  <a:pt x="12042" y="57595"/>
                </a:lnTo>
                <a:cubicBezTo>
                  <a:pt x="12041" y="57582"/>
                  <a:pt x="12040" y="57569"/>
                  <a:pt x="12039" y="57556"/>
                </a:cubicBezTo>
                <a:cubicBezTo>
                  <a:pt x="12127" y="57497"/>
                  <a:pt x="12245" y="57453"/>
                  <a:pt x="12333" y="57409"/>
                </a:cubicBezTo>
                <a:cubicBezTo>
                  <a:pt x="12334" y="57418"/>
                  <a:pt x="12335" y="57427"/>
                  <a:pt x="12336" y="57436"/>
                </a:cubicBezTo>
                <a:lnTo>
                  <a:pt x="12336" y="57436"/>
                </a:lnTo>
                <a:lnTo>
                  <a:pt x="12394" y="57400"/>
                </a:lnTo>
                <a:lnTo>
                  <a:pt x="12394" y="57400"/>
                </a:lnTo>
                <a:cubicBezTo>
                  <a:pt x="12401" y="57463"/>
                  <a:pt x="12409" y="57528"/>
                  <a:pt x="12418" y="57593"/>
                </a:cubicBezTo>
                <a:lnTo>
                  <a:pt x="12418" y="57593"/>
                </a:lnTo>
                <a:cubicBezTo>
                  <a:pt x="12502" y="57561"/>
                  <a:pt x="12572" y="57514"/>
                  <a:pt x="12642" y="57468"/>
                </a:cubicBezTo>
                <a:cubicBezTo>
                  <a:pt x="12642" y="57394"/>
                  <a:pt x="12642" y="57335"/>
                  <a:pt x="12613" y="57262"/>
                </a:cubicBezTo>
                <a:lnTo>
                  <a:pt x="12394" y="57400"/>
                </a:lnTo>
                <a:lnTo>
                  <a:pt x="12394" y="57400"/>
                </a:lnTo>
                <a:cubicBezTo>
                  <a:pt x="12393" y="57393"/>
                  <a:pt x="12393" y="57386"/>
                  <a:pt x="12392" y="57379"/>
                </a:cubicBezTo>
                <a:cubicBezTo>
                  <a:pt x="12480" y="57321"/>
                  <a:pt x="12583" y="57262"/>
                  <a:pt x="12686" y="57203"/>
                </a:cubicBezTo>
                <a:cubicBezTo>
                  <a:pt x="12694" y="57263"/>
                  <a:pt x="12703" y="57322"/>
                  <a:pt x="12713" y="57382"/>
                </a:cubicBezTo>
                <a:lnTo>
                  <a:pt x="12713" y="57382"/>
                </a:lnTo>
                <a:cubicBezTo>
                  <a:pt x="12709" y="57333"/>
                  <a:pt x="12701" y="57290"/>
                  <a:pt x="12701" y="57247"/>
                </a:cubicBezTo>
                <a:cubicBezTo>
                  <a:pt x="12728" y="57240"/>
                  <a:pt x="12748" y="57228"/>
                  <a:pt x="12769" y="57214"/>
                </a:cubicBezTo>
                <a:lnTo>
                  <a:pt x="12769" y="57214"/>
                </a:lnTo>
                <a:cubicBezTo>
                  <a:pt x="12778" y="57271"/>
                  <a:pt x="12788" y="57331"/>
                  <a:pt x="12798" y="57395"/>
                </a:cubicBezTo>
                <a:lnTo>
                  <a:pt x="12798" y="57395"/>
                </a:lnTo>
                <a:cubicBezTo>
                  <a:pt x="12877" y="57350"/>
                  <a:pt x="12944" y="57306"/>
                  <a:pt x="13010" y="57262"/>
                </a:cubicBezTo>
                <a:cubicBezTo>
                  <a:pt x="12995" y="57188"/>
                  <a:pt x="12995" y="57144"/>
                  <a:pt x="12995" y="57100"/>
                </a:cubicBezTo>
                <a:cubicBezTo>
                  <a:pt x="12936" y="57115"/>
                  <a:pt x="12907" y="57159"/>
                  <a:pt x="12848" y="57173"/>
                </a:cubicBezTo>
                <a:cubicBezTo>
                  <a:pt x="12816" y="57181"/>
                  <a:pt x="12793" y="57198"/>
                  <a:pt x="12769" y="57214"/>
                </a:cubicBezTo>
                <a:lnTo>
                  <a:pt x="12769" y="57214"/>
                </a:lnTo>
                <a:cubicBezTo>
                  <a:pt x="12766" y="57195"/>
                  <a:pt x="12763" y="57177"/>
                  <a:pt x="12760" y="57159"/>
                </a:cubicBezTo>
                <a:cubicBezTo>
                  <a:pt x="12848" y="57100"/>
                  <a:pt x="12936" y="57041"/>
                  <a:pt x="13054" y="56982"/>
                </a:cubicBezTo>
                <a:cubicBezTo>
                  <a:pt x="13062" y="57054"/>
                  <a:pt x="13070" y="57125"/>
                  <a:pt x="13083" y="57199"/>
                </a:cubicBezTo>
                <a:lnTo>
                  <a:pt x="13083" y="57199"/>
                </a:lnTo>
                <a:cubicBezTo>
                  <a:pt x="13079" y="57140"/>
                  <a:pt x="13069" y="57088"/>
                  <a:pt x="13069" y="57026"/>
                </a:cubicBezTo>
                <a:cubicBezTo>
                  <a:pt x="13116" y="57003"/>
                  <a:pt x="13162" y="56980"/>
                  <a:pt x="13202" y="56956"/>
                </a:cubicBezTo>
                <a:lnTo>
                  <a:pt x="13202" y="56956"/>
                </a:lnTo>
                <a:cubicBezTo>
                  <a:pt x="13209" y="57018"/>
                  <a:pt x="13216" y="57083"/>
                  <a:pt x="13226" y="57150"/>
                </a:cubicBezTo>
                <a:lnTo>
                  <a:pt x="13226" y="57150"/>
                </a:lnTo>
                <a:lnTo>
                  <a:pt x="13363" y="57070"/>
                </a:lnTo>
                <a:cubicBezTo>
                  <a:pt x="13349" y="56997"/>
                  <a:pt x="13349" y="56938"/>
                  <a:pt x="13363" y="56864"/>
                </a:cubicBezTo>
                <a:lnTo>
                  <a:pt x="13363" y="56864"/>
                </a:lnTo>
                <a:cubicBezTo>
                  <a:pt x="13348" y="56868"/>
                  <a:pt x="13335" y="56873"/>
                  <a:pt x="13323" y="56878"/>
                </a:cubicBezTo>
                <a:lnTo>
                  <a:pt x="13323" y="56878"/>
                </a:lnTo>
                <a:lnTo>
                  <a:pt x="13408" y="56827"/>
                </a:lnTo>
                <a:lnTo>
                  <a:pt x="13408" y="56827"/>
                </a:lnTo>
                <a:cubicBezTo>
                  <a:pt x="13410" y="56891"/>
                  <a:pt x="13422" y="56945"/>
                  <a:pt x="13422" y="57012"/>
                </a:cubicBezTo>
                <a:lnTo>
                  <a:pt x="13500" y="56966"/>
                </a:lnTo>
                <a:lnTo>
                  <a:pt x="13500" y="56966"/>
                </a:lnTo>
                <a:cubicBezTo>
                  <a:pt x="13845" y="59193"/>
                  <a:pt x="15079" y="61317"/>
                  <a:pt x="17131" y="63281"/>
                </a:cubicBezTo>
                <a:cubicBezTo>
                  <a:pt x="17410" y="63560"/>
                  <a:pt x="17719" y="63825"/>
                  <a:pt x="18058" y="64120"/>
                </a:cubicBezTo>
                <a:cubicBezTo>
                  <a:pt x="19323" y="65253"/>
                  <a:pt x="20736" y="66607"/>
                  <a:pt x="21178" y="68314"/>
                </a:cubicBezTo>
                <a:cubicBezTo>
                  <a:pt x="21413" y="69241"/>
                  <a:pt x="21472" y="69991"/>
                  <a:pt x="21310" y="70683"/>
                </a:cubicBezTo>
                <a:cubicBezTo>
                  <a:pt x="21104" y="71537"/>
                  <a:pt x="20604" y="72420"/>
                  <a:pt x="19868" y="73214"/>
                </a:cubicBezTo>
                <a:cubicBezTo>
                  <a:pt x="19603" y="73509"/>
                  <a:pt x="19279" y="73788"/>
                  <a:pt x="18955" y="74068"/>
                </a:cubicBezTo>
                <a:cubicBezTo>
                  <a:pt x="18279" y="74598"/>
                  <a:pt x="17543" y="75069"/>
                  <a:pt x="16822" y="75510"/>
                </a:cubicBezTo>
                <a:cubicBezTo>
                  <a:pt x="16380" y="75790"/>
                  <a:pt x="15894" y="76084"/>
                  <a:pt x="15482" y="76378"/>
                </a:cubicBezTo>
                <a:cubicBezTo>
                  <a:pt x="14173" y="77276"/>
                  <a:pt x="12995" y="78350"/>
                  <a:pt x="11980" y="79557"/>
                </a:cubicBezTo>
                <a:cubicBezTo>
                  <a:pt x="11156" y="80572"/>
                  <a:pt x="10567" y="81544"/>
                  <a:pt x="10184" y="82544"/>
                </a:cubicBezTo>
                <a:cubicBezTo>
                  <a:pt x="9978" y="83089"/>
                  <a:pt x="9831" y="83648"/>
                  <a:pt x="9758" y="84193"/>
                </a:cubicBezTo>
                <a:cubicBezTo>
                  <a:pt x="9684" y="84811"/>
                  <a:pt x="9684" y="85473"/>
                  <a:pt x="9758" y="86238"/>
                </a:cubicBezTo>
                <a:cubicBezTo>
                  <a:pt x="9920" y="87813"/>
                  <a:pt x="10346" y="89314"/>
                  <a:pt x="11023" y="90653"/>
                </a:cubicBezTo>
                <a:lnTo>
                  <a:pt x="11082" y="90609"/>
                </a:lnTo>
                <a:cubicBezTo>
                  <a:pt x="10405" y="89270"/>
                  <a:pt x="9978" y="87798"/>
                  <a:pt x="9817" y="86224"/>
                </a:cubicBezTo>
                <a:cubicBezTo>
                  <a:pt x="9743" y="85444"/>
                  <a:pt x="9714" y="84781"/>
                  <a:pt x="9817" y="84193"/>
                </a:cubicBezTo>
                <a:cubicBezTo>
                  <a:pt x="9890" y="83663"/>
                  <a:pt x="10008" y="83104"/>
                  <a:pt x="10229" y="82559"/>
                </a:cubicBezTo>
                <a:cubicBezTo>
                  <a:pt x="10597" y="81558"/>
                  <a:pt x="11185" y="80602"/>
                  <a:pt x="12024" y="79601"/>
                </a:cubicBezTo>
                <a:cubicBezTo>
                  <a:pt x="13025" y="78380"/>
                  <a:pt x="14187" y="77320"/>
                  <a:pt x="15497" y="76408"/>
                </a:cubicBezTo>
                <a:cubicBezTo>
                  <a:pt x="15939" y="76113"/>
                  <a:pt x="16395" y="75819"/>
                  <a:pt x="16836" y="75554"/>
                </a:cubicBezTo>
                <a:cubicBezTo>
                  <a:pt x="17557" y="75113"/>
                  <a:pt x="18308" y="74642"/>
                  <a:pt x="18985" y="74097"/>
                </a:cubicBezTo>
                <a:cubicBezTo>
                  <a:pt x="19323" y="73818"/>
                  <a:pt x="19632" y="73538"/>
                  <a:pt x="19927" y="73244"/>
                </a:cubicBezTo>
                <a:cubicBezTo>
                  <a:pt x="20677" y="72464"/>
                  <a:pt x="21178" y="71551"/>
                  <a:pt x="21384" y="70668"/>
                </a:cubicBezTo>
                <a:cubicBezTo>
                  <a:pt x="21546" y="69977"/>
                  <a:pt x="21516" y="69226"/>
                  <a:pt x="21251" y="68284"/>
                </a:cubicBezTo>
                <a:cubicBezTo>
                  <a:pt x="20795" y="66548"/>
                  <a:pt x="19382" y="65209"/>
                  <a:pt x="18087" y="64075"/>
                </a:cubicBezTo>
                <a:cubicBezTo>
                  <a:pt x="17763" y="63781"/>
                  <a:pt x="17440" y="63501"/>
                  <a:pt x="17175" y="63222"/>
                </a:cubicBezTo>
                <a:cubicBezTo>
                  <a:pt x="15134" y="61255"/>
                  <a:pt x="13899" y="59156"/>
                  <a:pt x="13572" y="56925"/>
                </a:cubicBezTo>
                <a:lnTo>
                  <a:pt x="13572" y="56925"/>
                </a:lnTo>
                <a:lnTo>
                  <a:pt x="13500" y="56966"/>
                </a:lnTo>
                <a:lnTo>
                  <a:pt x="13500" y="56966"/>
                </a:lnTo>
                <a:cubicBezTo>
                  <a:pt x="13499" y="56957"/>
                  <a:pt x="13497" y="56947"/>
                  <a:pt x="13496" y="56938"/>
                </a:cubicBezTo>
                <a:cubicBezTo>
                  <a:pt x="13496" y="56879"/>
                  <a:pt x="13466" y="56835"/>
                  <a:pt x="13466" y="56791"/>
                </a:cubicBezTo>
                <a:lnTo>
                  <a:pt x="13408" y="56827"/>
                </a:lnTo>
                <a:lnTo>
                  <a:pt x="13408" y="56827"/>
                </a:lnTo>
                <a:cubicBezTo>
                  <a:pt x="13408" y="56820"/>
                  <a:pt x="13407" y="56813"/>
                  <a:pt x="13407" y="56806"/>
                </a:cubicBezTo>
                <a:cubicBezTo>
                  <a:pt x="13496" y="56747"/>
                  <a:pt x="13584" y="56688"/>
                  <a:pt x="13672" y="56614"/>
                </a:cubicBezTo>
                <a:cubicBezTo>
                  <a:pt x="13672" y="56634"/>
                  <a:pt x="13673" y="56653"/>
                  <a:pt x="13675" y="56670"/>
                </a:cubicBezTo>
                <a:lnTo>
                  <a:pt x="13675" y="56670"/>
                </a:lnTo>
                <a:cubicBezTo>
                  <a:pt x="13700" y="56656"/>
                  <a:pt x="13724" y="56641"/>
                  <a:pt x="13747" y="56626"/>
                </a:cubicBezTo>
                <a:lnTo>
                  <a:pt x="13747" y="56626"/>
                </a:lnTo>
                <a:cubicBezTo>
                  <a:pt x="13753" y="56688"/>
                  <a:pt x="13775" y="56741"/>
                  <a:pt x="13775" y="56806"/>
                </a:cubicBezTo>
                <a:cubicBezTo>
                  <a:pt x="13793" y="56791"/>
                  <a:pt x="13811" y="56778"/>
                  <a:pt x="13830" y="56766"/>
                </a:cubicBezTo>
                <a:lnTo>
                  <a:pt x="13830" y="56766"/>
                </a:lnTo>
                <a:cubicBezTo>
                  <a:pt x="14165" y="58967"/>
                  <a:pt x="15391" y="61085"/>
                  <a:pt x="17440" y="63119"/>
                </a:cubicBezTo>
                <a:cubicBezTo>
                  <a:pt x="17734" y="63413"/>
                  <a:pt x="18058" y="63693"/>
                  <a:pt x="18382" y="64002"/>
                </a:cubicBezTo>
                <a:cubicBezTo>
                  <a:pt x="19780" y="65253"/>
                  <a:pt x="21163" y="66636"/>
                  <a:pt x="21560" y="68358"/>
                </a:cubicBezTo>
                <a:cubicBezTo>
                  <a:pt x="21766" y="69241"/>
                  <a:pt x="21781" y="69991"/>
                  <a:pt x="21604" y="70698"/>
                </a:cubicBezTo>
                <a:cubicBezTo>
                  <a:pt x="21384" y="71537"/>
                  <a:pt x="20883" y="72405"/>
                  <a:pt x="20162" y="73170"/>
                </a:cubicBezTo>
                <a:cubicBezTo>
                  <a:pt x="19897" y="73464"/>
                  <a:pt x="19603" y="73744"/>
                  <a:pt x="19265" y="74024"/>
                </a:cubicBezTo>
                <a:cubicBezTo>
                  <a:pt x="18617" y="74553"/>
                  <a:pt x="17925" y="75010"/>
                  <a:pt x="17219" y="75466"/>
                </a:cubicBezTo>
                <a:cubicBezTo>
                  <a:pt x="16777" y="75760"/>
                  <a:pt x="16307" y="76040"/>
                  <a:pt x="15880" y="76378"/>
                </a:cubicBezTo>
                <a:cubicBezTo>
                  <a:pt x="14599" y="77305"/>
                  <a:pt x="13452" y="78409"/>
                  <a:pt x="12495" y="79631"/>
                </a:cubicBezTo>
                <a:cubicBezTo>
                  <a:pt x="11730" y="80631"/>
                  <a:pt x="11141" y="81632"/>
                  <a:pt x="10773" y="82633"/>
                </a:cubicBezTo>
                <a:cubicBezTo>
                  <a:pt x="10567" y="83163"/>
                  <a:pt x="10435" y="83722"/>
                  <a:pt x="10361" y="84266"/>
                </a:cubicBezTo>
                <a:cubicBezTo>
                  <a:pt x="10287" y="84870"/>
                  <a:pt x="10273" y="85547"/>
                  <a:pt x="10346" y="86297"/>
                </a:cubicBezTo>
                <a:cubicBezTo>
                  <a:pt x="10494" y="87872"/>
                  <a:pt x="10891" y="89343"/>
                  <a:pt x="11583" y="90668"/>
                </a:cubicBezTo>
                <a:lnTo>
                  <a:pt x="11627" y="90638"/>
                </a:lnTo>
                <a:cubicBezTo>
                  <a:pt x="10950" y="89314"/>
                  <a:pt x="10552" y="87842"/>
                  <a:pt x="10420" y="86268"/>
                </a:cubicBezTo>
                <a:cubicBezTo>
                  <a:pt x="10346" y="85517"/>
                  <a:pt x="10361" y="84870"/>
                  <a:pt x="10435" y="84266"/>
                </a:cubicBezTo>
                <a:cubicBezTo>
                  <a:pt x="10508" y="83736"/>
                  <a:pt x="10641" y="83177"/>
                  <a:pt x="10847" y="82647"/>
                </a:cubicBezTo>
                <a:cubicBezTo>
                  <a:pt x="11215" y="81676"/>
                  <a:pt x="11774" y="80661"/>
                  <a:pt x="12554" y="79675"/>
                </a:cubicBezTo>
                <a:cubicBezTo>
                  <a:pt x="13510" y="78439"/>
                  <a:pt x="14644" y="77350"/>
                  <a:pt x="15924" y="76437"/>
                </a:cubicBezTo>
                <a:cubicBezTo>
                  <a:pt x="16365" y="76113"/>
                  <a:pt x="16822" y="75804"/>
                  <a:pt x="17263" y="75510"/>
                </a:cubicBezTo>
                <a:cubicBezTo>
                  <a:pt x="17940" y="75069"/>
                  <a:pt x="18661" y="74612"/>
                  <a:pt x="19309" y="74083"/>
                </a:cubicBezTo>
                <a:cubicBezTo>
                  <a:pt x="19632" y="73803"/>
                  <a:pt x="19941" y="73523"/>
                  <a:pt x="20206" y="73229"/>
                </a:cubicBezTo>
                <a:cubicBezTo>
                  <a:pt x="20942" y="72434"/>
                  <a:pt x="21443" y="71581"/>
                  <a:pt x="21663" y="70712"/>
                </a:cubicBezTo>
                <a:cubicBezTo>
                  <a:pt x="21840" y="70006"/>
                  <a:pt x="21825" y="69241"/>
                  <a:pt x="21619" y="68343"/>
                </a:cubicBezTo>
                <a:cubicBezTo>
                  <a:pt x="21222" y="66592"/>
                  <a:pt x="19824" y="65194"/>
                  <a:pt x="18426" y="63943"/>
                </a:cubicBezTo>
                <a:cubicBezTo>
                  <a:pt x="18072" y="63634"/>
                  <a:pt x="17778" y="63354"/>
                  <a:pt x="17484" y="63060"/>
                </a:cubicBezTo>
                <a:cubicBezTo>
                  <a:pt x="15427" y="61046"/>
                  <a:pt x="14230" y="58922"/>
                  <a:pt x="13892" y="56726"/>
                </a:cubicBezTo>
                <a:lnTo>
                  <a:pt x="13892" y="56726"/>
                </a:lnTo>
                <a:cubicBezTo>
                  <a:pt x="13871" y="56739"/>
                  <a:pt x="13850" y="56752"/>
                  <a:pt x="13830" y="56766"/>
                </a:cubicBezTo>
                <a:lnTo>
                  <a:pt x="13830" y="56766"/>
                </a:lnTo>
                <a:cubicBezTo>
                  <a:pt x="13821" y="56705"/>
                  <a:pt x="13813" y="56645"/>
                  <a:pt x="13805" y="56585"/>
                </a:cubicBezTo>
                <a:cubicBezTo>
                  <a:pt x="13786" y="56599"/>
                  <a:pt x="13767" y="56613"/>
                  <a:pt x="13747" y="56626"/>
                </a:cubicBezTo>
                <a:lnTo>
                  <a:pt x="13747" y="56626"/>
                </a:lnTo>
                <a:cubicBezTo>
                  <a:pt x="13746" y="56618"/>
                  <a:pt x="13746" y="56609"/>
                  <a:pt x="13746" y="56599"/>
                </a:cubicBezTo>
                <a:cubicBezTo>
                  <a:pt x="13788" y="56576"/>
                  <a:pt x="13827" y="56554"/>
                  <a:pt x="13864" y="56532"/>
                </a:cubicBezTo>
                <a:lnTo>
                  <a:pt x="13864" y="56532"/>
                </a:lnTo>
                <a:cubicBezTo>
                  <a:pt x="13873" y="56597"/>
                  <a:pt x="13882" y="56662"/>
                  <a:pt x="13892" y="56726"/>
                </a:cubicBezTo>
                <a:lnTo>
                  <a:pt x="13892" y="56726"/>
                </a:lnTo>
                <a:cubicBezTo>
                  <a:pt x="13935" y="56700"/>
                  <a:pt x="13980" y="56674"/>
                  <a:pt x="14025" y="56644"/>
                </a:cubicBezTo>
                <a:lnTo>
                  <a:pt x="14025" y="56599"/>
                </a:lnTo>
                <a:cubicBezTo>
                  <a:pt x="14011" y="56557"/>
                  <a:pt x="14011" y="56501"/>
                  <a:pt x="14011" y="56431"/>
                </a:cubicBezTo>
                <a:lnTo>
                  <a:pt x="14011" y="56431"/>
                </a:lnTo>
                <a:cubicBezTo>
                  <a:pt x="14002" y="56437"/>
                  <a:pt x="13993" y="56442"/>
                  <a:pt x="13984" y="56448"/>
                </a:cubicBezTo>
                <a:lnTo>
                  <a:pt x="13984" y="56448"/>
                </a:lnTo>
                <a:cubicBezTo>
                  <a:pt x="13993" y="56440"/>
                  <a:pt x="14002" y="56432"/>
                  <a:pt x="14011" y="56423"/>
                </a:cubicBezTo>
                <a:cubicBezTo>
                  <a:pt x="14011" y="56426"/>
                  <a:pt x="14011" y="56428"/>
                  <a:pt x="14011" y="56431"/>
                </a:cubicBezTo>
                <a:lnTo>
                  <a:pt x="14011" y="56431"/>
                </a:lnTo>
                <a:cubicBezTo>
                  <a:pt x="14044" y="56410"/>
                  <a:pt x="14078" y="56388"/>
                  <a:pt x="14114" y="56364"/>
                </a:cubicBezTo>
                <a:cubicBezTo>
                  <a:pt x="14114" y="56368"/>
                  <a:pt x="14115" y="56372"/>
                  <a:pt x="14115" y="56376"/>
                </a:cubicBezTo>
                <a:lnTo>
                  <a:pt x="14115" y="56376"/>
                </a:lnTo>
                <a:cubicBezTo>
                  <a:pt x="14132" y="56363"/>
                  <a:pt x="14148" y="56351"/>
                  <a:pt x="14164" y="56338"/>
                </a:cubicBezTo>
                <a:lnTo>
                  <a:pt x="14164" y="56338"/>
                </a:lnTo>
                <a:cubicBezTo>
                  <a:pt x="14171" y="56399"/>
                  <a:pt x="14180" y="56459"/>
                  <a:pt x="14189" y="56520"/>
                </a:cubicBezTo>
                <a:lnTo>
                  <a:pt x="14189" y="56520"/>
                </a:lnTo>
                <a:cubicBezTo>
                  <a:pt x="14236" y="56487"/>
                  <a:pt x="14283" y="56457"/>
                  <a:pt x="14335" y="56423"/>
                </a:cubicBezTo>
                <a:cubicBezTo>
                  <a:pt x="14320" y="56349"/>
                  <a:pt x="14320" y="56276"/>
                  <a:pt x="14320" y="56217"/>
                </a:cubicBezTo>
                <a:cubicBezTo>
                  <a:pt x="14264" y="56254"/>
                  <a:pt x="14215" y="56297"/>
                  <a:pt x="14164" y="56338"/>
                </a:cubicBezTo>
                <a:lnTo>
                  <a:pt x="14164" y="56338"/>
                </a:lnTo>
                <a:cubicBezTo>
                  <a:pt x="14162" y="56322"/>
                  <a:pt x="14160" y="56306"/>
                  <a:pt x="14158" y="56290"/>
                </a:cubicBezTo>
                <a:cubicBezTo>
                  <a:pt x="14231" y="56232"/>
                  <a:pt x="14320" y="56173"/>
                  <a:pt x="14393" y="56099"/>
                </a:cubicBezTo>
                <a:cubicBezTo>
                  <a:pt x="14395" y="56114"/>
                  <a:pt x="14397" y="56130"/>
                  <a:pt x="14399" y="56145"/>
                </a:cubicBezTo>
                <a:lnTo>
                  <a:pt x="14399" y="56145"/>
                </a:lnTo>
                <a:cubicBezTo>
                  <a:pt x="14431" y="56125"/>
                  <a:pt x="14465" y="56100"/>
                  <a:pt x="14499" y="56073"/>
                </a:cubicBezTo>
                <a:lnTo>
                  <a:pt x="14499" y="56073"/>
                </a:lnTo>
                <a:cubicBezTo>
                  <a:pt x="14507" y="56141"/>
                  <a:pt x="14516" y="56208"/>
                  <a:pt x="14526" y="56275"/>
                </a:cubicBezTo>
                <a:lnTo>
                  <a:pt x="14526" y="56275"/>
                </a:lnTo>
                <a:cubicBezTo>
                  <a:pt x="14561" y="56251"/>
                  <a:pt x="14597" y="56228"/>
                  <a:pt x="14629" y="56202"/>
                </a:cubicBezTo>
                <a:cubicBezTo>
                  <a:pt x="14629" y="56129"/>
                  <a:pt x="14629" y="56055"/>
                  <a:pt x="14614" y="55981"/>
                </a:cubicBezTo>
                <a:cubicBezTo>
                  <a:pt x="14578" y="56010"/>
                  <a:pt x="14538" y="56043"/>
                  <a:pt x="14499" y="56073"/>
                </a:cubicBezTo>
                <a:lnTo>
                  <a:pt x="14499" y="56073"/>
                </a:lnTo>
                <a:cubicBezTo>
                  <a:pt x="14498" y="56067"/>
                  <a:pt x="14497" y="56061"/>
                  <a:pt x="14496" y="56055"/>
                </a:cubicBezTo>
                <a:cubicBezTo>
                  <a:pt x="14570" y="55996"/>
                  <a:pt x="14644" y="55937"/>
                  <a:pt x="14747" y="55864"/>
                </a:cubicBezTo>
                <a:cubicBezTo>
                  <a:pt x="14747" y="55870"/>
                  <a:pt x="14748" y="55877"/>
                  <a:pt x="14749" y="55884"/>
                </a:cubicBezTo>
                <a:lnTo>
                  <a:pt x="14749" y="55884"/>
                </a:lnTo>
                <a:cubicBezTo>
                  <a:pt x="14760" y="55875"/>
                  <a:pt x="14771" y="55866"/>
                  <a:pt x="14782" y="55857"/>
                </a:cubicBezTo>
                <a:lnTo>
                  <a:pt x="14782" y="55857"/>
                </a:lnTo>
                <a:cubicBezTo>
                  <a:pt x="14790" y="55930"/>
                  <a:pt x="14800" y="56003"/>
                  <a:pt x="14810" y="56076"/>
                </a:cubicBezTo>
                <a:lnTo>
                  <a:pt x="14810" y="56076"/>
                </a:lnTo>
                <a:cubicBezTo>
                  <a:pt x="14849" y="56044"/>
                  <a:pt x="14886" y="56011"/>
                  <a:pt x="14923" y="55981"/>
                </a:cubicBezTo>
                <a:cubicBezTo>
                  <a:pt x="14923" y="55908"/>
                  <a:pt x="14923" y="55820"/>
                  <a:pt x="14908" y="55761"/>
                </a:cubicBezTo>
                <a:cubicBezTo>
                  <a:pt x="14863" y="55791"/>
                  <a:pt x="14821" y="55825"/>
                  <a:pt x="14782" y="55857"/>
                </a:cubicBezTo>
                <a:lnTo>
                  <a:pt x="14782" y="55857"/>
                </a:lnTo>
                <a:cubicBezTo>
                  <a:pt x="14780" y="55840"/>
                  <a:pt x="14778" y="55822"/>
                  <a:pt x="14776" y="55805"/>
                </a:cubicBezTo>
                <a:cubicBezTo>
                  <a:pt x="14850" y="55761"/>
                  <a:pt x="14923" y="55687"/>
                  <a:pt x="14997" y="55628"/>
                </a:cubicBezTo>
                <a:cubicBezTo>
                  <a:pt x="14999" y="55647"/>
                  <a:pt x="15001" y="55665"/>
                  <a:pt x="15004" y="55684"/>
                </a:cubicBezTo>
                <a:lnTo>
                  <a:pt x="15004" y="55684"/>
                </a:lnTo>
                <a:cubicBezTo>
                  <a:pt x="15023" y="55668"/>
                  <a:pt x="15042" y="55651"/>
                  <a:pt x="15061" y="55635"/>
                </a:cubicBezTo>
                <a:lnTo>
                  <a:pt x="15061" y="55635"/>
                </a:lnTo>
                <a:cubicBezTo>
                  <a:pt x="15070" y="55705"/>
                  <a:pt x="15079" y="55775"/>
                  <a:pt x="15089" y="55844"/>
                </a:cubicBezTo>
                <a:lnTo>
                  <a:pt x="15089" y="55844"/>
                </a:lnTo>
                <a:cubicBezTo>
                  <a:pt x="15132" y="55807"/>
                  <a:pt x="15175" y="55772"/>
                  <a:pt x="15217" y="55746"/>
                </a:cubicBezTo>
                <a:cubicBezTo>
                  <a:pt x="15203" y="55672"/>
                  <a:pt x="15203" y="55569"/>
                  <a:pt x="15203" y="55525"/>
                </a:cubicBezTo>
                <a:cubicBezTo>
                  <a:pt x="15156" y="55553"/>
                  <a:pt x="15109" y="55594"/>
                  <a:pt x="15061" y="55635"/>
                </a:cubicBezTo>
                <a:lnTo>
                  <a:pt x="15061" y="55635"/>
                </a:lnTo>
                <a:cubicBezTo>
                  <a:pt x="15059" y="55618"/>
                  <a:pt x="15057" y="55601"/>
                  <a:pt x="15056" y="55584"/>
                </a:cubicBezTo>
                <a:cubicBezTo>
                  <a:pt x="16145" y="54672"/>
                  <a:pt x="16954" y="53641"/>
                  <a:pt x="17484" y="52523"/>
                </a:cubicBezTo>
                <a:cubicBezTo>
                  <a:pt x="17823" y="51793"/>
                  <a:pt x="18026" y="51022"/>
                  <a:pt x="18097" y="50259"/>
                </a:cubicBezTo>
                <a:lnTo>
                  <a:pt x="18097" y="50259"/>
                </a:lnTo>
                <a:cubicBezTo>
                  <a:pt x="18042" y="50981"/>
                  <a:pt x="17864" y="51712"/>
                  <a:pt x="17557" y="52405"/>
                </a:cubicBezTo>
                <a:cubicBezTo>
                  <a:pt x="17086" y="53494"/>
                  <a:pt x="16307" y="54524"/>
                  <a:pt x="15262" y="55452"/>
                </a:cubicBezTo>
                <a:cubicBezTo>
                  <a:pt x="15262" y="55525"/>
                  <a:pt x="15276" y="55613"/>
                  <a:pt x="15276" y="55687"/>
                </a:cubicBezTo>
                <a:cubicBezTo>
                  <a:pt x="16351" y="54760"/>
                  <a:pt x="17131" y="53759"/>
                  <a:pt x="17646" y="52670"/>
                </a:cubicBezTo>
                <a:cubicBezTo>
                  <a:pt x="18669" y="50497"/>
                  <a:pt x="18443" y="47980"/>
                  <a:pt x="17116" y="46379"/>
                </a:cubicBezTo>
                <a:lnTo>
                  <a:pt x="17116" y="46379"/>
                </a:lnTo>
                <a:cubicBezTo>
                  <a:pt x="17896" y="47431"/>
                  <a:pt x="18229" y="48831"/>
                  <a:pt x="18097" y="50259"/>
                </a:cubicBezTo>
                <a:lnTo>
                  <a:pt x="18097" y="50259"/>
                </a:lnTo>
                <a:cubicBezTo>
                  <a:pt x="18213" y="48729"/>
                  <a:pt x="17776" y="47235"/>
                  <a:pt x="16836" y="46195"/>
                </a:cubicBezTo>
                <a:cubicBezTo>
                  <a:pt x="16895" y="46195"/>
                  <a:pt x="16939" y="46210"/>
                  <a:pt x="16969" y="46210"/>
                </a:cubicBezTo>
                <a:cubicBezTo>
                  <a:pt x="17019" y="46265"/>
                  <a:pt x="17068" y="46321"/>
                  <a:pt x="17116" y="46379"/>
                </a:cubicBezTo>
                <a:lnTo>
                  <a:pt x="17116" y="46379"/>
                </a:lnTo>
                <a:cubicBezTo>
                  <a:pt x="17011" y="46237"/>
                  <a:pt x="16898" y="46102"/>
                  <a:pt x="16777" y="45974"/>
                </a:cubicBezTo>
                <a:cubicBezTo>
                  <a:pt x="16763" y="45945"/>
                  <a:pt x="16748" y="45915"/>
                  <a:pt x="16704" y="45901"/>
                </a:cubicBezTo>
                <a:lnTo>
                  <a:pt x="16660" y="45930"/>
                </a:lnTo>
                <a:cubicBezTo>
                  <a:pt x="16616" y="45915"/>
                  <a:pt x="16557" y="45915"/>
                  <a:pt x="16527" y="45901"/>
                </a:cubicBezTo>
                <a:cubicBezTo>
                  <a:pt x="16513" y="45871"/>
                  <a:pt x="16483" y="45842"/>
                  <a:pt x="16454" y="45827"/>
                </a:cubicBezTo>
                <a:lnTo>
                  <a:pt x="16410" y="45857"/>
                </a:lnTo>
                <a:cubicBezTo>
                  <a:pt x="16365" y="45842"/>
                  <a:pt x="16307" y="45827"/>
                  <a:pt x="16262" y="45798"/>
                </a:cubicBezTo>
                <a:lnTo>
                  <a:pt x="16218" y="45754"/>
                </a:lnTo>
                <a:lnTo>
                  <a:pt x="16174" y="45783"/>
                </a:lnTo>
                <a:cubicBezTo>
                  <a:pt x="16100" y="45768"/>
                  <a:pt x="16042" y="45724"/>
                  <a:pt x="15968" y="45709"/>
                </a:cubicBezTo>
                <a:lnTo>
                  <a:pt x="15953" y="45695"/>
                </a:lnTo>
                <a:lnTo>
                  <a:pt x="15939" y="45709"/>
                </a:lnTo>
                <a:cubicBezTo>
                  <a:pt x="15438" y="45503"/>
                  <a:pt x="14982" y="45209"/>
                  <a:pt x="14555" y="44871"/>
                </a:cubicBezTo>
                <a:cubicBezTo>
                  <a:pt x="14555" y="44871"/>
                  <a:pt x="14541" y="44871"/>
                  <a:pt x="14541" y="44841"/>
                </a:cubicBezTo>
                <a:lnTo>
                  <a:pt x="14482" y="44797"/>
                </a:lnTo>
                <a:cubicBezTo>
                  <a:pt x="14114" y="44458"/>
                  <a:pt x="13790" y="44061"/>
                  <a:pt x="13510" y="43620"/>
                </a:cubicBezTo>
                <a:cubicBezTo>
                  <a:pt x="13437" y="43487"/>
                  <a:pt x="13363" y="43355"/>
                  <a:pt x="13304" y="43222"/>
                </a:cubicBezTo>
                <a:cubicBezTo>
                  <a:pt x="13303" y="43219"/>
                  <a:pt x="13301" y="43215"/>
                  <a:pt x="13299" y="43211"/>
                </a:cubicBezTo>
                <a:lnTo>
                  <a:pt x="13299" y="43211"/>
                </a:lnTo>
                <a:cubicBezTo>
                  <a:pt x="13303" y="43223"/>
                  <a:pt x="13304" y="43236"/>
                  <a:pt x="13304" y="43252"/>
                </a:cubicBezTo>
                <a:cubicBezTo>
                  <a:pt x="13319" y="43311"/>
                  <a:pt x="13363" y="43355"/>
                  <a:pt x="13378" y="43428"/>
                </a:cubicBezTo>
                <a:cubicBezTo>
                  <a:pt x="13363" y="43399"/>
                  <a:pt x="13349" y="43384"/>
                  <a:pt x="13334" y="43340"/>
                </a:cubicBezTo>
                <a:cubicBezTo>
                  <a:pt x="13304" y="43281"/>
                  <a:pt x="13275" y="43208"/>
                  <a:pt x="13260" y="43163"/>
                </a:cubicBezTo>
                <a:lnTo>
                  <a:pt x="13260" y="43163"/>
                </a:lnTo>
                <a:cubicBezTo>
                  <a:pt x="13271" y="43169"/>
                  <a:pt x="13281" y="43177"/>
                  <a:pt x="13288" y="43187"/>
                </a:cubicBezTo>
                <a:lnTo>
                  <a:pt x="13288" y="43187"/>
                </a:lnTo>
                <a:cubicBezTo>
                  <a:pt x="13201" y="43002"/>
                  <a:pt x="13120" y="42813"/>
                  <a:pt x="13054" y="42618"/>
                </a:cubicBezTo>
                <a:lnTo>
                  <a:pt x="13054" y="42618"/>
                </a:lnTo>
                <a:cubicBezTo>
                  <a:pt x="13070" y="42695"/>
                  <a:pt x="13091" y="42764"/>
                  <a:pt x="13113" y="42840"/>
                </a:cubicBezTo>
                <a:cubicBezTo>
                  <a:pt x="13069" y="42766"/>
                  <a:pt x="13054" y="42693"/>
                  <a:pt x="13010" y="42619"/>
                </a:cubicBezTo>
                <a:lnTo>
                  <a:pt x="12972" y="42341"/>
                </a:lnTo>
                <a:lnTo>
                  <a:pt x="12972" y="42341"/>
                </a:lnTo>
                <a:cubicBezTo>
                  <a:pt x="12995" y="42434"/>
                  <a:pt x="13023" y="42526"/>
                  <a:pt x="13054" y="42618"/>
                </a:cubicBezTo>
                <a:lnTo>
                  <a:pt x="13054" y="42618"/>
                </a:lnTo>
                <a:cubicBezTo>
                  <a:pt x="13048" y="42590"/>
                  <a:pt x="13043" y="42561"/>
                  <a:pt x="13039" y="42531"/>
                </a:cubicBezTo>
                <a:cubicBezTo>
                  <a:pt x="12995" y="42457"/>
                  <a:pt x="12981" y="42369"/>
                  <a:pt x="12966" y="42295"/>
                </a:cubicBezTo>
                <a:lnTo>
                  <a:pt x="12966" y="42295"/>
                </a:lnTo>
                <a:lnTo>
                  <a:pt x="12972" y="42341"/>
                </a:lnTo>
                <a:lnTo>
                  <a:pt x="12972" y="42341"/>
                </a:lnTo>
                <a:cubicBezTo>
                  <a:pt x="12965" y="42311"/>
                  <a:pt x="12958" y="42281"/>
                  <a:pt x="12951" y="42251"/>
                </a:cubicBezTo>
                <a:cubicBezTo>
                  <a:pt x="12833" y="41677"/>
                  <a:pt x="12775" y="41074"/>
                  <a:pt x="12848" y="40485"/>
                </a:cubicBezTo>
                <a:cubicBezTo>
                  <a:pt x="12871" y="40316"/>
                  <a:pt x="12898" y="40148"/>
                  <a:pt x="12931" y="39983"/>
                </a:cubicBezTo>
                <a:lnTo>
                  <a:pt x="12931" y="39983"/>
                </a:lnTo>
                <a:cubicBezTo>
                  <a:pt x="12907" y="40060"/>
                  <a:pt x="12883" y="40139"/>
                  <a:pt x="12863" y="40220"/>
                </a:cubicBezTo>
                <a:cubicBezTo>
                  <a:pt x="12892" y="40088"/>
                  <a:pt x="12907" y="39955"/>
                  <a:pt x="12922" y="39852"/>
                </a:cubicBezTo>
                <a:cubicBezTo>
                  <a:pt x="12981" y="39676"/>
                  <a:pt x="13039" y="39528"/>
                  <a:pt x="13084" y="39367"/>
                </a:cubicBezTo>
                <a:lnTo>
                  <a:pt x="13084" y="39367"/>
                </a:lnTo>
                <a:cubicBezTo>
                  <a:pt x="13079" y="39385"/>
                  <a:pt x="13075" y="39402"/>
                  <a:pt x="13071" y="39420"/>
                </a:cubicBezTo>
                <a:lnTo>
                  <a:pt x="13071" y="39420"/>
                </a:lnTo>
                <a:cubicBezTo>
                  <a:pt x="13093" y="39348"/>
                  <a:pt x="13117" y="39276"/>
                  <a:pt x="13142" y="39205"/>
                </a:cubicBezTo>
                <a:cubicBezTo>
                  <a:pt x="13157" y="39131"/>
                  <a:pt x="13201" y="39058"/>
                  <a:pt x="13231" y="38984"/>
                </a:cubicBezTo>
                <a:cubicBezTo>
                  <a:pt x="13290" y="38837"/>
                  <a:pt x="13349" y="38704"/>
                  <a:pt x="13422" y="38557"/>
                </a:cubicBezTo>
                <a:cubicBezTo>
                  <a:pt x="13531" y="38340"/>
                  <a:pt x="13647" y="38123"/>
                  <a:pt x="13766" y="37905"/>
                </a:cubicBezTo>
                <a:lnTo>
                  <a:pt x="13766" y="37905"/>
                </a:lnTo>
                <a:lnTo>
                  <a:pt x="13716" y="38042"/>
                </a:lnTo>
                <a:lnTo>
                  <a:pt x="13819" y="37880"/>
                </a:lnTo>
                <a:cubicBezTo>
                  <a:pt x="13849" y="37836"/>
                  <a:pt x="13878" y="37821"/>
                  <a:pt x="13893" y="37792"/>
                </a:cubicBezTo>
                <a:cubicBezTo>
                  <a:pt x="13922" y="37748"/>
                  <a:pt x="13937" y="37689"/>
                  <a:pt x="13952" y="37645"/>
                </a:cubicBezTo>
                <a:lnTo>
                  <a:pt x="13952" y="37645"/>
                </a:lnTo>
                <a:cubicBezTo>
                  <a:pt x="13897" y="37699"/>
                  <a:pt x="13851" y="37762"/>
                  <a:pt x="13813" y="37821"/>
                </a:cubicBezTo>
                <a:lnTo>
                  <a:pt x="13813" y="37821"/>
                </a:lnTo>
                <a:cubicBezTo>
                  <a:pt x="13839" y="37772"/>
                  <a:pt x="13866" y="37723"/>
                  <a:pt x="13893" y="37674"/>
                </a:cubicBezTo>
                <a:cubicBezTo>
                  <a:pt x="13893" y="37660"/>
                  <a:pt x="13908" y="37660"/>
                  <a:pt x="13908" y="37630"/>
                </a:cubicBezTo>
                <a:cubicBezTo>
                  <a:pt x="13952" y="37556"/>
                  <a:pt x="14011" y="37483"/>
                  <a:pt x="14055" y="37409"/>
                </a:cubicBezTo>
                <a:cubicBezTo>
                  <a:pt x="14099" y="37347"/>
                  <a:pt x="14142" y="37282"/>
                  <a:pt x="14185" y="37216"/>
                </a:cubicBezTo>
                <a:lnTo>
                  <a:pt x="14185" y="37216"/>
                </a:lnTo>
                <a:cubicBezTo>
                  <a:pt x="14180" y="37227"/>
                  <a:pt x="14176" y="37237"/>
                  <a:pt x="14173" y="37247"/>
                </a:cubicBezTo>
                <a:cubicBezTo>
                  <a:pt x="14231" y="37203"/>
                  <a:pt x="14290" y="37130"/>
                  <a:pt x="14364" y="37071"/>
                </a:cubicBezTo>
                <a:cubicBezTo>
                  <a:pt x="14379" y="37012"/>
                  <a:pt x="14393" y="36983"/>
                  <a:pt x="14408" y="36924"/>
                </a:cubicBezTo>
                <a:lnTo>
                  <a:pt x="14408" y="36924"/>
                </a:lnTo>
                <a:lnTo>
                  <a:pt x="14364" y="36983"/>
                </a:lnTo>
                <a:cubicBezTo>
                  <a:pt x="14343" y="36993"/>
                  <a:pt x="14325" y="37007"/>
                  <a:pt x="14308" y="37022"/>
                </a:cubicBezTo>
                <a:lnTo>
                  <a:pt x="14308" y="37022"/>
                </a:lnTo>
                <a:cubicBezTo>
                  <a:pt x="14322" y="36999"/>
                  <a:pt x="14336" y="36976"/>
                  <a:pt x="14349" y="36953"/>
                </a:cubicBezTo>
                <a:cubicBezTo>
                  <a:pt x="14440" y="36844"/>
                  <a:pt x="14525" y="36724"/>
                  <a:pt x="14608" y="36600"/>
                </a:cubicBezTo>
                <a:lnTo>
                  <a:pt x="14608" y="36600"/>
                </a:lnTo>
                <a:cubicBezTo>
                  <a:pt x="14600" y="36610"/>
                  <a:pt x="14592" y="36620"/>
                  <a:pt x="14585" y="36629"/>
                </a:cubicBezTo>
                <a:cubicBezTo>
                  <a:pt x="14599" y="36570"/>
                  <a:pt x="14614" y="36541"/>
                  <a:pt x="14629" y="36482"/>
                </a:cubicBezTo>
                <a:cubicBezTo>
                  <a:pt x="14674" y="36438"/>
                  <a:pt x="14718" y="36393"/>
                  <a:pt x="14769" y="36355"/>
                </a:cubicBezTo>
                <a:lnTo>
                  <a:pt x="14769" y="36355"/>
                </a:lnTo>
                <a:cubicBezTo>
                  <a:pt x="14846" y="36260"/>
                  <a:pt x="14918" y="36155"/>
                  <a:pt x="14991" y="36049"/>
                </a:cubicBezTo>
                <a:lnTo>
                  <a:pt x="14991" y="36049"/>
                </a:lnTo>
                <a:lnTo>
                  <a:pt x="14982" y="36055"/>
                </a:lnTo>
                <a:cubicBezTo>
                  <a:pt x="14982" y="36026"/>
                  <a:pt x="14997" y="35967"/>
                  <a:pt x="15026" y="35908"/>
                </a:cubicBezTo>
                <a:cubicBezTo>
                  <a:pt x="15069" y="35851"/>
                  <a:pt x="15127" y="35807"/>
                  <a:pt x="15198" y="35764"/>
                </a:cubicBezTo>
                <a:lnTo>
                  <a:pt x="15198" y="35764"/>
                </a:lnTo>
                <a:lnTo>
                  <a:pt x="15144" y="35835"/>
                </a:lnTo>
                <a:cubicBezTo>
                  <a:pt x="15091" y="35905"/>
                  <a:pt x="15041" y="35977"/>
                  <a:pt x="14991" y="36049"/>
                </a:cubicBezTo>
                <a:lnTo>
                  <a:pt x="14991" y="36049"/>
                </a:lnTo>
                <a:lnTo>
                  <a:pt x="15026" y="36026"/>
                </a:lnTo>
                <a:cubicBezTo>
                  <a:pt x="15056" y="35982"/>
                  <a:pt x="15114" y="35952"/>
                  <a:pt x="15144" y="35908"/>
                </a:cubicBezTo>
                <a:cubicBezTo>
                  <a:pt x="15173" y="35849"/>
                  <a:pt x="15188" y="35820"/>
                  <a:pt x="15203" y="35761"/>
                </a:cubicBezTo>
                <a:lnTo>
                  <a:pt x="15203" y="35761"/>
                </a:lnTo>
                <a:cubicBezTo>
                  <a:pt x="15201" y="35762"/>
                  <a:pt x="15200" y="35763"/>
                  <a:pt x="15198" y="35764"/>
                </a:cubicBezTo>
                <a:lnTo>
                  <a:pt x="15198" y="35764"/>
                </a:lnTo>
                <a:lnTo>
                  <a:pt x="15381" y="35525"/>
                </a:lnTo>
                <a:lnTo>
                  <a:pt x="15381" y="35525"/>
                </a:lnTo>
                <a:cubicBezTo>
                  <a:pt x="15375" y="35530"/>
                  <a:pt x="15370" y="35535"/>
                  <a:pt x="15365" y="35540"/>
                </a:cubicBezTo>
                <a:cubicBezTo>
                  <a:pt x="15365" y="35481"/>
                  <a:pt x="15394" y="35452"/>
                  <a:pt x="15409" y="35393"/>
                </a:cubicBezTo>
                <a:cubicBezTo>
                  <a:pt x="15468" y="35334"/>
                  <a:pt x="15512" y="35305"/>
                  <a:pt x="15585" y="35246"/>
                </a:cubicBezTo>
                <a:lnTo>
                  <a:pt x="15585" y="35246"/>
                </a:lnTo>
                <a:cubicBezTo>
                  <a:pt x="15583" y="35258"/>
                  <a:pt x="15580" y="35268"/>
                  <a:pt x="15577" y="35278"/>
                </a:cubicBezTo>
                <a:lnTo>
                  <a:pt x="15577" y="35278"/>
                </a:lnTo>
                <a:cubicBezTo>
                  <a:pt x="15646" y="35199"/>
                  <a:pt x="15714" y="35116"/>
                  <a:pt x="15777" y="35032"/>
                </a:cubicBezTo>
                <a:lnTo>
                  <a:pt x="15777" y="35032"/>
                </a:lnTo>
                <a:cubicBezTo>
                  <a:pt x="15758" y="35048"/>
                  <a:pt x="15738" y="35064"/>
                  <a:pt x="15718" y="35084"/>
                </a:cubicBezTo>
                <a:cubicBezTo>
                  <a:pt x="15718" y="35025"/>
                  <a:pt x="15733" y="35011"/>
                  <a:pt x="15733" y="34996"/>
                </a:cubicBezTo>
                <a:cubicBezTo>
                  <a:pt x="15733" y="34966"/>
                  <a:pt x="15762" y="34937"/>
                  <a:pt x="15762" y="34922"/>
                </a:cubicBezTo>
                <a:cubicBezTo>
                  <a:pt x="15806" y="34878"/>
                  <a:pt x="15880" y="34819"/>
                  <a:pt x="15939" y="34790"/>
                </a:cubicBezTo>
                <a:lnTo>
                  <a:pt x="15939" y="34790"/>
                </a:lnTo>
                <a:cubicBezTo>
                  <a:pt x="15935" y="34804"/>
                  <a:pt x="15930" y="34817"/>
                  <a:pt x="15925" y="34829"/>
                </a:cubicBezTo>
                <a:lnTo>
                  <a:pt x="15925" y="34829"/>
                </a:lnTo>
                <a:cubicBezTo>
                  <a:pt x="15959" y="34791"/>
                  <a:pt x="15993" y="34753"/>
                  <a:pt x="16026" y="34714"/>
                </a:cubicBezTo>
                <a:lnTo>
                  <a:pt x="16026" y="34714"/>
                </a:lnTo>
                <a:cubicBezTo>
                  <a:pt x="16024" y="34754"/>
                  <a:pt x="16011" y="34793"/>
                  <a:pt x="15997" y="34819"/>
                </a:cubicBezTo>
                <a:lnTo>
                  <a:pt x="16130" y="34702"/>
                </a:lnTo>
                <a:cubicBezTo>
                  <a:pt x="16145" y="34643"/>
                  <a:pt x="16159" y="34599"/>
                  <a:pt x="16174" y="34569"/>
                </a:cubicBezTo>
                <a:lnTo>
                  <a:pt x="16174" y="34569"/>
                </a:lnTo>
                <a:cubicBezTo>
                  <a:pt x="16149" y="34619"/>
                  <a:pt x="16103" y="34648"/>
                  <a:pt x="16054" y="34682"/>
                </a:cubicBezTo>
                <a:lnTo>
                  <a:pt x="16054" y="34682"/>
                </a:lnTo>
                <a:cubicBezTo>
                  <a:pt x="16100" y="34627"/>
                  <a:pt x="16145" y="34570"/>
                  <a:pt x="16187" y="34510"/>
                </a:cubicBezTo>
                <a:lnTo>
                  <a:pt x="16187" y="34510"/>
                </a:lnTo>
                <a:cubicBezTo>
                  <a:pt x="16155" y="34539"/>
                  <a:pt x="16121" y="34566"/>
                  <a:pt x="16086" y="34584"/>
                </a:cubicBezTo>
                <a:cubicBezTo>
                  <a:pt x="16086" y="34525"/>
                  <a:pt x="16100" y="34495"/>
                  <a:pt x="16130" y="34437"/>
                </a:cubicBezTo>
                <a:cubicBezTo>
                  <a:pt x="16174" y="34407"/>
                  <a:pt x="16248" y="34348"/>
                  <a:pt x="16307" y="34304"/>
                </a:cubicBezTo>
                <a:lnTo>
                  <a:pt x="16307" y="34304"/>
                </a:lnTo>
                <a:cubicBezTo>
                  <a:pt x="16301" y="34325"/>
                  <a:pt x="16296" y="34344"/>
                  <a:pt x="16290" y="34361"/>
                </a:cubicBezTo>
                <a:lnTo>
                  <a:pt x="16290" y="34361"/>
                </a:lnTo>
                <a:cubicBezTo>
                  <a:pt x="16325" y="34322"/>
                  <a:pt x="16360" y="34283"/>
                  <a:pt x="16395" y="34244"/>
                </a:cubicBezTo>
                <a:lnTo>
                  <a:pt x="16395" y="34244"/>
                </a:lnTo>
                <a:cubicBezTo>
                  <a:pt x="16392" y="34296"/>
                  <a:pt x="16379" y="34336"/>
                  <a:pt x="16365" y="34363"/>
                </a:cubicBezTo>
                <a:cubicBezTo>
                  <a:pt x="16395" y="34334"/>
                  <a:pt x="16454" y="34275"/>
                  <a:pt x="16498" y="34260"/>
                </a:cubicBezTo>
                <a:cubicBezTo>
                  <a:pt x="16513" y="34201"/>
                  <a:pt x="16527" y="34157"/>
                  <a:pt x="16542" y="34128"/>
                </a:cubicBezTo>
                <a:lnTo>
                  <a:pt x="16542" y="34128"/>
                </a:lnTo>
                <a:cubicBezTo>
                  <a:pt x="16516" y="34153"/>
                  <a:pt x="16468" y="34190"/>
                  <a:pt x="16417" y="34219"/>
                </a:cubicBezTo>
                <a:lnTo>
                  <a:pt x="16417" y="34219"/>
                </a:lnTo>
                <a:cubicBezTo>
                  <a:pt x="16494" y="34130"/>
                  <a:pt x="16568" y="34040"/>
                  <a:pt x="16630" y="33951"/>
                </a:cubicBezTo>
                <a:cubicBezTo>
                  <a:pt x="16671" y="33906"/>
                  <a:pt x="16710" y="33861"/>
                  <a:pt x="16748" y="33816"/>
                </a:cubicBezTo>
                <a:lnTo>
                  <a:pt x="16748" y="33816"/>
                </a:lnTo>
                <a:cubicBezTo>
                  <a:pt x="16748" y="33817"/>
                  <a:pt x="16748" y="33818"/>
                  <a:pt x="16748" y="33819"/>
                </a:cubicBezTo>
                <a:cubicBezTo>
                  <a:pt x="16733" y="33848"/>
                  <a:pt x="16733" y="33863"/>
                  <a:pt x="16719" y="33907"/>
                </a:cubicBezTo>
                <a:cubicBezTo>
                  <a:pt x="16763" y="33863"/>
                  <a:pt x="16807" y="33833"/>
                  <a:pt x="16880" y="33774"/>
                </a:cubicBezTo>
                <a:lnTo>
                  <a:pt x="16939" y="33671"/>
                </a:lnTo>
                <a:lnTo>
                  <a:pt x="16802" y="33751"/>
                </a:lnTo>
                <a:lnTo>
                  <a:pt x="16802" y="33751"/>
                </a:lnTo>
                <a:cubicBezTo>
                  <a:pt x="16869" y="33671"/>
                  <a:pt x="16934" y="33590"/>
                  <a:pt x="16998" y="33509"/>
                </a:cubicBezTo>
                <a:cubicBezTo>
                  <a:pt x="17033" y="33479"/>
                  <a:pt x="17066" y="33446"/>
                  <a:pt x="17099" y="33412"/>
                </a:cubicBezTo>
                <a:lnTo>
                  <a:pt x="17099" y="33412"/>
                </a:lnTo>
                <a:cubicBezTo>
                  <a:pt x="17097" y="33424"/>
                  <a:pt x="17093" y="33437"/>
                  <a:pt x="17086" y="33451"/>
                </a:cubicBezTo>
                <a:cubicBezTo>
                  <a:pt x="17086" y="33451"/>
                  <a:pt x="17057" y="33465"/>
                  <a:pt x="17057" y="33480"/>
                </a:cubicBezTo>
                <a:cubicBezTo>
                  <a:pt x="17116" y="33421"/>
                  <a:pt x="17175" y="33392"/>
                  <a:pt x="17204" y="33392"/>
                </a:cubicBezTo>
                <a:cubicBezTo>
                  <a:pt x="17234" y="33333"/>
                  <a:pt x="17248" y="33303"/>
                  <a:pt x="17263" y="33259"/>
                </a:cubicBezTo>
                <a:lnTo>
                  <a:pt x="17263" y="33259"/>
                </a:lnTo>
                <a:lnTo>
                  <a:pt x="17184" y="33317"/>
                </a:lnTo>
                <a:lnTo>
                  <a:pt x="17184" y="33317"/>
                </a:lnTo>
                <a:cubicBezTo>
                  <a:pt x="17243" y="33246"/>
                  <a:pt x="17299" y="33172"/>
                  <a:pt x="17351" y="33097"/>
                </a:cubicBezTo>
                <a:cubicBezTo>
                  <a:pt x="17373" y="33076"/>
                  <a:pt x="17393" y="33054"/>
                  <a:pt x="17413" y="33032"/>
                </a:cubicBezTo>
                <a:lnTo>
                  <a:pt x="17413" y="33032"/>
                </a:lnTo>
                <a:cubicBezTo>
                  <a:pt x="17412" y="33034"/>
                  <a:pt x="17411" y="33037"/>
                  <a:pt x="17410" y="33039"/>
                </a:cubicBezTo>
                <a:cubicBezTo>
                  <a:pt x="17469" y="33009"/>
                  <a:pt x="17528" y="32965"/>
                  <a:pt x="17557" y="32936"/>
                </a:cubicBezTo>
                <a:cubicBezTo>
                  <a:pt x="17572" y="32877"/>
                  <a:pt x="17602" y="32833"/>
                  <a:pt x="17616" y="32803"/>
                </a:cubicBezTo>
                <a:lnTo>
                  <a:pt x="17616" y="32803"/>
                </a:lnTo>
                <a:lnTo>
                  <a:pt x="17586" y="32822"/>
                </a:lnTo>
                <a:lnTo>
                  <a:pt x="17586" y="32822"/>
                </a:lnTo>
                <a:cubicBezTo>
                  <a:pt x="17625" y="32772"/>
                  <a:pt x="17664" y="32721"/>
                  <a:pt x="17705" y="32671"/>
                </a:cubicBezTo>
                <a:cubicBezTo>
                  <a:pt x="17726" y="32649"/>
                  <a:pt x="17746" y="32628"/>
                  <a:pt x="17766" y="32606"/>
                </a:cubicBezTo>
                <a:lnTo>
                  <a:pt x="17766" y="32606"/>
                </a:lnTo>
                <a:cubicBezTo>
                  <a:pt x="17765" y="32608"/>
                  <a:pt x="17764" y="32610"/>
                  <a:pt x="17763" y="32612"/>
                </a:cubicBezTo>
                <a:cubicBezTo>
                  <a:pt x="17822" y="32582"/>
                  <a:pt x="17866" y="32538"/>
                  <a:pt x="17911" y="32494"/>
                </a:cubicBezTo>
                <a:lnTo>
                  <a:pt x="17969" y="32376"/>
                </a:lnTo>
                <a:lnTo>
                  <a:pt x="17938" y="32397"/>
                </a:lnTo>
                <a:lnTo>
                  <a:pt x="17938" y="32397"/>
                </a:lnTo>
                <a:cubicBezTo>
                  <a:pt x="17977" y="32347"/>
                  <a:pt x="18017" y="32295"/>
                  <a:pt x="18058" y="32244"/>
                </a:cubicBezTo>
                <a:cubicBezTo>
                  <a:pt x="18081" y="32218"/>
                  <a:pt x="18105" y="32191"/>
                  <a:pt x="18128" y="32163"/>
                </a:cubicBezTo>
                <a:lnTo>
                  <a:pt x="18128" y="32163"/>
                </a:lnTo>
                <a:cubicBezTo>
                  <a:pt x="18124" y="32176"/>
                  <a:pt x="18120" y="32188"/>
                  <a:pt x="18117" y="32200"/>
                </a:cubicBezTo>
                <a:cubicBezTo>
                  <a:pt x="18161" y="32156"/>
                  <a:pt x="18220" y="32126"/>
                  <a:pt x="18264" y="32067"/>
                </a:cubicBezTo>
                <a:lnTo>
                  <a:pt x="18308" y="31950"/>
                </a:lnTo>
                <a:lnTo>
                  <a:pt x="18289" y="31963"/>
                </a:lnTo>
                <a:lnTo>
                  <a:pt x="18289" y="31963"/>
                </a:lnTo>
                <a:cubicBezTo>
                  <a:pt x="18300" y="31949"/>
                  <a:pt x="18311" y="31934"/>
                  <a:pt x="18322" y="31920"/>
                </a:cubicBezTo>
                <a:lnTo>
                  <a:pt x="18322" y="31920"/>
                </a:lnTo>
                <a:cubicBezTo>
                  <a:pt x="18521" y="31050"/>
                  <a:pt x="18355" y="30044"/>
                  <a:pt x="17822" y="29065"/>
                </a:cubicBezTo>
                <a:cubicBezTo>
                  <a:pt x="17116" y="27800"/>
                  <a:pt x="15997" y="26681"/>
                  <a:pt x="14379" y="25622"/>
                </a:cubicBezTo>
                <a:cubicBezTo>
                  <a:pt x="14143" y="25474"/>
                  <a:pt x="13893" y="25327"/>
                  <a:pt x="13658" y="25165"/>
                </a:cubicBezTo>
                <a:cubicBezTo>
                  <a:pt x="12524" y="24444"/>
                  <a:pt x="11641" y="23635"/>
                  <a:pt x="11023" y="22796"/>
                </a:cubicBezTo>
                <a:cubicBezTo>
                  <a:pt x="10508" y="22075"/>
                  <a:pt x="9978" y="21207"/>
                  <a:pt x="9964" y="20206"/>
                </a:cubicBezTo>
                <a:cubicBezTo>
                  <a:pt x="9949" y="19132"/>
                  <a:pt x="10464" y="18028"/>
                  <a:pt x="11391" y="17115"/>
                </a:cubicBezTo>
                <a:cubicBezTo>
                  <a:pt x="11744" y="16762"/>
                  <a:pt x="12127" y="16453"/>
                  <a:pt x="12554" y="16188"/>
                </a:cubicBezTo>
                <a:cubicBezTo>
                  <a:pt x="13569" y="15570"/>
                  <a:pt x="14688" y="15158"/>
                  <a:pt x="15777" y="14776"/>
                </a:cubicBezTo>
                <a:cubicBezTo>
                  <a:pt x="16218" y="14614"/>
                  <a:pt x="16689" y="14437"/>
                  <a:pt x="17131" y="14275"/>
                </a:cubicBezTo>
                <a:cubicBezTo>
                  <a:pt x="18720" y="13657"/>
                  <a:pt x="20251" y="12789"/>
                  <a:pt x="21663" y="11744"/>
                </a:cubicBezTo>
                <a:cubicBezTo>
                  <a:pt x="22870" y="10832"/>
                  <a:pt x="23738" y="9904"/>
                  <a:pt x="24253" y="8963"/>
                </a:cubicBezTo>
                <a:cubicBezTo>
                  <a:pt x="24562" y="8374"/>
                  <a:pt x="24754" y="7785"/>
                  <a:pt x="24783" y="7182"/>
                </a:cubicBezTo>
                <a:cubicBezTo>
                  <a:pt x="24842" y="6461"/>
                  <a:pt x="24710" y="5784"/>
                  <a:pt x="24489" y="4945"/>
                </a:cubicBezTo>
                <a:cubicBezTo>
                  <a:pt x="24077" y="3297"/>
                  <a:pt x="23488" y="1693"/>
                  <a:pt x="22767" y="206"/>
                </a:cubicBezTo>
                <a:lnTo>
                  <a:pt x="22708" y="236"/>
                </a:lnTo>
                <a:cubicBezTo>
                  <a:pt x="23429" y="1737"/>
                  <a:pt x="24018" y="3312"/>
                  <a:pt x="24445" y="4974"/>
                </a:cubicBezTo>
                <a:cubicBezTo>
                  <a:pt x="24636" y="5784"/>
                  <a:pt x="24768" y="6461"/>
                  <a:pt x="24739" y="7182"/>
                </a:cubicBezTo>
                <a:cubicBezTo>
                  <a:pt x="24695" y="7771"/>
                  <a:pt x="24518" y="8359"/>
                  <a:pt x="24224" y="8918"/>
                </a:cubicBezTo>
                <a:cubicBezTo>
                  <a:pt x="23724" y="9860"/>
                  <a:pt x="22855" y="10802"/>
                  <a:pt x="21649" y="11685"/>
                </a:cubicBezTo>
                <a:cubicBezTo>
                  <a:pt x="20221" y="12730"/>
                  <a:pt x="18705" y="13584"/>
                  <a:pt x="17131" y="14202"/>
                </a:cubicBezTo>
                <a:cubicBezTo>
                  <a:pt x="16689" y="14393"/>
                  <a:pt x="16218" y="14555"/>
                  <a:pt x="15777" y="14702"/>
                </a:cubicBezTo>
                <a:cubicBezTo>
                  <a:pt x="14673" y="15085"/>
                  <a:pt x="13555" y="15497"/>
                  <a:pt x="12539" y="16129"/>
                </a:cubicBezTo>
                <a:cubicBezTo>
                  <a:pt x="12112" y="16409"/>
                  <a:pt x="11715" y="16718"/>
                  <a:pt x="11362" y="17071"/>
                </a:cubicBezTo>
                <a:cubicBezTo>
                  <a:pt x="10420" y="18028"/>
                  <a:pt x="9905" y="19132"/>
                  <a:pt x="9905" y="20221"/>
                </a:cubicBezTo>
                <a:cubicBezTo>
                  <a:pt x="9920" y="21192"/>
                  <a:pt x="10420" y="22060"/>
                  <a:pt x="10994" y="22855"/>
                </a:cubicBezTo>
                <a:cubicBezTo>
                  <a:pt x="11597" y="23708"/>
                  <a:pt x="12480" y="24503"/>
                  <a:pt x="13643" y="25239"/>
                </a:cubicBezTo>
                <a:cubicBezTo>
                  <a:pt x="13878" y="25386"/>
                  <a:pt x="14114" y="25533"/>
                  <a:pt x="14364" y="25695"/>
                </a:cubicBezTo>
                <a:cubicBezTo>
                  <a:pt x="15983" y="26755"/>
                  <a:pt x="17101" y="27873"/>
                  <a:pt x="17778" y="29124"/>
                </a:cubicBezTo>
                <a:cubicBezTo>
                  <a:pt x="18324" y="30086"/>
                  <a:pt x="18491" y="31133"/>
                  <a:pt x="18253" y="31990"/>
                </a:cubicBezTo>
                <a:lnTo>
                  <a:pt x="18253" y="31990"/>
                </a:lnTo>
                <a:lnTo>
                  <a:pt x="18289" y="31963"/>
                </a:lnTo>
                <a:lnTo>
                  <a:pt x="18289" y="31963"/>
                </a:lnTo>
                <a:cubicBezTo>
                  <a:pt x="18274" y="31983"/>
                  <a:pt x="18259" y="32003"/>
                  <a:pt x="18243" y="32022"/>
                </a:cubicBezTo>
                <a:lnTo>
                  <a:pt x="18243" y="32022"/>
                </a:lnTo>
                <a:cubicBezTo>
                  <a:pt x="18247" y="32011"/>
                  <a:pt x="18250" y="32001"/>
                  <a:pt x="18253" y="31990"/>
                </a:cubicBezTo>
                <a:lnTo>
                  <a:pt x="18253" y="31990"/>
                </a:lnTo>
                <a:lnTo>
                  <a:pt x="18146" y="32067"/>
                </a:lnTo>
                <a:cubicBezTo>
                  <a:pt x="18146" y="32076"/>
                  <a:pt x="18145" y="32088"/>
                  <a:pt x="18142" y="32102"/>
                </a:cubicBezTo>
                <a:lnTo>
                  <a:pt x="18142" y="32102"/>
                </a:lnTo>
                <a:cubicBezTo>
                  <a:pt x="18164" y="32088"/>
                  <a:pt x="18187" y="32074"/>
                  <a:pt x="18211" y="32063"/>
                </a:cubicBezTo>
                <a:lnTo>
                  <a:pt x="18211" y="32063"/>
                </a:lnTo>
                <a:cubicBezTo>
                  <a:pt x="18184" y="32097"/>
                  <a:pt x="18156" y="32130"/>
                  <a:pt x="18128" y="32163"/>
                </a:cubicBezTo>
                <a:lnTo>
                  <a:pt x="18128" y="32163"/>
                </a:lnTo>
                <a:cubicBezTo>
                  <a:pt x="18134" y="32142"/>
                  <a:pt x="18139" y="32121"/>
                  <a:pt x="18142" y="32102"/>
                </a:cubicBezTo>
                <a:lnTo>
                  <a:pt x="18142" y="32102"/>
                </a:lnTo>
                <a:cubicBezTo>
                  <a:pt x="18112" y="32121"/>
                  <a:pt x="18085" y="32141"/>
                  <a:pt x="18062" y="32157"/>
                </a:cubicBezTo>
                <a:lnTo>
                  <a:pt x="18062" y="32157"/>
                </a:lnTo>
                <a:cubicBezTo>
                  <a:pt x="18065" y="32146"/>
                  <a:pt x="18068" y="32135"/>
                  <a:pt x="18072" y="32126"/>
                </a:cubicBezTo>
                <a:lnTo>
                  <a:pt x="18072" y="32126"/>
                </a:lnTo>
                <a:cubicBezTo>
                  <a:pt x="18064" y="32131"/>
                  <a:pt x="18056" y="32136"/>
                  <a:pt x="18048" y="32141"/>
                </a:cubicBezTo>
                <a:lnTo>
                  <a:pt x="18048" y="32141"/>
                </a:lnTo>
                <a:cubicBezTo>
                  <a:pt x="18046" y="32151"/>
                  <a:pt x="18045" y="32161"/>
                  <a:pt x="18043" y="32170"/>
                </a:cubicBezTo>
                <a:cubicBezTo>
                  <a:pt x="18049" y="32166"/>
                  <a:pt x="18055" y="32162"/>
                  <a:pt x="18062" y="32157"/>
                </a:cubicBezTo>
                <a:lnTo>
                  <a:pt x="18062" y="32157"/>
                </a:lnTo>
                <a:cubicBezTo>
                  <a:pt x="18056" y="32182"/>
                  <a:pt x="18053" y="32209"/>
                  <a:pt x="18043" y="32229"/>
                </a:cubicBezTo>
                <a:cubicBezTo>
                  <a:pt x="18043" y="32229"/>
                  <a:pt x="18043" y="32244"/>
                  <a:pt x="18014" y="32244"/>
                </a:cubicBezTo>
                <a:cubicBezTo>
                  <a:pt x="17969" y="32288"/>
                  <a:pt x="17896" y="32347"/>
                  <a:pt x="17837" y="32376"/>
                </a:cubicBezTo>
                <a:cubicBezTo>
                  <a:pt x="17846" y="32358"/>
                  <a:pt x="17850" y="32333"/>
                  <a:pt x="17855" y="32303"/>
                </a:cubicBezTo>
                <a:lnTo>
                  <a:pt x="17855" y="32303"/>
                </a:lnTo>
                <a:cubicBezTo>
                  <a:pt x="17828" y="32318"/>
                  <a:pt x="17799" y="32332"/>
                  <a:pt x="17768" y="32349"/>
                </a:cubicBezTo>
                <a:lnTo>
                  <a:pt x="17768" y="32349"/>
                </a:lnTo>
                <a:cubicBezTo>
                  <a:pt x="17771" y="32335"/>
                  <a:pt x="17774" y="32320"/>
                  <a:pt x="17778" y="32303"/>
                </a:cubicBezTo>
                <a:lnTo>
                  <a:pt x="17778" y="32303"/>
                </a:lnTo>
                <a:cubicBezTo>
                  <a:pt x="17760" y="32314"/>
                  <a:pt x="17742" y="32324"/>
                  <a:pt x="17724" y="32335"/>
                </a:cubicBezTo>
                <a:lnTo>
                  <a:pt x="17724" y="32335"/>
                </a:lnTo>
                <a:cubicBezTo>
                  <a:pt x="17722" y="32349"/>
                  <a:pt x="17721" y="32363"/>
                  <a:pt x="17719" y="32376"/>
                </a:cubicBezTo>
                <a:cubicBezTo>
                  <a:pt x="17736" y="32367"/>
                  <a:pt x="17753" y="32358"/>
                  <a:pt x="17768" y="32349"/>
                </a:cubicBezTo>
                <a:lnTo>
                  <a:pt x="17768" y="32349"/>
                </a:lnTo>
                <a:cubicBezTo>
                  <a:pt x="17762" y="32382"/>
                  <a:pt x="17759" y="32409"/>
                  <a:pt x="17749" y="32450"/>
                </a:cubicBezTo>
                <a:cubicBezTo>
                  <a:pt x="17675" y="32494"/>
                  <a:pt x="17602" y="32538"/>
                  <a:pt x="17543" y="32582"/>
                </a:cubicBezTo>
                <a:cubicBezTo>
                  <a:pt x="17551" y="32549"/>
                  <a:pt x="17555" y="32524"/>
                  <a:pt x="17556" y="32499"/>
                </a:cubicBezTo>
                <a:lnTo>
                  <a:pt x="17556" y="32499"/>
                </a:lnTo>
                <a:cubicBezTo>
                  <a:pt x="17530" y="32512"/>
                  <a:pt x="17505" y="32525"/>
                  <a:pt x="17480" y="32540"/>
                </a:cubicBezTo>
                <a:lnTo>
                  <a:pt x="17480" y="32540"/>
                </a:lnTo>
                <a:cubicBezTo>
                  <a:pt x="17482" y="32523"/>
                  <a:pt x="17484" y="32508"/>
                  <a:pt x="17484" y="32494"/>
                </a:cubicBezTo>
                <a:lnTo>
                  <a:pt x="17484" y="32494"/>
                </a:lnTo>
                <a:cubicBezTo>
                  <a:pt x="17461" y="32503"/>
                  <a:pt x="17436" y="32515"/>
                  <a:pt x="17411" y="32529"/>
                </a:cubicBezTo>
                <a:lnTo>
                  <a:pt x="17411" y="32529"/>
                </a:lnTo>
                <a:cubicBezTo>
                  <a:pt x="17411" y="32547"/>
                  <a:pt x="17411" y="32564"/>
                  <a:pt x="17410" y="32582"/>
                </a:cubicBezTo>
                <a:cubicBezTo>
                  <a:pt x="17434" y="32566"/>
                  <a:pt x="17457" y="32553"/>
                  <a:pt x="17480" y="32540"/>
                </a:cubicBezTo>
                <a:lnTo>
                  <a:pt x="17480" y="32540"/>
                </a:lnTo>
                <a:cubicBezTo>
                  <a:pt x="17475" y="32575"/>
                  <a:pt x="17464" y="32616"/>
                  <a:pt x="17454" y="32656"/>
                </a:cubicBezTo>
                <a:cubicBezTo>
                  <a:pt x="17366" y="32715"/>
                  <a:pt x="17307" y="32744"/>
                  <a:pt x="17204" y="32803"/>
                </a:cubicBezTo>
                <a:cubicBezTo>
                  <a:pt x="17230" y="32761"/>
                  <a:pt x="17241" y="32723"/>
                  <a:pt x="17245" y="32687"/>
                </a:cubicBezTo>
                <a:lnTo>
                  <a:pt x="17245" y="32687"/>
                </a:lnTo>
                <a:cubicBezTo>
                  <a:pt x="17220" y="32700"/>
                  <a:pt x="17195" y="32713"/>
                  <a:pt x="17169" y="32727"/>
                </a:cubicBezTo>
                <a:lnTo>
                  <a:pt x="17169" y="32727"/>
                </a:lnTo>
                <a:cubicBezTo>
                  <a:pt x="17172" y="32704"/>
                  <a:pt x="17175" y="32682"/>
                  <a:pt x="17175" y="32656"/>
                </a:cubicBezTo>
                <a:lnTo>
                  <a:pt x="17175" y="32656"/>
                </a:lnTo>
                <a:cubicBezTo>
                  <a:pt x="17138" y="32685"/>
                  <a:pt x="17099" y="32707"/>
                  <a:pt x="17055" y="32729"/>
                </a:cubicBezTo>
                <a:lnTo>
                  <a:pt x="17055" y="32729"/>
                </a:lnTo>
                <a:cubicBezTo>
                  <a:pt x="17035" y="32200"/>
                  <a:pt x="16930" y="31617"/>
                  <a:pt x="16674" y="30993"/>
                </a:cubicBezTo>
                <a:cubicBezTo>
                  <a:pt x="16027" y="29271"/>
                  <a:pt x="14835" y="27726"/>
                  <a:pt x="13157" y="26401"/>
                </a:cubicBezTo>
                <a:cubicBezTo>
                  <a:pt x="12922" y="26210"/>
                  <a:pt x="12672" y="26019"/>
                  <a:pt x="12377" y="25798"/>
                </a:cubicBezTo>
                <a:cubicBezTo>
                  <a:pt x="10994" y="24768"/>
                  <a:pt x="10067" y="23753"/>
                  <a:pt x="9537" y="22708"/>
                </a:cubicBezTo>
                <a:cubicBezTo>
                  <a:pt x="9140" y="21898"/>
                  <a:pt x="8786" y="21104"/>
                  <a:pt x="8845" y="20206"/>
                </a:cubicBezTo>
                <a:cubicBezTo>
                  <a:pt x="8919" y="19220"/>
                  <a:pt x="9404" y="18190"/>
                  <a:pt x="10273" y="17336"/>
                </a:cubicBezTo>
                <a:cubicBezTo>
                  <a:pt x="10582" y="16998"/>
                  <a:pt x="10950" y="16703"/>
                  <a:pt x="11347" y="16424"/>
                </a:cubicBezTo>
                <a:cubicBezTo>
                  <a:pt x="12201" y="15820"/>
                  <a:pt x="13187" y="15394"/>
                  <a:pt x="14143" y="14982"/>
                </a:cubicBezTo>
                <a:cubicBezTo>
                  <a:pt x="14585" y="14776"/>
                  <a:pt x="15056" y="14570"/>
                  <a:pt x="15497" y="14349"/>
                </a:cubicBezTo>
                <a:cubicBezTo>
                  <a:pt x="16969" y="13613"/>
                  <a:pt x="18352" y="12671"/>
                  <a:pt x="19618" y="11553"/>
                </a:cubicBezTo>
                <a:cubicBezTo>
                  <a:pt x="20692" y="10596"/>
                  <a:pt x="21443" y="9654"/>
                  <a:pt x="21899" y="8683"/>
                </a:cubicBezTo>
                <a:cubicBezTo>
                  <a:pt x="22178" y="8109"/>
                  <a:pt x="22340" y="7550"/>
                  <a:pt x="22384" y="6961"/>
                </a:cubicBezTo>
                <a:cubicBezTo>
                  <a:pt x="22458" y="6196"/>
                  <a:pt x="22326" y="5445"/>
                  <a:pt x="22193" y="4798"/>
                </a:cubicBezTo>
                <a:cubicBezTo>
                  <a:pt x="21869" y="3164"/>
                  <a:pt x="21354" y="1619"/>
                  <a:pt x="20648" y="192"/>
                </a:cubicBezTo>
                <a:lnTo>
                  <a:pt x="20589" y="221"/>
                </a:lnTo>
                <a:cubicBezTo>
                  <a:pt x="21295" y="1634"/>
                  <a:pt x="21810" y="3179"/>
                  <a:pt x="22134" y="4827"/>
                </a:cubicBezTo>
                <a:cubicBezTo>
                  <a:pt x="22267" y="5445"/>
                  <a:pt x="22384" y="6196"/>
                  <a:pt x="22311" y="6961"/>
                </a:cubicBezTo>
                <a:cubicBezTo>
                  <a:pt x="22252" y="7520"/>
                  <a:pt x="22090" y="8094"/>
                  <a:pt x="21825" y="8668"/>
                </a:cubicBezTo>
                <a:cubicBezTo>
                  <a:pt x="21369" y="9625"/>
                  <a:pt x="20633" y="10567"/>
                  <a:pt x="19559" y="11494"/>
                </a:cubicBezTo>
                <a:cubicBezTo>
                  <a:pt x="18293" y="12627"/>
                  <a:pt x="16910" y="13554"/>
                  <a:pt x="15468" y="14275"/>
                </a:cubicBezTo>
                <a:cubicBezTo>
                  <a:pt x="15026" y="14496"/>
                  <a:pt x="14555" y="14702"/>
                  <a:pt x="14099" y="14908"/>
                </a:cubicBezTo>
                <a:cubicBezTo>
                  <a:pt x="13157" y="15320"/>
                  <a:pt x="12186" y="15762"/>
                  <a:pt x="11303" y="16350"/>
                </a:cubicBezTo>
                <a:cubicBezTo>
                  <a:pt x="10920" y="16630"/>
                  <a:pt x="10552" y="16924"/>
                  <a:pt x="10243" y="17263"/>
                </a:cubicBezTo>
                <a:cubicBezTo>
                  <a:pt x="9375" y="18146"/>
                  <a:pt x="8860" y="19176"/>
                  <a:pt x="8786" y="20176"/>
                </a:cubicBezTo>
                <a:cubicBezTo>
                  <a:pt x="8713" y="21104"/>
                  <a:pt x="9081" y="21913"/>
                  <a:pt x="9478" y="22722"/>
                </a:cubicBezTo>
                <a:cubicBezTo>
                  <a:pt x="10023" y="23782"/>
                  <a:pt x="10935" y="24797"/>
                  <a:pt x="12333" y="25842"/>
                </a:cubicBezTo>
                <a:cubicBezTo>
                  <a:pt x="12627" y="26063"/>
                  <a:pt x="12892" y="26269"/>
                  <a:pt x="13128" y="26460"/>
                </a:cubicBezTo>
                <a:cubicBezTo>
                  <a:pt x="14805" y="27785"/>
                  <a:pt x="15983" y="29330"/>
                  <a:pt x="16616" y="31037"/>
                </a:cubicBezTo>
                <a:cubicBezTo>
                  <a:pt x="16857" y="31663"/>
                  <a:pt x="16975" y="32247"/>
                  <a:pt x="16983" y="32764"/>
                </a:cubicBezTo>
                <a:lnTo>
                  <a:pt x="16983" y="32764"/>
                </a:lnTo>
                <a:cubicBezTo>
                  <a:pt x="17008" y="32752"/>
                  <a:pt x="17032" y="32740"/>
                  <a:pt x="17055" y="32729"/>
                </a:cubicBezTo>
                <a:lnTo>
                  <a:pt x="17055" y="32729"/>
                </a:lnTo>
                <a:cubicBezTo>
                  <a:pt x="17056" y="32749"/>
                  <a:pt x="17057" y="32769"/>
                  <a:pt x="17057" y="32788"/>
                </a:cubicBezTo>
                <a:cubicBezTo>
                  <a:pt x="17096" y="32766"/>
                  <a:pt x="17133" y="32746"/>
                  <a:pt x="17169" y="32727"/>
                </a:cubicBezTo>
                <a:lnTo>
                  <a:pt x="17169" y="32727"/>
                </a:lnTo>
                <a:cubicBezTo>
                  <a:pt x="17165" y="32756"/>
                  <a:pt x="17160" y="32785"/>
                  <a:pt x="17160" y="32818"/>
                </a:cubicBezTo>
                <a:cubicBezTo>
                  <a:pt x="17057" y="32877"/>
                  <a:pt x="16983" y="32906"/>
                  <a:pt x="16895" y="32965"/>
                </a:cubicBezTo>
                <a:cubicBezTo>
                  <a:pt x="16905" y="32927"/>
                  <a:pt x="16908" y="32895"/>
                  <a:pt x="16909" y="32862"/>
                </a:cubicBezTo>
                <a:lnTo>
                  <a:pt x="16909" y="32862"/>
                </a:lnTo>
                <a:cubicBezTo>
                  <a:pt x="16885" y="32875"/>
                  <a:pt x="16861" y="32887"/>
                  <a:pt x="16836" y="32899"/>
                </a:cubicBezTo>
                <a:lnTo>
                  <a:pt x="16836" y="32899"/>
                </a:lnTo>
                <a:lnTo>
                  <a:pt x="16836" y="32818"/>
                </a:lnTo>
                <a:cubicBezTo>
                  <a:pt x="16794" y="32846"/>
                  <a:pt x="16753" y="32867"/>
                  <a:pt x="16711" y="32888"/>
                </a:cubicBezTo>
                <a:lnTo>
                  <a:pt x="16711" y="32888"/>
                </a:lnTo>
                <a:cubicBezTo>
                  <a:pt x="16713" y="32914"/>
                  <a:pt x="16716" y="32939"/>
                  <a:pt x="16719" y="32965"/>
                </a:cubicBezTo>
                <a:cubicBezTo>
                  <a:pt x="16758" y="32939"/>
                  <a:pt x="16797" y="32918"/>
                  <a:pt x="16836" y="32899"/>
                </a:cubicBezTo>
                <a:lnTo>
                  <a:pt x="16836" y="32899"/>
                </a:lnTo>
                <a:lnTo>
                  <a:pt x="16836" y="33009"/>
                </a:lnTo>
                <a:cubicBezTo>
                  <a:pt x="16748" y="33053"/>
                  <a:pt x="16660" y="33097"/>
                  <a:pt x="16586" y="33156"/>
                </a:cubicBezTo>
                <a:cubicBezTo>
                  <a:pt x="16582" y="33138"/>
                  <a:pt x="16578" y="33120"/>
                  <a:pt x="16576" y="33101"/>
                </a:cubicBezTo>
                <a:lnTo>
                  <a:pt x="16576" y="33101"/>
                </a:lnTo>
                <a:lnTo>
                  <a:pt x="16513" y="33131"/>
                </a:lnTo>
                <a:lnTo>
                  <a:pt x="16513" y="33186"/>
                </a:lnTo>
                <a:cubicBezTo>
                  <a:pt x="16439" y="33230"/>
                  <a:pt x="16365" y="33274"/>
                  <a:pt x="16277" y="33318"/>
                </a:cubicBezTo>
                <a:cubicBezTo>
                  <a:pt x="16248" y="33318"/>
                  <a:pt x="16233" y="33333"/>
                  <a:pt x="16218" y="33333"/>
                </a:cubicBezTo>
                <a:lnTo>
                  <a:pt x="16218" y="33303"/>
                </a:lnTo>
                <a:lnTo>
                  <a:pt x="16218" y="33303"/>
                </a:lnTo>
                <a:cubicBezTo>
                  <a:pt x="16200" y="33313"/>
                  <a:pt x="16182" y="33322"/>
                  <a:pt x="16164" y="33331"/>
                </a:cubicBezTo>
                <a:lnTo>
                  <a:pt x="16164" y="33331"/>
                </a:lnTo>
                <a:cubicBezTo>
                  <a:pt x="16159" y="33287"/>
                  <a:pt x="16159" y="33240"/>
                  <a:pt x="16159" y="33200"/>
                </a:cubicBezTo>
                <a:cubicBezTo>
                  <a:pt x="16123" y="33216"/>
                  <a:pt x="16086" y="33232"/>
                  <a:pt x="16050" y="33248"/>
                </a:cubicBezTo>
                <a:lnTo>
                  <a:pt x="16050" y="33248"/>
                </a:lnTo>
                <a:cubicBezTo>
                  <a:pt x="16006" y="32989"/>
                  <a:pt x="15943" y="32712"/>
                  <a:pt x="15880" y="32435"/>
                </a:cubicBezTo>
                <a:cubicBezTo>
                  <a:pt x="15350" y="30404"/>
                  <a:pt x="14143" y="28565"/>
                  <a:pt x="12304" y="26946"/>
                </a:cubicBezTo>
                <a:cubicBezTo>
                  <a:pt x="12039" y="26725"/>
                  <a:pt x="11759" y="26490"/>
                  <a:pt x="11435" y="26210"/>
                </a:cubicBezTo>
                <a:cubicBezTo>
                  <a:pt x="10346" y="25312"/>
                  <a:pt x="9022" y="24106"/>
                  <a:pt x="8448" y="22575"/>
                </a:cubicBezTo>
                <a:cubicBezTo>
                  <a:pt x="8183" y="21854"/>
                  <a:pt x="7918" y="21030"/>
                  <a:pt x="8051" y="20147"/>
                </a:cubicBezTo>
                <a:cubicBezTo>
                  <a:pt x="8212" y="18970"/>
                  <a:pt x="8934" y="18028"/>
                  <a:pt x="9478" y="17439"/>
                </a:cubicBezTo>
                <a:cubicBezTo>
                  <a:pt x="9772" y="17130"/>
                  <a:pt x="10111" y="16836"/>
                  <a:pt x="10479" y="16571"/>
                </a:cubicBezTo>
                <a:cubicBezTo>
                  <a:pt x="11244" y="16012"/>
                  <a:pt x="12112" y="15541"/>
                  <a:pt x="12936" y="15129"/>
                </a:cubicBezTo>
                <a:cubicBezTo>
                  <a:pt x="13378" y="14879"/>
                  <a:pt x="13864" y="14643"/>
                  <a:pt x="14305" y="14393"/>
                </a:cubicBezTo>
                <a:cubicBezTo>
                  <a:pt x="15688" y="13584"/>
                  <a:pt x="16969" y="12568"/>
                  <a:pt x="18117" y="11391"/>
                </a:cubicBezTo>
                <a:cubicBezTo>
                  <a:pt x="19073" y="10390"/>
                  <a:pt x="19735" y="9434"/>
                  <a:pt x="20148" y="8462"/>
                </a:cubicBezTo>
                <a:cubicBezTo>
                  <a:pt x="20398" y="7918"/>
                  <a:pt x="20545" y="7344"/>
                  <a:pt x="20618" y="6770"/>
                </a:cubicBezTo>
                <a:cubicBezTo>
                  <a:pt x="20692" y="6166"/>
                  <a:pt x="20648" y="5519"/>
                  <a:pt x="20515" y="4680"/>
                </a:cubicBezTo>
                <a:cubicBezTo>
                  <a:pt x="20280" y="3061"/>
                  <a:pt x="19809" y="1546"/>
                  <a:pt x="19103" y="162"/>
                </a:cubicBezTo>
                <a:lnTo>
                  <a:pt x="18808" y="118"/>
                </a:lnTo>
                <a:lnTo>
                  <a:pt x="18808" y="118"/>
                </a:lnTo>
                <a:cubicBezTo>
                  <a:pt x="19485" y="1487"/>
                  <a:pt x="19971" y="3002"/>
                  <a:pt x="20221" y="4607"/>
                </a:cubicBezTo>
                <a:cubicBezTo>
                  <a:pt x="20354" y="5445"/>
                  <a:pt x="20368" y="6078"/>
                  <a:pt x="20324" y="6682"/>
                </a:cubicBezTo>
                <a:cubicBezTo>
                  <a:pt x="20265" y="7226"/>
                  <a:pt x="20118" y="7800"/>
                  <a:pt x="19883" y="8359"/>
                </a:cubicBezTo>
                <a:cubicBezTo>
                  <a:pt x="19471" y="9330"/>
                  <a:pt x="18808" y="10272"/>
                  <a:pt x="17852" y="11258"/>
                </a:cubicBezTo>
                <a:cubicBezTo>
                  <a:pt x="16719" y="12436"/>
                  <a:pt x="15438" y="13436"/>
                  <a:pt x="14070" y="14246"/>
                </a:cubicBezTo>
                <a:cubicBezTo>
                  <a:pt x="13628" y="14496"/>
                  <a:pt x="13157" y="14731"/>
                  <a:pt x="12701" y="14982"/>
                </a:cubicBezTo>
                <a:cubicBezTo>
                  <a:pt x="11877" y="15423"/>
                  <a:pt x="11009" y="15865"/>
                  <a:pt x="10214" y="16453"/>
                </a:cubicBezTo>
                <a:cubicBezTo>
                  <a:pt x="9846" y="16718"/>
                  <a:pt x="9522" y="17012"/>
                  <a:pt x="9228" y="17336"/>
                </a:cubicBezTo>
                <a:cubicBezTo>
                  <a:pt x="8654" y="17925"/>
                  <a:pt x="7933" y="18881"/>
                  <a:pt x="7771" y="20073"/>
                </a:cubicBezTo>
                <a:cubicBezTo>
                  <a:pt x="7639" y="20971"/>
                  <a:pt x="7918" y="21825"/>
                  <a:pt x="8168" y="22531"/>
                </a:cubicBezTo>
                <a:cubicBezTo>
                  <a:pt x="8772" y="24076"/>
                  <a:pt x="10096" y="25312"/>
                  <a:pt x="11170" y="26195"/>
                </a:cubicBezTo>
                <a:cubicBezTo>
                  <a:pt x="11480" y="26460"/>
                  <a:pt x="11759" y="26696"/>
                  <a:pt x="12039" y="26917"/>
                </a:cubicBezTo>
                <a:cubicBezTo>
                  <a:pt x="13864" y="28535"/>
                  <a:pt x="15056" y="30360"/>
                  <a:pt x="15585" y="32362"/>
                </a:cubicBezTo>
                <a:cubicBezTo>
                  <a:pt x="15674" y="32715"/>
                  <a:pt x="15733" y="33024"/>
                  <a:pt x="15777" y="33318"/>
                </a:cubicBezTo>
                <a:cubicBezTo>
                  <a:pt x="15674" y="33377"/>
                  <a:pt x="15571" y="33421"/>
                  <a:pt x="15482" y="33480"/>
                </a:cubicBezTo>
                <a:cubicBezTo>
                  <a:pt x="15438" y="33259"/>
                  <a:pt x="15409" y="33039"/>
                  <a:pt x="15350" y="32818"/>
                </a:cubicBezTo>
                <a:cubicBezTo>
                  <a:pt x="14879" y="30728"/>
                  <a:pt x="13658" y="28771"/>
                  <a:pt x="11744" y="27049"/>
                </a:cubicBezTo>
                <a:cubicBezTo>
                  <a:pt x="11465" y="26799"/>
                  <a:pt x="11200" y="26549"/>
                  <a:pt x="10861" y="26269"/>
                </a:cubicBezTo>
                <a:cubicBezTo>
                  <a:pt x="9669" y="25254"/>
                  <a:pt x="8360" y="24003"/>
                  <a:pt x="7830" y="22443"/>
                </a:cubicBezTo>
                <a:cubicBezTo>
                  <a:pt x="7565" y="21707"/>
                  <a:pt x="7374" y="20898"/>
                  <a:pt x="7521" y="20029"/>
                </a:cubicBezTo>
                <a:cubicBezTo>
                  <a:pt x="7712" y="18881"/>
                  <a:pt x="8404" y="17954"/>
                  <a:pt x="8948" y="17380"/>
                </a:cubicBezTo>
                <a:cubicBezTo>
                  <a:pt x="9243" y="17071"/>
                  <a:pt x="9552" y="16792"/>
                  <a:pt x="9920" y="16527"/>
                </a:cubicBezTo>
                <a:cubicBezTo>
                  <a:pt x="10655" y="15953"/>
                  <a:pt x="11480" y="15511"/>
                  <a:pt x="12274" y="15070"/>
                </a:cubicBezTo>
                <a:cubicBezTo>
                  <a:pt x="12716" y="14805"/>
                  <a:pt x="13201" y="14570"/>
                  <a:pt x="13643" y="14290"/>
                </a:cubicBezTo>
                <a:cubicBezTo>
                  <a:pt x="14997" y="13466"/>
                  <a:pt x="16233" y="12436"/>
                  <a:pt x="17337" y="11244"/>
                </a:cubicBezTo>
                <a:cubicBezTo>
                  <a:pt x="18249" y="10243"/>
                  <a:pt x="18897" y="9286"/>
                  <a:pt x="19279" y="8300"/>
                </a:cubicBezTo>
                <a:cubicBezTo>
                  <a:pt x="19529" y="7741"/>
                  <a:pt x="19677" y="7182"/>
                  <a:pt x="19721" y="6623"/>
                </a:cubicBezTo>
                <a:cubicBezTo>
                  <a:pt x="19809" y="6019"/>
                  <a:pt x="19780" y="5357"/>
                  <a:pt x="19677" y="4548"/>
                </a:cubicBezTo>
                <a:cubicBezTo>
                  <a:pt x="19456" y="2944"/>
                  <a:pt x="18985" y="1443"/>
                  <a:pt x="18308" y="59"/>
                </a:cubicBezTo>
                <a:lnTo>
                  <a:pt x="18249" y="89"/>
                </a:lnTo>
                <a:cubicBezTo>
                  <a:pt x="18941" y="1457"/>
                  <a:pt x="19397" y="2958"/>
                  <a:pt x="19618" y="4562"/>
                </a:cubicBezTo>
                <a:cubicBezTo>
                  <a:pt x="19721" y="5372"/>
                  <a:pt x="19750" y="6034"/>
                  <a:pt x="19677" y="6623"/>
                </a:cubicBezTo>
                <a:cubicBezTo>
                  <a:pt x="19618" y="7182"/>
                  <a:pt x="19471" y="7726"/>
                  <a:pt x="19235" y="8286"/>
                </a:cubicBezTo>
                <a:cubicBezTo>
                  <a:pt x="18823" y="9257"/>
                  <a:pt x="18205" y="10213"/>
                  <a:pt x="17278" y="11199"/>
                </a:cubicBezTo>
                <a:cubicBezTo>
                  <a:pt x="16189" y="12406"/>
                  <a:pt x="14938" y="13407"/>
                  <a:pt x="13599" y="14260"/>
                </a:cubicBezTo>
                <a:cubicBezTo>
                  <a:pt x="13157" y="14540"/>
                  <a:pt x="12701" y="14790"/>
                  <a:pt x="12259" y="15026"/>
                </a:cubicBezTo>
                <a:cubicBezTo>
                  <a:pt x="11465" y="15467"/>
                  <a:pt x="10641" y="15938"/>
                  <a:pt x="9890" y="16497"/>
                </a:cubicBezTo>
                <a:cubicBezTo>
                  <a:pt x="9537" y="16777"/>
                  <a:pt x="9198" y="17071"/>
                  <a:pt x="8904" y="17366"/>
                </a:cubicBezTo>
                <a:cubicBezTo>
                  <a:pt x="8360" y="17954"/>
                  <a:pt x="7668" y="18881"/>
                  <a:pt x="7462" y="20059"/>
                </a:cubicBezTo>
                <a:cubicBezTo>
                  <a:pt x="7315" y="20912"/>
                  <a:pt x="7506" y="21751"/>
                  <a:pt x="7771" y="22502"/>
                </a:cubicBezTo>
                <a:cubicBezTo>
                  <a:pt x="8301" y="24062"/>
                  <a:pt x="9611" y="25327"/>
                  <a:pt x="10817" y="26343"/>
                </a:cubicBezTo>
                <a:cubicBezTo>
                  <a:pt x="11141" y="26622"/>
                  <a:pt x="11435" y="26858"/>
                  <a:pt x="11700" y="27123"/>
                </a:cubicBezTo>
                <a:cubicBezTo>
                  <a:pt x="13599" y="28830"/>
                  <a:pt x="14791" y="30758"/>
                  <a:pt x="15276" y="32862"/>
                </a:cubicBezTo>
                <a:cubicBezTo>
                  <a:pt x="15335" y="33097"/>
                  <a:pt x="15365" y="33333"/>
                  <a:pt x="15409" y="33539"/>
                </a:cubicBezTo>
                <a:cubicBezTo>
                  <a:pt x="15306" y="33598"/>
                  <a:pt x="15217" y="33642"/>
                  <a:pt x="15114" y="33701"/>
                </a:cubicBezTo>
                <a:cubicBezTo>
                  <a:pt x="15100" y="33568"/>
                  <a:pt x="15070" y="33451"/>
                  <a:pt x="15041" y="33303"/>
                </a:cubicBezTo>
                <a:cubicBezTo>
                  <a:pt x="14614" y="31125"/>
                  <a:pt x="13393" y="29080"/>
                  <a:pt x="11406" y="27240"/>
                </a:cubicBezTo>
                <a:cubicBezTo>
                  <a:pt x="11141" y="26990"/>
                  <a:pt x="10847" y="26725"/>
                  <a:pt x="10508" y="26431"/>
                </a:cubicBezTo>
                <a:cubicBezTo>
                  <a:pt x="9184" y="25298"/>
                  <a:pt x="7918" y="24032"/>
                  <a:pt x="7418" y="22428"/>
                </a:cubicBezTo>
                <a:cubicBezTo>
                  <a:pt x="7212" y="21781"/>
                  <a:pt x="7020" y="20912"/>
                  <a:pt x="7197" y="20059"/>
                </a:cubicBezTo>
                <a:cubicBezTo>
                  <a:pt x="7418" y="18926"/>
                  <a:pt x="8095" y="18013"/>
                  <a:pt x="8639" y="17454"/>
                </a:cubicBezTo>
                <a:cubicBezTo>
                  <a:pt x="8904" y="17160"/>
                  <a:pt x="9243" y="16865"/>
                  <a:pt x="9566" y="16600"/>
                </a:cubicBezTo>
                <a:cubicBezTo>
                  <a:pt x="10287" y="16041"/>
                  <a:pt x="11067" y="15585"/>
                  <a:pt x="11818" y="15143"/>
                </a:cubicBezTo>
                <a:cubicBezTo>
                  <a:pt x="12259" y="14879"/>
                  <a:pt x="12730" y="14614"/>
                  <a:pt x="13157" y="14319"/>
                </a:cubicBezTo>
                <a:cubicBezTo>
                  <a:pt x="14482" y="13451"/>
                  <a:pt x="15703" y="12406"/>
                  <a:pt x="16748" y="11185"/>
                </a:cubicBezTo>
                <a:cubicBezTo>
                  <a:pt x="17616" y="10169"/>
                  <a:pt x="18234" y="9213"/>
                  <a:pt x="18617" y="8227"/>
                </a:cubicBezTo>
                <a:cubicBezTo>
                  <a:pt x="18838" y="7668"/>
                  <a:pt x="18985" y="7123"/>
                  <a:pt x="19044" y="6564"/>
                </a:cubicBezTo>
                <a:cubicBezTo>
                  <a:pt x="19117" y="5960"/>
                  <a:pt x="19103" y="5298"/>
                  <a:pt x="19014" y="4504"/>
                </a:cubicBezTo>
                <a:cubicBezTo>
                  <a:pt x="18808" y="2914"/>
                  <a:pt x="18367" y="1413"/>
                  <a:pt x="17690" y="59"/>
                </a:cubicBezTo>
                <a:lnTo>
                  <a:pt x="17631" y="89"/>
                </a:lnTo>
                <a:cubicBezTo>
                  <a:pt x="18308" y="1443"/>
                  <a:pt x="18749" y="2929"/>
                  <a:pt x="18941" y="4533"/>
                </a:cubicBezTo>
                <a:cubicBezTo>
                  <a:pt x="19029" y="5313"/>
                  <a:pt x="19044" y="5960"/>
                  <a:pt x="18970" y="6564"/>
                </a:cubicBezTo>
                <a:cubicBezTo>
                  <a:pt x="18897" y="7123"/>
                  <a:pt x="18764" y="7668"/>
                  <a:pt x="18543" y="8212"/>
                </a:cubicBezTo>
                <a:cubicBezTo>
                  <a:pt x="18161" y="9183"/>
                  <a:pt x="17557" y="10140"/>
                  <a:pt x="16674" y="11155"/>
                </a:cubicBezTo>
                <a:cubicBezTo>
                  <a:pt x="15630" y="12347"/>
                  <a:pt x="14408" y="13392"/>
                  <a:pt x="13084" y="14260"/>
                </a:cubicBezTo>
                <a:cubicBezTo>
                  <a:pt x="12642" y="14555"/>
                  <a:pt x="12186" y="14805"/>
                  <a:pt x="11744" y="15085"/>
                </a:cubicBezTo>
                <a:cubicBezTo>
                  <a:pt x="10994" y="15526"/>
                  <a:pt x="10199" y="15982"/>
                  <a:pt x="9478" y="16542"/>
                </a:cubicBezTo>
                <a:cubicBezTo>
                  <a:pt x="9125" y="16821"/>
                  <a:pt x="8816" y="17115"/>
                  <a:pt x="8521" y="17410"/>
                </a:cubicBezTo>
                <a:cubicBezTo>
                  <a:pt x="7992" y="17969"/>
                  <a:pt x="7285" y="18896"/>
                  <a:pt x="7065" y="20029"/>
                </a:cubicBezTo>
                <a:cubicBezTo>
                  <a:pt x="6888" y="20942"/>
                  <a:pt x="7094" y="21795"/>
                  <a:pt x="7285" y="22443"/>
                </a:cubicBezTo>
                <a:cubicBezTo>
                  <a:pt x="7771" y="24047"/>
                  <a:pt x="9081" y="25327"/>
                  <a:pt x="10405" y="26475"/>
                </a:cubicBezTo>
                <a:cubicBezTo>
                  <a:pt x="10729" y="26755"/>
                  <a:pt x="11023" y="27020"/>
                  <a:pt x="11303" y="27284"/>
                </a:cubicBezTo>
                <a:cubicBezTo>
                  <a:pt x="13275" y="29124"/>
                  <a:pt x="14482" y="31140"/>
                  <a:pt x="14894" y="33318"/>
                </a:cubicBezTo>
                <a:cubicBezTo>
                  <a:pt x="14923" y="33465"/>
                  <a:pt x="14938" y="33613"/>
                  <a:pt x="14967" y="33745"/>
                </a:cubicBezTo>
                <a:lnTo>
                  <a:pt x="14688" y="33907"/>
                </a:lnTo>
                <a:cubicBezTo>
                  <a:pt x="14688" y="33848"/>
                  <a:pt x="14673" y="33819"/>
                  <a:pt x="14673" y="33760"/>
                </a:cubicBezTo>
                <a:cubicBezTo>
                  <a:pt x="14320" y="31508"/>
                  <a:pt x="13084" y="29374"/>
                  <a:pt x="11023" y="27417"/>
                </a:cubicBezTo>
                <a:cubicBezTo>
                  <a:pt x="10744" y="27137"/>
                  <a:pt x="10435" y="26858"/>
                  <a:pt x="10111" y="26563"/>
                </a:cubicBezTo>
                <a:cubicBezTo>
                  <a:pt x="8831" y="25445"/>
                  <a:pt x="7418" y="24076"/>
                  <a:pt x="6976" y="22369"/>
                </a:cubicBezTo>
                <a:cubicBezTo>
                  <a:pt x="6741" y="21457"/>
                  <a:pt x="6682" y="20692"/>
                  <a:pt x="6844" y="20015"/>
                </a:cubicBezTo>
                <a:cubicBezTo>
                  <a:pt x="7050" y="19146"/>
                  <a:pt x="7550" y="18263"/>
                  <a:pt x="8286" y="17483"/>
                </a:cubicBezTo>
                <a:cubicBezTo>
                  <a:pt x="8566" y="17189"/>
                  <a:pt x="8875" y="16909"/>
                  <a:pt x="9198" y="16630"/>
                </a:cubicBezTo>
                <a:cubicBezTo>
                  <a:pt x="9890" y="16100"/>
                  <a:pt x="10626" y="15614"/>
                  <a:pt x="11332" y="15173"/>
                </a:cubicBezTo>
                <a:cubicBezTo>
                  <a:pt x="11774" y="14908"/>
                  <a:pt x="12259" y="14614"/>
                  <a:pt x="12686" y="14319"/>
                </a:cubicBezTo>
                <a:cubicBezTo>
                  <a:pt x="13981" y="13407"/>
                  <a:pt x="15159" y="12347"/>
                  <a:pt x="16174" y="11126"/>
                </a:cubicBezTo>
                <a:cubicBezTo>
                  <a:pt x="16998" y="10125"/>
                  <a:pt x="17587" y="9139"/>
                  <a:pt x="17984" y="8153"/>
                </a:cubicBezTo>
                <a:cubicBezTo>
                  <a:pt x="18176" y="7594"/>
                  <a:pt x="18323" y="7049"/>
                  <a:pt x="18396" y="6490"/>
                </a:cubicBezTo>
                <a:cubicBezTo>
                  <a:pt x="18470" y="5887"/>
                  <a:pt x="18470" y="5225"/>
                  <a:pt x="18396" y="4459"/>
                </a:cubicBezTo>
                <a:cubicBezTo>
                  <a:pt x="18234" y="2870"/>
                  <a:pt x="17808" y="1384"/>
                  <a:pt x="17131" y="44"/>
                </a:cubicBezTo>
                <a:lnTo>
                  <a:pt x="17072" y="74"/>
                </a:lnTo>
                <a:cubicBezTo>
                  <a:pt x="17763" y="1413"/>
                  <a:pt x="18176" y="2885"/>
                  <a:pt x="18352" y="4474"/>
                </a:cubicBezTo>
                <a:cubicBezTo>
                  <a:pt x="18426" y="5239"/>
                  <a:pt x="18440" y="5902"/>
                  <a:pt x="18352" y="6490"/>
                </a:cubicBezTo>
                <a:cubicBezTo>
                  <a:pt x="18279" y="7035"/>
                  <a:pt x="18146" y="7579"/>
                  <a:pt x="17925" y="8138"/>
                </a:cubicBezTo>
                <a:cubicBezTo>
                  <a:pt x="17557" y="9124"/>
                  <a:pt x="16969" y="10081"/>
                  <a:pt x="16145" y="11096"/>
                </a:cubicBezTo>
                <a:cubicBezTo>
                  <a:pt x="15129" y="12303"/>
                  <a:pt x="13967" y="13377"/>
                  <a:pt x="12657" y="14275"/>
                </a:cubicBezTo>
                <a:cubicBezTo>
                  <a:pt x="12215" y="14570"/>
                  <a:pt x="11759" y="14864"/>
                  <a:pt x="11318" y="15143"/>
                </a:cubicBezTo>
                <a:cubicBezTo>
                  <a:pt x="10597" y="15585"/>
                  <a:pt x="9846" y="16041"/>
                  <a:pt x="9169" y="16600"/>
                </a:cubicBezTo>
                <a:cubicBezTo>
                  <a:pt x="8831" y="16865"/>
                  <a:pt x="8521" y="17145"/>
                  <a:pt x="8227" y="17439"/>
                </a:cubicBezTo>
                <a:cubicBezTo>
                  <a:pt x="7477" y="18234"/>
                  <a:pt x="6976" y="19132"/>
                  <a:pt x="6770" y="20015"/>
                </a:cubicBezTo>
                <a:cubicBezTo>
                  <a:pt x="6608" y="20721"/>
                  <a:pt x="6652" y="21472"/>
                  <a:pt x="6903" y="22413"/>
                </a:cubicBezTo>
                <a:cubicBezTo>
                  <a:pt x="7359" y="24135"/>
                  <a:pt x="8786" y="25474"/>
                  <a:pt x="10067" y="26622"/>
                </a:cubicBezTo>
                <a:cubicBezTo>
                  <a:pt x="10405" y="26917"/>
                  <a:pt x="10714" y="27196"/>
                  <a:pt x="10994" y="27461"/>
                </a:cubicBezTo>
                <a:cubicBezTo>
                  <a:pt x="13025" y="29433"/>
                  <a:pt x="14261" y="31552"/>
                  <a:pt x="14599" y="33774"/>
                </a:cubicBezTo>
                <a:cubicBezTo>
                  <a:pt x="14614" y="33833"/>
                  <a:pt x="14614" y="33892"/>
                  <a:pt x="14614" y="33936"/>
                </a:cubicBezTo>
                <a:cubicBezTo>
                  <a:pt x="14526" y="33995"/>
                  <a:pt x="14423" y="34054"/>
                  <a:pt x="14349" y="34113"/>
                </a:cubicBezTo>
                <a:cubicBezTo>
                  <a:pt x="14055" y="31847"/>
                  <a:pt x="12833" y="29654"/>
                  <a:pt x="10714" y="27579"/>
                </a:cubicBezTo>
                <a:cubicBezTo>
                  <a:pt x="10420" y="27299"/>
                  <a:pt x="10111" y="27005"/>
                  <a:pt x="9772" y="26696"/>
                </a:cubicBezTo>
                <a:cubicBezTo>
                  <a:pt x="8374" y="25445"/>
                  <a:pt x="6991" y="24062"/>
                  <a:pt x="6594" y="22340"/>
                </a:cubicBezTo>
                <a:cubicBezTo>
                  <a:pt x="6388" y="21457"/>
                  <a:pt x="6373" y="20692"/>
                  <a:pt x="6549" y="20000"/>
                </a:cubicBezTo>
                <a:cubicBezTo>
                  <a:pt x="6770" y="19146"/>
                  <a:pt x="7271" y="18293"/>
                  <a:pt x="7992" y="17513"/>
                </a:cubicBezTo>
                <a:cubicBezTo>
                  <a:pt x="8271" y="17218"/>
                  <a:pt x="8566" y="16939"/>
                  <a:pt x="8889" y="16674"/>
                </a:cubicBezTo>
                <a:cubicBezTo>
                  <a:pt x="9537" y="16129"/>
                  <a:pt x="10229" y="15673"/>
                  <a:pt x="10935" y="15232"/>
                </a:cubicBezTo>
                <a:cubicBezTo>
                  <a:pt x="11376" y="14937"/>
                  <a:pt x="11847" y="14643"/>
                  <a:pt x="12274" y="14319"/>
                </a:cubicBezTo>
                <a:cubicBezTo>
                  <a:pt x="13569" y="13392"/>
                  <a:pt x="14702" y="12288"/>
                  <a:pt x="15659" y="11052"/>
                </a:cubicBezTo>
                <a:cubicBezTo>
                  <a:pt x="16439" y="10066"/>
                  <a:pt x="17028" y="9051"/>
                  <a:pt x="17396" y="8065"/>
                </a:cubicBezTo>
                <a:cubicBezTo>
                  <a:pt x="17587" y="7520"/>
                  <a:pt x="17719" y="6976"/>
                  <a:pt x="17793" y="6417"/>
                </a:cubicBezTo>
                <a:cubicBezTo>
                  <a:pt x="17866" y="5813"/>
                  <a:pt x="17881" y="5151"/>
                  <a:pt x="17808" y="4401"/>
                </a:cubicBezTo>
                <a:cubicBezTo>
                  <a:pt x="17660" y="2811"/>
                  <a:pt x="17263" y="1340"/>
                  <a:pt x="16586" y="15"/>
                </a:cubicBezTo>
                <a:lnTo>
                  <a:pt x="16527" y="59"/>
                </a:lnTo>
                <a:cubicBezTo>
                  <a:pt x="17204" y="1384"/>
                  <a:pt x="17616" y="2855"/>
                  <a:pt x="17734" y="4415"/>
                </a:cubicBezTo>
                <a:cubicBezTo>
                  <a:pt x="17808" y="5166"/>
                  <a:pt x="17793" y="5813"/>
                  <a:pt x="17719" y="6417"/>
                </a:cubicBezTo>
                <a:cubicBezTo>
                  <a:pt x="17646" y="6961"/>
                  <a:pt x="17513" y="7506"/>
                  <a:pt x="17322" y="8035"/>
                </a:cubicBezTo>
                <a:cubicBezTo>
                  <a:pt x="16954" y="9021"/>
                  <a:pt x="16380" y="10022"/>
                  <a:pt x="15600" y="11023"/>
                </a:cubicBezTo>
                <a:cubicBezTo>
                  <a:pt x="14644" y="12259"/>
                  <a:pt x="13510" y="13333"/>
                  <a:pt x="12245" y="14260"/>
                </a:cubicBezTo>
                <a:cubicBezTo>
                  <a:pt x="11803" y="14570"/>
                  <a:pt x="11332" y="14879"/>
                  <a:pt x="10891" y="15173"/>
                </a:cubicBezTo>
                <a:cubicBezTo>
                  <a:pt x="10214" y="15614"/>
                  <a:pt x="9493" y="16085"/>
                  <a:pt x="8860" y="16615"/>
                </a:cubicBezTo>
                <a:cubicBezTo>
                  <a:pt x="8521" y="16895"/>
                  <a:pt x="8212" y="17160"/>
                  <a:pt x="7948" y="17454"/>
                </a:cubicBezTo>
                <a:cubicBezTo>
                  <a:pt x="7212" y="18249"/>
                  <a:pt x="6726" y="19117"/>
                  <a:pt x="6505" y="19985"/>
                </a:cubicBezTo>
                <a:cubicBezTo>
                  <a:pt x="6314" y="20677"/>
                  <a:pt x="6329" y="21457"/>
                  <a:pt x="6535" y="22354"/>
                </a:cubicBezTo>
                <a:cubicBezTo>
                  <a:pt x="6947" y="24106"/>
                  <a:pt x="8345" y="25504"/>
                  <a:pt x="9743" y="26755"/>
                </a:cubicBezTo>
                <a:cubicBezTo>
                  <a:pt x="10081" y="27064"/>
                  <a:pt x="10376" y="27358"/>
                  <a:pt x="10670" y="27638"/>
                </a:cubicBezTo>
                <a:cubicBezTo>
                  <a:pt x="12789" y="29713"/>
                  <a:pt x="14011" y="31905"/>
                  <a:pt x="14305" y="34157"/>
                </a:cubicBezTo>
                <a:cubicBezTo>
                  <a:pt x="14202" y="34216"/>
                  <a:pt x="14128" y="34275"/>
                  <a:pt x="14040" y="34334"/>
                </a:cubicBezTo>
                <a:cubicBezTo>
                  <a:pt x="13746" y="32097"/>
                  <a:pt x="12539" y="29889"/>
                  <a:pt x="10420" y="27755"/>
                </a:cubicBezTo>
                <a:cubicBezTo>
                  <a:pt x="10126" y="27461"/>
                  <a:pt x="9817" y="27152"/>
                  <a:pt x="9463" y="26843"/>
                </a:cubicBezTo>
                <a:cubicBezTo>
                  <a:pt x="7903" y="25401"/>
                  <a:pt x="6579" y="24062"/>
                  <a:pt x="6226" y="22296"/>
                </a:cubicBezTo>
                <a:cubicBezTo>
                  <a:pt x="6064" y="21457"/>
                  <a:pt x="6079" y="20692"/>
                  <a:pt x="6285" y="19985"/>
                </a:cubicBezTo>
                <a:cubicBezTo>
                  <a:pt x="6520" y="19146"/>
                  <a:pt x="7020" y="18307"/>
                  <a:pt x="7712" y="17557"/>
                </a:cubicBezTo>
                <a:cubicBezTo>
                  <a:pt x="7977" y="17277"/>
                  <a:pt x="8271" y="16983"/>
                  <a:pt x="8595" y="16718"/>
                </a:cubicBezTo>
                <a:cubicBezTo>
                  <a:pt x="9198" y="16203"/>
                  <a:pt x="9861" y="15747"/>
                  <a:pt x="10508" y="15305"/>
                </a:cubicBezTo>
                <a:cubicBezTo>
                  <a:pt x="10950" y="14996"/>
                  <a:pt x="11435" y="14687"/>
                  <a:pt x="11877" y="14334"/>
                </a:cubicBezTo>
                <a:cubicBezTo>
                  <a:pt x="13128" y="13377"/>
                  <a:pt x="14231" y="12259"/>
                  <a:pt x="15144" y="11023"/>
                </a:cubicBezTo>
                <a:cubicBezTo>
                  <a:pt x="15880" y="10022"/>
                  <a:pt x="16439" y="9021"/>
                  <a:pt x="16777" y="8006"/>
                </a:cubicBezTo>
                <a:cubicBezTo>
                  <a:pt x="16969" y="7476"/>
                  <a:pt x="17116" y="6917"/>
                  <a:pt x="17190" y="6387"/>
                </a:cubicBezTo>
                <a:cubicBezTo>
                  <a:pt x="17278" y="5754"/>
                  <a:pt x="17293" y="5092"/>
                  <a:pt x="17248" y="4386"/>
                </a:cubicBezTo>
                <a:cubicBezTo>
                  <a:pt x="17131" y="2811"/>
                  <a:pt x="16733" y="1340"/>
                  <a:pt x="16071" y="15"/>
                </a:cubicBezTo>
                <a:lnTo>
                  <a:pt x="16012" y="59"/>
                </a:lnTo>
                <a:cubicBezTo>
                  <a:pt x="16674" y="1369"/>
                  <a:pt x="17072" y="2811"/>
                  <a:pt x="17190" y="4386"/>
                </a:cubicBezTo>
                <a:cubicBezTo>
                  <a:pt x="17248" y="5092"/>
                  <a:pt x="17219" y="5754"/>
                  <a:pt x="17131" y="6373"/>
                </a:cubicBezTo>
                <a:cubicBezTo>
                  <a:pt x="17057" y="6902"/>
                  <a:pt x="16925" y="7432"/>
                  <a:pt x="16748" y="7962"/>
                </a:cubicBezTo>
                <a:cubicBezTo>
                  <a:pt x="16395" y="8963"/>
                  <a:pt x="15850" y="9978"/>
                  <a:pt x="15114" y="10964"/>
                </a:cubicBezTo>
                <a:cubicBezTo>
                  <a:pt x="14187" y="12200"/>
                  <a:pt x="13084" y="13319"/>
                  <a:pt x="11833" y="14275"/>
                </a:cubicBezTo>
                <a:cubicBezTo>
                  <a:pt x="11391" y="14614"/>
                  <a:pt x="10935" y="14937"/>
                  <a:pt x="10494" y="15246"/>
                </a:cubicBezTo>
                <a:cubicBezTo>
                  <a:pt x="9846" y="15688"/>
                  <a:pt x="9184" y="16159"/>
                  <a:pt x="8566" y="16689"/>
                </a:cubicBezTo>
                <a:cubicBezTo>
                  <a:pt x="8227" y="16968"/>
                  <a:pt x="7933" y="17233"/>
                  <a:pt x="7683" y="17528"/>
                </a:cubicBezTo>
                <a:cubicBezTo>
                  <a:pt x="6962" y="18307"/>
                  <a:pt x="6461" y="19146"/>
                  <a:pt x="6226" y="20000"/>
                </a:cubicBezTo>
                <a:cubicBezTo>
                  <a:pt x="6020" y="20721"/>
                  <a:pt x="5990" y="21486"/>
                  <a:pt x="6167" y="22340"/>
                </a:cubicBezTo>
                <a:cubicBezTo>
                  <a:pt x="6520" y="24120"/>
                  <a:pt x="7859" y="25460"/>
                  <a:pt x="9419" y="26917"/>
                </a:cubicBezTo>
                <a:cubicBezTo>
                  <a:pt x="9772" y="27240"/>
                  <a:pt x="10081" y="27535"/>
                  <a:pt x="10376" y="27829"/>
                </a:cubicBezTo>
                <a:cubicBezTo>
                  <a:pt x="12510" y="29963"/>
                  <a:pt x="13731" y="32170"/>
                  <a:pt x="14011" y="34407"/>
                </a:cubicBezTo>
                <a:cubicBezTo>
                  <a:pt x="13937" y="34451"/>
                  <a:pt x="13834" y="34510"/>
                  <a:pt x="13775" y="34584"/>
                </a:cubicBezTo>
                <a:cubicBezTo>
                  <a:pt x="13496" y="32376"/>
                  <a:pt x="12304" y="30213"/>
                  <a:pt x="10126" y="27961"/>
                </a:cubicBezTo>
                <a:cubicBezTo>
                  <a:pt x="9817" y="27652"/>
                  <a:pt x="9507" y="27343"/>
                  <a:pt x="9154" y="27005"/>
                </a:cubicBezTo>
                <a:cubicBezTo>
                  <a:pt x="7756" y="25695"/>
                  <a:pt x="6196" y="24223"/>
                  <a:pt x="5858" y="22281"/>
                </a:cubicBezTo>
                <a:cubicBezTo>
                  <a:pt x="5725" y="21486"/>
                  <a:pt x="5784" y="20721"/>
                  <a:pt x="6005" y="20000"/>
                </a:cubicBezTo>
                <a:cubicBezTo>
                  <a:pt x="6270" y="19190"/>
                  <a:pt x="6756" y="18366"/>
                  <a:pt x="7432" y="17631"/>
                </a:cubicBezTo>
                <a:cubicBezTo>
                  <a:pt x="7697" y="17351"/>
                  <a:pt x="7977" y="17071"/>
                  <a:pt x="8286" y="16792"/>
                </a:cubicBezTo>
                <a:cubicBezTo>
                  <a:pt x="8860" y="16306"/>
                  <a:pt x="9478" y="15835"/>
                  <a:pt x="10081" y="15394"/>
                </a:cubicBezTo>
                <a:cubicBezTo>
                  <a:pt x="10552" y="15070"/>
                  <a:pt x="11009" y="14717"/>
                  <a:pt x="11450" y="14363"/>
                </a:cubicBezTo>
                <a:cubicBezTo>
                  <a:pt x="12686" y="13377"/>
                  <a:pt x="13746" y="12230"/>
                  <a:pt x="14629" y="10979"/>
                </a:cubicBezTo>
                <a:cubicBezTo>
                  <a:pt x="15335" y="9993"/>
                  <a:pt x="15850" y="8963"/>
                  <a:pt x="16189" y="7947"/>
                </a:cubicBezTo>
                <a:cubicBezTo>
                  <a:pt x="16380" y="7417"/>
                  <a:pt x="16513" y="6888"/>
                  <a:pt x="16586" y="6343"/>
                </a:cubicBezTo>
                <a:cubicBezTo>
                  <a:pt x="16674" y="5725"/>
                  <a:pt x="16689" y="5063"/>
                  <a:pt x="16660" y="4356"/>
                </a:cubicBezTo>
                <a:cubicBezTo>
                  <a:pt x="16557" y="2796"/>
                  <a:pt x="16189" y="1340"/>
                  <a:pt x="15512" y="44"/>
                </a:cubicBezTo>
                <a:lnTo>
                  <a:pt x="15453" y="74"/>
                </a:lnTo>
                <a:cubicBezTo>
                  <a:pt x="16115" y="1369"/>
                  <a:pt x="16513" y="2811"/>
                  <a:pt x="16586" y="4356"/>
                </a:cubicBezTo>
                <a:cubicBezTo>
                  <a:pt x="16616" y="5063"/>
                  <a:pt x="16601" y="5725"/>
                  <a:pt x="16513" y="6343"/>
                </a:cubicBezTo>
                <a:cubicBezTo>
                  <a:pt x="16439" y="6888"/>
                  <a:pt x="16307" y="7417"/>
                  <a:pt x="16115" y="7947"/>
                </a:cubicBezTo>
                <a:cubicBezTo>
                  <a:pt x="15791" y="8963"/>
                  <a:pt x="15262" y="9978"/>
                  <a:pt x="14555" y="10964"/>
                </a:cubicBezTo>
                <a:cubicBezTo>
                  <a:pt x="13687" y="12215"/>
                  <a:pt x="12627" y="13333"/>
                  <a:pt x="11391" y="14334"/>
                </a:cubicBezTo>
                <a:cubicBezTo>
                  <a:pt x="10950" y="14687"/>
                  <a:pt x="10494" y="15026"/>
                  <a:pt x="10037" y="15364"/>
                </a:cubicBezTo>
                <a:cubicBezTo>
                  <a:pt x="9419" y="15806"/>
                  <a:pt x="8801" y="16262"/>
                  <a:pt x="8227" y="16762"/>
                </a:cubicBezTo>
                <a:cubicBezTo>
                  <a:pt x="7918" y="17042"/>
                  <a:pt x="7624" y="17307"/>
                  <a:pt x="7359" y="17586"/>
                </a:cubicBezTo>
                <a:cubicBezTo>
                  <a:pt x="6682" y="18337"/>
                  <a:pt x="6167" y="19176"/>
                  <a:pt x="5917" y="19985"/>
                </a:cubicBezTo>
                <a:cubicBezTo>
                  <a:pt x="5666" y="20721"/>
                  <a:pt x="5622" y="21486"/>
                  <a:pt x="5740" y="22296"/>
                </a:cubicBezTo>
                <a:cubicBezTo>
                  <a:pt x="6079" y="24268"/>
                  <a:pt x="7653" y="25754"/>
                  <a:pt x="9051" y="27064"/>
                </a:cubicBezTo>
                <a:cubicBezTo>
                  <a:pt x="9404" y="27387"/>
                  <a:pt x="9743" y="27711"/>
                  <a:pt x="10037" y="28020"/>
                </a:cubicBezTo>
                <a:cubicBezTo>
                  <a:pt x="12201" y="30257"/>
                  <a:pt x="13393" y="32435"/>
                  <a:pt x="13658" y="34643"/>
                </a:cubicBezTo>
                <a:cubicBezTo>
                  <a:pt x="13584" y="34702"/>
                  <a:pt x="13510" y="34746"/>
                  <a:pt x="13422" y="34819"/>
                </a:cubicBezTo>
                <a:cubicBezTo>
                  <a:pt x="13157" y="32656"/>
                  <a:pt x="11965" y="30448"/>
                  <a:pt x="9758" y="28153"/>
                </a:cubicBezTo>
                <a:cubicBezTo>
                  <a:pt x="9449" y="27814"/>
                  <a:pt x="9110" y="27505"/>
                  <a:pt x="8742" y="27152"/>
                </a:cubicBezTo>
                <a:lnTo>
                  <a:pt x="8683" y="27123"/>
                </a:lnTo>
                <a:cubicBezTo>
                  <a:pt x="7271" y="25754"/>
                  <a:pt x="5652" y="24223"/>
                  <a:pt x="5402" y="22237"/>
                </a:cubicBezTo>
                <a:cubicBezTo>
                  <a:pt x="5284" y="21486"/>
                  <a:pt x="5372" y="20721"/>
                  <a:pt x="5652" y="19985"/>
                </a:cubicBezTo>
                <a:cubicBezTo>
                  <a:pt x="5931" y="19190"/>
                  <a:pt x="6446" y="18381"/>
                  <a:pt x="7109" y="17660"/>
                </a:cubicBezTo>
                <a:cubicBezTo>
                  <a:pt x="7344" y="17380"/>
                  <a:pt x="7624" y="17130"/>
                  <a:pt x="7933" y="16851"/>
                </a:cubicBezTo>
                <a:cubicBezTo>
                  <a:pt x="8463" y="16380"/>
                  <a:pt x="9051" y="15909"/>
                  <a:pt x="9625" y="15467"/>
                </a:cubicBezTo>
                <a:cubicBezTo>
                  <a:pt x="10081" y="15129"/>
                  <a:pt x="10552" y="14761"/>
                  <a:pt x="10994" y="14363"/>
                </a:cubicBezTo>
                <a:cubicBezTo>
                  <a:pt x="12201" y="13333"/>
                  <a:pt x="13231" y="12185"/>
                  <a:pt x="14055" y="10905"/>
                </a:cubicBezTo>
                <a:cubicBezTo>
                  <a:pt x="14717" y="9919"/>
                  <a:pt x="15217" y="8889"/>
                  <a:pt x="15556" y="7859"/>
                </a:cubicBezTo>
                <a:cubicBezTo>
                  <a:pt x="15718" y="7344"/>
                  <a:pt x="15850" y="6785"/>
                  <a:pt x="15924" y="6255"/>
                </a:cubicBezTo>
                <a:cubicBezTo>
                  <a:pt x="16012" y="5607"/>
                  <a:pt x="16042" y="4945"/>
                  <a:pt x="16027" y="4283"/>
                </a:cubicBezTo>
                <a:cubicBezTo>
                  <a:pt x="15968" y="2738"/>
                  <a:pt x="15600" y="1295"/>
                  <a:pt x="14938" y="0"/>
                </a:cubicBezTo>
                <a:lnTo>
                  <a:pt x="14894" y="44"/>
                </a:lnTo>
                <a:cubicBezTo>
                  <a:pt x="15527" y="1310"/>
                  <a:pt x="15924" y="2782"/>
                  <a:pt x="15968" y="4312"/>
                </a:cubicBezTo>
                <a:cubicBezTo>
                  <a:pt x="15997" y="4974"/>
                  <a:pt x="15953" y="5637"/>
                  <a:pt x="15865" y="6269"/>
                </a:cubicBezTo>
                <a:cubicBezTo>
                  <a:pt x="15791" y="6814"/>
                  <a:pt x="15659" y="7344"/>
                  <a:pt x="15497" y="7859"/>
                </a:cubicBezTo>
                <a:cubicBezTo>
                  <a:pt x="15159" y="8889"/>
                  <a:pt x="14673" y="9904"/>
                  <a:pt x="14025" y="10890"/>
                </a:cubicBezTo>
                <a:cubicBezTo>
                  <a:pt x="13201" y="12141"/>
                  <a:pt x="12171" y="13304"/>
                  <a:pt x="10964" y="14334"/>
                </a:cubicBezTo>
                <a:cubicBezTo>
                  <a:pt x="10523" y="14717"/>
                  <a:pt x="10052" y="15070"/>
                  <a:pt x="9611" y="15423"/>
                </a:cubicBezTo>
                <a:cubicBezTo>
                  <a:pt x="9037" y="15865"/>
                  <a:pt x="8448" y="16306"/>
                  <a:pt x="7918" y="16792"/>
                </a:cubicBezTo>
                <a:cubicBezTo>
                  <a:pt x="7609" y="17071"/>
                  <a:pt x="7329" y="17351"/>
                  <a:pt x="7094" y="17631"/>
                </a:cubicBezTo>
                <a:cubicBezTo>
                  <a:pt x="6432" y="18366"/>
                  <a:pt x="5917" y="19176"/>
                  <a:pt x="5637" y="19956"/>
                </a:cubicBezTo>
                <a:cubicBezTo>
                  <a:pt x="5357" y="20721"/>
                  <a:pt x="5284" y="21486"/>
                  <a:pt x="5372" y="22266"/>
                </a:cubicBezTo>
                <a:cubicBezTo>
                  <a:pt x="5652" y="24268"/>
                  <a:pt x="7271" y="25813"/>
                  <a:pt x="8683" y="27167"/>
                </a:cubicBezTo>
                <a:lnTo>
                  <a:pt x="8742" y="27211"/>
                </a:lnTo>
                <a:cubicBezTo>
                  <a:pt x="9110" y="27564"/>
                  <a:pt x="9449" y="27888"/>
                  <a:pt x="9743" y="28197"/>
                </a:cubicBezTo>
                <a:cubicBezTo>
                  <a:pt x="11950" y="30507"/>
                  <a:pt x="13142" y="32685"/>
                  <a:pt x="13378" y="34878"/>
                </a:cubicBezTo>
                <a:cubicBezTo>
                  <a:pt x="13304" y="34937"/>
                  <a:pt x="13231" y="35011"/>
                  <a:pt x="13157" y="35069"/>
                </a:cubicBezTo>
                <a:cubicBezTo>
                  <a:pt x="12775" y="31861"/>
                  <a:pt x="10346" y="29139"/>
                  <a:pt x="8448" y="27299"/>
                </a:cubicBezTo>
                <a:lnTo>
                  <a:pt x="8301" y="27152"/>
                </a:lnTo>
                <a:cubicBezTo>
                  <a:pt x="6814" y="25695"/>
                  <a:pt x="5269" y="24209"/>
                  <a:pt x="5063" y="22207"/>
                </a:cubicBezTo>
                <a:cubicBezTo>
                  <a:pt x="4857" y="20235"/>
                  <a:pt x="6093" y="18543"/>
                  <a:pt x="6844" y="17704"/>
                </a:cubicBezTo>
                <a:cubicBezTo>
                  <a:pt x="7565" y="16909"/>
                  <a:pt x="8389" y="16232"/>
                  <a:pt x="9228" y="15541"/>
                </a:cubicBezTo>
                <a:cubicBezTo>
                  <a:pt x="9684" y="15158"/>
                  <a:pt x="10155" y="14776"/>
                  <a:pt x="10597" y="14363"/>
                </a:cubicBezTo>
                <a:cubicBezTo>
                  <a:pt x="12730" y="12436"/>
                  <a:pt x="14246" y="10169"/>
                  <a:pt x="14982" y="7785"/>
                </a:cubicBezTo>
                <a:cubicBezTo>
                  <a:pt x="15806" y="5092"/>
                  <a:pt x="15600" y="2267"/>
                  <a:pt x="14423" y="0"/>
                </a:cubicBezTo>
                <a:close/>
                <a:moveTo>
                  <a:pt x="14115" y="56376"/>
                </a:moveTo>
                <a:lnTo>
                  <a:pt x="14115" y="56376"/>
                </a:lnTo>
                <a:cubicBezTo>
                  <a:pt x="14100" y="56387"/>
                  <a:pt x="14085" y="56398"/>
                  <a:pt x="14070" y="56408"/>
                </a:cubicBezTo>
                <a:cubicBezTo>
                  <a:pt x="14070" y="56452"/>
                  <a:pt x="14084" y="56526"/>
                  <a:pt x="14084" y="56599"/>
                </a:cubicBezTo>
                <a:cubicBezTo>
                  <a:pt x="14104" y="56583"/>
                  <a:pt x="14123" y="56568"/>
                  <a:pt x="14141" y="56554"/>
                </a:cubicBezTo>
                <a:lnTo>
                  <a:pt x="14141" y="56554"/>
                </a:lnTo>
                <a:cubicBezTo>
                  <a:pt x="14479" y="58712"/>
                  <a:pt x="15690" y="60855"/>
                  <a:pt x="17734" y="62928"/>
                </a:cubicBezTo>
                <a:cubicBezTo>
                  <a:pt x="18028" y="63222"/>
                  <a:pt x="18352" y="63531"/>
                  <a:pt x="18691" y="63855"/>
                </a:cubicBezTo>
                <a:cubicBezTo>
                  <a:pt x="20265" y="65282"/>
                  <a:pt x="21590" y="66621"/>
                  <a:pt x="21928" y="68387"/>
                </a:cubicBezTo>
                <a:cubicBezTo>
                  <a:pt x="22105" y="69241"/>
                  <a:pt x="22075" y="69991"/>
                  <a:pt x="21884" y="70712"/>
                </a:cubicBezTo>
                <a:cubicBezTo>
                  <a:pt x="21634" y="71537"/>
                  <a:pt x="21148" y="72390"/>
                  <a:pt x="20442" y="73141"/>
                </a:cubicBezTo>
                <a:cubicBezTo>
                  <a:pt x="20192" y="73420"/>
                  <a:pt x="19897" y="73715"/>
                  <a:pt x="19559" y="73965"/>
                </a:cubicBezTo>
                <a:cubicBezTo>
                  <a:pt x="18955" y="74480"/>
                  <a:pt x="18293" y="74936"/>
                  <a:pt x="17646" y="75378"/>
                </a:cubicBezTo>
                <a:cubicBezTo>
                  <a:pt x="17204" y="75701"/>
                  <a:pt x="16733" y="76010"/>
                  <a:pt x="16292" y="76364"/>
                </a:cubicBezTo>
                <a:cubicBezTo>
                  <a:pt x="15041" y="77320"/>
                  <a:pt x="13937" y="78439"/>
                  <a:pt x="13010" y="79675"/>
                </a:cubicBezTo>
                <a:cubicBezTo>
                  <a:pt x="12274" y="80661"/>
                  <a:pt x="11730" y="81676"/>
                  <a:pt x="11376" y="82692"/>
                </a:cubicBezTo>
                <a:cubicBezTo>
                  <a:pt x="11185" y="83221"/>
                  <a:pt x="11038" y="83766"/>
                  <a:pt x="10964" y="84310"/>
                </a:cubicBezTo>
                <a:cubicBezTo>
                  <a:pt x="10876" y="84928"/>
                  <a:pt x="10861" y="85591"/>
                  <a:pt x="10920" y="86312"/>
                </a:cubicBezTo>
                <a:cubicBezTo>
                  <a:pt x="11023" y="87872"/>
                  <a:pt x="11435" y="89343"/>
                  <a:pt x="12098" y="90668"/>
                </a:cubicBezTo>
                <a:lnTo>
                  <a:pt x="12142" y="90638"/>
                </a:lnTo>
                <a:cubicBezTo>
                  <a:pt x="11480" y="89329"/>
                  <a:pt x="11082" y="87872"/>
                  <a:pt x="10964" y="86312"/>
                </a:cubicBezTo>
                <a:cubicBezTo>
                  <a:pt x="10920" y="85591"/>
                  <a:pt x="10935" y="84928"/>
                  <a:pt x="11023" y="84325"/>
                </a:cubicBezTo>
                <a:cubicBezTo>
                  <a:pt x="11097" y="83795"/>
                  <a:pt x="11229" y="83251"/>
                  <a:pt x="11406" y="82721"/>
                </a:cubicBezTo>
                <a:cubicBezTo>
                  <a:pt x="11759" y="81735"/>
                  <a:pt x="12318" y="80720"/>
                  <a:pt x="13054" y="79719"/>
                </a:cubicBezTo>
                <a:cubicBezTo>
                  <a:pt x="13967" y="78497"/>
                  <a:pt x="15070" y="77364"/>
                  <a:pt x="16321" y="76408"/>
                </a:cubicBezTo>
                <a:cubicBezTo>
                  <a:pt x="16763" y="76084"/>
                  <a:pt x="17219" y="75745"/>
                  <a:pt x="17660" y="75436"/>
                </a:cubicBezTo>
                <a:cubicBezTo>
                  <a:pt x="18308" y="74995"/>
                  <a:pt x="18970" y="74539"/>
                  <a:pt x="19603" y="74009"/>
                </a:cubicBezTo>
                <a:cubicBezTo>
                  <a:pt x="19927" y="73729"/>
                  <a:pt x="20221" y="73450"/>
                  <a:pt x="20486" y="73155"/>
                </a:cubicBezTo>
                <a:cubicBezTo>
                  <a:pt x="21192" y="72390"/>
                  <a:pt x="21693" y="71537"/>
                  <a:pt x="21928" y="70698"/>
                </a:cubicBezTo>
                <a:cubicBezTo>
                  <a:pt x="22134" y="69977"/>
                  <a:pt x="22178" y="69197"/>
                  <a:pt x="21987" y="68358"/>
                </a:cubicBezTo>
                <a:cubicBezTo>
                  <a:pt x="21634" y="66577"/>
                  <a:pt x="20295" y="65223"/>
                  <a:pt x="18735" y="63781"/>
                </a:cubicBezTo>
                <a:cubicBezTo>
                  <a:pt x="18382" y="63443"/>
                  <a:pt x="18072" y="63148"/>
                  <a:pt x="17778" y="62854"/>
                </a:cubicBezTo>
                <a:cubicBezTo>
                  <a:pt x="15718" y="60794"/>
                  <a:pt x="14508" y="58665"/>
                  <a:pt x="14189" y="56520"/>
                </a:cubicBezTo>
                <a:lnTo>
                  <a:pt x="14189" y="56520"/>
                </a:lnTo>
                <a:cubicBezTo>
                  <a:pt x="14173" y="56531"/>
                  <a:pt x="14157" y="56542"/>
                  <a:pt x="14141" y="56554"/>
                </a:cubicBezTo>
                <a:lnTo>
                  <a:pt x="14141" y="56554"/>
                </a:lnTo>
                <a:cubicBezTo>
                  <a:pt x="14132" y="56495"/>
                  <a:pt x="14123" y="56435"/>
                  <a:pt x="14115" y="56376"/>
                </a:cubicBezTo>
                <a:close/>
                <a:moveTo>
                  <a:pt x="14749" y="55884"/>
                </a:moveTo>
                <a:cubicBezTo>
                  <a:pt x="14723" y="55904"/>
                  <a:pt x="14698" y="55922"/>
                  <a:pt x="14673" y="55937"/>
                </a:cubicBezTo>
                <a:cubicBezTo>
                  <a:pt x="14673" y="56011"/>
                  <a:pt x="14688" y="56084"/>
                  <a:pt x="14688" y="56158"/>
                </a:cubicBezTo>
                <a:cubicBezTo>
                  <a:pt x="14719" y="56142"/>
                  <a:pt x="14749" y="56123"/>
                  <a:pt x="14778" y="56101"/>
                </a:cubicBezTo>
                <a:lnTo>
                  <a:pt x="14778" y="56101"/>
                </a:lnTo>
                <a:cubicBezTo>
                  <a:pt x="15085" y="58202"/>
                  <a:pt x="16269" y="60333"/>
                  <a:pt x="18396" y="62545"/>
                </a:cubicBezTo>
                <a:cubicBezTo>
                  <a:pt x="18720" y="62869"/>
                  <a:pt x="19044" y="63192"/>
                  <a:pt x="19412" y="63531"/>
                </a:cubicBezTo>
                <a:lnTo>
                  <a:pt x="19471" y="63575"/>
                </a:lnTo>
                <a:cubicBezTo>
                  <a:pt x="20883" y="64929"/>
                  <a:pt x="22502" y="66459"/>
                  <a:pt x="22767" y="68446"/>
                </a:cubicBezTo>
                <a:cubicBezTo>
                  <a:pt x="22870" y="69197"/>
                  <a:pt x="22782" y="69977"/>
                  <a:pt x="22502" y="70712"/>
                </a:cubicBezTo>
                <a:cubicBezTo>
                  <a:pt x="22223" y="71507"/>
                  <a:pt x="21707" y="72317"/>
                  <a:pt x="21045" y="73023"/>
                </a:cubicBezTo>
                <a:cubicBezTo>
                  <a:pt x="20810" y="73303"/>
                  <a:pt x="20530" y="73567"/>
                  <a:pt x="20221" y="73832"/>
                </a:cubicBezTo>
                <a:cubicBezTo>
                  <a:pt x="19691" y="74318"/>
                  <a:pt x="19103" y="74774"/>
                  <a:pt x="18529" y="75216"/>
                </a:cubicBezTo>
                <a:cubicBezTo>
                  <a:pt x="18072" y="75569"/>
                  <a:pt x="17616" y="75937"/>
                  <a:pt x="17175" y="76319"/>
                </a:cubicBezTo>
                <a:cubicBezTo>
                  <a:pt x="15953" y="77350"/>
                  <a:pt x="14923" y="78512"/>
                  <a:pt x="14099" y="79778"/>
                </a:cubicBezTo>
                <a:cubicBezTo>
                  <a:pt x="13437" y="80778"/>
                  <a:pt x="12936" y="81809"/>
                  <a:pt x="12613" y="82839"/>
                </a:cubicBezTo>
                <a:cubicBezTo>
                  <a:pt x="12436" y="83354"/>
                  <a:pt x="12318" y="83898"/>
                  <a:pt x="12245" y="84428"/>
                </a:cubicBezTo>
                <a:cubicBezTo>
                  <a:pt x="12142" y="85076"/>
                  <a:pt x="12112" y="85738"/>
                  <a:pt x="12127" y="86400"/>
                </a:cubicBezTo>
                <a:cubicBezTo>
                  <a:pt x="12186" y="87945"/>
                  <a:pt x="12554" y="89402"/>
                  <a:pt x="13216" y="90683"/>
                </a:cubicBezTo>
                <a:lnTo>
                  <a:pt x="13275" y="90653"/>
                </a:lnTo>
                <a:cubicBezTo>
                  <a:pt x="12627" y="89388"/>
                  <a:pt x="12245" y="87916"/>
                  <a:pt x="12186" y="86385"/>
                </a:cubicBezTo>
                <a:cubicBezTo>
                  <a:pt x="12171" y="85723"/>
                  <a:pt x="12201" y="85061"/>
                  <a:pt x="12289" y="84413"/>
                </a:cubicBezTo>
                <a:cubicBezTo>
                  <a:pt x="12362" y="83884"/>
                  <a:pt x="12495" y="83354"/>
                  <a:pt x="12657" y="82839"/>
                </a:cubicBezTo>
                <a:cubicBezTo>
                  <a:pt x="12995" y="81809"/>
                  <a:pt x="13496" y="80793"/>
                  <a:pt x="14128" y="79792"/>
                </a:cubicBezTo>
                <a:cubicBezTo>
                  <a:pt x="14967" y="78542"/>
                  <a:pt x="15997" y="77394"/>
                  <a:pt x="17190" y="76364"/>
                </a:cubicBezTo>
                <a:cubicBezTo>
                  <a:pt x="17631" y="75966"/>
                  <a:pt x="18102" y="75628"/>
                  <a:pt x="18543" y="75275"/>
                </a:cubicBezTo>
                <a:cubicBezTo>
                  <a:pt x="19117" y="74833"/>
                  <a:pt x="19706" y="74392"/>
                  <a:pt x="20236" y="73891"/>
                </a:cubicBezTo>
                <a:cubicBezTo>
                  <a:pt x="20560" y="73612"/>
                  <a:pt x="20824" y="73347"/>
                  <a:pt x="21075" y="73067"/>
                </a:cubicBezTo>
                <a:cubicBezTo>
                  <a:pt x="21737" y="72331"/>
                  <a:pt x="22252" y="71522"/>
                  <a:pt x="22517" y="70727"/>
                </a:cubicBezTo>
                <a:cubicBezTo>
                  <a:pt x="22796" y="69977"/>
                  <a:pt x="22870" y="69197"/>
                  <a:pt x="22782" y="68431"/>
                </a:cubicBezTo>
                <a:cubicBezTo>
                  <a:pt x="22502" y="66430"/>
                  <a:pt x="20883" y="64885"/>
                  <a:pt x="19471" y="63516"/>
                </a:cubicBezTo>
                <a:lnTo>
                  <a:pt x="19412" y="63487"/>
                </a:lnTo>
                <a:cubicBezTo>
                  <a:pt x="19044" y="63134"/>
                  <a:pt x="18720" y="62795"/>
                  <a:pt x="18426" y="62486"/>
                </a:cubicBezTo>
                <a:cubicBezTo>
                  <a:pt x="16309" y="60285"/>
                  <a:pt x="15113" y="58178"/>
                  <a:pt x="14810" y="56076"/>
                </a:cubicBezTo>
                <a:lnTo>
                  <a:pt x="14810" y="56076"/>
                </a:lnTo>
                <a:cubicBezTo>
                  <a:pt x="14799" y="56085"/>
                  <a:pt x="14789" y="56093"/>
                  <a:pt x="14778" y="56101"/>
                </a:cubicBezTo>
                <a:lnTo>
                  <a:pt x="14778" y="56101"/>
                </a:lnTo>
                <a:cubicBezTo>
                  <a:pt x="14767" y="56029"/>
                  <a:pt x="14757" y="55956"/>
                  <a:pt x="14749" y="55884"/>
                </a:cubicBezTo>
                <a:close/>
                <a:moveTo>
                  <a:pt x="15004" y="55684"/>
                </a:moveTo>
                <a:lnTo>
                  <a:pt x="15004" y="55684"/>
                </a:lnTo>
                <a:cubicBezTo>
                  <a:pt x="14996" y="55690"/>
                  <a:pt x="14989" y="55696"/>
                  <a:pt x="14982" y="55702"/>
                </a:cubicBezTo>
                <a:cubicBezTo>
                  <a:pt x="14982" y="55775"/>
                  <a:pt x="14997" y="55849"/>
                  <a:pt x="14997" y="55923"/>
                </a:cubicBezTo>
                <a:cubicBezTo>
                  <a:pt x="15009" y="55913"/>
                  <a:pt x="15021" y="55903"/>
                  <a:pt x="15033" y="55892"/>
                </a:cubicBezTo>
                <a:lnTo>
                  <a:pt x="15033" y="55892"/>
                </a:lnTo>
                <a:cubicBezTo>
                  <a:pt x="15513" y="58972"/>
                  <a:pt x="17860" y="61595"/>
                  <a:pt x="19706" y="63384"/>
                </a:cubicBezTo>
                <a:lnTo>
                  <a:pt x="19853" y="63531"/>
                </a:lnTo>
                <a:cubicBezTo>
                  <a:pt x="21340" y="64988"/>
                  <a:pt x="22885" y="66474"/>
                  <a:pt x="23091" y="68490"/>
                </a:cubicBezTo>
                <a:cubicBezTo>
                  <a:pt x="23297" y="70448"/>
                  <a:pt x="22061" y="72140"/>
                  <a:pt x="21310" y="72994"/>
                </a:cubicBezTo>
                <a:cubicBezTo>
                  <a:pt x="20589" y="73788"/>
                  <a:pt x="19765" y="74465"/>
                  <a:pt x="18941" y="75142"/>
                </a:cubicBezTo>
                <a:cubicBezTo>
                  <a:pt x="18470" y="75525"/>
                  <a:pt x="17999" y="75922"/>
                  <a:pt x="17557" y="76319"/>
                </a:cubicBezTo>
                <a:cubicBezTo>
                  <a:pt x="15424" y="78247"/>
                  <a:pt x="13908" y="80514"/>
                  <a:pt x="13172" y="82912"/>
                </a:cubicBezTo>
                <a:cubicBezTo>
                  <a:pt x="12348" y="85591"/>
                  <a:pt x="12554" y="88431"/>
                  <a:pt x="13731" y="90683"/>
                </a:cubicBezTo>
                <a:lnTo>
                  <a:pt x="13790" y="90653"/>
                </a:lnTo>
                <a:cubicBezTo>
                  <a:pt x="12627" y="88402"/>
                  <a:pt x="12421" y="85576"/>
                  <a:pt x="13231" y="82912"/>
                </a:cubicBezTo>
                <a:cubicBezTo>
                  <a:pt x="13952" y="80528"/>
                  <a:pt x="15453" y="78277"/>
                  <a:pt x="17587" y="76364"/>
                </a:cubicBezTo>
                <a:cubicBezTo>
                  <a:pt x="18028" y="75952"/>
                  <a:pt x="18514" y="75569"/>
                  <a:pt x="18970" y="75186"/>
                </a:cubicBezTo>
                <a:cubicBezTo>
                  <a:pt x="19780" y="74524"/>
                  <a:pt x="20633" y="73818"/>
                  <a:pt x="21340" y="73023"/>
                </a:cubicBezTo>
                <a:cubicBezTo>
                  <a:pt x="22105" y="72184"/>
                  <a:pt x="23356" y="70477"/>
                  <a:pt x="23150" y="68490"/>
                </a:cubicBezTo>
                <a:cubicBezTo>
                  <a:pt x="22944" y="66459"/>
                  <a:pt x="21310" y="64885"/>
                  <a:pt x="19897" y="63501"/>
                </a:cubicBezTo>
                <a:lnTo>
                  <a:pt x="19750" y="63354"/>
                </a:lnTo>
                <a:cubicBezTo>
                  <a:pt x="17903" y="61565"/>
                  <a:pt x="15541" y="58939"/>
                  <a:pt x="15089" y="55844"/>
                </a:cubicBezTo>
                <a:lnTo>
                  <a:pt x="15089" y="55844"/>
                </a:lnTo>
                <a:cubicBezTo>
                  <a:pt x="15070" y="55860"/>
                  <a:pt x="15052" y="55877"/>
                  <a:pt x="15033" y="55892"/>
                </a:cubicBezTo>
                <a:lnTo>
                  <a:pt x="15033" y="55892"/>
                </a:lnTo>
                <a:cubicBezTo>
                  <a:pt x="15022" y="55823"/>
                  <a:pt x="15013" y="55754"/>
                  <a:pt x="15004" y="55684"/>
                </a:cubicBezTo>
                <a:close/>
              </a:path>
            </a:pathLst>
          </a:custGeom>
          <a:gradFill>
            <a:gsLst>
              <a:gs pos="0">
                <a:schemeClr val="accent1"/>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3"/>
          <p:cNvSpPr/>
          <p:nvPr/>
        </p:nvSpPr>
        <p:spPr>
          <a:xfrm flipH="1" rot="10800000">
            <a:off x="-360900" y="4570787"/>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3"/>
          <p:cNvSpPr/>
          <p:nvPr/>
        </p:nvSpPr>
        <p:spPr>
          <a:xfrm flipH="1" rot="10800000">
            <a:off x="-360900" y="3851787"/>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3"/>
          <p:cNvSpPr/>
          <p:nvPr/>
        </p:nvSpPr>
        <p:spPr>
          <a:xfrm flipH="1" rot="10800000">
            <a:off x="8923675" y="762087"/>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3"/>
          <p:cNvSpPr/>
          <p:nvPr/>
        </p:nvSpPr>
        <p:spPr>
          <a:xfrm flipH="1" rot="10800000">
            <a:off x="8923675" y="43087"/>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3"/>
          <p:cNvSpPr/>
          <p:nvPr/>
        </p:nvSpPr>
        <p:spPr>
          <a:xfrm flipH="1" rot="10800000">
            <a:off x="5182755" y="2190058"/>
            <a:ext cx="189900" cy="18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3"/>
          <p:cNvSpPr/>
          <p:nvPr/>
        </p:nvSpPr>
        <p:spPr>
          <a:xfrm flipH="1" rot="10800000">
            <a:off x="6781601" y="802408"/>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3"/>
          <p:cNvSpPr/>
          <p:nvPr/>
        </p:nvSpPr>
        <p:spPr>
          <a:xfrm flipH="1" rot="10800000">
            <a:off x="8806955" y="55483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3"/>
          <p:cNvSpPr/>
          <p:nvPr/>
        </p:nvSpPr>
        <p:spPr>
          <a:xfrm flipH="1" rot="10800000">
            <a:off x="7682451" y="4516608"/>
            <a:ext cx="389400" cy="389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3"/>
          <p:cNvSpPr/>
          <p:nvPr/>
        </p:nvSpPr>
        <p:spPr>
          <a:xfrm flipH="1" rot="10800000">
            <a:off x="3972730" y="364921"/>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3"/>
          <p:cNvSpPr/>
          <p:nvPr/>
        </p:nvSpPr>
        <p:spPr>
          <a:xfrm flipH="1" rot="10800000">
            <a:off x="1360488" y="4342633"/>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3"/>
          <p:cNvSpPr/>
          <p:nvPr/>
        </p:nvSpPr>
        <p:spPr>
          <a:xfrm flipH="1" rot="10800000">
            <a:off x="87455" y="1844321"/>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3"/>
          <p:cNvSpPr/>
          <p:nvPr/>
        </p:nvSpPr>
        <p:spPr>
          <a:xfrm rot="-5400000">
            <a:off x="-1705307" y="1322470"/>
            <a:ext cx="3737924" cy="1319560"/>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3"/>
          <p:cNvSpPr/>
          <p:nvPr/>
        </p:nvSpPr>
        <p:spPr>
          <a:xfrm rot="4158981">
            <a:off x="7505548" y="1740601"/>
            <a:ext cx="3084254" cy="1088802"/>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95" name="Shape 95"/>
        <p:cNvGrpSpPr/>
        <p:nvPr/>
      </p:nvGrpSpPr>
      <p:grpSpPr>
        <a:xfrm>
          <a:off x="0" y="0"/>
          <a:ext cx="0" cy="0"/>
          <a:chOff x="0" y="0"/>
          <a:chExt cx="0" cy="0"/>
        </a:xfrm>
      </p:grpSpPr>
      <p:sp>
        <p:nvSpPr>
          <p:cNvPr id="96" name="Google Shape;96;p4"/>
          <p:cNvSpPr txBox="1"/>
          <p:nvPr>
            <p:ph type="title"/>
          </p:nvPr>
        </p:nvSpPr>
        <p:spPr>
          <a:xfrm>
            <a:off x="788900" y="434600"/>
            <a:ext cx="76794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97" name="Google Shape;97;p4"/>
          <p:cNvSpPr txBox="1"/>
          <p:nvPr>
            <p:ph idx="1" type="body"/>
          </p:nvPr>
        </p:nvSpPr>
        <p:spPr>
          <a:xfrm>
            <a:off x="732300" y="993138"/>
            <a:ext cx="7679400" cy="35409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Clr>
                <a:schemeClr val="dk2"/>
              </a:buClr>
              <a:buSzPts val="1200"/>
              <a:buAutoNum type="arabicPeriod"/>
              <a:defRPr sz="1200"/>
            </a:lvl1pPr>
            <a:lvl2pPr indent="-304800" lvl="1" marL="914400">
              <a:spcBef>
                <a:spcPts val="0"/>
              </a:spcBef>
              <a:spcAft>
                <a:spcPts val="0"/>
              </a:spcAft>
              <a:buSzPts val="1200"/>
              <a:buFont typeface="Roboto Condensed Light"/>
              <a:buAutoNum type="alphaLcPeriod"/>
              <a:defRPr/>
            </a:lvl2pPr>
            <a:lvl3pPr indent="-304800" lvl="2" marL="1371600">
              <a:spcBef>
                <a:spcPts val="0"/>
              </a:spcBef>
              <a:spcAft>
                <a:spcPts val="0"/>
              </a:spcAft>
              <a:buSzPts val="1200"/>
              <a:buFont typeface="Roboto Condensed Light"/>
              <a:buAutoNum type="romanLcPeriod"/>
              <a:defRPr/>
            </a:lvl3pPr>
            <a:lvl4pPr indent="-304800" lvl="3" marL="1828800">
              <a:spcBef>
                <a:spcPts val="0"/>
              </a:spcBef>
              <a:spcAft>
                <a:spcPts val="0"/>
              </a:spcAft>
              <a:buSzPts val="1200"/>
              <a:buFont typeface="Roboto Condensed Light"/>
              <a:buAutoNum type="arabicPeriod"/>
              <a:defRPr/>
            </a:lvl4pPr>
            <a:lvl5pPr indent="-304800" lvl="4" marL="2286000">
              <a:spcBef>
                <a:spcPts val="0"/>
              </a:spcBef>
              <a:spcAft>
                <a:spcPts val="0"/>
              </a:spcAft>
              <a:buSzPts val="1200"/>
              <a:buFont typeface="Roboto Condensed Light"/>
              <a:buAutoNum type="alphaLcPeriod"/>
              <a:defRPr/>
            </a:lvl5pPr>
            <a:lvl6pPr indent="-304800" lvl="5" marL="2743200">
              <a:spcBef>
                <a:spcPts val="0"/>
              </a:spcBef>
              <a:spcAft>
                <a:spcPts val="0"/>
              </a:spcAft>
              <a:buSzPts val="1200"/>
              <a:buFont typeface="Roboto Condensed Light"/>
              <a:buAutoNum type="romanLcPeriod"/>
              <a:defRPr/>
            </a:lvl6pPr>
            <a:lvl7pPr indent="-304800" lvl="6" marL="3200400">
              <a:spcBef>
                <a:spcPts val="0"/>
              </a:spcBef>
              <a:spcAft>
                <a:spcPts val="0"/>
              </a:spcAft>
              <a:buSzPts val="1200"/>
              <a:buFont typeface="Roboto Condensed Light"/>
              <a:buAutoNum type="arabicPeriod"/>
              <a:defRPr/>
            </a:lvl7pPr>
            <a:lvl8pPr indent="-304800" lvl="7" marL="3657600">
              <a:spcBef>
                <a:spcPts val="0"/>
              </a:spcBef>
              <a:spcAft>
                <a:spcPts val="0"/>
              </a:spcAft>
              <a:buSzPts val="1200"/>
              <a:buFont typeface="Roboto Condensed Light"/>
              <a:buAutoNum type="alphaLcPeriod"/>
              <a:defRPr/>
            </a:lvl8pPr>
            <a:lvl9pPr indent="-304800" lvl="8" marL="4114800">
              <a:spcBef>
                <a:spcPts val="0"/>
              </a:spcBef>
              <a:spcAft>
                <a:spcPts val="0"/>
              </a:spcAft>
              <a:buSzPts val="1200"/>
              <a:buFont typeface="Roboto Condensed Light"/>
              <a:buAutoNum type="romanLcPeriod"/>
              <a:defRPr/>
            </a:lvl9pPr>
          </a:lstStyle>
          <a:p/>
        </p:txBody>
      </p:sp>
      <p:sp>
        <p:nvSpPr>
          <p:cNvPr id="98" name="Google Shape;98;p4"/>
          <p:cNvSpPr/>
          <p:nvPr/>
        </p:nvSpPr>
        <p:spPr>
          <a:xfrm flipH="1" rot="6641019">
            <a:off x="6669248" y="3481718"/>
            <a:ext cx="3084254" cy="1088802"/>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4"/>
          <p:cNvSpPr/>
          <p:nvPr/>
        </p:nvSpPr>
        <p:spPr>
          <a:xfrm flipH="1" rot="-5400000">
            <a:off x="-691775" y="561383"/>
            <a:ext cx="2957675" cy="1737700"/>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4"/>
          <p:cNvSpPr/>
          <p:nvPr/>
        </p:nvSpPr>
        <p:spPr>
          <a:xfrm flipH="1" rot="-5400000">
            <a:off x="-578700" y="448308"/>
            <a:ext cx="2171075" cy="1177250"/>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4"/>
          <p:cNvSpPr/>
          <p:nvPr/>
        </p:nvSpPr>
        <p:spPr>
          <a:xfrm flipH="1" rot="-5400000">
            <a:off x="-1653082" y="998216"/>
            <a:ext cx="3737924" cy="1319560"/>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4"/>
          <p:cNvSpPr/>
          <p:nvPr/>
        </p:nvSpPr>
        <p:spPr>
          <a:xfrm flipH="1" rot="5400000">
            <a:off x="6858125" y="2944508"/>
            <a:ext cx="2957675" cy="1737700"/>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4"/>
          <p:cNvSpPr/>
          <p:nvPr/>
        </p:nvSpPr>
        <p:spPr>
          <a:xfrm flipH="1" rot="5400000">
            <a:off x="7531650" y="3618033"/>
            <a:ext cx="2171075" cy="1177250"/>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4"/>
          <p:cNvSpPr/>
          <p:nvPr/>
        </p:nvSpPr>
        <p:spPr>
          <a:xfrm flipH="1" rot="-9075189">
            <a:off x="-645842" y="4389732"/>
            <a:ext cx="1723440" cy="881796"/>
          </a:xfrm>
          <a:custGeom>
            <a:rect b="b" l="l" r="r" t="t"/>
            <a:pathLst>
              <a:path extrusionOk="0" fill="none" h="21649" w="42311">
                <a:moveTo>
                  <a:pt x="0" y="2620"/>
                </a:moveTo>
                <a:cubicBezTo>
                  <a:pt x="3944" y="2620"/>
                  <a:pt x="7874" y="4430"/>
                  <a:pt x="10405" y="7447"/>
                </a:cubicBezTo>
                <a:cubicBezTo>
                  <a:pt x="12612" y="10081"/>
                  <a:pt x="13760" y="13437"/>
                  <a:pt x="15659" y="16277"/>
                </a:cubicBezTo>
                <a:cubicBezTo>
                  <a:pt x="17542" y="19132"/>
                  <a:pt x="20751" y="21648"/>
                  <a:pt x="24121" y="21016"/>
                </a:cubicBezTo>
                <a:cubicBezTo>
                  <a:pt x="26431" y="20589"/>
                  <a:pt x="28271" y="18735"/>
                  <a:pt x="29360" y="16645"/>
                </a:cubicBezTo>
                <a:cubicBezTo>
                  <a:pt x="30449" y="14570"/>
                  <a:pt x="30920" y="12215"/>
                  <a:pt x="31494" y="9934"/>
                </a:cubicBezTo>
                <a:cubicBezTo>
                  <a:pt x="32082" y="7653"/>
                  <a:pt x="32818" y="5343"/>
                  <a:pt x="34319" y="3533"/>
                </a:cubicBezTo>
                <a:cubicBezTo>
                  <a:pt x="36232" y="1237"/>
                  <a:pt x="39352" y="1"/>
                  <a:pt x="42310" y="354"/>
                </a:cubicBezTo>
              </a:path>
            </a:pathLst>
          </a:custGeom>
          <a:noFill/>
          <a:ln cap="flat" cmpd="sng" w="477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4"/>
          <p:cNvSpPr/>
          <p:nvPr/>
        </p:nvSpPr>
        <p:spPr>
          <a:xfrm flipH="1" rot="-9075189">
            <a:off x="-604730" y="4440973"/>
            <a:ext cx="1615539" cy="826034"/>
          </a:xfrm>
          <a:custGeom>
            <a:rect b="b" l="l" r="r" t="t"/>
            <a:pathLst>
              <a:path extrusionOk="0" fill="none" h="20280" w="39662">
                <a:moveTo>
                  <a:pt x="1" y="2443"/>
                </a:moveTo>
                <a:cubicBezTo>
                  <a:pt x="3695" y="2443"/>
                  <a:pt x="7374" y="4150"/>
                  <a:pt x="9773" y="6976"/>
                </a:cubicBezTo>
                <a:cubicBezTo>
                  <a:pt x="11833" y="9448"/>
                  <a:pt x="12892" y="12568"/>
                  <a:pt x="14673" y="15261"/>
                </a:cubicBezTo>
                <a:cubicBezTo>
                  <a:pt x="16469" y="17939"/>
                  <a:pt x="19441" y="20279"/>
                  <a:pt x="22605" y="19691"/>
                </a:cubicBezTo>
                <a:cubicBezTo>
                  <a:pt x="24783" y="19279"/>
                  <a:pt x="26505" y="17557"/>
                  <a:pt x="27521" y="15599"/>
                </a:cubicBezTo>
                <a:cubicBezTo>
                  <a:pt x="28536" y="13657"/>
                  <a:pt x="28978" y="11449"/>
                  <a:pt x="29522" y="9316"/>
                </a:cubicBezTo>
                <a:cubicBezTo>
                  <a:pt x="30081" y="7182"/>
                  <a:pt x="30758" y="5018"/>
                  <a:pt x="32171" y="3311"/>
                </a:cubicBezTo>
                <a:cubicBezTo>
                  <a:pt x="33952" y="1163"/>
                  <a:pt x="36880" y="0"/>
                  <a:pt x="39662" y="339"/>
                </a:cubicBezTo>
              </a:path>
            </a:pathLst>
          </a:custGeom>
          <a:noFill/>
          <a:ln cap="flat" cmpd="sng" w="477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4"/>
          <p:cNvSpPr/>
          <p:nvPr/>
        </p:nvSpPr>
        <p:spPr>
          <a:xfrm flipH="1" rot="-9075189">
            <a:off x="-563986" y="4491973"/>
            <a:ext cx="1507027" cy="772106"/>
          </a:xfrm>
          <a:custGeom>
            <a:rect b="b" l="l" r="r" t="t"/>
            <a:pathLst>
              <a:path extrusionOk="0" fill="none" h="18956" w="36998">
                <a:moveTo>
                  <a:pt x="0" y="2311"/>
                </a:moveTo>
                <a:cubicBezTo>
                  <a:pt x="3459" y="2311"/>
                  <a:pt x="6873" y="3886"/>
                  <a:pt x="9110" y="6534"/>
                </a:cubicBezTo>
                <a:cubicBezTo>
                  <a:pt x="11038" y="8830"/>
                  <a:pt x="12024" y="11759"/>
                  <a:pt x="13687" y="14261"/>
                </a:cubicBezTo>
                <a:cubicBezTo>
                  <a:pt x="15335" y="16762"/>
                  <a:pt x="18131" y="18955"/>
                  <a:pt x="21074" y="18396"/>
                </a:cubicBezTo>
                <a:cubicBezTo>
                  <a:pt x="23105" y="18028"/>
                  <a:pt x="24724" y="16409"/>
                  <a:pt x="25666" y="14570"/>
                </a:cubicBezTo>
                <a:cubicBezTo>
                  <a:pt x="26593" y="12730"/>
                  <a:pt x="27020" y="10699"/>
                  <a:pt x="27535" y="8713"/>
                </a:cubicBezTo>
                <a:cubicBezTo>
                  <a:pt x="28050" y="6726"/>
                  <a:pt x="28697" y="4680"/>
                  <a:pt x="30022" y="3091"/>
                </a:cubicBezTo>
                <a:cubicBezTo>
                  <a:pt x="31700" y="1089"/>
                  <a:pt x="34393" y="0"/>
                  <a:pt x="36998" y="324"/>
                </a:cubicBezTo>
              </a:path>
            </a:pathLst>
          </a:custGeom>
          <a:noFill/>
          <a:ln cap="flat" cmpd="sng" w="477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4"/>
          <p:cNvSpPr/>
          <p:nvPr/>
        </p:nvSpPr>
        <p:spPr>
          <a:xfrm flipH="1" rot="-9075189">
            <a:off x="-522344" y="4542324"/>
            <a:ext cx="1399738" cy="716344"/>
          </a:xfrm>
          <a:custGeom>
            <a:rect b="b" l="l" r="r" t="t"/>
            <a:pathLst>
              <a:path extrusionOk="0" fill="none" h="17587" w="34364">
                <a:moveTo>
                  <a:pt x="1" y="2119"/>
                </a:moveTo>
                <a:cubicBezTo>
                  <a:pt x="3224" y="2119"/>
                  <a:pt x="6402" y="3591"/>
                  <a:pt x="8463" y="6049"/>
                </a:cubicBezTo>
                <a:cubicBezTo>
                  <a:pt x="10243" y="8183"/>
                  <a:pt x="11185" y="10905"/>
                  <a:pt x="12716" y="13230"/>
                </a:cubicBezTo>
                <a:cubicBezTo>
                  <a:pt x="14261" y="15541"/>
                  <a:pt x="16851" y="17586"/>
                  <a:pt x="19588" y="17071"/>
                </a:cubicBezTo>
                <a:cubicBezTo>
                  <a:pt x="21472" y="16718"/>
                  <a:pt x="22958" y="15217"/>
                  <a:pt x="23841" y="13525"/>
                </a:cubicBezTo>
                <a:cubicBezTo>
                  <a:pt x="24724" y="11832"/>
                  <a:pt x="25107" y="9919"/>
                  <a:pt x="25593" y="8080"/>
                </a:cubicBezTo>
                <a:cubicBezTo>
                  <a:pt x="26064" y="6225"/>
                  <a:pt x="26652" y="4342"/>
                  <a:pt x="27888" y="2870"/>
                </a:cubicBezTo>
                <a:cubicBezTo>
                  <a:pt x="29434" y="1016"/>
                  <a:pt x="31950" y="0"/>
                  <a:pt x="34364" y="295"/>
                </a:cubicBezTo>
              </a:path>
            </a:pathLst>
          </a:custGeom>
          <a:noFill/>
          <a:ln cap="flat" cmpd="sng" w="477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4"/>
          <p:cNvSpPr/>
          <p:nvPr/>
        </p:nvSpPr>
        <p:spPr>
          <a:xfrm flipH="1" rot="-9075189">
            <a:off x="-481343" y="4593546"/>
            <a:ext cx="1291837" cy="661194"/>
          </a:xfrm>
          <a:custGeom>
            <a:rect b="b" l="l" r="r" t="t"/>
            <a:pathLst>
              <a:path extrusionOk="0" fill="none" h="16233" w="31715">
                <a:moveTo>
                  <a:pt x="0" y="1957"/>
                </a:moveTo>
                <a:cubicBezTo>
                  <a:pt x="2958" y="1957"/>
                  <a:pt x="5902" y="3311"/>
                  <a:pt x="7815" y="5578"/>
                </a:cubicBezTo>
                <a:cubicBezTo>
                  <a:pt x="9478" y="7549"/>
                  <a:pt x="10316" y="10051"/>
                  <a:pt x="11729" y="12200"/>
                </a:cubicBezTo>
                <a:cubicBezTo>
                  <a:pt x="13157" y="14334"/>
                  <a:pt x="15556" y="16232"/>
                  <a:pt x="18087" y="15747"/>
                </a:cubicBezTo>
                <a:cubicBezTo>
                  <a:pt x="19809" y="15423"/>
                  <a:pt x="21192" y="14039"/>
                  <a:pt x="22016" y="12479"/>
                </a:cubicBezTo>
                <a:cubicBezTo>
                  <a:pt x="22840" y="10905"/>
                  <a:pt x="23193" y="9168"/>
                  <a:pt x="23620" y="7446"/>
                </a:cubicBezTo>
                <a:cubicBezTo>
                  <a:pt x="24062" y="5739"/>
                  <a:pt x="24606" y="4018"/>
                  <a:pt x="25739" y="2649"/>
                </a:cubicBezTo>
                <a:cubicBezTo>
                  <a:pt x="27167" y="942"/>
                  <a:pt x="29492" y="0"/>
                  <a:pt x="31714" y="265"/>
                </a:cubicBezTo>
              </a:path>
            </a:pathLst>
          </a:custGeom>
          <a:noFill/>
          <a:ln cap="flat" cmpd="sng" w="477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4"/>
          <p:cNvSpPr/>
          <p:nvPr/>
        </p:nvSpPr>
        <p:spPr>
          <a:xfrm flipH="1" rot="1724811">
            <a:off x="7813820" y="-48068"/>
            <a:ext cx="1723440" cy="881796"/>
          </a:xfrm>
          <a:custGeom>
            <a:rect b="b" l="l" r="r" t="t"/>
            <a:pathLst>
              <a:path extrusionOk="0" fill="none" h="21649" w="42311">
                <a:moveTo>
                  <a:pt x="0" y="2620"/>
                </a:moveTo>
                <a:cubicBezTo>
                  <a:pt x="3944" y="2620"/>
                  <a:pt x="7874" y="4430"/>
                  <a:pt x="10405" y="7447"/>
                </a:cubicBezTo>
                <a:cubicBezTo>
                  <a:pt x="12612" y="10081"/>
                  <a:pt x="13760" y="13437"/>
                  <a:pt x="15659" y="16277"/>
                </a:cubicBezTo>
                <a:cubicBezTo>
                  <a:pt x="17542" y="19132"/>
                  <a:pt x="20751" y="21648"/>
                  <a:pt x="24121" y="21016"/>
                </a:cubicBezTo>
                <a:cubicBezTo>
                  <a:pt x="26431" y="20589"/>
                  <a:pt x="28271" y="18735"/>
                  <a:pt x="29360" y="16645"/>
                </a:cubicBezTo>
                <a:cubicBezTo>
                  <a:pt x="30449" y="14570"/>
                  <a:pt x="30920" y="12215"/>
                  <a:pt x="31494" y="9934"/>
                </a:cubicBezTo>
                <a:cubicBezTo>
                  <a:pt x="32082" y="7653"/>
                  <a:pt x="32818" y="5343"/>
                  <a:pt x="34319" y="3533"/>
                </a:cubicBezTo>
                <a:cubicBezTo>
                  <a:pt x="36232" y="1237"/>
                  <a:pt x="39352" y="1"/>
                  <a:pt x="42310" y="354"/>
                </a:cubicBezTo>
              </a:path>
            </a:pathLst>
          </a:custGeom>
          <a:noFill/>
          <a:ln cap="flat" cmpd="sng" w="477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4"/>
          <p:cNvSpPr/>
          <p:nvPr/>
        </p:nvSpPr>
        <p:spPr>
          <a:xfrm flipH="1" rot="1724811">
            <a:off x="7880609" y="-43546"/>
            <a:ext cx="1615539" cy="826034"/>
          </a:xfrm>
          <a:custGeom>
            <a:rect b="b" l="l" r="r" t="t"/>
            <a:pathLst>
              <a:path extrusionOk="0" fill="none" h="20280" w="39662">
                <a:moveTo>
                  <a:pt x="1" y="2443"/>
                </a:moveTo>
                <a:cubicBezTo>
                  <a:pt x="3695" y="2443"/>
                  <a:pt x="7374" y="4150"/>
                  <a:pt x="9773" y="6976"/>
                </a:cubicBezTo>
                <a:cubicBezTo>
                  <a:pt x="11833" y="9448"/>
                  <a:pt x="12892" y="12568"/>
                  <a:pt x="14673" y="15261"/>
                </a:cubicBezTo>
                <a:cubicBezTo>
                  <a:pt x="16469" y="17939"/>
                  <a:pt x="19441" y="20279"/>
                  <a:pt x="22605" y="19691"/>
                </a:cubicBezTo>
                <a:cubicBezTo>
                  <a:pt x="24783" y="19279"/>
                  <a:pt x="26505" y="17557"/>
                  <a:pt x="27521" y="15599"/>
                </a:cubicBezTo>
                <a:cubicBezTo>
                  <a:pt x="28536" y="13657"/>
                  <a:pt x="28978" y="11449"/>
                  <a:pt x="29522" y="9316"/>
                </a:cubicBezTo>
                <a:cubicBezTo>
                  <a:pt x="30081" y="7182"/>
                  <a:pt x="30758" y="5018"/>
                  <a:pt x="32171" y="3311"/>
                </a:cubicBezTo>
                <a:cubicBezTo>
                  <a:pt x="33952" y="1163"/>
                  <a:pt x="36880" y="0"/>
                  <a:pt x="39662" y="339"/>
                </a:cubicBezTo>
              </a:path>
            </a:pathLst>
          </a:custGeom>
          <a:noFill/>
          <a:ln cap="flat" cmpd="sng" w="477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4"/>
          <p:cNvSpPr/>
          <p:nvPr/>
        </p:nvSpPr>
        <p:spPr>
          <a:xfrm flipH="1" rot="1724811">
            <a:off x="7948377" y="-40618"/>
            <a:ext cx="1507027" cy="772106"/>
          </a:xfrm>
          <a:custGeom>
            <a:rect b="b" l="l" r="r" t="t"/>
            <a:pathLst>
              <a:path extrusionOk="0" fill="none" h="18956" w="36998">
                <a:moveTo>
                  <a:pt x="0" y="2311"/>
                </a:moveTo>
                <a:cubicBezTo>
                  <a:pt x="3459" y="2311"/>
                  <a:pt x="6873" y="3886"/>
                  <a:pt x="9110" y="6534"/>
                </a:cubicBezTo>
                <a:cubicBezTo>
                  <a:pt x="11038" y="8830"/>
                  <a:pt x="12024" y="11759"/>
                  <a:pt x="13687" y="14261"/>
                </a:cubicBezTo>
                <a:cubicBezTo>
                  <a:pt x="15335" y="16762"/>
                  <a:pt x="18131" y="18955"/>
                  <a:pt x="21074" y="18396"/>
                </a:cubicBezTo>
                <a:cubicBezTo>
                  <a:pt x="23105" y="18028"/>
                  <a:pt x="24724" y="16409"/>
                  <a:pt x="25666" y="14570"/>
                </a:cubicBezTo>
                <a:cubicBezTo>
                  <a:pt x="26593" y="12730"/>
                  <a:pt x="27020" y="10699"/>
                  <a:pt x="27535" y="8713"/>
                </a:cubicBezTo>
                <a:cubicBezTo>
                  <a:pt x="28050" y="6726"/>
                  <a:pt x="28697" y="4680"/>
                  <a:pt x="30022" y="3091"/>
                </a:cubicBezTo>
                <a:cubicBezTo>
                  <a:pt x="31700" y="1089"/>
                  <a:pt x="34393" y="0"/>
                  <a:pt x="36998" y="324"/>
                </a:cubicBezTo>
              </a:path>
            </a:pathLst>
          </a:custGeom>
          <a:noFill/>
          <a:ln cap="flat" cmpd="sng" w="477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4"/>
          <p:cNvSpPr/>
          <p:nvPr/>
        </p:nvSpPr>
        <p:spPr>
          <a:xfrm flipH="1" rot="1724811">
            <a:off x="8014025" y="-35208"/>
            <a:ext cx="1399738" cy="716344"/>
          </a:xfrm>
          <a:custGeom>
            <a:rect b="b" l="l" r="r" t="t"/>
            <a:pathLst>
              <a:path extrusionOk="0" fill="none" h="17587" w="34364">
                <a:moveTo>
                  <a:pt x="1" y="2119"/>
                </a:moveTo>
                <a:cubicBezTo>
                  <a:pt x="3224" y="2119"/>
                  <a:pt x="6402" y="3591"/>
                  <a:pt x="8463" y="6049"/>
                </a:cubicBezTo>
                <a:cubicBezTo>
                  <a:pt x="10243" y="8183"/>
                  <a:pt x="11185" y="10905"/>
                  <a:pt x="12716" y="13230"/>
                </a:cubicBezTo>
                <a:cubicBezTo>
                  <a:pt x="14261" y="15541"/>
                  <a:pt x="16851" y="17586"/>
                  <a:pt x="19588" y="17071"/>
                </a:cubicBezTo>
                <a:cubicBezTo>
                  <a:pt x="21472" y="16718"/>
                  <a:pt x="22958" y="15217"/>
                  <a:pt x="23841" y="13525"/>
                </a:cubicBezTo>
                <a:cubicBezTo>
                  <a:pt x="24724" y="11832"/>
                  <a:pt x="25107" y="9919"/>
                  <a:pt x="25593" y="8080"/>
                </a:cubicBezTo>
                <a:cubicBezTo>
                  <a:pt x="26064" y="6225"/>
                  <a:pt x="26652" y="4342"/>
                  <a:pt x="27888" y="2870"/>
                </a:cubicBezTo>
                <a:cubicBezTo>
                  <a:pt x="29434" y="1016"/>
                  <a:pt x="31950" y="0"/>
                  <a:pt x="34364" y="295"/>
                </a:cubicBezTo>
              </a:path>
            </a:pathLst>
          </a:custGeom>
          <a:noFill/>
          <a:ln cap="flat" cmpd="sng" w="477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4"/>
          <p:cNvSpPr/>
          <p:nvPr/>
        </p:nvSpPr>
        <p:spPr>
          <a:xfrm flipH="1" rot="1724811">
            <a:off x="8080925" y="-31280"/>
            <a:ext cx="1291837" cy="661194"/>
          </a:xfrm>
          <a:custGeom>
            <a:rect b="b" l="l" r="r" t="t"/>
            <a:pathLst>
              <a:path extrusionOk="0" fill="none" h="16233" w="31715">
                <a:moveTo>
                  <a:pt x="0" y="1957"/>
                </a:moveTo>
                <a:cubicBezTo>
                  <a:pt x="2958" y="1957"/>
                  <a:pt x="5902" y="3311"/>
                  <a:pt x="7815" y="5578"/>
                </a:cubicBezTo>
                <a:cubicBezTo>
                  <a:pt x="9478" y="7549"/>
                  <a:pt x="10316" y="10051"/>
                  <a:pt x="11729" y="12200"/>
                </a:cubicBezTo>
                <a:cubicBezTo>
                  <a:pt x="13157" y="14334"/>
                  <a:pt x="15556" y="16232"/>
                  <a:pt x="18087" y="15747"/>
                </a:cubicBezTo>
                <a:cubicBezTo>
                  <a:pt x="19809" y="15423"/>
                  <a:pt x="21192" y="14039"/>
                  <a:pt x="22016" y="12479"/>
                </a:cubicBezTo>
                <a:cubicBezTo>
                  <a:pt x="22840" y="10905"/>
                  <a:pt x="23193" y="9168"/>
                  <a:pt x="23620" y="7446"/>
                </a:cubicBezTo>
                <a:cubicBezTo>
                  <a:pt x="24062" y="5739"/>
                  <a:pt x="24606" y="4018"/>
                  <a:pt x="25739" y="2649"/>
                </a:cubicBezTo>
                <a:cubicBezTo>
                  <a:pt x="27167" y="942"/>
                  <a:pt x="29492" y="0"/>
                  <a:pt x="31714" y="265"/>
                </a:cubicBezTo>
              </a:path>
            </a:pathLst>
          </a:custGeom>
          <a:noFill/>
          <a:ln cap="flat" cmpd="sng" w="477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4"/>
          <p:cNvSpPr/>
          <p:nvPr/>
        </p:nvSpPr>
        <p:spPr>
          <a:xfrm flipH="1" rot="10800000">
            <a:off x="530105" y="4766833"/>
            <a:ext cx="189900" cy="18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4"/>
          <p:cNvSpPr/>
          <p:nvPr/>
        </p:nvSpPr>
        <p:spPr>
          <a:xfrm flipH="1" rot="10800000">
            <a:off x="7985901" y="297733"/>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4"/>
          <p:cNvSpPr/>
          <p:nvPr/>
        </p:nvSpPr>
        <p:spPr>
          <a:xfrm flipH="1" rot="10800000">
            <a:off x="8806955" y="55483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4"/>
          <p:cNvSpPr/>
          <p:nvPr/>
        </p:nvSpPr>
        <p:spPr>
          <a:xfrm flipH="1" rot="10800000">
            <a:off x="7758501" y="4516608"/>
            <a:ext cx="389400" cy="389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4"/>
          <p:cNvSpPr/>
          <p:nvPr/>
        </p:nvSpPr>
        <p:spPr>
          <a:xfrm flipH="1" rot="10800000">
            <a:off x="1262705" y="265171"/>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4"/>
          <p:cNvSpPr/>
          <p:nvPr/>
        </p:nvSpPr>
        <p:spPr>
          <a:xfrm flipH="1" rot="10800000">
            <a:off x="8896375" y="4481762"/>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4"/>
          <p:cNvSpPr/>
          <p:nvPr/>
        </p:nvSpPr>
        <p:spPr>
          <a:xfrm flipH="1" rot="10800000">
            <a:off x="8896375" y="3793437"/>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4"/>
          <p:cNvSpPr/>
          <p:nvPr/>
        </p:nvSpPr>
        <p:spPr>
          <a:xfrm flipH="1" rot="10800000">
            <a:off x="-360900" y="762087"/>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4"/>
          <p:cNvSpPr/>
          <p:nvPr/>
        </p:nvSpPr>
        <p:spPr>
          <a:xfrm flipH="1" rot="10800000">
            <a:off x="-360900" y="73762"/>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23" name="Shape 123"/>
        <p:cNvGrpSpPr/>
        <p:nvPr/>
      </p:nvGrpSpPr>
      <p:grpSpPr>
        <a:xfrm>
          <a:off x="0" y="0"/>
          <a:ext cx="0" cy="0"/>
          <a:chOff x="0" y="0"/>
          <a:chExt cx="0" cy="0"/>
        </a:xfrm>
      </p:grpSpPr>
      <p:sp>
        <p:nvSpPr>
          <p:cNvPr id="124" name="Google Shape;124;p5"/>
          <p:cNvSpPr txBox="1"/>
          <p:nvPr>
            <p:ph type="title"/>
          </p:nvPr>
        </p:nvSpPr>
        <p:spPr>
          <a:xfrm>
            <a:off x="732300" y="445025"/>
            <a:ext cx="7679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25" name="Google Shape;125;p5"/>
          <p:cNvSpPr txBox="1"/>
          <p:nvPr>
            <p:ph idx="2" type="title"/>
          </p:nvPr>
        </p:nvSpPr>
        <p:spPr>
          <a:xfrm>
            <a:off x="5435950" y="1676263"/>
            <a:ext cx="2336400" cy="527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26" name="Google Shape;126;p5"/>
          <p:cNvSpPr txBox="1"/>
          <p:nvPr>
            <p:ph idx="1" type="subTitle"/>
          </p:nvPr>
        </p:nvSpPr>
        <p:spPr>
          <a:xfrm>
            <a:off x="5318788" y="2009425"/>
            <a:ext cx="2570700" cy="2205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27" name="Google Shape;127;p5"/>
          <p:cNvSpPr txBox="1"/>
          <p:nvPr>
            <p:ph idx="3" type="title"/>
          </p:nvPr>
        </p:nvSpPr>
        <p:spPr>
          <a:xfrm>
            <a:off x="1371650" y="1676263"/>
            <a:ext cx="2336400" cy="527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28" name="Google Shape;128;p5"/>
          <p:cNvSpPr txBox="1"/>
          <p:nvPr>
            <p:ph idx="4" type="subTitle"/>
          </p:nvPr>
        </p:nvSpPr>
        <p:spPr>
          <a:xfrm>
            <a:off x="1254513" y="2009425"/>
            <a:ext cx="2570700" cy="2205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29" name="Google Shape;129;p5"/>
          <p:cNvSpPr/>
          <p:nvPr/>
        </p:nvSpPr>
        <p:spPr>
          <a:xfrm>
            <a:off x="8431000" y="542221"/>
            <a:ext cx="50" cy="0"/>
          </a:xfrm>
          <a:custGeom>
            <a:rect b="b" l="l" r="r" t="t"/>
            <a:pathLst>
              <a:path extrusionOk="0" h="0" w="1">
                <a:moveTo>
                  <a:pt x="0" y="0"/>
                </a:moveTo>
                <a:lnTo>
                  <a:pt x="0" y="0"/>
                </a:lnTo>
                <a:lnTo>
                  <a:pt x="0" y="0"/>
                </a:lnTo>
                <a:lnTo>
                  <a:pt x="0" y="0"/>
                </a:lnTo>
                <a:close/>
              </a:path>
            </a:pathLst>
          </a:custGeom>
          <a:solidFill>
            <a:srgbClr val="262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5"/>
          <p:cNvSpPr/>
          <p:nvPr/>
        </p:nvSpPr>
        <p:spPr>
          <a:xfrm rot="-5400000">
            <a:off x="-609987" y="2795438"/>
            <a:ext cx="2957675" cy="1737700"/>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5"/>
          <p:cNvSpPr/>
          <p:nvPr/>
        </p:nvSpPr>
        <p:spPr>
          <a:xfrm rot="-5400000">
            <a:off x="-510800" y="3626350"/>
            <a:ext cx="2027950" cy="1006350"/>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5"/>
          <p:cNvSpPr/>
          <p:nvPr/>
        </p:nvSpPr>
        <p:spPr>
          <a:xfrm rot="5400000">
            <a:off x="7125961" y="609913"/>
            <a:ext cx="2664777" cy="1444957"/>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5"/>
          <p:cNvSpPr/>
          <p:nvPr/>
        </p:nvSpPr>
        <p:spPr>
          <a:xfrm rot="5400000">
            <a:off x="8129874" y="445317"/>
            <a:ext cx="1496268" cy="605631"/>
          </a:xfrm>
          <a:custGeom>
            <a:rect b="b" l="l" r="r" t="t"/>
            <a:pathLst>
              <a:path extrusionOk="0" h="12718" w="31421">
                <a:moveTo>
                  <a:pt x="0" y="1"/>
                </a:moveTo>
                <a:lnTo>
                  <a:pt x="15" y="11318"/>
                </a:lnTo>
                <a:cubicBezTo>
                  <a:pt x="714" y="12333"/>
                  <a:pt x="1913" y="12717"/>
                  <a:pt x="3174" y="12717"/>
                </a:cubicBezTo>
                <a:cubicBezTo>
                  <a:pt x="3905" y="12717"/>
                  <a:pt x="4656" y="12588"/>
                  <a:pt x="5342" y="12377"/>
                </a:cubicBezTo>
                <a:cubicBezTo>
                  <a:pt x="7024" y="11870"/>
                  <a:pt x="8681" y="11024"/>
                  <a:pt x="10412" y="11024"/>
                </a:cubicBezTo>
                <a:cubicBezTo>
                  <a:pt x="10590" y="11024"/>
                  <a:pt x="10769" y="11033"/>
                  <a:pt x="10949" y="11053"/>
                </a:cubicBezTo>
                <a:cubicBezTo>
                  <a:pt x="12370" y="11196"/>
                  <a:pt x="13772" y="11959"/>
                  <a:pt x="15138" y="11959"/>
                </a:cubicBezTo>
                <a:cubicBezTo>
                  <a:pt x="15456" y="11959"/>
                  <a:pt x="15772" y="11918"/>
                  <a:pt x="16086" y="11818"/>
                </a:cubicBezTo>
                <a:cubicBezTo>
                  <a:pt x="18411" y="11067"/>
                  <a:pt x="18808" y="7683"/>
                  <a:pt x="20942" y="6491"/>
                </a:cubicBezTo>
                <a:cubicBezTo>
                  <a:pt x="21681" y="6076"/>
                  <a:pt x="22511" y="5989"/>
                  <a:pt x="23370" y="5989"/>
                </a:cubicBezTo>
                <a:cubicBezTo>
                  <a:pt x="23993" y="5989"/>
                  <a:pt x="24631" y="6035"/>
                  <a:pt x="25262" y="6035"/>
                </a:cubicBezTo>
                <a:cubicBezTo>
                  <a:pt x="25616" y="6035"/>
                  <a:pt x="25968" y="6020"/>
                  <a:pt x="26313" y="5976"/>
                </a:cubicBezTo>
                <a:cubicBezTo>
                  <a:pt x="29124" y="5608"/>
                  <a:pt x="31420" y="2826"/>
                  <a:pt x="31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5"/>
          <p:cNvSpPr/>
          <p:nvPr/>
        </p:nvSpPr>
        <p:spPr>
          <a:xfrm rot="-5017321">
            <a:off x="-1589017" y="2475153"/>
            <a:ext cx="3985444" cy="1406939"/>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5"/>
          <p:cNvSpPr/>
          <p:nvPr/>
        </p:nvSpPr>
        <p:spPr>
          <a:xfrm rot="5400000">
            <a:off x="6785745" y="1231860"/>
            <a:ext cx="3985388" cy="1406920"/>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 name="Google Shape;136;p5"/>
          <p:cNvGrpSpPr/>
          <p:nvPr/>
        </p:nvGrpSpPr>
        <p:grpSpPr>
          <a:xfrm>
            <a:off x="-991539" y="-997300"/>
            <a:ext cx="4402341" cy="2493567"/>
            <a:chOff x="-991539" y="-997300"/>
            <a:chExt cx="4402341" cy="2493567"/>
          </a:xfrm>
        </p:grpSpPr>
        <p:sp>
          <p:nvSpPr>
            <p:cNvPr id="137" name="Google Shape;137;p5"/>
            <p:cNvSpPr/>
            <p:nvPr/>
          </p:nvSpPr>
          <p:spPr>
            <a:xfrm rot="4162767">
              <a:off x="704821" y="-1738026"/>
              <a:ext cx="1168518" cy="3975021"/>
            </a:xfrm>
            <a:custGeom>
              <a:rect b="b" l="l" r="r" t="t"/>
              <a:pathLst>
                <a:path extrusionOk="0" fill="none" h="84959" w="24975">
                  <a:moveTo>
                    <a:pt x="6182" y="84959"/>
                  </a:moveTo>
                  <a:cubicBezTo>
                    <a:pt x="13245" y="82942"/>
                    <a:pt x="17705" y="81809"/>
                    <a:pt x="13113" y="74878"/>
                  </a:cubicBezTo>
                  <a:cubicBezTo>
                    <a:pt x="8536" y="67917"/>
                    <a:pt x="1" y="60603"/>
                    <a:pt x="3400" y="56350"/>
                  </a:cubicBezTo>
                  <a:cubicBezTo>
                    <a:pt x="6800" y="52097"/>
                    <a:pt x="23576" y="52362"/>
                    <a:pt x="23724" y="46990"/>
                  </a:cubicBezTo>
                  <a:cubicBezTo>
                    <a:pt x="23871" y="41619"/>
                    <a:pt x="7756" y="35291"/>
                    <a:pt x="8198" y="30184"/>
                  </a:cubicBezTo>
                  <a:cubicBezTo>
                    <a:pt x="8639" y="25092"/>
                    <a:pt x="23856" y="26358"/>
                    <a:pt x="24401" y="21972"/>
                  </a:cubicBezTo>
                  <a:cubicBezTo>
                    <a:pt x="24975" y="17572"/>
                    <a:pt x="8801" y="8139"/>
                    <a:pt x="10184" y="1"/>
                  </a:cubicBezTo>
                </a:path>
              </a:pathLst>
            </a:custGeom>
            <a:noFill/>
            <a:ln cap="flat" cmpd="sng" w="40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5"/>
            <p:cNvSpPr/>
            <p:nvPr/>
          </p:nvSpPr>
          <p:spPr>
            <a:xfrm rot="4162767">
              <a:off x="781120" y="-1710393"/>
              <a:ext cx="1032835" cy="4003889"/>
            </a:xfrm>
            <a:custGeom>
              <a:rect b="b" l="l" r="r" t="t"/>
              <a:pathLst>
                <a:path extrusionOk="0" fill="none" h="85576" w="22075">
                  <a:moveTo>
                    <a:pt x="3974" y="85576"/>
                  </a:moveTo>
                  <a:cubicBezTo>
                    <a:pt x="10861" y="83604"/>
                    <a:pt x="15055" y="82338"/>
                    <a:pt x="10684" y="75583"/>
                  </a:cubicBezTo>
                  <a:cubicBezTo>
                    <a:pt x="8168" y="71669"/>
                    <a:pt x="4386" y="67636"/>
                    <a:pt x="2252" y="64163"/>
                  </a:cubicBezTo>
                  <a:cubicBezTo>
                    <a:pt x="663" y="61544"/>
                    <a:pt x="0" y="59219"/>
                    <a:pt x="1428" y="57394"/>
                  </a:cubicBezTo>
                  <a:cubicBezTo>
                    <a:pt x="4783" y="53200"/>
                    <a:pt x="20868" y="53229"/>
                    <a:pt x="21133" y="47931"/>
                  </a:cubicBezTo>
                  <a:cubicBezTo>
                    <a:pt x="21369" y="42677"/>
                    <a:pt x="5990" y="36335"/>
                    <a:pt x="6284" y="31155"/>
                  </a:cubicBezTo>
                  <a:cubicBezTo>
                    <a:pt x="6579" y="26077"/>
                    <a:pt x="20898" y="27005"/>
                    <a:pt x="21457" y="22649"/>
                  </a:cubicBezTo>
                  <a:cubicBezTo>
                    <a:pt x="22075" y="18013"/>
                    <a:pt x="6755" y="8153"/>
                    <a:pt x="7800" y="0"/>
                  </a:cubicBezTo>
                </a:path>
              </a:pathLst>
            </a:custGeom>
            <a:noFill/>
            <a:ln cap="flat" cmpd="sng" w="36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5"/>
            <p:cNvSpPr/>
            <p:nvPr/>
          </p:nvSpPr>
          <p:spPr>
            <a:xfrm rot="4162767">
              <a:off x="794049" y="-1725285"/>
              <a:ext cx="989509" cy="4032149"/>
            </a:xfrm>
            <a:custGeom>
              <a:rect b="b" l="l" r="r" t="t"/>
              <a:pathLst>
                <a:path extrusionOk="0" fill="none" h="86180" w="21149">
                  <a:moveTo>
                    <a:pt x="3754" y="86180"/>
                  </a:moveTo>
                  <a:cubicBezTo>
                    <a:pt x="10464" y="84237"/>
                    <a:pt x="14408" y="82868"/>
                    <a:pt x="10229" y="76290"/>
                  </a:cubicBezTo>
                  <a:cubicBezTo>
                    <a:pt x="7786" y="72420"/>
                    <a:pt x="4136" y="68432"/>
                    <a:pt x="2120" y="65047"/>
                  </a:cubicBezTo>
                  <a:cubicBezTo>
                    <a:pt x="590" y="62516"/>
                    <a:pt x="1" y="60235"/>
                    <a:pt x="1428" y="58439"/>
                  </a:cubicBezTo>
                  <a:cubicBezTo>
                    <a:pt x="4725" y="54304"/>
                    <a:pt x="20163" y="54127"/>
                    <a:pt x="20530" y="48918"/>
                  </a:cubicBezTo>
                  <a:cubicBezTo>
                    <a:pt x="20898" y="43782"/>
                    <a:pt x="6197" y="37424"/>
                    <a:pt x="6358" y="32156"/>
                  </a:cubicBezTo>
                  <a:cubicBezTo>
                    <a:pt x="6535" y="27093"/>
                    <a:pt x="19927" y="27667"/>
                    <a:pt x="20486" y="23341"/>
                  </a:cubicBezTo>
                  <a:cubicBezTo>
                    <a:pt x="21149" y="18455"/>
                    <a:pt x="6712" y="8183"/>
                    <a:pt x="7374" y="1"/>
                  </a:cubicBezTo>
                </a:path>
              </a:pathLst>
            </a:custGeom>
            <a:noFill/>
            <a:ln cap="flat" cmpd="sng" w="33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5"/>
            <p:cNvSpPr/>
            <p:nvPr/>
          </p:nvSpPr>
          <p:spPr>
            <a:xfrm rot="4162767">
              <a:off x="806098" y="-1738838"/>
              <a:ext cx="950910" cy="4061765"/>
            </a:xfrm>
            <a:custGeom>
              <a:rect b="b" l="l" r="r" t="t"/>
              <a:pathLst>
                <a:path extrusionOk="0" fill="none" h="86813" w="20324">
                  <a:moveTo>
                    <a:pt x="3518" y="86813"/>
                  </a:moveTo>
                  <a:cubicBezTo>
                    <a:pt x="10067" y="84870"/>
                    <a:pt x="13731" y="83398"/>
                    <a:pt x="9758" y="76997"/>
                  </a:cubicBezTo>
                  <a:cubicBezTo>
                    <a:pt x="7374" y="73200"/>
                    <a:pt x="3871" y="69241"/>
                    <a:pt x="1958" y="65945"/>
                  </a:cubicBezTo>
                  <a:cubicBezTo>
                    <a:pt x="516" y="63487"/>
                    <a:pt x="1" y="61250"/>
                    <a:pt x="1399" y="59484"/>
                  </a:cubicBezTo>
                  <a:cubicBezTo>
                    <a:pt x="4636" y="55408"/>
                    <a:pt x="19412" y="54996"/>
                    <a:pt x="19868" y="49860"/>
                  </a:cubicBezTo>
                  <a:cubicBezTo>
                    <a:pt x="20324" y="44841"/>
                    <a:pt x="6373" y="38484"/>
                    <a:pt x="6402" y="33127"/>
                  </a:cubicBezTo>
                  <a:cubicBezTo>
                    <a:pt x="6417" y="28080"/>
                    <a:pt x="18897" y="28315"/>
                    <a:pt x="19485" y="24018"/>
                  </a:cubicBezTo>
                  <a:cubicBezTo>
                    <a:pt x="20177" y="18867"/>
                    <a:pt x="6623" y="8198"/>
                    <a:pt x="6917" y="1"/>
                  </a:cubicBezTo>
                </a:path>
              </a:pathLst>
            </a:custGeom>
            <a:noFill/>
            <a:ln cap="flat" cmpd="sng" w="33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5"/>
            <p:cNvSpPr/>
            <p:nvPr/>
          </p:nvSpPr>
          <p:spPr>
            <a:xfrm rot="4162767">
              <a:off x="813777" y="-1745377"/>
              <a:ext cx="926814" cy="4090680"/>
            </a:xfrm>
            <a:custGeom>
              <a:rect b="b" l="l" r="r" t="t"/>
              <a:pathLst>
                <a:path extrusionOk="0" fill="none" h="87431" w="19809">
                  <a:moveTo>
                    <a:pt x="3282" y="87431"/>
                  </a:moveTo>
                  <a:cubicBezTo>
                    <a:pt x="9639" y="85532"/>
                    <a:pt x="13054" y="83914"/>
                    <a:pt x="9272" y="77718"/>
                  </a:cubicBezTo>
                  <a:cubicBezTo>
                    <a:pt x="6991" y="73951"/>
                    <a:pt x="3591" y="70051"/>
                    <a:pt x="1781" y="66828"/>
                  </a:cubicBezTo>
                  <a:cubicBezTo>
                    <a:pt x="442" y="64429"/>
                    <a:pt x="0" y="62266"/>
                    <a:pt x="1384" y="60515"/>
                  </a:cubicBezTo>
                  <a:cubicBezTo>
                    <a:pt x="4562" y="56482"/>
                    <a:pt x="18661" y="55864"/>
                    <a:pt x="19249" y="50816"/>
                  </a:cubicBezTo>
                  <a:cubicBezTo>
                    <a:pt x="19809" y="45916"/>
                    <a:pt x="6564" y="39544"/>
                    <a:pt x="6461" y="34099"/>
                  </a:cubicBezTo>
                  <a:cubicBezTo>
                    <a:pt x="6343" y="29066"/>
                    <a:pt x="17895" y="28948"/>
                    <a:pt x="18514" y="24695"/>
                  </a:cubicBezTo>
                  <a:cubicBezTo>
                    <a:pt x="19264" y="19294"/>
                    <a:pt x="6549" y="8198"/>
                    <a:pt x="6490" y="1"/>
                  </a:cubicBezTo>
                </a:path>
              </a:pathLst>
            </a:custGeom>
            <a:noFill/>
            <a:ln cap="flat" cmpd="sng" w="29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5"/>
            <p:cNvSpPr/>
            <p:nvPr/>
          </p:nvSpPr>
          <p:spPr>
            <a:xfrm rot="4162767">
              <a:off x="822140" y="-1751644"/>
              <a:ext cx="902017" cy="4120951"/>
            </a:xfrm>
            <a:custGeom>
              <a:rect b="b" l="l" r="r" t="t"/>
              <a:pathLst>
                <a:path extrusionOk="0" fill="none" h="88078" w="19279">
                  <a:moveTo>
                    <a:pt x="3032" y="88078"/>
                  </a:moveTo>
                  <a:cubicBezTo>
                    <a:pt x="9227" y="86209"/>
                    <a:pt x="12362" y="84472"/>
                    <a:pt x="8815" y="78483"/>
                  </a:cubicBezTo>
                  <a:cubicBezTo>
                    <a:pt x="6623" y="74759"/>
                    <a:pt x="3341" y="70904"/>
                    <a:pt x="1634" y="67769"/>
                  </a:cubicBezTo>
                  <a:cubicBezTo>
                    <a:pt x="368" y="65459"/>
                    <a:pt x="0" y="63339"/>
                    <a:pt x="1369" y="61618"/>
                  </a:cubicBezTo>
                  <a:cubicBezTo>
                    <a:pt x="4503" y="57630"/>
                    <a:pt x="17925" y="56805"/>
                    <a:pt x="18617" y="51831"/>
                  </a:cubicBezTo>
                  <a:cubicBezTo>
                    <a:pt x="19279" y="47048"/>
                    <a:pt x="6770" y="40632"/>
                    <a:pt x="6520" y="35113"/>
                  </a:cubicBezTo>
                  <a:cubicBezTo>
                    <a:pt x="6284" y="30095"/>
                    <a:pt x="16924" y="29639"/>
                    <a:pt x="17528" y="25401"/>
                  </a:cubicBezTo>
                  <a:cubicBezTo>
                    <a:pt x="18337" y="19735"/>
                    <a:pt x="6490" y="8241"/>
                    <a:pt x="6063" y="0"/>
                  </a:cubicBezTo>
                </a:path>
              </a:pathLst>
            </a:custGeom>
            <a:noFill/>
            <a:ln cap="flat" cmpd="sng" w="29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5"/>
            <p:cNvSpPr/>
            <p:nvPr/>
          </p:nvSpPr>
          <p:spPr>
            <a:xfrm rot="4162767">
              <a:off x="829687" y="-1758059"/>
              <a:ext cx="877266" cy="4149164"/>
            </a:xfrm>
            <a:custGeom>
              <a:rect b="b" l="l" r="r" t="t"/>
              <a:pathLst>
                <a:path extrusionOk="0" fill="none" h="88681" w="18750">
                  <a:moveTo>
                    <a:pt x="2797" y="88681"/>
                  </a:moveTo>
                  <a:cubicBezTo>
                    <a:pt x="8816" y="86827"/>
                    <a:pt x="11686" y="84987"/>
                    <a:pt x="8330" y="79174"/>
                  </a:cubicBezTo>
                  <a:cubicBezTo>
                    <a:pt x="6226" y="75524"/>
                    <a:pt x="3077" y="71698"/>
                    <a:pt x="1473" y="68652"/>
                  </a:cubicBezTo>
                  <a:cubicBezTo>
                    <a:pt x="295" y="66430"/>
                    <a:pt x="1" y="64369"/>
                    <a:pt x="1340" y="62648"/>
                  </a:cubicBezTo>
                  <a:cubicBezTo>
                    <a:pt x="4416" y="58718"/>
                    <a:pt x="17160" y="57674"/>
                    <a:pt x="17970" y="52788"/>
                  </a:cubicBezTo>
                  <a:cubicBezTo>
                    <a:pt x="18750" y="48108"/>
                    <a:pt x="6976" y="41706"/>
                    <a:pt x="6564" y="36099"/>
                  </a:cubicBezTo>
                  <a:cubicBezTo>
                    <a:pt x="6226" y="31096"/>
                    <a:pt x="15909" y="30286"/>
                    <a:pt x="16527" y="26092"/>
                  </a:cubicBezTo>
                  <a:cubicBezTo>
                    <a:pt x="17381" y="20161"/>
                    <a:pt x="6403" y="8256"/>
                    <a:pt x="5608" y="0"/>
                  </a:cubicBezTo>
                </a:path>
              </a:pathLst>
            </a:custGeom>
            <a:noFill/>
            <a:ln cap="flat" cmpd="sng" w="25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5"/>
            <p:cNvSpPr/>
            <p:nvPr/>
          </p:nvSpPr>
          <p:spPr>
            <a:xfrm rot="4162767">
              <a:off x="837321" y="-1763974"/>
              <a:ext cx="851814" cy="4178827"/>
            </a:xfrm>
            <a:custGeom>
              <a:rect b="b" l="l" r="r" t="t"/>
              <a:pathLst>
                <a:path extrusionOk="0" fill="none" h="89315" w="18206">
                  <a:moveTo>
                    <a:pt x="2547" y="89315"/>
                  </a:moveTo>
                  <a:cubicBezTo>
                    <a:pt x="8404" y="87475"/>
                    <a:pt x="11009" y="85518"/>
                    <a:pt x="7845" y="79896"/>
                  </a:cubicBezTo>
                  <a:cubicBezTo>
                    <a:pt x="5829" y="76276"/>
                    <a:pt x="2782" y="72508"/>
                    <a:pt x="1296" y="69565"/>
                  </a:cubicBezTo>
                  <a:cubicBezTo>
                    <a:pt x="192" y="67402"/>
                    <a:pt x="1" y="65400"/>
                    <a:pt x="1311" y="63708"/>
                  </a:cubicBezTo>
                  <a:cubicBezTo>
                    <a:pt x="4342" y="59852"/>
                    <a:pt x="16425" y="58572"/>
                    <a:pt x="17337" y="53760"/>
                  </a:cubicBezTo>
                  <a:cubicBezTo>
                    <a:pt x="18205" y="49198"/>
                    <a:pt x="7168" y="42796"/>
                    <a:pt x="6609" y="37086"/>
                  </a:cubicBezTo>
                  <a:cubicBezTo>
                    <a:pt x="6138" y="32097"/>
                    <a:pt x="14909" y="30949"/>
                    <a:pt x="15527" y="26785"/>
                  </a:cubicBezTo>
                  <a:cubicBezTo>
                    <a:pt x="16425" y="20604"/>
                    <a:pt x="6300" y="8301"/>
                    <a:pt x="5181" y="1"/>
                  </a:cubicBezTo>
                </a:path>
              </a:pathLst>
            </a:custGeom>
            <a:noFill/>
            <a:ln cap="flat" cmpd="sng" w="22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5"/>
            <p:cNvSpPr/>
            <p:nvPr/>
          </p:nvSpPr>
          <p:spPr>
            <a:xfrm rot="4162767">
              <a:off x="844209" y="-1771330"/>
              <a:ext cx="827671" cy="4207040"/>
            </a:xfrm>
            <a:custGeom>
              <a:rect b="b" l="l" r="r" t="t"/>
              <a:pathLst>
                <a:path extrusionOk="0" fill="none" h="89918" w="17690">
                  <a:moveTo>
                    <a:pt x="2340" y="89918"/>
                  </a:moveTo>
                  <a:cubicBezTo>
                    <a:pt x="8006" y="88122"/>
                    <a:pt x="10361" y="86018"/>
                    <a:pt x="7403" y="80602"/>
                  </a:cubicBezTo>
                  <a:cubicBezTo>
                    <a:pt x="5460" y="77026"/>
                    <a:pt x="2546" y="73288"/>
                    <a:pt x="1148" y="70448"/>
                  </a:cubicBezTo>
                  <a:cubicBezTo>
                    <a:pt x="133" y="68358"/>
                    <a:pt x="0" y="66416"/>
                    <a:pt x="1310" y="64738"/>
                  </a:cubicBezTo>
                  <a:cubicBezTo>
                    <a:pt x="4268" y="60926"/>
                    <a:pt x="15673" y="59440"/>
                    <a:pt x="16718" y="54716"/>
                  </a:cubicBezTo>
                  <a:cubicBezTo>
                    <a:pt x="17689" y="50272"/>
                    <a:pt x="7388" y="43856"/>
                    <a:pt x="6681" y="38072"/>
                  </a:cubicBezTo>
                  <a:cubicBezTo>
                    <a:pt x="6078" y="33098"/>
                    <a:pt x="13937" y="31597"/>
                    <a:pt x="14555" y="27476"/>
                  </a:cubicBezTo>
                  <a:cubicBezTo>
                    <a:pt x="15511" y="21030"/>
                    <a:pt x="6269" y="8315"/>
                    <a:pt x="4768" y="1"/>
                  </a:cubicBezTo>
                </a:path>
              </a:pathLst>
            </a:custGeom>
            <a:noFill/>
            <a:ln cap="flat" cmpd="sng" w="22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5"/>
            <p:cNvSpPr/>
            <p:nvPr/>
          </p:nvSpPr>
          <p:spPr>
            <a:xfrm rot="4162767">
              <a:off x="852164" y="-1777710"/>
              <a:ext cx="802172" cy="4237359"/>
            </a:xfrm>
            <a:custGeom>
              <a:rect b="b" l="l" r="r" t="t"/>
              <a:pathLst>
                <a:path extrusionOk="0" fill="none" h="90566" w="17145">
                  <a:moveTo>
                    <a:pt x="2105" y="90565"/>
                  </a:moveTo>
                  <a:cubicBezTo>
                    <a:pt x="7579" y="88770"/>
                    <a:pt x="9698" y="86563"/>
                    <a:pt x="6932" y="81324"/>
                  </a:cubicBezTo>
                  <a:cubicBezTo>
                    <a:pt x="5077" y="77792"/>
                    <a:pt x="2296" y="74112"/>
                    <a:pt x="1001" y="71346"/>
                  </a:cubicBezTo>
                  <a:cubicBezTo>
                    <a:pt x="59" y="69330"/>
                    <a:pt x="0" y="67446"/>
                    <a:pt x="1281" y="65783"/>
                  </a:cubicBezTo>
                  <a:cubicBezTo>
                    <a:pt x="4209" y="62030"/>
                    <a:pt x="14923" y="60338"/>
                    <a:pt x="16085" y="55673"/>
                  </a:cubicBezTo>
                  <a:cubicBezTo>
                    <a:pt x="17145" y="51346"/>
                    <a:pt x="7579" y="44930"/>
                    <a:pt x="6740" y="39043"/>
                  </a:cubicBezTo>
                  <a:cubicBezTo>
                    <a:pt x="6019" y="34069"/>
                    <a:pt x="12936" y="32230"/>
                    <a:pt x="13554" y="28153"/>
                  </a:cubicBezTo>
                  <a:cubicBezTo>
                    <a:pt x="14570" y="21443"/>
                    <a:pt x="6181" y="8316"/>
                    <a:pt x="4327" y="1"/>
                  </a:cubicBezTo>
                </a:path>
              </a:pathLst>
            </a:custGeom>
            <a:noFill/>
            <a:ln cap="flat" cmpd="sng" w="18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5"/>
            <p:cNvSpPr/>
            <p:nvPr/>
          </p:nvSpPr>
          <p:spPr>
            <a:xfrm rot="4162767">
              <a:off x="859824" y="-1785234"/>
              <a:ext cx="777375" cy="4266273"/>
            </a:xfrm>
            <a:custGeom>
              <a:rect b="b" l="l" r="r" t="t"/>
              <a:pathLst>
                <a:path extrusionOk="0" fill="none" h="91184" w="16615">
                  <a:moveTo>
                    <a:pt x="1884" y="91184"/>
                  </a:moveTo>
                  <a:cubicBezTo>
                    <a:pt x="7196" y="89418"/>
                    <a:pt x="9036" y="87092"/>
                    <a:pt x="6475" y="82059"/>
                  </a:cubicBezTo>
                  <a:cubicBezTo>
                    <a:pt x="4709" y="78586"/>
                    <a:pt x="2046" y="74937"/>
                    <a:pt x="854" y="72258"/>
                  </a:cubicBezTo>
                  <a:cubicBezTo>
                    <a:pt x="0" y="70331"/>
                    <a:pt x="15" y="68491"/>
                    <a:pt x="1295" y="66843"/>
                  </a:cubicBezTo>
                  <a:cubicBezTo>
                    <a:pt x="4165" y="63149"/>
                    <a:pt x="14187" y="61236"/>
                    <a:pt x="15452" y="56659"/>
                  </a:cubicBezTo>
                  <a:cubicBezTo>
                    <a:pt x="16615" y="52450"/>
                    <a:pt x="7800" y="46019"/>
                    <a:pt x="6784" y="40044"/>
                  </a:cubicBezTo>
                  <a:cubicBezTo>
                    <a:pt x="5960" y="35100"/>
                    <a:pt x="11965" y="32907"/>
                    <a:pt x="12568" y="28845"/>
                  </a:cubicBezTo>
                  <a:cubicBezTo>
                    <a:pt x="13628" y="21884"/>
                    <a:pt x="6107" y="8345"/>
                    <a:pt x="3885" y="1"/>
                  </a:cubicBezTo>
                </a:path>
              </a:pathLst>
            </a:custGeom>
            <a:noFill/>
            <a:ln cap="flat" cmpd="sng" w="18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5"/>
            <p:cNvSpPr/>
            <p:nvPr/>
          </p:nvSpPr>
          <p:spPr>
            <a:xfrm rot="4162767">
              <a:off x="864506" y="-1792444"/>
              <a:ext cx="756741" cy="4293784"/>
            </a:xfrm>
            <a:custGeom>
              <a:rect b="b" l="l" r="r" t="t"/>
              <a:pathLst>
                <a:path extrusionOk="0" fill="none" h="91772" w="16174">
                  <a:moveTo>
                    <a:pt x="1737" y="91772"/>
                  </a:moveTo>
                  <a:cubicBezTo>
                    <a:pt x="6873" y="90050"/>
                    <a:pt x="8462" y="87578"/>
                    <a:pt x="6093" y="82751"/>
                  </a:cubicBezTo>
                  <a:cubicBezTo>
                    <a:pt x="4415" y="79307"/>
                    <a:pt x="1869" y="75716"/>
                    <a:pt x="780" y="73126"/>
                  </a:cubicBezTo>
                  <a:cubicBezTo>
                    <a:pt x="0" y="71287"/>
                    <a:pt x="118" y="69506"/>
                    <a:pt x="1369" y="67887"/>
                  </a:cubicBezTo>
                  <a:cubicBezTo>
                    <a:pt x="4180" y="64237"/>
                    <a:pt x="13539" y="62104"/>
                    <a:pt x="14923" y="57615"/>
                  </a:cubicBezTo>
                  <a:cubicBezTo>
                    <a:pt x="16174" y="53539"/>
                    <a:pt x="8124" y="47078"/>
                    <a:pt x="6961" y="41015"/>
                  </a:cubicBezTo>
                  <a:cubicBezTo>
                    <a:pt x="6004" y="36085"/>
                    <a:pt x="11082" y="33554"/>
                    <a:pt x="11700" y="29522"/>
                  </a:cubicBezTo>
                  <a:cubicBezTo>
                    <a:pt x="12833" y="22311"/>
                    <a:pt x="6152" y="8374"/>
                    <a:pt x="3576" y="1"/>
                  </a:cubicBezTo>
                </a:path>
              </a:pathLst>
            </a:custGeom>
            <a:noFill/>
            <a:ln cap="flat" cmpd="sng" w="14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5"/>
            <p:cNvSpPr/>
            <p:nvPr/>
          </p:nvSpPr>
          <p:spPr>
            <a:xfrm rot="4162767">
              <a:off x="869757" y="-1800934"/>
              <a:ext cx="734049" cy="4323401"/>
            </a:xfrm>
            <a:custGeom>
              <a:rect b="b" l="l" r="r" t="t"/>
              <a:pathLst>
                <a:path extrusionOk="0" fill="none" h="92405" w="15689">
                  <a:moveTo>
                    <a:pt x="1561" y="92404"/>
                  </a:moveTo>
                  <a:cubicBezTo>
                    <a:pt x="6520" y="90697"/>
                    <a:pt x="7874" y="88122"/>
                    <a:pt x="5681" y="83457"/>
                  </a:cubicBezTo>
                  <a:cubicBezTo>
                    <a:pt x="4092" y="80057"/>
                    <a:pt x="1649" y="76525"/>
                    <a:pt x="678" y="74024"/>
                  </a:cubicBezTo>
                  <a:cubicBezTo>
                    <a:pt x="1" y="72258"/>
                    <a:pt x="163" y="70536"/>
                    <a:pt x="1399" y="68932"/>
                  </a:cubicBezTo>
                  <a:cubicBezTo>
                    <a:pt x="4151" y="65341"/>
                    <a:pt x="12834" y="62986"/>
                    <a:pt x="14320" y="58572"/>
                  </a:cubicBezTo>
                  <a:cubicBezTo>
                    <a:pt x="15689" y="54598"/>
                    <a:pt x="8360" y="48138"/>
                    <a:pt x="7035" y="42001"/>
                  </a:cubicBezTo>
                  <a:cubicBezTo>
                    <a:pt x="5976" y="37086"/>
                    <a:pt x="10111" y="34201"/>
                    <a:pt x="10744" y="30213"/>
                  </a:cubicBezTo>
                  <a:cubicBezTo>
                    <a:pt x="11921" y="22737"/>
                    <a:pt x="6108" y="8389"/>
                    <a:pt x="3165" y="0"/>
                  </a:cubicBezTo>
                </a:path>
              </a:pathLst>
            </a:custGeom>
            <a:noFill/>
            <a:ln cap="flat" cmpd="sng" w="14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5"/>
            <p:cNvSpPr/>
            <p:nvPr/>
          </p:nvSpPr>
          <p:spPr>
            <a:xfrm rot="4162767">
              <a:off x="875358" y="-1808458"/>
              <a:ext cx="713369" cy="4352316"/>
            </a:xfrm>
            <a:custGeom>
              <a:rect b="b" l="l" r="r" t="t"/>
              <a:pathLst>
                <a:path extrusionOk="0" fill="none" h="93023" w="15247">
                  <a:moveTo>
                    <a:pt x="1399" y="93023"/>
                  </a:moveTo>
                  <a:cubicBezTo>
                    <a:pt x="6182" y="91330"/>
                    <a:pt x="7285" y="88622"/>
                    <a:pt x="5299" y="84178"/>
                  </a:cubicBezTo>
                  <a:cubicBezTo>
                    <a:pt x="3812" y="80823"/>
                    <a:pt x="1472" y="77335"/>
                    <a:pt x="604" y="74922"/>
                  </a:cubicBezTo>
                  <a:cubicBezTo>
                    <a:pt x="1" y="73229"/>
                    <a:pt x="266" y="71551"/>
                    <a:pt x="1472" y="69977"/>
                  </a:cubicBezTo>
                  <a:cubicBezTo>
                    <a:pt x="4180" y="66445"/>
                    <a:pt x="12186" y="63884"/>
                    <a:pt x="13805" y="59543"/>
                  </a:cubicBezTo>
                  <a:cubicBezTo>
                    <a:pt x="15247" y="55687"/>
                    <a:pt x="8698" y="49227"/>
                    <a:pt x="7212" y="42987"/>
                  </a:cubicBezTo>
                  <a:cubicBezTo>
                    <a:pt x="6034" y="38072"/>
                    <a:pt x="9243" y="34864"/>
                    <a:pt x="9861" y="30905"/>
                  </a:cubicBezTo>
                  <a:cubicBezTo>
                    <a:pt x="11097" y="23179"/>
                    <a:pt x="6152" y="8418"/>
                    <a:pt x="2841" y="0"/>
                  </a:cubicBezTo>
                </a:path>
              </a:pathLst>
            </a:custGeom>
            <a:noFill/>
            <a:ln cap="flat" cmpd="sng" w="11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5"/>
            <p:cNvSpPr/>
            <p:nvPr/>
          </p:nvSpPr>
          <p:spPr>
            <a:xfrm rot="4162767">
              <a:off x="880232" y="-1818364"/>
              <a:ext cx="691379" cy="4382634"/>
            </a:xfrm>
            <a:custGeom>
              <a:rect b="b" l="l" r="r" t="t"/>
              <a:pathLst>
                <a:path extrusionOk="0" fill="none" h="93671" w="14777">
                  <a:moveTo>
                    <a:pt x="1252" y="93670"/>
                  </a:moveTo>
                  <a:cubicBezTo>
                    <a:pt x="5873" y="91993"/>
                    <a:pt x="6712" y="89152"/>
                    <a:pt x="4916" y="84914"/>
                  </a:cubicBezTo>
                  <a:cubicBezTo>
                    <a:pt x="3518" y="81603"/>
                    <a:pt x="1296" y="78159"/>
                    <a:pt x="531" y="75819"/>
                  </a:cubicBezTo>
                  <a:cubicBezTo>
                    <a:pt x="1" y="74201"/>
                    <a:pt x="354" y="72582"/>
                    <a:pt x="1532" y="71022"/>
                  </a:cubicBezTo>
                  <a:cubicBezTo>
                    <a:pt x="4180" y="67549"/>
                    <a:pt x="11480" y="64767"/>
                    <a:pt x="13231" y="60500"/>
                  </a:cubicBezTo>
                  <a:cubicBezTo>
                    <a:pt x="14776" y="56747"/>
                    <a:pt x="8978" y="50272"/>
                    <a:pt x="7330" y="43958"/>
                  </a:cubicBezTo>
                  <a:cubicBezTo>
                    <a:pt x="6035" y="39073"/>
                    <a:pt x="8301" y="35496"/>
                    <a:pt x="8919" y="31582"/>
                  </a:cubicBezTo>
                  <a:cubicBezTo>
                    <a:pt x="10214" y="23591"/>
                    <a:pt x="6108" y="8418"/>
                    <a:pt x="2444" y="1"/>
                  </a:cubicBezTo>
                </a:path>
              </a:pathLst>
            </a:custGeom>
            <a:noFill/>
            <a:ln cap="flat" cmpd="sng" w="7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5"/>
            <p:cNvSpPr/>
            <p:nvPr/>
          </p:nvSpPr>
          <p:spPr>
            <a:xfrm rot="4162767">
              <a:off x="885501" y="-1826355"/>
              <a:ext cx="669997" cy="4410847"/>
            </a:xfrm>
            <a:custGeom>
              <a:rect b="b" l="l" r="r" t="t"/>
              <a:pathLst>
                <a:path extrusionOk="0" fill="none" h="94274" w="14320">
                  <a:moveTo>
                    <a:pt x="1089" y="94274"/>
                  </a:moveTo>
                  <a:cubicBezTo>
                    <a:pt x="5519" y="92640"/>
                    <a:pt x="6137" y="89667"/>
                    <a:pt x="4503" y="85620"/>
                  </a:cubicBezTo>
                  <a:cubicBezTo>
                    <a:pt x="3208" y="82353"/>
                    <a:pt x="1104" y="78968"/>
                    <a:pt x="442" y="76717"/>
                  </a:cubicBezTo>
                  <a:cubicBezTo>
                    <a:pt x="0" y="75172"/>
                    <a:pt x="427" y="73612"/>
                    <a:pt x="1589" y="72067"/>
                  </a:cubicBezTo>
                  <a:cubicBezTo>
                    <a:pt x="4180" y="68652"/>
                    <a:pt x="10802" y="65650"/>
                    <a:pt x="12686" y="61471"/>
                  </a:cubicBezTo>
                  <a:cubicBezTo>
                    <a:pt x="14319" y="57836"/>
                    <a:pt x="9271" y="51361"/>
                    <a:pt x="7447" y="44959"/>
                  </a:cubicBezTo>
                  <a:cubicBezTo>
                    <a:pt x="6078" y="40073"/>
                    <a:pt x="7402" y="36159"/>
                    <a:pt x="8021" y="32273"/>
                  </a:cubicBezTo>
                  <a:cubicBezTo>
                    <a:pt x="9389" y="24062"/>
                    <a:pt x="6122" y="8462"/>
                    <a:pt x="2104" y="0"/>
                  </a:cubicBezTo>
                </a:path>
              </a:pathLst>
            </a:custGeom>
            <a:noFill/>
            <a:ln cap="flat" cmpd="sng" w="7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5"/>
            <p:cNvSpPr/>
            <p:nvPr/>
          </p:nvSpPr>
          <p:spPr>
            <a:xfrm rot="4162767">
              <a:off x="891838" y="-1835010"/>
              <a:ext cx="648007" cy="4440463"/>
            </a:xfrm>
            <a:custGeom>
              <a:rect b="b" l="l" r="r" t="t"/>
              <a:pathLst>
                <a:path extrusionOk="0" fill="none" h="94907" w="13850">
                  <a:moveTo>
                    <a:pt x="928" y="94907"/>
                  </a:moveTo>
                  <a:cubicBezTo>
                    <a:pt x="5196" y="93288"/>
                    <a:pt x="5564" y="90197"/>
                    <a:pt x="4121" y="86357"/>
                  </a:cubicBezTo>
                  <a:cubicBezTo>
                    <a:pt x="2900" y="83119"/>
                    <a:pt x="899" y="79793"/>
                    <a:pt x="369" y="77630"/>
                  </a:cubicBezTo>
                  <a:cubicBezTo>
                    <a:pt x="1" y="76187"/>
                    <a:pt x="486" y="74672"/>
                    <a:pt x="1649" y="73141"/>
                  </a:cubicBezTo>
                  <a:cubicBezTo>
                    <a:pt x="4180" y="69786"/>
                    <a:pt x="10126" y="66563"/>
                    <a:pt x="12142" y="62457"/>
                  </a:cubicBezTo>
                  <a:cubicBezTo>
                    <a:pt x="13849" y="58940"/>
                    <a:pt x="9596" y="52435"/>
                    <a:pt x="7609" y="45960"/>
                  </a:cubicBezTo>
                  <a:cubicBezTo>
                    <a:pt x="6123" y="41089"/>
                    <a:pt x="6505" y="36836"/>
                    <a:pt x="7138" y="32966"/>
                  </a:cubicBezTo>
                  <a:cubicBezTo>
                    <a:pt x="8551" y="24489"/>
                    <a:pt x="6152" y="8492"/>
                    <a:pt x="1767" y="1"/>
                  </a:cubicBezTo>
                </a:path>
              </a:pathLst>
            </a:custGeom>
            <a:noFill/>
            <a:ln cap="flat" cmpd="sng" w="47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5"/>
            <p:cNvSpPr/>
            <p:nvPr/>
          </p:nvSpPr>
          <p:spPr>
            <a:xfrm rot="4162767">
              <a:off x="897348" y="-1843105"/>
              <a:ext cx="624567" cy="4468676"/>
            </a:xfrm>
            <a:custGeom>
              <a:rect b="b" l="l" r="r" t="t"/>
              <a:pathLst>
                <a:path extrusionOk="0" fill="none" h="95510" w="13349">
                  <a:moveTo>
                    <a:pt x="751" y="95510"/>
                  </a:moveTo>
                  <a:cubicBezTo>
                    <a:pt x="4842" y="93920"/>
                    <a:pt x="4975" y="90697"/>
                    <a:pt x="3724" y="87048"/>
                  </a:cubicBezTo>
                  <a:cubicBezTo>
                    <a:pt x="2620" y="83869"/>
                    <a:pt x="692" y="80602"/>
                    <a:pt x="280" y="78527"/>
                  </a:cubicBezTo>
                  <a:cubicBezTo>
                    <a:pt x="1" y="77144"/>
                    <a:pt x="575" y="75687"/>
                    <a:pt x="1693" y="74171"/>
                  </a:cubicBezTo>
                  <a:cubicBezTo>
                    <a:pt x="4180" y="70860"/>
                    <a:pt x="9434" y="67431"/>
                    <a:pt x="11553" y="63413"/>
                  </a:cubicBezTo>
                  <a:cubicBezTo>
                    <a:pt x="13348" y="60014"/>
                    <a:pt x="9875" y="53494"/>
                    <a:pt x="7712" y="46931"/>
                  </a:cubicBezTo>
                  <a:cubicBezTo>
                    <a:pt x="6108" y="42074"/>
                    <a:pt x="5549" y="37483"/>
                    <a:pt x="6181" y="33657"/>
                  </a:cubicBezTo>
                  <a:cubicBezTo>
                    <a:pt x="7653" y="24915"/>
                    <a:pt x="6108" y="8506"/>
                    <a:pt x="1354" y="0"/>
                  </a:cubicBezTo>
                </a:path>
              </a:pathLst>
            </a:custGeom>
            <a:noFill/>
            <a:ln cap="flat" cmpd="sng" w="47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 name="Google Shape;155;p5"/>
          <p:cNvGrpSpPr/>
          <p:nvPr/>
        </p:nvGrpSpPr>
        <p:grpSpPr>
          <a:xfrm>
            <a:off x="5473411" y="3654975"/>
            <a:ext cx="4402341" cy="2493567"/>
            <a:chOff x="1526586" y="1779550"/>
            <a:chExt cx="4402341" cy="2493567"/>
          </a:xfrm>
        </p:grpSpPr>
        <p:sp>
          <p:nvSpPr>
            <p:cNvPr id="156" name="Google Shape;156;p5"/>
            <p:cNvSpPr/>
            <p:nvPr/>
          </p:nvSpPr>
          <p:spPr>
            <a:xfrm rot="-6637233">
              <a:off x="3064048" y="1038824"/>
              <a:ext cx="1168518" cy="3975021"/>
            </a:xfrm>
            <a:custGeom>
              <a:rect b="b" l="l" r="r" t="t"/>
              <a:pathLst>
                <a:path extrusionOk="0" fill="none" h="84959" w="24975">
                  <a:moveTo>
                    <a:pt x="6182" y="84959"/>
                  </a:moveTo>
                  <a:cubicBezTo>
                    <a:pt x="13245" y="82942"/>
                    <a:pt x="17705" y="81809"/>
                    <a:pt x="13113" y="74878"/>
                  </a:cubicBezTo>
                  <a:cubicBezTo>
                    <a:pt x="8536" y="67917"/>
                    <a:pt x="1" y="60603"/>
                    <a:pt x="3400" y="56350"/>
                  </a:cubicBezTo>
                  <a:cubicBezTo>
                    <a:pt x="6800" y="52097"/>
                    <a:pt x="23576" y="52362"/>
                    <a:pt x="23724" y="46990"/>
                  </a:cubicBezTo>
                  <a:cubicBezTo>
                    <a:pt x="23871" y="41619"/>
                    <a:pt x="7756" y="35291"/>
                    <a:pt x="8198" y="30184"/>
                  </a:cubicBezTo>
                  <a:cubicBezTo>
                    <a:pt x="8639" y="25092"/>
                    <a:pt x="23856" y="26358"/>
                    <a:pt x="24401" y="21972"/>
                  </a:cubicBezTo>
                  <a:cubicBezTo>
                    <a:pt x="24975" y="17572"/>
                    <a:pt x="8801" y="8139"/>
                    <a:pt x="10184" y="1"/>
                  </a:cubicBezTo>
                </a:path>
              </a:pathLst>
            </a:custGeom>
            <a:noFill/>
            <a:ln cap="flat" cmpd="sng" w="40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5"/>
            <p:cNvSpPr/>
            <p:nvPr/>
          </p:nvSpPr>
          <p:spPr>
            <a:xfrm rot="-6637233">
              <a:off x="3123433" y="982323"/>
              <a:ext cx="1032835" cy="4003889"/>
            </a:xfrm>
            <a:custGeom>
              <a:rect b="b" l="l" r="r" t="t"/>
              <a:pathLst>
                <a:path extrusionOk="0" fill="none" h="85576" w="22075">
                  <a:moveTo>
                    <a:pt x="3974" y="85576"/>
                  </a:moveTo>
                  <a:cubicBezTo>
                    <a:pt x="10861" y="83604"/>
                    <a:pt x="15055" y="82338"/>
                    <a:pt x="10684" y="75583"/>
                  </a:cubicBezTo>
                  <a:cubicBezTo>
                    <a:pt x="8168" y="71669"/>
                    <a:pt x="4386" y="67636"/>
                    <a:pt x="2252" y="64163"/>
                  </a:cubicBezTo>
                  <a:cubicBezTo>
                    <a:pt x="663" y="61544"/>
                    <a:pt x="0" y="59219"/>
                    <a:pt x="1428" y="57394"/>
                  </a:cubicBezTo>
                  <a:cubicBezTo>
                    <a:pt x="4783" y="53200"/>
                    <a:pt x="20868" y="53229"/>
                    <a:pt x="21133" y="47931"/>
                  </a:cubicBezTo>
                  <a:cubicBezTo>
                    <a:pt x="21369" y="42677"/>
                    <a:pt x="5990" y="36335"/>
                    <a:pt x="6284" y="31155"/>
                  </a:cubicBezTo>
                  <a:cubicBezTo>
                    <a:pt x="6579" y="26077"/>
                    <a:pt x="20898" y="27005"/>
                    <a:pt x="21457" y="22649"/>
                  </a:cubicBezTo>
                  <a:cubicBezTo>
                    <a:pt x="22075" y="18013"/>
                    <a:pt x="6755" y="8153"/>
                    <a:pt x="7800" y="0"/>
                  </a:cubicBezTo>
                </a:path>
              </a:pathLst>
            </a:custGeom>
            <a:noFill/>
            <a:ln cap="flat" cmpd="sng" w="36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5"/>
            <p:cNvSpPr/>
            <p:nvPr/>
          </p:nvSpPr>
          <p:spPr>
            <a:xfrm rot="-6637233">
              <a:off x="3153830" y="968954"/>
              <a:ext cx="989509" cy="4032149"/>
            </a:xfrm>
            <a:custGeom>
              <a:rect b="b" l="l" r="r" t="t"/>
              <a:pathLst>
                <a:path extrusionOk="0" fill="none" h="86180" w="21149">
                  <a:moveTo>
                    <a:pt x="3754" y="86180"/>
                  </a:moveTo>
                  <a:cubicBezTo>
                    <a:pt x="10464" y="84237"/>
                    <a:pt x="14408" y="82868"/>
                    <a:pt x="10229" y="76290"/>
                  </a:cubicBezTo>
                  <a:cubicBezTo>
                    <a:pt x="7786" y="72420"/>
                    <a:pt x="4136" y="68432"/>
                    <a:pt x="2120" y="65047"/>
                  </a:cubicBezTo>
                  <a:cubicBezTo>
                    <a:pt x="590" y="62516"/>
                    <a:pt x="1" y="60235"/>
                    <a:pt x="1428" y="58439"/>
                  </a:cubicBezTo>
                  <a:cubicBezTo>
                    <a:pt x="4725" y="54304"/>
                    <a:pt x="20163" y="54127"/>
                    <a:pt x="20530" y="48918"/>
                  </a:cubicBezTo>
                  <a:cubicBezTo>
                    <a:pt x="20898" y="43782"/>
                    <a:pt x="6197" y="37424"/>
                    <a:pt x="6358" y="32156"/>
                  </a:cubicBezTo>
                  <a:cubicBezTo>
                    <a:pt x="6535" y="27093"/>
                    <a:pt x="19927" y="27667"/>
                    <a:pt x="20486" y="23341"/>
                  </a:cubicBezTo>
                  <a:cubicBezTo>
                    <a:pt x="21149" y="18455"/>
                    <a:pt x="6712" y="8183"/>
                    <a:pt x="7374" y="1"/>
                  </a:cubicBezTo>
                </a:path>
              </a:pathLst>
            </a:custGeom>
            <a:noFill/>
            <a:ln cap="flat" cmpd="sng" w="33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5"/>
            <p:cNvSpPr/>
            <p:nvPr/>
          </p:nvSpPr>
          <p:spPr>
            <a:xfrm rot="-6637233">
              <a:off x="3180380" y="952891"/>
              <a:ext cx="950910" cy="4061765"/>
            </a:xfrm>
            <a:custGeom>
              <a:rect b="b" l="l" r="r" t="t"/>
              <a:pathLst>
                <a:path extrusionOk="0" fill="none" h="86813" w="20324">
                  <a:moveTo>
                    <a:pt x="3518" y="86813"/>
                  </a:moveTo>
                  <a:cubicBezTo>
                    <a:pt x="10067" y="84870"/>
                    <a:pt x="13731" y="83398"/>
                    <a:pt x="9758" y="76997"/>
                  </a:cubicBezTo>
                  <a:cubicBezTo>
                    <a:pt x="7374" y="73200"/>
                    <a:pt x="3871" y="69241"/>
                    <a:pt x="1958" y="65945"/>
                  </a:cubicBezTo>
                  <a:cubicBezTo>
                    <a:pt x="516" y="63487"/>
                    <a:pt x="1" y="61250"/>
                    <a:pt x="1399" y="59484"/>
                  </a:cubicBezTo>
                  <a:cubicBezTo>
                    <a:pt x="4636" y="55408"/>
                    <a:pt x="19412" y="54996"/>
                    <a:pt x="19868" y="49860"/>
                  </a:cubicBezTo>
                  <a:cubicBezTo>
                    <a:pt x="20324" y="44841"/>
                    <a:pt x="6373" y="38484"/>
                    <a:pt x="6402" y="33127"/>
                  </a:cubicBezTo>
                  <a:cubicBezTo>
                    <a:pt x="6417" y="28080"/>
                    <a:pt x="18897" y="28315"/>
                    <a:pt x="19485" y="24018"/>
                  </a:cubicBezTo>
                  <a:cubicBezTo>
                    <a:pt x="20177" y="18867"/>
                    <a:pt x="6623" y="8198"/>
                    <a:pt x="6917" y="1"/>
                  </a:cubicBezTo>
                </a:path>
              </a:pathLst>
            </a:custGeom>
            <a:noFill/>
            <a:ln cap="flat" cmpd="sng" w="33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5"/>
            <p:cNvSpPr/>
            <p:nvPr/>
          </p:nvSpPr>
          <p:spPr>
            <a:xfrm rot="-6637233">
              <a:off x="3196796" y="930515"/>
              <a:ext cx="926814" cy="4090680"/>
            </a:xfrm>
            <a:custGeom>
              <a:rect b="b" l="l" r="r" t="t"/>
              <a:pathLst>
                <a:path extrusionOk="0" fill="none" h="87431" w="19809">
                  <a:moveTo>
                    <a:pt x="3282" y="87431"/>
                  </a:moveTo>
                  <a:cubicBezTo>
                    <a:pt x="9639" y="85532"/>
                    <a:pt x="13054" y="83914"/>
                    <a:pt x="9272" y="77718"/>
                  </a:cubicBezTo>
                  <a:cubicBezTo>
                    <a:pt x="6991" y="73951"/>
                    <a:pt x="3591" y="70051"/>
                    <a:pt x="1781" y="66828"/>
                  </a:cubicBezTo>
                  <a:cubicBezTo>
                    <a:pt x="442" y="64429"/>
                    <a:pt x="0" y="62266"/>
                    <a:pt x="1384" y="60515"/>
                  </a:cubicBezTo>
                  <a:cubicBezTo>
                    <a:pt x="4562" y="56482"/>
                    <a:pt x="18661" y="55864"/>
                    <a:pt x="19249" y="50816"/>
                  </a:cubicBezTo>
                  <a:cubicBezTo>
                    <a:pt x="19809" y="45916"/>
                    <a:pt x="6564" y="39544"/>
                    <a:pt x="6461" y="34099"/>
                  </a:cubicBezTo>
                  <a:cubicBezTo>
                    <a:pt x="6343" y="29066"/>
                    <a:pt x="17895" y="28948"/>
                    <a:pt x="18514" y="24695"/>
                  </a:cubicBezTo>
                  <a:cubicBezTo>
                    <a:pt x="19264" y="19294"/>
                    <a:pt x="6549" y="8198"/>
                    <a:pt x="6490" y="1"/>
                  </a:cubicBezTo>
                </a:path>
              </a:pathLst>
            </a:custGeom>
            <a:noFill/>
            <a:ln cap="flat" cmpd="sng" w="29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5"/>
            <p:cNvSpPr/>
            <p:nvPr/>
          </p:nvSpPr>
          <p:spPr>
            <a:xfrm rot="-6637233">
              <a:off x="3213231" y="906511"/>
              <a:ext cx="902017" cy="4120951"/>
            </a:xfrm>
            <a:custGeom>
              <a:rect b="b" l="l" r="r" t="t"/>
              <a:pathLst>
                <a:path extrusionOk="0" fill="none" h="88078" w="19279">
                  <a:moveTo>
                    <a:pt x="3032" y="88078"/>
                  </a:moveTo>
                  <a:cubicBezTo>
                    <a:pt x="9227" y="86209"/>
                    <a:pt x="12362" y="84472"/>
                    <a:pt x="8815" y="78483"/>
                  </a:cubicBezTo>
                  <a:cubicBezTo>
                    <a:pt x="6623" y="74759"/>
                    <a:pt x="3341" y="70904"/>
                    <a:pt x="1634" y="67769"/>
                  </a:cubicBezTo>
                  <a:cubicBezTo>
                    <a:pt x="368" y="65459"/>
                    <a:pt x="0" y="63339"/>
                    <a:pt x="1369" y="61618"/>
                  </a:cubicBezTo>
                  <a:cubicBezTo>
                    <a:pt x="4503" y="57630"/>
                    <a:pt x="17925" y="56805"/>
                    <a:pt x="18617" y="51831"/>
                  </a:cubicBezTo>
                  <a:cubicBezTo>
                    <a:pt x="19279" y="47048"/>
                    <a:pt x="6770" y="40632"/>
                    <a:pt x="6520" y="35113"/>
                  </a:cubicBezTo>
                  <a:cubicBezTo>
                    <a:pt x="6284" y="30095"/>
                    <a:pt x="16924" y="29639"/>
                    <a:pt x="17528" y="25401"/>
                  </a:cubicBezTo>
                  <a:cubicBezTo>
                    <a:pt x="18337" y="19735"/>
                    <a:pt x="6490" y="8241"/>
                    <a:pt x="6063" y="0"/>
                  </a:cubicBezTo>
                </a:path>
              </a:pathLst>
            </a:custGeom>
            <a:noFill/>
            <a:ln cap="flat" cmpd="sng" w="29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5"/>
            <p:cNvSpPr/>
            <p:nvPr/>
          </p:nvSpPr>
          <p:spPr>
            <a:xfrm rot="-6637233">
              <a:off x="3230435" y="884713"/>
              <a:ext cx="877266" cy="4149164"/>
            </a:xfrm>
            <a:custGeom>
              <a:rect b="b" l="l" r="r" t="t"/>
              <a:pathLst>
                <a:path extrusionOk="0" fill="none" h="88681" w="18750">
                  <a:moveTo>
                    <a:pt x="2797" y="88681"/>
                  </a:moveTo>
                  <a:cubicBezTo>
                    <a:pt x="8816" y="86827"/>
                    <a:pt x="11686" y="84987"/>
                    <a:pt x="8330" y="79174"/>
                  </a:cubicBezTo>
                  <a:cubicBezTo>
                    <a:pt x="6226" y="75524"/>
                    <a:pt x="3077" y="71698"/>
                    <a:pt x="1473" y="68652"/>
                  </a:cubicBezTo>
                  <a:cubicBezTo>
                    <a:pt x="295" y="66430"/>
                    <a:pt x="1" y="64369"/>
                    <a:pt x="1340" y="62648"/>
                  </a:cubicBezTo>
                  <a:cubicBezTo>
                    <a:pt x="4416" y="58718"/>
                    <a:pt x="17160" y="57674"/>
                    <a:pt x="17970" y="52788"/>
                  </a:cubicBezTo>
                  <a:cubicBezTo>
                    <a:pt x="18750" y="48108"/>
                    <a:pt x="6976" y="41706"/>
                    <a:pt x="6564" y="36099"/>
                  </a:cubicBezTo>
                  <a:cubicBezTo>
                    <a:pt x="6226" y="31096"/>
                    <a:pt x="15909" y="30286"/>
                    <a:pt x="16527" y="26092"/>
                  </a:cubicBezTo>
                  <a:cubicBezTo>
                    <a:pt x="17381" y="20161"/>
                    <a:pt x="6403" y="8256"/>
                    <a:pt x="5608" y="0"/>
                  </a:cubicBezTo>
                </a:path>
              </a:pathLst>
            </a:custGeom>
            <a:noFill/>
            <a:ln cap="flat" cmpd="sng" w="25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5"/>
            <p:cNvSpPr/>
            <p:nvPr/>
          </p:nvSpPr>
          <p:spPr>
            <a:xfrm rot="-6637233">
              <a:off x="3248254" y="860965"/>
              <a:ext cx="851814" cy="4178827"/>
            </a:xfrm>
            <a:custGeom>
              <a:rect b="b" l="l" r="r" t="t"/>
              <a:pathLst>
                <a:path extrusionOk="0" fill="none" h="89315" w="18206">
                  <a:moveTo>
                    <a:pt x="2547" y="89315"/>
                  </a:moveTo>
                  <a:cubicBezTo>
                    <a:pt x="8404" y="87475"/>
                    <a:pt x="11009" y="85518"/>
                    <a:pt x="7845" y="79896"/>
                  </a:cubicBezTo>
                  <a:cubicBezTo>
                    <a:pt x="5829" y="76276"/>
                    <a:pt x="2782" y="72508"/>
                    <a:pt x="1296" y="69565"/>
                  </a:cubicBezTo>
                  <a:cubicBezTo>
                    <a:pt x="192" y="67402"/>
                    <a:pt x="1" y="65400"/>
                    <a:pt x="1311" y="63708"/>
                  </a:cubicBezTo>
                  <a:cubicBezTo>
                    <a:pt x="4342" y="59852"/>
                    <a:pt x="16425" y="58572"/>
                    <a:pt x="17337" y="53760"/>
                  </a:cubicBezTo>
                  <a:cubicBezTo>
                    <a:pt x="18205" y="49198"/>
                    <a:pt x="7168" y="42796"/>
                    <a:pt x="6609" y="37086"/>
                  </a:cubicBezTo>
                  <a:cubicBezTo>
                    <a:pt x="6138" y="32097"/>
                    <a:pt x="14909" y="30949"/>
                    <a:pt x="15527" y="26785"/>
                  </a:cubicBezTo>
                  <a:cubicBezTo>
                    <a:pt x="16425" y="20604"/>
                    <a:pt x="6300" y="8301"/>
                    <a:pt x="5181" y="1"/>
                  </a:cubicBezTo>
                </a:path>
              </a:pathLst>
            </a:custGeom>
            <a:noFill/>
            <a:ln cap="flat" cmpd="sng" w="22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5"/>
            <p:cNvSpPr/>
            <p:nvPr/>
          </p:nvSpPr>
          <p:spPr>
            <a:xfrm rot="-6637233">
              <a:off x="3265507" y="840108"/>
              <a:ext cx="827671" cy="4207040"/>
            </a:xfrm>
            <a:custGeom>
              <a:rect b="b" l="l" r="r" t="t"/>
              <a:pathLst>
                <a:path extrusionOk="0" fill="none" h="89918" w="17690">
                  <a:moveTo>
                    <a:pt x="2340" y="89918"/>
                  </a:moveTo>
                  <a:cubicBezTo>
                    <a:pt x="8006" y="88122"/>
                    <a:pt x="10361" y="86018"/>
                    <a:pt x="7403" y="80602"/>
                  </a:cubicBezTo>
                  <a:cubicBezTo>
                    <a:pt x="5460" y="77026"/>
                    <a:pt x="2546" y="73288"/>
                    <a:pt x="1148" y="70448"/>
                  </a:cubicBezTo>
                  <a:cubicBezTo>
                    <a:pt x="133" y="68358"/>
                    <a:pt x="0" y="66416"/>
                    <a:pt x="1310" y="64738"/>
                  </a:cubicBezTo>
                  <a:cubicBezTo>
                    <a:pt x="4268" y="60926"/>
                    <a:pt x="15673" y="59440"/>
                    <a:pt x="16718" y="54716"/>
                  </a:cubicBezTo>
                  <a:cubicBezTo>
                    <a:pt x="17689" y="50272"/>
                    <a:pt x="7388" y="43856"/>
                    <a:pt x="6681" y="38072"/>
                  </a:cubicBezTo>
                  <a:cubicBezTo>
                    <a:pt x="6078" y="33098"/>
                    <a:pt x="13937" y="31597"/>
                    <a:pt x="14555" y="27476"/>
                  </a:cubicBezTo>
                  <a:cubicBezTo>
                    <a:pt x="15511" y="21030"/>
                    <a:pt x="6269" y="8315"/>
                    <a:pt x="4768" y="1"/>
                  </a:cubicBezTo>
                </a:path>
              </a:pathLst>
            </a:custGeom>
            <a:noFill/>
            <a:ln cap="flat" cmpd="sng" w="22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5"/>
            <p:cNvSpPr/>
            <p:nvPr/>
          </p:nvSpPr>
          <p:spPr>
            <a:xfrm rot="-6637233">
              <a:off x="3283051" y="816170"/>
              <a:ext cx="802172" cy="4237359"/>
            </a:xfrm>
            <a:custGeom>
              <a:rect b="b" l="l" r="r" t="t"/>
              <a:pathLst>
                <a:path extrusionOk="0" fill="none" h="90566" w="17145">
                  <a:moveTo>
                    <a:pt x="2105" y="90565"/>
                  </a:moveTo>
                  <a:cubicBezTo>
                    <a:pt x="7579" y="88770"/>
                    <a:pt x="9698" y="86563"/>
                    <a:pt x="6932" y="81324"/>
                  </a:cubicBezTo>
                  <a:cubicBezTo>
                    <a:pt x="5077" y="77792"/>
                    <a:pt x="2296" y="74112"/>
                    <a:pt x="1001" y="71346"/>
                  </a:cubicBezTo>
                  <a:cubicBezTo>
                    <a:pt x="59" y="69330"/>
                    <a:pt x="0" y="67446"/>
                    <a:pt x="1281" y="65783"/>
                  </a:cubicBezTo>
                  <a:cubicBezTo>
                    <a:pt x="4209" y="62030"/>
                    <a:pt x="14923" y="60338"/>
                    <a:pt x="16085" y="55673"/>
                  </a:cubicBezTo>
                  <a:cubicBezTo>
                    <a:pt x="17145" y="51346"/>
                    <a:pt x="7579" y="44930"/>
                    <a:pt x="6740" y="39043"/>
                  </a:cubicBezTo>
                  <a:cubicBezTo>
                    <a:pt x="6019" y="34069"/>
                    <a:pt x="12936" y="32230"/>
                    <a:pt x="13554" y="28153"/>
                  </a:cubicBezTo>
                  <a:cubicBezTo>
                    <a:pt x="14570" y="21443"/>
                    <a:pt x="6181" y="8316"/>
                    <a:pt x="4327" y="1"/>
                  </a:cubicBezTo>
                </a:path>
              </a:pathLst>
            </a:custGeom>
            <a:noFill/>
            <a:ln cap="flat" cmpd="sng" w="18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5"/>
            <p:cNvSpPr/>
            <p:nvPr/>
          </p:nvSpPr>
          <p:spPr>
            <a:xfrm rot="-6637233">
              <a:off x="3300189" y="794779"/>
              <a:ext cx="777375" cy="4266273"/>
            </a:xfrm>
            <a:custGeom>
              <a:rect b="b" l="l" r="r" t="t"/>
              <a:pathLst>
                <a:path extrusionOk="0" fill="none" h="91184" w="16615">
                  <a:moveTo>
                    <a:pt x="1884" y="91184"/>
                  </a:moveTo>
                  <a:cubicBezTo>
                    <a:pt x="7196" y="89418"/>
                    <a:pt x="9036" y="87092"/>
                    <a:pt x="6475" y="82059"/>
                  </a:cubicBezTo>
                  <a:cubicBezTo>
                    <a:pt x="4709" y="78586"/>
                    <a:pt x="2046" y="74937"/>
                    <a:pt x="854" y="72258"/>
                  </a:cubicBezTo>
                  <a:cubicBezTo>
                    <a:pt x="0" y="70331"/>
                    <a:pt x="15" y="68491"/>
                    <a:pt x="1295" y="66843"/>
                  </a:cubicBezTo>
                  <a:cubicBezTo>
                    <a:pt x="4165" y="63149"/>
                    <a:pt x="14187" y="61236"/>
                    <a:pt x="15452" y="56659"/>
                  </a:cubicBezTo>
                  <a:cubicBezTo>
                    <a:pt x="16615" y="52450"/>
                    <a:pt x="7800" y="46019"/>
                    <a:pt x="6784" y="40044"/>
                  </a:cubicBezTo>
                  <a:cubicBezTo>
                    <a:pt x="5960" y="35100"/>
                    <a:pt x="11965" y="32907"/>
                    <a:pt x="12568" y="28845"/>
                  </a:cubicBezTo>
                  <a:cubicBezTo>
                    <a:pt x="13628" y="21884"/>
                    <a:pt x="6107" y="8345"/>
                    <a:pt x="3885" y="1"/>
                  </a:cubicBezTo>
                </a:path>
              </a:pathLst>
            </a:custGeom>
            <a:noFill/>
            <a:ln cap="flat" cmpd="sng" w="18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5"/>
            <p:cNvSpPr/>
            <p:nvPr/>
          </p:nvSpPr>
          <p:spPr>
            <a:xfrm rot="-6637233">
              <a:off x="3316141" y="774478"/>
              <a:ext cx="756741" cy="4293784"/>
            </a:xfrm>
            <a:custGeom>
              <a:rect b="b" l="l" r="r" t="t"/>
              <a:pathLst>
                <a:path extrusionOk="0" fill="none" h="91772" w="16174">
                  <a:moveTo>
                    <a:pt x="1737" y="91772"/>
                  </a:moveTo>
                  <a:cubicBezTo>
                    <a:pt x="6873" y="90050"/>
                    <a:pt x="8462" y="87578"/>
                    <a:pt x="6093" y="82751"/>
                  </a:cubicBezTo>
                  <a:cubicBezTo>
                    <a:pt x="4415" y="79307"/>
                    <a:pt x="1869" y="75716"/>
                    <a:pt x="780" y="73126"/>
                  </a:cubicBezTo>
                  <a:cubicBezTo>
                    <a:pt x="0" y="71287"/>
                    <a:pt x="118" y="69506"/>
                    <a:pt x="1369" y="67887"/>
                  </a:cubicBezTo>
                  <a:cubicBezTo>
                    <a:pt x="4180" y="64237"/>
                    <a:pt x="13539" y="62104"/>
                    <a:pt x="14923" y="57615"/>
                  </a:cubicBezTo>
                  <a:cubicBezTo>
                    <a:pt x="16174" y="53539"/>
                    <a:pt x="8124" y="47078"/>
                    <a:pt x="6961" y="41015"/>
                  </a:cubicBezTo>
                  <a:cubicBezTo>
                    <a:pt x="6004" y="36085"/>
                    <a:pt x="11082" y="33554"/>
                    <a:pt x="11700" y="29522"/>
                  </a:cubicBezTo>
                  <a:cubicBezTo>
                    <a:pt x="12833" y="22311"/>
                    <a:pt x="6152" y="8374"/>
                    <a:pt x="3576" y="1"/>
                  </a:cubicBezTo>
                </a:path>
              </a:pathLst>
            </a:custGeom>
            <a:noFill/>
            <a:ln cap="flat" cmpd="sng" w="14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5"/>
            <p:cNvSpPr/>
            <p:nvPr/>
          </p:nvSpPr>
          <p:spPr>
            <a:xfrm rot="-6637233">
              <a:off x="3333582" y="753351"/>
              <a:ext cx="734049" cy="4323401"/>
            </a:xfrm>
            <a:custGeom>
              <a:rect b="b" l="l" r="r" t="t"/>
              <a:pathLst>
                <a:path extrusionOk="0" fill="none" h="92405" w="15689">
                  <a:moveTo>
                    <a:pt x="1561" y="92404"/>
                  </a:moveTo>
                  <a:cubicBezTo>
                    <a:pt x="6520" y="90697"/>
                    <a:pt x="7874" y="88122"/>
                    <a:pt x="5681" y="83457"/>
                  </a:cubicBezTo>
                  <a:cubicBezTo>
                    <a:pt x="4092" y="80057"/>
                    <a:pt x="1649" y="76525"/>
                    <a:pt x="678" y="74024"/>
                  </a:cubicBezTo>
                  <a:cubicBezTo>
                    <a:pt x="1" y="72258"/>
                    <a:pt x="163" y="70536"/>
                    <a:pt x="1399" y="68932"/>
                  </a:cubicBezTo>
                  <a:cubicBezTo>
                    <a:pt x="4151" y="65341"/>
                    <a:pt x="12834" y="62986"/>
                    <a:pt x="14320" y="58572"/>
                  </a:cubicBezTo>
                  <a:cubicBezTo>
                    <a:pt x="15689" y="54598"/>
                    <a:pt x="8360" y="48138"/>
                    <a:pt x="7035" y="42001"/>
                  </a:cubicBezTo>
                  <a:cubicBezTo>
                    <a:pt x="5976" y="37086"/>
                    <a:pt x="10111" y="34201"/>
                    <a:pt x="10744" y="30213"/>
                  </a:cubicBezTo>
                  <a:cubicBezTo>
                    <a:pt x="11921" y="22737"/>
                    <a:pt x="6108" y="8389"/>
                    <a:pt x="3165" y="0"/>
                  </a:cubicBezTo>
                </a:path>
              </a:pathLst>
            </a:custGeom>
            <a:noFill/>
            <a:ln cap="flat" cmpd="sng" w="14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5"/>
            <p:cNvSpPr/>
            <p:nvPr/>
          </p:nvSpPr>
          <p:spPr>
            <a:xfrm rot="-6637233">
              <a:off x="3348661" y="731961"/>
              <a:ext cx="713369" cy="4352316"/>
            </a:xfrm>
            <a:custGeom>
              <a:rect b="b" l="l" r="r" t="t"/>
              <a:pathLst>
                <a:path extrusionOk="0" fill="none" h="93023" w="15247">
                  <a:moveTo>
                    <a:pt x="1399" y="93023"/>
                  </a:moveTo>
                  <a:cubicBezTo>
                    <a:pt x="6182" y="91330"/>
                    <a:pt x="7285" y="88622"/>
                    <a:pt x="5299" y="84178"/>
                  </a:cubicBezTo>
                  <a:cubicBezTo>
                    <a:pt x="3812" y="80823"/>
                    <a:pt x="1472" y="77335"/>
                    <a:pt x="604" y="74922"/>
                  </a:cubicBezTo>
                  <a:cubicBezTo>
                    <a:pt x="1" y="73229"/>
                    <a:pt x="266" y="71551"/>
                    <a:pt x="1472" y="69977"/>
                  </a:cubicBezTo>
                  <a:cubicBezTo>
                    <a:pt x="4180" y="66445"/>
                    <a:pt x="12186" y="63884"/>
                    <a:pt x="13805" y="59543"/>
                  </a:cubicBezTo>
                  <a:cubicBezTo>
                    <a:pt x="15247" y="55687"/>
                    <a:pt x="8698" y="49227"/>
                    <a:pt x="7212" y="42987"/>
                  </a:cubicBezTo>
                  <a:cubicBezTo>
                    <a:pt x="6034" y="38072"/>
                    <a:pt x="9243" y="34864"/>
                    <a:pt x="9861" y="30905"/>
                  </a:cubicBezTo>
                  <a:cubicBezTo>
                    <a:pt x="11097" y="23179"/>
                    <a:pt x="6152" y="8418"/>
                    <a:pt x="2841" y="0"/>
                  </a:cubicBezTo>
                </a:path>
              </a:pathLst>
            </a:custGeom>
            <a:noFill/>
            <a:ln cap="flat" cmpd="sng" w="11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5"/>
            <p:cNvSpPr/>
            <p:nvPr/>
          </p:nvSpPr>
          <p:spPr>
            <a:xfrm rot="-6637233">
              <a:off x="3365777" y="711548"/>
              <a:ext cx="691379" cy="4382634"/>
            </a:xfrm>
            <a:custGeom>
              <a:rect b="b" l="l" r="r" t="t"/>
              <a:pathLst>
                <a:path extrusionOk="0" fill="none" h="93671" w="14777">
                  <a:moveTo>
                    <a:pt x="1252" y="93670"/>
                  </a:moveTo>
                  <a:cubicBezTo>
                    <a:pt x="5873" y="91993"/>
                    <a:pt x="6712" y="89152"/>
                    <a:pt x="4916" y="84914"/>
                  </a:cubicBezTo>
                  <a:cubicBezTo>
                    <a:pt x="3518" y="81603"/>
                    <a:pt x="1296" y="78159"/>
                    <a:pt x="531" y="75819"/>
                  </a:cubicBezTo>
                  <a:cubicBezTo>
                    <a:pt x="1" y="74201"/>
                    <a:pt x="354" y="72582"/>
                    <a:pt x="1532" y="71022"/>
                  </a:cubicBezTo>
                  <a:cubicBezTo>
                    <a:pt x="4180" y="67549"/>
                    <a:pt x="11480" y="64767"/>
                    <a:pt x="13231" y="60500"/>
                  </a:cubicBezTo>
                  <a:cubicBezTo>
                    <a:pt x="14776" y="56747"/>
                    <a:pt x="8978" y="50272"/>
                    <a:pt x="7330" y="43958"/>
                  </a:cubicBezTo>
                  <a:cubicBezTo>
                    <a:pt x="6035" y="39073"/>
                    <a:pt x="8301" y="35496"/>
                    <a:pt x="8919" y="31582"/>
                  </a:cubicBezTo>
                  <a:cubicBezTo>
                    <a:pt x="10214" y="23591"/>
                    <a:pt x="6108" y="8418"/>
                    <a:pt x="2444" y="1"/>
                  </a:cubicBezTo>
                </a:path>
              </a:pathLst>
            </a:custGeom>
            <a:noFill/>
            <a:ln cap="flat" cmpd="sng" w="7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5"/>
            <p:cNvSpPr/>
            <p:nvPr/>
          </p:nvSpPr>
          <p:spPr>
            <a:xfrm rot="-6637233">
              <a:off x="3381890" y="691326"/>
              <a:ext cx="669997" cy="4410847"/>
            </a:xfrm>
            <a:custGeom>
              <a:rect b="b" l="l" r="r" t="t"/>
              <a:pathLst>
                <a:path extrusionOk="0" fill="none" h="94274" w="14320">
                  <a:moveTo>
                    <a:pt x="1089" y="94274"/>
                  </a:moveTo>
                  <a:cubicBezTo>
                    <a:pt x="5519" y="92640"/>
                    <a:pt x="6137" y="89667"/>
                    <a:pt x="4503" y="85620"/>
                  </a:cubicBezTo>
                  <a:cubicBezTo>
                    <a:pt x="3208" y="82353"/>
                    <a:pt x="1104" y="78968"/>
                    <a:pt x="442" y="76717"/>
                  </a:cubicBezTo>
                  <a:cubicBezTo>
                    <a:pt x="0" y="75172"/>
                    <a:pt x="427" y="73612"/>
                    <a:pt x="1589" y="72067"/>
                  </a:cubicBezTo>
                  <a:cubicBezTo>
                    <a:pt x="4180" y="68652"/>
                    <a:pt x="10802" y="65650"/>
                    <a:pt x="12686" y="61471"/>
                  </a:cubicBezTo>
                  <a:cubicBezTo>
                    <a:pt x="14319" y="57836"/>
                    <a:pt x="9271" y="51361"/>
                    <a:pt x="7447" y="44959"/>
                  </a:cubicBezTo>
                  <a:cubicBezTo>
                    <a:pt x="6078" y="40073"/>
                    <a:pt x="7402" y="36159"/>
                    <a:pt x="8021" y="32273"/>
                  </a:cubicBezTo>
                  <a:cubicBezTo>
                    <a:pt x="9389" y="24062"/>
                    <a:pt x="6122" y="8462"/>
                    <a:pt x="2104" y="0"/>
                  </a:cubicBezTo>
                </a:path>
              </a:pathLst>
            </a:custGeom>
            <a:noFill/>
            <a:ln cap="flat" cmpd="sng" w="7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5"/>
            <p:cNvSpPr/>
            <p:nvPr/>
          </p:nvSpPr>
          <p:spPr>
            <a:xfrm rot="-6637233">
              <a:off x="3397542" y="670365"/>
              <a:ext cx="648007" cy="4440463"/>
            </a:xfrm>
            <a:custGeom>
              <a:rect b="b" l="l" r="r" t="t"/>
              <a:pathLst>
                <a:path extrusionOk="0" fill="none" h="94907" w="13850">
                  <a:moveTo>
                    <a:pt x="928" y="94907"/>
                  </a:moveTo>
                  <a:cubicBezTo>
                    <a:pt x="5196" y="93288"/>
                    <a:pt x="5564" y="90197"/>
                    <a:pt x="4121" y="86357"/>
                  </a:cubicBezTo>
                  <a:cubicBezTo>
                    <a:pt x="2900" y="83119"/>
                    <a:pt x="899" y="79793"/>
                    <a:pt x="369" y="77630"/>
                  </a:cubicBezTo>
                  <a:cubicBezTo>
                    <a:pt x="1" y="76187"/>
                    <a:pt x="486" y="74672"/>
                    <a:pt x="1649" y="73141"/>
                  </a:cubicBezTo>
                  <a:cubicBezTo>
                    <a:pt x="4180" y="69786"/>
                    <a:pt x="10126" y="66563"/>
                    <a:pt x="12142" y="62457"/>
                  </a:cubicBezTo>
                  <a:cubicBezTo>
                    <a:pt x="13849" y="58940"/>
                    <a:pt x="9596" y="52435"/>
                    <a:pt x="7609" y="45960"/>
                  </a:cubicBezTo>
                  <a:cubicBezTo>
                    <a:pt x="6123" y="41089"/>
                    <a:pt x="6505" y="36836"/>
                    <a:pt x="7138" y="32966"/>
                  </a:cubicBezTo>
                  <a:cubicBezTo>
                    <a:pt x="8551" y="24489"/>
                    <a:pt x="6152" y="8492"/>
                    <a:pt x="1767" y="1"/>
                  </a:cubicBezTo>
                </a:path>
              </a:pathLst>
            </a:custGeom>
            <a:noFill/>
            <a:ln cap="flat" cmpd="sng" w="47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5"/>
            <p:cNvSpPr/>
            <p:nvPr/>
          </p:nvSpPr>
          <p:spPr>
            <a:xfrm rot="-6637233">
              <a:off x="3415473" y="650247"/>
              <a:ext cx="624567" cy="4468676"/>
            </a:xfrm>
            <a:custGeom>
              <a:rect b="b" l="l" r="r" t="t"/>
              <a:pathLst>
                <a:path extrusionOk="0" fill="none" h="95510" w="13349">
                  <a:moveTo>
                    <a:pt x="751" y="95510"/>
                  </a:moveTo>
                  <a:cubicBezTo>
                    <a:pt x="4842" y="93920"/>
                    <a:pt x="4975" y="90697"/>
                    <a:pt x="3724" y="87048"/>
                  </a:cubicBezTo>
                  <a:cubicBezTo>
                    <a:pt x="2620" y="83869"/>
                    <a:pt x="692" y="80602"/>
                    <a:pt x="280" y="78527"/>
                  </a:cubicBezTo>
                  <a:cubicBezTo>
                    <a:pt x="1" y="77144"/>
                    <a:pt x="575" y="75687"/>
                    <a:pt x="1693" y="74171"/>
                  </a:cubicBezTo>
                  <a:cubicBezTo>
                    <a:pt x="4180" y="70860"/>
                    <a:pt x="9434" y="67431"/>
                    <a:pt x="11553" y="63413"/>
                  </a:cubicBezTo>
                  <a:cubicBezTo>
                    <a:pt x="13348" y="60014"/>
                    <a:pt x="9875" y="53494"/>
                    <a:pt x="7712" y="46931"/>
                  </a:cubicBezTo>
                  <a:cubicBezTo>
                    <a:pt x="6108" y="42074"/>
                    <a:pt x="5549" y="37483"/>
                    <a:pt x="6181" y="33657"/>
                  </a:cubicBezTo>
                  <a:cubicBezTo>
                    <a:pt x="7653" y="24915"/>
                    <a:pt x="6108" y="8506"/>
                    <a:pt x="1354" y="0"/>
                  </a:cubicBezTo>
                </a:path>
              </a:pathLst>
            </a:custGeom>
            <a:noFill/>
            <a:ln cap="flat" cmpd="sng" w="47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 name="Google Shape;174;p5"/>
          <p:cNvSpPr/>
          <p:nvPr/>
        </p:nvSpPr>
        <p:spPr>
          <a:xfrm flipH="1">
            <a:off x="-283874" y="4495120"/>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5"/>
          <p:cNvSpPr/>
          <p:nvPr/>
        </p:nvSpPr>
        <p:spPr>
          <a:xfrm flipH="1">
            <a:off x="8867151" y="122020"/>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5"/>
          <p:cNvSpPr/>
          <p:nvPr/>
        </p:nvSpPr>
        <p:spPr>
          <a:xfrm flipH="1" rot="10800000">
            <a:off x="484980" y="2925658"/>
            <a:ext cx="189900" cy="18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5"/>
          <p:cNvSpPr/>
          <p:nvPr/>
        </p:nvSpPr>
        <p:spPr>
          <a:xfrm flipH="1" rot="10800000">
            <a:off x="1700093" y="30113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5"/>
          <p:cNvSpPr/>
          <p:nvPr/>
        </p:nvSpPr>
        <p:spPr>
          <a:xfrm flipH="1" rot="10800000">
            <a:off x="6817932" y="4403455"/>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5"/>
          <p:cNvSpPr/>
          <p:nvPr/>
        </p:nvSpPr>
        <p:spPr>
          <a:xfrm flipH="1" rot="10800000">
            <a:off x="8483951" y="791583"/>
            <a:ext cx="389400" cy="389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80" name="Shape 180"/>
        <p:cNvGrpSpPr/>
        <p:nvPr/>
      </p:nvGrpSpPr>
      <p:grpSpPr>
        <a:xfrm>
          <a:off x="0" y="0"/>
          <a:ext cx="0" cy="0"/>
          <a:chOff x="0" y="0"/>
          <a:chExt cx="0" cy="0"/>
        </a:xfrm>
      </p:grpSpPr>
      <p:sp>
        <p:nvSpPr>
          <p:cNvPr id="181" name="Google Shape;181;p6"/>
          <p:cNvSpPr txBox="1"/>
          <p:nvPr>
            <p:ph type="title"/>
          </p:nvPr>
        </p:nvSpPr>
        <p:spPr>
          <a:xfrm>
            <a:off x="732300" y="445025"/>
            <a:ext cx="7679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82" name="Google Shape;182;p6"/>
          <p:cNvSpPr/>
          <p:nvPr/>
        </p:nvSpPr>
        <p:spPr>
          <a:xfrm rot="-5400000">
            <a:off x="-506644" y="3523962"/>
            <a:ext cx="2112963" cy="1241413"/>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6"/>
          <p:cNvSpPr/>
          <p:nvPr/>
        </p:nvSpPr>
        <p:spPr>
          <a:xfrm rot="-5400000">
            <a:off x="-425863" y="4005128"/>
            <a:ext cx="1551016" cy="841027"/>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6"/>
          <p:cNvSpPr/>
          <p:nvPr/>
        </p:nvSpPr>
        <p:spPr>
          <a:xfrm flipH="1" rot="5400000">
            <a:off x="7444507" y="3437020"/>
            <a:ext cx="2174187" cy="1277383"/>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6"/>
          <p:cNvSpPr/>
          <p:nvPr/>
        </p:nvSpPr>
        <p:spPr>
          <a:xfrm flipH="1" rot="5400000">
            <a:off x="7939615" y="3932128"/>
            <a:ext cx="1595957" cy="865396"/>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6"/>
          <p:cNvSpPr/>
          <p:nvPr/>
        </p:nvSpPr>
        <p:spPr>
          <a:xfrm flipH="1" rot="-7189706">
            <a:off x="-1576831" y="2986679"/>
            <a:ext cx="3335768" cy="1177591"/>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6"/>
          <p:cNvSpPr/>
          <p:nvPr/>
        </p:nvSpPr>
        <p:spPr>
          <a:xfrm rot="7189666">
            <a:off x="7185971" y="2884344"/>
            <a:ext cx="3432078" cy="1211590"/>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6"/>
          <p:cNvSpPr/>
          <p:nvPr/>
        </p:nvSpPr>
        <p:spPr>
          <a:xfrm rot="6097091">
            <a:off x="-206444" y="-493727"/>
            <a:ext cx="1407422" cy="1618054"/>
          </a:xfrm>
          <a:custGeom>
            <a:rect b="b" l="l" r="r" t="t"/>
            <a:pathLst>
              <a:path extrusionOk="0" fill="none" h="26226" w="22812">
                <a:moveTo>
                  <a:pt x="1" y="1"/>
                </a:moveTo>
                <a:cubicBezTo>
                  <a:pt x="236" y="1708"/>
                  <a:pt x="1752" y="3018"/>
                  <a:pt x="3371" y="3606"/>
                </a:cubicBezTo>
                <a:cubicBezTo>
                  <a:pt x="4990" y="4210"/>
                  <a:pt x="6756" y="4283"/>
                  <a:pt x="8463" y="4563"/>
                </a:cubicBezTo>
                <a:cubicBezTo>
                  <a:pt x="10170" y="4842"/>
                  <a:pt x="11936" y="5357"/>
                  <a:pt x="13113" y="6638"/>
                </a:cubicBezTo>
                <a:cubicBezTo>
                  <a:pt x="15203" y="8904"/>
                  <a:pt x="14585" y="12436"/>
                  <a:pt x="14923" y="15482"/>
                </a:cubicBezTo>
                <a:cubicBezTo>
                  <a:pt x="15424" y="20118"/>
                  <a:pt x="18544" y="24371"/>
                  <a:pt x="22812" y="26225"/>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6"/>
          <p:cNvSpPr/>
          <p:nvPr/>
        </p:nvSpPr>
        <p:spPr>
          <a:xfrm rot="6097091">
            <a:off x="-241941" y="-558025"/>
            <a:ext cx="1407361" cy="1618980"/>
          </a:xfrm>
          <a:custGeom>
            <a:rect b="b" l="l" r="r" t="t"/>
            <a:pathLst>
              <a:path extrusionOk="0" fill="none" h="26241" w="22811">
                <a:moveTo>
                  <a:pt x="0" y="1"/>
                </a:moveTo>
                <a:cubicBezTo>
                  <a:pt x="236" y="1723"/>
                  <a:pt x="1752" y="3018"/>
                  <a:pt x="3356" y="3606"/>
                </a:cubicBezTo>
                <a:cubicBezTo>
                  <a:pt x="4974" y="4225"/>
                  <a:pt x="6740" y="4298"/>
                  <a:pt x="8462" y="4563"/>
                </a:cubicBezTo>
                <a:cubicBezTo>
                  <a:pt x="10169" y="4843"/>
                  <a:pt x="11935" y="5358"/>
                  <a:pt x="13113" y="6653"/>
                </a:cubicBezTo>
                <a:cubicBezTo>
                  <a:pt x="15188" y="8904"/>
                  <a:pt x="14584" y="12436"/>
                  <a:pt x="14908" y="15497"/>
                </a:cubicBezTo>
                <a:cubicBezTo>
                  <a:pt x="15408" y="20133"/>
                  <a:pt x="18543" y="24386"/>
                  <a:pt x="22811" y="26240"/>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6"/>
          <p:cNvSpPr/>
          <p:nvPr/>
        </p:nvSpPr>
        <p:spPr>
          <a:xfrm rot="6097091">
            <a:off x="-277650" y="-620522"/>
            <a:ext cx="1407361" cy="1618054"/>
          </a:xfrm>
          <a:custGeom>
            <a:rect b="b" l="l" r="r" t="t"/>
            <a:pathLst>
              <a:path extrusionOk="0" fill="none" h="26226" w="22811">
                <a:moveTo>
                  <a:pt x="0" y="1"/>
                </a:moveTo>
                <a:cubicBezTo>
                  <a:pt x="236" y="1708"/>
                  <a:pt x="1752" y="3018"/>
                  <a:pt x="3370" y="3606"/>
                </a:cubicBezTo>
                <a:cubicBezTo>
                  <a:pt x="4974" y="4210"/>
                  <a:pt x="6755" y="4283"/>
                  <a:pt x="8462" y="4563"/>
                </a:cubicBezTo>
                <a:cubicBezTo>
                  <a:pt x="10169" y="4843"/>
                  <a:pt x="11935" y="5358"/>
                  <a:pt x="13113" y="6638"/>
                </a:cubicBezTo>
                <a:cubicBezTo>
                  <a:pt x="15188" y="8904"/>
                  <a:pt x="14584" y="12436"/>
                  <a:pt x="14908" y="15483"/>
                </a:cubicBezTo>
                <a:cubicBezTo>
                  <a:pt x="15408" y="20118"/>
                  <a:pt x="18543" y="24371"/>
                  <a:pt x="22811" y="26226"/>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6"/>
          <p:cNvSpPr/>
          <p:nvPr/>
        </p:nvSpPr>
        <p:spPr>
          <a:xfrm rot="6097091">
            <a:off x="-313388" y="-683919"/>
            <a:ext cx="1407361" cy="1618918"/>
          </a:xfrm>
          <a:custGeom>
            <a:rect b="b" l="l" r="r" t="t"/>
            <a:pathLst>
              <a:path extrusionOk="0" fill="none" h="26240" w="22811">
                <a:moveTo>
                  <a:pt x="0" y="0"/>
                </a:moveTo>
                <a:cubicBezTo>
                  <a:pt x="236" y="1722"/>
                  <a:pt x="1752" y="3017"/>
                  <a:pt x="3370" y="3606"/>
                </a:cubicBezTo>
                <a:cubicBezTo>
                  <a:pt x="4989" y="4194"/>
                  <a:pt x="6755" y="4297"/>
                  <a:pt x="8462" y="4562"/>
                </a:cubicBezTo>
                <a:cubicBezTo>
                  <a:pt x="10169" y="4842"/>
                  <a:pt x="11935" y="5357"/>
                  <a:pt x="13113" y="6652"/>
                </a:cubicBezTo>
                <a:cubicBezTo>
                  <a:pt x="15188" y="8904"/>
                  <a:pt x="14584" y="12436"/>
                  <a:pt x="14923" y="15497"/>
                </a:cubicBezTo>
                <a:cubicBezTo>
                  <a:pt x="15408" y="20132"/>
                  <a:pt x="18543" y="24385"/>
                  <a:pt x="22811" y="26239"/>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6"/>
          <p:cNvSpPr/>
          <p:nvPr/>
        </p:nvSpPr>
        <p:spPr>
          <a:xfrm flipH="1" rot="-6097091">
            <a:off x="8091314" y="-524802"/>
            <a:ext cx="1407422" cy="1618054"/>
          </a:xfrm>
          <a:custGeom>
            <a:rect b="b" l="l" r="r" t="t"/>
            <a:pathLst>
              <a:path extrusionOk="0" fill="none" h="26226" w="22812">
                <a:moveTo>
                  <a:pt x="1" y="1"/>
                </a:moveTo>
                <a:cubicBezTo>
                  <a:pt x="236" y="1708"/>
                  <a:pt x="1752" y="3018"/>
                  <a:pt x="3371" y="3606"/>
                </a:cubicBezTo>
                <a:cubicBezTo>
                  <a:pt x="4990" y="4210"/>
                  <a:pt x="6756" y="4283"/>
                  <a:pt x="8463" y="4563"/>
                </a:cubicBezTo>
                <a:cubicBezTo>
                  <a:pt x="10170" y="4842"/>
                  <a:pt x="11936" y="5357"/>
                  <a:pt x="13113" y="6638"/>
                </a:cubicBezTo>
                <a:cubicBezTo>
                  <a:pt x="15203" y="8904"/>
                  <a:pt x="14585" y="12436"/>
                  <a:pt x="14923" y="15482"/>
                </a:cubicBezTo>
                <a:cubicBezTo>
                  <a:pt x="15424" y="20118"/>
                  <a:pt x="18544" y="24371"/>
                  <a:pt x="22812" y="26225"/>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6"/>
          <p:cNvSpPr/>
          <p:nvPr/>
        </p:nvSpPr>
        <p:spPr>
          <a:xfrm flipH="1" rot="-6097091">
            <a:off x="8126873" y="-589100"/>
            <a:ext cx="1407361" cy="1618980"/>
          </a:xfrm>
          <a:custGeom>
            <a:rect b="b" l="l" r="r" t="t"/>
            <a:pathLst>
              <a:path extrusionOk="0" fill="none" h="26241" w="22811">
                <a:moveTo>
                  <a:pt x="0" y="1"/>
                </a:moveTo>
                <a:cubicBezTo>
                  <a:pt x="236" y="1723"/>
                  <a:pt x="1752" y="3018"/>
                  <a:pt x="3356" y="3606"/>
                </a:cubicBezTo>
                <a:cubicBezTo>
                  <a:pt x="4974" y="4225"/>
                  <a:pt x="6740" y="4298"/>
                  <a:pt x="8462" y="4563"/>
                </a:cubicBezTo>
                <a:cubicBezTo>
                  <a:pt x="10169" y="4843"/>
                  <a:pt x="11935" y="5358"/>
                  <a:pt x="13113" y="6653"/>
                </a:cubicBezTo>
                <a:cubicBezTo>
                  <a:pt x="15188" y="8904"/>
                  <a:pt x="14584" y="12436"/>
                  <a:pt x="14908" y="15497"/>
                </a:cubicBezTo>
                <a:cubicBezTo>
                  <a:pt x="15408" y="20133"/>
                  <a:pt x="18543" y="24386"/>
                  <a:pt x="22811" y="26240"/>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6"/>
          <p:cNvSpPr/>
          <p:nvPr/>
        </p:nvSpPr>
        <p:spPr>
          <a:xfrm flipH="1" rot="-6097091">
            <a:off x="8162581" y="-651597"/>
            <a:ext cx="1407361" cy="1618054"/>
          </a:xfrm>
          <a:custGeom>
            <a:rect b="b" l="l" r="r" t="t"/>
            <a:pathLst>
              <a:path extrusionOk="0" fill="none" h="26226" w="22811">
                <a:moveTo>
                  <a:pt x="0" y="1"/>
                </a:moveTo>
                <a:cubicBezTo>
                  <a:pt x="236" y="1708"/>
                  <a:pt x="1752" y="3018"/>
                  <a:pt x="3370" y="3606"/>
                </a:cubicBezTo>
                <a:cubicBezTo>
                  <a:pt x="4974" y="4210"/>
                  <a:pt x="6755" y="4283"/>
                  <a:pt x="8462" y="4563"/>
                </a:cubicBezTo>
                <a:cubicBezTo>
                  <a:pt x="10169" y="4843"/>
                  <a:pt x="11935" y="5358"/>
                  <a:pt x="13113" y="6638"/>
                </a:cubicBezTo>
                <a:cubicBezTo>
                  <a:pt x="15188" y="8904"/>
                  <a:pt x="14584" y="12436"/>
                  <a:pt x="14908" y="15483"/>
                </a:cubicBezTo>
                <a:cubicBezTo>
                  <a:pt x="15408" y="20118"/>
                  <a:pt x="18543" y="24371"/>
                  <a:pt x="22811" y="26226"/>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6"/>
          <p:cNvSpPr/>
          <p:nvPr/>
        </p:nvSpPr>
        <p:spPr>
          <a:xfrm flipH="1" rot="-6097091">
            <a:off x="8198320" y="-714994"/>
            <a:ext cx="1407361" cy="1618918"/>
          </a:xfrm>
          <a:custGeom>
            <a:rect b="b" l="l" r="r" t="t"/>
            <a:pathLst>
              <a:path extrusionOk="0" fill="none" h="26240" w="22811">
                <a:moveTo>
                  <a:pt x="0" y="0"/>
                </a:moveTo>
                <a:cubicBezTo>
                  <a:pt x="236" y="1722"/>
                  <a:pt x="1752" y="3017"/>
                  <a:pt x="3370" y="3606"/>
                </a:cubicBezTo>
                <a:cubicBezTo>
                  <a:pt x="4989" y="4194"/>
                  <a:pt x="6755" y="4297"/>
                  <a:pt x="8462" y="4562"/>
                </a:cubicBezTo>
                <a:cubicBezTo>
                  <a:pt x="10169" y="4842"/>
                  <a:pt x="11935" y="5357"/>
                  <a:pt x="13113" y="6652"/>
                </a:cubicBezTo>
                <a:cubicBezTo>
                  <a:pt x="15188" y="8904"/>
                  <a:pt x="14584" y="12436"/>
                  <a:pt x="14923" y="15497"/>
                </a:cubicBezTo>
                <a:cubicBezTo>
                  <a:pt x="15408" y="20132"/>
                  <a:pt x="18543" y="24385"/>
                  <a:pt x="22811" y="26239"/>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6"/>
          <p:cNvSpPr/>
          <p:nvPr/>
        </p:nvSpPr>
        <p:spPr>
          <a:xfrm flipH="1" rot="10800000">
            <a:off x="8807055" y="394108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6"/>
          <p:cNvSpPr/>
          <p:nvPr/>
        </p:nvSpPr>
        <p:spPr>
          <a:xfrm flipH="1" rot="10800000">
            <a:off x="8707301" y="1700121"/>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6"/>
          <p:cNvSpPr/>
          <p:nvPr/>
        </p:nvSpPr>
        <p:spPr>
          <a:xfrm flipH="1" rot="10800000">
            <a:off x="8626698" y="245861"/>
            <a:ext cx="138900" cy="138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6"/>
          <p:cNvSpPr/>
          <p:nvPr/>
        </p:nvSpPr>
        <p:spPr>
          <a:xfrm flipH="1" rot="10800000">
            <a:off x="90724" y="2361599"/>
            <a:ext cx="194700" cy="194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6"/>
          <p:cNvSpPr/>
          <p:nvPr/>
        </p:nvSpPr>
        <p:spPr>
          <a:xfrm flipH="1" rot="10800000">
            <a:off x="188232" y="445017"/>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6"/>
          <p:cNvSpPr/>
          <p:nvPr/>
        </p:nvSpPr>
        <p:spPr>
          <a:xfrm flipH="1" rot="10800000">
            <a:off x="452487" y="4784924"/>
            <a:ext cx="194700" cy="194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02" name="Shape 202"/>
        <p:cNvGrpSpPr/>
        <p:nvPr/>
      </p:nvGrpSpPr>
      <p:grpSpPr>
        <a:xfrm>
          <a:off x="0" y="0"/>
          <a:ext cx="0" cy="0"/>
          <a:chOff x="0" y="0"/>
          <a:chExt cx="0" cy="0"/>
        </a:xfrm>
      </p:grpSpPr>
      <p:sp>
        <p:nvSpPr>
          <p:cNvPr id="203" name="Google Shape;203;p7"/>
          <p:cNvSpPr txBox="1"/>
          <p:nvPr>
            <p:ph type="title"/>
          </p:nvPr>
        </p:nvSpPr>
        <p:spPr>
          <a:xfrm>
            <a:off x="932525" y="445025"/>
            <a:ext cx="7479000" cy="572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04" name="Google Shape;204;p7"/>
          <p:cNvSpPr txBox="1"/>
          <p:nvPr>
            <p:ph idx="1" type="subTitle"/>
          </p:nvPr>
        </p:nvSpPr>
        <p:spPr>
          <a:xfrm>
            <a:off x="918175" y="1577550"/>
            <a:ext cx="4623300" cy="24240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3"/>
              </a:buClr>
              <a:buSzPts val="1800"/>
              <a:buChar char="●"/>
              <a:defRPr sz="1400"/>
            </a:lvl1pPr>
            <a:lvl2pPr lvl="1" rtl="0">
              <a:spcBef>
                <a:spcPts val="0"/>
              </a:spcBef>
              <a:spcAft>
                <a:spcPts val="0"/>
              </a:spcAft>
              <a:buSzPts val="1400"/>
              <a:buChar char="○"/>
              <a:defRPr/>
            </a:lvl2pPr>
            <a:lvl3pPr lvl="2" rtl="0">
              <a:spcBef>
                <a:spcPts val="0"/>
              </a:spcBef>
              <a:spcAft>
                <a:spcPts val="0"/>
              </a:spcAft>
              <a:buSzPts val="1400"/>
              <a:buChar char="■"/>
              <a:defRPr/>
            </a:lvl3pPr>
            <a:lvl4pPr lvl="3" rtl="0">
              <a:spcBef>
                <a:spcPts val="0"/>
              </a:spcBef>
              <a:spcAft>
                <a:spcPts val="0"/>
              </a:spcAft>
              <a:buSzPts val="1400"/>
              <a:buChar char="●"/>
              <a:defRPr/>
            </a:lvl4pPr>
            <a:lvl5pPr lvl="4" rtl="0">
              <a:spcBef>
                <a:spcPts val="0"/>
              </a:spcBef>
              <a:spcAft>
                <a:spcPts val="0"/>
              </a:spcAft>
              <a:buSzPts val="1400"/>
              <a:buChar char="○"/>
              <a:defRPr/>
            </a:lvl5pPr>
            <a:lvl6pPr lvl="5" rtl="0">
              <a:spcBef>
                <a:spcPts val="0"/>
              </a:spcBef>
              <a:spcAft>
                <a:spcPts val="0"/>
              </a:spcAft>
              <a:buSzPts val="1400"/>
              <a:buChar char="■"/>
              <a:defRPr/>
            </a:lvl6pPr>
            <a:lvl7pPr lvl="6" rtl="0">
              <a:spcBef>
                <a:spcPts val="0"/>
              </a:spcBef>
              <a:spcAft>
                <a:spcPts val="0"/>
              </a:spcAft>
              <a:buSzPts val="1400"/>
              <a:buChar char="●"/>
              <a:defRPr/>
            </a:lvl7pPr>
            <a:lvl8pPr lvl="7" rtl="0">
              <a:spcBef>
                <a:spcPts val="0"/>
              </a:spcBef>
              <a:spcAft>
                <a:spcPts val="0"/>
              </a:spcAft>
              <a:buSzPts val="1400"/>
              <a:buChar char="○"/>
              <a:defRPr/>
            </a:lvl8pPr>
            <a:lvl9pPr lvl="8" rtl="0">
              <a:spcBef>
                <a:spcPts val="0"/>
              </a:spcBef>
              <a:spcAft>
                <a:spcPts val="0"/>
              </a:spcAft>
              <a:buSzPts val="1400"/>
              <a:buChar char="■"/>
              <a:defRPr/>
            </a:lvl9pPr>
          </a:lstStyle>
          <a:p/>
        </p:txBody>
      </p:sp>
      <p:sp>
        <p:nvSpPr>
          <p:cNvPr id="205" name="Google Shape;205;p7"/>
          <p:cNvSpPr/>
          <p:nvPr/>
        </p:nvSpPr>
        <p:spPr>
          <a:xfrm>
            <a:off x="7148900" y="-312641"/>
            <a:ext cx="1716594" cy="5839232"/>
          </a:xfrm>
          <a:custGeom>
            <a:rect b="b" l="l" r="r" t="t"/>
            <a:pathLst>
              <a:path extrusionOk="0" fill="none" h="84959" w="24975">
                <a:moveTo>
                  <a:pt x="6182" y="84959"/>
                </a:moveTo>
                <a:cubicBezTo>
                  <a:pt x="13245" y="82942"/>
                  <a:pt x="17705" y="81809"/>
                  <a:pt x="13113" y="74878"/>
                </a:cubicBezTo>
                <a:cubicBezTo>
                  <a:pt x="8536" y="67917"/>
                  <a:pt x="1" y="60603"/>
                  <a:pt x="3400" y="56350"/>
                </a:cubicBezTo>
                <a:cubicBezTo>
                  <a:pt x="6800" y="52097"/>
                  <a:pt x="23576" y="52362"/>
                  <a:pt x="23724" y="46990"/>
                </a:cubicBezTo>
                <a:cubicBezTo>
                  <a:pt x="23871" y="41619"/>
                  <a:pt x="7756" y="35291"/>
                  <a:pt x="8198" y="30184"/>
                </a:cubicBezTo>
                <a:cubicBezTo>
                  <a:pt x="8639" y="25092"/>
                  <a:pt x="23856" y="26358"/>
                  <a:pt x="24401" y="21972"/>
                </a:cubicBezTo>
                <a:cubicBezTo>
                  <a:pt x="24975" y="17572"/>
                  <a:pt x="8801" y="8139"/>
                  <a:pt x="10184" y="1"/>
                </a:cubicBezTo>
              </a:path>
            </a:pathLst>
          </a:custGeom>
          <a:noFill/>
          <a:ln cap="flat" cmpd="sng" w="40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7"/>
          <p:cNvSpPr/>
          <p:nvPr/>
        </p:nvSpPr>
        <p:spPr>
          <a:xfrm>
            <a:off x="7310765" y="-323707"/>
            <a:ext cx="1517270" cy="5881638"/>
          </a:xfrm>
          <a:custGeom>
            <a:rect b="b" l="l" r="r" t="t"/>
            <a:pathLst>
              <a:path extrusionOk="0" fill="none" h="85576" w="22075">
                <a:moveTo>
                  <a:pt x="3974" y="85576"/>
                </a:moveTo>
                <a:cubicBezTo>
                  <a:pt x="10861" y="83604"/>
                  <a:pt x="15055" y="82338"/>
                  <a:pt x="10684" y="75583"/>
                </a:cubicBezTo>
                <a:cubicBezTo>
                  <a:pt x="8168" y="71669"/>
                  <a:pt x="4386" y="67636"/>
                  <a:pt x="2252" y="64163"/>
                </a:cubicBezTo>
                <a:cubicBezTo>
                  <a:pt x="663" y="61544"/>
                  <a:pt x="0" y="59219"/>
                  <a:pt x="1428" y="57394"/>
                </a:cubicBezTo>
                <a:cubicBezTo>
                  <a:pt x="4783" y="53200"/>
                  <a:pt x="20868" y="53229"/>
                  <a:pt x="21133" y="47931"/>
                </a:cubicBezTo>
                <a:cubicBezTo>
                  <a:pt x="21369" y="42677"/>
                  <a:pt x="5990" y="36335"/>
                  <a:pt x="6284" y="31155"/>
                </a:cubicBezTo>
                <a:cubicBezTo>
                  <a:pt x="6579" y="26077"/>
                  <a:pt x="20898" y="27005"/>
                  <a:pt x="21457" y="22649"/>
                </a:cubicBezTo>
                <a:cubicBezTo>
                  <a:pt x="22075" y="18013"/>
                  <a:pt x="6755" y="8153"/>
                  <a:pt x="7800" y="0"/>
                </a:cubicBezTo>
              </a:path>
            </a:pathLst>
          </a:custGeom>
          <a:noFill/>
          <a:ln cap="flat" cmpd="sng" w="36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7"/>
          <p:cNvSpPr/>
          <p:nvPr/>
        </p:nvSpPr>
        <p:spPr>
          <a:xfrm>
            <a:off x="7337020" y="-332848"/>
            <a:ext cx="1453624" cy="5923151"/>
          </a:xfrm>
          <a:custGeom>
            <a:rect b="b" l="l" r="r" t="t"/>
            <a:pathLst>
              <a:path extrusionOk="0" fill="none" h="86180" w="21149">
                <a:moveTo>
                  <a:pt x="3754" y="86180"/>
                </a:moveTo>
                <a:cubicBezTo>
                  <a:pt x="10464" y="84237"/>
                  <a:pt x="14408" y="82868"/>
                  <a:pt x="10229" y="76290"/>
                </a:cubicBezTo>
                <a:cubicBezTo>
                  <a:pt x="7786" y="72420"/>
                  <a:pt x="4136" y="68432"/>
                  <a:pt x="2120" y="65047"/>
                </a:cubicBezTo>
                <a:cubicBezTo>
                  <a:pt x="590" y="62516"/>
                  <a:pt x="1" y="60235"/>
                  <a:pt x="1428" y="58439"/>
                </a:cubicBezTo>
                <a:cubicBezTo>
                  <a:pt x="4725" y="54304"/>
                  <a:pt x="20163" y="54127"/>
                  <a:pt x="20530" y="48918"/>
                </a:cubicBezTo>
                <a:cubicBezTo>
                  <a:pt x="20898" y="43782"/>
                  <a:pt x="6197" y="37424"/>
                  <a:pt x="6358" y="32156"/>
                </a:cubicBezTo>
                <a:cubicBezTo>
                  <a:pt x="6535" y="27093"/>
                  <a:pt x="19927" y="27667"/>
                  <a:pt x="20486" y="23341"/>
                </a:cubicBezTo>
                <a:cubicBezTo>
                  <a:pt x="21149" y="18455"/>
                  <a:pt x="6712" y="8183"/>
                  <a:pt x="7374" y="1"/>
                </a:cubicBezTo>
              </a:path>
            </a:pathLst>
          </a:custGeom>
          <a:noFill/>
          <a:ln cap="flat" cmpd="sng" w="33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7"/>
          <p:cNvSpPr/>
          <p:nvPr/>
        </p:nvSpPr>
        <p:spPr>
          <a:xfrm>
            <a:off x="7363345" y="-343983"/>
            <a:ext cx="1396919" cy="5966657"/>
          </a:xfrm>
          <a:custGeom>
            <a:rect b="b" l="l" r="r" t="t"/>
            <a:pathLst>
              <a:path extrusionOk="0" fill="none" h="86813" w="20324">
                <a:moveTo>
                  <a:pt x="3518" y="86813"/>
                </a:moveTo>
                <a:cubicBezTo>
                  <a:pt x="10067" y="84870"/>
                  <a:pt x="13731" y="83398"/>
                  <a:pt x="9758" y="76997"/>
                </a:cubicBezTo>
                <a:cubicBezTo>
                  <a:pt x="7374" y="73200"/>
                  <a:pt x="3871" y="69241"/>
                  <a:pt x="1958" y="65945"/>
                </a:cubicBezTo>
                <a:cubicBezTo>
                  <a:pt x="516" y="63487"/>
                  <a:pt x="1" y="61250"/>
                  <a:pt x="1399" y="59484"/>
                </a:cubicBezTo>
                <a:cubicBezTo>
                  <a:pt x="4636" y="55408"/>
                  <a:pt x="19412" y="54996"/>
                  <a:pt x="19868" y="49860"/>
                </a:cubicBezTo>
                <a:cubicBezTo>
                  <a:pt x="20324" y="44841"/>
                  <a:pt x="6373" y="38484"/>
                  <a:pt x="6402" y="33127"/>
                </a:cubicBezTo>
                <a:cubicBezTo>
                  <a:pt x="6417" y="28080"/>
                  <a:pt x="18897" y="28315"/>
                  <a:pt x="19485" y="24018"/>
                </a:cubicBezTo>
                <a:cubicBezTo>
                  <a:pt x="20177" y="18867"/>
                  <a:pt x="6623" y="8198"/>
                  <a:pt x="6917" y="1"/>
                </a:cubicBezTo>
              </a:path>
            </a:pathLst>
          </a:custGeom>
          <a:noFill/>
          <a:ln cap="flat" cmpd="sng" w="33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7"/>
          <p:cNvSpPr/>
          <p:nvPr/>
        </p:nvSpPr>
        <p:spPr>
          <a:xfrm>
            <a:off x="7389669" y="-355117"/>
            <a:ext cx="1361522" cy="6009133"/>
          </a:xfrm>
          <a:custGeom>
            <a:rect b="b" l="l" r="r" t="t"/>
            <a:pathLst>
              <a:path extrusionOk="0" fill="none" h="87431" w="19809">
                <a:moveTo>
                  <a:pt x="3282" y="87431"/>
                </a:moveTo>
                <a:cubicBezTo>
                  <a:pt x="9639" y="85532"/>
                  <a:pt x="13054" y="83914"/>
                  <a:pt x="9272" y="77718"/>
                </a:cubicBezTo>
                <a:cubicBezTo>
                  <a:pt x="6991" y="73951"/>
                  <a:pt x="3591" y="70051"/>
                  <a:pt x="1781" y="66828"/>
                </a:cubicBezTo>
                <a:cubicBezTo>
                  <a:pt x="442" y="64429"/>
                  <a:pt x="0" y="62266"/>
                  <a:pt x="1384" y="60515"/>
                </a:cubicBezTo>
                <a:cubicBezTo>
                  <a:pt x="4562" y="56482"/>
                  <a:pt x="18661" y="55864"/>
                  <a:pt x="19249" y="50816"/>
                </a:cubicBezTo>
                <a:cubicBezTo>
                  <a:pt x="19809" y="45916"/>
                  <a:pt x="6564" y="39544"/>
                  <a:pt x="6461" y="34099"/>
                </a:cubicBezTo>
                <a:cubicBezTo>
                  <a:pt x="6343" y="29066"/>
                  <a:pt x="17895" y="28948"/>
                  <a:pt x="18514" y="24695"/>
                </a:cubicBezTo>
                <a:cubicBezTo>
                  <a:pt x="19264" y="19294"/>
                  <a:pt x="6549" y="8198"/>
                  <a:pt x="6490" y="1"/>
                </a:cubicBezTo>
              </a:path>
            </a:pathLst>
          </a:custGeom>
          <a:noFill/>
          <a:ln cap="flat" cmpd="sng" w="29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7"/>
          <p:cNvSpPr/>
          <p:nvPr/>
        </p:nvSpPr>
        <p:spPr>
          <a:xfrm>
            <a:off x="7417987" y="-367214"/>
            <a:ext cx="1325094" cy="6053601"/>
          </a:xfrm>
          <a:custGeom>
            <a:rect b="b" l="l" r="r" t="t"/>
            <a:pathLst>
              <a:path extrusionOk="0" fill="none" h="88078" w="19279">
                <a:moveTo>
                  <a:pt x="3032" y="88078"/>
                </a:moveTo>
                <a:cubicBezTo>
                  <a:pt x="9227" y="86209"/>
                  <a:pt x="12362" y="84472"/>
                  <a:pt x="8815" y="78483"/>
                </a:cubicBezTo>
                <a:cubicBezTo>
                  <a:pt x="6623" y="74759"/>
                  <a:pt x="3341" y="70904"/>
                  <a:pt x="1634" y="67769"/>
                </a:cubicBezTo>
                <a:cubicBezTo>
                  <a:pt x="368" y="65459"/>
                  <a:pt x="0" y="63339"/>
                  <a:pt x="1369" y="61618"/>
                </a:cubicBezTo>
                <a:cubicBezTo>
                  <a:pt x="4503" y="57630"/>
                  <a:pt x="17925" y="56805"/>
                  <a:pt x="18617" y="51831"/>
                </a:cubicBezTo>
                <a:cubicBezTo>
                  <a:pt x="19279" y="47048"/>
                  <a:pt x="6770" y="40632"/>
                  <a:pt x="6520" y="35113"/>
                </a:cubicBezTo>
                <a:cubicBezTo>
                  <a:pt x="6284" y="30095"/>
                  <a:pt x="16924" y="29639"/>
                  <a:pt x="17528" y="25401"/>
                </a:cubicBezTo>
                <a:cubicBezTo>
                  <a:pt x="18337" y="19735"/>
                  <a:pt x="6490" y="8241"/>
                  <a:pt x="6063" y="0"/>
                </a:cubicBezTo>
              </a:path>
            </a:pathLst>
          </a:custGeom>
          <a:noFill/>
          <a:ln cap="flat" cmpd="sng" w="29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7"/>
          <p:cNvSpPr/>
          <p:nvPr/>
        </p:nvSpPr>
        <p:spPr>
          <a:xfrm>
            <a:off x="7444243" y="-377318"/>
            <a:ext cx="1288734" cy="6095045"/>
          </a:xfrm>
          <a:custGeom>
            <a:rect b="b" l="l" r="r" t="t"/>
            <a:pathLst>
              <a:path extrusionOk="0" fill="none" h="88681" w="18750">
                <a:moveTo>
                  <a:pt x="2797" y="88681"/>
                </a:moveTo>
                <a:cubicBezTo>
                  <a:pt x="8816" y="86827"/>
                  <a:pt x="11686" y="84987"/>
                  <a:pt x="8330" y="79174"/>
                </a:cubicBezTo>
                <a:cubicBezTo>
                  <a:pt x="6226" y="75524"/>
                  <a:pt x="3077" y="71698"/>
                  <a:pt x="1473" y="68652"/>
                </a:cubicBezTo>
                <a:cubicBezTo>
                  <a:pt x="295" y="66430"/>
                  <a:pt x="1" y="64369"/>
                  <a:pt x="1340" y="62648"/>
                </a:cubicBezTo>
                <a:cubicBezTo>
                  <a:pt x="4416" y="58718"/>
                  <a:pt x="17160" y="57674"/>
                  <a:pt x="17970" y="52788"/>
                </a:cubicBezTo>
                <a:cubicBezTo>
                  <a:pt x="18750" y="48108"/>
                  <a:pt x="6976" y="41706"/>
                  <a:pt x="6564" y="36099"/>
                </a:cubicBezTo>
                <a:cubicBezTo>
                  <a:pt x="6226" y="31096"/>
                  <a:pt x="15909" y="30286"/>
                  <a:pt x="16527" y="26092"/>
                </a:cubicBezTo>
                <a:cubicBezTo>
                  <a:pt x="17381" y="20161"/>
                  <a:pt x="6403" y="8256"/>
                  <a:pt x="5608" y="0"/>
                </a:cubicBezTo>
              </a:path>
            </a:pathLst>
          </a:custGeom>
          <a:noFill/>
          <a:ln cap="flat" cmpd="sng" w="25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7"/>
          <p:cNvSpPr/>
          <p:nvPr/>
        </p:nvSpPr>
        <p:spPr>
          <a:xfrm>
            <a:off x="7472561" y="-387490"/>
            <a:ext cx="1251344" cy="6138620"/>
          </a:xfrm>
          <a:custGeom>
            <a:rect b="b" l="l" r="r" t="t"/>
            <a:pathLst>
              <a:path extrusionOk="0" fill="none" h="89315" w="18206">
                <a:moveTo>
                  <a:pt x="2547" y="89315"/>
                </a:moveTo>
                <a:cubicBezTo>
                  <a:pt x="8404" y="87475"/>
                  <a:pt x="11009" y="85518"/>
                  <a:pt x="7845" y="79896"/>
                </a:cubicBezTo>
                <a:cubicBezTo>
                  <a:pt x="5829" y="76276"/>
                  <a:pt x="2782" y="72508"/>
                  <a:pt x="1296" y="69565"/>
                </a:cubicBezTo>
                <a:cubicBezTo>
                  <a:pt x="192" y="67402"/>
                  <a:pt x="1" y="65400"/>
                  <a:pt x="1311" y="63708"/>
                </a:cubicBezTo>
                <a:cubicBezTo>
                  <a:pt x="4342" y="59852"/>
                  <a:pt x="16425" y="58572"/>
                  <a:pt x="17337" y="53760"/>
                </a:cubicBezTo>
                <a:cubicBezTo>
                  <a:pt x="18205" y="49198"/>
                  <a:pt x="7168" y="42796"/>
                  <a:pt x="6609" y="37086"/>
                </a:cubicBezTo>
                <a:cubicBezTo>
                  <a:pt x="6138" y="32097"/>
                  <a:pt x="14909" y="30949"/>
                  <a:pt x="15527" y="26785"/>
                </a:cubicBezTo>
                <a:cubicBezTo>
                  <a:pt x="16425" y="20604"/>
                  <a:pt x="6300" y="8301"/>
                  <a:pt x="5181" y="1"/>
                </a:cubicBezTo>
              </a:path>
            </a:pathLst>
          </a:custGeom>
          <a:noFill/>
          <a:ln cap="flat" cmpd="sng" w="22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7"/>
          <p:cNvSpPr/>
          <p:nvPr/>
        </p:nvSpPr>
        <p:spPr>
          <a:xfrm>
            <a:off x="7496892" y="-397594"/>
            <a:ext cx="1215878" cy="6180064"/>
          </a:xfrm>
          <a:custGeom>
            <a:rect b="b" l="l" r="r" t="t"/>
            <a:pathLst>
              <a:path extrusionOk="0" fill="none" h="89918" w="17690">
                <a:moveTo>
                  <a:pt x="2340" y="89918"/>
                </a:moveTo>
                <a:cubicBezTo>
                  <a:pt x="8006" y="88122"/>
                  <a:pt x="10361" y="86018"/>
                  <a:pt x="7403" y="80602"/>
                </a:cubicBezTo>
                <a:cubicBezTo>
                  <a:pt x="5460" y="77026"/>
                  <a:pt x="2546" y="73288"/>
                  <a:pt x="1148" y="70448"/>
                </a:cubicBezTo>
                <a:cubicBezTo>
                  <a:pt x="133" y="68358"/>
                  <a:pt x="0" y="66416"/>
                  <a:pt x="1310" y="64738"/>
                </a:cubicBezTo>
                <a:cubicBezTo>
                  <a:pt x="4268" y="60926"/>
                  <a:pt x="15673" y="59440"/>
                  <a:pt x="16718" y="54716"/>
                </a:cubicBezTo>
                <a:cubicBezTo>
                  <a:pt x="17689" y="50272"/>
                  <a:pt x="7388" y="43856"/>
                  <a:pt x="6681" y="38072"/>
                </a:cubicBezTo>
                <a:cubicBezTo>
                  <a:pt x="6078" y="33098"/>
                  <a:pt x="13937" y="31597"/>
                  <a:pt x="14555" y="27476"/>
                </a:cubicBezTo>
                <a:cubicBezTo>
                  <a:pt x="15511" y="21030"/>
                  <a:pt x="6269" y="8315"/>
                  <a:pt x="4768" y="1"/>
                </a:cubicBezTo>
              </a:path>
            </a:pathLst>
          </a:custGeom>
          <a:noFill/>
          <a:ln cap="flat" cmpd="sng" w="22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7"/>
          <p:cNvSpPr/>
          <p:nvPr/>
        </p:nvSpPr>
        <p:spPr>
          <a:xfrm>
            <a:off x="7525210" y="-408728"/>
            <a:ext cx="1178419" cy="6224601"/>
          </a:xfrm>
          <a:custGeom>
            <a:rect b="b" l="l" r="r" t="t"/>
            <a:pathLst>
              <a:path extrusionOk="0" fill="none" h="90566" w="17145">
                <a:moveTo>
                  <a:pt x="2105" y="90565"/>
                </a:moveTo>
                <a:cubicBezTo>
                  <a:pt x="7579" y="88770"/>
                  <a:pt x="9698" y="86563"/>
                  <a:pt x="6932" y="81324"/>
                </a:cubicBezTo>
                <a:cubicBezTo>
                  <a:pt x="5077" y="77792"/>
                  <a:pt x="2296" y="74112"/>
                  <a:pt x="1001" y="71346"/>
                </a:cubicBezTo>
                <a:cubicBezTo>
                  <a:pt x="59" y="69330"/>
                  <a:pt x="0" y="67446"/>
                  <a:pt x="1281" y="65783"/>
                </a:cubicBezTo>
                <a:cubicBezTo>
                  <a:pt x="4209" y="62030"/>
                  <a:pt x="14923" y="60338"/>
                  <a:pt x="16085" y="55673"/>
                </a:cubicBezTo>
                <a:cubicBezTo>
                  <a:pt x="17145" y="51346"/>
                  <a:pt x="7579" y="44930"/>
                  <a:pt x="6740" y="39043"/>
                </a:cubicBezTo>
                <a:cubicBezTo>
                  <a:pt x="6019" y="34069"/>
                  <a:pt x="12936" y="32230"/>
                  <a:pt x="13554" y="28153"/>
                </a:cubicBezTo>
                <a:cubicBezTo>
                  <a:pt x="14570" y="21443"/>
                  <a:pt x="6181" y="8316"/>
                  <a:pt x="4327" y="1"/>
                </a:cubicBezTo>
              </a:path>
            </a:pathLst>
          </a:custGeom>
          <a:noFill/>
          <a:ln cap="flat" cmpd="sng" w="18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7"/>
          <p:cNvSpPr/>
          <p:nvPr/>
        </p:nvSpPr>
        <p:spPr>
          <a:xfrm>
            <a:off x="7550503" y="-419863"/>
            <a:ext cx="1141990" cy="6267076"/>
          </a:xfrm>
          <a:custGeom>
            <a:rect b="b" l="l" r="r" t="t"/>
            <a:pathLst>
              <a:path extrusionOk="0" fill="none" h="91184" w="16615">
                <a:moveTo>
                  <a:pt x="1884" y="91184"/>
                </a:moveTo>
                <a:cubicBezTo>
                  <a:pt x="7196" y="89418"/>
                  <a:pt x="9036" y="87092"/>
                  <a:pt x="6475" y="82059"/>
                </a:cubicBezTo>
                <a:cubicBezTo>
                  <a:pt x="4709" y="78586"/>
                  <a:pt x="2046" y="74937"/>
                  <a:pt x="854" y="72258"/>
                </a:cubicBezTo>
                <a:cubicBezTo>
                  <a:pt x="0" y="70331"/>
                  <a:pt x="15" y="68491"/>
                  <a:pt x="1295" y="66843"/>
                </a:cubicBezTo>
                <a:cubicBezTo>
                  <a:pt x="4165" y="63149"/>
                  <a:pt x="14187" y="61236"/>
                  <a:pt x="15452" y="56659"/>
                </a:cubicBezTo>
                <a:cubicBezTo>
                  <a:pt x="16615" y="52450"/>
                  <a:pt x="7800" y="46019"/>
                  <a:pt x="6784" y="40044"/>
                </a:cubicBezTo>
                <a:cubicBezTo>
                  <a:pt x="5960" y="35100"/>
                  <a:pt x="11965" y="32907"/>
                  <a:pt x="12568" y="28845"/>
                </a:cubicBezTo>
                <a:cubicBezTo>
                  <a:pt x="13628" y="21884"/>
                  <a:pt x="6107" y="8345"/>
                  <a:pt x="3885" y="1"/>
                </a:cubicBezTo>
              </a:path>
            </a:pathLst>
          </a:custGeom>
          <a:noFill/>
          <a:ln cap="flat" cmpd="sng" w="18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7"/>
          <p:cNvSpPr/>
          <p:nvPr/>
        </p:nvSpPr>
        <p:spPr>
          <a:xfrm>
            <a:off x="7571741" y="-428935"/>
            <a:ext cx="1111679" cy="6307490"/>
          </a:xfrm>
          <a:custGeom>
            <a:rect b="b" l="l" r="r" t="t"/>
            <a:pathLst>
              <a:path extrusionOk="0" fill="none" h="91772" w="16174">
                <a:moveTo>
                  <a:pt x="1737" y="91772"/>
                </a:moveTo>
                <a:cubicBezTo>
                  <a:pt x="6873" y="90050"/>
                  <a:pt x="8462" y="87578"/>
                  <a:pt x="6093" y="82751"/>
                </a:cubicBezTo>
                <a:cubicBezTo>
                  <a:pt x="4415" y="79307"/>
                  <a:pt x="1869" y="75716"/>
                  <a:pt x="780" y="73126"/>
                </a:cubicBezTo>
                <a:cubicBezTo>
                  <a:pt x="0" y="71287"/>
                  <a:pt x="118" y="69506"/>
                  <a:pt x="1369" y="67887"/>
                </a:cubicBezTo>
                <a:cubicBezTo>
                  <a:pt x="4180" y="64237"/>
                  <a:pt x="13539" y="62104"/>
                  <a:pt x="14923" y="57615"/>
                </a:cubicBezTo>
                <a:cubicBezTo>
                  <a:pt x="16174" y="53539"/>
                  <a:pt x="8124" y="47078"/>
                  <a:pt x="6961" y="41015"/>
                </a:cubicBezTo>
                <a:cubicBezTo>
                  <a:pt x="6004" y="36085"/>
                  <a:pt x="11082" y="33554"/>
                  <a:pt x="11700" y="29522"/>
                </a:cubicBezTo>
                <a:cubicBezTo>
                  <a:pt x="12833" y="22311"/>
                  <a:pt x="6152" y="8374"/>
                  <a:pt x="3576" y="1"/>
                </a:cubicBezTo>
              </a:path>
            </a:pathLst>
          </a:custGeom>
          <a:noFill/>
          <a:ln cap="flat" cmpd="sng" w="14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7"/>
          <p:cNvSpPr/>
          <p:nvPr/>
        </p:nvSpPr>
        <p:spPr>
          <a:xfrm>
            <a:off x="7593942" y="-439039"/>
            <a:ext cx="1078344" cy="6350996"/>
          </a:xfrm>
          <a:custGeom>
            <a:rect b="b" l="l" r="r" t="t"/>
            <a:pathLst>
              <a:path extrusionOk="0" fill="none" h="92405" w="15689">
                <a:moveTo>
                  <a:pt x="1561" y="92404"/>
                </a:moveTo>
                <a:cubicBezTo>
                  <a:pt x="6520" y="90697"/>
                  <a:pt x="7874" y="88122"/>
                  <a:pt x="5681" y="83457"/>
                </a:cubicBezTo>
                <a:cubicBezTo>
                  <a:pt x="4092" y="80057"/>
                  <a:pt x="1649" y="76525"/>
                  <a:pt x="678" y="74024"/>
                </a:cubicBezTo>
                <a:cubicBezTo>
                  <a:pt x="1" y="72258"/>
                  <a:pt x="163" y="70536"/>
                  <a:pt x="1399" y="68932"/>
                </a:cubicBezTo>
                <a:cubicBezTo>
                  <a:pt x="4151" y="65341"/>
                  <a:pt x="12834" y="62986"/>
                  <a:pt x="14320" y="58572"/>
                </a:cubicBezTo>
                <a:cubicBezTo>
                  <a:pt x="15689" y="54598"/>
                  <a:pt x="8360" y="48138"/>
                  <a:pt x="7035" y="42001"/>
                </a:cubicBezTo>
                <a:cubicBezTo>
                  <a:pt x="5976" y="37086"/>
                  <a:pt x="10111" y="34201"/>
                  <a:pt x="10744" y="30213"/>
                </a:cubicBezTo>
                <a:cubicBezTo>
                  <a:pt x="11921" y="22737"/>
                  <a:pt x="6108" y="8389"/>
                  <a:pt x="3165" y="0"/>
                </a:cubicBezTo>
              </a:path>
            </a:pathLst>
          </a:custGeom>
          <a:noFill/>
          <a:ln cap="flat" cmpd="sng" w="14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7"/>
          <p:cNvSpPr/>
          <p:nvPr/>
        </p:nvSpPr>
        <p:spPr>
          <a:xfrm>
            <a:off x="7616211" y="-450173"/>
            <a:ext cx="1047964" cy="6393471"/>
          </a:xfrm>
          <a:custGeom>
            <a:rect b="b" l="l" r="r" t="t"/>
            <a:pathLst>
              <a:path extrusionOk="0" fill="none" h="93023" w="15247">
                <a:moveTo>
                  <a:pt x="1399" y="93023"/>
                </a:moveTo>
                <a:cubicBezTo>
                  <a:pt x="6182" y="91330"/>
                  <a:pt x="7285" y="88622"/>
                  <a:pt x="5299" y="84178"/>
                </a:cubicBezTo>
                <a:cubicBezTo>
                  <a:pt x="3812" y="80823"/>
                  <a:pt x="1472" y="77335"/>
                  <a:pt x="604" y="74922"/>
                </a:cubicBezTo>
                <a:cubicBezTo>
                  <a:pt x="1" y="73229"/>
                  <a:pt x="266" y="71551"/>
                  <a:pt x="1472" y="69977"/>
                </a:cubicBezTo>
                <a:cubicBezTo>
                  <a:pt x="4180" y="66445"/>
                  <a:pt x="12186" y="63884"/>
                  <a:pt x="13805" y="59543"/>
                </a:cubicBezTo>
                <a:cubicBezTo>
                  <a:pt x="15247" y="55687"/>
                  <a:pt x="8698" y="49227"/>
                  <a:pt x="7212" y="42987"/>
                </a:cubicBezTo>
                <a:cubicBezTo>
                  <a:pt x="6034" y="38072"/>
                  <a:pt x="9243" y="34864"/>
                  <a:pt x="9861" y="30905"/>
                </a:cubicBezTo>
                <a:cubicBezTo>
                  <a:pt x="11097" y="23179"/>
                  <a:pt x="6152" y="8418"/>
                  <a:pt x="2841" y="0"/>
                </a:cubicBezTo>
              </a:path>
            </a:pathLst>
          </a:custGeom>
          <a:noFill/>
          <a:ln cap="flat" cmpd="sng" w="11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7"/>
          <p:cNvSpPr/>
          <p:nvPr/>
        </p:nvSpPr>
        <p:spPr>
          <a:xfrm>
            <a:off x="7636419" y="-461308"/>
            <a:ext cx="1015660" cy="6438008"/>
          </a:xfrm>
          <a:custGeom>
            <a:rect b="b" l="l" r="r" t="t"/>
            <a:pathLst>
              <a:path extrusionOk="0" fill="none" h="93671" w="14777">
                <a:moveTo>
                  <a:pt x="1252" y="93670"/>
                </a:moveTo>
                <a:cubicBezTo>
                  <a:pt x="5873" y="91993"/>
                  <a:pt x="6712" y="89152"/>
                  <a:pt x="4916" y="84914"/>
                </a:cubicBezTo>
                <a:cubicBezTo>
                  <a:pt x="3518" y="81603"/>
                  <a:pt x="1296" y="78159"/>
                  <a:pt x="531" y="75819"/>
                </a:cubicBezTo>
                <a:cubicBezTo>
                  <a:pt x="1" y="74201"/>
                  <a:pt x="354" y="72582"/>
                  <a:pt x="1532" y="71022"/>
                </a:cubicBezTo>
                <a:cubicBezTo>
                  <a:pt x="4180" y="67549"/>
                  <a:pt x="11480" y="64767"/>
                  <a:pt x="13231" y="60500"/>
                </a:cubicBezTo>
                <a:cubicBezTo>
                  <a:pt x="14776" y="56747"/>
                  <a:pt x="8978" y="50272"/>
                  <a:pt x="7330" y="43958"/>
                </a:cubicBezTo>
                <a:cubicBezTo>
                  <a:pt x="6035" y="39073"/>
                  <a:pt x="8301" y="35496"/>
                  <a:pt x="8919" y="31582"/>
                </a:cubicBezTo>
                <a:cubicBezTo>
                  <a:pt x="10214" y="23591"/>
                  <a:pt x="6108" y="8418"/>
                  <a:pt x="2444" y="1"/>
                </a:cubicBezTo>
              </a:path>
            </a:pathLst>
          </a:custGeom>
          <a:noFill/>
          <a:ln cap="flat" cmpd="sng" w="7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7"/>
          <p:cNvSpPr/>
          <p:nvPr/>
        </p:nvSpPr>
        <p:spPr>
          <a:xfrm>
            <a:off x="7657726" y="-471412"/>
            <a:ext cx="984249" cy="6479452"/>
          </a:xfrm>
          <a:custGeom>
            <a:rect b="b" l="l" r="r" t="t"/>
            <a:pathLst>
              <a:path extrusionOk="0" fill="none" h="94274" w="14320">
                <a:moveTo>
                  <a:pt x="1089" y="94274"/>
                </a:moveTo>
                <a:cubicBezTo>
                  <a:pt x="5519" y="92640"/>
                  <a:pt x="6137" y="89667"/>
                  <a:pt x="4503" y="85620"/>
                </a:cubicBezTo>
                <a:cubicBezTo>
                  <a:pt x="3208" y="82353"/>
                  <a:pt x="1104" y="78968"/>
                  <a:pt x="442" y="76717"/>
                </a:cubicBezTo>
                <a:cubicBezTo>
                  <a:pt x="0" y="75172"/>
                  <a:pt x="427" y="73612"/>
                  <a:pt x="1589" y="72067"/>
                </a:cubicBezTo>
                <a:cubicBezTo>
                  <a:pt x="4180" y="68652"/>
                  <a:pt x="10802" y="65650"/>
                  <a:pt x="12686" y="61471"/>
                </a:cubicBezTo>
                <a:cubicBezTo>
                  <a:pt x="14319" y="57836"/>
                  <a:pt x="9271" y="51361"/>
                  <a:pt x="7447" y="44959"/>
                </a:cubicBezTo>
                <a:cubicBezTo>
                  <a:pt x="6078" y="40073"/>
                  <a:pt x="7402" y="36159"/>
                  <a:pt x="8021" y="32273"/>
                </a:cubicBezTo>
                <a:cubicBezTo>
                  <a:pt x="9389" y="24062"/>
                  <a:pt x="6122" y="8462"/>
                  <a:pt x="2104" y="0"/>
                </a:cubicBezTo>
              </a:path>
            </a:pathLst>
          </a:custGeom>
          <a:noFill/>
          <a:ln cap="flat" cmpd="sng" w="7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7"/>
          <p:cNvSpPr/>
          <p:nvPr/>
        </p:nvSpPr>
        <p:spPr>
          <a:xfrm>
            <a:off x="7679926" y="-483577"/>
            <a:ext cx="951945" cy="6522958"/>
          </a:xfrm>
          <a:custGeom>
            <a:rect b="b" l="l" r="r" t="t"/>
            <a:pathLst>
              <a:path extrusionOk="0" fill="none" h="94907" w="13850">
                <a:moveTo>
                  <a:pt x="928" y="94907"/>
                </a:moveTo>
                <a:cubicBezTo>
                  <a:pt x="5196" y="93288"/>
                  <a:pt x="5564" y="90197"/>
                  <a:pt x="4121" y="86357"/>
                </a:cubicBezTo>
                <a:cubicBezTo>
                  <a:pt x="2900" y="83119"/>
                  <a:pt x="899" y="79793"/>
                  <a:pt x="369" y="77630"/>
                </a:cubicBezTo>
                <a:cubicBezTo>
                  <a:pt x="1" y="76187"/>
                  <a:pt x="486" y="74672"/>
                  <a:pt x="1649" y="73141"/>
                </a:cubicBezTo>
                <a:cubicBezTo>
                  <a:pt x="4180" y="69786"/>
                  <a:pt x="10126" y="66563"/>
                  <a:pt x="12142" y="62457"/>
                </a:cubicBezTo>
                <a:cubicBezTo>
                  <a:pt x="13849" y="58940"/>
                  <a:pt x="9596" y="52435"/>
                  <a:pt x="7609" y="45960"/>
                </a:cubicBezTo>
                <a:cubicBezTo>
                  <a:pt x="6123" y="41089"/>
                  <a:pt x="6505" y="36836"/>
                  <a:pt x="7138" y="32966"/>
                </a:cubicBezTo>
                <a:cubicBezTo>
                  <a:pt x="8551" y="24489"/>
                  <a:pt x="6152" y="8492"/>
                  <a:pt x="1767" y="1"/>
                </a:cubicBezTo>
              </a:path>
            </a:pathLst>
          </a:custGeom>
          <a:noFill/>
          <a:ln cap="flat" cmpd="sng" w="47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7"/>
          <p:cNvSpPr/>
          <p:nvPr/>
        </p:nvSpPr>
        <p:spPr>
          <a:xfrm>
            <a:off x="7702195" y="-492650"/>
            <a:ext cx="917510" cy="6564402"/>
          </a:xfrm>
          <a:custGeom>
            <a:rect b="b" l="l" r="r" t="t"/>
            <a:pathLst>
              <a:path extrusionOk="0" fill="none" h="95510" w="13349">
                <a:moveTo>
                  <a:pt x="751" y="95510"/>
                </a:moveTo>
                <a:cubicBezTo>
                  <a:pt x="4842" y="93920"/>
                  <a:pt x="4975" y="90697"/>
                  <a:pt x="3724" y="87048"/>
                </a:cubicBezTo>
                <a:cubicBezTo>
                  <a:pt x="2620" y="83869"/>
                  <a:pt x="692" y="80602"/>
                  <a:pt x="280" y="78527"/>
                </a:cubicBezTo>
                <a:cubicBezTo>
                  <a:pt x="1" y="77144"/>
                  <a:pt x="575" y="75687"/>
                  <a:pt x="1693" y="74171"/>
                </a:cubicBezTo>
                <a:cubicBezTo>
                  <a:pt x="4180" y="70860"/>
                  <a:pt x="9434" y="67431"/>
                  <a:pt x="11553" y="63413"/>
                </a:cubicBezTo>
                <a:cubicBezTo>
                  <a:pt x="13348" y="60014"/>
                  <a:pt x="9875" y="53494"/>
                  <a:pt x="7712" y="46931"/>
                </a:cubicBezTo>
                <a:cubicBezTo>
                  <a:pt x="6108" y="42074"/>
                  <a:pt x="5549" y="37483"/>
                  <a:pt x="6181" y="33657"/>
                </a:cubicBezTo>
                <a:cubicBezTo>
                  <a:pt x="7653" y="24915"/>
                  <a:pt x="6108" y="8506"/>
                  <a:pt x="1354" y="0"/>
                </a:cubicBezTo>
              </a:path>
            </a:pathLst>
          </a:custGeom>
          <a:noFill/>
          <a:ln cap="flat" cmpd="sng" w="47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7"/>
          <p:cNvSpPr/>
          <p:nvPr/>
        </p:nvSpPr>
        <p:spPr>
          <a:xfrm rot="10800000">
            <a:off x="5220350" y="-33463"/>
            <a:ext cx="1716594" cy="5839232"/>
          </a:xfrm>
          <a:custGeom>
            <a:rect b="b" l="l" r="r" t="t"/>
            <a:pathLst>
              <a:path extrusionOk="0" fill="none" h="84959" w="24975">
                <a:moveTo>
                  <a:pt x="6182" y="84959"/>
                </a:moveTo>
                <a:cubicBezTo>
                  <a:pt x="13245" y="82942"/>
                  <a:pt x="17705" y="81809"/>
                  <a:pt x="13113" y="74878"/>
                </a:cubicBezTo>
                <a:cubicBezTo>
                  <a:pt x="8536" y="67917"/>
                  <a:pt x="1" y="60603"/>
                  <a:pt x="3400" y="56350"/>
                </a:cubicBezTo>
                <a:cubicBezTo>
                  <a:pt x="6800" y="52097"/>
                  <a:pt x="23576" y="52362"/>
                  <a:pt x="23724" y="46990"/>
                </a:cubicBezTo>
                <a:cubicBezTo>
                  <a:pt x="23871" y="41619"/>
                  <a:pt x="7756" y="35291"/>
                  <a:pt x="8198" y="30184"/>
                </a:cubicBezTo>
                <a:cubicBezTo>
                  <a:pt x="8639" y="25092"/>
                  <a:pt x="23856" y="26358"/>
                  <a:pt x="24401" y="21972"/>
                </a:cubicBezTo>
                <a:cubicBezTo>
                  <a:pt x="24975" y="17572"/>
                  <a:pt x="8801" y="8139"/>
                  <a:pt x="10184" y="1"/>
                </a:cubicBezTo>
              </a:path>
            </a:pathLst>
          </a:custGeom>
          <a:noFill/>
          <a:ln cap="flat" cmpd="sng" w="40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7"/>
          <p:cNvSpPr/>
          <p:nvPr/>
        </p:nvSpPr>
        <p:spPr>
          <a:xfrm rot="10800000">
            <a:off x="5257809" y="-64804"/>
            <a:ext cx="1517270" cy="5881638"/>
          </a:xfrm>
          <a:custGeom>
            <a:rect b="b" l="l" r="r" t="t"/>
            <a:pathLst>
              <a:path extrusionOk="0" fill="none" h="85576" w="22075">
                <a:moveTo>
                  <a:pt x="3974" y="85576"/>
                </a:moveTo>
                <a:cubicBezTo>
                  <a:pt x="10861" y="83604"/>
                  <a:pt x="15055" y="82338"/>
                  <a:pt x="10684" y="75583"/>
                </a:cubicBezTo>
                <a:cubicBezTo>
                  <a:pt x="8168" y="71669"/>
                  <a:pt x="4386" y="67636"/>
                  <a:pt x="2252" y="64163"/>
                </a:cubicBezTo>
                <a:cubicBezTo>
                  <a:pt x="663" y="61544"/>
                  <a:pt x="0" y="59219"/>
                  <a:pt x="1428" y="57394"/>
                </a:cubicBezTo>
                <a:cubicBezTo>
                  <a:pt x="4783" y="53200"/>
                  <a:pt x="20868" y="53229"/>
                  <a:pt x="21133" y="47931"/>
                </a:cubicBezTo>
                <a:cubicBezTo>
                  <a:pt x="21369" y="42677"/>
                  <a:pt x="5990" y="36335"/>
                  <a:pt x="6284" y="31155"/>
                </a:cubicBezTo>
                <a:cubicBezTo>
                  <a:pt x="6579" y="26077"/>
                  <a:pt x="20898" y="27005"/>
                  <a:pt x="21457" y="22649"/>
                </a:cubicBezTo>
                <a:cubicBezTo>
                  <a:pt x="22075" y="18013"/>
                  <a:pt x="6755" y="8153"/>
                  <a:pt x="7800" y="0"/>
                </a:cubicBezTo>
              </a:path>
            </a:pathLst>
          </a:custGeom>
          <a:noFill/>
          <a:ln cap="flat" cmpd="sng" w="36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7"/>
          <p:cNvSpPr/>
          <p:nvPr/>
        </p:nvSpPr>
        <p:spPr>
          <a:xfrm rot="10800000">
            <a:off x="5295200" y="-97176"/>
            <a:ext cx="1453624" cy="5923151"/>
          </a:xfrm>
          <a:custGeom>
            <a:rect b="b" l="l" r="r" t="t"/>
            <a:pathLst>
              <a:path extrusionOk="0" fill="none" h="86180" w="21149">
                <a:moveTo>
                  <a:pt x="3754" y="86180"/>
                </a:moveTo>
                <a:cubicBezTo>
                  <a:pt x="10464" y="84237"/>
                  <a:pt x="14408" y="82868"/>
                  <a:pt x="10229" y="76290"/>
                </a:cubicBezTo>
                <a:cubicBezTo>
                  <a:pt x="7786" y="72420"/>
                  <a:pt x="4136" y="68432"/>
                  <a:pt x="2120" y="65047"/>
                </a:cubicBezTo>
                <a:cubicBezTo>
                  <a:pt x="590" y="62516"/>
                  <a:pt x="1" y="60235"/>
                  <a:pt x="1428" y="58439"/>
                </a:cubicBezTo>
                <a:cubicBezTo>
                  <a:pt x="4725" y="54304"/>
                  <a:pt x="20163" y="54127"/>
                  <a:pt x="20530" y="48918"/>
                </a:cubicBezTo>
                <a:cubicBezTo>
                  <a:pt x="20898" y="43782"/>
                  <a:pt x="6197" y="37424"/>
                  <a:pt x="6358" y="32156"/>
                </a:cubicBezTo>
                <a:cubicBezTo>
                  <a:pt x="6535" y="27093"/>
                  <a:pt x="19927" y="27667"/>
                  <a:pt x="20486" y="23341"/>
                </a:cubicBezTo>
                <a:cubicBezTo>
                  <a:pt x="21149" y="18455"/>
                  <a:pt x="6712" y="8183"/>
                  <a:pt x="7374" y="1"/>
                </a:cubicBezTo>
              </a:path>
            </a:pathLst>
          </a:custGeom>
          <a:noFill/>
          <a:ln cap="flat" cmpd="sng" w="33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7"/>
          <p:cNvSpPr/>
          <p:nvPr/>
        </p:nvSpPr>
        <p:spPr>
          <a:xfrm rot="10800000">
            <a:off x="5325580" y="-129547"/>
            <a:ext cx="1396919" cy="5966657"/>
          </a:xfrm>
          <a:custGeom>
            <a:rect b="b" l="l" r="r" t="t"/>
            <a:pathLst>
              <a:path extrusionOk="0" fill="none" h="86813" w="20324">
                <a:moveTo>
                  <a:pt x="3518" y="86813"/>
                </a:moveTo>
                <a:cubicBezTo>
                  <a:pt x="10067" y="84870"/>
                  <a:pt x="13731" y="83398"/>
                  <a:pt x="9758" y="76997"/>
                </a:cubicBezTo>
                <a:cubicBezTo>
                  <a:pt x="7374" y="73200"/>
                  <a:pt x="3871" y="69241"/>
                  <a:pt x="1958" y="65945"/>
                </a:cubicBezTo>
                <a:cubicBezTo>
                  <a:pt x="516" y="63487"/>
                  <a:pt x="1" y="61250"/>
                  <a:pt x="1399" y="59484"/>
                </a:cubicBezTo>
                <a:cubicBezTo>
                  <a:pt x="4636" y="55408"/>
                  <a:pt x="19412" y="54996"/>
                  <a:pt x="19868" y="49860"/>
                </a:cubicBezTo>
                <a:cubicBezTo>
                  <a:pt x="20324" y="44841"/>
                  <a:pt x="6373" y="38484"/>
                  <a:pt x="6402" y="33127"/>
                </a:cubicBezTo>
                <a:cubicBezTo>
                  <a:pt x="6417" y="28080"/>
                  <a:pt x="18897" y="28315"/>
                  <a:pt x="19485" y="24018"/>
                </a:cubicBezTo>
                <a:cubicBezTo>
                  <a:pt x="20177" y="18867"/>
                  <a:pt x="6623" y="8198"/>
                  <a:pt x="6917" y="1"/>
                </a:cubicBezTo>
              </a:path>
            </a:pathLst>
          </a:custGeom>
          <a:noFill/>
          <a:ln cap="flat" cmpd="sng" w="33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7"/>
          <p:cNvSpPr/>
          <p:nvPr/>
        </p:nvSpPr>
        <p:spPr>
          <a:xfrm rot="10800000">
            <a:off x="5334653" y="-160888"/>
            <a:ext cx="1361522" cy="6009133"/>
          </a:xfrm>
          <a:custGeom>
            <a:rect b="b" l="l" r="r" t="t"/>
            <a:pathLst>
              <a:path extrusionOk="0" fill="none" h="87431" w="19809">
                <a:moveTo>
                  <a:pt x="3282" y="87431"/>
                </a:moveTo>
                <a:cubicBezTo>
                  <a:pt x="9639" y="85532"/>
                  <a:pt x="13054" y="83914"/>
                  <a:pt x="9272" y="77718"/>
                </a:cubicBezTo>
                <a:cubicBezTo>
                  <a:pt x="6991" y="73951"/>
                  <a:pt x="3591" y="70051"/>
                  <a:pt x="1781" y="66828"/>
                </a:cubicBezTo>
                <a:cubicBezTo>
                  <a:pt x="442" y="64429"/>
                  <a:pt x="0" y="62266"/>
                  <a:pt x="1384" y="60515"/>
                </a:cubicBezTo>
                <a:cubicBezTo>
                  <a:pt x="4562" y="56482"/>
                  <a:pt x="18661" y="55864"/>
                  <a:pt x="19249" y="50816"/>
                </a:cubicBezTo>
                <a:cubicBezTo>
                  <a:pt x="19809" y="45916"/>
                  <a:pt x="6564" y="39544"/>
                  <a:pt x="6461" y="34099"/>
                </a:cubicBezTo>
                <a:cubicBezTo>
                  <a:pt x="6343" y="29066"/>
                  <a:pt x="17895" y="28948"/>
                  <a:pt x="18514" y="24695"/>
                </a:cubicBezTo>
                <a:cubicBezTo>
                  <a:pt x="19264" y="19294"/>
                  <a:pt x="6549" y="8198"/>
                  <a:pt x="6490" y="1"/>
                </a:cubicBezTo>
              </a:path>
            </a:pathLst>
          </a:custGeom>
          <a:noFill/>
          <a:ln cap="flat" cmpd="sng" w="29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7"/>
          <p:cNvSpPr/>
          <p:nvPr/>
        </p:nvSpPr>
        <p:spPr>
          <a:xfrm rot="10800000">
            <a:off x="5342763" y="-193259"/>
            <a:ext cx="1325094" cy="6053601"/>
          </a:xfrm>
          <a:custGeom>
            <a:rect b="b" l="l" r="r" t="t"/>
            <a:pathLst>
              <a:path extrusionOk="0" fill="none" h="88078" w="19279">
                <a:moveTo>
                  <a:pt x="3032" y="88078"/>
                </a:moveTo>
                <a:cubicBezTo>
                  <a:pt x="9227" y="86209"/>
                  <a:pt x="12362" y="84472"/>
                  <a:pt x="8815" y="78483"/>
                </a:cubicBezTo>
                <a:cubicBezTo>
                  <a:pt x="6623" y="74759"/>
                  <a:pt x="3341" y="70904"/>
                  <a:pt x="1634" y="67769"/>
                </a:cubicBezTo>
                <a:cubicBezTo>
                  <a:pt x="368" y="65459"/>
                  <a:pt x="0" y="63339"/>
                  <a:pt x="1369" y="61618"/>
                </a:cubicBezTo>
                <a:cubicBezTo>
                  <a:pt x="4503" y="57630"/>
                  <a:pt x="17925" y="56805"/>
                  <a:pt x="18617" y="51831"/>
                </a:cubicBezTo>
                <a:cubicBezTo>
                  <a:pt x="19279" y="47048"/>
                  <a:pt x="6770" y="40632"/>
                  <a:pt x="6520" y="35113"/>
                </a:cubicBezTo>
                <a:cubicBezTo>
                  <a:pt x="6284" y="30095"/>
                  <a:pt x="16924" y="29639"/>
                  <a:pt x="17528" y="25401"/>
                </a:cubicBezTo>
                <a:cubicBezTo>
                  <a:pt x="18337" y="19735"/>
                  <a:pt x="6490" y="8241"/>
                  <a:pt x="6063" y="0"/>
                </a:cubicBezTo>
              </a:path>
            </a:pathLst>
          </a:custGeom>
          <a:noFill/>
          <a:ln cap="flat" cmpd="sng" w="29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7"/>
          <p:cNvSpPr/>
          <p:nvPr/>
        </p:nvSpPr>
        <p:spPr>
          <a:xfrm rot="10800000">
            <a:off x="5352867" y="-224600"/>
            <a:ext cx="1288734" cy="6095045"/>
          </a:xfrm>
          <a:custGeom>
            <a:rect b="b" l="l" r="r" t="t"/>
            <a:pathLst>
              <a:path extrusionOk="0" fill="none" h="88681" w="18750">
                <a:moveTo>
                  <a:pt x="2797" y="88681"/>
                </a:moveTo>
                <a:cubicBezTo>
                  <a:pt x="8816" y="86827"/>
                  <a:pt x="11686" y="84987"/>
                  <a:pt x="8330" y="79174"/>
                </a:cubicBezTo>
                <a:cubicBezTo>
                  <a:pt x="6226" y="75524"/>
                  <a:pt x="3077" y="71698"/>
                  <a:pt x="1473" y="68652"/>
                </a:cubicBezTo>
                <a:cubicBezTo>
                  <a:pt x="295" y="66430"/>
                  <a:pt x="1" y="64369"/>
                  <a:pt x="1340" y="62648"/>
                </a:cubicBezTo>
                <a:cubicBezTo>
                  <a:pt x="4416" y="58718"/>
                  <a:pt x="17160" y="57674"/>
                  <a:pt x="17970" y="52788"/>
                </a:cubicBezTo>
                <a:cubicBezTo>
                  <a:pt x="18750" y="48108"/>
                  <a:pt x="6976" y="41706"/>
                  <a:pt x="6564" y="36099"/>
                </a:cubicBezTo>
                <a:cubicBezTo>
                  <a:pt x="6226" y="31096"/>
                  <a:pt x="15909" y="30286"/>
                  <a:pt x="16527" y="26092"/>
                </a:cubicBezTo>
                <a:cubicBezTo>
                  <a:pt x="17381" y="20161"/>
                  <a:pt x="6403" y="8256"/>
                  <a:pt x="5608" y="0"/>
                </a:cubicBezTo>
              </a:path>
            </a:pathLst>
          </a:custGeom>
          <a:noFill/>
          <a:ln cap="flat" cmpd="sng" w="25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7"/>
          <p:cNvSpPr/>
          <p:nvPr/>
        </p:nvSpPr>
        <p:spPr>
          <a:xfrm rot="10800000">
            <a:off x="5361939" y="-258002"/>
            <a:ext cx="1251344" cy="6138620"/>
          </a:xfrm>
          <a:custGeom>
            <a:rect b="b" l="l" r="r" t="t"/>
            <a:pathLst>
              <a:path extrusionOk="0" fill="none" h="89315" w="18206">
                <a:moveTo>
                  <a:pt x="2547" y="89315"/>
                </a:moveTo>
                <a:cubicBezTo>
                  <a:pt x="8404" y="87475"/>
                  <a:pt x="11009" y="85518"/>
                  <a:pt x="7845" y="79896"/>
                </a:cubicBezTo>
                <a:cubicBezTo>
                  <a:pt x="5829" y="76276"/>
                  <a:pt x="2782" y="72508"/>
                  <a:pt x="1296" y="69565"/>
                </a:cubicBezTo>
                <a:cubicBezTo>
                  <a:pt x="192" y="67402"/>
                  <a:pt x="1" y="65400"/>
                  <a:pt x="1311" y="63708"/>
                </a:cubicBezTo>
                <a:cubicBezTo>
                  <a:pt x="4342" y="59852"/>
                  <a:pt x="16425" y="58572"/>
                  <a:pt x="17337" y="53760"/>
                </a:cubicBezTo>
                <a:cubicBezTo>
                  <a:pt x="18205" y="49198"/>
                  <a:pt x="7168" y="42796"/>
                  <a:pt x="6609" y="37086"/>
                </a:cubicBezTo>
                <a:cubicBezTo>
                  <a:pt x="6138" y="32097"/>
                  <a:pt x="14909" y="30949"/>
                  <a:pt x="15527" y="26785"/>
                </a:cubicBezTo>
                <a:cubicBezTo>
                  <a:pt x="16425" y="20604"/>
                  <a:pt x="6300" y="8301"/>
                  <a:pt x="5181" y="1"/>
                </a:cubicBezTo>
              </a:path>
            </a:pathLst>
          </a:custGeom>
          <a:noFill/>
          <a:ln cap="flat" cmpd="sng" w="22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7"/>
          <p:cNvSpPr/>
          <p:nvPr/>
        </p:nvSpPr>
        <p:spPr>
          <a:xfrm rot="10800000">
            <a:off x="5373074" y="-289343"/>
            <a:ext cx="1215878" cy="6180064"/>
          </a:xfrm>
          <a:custGeom>
            <a:rect b="b" l="l" r="r" t="t"/>
            <a:pathLst>
              <a:path extrusionOk="0" fill="none" h="89918" w="17690">
                <a:moveTo>
                  <a:pt x="2340" y="89918"/>
                </a:moveTo>
                <a:cubicBezTo>
                  <a:pt x="8006" y="88122"/>
                  <a:pt x="10361" y="86018"/>
                  <a:pt x="7403" y="80602"/>
                </a:cubicBezTo>
                <a:cubicBezTo>
                  <a:pt x="5460" y="77026"/>
                  <a:pt x="2546" y="73288"/>
                  <a:pt x="1148" y="70448"/>
                </a:cubicBezTo>
                <a:cubicBezTo>
                  <a:pt x="133" y="68358"/>
                  <a:pt x="0" y="66416"/>
                  <a:pt x="1310" y="64738"/>
                </a:cubicBezTo>
                <a:cubicBezTo>
                  <a:pt x="4268" y="60926"/>
                  <a:pt x="15673" y="59440"/>
                  <a:pt x="16718" y="54716"/>
                </a:cubicBezTo>
                <a:cubicBezTo>
                  <a:pt x="17689" y="50272"/>
                  <a:pt x="7388" y="43856"/>
                  <a:pt x="6681" y="38072"/>
                </a:cubicBezTo>
                <a:cubicBezTo>
                  <a:pt x="6078" y="33098"/>
                  <a:pt x="13937" y="31597"/>
                  <a:pt x="14555" y="27476"/>
                </a:cubicBezTo>
                <a:cubicBezTo>
                  <a:pt x="15511" y="21030"/>
                  <a:pt x="6269" y="8315"/>
                  <a:pt x="4768" y="1"/>
                </a:cubicBezTo>
              </a:path>
            </a:pathLst>
          </a:custGeom>
          <a:noFill/>
          <a:ln cap="flat" cmpd="sng" w="22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7"/>
          <p:cNvSpPr/>
          <p:nvPr/>
        </p:nvSpPr>
        <p:spPr>
          <a:xfrm rot="10800000">
            <a:off x="5382216" y="-322745"/>
            <a:ext cx="1178419" cy="6224601"/>
          </a:xfrm>
          <a:custGeom>
            <a:rect b="b" l="l" r="r" t="t"/>
            <a:pathLst>
              <a:path extrusionOk="0" fill="none" h="90566" w="17145">
                <a:moveTo>
                  <a:pt x="2105" y="90565"/>
                </a:moveTo>
                <a:cubicBezTo>
                  <a:pt x="7579" y="88770"/>
                  <a:pt x="9698" y="86563"/>
                  <a:pt x="6932" y="81324"/>
                </a:cubicBezTo>
                <a:cubicBezTo>
                  <a:pt x="5077" y="77792"/>
                  <a:pt x="2296" y="74112"/>
                  <a:pt x="1001" y="71346"/>
                </a:cubicBezTo>
                <a:cubicBezTo>
                  <a:pt x="59" y="69330"/>
                  <a:pt x="0" y="67446"/>
                  <a:pt x="1281" y="65783"/>
                </a:cubicBezTo>
                <a:cubicBezTo>
                  <a:pt x="4209" y="62030"/>
                  <a:pt x="14923" y="60338"/>
                  <a:pt x="16085" y="55673"/>
                </a:cubicBezTo>
                <a:cubicBezTo>
                  <a:pt x="17145" y="51346"/>
                  <a:pt x="7579" y="44930"/>
                  <a:pt x="6740" y="39043"/>
                </a:cubicBezTo>
                <a:cubicBezTo>
                  <a:pt x="6019" y="34069"/>
                  <a:pt x="12936" y="32230"/>
                  <a:pt x="13554" y="28153"/>
                </a:cubicBezTo>
                <a:cubicBezTo>
                  <a:pt x="14570" y="21443"/>
                  <a:pt x="6181" y="8316"/>
                  <a:pt x="4327" y="1"/>
                </a:cubicBezTo>
              </a:path>
            </a:pathLst>
          </a:custGeom>
          <a:noFill/>
          <a:ln cap="flat" cmpd="sng" w="18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7"/>
          <p:cNvSpPr/>
          <p:nvPr/>
        </p:nvSpPr>
        <p:spPr>
          <a:xfrm rot="10800000">
            <a:off x="5393350" y="-354086"/>
            <a:ext cx="1141990" cy="6267076"/>
          </a:xfrm>
          <a:custGeom>
            <a:rect b="b" l="l" r="r" t="t"/>
            <a:pathLst>
              <a:path extrusionOk="0" fill="none" h="91184" w="16615">
                <a:moveTo>
                  <a:pt x="1884" y="91184"/>
                </a:moveTo>
                <a:cubicBezTo>
                  <a:pt x="7196" y="89418"/>
                  <a:pt x="9036" y="87092"/>
                  <a:pt x="6475" y="82059"/>
                </a:cubicBezTo>
                <a:cubicBezTo>
                  <a:pt x="4709" y="78586"/>
                  <a:pt x="2046" y="74937"/>
                  <a:pt x="854" y="72258"/>
                </a:cubicBezTo>
                <a:cubicBezTo>
                  <a:pt x="0" y="70331"/>
                  <a:pt x="15" y="68491"/>
                  <a:pt x="1295" y="66843"/>
                </a:cubicBezTo>
                <a:cubicBezTo>
                  <a:pt x="4165" y="63149"/>
                  <a:pt x="14187" y="61236"/>
                  <a:pt x="15452" y="56659"/>
                </a:cubicBezTo>
                <a:cubicBezTo>
                  <a:pt x="16615" y="52450"/>
                  <a:pt x="7800" y="46019"/>
                  <a:pt x="6784" y="40044"/>
                </a:cubicBezTo>
                <a:cubicBezTo>
                  <a:pt x="5960" y="35100"/>
                  <a:pt x="11965" y="32907"/>
                  <a:pt x="12568" y="28845"/>
                </a:cubicBezTo>
                <a:cubicBezTo>
                  <a:pt x="13628" y="21884"/>
                  <a:pt x="6107" y="8345"/>
                  <a:pt x="3885" y="1"/>
                </a:cubicBezTo>
              </a:path>
            </a:pathLst>
          </a:custGeom>
          <a:noFill/>
          <a:ln cap="flat" cmpd="sng" w="18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7"/>
          <p:cNvSpPr/>
          <p:nvPr/>
        </p:nvSpPr>
        <p:spPr>
          <a:xfrm rot="10800000">
            <a:off x="5402423" y="-385426"/>
            <a:ext cx="1111679" cy="6307490"/>
          </a:xfrm>
          <a:custGeom>
            <a:rect b="b" l="l" r="r" t="t"/>
            <a:pathLst>
              <a:path extrusionOk="0" fill="none" h="91772" w="16174">
                <a:moveTo>
                  <a:pt x="1737" y="91772"/>
                </a:moveTo>
                <a:cubicBezTo>
                  <a:pt x="6873" y="90050"/>
                  <a:pt x="8462" y="87578"/>
                  <a:pt x="6093" y="82751"/>
                </a:cubicBezTo>
                <a:cubicBezTo>
                  <a:pt x="4415" y="79307"/>
                  <a:pt x="1869" y="75716"/>
                  <a:pt x="780" y="73126"/>
                </a:cubicBezTo>
                <a:cubicBezTo>
                  <a:pt x="0" y="71287"/>
                  <a:pt x="118" y="69506"/>
                  <a:pt x="1369" y="67887"/>
                </a:cubicBezTo>
                <a:cubicBezTo>
                  <a:pt x="4180" y="64237"/>
                  <a:pt x="13539" y="62104"/>
                  <a:pt x="14923" y="57615"/>
                </a:cubicBezTo>
                <a:cubicBezTo>
                  <a:pt x="16174" y="53539"/>
                  <a:pt x="8124" y="47078"/>
                  <a:pt x="6961" y="41015"/>
                </a:cubicBezTo>
                <a:cubicBezTo>
                  <a:pt x="6004" y="36085"/>
                  <a:pt x="11082" y="33554"/>
                  <a:pt x="11700" y="29522"/>
                </a:cubicBezTo>
                <a:cubicBezTo>
                  <a:pt x="12833" y="22311"/>
                  <a:pt x="6152" y="8374"/>
                  <a:pt x="3576" y="1"/>
                </a:cubicBezTo>
              </a:path>
            </a:pathLst>
          </a:custGeom>
          <a:noFill/>
          <a:ln cap="flat" cmpd="sng" w="14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7"/>
          <p:cNvSpPr/>
          <p:nvPr/>
        </p:nvSpPr>
        <p:spPr>
          <a:xfrm rot="10800000">
            <a:off x="5413558" y="-418829"/>
            <a:ext cx="1078344" cy="6350996"/>
          </a:xfrm>
          <a:custGeom>
            <a:rect b="b" l="l" r="r" t="t"/>
            <a:pathLst>
              <a:path extrusionOk="0" fill="none" h="92405" w="15689">
                <a:moveTo>
                  <a:pt x="1561" y="92404"/>
                </a:moveTo>
                <a:cubicBezTo>
                  <a:pt x="6520" y="90697"/>
                  <a:pt x="7874" y="88122"/>
                  <a:pt x="5681" y="83457"/>
                </a:cubicBezTo>
                <a:cubicBezTo>
                  <a:pt x="4092" y="80057"/>
                  <a:pt x="1649" y="76525"/>
                  <a:pt x="678" y="74024"/>
                </a:cubicBezTo>
                <a:cubicBezTo>
                  <a:pt x="1" y="72258"/>
                  <a:pt x="163" y="70536"/>
                  <a:pt x="1399" y="68932"/>
                </a:cubicBezTo>
                <a:cubicBezTo>
                  <a:pt x="4151" y="65341"/>
                  <a:pt x="12834" y="62986"/>
                  <a:pt x="14320" y="58572"/>
                </a:cubicBezTo>
                <a:cubicBezTo>
                  <a:pt x="15689" y="54598"/>
                  <a:pt x="8360" y="48138"/>
                  <a:pt x="7035" y="42001"/>
                </a:cubicBezTo>
                <a:cubicBezTo>
                  <a:pt x="5976" y="37086"/>
                  <a:pt x="10111" y="34201"/>
                  <a:pt x="10744" y="30213"/>
                </a:cubicBezTo>
                <a:cubicBezTo>
                  <a:pt x="11921" y="22737"/>
                  <a:pt x="6108" y="8389"/>
                  <a:pt x="3165" y="0"/>
                </a:cubicBezTo>
              </a:path>
            </a:pathLst>
          </a:custGeom>
          <a:noFill/>
          <a:ln cap="flat" cmpd="sng" w="14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7"/>
          <p:cNvSpPr/>
          <p:nvPr/>
        </p:nvSpPr>
        <p:spPr>
          <a:xfrm rot="10800000">
            <a:off x="5421668" y="-450170"/>
            <a:ext cx="1047964" cy="6393471"/>
          </a:xfrm>
          <a:custGeom>
            <a:rect b="b" l="l" r="r" t="t"/>
            <a:pathLst>
              <a:path extrusionOk="0" fill="none" h="93023" w="15247">
                <a:moveTo>
                  <a:pt x="1399" y="93023"/>
                </a:moveTo>
                <a:cubicBezTo>
                  <a:pt x="6182" y="91330"/>
                  <a:pt x="7285" y="88622"/>
                  <a:pt x="5299" y="84178"/>
                </a:cubicBezTo>
                <a:cubicBezTo>
                  <a:pt x="3812" y="80823"/>
                  <a:pt x="1472" y="77335"/>
                  <a:pt x="604" y="74922"/>
                </a:cubicBezTo>
                <a:cubicBezTo>
                  <a:pt x="1" y="73229"/>
                  <a:pt x="266" y="71551"/>
                  <a:pt x="1472" y="69977"/>
                </a:cubicBezTo>
                <a:cubicBezTo>
                  <a:pt x="4180" y="66445"/>
                  <a:pt x="12186" y="63884"/>
                  <a:pt x="13805" y="59543"/>
                </a:cubicBezTo>
                <a:cubicBezTo>
                  <a:pt x="15247" y="55687"/>
                  <a:pt x="8698" y="49227"/>
                  <a:pt x="7212" y="42987"/>
                </a:cubicBezTo>
                <a:cubicBezTo>
                  <a:pt x="6034" y="38072"/>
                  <a:pt x="9243" y="34864"/>
                  <a:pt x="9861" y="30905"/>
                </a:cubicBezTo>
                <a:cubicBezTo>
                  <a:pt x="11097" y="23179"/>
                  <a:pt x="6152" y="8418"/>
                  <a:pt x="2841" y="0"/>
                </a:cubicBezTo>
              </a:path>
            </a:pathLst>
          </a:custGeom>
          <a:noFill/>
          <a:ln cap="flat" cmpd="sng" w="11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7"/>
          <p:cNvSpPr/>
          <p:nvPr/>
        </p:nvSpPr>
        <p:spPr>
          <a:xfrm rot="10800000">
            <a:off x="5433765" y="-483572"/>
            <a:ext cx="1015660" cy="6438008"/>
          </a:xfrm>
          <a:custGeom>
            <a:rect b="b" l="l" r="r" t="t"/>
            <a:pathLst>
              <a:path extrusionOk="0" fill="none" h="93671" w="14777">
                <a:moveTo>
                  <a:pt x="1252" y="93670"/>
                </a:moveTo>
                <a:cubicBezTo>
                  <a:pt x="5873" y="91993"/>
                  <a:pt x="6712" y="89152"/>
                  <a:pt x="4916" y="84914"/>
                </a:cubicBezTo>
                <a:cubicBezTo>
                  <a:pt x="3518" y="81603"/>
                  <a:pt x="1296" y="78159"/>
                  <a:pt x="531" y="75819"/>
                </a:cubicBezTo>
                <a:cubicBezTo>
                  <a:pt x="1" y="74201"/>
                  <a:pt x="354" y="72582"/>
                  <a:pt x="1532" y="71022"/>
                </a:cubicBezTo>
                <a:cubicBezTo>
                  <a:pt x="4180" y="67549"/>
                  <a:pt x="11480" y="64767"/>
                  <a:pt x="13231" y="60500"/>
                </a:cubicBezTo>
                <a:cubicBezTo>
                  <a:pt x="14776" y="56747"/>
                  <a:pt x="8978" y="50272"/>
                  <a:pt x="7330" y="43958"/>
                </a:cubicBezTo>
                <a:cubicBezTo>
                  <a:pt x="6035" y="39073"/>
                  <a:pt x="8301" y="35496"/>
                  <a:pt x="8919" y="31582"/>
                </a:cubicBezTo>
                <a:cubicBezTo>
                  <a:pt x="10214" y="23591"/>
                  <a:pt x="6108" y="8418"/>
                  <a:pt x="2444" y="1"/>
                </a:cubicBezTo>
              </a:path>
            </a:pathLst>
          </a:custGeom>
          <a:noFill/>
          <a:ln cap="flat" cmpd="sng" w="7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7"/>
          <p:cNvSpPr/>
          <p:nvPr/>
        </p:nvSpPr>
        <p:spPr>
          <a:xfrm rot="10800000">
            <a:off x="5443869" y="-514913"/>
            <a:ext cx="984249" cy="6479452"/>
          </a:xfrm>
          <a:custGeom>
            <a:rect b="b" l="l" r="r" t="t"/>
            <a:pathLst>
              <a:path extrusionOk="0" fill="none" h="94274" w="14320">
                <a:moveTo>
                  <a:pt x="1089" y="94274"/>
                </a:moveTo>
                <a:cubicBezTo>
                  <a:pt x="5519" y="92640"/>
                  <a:pt x="6137" y="89667"/>
                  <a:pt x="4503" y="85620"/>
                </a:cubicBezTo>
                <a:cubicBezTo>
                  <a:pt x="3208" y="82353"/>
                  <a:pt x="1104" y="78968"/>
                  <a:pt x="442" y="76717"/>
                </a:cubicBezTo>
                <a:cubicBezTo>
                  <a:pt x="0" y="75172"/>
                  <a:pt x="427" y="73612"/>
                  <a:pt x="1589" y="72067"/>
                </a:cubicBezTo>
                <a:cubicBezTo>
                  <a:pt x="4180" y="68652"/>
                  <a:pt x="10802" y="65650"/>
                  <a:pt x="12686" y="61471"/>
                </a:cubicBezTo>
                <a:cubicBezTo>
                  <a:pt x="14319" y="57836"/>
                  <a:pt x="9271" y="51361"/>
                  <a:pt x="7447" y="44959"/>
                </a:cubicBezTo>
                <a:cubicBezTo>
                  <a:pt x="6078" y="40073"/>
                  <a:pt x="7402" y="36159"/>
                  <a:pt x="8021" y="32273"/>
                </a:cubicBezTo>
                <a:cubicBezTo>
                  <a:pt x="9389" y="24062"/>
                  <a:pt x="6122" y="8462"/>
                  <a:pt x="2104" y="0"/>
                </a:cubicBezTo>
              </a:path>
            </a:pathLst>
          </a:custGeom>
          <a:noFill/>
          <a:ln cap="flat" cmpd="sng" w="7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7"/>
          <p:cNvSpPr/>
          <p:nvPr/>
        </p:nvSpPr>
        <p:spPr>
          <a:xfrm rot="10800000">
            <a:off x="5453973" y="-546253"/>
            <a:ext cx="951945" cy="6522958"/>
          </a:xfrm>
          <a:custGeom>
            <a:rect b="b" l="l" r="r" t="t"/>
            <a:pathLst>
              <a:path extrusionOk="0" fill="none" h="94907" w="13850">
                <a:moveTo>
                  <a:pt x="928" y="94907"/>
                </a:moveTo>
                <a:cubicBezTo>
                  <a:pt x="5196" y="93288"/>
                  <a:pt x="5564" y="90197"/>
                  <a:pt x="4121" y="86357"/>
                </a:cubicBezTo>
                <a:cubicBezTo>
                  <a:pt x="2900" y="83119"/>
                  <a:pt x="899" y="79793"/>
                  <a:pt x="369" y="77630"/>
                </a:cubicBezTo>
                <a:cubicBezTo>
                  <a:pt x="1" y="76187"/>
                  <a:pt x="486" y="74672"/>
                  <a:pt x="1649" y="73141"/>
                </a:cubicBezTo>
                <a:cubicBezTo>
                  <a:pt x="4180" y="69786"/>
                  <a:pt x="10126" y="66563"/>
                  <a:pt x="12142" y="62457"/>
                </a:cubicBezTo>
                <a:cubicBezTo>
                  <a:pt x="13849" y="58940"/>
                  <a:pt x="9596" y="52435"/>
                  <a:pt x="7609" y="45960"/>
                </a:cubicBezTo>
                <a:cubicBezTo>
                  <a:pt x="6123" y="41089"/>
                  <a:pt x="6505" y="36836"/>
                  <a:pt x="7138" y="32966"/>
                </a:cubicBezTo>
                <a:cubicBezTo>
                  <a:pt x="8551" y="24489"/>
                  <a:pt x="6152" y="8492"/>
                  <a:pt x="1767" y="1"/>
                </a:cubicBezTo>
              </a:path>
            </a:pathLst>
          </a:custGeom>
          <a:noFill/>
          <a:ln cap="flat" cmpd="sng" w="47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7"/>
          <p:cNvSpPr/>
          <p:nvPr/>
        </p:nvSpPr>
        <p:spPr>
          <a:xfrm rot="10800000">
            <a:off x="5466138" y="-578625"/>
            <a:ext cx="917510" cy="6564402"/>
          </a:xfrm>
          <a:custGeom>
            <a:rect b="b" l="l" r="r" t="t"/>
            <a:pathLst>
              <a:path extrusionOk="0" fill="none" h="95510" w="13349">
                <a:moveTo>
                  <a:pt x="751" y="95510"/>
                </a:moveTo>
                <a:cubicBezTo>
                  <a:pt x="4842" y="93920"/>
                  <a:pt x="4975" y="90697"/>
                  <a:pt x="3724" y="87048"/>
                </a:cubicBezTo>
                <a:cubicBezTo>
                  <a:pt x="2620" y="83869"/>
                  <a:pt x="692" y="80602"/>
                  <a:pt x="280" y="78527"/>
                </a:cubicBezTo>
                <a:cubicBezTo>
                  <a:pt x="1" y="77144"/>
                  <a:pt x="575" y="75687"/>
                  <a:pt x="1693" y="74171"/>
                </a:cubicBezTo>
                <a:cubicBezTo>
                  <a:pt x="4180" y="70860"/>
                  <a:pt x="9434" y="67431"/>
                  <a:pt x="11553" y="63413"/>
                </a:cubicBezTo>
                <a:cubicBezTo>
                  <a:pt x="13348" y="60014"/>
                  <a:pt x="9875" y="53494"/>
                  <a:pt x="7712" y="46931"/>
                </a:cubicBezTo>
                <a:cubicBezTo>
                  <a:pt x="6108" y="42074"/>
                  <a:pt x="5549" y="37483"/>
                  <a:pt x="6181" y="33657"/>
                </a:cubicBezTo>
                <a:cubicBezTo>
                  <a:pt x="7653" y="24915"/>
                  <a:pt x="6108" y="8506"/>
                  <a:pt x="1354" y="0"/>
                </a:cubicBezTo>
              </a:path>
            </a:pathLst>
          </a:custGeom>
          <a:noFill/>
          <a:ln cap="flat" cmpd="sng" w="47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7"/>
          <p:cNvSpPr/>
          <p:nvPr/>
        </p:nvSpPr>
        <p:spPr>
          <a:xfrm>
            <a:off x="0" y="9275"/>
            <a:ext cx="2195186" cy="1289721"/>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7"/>
          <p:cNvSpPr/>
          <p:nvPr/>
        </p:nvSpPr>
        <p:spPr>
          <a:xfrm>
            <a:off x="0" y="9275"/>
            <a:ext cx="1611372" cy="873755"/>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7"/>
          <p:cNvSpPr/>
          <p:nvPr/>
        </p:nvSpPr>
        <p:spPr>
          <a:xfrm flipH="1" rot="10800000">
            <a:off x="0" y="3853775"/>
            <a:ext cx="2195186" cy="1289721"/>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7"/>
          <p:cNvSpPr/>
          <p:nvPr/>
        </p:nvSpPr>
        <p:spPr>
          <a:xfrm flipH="1" rot="10800000">
            <a:off x="0" y="4269741"/>
            <a:ext cx="1611372" cy="873755"/>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7"/>
          <p:cNvSpPr/>
          <p:nvPr/>
        </p:nvSpPr>
        <p:spPr>
          <a:xfrm rot="-5017321">
            <a:off x="-1778342" y="2494078"/>
            <a:ext cx="3985444" cy="1406939"/>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7"/>
          <p:cNvSpPr/>
          <p:nvPr/>
        </p:nvSpPr>
        <p:spPr>
          <a:xfrm flipH="1">
            <a:off x="-283874" y="4495120"/>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7"/>
          <p:cNvSpPr/>
          <p:nvPr/>
        </p:nvSpPr>
        <p:spPr>
          <a:xfrm flipH="1" rot="10800000">
            <a:off x="320880" y="2830983"/>
            <a:ext cx="189900" cy="18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7"/>
          <p:cNvSpPr/>
          <p:nvPr/>
        </p:nvSpPr>
        <p:spPr>
          <a:xfrm flipH="1" rot="10800000">
            <a:off x="1643293" y="118108"/>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7"/>
          <p:cNvSpPr/>
          <p:nvPr/>
        </p:nvSpPr>
        <p:spPr>
          <a:xfrm flipH="1" rot="10800000">
            <a:off x="5887744" y="3784980"/>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7"/>
          <p:cNvSpPr/>
          <p:nvPr/>
        </p:nvSpPr>
        <p:spPr>
          <a:xfrm flipH="1" rot="10800000">
            <a:off x="8168401" y="198333"/>
            <a:ext cx="389400" cy="389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7"/>
          <p:cNvSpPr/>
          <p:nvPr/>
        </p:nvSpPr>
        <p:spPr>
          <a:xfrm flipH="1">
            <a:off x="8865501" y="106670"/>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7"/>
          <p:cNvSpPr/>
          <p:nvPr/>
        </p:nvSpPr>
        <p:spPr>
          <a:xfrm flipH="1">
            <a:off x="8865501" y="763020"/>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7"/>
          <p:cNvSpPr/>
          <p:nvPr/>
        </p:nvSpPr>
        <p:spPr>
          <a:xfrm flipH="1" rot="10800000">
            <a:off x="7912255" y="1387658"/>
            <a:ext cx="189900" cy="18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7"/>
          <p:cNvSpPr/>
          <p:nvPr/>
        </p:nvSpPr>
        <p:spPr>
          <a:xfrm flipH="1" rot="10800000">
            <a:off x="8102155" y="4107708"/>
            <a:ext cx="189900" cy="18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7"/>
          <p:cNvSpPr/>
          <p:nvPr/>
        </p:nvSpPr>
        <p:spPr>
          <a:xfrm flipH="1" rot="10800000">
            <a:off x="5983693" y="101773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56" name="Shape 256"/>
        <p:cNvGrpSpPr/>
        <p:nvPr/>
      </p:nvGrpSpPr>
      <p:grpSpPr>
        <a:xfrm>
          <a:off x="0" y="0"/>
          <a:ext cx="0" cy="0"/>
          <a:chOff x="0" y="0"/>
          <a:chExt cx="0" cy="0"/>
        </a:xfrm>
      </p:grpSpPr>
      <p:sp>
        <p:nvSpPr>
          <p:cNvPr id="257" name="Google Shape;257;p8"/>
          <p:cNvSpPr txBox="1"/>
          <p:nvPr>
            <p:ph type="title"/>
          </p:nvPr>
        </p:nvSpPr>
        <p:spPr>
          <a:xfrm>
            <a:off x="1509150" y="1579650"/>
            <a:ext cx="6125700" cy="1984200"/>
          </a:xfrm>
          <a:prstGeom prst="rect">
            <a:avLst/>
          </a:prstGeom>
        </p:spPr>
        <p:txBody>
          <a:bodyPr anchorCtr="0" anchor="t" bIns="91425" lIns="91425" spcFirstLastPara="1" rIns="91425" wrap="square" tIns="91425">
            <a:noAutofit/>
          </a:bodyPr>
          <a:lstStyle>
            <a:lvl1pPr lvl="0">
              <a:lnSpc>
                <a:spcPct val="80000"/>
              </a:lnSpc>
              <a:spcBef>
                <a:spcPts val="0"/>
              </a:spcBef>
              <a:spcAft>
                <a:spcPts val="0"/>
              </a:spcAft>
              <a:buSzPts val="4800"/>
              <a:buNone/>
              <a:defRPr sz="8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258" name="Google Shape;258;p8"/>
          <p:cNvSpPr/>
          <p:nvPr/>
        </p:nvSpPr>
        <p:spPr>
          <a:xfrm flipH="1" rot="10800000">
            <a:off x="8137539" y="3573204"/>
            <a:ext cx="25048" cy="22175"/>
          </a:xfrm>
          <a:custGeom>
            <a:rect b="b" l="l" r="r" t="t"/>
            <a:pathLst>
              <a:path extrusionOk="0" h="440" w="497">
                <a:moveTo>
                  <a:pt x="497" y="0"/>
                </a:moveTo>
                <a:lnTo>
                  <a:pt x="0" y="439"/>
                </a:lnTo>
                <a:lnTo>
                  <a:pt x="497" y="439"/>
                </a:lnTo>
                <a:lnTo>
                  <a:pt x="4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8"/>
          <p:cNvSpPr/>
          <p:nvPr/>
        </p:nvSpPr>
        <p:spPr>
          <a:xfrm flipH="1" rot="10800000">
            <a:off x="3037857" y="3575501"/>
            <a:ext cx="7720" cy="13521"/>
          </a:xfrm>
          <a:custGeom>
            <a:rect b="b" l="l" r="r" t="t"/>
            <a:pathLst>
              <a:path extrusionOk="0" h="268" w="153">
                <a:moveTo>
                  <a:pt x="153" y="0"/>
                </a:moveTo>
                <a:lnTo>
                  <a:pt x="0" y="153"/>
                </a:lnTo>
                <a:lnTo>
                  <a:pt x="115" y="268"/>
                </a:lnTo>
                <a:lnTo>
                  <a:pt x="153" y="268"/>
                </a:lnTo>
                <a:lnTo>
                  <a:pt x="153" y="0"/>
                </a:lnTo>
                <a:close/>
              </a:path>
            </a:pathLst>
          </a:custGeom>
          <a:solidFill>
            <a:srgbClr val="262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8"/>
          <p:cNvSpPr/>
          <p:nvPr/>
        </p:nvSpPr>
        <p:spPr>
          <a:xfrm flipH="1" rot="10800000">
            <a:off x="2796090" y="3575499"/>
            <a:ext cx="129114" cy="119472"/>
          </a:xfrm>
          <a:custGeom>
            <a:rect b="b" l="l" r="r" t="t"/>
            <a:pathLst>
              <a:path extrusionOk="0" h="2368" w="2559">
                <a:moveTo>
                  <a:pt x="2558" y="0"/>
                </a:moveTo>
                <a:lnTo>
                  <a:pt x="0" y="2368"/>
                </a:lnTo>
                <a:lnTo>
                  <a:pt x="0" y="2368"/>
                </a:lnTo>
                <a:lnTo>
                  <a:pt x="2558" y="0"/>
                </a:lnTo>
                <a:lnTo>
                  <a:pt x="2558" y="0"/>
                </a:lnTo>
                <a:close/>
              </a:path>
            </a:pathLst>
          </a:custGeom>
          <a:solidFill>
            <a:srgbClr val="262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8"/>
          <p:cNvSpPr/>
          <p:nvPr/>
        </p:nvSpPr>
        <p:spPr>
          <a:xfrm rot="9899972">
            <a:off x="5756777" y="3465827"/>
            <a:ext cx="3816033" cy="1347134"/>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8"/>
          <p:cNvSpPr/>
          <p:nvPr/>
        </p:nvSpPr>
        <p:spPr>
          <a:xfrm rot="10800000">
            <a:off x="6185950" y="3405800"/>
            <a:ext cx="2957675" cy="1737700"/>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8"/>
          <p:cNvSpPr/>
          <p:nvPr/>
        </p:nvSpPr>
        <p:spPr>
          <a:xfrm rot="10800000">
            <a:off x="7116050" y="4137150"/>
            <a:ext cx="2027950" cy="1006350"/>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8"/>
          <p:cNvSpPr/>
          <p:nvPr/>
        </p:nvSpPr>
        <p:spPr>
          <a:xfrm>
            <a:off x="375" y="-9550"/>
            <a:ext cx="2957675" cy="1737700"/>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8"/>
          <p:cNvSpPr/>
          <p:nvPr/>
        </p:nvSpPr>
        <p:spPr>
          <a:xfrm>
            <a:off x="0" y="-9550"/>
            <a:ext cx="2027950" cy="1006350"/>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 name="Google Shape;266;p8"/>
          <p:cNvGrpSpPr/>
          <p:nvPr/>
        </p:nvGrpSpPr>
        <p:grpSpPr>
          <a:xfrm>
            <a:off x="-743749" y="1484905"/>
            <a:ext cx="2805911" cy="4300972"/>
            <a:chOff x="-743749" y="1484905"/>
            <a:chExt cx="2805911" cy="4300972"/>
          </a:xfrm>
        </p:grpSpPr>
        <p:sp>
          <p:nvSpPr>
            <p:cNvPr id="267" name="Google Shape;267;p8"/>
            <p:cNvSpPr/>
            <p:nvPr/>
          </p:nvSpPr>
          <p:spPr>
            <a:xfrm rot="-1555206">
              <a:off x="67870" y="1577653"/>
              <a:ext cx="1170853" cy="3983155"/>
            </a:xfrm>
            <a:custGeom>
              <a:rect b="b" l="l" r="r" t="t"/>
              <a:pathLst>
                <a:path extrusionOk="0" fill="none" h="84959" w="24975">
                  <a:moveTo>
                    <a:pt x="6182" y="84959"/>
                  </a:moveTo>
                  <a:cubicBezTo>
                    <a:pt x="13245" y="82942"/>
                    <a:pt x="17705" y="81809"/>
                    <a:pt x="13113" y="74878"/>
                  </a:cubicBezTo>
                  <a:cubicBezTo>
                    <a:pt x="8536" y="67917"/>
                    <a:pt x="1" y="60603"/>
                    <a:pt x="3400" y="56350"/>
                  </a:cubicBezTo>
                  <a:cubicBezTo>
                    <a:pt x="6800" y="52097"/>
                    <a:pt x="23576" y="52362"/>
                    <a:pt x="23724" y="46990"/>
                  </a:cubicBezTo>
                  <a:cubicBezTo>
                    <a:pt x="23871" y="41619"/>
                    <a:pt x="7756" y="35291"/>
                    <a:pt x="8198" y="30184"/>
                  </a:cubicBezTo>
                  <a:cubicBezTo>
                    <a:pt x="8639" y="25092"/>
                    <a:pt x="23856" y="26358"/>
                    <a:pt x="24401" y="21972"/>
                  </a:cubicBezTo>
                  <a:cubicBezTo>
                    <a:pt x="24975" y="17572"/>
                    <a:pt x="8801" y="8139"/>
                    <a:pt x="10184" y="1"/>
                  </a:cubicBezTo>
                </a:path>
              </a:pathLst>
            </a:custGeom>
            <a:noFill/>
            <a:ln cap="flat" cmpd="sng" w="40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8"/>
            <p:cNvSpPr/>
            <p:nvPr/>
          </p:nvSpPr>
          <p:spPr>
            <a:xfrm rot="-1555206">
              <a:off x="177045" y="1550862"/>
              <a:ext cx="1034898" cy="4012082"/>
            </a:xfrm>
            <a:custGeom>
              <a:rect b="b" l="l" r="r" t="t"/>
              <a:pathLst>
                <a:path extrusionOk="0" fill="none" h="85576" w="22075">
                  <a:moveTo>
                    <a:pt x="3974" y="85576"/>
                  </a:moveTo>
                  <a:cubicBezTo>
                    <a:pt x="10861" y="83604"/>
                    <a:pt x="15055" y="82338"/>
                    <a:pt x="10684" y="75583"/>
                  </a:cubicBezTo>
                  <a:cubicBezTo>
                    <a:pt x="8168" y="71669"/>
                    <a:pt x="4386" y="67636"/>
                    <a:pt x="2252" y="64163"/>
                  </a:cubicBezTo>
                  <a:cubicBezTo>
                    <a:pt x="663" y="61544"/>
                    <a:pt x="0" y="59219"/>
                    <a:pt x="1428" y="57394"/>
                  </a:cubicBezTo>
                  <a:cubicBezTo>
                    <a:pt x="4783" y="53200"/>
                    <a:pt x="20868" y="53229"/>
                    <a:pt x="21133" y="47931"/>
                  </a:cubicBezTo>
                  <a:cubicBezTo>
                    <a:pt x="21369" y="42677"/>
                    <a:pt x="5990" y="36335"/>
                    <a:pt x="6284" y="31155"/>
                  </a:cubicBezTo>
                  <a:cubicBezTo>
                    <a:pt x="6579" y="26077"/>
                    <a:pt x="20898" y="27005"/>
                    <a:pt x="21457" y="22649"/>
                  </a:cubicBezTo>
                  <a:cubicBezTo>
                    <a:pt x="22075" y="18013"/>
                    <a:pt x="6755" y="8153"/>
                    <a:pt x="7800" y="0"/>
                  </a:cubicBezTo>
                </a:path>
              </a:pathLst>
            </a:custGeom>
            <a:noFill/>
            <a:ln cap="flat" cmpd="sng" w="36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8"/>
            <p:cNvSpPr/>
            <p:nvPr/>
          </p:nvSpPr>
          <p:spPr>
            <a:xfrm rot="-1555206">
              <a:off x="198802" y="1545488"/>
              <a:ext cx="991487" cy="4040400"/>
            </a:xfrm>
            <a:custGeom>
              <a:rect b="b" l="l" r="r" t="t"/>
              <a:pathLst>
                <a:path extrusionOk="0" fill="none" h="86180" w="21149">
                  <a:moveTo>
                    <a:pt x="3754" y="86180"/>
                  </a:moveTo>
                  <a:cubicBezTo>
                    <a:pt x="10464" y="84237"/>
                    <a:pt x="14408" y="82868"/>
                    <a:pt x="10229" y="76290"/>
                  </a:cubicBezTo>
                  <a:cubicBezTo>
                    <a:pt x="7786" y="72420"/>
                    <a:pt x="4136" y="68432"/>
                    <a:pt x="2120" y="65047"/>
                  </a:cubicBezTo>
                  <a:cubicBezTo>
                    <a:pt x="590" y="62516"/>
                    <a:pt x="1" y="60235"/>
                    <a:pt x="1428" y="58439"/>
                  </a:cubicBezTo>
                  <a:cubicBezTo>
                    <a:pt x="4725" y="54304"/>
                    <a:pt x="20163" y="54127"/>
                    <a:pt x="20530" y="48918"/>
                  </a:cubicBezTo>
                  <a:cubicBezTo>
                    <a:pt x="20898" y="43782"/>
                    <a:pt x="6197" y="37424"/>
                    <a:pt x="6358" y="32156"/>
                  </a:cubicBezTo>
                  <a:cubicBezTo>
                    <a:pt x="6535" y="27093"/>
                    <a:pt x="19927" y="27667"/>
                    <a:pt x="20486" y="23341"/>
                  </a:cubicBezTo>
                  <a:cubicBezTo>
                    <a:pt x="21149" y="18455"/>
                    <a:pt x="6712" y="8183"/>
                    <a:pt x="7374" y="1"/>
                  </a:cubicBezTo>
                </a:path>
              </a:pathLst>
            </a:custGeom>
            <a:noFill/>
            <a:ln cap="flat" cmpd="sng" w="33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8"/>
            <p:cNvSpPr/>
            <p:nvPr/>
          </p:nvSpPr>
          <p:spPr>
            <a:xfrm rot="-1555206">
              <a:off x="220065" y="1537768"/>
              <a:ext cx="952810" cy="4070077"/>
            </a:xfrm>
            <a:custGeom>
              <a:rect b="b" l="l" r="r" t="t"/>
              <a:pathLst>
                <a:path extrusionOk="0" fill="none" h="86813" w="20324">
                  <a:moveTo>
                    <a:pt x="3518" y="86813"/>
                  </a:moveTo>
                  <a:cubicBezTo>
                    <a:pt x="10067" y="84870"/>
                    <a:pt x="13731" y="83398"/>
                    <a:pt x="9758" y="76997"/>
                  </a:cubicBezTo>
                  <a:cubicBezTo>
                    <a:pt x="7374" y="73200"/>
                    <a:pt x="3871" y="69241"/>
                    <a:pt x="1958" y="65945"/>
                  </a:cubicBezTo>
                  <a:cubicBezTo>
                    <a:pt x="516" y="63487"/>
                    <a:pt x="1" y="61250"/>
                    <a:pt x="1399" y="59484"/>
                  </a:cubicBezTo>
                  <a:cubicBezTo>
                    <a:pt x="4636" y="55408"/>
                    <a:pt x="19412" y="54996"/>
                    <a:pt x="19868" y="49860"/>
                  </a:cubicBezTo>
                  <a:cubicBezTo>
                    <a:pt x="20324" y="44841"/>
                    <a:pt x="6373" y="38484"/>
                    <a:pt x="6402" y="33127"/>
                  </a:cubicBezTo>
                  <a:cubicBezTo>
                    <a:pt x="6417" y="28080"/>
                    <a:pt x="18897" y="28315"/>
                    <a:pt x="19485" y="24018"/>
                  </a:cubicBezTo>
                  <a:cubicBezTo>
                    <a:pt x="20177" y="18867"/>
                    <a:pt x="6623" y="8198"/>
                    <a:pt x="6917" y="1"/>
                  </a:cubicBezTo>
                </a:path>
              </a:pathLst>
            </a:custGeom>
            <a:noFill/>
            <a:ln cap="flat" cmpd="sng" w="33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8"/>
            <p:cNvSpPr/>
            <p:nvPr/>
          </p:nvSpPr>
          <p:spPr>
            <a:xfrm rot="-1555206">
              <a:off x="240443" y="1526907"/>
              <a:ext cx="928666" cy="4099051"/>
            </a:xfrm>
            <a:custGeom>
              <a:rect b="b" l="l" r="r" t="t"/>
              <a:pathLst>
                <a:path extrusionOk="0" fill="none" h="87431" w="19809">
                  <a:moveTo>
                    <a:pt x="3282" y="87431"/>
                  </a:moveTo>
                  <a:cubicBezTo>
                    <a:pt x="9639" y="85532"/>
                    <a:pt x="13054" y="83914"/>
                    <a:pt x="9272" y="77718"/>
                  </a:cubicBezTo>
                  <a:cubicBezTo>
                    <a:pt x="6991" y="73951"/>
                    <a:pt x="3591" y="70051"/>
                    <a:pt x="1781" y="66828"/>
                  </a:cubicBezTo>
                  <a:cubicBezTo>
                    <a:pt x="442" y="64429"/>
                    <a:pt x="0" y="62266"/>
                    <a:pt x="1384" y="60515"/>
                  </a:cubicBezTo>
                  <a:cubicBezTo>
                    <a:pt x="4562" y="56482"/>
                    <a:pt x="18661" y="55864"/>
                    <a:pt x="19249" y="50816"/>
                  </a:cubicBezTo>
                  <a:cubicBezTo>
                    <a:pt x="19809" y="45916"/>
                    <a:pt x="6564" y="39544"/>
                    <a:pt x="6461" y="34099"/>
                  </a:cubicBezTo>
                  <a:cubicBezTo>
                    <a:pt x="6343" y="29066"/>
                    <a:pt x="17895" y="28948"/>
                    <a:pt x="18514" y="24695"/>
                  </a:cubicBezTo>
                  <a:cubicBezTo>
                    <a:pt x="19264" y="19294"/>
                    <a:pt x="6549" y="8198"/>
                    <a:pt x="6490" y="1"/>
                  </a:cubicBezTo>
                </a:path>
              </a:pathLst>
            </a:custGeom>
            <a:noFill/>
            <a:ln cap="flat" cmpd="sng" w="29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8"/>
            <p:cNvSpPr/>
            <p:nvPr/>
          </p:nvSpPr>
          <p:spPr>
            <a:xfrm rot="-1555206">
              <a:off x="262091" y="1514947"/>
              <a:ext cx="903819" cy="4129384"/>
            </a:xfrm>
            <a:custGeom>
              <a:rect b="b" l="l" r="r" t="t"/>
              <a:pathLst>
                <a:path extrusionOk="0" fill="none" h="88078" w="19279">
                  <a:moveTo>
                    <a:pt x="3032" y="88078"/>
                  </a:moveTo>
                  <a:cubicBezTo>
                    <a:pt x="9227" y="86209"/>
                    <a:pt x="12362" y="84472"/>
                    <a:pt x="8815" y="78483"/>
                  </a:cubicBezTo>
                  <a:cubicBezTo>
                    <a:pt x="6623" y="74759"/>
                    <a:pt x="3341" y="70904"/>
                    <a:pt x="1634" y="67769"/>
                  </a:cubicBezTo>
                  <a:cubicBezTo>
                    <a:pt x="368" y="65459"/>
                    <a:pt x="0" y="63339"/>
                    <a:pt x="1369" y="61618"/>
                  </a:cubicBezTo>
                  <a:cubicBezTo>
                    <a:pt x="4503" y="57630"/>
                    <a:pt x="17925" y="56805"/>
                    <a:pt x="18617" y="51831"/>
                  </a:cubicBezTo>
                  <a:cubicBezTo>
                    <a:pt x="19279" y="47048"/>
                    <a:pt x="6770" y="40632"/>
                    <a:pt x="6520" y="35113"/>
                  </a:cubicBezTo>
                  <a:cubicBezTo>
                    <a:pt x="6284" y="30095"/>
                    <a:pt x="16924" y="29639"/>
                    <a:pt x="17528" y="25401"/>
                  </a:cubicBezTo>
                  <a:cubicBezTo>
                    <a:pt x="18337" y="19735"/>
                    <a:pt x="6490" y="8241"/>
                    <a:pt x="6063" y="0"/>
                  </a:cubicBezTo>
                </a:path>
              </a:pathLst>
            </a:custGeom>
            <a:noFill/>
            <a:ln cap="flat" cmpd="sng" w="29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8"/>
            <p:cNvSpPr/>
            <p:nvPr/>
          </p:nvSpPr>
          <p:spPr>
            <a:xfrm rot="-1555206">
              <a:off x="282614" y="1504918"/>
              <a:ext cx="879019" cy="4157655"/>
            </a:xfrm>
            <a:custGeom>
              <a:rect b="b" l="l" r="r" t="t"/>
              <a:pathLst>
                <a:path extrusionOk="0" fill="none" h="88681" w="18750">
                  <a:moveTo>
                    <a:pt x="2797" y="88681"/>
                  </a:moveTo>
                  <a:cubicBezTo>
                    <a:pt x="8816" y="86827"/>
                    <a:pt x="11686" y="84987"/>
                    <a:pt x="8330" y="79174"/>
                  </a:cubicBezTo>
                  <a:cubicBezTo>
                    <a:pt x="6226" y="75524"/>
                    <a:pt x="3077" y="71698"/>
                    <a:pt x="1473" y="68652"/>
                  </a:cubicBezTo>
                  <a:cubicBezTo>
                    <a:pt x="295" y="66430"/>
                    <a:pt x="1" y="64369"/>
                    <a:pt x="1340" y="62648"/>
                  </a:cubicBezTo>
                  <a:cubicBezTo>
                    <a:pt x="4416" y="58718"/>
                    <a:pt x="17160" y="57674"/>
                    <a:pt x="17970" y="52788"/>
                  </a:cubicBezTo>
                  <a:cubicBezTo>
                    <a:pt x="18750" y="48108"/>
                    <a:pt x="6976" y="41706"/>
                    <a:pt x="6564" y="36099"/>
                  </a:cubicBezTo>
                  <a:cubicBezTo>
                    <a:pt x="6226" y="31096"/>
                    <a:pt x="15909" y="30286"/>
                    <a:pt x="16527" y="26092"/>
                  </a:cubicBezTo>
                  <a:cubicBezTo>
                    <a:pt x="17381" y="20161"/>
                    <a:pt x="6403" y="8256"/>
                    <a:pt x="5608" y="0"/>
                  </a:cubicBezTo>
                </a:path>
              </a:pathLst>
            </a:custGeom>
            <a:noFill/>
            <a:ln cap="flat" cmpd="sng" w="25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8"/>
            <p:cNvSpPr/>
            <p:nvPr/>
          </p:nvSpPr>
          <p:spPr>
            <a:xfrm rot="-1555206">
              <a:off x="304734" y="1494312"/>
              <a:ext cx="853516" cy="4187379"/>
            </a:xfrm>
            <a:custGeom>
              <a:rect b="b" l="l" r="r" t="t"/>
              <a:pathLst>
                <a:path extrusionOk="0" fill="none" h="89315" w="18206">
                  <a:moveTo>
                    <a:pt x="2547" y="89315"/>
                  </a:moveTo>
                  <a:cubicBezTo>
                    <a:pt x="8404" y="87475"/>
                    <a:pt x="11009" y="85518"/>
                    <a:pt x="7845" y="79896"/>
                  </a:cubicBezTo>
                  <a:cubicBezTo>
                    <a:pt x="5829" y="76276"/>
                    <a:pt x="2782" y="72508"/>
                    <a:pt x="1296" y="69565"/>
                  </a:cubicBezTo>
                  <a:cubicBezTo>
                    <a:pt x="192" y="67402"/>
                    <a:pt x="1" y="65400"/>
                    <a:pt x="1311" y="63708"/>
                  </a:cubicBezTo>
                  <a:cubicBezTo>
                    <a:pt x="4342" y="59852"/>
                    <a:pt x="16425" y="58572"/>
                    <a:pt x="17337" y="53760"/>
                  </a:cubicBezTo>
                  <a:cubicBezTo>
                    <a:pt x="18205" y="49198"/>
                    <a:pt x="7168" y="42796"/>
                    <a:pt x="6609" y="37086"/>
                  </a:cubicBezTo>
                  <a:cubicBezTo>
                    <a:pt x="6138" y="32097"/>
                    <a:pt x="14909" y="30949"/>
                    <a:pt x="15527" y="26785"/>
                  </a:cubicBezTo>
                  <a:cubicBezTo>
                    <a:pt x="16425" y="20604"/>
                    <a:pt x="6300" y="8301"/>
                    <a:pt x="5181" y="1"/>
                  </a:cubicBezTo>
                </a:path>
              </a:pathLst>
            </a:custGeom>
            <a:noFill/>
            <a:ln cap="flat" cmpd="sng" w="22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8"/>
            <p:cNvSpPr/>
            <p:nvPr/>
          </p:nvSpPr>
          <p:spPr>
            <a:xfrm rot="-1555206">
              <a:off x="324046" y="1484724"/>
              <a:ext cx="829325" cy="4215649"/>
            </a:xfrm>
            <a:custGeom>
              <a:rect b="b" l="l" r="r" t="t"/>
              <a:pathLst>
                <a:path extrusionOk="0" fill="none" h="89918" w="17690">
                  <a:moveTo>
                    <a:pt x="2340" y="89918"/>
                  </a:moveTo>
                  <a:cubicBezTo>
                    <a:pt x="8006" y="88122"/>
                    <a:pt x="10361" y="86018"/>
                    <a:pt x="7403" y="80602"/>
                  </a:cubicBezTo>
                  <a:cubicBezTo>
                    <a:pt x="5460" y="77026"/>
                    <a:pt x="2546" y="73288"/>
                    <a:pt x="1148" y="70448"/>
                  </a:cubicBezTo>
                  <a:cubicBezTo>
                    <a:pt x="133" y="68358"/>
                    <a:pt x="0" y="66416"/>
                    <a:pt x="1310" y="64738"/>
                  </a:cubicBezTo>
                  <a:cubicBezTo>
                    <a:pt x="4268" y="60926"/>
                    <a:pt x="15673" y="59440"/>
                    <a:pt x="16718" y="54716"/>
                  </a:cubicBezTo>
                  <a:cubicBezTo>
                    <a:pt x="17689" y="50272"/>
                    <a:pt x="7388" y="43856"/>
                    <a:pt x="6681" y="38072"/>
                  </a:cubicBezTo>
                  <a:cubicBezTo>
                    <a:pt x="6078" y="33098"/>
                    <a:pt x="13937" y="31597"/>
                    <a:pt x="14555" y="27476"/>
                  </a:cubicBezTo>
                  <a:cubicBezTo>
                    <a:pt x="15511" y="21030"/>
                    <a:pt x="6269" y="8315"/>
                    <a:pt x="4768" y="1"/>
                  </a:cubicBezTo>
                </a:path>
              </a:pathLst>
            </a:custGeom>
            <a:noFill/>
            <a:ln cap="flat" cmpd="sng" w="22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8"/>
            <p:cNvSpPr/>
            <p:nvPr/>
          </p:nvSpPr>
          <p:spPr>
            <a:xfrm rot="-1555206">
              <a:off x="346025" y="1473505"/>
              <a:ext cx="803775" cy="4246030"/>
            </a:xfrm>
            <a:custGeom>
              <a:rect b="b" l="l" r="r" t="t"/>
              <a:pathLst>
                <a:path extrusionOk="0" fill="none" h="90566" w="17145">
                  <a:moveTo>
                    <a:pt x="2105" y="90565"/>
                  </a:moveTo>
                  <a:cubicBezTo>
                    <a:pt x="7579" y="88770"/>
                    <a:pt x="9698" y="86563"/>
                    <a:pt x="6932" y="81324"/>
                  </a:cubicBezTo>
                  <a:cubicBezTo>
                    <a:pt x="5077" y="77792"/>
                    <a:pt x="2296" y="74112"/>
                    <a:pt x="1001" y="71346"/>
                  </a:cubicBezTo>
                  <a:cubicBezTo>
                    <a:pt x="59" y="69330"/>
                    <a:pt x="0" y="67446"/>
                    <a:pt x="1281" y="65783"/>
                  </a:cubicBezTo>
                  <a:cubicBezTo>
                    <a:pt x="4209" y="62030"/>
                    <a:pt x="14923" y="60338"/>
                    <a:pt x="16085" y="55673"/>
                  </a:cubicBezTo>
                  <a:cubicBezTo>
                    <a:pt x="17145" y="51346"/>
                    <a:pt x="7579" y="44930"/>
                    <a:pt x="6740" y="39043"/>
                  </a:cubicBezTo>
                  <a:cubicBezTo>
                    <a:pt x="6019" y="34069"/>
                    <a:pt x="12936" y="32230"/>
                    <a:pt x="13554" y="28153"/>
                  </a:cubicBezTo>
                  <a:cubicBezTo>
                    <a:pt x="14570" y="21443"/>
                    <a:pt x="6181" y="8316"/>
                    <a:pt x="4327" y="1"/>
                  </a:cubicBezTo>
                </a:path>
              </a:pathLst>
            </a:custGeom>
            <a:noFill/>
            <a:ln cap="flat" cmpd="sng" w="18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8"/>
            <p:cNvSpPr/>
            <p:nvPr/>
          </p:nvSpPr>
          <p:spPr>
            <a:xfrm rot="-1555206">
              <a:off x="365807" y="1463105"/>
              <a:ext cx="778928" cy="4275004"/>
            </a:xfrm>
            <a:custGeom>
              <a:rect b="b" l="l" r="r" t="t"/>
              <a:pathLst>
                <a:path extrusionOk="0" fill="none" h="91184" w="16615">
                  <a:moveTo>
                    <a:pt x="1884" y="91184"/>
                  </a:moveTo>
                  <a:cubicBezTo>
                    <a:pt x="7196" y="89418"/>
                    <a:pt x="9036" y="87092"/>
                    <a:pt x="6475" y="82059"/>
                  </a:cubicBezTo>
                  <a:cubicBezTo>
                    <a:pt x="4709" y="78586"/>
                    <a:pt x="2046" y="74937"/>
                    <a:pt x="854" y="72258"/>
                  </a:cubicBezTo>
                  <a:cubicBezTo>
                    <a:pt x="0" y="70331"/>
                    <a:pt x="15" y="68491"/>
                    <a:pt x="1295" y="66843"/>
                  </a:cubicBezTo>
                  <a:cubicBezTo>
                    <a:pt x="4165" y="63149"/>
                    <a:pt x="14187" y="61236"/>
                    <a:pt x="15452" y="56659"/>
                  </a:cubicBezTo>
                  <a:cubicBezTo>
                    <a:pt x="16615" y="52450"/>
                    <a:pt x="7800" y="46019"/>
                    <a:pt x="6784" y="40044"/>
                  </a:cubicBezTo>
                  <a:cubicBezTo>
                    <a:pt x="5960" y="35100"/>
                    <a:pt x="11965" y="32907"/>
                    <a:pt x="12568" y="28845"/>
                  </a:cubicBezTo>
                  <a:cubicBezTo>
                    <a:pt x="13628" y="21884"/>
                    <a:pt x="6107" y="8345"/>
                    <a:pt x="3885" y="1"/>
                  </a:cubicBezTo>
                </a:path>
              </a:pathLst>
            </a:custGeom>
            <a:noFill/>
            <a:ln cap="flat" cmpd="sng" w="18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8"/>
            <p:cNvSpPr/>
            <p:nvPr/>
          </p:nvSpPr>
          <p:spPr>
            <a:xfrm rot="-1555206">
              <a:off x="383197" y="1454338"/>
              <a:ext cx="758254" cy="4302571"/>
            </a:xfrm>
            <a:custGeom>
              <a:rect b="b" l="l" r="r" t="t"/>
              <a:pathLst>
                <a:path extrusionOk="0" fill="none" h="91772" w="16174">
                  <a:moveTo>
                    <a:pt x="1737" y="91772"/>
                  </a:moveTo>
                  <a:cubicBezTo>
                    <a:pt x="6873" y="90050"/>
                    <a:pt x="8462" y="87578"/>
                    <a:pt x="6093" y="82751"/>
                  </a:cubicBezTo>
                  <a:cubicBezTo>
                    <a:pt x="4415" y="79307"/>
                    <a:pt x="1869" y="75716"/>
                    <a:pt x="780" y="73126"/>
                  </a:cubicBezTo>
                  <a:cubicBezTo>
                    <a:pt x="0" y="71287"/>
                    <a:pt x="118" y="69506"/>
                    <a:pt x="1369" y="67887"/>
                  </a:cubicBezTo>
                  <a:cubicBezTo>
                    <a:pt x="4180" y="64237"/>
                    <a:pt x="13539" y="62104"/>
                    <a:pt x="14923" y="57615"/>
                  </a:cubicBezTo>
                  <a:cubicBezTo>
                    <a:pt x="16174" y="53539"/>
                    <a:pt x="8124" y="47078"/>
                    <a:pt x="6961" y="41015"/>
                  </a:cubicBezTo>
                  <a:cubicBezTo>
                    <a:pt x="6004" y="36085"/>
                    <a:pt x="11082" y="33554"/>
                    <a:pt x="11700" y="29522"/>
                  </a:cubicBezTo>
                  <a:cubicBezTo>
                    <a:pt x="12833" y="22311"/>
                    <a:pt x="6152" y="8374"/>
                    <a:pt x="3576" y="1"/>
                  </a:cubicBezTo>
                </a:path>
              </a:pathLst>
            </a:custGeom>
            <a:noFill/>
            <a:ln cap="flat" cmpd="sng" w="14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8"/>
            <p:cNvSpPr/>
            <p:nvPr/>
          </p:nvSpPr>
          <p:spPr>
            <a:xfrm rot="-1555206">
              <a:off x="401436" y="1444996"/>
              <a:ext cx="735516" cy="4332248"/>
            </a:xfrm>
            <a:custGeom>
              <a:rect b="b" l="l" r="r" t="t"/>
              <a:pathLst>
                <a:path extrusionOk="0" fill="none" h="92405" w="15689">
                  <a:moveTo>
                    <a:pt x="1561" y="92404"/>
                  </a:moveTo>
                  <a:cubicBezTo>
                    <a:pt x="6520" y="90697"/>
                    <a:pt x="7874" y="88122"/>
                    <a:pt x="5681" y="83457"/>
                  </a:cubicBezTo>
                  <a:cubicBezTo>
                    <a:pt x="4092" y="80057"/>
                    <a:pt x="1649" y="76525"/>
                    <a:pt x="678" y="74024"/>
                  </a:cubicBezTo>
                  <a:cubicBezTo>
                    <a:pt x="1" y="72258"/>
                    <a:pt x="163" y="70536"/>
                    <a:pt x="1399" y="68932"/>
                  </a:cubicBezTo>
                  <a:cubicBezTo>
                    <a:pt x="4151" y="65341"/>
                    <a:pt x="12834" y="62986"/>
                    <a:pt x="14320" y="58572"/>
                  </a:cubicBezTo>
                  <a:cubicBezTo>
                    <a:pt x="15689" y="54598"/>
                    <a:pt x="8360" y="48138"/>
                    <a:pt x="7035" y="42001"/>
                  </a:cubicBezTo>
                  <a:cubicBezTo>
                    <a:pt x="5976" y="37086"/>
                    <a:pt x="10111" y="34201"/>
                    <a:pt x="10744" y="30213"/>
                  </a:cubicBezTo>
                  <a:cubicBezTo>
                    <a:pt x="11921" y="22737"/>
                    <a:pt x="6108" y="8389"/>
                    <a:pt x="3165" y="0"/>
                  </a:cubicBezTo>
                </a:path>
              </a:pathLst>
            </a:custGeom>
            <a:noFill/>
            <a:ln cap="flat" cmpd="sng" w="14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8"/>
            <p:cNvSpPr/>
            <p:nvPr/>
          </p:nvSpPr>
          <p:spPr>
            <a:xfrm rot="-1555206">
              <a:off x="419154" y="1434597"/>
              <a:ext cx="714795" cy="4361222"/>
            </a:xfrm>
            <a:custGeom>
              <a:rect b="b" l="l" r="r" t="t"/>
              <a:pathLst>
                <a:path extrusionOk="0" fill="none" h="93023" w="15247">
                  <a:moveTo>
                    <a:pt x="1399" y="93023"/>
                  </a:moveTo>
                  <a:cubicBezTo>
                    <a:pt x="6182" y="91330"/>
                    <a:pt x="7285" y="88622"/>
                    <a:pt x="5299" y="84178"/>
                  </a:cubicBezTo>
                  <a:cubicBezTo>
                    <a:pt x="3812" y="80823"/>
                    <a:pt x="1472" y="77335"/>
                    <a:pt x="604" y="74922"/>
                  </a:cubicBezTo>
                  <a:cubicBezTo>
                    <a:pt x="1" y="73229"/>
                    <a:pt x="266" y="71551"/>
                    <a:pt x="1472" y="69977"/>
                  </a:cubicBezTo>
                  <a:cubicBezTo>
                    <a:pt x="4180" y="66445"/>
                    <a:pt x="12186" y="63884"/>
                    <a:pt x="13805" y="59543"/>
                  </a:cubicBezTo>
                  <a:cubicBezTo>
                    <a:pt x="15247" y="55687"/>
                    <a:pt x="8698" y="49227"/>
                    <a:pt x="7212" y="42987"/>
                  </a:cubicBezTo>
                  <a:cubicBezTo>
                    <a:pt x="6034" y="38072"/>
                    <a:pt x="9243" y="34864"/>
                    <a:pt x="9861" y="30905"/>
                  </a:cubicBezTo>
                  <a:cubicBezTo>
                    <a:pt x="11097" y="23179"/>
                    <a:pt x="6152" y="8418"/>
                    <a:pt x="2841" y="0"/>
                  </a:cubicBezTo>
                </a:path>
              </a:pathLst>
            </a:custGeom>
            <a:noFill/>
            <a:ln cap="flat" cmpd="sng" w="11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8"/>
            <p:cNvSpPr/>
            <p:nvPr/>
          </p:nvSpPr>
          <p:spPr>
            <a:xfrm rot="-1555206">
              <a:off x="435981" y="1425028"/>
              <a:ext cx="692761" cy="4391602"/>
            </a:xfrm>
            <a:custGeom>
              <a:rect b="b" l="l" r="r" t="t"/>
              <a:pathLst>
                <a:path extrusionOk="0" fill="none" h="93671" w="14777">
                  <a:moveTo>
                    <a:pt x="1252" y="93670"/>
                  </a:moveTo>
                  <a:cubicBezTo>
                    <a:pt x="5873" y="91993"/>
                    <a:pt x="6712" y="89152"/>
                    <a:pt x="4916" y="84914"/>
                  </a:cubicBezTo>
                  <a:cubicBezTo>
                    <a:pt x="3518" y="81603"/>
                    <a:pt x="1296" y="78159"/>
                    <a:pt x="531" y="75819"/>
                  </a:cubicBezTo>
                  <a:cubicBezTo>
                    <a:pt x="1" y="74201"/>
                    <a:pt x="354" y="72582"/>
                    <a:pt x="1532" y="71022"/>
                  </a:cubicBezTo>
                  <a:cubicBezTo>
                    <a:pt x="4180" y="67549"/>
                    <a:pt x="11480" y="64767"/>
                    <a:pt x="13231" y="60500"/>
                  </a:cubicBezTo>
                  <a:cubicBezTo>
                    <a:pt x="14776" y="56747"/>
                    <a:pt x="8978" y="50272"/>
                    <a:pt x="7330" y="43958"/>
                  </a:cubicBezTo>
                  <a:cubicBezTo>
                    <a:pt x="6035" y="39073"/>
                    <a:pt x="8301" y="35496"/>
                    <a:pt x="8919" y="31582"/>
                  </a:cubicBezTo>
                  <a:cubicBezTo>
                    <a:pt x="10214" y="23591"/>
                    <a:pt x="6108" y="8418"/>
                    <a:pt x="2444" y="1"/>
                  </a:cubicBezTo>
                </a:path>
              </a:pathLst>
            </a:custGeom>
            <a:noFill/>
            <a:ln cap="flat" cmpd="sng" w="7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8"/>
            <p:cNvSpPr/>
            <p:nvPr/>
          </p:nvSpPr>
          <p:spPr>
            <a:xfrm rot="-1555206">
              <a:off x="453297" y="1415736"/>
              <a:ext cx="671336" cy="4419873"/>
            </a:xfrm>
            <a:custGeom>
              <a:rect b="b" l="l" r="r" t="t"/>
              <a:pathLst>
                <a:path extrusionOk="0" fill="none" h="94274" w="14320">
                  <a:moveTo>
                    <a:pt x="1089" y="94274"/>
                  </a:moveTo>
                  <a:cubicBezTo>
                    <a:pt x="5519" y="92640"/>
                    <a:pt x="6137" y="89667"/>
                    <a:pt x="4503" y="85620"/>
                  </a:cubicBezTo>
                  <a:cubicBezTo>
                    <a:pt x="3208" y="82353"/>
                    <a:pt x="1104" y="78968"/>
                    <a:pt x="442" y="76717"/>
                  </a:cubicBezTo>
                  <a:cubicBezTo>
                    <a:pt x="0" y="75172"/>
                    <a:pt x="427" y="73612"/>
                    <a:pt x="1589" y="72067"/>
                  </a:cubicBezTo>
                  <a:cubicBezTo>
                    <a:pt x="4180" y="68652"/>
                    <a:pt x="10802" y="65650"/>
                    <a:pt x="12686" y="61471"/>
                  </a:cubicBezTo>
                  <a:cubicBezTo>
                    <a:pt x="14319" y="57836"/>
                    <a:pt x="9271" y="51361"/>
                    <a:pt x="7447" y="44959"/>
                  </a:cubicBezTo>
                  <a:cubicBezTo>
                    <a:pt x="6078" y="40073"/>
                    <a:pt x="7402" y="36159"/>
                    <a:pt x="8021" y="32273"/>
                  </a:cubicBezTo>
                  <a:cubicBezTo>
                    <a:pt x="9389" y="24062"/>
                    <a:pt x="6122" y="8462"/>
                    <a:pt x="2104" y="0"/>
                  </a:cubicBezTo>
                </a:path>
              </a:pathLst>
            </a:custGeom>
            <a:noFill/>
            <a:ln cap="flat" cmpd="sng" w="7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8"/>
            <p:cNvSpPr/>
            <p:nvPr/>
          </p:nvSpPr>
          <p:spPr>
            <a:xfrm rot="-1555206">
              <a:off x="470886" y="1404976"/>
              <a:ext cx="649302" cy="4449550"/>
            </a:xfrm>
            <a:custGeom>
              <a:rect b="b" l="l" r="r" t="t"/>
              <a:pathLst>
                <a:path extrusionOk="0" fill="none" h="94907" w="13850">
                  <a:moveTo>
                    <a:pt x="928" y="94907"/>
                  </a:moveTo>
                  <a:cubicBezTo>
                    <a:pt x="5196" y="93288"/>
                    <a:pt x="5564" y="90197"/>
                    <a:pt x="4121" y="86357"/>
                  </a:cubicBezTo>
                  <a:cubicBezTo>
                    <a:pt x="2900" y="83119"/>
                    <a:pt x="899" y="79793"/>
                    <a:pt x="369" y="77630"/>
                  </a:cubicBezTo>
                  <a:cubicBezTo>
                    <a:pt x="1" y="76187"/>
                    <a:pt x="486" y="74672"/>
                    <a:pt x="1649" y="73141"/>
                  </a:cubicBezTo>
                  <a:cubicBezTo>
                    <a:pt x="4180" y="69786"/>
                    <a:pt x="10126" y="66563"/>
                    <a:pt x="12142" y="62457"/>
                  </a:cubicBezTo>
                  <a:cubicBezTo>
                    <a:pt x="13849" y="58940"/>
                    <a:pt x="9596" y="52435"/>
                    <a:pt x="7609" y="45960"/>
                  </a:cubicBezTo>
                  <a:cubicBezTo>
                    <a:pt x="6123" y="41089"/>
                    <a:pt x="6505" y="36836"/>
                    <a:pt x="7138" y="32966"/>
                  </a:cubicBezTo>
                  <a:cubicBezTo>
                    <a:pt x="8551" y="24489"/>
                    <a:pt x="6152" y="8492"/>
                    <a:pt x="1767" y="1"/>
                  </a:cubicBezTo>
                </a:path>
              </a:pathLst>
            </a:custGeom>
            <a:noFill/>
            <a:ln cap="flat" cmpd="sng" w="47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8"/>
            <p:cNvSpPr/>
            <p:nvPr/>
          </p:nvSpPr>
          <p:spPr>
            <a:xfrm rot="-1555206">
              <a:off x="489204" y="1396481"/>
              <a:ext cx="625815" cy="4477821"/>
            </a:xfrm>
            <a:custGeom>
              <a:rect b="b" l="l" r="r" t="t"/>
              <a:pathLst>
                <a:path extrusionOk="0" fill="none" h="95510" w="13349">
                  <a:moveTo>
                    <a:pt x="751" y="95510"/>
                  </a:moveTo>
                  <a:cubicBezTo>
                    <a:pt x="4842" y="93920"/>
                    <a:pt x="4975" y="90697"/>
                    <a:pt x="3724" y="87048"/>
                  </a:cubicBezTo>
                  <a:cubicBezTo>
                    <a:pt x="2620" y="83869"/>
                    <a:pt x="692" y="80602"/>
                    <a:pt x="280" y="78527"/>
                  </a:cubicBezTo>
                  <a:cubicBezTo>
                    <a:pt x="1" y="77144"/>
                    <a:pt x="575" y="75687"/>
                    <a:pt x="1693" y="74171"/>
                  </a:cubicBezTo>
                  <a:cubicBezTo>
                    <a:pt x="4180" y="70860"/>
                    <a:pt x="9434" y="67431"/>
                    <a:pt x="11553" y="63413"/>
                  </a:cubicBezTo>
                  <a:cubicBezTo>
                    <a:pt x="13348" y="60014"/>
                    <a:pt x="9875" y="53494"/>
                    <a:pt x="7712" y="46931"/>
                  </a:cubicBezTo>
                  <a:cubicBezTo>
                    <a:pt x="6108" y="42074"/>
                    <a:pt x="5549" y="37483"/>
                    <a:pt x="6181" y="33657"/>
                  </a:cubicBezTo>
                  <a:cubicBezTo>
                    <a:pt x="7653" y="24915"/>
                    <a:pt x="6108" y="8506"/>
                    <a:pt x="1354" y="0"/>
                  </a:cubicBezTo>
                </a:path>
              </a:pathLst>
            </a:custGeom>
            <a:noFill/>
            <a:ln cap="flat" cmpd="sng" w="47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 name="Google Shape;285;p8"/>
          <p:cNvGrpSpPr/>
          <p:nvPr/>
        </p:nvGrpSpPr>
        <p:grpSpPr>
          <a:xfrm>
            <a:off x="7103201" y="-636745"/>
            <a:ext cx="2805911" cy="4300972"/>
            <a:chOff x="3151476" y="586380"/>
            <a:chExt cx="2805911" cy="4300972"/>
          </a:xfrm>
        </p:grpSpPr>
        <p:sp>
          <p:nvSpPr>
            <p:cNvPr id="286" name="Google Shape;286;p8"/>
            <p:cNvSpPr/>
            <p:nvPr/>
          </p:nvSpPr>
          <p:spPr>
            <a:xfrm rot="9244794">
              <a:off x="3974913" y="811449"/>
              <a:ext cx="1170853" cy="3983155"/>
            </a:xfrm>
            <a:custGeom>
              <a:rect b="b" l="l" r="r" t="t"/>
              <a:pathLst>
                <a:path extrusionOk="0" fill="none" h="84959" w="24975">
                  <a:moveTo>
                    <a:pt x="6182" y="84959"/>
                  </a:moveTo>
                  <a:cubicBezTo>
                    <a:pt x="13245" y="82942"/>
                    <a:pt x="17705" y="81809"/>
                    <a:pt x="13113" y="74878"/>
                  </a:cubicBezTo>
                  <a:cubicBezTo>
                    <a:pt x="8536" y="67917"/>
                    <a:pt x="1" y="60603"/>
                    <a:pt x="3400" y="56350"/>
                  </a:cubicBezTo>
                  <a:cubicBezTo>
                    <a:pt x="6800" y="52097"/>
                    <a:pt x="23576" y="52362"/>
                    <a:pt x="23724" y="46990"/>
                  </a:cubicBezTo>
                  <a:cubicBezTo>
                    <a:pt x="23871" y="41619"/>
                    <a:pt x="7756" y="35291"/>
                    <a:pt x="8198" y="30184"/>
                  </a:cubicBezTo>
                  <a:cubicBezTo>
                    <a:pt x="8639" y="25092"/>
                    <a:pt x="23856" y="26358"/>
                    <a:pt x="24401" y="21972"/>
                  </a:cubicBezTo>
                  <a:cubicBezTo>
                    <a:pt x="24975" y="17572"/>
                    <a:pt x="8801" y="8139"/>
                    <a:pt x="10184" y="1"/>
                  </a:cubicBezTo>
                </a:path>
              </a:pathLst>
            </a:custGeom>
            <a:noFill/>
            <a:ln cap="flat" cmpd="sng" w="40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8"/>
            <p:cNvSpPr/>
            <p:nvPr/>
          </p:nvSpPr>
          <p:spPr>
            <a:xfrm rot="9244794">
              <a:off x="4001693" y="809313"/>
              <a:ext cx="1034898" cy="4012082"/>
            </a:xfrm>
            <a:custGeom>
              <a:rect b="b" l="l" r="r" t="t"/>
              <a:pathLst>
                <a:path extrusionOk="0" fill="none" h="85576" w="22075">
                  <a:moveTo>
                    <a:pt x="3974" y="85576"/>
                  </a:moveTo>
                  <a:cubicBezTo>
                    <a:pt x="10861" y="83604"/>
                    <a:pt x="15055" y="82338"/>
                    <a:pt x="10684" y="75583"/>
                  </a:cubicBezTo>
                  <a:cubicBezTo>
                    <a:pt x="8168" y="71669"/>
                    <a:pt x="4386" y="67636"/>
                    <a:pt x="2252" y="64163"/>
                  </a:cubicBezTo>
                  <a:cubicBezTo>
                    <a:pt x="663" y="61544"/>
                    <a:pt x="0" y="59219"/>
                    <a:pt x="1428" y="57394"/>
                  </a:cubicBezTo>
                  <a:cubicBezTo>
                    <a:pt x="4783" y="53200"/>
                    <a:pt x="20868" y="53229"/>
                    <a:pt x="21133" y="47931"/>
                  </a:cubicBezTo>
                  <a:cubicBezTo>
                    <a:pt x="21369" y="42677"/>
                    <a:pt x="5990" y="36335"/>
                    <a:pt x="6284" y="31155"/>
                  </a:cubicBezTo>
                  <a:cubicBezTo>
                    <a:pt x="6579" y="26077"/>
                    <a:pt x="20898" y="27005"/>
                    <a:pt x="21457" y="22649"/>
                  </a:cubicBezTo>
                  <a:cubicBezTo>
                    <a:pt x="22075" y="18013"/>
                    <a:pt x="6755" y="8153"/>
                    <a:pt x="7800" y="0"/>
                  </a:cubicBezTo>
                </a:path>
              </a:pathLst>
            </a:custGeom>
            <a:noFill/>
            <a:ln cap="flat" cmpd="sng" w="36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8"/>
            <p:cNvSpPr/>
            <p:nvPr/>
          </p:nvSpPr>
          <p:spPr>
            <a:xfrm rot="9244794">
              <a:off x="4023348" y="786369"/>
              <a:ext cx="991487" cy="4040400"/>
            </a:xfrm>
            <a:custGeom>
              <a:rect b="b" l="l" r="r" t="t"/>
              <a:pathLst>
                <a:path extrusionOk="0" fill="none" h="86180" w="21149">
                  <a:moveTo>
                    <a:pt x="3754" y="86180"/>
                  </a:moveTo>
                  <a:cubicBezTo>
                    <a:pt x="10464" y="84237"/>
                    <a:pt x="14408" y="82868"/>
                    <a:pt x="10229" y="76290"/>
                  </a:cubicBezTo>
                  <a:cubicBezTo>
                    <a:pt x="7786" y="72420"/>
                    <a:pt x="4136" y="68432"/>
                    <a:pt x="2120" y="65047"/>
                  </a:cubicBezTo>
                  <a:cubicBezTo>
                    <a:pt x="590" y="62516"/>
                    <a:pt x="1" y="60235"/>
                    <a:pt x="1428" y="58439"/>
                  </a:cubicBezTo>
                  <a:cubicBezTo>
                    <a:pt x="4725" y="54304"/>
                    <a:pt x="20163" y="54127"/>
                    <a:pt x="20530" y="48918"/>
                  </a:cubicBezTo>
                  <a:cubicBezTo>
                    <a:pt x="20898" y="43782"/>
                    <a:pt x="6197" y="37424"/>
                    <a:pt x="6358" y="32156"/>
                  </a:cubicBezTo>
                  <a:cubicBezTo>
                    <a:pt x="6535" y="27093"/>
                    <a:pt x="19927" y="27667"/>
                    <a:pt x="20486" y="23341"/>
                  </a:cubicBezTo>
                  <a:cubicBezTo>
                    <a:pt x="21149" y="18455"/>
                    <a:pt x="6712" y="8183"/>
                    <a:pt x="7374" y="1"/>
                  </a:cubicBezTo>
                </a:path>
              </a:pathLst>
            </a:custGeom>
            <a:noFill/>
            <a:ln cap="flat" cmpd="sng" w="33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8"/>
            <p:cNvSpPr/>
            <p:nvPr/>
          </p:nvSpPr>
          <p:spPr>
            <a:xfrm rot="9244794">
              <a:off x="4040762" y="764412"/>
              <a:ext cx="952810" cy="4070077"/>
            </a:xfrm>
            <a:custGeom>
              <a:rect b="b" l="l" r="r" t="t"/>
              <a:pathLst>
                <a:path extrusionOk="0" fill="none" h="86813" w="20324">
                  <a:moveTo>
                    <a:pt x="3518" y="86813"/>
                  </a:moveTo>
                  <a:cubicBezTo>
                    <a:pt x="10067" y="84870"/>
                    <a:pt x="13731" y="83398"/>
                    <a:pt x="9758" y="76997"/>
                  </a:cubicBezTo>
                  <a:cubicBezTo>
                    <a:pt x="7374" y="73200"/>
                    <a:pt x="3871" y="69241"/>
                    <a:pt x="1958" y="65945"/>
                  </a:cubicBezTo>
                  <a:cubicBezTo>
                    <a:pt x="516" y="63487"/>
                    <a:pt x="1" y="61250"/>
                    <a:pt x="1399" y="59484"/>
                  </a:cubicBezTo>
                  <a:cubicBezTo>
                    <a:pt x="4636" y="55408"/>
                    <a:pt x="19412" y="54996"/>
                    <a:pt x="19868" y="49860"/>
                  </a:cubicBezTo>
                  <a:cubicBezTo>
                    <a:pt x="20324" y="44841"/>
                    <a:pt x="6373" y="38484"/>
                    <a:pt x="6402" y="33127"/>
                  </a:cubicBezTo>
                  <a:cubicBezTo>
                    <a:pt x="6417" y="28080"/>
                    <a:pt x="18897" y="28315"/>
                    <a:pt x="19485" y="24018"/>
                  </a:cubicBezTo>
                  <a:cubicBezTo>
                    <a:pt x="20177" y="18867"/>
                    <a:pt x="6623" y="8198"/>
                    <a:pt x="6917" y="1"/>
                  </a:cubicBezTo>
                </a:path>
              </a:pathLst>
            </a:custGeom>
            <a:noFill/>
            <a:ln cap="flat" cmpd="sng" w="33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8"/>
            <p:cNvSpPr/>
            <p:nvPr/>
          </p:nvSpPr>
          <p:spPr>
            <a:xfrm rot="9244794">
              <a:off x="4044527" y="746299"/>
              <a:ext cx="928666" cy="4099051"/>
            </a:xfrm>
            <a:custGeom>
              <a:rect b="b" l="l" r="r" t="t"/>
              <a:pathLst>
                <a:path extrusionOk="0" fill="none" h="87431" w="19809">
                  <a:moveTo>
                    <a:pt x="3282" y="87431"/>
                  </a:moveTo>
                  <a:cubicBezTo>
                    <a:pt x="9639" y="85532"/>
                    <a:pt x="13054" y="83914"/>
                    <a:pt x="9272" y="77718"/>
                  </a:cubicBezTo>
                  <a:cubicBezTo>
                    <a:pt x="6991" y="73951"/>
                    <a:pt x="3591" y="70051"/>
                    <a:pt x="1781" y="66828"/>
                  </a:cubicBezTo>
                  <a:cubicBezTo>
                    <a:pt x="442" y="64429"/>
                    <a:pt x="0" y="62266"/>
                    <a:pt x="1384" y="60515"/>
                  </a:cubicBezTo>
                  <a:cubicBezTo>
                    <a:pt x="4562" y="56482"/>
                    <a:pt x="18661" y="55864"/>
                    <a:pt x="19249" y="50816"/>
                  </a:cubicBezTo>
                  <a:cubicBezTo>
                    <a:pt x="19809" y="45916"/>
                    <a:pt x="6564" y="39544"/>
                    <a:pt x="6461" y="34099"/>
                  </a:cubicBezTo>
                  <a:cubicBezTo>
                    <a:pt x="6343" y="29066"/>
                    <a:pt x="17895" y="28948"/>
                    <a:pt x="18514" y="24695"/>
                  </a:cubicBezTo>
                  <a:cubicBezTo>
                    <a:pt x="19264" y="19294"/>
                    <a:pt x="6549" y="8198"/>
                    <a:pt x="6490" y="1"/>
                  </a:cubicBezTo>
                </a:path>
              </a:pathLst>
            </a:custGeom>
            <a:noFill/>
            <a:ln cap="flat" cmpd="sng" w="29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8"/>
            <p:cNvSpPr/>
            <p:nvPr/>
          </p:nvSpPr>
          <p:spPr>
            <a:xfrm rot="9244794">
              <a:off x="4047727" y="727926"/>
              <a:ext cx="903819" cy="4129384"/>
            </a:xfrm>
            <a:custGeom>
              <a:rect b="b" l="l" r="r" t="t"/>
              <a:pathLst>
                <a:path extrusionOk="0" fill="none" h="88078" w="19279">
                  <a:moveTo>
                    <a:pt x="3032" y="88078"/>
                  </a:moveTo>
                  <a:cubicBezTo>
                    <a:pt x="9227" y="86209"/>
                    <a:pt x="12362" y="84472"/>
                    <a:pt x="8815" y="78483"/>
                  </a:cubicBezTo>
                  <a:cubicBezTo>
                    <a:pt x="6623" y="74759"/>
                    <a:pt x="3341" y="70904"/>
                    <a:pt x="1634" y="67769"/>
                  </a:cubicBezTo>
                  <a:cubicBezTo>
                    <a:pt x="368" y="65459"/>
                    <a:pt x="0" y="63339"/>
                    <a:pt x="1369" y="61618"/>
                  </a:cubicBezTo>
                  <a:cubicBezTo>
                    <a:pt x="4503" y="57630"/>
                    <a:pt x="17925" y="56805"/>
                    <a:pt x="18617" y="51831"/>
                  </a:cubicBezTo>
                  <a:cubicBezTo>
                    <a:pt x="19279" y="47048"/>
                    <a:pt x="6770" y="40632"/>
                    <a:pt x="6520" y="35113"/>
                  </a:cubicBezTo>
                  <a:cubicBezTo>
                    <a:pt x="6284" y="30095"/>
                    <a:pt x="16924" y="29639"/>
                    <a:pt x="17528" y="25401"/>
                  </a:cubicBezTo>
                  <a:cubicBezTo>
                    <a:pt x="18337" y="19735"/>
                    <a:pt x="6490" y="8241"/>
                    <a:pt x="6063" y="0"/>
                  </a:cubicBezTo>
                </a:path>
              </a:pathLst>
            </a:custGeom>
            <a:noFill/>
            <a:ln cap="flat" cmpd="sng" w="29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8"/>
            <p:cNvSpPr/>
            <p:nvPr/>
          </p:nvSpPr>
          <p:spPr>
            <a:xfrm rot="9244794">
              <a:off x="4052004" y="709685"/>
              <a:ext cx="879019" cy="4157655"/>
            </a:xfrm>
            <a:custGeom>
              <a:rect b="b" l="l" r="r" t="t"/>
              <a:pathLst>
                <a:path extrusionOk="0" fill="none" h="88681" w="18750">
                  <a:moveTo>
                    <a:pt x="2797" y="88681"/>
                  </a:moveTo>
                  <a:cubicBezTo>
                    <a:pt x="8816" y="86827"/>
                    <a:pt x="11686" y="84987"/>
                    <a:pt x="8330" y="79174"/>
                  </a:cubicBezTo>
                  <a:cubicBezTo>
                    <a:pt x="6226" y="75524"/>
                    <a:pt x="3077" y="71698"/>
                    <a:pt x="1473" y="68652"/>
                  </a:cubicBezTo>
                  <a:cubicBezTo>
                    <a:pt x="295" y="66430"/>
                    <a:pt x="1" y="64369"/>
                    <a:pt x="1340" y="62648"/>
                  </a:cubicBezTo>
                  <a:cubicBezTo>
                    <a:pt x="4416" y="58718"/>
                    <a:pt x="17160" y="57674"/>
                    <a:pt x="17970" y="52788"/>
                  </a:cubicBezTo>
                  <a:cubicBezTo>
                    <a:pt x="18750" y="48108"/>
                    <a:pt x="6976" y="41706"/>
                    <a:pt x="6564" y="36099"/>
                  </a:cubicBezTo>
                  <a:cubicBezTo>
                    <a:pt x="6226" y="31096"/>
                    <a:pt x="15909" y="30286"/>
                    <a:pt x="16527" y="26092"/>
                  </a:cubicBezTo>
                  <a:cubicBezTo>
                    <a:pt x="17381" y="20161"/>
                    <a:pt x="6403" y="8256"/>
                    <a:pt x="5608" y="0"/>
                  </a:cubicBezTo>
                </a:path>
              </a:pathLst>
            </a:custGeom>
            <a:noFill/>
            <a:ln cap="flat" cmpd="sng" w="25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8"/>
            <p:cNvSpPr/>
            <p:nvPr/>
          </p:nvSpPr>
          <p:spPr>
            <a:xfrm rot="9244794">
              <a:off x="4055387" y="690566"/>
              <a:ext cx="853516" cy="4187379"/>
            </a:xfrm>
            <a:custGeom>
              <a:rect b="b" l="l" r="r" t="t"/>
              <a:pathLst>
                <a:path extrusionOk="0" fill="none" h="89315" w="18206">
                  <a:moveTo>
                    <a:pt x="2547" y="89315"/>
                  </a:moveTo>
                  <a:cubicBezTo>
                    <a:pt x="8404" y="87475"/>
                    <a:pt x="11009" y="85518"/>
                    <a:pt x="7845" y="79896"/>
                  </a:cubicBezTo>
                  <a:cubicBezTo>
                    <a:pt x="5829" y="76276"/>
                    <a:pt x="2782" y="72508"/>
                    <a:pt x="1296" y="69565"/>
                  </a:cubicBezTo>
                  <a:cubicBezTo>
                    <a:pt x="192" y="67402"/>
                    <a:pt x="1" y="65400"/>
                    <a:pt x="1311" y="63708"/>
                  </a:cubicBezTo>
                  <a:cubicBezTo>
                    <a:pt x="4342" y="59852"/>
                    <a:pt x="16425" y="58572"/>
                    <a:pt x="17337" y="53760"/>
                  </a:cubicBezTo>
                  <a:cubicBezTo>
                    <a:pt x="18205" y="49198"/>
                    <a:pt x="7168" y="42796"/>
                    <a:pt x="6609" y="37086"/>
                  </a:cubicBezTo>
                  <a:cubicBezTo>
                    <a:pt x="6138" y="32097"/>
                    <a:pt x="14909" y="30949"/>
                    <a:pt x="15527" y="26785"/>
                  </a:cubicBezTo>
                  <a:cubicBezTo>
                    <a:pt x="16425" y="20604"/>
                    <a:pt x="6300" y="8301"/>
                    <a:pt x="5181" y="1"/>
                  </a:cubicBezTo>
                </a:path>
              </a:pathLst>
            </a:custGeom>
            <a:noFill/>
            <a:ln cap="flat" cmpd="sng" w="22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8"/>
            <p:cNvSpPr/>
            <p:nvPr/>
          </p:nvSpPr>
          <p:spPr>
            <a:xfrm rot="9244794">
              <a:off x="4060266" y="671884"/>
              <a:ext cx="829325" cy="4215649"/>
            </a:xfrm>
            <a:custGeom>
              <a:rect b="b" l="l" r="r" t="t"/>
              <a:pathLst>
                <a:path extrusionOk="0" fill="none" h="89918" w="17690">
                  <a:moveTo>
                    <a:pt x="2340" y="89918"/>
                  </a:moveTo>
                  <a:cubicBezTo>
                    <a:pt x="8006" y="88122"/>
                    <a:pt x="10361" y="86018"/>
                    <a:pt x="7403" y="80602"/>
                  </a:cubicBezTo>
                  <a:cubicBezTo>
                    <a:pt x="5460" y="77026"/>
                    <a:pt x="2546" y="73288"/>
                    <a:pt x="1148" y="70448"/>
                  </a:cubicBezTo>
                  <a:cubicBezTo>
                    <a:pt x="133" y="68358"/>
                    <a:pt x="0" y="66416"/>
                    <a:pt x="1310" y="64738"/>
                  </a:cubicBezTo>
                  <a:cubicBezTo>
                    <a:pt x="4268" y="60926"/>
                    <a:pt x="15673" y="59440"/>
                    <a:pt x="16718" y="54716"/>
                  </a:cubicBezTo>
                  <a:cubicBezTo>
                    <a:pt x="17689" y="50272"/>
                    <a:pt x="7388" y="43856"/>
                    <a:pt x="6681" y="38072"/>
                  </a:cubicBezTo>
                  <a:cubicBezTo>
                    <a:pt x="6078" y="33098"/>
                    <a:pt x="13937" y="31597"/>
                    <a:pt x="14555" y="27476"/>
                  </a:cubicBezTo>
                  <a:cubicBezTo>
                    <a:pt x="15511" y="21030"/>
                    <a:pt x="6269" y="8315"/>
                    <a:pt x="4768" y="1"/>
                  </a:cubicBezTo>
                </a:path>
              </a:pathLst>
            </a:custGeom>
            <a:noFill/>
            <a:ln cap="flat" cmpd="sng" w="22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8"/>
            <p:cNvSpPr/>
            <p:nvPr/>
          </p:nvSpPr>
          <p:spPr>
            <a:xfrm rot="9244794">
              <a:off x="4063836" y="652723"/>
              <a:ext cx="803775" cy="4246030"/>
            </a:xfrm>
            <a:custGeom>
              <a:rect b="b" l="l" r="r" t="t"/>
              <a:pathLst>
                <a:path extrusionOk="0" fill="none" h="90566" w="17145">
                  <a:moveTo>
                    <a:pt x="2105" y="90565"/>
                  </a:moveTo>
                  <a:cubicBezTo>
                    <a:pt x="7579" y="88770"/>
                    <a:pt x="9698" y="86563"/>
                    <a:pt x="6932" y="81324"/>
                  </a:cubicBezTo>
                  <a:cubicBezTo>
                    <a:pt x="5077" y="77792"/>
                    <a:pt x="2296" y="74112"/>
                    <a:pt x="1001" y="71346"/>
                  </a:cubicBezTo>
                  <a:cubicBezTo>
                    <a:pt x="59" y="69330"/>
                    <a:pt x="0" y="67446"/>
                    <a:pt x="1281" y="65783"/>
                  </a:cubicBezTo>
                  <a:cubicBezTo>
                    <a:pt x="4209" y="62030"/>
                    <a:pt x="14923" y="60338"/>
                    <a:pt x="16085" y="55673"/>
                  </a:cubicBezTo>
                  <a:cubicBezTo>
                    <a:pt x="17145" y="51346"/>
                    <a:pt x="7579" y="44930"/>
                    <a:pt x="6740" y="39043"/>
                  </a:cubicBezTo>
                  <a:cubicBezTo>
                    <a:pt x="6019" y="34069"/>
                    <a:pt x="12936" y="32230"/>
                    <a:pt x="13554" y="28153"/>
                  </a:cubicBezTo>
                  <a:cubicBezTo>
                    <a:pt x="14570" y="21443"/>
                    <a:pt x="6181" y="8316"/>
                    <a:pt x="4327" y="1"/>
                  </a:cubicBezTo>
                </a:path>
              </a:pathLst>
            </a:custGeom>
            <a:noFill/>
            <a:ln cap="flat" cmpd="sng" w="18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8"/>
            <p:cNvSpPr/>
            <p:nvPr/>
          </p:nvSpPr>
          <p:spPr>
            <a:xfrm rot="9244794">
              <a:off x="4068902" y="634149"/>
              <a:ext cx="778928" cy="4275004"/>
            </a:xfrm>
            <a:custGeom>
              <a:rect b="b" l="l" r="r" t="t"/>
              <a:pathLst>
                <a:path extrusionOk="0" fill="none" h="91184" w="16615">
                  <a:moveTo>
                    <a:pt x="1884" y="91184"/>
                  </a:moveTo>
                  <a:cubicBezTo>
                    <a:pt x="7196" y="89418"/>
                    <a:pt x="9036" y="87092"/>
                    <a:pt x="6475" y="82059"/>
                  </a:cubicBezTo>
                  <a:cubicBezTo>
                    <a:pt x="4709" y="78586"/>
                    <a:pt x="2046" y="74937"/>
                    <a:pt x="854" y="72258"/>
                  </a:cubicBezTo>
                  <a:cubicBezTo>
                    <a:pt x="0" y="70331"/>
                    <a:pt x="15" y="68491"/>
                    <a:pt x="1295" y="66843"/>
                  </a:cubicBezTo>
                  <a:cubicBezTo>
                    <a:pt x="4165" y="63149"/>
                    <a:pt x="14187" y="61236"/>
                    <a:pt x="15452" y="56659"/>
                  </a:cubicBezTo>
                  <a:cubicBezTo>
                    <a:pt x="16615" y="52450"/>
                    <a:pt x="7800" y="46019"/>
                    <a:pt x="6784" y="40044"/>
                  </a:cubicBezTo>
                  <a:cubicBezTo>
                    <a:pt x="5960" y="35100"/>
                    <a:pt x="11965" y="32907"/>
                    <a:pt x="12568" y="28845"/>
                  </a:cubicBezTo>
                  <a:cubicBezTo>
                    <a:pt x="13628" y="21884"/>
                    <a:pt x="6107" y="8345"/>
                    <a:pt x="3885" y="1"/>
                  </a:cubicBezTo>
                </a:path>
              </a:pathLst>
            </a:custGeom>
            <a:noFill/>
            <a:ln cap="flat" cmpd="sng" w="18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8"/>
            <p:cNvSpPr/>
            <p:nvPr/>
          </p:nvSpPr>
          <p:spPr>
            <a:xfrm rot="9244794">
              <a:off x="4072186" y="615348"/>
              <a:ext cx="758254" cy="4302571"/>
            </a:xfrm>
            <a:custGeom>
              <a:rect b="b" l="l" r="r" t="t"/>
              <a:pathLst>
                <a:path extrusionOk="0" fill="none" h="91772" w="16174">
                  <a:moveTo>
                    <a:pt x="1737" y="91772"/>
                  </a:moveTo>
                  <a:cubicBezTo>
                    <a:pt x="6873" y="90050"/>
                    <a:pt x="8462" y="87578"/>
                    <a:pt x="6093" y="82751"/>
                  </a:cubicBezTo>
                  <a:cubicBezTo>
                    <a:pt x="4415" y="79307"/>
                    <a:pt x="1869" y="75716"/>
                    <a:pt x="780" y="73126"/>
                  </a:cubicBezTo>
                  <a:cubicBezTo>
                    <a:pt x="0" y="71287"/>
                    <a:pt x="118" y="69506"/>
                    <a:pt x="1369" y="67887"/>
                  </a:cubicBezTo>
                  <a:cubicBezTo>
                    <a:pt x="4180" y="64237"/>
                    <a:pt x="13539" y="62104"/>
                    <a:pt x="14923" y="57615"/>
                  </a:cubicBezTo>
                  <a:cubicBezTo>
                    <a:pt x="16174" y="53539"/>
                    <a:pt x="8124" y="47078"/>
                    <a:pt x="6961" y="41015"/>
                  </a:cubicBezTo>
                  <a:cubicBezTo>
                    <a:pt x="6004" y="36085"/>
                    <a:pt x="11082" y="33554"/>
                    <a:pt x="11700" y="29522"/>
                  </a:cubicBezTo>
                  <a:cubicBezTo>
                    <a:pt x="12833" y="22311"/>
                    <a:pt x="6152" y="8374"/>
                    <a:pt x="3576" y="1"/>
                  </a:cubicBezTo>
                </a:path>
              </a:pathLst>
            </a:custGeom>
            <a:noFill/>
            <a:ln cap="flat" cmpd="sng" w="14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8"/>
            <p:cNvSpPr/>
            <p:nvPr/>
          </p:nvSpPr>
          <p:spPr>
            <a:xfrm rot="9244794">
              <a:off x="4076685" y="595013"/>
              <a:ext cx="735516" cy="4332248"/>
            </a:xfrm>
            <a:custGeom>
              <a:rect b="b" l="l" r="r" t="t"/>
              <a:pathLst>
                <a:path extrusionOk="0" fill="none" h="92405" w="15689">
                  <a:moveTo>
                    <a:pt x="1561" y="92404"/>
                  </a:moveTo>
                  <a:cubicBezTo>
                    <a:pt x="6520" y="90697"/>
                    <a:pt x="7874" y="88122"/>
                    <a:pt x="5681" y="83457"/>
                  </a:cubicBezTo>
                  <a:cubicBezTo>
                    <a:pt x="4092" y="80057"/>
                    <a:pt x="1649" y="76525"/>
                    <a:pt x="678" y="74024"/>
                  </a:cubicBezTo>
                  <a:cubicBezTo>
                    <a:pt x="1" y="72258"/>
                    <a:pt x="163" y="70536"/>
                    <a:pt x="1399" y="68932"/>
                  </a:cubicBezTo>
                  <a:cubicBezTo>
                    <a:pt x="4151" y="65341"/>
                    <a:pt x="12834" y="62986"/>
                    <a:pt x="14320" y="58572"/>
                  </a:cubicBezTo>
                  <a:cubicBezTo>
                    <a:pt x="15689" y="54598"/>
                    <a:pt x="8360" y="48138"/>
                    <a:pt x="7035" y="42001"/>
                  </a:cubicBezTo>
                  <a:cubicBezTo>
                    <a:pt x="5976" y="37086"/>
                    <a:pt x="10111" y="34201"/>
                    <a:pt x="10744" y="30213"/>
                  </a:cubicBezTo>
                  <a:cubicBezTo>
                    <a:pt x="11921" y="22737"/>
                    <a:pt x="6108" y="8389"/>
                    <a:pt x="3165" y="0"/>
                  </a:cubicBezTo>
                </a:path>
              </a:pathLst>
            </a:custGeom>
            <a:noFill/>
            <a:ln cap="flat" cmpd="sng" w="14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8"/>
            <p:cNvSpPr/>
            <p:nvPr/>
          </p:nvSpPr>
          <p:spPr>
            <a:xfrm rot="9244794">
              <a:off x="4079688" y="576439"/>
              <a:ext cx="714795" cy="4361222"/>
            </a:xfrm>
            <a:custGeom>
              <a:rect b="b" l="l" r="r" t="t"/>
              <a:pathLst>
                <a:path extrusionOk="0" fill="none" h="93023" w="15247">
                  <a:moveTo>
                    <a:pt x="1399" y="93023"/>
                  </a:moveTo>
                  <a:cubicBezTo>
                    <a:pt x="6182" y="91330"/>
                    <a:pt x="7285" y="88622"/>
                    <a:pt x="5299" y="84178"/>
                  </a:cubicBezTo>
                  <a:cubicBezTo>
                    <a:pt x="3812" y="80823"/>
                    <a:pt x="1472" y="77335"/>
                    <a:pt x="604" y="74922"/>
                  </a:cubicBezTo>
                  <a:cubicBezTo>
                    <a:pt x="1" y="73229"/>
                    <a:pt x="266" y="71551"/>
                    <a:pt x="1472" y="69977"/>
                  </a:cubicBezTo>
                  <a:cubicBezTo>
                    <a:pt x="4180" y="66445"/>
                    <a:pt x="12186" y="63884"/>
                    <a:pt x="13805" y="59543"/>
                  </a:cubicBezTo>
                  <a:cubicBezTo>
                    <a:pt x="15247" y="55687"/>
                    <a:pt x="8698" y="49227"/>
                    <a:pt x="7212" y="42987"/>
                  </a:cubicBezTo>
                  <a:cubicBezTo>
                    <a:pt x="6034" y="38072"/>
                    <a:pt x="9243" y="34864"/>
                    <a:pt x="9861" y="30905"/>
                  </a:cubicBezTo>
                  <a:cubicBezTo>
                    <a:pt x="11097" y="23179"/>
                    <a:pt x="6152" y="8418"/>
                    <a:pt x="2841" y="0"/>
                  </a:cubicBezTo>
                </a:path>
              </a:pathLst>
            </a:custGeom>
            <a:noFill/>
            <a:ln cap="flat" cmpd="sng" w="11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8"/>
            <p:cNvSpPr/>
            <p:nvPr/>
          </p:nvSpPr>
          <p:spPr>
            <a:xfrm rot="9244794">
              <a:off x="4084895" y="555627"/>
              <a:ext cx="692761" cy="4391602"/>
            </a:xfrm>
            <a:custGeom>
              <a:rect b="b" l="l" r="r" t="t"/>
              <a:pathLst>
                <a:path extrusionOk="0" fill="none" h="93671" w="14777">
                  <a:moveTo>
                    <a:pt x="1252" y="93670"/>
                  </a:moveTo>
                  <a:cubicBezTo>
                    <a:pt x="5873" y="91993"/>
                    <a:pt x="6712" y="89152"/>
                    <a:pt x="4916" y="84914"/>
                  </a:cubicBezTo>
                  <a:cubicBezTo>
                    <a:pt x="3518" y="81603"/>
                    <a:pt x="1296" y="78159"/>
                    <a:pt x="531" y="75819"/>
                  </a:cubicBezTo>
                  <a:cubicBezTo>
                    <a:pt x="1" y="74201"/>
                    <a:pt x="354" y="72582"/>
                    <a:pt x="1532" y="71022"/>
                  </a:cubicBezTo>
                  <a:cubicBezTo>
                    <a:pt x="4180" y="67549"/>
                    <a:pt x="11480" y="64767"/>
                    <a:pt x="13231" y="60500"/>
                  </a:cubicBezTo>
                  <a:cubicBezTo>
                    <a:pt x="14776" y="56747"/>
                    <a:pt x="8978" y="50272"/>
                    <a:pt x="7330" y="43958"/>
                  </a:cubicBezTo>
                  <a:cubicBezTo>
                    <a:pt x="6035" y="39073"/>
                    <a:pt x="8301" y="35496"/>
                    <a:pt x="8919" y="31582"/>
                  </a:cubicBezTo>
                  <a:cubicBezTo>
                    <a:pt x="10214" y="23591"/>
                    <a:pt x="6108" y="8418"/>
                    <a:pt x="2444" y="1"/>
                  </a:cubicBezTo>
                </a:path>
              </a:pathLst>
            </a:custGeom>
            <a:noFill/>
            <a:ln cap="flat" cmpd="sng" w="7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8"/>
            <p:cNvSpPr/>
            <p:nvPr/>
          </p:nvSpPr>
          <p:spPr>
            <a:xfrm rot="9244794">
              <a:off x="4089003" y="536648"/>
              <a:ext cx="671336" cy="4419873"/>
            </a:xfrm>
            <a:custGeom>
              <a:rect b="b" l="l" r="r" t="t"/>
              <a:pathLst>
                <a:path extrusionOk="0" fill="none" h="94274" w="14320">
                  <a:moveTo>
                    <a:pt x="1089" y="94274"/>
                  </a:moveTo>
                  <a:cubicBezTo>
                    <a:pt x="5519" y="92640"/>
                    <a:pt x="6137" y="89667"/>
                    <a:pt x="4503" y="85620"/>
                  </a:cubicBezTo>
                  <a:cubicBezTo>
                    <a:pt x="3208" y="82353"/>
                    <a:pt x="1104" y="78968"/>
                    <a:pt x="442" y="76717"/>
                  </a:cubicBezTo>
                  <a:cubicBezTo>
                    <a:pt x="0" y="75172"/>
                    <a:pt x="427" y="73612"/>
                    <a:pt x="1589" y="72067"/>
                  </a:cubicBezTo>
                  <a:cubicBezTo>
                    <a:pt x="4180" y="68652"/>
                    <a:pt x="10802" y="65650"/>
                    <a:pt x="12686" y="61471"/>
                  </a:cubicBezTo>
                  <a:cubicBezTo>
                    <a:pt x="14319" y="57836"/>
                    <a:pt x="9271" y="51361"/>
                    <a:pt x="7447" y="44959"/>
                  </a:cubicBezTo>
                  <a:cubicBezTo>
                    <a:pt x="6078" y="40073"/>
                    <a:pt x="7402" y="36159"/>
                    <a:pt x="8021" y="32273"/>
                  </a:cubicBezTo>
                  <a:cubicBezTo>
                    <a:pt x="9389" y="24062"/>
                    <a:pt x="6122" y="8462"/>
                    <a:pt x="2104" y="0"/>
                  </a:cubicBezTo>
                </a:path>
              </a:pathLst>
            </a:custGeom>
            <a:noFill/>
            <a:ln cap="flat" cmpd="sng" w="7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8"/>
            <p:cNvSpPr/>
            <p:nvPr/>
          </p:nvSpPr>
          <p:spPr>
            <a:xfrm rot="9244794">
              <a:off x="4093449" y="517732"/>
              <a:ext cx="649302" cy="4449550"/>
            </a:xfrm>
            <a:custGeom>
              <a:rect b="b" l="l" r="r" t="t"/>
              <a:pathLst>
                <a:path extrusionOk="0" fill="none" h="94907" w="13850">
                  <a:moveTo>
                    <a:pt x="928" y="94907"/>
                  </a:moveTo>
                  <a:cubicBezTo>
                    <a:pt x="5196" y="93288"/>
                    <a:pt x="5564" y="90197"/>
                    <a:pt x="4121" y="86357"/>
                  </a:cubicBezTo>
                  <a:cubicBezTo>
                    <a:pt x="2900" y="83119"/>
                    <a:pt x="899" y="79793"/>
                    <a:pt x="369" y="77630"/>
                  </a:cubicBezTo>
                  <a:cubicBezTo>
                    <a:pt x="1" y="76187"/>
                    <a:pt x="486" y="74672"/>
                    <a:pt x="1649" y="73141"/>
                  </a:cubicBezTo>
                  <a:cubicBezTo>
                    <a:pt x="4180" y="69786"/>
                    <a:pt x="10126" y="66563"/>
                    <a:pt x="12142" y="62457"/>
                  </a:cubicBezTo>
                  <a:cubicBezTo>
                    <a:pt x="13849" y="58940"/>
                    <a:pt x="9596" y="52435"/>
                    <a:pt x="7609" y="45960"/>
                  </a:cubicBezTo>
                  <a:cubicBezTo>
                    <a:pt x="6123" y="41089"/>
                    <a:pt x="6505" y="36836"/>
                    <a:pt x="7138" y="32966"/>
                  </a:cubicBezTo>
                  <a:cubicBezTo>
                    <a:pt x="8551" y="24489"/>
                    <a:pt x="6152" y="8492"/>
                    <a:pt x="1767" y="1"/>
                  </a:cubicBezTo>
                </a:path>
              </a:pathLst>
            </a:custGeom>
            <a:noFill/>
            <a:ln cap="flat" cmpd="sng" w="47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8"/>
            <p:cNvSpPr/>
            <p:nvPr/>
          </p:nvSpPr>
          <p:spPr>
            <a:xfrm rot="9244794">
              <a:off x="4098618" y="497956"/>
              <a:ext cx="625815" cy="4477821"/>
            </a:xfrm>
            <a:custGeom>
              <a:rect b="b" l="l" r="r" t="t"/>
              <a:pathLst>
                <a:path extrusionOk="0" fill="none" h="95510" w="13349">
                  <a:moveTo>
                    <a:pt x="751" y="95510"/>
                  </a:moveTo>
                  <a:cubicBezTo>
                    <a:pt x="4842" y="93920"/>
                    <a:pt x="4975" y="90697"/>
                    <a:pt x="3724" y="87048"/>
                  </a:cubicBezTo>
                  <a:cubicBezTo>
                    <a:pt x="2620" y="83869"/>
                    <a:pt x="692" y="80602"/>
                    <a:pt x="280" y="78527"/>
                  </a:cubicBezTo>
                  <a:cubicBezTo>
                    <a:pt x="1" y="77144"/>
                    <a:pt x="575" y="75687"/>
                    <a:pt x="1693" y="74171"/>
                  </a:cubicBezTo>
                  <a:cubicBezTo>
                    <a:pt x="4180" y="70860"/>
                    <a:pt x="9434" y="67431"/>
                    <a:pt x="11553" y="63413"/>
                  </a:cubicBezTo>
                  <a:cubicBezTo>
                    <a:pt x="13348" y="60014"/>
                    <a:pt x="9875" y="53494"/>
                    <a:pt x="7712" y="46931"/>
                  </a:cubicBezTo>
                  <a:cubicBezTo>
                    <a:pt x="6108" y="42074"/>
                    <a:pt x="5549" y="37483"/>
                    <a:pt x="6181" y="33657"/>
                  </a:cubicBezTo>
                  <a:cubicBezTo>
                    <a:pt x="7653" y="24915"/>
                    <a:pt x="6108" y="8506"/>
                    <a:pt x="1354" y="0"/>
                  </a:cubicBezTo>
                </a:path>
              </a:pathLst>
            </a:custGeom>
            <a:noFill/>
            <a:ln cap="flat" cmpd="sng" w="47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 name="Google Shape;304;p8"/>
          <p:cNvSpPr/>
          <p:nvPr/>
        </p:nvSpPr>
        <p:spPr>
          <a:xfrm flipH="1" rot="10800000">
            <a:off x="1227730" y="424038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8"/>
          <p:cNvSpPr/>
          <p:nvPr/>
        </p:nvSpPr>
        <p:spPr>
          <a:xfrm flipH="1" rot="10800000">
            <a:off x="7809568" y="40148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8"/>
          <p:cNvSpPr/>
          <p:nvPr/>
        </p:nvSpPr>
        <p:spPr>
          <a:xfrm flipH="1" rot="10800000">
            <a:off x="240357" y="2012730"/>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8"/>
          <p:cNvSpPr/>
          <p:nvPr/>
        </p:nvSpPr>
        <p:spPr>
          <a:xfrm flipH="1" rot="10800000">
            <a:off x="8441751" y="3612258"/>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8"/>
          <p:cNvSpPr/>
          <p:nvPr/>
        </p:nvSpPr>
        <p:spPr>
          <a:xfrm flipH="1" rot="10800000">
            <a:off x="6766405" y="475918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8"/>
          <p:cNvSpPr/>
          <p:nvPr/>
        </p:nvSpPr>
        <p:spPr>
          <a:xfrm flipH="1">
            <a:off x="8745463" y="116270"/>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8"/>
          <p:cNvSpPr/>
          <p:nvPr/>
        </p:nvSpPr>
        <p:spPr>
          <a:xfrm flipH="1">
            <a:off x="8745463" y="878120"/>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8"/>
          <p:cNvSpPr/>
          <p:nvPr/>
        </p:nvSpPr>
        <p:spPr>
          <a:xfrm flipH="1">
            <a:off x="-186612" y="3563845"/>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8"/>
          <p:cNvSpPr/>
          <p:nvPr/>
        </p:nvSpPr>
        <p:spPr>
          <a:xfrm flipH="1">
            <a:off x="-186612" y="4325695"/>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8"/>
          <p:cNvSpPr/>
          <p:nvPr/>
        </p:nvSpPr>
        <p:spPr>
          <a:xfrm flipH="1" rot="10800000">
            <a:off x="1660530" y="288858"/>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8"/>
          <p:cNvSpPr/>
          <p:nvPr/>
        </p:nvSpPr>
        <p:spPr>
          <a:xfrm rot="-596739">
            <a:off x="-212312" y="135797"/>
            <a:ext cx="3816097" cy="1347157"/>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15" name="Shape 315"/>
        <p:cNvGrpSpPr/>
        <p:nvPr/>
      </p:nvGrpSpPr>
      <p:grpSpPr>
        <a:xfrm>
          <a:off x="0" y="0"/>
          <a:ext cx="0" cy="0"/>
          <a:chOff x="0" y="0"/>
          <a:chExt cx="0" cy="0"/>
        </a:xfrm>
      </p:grpSpPr>
      <p:sp>
        <p:nvSpPr>
          <p:cNvPr id="316" name="Google Shape;316;p9"/>
          <p:cNvSpPr txBox="1"/>
          <p:nvPr>
            <p:ph type="title"/>
          </p:nvPr>
        </p:nvSpPr>
        <p:spPr>
          <a:xfrm>
            <a:off x="1345950" y="1473175"/>
            <a:ext cx="4107000" cy="7050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sz="3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17" name="Google Shape;317;p9"/>
          <p:cNvSpPr txBox="1"/>
          <p:nvPr>
            <p:ph idx="1" type="subTitle"/>
          </p:nvPr>
        </p:nvSpPr>
        <p:spPr>
          <a:xfrm>
            <a:off x="808050" y="2101913"/>
            <a:ext cx="4644900" cy="1568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800"/>
              <a:buNone/>
              <a:defRPr/>
            </a:lvl1pPr>
            <a:lvl2pPr lvl="1" rtl="0">
              <a:spcBef>
                <a:spcPts val="120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318" name="Google Shape;318;p9"/>
          <p:cNvSpPr/>
          <p:nvPr/>
        </p:nvSpPr>
        <p:spPr>
          <a:xfrm>
            <a:off x="6336555" y="4647881"/>
            <a:ext cx="11605" cy="5802"/>
          </a:xfrm>
          <a:custGeom>
            <a:rect b="b" l="l" r="r" t="t"/>
            <a:pathLst>
              <a:path extrusionOk="0" h="115" w="230">
                <a:moveTo>
                  <a:pt x="115" y="0"/>
                </a:moveTo>
                <a:lnTo>
                  <a:pt x="1" y="115"/>
                </a:lnTo>
                <a:lnTo>
                  <a:pt x="230" y="115"/>
                </a:lnTo>
                <a:lnTo>
                  <a:pt x="115" y="0"/>
                </a:lnTo>
                <a:close/>
              </a:path>
            </a:pathLst>
          </a:custGeom>
          <a:solidFill>
            <a:srgbClr val="262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9"/>
          <p:cNvSpPr/>
          <p:nvPr/>
        </p:nvSpPr>
        <p:spPr>
          <a:xfrm rot="5400000">
            <a:off x="5687754" y="1003533"/>
            <a:ext cx="4542757" cy="2463160"/>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9"/>
          <p:cNvSpPr/>
          <p:nvPr/>
        </p:nvSpPr>
        <p:spPr>
          <a:xfrm rot="5400000">
            <a:off x="6016278" y="1031798"/>
            <a:ext cx="4243283" cy="2105586"/>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9"/>
          <p:cNvSpPr/>
          <p:nvPr/>
        </p:nvSpPr>
        <p:spPr>
          <a:xfrm rot="4696341">
            <a:off x="5112413" y="1373277"/>
            <a:ext cx="5427419" cy="1915985"/>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9"/>
          <p:cNvSpPr/>
          <p:nvPr/>
        </p:nvSpPr>
        <p:spPr>
          <a:xfrm rot="-5400000">
            <a:off x="-762959" y="2974109"/>
            <a:ext cx="2940325" cy="1459107"/>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9"/>
          <p:cNvSpPr/>
          <p:nvPr/>
        </p:nvSpPr>
        <p:spPr>
          <a:xfrm rot="-5400000">
            <a:off x="-361318" y="4373317"/>
            <a:ext cx="1138933" cy="460996"/>
          </a:xfrm>
          <a:custGeom>
            <a:rect b="b" l="l" r="r" t="t"/>
            <a:pathLst>
              <a:path extrusionOk="0" h="12718" w="31421">
                <a:moveTo>
                  <a:pt x="0" y="1"/>
                </a:moveTo>
                <a:lnTo>
                  <a:pt x="15" y="11318"/>
                </a:lnTo>
                <a:cubicBezTo>
                  <a:pt x="714" y="12333"/>
                  <a:pt x="1913" y="12717"/>
                  <a:pt x="3174" y="12717"/>
                </a:cubicBezTo>
                <a:cubicBezTo>
                  <a:pt x="3905" y="12717"/>
                  <a:pt x="4656" y="12588"/>
                  <a:pt x="5342" y="12377"/>
                </a:cubicBezTo>
                <a:cubicBezTo>
                  <a:pt x="7024" y="11870"/>
                  <a:pt x="8681" y="11024"/>
                  <a:pt x="10412" y="11024"/>
                </a:cubicBezTo>
                <a:cubicBezTo>
                  <a:pt x="10590" y="11024"/>
                  <a:pt x="10769" y="11033"/>
                  <a:pt x="10949" y="11053"/>
                </a:cubicBezTo>
                <a:cubicBezTo>
                  <a:pt x="12370" y="11196"/>
                  <a:pt x="13772" y="11959"/>
                  <a:pt x="15138" y="11959"/>
                </a:cubicBezTo>
                <a:cubicBezTo>
                  <a:pt x="15456" y="11959"/>
                  <a:pt x="15772" y="11918"/>
                  <a:pt x="16086" y="11818"/>
                </a:cubicBezTo>
                <a:cubicBezTo>
                  <a:pt x="18411" y="11067"/>
                  <a:pt x="18808" y="7683"/>
                  <a:pt x="20942" y="6491"/>
                </a:cubicBezTo>
                <a:cubicBezTo>
                  <a:pt x="21681" y="6076"/>
                  <a:pt x="22511" y="5989"/>
                  <a:pt x="23370" y="5989"/>
                </a:cubicBezTo>
                <a:cubicBezTo>
                  <a:pt x="23993" y="5989"/>
                  <a:pt x="24631" y="6035"/>
                  <a:pt x="25262" y="6035"/>
                </a:cubicBezTo>
                <a:cubicBezTo>
                  <a:pt x="25616" y="6035"/>
                  <a:pt x="25968" y="6020"/>
                  <a:pt x="26313" y="5976"/>
                </a:cubicBezTo>
                <a:cubicBezTo>
                  <a:pt x="29124" y="5608"/>
                  <a:pt x="31420" y="2826"/>
                  <a:pt x="31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9"/>
          <p:cNvSpPr/>
          <p:nvPr/>
        </p:nvSpPr>
        <p:spPr>
          <a:xfrm rot="-4693591">
            <a:off x="-1140671" y="2419967"/>
            <a:ext cx="3406657" cy="2009089"/>
          </a:xfrm>
          <a:custGeom>
            <a:rect b="b" l="l" r="r" t="t"/>
            <a:pathLst>
              <a:path extrusionOk="0" h="43620" w="73967">
                <a:moveTo>
                  <a:pt x="73672" y="0"/>
                </a:moveTo>
                <a:cubicBezTo>
                  <a:pt x="70257" y="2134"/>
                  <a:pt x="66593" y="3002"/>
                  <a:pt x="63370" y="3753"/>
                </a:cubicBezTo>
                <a:cubicBezTo>
                  <a:pt x="60118" y="4533"/>
                  <a:pt x="57307" y="5195"/>
                  <a:pt x="55821" y="6990"/>
                </a:cubicBezTo>
                <a:cubicBezTo>
                  <a:pt x="54746" y="8271"/>
                  <a:pt x="54025" y="9772"/>
                  <a:pt x="53334" y="11214"/>
                </a:cubicBezTo>
                <a:cubicBezTo>
                  <a:pt x="52156" y="13642"/>
                  <a:pt x="51052" y="15938"/>
                  <a:pt x="48462" y="16762"/>
                </a:cubicBezTo>
                <a:cubicBezTo>
                  <a:pt x="47864" y="16962"/>
                  <a:pt x="47068" y="17020"/>
                  <a:pt x="46200" y="17020"/>
                </a:cubicBezTo>
                <a:cubicBezTo>
                  <a:pt x="45531" y="17020"/>
                  <a:pt x="44819" y="16985"/>
                  <a:pt x="44121" y="16953"/>
                </a:cubicBezTo>
                <a:cubicBezTo>
                  <a:pt x="43381" y="16914"/>
                  <a:pt x="42635" y="16877"/>
                  <a:pt x="41924" y="16877"/>
                </a:cubicBezTo>
                <a:cubicBezTo>
                  <a:pt x="40770" y="16877"/>
                  <a:pt x="39710" y="16975"/>
                  <a:pt x="38926" y="17321"/>
                </a:cubicBezTo>
                <a:cubicBezTo>
                  <a:pt x="36880" y="18219"/>
                  <a:pt x="35232" y="20632"/>
                  <a:pt x="33628" y="22943"/>
                </a:cubicBezTo>
                <a:cubicBezTo>
                  <a:pt x="32657" y="24356"/>
                  <a:pt x="31730" y="25710"/>
                  <a:pt x="30773" y="26622"/>
                </a:cubicBezTo>
                <a:cubicBezTo>
                  <a:pt x="29449" y="27873"/>
                  <a:pt x="25681" y="27961"/>
                  <a:pt x="21664" y="28064"/>
                </a:cubicBezTo>
                <a:cubicBezTo>
                  <a:pt x="16542" y="28197"/>
                  <a:pt x="10715" y="28329"/>
                  <a:pt x="7639" y="30846"/>
                </a:cubicBezTo>
                <a:cubicBezTo>
                  <a:pt x="4239" y="33612"/>
                  <a:pt x="354" y="39308"/>
                  <a:pt x="1" y="43590"/>
                </a:cubicBezTo>
                <a:lnTo>
                  <a:pt x="560" y="43619"/>
                </a:lnTo>
                <a:cubicBezTo>
                  <a:pt x="884" y="39484"/>
                  <a:pt x="4681" y="33980"/>
                  <a:pt x="7963" y="31272"/>
                </a:cubicBezTo>
                <a:cubicBezTo>
                  <a:pt x="10891" y="28888"/>
                  <a:pt x="16616" y="28741"/>
                  <a:pt x="21678" y="28638"/>
                </a:cubicBezTo>
                <a:cubicBezTo>
                  <a:pt x="25976" y="28520"/>
                  <a:pt x="29669" y="28432"/>
                  <a:pt x="31141" y="27034"/>
                </a:cubicBezTo>
                <a:cubicBezTo>
                  <a:pt x="32142" y="26092"/>
                  <a:pt x="33084" y="24738"/>
                  <a:pt x="34070" y="23281"/>
                </a:cubicBezTo>
                <a:cubicBezTo>
                  <a:pt x="35630" y="21015"/>
                  <a:pt x="37234" y="18675"/>
                  <a:pt x="39147" y="17836"/>
                </a:cubicBezTo>
                <a:cubicBezTo>
                  <a:pt x="39856" y="17518"/>
                  <a:pt x="40862" y="17430"/>
                  <a:pt x="41964" y="17430"/>
                </a:cubicBezTo>
                <a:cubicBezTo>
                  <a:pt x="42647" y="17430"/>
                  <a:pt x="43368" y="17464"/>
                  <a:pt x="44077" y="17498"/>
                </a:cubicBezTo>
                <a:cubicBezTo>
                  <a:pt x="44836" y="17543"/>
                  <a:pt x="45574" y="17582"/>
                  <a:pt x="46260" y="17582"/>
                </a:cubicBezTo>
                <a:cubicBezTo>
                  <a:pt x="47156" y="17582"/>
                  <a:pt x="47966" y="17515"/>
                  <a:pt x="48624" y="17307"/>
                </a:cubicBezTo>
                <a:cubicBezTo>
                  <a:pt x="51435" y="16424"/>
                  <a:pt x="52598" y="14010"/>
                  <a:pt x="53834" y="11449"/>
                </a:cubicBezTo>
                <a:cubicBezTo>
                  <a:pt x="54511" y="10037"/>
                  <a:pt x="55232" y="8580"/>
                  <a:pt x="56233" y="7344"/>
                </a:cubicBezTo>
                <a:cubicBezTo>
                  <a:pt x="57616" y="5695"/>
                  <a:pt x="60339" y="5048"/>
                  <a:pt x="63503" y="4297"/>
                </a:cubicBezTo>
                <a:cubicBezTo>
                  <a:pt x="66755" y="3517"/>
                  <a:pt x="70464" y="2634"/>
                  <a:pt x="73966" y="471"/>
                </a:cubicBezTo>
                <a:lnTo>
                  <a:pt x="736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9"/>
          <p:cNvSpPr/>
          <p:nvPr/>
        </p:nvSpPr>
        <p:spPr>
          <a:xfrm rot="-1662308">
            <a:off x="5017694" y="-962111"/>
            <a:ext cx="2154211" cy="7067729"/>
          </a:xfrm>
          <a:custGeom>
            <a:rect b="b" l="l" r="r" t="t"/>
            <a:pathLst>
              <a:path extrusionOk="0" h="97052" w="29581">
                <a:moveTo>
                  <a:pt x="14658" y="4824"/>
                </a:moveTo>
                <a:cubicBezTo>
                  <a:pt x="14687" y="4838"/>
                  <a:pt x="14687" y="4853"/>
                  <a:pt x="14702" y="4883"/>
                </a:cubicBezTo>
                <a:lnTo>
                  <a:pt x="14702" y="4897"/>
                </a:lnTo>
                <a:cubicBezTo>
                  <a:pt x="14687" y="4883"/>
                  <a:pt x="14658" y="4883"/>
                  <a:pt x="14658" y="4853"/>
                </a:cubicBezTo>
                <a:lnTo>
                  <a:pt x="14658" y="4824"/>
                </a:lnTo>
                <a:close/>
                <a:moveTo>
                  <a:pt x="14716" y="5015"/>
                </a:moveTo>
                <a:lnTo>
                  <a:pt x="14775" y="5074"/>
                </a:lnTo>
                <a:cubicBezTo>
                  <a:pt x="14761" y="5059"/>
                  <a:pt x="14731" y="5044"/>
                  <a:pt x="14716" y="5044"/>
                </a:cubicBezTo>
                <a:lnTo>
                  <a:pt x="14716" y="5015"/>
                </a:lnTo>
                <a:close/>
                <a:moveTo>
                  <a:pt x="14761" y="5147"/>
                </a:moveTo>
                <a:lnTo>
                  <a:pt x="14805" y="5206"/>
                </a:lnTo>
                <a:lnTo>
                  <a:pt x="14805" y="5250"/>
                </a:lnTo>
                <a:lnTo>
                  <a:pt x="14761" y="5192"/>
                </a:lnTo>
                <a:lnTo>
                  <a:pt x="14761" y="5147"/>
                </a:lnTo>
                <a:close/>
                <a:moveTo>
                  <a:pt x="14923" y="5309"/>
                </a:moveTo>
                <a:cubicBezTo>
                  <a:pt x="14937" y="5324"/>
                  <a:pt x="14952" y="5339"/>
                  <a:pt x="14981" y="5353"/>
                </a:cubicBezTo>
                <a:lnTo>
                  <a:pt x="14981" y="5368"/>
                </a:lnTo>
                <a:cubicBezTo>
                  <a:pt x="14952" y="5353"/>
                  <a:pt x="14937" y="5353"/>
                  <a:pt x="14923" y="5339"/>
                </a:cubicBezTo>
                <a:lnTo>
                  <a:pt x="14923" y="5309"/>
                </a:lnTo>
                <a:close/>
                <a:moveTo>
                  <a:pt x="14789" y="5352"/>
                </a:moveTo>
                <a:cubicBezTo>
                  <a:pt x="14801" y="5364"/>
                  <a:pt x="14818" y="5377"/>
                  <a:pt x="14849" y="5398"/>
                </a:cubicBezTo>
                <a:cubicBezTo>
                  <a:pt x="14864" y="5412"/>
                  <a:pt x="14864" y="5427"/>
                  <a:pt x="14864" y="5427"/>
                </a:cubicBezTo>
                <a:cubicBezTo>
                  <a:pt x="14849" y="5412"/>
                  <a:pt x="14834" y="5398"/>
                  <a:pt x="14790" y="5368"/>
                </a:cubicBezTo>
                <a:cubicBezTo>
                  <a:pt x="14790" y="5363"/>
                  <a:pt x="14790" y="5357"/>
                  <a:pt x="14789" y="5352"/>
                </a:cubicBezTo>
                <a:close/>
                <a:moveTo>
                  <a:pt x="14981" y="5486"/>
                </a:moveTo>
                <a:lnTo>
                  <a:pt x="15026" y="5530"/>
                </a:lnTo>
                <a:lnTo>
                  <a:pt x="15026" y="5559"/>
                </a:lnTo>
                <a:cubicBezTo>
                  <a:pt x="15011" y="5545"/>
                  <a:pt x="14996" y="5515"/>
                  <a:pt x="14981" y="5515"/>
                </a:cubicBezTo>
                <a:lnTo>
                  <a:pt x="14981" y="5486"/>
                </a:lnTo>
                <a:close/>
                <a:moveTo>
                  <a:pt x="14848" y="5535"/>
                </a:moveTo>
                <a:cubicBezTo>
                  <a:pt x="14863" y="5552"/>
                  <a:pt x="14886" y="5563"/>
                  <a:pt x="14908" y="5574"/>
                </a:cubicBezTo>
                <a:cubicBezTo>
                  <a:pt x="14893" y="5574"/>
                  <a:pt x="14923" y="5589"/>
                  <a:pt x="14923" y="5618"/>
                </a:cubicBezTo>
                <a:cubicBezTo>
                  <a:pt x="14908" y="5589"/>
                  <a:pt x="14864" y="5574"/>
                  <a:pt x="14849" y="5559"/>
                </a:cubicBezTo>
                <a:cubicBezTo>
                  <a:pt x="14849" y="5553"/>
                  <a:pt x="14849" y="5543"/>
                  <a:pt x="14848" y="5535"/>
                </a:cubicBezTo>
                <a:close/>
                <a:moveTo>
                  <a:pt x="15143" y="5633"/>
                </a:moveTo>
                <a:cubicBezTo>
                  <a:pt x="15158" y="5648"/>
                  <a:pt x="15173" y="5662"/>
                  <a:pt x="15202" y="5662"/>
                </a:cubicBezTo>
                <a:lnTo>
                  <a:pt x="15202" y="5692"/>
                </a:lnTo>
                <a:cubicBezTo>
                  <a:pt x="15173" y="5662"/>
                  <a:pt x="15158" y="5662"/>
                  <a:pt x="15143" y="5648"/>
                </a:cubicBezTo>
                <a:lnTo>
                  <a:pt x="15143" y="5633"/>
                </a:lnTo>
                <a:close/>
                <a:moveTo>
                  <a:pt x="15008" y="5661"/>
                </a:moveTo>
                <a:cubicBezTo>
                  <a:pt x="15020" y="5676"/>
                  <a:pt x="15037" y="5696"/>
                  <a:pt x="15070" y="5707"/>
                </a:cubicBezTo>
                <a:cubicBezTo>
                  <a:pt x="15084" y="5707"/>
                  <a:pt x="15084" y="5721"/>
                  <a:pt x="15084" y="5736"/>
                </a:cubicBezTo>
                <a:cubicBezTo>
                  <a:pt x="15070" y="5721"/>
                  <a:pt x="15040" y="5707"/>
                  <a:pt x="15011" y="5692"/>
                </a:cubicBezTo>
                <a:cubicBezTo>
                  <a:pt x="15011" y="5674"/>
                  <a:pt x="15011" y="5667"/>
                  <a:pt x="15008" y="5661"/>
                </a:cubicBezTo>
                <a:close/>
                <a:moveTo>
                  <a:pt x="14864" y="5663"/>
                </a:moveTo>
                <a:cubicBezTo>
                  <a:pt x="14878" y="5692"/>
                  <a:pt x="14923" y="5707"/>
                  <a:pt x="14937" y="5721"/>
                </a:cubicBezTo>
                <a:cubicBezTo>
                  <a:pt x="14952" y="5736"/>
                  <a:pt x="14952" y="5766"/>
                  <a:pt x="14952" y="5780"/>
                </a:cubicBezTo>
                <a:cubicBezTo>
                  <a:pt x="14937" y="5766"/>
                  <a:pt x="14908" y="5736"/>
                  <a:pt x="14878" y="5721"/>
                </a:cubicBezTo>
                <a:cubicBezTo>
                  <a:pt x="14878" y="5707"/>
                  <a:pt x="14878" y="5692"/>
                  <a:pt x="14864" y="5663"/>
                </a:cubicBezTo>
                <a:close/>
                <a:moveTo>
                  <a:pt x="15202" y="5810"/>
                </a:moveTo>
                <a:lnTo>
                  <a:pt x="15246" y="5869"/>
                </a:lnTo>
                <a:cubicBezTo>
                  <a:pt x="15232" y="5854"/>
                  <a:pt x="15217" y="5839"/>
                  <a:pt x="15202" y="5839"/>
                </a:cubicBezTo>
                <a:lnTo>
                  <a:pt x="15202" y="5810"/>
                </a:lnTo>
                <a:close/>
                <a:moveTo>
                  <a:pt x="15055" y="5795"/>
                </a:moveTo>
                <a:cubicBezTo>
                  <a:pt x="15070" y="5810"/>
                  <a:pt x="15099" y="5839"/>
                  <a:pt x="15129" y="5854"/>
                </a:cubicBezTo>
                <a:cubicBezTo>
                  <a:pt x="15129" y="5883"/>
                  <a:pt x="15129" y="5883"/>
                  <a:pt x="15143" y="5913"/>
                </a:cubicBezTo>
                <a:cubicBezTo>
                  <a:pt x="15129" y="5883"/>
                  <a:pt x="15084" y="5869"/>
                  <a:pt x="15070" y="5854"/>
                </a:cubicBezTo>
                <a:cubicBezTo>
                  <a:pt x="15070" y="5839"/>
                  <a:pt x="15070" y="5810"/>
                  <a:pt x="15055" y="5795"/>
                </a:cubicBezTo>
                <a:close/>
                <a:moveTo>
                  <a:pt x="14893" y="5854"/>
                </a:moveTo>
                <a:cubicBezTo>
                  <a:pt x="14937" y="5869"/>
                  <a:pt x="14952" y="5883"/>
                  <a:pt x="14996" y="5913"/>
                </a:cubicBezTo>
                <a:lnTo>
                  <a:pt x="14996" y="5942"/>
                </a:lnTo>
                <a:cubicBezTo>
                  <a:pt x="14952" y="5927"/>
                  <a:pt x="14937" y="5913"/>
                  <a:pt x="14893" y="5883"/>
                </a:cubicBezTo>
                <a:lnTo>
                  <a:pt x="14893" y="5854"/>
                </a:lnTo>
                <a:close/>
                <a:moveTo>
                  <a:pt x="15231" y="5958"/>
                </a:moveTo>
                <a:cubicBezTo>
                  <a:pt x="15243" y="5973"/>
                  <a:pt x="15259" y="5991"/>
                  <a:pt x="15290" y="6001"/>
                </a:cubicBezTo>
                <a:cubicBezTo>
                  <a:pt x="15290" y="6016"/>
                  <a:pt x="15305" y="6030"/>
                  <a:pt x="15305" y="6030"/>
                </a:cubicBezTo>
                <a:cubicBezTo>
                  <a:pt x="15290" y="6016"/>
                  <a:pt x="15261" y="6001"/>
                  <a:pt x="15232" y="5986"/>
                </a:cubicBezTo>
                <a:cubicBezTo>
                  <a:pt x="15232" y="5975"/>
                  <a:pt x="15232" y="5965"/>
                  <a:pt x="15231" y="5958"/>
                </a:cubicBezTo>
                <a:close/>
                <a:moveTo>
                  <a:pt x="15099" y="5986"/>
                </a:moveTo>
                <a:cubicBezTo>
                  <a:pt x="15114" y="6001"/>
                  <a:pt x="15158" y="6016"/>
                  <a:pt x="15173" y="6030"/>
                </a:cubicBezTo>
                <a:lnTo>
                  <a:pt x="15173" y="6075"/>
                </a:lnTo>
                <a:cubicBezTo>
                  <a:pt x="15158" y="6060"/>
                  <a:pt x="15129" y="6030"/>
                  <a:pt x="15099" y="6016"/>
                </a:cubicBezTo>
                <a:lnTo>
                  <a:pt x="15099" y="5986"/>
                </a:lnTo>
                <a:close/>
                <a:moveTo>
                  <a:pt x="14937" y="6001"/>
                </a:moveTo>
                <a:lnTo>
                  <a:pt x="14937" y="6001"/>
                </a:lnTo>
                <a:cubicBezTo>
                  <a:pt x="14981" y="6016"/>
                  <a:pt x="14996" y="6030"/>
                  <a:pt x="15026" y="6075"/>
                </a:cubicBezTo>
                <a:cubicBezTo>
                  <a:pt x="15026" y="6089"/>
                  <a:pt x="15040" y="6133"/>
                  <a:pt x="15040" y="6148"/>
                </a:cubicBezTo>
                <a:cubicBezTo>
                  <a:pt x="15011" y="6133"/>
                  <a:pt x="14996" y="6104"/>
                  <a:pt x="14952" y="6089"/>
                </a:cubicBezTo>
                <a:cubicBezTo>
                  <a:pt x="14937" y="6045"/>
                  <a:pt x="14937" y="6030"/>
                  <a:pt x="14937" y="6001"/>
                </a:cubicBezTo>
                <a:close/>
                <a:moveTo>
                  <a:pt x="15408" y="6104"/>
                </a:moveTo>
                <a:lnTo>
                  <a:pt x="15452" y="6148"/>
                </a:lnTo>
                <a:cubicBezTo>
                  <a:pt x="15452" y="6163"/>
                  <a:pt x="15452" y="6163"/>
                  <a:pt x="15467" y="6178"/>
                </a:cubicBezTo>
                <a:cubicBezTo>
                  <a:pt x="15452" y="6163"/>
                  <a:pt x="15438" y="6148"/>
                  <a:pt x="15408" y="6148"/>
                </a:cubicBezTo>
                <a:lnTo>
                  <a:pt x="15408" y="6104"/>
                </a:lnTo>
                <a:close/>
                <a:moveTo>
                  <a:pt x="15261" y="6104"/>
                </a:moveTo>
                <a:cubicBezTo>
                  <a:pt x="15290" y="6133"/>
                  <a:pt x="15320" y="6148"/>
                  <a:pt x="15349" y="6163"/>
                </a:cubicBezTo>
                <a:lnTo>
                  <a:pt x="15349" y="6207"/>
                </a:lnTo>
                <a:cubicBezTo>
                  <a:pt x="15320" y="6178"/>
                  <a:pt x="15290" y="6163"/>
                  <a:pt x="15261" y="6148"/>
                </a:cubicBezTo>
                <a:lnTo>
                  <a:pt x="15261" y="6104"/>
                </a:lnTo>
                <a:close/>
                <a:moveTo>
                  <a:pt x="15099" y="6148"/>
                </a:moveTo>
                <a:cubicBezTo>
                  <a:pt x="15143" y="6163"/>
                  <a:pt x="15158" y="6178"/>
                  <a:pt x="15202" y="6192"/>
                </a:cubicBezTo>
                <a:cubicBezTo>
                  <a:pt x="15217" y="6222"/>
                  <a:pt x="15217" y="6236"/>
                  <a:pt x="15217" y="6281"/>
                </a:cubicBezTo>
                <a:cubicBezTo>
                  <a:pt x="15173" y="6251"/>
                  <a:pt x="15158" y="6236"/>
                  <a:pt x="15129" y="6222"/>
                </a:cubicBezTo>
                <a:cubicBezTo>
                  <a:pt x="15129" y="6207"/>
                  <a:pt x="15129" y="6163"/>
                  <a:pt x="15099" y="6148"/>
                </a:cubicBezTo>
                <a:close/>
                <a:moveTo>
                  <a:pt x="15585" y="6236"/>
                </a:moveTo>
                <a:cubicBezTo>
                  <a:pt x="15585" y="6251"/>
                  <a:pt x="15599" y="6251"/>
                  <a:pt x="15614" y="6281"/>
                </a:cubicBezTo>
                <a:lnTo>
                  <a:pt x="15614" y="6295"/>
                </a:lnTo>
                <a:cubicBezTo>
                  <a:pt x="15599" y="6281"/>
                  <a:pt x="15585" y="6281"/>
                  <a:pt x="15585" y="6251"/>
                </a:cubicBezTo>
                <a:lnTo>
                  <a:pt x="15585" y="6236"/>
                </a:lnTo>
                <a:close/>
                <a:moveTo>
                  <a:pt x="14952" y="6178"/>
                </a:moveTo>
                <a:lnTo>
                  <a:pt x="14952" y="6178"/>
                </a:lnTo>
                <a:cubicBezTo>
                  <a:pt x="14996" y="6192"/>
                  <a:pt x="15026" y="6222"/>
                  <a:pt x="15055" y="6251"/>
                </a:cubicBezTo>
                <a:cubicBezTo>
                  <a:pt x="15055" y="6281"/>
                  <a:pt x="15070" y="6310"/>
                  <a:pt x="15070" y="6325"/>
                </a:cubicBezTo>
                <a:cubicBezTo>
                  <a:pt x="15026" y="6310"/>
                  <a:pt x="14996" y="6295"/>
                  <a:pt x="14981" y="6251"/>
                </a:cubicBezTo>
                <a:cubicBezTo>
                  <a:pt x="14981" y="6236"/>
                  <a:pt x="14981" y="6222"/>
                  <a:pt x="14952" y="6178"/>
                </a:cubicBezTo>
                <a:close/>
                <a:moveTo>
                  <a:pt x="15452" y="6251"/>
                </a:moveTo>
                <a:cubicBezTo>
                  <a:pt x="15467" y="6281"/>
                  <a:pt x="15496" y="6295"/>
                  <a:pt x="15511" y="6325"/>
                </a:cubicBezTo>
                <a:lnTo>
                  <a:pt x="15452" y="6281"/>
                </a:lnTo>
                <a:lnTo>
                  <a:pt x="15452" y="6251"/>
                </a:lnTo>
                <a:close/>
                <a:moveTo>
                  <a:pt x="15305" y="6281"/>
                </a:moveTo>
                <a:cubicBezTo>
                  <a:pt x="15320" y="6295"/>
                  <a:pt x="15364" y="6310"/>
                  <a:pt x="15379" y="6325"/>
                </a:cubicBezTo>
                <a:cubicBezTo>
                  <a:pt x="15379" y="6354"/>
                  <a:pt x="15393" y="6369"/>
                  <a:pt x="15393" y="6384"/>
                </a:cubicBezTo>
                <a:cubicBezTo>
                  <a:pt x="15379" y="6369"/>
                  <a:pt x="15349" y="6354"/>
                  <a:pt x="15320" y="6325"/>
                </a:cubicBezTo>
                <a:cubicBezTo>
                  <a:pt x="15320" y="6310"/>
                  <a:pt x="15320" y="6295"/>
                  <a:pt x="15305" y="6281"/>
                </a:cubicBezTo>
                <a:close/>
                <a:moveTo>
                  <a:pt x="15158" y="6310"/>
                </a:moveTo>
                <a:lnTo>
                  <a:pt x="15158" y="6310"/>
                </a:lnTo>
                <a:cubicBezTo>
                  <a:pt x="15202" y="6325"/>
                  <a:pt x="15217" y="6354"/>
                  <a:pt x="15246" y="6369"/>
                </a:cubicBezTo>
                <a:cubicBezTo>
                  <a:pt x="15246" y="6384"/>
                  <a:pt x="15261" y="6413"/>
                  <a:pt x="15261" y="6442"/>
                </a:cubicBezTo>
                <a:cubicBezTo>
                  <a:pt x="15232" y="6428"/>
                  <a:pt x="15217" y="6398"/>
                  <a:pt x="15173" y="6384"/>
                </a:cubicBezTo>
                <a:cubicBezTo>
                  <a:pt x="15158" y="6369"/>
                  <a:pt x="15158" y="6354"/>
                  <a:pt x="15158" y="6310"/>
                </a:cubicBezTo>
                <a:close/>
                <a:moveTo>
                  <a:pt x="14996" y="6369"/>
                </a:moveTo>
                <a:cubicBezTo>
                  <a:pt x="15026" y="6384"/>
                  <a:pt x="15070" y="6398"/>
                  <a:pt x="15099" y="6442"/>
                </a:cubicBezTo>
                <a:cubicBezTo>
                  <a:pt x="15099" y="6457"/>
                  <a:pt x="15099" y="6472"/>
                  <a:pt x="15114" y="6501"/>
                </a:cubicBezTo>
                <a:cubicBezTo>
                  <a:pt x="15084" y="6472"/>
                  <a:pt x="15040" y="6457"/>
                  <a:pt x="15011" y="6413"/>
                </a:cubicBezTo>
                <a:cubicBezTo>
                  <a:pt x="14996" y="6398"/>
                  <a:pt x="14996" y="6384"/>
                  <a:pt x="14996" y="6369"/>
                </a:cubicBezTo>
                <a:close/>
                <a:moveTo>
                  <a:pt x="15467" y="6398"/>
                </a:moveTo>
                <a:cubicBezTo>
                  <a:pt x="15496" y="6413"/>
                  <a:pt x="15511" y="6442"/>
                  <a:pt x="15541" y="6457"/>
                </a:cubicBezTo>
                <a:cubicBezTo>
                  <a:pt x="15570" y="6472"/>
                  <a:pt x="15570" y="6501"/>
                  <a:pt x="15570" y="6516"/>
                </a:cubicBezTo>
                <a:cubicBezTo>
                  <a:pt x="15541" y="6501"/>
                  <a:pt x="15511" y="6472"/>
                  <a:pt x="15496" y="6457"/>
                </a:cubicBezTo>
                <a:cubicBezTo>
                  <a:pt x="15496" y="6442"/>
                  <a:pt x="15496" y="6413"/>
                  <a:pt x="15467" y="6398"/>
                </a:cubicBezTo>
                <a:close/>
                <a:moveTo>
                  <a:pt x="15349" y="6457"/>
                </a:moveTo>
                <a:lnTo>
                  <a:pt x="15349" y="6457"/>
                </a:lnTo>
                <a:cubicBezTo>
                  <a:pt x="15379" y="6472"/>
                  <a:pt x="15393" y="6501"/>
                  <a:pt x="15438" y="6516"/>
                </a:cubicBezTo>
                <a:cubicBezTo>
                  <a:pt x="15438" y="6531"/>
                  <a:pt x="15438" y="6545"/>
                  <a:pt x="15452" y="6590"/>
                </a:cubicBezTo>
                <a:cubicBezTo>
                  <a:pt x="15408" y="6575"/>
                  <a:pt x="15393" y="6545"/>
                  <a:pt x="15364" y="6531"/>
                </a:cubicBezTo>
                <a:cubicBezTo>
                  <a:pt x="15364" y="6516"/>
                  <a:pt x="15349" y="6472"/>
                  <a:pt x="15349" y="6457"/>
                </a:cubicBezTo>
                <a:close/>
                <a:moveTo>
                  <a:pt x="15202" y="6501"/>
                </a:moveTo>
                <a:cubicBezTo>
                  <a:pt x="15232" y="6516"/>
                  <a:pt x="15276" y="6531"/>
                  <a:pt x="15290" y="6575"/>
                </a:cubicBezTo>
                <a:cubicBezTo>
                  <a:pt x="15290" y="6590"/>
                  <a:pt x="15290" y="6604"/>
                  <a:pt x="15305" y="6619"/>
                </a:cubicBezTo>
                <a:cubicBezTo>
                  <a:pt x="15261" y="6604"/>
                  <a:pt x="15232" y="6590"/>
                  <a:pt x="15217" y="6575"/>
                </a:cubicBezTo>
                <a:cubicBezTo>
                  <a:pt x="15202" y="6531"/>
                  <a:pt x="15202" y="6516"/>
                  <a:pt x="15202" y="6501"/>
                </a:cubicBezTo>
                <a:close/>
                <a:moveTo>
                  <a:pt x="15658" y="6531"/>
                </a:moveTo>
                <a:lnTo>
                  <a:pt x="15717" y="6590"/>
                </a:lnTo>
                <a:cubicBezTo>
                  <a:pt x="15732" y="6619"/>
                  <a:pt x="15732" y="6619"/>
                  <a:pt x="15732" y="6648"/>
                </a:cubicBezTo>
                <a:lnTo>
                  <a:pt x="15673" y="6590"/>
                </a:lnTo>
                <a:cubicBezTo>
                  <a:pt x="15673" y="6575"/>
                  <a:pt x="15673" y="6546"/>
                  <a:pt x="15658" y="6531"/>
                </a:cubicBezTo>
                <a:close/>
                <a:moveTo>
                  <a:pt x="15526" y="6604"/>
                </a:moveTo>
                <a:cubicBezTo>
                  <a:pt x="15541" y="6619"/>
                  <a:pt x="15585" y="6648"/>
                  <a:pt x="15599" y="6663"/>
                </a:cubicBezTo>
                <a:cubicBezTo>
                  <a:pt x="15614" y="6663"/>
                  <a:pt x="15614" y="6678"/>
                  <a:pt x="15614" y="6722"/>
                </a:cubicBezTo>
                <a:cubicBezTo>
                  <a:pt x="15599" y="6693"/>
                  <a:pt x="15570" y="6678"/>
                  <a:pt x="15541" y="6663"/>
                </a:cubicBezTo>
                <a:cubicBezTo>
                  <a:pt x="15541" y="6648"/>
                  <a:pt x="15526" y="6619"/>
                  <a:pt x="15526" y="6604"/>
                </a:cubicBezTo>
                <a:close/>
                <a:moveTo>
                  <a:pt x="15393" y="6648"/>
                </a:moveTo>
                <a:cubicBezTo>
                  <a:pt x="15438" y="6663"/>
                  <a:pt x="15452" y="6678"/>
                  <a:pt x="15496" y="6693"/>
                </a:cubicBezTo>
                <a:cubicBezTo>
                  <a:pt x="15481" y="6708"/>
                  <a:pt x="15473" y="6720"/>
                  <a:pt x="15474" y="6727"/>
                </a:cubicBezTo>
                <a:lnTo>
                  <a:pt x="15474" y="6727"/>
                </a:lnTo>
                <a:cubicBezTo>
                  <a:pt x="15446" y="6712"/>
                  <a:pt x="15429" y="6690"/>
                  <a:pt x="15393" y="6678"/>
                </a:cubicBezTo>
                <a:lnTo>
                  <a:pt x="15393" y="6648"/>
                </a:lnTo>
                <a:close/>
                <a:moveTo>
                  <a:pt x="15836" y="6693"/>
                </a:moveTo>
                <a:cubicBezTo>
                  <a:pt x="15865" y="6722"/>
                  <a:pt x="15879" y="6737"/>
                  <a:pt x="15894" y="6737"/>
                </a:cubicBezTo>
                <a:cubicBezTo>
                  <a:pt x="15894" y="6752"/>
                  <a:pt x="15894" y="6752"/>
                  <a:pt x="15909" y="6766"/>
                </a:cubicBezTo>
                <a:cubicBezTo>
                  <a:pt x="15894" y="6752"/>
                  <a:pt x="15879" y="6737"/>
                  <a:pt x="15864" y="6737"/>
                </a:cubicBezTo>
                <a:cubicBezTo>
                  <a:pt x="15864" y="6722"/>
                  <a:pt x="15864" y="6722"/>
                  <a:pt x="15836" y="6693"/>
                </a:cubicBezTo>
                <a:close/>
                <a:moveTo>
                  <a:pt x="15688" y="6737"/>
                </a:moveTo>
                <a:lnTo>
                  <a:pt x="15688" y="6737"/>
                </a:lnTo>
                <a:cubicBezTo>
                  <a:pt x="15717" y="6752"/>
                  <a:pt x="15732" y="6766"/>
                  <a:pt x="15761" y="6796"/>
                </a:cubicBezTo>
                <a:cubicBezTo>
                  <a:pt x="15791" y="6810"/>
                  <a:pt x="15791" y="6825"/>
                  <a:pt x="15791" y="6840"/>
                </a:cubicBezTo>
                <a:cubicBezTo>
                  <a:pt x="15761" y="6825"/>
                  <a:pt x="15747" y="6810"/>
                  <a:pt x="15717" y="6796"/>
                </a:cubicBezTo>
                <a:cubicBezTo>
                  <a:pt x="15717" y="6766"/>
                  <a:pt x="15688" y="6752"/>
                  <a:pt x="15688" y="6737"/>
                </a:cubicBezTo>
                <a:close/>
                <a:moveTo>
                  <a:pt x="15585" y="6766"/>
                </a:moveTo>
                <a:cubicBezTo>
                  <a:pt x="15614" y="6781"/>
                  <a:pt x="15629" y="6810"/>
                  <a:pt x="15658" y="6825"/>
                </a:cubicBezTo>
                <a:lnTo>
                  <a:pt x="15658" y="6869"/>
                </a:lnTo>
                <a:cubicBezTo>
                  <a:pt x="15644" y="6840"/>
                  <a:pt x="15599" y="6825"/>
                  <a:pt x="15585" y="6810"/>
                </a:cubicBezTo>
                <a:lnTo>
                  <a:pt x="15585" y="6766"/>
                </a:lnTo>
                <a:close/>
                <a:moveTo>
                  <a:pt x="15997" y="6825"/>
                </a:moveTo>
                <a:cubicBezTo>
                  <a:pt x="16026" y="6869"/>
                  <a:pt x="16026" y="6869"/>
                  <a:pt x="16041" y="6884"/>
                </a:cubicBezTo>
                <a:lnTo>
                  <a:pt x="16041" y="6899"/>
                </a:lnTo>
                <a:lnTo>
                  <a:pt x="15997" y="6855"/>
                </a:lnTo>
                <a:lnTo>
                  <a:pt x="15997" y="6825"/>
                </a:lnTo>
                <a:close/>
                <a:moveTo>
                  <a:pt x="15892" y="6879"/>
                </a:moveTo>
                <a:lnTo>
                  <a:pt x="15938" y="6913"/>
                </a:lnTo>
                <a:cubicBezTo>
                  <a:pt x="15953" y="6943"/>
                  <a:pt x="15953" y="6958"/>
                  <a:pt x="15953" y="6958"/>
                </a:cubicBezTo>
                <a:lnTo>
                  <a:pt x="15894" y="6899"/>
                </a:lnTo>
                <a:cubicBezTo>
                  <a:pt x="15894" y="6892"/>
                  <a:pt x="15894" y="6884"/>
                  <a:pt x="15892" y="6879"/>
                </a:cubicBezTo>
                <a:close/>
                <a:moveTo>
                  <a:pt x="15761" y="6899"/>
                </a:moveTo>
                <a:cubicBezTo>
                  <a:pt x="15776" y="6913"/>
                  <a:pt x="15820" y="6943"/>
                  <a:pt x="15835" y="6958"/>
                </a:cubicBezTo>
                <a:cubicBezTo>
                  <a:pt x="15820" y="6972"/>
                  <a:pt x="15835" y="6987"/>
                  <a:pt x="15835" y="6987"/>
                </a:cubicBezTo>
                <a:cubicBezTo>
                  <a:pt x="15820" y="6972"/>
                  <a:pt x="15791" y="6958"/>
                  <a:pt x="15761" y="6943"/>
                </a:cubicBezTo>
                <a:lnTo>
                  <a:pt x="15761" y="6899"/>
                </a:lnTo>
                <a:close/>
                <a:moveTo>
                  <a:pt x="16041" y="7016"/>
                </a:moveTo>
                <a:cubicBezTo>
                  <a:pt x="16056" y="7031"/>
                  <a:pt x="16085" y="7031"/>
                  <a:pt x="16085" y="7046"/>
                </a:cubicBezTo>
                <a:cubicBezTo>
                  <a:pt x="16115" y="7061"/>
                  <a:pt x="16115" y="7090"/>
                  <a:pt x="16115" y="7090"/>
                </a:cubicBezTo>
                <a:cubicBezTo>
                  <a:pt x="16100" y="7061"/>
                  <a:pt x="16085" y="7061"/>
                  <a:pt x="16056" y="7046"/>
                </a:cubicBezTo>
                <a:cubicBezTo>
                  <a:pt x="16056" y="7031"/>
                  <a:pt x="16056" y="7031"/>
                  <a:pt x="16041" y="7016"/>
                </a:cubicBezTo>
                <a:close/>
                <a:moveTo>
                  <a:pt x="15923" y="7046"/>
                </a:moveTo>
                <a:cubicBezTo>
                  <a:pt x="15953" y="7061"/>
                  <a:pt x="15967" y="7090"/>
                  <a:pt x="15997" y="7105"/>
                </a:cubicBezTo>
                <a:lnTo>
                  <a:pt x="15997" y="7119"/>
                </a:lnTo>
                <a:cubicBezTo>
                  <a:pt x="15982" y="7105"/>
                  <a:pt x="15967" y="7090"/>
                  <a:pt x="15923" y="7061"/>
                </a:cubicBezTo>
                <a:lnTo>
                  <a:pt x="15923" y="7046"/>
                </a:lnTo>
                <a:close/>
                <a:moveTo>
                  <a:pt x="16232" y="7149"/>
                </a:moveTo>
                <a:lnTo>
                  <a:pt x="16262" y="7193"/>
                </a:lnTo>
                <a:lnTo>
                  <a:pt x="16262" y="7208"/>
                </a:lnTo>
                <a:cubicBezTo>
                  <a:pt x="16247" y="7193"/>
                  <a:pt x="16232" y="7193"/>
                  <a:pt x="16232" y="7178"/>
                </a:cubicBezTo>
                <a:lnTo>
                  <a:pt x="16232" y="7149"/>
                </a:lnTo>
                <a:close/>
                <a:moveTo>
                  <a:pt x="16115" y="7193"/>
                </a:moveTo>
                <a:cubicBezTo>
                  <a:pt x="16129" y="7208"/>
                  <a:pt x="16159" y="7208"/>
                  <a:pt x="16173" y="7252"/>
                </a:cubicBezTo>
                <a:cubicBezTo>
                  <a:pt x="16159" y="7237"/>
                  <a:pt x="16129" y="7208"/>
                  <a:pt x="16115" y="7208"/>
                </a:cubicBezTo>
                <a:lnTo>
                  <a:pt x="16115" y="7193"/>
                </a:lnTo>
                <a:close/>
                <a:moveTo>
                  <a:pt x="15011" y="6531"/>
                </a:moveTo>
                <a:lnTo>
                  <a:pt x="15011" y="6531"/>
                </a:lnTo>
                <a:cubicBezTo>
                  <a:pt x="15055" y="6545"/>
                  <a:pt x="15084" y="6590"/>
                  <a:pt x="15129" y="6604"/>
                </a:cubicBezTo>
                <a:cubicBezTo>
                  <a:pt x="15379" y="8120"/>
                  <a:pt x="15364" y="9695"/>
                  <a:pt x="15349" y="11240"/>
                </a:cubicBezTo>
                <a:lnTo>
                  <a:pt x="15349" y="12476"/>
                </a:lnTo>
                <a:cubicBezTo>
                  <a:pt x="15349" y="13168"/>
                  <a:pt x="15364" y="13977"/>
                  <a:pt x="15467" y="14787"/>
                </a:cubicBezTo>
                <a:cubicBezTo>
                  <a:pt x="15320" y="14007"/>
                  <a:pt x="15246" y="13124"/>
                  <a:pt x="15232" y="12167"/>
                </a:cubicBezTo>
                <a:cubicBezTo>
                  <a:pt x="15217" y="11623"/>
                  <a:pt x="15217" y="11093"/>
                  <a:pt x="15217" y="10578"/>
                </a:cubicBezTo>
                <a:cubicBezTo>
                  <a:pt x="15217" y="9239"/>
                  <a:pt x="15217" y="7870"/>
                  <a:pt x="15011" y="6531"/>
                </a:cubicBezTo>
                <a:close/>
                <a:moveTo>
                  <a:pt x="15232" y="6678"/>
                </a:moveTo>
                <a:lnTo>
                  <a:pt x="15232" y="6678"/>
                </a:lnTo>
                <a:cubicBezTo>
                  <a:pt x="15246" y="6678"/>
                  <a:pt x="15290" y="6722"/>
                  <a:pt x="15320" y="6737"/>
                </a:cubicBezTo>
                <a:cubicBezTo>
                  <a:pt x="15644" y="8429"/>
                  <a:pt x="15599" y="10225"/>
                  <a:pt x="15570" y="11976"/>
                </a:cubicBezTo>
                <a:cubicBezTo>
                  <a:pt x="15570" y="12255"/>
                  <a:pt x="15541" y="12535"/>
                  <a:pt x="15541" y="12800"/>
                </a:cubicBezTo>
                <a:cubicBezTo>
                  <a:pt x="15526" y="13609"/>
                  <a:pt x="15541" y="14492"/>
                  <a:pt x="15644" y="15405"/>
                </a:cubicBezTo>
                <a:cubicBezTo>
                  <a:pt x="15467" y="14375"/>
                  <a:pt x="15438" y="13359"/>
                  <a:pt x="15438" y="12491"/>
                </a:cubicBezTo>
                <a:lnTo>
                  <a:pt x="15438" y="11255"/>
                </a:lnTo>
                <a:cubicBezTo>
                  <a:pt x="15452" y="9739"/>
                  <a:pt x="15452" y="8164"/>
                  <a:pt x="15232" y="6678"/>
                </a:cubicBezTo>
                <a:close/>
                <a:moveTo>
                  <a:pt x="15408" y="6810"/>
                </a:moveTo>
                <a:cubicBezTo>
                  <a:pt x="15438" y="6810"/>
                  <a:pt x="15467" y="6840"/>
                  <a:pt x="15511" y="6869"/>
                </a:cubicBezTo>
                <a:cubicBezTo>
                  <a:pt x="15894" y="8753"/>
                  <a:pt x="15820" y="10769"/>
                  <a:pt x="15747" y="12726"/>
                </a:cubicBezTo>
                <a:lnTo>
                  <a:pt x="15732" y="13124"/>
                </a:lnTo>
                <a:cubicBezTo>
                  <a:pt x="15688" y="14021"/>
                  <a:pt x="15688" y="15007"/>
                  <a:pt x="15791" y="16008"/>
                </a:cubicBezTo>
                <a:cubicBezTo>
                  <a:pt x="15614" y="14904"/>
                  <a:pt x="15599" y="13801"/>
                  <a:pt x="15614" y="12800"/>
                </a:cubicBezTo>
                <a:cubicBezTo>
                  <a:pt x="15614" y="12535"/>
                  <a:pt x="15629" y="12255"/>
                  <a:pt x="15629" y="11976"/>
                </a:cubicBezTo>
                <a:cubicBezTo>
                  <a:pt x="15673" y="10254"/>
                  <a:pt x="15717" y="8488"/>
                  <a:pt x="15408" y="6810"/>
                </a:cubicBezTo>
                <a:close/>
                <a:moveTo>
                  <a:pt x="15599" y="6913"/>
                </a:moveTo>
                <a:cubicBezTo>
                  <a:pt x="15644" y="6928"/>
                  <a:pt x="15658" y="6958"/>
                  <a:pt x="15688" y="6972"/>
                </a:cubicBezTo>
                <a:cubicBezTo>
                  <a:pt x="16173" y="9091"/>
                  <a:pt x="16041" y="11358"/>
                  <a:pt x="15938" y="13418"/>
                </a:cubicBezTo>
                <a:cubicBezTo>
                  <a:pt x="15879" y="14375"/>
                  <a:pt x="15835" y="15361"/>
                  <a:pt x="15909" y="16332"/>
                </a:cubicBezTo>
                <a:cubicBezTo>
                  <a:pt x="15791" y="15228"/>
                  <a:pt x="15791" y="14110"/>
                  <a:pt x="15820" y="13080"/>
                </a:cubicBezTo>
                <a:lnTo>
                  <a:pt x="15835" y="12697"/>
                </a:lnTo>
                <a:cubicBezTo>
                  <a:pt x="15894" y="10799"/>
                  <a:pt x="15967" y="8797"/>
                  <a:pt x="15599" y="6913"/>
                </a:cubicBezTo>
                <a:close/>
                <a:moveTo>
                  <a:pt x="15791" y="7061"/>
                </a:moveTo>
                <a:cubicBezTo>
                  <a:pt x="15806" y="7075"/>
                  <a:pt x="15835" y="7105"/>
                  <a:pt x="15864" y="7119"/>
                </a:cubicBezTo>
                <a:cubicBezTo>
                  <a:pt x="16394" y="9239"/>
                  <a:pt x="16276" y="11534"/>
                  <a:pt x="16100" y="13742"/>
                </a:cubicBezTo>
                <a:cubicBezTo>
                  <a:pt x="16026" y="14698"/>
                  <a:pt x="15953" y="15728"/>
                  <a:pt x="15982" y="16729"/>
                </a:cubicBezTo>
                <a:cubicBezTo>
                  <a:pt x="15894" y="15640"/>
                  <a:pt x="15909" y="14492"/>
                  <a:pt x="15982" y="13433"/>
                </a:cubicBezTo>
                <a:cubicBezTo>
                  <a:pt x="16115" y="11402"/>
                  <a:pt x="16247" y="9165"/>
                  <a:pt x="15791" y="7061"/>
                </a:cubicBezTo>
                <a:close/>
                <a:moveTo>
                  <a:pt x="15967" y="7193"/>
                </a:moveTo>
                <a:cubicBezTo>
                  <a:pt x="15982" y="7208"/>
                  <a:pt x="16026" y="7237"/>
                  <a:pt x="16041" y="7252"/>
                </a:cubicBezTo>
                <a:cubicBezTo>
                  <a:pt x="16630" y="9400"/>
                  <a:pt x="16541" y="11770"/>
                  <a:pt x="16306" y="14051"/>
                </a:cubicBezTo>
                <a:cubicBezTo>
                  <a:pt x="16188" y="15108"/>
                  <a:pt x="16100" y="16165"/>
                  <a:pt x="16114" y="17208"/>
                </a:cubicBezTo>
                <a:lnTo>
                  <a:pt x="16114" y="17208"/>
                </a:lnTo>
                <a:cubicBezTo>
                  <a:pt x="16114" y="17200"/>
                  <a:pt x="16112" y="17197"/>
                  <a:pt x="16100" y="17185"/>
                </a:cubicBezTo>
                <a:cubicBezTo>
                  <a:pt x="16026" y="16038"/>
                  <a:pt x="16100" y="14860"/>
                  <a:pt x="16173" y="13742"/>
                </a:cubicBezTo>
                <a:cubicBezTo>
                  <a:pt x="16365" y="11578"/>
                  <a:pt x="16482" y="9297"/>
                  <a:pt x="15967" y="7193"/>
                </a:cubicBezTo>
                <a:close/>
                <a:moveTo>
                  <a:pt x="16159" y="7340"/>
                </a:moveTo>
                <a:lnTo>
                  <a:pt x="16203" y="7399"/>
                </a:lnTo>
                <a:cubicBezTo>
                  <a:pt x="16909" y="9739"/>
                  <a:pt x="16747" y="12314"/>
                  <a:pt x="16497" y="14389"/>
                </a:cubicBezTo>
                <a:cubicBezTo>
                  <a:pt x="16365" y="15478"/>
                  <a:pt x="16262" y="16508"/>
                  <a:pt x="16232" y="17480"/>
                </a:cubicBezTo>
                <a:cubicBezTo>
                  <a:pt x="16232" y="17465"/>
                  <a:pt x="16203" y="17436"/>
                  <a:pt x="16203" y="17421"/>
                </a:cubicBezTo>
                <a:cubicBezTo>
                  <a:pt x="16188" y="16332"/>
                  <a:pt x="16276" y="15199"/>
                  <a:pt x="16394" y="14066"/>
                </a:cubicBezTo>
                <a:cubicBezTo>
                  <a:pt x="16615" y="11814"/>
                  <a:pt x="16718" y="9474"/>
                  <a:pt x="16159" y="7340"/>
                </a:cubicBezTo>
                <a:close/>
                <a:moveTo>
                  <a:pt x="16321" y="7487"/>
                </a:moveTo>
                <a:lnTo>
                  <a:pt x="16365" y="7546"/>
                </a:lnTo>
                <a:cubicBezTo>
                  <a:pt x="16998" y="9459"/>
                  <a:pt x="17086" y="11770"/>
                  <a:pt x="16688" y="14713"/>
                </a:cubicBezTo>
                <a:lnTo>
                  <a:pt x="16688" y="14757"/>
                </a:lnTo>
                <a:cubicBezTo>
                  <a:pt x="16541" y="15743"/>
                  <a:pt x="16409" y="16744"/>
                  <a:pt x="16335" y="17715"/>
                </a:cubicBezTo>
                <a:cubicBezTo>
                  <a:pt x="16321" y="17700"/>
                  <a:pt x="16321" y="17686"/>
                  <a:pt x="16291" y="17642"/>
                </a:cubicBezTo>
                <a:cubicBezTo>
                  <a:pt x="16321" y="16626"/>
                  <a:pt x="16424" y="15537"/>
                  <a:pt x="16571" y="14404"/>
                </a:cubicBezTo>
                <a:cubicBezTo>
                  <a:pt x="16836" y="12329"/>
                  <a:pt x="16998" y="9813"/>
                  <a:pt x="16321" y="7487"/>
                </a:cubicBezTo>
                <a:close/>
                <a:moveTo>
                  <a:pt x="16306" y="17803"/>
                </a:moveTo>
                <a:cubicBezTo>
                  <a:pt x="16306" y="17818"/>
                  <a:pt x="16321" y="17848"/>
                  <a:pt x="16321" y="17862"/>
                </a:cubicBezTo>
                <a:lnTo>
                  <a:pt x="16321" y="17921"/>
                </a:lnTo>
                <a:cubicBezTo>
                  <a:pt x="16321" y="17907"/>
                  <a:pt x="16306" y="17877"/>
                  <a:pt x="16306" y="17862"/>
                </a:cubicBezTo>
                <a:lnTo>
                  <a:pt x="16306" y="17803"/>
                </a:lnTo>
                <a:close/>
                <a:moveTo>
                  <a:pt x="16510" y="7643"/>
                </a:moveTo>
                <a:cubicBezTo>
                  <a:pt x="16528" y="7643"/>
                  <a:pt x="16531" y="7657"/>
                  <a:pt x="16541" y="7679"/>
                </a:cubicBezTo>
                <a:cubicBezTo>
                  <a:pt x="17233" y="9665"/>
                  <a:pt x="17365" y="12123"/>
                  <a:pt x="16895" y="15037"/>
                </a:cubicBezTo>
                <a:lnTo>
                  <a:pt x="16821" y="15493"/>
                </a:lnTo>
                <a:cubicBezTo>
                  <a:pt x="16688" y="16317"/>
                  <a:pt x="16541" y="17141"/>
                  <a:pt x="16453" y="17936"/>
                </a:cubicBezTo>
                <a:cubicBezTo>
                  <a:pt x="16424" y="17921"/>
                  <a:pt x="16409" y="17877"/>
                  <a:pt x="16409" y="17862"/>
                </a:cubicBezTo>
                <a:cubicBezTo>
                  <a:pt x="16468" y="16847"/>
                  <a:pt x="16615" y="15802"/>
                  <a:pt x="16762" y="14772"/>
                </a:cubicBezTo>
                <a:lnTo>
                  <a:pt x="16762" y="14742"/>
                </a:lnTo>
                <a:cubicBezTo>
                  <a:pt x="17159" y="11843"/>
                  <a:pt x="17086" y="9548"/>
                  <a:pt x="16482" y="7649"/>
                </a:cubicBezTo>
                <a:cubicBezTo>
                  <a:pt x="16494" y="7645"/>
                  <a:pt x="16503" y="7643"/>
                  <a:pt x="16510" y="7643"/>
                </a:cubicBezTo>
                <a:close/>
                <a:moveTo>
                  <a:pt x="16644" y="7767"/>
                </a:moveTo>
                <a:lnTo>
                  <a:pt x="16644" y="7767"/>
                </a:lnTo>
                <a:cubicBezTo>
                  <a:pt x="16674" y="7782"/>
                  <a:pt x="16688" y="7796"/>
                  <a:pt x="16703" y="7796"/>
                </a:cubicBezTo>
                <a:cubicBezTo>
                  <a:pt x="17675" y="10357"/>
                  <a:pt x="17483" y="13227"/>
                  <a:pt x="17086" y="15331"/>
                </a:cubicBezTo>
                <a:cubicBezTo>
                  <a:pt x="17042" y="15596"/>
                  <a:pt x="16983" y="15890"/>
                  <a:pt x="16924" y="16170"/>
                </a:cubicBezTo>
                <a:cubicBezTo>
                  <a:pt x="16792" y="16832"/>
                  <a:pt x="16659" y="17494"/>
                  <a:pt x="16571" y="18113"/>
                </a:cubicBezTo>
                <a:cubicBezTo>
                  <a:pt x="16556" y="18083"/>
                  <a:pt x="16541" y="18068"/>
                  <a:pt x="16512" y="18024"/>
                </a:cubicBezTo>
                <a:cubicBezTo>
                  <a:pt x="16615" y="17200"/>
                  <a:pt x="16733" y="16332"/>
                  <a:pt x="16880" y="15464"/>
                </a:cubicBezTo>
                <a:lnTo>
                  <a:pt x="16968" y="15007"/>
                </a:lnTo>
                <a:cubicBezTo>
                  <a:pt x="17424" y="12152"/>
                  <a:pt x="17336" y="9724"/>
                  <a:pt x="16644" y="7767"/>
                </a:cubicBezTo>
                <a:close/>
                <a:moveTo>
                  <a:pt x="16394" y="18010"/>
                </a:moveTo>
                <a:cubicBezTo>
                  <a:pt x="16409" y="18024"/>
                  <a:pt x="16409" y="18039"/>
                  <a:pt x="16424" y="18083"/>
                </a:cubicBezTo>
                <a:lnTo>
                  <a:pt x="16424" y="18157"/>
                </a:lnTo>
                <a:cubicBezTo>
                  <a:pt x="16409" y="18113"/>
                  <a:pt x="16409" y="18098"/>
                  <a:pt x="16394" y="18083"/>
                </a:cubicBezTo>
                <a:lnTo>
                  <a:pt x="16394" y="18010"/>
                </a:lnTo>
                <a:close/>
                <a:moveTo>
                  <a:pt x="16394" y="18230"/>
                </a:moveTo>
                <a:cubicBezTo>
                  <a:pt x="16394" y="18274"/>
                  <a:pt x="16409" y="18289"/>
                  <a:pt x="16409" y="18289"/>
                </a:cubicBezTo>
                <a:lnTo>
                  <a:pt x="16409" y="18363"/>
                </a:lnTo>
                <a:cubicBezTo>
                  <a:pt x="16409" y="18348"/>
                  <a:pt x="16394" y="18319"/>
                  <a:pt x="16394" y="18304"/>
                </a:cubicBezTo>
                <a:lnTo>
                  <a:pt x="16394" y="18230"/>
                </a:lnTo>
                <a:close/>
                <a:moveTo>
                  <a:pt x="16512" y="18171"/>
                </a:moveTo>
                <a:cubicBezTo>
                  <a:pt x="16541" y="18216"/>
                  <a:pt x="16556" y="18230"/>
                  <a:pt x="16571" y="18274"/>
                </a:cubicBezTo>
                <a:cubicBezTo>
                  <a:pt x="16541" y="18304"/>
                  <a:pt x="16541" y="18348"/>
                  <a:pt x="16541" y="18363"/>
                </a:cubicBezTo>
                <a:cubicBezTo>
                  <a:pt x="16527" y="18319"/>
                  <a:pt x="16497" y="18304"/>
                  <a:pt x="16497" y="18274"/>
                </a:cubicBezTo>
                <a:cubicBezTo>
                  <a:pt x="16497" y="18230"/>
                  <a:pt x="16497" y="18201"/>
                  <a:pt x="16512" y="18171"/>
                </a:cubicBezTo>
                <a:close/>
                <a:moveTo>
                  <a:pt x="16904" y="8079"/>
                </a:moveTo>
                <a:lnTo>
                  <a:pt x="16904" y="8079"/>
                </a:lnTo>
                <a:cubicBezTo>
                  <a:pt x="17725" y="10191"/>
                  <a:pt x="17853" y="12831"/>
                  <a:pt x="17277" y="15655"/>
                </a:cubicBezTo>
                <a:cubicBezTo>
                  <a:pt x="17189" y="16067"/>
                  <a:pt x="17101" y="16479"/>
                  <a:pt x="17012" y="16876"/>
                </a:cubicBezTo>
                <a:cubicBezTo>
                  <a:pt x="16909" y="17362"/>
                  <a:pt x="16792" y="17862"/>
                  <a:pt x="16703" y="18363"/>
                </a:cubicBezTo>
                <a:lnTo>
                  <a:pt x="16644" y="18245"/>
                </a:lnTo>
                <a:cubicBezTo>
                  <a:pt x="16733" y="17583"/>
                  <a:pt x="16880" y="16891"/>
                  <a:pt x="17012" y="16185"/>
                </a:cubicBezTo>
                <a:cubicBezTo>
                  <a:pt x="17071" y="15920"/>
                  <a:pt x="17130" y="15625"/>
                  <a:pt x="17189" y="15346"/>
                </a:cubicBezTo>
                <a:cubicBezTo>
                  <a:pt x="17564" y="13326"/>
                  <a:pt x="17769" y="10558"/>
                  <a:pt x="16904" y="8079"/>
                </a:cubicBezTo>
                <a:close/>
                <a:moveTo>
                  <a:pt x="16998" y="8091"/>
                </a:moveTo>
                <a:cubicBezTo>
                  <a:pt x="18263" y="11005"/>
                  <a:pt x="17866" y="14198"/>
                  <a:pt x="17454" y="15964"/>
                </a:cubicBezTo>
                <a:cubicBezTo>
                  <a:pt x="17351" y="16508"/>
                  <a:pt x="17204" y="17024"/>
                  <a:pt x="17086" y="17539"/>
                </a:cubicBezTo>
                <a:cubicBezTo>
                  <a:pt x="16998" y="17877"/>
                  <a:pt x="16924" y="18230"/>
                  <a:pt x="16836" y="18569"/>
                </a:cubicBezTo>
                <a:cubicBezTo>
                  <a:pt x="16821" y="18525"/>
                  <a:pt x="16777" y="18480"/>
                  <a:pt x="16762" y="18451"/>
                </a:cubicBezTo>
                <a:cubicBezTo>
                  <a:pt x="16850" y="17936"/>
                  <a:pt x="16983" y="17421"/>
                  <a:pt x="17086" y="16891"/>
                </a:cubicBezTo>
                <a:cubicBezTo>
                  <a:pt x="17174" y="16479"/>
                  <a:pt x="17277" y="16082"/>
                  <a:pt x="17351" y="15670"/>
                </a:cubicBezTo>
                <a:cubicBezTo>
                  <a:pt x="17939" y="12829"/>
                  <a:pt x="17807" y="10195"/>
                  <a:pt x="16998" y="8091"/>
                </a:cubicBezTo>
                <a:close/>
                <a:moveTo>
                  <a:pt x="16615" y="18377"/>
                </a:moveTo>
                <a:cubicBezTo>
                  <a:pt x="16630" y="18407"/>
                  <a:pt x="16644" y="18436"/>
                  <a:pt x="16659" y="18466"/>
                </a:cubicBezTo>
                <a:cubicBezTo>
                  <a:pt x="16674" y="18510"/>
                  <a:pt x="16674" y="18539"/>
                  <a:pt x="16644" y="18583"/>
                </a:cubicBezTo>
                <a:cubicBezTo>
                  <a:pt x="16630" y="18539"/>
                  <a:pt x="16615" y="18510"/>
                  <a:pt x="16600" y="18480"/>
                </a:cubicBezTo>
                <a:cubicBezTo>
                  <a:pt x="16600" y="18451"/>
                  <a:pt x="16615" y="18407"/>
                  <a:pt x="16615" y="18377"/>
                </a:cubicBezTo>
                <a:close/>
                <a:moveTo>
                  <a:pt x="16482" y="18436"/>
                </a:moveTo>
                <a:cubicBezTo>
                  <a:pt x="16497" y="18451"/>
                  <a:pt x="16497" y="18495"/>
                  <a:pt x="16527" y="18510"/>
                </a:cubicBezTo>
                <a:cubicBezTo>
                  <a:pt x="16527" y="18539"/>
                  <a:pt x="16527" y="18569"/>
                  <a:pt x="16497" y="18598"/>
                </a:cubicBezTo>
                <a:cubicBezTo>
                  <a:pt x="16482" y="18583"/>
                  <a:pt x="16482" y="18539"/>
                  <a:pt x="16468" y="18525"/>
                </a:cubicBezTo>
                <a:cubicBezTo>
                  <a:pt x="16482" y="18480"/>
                  <a:pt x="16482" y="18451"/>
                  <a:pt x="16482" y="18436"/>
                </a:cubicBezTo>
                <a:close/>
                <a:moveTo>
                  <a:pt x="17218" y="8370"/>
                </a:moveTo>
                <a:cubicBezTo>
                  <a:pt x="18190" y="10592"/>
                  <a:pt x="18381" y="13433"/>
                  <a:pt x="17660" y="16288"/>
                </a:cubicBezTo>
                <a:cubicBezTo>
                  <a:pt x="17513" y="16906"/>
                  <a:pt x="17336" y="17539"/>
                  <a:pt x="17145" y="18142"/>
                </a:cubicBezTo>
                <a:cubicBezTo>
                  <a:pt x="17086" y="18348"/>
                  <a:pt x="17042" y="18539"/>
                  <a:pt x="16968" y="18760"/>
                </a:cubicBezTo>
                <a:cubicBezTo>
                  <a:pt x="16924" y="18731"/>
                  <a:pt x="16909" y="18686"/>
                  <a:pt x="16880" y="18657"/>
                </a:cubicBezTo>
                <a:lnTo>
                  <a:pt x="17159" y="17553"/>
                </a:lnTo>
                <a:cubicBezTo>
                  <a:pt x="17292" y="17038"/>
                  <a:pt x="17424" y="16523"/>
                  <a:pt x="17542" y="15993"/>
                </a:cubicBezTo>
                <a:cubicBezTo>
                  <a:pt x="17939" y="14272"/>
                  <a:pt x="18337" y="11225"/>
                  <a:pt x="17218" y="8370"/>
                </a:cubicBezTo>
                <a:close/>
                <a:moveTo>
                  <a:pt x="16468" y="18686"/>
                </a:moveTo>
                <a:cubicBezTo>
                  <a:pt x="16468" y="18716"/>
                  <a:pt x="16482" y="18731"/>
                  <a:pt x="16482" y="18745"/>
                </a:cubicBezTo>
                <a:lnTo>
                  <a:pt x="16482" y="18804"/>
                </a:lnTo>
                <a:cubicBezTo>
                  <a:pt x="16482" y="18789"/>
                  <a:pt x="16468" y="18760"/>
                  <a:pt x="16468" y="18745"/>
                </a:cubicBezTo>
                <a:lnTo>
                  <a:pt x="16468" y="18686"/>
                </a:lnTo>
                <a:close/>
                <a:moveTo>
                  <a:pt x="16733" y="18569"/>
                </a:moveTo>
                <a:cubicBezTo>
                  <a:pt x="16762" y="18598"/>
                  <a:pt x="16777" y="18642"/>
                  <a:pt x="16821" y="18672"/>
                </a:cubicBezTo>
                <a:cubicBezTo>
                  <a:pt x="16792" y="18716"/>
                  <a:pt x="16792" y="18745"/>
                  <a:pt x="16777" y="18804"/>
                </a:cubicBezTo>
                <a:lnTo>
                  <a:pt x="16718" y="18686"/>
                </a:lnTo>
                <a:cubicBezTo>
                  <a:pt x="16718" y="18657"/>
                  <a:pt x="16733" y="18598"/>
                  <a:pt x="16733" y="18569"/>
                </a:cubicBezTo>
                <a:close/>
                <a:moveTo>
                  <a:pt x="16571" y="18613"/>
                </a:moveTo>
                <a:cubicBezTo>
                  <a:pt x="16600" y="18657"/>
                  <a:pt x="16615" y="18672"/>
                  <a:pt x="16630" y="18716"/>
                </a:cubicBezTo>
                <a:cubicBezTo>
                  <a:pt x="16630" y="18745"/>
                  <a:pt x="16615" y="18789"/>
                  <a:pt x="16615" y="18819"/>
                </a:cubicBezTo>
                <a:cubicBezTo>
                  <a:pt x="16600" y="18789"/>
                  <a:pt x="16571" y="18760"/>
                  <a:pt x="16571" y="18731"/>
                </a:cubicBezTo>
                <a:lnTo>
                  <a:pt x="16571" y="18613"/>
                </a:lnTo>
                <a:close/>
                <a:moveTo>
                  <a:pt x="17395" y="8562"/>
                </a:moveTo>
                <a:cubicBezTo>
                  <a:pt x="18454" y="10872"/>
                  <a:pt x="18616" y="13727"/>
                  <a:pt x="17866" y="16597"/>
                </a:cubicBezTo>
                <a:cubicBezTo>
                  <a:pt x="17660" y="17333"/>
                  <a:pt x="17439" y="18054"/>
                  <a:pt x="17218" y="18731"/>
                </a:cubicBezTo>
                <a:cubicBezTo>
                  <a:pt x="17204" y="18804"/>
                  <a:pt x="17159" y="18878"/>
                  <a:pt x="17145" y="18951"/>
                </a:cubicBezTo>
                <a:cubicBezTo>
                  <a:pt x="17101" y="18907"/>
                  <a:pt x="17086" y="18878"/>
                  <a:pt x="17056" y="18834"/>
                </a:cubicBezTo>
                <a:cubicBezTo>
                  <a:pt x="17101" y="18613"/>
                  <a:pt x="17189" y="18392"/>
                  <a:pt x="17233" y="18157"/>
                </a:cubicBezTo>
                <a:cubicBezTo>
                  <a:pt x="17410" y="17553"/>
                  <a:pt x="17586" y="16921"/>
                  <a:pt x="17748" y="16288"/>
                </a:cubicBezTo>
                <a:cubicBezTo>
                  <a:pt x="18440" y="13506"/>
                  <a:pt x="18307" y="10769"/>
                  <a:pt x="17395" y="8562"/>
                </a:cubicBezTo>
                <a:close/>
                <a:moveTo>
                  <a:pt x="16453" y="18966"/>
                </a:moveTo>
                <a:cubicBezTo>
                  <a:pt x="16468" y="18981"/>
                  <a:pt x="16468" y="18981"/>
                  <a:pt x="16468" y="19010"/>
                </a:cubicBezTo>
                <a:cubicBezTo>
                  <a:pt x="16453" y="18981"/>
                  <a:pt x="16453" y="18966"/>
                  <a:pt x="16453" y="18966"/>
                </a:cubicBezTo>
                <a:close/>
                <a:moveTo>
                  <a:pt x="16865" y="18760"/>
                </a:moveTo>
                <a:cubicBezTo>
                  <a:pt x="16880" y="18804"/>
                  <a:pt x="16924" y="18834"/>
                  <a:pt x="16939" y="18878"/>
                </a:cubicBezTo>
                <a:cubicBezTo>
                  <a:pt x="16939" y="18907"/>
                  <a:pt x="16924" y="18966"/>
                  <a:pt x="16909" y="19010"/>
                </a:cubicBezTo>
                <a:cubicBezTo>
                  <a:pt x="16895" y="18966"/>
                  <a:pt x="16850" y="18937"/>
                  <a:pt x="16836" y="18893"/>
                </a:cubicBezTo>
                <a:cubicBezTo>
                  <a:pt x="16850" y="18863"/>
                  <a:pt x="16850" y="18804"/>
                  <a:pt x="16865" y="18760"/>
                </a:cubicBezTo>
                <a:close/>
                <a:moveTo>
                  <a:pt x="16541" y="18878"/>
                </a:moveTo>
                <a:cubicBezTo>
                  <a:pt x="16556" y="18893"/>
                  <a:pt x="16556" y="18937"/>
                  <a:pt x="16571" y="18951"/>
                </a:cubicBezTo>
                <a:cubicBezTo>
                  <a:pt x="16600" y="18966"/>
                  <a:pt x="16571" y="19010"/>
                  <a:pt x="16571" y="19025"/>
                </a:cubicBezTo>
                <a:cubicBezTo>
                  <a:pt x="16556" y="19010"/>
                  <a:pt x="16556" y="18966"/>
                  <a:pt x="16541" y="18951"/>
                </a:cubicBezTo>
                <a:lnTo>
                  <a:pt x="16541" y="18878"/>
                </a:lnTo>
                <a:close/>
                <a:moveTo>
                  <a:pt x="16688" y="18819"/>
                </a:moveTo>
                <a:cubicBezTo>
                  <a:pt x="16703" y="18848"/>
                  <a:pt x="16718" y="18878"/>
                  <a:pt x="16733" y="18907"/>
                </a:cubicBezTo>
                <a:cubicBezTo>
                  <a:pt x="16733" y="18951"/>
                  <a:pt x="16733" y="18981"/>
                  <a:pt x="16718" y="19025"/>
                </a:cubicBezTo>
                <a:cubicBezTo>
                  <a:pt x="16703" y="18981"/>
                  <a:pt x="16688" y="18951"/>
                  <a:pt x="16674" y="18937"/>
                </a:cubicBezTo>
                <a:cubicBezTo>
                  <a:pt x="16674" y="18893"/>
                  <a:pt x="16688" y="18848"/>
                  <a:pt x="16688" y="18819"/>
                </a:cubicBezTo>
                <a:close/>
                <a:moveTo>
                  <a:pt x="17675" y="9018"/>
                </a:moveTo>
                <a:cubicBezTo>
                  <a:pt x="18690" y="11314"/>
                  <a:pt x="18837" y="14183"/>
                  <a:pt x="18042" y="16921"/>
                </a:cubicBezTo>
                <a:cubicBezTo>
                  <a:pt x="17822" y="17700"/>
                  <a:pt x="17557" y="18436"/>
                  <a:pt x="17292" y="19172"/>
                </a:cubicBezTo>
                <a:cubicBezTo>
                  <a:pt x="17262" y="19128"/>
                  <a:pt x="17218" y="19099"/>
                  <a:pt x="17204" y="19040"/>
                </a:cubicBezTo>
                <a:cubicBezTo>
                  <a:pt x="17233" y="18951"/>
                  <a:pt x="17262" y="18863"/>
                  <a:pt x="17292" y="18760"/>
                </a:cubicBezTo>
                <a:cubicBezTo>
                  <a:pt x="17513" y="18068"/>
                  <a:pt x="17748" y="17347"/>
                  <a:pt x="17954" y="16611"/>
                </a:cubicBezTo>
                <a:cubicBezTo>
                  <a:pt x="18675" y="13933"/>
                  <a:pt x="18587" y="11240"/>
                  <a:pt x="17675" y="9018"/>
                </a:cubicBezTo>
                <a:close/>
                <a:moveTo>
                  <a:pt x="17012" y="18951"/>
                </a:moveTo>
                <a:cubicBezTo>
                  <a:pt x="17056" y="18981"/>
                  <a:pt x="17071" y="19025"/>
                  <a:pt x="17101" y="19054"/>
                </a:cubicBezTo>
                <a:cubicBezTo>
                  <a:pt x="17086" y="19113"/>
                  <a:pt x="17071" y="19157"/>
                  <a:pt x="17056" y="19202"/>
                </a:cubicBezTo>
                <a:cubicBezTo>
                  <a:pt x="17012" y="19172"/>
                  <a:pt x="16998" y="19128"/>
                  <a:pt x="16983" y="19099"/>
                </a:cubicBezTo>
                <a:cubicBezTo>
                  <a:pt x="16998" y="19040"/>
                  <a:pt x="16998" y="19010"/>
                  <a:pt x="17012" y="18951"/>
                </a:cubicBezTo>
                <a:close/>
                <a:moveTo>
                  <a:pt x="16527" y="19113"/>
                </a:moveTo>
                <a:cubicBezTo>
                  <a:pt x="16527" y="19128"/>
                  <a:pt x="16541" y="19143"/>
                  <a:pt x="16541" y="19172"/>
                </a:cubicBezTo>
                <a:lnTo>
                  <a:pt x="16541" y="19246"/>
                </a:lnTo>
                <a:cubicBezTo>
                  <a:pt x="16541" y="19231"/>
                  <a:pt x="16527" y="19202"/>
                  <a:pt x="16527" y="19187"/>
                </a:cubicBezTo>
                <a:lnTo>
                  <a:pt x="16527" y="19113"/>
                </a:lnTo>
                <a:close/>
                <a:moveTo>
                  <a:pt x="16659" y="19054"/>
                </a:moveTo>
                <a:cubicBezTo>
                  <a:pt x="16688" y="19099"/>
                  <a:pt x="16703" y="19113"/>
                  <a:pt x="16718" y="19157"/>
                </a:cubicBezTo>
                <a:cubicBezTo>
                  <a:pt x="16688" y="19187"/>
                  <a:pt x="16688" y="19216"/>
                  <a:pt x="16688" y="19246"/>
                </a:cubicBezTo>
                <a:cubicBezTo>
                  <a:pt x="16674" y="19202"/>
                  <a:pt x="16644" y="19187"/>
                  <a:pt x="16644" y="19157"/>
                </a:cubicBezTo>
                <a:cubicBezTo>
                  <a:pt x="16644" y="19113"/>
                  <a:pt x="16659" y="19084"/>
                  <a:pt x="16659" y="19054"/>
                </a:cubicBezTo>
                <a:close/>
                <a:moveTo>
                  <a:pt x="16836" y="19010"/>
                </a:moveTo>
                <a:cubicBezTo>
                  <a:pt x="16850" y="19040"/>
                  <a:pt x="16895" y="19084"/>
                  <a:pt x="16909" y="19113"/>
                </a:cubicBezTo>
                <a:cubicBezTo>
                  <a:pt x="16865" y="19157"/>
                  <a:pt x="16850" y="19187"/>
                  <a:pt x="16850" y="19246"/>
                </a:cubicBezTo>
                <a:lnTo>
                  <a:pt x="16792" y="19128"/>
                </a:lnTo>
                <a:cubicBezTo>
                  <a:pt x="16821" y="19099"/>
                  <a:pt x="16821" y="19040"/>
                  <a:pt x="16836" y="19010"/>
                </a:cubicBezTo>
                <a:close/>
                <a:moveTo>
                  <a:pt x="17866" y="9239"/>
                </a:moveTo>
                <a:cubicBezTo>
                  <a:pt x="18940" y="11593"/>
                  <a:pt x="19102" y="14492"/>
                  <a:pt x="18248" y="17244"/>
                </a:cubicBezTo>
                <a:cubicBezTo>
                  <a:pt x="18028" y="17951"/>
                  <a:pt x="17748" y="18672"/>
                  <a:pt x="17468" y="19349"/>
                </a:cubicBezTo>
                <a:cubicBezTo>
                  <a:pt x="17439" y="19319"/>
                  <a:pt x="17395" y="19275"/>
                  <a:pt x="17365" y="19231"/>
                </a:cubicBezTo>
                <a:cubicBezTo>
                  <a:pt x="17645" y="18495"/>
                  <a:pt x="17925" y="17715"/>
                  <a:pt x="18145" y="16921"/>
                </a:cubicBezTo>
                <a:cubicBezTo>
                  <a:pt x="18911" y="14257"/>
                  <a:pt x="18808" y="11505"/>
                  <a:pt x="17866" y="9239"/>
                </a:cubicBezTo>
                <a:close/>
                <a:moveTo>
                  <a:pt x="17159" y="19128"/>
                </a:moveTo>
                <a:cubicBezTo>
                  <a:pt x="17204" y="19172"/>
                  <a:pt x="17233" y="19202"/>
                  <a:pt x="17248" y="19246"/>
                </a:cubicBezTo>
                <a:cubicBezTo>
                  <a:pt x="17262" y="19260"/>
                  <a:pt x="17233" y="19275"/>
                  <a:pt x="17233" y="19305"/>
                </a:cubicBezTo>
                <a:cubicBezTo>
                  <a:pt x="17218" y="19334"/>
                  <a:pt x="17218" y="19378"/>
                  <a:pt x="17204" y="19408"/>
                </a:cubicBezTo>
                <a:cubicBezTo>
                  <a:pt x="17159" y="19378"/>
                  <a:pt x="17145" y="19334"/>
                  <a:pt x="17101" y="19275"/>
                </a:cubicBezTo>
                <a:cubicBezTo>
                  <a:pt x="17130" y="19216"/>
                  <a:pt x="17145" y="19172"/>
                  <a:pt x="17159" y="19128"/>
                </a:cubicBezTo>
                <a:close/>
                <a:moveTo>
                  <a:pt x="16497" y="19349"/>
                </a:moveTo>
                <a:cubicBezTo>
                  <a:pt x="16497" y="19378"/>
                  <a:pt x="16512" y="19378"/>
                  <a:pt x="16512" y="19393"/>
                </a:cubicBezTo>
                <a:lnTo>
                  <a:pt x="16512" y="19452"/>
                </a:lnTo>
                <a:cubicBezTo>
                  <a:pt x="16512" y="19422"/>
                  <a:pt x="16512" y="19422"/>
                  <a:pt x="16497" y="19408"/>
                </a:cubicBezTo>
                <a:lnTo>
                  <a:pt x="16497" y="19349"/>
                </a:lnTo>
                <a:close/>
                <a:moveTo>
                  <a:pt x="16762" y="19246"/>
                </a:moveTo>
                <a:cubicBezTo>
                  <a:pt x="16777" y="19275"/>
                  <a:pt x="16792" y="19319"/>
                  <a:pt x="16821" y="19334"/>
                </a:cubicBezTo>
                <a:cubicBezTo>
                  <a:pt x="16792" y="19378"/>
                  <a:pt x="16792" y="19408"/>
                  <a:pt x="16777" y="19452"/>
                </a:cubicBezTo>
                <a:cubicBezTo>
                  <a:pt x="16762" y="19408"/>
                  <a:pt x="16733" y="19378"/>
                  <a:pt x="16718" y="19349"/>
                </a:cubicBezTo>
                <a:cubicBezTo>
                  <a:pt x="16733" y="19334"/>
                  <a:pt x="16762" y="19305"/>
                  <a:pt x="16762" y="19246"/>
                </a:cubicBezTo>
                <a:close/>
                <a:moveTo>
                  <a:pt x="16939" y="19187"/>
                </a:moveTo>
                <a:cubicBezTo>
                  <a:pt x="16968" y="19216"/>
                  <a:pt x="16998" y="19260"/>
                  <a:pt x="17012" y="19305"/>
                </a:cubicBezTo>
                <a:cubicBezTo>
                  <a:pt x="16998" y="19349"/>
                  <a:pt x="16998" y="19408"/>
                  <a:pt x="16983" y="19452"/>
                </a:cubicBezTo>
                <a:cubicBezTo>
                  <a:pt x="16968" y="19408"/>
                  <a:pt x="16924" y="19378"/>
                  <a:pt x="16909" y="19334"/>
                </a:cubicBezTo>
                <a:cubicBezTo>
                  <a:pt x="16924" y="19275"/>
                  <a:pt x="16924" y="19246"/>
                  <a:pt x="16939" y="19187"/>
                </a:cubicBezTo>
                <a:close/>
                <a:moveTo>
                  <a:pt x="16615" y="19305"/>
                </a:moveTo>
                <a:cubicBezTo>
                  <a:pt x="16630" y="19319"/>
                  <a:pt x="16630" y="19349"/>
                  <a:pt x="16644" y="19378"/>
                </a:cubicBezTo>
                <a:cubicBezTo>
                  <a:pt x="16644" y="19408"/>
                  <a:pt x="16630" y="19422"/>
                  <a:pt x="16630" y="19466"/>
                </a:cubicBezTo>
                <a:cubicBezTo>
                  <a:pt x="16615" y="19452"/>
                  <a:pt x="16615" y="19408"/>
                  <a:pt x="16600" y="19393"/>
                </a:cubicBezTo>
                <a:cubicBezTo>
                  <a:pt x="16600" y="19349"/>
                  <a:pt x="16615" y="19334"/>
                  <a:pt x="16615" y="19305"/>
                </a:cubicBezTo>
                <a:close/>
                <a:moveTo>
                  <a:pt x="18101" y="9680"/>
                </a:moveTo>
                <a:lnTo>
                  <a:pt x="18101" y="9680"/>
                </a:lnTo>
                <a:cubicBezTo>
                  <a:pt x="19176" y="12020"/>
                  <a:pt x="19308" y="14919"/>
                  <a:pt x="18440" y="17553"/>
                </a:cubicBezTo>
                <a:cubicBezTo>
                  <a:pt x="18204" y="18230"/>
                  <a:pt x="17939" y="18893"/>
                  <a:pt x="17645" y="19540"/>
                </a:cubicBezTo>
                <a:lnTo>
                  <a:pt x="17513" y="19408"/>
                </a:lnTo>
                <a:cubicBezTo>
                  <a:pt x="17792" y="18716"/>
                  <a:pt x="18087" y="17995"/>
                  <a:pt x="18307" y="17259"/>
                </a:cubicBezTo>
                <a:cubicBezTo>
                  <a:pt x="19117" y="14669"/>
                  <a:pt x="19028" y="11946"/>
                  <a:pt x="18101" y="9680"/>
                </a:cubicBezTo>
                <a:close/>
                <a:moveTo>
                  <a:pt x="17336" y="19319"/>
                </a:moveTo>
                <a:lnTo>
                  <a:pt x="17439" y="19422"/>
                </a:lnTo>
                <a:cubicBezTo>
                  <a:pt x="17410" y="19496"/>
                  <a:pt x="17380" y="19555"/>
                  <a:pt x="17365" y="19614"/>
                </a:cubicBezTo>
                <a:cubicBezTo>
                  <a:pt x="17336" y="19569"/>
                  <a:pt x="17292" y="19540"/>
                  <a:pt x="17277" y="19481"/>
                </a:cubicBezTo>
                <a:cubicBezTo>
                  <a:pt x="17292" y="19422"/>
                  <a:pt x="17307" y="19393"/>
                  <a:pt x="17336" y="19334"/>
                </a:cubicBezTo>
                <a:lnTo>
                  <a:pt x="17336" y="19319"/>
                </a:lnTo>
                <a:close/>
                <a:moveTo>
                  <a:pt x="17086" y="19393"/>
                </a:moveTo>
                <a:cubicBezTo>
                  <a:pt x="17130" y="19422"/>
                  <a:pt x="17145" y="19466"/>
                  <a:pt x="17174" y="19496"/>
                </a:cubicBezTo>
                <a:cubicBezTo>
                  <a:pt x="17145" y="19555"/>
                  <a:pt x="17130" y="19584"/>
                  <a:pt x="17101" y="19643"/>
                </a:cubicBezTo>
                <a:cubicBezTo>
                  <a:pt x="17086" y="19614"/>
                  <a:pt x="17056" y="19569"/>
                  <a:pt x="17027" y="19540"/>
                </a:cubicBezTo>
                <a:cubicBezTo>
                  <a:pt x="17056" y="19481"/>
                  <a:pt x="17071" y="19422"/>
                  <a:pt x="17086" y="19393"/>
                </a:cubicBezTo>
                <a:close/>
                <a:moveTo>
                  <a:pt x="16895" y="19452"/>
                </a:moveTo>
                <a:cubicBezTo>
                  <a:pt x="16909" y="19481"/>
                  <a:pt x="16924" y="19525"/>
                  <a:pt x="16968" y="19555"/>
                </a:cubicBezTo>
                <a:cubicBezTo>
                  <a:pt x="16924" y="19584"/>
                  <a:pt x="16924" y="19628"/>
                  <a:pt x="16909" y="19687"/>
                </a:cubicBezTo>
                <a:lnTo>
                  <a:pt x="16850" y="19569"/>
                </a:lnTo>
                <a:cubicBezTo>
                  <a:pt x="16865" y="19540"/>
                  <a:pt x="16865" y="19481"/>
                  <a:pt x="16895" y="19452"/>
                </a:cubicBezTo>
                <a:close/>
                <a:moveTo>
                  <a:pt x="16571" y="19555"/>
                </a:moveTo>
                <a:cubicBezTo>
                  <a:pt x="16571" y="19569"/>
                  <a:pt x="16600" y="19584"/>
                  <a:pt x="16600" y="19614"/>
                </a:cubicBezTo>
                <a:cubicBezTo>
                  <a:pt x="16600" y="19643"/>
                  <a:pt x="16571" y="19672"/>
                  <a:pt x="16571" y="19702"/>
                </a:cubicBezTo>
                <a:cubicBezTo>
                  <a:pt x="16571" y="19687"/>
                  <a:pt x="16556" y="19672"/>
                  <a:pt x="16556" y="19643"/>
                </a:cubicBezTo>
                <a:cubicBezTo>
                  <a:pt x="16556" y="19614"/>
                  <a:pt x="16556" y="19584"/>
                  <a:pt x="16571" y="19555"/>
                </a:cubicBezTo>
                <a:close/>
                <a:moveTo>
                  <a:pt x="16703" y="19496"/>
                </a:moveTo>
                <a:cubicBezTo>
                  <a:pt x="16718" y="19540"/>
                  <a:pt x="16747" y="19555"/>
                  <a:pt x="16762" y="19584"/>
                </a:cubicBezTo>
                <a:cubicBezTo>
                  <a:pt x="16747" y="19628"/>
                  <a:pt x="16747" y="19672"/>
                  <a:pt x="16718" y="19702"/>
                </a:cubicBezTo>
                <a:cubicBezTo>
                  <a:pt x="16703" y="19672"/>
                  <a:pt x="16688" y="19643"/>
                  <a:pt x="16688" y="19614"/>
                </a:cubicBezTo>
                <a:cubicBezTo>
                  <a:pt x="16688" y="19569"/>
                  <a:pt x="16703" y="19540"/>
                  <a:pt x="16703" y="19496"/>
                </a:cubicBezTo>
                <a:close/>
                <a:moveTo>
                  <a:pt x="18322" y="9886"/>
                </a:moveTo>
                <a:lnTo>
                  <a:pt x="18322" y="9886"/>
                </a:lnTo>
                <a:cubicBezTo>
                  <a:pt x="19426" y="12285"/>
                  <a:pt x="19573" y="15228"/>
                  <a:pt x="18631" y="17862"/>
                </a:cubicBezTo>
                <a:cubicBezTo>
                  <a:pt x="18410" y="18510"/>
                  <a:pt x="18145" y="19113"/>
                  <a:pt x="17851" y="19717"/>
                </a:cubicBezTo>
                <a:cubicBezTo>
                  <a:pt x="17807" y="19687"/>
                  <a:pt x="17748" y="19643"/>
                  <a:pt x="17719" y="19599"/>
                </a:cubicBezTo>
                <a:cubicBezTo>
                  <a:pt x="18013" y="18937"/>
                  <a:pt x="18293" y="18274"/>
                  <a:pt x="18528" y="17568"/>
                </a:cubicBezTo>
                <a:cubicBezTo>
                  <a:pt x="19367" y="15007"/>
                  <a:pt x="19279" y="12197"/>
                  <a:pt x="18322" y="9886"/>
                </a:cubicBezTo>
                <a:close/>
                <a:moveTo>
                  <a:pt x="17498" y="19496"/>
                </a:moveTo>
                <a:lnTo>
                  <a:pt x="17630" y="19628"/>
                </a:lnTo>
                <a:cubicBezTo>
                  <a:pt x="17586" y="19687"/>
                  <a:pt x="17571" y="19746"/>
                  <a:pt x="17527" y="19790"/>
                </a:cubicBezTo>
                <a:cubicBezTo>
                  <a:pt x="17498" y="19761"/>
                  <a:pt x="17454" y="19717"/>
                  <a:pt x="17424" y="19672"/>
                </a:cubicBezTo>
                <a:cubicBezTo>
                  <a:pt x="17439" y="19614"/>
                  <a:pt x="17483" y="19555"/>
                  <a:pt x="17498" y="19496"/>
                </a:cubicBezTo>
                <a:close/>
                <a:moveTo>
                  <a:pt x="17233" y="19555"/>
                </a:moveTo>
                <a:cubicBezTo>
                  <a:pt x="17277" y="19584"/>
                  <a:pt x="17307" y="19628"/>
                  <a:pt x="17336" y="19672"/>
                </a:cubicBezTo>
                <a:cubicBezTo>
                  <a:pt x="17307" y="19746"/>
                  <a:pt x="17292" y="19790"/>
                  <a:pt x="17277" y="19834"/>
                </a:cubicBezTo>
                <a:cubicBezTo>
                  <a:pt x="17233" y="19820"/>
                  <a:pt x="17204" y="19775"/>
                  <a:pt x="17189" y="19717"/>
                </a:cubicBezTo>
                <a:lnTo>
                  <a:pt x="17233" y="19555"/>
                </a:lnTo>
                <a:close/>
                <a:moveTo>
                  <a:pt x="17277" y="19834"/>
                </a:moveTo>
                <a:cubicBezTo>
                  <a:pt x="17277" y="19842"/>
                  <a:pt x="17273" y="19845"/>
                  <a:pt x="17272" y="19845"/>
                </a:cubicBezTo>
                <a:cubicBezTo>
                  <a:pt x="17270" y="19845"/>
                  <a:pt x="17270" y="19842"/>
                  <a:pt x="17277" y="19834"/>
                </a:cubicBezTo>
                <a:close/>
                <a:moveTo>
                  <a:pt x="16998" y="19628"/>
                </a:moveTo>
                <a:cubicBezTo>
                  <a:pt x="17012" y="19672"/>
                  <a:pt x="17056" y="19702"/>
                  <a:pt x="17071" y="19746"/>
                </a:cubicBezTo>
                <a:cubicBezTo>
                  <a:pt x="17071" y="19790"/>
                  <a:pt x="17056" y="19849"/>
                  <a:pt x="17042" y="19893"/>
                </a:cubicBezTo>
                <a:cubicBezTo>
                  <a:pt x="17012" y="19849"/>
                  <a:pt x="16983" y="19820"/>
                  <a:pt x="16968" y="19775"/>
                </a:cubicBezTo>
                <a:cubicBezTo>
                  <a:pt x="16983" y="19717"/>
                  <a:pt x="16998" y="19687"/>
                  <a:pt x="16998" y="19628"/>
                </a:cubicBezTo>
                <a:close/>
                <a:moveTo>
                  <a:pt x="16541" y="19820"/>
                </a:moveTo>
                <a:cubicBezTo>
                  <a:pt x="16541" y="19834"/>
                  <a:pt x="16556" y="19849"/>
                  <a:pt x="16556" y="19849"/>
                </a:cubicBezTo>
                <a:cubicBezTo>
                  <a:pt x="16556" y="19864"/>
                  <a:pt x="16556" y="19879"/>
                  <a:pt x="16541" y="19908"/>
                </a:cubicBezTo>
                <a:cubicBezTo>
                  <a:pt x="16541" y="19893"/>
                  <a:pt x="16541" y="19864"/>
                  <a:pt x="16527" y="19864"/>
                </a:cubicBezTo>
                <a:cubicBezTo>
                  <a:pt x="16541" y="19849"/>
                  <a:pt x="16541" y="19834"/>
                  <a:pt x="16541" y="19820"/>
                </a:cubicBezTo>
                <a:close/>
                <a:moveTo>
                  <a:pt x="16821" y="19672"/>
                </a:moveTo>
                <a:cubicBezTo>
                  <a:pt x="16836" y="19702"/>
                  <a:pt x="16850" y="19746"/>
                  <a:pt x="16865" y="19761"/>
                </a:cubicBezTo>
                <a:cubicBezTo>
                  <a:pt x="16850" y="19834"/>
                  <a:pt x="16850" y="19864"/>
                  <a:pt x="16836" y="19908"/>
                </a:cubicBezTo>
                <a:lnTo>
                  <a:pt x="16777" y="19790"/>
                </a:lnTo>
                <a:cubicBezTo>
                  <a:pt x="16792" y="19761"/>
                  <a:pt x="16792" y="19702"/>
                  <a:pt x="16821" y="19672"/>
                </a:cubicBezTo>
                <a:close/>
                <a:moveTo>
                  <a:pt x="18543" y="10210"/>
                </a:moveTo>
                <a:cubicBezTo>
                  <a:pt x="19676" y="12638"/>
                  <a:pt x="19808" y="15567"/>
                  <a:pt x="18822" y="18201"/>
                </a:cubicBezTo>
                <a:cubicBezTo>
                  <a:pt x="18602" y="18775"/>
                  <a:pt x="18322" y="19349"/>
                  <a:pt x="18042" y="19908"/>
                </a:cubicBezTo>
                <a:cubicBezTo>
                  <a:pt x="17998" y="19864"/>
                  <a:pt x="17954" y="19834"/>
                  <a:pt x="17895" y="19775"/>
                </a:cubicBezTo>
                <a:cubicBezTo>
                  <a:pt x="18190" y="19172"/>
                  <a:pt x="18469" y="18539"/>
                  <a:pt x="18705" y="17907"/>
                </a:cubicBezTo>
                <a:cubicBezTo>
                  <a:pt x="19617" y="15361"/>
                  <a:pt x="19514" y="12564"/>
                  <a:pt x="18543" y="10210"/>
                </a:cubicBezTo>
                <a:close/>
                <a:moveTo>
                  <a:pt x="16674" y="19746"/>
                </a:moveTo>
                <a:cubicBezTo>
                  <a:pt x="16688" y="19761"/>
                  <a:pt x="16688" y="19790"/>
                  <a:pt x="16703" y="19820"/>
                </a:cubicBezTo>
                <a:cubicBezTo>
                  <a:pt x="16703" y="19849"/>
                  <a:pt x="16688" y="19893"/>
                  <a:pt x="16688" y="19923"/>
                </a:cubicBezTo>
                <a:cubicBezTo>
                  <a:pt x="16674" y="19908"/>
                  <a:pt x="16674" y="19864"/>
                  <a:pt x="16644" y="19849"/>
                </a:cubicBezTo>
                <a:cubicBezTo>
                  <a:pt x="16644" y="19820"/>
                  <a:pt x="16644" y="19775"/>
                  <a:pt x="16674" y="19746"/>
                </a:cubicBezTo>
                <a:close/>
                <a:moveTo>
                  <a:pt x="17660" y="19672"/>
                </a:moveTo>
                <a:lnTo>
                  <a:pt x="17778" y="19775"/>
                </a:lnTo>
                <a:lnTo>
                  <a:pt x="17792" y="19790"/>
                </a:lnTo>
                <a:cubicBezTo>
                  <a:pt x="17778" y="19864"/>
                  <a:pt x="17748" y="19923"/>
                  <a:pt x="17719" y="19982"/>
                </a:cubicBezTo>
                <a:lnTo>
                  <a:pt x="17586" y="19849"/>
                </a:lnTo>
                <a:cubicBezTo>
                  <a:pt x="17601" y="19790"/>
                  <a:pt x="17645" y="19746"/>
                  <a:pt x="17660" y="19672"/>
                </a:cubicBezTo>
                <a:close/>
                <a:moveTo>
                  <a:pt x="17365" y="19761"/>
                </a:moveTo>
                <a:cubicBezTo>
                  <a:pt x="17410" y="19790"/>
                  <a:pt x="17439" y="19834"/>
                  <a:pt x="17468" y="19879"/>
                </a:cubicBezTo>
                <a:cubicBezTo>
                  <a:pt x="17468" y="19937"/>
                  <a:pt x="17439" y="19996"/>
                  <a:pt x="17424" y="20055"/>
                </a:cubicBezTo>
                <a:cubicBezTo>
                  <a:pt x="17380" y="20011"/>
                  <a:pt x="17351" y="19982"/>
                  <a:pt x="17307" y="19923"/>
                </a:cubicBezTo>
                <a:cubicBezTo>
                  <a:pt x="17307" y="19908"/>
                  <a:pt x="17336" y="19893"/>
                  <a:pt x="17336" y="19864"/>
                </a:cubicBezTo>
                <a:cubicBezTo>
                  <a:pt x="17351" y="19834"/>
                  <a:pt x="17365" y="19790"/>
                  <a:pt x="17365" y="19761"/>
                </a:cubicBezTo>
                <a:close/>
                <a:moveTo>
                  <a:pt x="18852" y="10769"/>
                </a:moveTo>
                <a:cubicBezTo>
                  <a:pt x="19911" y="13153"/>
                  <a:pt x="20000" y="16023"/>
                  <a:pt x="19028" y="18510"/>
                </a:cubicBezTo>
                <a:cubicBezTo>
                  <a:pt x="18808" y="19040"/>
                  <a:pt x="18543" y="19555"/>
                  <a:pt x="18263" y="20070"/>
                </a:cubicBezTo>
                <a:cubicBezTo>
                  <a:pt x="18219" y="20040"/>
                  <a:pt x="18160" y="19996"/>
                  <a:pt x="18116" y="19967"/>
                </a:cubicBezTo>
                <a:cubicBezTo>
                  <a:pt x="18410" y="19393"/>
                  <a:pt x="18690" y="18819"/>
                  <a:pt x="18911" y="18230"/>
                </a:cubicBezTo>
                <a:cubicBezTo>
                  <a:pt x="19838" y="15787"/>
                  <a:pt x="19794" y="13080"/>
                  <a:pt x="18852" y="10769"/>
                </a:cubicBezTo>
                <a:close/>
                <a:moveTo>
                  <a:pt x="17145" y="19834"/>
                </a:moveTo>
                <a:cubicBezTo>
                  <a:pt x="17189" y="19864"/>
                  <a:pt x="17204" y="19908"/>
                  <a:pt x="17233" y="19937"/>
                </a:cubicBezTo>
                <a:cubicBezTo>
                  <a:pt x="17204" y="19996"/>
                  <a:pt x="17189" y="20040"/>
                  <a:pt x="17159" y="20085"/>
                </a:cubicBezTo>
                <a:cubicBezTo>
                  <a:pt x="17145" y="20055"/>
                  <a:pt x="17115" y="20011"/>
                  <a:pt x="17086" y="19982"/>
                </a:cubicBezTo>
                <a:cubicBezTo>
                  <a:pt x="17101" y="19923"/>
                  <a:pt x="17130" y="19864"/>
                  <a:pt x="17145" y="19834"/>
                </a:cubicBezTo>
                <a:close/>
                <a:moveTo>
                  <a:pt x="16615" y="19996"/>
                </a:moveTo>
                <a:cubicBezTo>
                  <a:pt x="16615" y="20011"/>
                  <a:pt x="16630" y="20040"/>
                  <a:pt x="16630" y="20070"/>
                </a:cubicBezTo>
                <a:cubicBezTo>
                  <a:pt x="16630" y="20085"/>
                  <a:pt x="16615" y="20129"/>
                  <a:pt x="16615" y="20143"/>
                </a:cubicBezTo>
                <a:cubicBezTo>
                  <a:pt x="16615" y="20129"/>
                  <a:pt x="16600" y="20114"/>
                  <a:pt x="16600" y="20070"/>
                </a:cubicBezTo>
                <a:cubicBezTo>
                  <a:pt x="16600" y="20055"/>
                  <a:pt x="16615" y="20011"/>
                  <a:pt x="16615" y="19996"/>
                </a:cubicBezTo>
                <a:close/>
                <a:moveTo>
                  <a:pt x="16762" y="19923"/>
                </a:moveTo>
                <a:cubicBezTo>
                  <a:pt x="16762" y="19952"/>
                  <a:pt x="16777" y="19996"/>
                  <a:pt x="16792" y="20011"/>
                </a:cubicBezTo>
                <a:cubicBezTo>
                  <a:pt x="16777" y="20055"/>
                  <a:pt x="16777" y="20085"/>
                  <a:pt x="16762" y="20143"/>
                </a:cubicBezTo>
                <a:cubicBezTo>
                  <a:pt x="16747" y="20114"/>
                  <a:pt x="16747" y="20085"/>
                  <a:pt x="16718" y="20055"/>
                </a:cubicBezTo>
                <a:cubicBezTo>
                  <a:pt x="16733" y="20011"/>
                  <a:pt x="16733" y="19982"/>
                  <a:pt x="16762" y="19923"/>
                </a:cubicBezTo>
                <a:close/>
                <a:moveTo>
                  <a:pt x="16924" y="19893"/>
                </a:moveTo>
                <a:cubicBezTo>
                  <a:pt x="16939" y="19923"/>
                  <a:pt x="16968" y="19967"/>
                  <a:pt x="16998" y="19996"/>
                </a:cubicBezTo>
                <a:cubicBezTo>
                  <a:pt x="16983" y="20055"/>
                  <a:pt x="16968" y="20085"/>
                  <a:pt x="16939" y="20143"/>
                </a:cubicBezTo>
                <a:lnTo>
                  <a:pt x="16895" y="20040"/>
                </a:lnTo>
                <a:cubicBezTo>
                  <a:pt x="16909" y="19982"/>
                  <a:pt x="16909" y="19923"/>
                  <a:pt x="16924" y="19893"/>
                </a:cubicBezTo>
                <a:close/>
                <a:moveTo>
                  <a:pt x="17881" y="19849"/>
                </a:moveTo>
                <a:cubicBezTo>
                  <a:pt x="17939" y="19893"/>
                  <a:pt x="17969" y="19923"/>
                  <a:pt x="18028" y="19967"/>
                </a:cubicBezTo>
                <a:cubicBezTo>
                  <a:pt x="17969" y="20040"/>
                  <a:pt x="17939" y="20114"/>
                  <a:pt x="17925" y="20158"/>
                </a:cubicBezTo>
                <a:cubicBezTo>
                  <a:pt x="17881" y="20129"/>
                  <a:pt x="17822" y="20085"/>
                  <a:pt x="17792" y="20040"/>
                </a:cubicBezTo>
                <a:cubicBezTo>
                  <a:pt x="17822" y="19982"/>
                  <a:pt x="17836" y="19908"/>
                  <a:pt x="17881" y="19849"/>
                </a:cubicBezTo>
                <a:close/>
                <a:moveTo>
                  <a:pt x="17557" y="19923"/>
                </a:moveTo>
                <a:cubicBezTo>
                  <a:pt x="17586" y="19952"/>
                  <a:pt x="17630" y="19996"/>
                  <a:pt x="17660" y="20055"/>
                </a:cubicBezTo>
                <a:cubicBezTo>
                  <a:pt x="17645" y="20129"/>
                  <a:pt x="17630" y="20188"/>
                  <a:pt x="17586" y="20232"/>
                </a:cubicBezTo>
                <a:cubicBezTo>
                  <a:pt x="17557" y="20202"/>
                  <a:pt x="17513" y="20158"/>
                  <a:pt x="17483" y="20114"/>
                </a:cubicBezTo>
                <a:cubicBezTo>
                  <a:pt x="17498" y="20055"/>
                  <a:pt x="17527" y="19996"/>
                  <a:pt x="17557" y="19923"/>
                </a:cubicBezTo>
                <a:close/>
                <a:moveTo>
                  <a:pt x="18940" y="10813"/>
                </a:moveTo>
                <a:cubicBezTo>
                  <a:pt x="20162" y="13300"/>
                  <a:pt x="20279" y="16288"/>
                  <a:pt x="19205" y="18819"/>
                </a:cubicBezTo>
                <a:cubicBezTo>
                  <a:pt x="18999" y="19305"/>
                  <a:pt x="18764" y="19775"/>
                  <a:pt x="18484" y="20232"/>
                </a:cubicBezTo>
                <a:lnTo>
                  <a:pt x="18322" y="20129"/>
                </a:lnTo>
                <a:cubicBezTo>
                  <a:pt x="18602" y="19614"/>
                  <a:pt x="18867" y="19099"/>
                  <a:pt x="19073" y="18539"/>
                </a:cubicBezTo>
                <a:cubicBezTo>
                  <a:pt x="20044" y="16096"/>
                  <a:pt x="19970" y="13227"/>
                  <a:pt x="18940" y="10813"/>
                </a:cubicBezTo>
                <a:close/>
                <a:moveTo>
                  <a:pt x="17292" y="19996"/>
                </a:moveTo>
                <a:cubicBezTo>
                  <a:pt x="17336" y="20040"/>
                  <a:pt x="17365" y="20070"/>
                  <a:pt x="17380" y="20129"/>
                </a:cubicBezTo>
                <a:cubicBezTo>
                  <a:pt x="17365" y="20188"/>
                  <a:pt x="17336" y="20232"/>
                  <a:pt x="17307" y="20291"/>
                </a:cubicBezTo>
                <a:cubicBezTo>
                  <a:pt x="17277" y="20261"/>
                  <a:pt x="17262" y="20217"/>
                  <a:pt x="17218" y="20158"/>
                </a:cubicBezTo>
                <a:cubicBezTo>
                  <a:pt x="17233" y="20114"/>
                  <a:pt x="17262" y="20055"/>
                  <a:pt x="17292" y="19996"/>
                </a:cubicBezTo>
                <a:close/>
                <a:moveTo>
                  <a:pt x="17056" y="20070"/>
                </a:moveTo>
                <a:cubicBezTo>
                  <a:pt x="17071" y="20099"/>
                  <a:pt x="17101" y="20143"/>
                  <a:pt x="17130" y="20173"/>
                </a:cubicBezTo>
                <a:cubicBezTo>
                  <a:pt x="17101" y="20232"/>
                  <a:pt x="17086" y="20291"/>
                  <a:pt x="17071" y="20320"/>
                </a:cubicBezTo>
                <a:cubicBezTo>
                  <a:pt x="17056" y="20291"/>
                  <a:pt x="17012" y="20246"/>
                  <a:pt x="16998" y="20217"/>
                </a:cubicBezTo>
                <a:cubicBezTo>
                  <a:pt x="17012" y="20158"/>
                  <a:pt x="17042" y="20129"/>
                  <a:pt x="17056" y="20070"/>
                </a:cubicBezTo>
                <a:close/>
                <a:moveTo>
                  <a:pt x="18087" y="20011"/>
                </a:moveTo>
                <a:cubicBezTo>
                  <a:pt x="18131" y="20055"/>
                  <a:pt x="18190" y="20085"/>
                  <a:pt x="18234" y="20129"/>
                </a:cubicBezTo>
                <a:cubicBezTo>
                  <a:pt x="18190" y="20202"/>
                  <a:pt x="18160" y="20246"/>
                  <a:pt x="18116" y="20320"/>
                </a:cubicBezTo>
                <a:cubicBezTo>
                  <a:pt x="18072" y="20291"/>
                  <a:pt x="18013" y="20261"/>
                  <a:pt x="17969" y="20217"/>
                </a:cubicBezTo>
                <a:cubicBezTo>
                  <a:pt x="18013" y="20143"/>
                  <a:pt x="18042" y="20085"/>
                  <a:pt x="18087" y="20011"/>
                </a:cubicBezTo>
                <a:close/>
                <a:moveTo>
                  <a:pt x="16571" y="20261"/>
                </a:moveTo>
                <a:cubicBezTo>
                  <a:pt x="16571" y="20276"/>
                  <a:pt x="16600" y="20291"/>
                  <a:pt x="16600" y="20291"/>
                </a:cubicBezTo>
                <a:cubicBezTo>
                  <a:pt x="16600" y="20305"/>
                  <a:pt x="16571" y="20320"/>
                  <a:pt x="16571" y="20349"/>
                </a:cubicBezTo>
                <a:cubicBezTo>
                  <a:pt x="16571" y="20335"/>
                  <a:pt x="16571" y="20305"/>
                  <a:pt x="16556" y="20305"/>
                </a:cubicBezTo>
                <a:cubicBezTo>
                  <a:pt x="16556" y="20291"/>
                  <a:pt x="16556" y="20276"/>
                  <a:pt x="16571" y="20261"/>
                </a:cubicBezTo>
                <a:close/>
                <a:moveTo>
                  <a:pt x="16836" y="20129"/>
                </a:moveTo>
                <a:cubicBezTo>
                  <a:pt x="16865" y="20158"/>
                  <a:pt x="16895" y="20202"/>
                  <a:pt x="16909" y="20232"/>
                </a:cubicBezTo>
                <a:cubicBezTo>
                  <a:pt x="16895" y="20276"/>
                  <a:pt x="16865" y="20320"/>
                  <a:pt x="16850" y="20364"/>
                </a:cubicBezTo>
                <a:lnTo>
                  <a:pt x="16792" y="20246"/>
                </a:lnTo>
                <a:cubicBezTo>
                  <a:pt x="16821" y="20217"/>
                  <a:pt x="16821" y="20158"/>
                  <a:pt x="16836" y="20129"/>
                </a:cubicBezTo>
                <a:close/>
                <a:moveTo>
                  <a:pt x="16659" y="20188"/>
                </a:moveTo>
                <a:cubicBezTo>
                  <a:pt x="16703" y="20217"/>
                  <a:pt x="16718" y="20232"/>
                  <a:pt x="16718" y="20276"/>
                </a:cubicBezTo>
                <a:cubicBezTo>
                  <a:pt x="16703" y="20305"/>
                  <a:pt x="16703" y="20349"/>
                  <a:pt x="16688" y="20379"/>
                </a:cubicBezTo>
                <a:cubicBezTo>
                  <a:pt x="16674" y="20349"/>
                  <a:pt x="16674" y="20320"/>
                  <a:pt x="16644" y="20291"/>
                </a:cubicBezTo>
                <a:cubicBezTo>
                  <a:pt x="16644" y="20261"/>
                  <a:pt x="16659" y="20217"/>
                  <a:pt x="16659" y="20188"/>
                </a:cubicBezTo>
                <a:close/>
                <a:moveTo>
                  <a:pt x="17733" y="20129"/>
                </a:moveTo>
                <a:cubicBezTo>
                  <a:pt x="17778" y="20158"/>
                  <a:pt x="17822" y="20202"/>
                  <a:pt x="17866" y="20246"/>
                </a:cubicBezTo>
                <a:cubicBezTo>
                  <a:pt x="17822" y="20305"/>
                  <a:pt x="17792" y="20379"/>
                  <a:pt x="17778" y="20438"/>
                </a:cubicBezTo>
                <a:cubicBezTo>
                  <a:pt x="17733" y="20379"/>
                  <a:pt x="17675" y="20349"/>
                  <a:pt x="17645" y="20305"/>
                </a:cubicBezTo>
                <a:cubicBezTo>
                  <a:pt x="17675" y="20246"/>
                  <a:pt x="17704" y="20188"/>
                  <a:pt x="17733" y="20129"/>
                </a:cubicBezTo>
                <a:close/>
                <a:moveTo>
                  <a:pt x="18293" y="20188"/>
                </a:moveTo>
                <a:lnTo>
                  <a:pt x="18454" y="20291"/>
                </a:lnTo>
                <a:cubicBezTo>
                  <a:pt x="18410" y="20364"/>
                  <a:pt x="18381" y="20438"/>
                  <a:pt x="18322" y="20497"/>
                </a:cubicBezTo>
                <a:cubicBezTo>
                  <a:pt x="18293" y="20482"/>
                  <a:pt x="18234" y="20438"/>
                  <a:pt x="18175" y="20379"/>
                </a:cubicBezTo>
                <a:cubicBezTo>
                  <a:pt x="18219" y="20305"/>
                  <a:pt x="18248" y="20261"/>
                  <a:pt x="18293" y="20188"/>
                </a:cubicBezTo>
                <a:close/>
                <a:moveTo>
                  <a:pt x="17439" y="20202"/>
                </a:moveTo>
                <a:cubicBezTo>
                  <a:pt x="17483" y="20232"/>
                  <a:pt x="17513" y="20276"/>
                  <a:pt x="17557" y="20320"/>
                </a:cubicBezTo>
                <a:cubicBezTo>
                  <a:pt x="17513" y="20379"/>
                  <a:pt x="17498" y="20438"/>
                  <a:pt x="17454" y="20511"/>
                </a:cubicBezTo>
                <a:cubicBezTo>
                  <a:pt x="17424" y="20452"/>
                  <a:pt x="17410" y="20408"/>
                  <a:pt x="17365" y="20364"/>
                </a:cubicBezTo>
                <a:cubicBezTo>
                  <a:pt x="17380" y="20305"/>
                  <a:pt x="17424" y="20261"/>
                  <a:pt x="17439" y="20202"/>
                </a:cubicBezTo>
                <a:close/>
                <a:moveTo>
                  <a:pt x="17189" y="20261"/>
                </a:moveTo>
                <a:cubicBezTo>
                  <a:pt x="17218" y="20291"/>
                  <a:pt x="17233" y="20335"/>
                  <a:pt x="17277" y="20364"/>
                </a:cubicBezTo>
                <a:cubicBezTo>
                  <a:pt x="17262" y="20423"/>
                  <a:pt x="17218" y="20482"/>
                  <a:pt x="17204" y="20526"/>
                </a:cubicBezTo>
                <a:cubicBezTo>
                  <a:pt x="17189" y="20497"/>
                  <a:pt x="17145" y="20452"/>
                  <a:pt x="17130" y="20408"/>
                </a:cubicBezTo>
                <a:cubicBezTo>
                  <a:pt x="17145" y="20364"/>
                  <a:pt x="17159" y="20305"/>
                  <a:pt x="17189" y="20261"/>
                </a:cubicBezTo>
                <a:close/>
                <a:moveTo>
                  <a:pt x="16968" y="20305"/>
                </a:moveTo>
                <a:cubicBezTo>
                  <a:pt x="16983" y="20349"/>
                  <a:pt x="16998" y="20379"/>
                  <a:pt x="17042" y="20423"/>
                </a:cubicBezTo>
                <a:cubicBezTo>
                  <a:pt x="17012" y="20482"/>
                  <a:pt x="16983" y="20526"/>
                  <a:pt x="16968" y="20570"/>
                </a:cubicBezTo>
                <a:lnTo>
                  <a:pt x="16909" y="20452"/>
                </a:lnTo>
                <a:cubicBezTo>
                  <a:pt x="16924" y="20408"/>
                  <a:pt x="16939" y="20364"/>
                  <a:pt x="16968" y="20305"/>
                </a:cubicBezTo>
                <a:close/>
                <a:moveTo>
                  <a:pt x="16630" y="20438"/>
                </a:moveTo>
                <a:cubicBezTo>
                  <a:pt x="16630" y="20452"/>
                  <a:pt x="16644" y="20482"/>
                  <a:pt x="16644" y="20511"/>
                </a:cubicBezTo>
                <a:cubicBezTo>
                  <a:pt x="16644" y="20555"/>
                  <a:pt x="16630" y="20570"/>
                  <a:pt x="16630" y="20600"/>
                </a:cubicBezTo>
                <a:cubicBezTo>
                  <a:pt x="16630" y="20585"/>
                  <a:pt x="16615" y="20570"/>
                  <a:pt x="16615" y="20526"/>
                </a:cubicBezTo>
                <a:cubicBezTo>
                  <a:pt x="16615" y="20497"/>
                  <a:pt x="16630" y="20452"/>
                  <a:pt x="16630" y="20438"/>
                </a:cubicBezTo>
                <a:close/>
                <a:moveTo>
                  <a:pt x="16792" y="20408"/>
                </a:moveTo>
                <a:lnTo>
                  <a:pt x="16836" y="20482"/>
                </a:lnTo>
                <a:cubicBezTo>
                  <a:pt x="16821" y="20511"/>
                  <a:pt x="16792" y="20555"/>
                  <a:pt x="16792" y="20600"/>
                </a:cubicBezTo>
                <a:cubicBezTo>
                  <a:pt x="16777" y="20570"/>
                  <a:pt x="16777" y="20541"/>
                  <a:pt x="16762" y="20511"/>
                </a:cubicBezTo>
                <a:cubicBezTo>
                  <a:pt x="16777" y="20482"/>
                  <a:pt x="16777" y="20438"/>
                  <a:pt x="16792" y="20408"/>
                </a:cubicBezTo>
                <a:close/>
                <a:moveTo>
                  <a:pt x="17939" y="20291"/>
                </a:moveTo>
                <a:cubicBezTo>
                  <a:pt x="17984" y="20320"/>
                  <a:pt x="18028" y="20364"/>
                  <a:pt x="18087" y="20408"/>
                </a:cubicBezTo>
                <a:cubicBezTo>
                  <a:pt x="18042" y="20482"/>
                  <a:pt x="18013" y="20526"/>
                  <a:pt x="17969" y="20600"/>
                </a:cubicBezTo>
                <a:cubicBezTo>
                  <a:pt x="17925" y="20570"/>
                  <a:pt x="17866" y="20526"/>
                  <a:pt x="17822" y="20482"/>
                </a:cubicBezTo>
                <a:cubicBezTo>
                  <a:pt x="17866" y="20423"/>
                  <a:pt x="17895" y="20349"/>
                  <a:pt x="17939" y="20291"/>
                </a:cubicBezTo>
                <a:close/>
                <a:moveTo>
                  <a:pt x="17601" y="20379"/>
                </a:moveTo>
                <a:lnTo>
                  <a:pt x="17733" y="20511"/>
                </a:lnTo>
                <a:cubicBezTo>
                  <a:pt x="17704" y="20570"/>
                  <a:pt x="17660" y="20644"/>
                  <a:pt x="17645" y="20688"/>
                </a:cubicBezTo>
                <a:lnTo>
                  <a:pt x="17513" y="20570"/>
                </a:lnTo>
                <a:cubicBezTo>
                  <a:pt x="17557" y="20511"/>
                  <a:pt x="17571" y="20438"/>
                  <a:pt x="17601" y="20379"/>
                </a:cubicBezTo>
                <a:close/>
                <a:moveTo>
                  <a:pt x="17336" y="20452"/>
                </a:moveTo>
                <a:cubicBezTo>
                  <a:pt x="17365" y="20497"/>
                  <a:pt x="17380" y="20526"/>
                  <a:pt x="17424" y="20570"/>
                </a:cubicBezTo>
                <a:cubicBezTo>
                  <a:pt x="17380" y="20629"/>
                  <a:pt x="17365" y="20673"/>
                  <a:pt x="17336" y="20732"/>
                </a:cubicBezTo>
                <a:cubicBezTo>
                  <a:pt x="17292" y="20703"/>
                  <a:pt x="17277" y="20658"/>
                  <a:pt x="17233" y="20600"/>
                </a:cubicBezTo>
                <a:cubicBezTo>
                  <a:pt x="17277" y="20570"/>
                  <a:pt x="17292" y="20511"/>
                  <a:pt x="17336" y="20452"/>
                </a:cubicBezTo>
                <a:close/>
                <a:moveTo>
                  <a:pt x="17071" y="20511"/>
                </a:moveTo>
                <a:cubicBezTo>
                  <a:pt x="17086" y="20541"/>
                  <a:pt x="17130" y="20585"/>
                  <a:pt x="17145" y="20614"/>
                </a:cubicBezTo>
                <a:cubicBezTo>
                  <a:pt x="17130" y="20673"/>
                  <a:pt x="17086" y="20732"/>
                  <a:pt x="17071" y="20776"/>
                </a:cubicBezTo>
                <a:cubicBezTo>
                  <a:pt x="17056" y="20732"/>
                  <a:pt x="17042" y="20688"/>
                  <a:pt x="16998" y="20658"/>
                </a:cubicBezTo>
                <a:cubicBezTo>
                  <a:pt x="17042" y="20629"/>
                  <a:pt x="17056" y="20570"/>
                  <a:pt x="17071" y="20511"/>
                </a:cubicBezTo>
                <a:close/>
                <a:moveTo>
                  <a:pt x="18131" y="20452"/>
                </a:moveTo>
                <a:cubicBezTo>
                  <a:pt x="18190" y="20497"/>
                  <a:pt x="18248" y="20526"/>
                  <a:pt x="18278" y="20570"/>
                </a:cubicBezTo>
                <a:cubicBezTo>
                  <a:pt x="18248" y="20644"/>
                  <a:pt x="18190" y="20688"/>
                  <a:pt x="18160" y="20776"/>
                </a:cubicBezTo>
                <a:cubicBezTo>
                  <a:pt x="18116" y="20747"/>
                  <a:pt x="18072" y="20688"/>
                  <a:pt x="18028" y="20658"/>
                </a:cubicBezTo>
                <a:cubicBezTo>
                  <a:pt x="18072" y="20585"/>
                  <a:pt x="18101" y="20526"/>
                  <a:pt x="18131" y="20452"/>
                </a:cubicBezTo>
                <a:close/>
                <a:moveTo>
                  <a:pt x="16600" y="20688"/>
                </a:moveTo>
                <a:cubicBezTo>
                  <a:pt x="16600" y="20717"/>
                  <a:pt x="16615" y="20732"/>
                  <a:pt x="16615" y="20747"/>
                </a:cubicBezTo>
                <a:cubicBezTo>
                  <a:pt x="16615" y="20776"/>
                  <a:pt x="16600" y="20791"/>
                  <a:pt x="16600" y="20806"/>
                </a:cubicBezTo>
                <a:cubicBezTo>
                  <a:pt x="16571" y="20791"/>
                  <a:pt x="16571" y="20776"/>
                  <a:pt x="16571" y="20747"/>
                </a:cubicBezTo>
                <a:cubicBezTo>
                  <a:pt x="16571" y="20732"/>
                  <a:pt x="16571" y="20717"/>
                  <a:pt x="16600" y="20688"/>
                </a:cubicBezTo>
                <a:close/>
                <a:moveTo>
                  <a:pt x="16850" y="20570"/>
                </a:moveTo>
                <a:cubicBezTo>
                  <a:pt x="16895" y="20600"/>
                  <a:pt x="16909" y="20644"/>
                  <a:pt x="16924" y="20673"/>
                </a:cubicBezTo>
                <a:cubicBezTo>
                  <a:pt x="16909" y="20717"/>
                  <a:pt x="16880" y="20776"/>
                  <a:pt x="16865" y="20806"/>
                </a:cubicBezTo>
                <a:lnTo>
                  <a:pt x="16821" y="20688"/>
                </a:lnTo>
                <a:cubicBezTo>
                  <a:pt x="16836" y="20658"/>
                  <a:pt x="16850" y="20600"/>
                  <a:pt x="16850" y="20570"/>
                </a:cubicBezTo>
                <a:close/>
                <a:moveTo>
                  <a:pt x="16703" y="20629"/>
                </a:moveTo>
                <a:cubicBezTo>
                  <a:pt x="16718" y="20658"/>
                  <a:pt x="16733" y="20673"/>
                  <a:pt x="16733" y="20717"/>
                </a:cubicBezTo>
                <a:cubicBezTo>
                  <a:pt x="16718" y="20747"/>
                  <a:pt x="16718" y="20791"/>
                  <a:pt x="16703" y="20820"/>
                </a:cubicBezTo>
                <a:cubicBezTo>
                  <a:pt x="16688" y="20791"/>
                  <a:pt x="16688" y="20776"/>
                  <a:pt x="16659" y="20732"/>
                </a:cubicBezTo>
                <a:cubicBezTo>
                  <a:pt x="16688" y="20703"/>
                  <a:pt x="16688" y="20658"/>
                  <a:pt x="16703" y="20629"/>
                </a:cubicBezTo>
                <a:close/>
                <a:moveTo>
                  <a:pt x="17792" y="20570"/>
                </a:moveTo>
                <a:cubicBezTo>
                  <a:pt x="17822" y="20600"/>
                  <a:pt x="17881" y="20644"/>
                  <a:pt x="17925" y="20673"/>
                </a:cubicBezTo>
                <a:cubicBezTo>
                  <a:pt x="17881" y="20732"/>
                  <a:pt x="17836" y="20806"/>
                  <a:pt x="17807" y="20865"/>
                </a:cubicBezTo>
                <a:cubicBezTo>
                  <a:pt x="17778" y="20820"/>
                  <a:pt x="17733" y="20791"/>
                  <a:pt x="17675" y="20747"/>
                </a:cubicBezTo>
                <a:cubicBezTo>
                  <a:pt x="17719" y="20688"/>
                  <a:pt x="17748" y="20629"/>
                  <a:pt x="17792" y="20570"/>
                </a:cubicBezTo>
                <a:close/>
                <a:moveTo>
                  <a:pt x="17483" y="20644"/>
                </a:moveTo>
                <a:cubicBezTo>
                  <a:pt x="17513" y="20673"/>
                  <a:pt x="17557" y="20717"/>
                  <a:pt x="17586" y="20776"/>
                </a:cubicBezTo>
                <a:cubicBezTo>
                  <a:pt x="17557" y="20820"/>
                  <a:pt x="17513" y="20879"/>
                  <a:pt x="17498" y="20953"/>
                </a:cubicBezTo>
                <a:cubicBezTo>
                  <a:pt x="17454" y="20894"/>
                  <a:pt x="17424" y="20865"/>
                  <a:pt x="17410" y="20820"/>
                </a:cubicBezTo>
                <a:cubicBezTo>
                  <a:pt x="17424" y="20747"/>
                  <a:pt x="17454" y="20703"/>
                  <a:pt x="17483" y="20644"/>
                </a:cubicBezTo>
                <a:close/>
                <a:moveTo>
                  <a:pt x="17218" y="20717"/>
                </a:moveTo>
                <a:cubicBezTo>
                  <a:pt x="17262" y="20747"/>
                  <a:pt x="17277" y="20791"/>
                  <a:pt x="17307" y="20820"/>
                </a:cubicBezTo>
                <a:cubicBezTo>
                  <a:pt x="17277" y="20879"/>
                  <a:pt x="17233" y="20938"/>
                  <a:pt x="17218" y="20997"/>
                </a:cubicBezTo>
                <a:cubicBezTo>
                  <a:pt x="17204" y="20953"/>
                  <a:pt x="17159" y="20923"/>
                  <a:pt x="17145" y="20879"/>
                </a:cubicBezTo>
                <a:cubicBezTo>
                  <a:pt x="17159" y="20820"/>
                  <a:pt x="17204" y="20776"/>
                  <a:pt x="17218" y="20717"/>
                </a:cubicBezTo>
                <a:close/>
                <a:moveTo>
                  <a:pt x="16983" y="20776"/>
                </a:moveTo>
                <a:cubicBezTo>
                  <a:pt x="16998" y="20806"/>
                  <a:pt x="17012" y="20850"/>
                  <a:pt x="17056" y="20879"/>
                </a:cubicBezTo>
                <a:cubicBezTo>
                  <a:pt x="17042" y="20938"/>
                  <a:pt x="17012" y="20968"/>
                  <a:pt x="16983" y="21026"/>
                </a:cubicBezTo>
                <a:lnTo>
                  <a:pt x="16924" y="20923"/>
                </a:lnTo>
                <a:cubicBezTo>
                  <a:pt x="16939" y="20865"/>
                  <a:pt x="16968" y="20820"/>
                  <a:pt x="16983" y="20776"/>
                </a:cubicBezTo>
                <a:close/>
                <a:moveTo>
                  <a:pt x="16644" y="20879"/>
                </a:moveTo>
                <a:cubicBezTo>
                  <a:pt x="16644" y="20894"/>
                  <a:pt x="16659" y="20938"/>
                  <a:pt x="16659" y="20953"/>
                </a:cubicBezTo>
                <a:cubicBezTo>
                  <a:pt x="16644" y="20982"/>
                  <a:pt x="16644" y="21012"/>
                  <a:pt x="16630" y="21041"/>
                </a:cubicBezTo>
                <a:cubicBezTo>
                  <a:pt x="16630" y="21026"/>
                  <a:pt x="16615" y="21012"/>
                  <a:pt x="16615" y="20968"/>
                </a:cubicBezTo>
                <a:cubicBezTo>
                  <a:pt x="16630" y="20938"/>
                  <a:pt x="16630" y="20894"/>
                  <a:pt x="16644" y="20879"/>
                </a:cubicBezTo>
                <a:close/>
                <a:moveTo>
                  <a:pt x="16792" y="20820"/>
                </a:moveTo>
                <a:cubicBezTo>
                  <a:pt x="16821" y="20865"/>
                  <a:pt x="16836" y="20879"/>
                  <a:pt x="16836" y="20923"/>
                </a:cubicBezTo>
                <a:cubicBezTo>
                  <a:pt x="16821" y="20953"/>
                  <a:pt x="16792" y="21012"/>
                  <a:pt x="16777" y="21041"/>
                </a:cubicBezTo>
                <a:cubicBezTo>
                  <a:pt x="16762" y="21012"/>
                  <a:pt x="16762" y="20982"/>
                  <a:pt x="16747" y="20953"/>
                </a:cubicBezTo>
                <a:cubicBezTo>
                  <a:pt x="16762" y="20894"/>
                  <a:pt x="16777" y="20865"/>
                  <a:pt x="16792" y="20820"/>
                </a:cubicBezTo>
                <a:close/>
                <a:moveTo>
                  <a:pt x="17969" y="20732"/>
                </a:moveTo>
                <a:cubicBezTo>
                  <a:pt x="18028" y="20776"/>
                  <a:pt x="18072" y="20806"/>
                  <a:pt x="18116" y="20865"/>
                </a:cubicBezTo>
                <a:cubicBezTo>
                  <a:pt x="18087" y="20938"/>
                  <a:pt x="18028" y="20982"/>
                  <a:pt x="17984" y="21056"/>
                </a:cubicBezTo>
                <a:cubicBezTo>
                  <a:pt x="17954" y="21012"/>
                  <a:pt x="17925" y="20968"/>
                  <a:pt x="17866" y="20938"/>
                </a:cubicBezTo>
                <a:cubicBezTo>
                  <a:pt x="17895" y="20865"/>
                  <a:pt x="17939" y="20806"/>
                  <a:pt x="17969" y="20732"/>
                </a:cubicBezTo>
                <a:close/>
                <a:moveTo>
                  <a:pt x="17645" y="20820"/>
                </a:moveTo>
                <a:lnTo>
                  <a:pt x="17778" y="20953"/>
                </a:lnTo>
                <a:cubicBezTo>
                  <a:pt x="17733" y="21012"/>
                  <a:pt x="17704" y="21085"/>
                  <a:pt x="17660" y="21144"/>
                </a:cubicBezTo>
                <a:cubicBezTo>
                  <a:pt x="17630" y="21085"/>
                  <a:pt x="17586" y="21041"/>
                  <a:pt x="17557" y="21012"/>
                </a:cubicBezTo>
                <a:cubicBezTo>
                  <a:pt x="17586" y="20953"/>
                  <a:pt x="17630" y="20879"/>
                  <a:pt x="17645" y="20820"/>
                </a:cubicBezTo>
                <a:close/>
                <a:moveTo>
                  <a:pt x="17351" y="20894"/>
                </a:moveTo>
                <a:cubicBezTo>
                  <a:pt x="17380" y="20938"/>
                  <a:pt x="17410" y="20968"/>
                  <a:pt x="17439" y="21012"/>
                </a:cubicBezTo>
                <a:cubicBezTo>
                  <a:pt x="17410" y="21071"/>
                  <a:pt x="17365" y="21115"/>
                  <a:pt x="17351" y="21174"/>
                </a:cubicBezTo>
                <a:cubicBezTo>
                  <a:pt x="17336" y="21144"/>
                  <a:pt x="17307" y="21115"/>
                  <a:pt x="17277" y="21085"/>
                </a:cubicBezTo>
                <a:cubicBezTo>
                  <a:pt x="17277" y="21071"/>
                  <a:pt x="17262" y="21071"/>
                  <a:pt x="17262" y="21041"/>
                </a:cubicBezTo>
                <a:cubicBezTo>
                  <a:pt x="17292" y="21012"/>
                  <a:pt x="17336" y="20953"/>
                  <a:pt x="17351" y="20894"/>
                </a:cubicBezTo>
                <a:close/>
                <a:moveTo>
                  <a:pt x="17115" y="20968"/>
                </a:moveTo>
                <a:cubicBezTo>
                  <a:pt x="17130" y="21012"/>
                  <a:pt x="17159" y="21041"/>
                  <a:pt x="17189" y="21085"/>
                </a:cubicBezTo>
                <a:cubicBezTo>
                  <a:pt x="17145" y="21115"/>
                  <a:pt x="17130" y="21174"/>
                  <a:pt x="17086" y="21232"/>
                </a:cubicBezTo>
                <a:lnTo>
                  <a:pt x="17042" y="21115"/>
                </a:lnTo>
                <a:cubicBezTo>
                  <a:pt x="17056" y="21056"/>
                  <a:pt x="17086" y="21012"/>
                  <a:pt x="17115" y="20968"/>
                </a:cubicBezTo>
                <a:close/>
                <a:moveTo>
                  <a:pt x="16571" y="21115"/>
                </a:moveTo>
                <a:cubicBezTo>
                  <a:pt x="16571" y="21144"/>
                  <a:pt x="16571" y="21159"/>
                  <a:pt x="16585" y="21174"/>
                </a:cubicBezTo>
                <a:cubicBezTo>
                  <a:pt x="16585" y="21188"/>
                  <a:pt x="16571" y="21232"/>
                  <a:pt x="16571" y="21247"/>
                </a:cubicBezTo>
                <a:cubicBezTo>
                  <a:pt x="16571" y="21232"/>
                  <a:pt x="16556" y="21218"/>
                  <a:pt x="16556" y="21188"/>
                </a:cubicBezTo>
                <a:cubicBezTo>
                  <a:pt x="16556" y="21174"/>
                  <a:pt x="16571" y="21144"/>
                  <a:pt x="16571" y="21115"/>
                </a:cubicBezTo>
                <a:close/>
                <a:moveTo>
                  <a:pt x="16718" y="21056"/>
                </a:moveTo>
                <a:cubicBezTo>
                  <a:pt x="16718" y="21100"/>
                  <a:pt x="16733" y="21115"/>
                  <a:pt x="16733" y="21159"/>
                </a:cubicBezTo>
                <a:cubicBezTo>
                  <a:pt x="16718" y="21188"/>
                  <a:pt x="16703" y="21232"/>
                  <a:pt x="16703" y="21262"/>
                </a:cubicBezTo>
                <a:cubicBezTo>
                  <a:pt x="16703" y="21232"/>
                  <a:pt x="16688" y="21203"/>
                  <a:pt x="16688" y="21174"/>
                </a:cubicBezTo>
                <a:cubicBezTo>
                  <a:pt x="16703" y="21144"/>
                  <a:pt x="16703" y="21100"/>
                  <a:pt x="16718" y="21056"/>
                </a:cubicBezTo>
                <a:close/>
                <a:moveTo>
                  <a:pt x="16895" y="21012"/>
                </a:moveTo>
                <a:lnTo>
                  <a:pt x="16939" y="21115"/>
                </a:lnTo>
                <a:cubicBezTo>
                  <a:pt x="16924" y="21174"/>
                  <a:pt x="16909" y="21218"/>
                  <a:pt x="16895" y="21262"/>
                </a:cubicBezTo>
                <a:cubicBezTo>
                  <a:pt x="16865" y="21232"/>
                  <a:pt x="16850" y="21188"/>
                  <a:pt x="16850" y="21159"/>
                </a:cubicBezTo>
                <a:cubicBezTo>
                  <a:pt x="16850" y="21100"/>
                  <a:pt x="16865" y="21056"/>
                  <a:pt x="16895" y="21012"/>
                </a:cubicBezTo>
                <a:close/>
                <a:moveTo>
                  <a:pt x="17822" y="21012"/>
                </a:moveTo>
                <a:cubicBezTo>
                  <a:pt x="17866" y="21041"/>
                  <a:pt x="17925" y="21085"/>
                  <a:pt x="17954" y="21144"/>
                </a:cubicBezTo>
                <a:cubicBezTo>
                  <a:pt x="17925" y="21218"/>
                  <a:pt x="17866" y="21262"/>
                  <a:pt x="17822" y="21335"/>
                </a:cubicBezTo>
                <a:cubicBezTo>
                  <a:pt x="17792" y="21262"/>
                  <a:pt x="17748" y="21232"/>
                  <a:pt x="17719" y="21188"/>
                </a:cubicBezTo>
                <a:cubicBezTo>
                  <a:pt x="17748" y="21144"/>
                  <a:pt x="17792" y="21071"/>
                  <a:pt x="17822" y="21012"/>
                </a:cubicBezTo>
                <a:close/>
                <a:moveTo>
                  <a:pt x="17498" y="21056"/>
                </a:moveTo>
                <a:cubicBezTo>
                  <a:pt x="17527" y="21100"/>
                  <a:pt x="17571" y="21144"/>
                  <a:pt x="17601" y="21188"/>
                </a:cubicBezTo>
                <a:cubicBezTo>
                  <a:pt x="17571" y="21247"/>
                  <a:pt x="17527" y="21321"/>
                  <a:pt x="17498" y="21380"/>
                </a:cubicBezTo>
                <a:cubicBezTo>
                  <a:pt x="17454" y="21335"/>
                  <a:pt x="17439" y="21306"/>
                  <a:pt x="17410" y="21247"/>
                </a:cubicBezTo>
                <a:cubicBezTo>
                  <a:pt x="17439" y="21188"/>
                  <a:pt x="17483" y="21144"/>
                  <a:pt x="17498" y="21056"/>
                </a:cubicBezTo>
                <a:close/>
                <a:moveTo>
                  <a:pt x="17218" y="21144"/>
                </a:moveTo>
                <a:cubicBezTo>
                  <a:pt x="17233" y="21174"/>
                  <a:pt x="17277" y="21218"/>
                  <a:pt x="17307" y="21247"/>
                </a:cubicBezTo>
                <a:cubicBezTo>
                  <a:pt x="17277" y="21306"/>
                  <a:pt x="17262" y="21350"/>
                  <a:pt x="17218" y="21409"/>
                </a:cubicBezTo>
                <a:cubicBezTo>
                  <a:pt x="17204" y="21394"/>
                  <a:pt x="17204" y="21380"/>
                  <a:pt x="17189" y="21350"/>
                </a:cubicBezTo>
                <a:cubicBezTo>
                  <a:pt x="17159" y="21335"/>
                  <a:pt x="17159" y="21321"/>
                  <a:pt x="17145" y="21306"/>
                </a:cubicBezTo>
                <a:cubicBezTo>
                  <a:pt x="17159" y="21247"/>
                  <a:pt x="17204" y="21188"/>
                  <a:pt x="17218" y="21144"/>
                </a:cubicBezTo>
                <a:close/>
                <a:moveTo>
                  <a:pt x="16983" y="21218"/>
                </a:moveTo>
                <a:lnTo>
                  <a:pt x="17042" y="21321"/>
                </a:lnTo>
                <a:cubicBezTo>
                  <a:pt x="17012" y="21380"/>
                  <a:pt x="16983" y="21424"/>
                  <a:pt x="16968" y="21468"/>
                </a:cubicBezTo>
                <a:lnTo>
                  <a:pt x="16909" y="21365"/>
                </a:lnTo>
                <a:cubicBezTo>
                  <a:pt x="16939" y="21306"/>
                  <a:pt x="16968" y="21247"/>
                  <a:pt x="16983" y="21218"/>
                </a:cubicBezTo>
                <a:close/>
                <a:moveTo>
                  <a:pt x="16644" y="21321"/>
                </a:moveTo>
                <a:cubicBezTo>
                  <a:pt x="16644" y="21335"/>
                  <a:pt x="16674" y="21380"/>
                  <a:pt x="16674" y="21394"/>
                </a:cubicBezTo>
                <a:cubicBezTo>
                  <a:pt x="16644" y="21424"/>
                  <a:pt x="16644" y="21468"/>
                  <a:pt x="16630" y="21483"/>
                </a:cubicBezTo>
                <a:cubicBezTo>
                  <a:pt x="16615" y="21453"/>
                  <a:pt x="16615" y="21424"/>
                  <a:pt x="16615" y="21409"/>
                </a:cubicBezTo>
                <a:cubicBezTo>
                  <a:pt x="16630" y="21380"/>
                  <a:pt x="16630" y="21335"/>
                  <a:pt x="16644" y="21321"/>
                </a:cubicBezTo>
                <a:close/>
                <a:moveTo>
                  <a:pt x="16792" y="21262"/>
                </a:moveTo>
                <a:cubicBezTo>
                  <a:pt x="16806" y="21306"/>
                  <a:pt x="16836" y="21335"/>
                  <a:pt x="16836" y="21365"/>
                </a:cubicBezTo>
                <a:cubicBezTo>
                  <a:pt x="16821" y="21394"/>
                  <a:pt x="16792" y="21453"/>
                  <a:pt x="16777" y="21483"/>
                </a:cubicBezTo>
                <a:cubicBezTo>
                  <a:pt x="16762" y="21453"/>
                  <a:pt x="16762" y="21409"/>
                  <a:pt x="16733" y="21394"/>
                </a:cubicBezTo>
                <a:cubicBezTo>
                  <a:pt x="16762" y="21365"/>
                  <a:pt x="16777" y="21306"/>
                  <a:pt x="16792" y="21262"/>
                </a:cubicBezTo>
                <a:close/>
                <a:moveTo>
                  <a:pt x="17660" y="21262"/>
                </a:moveTo>
                <a:cubicBezTo>
                  <a:pt x="17704" y="21306"/>
                  <a:pt x="17733" y="21365"/>
                  <a:pt x="17763" y="21394"/>
                </a:cubicBezTo>
                <a:cubicBezTo>
                  <a:pt x="17733" y="21453"/>
                  <a:pt x="17675" y="21527"/>
                  <a:pt x="17645" y="21586"/>
                </a:cubicBezTo>
                <a:cubicBezTo>
                  <a:pt x="17630" y="21541"/>
                  <a:pt x="17586" y="21483"/>
                  <a:pt x="17557" y="21453"/>
                </a:cubicBezTo>
                <a:cubicBezTo>
                  <a:pt x="17586" y="21394"/>
                  <a:pt x="17630" y="21321"/>
                  <a:pt x="17660" y="21262"/>
                </a:cubicBezTo>
                <a:close/>
                <a:moveTo>
                  <a:pt x="17365" y="21335"/>
                </a:moveTo>
                <a:cubicBezTo>
                  <a:pt x="17410" y="21380"/>
                  <a:pt x="17424" y="21409"/>
                  <a:pt x="17454" y="21468"/>
                </a:cubicBezTo>
                <a:lnTo>
                  <a:pt x="17351" y="21630"/>
                </a:lnTo>
                <a:cubicBezTo>
                  <a:pt x="17307" y="21600"/>
                  <a:pt x="17292" y="21541"/>
                  <a:pt x="17277" y="21512"/>
                </a:cubicBezTo>
                <a:cubicBezTo>
                  <a:pt x="17307" y="21453"/>
                  <a:pt x="17336" y="21394"/>
                  <a:pt x="17365" y="21335"/>
                </a:cubicBezTo>
                <a:close/>
                <a:moveTo>
                  <a:pt x="17086" y="21394"/>
                </a:moveTo>
                <a:cubicBezTo>
                  <a:pt x="17096" y="21394"/>
                  <a:pt x="17099" y="21401"/>
                  <a:pt x="17096" y="21401"/>
                </a:cubicBezTo>
                <a:cubicBezTo>
                  <a:pt x="17094" y="21401"/>
                  <a:pt x="17091" y="21399"/>
                  <a:pt x="17086" y="21394"/>
                </a:cubicBezTo>
                <a:lnTo>
                  <a:pt x="17086" y="21394"/>
                </a:lnTo>
                <a:cubicBezTo>
                  <a:pt x="17130" y="21453"/>
                  <a:pt x="17145" y="21468"/>
                  <a:pt x="17159" y="21512"/>
                </a:cubicBezTo>
                <a:cubicBezTo>
                  <a:pt x="17130" y="21556"/>
                  <a:pt x="17115" y="21615"/>
                  <a:pt x="17071" y="21674"/>
                </a:cubicBezTo>
                <a:cubicBezTo>
                  <a:pt x="17071" y="21659"/>
                  <a:pt x="17056" y="21659"/>
                  <a:pt x="17056" y="21630"/>
                </a:cubicBezTo>
                <a:cubicBezTo>
                  <a:pt x="17042" y="21600"/>
                  <a:pt x="17012" y="21586"/>
                  <a:pt x="17012" y="21541"/>
                </a:cubicBezTo>
                <a:cubicBezTo>
                  <a:pt x="17042" y="21512"/>
                  <a:pt x="17071" y="21453"/>
                  <a:pt x="17086" y="21394"/>
                </a:cubicBezTo>
                <a:close/>
                <a:moveTo>
                  <a:pt x="16556" y="21556"/>
                </a:moveTo>
                <a:cubicBezTo>
                  <a:pt x="16556" y="21586"/>
                  <a:pt x="16556" y="21600"/>
                  <a:pt x="16571" y="21615"/>
                </a:cubicBezTo>
                <a:cubicBezTo>
                  <a:pt x="16571" y="21630"/>
                  <a:pt x="16556" y="21674"/>
                  <a:pt x="16556" y="21689"/>
                </a:cubicBezTo>
                <a:cubicBezTo>
                  <a:pt x="16541" y="21674"/>
                  <a:pt x="16541" y="21659"/>
                  <a:pt x="16541" y="21630"/>
                </a:cubicBezTo>
                <a:cubicBezTo>
                  <a:pt x="16541" y="21615"/>
                  <a:pt x="16556" y="21586"/>
                  <a:pt x="16556" y="21556"/>
                </a:cubicBezTo>
                <a:close/>
                <a:moveTo>
                  <a:pt x="16688" y="21512"/>
                </a:moveTo>
                <a:cubicBezTo>
                  <a:pt x="16703" y="21541"/>
                  <a:pt x="16718" y="21556"/>
                  <a:pt x="16718" y="21600"/>
                </a:cubicBezTo>
                <a:lnTo>
                  <a:pt x="16674" y="21703"/>
                </a:lnTo>
                <a:cubicBezTo>
                  <a:pt x="16674" y="21674"/>
                  <a:pt x="16644" y="21644"/>
                  <a:pt x="16644" y="21615"/>
                </a:cubicBezTo>
                <a:cubicBezTo>
                  <a:pt x="16674" y="21586"/>
                  <a:pt x="16688" y="21541"/>
                  <a:pt x="16688" y="21512"/>
                </a:cubicBezTo>
                <a:close/>
                <a:moveTo>
                  <a:pt x="16865" y="21453"/>
                </a:moveTo>
                <a:lnTo>
                  <a:pt x="16924" y="21556"/>
                </a:lnTo>
                <a:cubicBezTo>
                  <a:pt x="16909" y="21615"/>
                  <a:pt x="16865" y="21659"/>
                  <a:pt x="16850" y="21703"/>
                </a:cubicBezTo>
                <a:cubicBezTo>
                  <a:pt x="16836" y="21674"/>
                  <a:pt x="16836" y="21630"/>
                  <a:pt x="16806" y="21600"/>
                </a:cubicBezTo>
                <a:cubicBezTo>
                  <a:pt x="16836" y="21541"/>
                  <a:pt x="16850" y="21512"/>
                  <a:pt x="16865" y="21453"/>
                </a:cubicBezTo>
                <a:close/>
                <a:moveTo>
                  <a:pt x="17513" y="21527"/>
                </a:moveTo>
                <a:cubicBezTo>
                  <a:pt x="17557" y="21556"/>
                  <a:pt x="17586" y="21615"/>
                  <a:pt x="17616" y="21644"/>
                </a:cubicBezTo>
                <a:cubicBezTo>
                  <a:pt x="17586" y="21703"/>
                  <a:pt x="17542" y="21777"/>
                  <a:pt x="17498" y="21836"/>
                </a:cubicBezTo>
                <a:cubicBezTo>
                  <a:pt x="17454" y="21777"/>
                  <a:pt x="17424" y="21747"/>
                  <a:pt x="17410" y="21689"/>
                </a:cubicBezTo>
                <a:lnTo>
                  <a:pt x="17513" y="21527"/>
                </a:lnTo>
                <a:close/>
                <a:moveTo>
                  <a:pt x="17218" y="21586"/>
                </a:moveTo>
                <a:cubicBezTo>
                  <a:pt x="17233" y="21615"/>
                  <a:pt x="17277" y="21659"/>
                  <a:pt x="17292" y="21703"/>
                </a:cubicBezTo>
                <a:cubicBezTo>
                  <a:pt x="17262" y="21762"/>
                  <a:pt x="17233" y="21821"/>
                  <a:pt x="17204" y="21880"/>
                </a:cubicBezTo>
                <a:cubicBezTo>
                  <a:pt x="17189" y="21836"/>
                  <a:pt x="17145" y="21792"/>
                  <a:pt x="17130" y="21747"/>
                </a:cubicBezTo>
                <a:cubicBezTo>
                  <a:pt x="17159" y="21689"/>
                  <a:pt x="17174" y="21630"/>
                  <a:pt x="17218" y="21586"/>
                </a:cubicBezTo>
                <a:close/>
                <a:moveTo>
                  <a:pt x="16497" y="21836"/>
                </a:moveTo>
                <a:lnTo>
                  <a:pt x="16497" y="21850"/>
                </a:lnTo>
                <a:cubicBezTo>
                  <a:pt x="16497" y="21880"/>
                  <a:pt x="16482" y="21895"/>
                  <a:pt x="16482" y="21895"/>
                </a:cubicBezTo>
                <a:lnTo>
                  <a:pt x="16482" y="21880"/>
                </a:lnTo>
                <a:cubicBezTo>
                  <a:pt x="16482" y="21850"/>
                  <a:pt x="16482" y="21836"/>
                  <a:pt x="16497" y="21836"/>
                </a:cubicBezTo>
                <a:close/>
                <a:moveTo>
                  <a:pt x="16983" y="21659"/>
                </a:moveTo>
                <a:cubicBezTo>
                  <a:pt x="16983" y="21674"/>
                  <a:pt x="16998" y="21674"/>
                  <a:pt x="16998" y="21689"/>
                </a:cubicBezTo>
                <a:cubicBezTo>
                  <a:pt x="17012" y="21703"/>
                  <a:pt x="17042" y="21747"/>
                  <a:pt x="17042" y="21762"/>
                </a:cubicBezTo>
                <a:cubicBezTo>
                  <a:pt x="16998" y="21821"/>
                  <a:pt x="16983" y="21880"/>
                  <a:pt x="16939" y="21909"/>
                </a:cubicBezTo>
                <a:lnTo>
                  <a:pt x="16895" y="21806"/>
                </a:lnTo>
                <a:cubicBezTo>
                  <a:pt x="16924" y="21747"/>
                  <a:pt x="16939" y="21689"/>
                  <a:pt x="16983" y="21659"/>
                </a:cubicBezTo>
                <a:close/>
                <a:moveTo>
                  <a:pt x="16615" y="21762"/>
                </a:moveTo>
                <a:cubicBezTo>
                  <a:pt x="16615" y="21777"/>
                  <a:pt x="16630" y="21821"/>
                  <a:pt x="16630" y="21836"/>
                </a:cubicBezTo>
                <a:cubicBezTo>
                  <a:pt x="16615" y="21880"/>
                  <a:pt x="16615" y="21909"/>
                  <a:pt x="16600" y="21924"/>
                </a:cubicBezTo>
                <a:cubicBezTo>
                  <a:pt x="16600" y="21909"/>
                  <a:pt x="16571" y="21880"/>
                  <a:pt x="16571" y="21850"/>
                </a:cubicBezTo>
                <a:cubicBezTo>
                  <a:pt x="16600" y="21821"/>
                  <a:pt x="16600" y="21777"/>
                  <a:pt x="16615" y="21762"/>
                </a:cubicBezTo>
                <a:close/>
                <a:moveTo>
                  <a:pt x="16777" y="21703"/>
                </a:moveTo>
                <a:cubicBezTo>
                  <a:pt x="16777" y="21733"/>
                  <a:pt x="16792" y="21762"/>
                  <a:pt x="16821" y="21792"/>
                </a:cubicBezTo>
                <a:cubicBezTo>
                  <a:pt x="16792" y="21836"/>
                  <a:pt x="16777" y="21895"/>
                  <a:pt x="16762" y="21924"/>
                </a:cubicBezTo>
                <a:cubicBezTo>
                  <a:pt x="16747" y="21895"/>
                  <a:pt x="16747" y="21865"/>
                  <a:pt x="16718" y="21836"/>
                </a:cubicBezTo>
                <a:cubicBezTo>
                  <a:pt x="16733" y="21792"/>
                  <a:pt x="16762" y="21747"/>
                  <a:pt x="16777" y="21703"/>
                </a:cubicBezTo>
                <a:close/>
                <a:moveTo>
                  <a:pt x="17351" y="21777"/>
                </a:moveTo>
                <a:cubicBezTo>
                  <a:pt x="17380" y="21821"/>
                  <a:pt x="17410" y="21880"/>
                  <a:pt x="17439" y="21909"/>
                </a:cubicBezTo>
                <a:cubicBezTo>
                  <a:pt x="17410" y="21939"/>
                  <a:pt x="17380" y="21998"/>
                  <a:pt x="17351" y="22042"/>
                </a:cubicBezTo>
                <a:cubicBezTo>
                  <a:pt x="17336" y="22057"/>
                  <a:pt x="17336" y="22071"/>
                  <a:pt x="17307" y="22086"/>
                </a:cubicBezTo>
                <a:cubicBezTo>
                  <a:pt x="17292" y="22057"/>
                  <a:pt x="17262" y="22012"/>
                  <a:pt x="17233" y="21968"/>
                </a:cubicBezTo>
                <a:cubicBezTo>
                  <a:pt x="17277" y="21895"/>
                  <a:pt x="17307" y="21836"/>
                  <a:pt x="17351" y="21777"/>
                </a:cubicBezTo>
                <a:close/>
                <a:moveTo>
                  <a:pt x="17086" y="21836"/>
                </a:moveTo>
                <a:cubicBezTo>
                  <a:pt x="17101" y="21880"/>
                  <a:pt x="17130" y="21909"/>
                  <a:pt x="17159" y="21954"/>
                </a:cubicBezTo>
                <a:cubicBezTo>
                  <a:pt x="17130" y="21998"/>
                  <a:pt x="17086" y="22057"/>
                  <a:pt x="17071" y="22115"/>
                </a:cubicBezTo>
                <a:cubicBezTo>
                  <a:pt x="17042" y="22071"/>
                  <a:pt x="17012" y="22042"/>
                  <a:pt x="16998" y="21998"/>
                </a:cubicBezTo>
                <a:cubicBezTo>
                  <a:pt x="17042" y="21954"/>
                  <a:pt x="17056" y="21895"/>
                  <a:pt x="17086" y="21836"/>
                </a:cubicBezTo>
                <a:close/>
                <a:moveTo>
                  <a:pt x="16512" y="22027"/>
                </a:moveTo>
                <a:cubicBezTo>
                  <a:pt x="16512" y="22042"/>
                  <a:pt x="16512" y="22057"/>
                  <a:pt x="16541" y="22071"/>
                </a:cubicBezTo>
                <a:cubicBezTo>
                  <a:pt x="16512" y="22101"/>
                  <a:pt x="16512" y="22130"/>
                  <a:pt x="16497" y="22145"/>
                </a:cubicBezTo>
                <a:lnTo>
                  <a:pt x="16497" y="22101"/>
                </a:lnTo>
                <a:cubicBezTo>
                  <a:pt x="16497" y="22071"/>
                  <a:pt x="16512" y="22042"/>
                  <a:pt x="16512" y="22027"/>
                </a:cubicBezTo>
                <a:close/>
                <a:moveTo>
                  <a:pt x="16674" y="21954"/>
                </a:moveTo>
                <a:cubicBezTo>
                  <a:pt x="16688" y="21983"/>
                  <a:pt x="16688" y="21998"/>
                  <a:pt x="16703" y="22042"/>
                </a:cubicBezTo>
                <a:lnTo>
                  <a:pt x="16644" y="22145"/>
                </a:lnTo>
                <a:cubicBezTo>
                  <a:pt x="16644" y="22115"/>
                  <a:pt x="16630" y="22086"/>
                  <a:pt x="16630" y="22057"/>
                </a:cubicBezTo>
                <a:cubicBezTo>
                  <a:pt x="16630" y="22042"/>
                  <a:pt x="16644" y="21983"/>
                  <a:pt x="16674" y="21954"/>
                </a:cubicBezTo>
                <a:close/>
                <a:moveTo>
                  <a:pt x="16850" y="21895"/>
                </a:moveTo>
                <a:cubicBezTo>
                  <a:pt x="16865" y="21909"/>
                  <a:pt x="16865" y="21924"/>
                  <a:pt x="16865" y="21954"/>
                </a:cubicBezTo>
                <a:cubicBezTo>
                  <a:pt x="16865" y="21968"/>
                  <a:pt x="16880" y="21983"/>
                  <a:pt x="16880" y="21998"/>
                </a:cubicBezTo>
                <a:cubicBezTo>
                  <a:pt x="16865" y="22057"/>
                  <a:pt x="16836" y="22101"/>
                  <a:pt x="16806" y="22145"/>
                </a:cubicBezTo>
                <a:cubicBezTo>
                  <a:pt x="16792" y="22115"/>
                  <a:pt x="16792" y="22071"/>
                  <a:pt x="16777" y="22042"/>
                </a:cubicBezTo>
                <a:cubicBezTo>
                  <a:pt x="16792" y="21983"/>
                  <a:pt x="16836" y="21954"/>
                  <a:pt x="16850" y="21895"/>
                </a:cubicBezTo>
                <a:close/>
                <a:moveTo>
                  <a:pt x="16453" y="22263"/>
                </a:moveTo>
                <a:lnTo>
                  <a:pt x="16453" y="22292"/>
                </a:lnTo>
                <a:cubicBezTo>
                  <a:pt x="16453" y="22307"/>
                  <a:pt x="16424" y="22336"/>
                  <a:pt x="16424" y="22336"/>
                </a:cubicBezTo>
                <a:lnTo>
                  <a:pt x="16424" y="22321"/>
                </a:lnTo>
                <a:cubicBezTo>
                  <a:pt x="16424" y="22292"/>
                  <a:pt x="16453" y="22277"/>
                  <a:pt x="16453" y="22263"/>
                </a:cubicBezTo>
                <a:close/>
                <a:moveTo>
                  <a:pt x="17204" y="22042"/>
                </a:moveTo>
                <a:cubicBezTo>
                  <a:pt x="17218" y="22071"/>
                  <a:pt x="17248" y="22115"/>
                  <a:pt x="17277" y="22160"/>
                </a:cubicBezTo>
                <a:lnTo>
                  <a:pt x="17159" y="22336"/>
                </a:lnTo>
                <a:cubicBezTo>
                  <a:pt x="17145" y="22292"/>
                  <a:pt x="17130" y="22263"/>
                  <a:pt x="17086" y="22204"/>
                </a:cubicBezTo>
                <a:lnTo>
                  <a:pt x="17204" y="22042"/>
                </a:lnTo>
                <a:close/>
                <a:moveTo>
                  <a:pt x="16556" y="22189"/>
                </a:moveTo>
                <a:cubicBezTo>
                  <a:pt x="16556" y="22204"/>
                  <a:pt x="16571" y="22248"/>
                  <a:pt x="16571" y="22263"/>
                </a:cubicBezTo>
                <a:lnTo>
                  <a:pt x="16538" y="22340"/>
                </a:lnTo>
                <a:cubicBezTo>
                  <a:pt x="16538" y="22329"/>
                  <a:pt x="16534" y="22314"/>
                  <a:pt x="16527" y="22292"/>
                </a:cubicBezTo>
                <a:cubicBezTo>
                  <a:pt x="16541" y="22263"/>
                  <a:pt x="16541" y="22218"/>
                  <a:pt x="16556" y="22189"/>
                </a:cubicBezTo>
                <a:close/>
                <a:moveTo>
                  <a:pt x="16718" y="22145"/>
                </a:moveTo>
                <a:cubicBezTo>
                  <a:pt x="16733" y="22160"/>
                  <a:pt x="16762" y="22204"/>
                  <a:pt x="16762" y="22218"/>
                </a:cubicBezTo>
                <a:lnTo>
                  <a:pt x="16762" y="22248"/>
                </a:lnTo>
                <a:cubicBezTo>
                  <a:pt x="16747" y="22277"/>
                  <a:pt x="16703" y="22336"/>
                  <a:pt x="16688" y="22366"/>
                </a:cubicBezTo>
                <a:cubicBezTo>
                  <a:pt x="16674" y="22336"/>
                  <a:pt x="16674" y="22292"/>
                  <a:pt x="16674" y="22277"/>
                </a:cubicBezTo>
                <a:cubicBezTo>
                  <a:pt x="16688" y="22248"/>
                  <a:pt x="16703" y="22189"/>
                  <a:pt x="16718" y="22145"/>
                </a:cubicBezTo>
                <a:close/>
                <a:moveTo>
                  <a:pt x="16968" y="22101"/>
                </a:moveTo>
                <a:cubicBezTo>
                  <a:pt x="16968" y="22130"/>
                  <a:pt x="16983" y="22160"/>
                  <a:pt x="16998" y="22204"/>
                </a:cubicBezTo>
                <a:cubicBezTo>
                  <a:pt x="16968" y="22263"/>
                  <a:pt x="16939" y="22321"/>
                  <a:pt x="16909" y="22366"/>
                </a:cubicBezTo>
                <a:cubicBezTo>
                  <a:pt x="16895" y="22336"/>
                  <a:pt x="16865" y="22292"/>
                  <a:pt x="16865" y="22263"/>
                </a:cubicBezTo>
                <a:cubicBezTo>
                  <a:pt x="16909" y="22204"/>
                  <a:pt x="16924" y="22145"/>
                  <a:pt x="16968" y="22101"/>
                </a:cubicBezTo>
                <a:close/>
                <a:moveTo>
                  <a:pt x="17042" y="22277"/>
                </a:moveTo>
                <a:cubicBezTo>
                  <a:pt x="17056" y="22321"/>
                  <a:pt x="17071" y="22351"/>
                  <a:pt x="17115" y="22395"/>
                </a:cubicBezTo>
                <a:lnTo>
                  <a:pt x="16998" y="22557"/>
                </a:lnTo>
                <a:lnTo>
                  <a:pt x="16939" y="22439"/>
                </a:lnTo>
                <a:cubicBezTo>
                  <a:pt x="16983" y="22395"/>
                  <a:pt x="17012" y="22336"/>
                  <a:pt x="17042" y="22277"/>
                </a:cubicBezTo>
                <a:close/>
                <a:moveTo>
                  <a:pt x="16482" y="22454"/>
                </a:moveTo>
                <a:cubicBezTo>
                  <a:pt x="16482" y="22483"/>
                  <a:pt x="16482" y="22498"/>
                  <a:pt x="16497" y="22513"/>
                </a:cubicBezTo>
                <a:cubicBezTo>
                  <a:pt x="16482" y="22527"/>
                  <a:pt x="16482" y="22572"/>
                  <a:pt x="16468" y="22586"/>
                </a:cubicBezTo>
                <a:cubicBezTo>
                  <a:pt x="16453" y="22572"/>
                  <a:pt x="16453" y="22557"/>
                  <a:pt x="16453" y="22527"/>
                </a:cubicBezTo>
                <a:cubicBezTo>
                  <a:pt x="16468" y="22513"/>
                  <a:pt x="16468" y="22483"/>
                  <a:pt x="16482" y="22454"/>
                </a:cubicBezTo>
                <a:close/>
                <a:moveTo>
                  <a:pt x="16792" y="22336"/>
                </a:moveTo>
                <a:cubicBezTo>
                  <a:pt x="16836" y="22366"/>
                  <a:pt x="16836" y="22410"/>
                  <a:pt x="16850" y="22439"/>
                </a:cubicBezTo>
                <a:cubicBezTo>
                  <a:pt x="16821" y="22498"/>
                  <a:pt x="16792" y="22527"/>
                  <a:pt x="16762" y="22586"/>
                </a:cubicBezTo>
                <a:cubicBezTo>
                  <a:pt x="16747" y="22557"/>
                  <a:pt x="16747" y="22513"/>
                  <a:pt x="16718" y="22483"/>
                </a:cubicBezTo>
                <a:cubicBezTo>
                  <a:pt x="16733" y="22424"/>
                  <a:pt x="16777" y="22395"/>
                  <a:pt x="16792" y="22336"/>
                </a:cubicBezTo>
                <a:close/>
                <a:moveTo>
                  <a:pt x="16615" y="22395"/>
                </a:moveTo>
                <a:cubicBezTo>
                  <a:pt x="16615" y="22424"/>
                  <a:pt x="16630" y="22439"/>
                  <a:pt x="16630" y="22483"/>
                </a:cubicBezTo>
                <a:cubicBezTo>
                  <a:pt x="16615" y="22513"/>
                  <a:pt x="16585" y="22557"/>
                  <a:pt x="16571" y="22616"/>
                </a:cubicBezTo>
                <a:cubicBezTo>
                  <a:pt x="16571" y="22572"/>
                  <a:pt x="16571" y="22527"/>
                  <a:pt x="16556" y="22513"/>
                </a:cubicBezTo>
                <a:cubicBezTo>
                  <a:pt x="16571" y="22483"/>
                  <a:pt x="16600" y="22439"/>
                  <a:pt x="16615" y="22395"/>
                </a:cubicBezTo>
                <a:close/>
                <a:moveTo>
                  <a:pt x="16365" y="22704"/>
                </a:moveTo>
                <a:lnTo>
                  <a:pt x="16365" y="22719"/>
                </a:lnTo>
                <a:cubicBezTo>
                  <a:pt x="16365" y="22733"/>
                  <a:pt x="16350" y="22748"/>
                  <a:pt x="16350" y="22778"/>
                </a:cubicBezTo>
                <a:lnTo>
                  <a:pt x="16350" y="22763"/>
                </a:lnTo>
                <a:cubicBezTo>
                  <a:pt x="16350" y="22733"/>
                  <a:pt x="16365" y="22719"/>
                  <a:pt x="16365" y="22704"/>
                </a:cubicBezTo>
                <a:close/>
                <a:moveTo>
                  <a:pt x="16497" y="22630"/>
                </a:moveTo>
                <a:cubicBezTo>
                  <a:pt x="16497" y="22645"/>
                  <a:pt x="16512" y="22689"/>
                  <a:pt x="16512" y="22704"/>
                </a:cubicBezTo>
                <a:lnTo>
                  <a:pt x="16468" y="22807"/>
                </a:lnTo>
                <a:lnTo>
                  <a:pt x="16468" y="22733"/>
                </a:lnTo>
                <a:cubicBezTo>
                  <a:pt x="16482" y="22704"/>
                  <a:pt x="16497" y="22660"/>
                  <a:pt x="16497" y="22630"/>
                </a:cubicBezTo>
                <a:close/>
                <a:moveTo>
                  <a:pt x="16688" y="22586"/>
                </a:moveTo>
                <a:cubicBezTo>
                  <a:pt x="16703" y="22630"/>
                  <a:pt x="16703" y="22660"/>
                  <a:pt x="16718" y="22689"/>
                </a:cubicBezTo>
                <a:cubicBezTo>
                  <a:pt x="16703" y="22719"/>
                  <a:pt x="16674" y="22778"/>
                  <a:pt x="16644" y="22807"/>
                </a:cubicBezTo>
                <a:cubicBezTo>
                  <a:pt x="16644" y="22792"/>
                  <a:pt x="16630" y="22748"/>
                  <a:pt x="16630" y="22733"/>
                </a:cubicBezTo>
                <a:cubicBezTo>
                  <a:pt x="16615" y="22733"/>
                  <a:pt x="16615" y="22733"/>
                  <a:pt x="16615" y="22719"/>
                </a:cubicBezTo>
                <a:cubicBezTo>
                  <a:pt x="16630" y="22689"/>
                  <a:pt x="16674" y="22630"/>
                  <a:pt x="16688" y="22586"/>
                </a:cubicBezTo>
                <a:close/>
                <a:moveTo>
                  <a:pt x="16895" y="22542"/>
                </a:moveTo>
                <a:lnTo>
                  <a:pt x="16939" y="22645"/>
                </a:lnTo>
                <a:lnTo>
                  <a:pt x="16836" y="22807"/>
                </a:lnTo>
                <a:cubicBezTo>
                  <a:pt x="16821" y="22778"/>
                  <a:pt x="16821" y="22733"/>
                  <a:pt x="16792" y="22704"/>
                </a:cubicBezTo>
                <a:cubicBezTo>
                  <a:pt x="16836" y="22645"/>
                  <a:pt x="16850" y="22586"/>
                  <a:pt x="16895" y="22542"/>
                </a:cubicBezTo>
                <a:close/>
                <a:moveTo>
                  <a:pt x="16409" y="22881"/>
                </a:moveTo>
                <a:lnTo>
                  <a:pt x="16409" y="22940"/>
                </a:lnTo>
                <a:cubicBezTo>
                  <a:pt x="16394" y="22984"/>
                  <a:pt x="16394" y="22998"/>
                  <a:pt x="16365" y="23028"/>
                </a:cubicBezTo>
                <a:lnTo>
                  <a:pt x="16365" y="22984"/>
                </a:lnTo>
                <a:cubicBezTo>
                  <a:pt x="16394" y="22940"/>
                  <a:pt x="16394" y="22925"/>
                  <a:pt x="16409" y="22881"/>
                </a:cubicBezTo>
                <a:close/>
                <a:moveTo>
                  <a:pt x="16762" y="22778"/>
                </a:moveTo>
                <a:cubicBezTo>
                  <a:pt x="16762" y="22836"/>
                  <a:pt x="16777" y="22851"/>
                  <a:pt x="16792" y="22881"/>
                </a:cubicBezTo>
                <a:cubicBezTo>
                  <a:pt x="16762" y="22940"/>
                  <a:pt x="16747" y="22984"/>
                  <a:pt x="16703" y="23028"/>
                </a:cubicBezTo>
                <a:cubicBezTo>
                  <a:pt x="16688" y="22998"/>
                  <a:pt x="16688" y="22954"/>
                  <a:pt x="16674" y="22925"/>
                </a:cubicBezTo>
                <a:cubicBezTo>
                  <a:pt x="16703" y="22866"/>
                  <a:pt x="16718" y="22836"/>
                  <a:pt x="16762" y="22778"/>
                </a:cubicBezTo>
                <a:close/>
                <a:moveTo>
                  <a:pt x="16556" y="22836"/>
                </a:moveTo>
                <a:cubicBezTo>
                  <a:pt x="16556" y="22866"/>
                  <a:pt x="16571" y="22881"/>
                  <a:pt x="16571" y="22925"/>
                </a:cubicBezTo>
                <a:cubicBezTo>
                  <a:pt x="16556" y="22954"/>
                  <a:pt x="16512" y="22998"/>
                  <a:pt x="16497" y="23057"/>
                </a:cubicBezTo>
                <a:lnTo>
                  <a:pt x="16497" y="23013"/>
                </a:lnTo>
                <a:lnTo>
                  <a:pt x="16497" y="22954"/>
                </a:lnTo>
                <a:cubicBezTo>
                  <a:pt x="16512" y="22925"/>
                  <a:pt x="16541" y="22881"/>
                  <a:pt x="16556" y="22836"/>
                </a:cubicBezTo>
                <a:close/>
                <a:moveTo>
                  <a:pt x="16291" y="23146"/>
                </a:moveTo>
                <a:lnTo>
                  <a:pt x="16291" y="23160"/>
                </a:lnTo>
                <a:cubicBezTo>
                  <a:pt x="16291" y="23175"/>
                  <a:pt x="16276" y="23190"/>
                  <a:pt x="16276" y="23219"/>
                </a:cubicBezTo>
                <a:lnTo>
                  <a:pt x="16276" y="23204"/>
                </a:lnTo>
                <a:cubicBezTo>
                  <a:pt x="16276" y="23175"/>
                  <a:pt x="16291" y="23160"/>
                  <a:pt x="16291" y="23146"/>
                </a:cubicBezTo>
                <a:close/>
                <a:moveTo>
                  <a:pt x="16615" y="23057"/>
                </a:moveTo>
                <a:cubicBezTo>
                  <a:pt x="16630" y="23087"/>
                  <a:pt x="16630" y="23131"/>
                  <a:pt x="16644" y="23146"/>
                </a:cubicBezTo>
                <a:cubicBezTo>
                  <a:pt x="16615" y="23175"/>
                  <a:pt x="16600" y="23234"/>
                  <a:pt x="16556" y="23263"/>
                </a:cubicBezTo>
                <a:cubicBezTo>
                  <a:pt x="16541" y="23234"/>
                  <a:pt x="16541" y="23204"/>
                  <a:pt x="16541" y="23175"/>
                </a:cubicBezTo>
                <a:cubicBezTo>
                  <a:pt x="16556" y="23116"/>
                  <a:pt x="16600" y="23087"/>
                  <a:pt x="16615" y="23057"/>
                </a:cubicBezTo>
                <a:close/>
                <a:moveTo>
                  <a:pt x="16424" y="23087"/>
                </a:moveTo>
                <a:cubicBezTo>
                  <a:pt x="16424" y="23101"/>
                  <a:pt x="16424" y="23146"/>
                  <a:pt x="16438" y="23160"/>
                </a:cubicBezTo>
                <a:lnTo>
                  <a:pt x="16394" y="23278"/>
                </a:lnTo>
                <a:cubicBezTo>
                  <a:pt x="16394" y="23234"/>
                  <a:pt x="16394" y="23219"/>
                  <a:pt x="16365" y="23204"/>
                </a:cubicBezTo>
                <a:lnTo>
                  <a:pt x="16424" y="23087"/>
                </a:lnTo>
                <a:close/>
                <a:moveTo>
                  <a:pt x="16321" y="23322"/>
                </a:moveTo>
                <a:lnTo>
                  <a:pt x="16321" y="23381"/>
                </a:lnTo>
                <a:cubicBezTo>
                  <a:pt x="16306" y="23425"/>
                  <a:pt x="16276" y="23440"/>
                  <a:pt x="16276" y="23469"/>
                </a:cubicBezTo>
                <a:lnTo>
                  <a:pt x="16276" y="23425"/>
                </a:lnTo>
                <a:cubicBezTo>
                  <a:pt x="16291" y="23381"/>
                  <a:pt x="16291" y="23366"/>
                  <a:pt x="16321" y="23322"/>
                </a:cubicBezTo>
                <a:close/>
                <a:moveTo>
                  <a:pt x="16482" y="23278"/>
                </a:moveTo>
                <a:cubicBezTo>
                  <a:pt x="16482" y="23307"/>
                  <a:pt x="16497" y="23322"/>
                  <a:pt x="16497" y="23366"/>
                </a:cubicBezTo>
                <a:cubicBezTo>
                  <a:pt x="16482" y="23396"/>
                  <a:pt x="16453" y="23440"/>
                  <a:pt x="16424" y="23499"/>
                </a:cubicBezTo>
                <a:cubicBezTo>
                  <a:pt x="16409" y="23455"/>
                  <a:pt x="16409" y="23440"/>
                  <a:pt x="16409" y="23396"/>
                </a:cubicBezTo>
                <a:cubicBezTo>
                  <a:pt x="16424" y="23366"/>
                  <a:pt x="16453" y="23322"/>
                  <a:pt x="16482" y="23278"/>
                </a:cubicBezTo>
                <a:close/>
                <a:moveTo>
                  <a:pt x="16188" y="23587"/>
                </a:moveTo>
                <a:lnTo>
                  <a:pt x="16188" y="23602"/>
                </a:lnTo>
                <a:cubicBezTo>
                  <a:pt x="16188" y="23616"/>
                  <a:pt x="16173" y="23631"/>
                  <a:pt x="16173" y="23661"/>
                </a:cubicBezTo>
                <a:lnTo>
                  <a:pt x="16173" y="23631"/>
                </a:lnTo>
                <a:cubicBezTo>
                  <a:pt x="16173" y="23616"/>
                  <a:pt x="16188" y="23602"/>
                  <a:pt x="16188" y="23587"/>
                </a:cubicBezTo>
                <a:close/>
                <a:moveTo>
                  <a:pt x="16335" y="23528"/>
                </a:moveTo>
                <a:cubicBezTo>
                  <a:pt x="16335" y="23543"/>
                  <a:pt x="16335" y="23587"/>
                  <a:pt x="16350" y="23602"/>
                </a:cubicBezTo>
                <a:lnTo>
                  <a:pt x="16291" y="23719"/>
                </a:lnTo>
                <a:cubicBezTo>
                  <a:pt x="16276" y="23675"/>
                  <a:pt x="16276" y="23661"/>
                  <a:pt x="16276" y="23631"/>
                </a:cubicBezTo>
                <a:lnTo>
                  <a:pt x="16335" y="23528"/>
                </a:lnTo>
                <a:close/>
                <a:moveTo>
                  <a:pt x="16203" y="23764"/>
                </a:moveTo>
                <a:lnTo>
                  <a:pt x="16203" y="23822"/>
                </a:lnTo>
                <a:cubicBezTo>
                  <a:pt x="16193" y="23832"/>
                  <a:pt x="16183" y="23855"/>
                  <a:pt x="16173" y="23874"/>
                </a:cubicBezTo>
                <a:lnTo>
                  <a:pt x="16173" y="23874"/>
                </a:lnTo>
                <a:cubicBezTo>
                  <a:pt x="16173" y="23871"/>
                  <a:pt x="16173" y="23869"/>
                  <a:pt x="16173" y="23867"/>
                </a:cubicBezTo>
                <a:cubicBezTo>
                  <a:pt x="16188" y="23822"/>
                  <a:pt x="16203" y="23808"/>
                  <a:pt x="16203" y="23764"/>
                </a:cubicBezTo>
                <a:close/>
                <a:moveTo>
                  <a:pt x="16085" y="24043"/>
                </a:moveTo>
                <a:lnTo>
                  <a:pt x="16085" y="24058"/>
                </a:lnTo>
                <a:cubicBezTo>
                  <a:pt x="16085" y="24087"/>
                  <a:pt x="16056" y="24102"/>
                  <a:pt x="16056" y="24102"/>
                </a:cubicBezTo>
                <a:cubicBezTo>
                  <a:pt x="16056" y="24087"/>
                  <a:pt x="16085" y="24058"/>
                  <a:pt x="16085" y="24043"/>
                </a:cubicBezTo>
                <a:close/>
                <a:moveTo>
                  <a:pt x="18528" y="20364"/>
                </a:moveTo>
                <a:cubicBezTo>
                  <a:pt x="19705" y="21144"/>
                  <a:pt x="21103" y="21556"/>
                  <a:pt x="22457" y="21983"/>
                </a:cubicBezTo>
                <a:cubicBezTo>
                  <a:pt x="24194" y="22498"/>
                  <a:pt x="25975" y="23057"/>
                  <a:pt x="27270" y="24279"/>
                </a:cubicBezTo>
                <a:cubicBezTo>
                  <a:pt x="28962" y="25897"/>
                  <a:pt x="29580" y="28694"/>
                  <a:pt x="28933" y="31740"/>
                </a:cubicBezTo>
                <a:cubicBezTo>
                  <a:pt x="28918" y="31843"/>
                  <a:pt x="28888" y="31975"/>
                  <a:pt x="28844" y="32078"/>
                </a:cubicBezTo>
                <a:cubicBezTo>
                  <a:pt x="29271" y="29062"/>
                  <a:pt x="28535" y="26383"/>
                  <a:pt x="26828" y="24705"/>
                </a:cubicBezTo>
                <a:cubicBezTo>
                  <a:pt x="25548" y="23455"/>
                  <a:pt x="23841" y="22866"/>
                  <a:pt x="22192" y="22292"/>
                </a:cubicBezTo>
                <a:cubicBezTo>
                  <a:pt x="20868" y="21836"/>
                  <a:pt x="19499" y="21380"/>
                  <a:pt x="18396" y="20570"/>
                </a:cubicBezTo>
                <a:cubicBezTo>
                  <a:pt x="18440" y="20497"/>
                  <a:pt x="18484" y="20423"/>
                  <a:pt x="18528" y="20364"/>
                </a:cubicBezTo>
                <a:close/>
                <a:moveTo>
                  <a:pt x="18351" y="20644"/>
                </a:moveTo>
                <a:cubicBezTo>
                  <a:pt x="19485" y="21453"/>
                  <a:pt x="20839" y="21924"/>
                  <a:pt x="22163" y="22395"/>
                </a:cubicBezTo>
                <a:cubicBezTo>
                  <a:pt x="23811" y="22954"/>
                  <a:pt x="25518" y="23543"/>
                  <a:pt x="26769" y="24779"/>
                </a:cubicBezTo>
                <a:cubicBezTo>
                  <a:pt x="28491" y="26471"/>
                  <a:pt x="29212" y="29194"/>
                  <a:pt x="28756" y="32226"/>
                </a:cubicBezTo>
                <a:cubicBezTo>
                  <a:pt x="28712" y="32402"/>
                  <a:pt x="28697" y="32579"/>
                  <a:pt x="28638" y="32770"/>
                </a:cubicBezTo>
                <a:lnTo>
                  <a:pt x="28638" y="32711"/>
                </a:lnTo>
                <a:cubicBezTo>
                  <a:pt x="28815" y="30945"/>
                  <a:pt x="28741" y="27619"/>
                  <a:pt x="26298" y="25206"/>
                </a:cubicBezTo>
                <a:cubicBezTo>
                  <a:pt x="25077" y="23970"/>
                  <a:pt x="23458" y="23322"/>
                  <a:pt x="21883" y="22719"/>
                </a:cubicBezTo>
                <a:cubicBezTo>
                  <a:pt x="20544" y="22189"/>
                  <a:pt x="19264" y="21689"/>
                  <a:pt x="18234" y="20850"/>
                </a:cubicBezTo>
                <a:cubicBezTo>
                  <a:pt x="18263" y="20776"/>
                  <a:pt x="18322" y="20688"/>
                  <a:pt x="18351" y="20644"/>
                </a:cubicBezTo>
                <a:close/>
                <a:moveTo>
                  <a:pt x="18160" y="20923"/>
                </a:moveTo>
                <a:cubicBezTo>
                  <a:pt x="19205" y="21762"/>
                  <a:pt x="20485" y="22277"/>
                  <a:pt x="21839" y="22792"/>
                </a:cubicBezTo>
                <a:cubicBezTo>
                  <a:pt x="23399" y="23396"/>
                  <a:pt x="25003" y="24043"/>
                  <a:pt x="26225" y="25265"/>
                </a:cubicBezTo>
                <a:cubicBezTo>
                  <a:pt x="28624" y="27649"/>
                  <a:pt x="28697" y="30945"/>
                  <a:pt x="28535" y="32711"/>
                </a:cubicBezTo>
                <a:cubicBezTo>
                  <a:pt x="28550" y="32844"/>
                  <a:pt x="28535" y="32991"/>
                  <a:pt x="28506" y="33138"/>
                </a:cubicBezTo>
                <a:cubicBezTo>
                  <a:pt x="28491" y="33182"/>
                  <a:pt x="28476" y="33226"/>
                  <a:pt x="28462" y="33285"/>
                </a:cubicBezTo>
                <a:lnTo>
                  <a:pt x="28462" y="33182"/>
                </a:lnTo>
                <a:cubicBezTo>
                  <a:pt x="28565" y="30195"/>
                  <a:pt x="27638" y="27546"/>
                  <a:pt x="25813" y="25706"/>
                </a:cubicBezTo>
                <a:cubicBezTo>
                  <a:pt x="24606" y="24485"/>
                  <a:pt x="23090" y="23808"/>
                  <a:pt x="21589" y="23160"/>
                </a:cubicBezTo>
                <a:cubicBezTo>
                  <a:pt x="20294" y="22572"/>
                  <a:pt x="19043" y="22027"/>
                  <a:pt x="18028" y="21115"/>
                </a:cubicBezTo>
                <a:cubicBezTo>
                  <a:pt x="18057" y="21041"/>
                  <a:pt x="18116" y="20997"/>
                  <a:pt x="18160" y="20923"/>
                </a:cubicBezTo>
                <a:close/>
                <a:moveTo>
                  <a:pt x="18028" y="21174"/>
                </a:moveTo>
                <a:cubicBezTo>
                  <a:pt x="19043" y="22071"/>
                  <a:pt x="20294" y="22630"/>
                  <a:pt x="21604" y="23219"/>
                </a:cubicBezTo>
                <a:cubicBezTo>
                  <a:pt x="23075" y="23867"/>
                  <a:pt x="24591" y="24544"/>
                  <a:pt x="25769" y="25750"/>
                </a:cubicBezTo>
                <a:cubicBezTo>
                  <a:pt x="27579" y="27575"/>
                  <a:pt x="28521" y="30224"/>
                  <a:pt x="28388" y="33182"/>
                </a:cubicBezTo>
                <a:cubicBezTo>
                  <a:pt x="28388" y="33300"/>
                  <a:pt x="28373" y="33403"/>
                  <a:pt x="28373" y="33521"/>
                </a:cubicBezTo>
                <a:cubicBezTo>
                  <a:pt x="28344" y="33594"/>
                  <a:pt x="28315" y="33653"/>
                  <a:pt x="28285" y="33727"/>
                </a:cubicBezTo>
                <a:lnTo>
                  <a:pt x="28285" y="33653"/>
                </a:lnTo>
                <a:cubicBezTo>
                  <a:pt x="28256" y="30739"/>
                  <a:pt x="27211" y="28090"/>
                  <a:pt x="25327" y="26177"/>
                </a:cubicBezTo>
                <a:cubicBezTo>
                  <a:pt x="24179" y="24985"/>
                  <a:pt x="22737" y="24279"/>
                  <a:pt x="21354" y="23587"/>
                </a:cubicBezTo>
                <a:cubicBezTo>
                  <a:pt x="20073" y="22940"/>
                  <a:pt x="18837" y="22336"/>
                  <a:pt x="17895" y="21380"/>
                </a:cubicBezTo>
                <a:cubicBezTo>
                  <a:pt x="17939" y="21306"/>
                  <a:pt x="17998" y="21247"/>
                  <a:pt x="18028" y="21174"/>
                </a:cubicBezTo>
                <a:close/>
                <a:moveTo>
                  <a:pt x="28344" y="33815"/>
                </a:moveTo>
                <a:cubicBezTo>
                  <a:pt x="28329" y="33844"/>
                  <a:pt x="28329" y="33889"/>
                  <a:pt x="28329" y="33918"/>
                </a:cubicBezTo>
                <a:cubicBezTo>
                  <a:pt x="28315" y="33962"/>
                  <a:pt x="28285" y="34021"/>
                  <a:pt x="28285" y="34050"/>
                </a:cubicBezTo>
                <a:lnTo>
                  <a:pt x="28285" y="33947"/>
                </a:lnTo>
                <a:cubicBezTo>
                  <a:pt x="28314" y="33903"/>
                  <a:pt x="28329" y="33844"/>
                  <a:pt x="28344" y="33815"/>
                </a:cubicBezTo>
                <a:close/>
                <a:moveTo>
                  <a:pt x="17866" y="21453"/>
                </a:moveTo>
                <a:cubicBezTo>
                  <a:pt x="18822" y="22410"/>
                  <a:pt x="20059" y="23013"/>
                  <a:pt x="21339" y="23661"/>
                </a:cubicBezTo>
                <a:cubicBezTo>
                  <a:pt x="22722" y="24338"/>
                  <a:pt x="24135" y="25059"/>
                  <a:pt x="25298" y="26236"/>
                </a:cubicBezTo>
                <a:cubicBezTo>
                  <a:pt x="27152" y="28134"/>
                  <a:pt x="28182" y="30754"/>
                  <a:pt x="28241" y="33653"/>
                </a:cubicBezTo>
                <a:cubicBezTo>
                  <a:pt x="28197" y="33741"/>
                  <a:pt x="28197" y="33830"/>
                  <a:pt x="28197" y="33918"/>
                </a:cubicBezTo>
                <a:cubicBezTo>
                  <a:pt x="28167" y="33992"/>
                  <a:pt x="28123" y="34095"/>
                  <a:pt x="28108" y="34168"/>
                </a:cubicBezTo>
                <a:lnTo>
                  <a:pt x="28108" y="34124"/>
                </a:lnTo>
                <a:cubicBezTo>
                  <a:pt x="27932" y="31269"/>
                  <a:pt x="26784" y="28694"/>
                  <a:pt x="24841" y="26677"/>
                </a:cubicBezTo>
                <a:cubicBezTo>
                  <a:pt x="23738" y="25515"/>
                  <a:pt x="22384" y="24779"/>
                  <a:pt x="21118" y="24058"/>
                </a:cubicBezTo>
                <a:cubicBezTo>
                  <a:pt x="19853" y="23352"/>
                  <a:pt x="18631" y="22660"/>
                  <a:pt x="17733" y="21659"/>
                </a:cubicBezTo>
                <a:cubicBezTo>
                  <a:pt x="17778" y="21586"/>
                  <a:pt x="17822" y="21527"/>
                  <a:pt x="17866" y="21453"/>
                </a:cubicBezTo>
                <a:close/>
                <a:moveTo>
                  <a:pt x="28197" y="34168"/>
                </a:moveTo>
                <a:lnTo>
                  <a:pt x="28197" y="34168"/>
                </a:lnTo>
                <a:cubicBezTo>
                  <a:pt x="28197" y="34212"/>
                  <a:pt x="28182" y="34271"/>
                  <a:pt x="28182" y="34345"/>
                </a:cubicBezTo>
                <a:cubicBezTo>
                  <a:pt x="28167" y="34404"/>
                  <a:pt x="28138" y="34477"/>
                  <a:pt x="28108" y="34536"/>
                </a:cubicBezTo>
                <a:lnTo>
                  <a:pt x="28108" y="34359"/>
                </a:lnTo>
                <a:cubicBezTo>
                  <a:pt x="28123" y="34315"/>
                  <a:pt x="28138" y="34256"/>
                  <a:pt x="28182" y="34198"/>
                </a:cubicBezTo>
                <a:cubicBezTo>
                  <a:pt x="28182" y="34183"/>
                  <a:pt x="28197" y="34183"/>
                  <a:pt x="28197" y="34168"/>
                </a:cubicBezTo>
                <a:close/>
                <a:moveTo>
                  <a:pt x="17660" y="21703"/>
                </a:moveTo>
                <a:cubicBezTo>
                  <a:pt x="18557" y="22733"/>
                  <a:pt x="19779" y="23425"/>
                  <a:pt x="21059" y="24117"/>
                </a:cubicBezTo>
                <a:cubicBezTo>
                  <a:pt x="22354" y="24838"/>
                  <a:pt x="23664" y="25574"/>
                  <a:pt x="24768" y="26707"/>
                </a:cubicBezTo>
                <a:cubicBezTo>
                  <a:pt x="26696" y="28723"/>
                  <a:pt x="27829" y="31269"/>
                  <a:pt x="28020" y="34109"/>
                </a:cubicBezTo>
                <a:cubicBezTo>
                  <a:pt x="28020" y="34183"/>
                  <a:pt x="28020" y="34256"/>
                  <a:pt x="28035" y="34330"/>
                </a:cubicBezTo>
                <a:lnTo>
                  <a:pt x="27932" y="34610"/>
                </a:lnTo>
                <a:lnTo>
                  <a:pt x="27932" y="34580"/>
                </a:lnTo>
                <a:cubicBezTo>
                  <a:pt x="27593" y="31858"/>
                  <a:pt x="26357" y="29282"/>
                  <a:pt x="24326" y="27148"/>
                </a:cubicBezTo>
                <a:cubicBezTo>
                  <a:pt x="23267" y="26045"/>
                  <a:pt x="22031" y="25279"/>
                  <a:pt x="20868" y="24544"/>
                </a:cubicBezTo>
                <a:cubicBezTo>
                  <a:pt x="19588" y="23749"/>
                  <a:pt x="18381" y="22998"/>
                  <a:pt x="17527" y="21895"/>
                </a:cubicBezTo>
                <a:cubicBezTo>
                  <a:pt x="17571" y="21836"/>
                  <a:pt x="17630" y="21762"/>
                  <a:pt x="17660" y="21703"/>
                </a:cubicBezTo>
                <a:close/>
                <a:moveTo>
                  <a:pt x="28138" y="34654"/>
                </a:moveTo>
                <a:cubicBezTo>
                  <a:pt x="28167" y="34698"/>
                  <a:pt x="28167" y="34713"/>
                  <a:pt x="28138" y="34757"/>
                </a:cubicBezTo>
                <a:cubicBezTo>
                  <a:pt x="28123" y="34786"/>
                  <a:pt x="28123" y="34830"/>
                  <a:pt x="28108" y="34860"/>
                </a:cubicBezTo>
                <a:lnTo>
                  <a:pt x="28108" y="34771"/>
                </a:lnTo>
                <a:cubicBezTo>
                  <a:pt x="28123" y="34727"/>
                  <a:pt x="28123" y="34698"/>
                  <a:pt x="28138" y="34654"/>
                </a:cubicBezTo>
                <a:close/>
                <a:moveTo>
                  <a:pt x="28035" y="34551"/>
                </a:moveTo>
                <a:lnTo>
                  <a:pt x="28035" y="34757"/>
                </a:lnTo>
                <a:cubicBezTo>
                  <a:pt x="28020" y="34830"/>
                  <a:pt x="27976" y="34904"/>
                  <a:pt x="27961" y="34978"/>
                </a:cubicBezTo>
                <a:lnTo>
                  <a:pt x="27961" y="34992"/>
                </a:lnTo>
                <a:cubicBezTo>
                  <a:pt x="27961" y="34919"/>
                  <a:pt x="27947" y="34860"/>
                  <a:pt x="27947" y="34786"/>
                </a:cubicBezTo>
                <a:cubicBezTo>
                  <a:pt x="27976" y="34698"/>
                  <a:pt x="28020" y="34624"/>
                  <a:pt x="28035" y="34551"/>
                </a:cubicBezTo>
                <a:close/>
                <a:moveTo>
                  <a:pt x="17498" y="21968"/>
                </a:moveTo>
                <a:cubicBezTo>
                  <a:pt x="18351" y="23072"/>
                  <a:pt x="19558" y="23822"/>
                  <a:pt x="20824" y="24617"/>
                </a:cubicBezTo>
                <a:cubicBezTo>
                  <a:pt x="22001" y="25353"/>
                  <a:pt x="23208" y="26104"/>
                  <a:pt x="24267" y="27207"/>
                </a:cubicBezTo>
                <a:cubicBezTo>
                  <a:pt x="26284" y="29326"/>
                  <a:pt x="27520" y="31887"/>
                  <a:pt x="27829" y="34610"/>
                </a:cubicBezTo>
                <a:cubicBezTo>
                  <a:pt x="27829" y="34654"/>
                  <a:pt x="27844" y="34713"/>
                  <a:pt x="27844" y="34771"/>
                </a:cubicBezTo>
                <a:cubicBezTo>
                  <a:pt x="27814" y="34860"/>
                  <a:pt x="27770" y="34978"/>
                  <a:pt x="27741" y="35066"/>
                </a:cubicBezTo>
                <a:lnTo>
                  <a:pt x="27741" y="35051"/>
                </a:lnTo>
                <a:cubicBezTo>
                  <a:pt x="27299" y="32432"/>
                  <a:pt x="25989" y="29945"/>
                  <a:pt x="23826" y="27649"/>
                </a:cubicBezTo>
                <a:cubicBezTo>
                  <a:pt x="22825" y="26604"/>
                  <a:pt x="21722" y="25824"/>
                  <a:pt x="20662" y="25073"/>
                </a:cubicBezTo>
                <a:cubicBezTo>
                  <a:pt x="19382" y="24190"/>
                  <a:pt x="18175" y="23352"/>
                  <a:pt x="17365" y="22145"/>
                </a:cubicBezTo>
                <a:cubicBezTo>
                  <a:pt x="17380" y="22130"/>
                  <a:pt x="17395" y="22086"/>
                  <a:pt x="17424" y="22071"/>
                </a:cubicBezTo>
                <a:cubicBezTo>
                  <a:pt x="17439" y="22042"/>
                  <a:pt x="17468" y="21998"/>
                  <a:pt x="17498" y="21968"/>
                </a:cubicBezTo>
                <a:close/>
                <a:moveTo>
                  <a:pt x="28050" y="35022"/>
                </a:moveTo>
                <a:cubicBezTo>
                  <a:pt x="28035" y="35066"/>
                  <a:pt x="28035" y="35125"/>
                  <a:pt x="28035" y="35169"/>
                </a:cubicBezTo>
                <a:cubicBezTo>
                  <a:pt x="28020" y="35228"/>
                  <a:pt x="28005" y="35301"/>
                  <a:pt x="27976" y="35360"/>
                </a:cubicBezTo>
                <a:lnTo>
                  <a:pt x="27976" y="35213"/>
                </a:lnTo>
                <a:cubicBezTo>
                  <a:pt x="28005" y="35154"/>
                  <a:pt x="28020" y="35081"/>
                  <a:pt x="28050" y="35022"/>
                </a:cubicBezTo>
                <a:close/>
                <a:moveTo>
                  <a:pt x="27873" y="34948"/>
                </a:moveTo>
                <a:cubicBezTo>
                  <a:pt x="27873" y="35022"/>
                  <a:pt x="27888" y="35095"/>
                  <a:pt x="27888" y="35169"/>
                </a:cubicBezTo>
                <a:cubicBezTo>
                  <a:pt x="27858" y="35287"/>
                  <a:pt x="27829" y="35375"/>
                  <a:pt x="27799" y="35448"/>
                </a:cubicBezTo>
                <a:cubicBezTo>
                  <a:pt x="27799" y="35375"/>
                  <a:pt x="27785" y="35301"/>
                  <a:pt x="27755" y="35242"/>
                </a:cubicBezTo>
                <a:cubicBezTo>
                  <a:pt x="27799" y="35154"/>
                  <a:pt x="27829" y="35051"/>
                  <a:pt x="27873" y="34948"/>
                </a:cubicBezTo>
                <a:close/>
                <a:moveTo>
                  <a:pt x="17307" y="22218"/>
                </a:moveTo>
                <a:cubicBezTo>
                  <a:pt x="18116" y="23425"/>
                  <a:pt x="19337" y="24264"/>
                  <a:pt x="20603" y="25147"/>
                </a:cubicBezTo>
                <a:cubicBezTo>
                  <a:pt x="21677" y="25883"/>
                  <a:pt x="22781" y="26663"/>
                  <a:pt x="23767" y="27708"/>
                </a:cubicBezTo>
                <a:cubicBezTo>
                  <a:pt x="25916" y="29989"/>
                  <a:pt x="27225" y="32476"/>
                  <a:pt x="27652" y="35081"/>
                </a:cubicBezTo>
                <a:cubicBezTo>
                  <a:pt x="27652" y="35139"/>
                  <a:pt x="27667" y="35198"/>
                  <a:pt x="27667" y="35228"/>
                </a:cubicBezTo>
                <a:cubicBezTo>
                  <a:pt x="27638" y="35360"/>
                  <a:pt x="27593" y="35463"/>
                  <a:pt x="27564" y="35581"/>
                </a:cubicBezTo>
                <a:lnTo>
                  <a:pt x="27564" y="35537"/>
                </a:lnTo>
                <a:cubicBezTo>
                  <a:pt x="27019" y="33035"/>
                  <a:pt x="25651" y="30636"/>
                  <a:pt x="23326" y="28149"/>
                </a:cubicBezTo>
                <a:cubicBezTo>
                  <a:pt x="22428" y="27163"/>
                  <a:pt x="21427" y="26398"/>
                  <a:pt x="20471" y="25662"/>
                </a:cubicBezTo>
                <a:cubicBezTo>
                  <a:pt x="19190" y="24676"/>
                  <a:pt x="17954" y="23719"/>
                  <a:pt x="17204" y="22410"/>
                </a:cubicBezTo>
                <a:cubicBezTo>
                  <a:pt x="17233" y="22351"/>
                  <a:pt x="17277" y="22292"/>
                  <a:pt x="17307" y="22218"/>
                </a:cubicBezTo>
                <a:close/>
                <a:moveTo>
                  <a:pt x="28020" y="35508"/>
                </a:moveTo>
                <a:lnTo>
                  <a:pt x="28020" y="35508"/>
                </a:lnTo>
                <a:cubicBezTo>
                  <a:pt x="28005" y="35537"/>
                  <a:pt x="28005" y="35566"/>
                  <a:pt x="28005" y="35581"/>
                </a:cubicBezTo>
                <a:cubicBezTo>
                  <a:pt x="28005" y="35610"/>
                  <a:pt x="27976" y="35640"/>
                  <a:pt x="27976" y="35669"/>
                </a:cubicBezTo>
                <a:lnTo>
                  <a:pt x="27976" y="35596"/>
                </a:lnTo>
                <a:cubicBezTo>
                  <a:pt x="28005" y="35566"/>
                  <a:pt x="28005" y="35537"/>
                  <a:pt x="28020" y="35508"/>
                </a:cubicBezTo>
                <a:close/>
                <a:moveTo>
                  <a:pt x="27902" y="35390"/>
                </a:moveTo>
                <a:cubicBezTo>
                  <a:pt x="27888" y="35463"/>
                  <a:pt x="27902" y="35537"/>
                  <a:pt x="27902" y="35596"/>
                </a:cubicBezTo>
                <a:cubicBezTo>
                  <a:pt x="27888" y="35669"/>
                  <a:pt x="27858" y="35743"/>
                  <a:pt x="27829" y="35816"/>
                </a:cubicBezTo>
                <a:cubicBezTo>
                  <a:pt x="27829" y="35757"/>
                  <a:pt x="27814" y="35684"/>
                  <a:pt x="27814" y="35625"/>
                </a:cubicBezTo>
                <a:cubicBezTo>
                  <a:pt x="27858" y="35551"/>
                  <a:pt x="27873" y="35463"/>
                  <a:pt x="27902" y="35390"/>
                </a:cubicBezTo>
                <a:close/>
                <a:moveTo>
                  <a:pt x="27711" y="35419"/>
                </a:moveTo>
                <a:cubicBezTo>
                  <a:pt x="27726" y="35493"/>
                  <a:pt x="27726" y="35566"/>
                  <a:pt x="27726" y="35654"/>
                </a:cubicBezTo>
                <a:cubicBezTo>
                  <a:pt x="27682" y="35743"/>
                  <a:pt x="27652" y="35860"/>
                  <a:pt x="27608" y="35949"/>
                </a:cubicBezTo>
                <a:cubicBezTo>
                  <a:pt x="27593" y="35875"/>
                  <a:pt x="27593" y="35816"/>
                  <a:pt x="27579" y="35743"/>
                </a:cubicBezTo>
                <a:cubicBezTo>
                  <a:pt x="27638" y="35640"/>
                  <a:pt x="27667" y="35522"/>
                  <a:pt x="27711" y="35419"/>
                </a:cubicBezTo>
                <a:close/>
                <a:moveTo>
                  <a:pt x="17145" y="22483"/>
                </a:moveTo>
                <a:cubicBezTo>
                  <a:pt x="17925" y="23793"/>
                  <a:pt x="19131" y="24720"/>
                  <a:pt x="20412" y="25721"/>
                </a:cubicBezTo>
                <a:cubicBezTo>
                  <a:pt x="21383" y="26457"/>
                  <a:pt x="22369" y="27222"/>
                  <a:pt x="23267" y="28179"/>
                </a:cubicBezTo>
                <a:cubicBezTo>
                  <a:pt x="25563" y="30666"/>
                  <a:pt x="26946" y="33064"/>
                  <a:pt x="27490" y="35537"/>
                </a:cubicBezTo>
                <a:cubicBezTo>
                  <a:pt x="27505" y="35596"/>
                  <a:pt x="27505" y="35654"/>
                  <a:pt x="27520" y="35713"/>
                </a:cubicBezTo>
                <a:cubicBezTo>
                  <a:pt x="27490" y="35802"/>
                  <a:pt x="27461" y="35875"/>
                  <a:pt x="27446" y="35949"/>
                </a:cubicBezTo>
                <a:cubicBezTo>
                  <a:pt x="27432" y="36008"/>
                  <a:pt x="27402" y="36052"/>
                  <a:pt x="27387" y="36096"/>
                </a:cubicBezTo>
                <a:cubicBezTo>
                  <a:pt x="27387" y="36052"/>
                  <a:pt x="27373" y="36037"/>
                  <a:pt x="27373" y="36008"/>
                </a:cubicBezTo>
                <a:cubicBezTo>
                  <a:pt x="26769" y="33609"/>
                  <a:pt x="25401" y="31401"/>
                  <a:pt x="22825" y="28620"/>
                </a:cubicBezTo>
                <a:cubicBezTo>
                  <a:pt x="22016" y="27737"/>
                  <a:pt x="21162" y="27001"/>
                  <a:pt x="20323" y="26295"/>
                </a:cubicBezTo>
                <a:cubicBezTo>
                  <a:pt x="18999" y="25162"/>
                  <a:pt x="17733" y="24087"/>
                  <a:pt x="17042" y="22645"/>
                </a:cubicBezTo>
                <a:lnTo>
                  <a:pt x="17145" y="22483"/>
                </a:lnTo>
                <a:close/>
                <a:moveTo>
                  <a:pt x="27902" y="35907"/>
                </a:moveTo>
                <a:cubicBezTo>
                  <a:pt x="27899" y="35942"/>
                  <a:pt x="27888" y="35971"/>
                  <a:pt x="27888" y="36022"/>
                </a:cubicBezTo>
                <a:cubicBezTo>
                  <a:pt x="27873" y="36081"/>
                  <a:pt x="27858" y="36125"/>
                  <a:pt x="27858" y="36184"/>
                </a:cubicBezTo>
                <a:lnTo>
                  <a:pt x="27858" y="36052"/>
                </a:lnTo>
                <a:cubicBezTo>
                  <a:pt x="27873" y="36008"/>
                  <a:pt x="27887" y="35951"/>
                  <a:pt x="27902" y="35907"/>
                </a:cubicBezTo>
                <a:close/>
                <a:moveTo>
                  <a:pt x="27755" y="35831"/>
                </a:moveTo>
                <a:lnTo>
                  <a:pt x="27755" y="36037"/>
                </a:lnTo>
                <a:cubicBezTo>
                  <a:pt x="27741" y="36125"/>
                  <a:pt x="27711" y="36228"/>
                  <a:pt x="27682" y="36302"/>
                </a:cubicBezTo>
                <a:cubicBezTo>
                  <a:pt x="27682" y="36228"/>
                  <a:pt x="27667" y="36170"/>
                  <a:pt x="27667" y="36111"/>
                </a:cubicBezTo>
                <a:cubicBezTo>
                  <a:pt x="27711" y="36022"/>
                  <a:pt x="27726" y="35934"/>
                  <a:pt x="27755" y="35831"/>
                </a:cubicBezTo>
                <a:close/>
                <a:moveTo>
                  <a:pt x="27535" y="35905"/>
                </a:moveTo>
                <a:cubicBezTo>
                  <a:pt x="27549" y="35978"/>
                  <a:pt x="27549" y="36052"/>
                  <a:pt x="27579" y="36111"/>
                </a:cubicBezTo>
                <a:lnTo>
                  <a:pt x="27461" y="36449"/>
                </a:lnTo>
                <a:cubicBezTo>
                  <a:pt x="27446" y="36376"/>
                  <a:pt x="27446" y="36317"/>
                  <a:pt x="27432" y="36258"/>
                </a:cubicBezTo>
                <a:cubicBezTo>
                  <a:pt x="27461" y="36170"/>
                  <a:pt x="27490" y="36081"/>
                  <a:pt x="27520" y="35978"/>
                </a:cubicBezTo>
                <a:cubicBezTo>
                  <a:pt x="27520" y="35949"/>
                  <a:pt x="27535" y="35934"/>
                  <a:pt x="27535" y="35905"/>
                </a:cubicBezTo>
                <a:close/>
                <a:moveTo>
                  <a:pt x="27873" y="36390"/>
                </a:moveTo>
                <a:lnTo>
                  <a:pt x="27873" y="36449"/>
                </a:lnTo>
                <a:cubicBezTo>
                  <a:pt x="27873" y="36464"/>
                  <a:pt x="27858" y="36479"/>
                  <a:pt x="27858" y="36493"/>
                </a:cubicBezTo>
                <a:lnTo>
                  <a:pt x="27858" y="36464"/>
                </a:lnTo>
                <a:cubicBezTo>
                  <a:pt x="27858" y="36449"/>
                  <a:pt x="27873" y="36420"/>
                  <a:pt x="27873" y="36390"/>
                </a:cubicBezTo>
                <a:close/>
                <a:moveTo>
                  <a:pt x="16998" y="22748"/>
                </a:moveTo>
                <a:cubicBezTo>
                  <a:pt x="17719" y="24190"/>
                  <a:pt x="18970" y="25250"/>
                  <a:pt x="20294" y="26383"/>
                </a:cubicBezTo>
                <a:cubicBezTo>
                  <a:pt x="21118" y="27090"/>
                  <a:pt x="21986" y="27811"/>
                  <a:pt x="22796" y="28694"/>
                </a:cubicBezTo>
                <a:cubicBezTo>
                  <a:pt x="25342" y="31475"/>
                  <a:pt x="26710" y="33682"/>
                  <a:pt x="27314" y="36052"/>
                </a:cubicBezTo>
                <a:lnTo>
                  <a:pt x="27373" y="36273"/>
                </a:lnTo>
                <a:cubicBezTo>
                  <a:pt x="27299" y="36376"/>
                  <a:pt x="27270" y="36479"/>
                  <a:pt x="27225" y="36611"/>
                </a:cubicBezTo>
                <a:cubicBezTo>
                  <a:pt x="27211" y="36567"/>
                  <a:pt x="27211" y="36537"/>
                  <a:pt x="27181" y="36493"/>
                </a:cubicBezTo>
                <a:cubicBezTo>
                  <a:pt x="26343" y="33697"/>
                  <a:pt x="24415" y="31416"/>
                  <a:pt x="22325" y="29135"/>
                </a:cubicBezTo>
                <a:cubicBezTo>
                  <a:pt x="21633" y="28370"/>
                  <a:pt x="20912" y="27693"/>
                  <a:pt x="20220" y="27045"/>
                </a:cubicBezTo>
                <a:cubicBezTo>
                  <a:pt x="18764" y="25691"/>
                  <a:pt x="17513" y="24529"/>
                  <a:pt x="16880" y="22925"/>
                </a:cubicBezTo>
                <a:lnTo>
                  <a:pt x="16998" y="22748"/>
                </a:lnTo>
                <a:close/>
                <a:moveTo>
                  <a:pt x="27785" y="36302"/>
                </a:moveTo>
                <a:lnTo>
                  <a:pt x="27770" y="36464"/>
                </a:lnTo>
                <a:lnTo>
                  <a:pt x="27726" y="36685"/>
                </a:lnTo>
                <a:cubicBezTo>
                  <a:pt x="27726" y="36626"/>
                  <a:pt x="27711" y="36567"/>
                  <a:pt x="27711" y="36523"/>
                </a:cubicBezTo>
                <a:cubicBezTo>
                  <a:pt x="27726" y="36449"/>
                  <a:pt x="27755" y="36361"/>
                  <a:pt x="27785" y="36302"/>
                </a:cubicBezTo>
                <a:close/>
                <a:moveTo>
                  <a:pt x="27593" y="36302"/>
                </a:moveTo>
                <a:cubicBezTo>
                  <a:pt x="27593" y="36376"/>
                  <a:pt x="27608" y="36420"/>
                  <a:pt x="27608" y="36493"/>
                </a:cubicBezTo>
                <a:cubicBezTo>
                  <a:pt x="27593" y="36596"/>
                  <a:pt x="27564" y="36699"/>
                  <a:pt x="27535" y="36788"/>
                </a:cubicBezTo>
                <a:cubicBezTo>
                  <a:pt x="27520" y="36729"/>
                  <a:pt x="27520" y="36670"/>
                  <a:pt x="27505" y="36611"/>
                </a:cubicBezTo>
                <a:cubicBezTo>
                  <a:pt x="27535" y="36493"/>
                  <a:pt x="27549" y="36405"/>
                  <a:pt x="27593" y="36302"/>
                </a:cubicBezTo>
                <a:close/>
                <a:moveTo>
                  <a:pt x="27387" y="36405"/>
                </a:moveTo>
                <a:cubicBezTo>
                  <a:pt x="27402" y="36479"/>
                  <a:pt x="27432" y="36537"/>
                  <a:pt x="27432" y="36611"/>
                </a:cubicBezTo>
                <a:cubicBezTo>
                  <a:pt x="27387" y="36714"/>
                  <a:pt x="27358" y="36846"/>
                  <a:pt x="27314" y="36964"/>
                </a:cubicBezTo>
                <a:lnTo>
                  <a:pt x="27270" y="36743"/>
                </a:lnTo>
                <a:cubicBezTo>
                  <a:pt x="27299" y="36626"/>
                  <a:pt x="27343" y="36523"/>
                  <a:pt x="27387" y="36405"/>
                </a:cubicBezTo>
                <a:close/>
                <a:moveTo>
                  <a:pt x="27770" y="36758"/>
                </a:moveTo>
                <a:lnTo>
                  <a:pt x="27770" y="36861"/>
                </a:lnTo>
                <a:cubicBezTo>
                  <a:pt x="27755" y="36920"/>
                  <a:pt x="27755" y="36979"/>
                  <a:pt x="27741" y="37038"/>
                </a:cubicBezTo>
                <a:lnTo>
                  <a:pt x="27741" y="36920"/>
                </a:lnTo>
                <a:cubicBezTo>
                  <a:pt x="27755" y="36861"/>
                  <a:pt x="27770" y="36817"/>
                  <a:pt x="27770" y="36758"/>
                </a:cubicBezTo>
                <a:close/>
                <a:moveTo>
                  <a:pt x="16821" y="22954"/>
                </a:moveTo>
                <a:cubicBezTo>
                  <a:pt x="17454" y="24573"/>
                  <a:pt x="18734" y="25736"/>
                  <a:pt x="20162" y="27075"/>
                </a:cubicBezTo>
                <a:cubicBezTo>
                  <a:pt x="20868" y="27722"/>
                  <a:pt x="21574" y="28399"/>
                  <a:pt x="22281" y="29179"/>
                </a:cubicBezTo>
                <a:cubicBezTo>
                  <a:pt x="24356" y="31460"/>
                  <a:pt x="26269" y="33741"/>
                  <a:pt x="27122" y="36523"/>
                </a:cubicBezTo>
                <a:lnTo>
                  <a:pt x="27167" y="36743"/>
                </a:lnTo>
                <a:cubicBezTo>
                  <a:pt x="27137" y="36846"/>
                  <a:pt x="27078" y="36964"/>
                  <a:pt x="27034" y="37067"/>
                </a:cubicBezTo>
                <a:cubicBezTo>
                  <a:pt x="27019" y="37038"/>
                  <a:pt x="27019" y="36994"/>
                  <a:pt x="27005" y="36964"/>
                </a:cubicBezTo>
                <a:cubicBezTo>
                  <a:pt x="26107" y="34345"/>
                  <a:pt x="24209" y="32255"/>
                  <a:pt x="22207" y="30018"/>
                </a:cubicBezTo>
                <a:lnTo>
                  <a:pt x="21839" y="29606"/>
                </a:lnTo>
                <a:cubicBezTo>
                  <a:pt x="21280" y="28973"/>
                  <a:pt x="20721" y="28399"/>
                  <a:pt x="20162" y="27855"/>
                </a:cubicBezTo>
                <a:cubicBezTo>
                  <a:pt x="18616" y="26295"/>
                  <a:pt x="17277" y="24926"/>
                  <a:pt x="16718" y="23131"/>
                </a:cubicBezTo>
                <a:cubicBezTo>
                  <a:pt x="16762" y="23072"/>
                  <a:pt x="16792" y="23013"/>
                  <a:pt x="16821" y="22954"/>
                </a:cubicBezTo>
                <a:close/>
                <a:moveTo>
                  <a:pt x="27638" y="36743"/>
                </a:moveTo>
                <a:cubicBezTo>
                  <a:pt x="27652" y="36773"/>
                  <a:pt x="27652" y="36846"/>
                  <a:pt x="27652" y="36905"/>
                </a:cubicBezTo>
                <a:cubicBezTo>
                  <a:pt x="27638" y="36979"/>
                  <a:pt x="27608" y="37067"/>
                  <a:pt x="27579" y="37156"/>
                </a:cubicBezTo>
                <a:cubicBezTo>
                  <a:pt x="27579" y="37111"/>
                  <a:pt x="27564" y="37053"/>
                  <a:pt x="27564" y="36994"/>
                </a:cubicBezTo>
                <a:cubicBezTo>
                  <a:pt x="27579" y="36905"/>
                  <a:pt x="27608" y="36817"/>
                  <a:pt x="27638" y="36743"/>
                </a:cubicBezTo>
                <a:close/>
                <a:moveTo>
                  <a:pt x="27446" y="36788"/>
                </a:moveTo>
                <a:cubicBezTo>
                  <a:pt x="27461" y="36846"/>
                  <a:pt x="27461" y="36920"/>
                  <a:pt x="27490" y="36979"/>
                </a:cubicBezTo>
                <a:cubicBezTo>
                  <a:pt x="27461" y="37067"/>
                  <a:pt x="27432" y="37156"/>
                  <a:pt x="27402" y="37259"/>
                </a:cubicBezTo>
                <a:cubicBezTo>
                  <a:pt x="27402" y="37273"/>
                  <a:pt x="27387" y="37288"/>
                  <a:pt x="27387" y="37303"/>
                </a:cubicBezTo>
                <a:cubicBezTo>
                  <a:pt x="27373" y="37229"/>
                  <a:pt x="27373" y="37185"/>
                  <a:pt x="27358" y="37111"/>
                </a:cubicBezTo>
                <a:cubicBezTo>
                  <a:pt x="27387" y="36994"/>
                  <a:pt x="27432" y="36891"/>
                  <a:pt x="27446" y="36788"/>
                </a:cubicBezTo>
                <a:close/>
                <a:moveTo>
                  <a:pt x="27211" y="36861"/>
                </a:moveTo>
                <a:cubicBezTo>
                  <a:pt x="27225" y="36935"/>
                  <a:pt x="27240" y="37023"/>
                  <a:pt x="27270" y="37097"/>
                </a:cubicBezTo>
                <a:lnTo>
                  <a:pt x="27152" y="37435"/>
                </a:lnTo>
                <a:cubicBezTo>
                  <a:pt x="27137" y="37362"/>
                  <a:pt x="27093" y="37273"/>
                  <a:pt x="27078" y="37200"/>
                </a:cubicBezTo>
                <a:cubicBezTo>
                  <a:pt x="27122" y="37082"/>
                  <a:pt x="27167" y="36979"/>
                  <a:pt x="27211" y="36861"/>
                </a:cubicBezTo>
                <a:close/>
                <a:moveTo>
                  <a:pt x="16674" y="23234"/>
                </a:moveTo>
                <a:cubicBezTo>
                  <a:pt x="17233" y="25015"/>
                  <a:pt x="18587" y="26383"/>
                  <a:pt x="20103" y="27928"/>
                </a:cubicBezTo>
                <a:cubicBezTo>
                  <a:pt x="20662" y="28473"/>
                  <a:pt x="21236" y="29047"/>
                  <a:pt x="21780" y="29680"/>
                </a:cubicBezTo>
                <a:lnTo>
                  <a:pt x="22148" y="30092"/>
                </a:lnTo>
                <a:cubicBezTo>
                  <a:pt x="24150" y="32329"/>
                  <a:pt x="26033" y="34418"/>
                  <a:pt x="26931" y="36994"/>
                </a:cubicBezTo>
                <a:cubicBezTo>
                  <a:pt x="26946" y="37053"/>
                  <a:pt x="26975" y="37126"/>
                  <a:pt x="26990" y="37185"/>
                </a:cubicBezTo>
                <a:cubicBezTo>
                  <a:pt x="26931" y="37288"/>
                  <a:pt x="26902" y="37406"/>
                  <a:pt x="26843" y="37509"/>
                </a:cubicBezTo>
                <a:cubicBezTo>
                  <a:pt x="26843" y="37494"/>
                  <a:pt x="26828" y="37450"/>
                  <a:pt x="26828" y="37435"/>
                </a:cubicBezTo>
                <a:cubicBezTo>
                  <a:pt x="25945" y="35139"/>
                  <a:pt x="24267" y="33315"/>
                  <a:pt x="22487" y="31372"/>
                </a:cubicBezTo>
                <a:cubicBezTo>
                  <a:pt x="22119" y="30960"/>
                  <a:pt x="21707" y="30518"/>
                  <a:pt x="21339" y="30092"/>
                </a:cubicBezTo>
                <a:cubicBezTo>
                  <a:pt x="20956" y="29650"/>
                  <a:pt x="20574" y="29253"/>
                  <a:pt x="20206" y="28841"/>
                </a:cubicBezTo>
                <a:cubicBezTo>
                  <a:pt x="18513" y="27031"/>
                  <a:pt x="17042" y="25427"/>
                  <a:pt x="16571" y="23366"/>
                </a:cubicBezTo>
                <a:cubicBezTo>
                  <a:pt x="16615" y="23322"/>
                  <a:pt x="16630" y="23293"/>
                  <a:pt x="16674" y="23234"/>
                </a:cubicBezTo>
                <a:close/>
                <a:moveTo>
                  <a:pt x="27652" y="37156"/>
                </a:moveTo>
                <a:cubicBezTo>
                  <a:pt x="27667" y="37214"/>
                  <a:pt x="27667" y="37259"/>
                  <a:pt x="27667" y="37303"/>
                </a:cubicBezTo>
                <a:cubicBezTo>
                  <a:pt x="27652" y="37376"/>
                  <a:pt x="27638" y="37435"/>
                  <a:pt x="27608" y="37509"/>
                </a:cubicBezTo>
                <a:cubicBezTo>
                  <a:pt x="27608" y="37450"/>
                  <a:pt x="27608" y="37420"/>
                  <a:pt x="27593" y="37362"/>
                </a:cubicBezTo>
                <a:cubicBezTo>
                  <a:pt x="27608" y="37288"/>
                  <a:pt x="27638" y="37229"/>
                  <a:pt x="27652" y="37156"/>
                </a:cubicBezTo>
                <a:close/>
                <a:moveTo>
                  <a:pt x="27505" y="37156"/>
                </a:moveTo>
                <a:cubicBezTo>
                  <a:pt x="27505" y="37214"/>
                  <a:pt x="27520" y="37288"/>
                  <a:pt x="27520" y="37347"/>
                </a:cubicBezTo>
                <a:cubicBezTo>
                  <a:pt x="27505" y="37450"/>
                  <a:pt x="27490" y="37553"/>
                  <a:pt x="27461" y="37641"/>
                </a:cubicBezTo>
                <a:cubicBezTo>
                  <a:pt x="27446" y="37582"/>
                  <a:pt x="27446" y="37523"/>
                  <a:pt x="27432" y="37450"/>
                </a:cubicBezTo>
                <a:cubicBezTo>
                  <a:pt x="27446" y="37376"/>
                  <a:pt x="27461" y="37332"/>
                  <a:pt x="27490" y="37259"/>
                </a:cubicBezTo>
                <a:cubicBezTo>
                  <a:pt x="27490" y="37214"/>
                  <a:pt x="27505" y="37200"/>
                  <a:pt x="27505" y="37156"/>
                </a:cubicBezTo>
                <a:close/>
                <a:moveTo>
                  <a:pt x="27299" y="37259"/>
                </a:moveTo>
                <a:cubicBezTo>
                  <a:pt x="27314" y="37332"/>
                  <a:pt x="27343" y="37406"/>
                  <a:pt x="27343" y="37479"/>
                </a:cubicBezTo>
                <a:cubicBezTo>
                  <a:pt x="27314" y="37582"/>
                  <a:pt x="27284" y="37671"/>
                  <a:pt x="27240" y="37788"/>
                </a:cubicBezTo>
                <a:lnTo>
                  <a:pt x="27196" y="37568"/>
                </a:lnTo>
                <a:cubicBezTo>
                  <a:pt x="27225" y="37479"/>
                  <a:pt x="27270" y="37362"/>
                  <a:pt x="27299" y="37259"/>
                </a:cubicBezTo>
                <a:close/>
                <a:moveTo>
                  <a:pt x="27684" y="37684"/>
                </a:moveTo>
                <a:cubicBezTo>
                  <a:pt x="27682" y="37697"/>
                  <a:pt x="27682" y="37709"/>
                  <a:pt x="27682" y="37715"/>
                </a:cubicBezTo>
                <a:cubicBezTo>
                  <a:pt x="27682" y="37744"/>
                  <a:pt x="27667" y="37803"/>
                  <a:pt x="27667" y="37832"/>
                </a:cubicBezTo>
                <a:lnTo>
                  <a:pt x="27667" y="37744"/>
                </a:lnTo>
                <a:cubicBezTo>
                  <a:pt x="27674" y="37729"/>
                  <a:pt x="27678" y="37707"/>
                  <a:pt x="27684" y="37684"/>
                </a:cubicBezTo>
                <a:close/>
                <a:moveTo>
                  <a:pt x="27034" y="37303"/>
                </a:moveTo>
                <a:cubicBezTo>
                  <a:pt x="27064" y="37406"/>
                  <a:pt x="27093" y="37479"/>
                  <a:pt x="27122" y="37568"/>
                </a:cubicBezTo>
                <a:cubicBezTo>
                  <a:pt x="27064" y="37656"/>
                  <a:pt x="27019" y="37774"/>
                  <a:pt x="26990" y="37877"/>
                </a:cubicBezTo>
                <a:cubicBezTo>
                  <a:pt x="26946" y="37788"/>
                  <a:pt x="26931" y="37715"/>
                  <a:pt x="26902" y="37626"/>
                </a:cubicBezTo>
                <a:cubicBezTo>
                  <a:pt x="26946" y="37509"/>
                  <a:pt x="26990" y="37420"/>
                  <a:pt x="27034" y="37303"/>
                </a:cubicBezTo>
                <a:close/>
                <a:moveTo>
                  <a:pt x="16527" y="23499"/>
                </a:moveTo>
                <a:cubicBezTo>
                  <a:pt x="17012" y="25530"/>
                  <a:pt x="18469" y="27119"/>
                  <a:pt x="20147" y="28914"/>
                </a:cubicBezTo>
                <a:cubicBezTo>
                  <a:pt x="20515" y="29326"/>
                  <a:pt x="20897" y="29724"/>
                  <a:pt x="21280" y="30165"/>
                </a:cubicBezTo>
                <a:cubicBezTo>
                  <a:pt x="21677" y="30607"/>
                  <a:pt x="22060" y="31034"/>
                  <a:pt x="22443" y="31446"/>
                </a:cubicBezTo>
                <a:cubicBezTo>
                  <a:pt x="24209" y="33373"/>
                  <a:pt x="25886" y="35198"/>
                  <a:pt x="26769" y="37479"/>
                </a:cubicBezTo>
                <a:cubicBezTo>
                  <a:pt x="26784" y="37523"/>
                  <a:pt x="26799" y="37568"/>
                  <a:pt x="26828" y="37626"/>
                </a:cubicBezTo>
                <a:cubicBezTo>
                  <a:pt x="26769" y="37729"/>
                  <a:pt x="26710" y="37818"/>
                  <a:pt x="26681" y="37935"/>
                </a:cubicBezTo>
                <a:lnTo>
                  <a:pt x="26681" y="37921"/>
                </a:lnTo>
                <a:cubicBezTo>
                  <a:pt x="25798" y="35831"/>
                  <a:pt x="24223" y="34198"/>
                  <a:pt x="22590" y="32446"/>
                </a:cubicBezTo>
                <a:cubicBezTo>
                  <a:pt x="22016" y="31858"/>
                  <a:pt x="21457" y="31240"/>
                  <a:pt x="20883" y="30592"/>
                </a:cubicBezTo>
                <a:cubicBezTo>
                  <a:pt x="20736" y="30415"/>
                  <a:pt x="20574" y="30239"/>
                  <a:pt x="20426" y="30077"/>
                </a:cubicBezTo>
                <a:cubicBezTo>
                  <a:pt x="18454" y="27884"/>
                  <a:pt x="16792" y="26001"/>
                  <a:pt x="16424" y="23616"/>
                </a:cubicBezTo>
                <a:cubicBezTo>
                  <a:pt x="16468" y="23558"/>
                  <a:pt x="16482" y="23528"/>
                  <a:pt x="16527" y="23499"/>
                </a:cubicBezTo>
                <a:close/>
                <a:moveTo>
                  <a:pt x="27579" y="37582"/>
                </a:moveTo>
                <a:lnTo>
                  <a:pt x="27579" y="37582"/>
                </a:lnTo>
                <a:cubicBezTo>
                  <a:pt x="27564" y="37641"/>
                  <a:pt x="27564" y="37700"/>
                  <a:pt x="27579" y="37744"/>
                </a:cubicBezTo>
                <a:cubicBezTo>
                  <a:pt x="27564" y="37818"/>
                  <a:pt x="27535" y="37921"/>
                  <a:pt x="27520" y="37994"/>
                </a:cubicBezTo>
                <a:cubicBezTo>
                  <a:pt x="27520" y="37935"/>
                  <a:pt x="27505" y="37877"/>
                  <a:pt x="27505" y="37847"/>
                </a:cubicBezTo>
                <a:cubicBezTo>
                  <a:pt x="27520" y="37744"/>
                  <a:pt x="27535" y="37671"/>
                  <a:pt x="27579" y="37582"/>
                </a:cubicBezTo>
                <a:close/>
                <a:moveTo>
                  <a:pt x="27373" y="37656"/>
                </a:moveTo>
                <a:cubicBezTo>
                  <a:pt x="27387" y="37715"/>
                  <a:pt x="27387" y="37788"/>
                  <a:pt x="27417" y="37847"/>
                </a:cubicBezTo>
                <a:cubicBezTo>
                  <a:pt x="27417" y="37862"/>
                  <a:pt x="27387" y="37877"/>
                  <a:pt x="27387" y="37921"/>
                </a:cubicBezTo>
                <a:cubicBezTo>
                  <a:pt x="27373" y="37994"/>
                  <a:pt x="27358" y="38068"/>
                  <a:pt x="27343" y="38156"/>
                </a:cubicBezTo>
                <a:cubicBezTo>
                  <a:pt x="27314" y="38083"/>
                  <a:pt x="27314" y="38024"/>
                  <a:pt x="27299" y="37950"/>
                </a:cubicBezTo>
                <a:cubicBezTo>
                  <a:pt x="27314" y="37847"/>
                  <a:pt x="27343" y="37744"/>
                  <a:pt x="27373" y="37656"/>
                </a:cubicBezTo>
                <a:close/>
                <a:moveTo>
                  <a:pt x="27152" y="37715"/>
                </a:moveTo>
                <a:cubicBezTo>
                  <a:pt x="27167" y="37788"/>
                  <a:pt x="27196" y="37877"/>
                  <a:pt x="27211" y="37950"/>
                </a:cubicBezTo>
                <a:cubicBezTo>
                  <a:pt x="27167" y="38039"/>
                  <a:pt x="27137" y="38142"/>
                  <a:pt x="27093" y="38245"/>
                </a:cubicBezTo>
                <a:cubicBezTo>
                  <a:pt x="27078" y="38156"/>
                  <a:pt x="27049" y="38083"/>
                  <a:pt x="27019" y="38009"/>
                </a:cubicBezTo>
                <a:cubicBezTo>
                  <a:pt x="27064" y="37921"/>
                  <a:pt x="27122" y="37803"/>
                  <a:pt x="27152" y="37715"/>
                </a:cubicBezTo>
                <a:close/>
                <a:moveTo>
                  <a:pt x="26843" y="37715"/>
                </a:moveTo>
                <a:cubicBezTo>
                  <a:pt x="26872" y="37803"/>
                  <a:pt x="26902" y="37891"/>
                  <a:pt x="26931" y="37994"/>
                </a:cubicBezTo>
                <a:cubicBezTo>
                  <a:pt x="26902" y="38097"/>
                  <a:pt x="26843" y="38186"/>
                  <a:pt x="26799" y="38303"/>
                </a:cubicBezTo>
                <a:lnTo>
                  <a:pt x="26696" y="38024"/>
                </a:lnTo>
                <a:cubicBezTo>
                  <a:pt x="26755" y="37935"/>
                  <a:pt x="26799" y="37818"/>
                  <a:pt x="26843" y="37715"/>
                </a:cubicBezTo>
                <a:close/>
                <a:moveTo>
                  <a:pt x="16365" y="23734"/>
                </a:moveTo>
                <a:cubicBezTo>
                  <a:pt x="16762" y="26089"/>
                  <a:pt x="18410" y="27987"/>
                  <a:pt x="20323" y="30136"/>
                </a:cubicBezTo>
                <a:cubicBezTo>
                  <a:pt x="20471" y="30298"/>
                  <a:pt x="20647" y="30489"/>
                  <a:pt x="20780" y="30651"/>
                </a:cubicBezTo>
                <a:cubicBezTo>
                  <a:pt x="21354" y="31298"/>
                  <a:pt x="21928" y="31902"/>
                  <a:pt x="22502" y="32505"/>
                </a:cubicBezTo>
                <a:cubicBezTo>
                  <a:pt x="24135" y="34242"/>
                  <a:pt x="25680" y="35875"/>
                  <a:pt x="26578" y="37950"/>
                </a:cubicBezTo>
                <a:cubicBezTo>
                  <a:pt x="26593" y="37965"/>
                  <a:pt x="26593" y="38009"/>
                  <a:pt x="26622" y="38024"/>
                </a:cubicBezTo>
                <a:cubicBezTo>
                  <a:pt x="26563" y="38142"/>
                  <a:pt x="26504" y="38230"/>
                  <a:pt x="26446" y="38333"/>
                </a:cubicBezTo>
                <a:cubicBezTo>
                  <a:pt x="25548" y="36420"/>
                  <a:pt x="24076" y="34948"/>
                  <a:pt x="22516" y="33373"/>
                </a:cubicBezTo>
                <a:cubicBezTo>
                  <a:pt x="21795" y="32652"/>
                  <a:pt x="21059" y="31902"/>
                  <a:pt x="20368" y="31107"/>
                </a:cubicBezTo>
                <a:cubicBezTo>
                  <a:pt x="18190" y="28605"/>
                  <a:pt x="16497" y="26457"/>
                  <a:pt x="16321" y="23881"/>
                </a:cubicBezTo>
                <a:cubicBezTo>
                  <a:pt x="16321" y="23808"/>
                  <a:pt x="16335" y="23764"/>
                  <a:pt x="16365" y="23734"/>
                </a:cubicBezTo>
                <a:close/>
                <a:moveTo>
                  <a:pt x="27593" y="38024"/>
                </a:moveTo>
                <a:lnTo>
                  <a:pt x="27593" y="38156"/>
                </a:lnTo>
                <a:cubicBezTo>
                  <a:pt x="27579" y="38230"/>
                  <a:pt x="27549" y="38289"/>
                  <a:pt x="27549" y="38362"/>
                </a:cubicBezTo>
                <a:cubicBezTo>
                  <a:pt x="27549" y="38318"/>
                  <a:pt x="27549" y="38289"/>
                  <a:pt x="27535" y="38230"/>
                </a:cubicBezTo>
                <a:cubicBezTo>
                  <a:pt x="27549" y="38186"/>
                  <a:pt x="27549" y="38156"/>
                  <a:pt x="27579" y="38112"/>
                </a:cubicBezTo>
                <a:cubicBezTo>
                  <a:pt x="27579" y="38083"/>
                  <a:pt x="27593" y="38068"/>
                  <a:pt x="27593" y="38024"/>
                </a:cubicBezTo>
                <a:close/>
                <a:moveTo>
                  <a:pt x="27432" y="38068"/>
                </a:moveTo>
                <a:cubicBezTo>
                  <a:pt x="27432" y="38112"/>
                  <a:pt x="27446" y="38171"/>
                  <a:pt x="27446" y="38230"/>
                </a:cubicBezTo>
                <a:cubicBezTo>
                  <a:pt x="27432" y="38303"/>
                  <a:pt x="27402" y="38392"/>
                  <a:pt x="27387" y="38480"/>
                </a:cubicBezTo>
                <a:cubicBezTo>
                  <a:pt x="27373" y="38436"/>
                  <a:pt x="27373" y="38377"/>
                  <a:pt x="27358" y="38318"/>
                </a:cubicBezTo>
                <a:cubicBezTo>
                  <a:pt x="27373" y="38230"/>
                  <a:pt x="27402" y="38142"/>
                  <a:pt x="27432" y="38068"/>
                </a:cubicBezTo>
                <a:close/>
                <a:moveTo>
                  <a:pt x="27240" y="38068"/>
                </a:moveTo>
                <a:cubicBezTo>
                  <a:pt x="27270" y="38142"/>
                  <a:pt x="27284" y="38215"/>
                  <a:pt x="27284" y="38289"/>
                </a:cubicBezTo>
                <a:cubicBezTo>
                  <a:pt x="27240" y="38406"/>
                  <a:pt x="27211" y="38509"/>
                  <a:pt x="27196" y="38598"/>
                </a:cubicBezTo>
                <a:cubicBezTo>
                  <a:pt x="27167" y="38524"/>
                  <a:pt x="27152" y="38451"/>
                  <a:pt x="27137" y="38362"/>
                </a:cubicBezTo>
                <a:cubicBezTo>
                  <a:pt x="27167" y="38259"/>
                  <a:pt x="27211" y="38171"/>
                  <a:pt x="27240" y="38068"/>
                </a:cubicBezTo>
                <a:close/>
                <a:moveTo>
                  <a:pt x="26975" y="38097"/>
                </a:moveTo>
                <a:cubicBezTo>
                  <a:pt x="26990" y="38186"/>
                  <a:pt x="27019" y="38259"/>
                  <a:pt x="27049" y="38362"/>
                </a:cubicBezTo>
                <a:cubicBezTo>
                  <a:pt x="27005" y="38451"/>
                  <a:pt x="26975" y="38554"/>
                  <a:pt x="26931" y="38657"/>
                </a:cubicBezTo>
                <a:cubicBezTo>
                  <a:pt x="26902" y="38554"/>
                  <a:pt x="26872" y="38480"/>
                  <a:pt x="26843" y="38392"/>
                </a:cubicBezTo>
                <a:cubicBezTo>
                  <a:pt x="26872" y="38303"/>
                  <a:pt x="26931" y="38215"/>
                  <a:pt x="26975" y="38097"/>
                </a:cubicBezTo>
                <a:close/>
                <a:moveTo>
                  <a:pt x="26637" y="38112"/>
                </a:moveTo>
                <a:lnTo>
                  <a:pt x="26755" y="38392"/>
                </a:lnTo>
                <a:cubicBezTo>
                  <a:pt x="26696" y="38509"/>
                  <a:pt x="26652" y="38598"/>
                  <a:pt x="26607" y="38686"/>
                </a:cubicBezTo>
                <a:cubicBezTo>
                  <a:pt x="26563" y="38598"/>
                  <a:pt x="26504" y="38509"/>
                  <a:pt x="26475" y="38406"/>
                </a:cubicBezTo>
                <a:cubicBezTo>
                  <a:pt x="26534" y="38318"/>
                  <a:pt x="26578" y="38215"/>
                  <a:pt x="26637" y="38112"/>
                </a:cubicBezTo>
                <a:close/>
                <a:moveTo>
                  <a:pt x="27593" y="38480"/>
                </a:moveTo>
                <a:lnTo>
                  <a:pt x="27593" y="38554"/>
                </a:lnTo>
                <a:cubicBezTo>
                  <a:pt x="27593" y="38598"/>
                  <a:pt x="27579" y="38627"/>
                  <a:pt x="27579" y="38686"/>
                </a:cubicBezTo>
                <a:lnTo>
                  <a:pt x="27579" y="38612"/>
                </a:lnTo>
                <a:cubicBezTo>
                  <a:pt x="27593" y="38583"/>
                  <a:pt x="27593" y="38539"/>
                  <a:pt x="27593" y="38480"/>
                </a:cubicBezTo>
                <a:close/>
                <a:moveTo>
                  <a:pt x="16232" y="23970"/>
                </a:moveTo>
                <a:cubicBezTo>
                  <a:pt x="16468" y="26530"/>
                  <a:pt x="18145" y="28664"/>
                  <a:pt x="20294" y="31151"/>
                </a:cubicBezTo>
                <a:cubicBezTo>
                  <a:pt x="20986" y="31961"/>
                  <a:pt x="21722" y="32696"/>
                  <a:pt x="22443" y="33432"/>
                </a:cubicBezTo>
                <a:cubicBezTo>
                  <a:pt x="24003" y="35007"/>
                  <a:pt x="25489" y="36523"/>
                  <a:pt x="26401" y="38436"/>
                </a:cubicBezTo>
                <a:cubicBezTo>
                  <a:pt x="26343" y="38539"/>
                  <a:pt x="26284" y="38627"/>
                  <a:pt x="26210" y="38745"/>
                </a:cubicBezTo>
                <a:cubicBezTo>
                  <a:pt x="25298" y="36994"/>
                  <a:pt x="23870" y="35610"/>
                  <a:pt x="22369" y="34183"/>
                </a:cubicBezTo>
                <a:cubicBezTo>
                  <a:pt x="21516" y="33373"/>
                  <a:pt x="20662" y="32520"/>
                  <a:pt x="19853" y="31607"/>
                </a:cubicBezTo>
                <a:cubicBezTo>
                  <a:pt x="17939" y="29371"/>
                  <a:pt x="16173" y="26913"/>
                  <a:pt x="16173" y="24102"/>
                </a:cubicBezTo>
                <a:cubicBezTo>
                  <a:pt x="16188" y="24043"/>
                  <a:pt x="16203" y="23999"/>
                  <a:pt x="16232" y="23970"/>
                </a:cubicBezTo>
                <a:close/>
                <a:moveTo>
                  <a:pt x="27461" y="38436"/>
                </a:moveTo>
                <a:cubicBezTo>
                  <a:pt x="27490" y="38509"/>
                  <a:pt x="27490" y="38554"/>
                  <a:pt x="27490" y="38598"/>
                </a:cubicBezTo>
                <a:lnTo>
                  <a:pt x="27432" y="38818"/>
                </a:lnTo>
                <a:cubicBezTo>
                  <a:pt x="27432" y="38760"/>
                  <a:pt x="27417" y="38730"/>
                  <a:pt x="27417" y="38671"/>
                </a:cubicBezTo>
                <a:cubicBezTo>
                  <a:pt x="27417" y="38627"/>
                  <a:pt x="27432" y="38598"/>
                  <a:pt x="27432" y="38554"/>
                </a:cubicBezTo>
                <a:cubicBezTo>
                  <a:pt x="27446" y="38524"/>
                  <a:pt x="27446" y="38465"/>
                  <a:pt x="27461" y="38436"/>
                </a:cubicBezTo>
                <a:close/>
                <a:moveTo>
                  <a:pt x="27299" y="38480"/>
                </a:moveTo>
                <a:cubicBezTo>
                  <a:pt x="27314" y="38554"/>
                  <a:pt x="27314" y="38612"/>
                  <a:pt x="27343" y="38686"/>
                </a:cubicBezTo>
                <a:cubicBezTo>
                  <a:pt x="27314" y="38774"/>
                  <a:pt x="27284" y="38877"/>
                  <a:pt x="27270" y="38966"/>
                </a:cubicBezTo>
                <a:cubicBezTo>
                  <a:pt x="27240" y="38892"/>
                  <a:pt x="27225" y="38818"/>
                  <a:pt x="27225" y="38760"/>
                </a:cubicBezTo>
                <a:cubicBezTo>
                  <a:pt x="27240" y="38671"/>
                  <a:pt x="27284" y="38583"/>
                  <a:pt x="27299" y="38480"/>
                </a:cubicBezTo>
                <a:close/>
                <a:moveTo>
                  <a:pt x="27078" y="38509"/>
                </a:moveTo>
                <a:cubicBezTo>
                  <a:pt x="27093" y="38598"/>
                  <a:pt x="27108" y="38671"/>
                  <a:pt x="27137" y="38760"/>
                </a:cubicBezTo>
                <a:cubicBezTo>
                  <a:pt x="27093" y="38833"/>
                  <a:pt x="27064" y="38921"/>
                  <a:pt x="27034" y="39039"/>
                </a:cubicBezTo>
                <a:cubicBezTo>
                  <a:pt x="27019" y="38951"/>
                  <a:pt x="26990" y="38877"/>
                  <a:pt x="26961" y="38774"/>
                </a:cubicBezTo>
                <a:lnTo>
                  <a:pt x="27078" y="38509"/>
                </a:lnTo>
                <a:close/>
                <a:moveTo>
                  <a:pt x="26784" y="38509"/>
                </a:moveTo>
                <a:cubicBezTo>
                  <a:pt x="26828" y="38598"/>
                  <a:pt x="26843" y="38686"/>
                  <a:pt x="26872" y="38774"/>
                </a:cubicBezTo>
                <a:cubicBezTo>
                  <a:pt x="26843" y="38877"/>
                  <a:pt x="26784" y="38980"/>
                  <a:pt x="26755" y="39069"/>
                </a:cubicBezTo>
                <a:lnTo>
                  <a:pt x="26637" y="38804"/>
                </a:lnTo>
                <a:cubicBezTo>
                  <a:pt x="26696" y="38701"/>
                  <a:pt x="26725" y="38598"/>
                  <a:pt x="26784" y="38509"/>
                </a:cubicBezTo>
                <a:close/>
                <a:moveTo>
                  <a:pt x="26416" y="38524"/>
                </a:moveTo>
                <a:cubicBezTo>
                  <a:pt x="26460" y="38612"/>
                  <a:pt x="26504" y="38701"/>
                  <a:pt x="26549" y="38804"/>
                </a:cubicBezTo>
                <a:cubicBezTo>
                  <a:pt x="26490" y="38892"/>
                  <a:pt x="26431" y="38980"/>
                  <a:pt x="26387" y="39098"/>
                </a:cubicBezTo>
                <a:lnTo>
                  <a:pt x="26269" y="38877"/>
                </a:lnTo>
                <a:cubicBezTo>
                  <a:pt x="26254" y="38848"/>
                  <a:pt x="26254" y="38833"/>
                  <a:pt x="26239" y="38818"/>
                </a:cubicBezTo>
                <a:cubicBezTo>
                  <a:pt x="26284" y="38730"/>
                  <a:pt x="26343" y="38612"/>
                  <a:pt x="26416" y="38524"/>
                </a:cubicBezTo>
                <a:close/>
                <a:moveTo>
                  <a:pt x="16085" y="24235"/>
                </a:moveTo>
                <a:cubicBezTo>
                  <a:pt x="16159" y="27001"/>
                  <a:pt x="17881" y="29429"/>
                  <a:pt x="19779" y="31637"/>
                </a:cubicBezTo>
                <a:cubicBezTo>
                  <a:pt x="20559" y="32579"/>
                  <a:pt x="21442" y="33403"/>
                  <a:pt x="22295" y="34242"/>
                </a:cubicBezTo>
                <a:cubicBezTo>
                  <a:pt x="23811" y="35684"/>
                  <a:pt x="25224" y="37053"/>
                  <a:pt x="26136" y="38818"/>
                </a:cubicBezTo>
                <a:cubicBezTo>
                  <a:pt x="26092" y="38921"/>
                  <a:pt x="26019" y="39025"/>
                  <a:pt x="25960" y="39113"/>
                </a:cubicBezTo>
                <a:cubicBezTo>
                  <a:pt x="25003" y="37465"/>
                  <a:pt x="23620" y="36228"/>
                  <a:pt x="22163" y="34889"/>
                </a:cubicBezTo>
                <a:cubicBezTo>
                  <a:pt x="21206" y="34006"/>
                  <a:pt x="20220" y="33109"/>
                  <a:pt x="19337" y="32078"/>
                </a:cubicBezTo>
                <a:cubicBezTo>
                  <a:pt x="16909" y="29209"/>
                  <a:pt x="15864" y="26751"/>
                  <a:pt x="16026" y="24323"/>
                </a:cubicBezTo>
                <a:cubicBezTo>
                  <a:pt x="16041" y="24279"/>
                  <a:pt x="16056" y="24249"/>
                  <a:pt x="16085" y="24235"/>
                </a:cubicBezTo>
                <a:close/>
                <a:moveTo>
                  <a:pt x="27505" y="38892"/>
                </a:moveTo>
                <a:cubicBezTo>
                  <a:pt x="27520" y="38921"/>
                  <a:pt x="27520" y="38966"/>
                  <a:pt x="27520" y="38995"/>
                </a:cubicBezTo>
                <a:cubicBezTo>
                  <a:pt x="27505" y="39054"/>
                  <a:pt x="27505" y="39113"/>
                  <a:pt x="27490" y="39172"/>
                </a:cubicBezTo>
                <a:cubicBezTo>
                  <a:pt x="27490" y="39128"/>
                  <a:pt x="27490" y="39098"/>
                  <a:pt x="27461" y="39054"/>
                </a:cubicBezTo>
                <a:cubicBezTo>
                  <a:pt x="27490" y="38995"/>
                  <a:pt x="27490" y="38951"/>
                  <a:pt x="27505" y="38892"/>
                </a:cubicBezTo>
                <a:close/>
                <a:moveTo>
                  <a:pt x="27373" y="38877"/>
                </a:moveTo>
                <a:cubicBezTo>
                  <a:pt x="27373" y="38951"/>
                  <a:pt x="27387" y="38995"/>
                  <a:pt x="27387" y="39054"/>
                </a:cubicBezTo>
                <a:cubicBezTo>
                  <a:pt x="27373" y="39113"/>
                  <a:pt x="27373" y="39172"/>
                  <a:pt x="27358" y="39216"/>
                </a:cubicBezTo>
                <a:cubicBezTo>
                  <a:pt x="27358" y="39260"/>
                  <a:pt x="27343" y="39289"/>
                  <a:pt x="27343" y="39319"/>
                </a:cubicBezTo>
                <a:cubicBezTo>
                  <a:pt x="27314" y="39260"/>
                  <a:pt x="27314" y="39201"/>
                  <a:pt x="27299" y="39128"/>
                </a:cubicBezTo>
                <a:cubicBezTo>
                  <a:pt x="27314" y="39054"/>
                  <a:pt x="27358" y="38966"/>
                  <a:pt x="27373" y="38877"/>
                </a:cubicBezTo>
                <a:close/>
                <a:moveTo>
                  <a:pt x="27167" y="38892"/>
                </a:moveTo>
                <a:cubicBezTo>
                  <a:pt x="27181" y="38966"/>
                  <a:pt x="27211" y="39039"/>
                  <a:pt x="27225" y="39128"/>
                </a:cubicBezTo>
                <a:cubicBezTo>
                  <a:pt x="27196" y="39216"/>
                  <a:pt x="27152" y="39319"/>
                  <a:pt x="27137" y="39407"/>
                </a:cubicBezTo>
                <a:cubicBezTo>
                  <a:pt x="27122" y="39334"/>
                  <a:pt x="27093" y="39245"/>
                  <a:pt x="27078" y="39172"/>
                </a:cubicBezTo>
                <a:cubicBezTo>
                  <a:pt x="27122" y="39069"/>
                  <a:pt x="27152" y="38980"/>
                  <a:pt x="27167" y="38892"/>
                </a:cubicBezTo>
                <a:close/>
                <a:moveTo>
                  <a:pt x="26916" y="38892"/>
                </a:moveTo>
                <a:cubicBezTo>
                  <a:pt x="26931" y="38980"/>
                  <a:pt x="26975" y="39069"/>
                  <a:pt x="26990" y="39142"/>
                </a:cubicBezTo>
                <a:lnTo>
                  <a:pt x="26872" y="39422"/>
                </a:lnTo>
                <a:cubicBezTo>
                  <a:pt x="26843" y="39334"/>
                  <a:pt x="26828" y="39245"/>
                  <a:pt x="26784" y="39172"/>
                </a:cubicBezTo>
                <a:cubicBezTo>
                  <a:pt x="26828" y="39069"/>
                  <a:pt x="26872" y="38980"/>
                  <a:pt x="26916" y="38892"/>
                </a:cubicBezTo>
                <a:close/>
                <a:moveTo>
                  <a:pt x="26195" y="38892"/>
                </a:moveTo>
                <a:lnTo>
                  <a:pt x="26195" y="38907"/>
                </a:lnTo>
                <a:cubicBezTo>
                  <a:pt x="26254" y="38980"/>
                  <a:pt x="26284" y="39069"/>
                  <a:pt x="26343" y="39172"/>
                </a:cubicBezTo>
                <a:cubicBezTo>
                  <a:pt x="26284" y="39260"/>
                  <a:pt x="26239" y="39363"/>
                  <a:pt x="26181" y="39466"/>
                </a:cubicBezTo>
                <a:cubicBezTo>
                  <a:pt x="26166" y="39422"/>
                  <a:pt x="26136" y="39363"/>
                  <a:pt x="26107" y="39334"/>
                </a:cubicBezTo>
                <a:cubicBezTo>
                  <a:pt x="26063" y="39275"/>
                  <a:pt x="26048" y="39245"/>
                  <a:pt x="26004" y="39186"/>
                </a:cubicBezTo>
                <a:cubicBezTo>
                  <a:pt x="26078" y="39098"/>
                  <a:pt x="26136" y="38980"/>
                  <a:pt x="26195" y="38892"/>
                </a:cubicBezTo>
                <a:close/>
                <a:moveTo>
                  <a:pt x="26578" y="38892"/>
                </a:moveTo>
                <a:lnTo>
                  <a:pt x="26696" y="39172"/>
                </a:lnTo>
                <a:cubicBezTo>
                  <a:pt x="26637" y="39260"/>
                  <a:pt x="26593" y="39363"/>
                  <a:pt x="26549" y="39466"/>
                </a:cubicBezTo>
                <a:cubicBezTo>
                  <a:pt x="26504" y="39363"/>
                  <a:pt x="26475" y="39275"/>
                  <a:pt x="26416" y="39186"/>
                </a:cubicBezTo>
                <a:cubicBezTo>
                  <a:pt x="26490" y="39069"/>
                  <a:pt x="26534" y="38980"/>
                  <a:pt x="26578" y="38892"/>
                </a:cubicBezTo>
                <a:close/>
                <a:moveTo>
                  <a:pt x="15953" y="24485"/>
                </a:moveTo>
                <a:lnTo>
                  <a:pt x="15953" y="24485"/>
                </a:lnTo>
                <a:cubicBezTo>
                  <a:pt x="15835" y="26883"/>
                  <a:pt x="16909" y="29326"/>
                  <a:pt x="19293" y="32123"/>
                </a:cubicBezTo>
                <a:cubicBezTo>
                  <a:pt x="20176" y="33153"/>
                  <a:pt x="21177" y="34065"/>
                  <a:pt x="22134" y="34948"/>
                </a:cubicBezTo>
                <a:cubicBezTo>
                  <a:pt x="23605" y="36302"/>
                  <a:pt x="24989" y="37553"/>
                  <a:pt x="25916" y="39186"/>
                </a:cubicBezTo>
                <a:cubicBezTo>
                  <a:pt x="25842" y="39289"/>
                  <a:pt x="25798" y="39392"/>
                  <a:pt x="25724" y="39481"/>
                </a:cubicBezTo>
                <a:cubicBezTo>
                  <a:pt x="24738" y="37950"/>
                  <a:pt x="23399" y="36788"/>
                  <a:pt x="21972" y="35551"/>
                </a:cubicBezTo>
                <a:cubicBezTo>
                  <a:pt x="20897" y="34639"/>
                  <a:pt x="19794" y="33682"/>
                  <a:pt x="18852" y="32564"/>
                </a:cubicBezTo>
                <a:cubicBezTo>
                  <a:pt x="16571" y="29856"/>
                  <a:pt x="15585" y="27075"/>
                  <a:pt x="15909" y="24544"/>
                </a:cubicBezTo>
                <a:cubicBezTo>
                  <a:pt x="15909" y="24529"/>
                  <a:pt x="15923" y="24499"/>
                  <a:pt x="15953" y="24485"/>
                </a:cubicBezTo>
                <a:close/>
                <a:moveTo>
                  <a:pt x="27520" y="39348"/>
                </a:moveTo>
                <a:lnTo>
                  <a:pt x="27520" y="39407"/>
                </a:lnTo>
                <a:cubicBezTo>
                  <a:pt x="27520" y="39437"/>
                  <a:pt x="27505" y="39466"/>
                  <a:pt x="27505" y="39495"/>
                </a:cubicBezTo>
                <a:lnTo>
                  <a:pt x="27505" y="39437"/>
                </a:lnTo>
                <a:cubicBezTo>
                  <a:pt x="27505" y="39407"/>
                  <a:pt x="27520" y="39392"/>
                  <a:pt x="27520" y="39348"/>
                </a:cubicBezTo>
                <a:close/>
                <a:moveTo>
                  <a:pt x="27417" y="39275"/>
                </a:moveTo>
                <a:cubicBezTo>
                  <a:pt x="27432" y="39334"/>
                  <a:pt x="27432" y="39392"/>
                  <a:pt x="27432" y="39422"/>
                </a:cubicBezTo>
                <a:lnTo>
                  <a:pt x="27373" y="39643"/>
                </a:lnTo>
                <a:cubicBezTo>
                  <a:pt x="27373" y="39584"/>
                  <a:pt x="27358" y="39554"/>
                  <a:pt x="27358" y="39495"/>
                </a:cubicBezTo>
                <a:lnTo>
                  <a:pt x="27417" y="39275"/>
                </a:lnTo>
                <a:close/>
                <a:moveTo>
                  <a:pt x="27240" y="39289"/>
                </a:moveTo>
                <a:cubicBezTo>
                  <a:pt x="27270" y="39363"/>
                  <a:pt x="27270" y="39437"/>
                  <a:pt x="27284" y="39495"/>
                </a:cubicBezTo>
                <a:cubicBezTo>
                  <a:pt x="27270" y="39584"/>
                  <a:pt x="27240" y="39657"/>
                  <a:pt x="27211" y="39760"/>
                </a:cubicBezTo>
                <a:lnTo>
                  <a:pt x="27152" y="39540"/>
                </a:lnTo>
                <a:cubicBezTo>
                  <a:pt x="27196" y="39466"/>
                  <a:pt x="27225" y="39392"/>
                  <a:pt x="27240" y="39289"/>
                </a:cubicBezTo>
                <a:close/>
                <a:moveTo>
                  <a:pt x="27019" y="39289"/>
                </a:moveTo>
                <a:cubicBezTo>
                  <a:pt x="27034" y="39392"/>
                  <a:pt x="27064" y="39466"/>
                  <a:pt x="27078" y="39554"/>
                </a:cubicBezTo>
                <a:cubicBezTo>
                  <a:pt x="27034" y="39643"/>
                  <a:pt x="27019" y="39731"/>
                  <a:pt x="26990" y="39804"/>
                </a:cubicBezTo>
                <a:cubicBezTo>
                  <a:pt x="26975" y="39716"/>
                  <a:pt x="26931" y="39643"/>
                  <a:pt x="26916" y="39554"/>
                </a:cubicBezTo>
                <a:cubicBezTo>
                  <a:pt x="26946" y="39466"/>
                  <a:pt x="26990" y="39363"/>
                  <a:pt x="27019" y="39289"/>
                </a:cubicBezTo>
                <a:close/>
                <a:moveTo>
                  <a:pt x="26725" y="39275"/>
                </a:moveTo>
                <a:cubicBezTo>
                  <a:pt x="26769" y="39363"/>
                  <a:pt x="26784" y="39466"/>
                  <a:pt x="26813" y="39554"/>
                </a:cubicBezTo>
                <a:cubicBezTo>
                  <a:pt x="26784" y="39643"/>
                  <a:pt x="26725" y="39731"/>
                  <a:pt x="26696" y="39834"/>
                </a:cubicBezTo>
                <a:lnTo>
                  <a:pt x="26578" y="39554"/>
                </a:lnTo>
                <a:cubicBezTo>
                  <a:pt x="26637" y="39466"/>
                  <a:pt x="26666" y="39363"/>
                  <a:pt x="26725" y="39275"/>
                </a:cubicBezTo>
                <a:close/>
                <a:moveTo>
                  <a:pt x="15806" y="24764"/>
                </a:moveTo>
                <a:lnTo>
                  <a:pt x="15806" y="24764"/>
                </a:lnTo>
                <a:cubicBezTo>
                  <a:pt x="15541" y="27266"/>
                  <a:pt x="16571" y="29974"/>
                  <a:pt x="18778" y="32623"/>
                </a:cubicBezTo>
                <a:cubicBezTo>
                  <a:pt x="19720" y="33741"/>
                  <a:pt x="20824" y="34698"/>
                  <a:pt x="21913" y="35610"/>
                </a:cubicBezTo>
                <a:cubicBezTo>
                  <a:pt x="23340" y="36846"/>
                  <a:pt x="24709" y="38024"/>
                  <a:pt x="25666" y="39554"/>
                </a:cubicBezTo>
                <a:cubicBezTo>
                  <a:pt x="25592" y="39657"/>
                  <a:pt x="25518" y="39760"/>
                  <a:pt x="25445" y="39849"/>
                </a:cubicBezTo>
                <a:cubicBezTo>
                  <a:pt x="24444" y="38436"/>
                  <a:pt x="23120" y="37332"/>
                  <a:pt x="21707" y="36184"/>
                </a:cubicBezTo>
                <a:cubicBezTo>
                  <a:pt x="20529" y="35228"/>
                  <a:pt x="19337" y="34242"/>
                  <a:pt x="18337" y="33035"/>
                </a:cubicBezTo>
                <a:cubicBezTo>
                  <a:pt x="16159" y="30386"/>
                  <a:pt x="15246" y="27472"/>
                  <a:pt x="15806" y="24764"/>
                </a:cubicBezTo>
                <a:close/>
                <a:moveTo>
                  <a:pt x="25975" y="39260"/>
                </a:moveTo>
                <a:cubicBezTo>
                  <a:pt x="25989" y="39289"/>
                  <a:pt x="26019" y="39334"/>
                  <a:pt x="26048" y="39363"/>
                </a:cubicBezTo>
                <a:cubicBezTo>
                  <a:pt x="26048" y="39422"/>
                  <a:pt x="26092" y="39495"/>
                  <a:pt x="26122" y="39554"/>
                </a:cubicBezTo>
                <a:cubicBezTo>
                  <a:pt x="26063" y="39643"/>
                  <a:pt x="25989" y="39760"/>
                  <a:pt x="25930" y="39849"/>
                </a:cubicBezTo>
                <a:cubicBezTo>
                  <a:pt x="25930" y="39834"/>
                  <a:pt x="25916" y="39834"/>
                  <a:pt x="25916" y="39804"/>
                </a:cubicBezTo>
                <a:cubicBezTo>
                  <a:pt x="25872" y="39716"/>
                  <a:pt x="25813" y="39643"/>
                  <a:pt x="25769" y="39554"/>
                </a:cubicBezTo>
                <a:cubicBezTo>
                  <a:pt x="25842" y="39466"/>
                  <a:pt x="25901" y="39348"/>
                  <a:pt x="25975" y="39260"/>
                </a:cubicBezTo>
                <a:close/>
                <a:moveTo>
                  <a:pt x="26387" y="39275"/>
                </a:moveTo>
                <a:cubicBezTo>
                  <a:pt x="26416" y="39363"/>
                  <a:pt x="26460" y="39466"/>
                  <a:pt x="26504" y="39569"/>
                </a:cubicBezTo>
                <a:cubicBezTo>
                  <a:pt x="26460" y="39643"/>
                  <a:pt x="26401" y="39731"/>
                  <a:pt x="26343" y="39849"/>
                </a:cubicBezTo>
                <a:cubicBezTo>
                  <a:pt x="26298" y="39760"/>
                  <a:pt x="26254" y="39657"/>
                  <a:pt x="26210" y="39569"/>
                </a:cubicBezTo>
                <a:cubicBezTo>
                  <a:pt x="26269" y="39481"/>
                  <a:pt x="26328" y="39392"/>
                  <a:pt x="26387" y="39275"/>
                </a:cubicBezTo>
                <a:close/>
                <a:moveTo>
                  <a:pt x="27432" y="39701"/>
                </a:moveTo>
                <a:cubicBezTo>
                  <a:pt x="27446" y="39760"/>
                  <a:pt x="27446" y="39790"/>
                  <a:pt x="27446" y="39804"/>
                </a:cubicBezTo>
                <a:cubicBezTo>
                  <a:pt x="27432" y="39863"/>
                  <a:pt x="27432" y="39922"/>
                  <a:pt x="27402" y="39981"/>
                </a:cubicBezTo>
                <a:cubicBezTo>
                  <a:pt x="27402" y="39937"/>
                  <a:pt x="27402" y="39922"/>
                  <a:pt x="27387" y="39878"/>
                </a:cubicBezTo>
                <a:lnTo>
                  <a:pt x="27387" y="39863"/>
                </a:lnTo>
                <a:cubicBezTo>
                  <a:pt x="27402" y="39804"/>
                  <a:pt x="27402" y="39760"/>
                  <a:pt x="27432" y="39701"/>
                </a:cubicBezTo>
                <a:close/>
                <a:moveTo>
                  <a:pt x="27314" y="39701"/>
                </a:moveTo>
                <a:cubicBezTo>
                  <a:pt x="27314" y="39775"/>
                  <a:pt x="27314" y="39834"/>
                  <a:pt x="27343" y="39878"/>
                </a:cubicBezTo>
                <a:lnTo>
                  <a:pt x="27284" y="40099"/>
                </a:lnTo>
                <a:cubicBezTo>
                  <a:pt x="27270" y="40040"/>
                  <a:pt x="27270" y="39981"/>
                  <a:pt x="27240" y="39922"/>
                </a:cubicBezTo>
                <a:cubicBezTo>
                  <a:pt x="27270" y="39849"/>
                  <a:pt x="27284" y="39775"/>
                  <a:pt x="27314" y="39701"/>
                </a:cubicBezTo>
                <a:close/>
                <a:moveTo>
                  <a:pt x="27122" y="39672"/>
                </a:moveTo>
                <a:cubicBezTo>
                  <a:pt x="27137" y="39760"/>
                  <a:pt x="27152" y="39849"/>
                  <a:pt x="27167" y="39922"/>
                </a:cubicBezTo>
                <a:cubicBezTo>
                  <a:pt x="27137" y="40010"/>
                  <a:pt x="27122" y="40084"/>
                  <a:pt x="27078" y="40172"/>
                </a:cubicBezTo>
                <a:cubicBezTo>
                  <a:pt x="27064" y="40099"/>
                  <a:pt x="27034" y="40010"/>
                  <a:pt x="27019" y="39937"/>
                </a:cubicBezTo>
                <a:cubicBezTo>
                  <a:pt x="27064" y="39849"/>
                  <a:pt x="27078" y="39775"/>
                  <a:pt x="27122" y="39672"/>
                </a:cubicBezTo>
                <a:close/>
                <a:moveTo>
                  <a:pt x="15658" y="25162"/>
                </a:moveTo>
                <a:lnTo>
                  <a:pt x="15658" y="25162"/>
                </a:lnTo>
                <a:cubicBezTo>
                  <a:pt x="15276" y="27781"/>
                  <a:pt x="16203" y="30563"/>
                  <a:pt x="18293" y="33094"/>
                </a:cubicBezTo>
                <a:cubicBezTo>
                  <a:pt x="19279" y="34286"/>
                  <a:pt x="20500" y="35287"/>
                  <a:pt x="21677" y="36243"/>
                </a:cubicBezTo>
                <a:cubicBezTo>
                  <a:pt x="23075" y="37406"/>
                  <a:pt x="24415" y="38480"/>
                  <a:pt x="25401" y="39907"/>
                </a:cubicBezTo>
                <a:cubicBezTo>
                  <a:pt x="25327" y="39996"/>
                  <a:pt x="25253" y="40099"/>
                  <a:pt x="25180" y="40202"/>
                </a:cubicBezTo>
                <a:cubicBezTo>
                  <a:pt x="24179" y="38848"/>
                  <a:pt x="22811" y="37803"/>
                  <a:pt x="21486" y="36773"/>
                </a:cubicBezTo>
                <a:cubicBezTo>
                  <a:pt x="20220" y="35802"/>
                  <a:pt x="18911" y="34786"/>
                  <a:pt x="17881" y="33521"/>
                </a:cubicBezTo>
                <a:cubicBezTo>
                  <a:pt x="15806" y="31034"/>
                  <a:pt x="14981" y="27928"/>
                  <a:pt x="15658" y="25162"/>
                </a:cubicBezTo>
                <a:close/>
                <a:moveTo>
                  <a:pt x="26858" y="39657"/>
                </a:moveTo>
                <a:cubicBezTo>
                  <a:pt x="26872" y="39760"/>
                  <a:pt x="26916" y="39849"/>
                  <a:pt x="26931" y="39922"/>
                </a:cubicBezTo>
                <a:lnTo>
                  <a:pt x="26828" y="40202"/>
                </a:lnTo>
                <a:cubicBezTo>
                  <a:pt x="26784" y="40099"/>
                  <a:pt x="26769" y="40010"/>
                  <a:pt x="26725" y="39922"/>
                </a:cubicBezTo>
                <a:cubicBezTo>
                  <a:pt x="26784" y="39849"/>
                  <a:pt x="26828" y="39760"/>
                  <a:pt x="26858" y="39657"/>
                </a:cubicBezTo>
                <a:close/>
                <a:moveTo>
                  <a:pt x="25724" y="39628"/>
                </a:moveTo>
                <a:cubicBezTo>
                  <a:pt x="25754" y="39701"/>
                  <a:pt x="25798" y="39775"/>
                  <a:pt x="25842" y="39849"/>
                </a:cubicBezTo>
                <a:cubicBezTo>
                  <a:pt x="25857" y="39863"/>
                  <a:pt x="25857" y="39907"/>
                  <a:pt x="25886" y="39922"/>
                </a:cubicBezTo>
                <a:cubicBezTo>
                  <a:pt x="25813" y="40010"/>
                  <a:pt x="25754" y="40128"/>
                  <a:pt x="25680" y="40217"/>
                </a:cubicBezTo>
                <a:cubicBezTo>
                  <a:pt x="25621" y="40128"/>
                  <a:pt x="25548" y="40010"/>
                  <a:pt x="25504" y="39922"/>
                </a:cubicBezTo>
                <a:cubicBezTo>
                  <a:pt x="25577" y="39834"/>
                  <a:pt x="25651" y="39716"/>
                  <a:pt x="25724" y="39628"/>
                </a:cubicBezTo>
                <a:close/>
                <a:moveTo>
                  <a:pt x="26181" y="39628"/>
                </a:moveTo>
                <a:cubicBezTo>
                  <a:pt x="26210" y="39731"/>
                  <a:pt x="26254" y="39834"/>
                  <a:pt x="26298" y="39922"/>
                </a:cubicBezTo>
                <a:cubicBezTo>
                  <a:pt x="26254" y="40010"/>
                  <a:pt x="26195" y="40099"/>
                  <a:pt x="26136" y="40217"/>
                </a:cubicBezTo>
                <a:cubicBezTo>
                  <a:pt x="26078" y="40128"/>
                  <a:pt x="26048" y="40025"/>
                  <a:pt x="25989" y="39922"/>
                </a:cubicBezTo>
                <a:cubicBezTo>
                  <a:pt x="26048" y="39834"/>
                  <a:pt x="26122" y="39731"/>
                  <a:pt x="26181" y="39628"/>
                </a:cubicBezTo>
                <a:close/>
                <a:moveTo>
                  <a:pt x="26534" y="39657"/>
                </a:moveTo>
                <a:lnTo>
                  <a:pt x="26637" y="39937"/>
                </a:lnTo>
                <a:cubicBezTo>
                  <a:pt x="26593" y="40025"/>
                  <a:pt x="26549" y="40128"/>
                  <a:pt x="26490" y="40217"/>
                </a:cubicBezTo>
                <a:cubicBezTo>
                  <a:pt x="26475" y="40128"/>
                  <a:pt x="26431" y="40025"/>
                  <a:pt x="26387" y="39937"/>
                </a:cubicBezTo>
                <a:cubicBezTo>
                  <a:pt x="26431" y="39849"/>
                  <a:pt x="26490" y="39760"/>
                  <a:pt x="26534" y="39657"/>
                </a:cubicBezTo>
                <a:close/>
                <a:moveTo>
                  <a:pt x="27461" y="40172"/>
                </a:moveTo>
                <a:lnTo>
                  <a:pt x="27461" y="40202"/>
                </a:lnTo>
                <a:cubicBezTo>
                  <a:pt x="27461" y="40231"/>
                  <a:pt x="27446" y="40275"/>
                  <a:pt x="27446" y="40305"/>
                </a:cubicBezTo>
                <a:lnTo>
                  <a:pt x="27446" y="40275"/>
                </a:lnTo>
                <a:cubicBezTo>
                  <a:pt x="27446" y="40231"/>
                  <a:pt x="27461" y="40217"/>
                  <a:pt x="27461" y="40172"/>
                </a:cubicBezTo>
                <a:close/>
                <a:moveTo>
                  <a:pt x="27373" y="40128"/>
                </a:moveTo>
                <a:lnTo>
                  <a:pt x="27373" y="40128"/>
                </a:lnTo>
                <a:cubicBezTo>
                  <a:pt x="27358" y="40172"/>
                  <a:pt x="27373" y="40217"/>
                  <a:pt x="27373" y="40275"/>
                </a:cubicBezTo>
                <a:cubicBezTo>
                  <a:pt x="27358" y="40320"/>
                  <a:pt x="27358" y="40393"/>
                  <a:pt x="27343" y="40452"/>
                </a:cubicBezTo>
                <a:cubicBezTo>
                  <a:pt x="27343" y="40393"/>
                  <a:pt x="27314" y="40364"/>
                  <a:pt x="27314" y="40305"/>
                </a:cubicBezTo>
                <a:cubicBezTo>
                  <a:pt x="27343" y="40246"/>
                  <a:pt x="27358" y="40172"/>
                  <a:pt x="27373" y="40128"/>
                </a:cubicBezTo>
                <a:close/>
                <a:moveTo>
                  <a:pt x="27167" y="40084"/>
                </a:moveTo>
                <a:cubicBezTo>
                  <a:pt x="27211" y="40158"/>
                  <a:pt x="27211" y="40231"/>
                  <a:pt x="27225" y="40305"/>
                </a:cubicBezTo>
                <a:cubicBezTo>
                  <a:pt x="27211" y="40378"/>
                  <a:pt x="27181" y="40467"/>
                  <a:pt x="27152" y="40540"/>
                </a:cubicBezTo>
                <a:lnTo>
                  <a:pt x="27093" y="40320"/>
                </a:lnTo>
                <a:cubicBezTo>
                  <a:pt x="27108" y="40246"/>
                  <a:pt x="27152" y="40172"/>
                  <a:pt x="27167" y="40084"/>
                </a:cubicBezTo>
                <a:close/>
                <a:moveTo>
                  <a:pt x="15467" y="25633"/>
                </a:moveTo>
                <a:cubicBezTo>
                  <a:pt x="14996" y="28296"/>
                  <a:pt x="15820" y="31225"/>
                  <a:pt x="17792" y="33594"/>
                </a:cubicBezTo>
                <a:cubicBezTo>
                  <a:pt x="18837" y="34860"/>
                  <a:pt x="20147" y="35890"/>
                  <a:pt x="21412" y="36861"/>
                </a:cubicBezTo>
                <a:cubicBezTo>
                  <a:pt x="22737" y="37891"/>
                  <a:pt x="24091" y="38951"/>
                  <a:pt x="25106" y="40290"/>
                </a:cubicBezTo>
                <a:cubicBezTo>
                  <a:pt x="25033" y="40378"/>
                  <a:pt x="24944" y="40496"/>
                  <a:pt x="24871" y="40584"/>
                </a:cubicBezTo>
                <a:cubicBezTo>
                  <a:pt x="23826" y="39334"/>
                  <a:pt x="22487" y="38333"/>
                  <a:pt x="21177" y="37376"/>
                </a:cubicBezTo>
                <a:cubicBezTo>
                  <a:pt x="19808" y="36390"/>
                  <a:pt x="18410" y="35360"/>
                  <a:pt x="17351" y="34036"/>
                </a:cubicBezTo>
                <a:cubicBezTo>
                  <a:pt x="15393" y="31622"/>
                  <a:pt x="14702" y="28429"/>
                  <a:pt x="15467" y="25633"/>
                </a:cubicBezTo>
                <a:close/>
                <a:moveTo>
                  <a:pt x="25445" y="39996"/>
                </a:moveTo>
                <a:cubicBezTo>
                  <a:pt x="25518" y="40084"/>
                  <a:pt x="25563" y="40172"/>
                  <a:pt x="25621" y="40290"/>
                </a:cubicBezTo>
                <a:cubicBezTo>
                  <a:pt x="25548" y="40378"/>
                  <a:pt x="25474" y="40496"/>
                  <a:pt x="25430" y="40584"/>
                </a:cubicBezTo>
                <a:cubicBezTo>
                  <a:pt x="25357" y="40496"/>
                  <a:pt x="25298" y="40378"/>
                  <a:pt x="25224" y="40290"/>
                </a:cubicBezTo>
                <a:cubicBezTo>
                  <a:pt x="25298" y="40202"/>
                  <a:pt x="25371" y="40084"/>
                  <a:pt x="25445" y="39996"/>
                </a:cubicBezTo>
                <a:close/>
                <a:moveTo>
                  <a:pt x="25930" y="39996"/>
                </a:moveTo>
                <a:cubicBezTo>
                  <a:pt x="25975" y="40099"/>
                  <a:pt x="26033" y="40202"/>
                  <a:pt x="26092" y="40290"/>
                </a:cubicBezTo>
                <a:cubicBezTo>
                  <a:pt x="26033" y="40378"/>
                  <a:pt x="25975" y="40467"/>
                  <a:pt x="25901" y="40584"/>
                </a:cubicBezTo>
                <a:cubicBezTo>
                  <a:pt x="25842" y="40496"/>
                  <a:pt x="25798" y="40378"/>
                  <a:pt x="25739" y="40290"/>
                </a:cubicBezTo>
                <a:cubicBezTo>
                  <a:pt x="25813" y="40202"/>
                  <a:pt x="25872" y="40099"/>
                  <a:pt x="25930" y="39996"/>
                </a:cubicBezTo>
                <a:close/>
                <a:moveTo>
                  <a:pt x="26343" y="40025"/>
                </a:moveTo>
                <a:cubicBezTo>
                  <a:pt x="26387" y="40128"/>
                  <a:pt x="26416" y="40217"/>
                  <a:pt x="26475" y="40320"/>
                </a:cubicBezTo>
                <a:cubicBezTo>
                  <a:pt x="26416" y="40393"/>
                  <a:pt x="26357" y="40496"/>
                  <a:pt x="26298" y="40584"/>
                </a:cubicBezTo>
                <a:cubicBezTo>
                  <a:pt x="26269" y="40496"/>
                  <a:pt x="26210" y="40393"/>
                  <a:pt x="26181" y="40305"/>
                </a:cubicBezTo>
                <a:lnTo>
                  <a:pt x="26343" y="40025"/>
                </a:lnTo>
                <a:close/>
                <a:moveTo>
                  <a:pt x="26681" y="40025"/>
                </a:moveTo>
                <a:cubicBezTo>
                  <a:pt x="26710" y="40128"/>
                  <a:pt x="26725" y="40217"/>
                  <a:pt x="26769" y="40305"/>
                </a:cubicBezTo>
                <a:cubicBezTo>
                  <a:pt x="26725" y="40393"/>
                  <a:pt x="26696" y="40496"/>
                  <a:pt x="26637" y="40584"/>
                </a:cubicBezTo>
                <a:cubicBezTo>
                  <a:pt x="26622" y="40496"/>
                  <a:pt x="26578" y="40393"/>
                  <a:pt x="26549" y="40305"/>
                </a:cubicBezTo>
                <a:cubicBezTo>
                  <a:pt x="26607" y="40217"/>
                  <a:pt x="26637" y="40128"/>
                  <a:pt x="26681" y="40025"/>
                </a:cubicBezTo>
                <a:close/>
                <a:moveTo>
                  <a:pt x="26975" y="40069"/>
                </a:moveTo>
                <a:cubicBezTo>
                  <a:pt x="26990" y="40158"/>
                  <a:pt x="27005" y="40231"/>
                  <a:pt x="27019" y="40320"/>
                </a:cubicBezTo>
                <a:cubicBezTo>
                  <a:pt x="26990" y="40423"/>
                  <a:pt x="26975" y="40496"/>
                  <a:pt x="26931" y="40584"/>
                </a:cubicBezTo>
                <a:cubicBezTo>
                  <a:pt x="26916" y="40496"/>
                  <a:pt x="26872" y="40423"/>
                  <a:pt x="26858" y="40320"/>
                </a:cubicBezTo>
                <a:cubicBezTo>
                  <a:pt x="26902" y="40231"/>
                  <a:pt x="26931" y="40158"/>
                  <a:pt x="26975" y="40069"/>
                </a:cubicBezTo>
                <a:close/>
                <a:moveTo>
                  <a:pt x="27387" y="40584"/>
                </a:moveTo>
                <a:lnTo>
                  <a:pt x="27387" y="40658"/>
                </a:lnTo>
                <a:cubicBezTo>
                  <a:pt x="27387" y="40717"/>
                  <a:pt x="27373" y="40746"/>
                  <a:pt x="27373" y="40805"/>
                </a:cubicBezTo>
                <a:cubicBezTo>
                  <a:pt x="27373" y="40761"/>
                  <a:pt x="27373" y="40732"/>
                  <a:pt x="27358" y="40717"/>
                </a:cubicBezTo>
                <a:cubicBezTo>
                  <a:pt x="27373" y="40673"/>
                  <a:pt x="27373" y="40614"/>
                  <a:pt x="27387" y="40584"/>
                </a:cubicBezTo>
                <a:close/>
                <a:moveTo>
                  <a:pt x="25165" y="40364"/>
                </a:moveTo>
                <a:cubicBezTo>
                  <a:pt x="25239" y="40452"/>
                  <a:pt x="25312" y="40540"/>
                  <a:pt x="25371" y="40658"/>
                </a:cubicBezTo>
                <a:cubicBezTo>
                  <a:pt x="25312" y="40732"/>
                  <a:pt x="25239" y="40820"/>
                  <a:pt x="25180" y="40893"/>
                </a:cubicBezTo>
                <a:cubicBezTo>
                  <a:pt x="25165" y="40879"/>
                  <a:pt x="25150" y="40879"/>
                  <a:pt x="25150" y="40864"/>
                </a:cubicBezTo>
                <a:lnTo>
                  <a:pt x="25106" y="40893"/>
                </a:lnTo>
                <a:cubicBezTo>
                  <a:pt x="25062" y="40820"/>
                  <a:pt x="24974" y="40732"/>
                  <a:pt x="24930" y="40658"/>
                </a:cubicBezTo>
                <a:cubicBezTo>
                  <a:pt x="25003" y="40570"/>
                  <a:pt x="25092" y="40452"/>
                  <a:pt x="25165" y="40364"/>
                </a:cubicBezTo>
                <a:close/>
                <a:moveTo>
                  <a:pt x="27240" y="40511"/>
                </a:moveTo>
                <a:cubicBezTo>
                  <a:pt x="27270" y="40570"/>
                  <a:pt x="27270" y="40643"/>
                  <a:pt x="27284" y="40687"/>
                </a:cubicBezTo>
                <a:lnTo>
                  <a:pt x="27225" y="40908"/>
                </a:lnTo>
                <a:cubicBezTo>
                  <a:pt x="27211" y="40835"/>
                  <a:pt x="27211" y="40790"/>
                  <a:pt x="27196" y="40717"/>
                </a:cubicBezTo>
                <a:cubicBezTo>
                  <a:pt x="27211" y="40643"/>
                  <a:pt x="27225" y="40584"/>
                  <a:pt x="27240" y="40511"/>
                </a:cubicBezTo>
                <a:close/>
                <a:moveTo>
                  <a:pt x="15261" y="26074"/>
                </a:moveTo>
                <a:lnTo>
                  <a:pt x="15261" y="26074"/>
                </a:lnTo>
                <a:cubicBezTo>
                  <a:pt x="14672" y="28767"/>
                  <a:pt x="15408" y="31769"/>
                  <a:pt x="17277" y="34065"/>
                </a:cubicBezTo>
                <a:cubicBezTo>
                  <a:pt x="18366" y="35390"/>
                  <a:pt x="19764" y="36449"/>
                  <a:pt x="21118" y="37435"/>
                </a:cubicBezTo>
                <a:cubicBezTo>
                  <a:pt x="22428" y="38392"/>
                  <a:pt x="23767" y="39392"/>
                  <a:pt x="24797" y="40643"/>
                </a:cubicBezTo>
                <a:cubicBezTo>
                  <a:pt x="24709" y="40746"/>
                  <a:pt x="24635" y="40835"/>
                  <a:pt x="24547" y="40938"/>
                </a:cubicBezTo>
                <a:cubicBezTo>
                  <a:pt x="23517" y="39775"/>
                  <a:pt x="22192" y="38833"/>
                  <a:pt x="20883" y="37935"/>
                </a:cubicBezTo>
                <a:cubicBezTo>
                  <a:pt x="19440" y="36920"/>
                  <a:pt x="17954" y="35890"/>
                  <a:pt x="16850" y="34507"/>
                </a:cubicBezTo>
                <a:cubicBezTo>
                  <a:pt x="14967" y="32181"/>
                  <a:pt x="14378" y="28914"/>
                  <a:pt x="15261" y="26074"/>
                </a:cubicBezTo>
                <a:close/>
                <a:moveTo>
                  <a:pt x="25680" y="40349"/>
                </a:moveTo>
                <a:cubicBezTo>
                  <a:pt x="25739" y="40452"/>
                  <a:pt x="25798" y="40540"/>
                  <a:pt x="25842" y="40658"/>
                </a:cubicBezTo>
                <a:cubicBezTo>
                  <a:pt x="25798" y="40746"/>
                  <a:pt x="25710" y="40835"/>
                  <a:pt x="25666" y="40938"/>
                </a:cubicBezTo>
                <a:cubicBezTo>
                  <a:pt x="25621" y="40879"/>
                  <a:pt x="25592" y="40805"/>
                  <a:pt x="25548" y="40746"/>
                </a:cubicBezTo>
                <a:cubicBezTo>
                  <a:pt x="25533" y="40717"/>
                  <a:pt x="25504" y="40673"/>
                  <a:pt x="25474" y="40643"/>
                </a:cubicBezTo>
                <a:cubicBezTo>
                  <a:pt x="25548" y="40540"/>
                  <a:pt x="25621" y="40452"/>
                  <a:pt x="25680" y="40349"/>
                </a:cubicBezTo>
                <a:close/>
                <a:moveTo>
                  <a:pt x="26136" y="40378"/>
                </a:moveTo>
                <a:cubicBezTo>
                  <a:pt x="26195" y="40467"/>
                  <a:pt x="26239" y="40584"/>
                  <a:pt x="26269" y="40673"/>
                </a:cubicBezTo>
                <a:lnTo>
                  <a:pt x="26107" y="40952"/>
                </a:lnTo>
                <a:cubicBezTo>
                  <a:pt x="26048" y="40864"/>
                  <a:pt x="26019" y="40746"/>
                  <a:pt x="25960" y="40658"/>
                </a:cubicBezTo>
                <a:cubicBezTo>
                  <a:pt x="26019" y="40570"/>
                  <a:pt x="26063" y="40467"/>
                  <a:pt x="26136" y="40378"/>
                </a:cubicBezTo>
                <a:close/>
                <a:moveTo>
                  <a:pt x="26490" y="40393"/>
                </a:moveTo>
                <a:lnTo>
                  <a:pt x="26593" y="40673"/>
                </a:lnTo>
                <a:cubicBezTo>
                  <a:pt x="26563" y="40761"/>
                  <a:pt x="26504" y="40864"/>
                  <a:pt x="26475" y="40952"/>
                </a:cubicBezTo>
                <a:cubicBezTo>
                  <a:pt x="26431" y="40864"/>
                  <a:pt x="26401" y="40761"/>
                  <a:pt x="26343" y="40673"/>
                </a:cubicBezTo>
                <a:cubicBezTo>
                  <a:pt x="26401" y="40584"/>
                  <a:pt x="26431" y="40496"/>
                  <a:pt x="26490" y="40393"/>
                </a:cubicBezTo>
                <a:close/>
                <a:moveTo>
                  <a:pt x="27078" y="40467"/>
                </a:moveTo>
                <a:cubicBezTo>
                  <a:pt x="27078" y="40540"/>
                  <a:pt x="27093" y="40643"/>
                  <a:pt x="27122" y="40717"/>
                </a:cubicBezTo>
                <a:cubicBezTo>
                  <a:pt x="27093" y="40790"/>
                  <a:pt x="27064" y="40879"/>
                  <a:pt x="27034" y="40952"/>
                </a:cubicBezTo>
                <a:cubicBezTo>
                  <a:pt x="27019" y="40879"/>
                  <a:pt x="27005" y="40790"/>
                  <a:pt x="26990" y="40717"/>
                </a:cubicBezTo>
                <a:cubicBezTo>
                  <a:pt x="27019" y="40643"/>
                  <a:pt x="27034" y="40540"/>
                  <a:pt x="27078" y="40467"/>
                </a:cubicBezTo>
                <a:close/>
                <a:moveTo>
                  <a:pt x="26799" y="40437"/>
                </a:moveTo>
                <a:cubicBezTo>
                  <a:pt x="26813" y="40526"/>
                  <a:pt x="26858" y="40614"/>
                  <a:pt x="26872" y="40717"/>
                </a:cubicBezTo>
                <a:cubicBezTo>
                  <a:pt x="26843" y="40805"/>
                  <a:pt x="26799" y="40879"/>
                  <a:pt x="26769" y="40967"/>
                </a:cubicBezTo>
                <a:cubicBezTo>
                  <a:pt x="26725" y="40879"/>
                  <a:pt x="26710" y="40790"/>
                  <a:pt x="26681" y="40687"/>
                </a:cubicBezTo>
                <a:cubicBezTo>
                  <a:pt x="26725" y="40599"/>
                  <a:pt x="26769" y="40526"/>
                  <a:pt x="26799" y="40437"/>
                </a:cubicBezTo>
                <a:close/>
                <a:moveTo>
                  <a:pt x="24871" y="40717"/>
                </a:moveTo>
                <a:cubicBezTo>
                  <a:pt x="24944" y="40805"/>
                  <a:pt x="25003" y="40879"/>
                  <a:pt x="25062" y="40952"/>
                </a:cubicBezTo>
                <a:lnTo>
                  <a:pt x="25003" y="41011"/>
                </a:lnTo>
                <a:cubicBezTo>
                  <a:pt x="24944" y="41085"/>
                  <a:pt x="24871" y="41158"/>
                  <a:pt x="24797" y="41232"/>
                </a:cubicBezTo>
                <a:cubicBezTo>
                  <a:pt x="24738" y="41158"/>
                  <a:pt x="24665" y="41085"/>
                  <a:pt x="24621" y="41011"/>
                </a:cubicBezTo>
                <a:cubicBezTo>
                  <a:pt x="24709" y="40908"/>
                  <a:pt x="24783" y="40820"/>
                  <a:pt x="24871" y="40717"/>
                </a:cubicBezTo>
                <a:close/>
                <a:moveTo>
                  <a:pt x="27299" y="40938"/>
                </a:moveTo>
                <a:cubicBezTo>
                  <a:pt x="27314" y="40967"/>
                  <a:pt x="27314" y="41026"/>
                  <a:pt x="27314" y="41085"/>
                </a:cubicBezTo>
                <a:cubicBezTo>
                  <a:pt x="27314" y="41114"/>
                  <a:pt x="27299" y="41158"/>
                  <a:pt x="27299" y="41173"/>
                </a:cubicBezTo>
                <a:cubicBezTo>
                  <a:pt x="27299" y="41188"/>
                  <a:pt x="27284" y="41232"/>
                  <a:pt x="27284" y="41247"/>
                </a:cubicBezTo>
                <a:cubicBezTo>
                  <a:pt x="27284" y="41188"/>
                  <a:pt x="27270" y="41129"/>
                  <a:pt x="27270" y="41100"/>
                </a:cubicBezTo>
                <a:cubicBezTo>
                  <a:pt x="27284" y="41041"/>
                  <a:pt x="27299" y="40982"/>
                  <a:pt x="27299" y="40938"/>
                </a:cubicBezTo>
                <a:close/>
                <a:moveTo>
                  <a:pt x="25430" y="40717"/>
                </a:moveTo>
                <a:cubicBezTo>
                  <a:pt x="25445" y="40746"/>
                  <a:pt x="25460" y="40761"/>
                  <a:pt x="25474" y="40805"/>
                </a:cubicBezTo>
                <a:cubicBezTo>
                  <a:pt x="25518" y="40879"/>
                  <a:pt x="25563" y="40952"/>
                  <a:pt x="25607" y="41011"/>
                </a:cubicBezTo>
                <a:cubicBezTo>
                  <a:pt x="25533" y="41100"/>
                  <a:pt x="25474" y="41188"/>
                  <a:pt x="25401" y="41276"/>
                </a:cubicBezTo>
                <a:cubicBezTo>
                  <a:pt x="25386" y="41261"/>
                  <a:pt x="25386" y="41247"/>
                  <a:pt x="25371" y="41232"/>
                </a:cubicBezTo>
                <a:cubicBezTo>
                  <a:pt x="25401" y="41188"/>
                  <a:pt x="25430" y="41158"/>
                  <a:pt x="25460" y="41114"/>
                </a:cubicBezTo>
                <a:cubicBezTo>
                  <a:pt x="25445" y="41114"/>
                  <a:pt x="25430" y="41100"/>
                  <a:pt x="25401" y="41085"/>
                </a:cubicBezTo>
                <a:cubicBezTo>
                  <a:pt x="25386" y="41114"/>
                  <a:pt x="25357" y="41129"/>
                  <a:pt x="25327" y="41173"/>
                </a:cubicBezTo>
                <a:cubicBezTo>
                  <a:pt x="25298" y="41114"/>
                  <a:pt x="25253" y="41055"/>
                  <a:pt x="25195" y="41011"/>
                </a:cubicBezTo>
                <a:cubicBezTo>
                  <a:pt x="25283" y="40908"/>
                  <a:pt x="25342" y="40820"/>
                  <a:pt x="25430" y="40717"/>
                </a:cubicBezTo>
                <a:close/>
                <a:moveTo>
                  <a:pt x="25886" y="40732"/>
                </a:moveTo>
                <a:cubicBezTo>
                  <a:pt x="25930" y="40820"/>
                  <a:pt x="25989" y="40938"/>
                  <a:pt x="26033" y="41026"/>
                </a:cubicBezTo>
                <a:cubicBezTo>
                  <a:pt x="25975" y="41114"/>
                  <a:pt x="25916" y="41203"/>
                  <a:pt x="25842" y="41306"/>
                </a:cubicBezTo>
                <a:cubicBezTo>
                  <a:pt x="25827" y="41203"/>
                  <a:pt x="25754" y="41114"/>
                  <a:pt x="25695" y="41011"/>
                </a:cubicBezTo>
                <a:cubicBezTo>
                  <a:pt x="25754" y="40908"/>
                  <a:pt x="25827" y="40820"/>
                  <a:pt x="25886" y="40732"/>
                </a:cubicBezTo>
                <a:close/>
                <a:moveTo>
                  <a:pt x="26298" y="40761"/>
                </a:moveTo>
                <a:cubicBezTo>
                  <a:pt x="26343" y="40864"/>
                  <a:pt x="26387" y="40952"/>
                  <a:pt x="26431" y="41055"/>
                </a:cubicBezTo>
                <a:cubicBezTo>
                  <a:pt x="26387" y="41158"/>
                  <a:pt x="26343" y="41247"/>
                  <a:pt x="26284" y="41335"/>
                </a:cubicBezTo>
                <a:cubicBezTo>
                  <a:pt x="26254" y="41247"/>
                  <a:pt x="26195" y="41144"/>
                  <a:pt x="26166" y="41041"/>
                </a:cubicBezTo>
                <a:cubicBezTo>
                  <a:pt x="26195" y="40952"/>
                  <a:pt x="26254" y="40864"/>
                  <a:pt x="26298" y="40761"/>
                </a:cubicBezTo>
                <a:close/>
                <a:moveTo>
                  <a:pt x="26637" y="40805"/>
                </a:moveTo>
                <a:cubicBezTo>
                  <a:pt x="26681" y="40893"/>
                  <a:pt x="26696" y="40982"/>
                  <a:pt x="26725" y="41085"/>
                </a:cubicBezTo>
                <a:cubicBezTo>
                  <a:pt x="26696" y="41173"/>
                  <a:pt x="26652" y="41261"/>
                  <a:pt x="26622" y="41335"/>
                </a:cubicBezTo>
                <a:lnTo>
                  <a:pt x="26504" y="41055"/>
                </a:lnTo>
                <a:cubicBezTo>
                  <a:pt x="26549" y="40967"/>
                  <a:pt x="26607" y="40893"/>
                  <a:pt x="26637" y="40805"/>
                </a:cubicBezTo>
                <a:close/>
                <a:moveTo>
                  <a:pt x="26916" y="40835"/>
                </a:moveTo>
                <a:cubicBezTo>
                  <a:pt x="26931" y="40938"/>
                  <a:pt x="26946" y="41026"/>
                  <a:pt x="26975" y="41100"/>
                </a:cubicBezTo>
                <a:cubicBezTo>
                  <a:pt x="26931" y="41173"/>
                  <a:pt x="26916" y="41261"/>
                  <a:pt x="26872" y="41335"/>
                </a:cubicBezTo>
                <a:cubicBezTo>
                  <a:pt x="26858" y="41247"/>
                  <a:pt x="26828" y="41144"/>
                  <a:pt x="26799" y="41070"/>
                </a:cubicBezTo>
                <a:cubicBezTo>
                  <a:pt x="26858" y="41011"/>
                  <a:pt x="26902" y="40908"/>
                  <a:pt x="26916" y="40835"/>
                </a:cubicBezTo>
                <a:close/>
                <a:moveTo>
                  <a:pt x="27137" y="40893"/>
                </a:moveTo>
                <a:cubicBezTo>
                  <a:pt x="27152" y="40952"/>
                  <a:pt x="27167" y="41026"/>
                  <a:pt x="27167" y="41100"/>
                </a:cubicBezTo>
                <a:cubicBezTo>
                  <a:pt x="27152" y="41173"/>
                  <a:pt x="27137" y="41247"/>
                  <a:pt x="27122" y="41335"/>
                </a:cubicBezTo>
                <a:lnTo>
                  <a:pt x="27064" y="41114"/>
                </a:lnTo>
                <a:cubicBezTo>
                  <a:pt x="27078" y="41041"/>
                  <a:pt x="27122" y="40967"/>
                  <a:pt x="27137" y="40893"/>
                </a:cubicBezTo>
                <a:close/>
                <a:moveTo>
                  <a:pt x="25150" y="41085"/>
                </a:moveTo>
                <a:cubicBezTo>
                  <a:pt x="25180" y="41129"/>
                  <a:pt x="25224" y="41188"/>
                  <a:pt x="25283" y="41247"/>
                </a:cubicBezTo>
                <a:lnTo>
                  <a:pt x="25062" y="41512"/>
                </a:lnTo>
                <a:cubicBezTo>
                  <a:pt x="25018" y="41467"/>
                  <a:pt x="24959" y="41409"/>
                  <a:pt x="24930" y="41350"/>
                </a:cubicBezTo>
                <a:lnTo>
                  <a:pt x="25150" y="41085"/>
                </a:lnTo>
                <a:close/>
                <a:moveTo>
                  <a:pt x="27343" y="41379"/>
                </a:moveTo>
                <a:cubicBezTo>
                  <a:pt x="27343" y="41394"/>
                  <a:pt x="27343" y="41423"/>
                  <a:pt x="27358" y="41467"/>
                </a:cubicBezTo>
                <a:cubicBezTo>
                  <a:pt x="27358" y="41497"/>
                  <a:pt x="27343" y="41556"/>
                  <a:pt x="27343" y="41600"/>
                </a:cubicBezTo>
                <a:cubicBezTo>
                  <a:pt x="27343" y="41556"/>
                  <a:pt x="27343" y="41526"/>
                  <a:pt x="27314" y="41497"/>
                </a:cubicBezTo>
                <a:cubicBezTo>
                  <a:pt x="27343" y="41467"/>
                  <a:pt x="27343" y="41409"/>
                  <a:pt x="27343" y="41379"/>
                </a:cubicBezTo>
                <a:close/>
                <a:moveTo>
                  <a:pt x="25312" y="41320"/>
                </a:moveTo>
                <a:cubicBezTo>
                  <a:pt x="25327" y="41335"/>
                  <a:pt x="25327" y="41350"/>
                  <a:pt x="25357" y="41379"/>
                </a:cubicBezTo>
                <a:cubicBezTo>
                  <a:pt x="25283" y="41467"/>
                  <a:pt x="25209" y="41556"/>
                  <a:pt x="25136" y="41673"/>
                </a:cubicBezTo>
                <a:lnTo>
                  <a:pt x="25077" y="41615"/>
                </a:lnTo>
                <a:cubicBezTo>
                  <a:pt x="25165" y="41497"/>
                  <a:pt x="25239" y="41409"/>
                  <a:pt x="25312" y="41320"/>
                </a:cubicBezTo>
                <a:close/>
                <a:moveTo>
                  <a:pt x="25666" y="41100"/>
                </a:moveTo>
                <a:cubicBezTo>
                  <a:pt x="25724" y="41188"/>
                  <a:pt x="25769" y="41306"/>
                  <a:pt x="25827" y="41394"/>
                </a:cubicBezTo>
                <a:cubicBezTo>
                  <a:pt x="25769" y="41482"/>
                  <a:pt x="25695" y="41570"/>
                  <a:pt x="25651" y="41673"/>
                </a:cubicBezTo>
                <a:cubicBezTo>
                  <a:pt x="25621" y="41629"/>
                  <a:pt x="25592" y="41600"/>
                  <a:pt x="25577" y="41541"/>
                </a:cubicBezTo>
                <a:cubicBezTo>
                  <a:pt x="25607" y="41482"/>
                  <a:pt x="25651" y="41423"/>
                  <a:pt x="25695" y="41379"/>
                </a:cubicBezTo>
                <a:cubicBezTo>
                  <a:pt x="25666" y="41350"/>
                  <a:pt x="25651" y="41335"/>
                  <a:pt x="25621" y="41320"/>
                </a:cubicBezTo>
                <a:cubicBezTo>
                  <a:pt x="25592" y="41379"/>
                  <a:pt x="25548" y="41423"/>
                  <a:pt x="25518" y="41467"/>
                </a:cubicBezTo>
                <a:cubicBezTo>
                  <a:pt x="25504" y="41423"/>
                  <a:pt x="25474" y="41394"/>
                  <a:pt x="25460" y="41379"/>
                </a:cubicBezTo>
                <a:cubicBezTo>
                  <a:pt x="25533" y="41276"/>
                  <a:pt x="25592" y="41188"/>
                  <a:pt x="25666" y="41100"/>
                </a:cubicBezTo>
                <a:close/>
                <a:moveTo>
                  <a:pt x="26092" y="41114"/>
                </a:moveTo>
                <a:cubicBezTo>
                  <a:pt x="26136" y="41203"/>
                  <a:pt x="26181" y="41320"/>
                  <a:pt x="26210" y="41409"/>
                </a:cubicBezTo>
                <a:lnTo>
                  <a:pt x="26048" y="41688"/>
                </a:lnTo>
                <a:cubicBezTo>
                  <a:pt x="25989" y="41600"/>
                  <a:pt x="25960" y="41482"/>
                  <a:pt x="25901" y="41394"/>
                </a:cubicBezTo>
                <a:cubicBezTo>
                  <a:pt x="25975" y="41306"/>
                  <a:pt x="26033" y="41203"/>
                  <a:pt x="26092" y="41114"/>
                </a:cubicBezTo>
                <a:close/>
                <a:moveTo>
                  <a:pt x="26475" y="41158"/>
                </a:moveTo>
                <a:lnTo>
                  <a:pt x="26578" y="41423"/>
                </a:lnTo>
                <a:cubicBezTo>
                  <a:pt x="26534" y="41512"/>
                  <a:pt x="26475" y="41615"/>
                  <a:pt x="26431" y="41688"/>
                </a:cubicBezTo>
                <a:lnTo>
                  <a:pt x="26328" y="41409"/>
                </a:lnTo>
                <a:cubicBezTo>
                  <a:pt x="26387" y="41320"/>
                  <a:pt x="26416" y="41247"/>
                  <a:pt x="26475" y="41158"/>
                </a:cubicBezTo>
                <a:close/>
                <a:moveTo>
                  <a:pt x="27181" y="41306"/>
                </a:moveTo>
                <a:cubicBezTo>
                  <a:pt x="27211" y="41350"/>
                  <a:pt x="27225" y="41423"/>
                  <a:pt x="27225" y="41482"/>
                </a:cubicBezTo>
                <a:cubicBezTo>
                  <a:pt x="27211" y="41556"/>
                  <a:pt x="27181" y="41615"/>
                  <a:pt x="27167" y="41688"/>
                </a:cubicBezTo>
                <a:cubicBezTo>
                  <a:pt x="27152" y="41615"/>
                  <a:pt x="27152" y="41556"/>
                  <a:pt x="27137" y="41482"/>
                </a:cubicBezTo>
                <a:cubicBezTo>
                  <a:pt x="27152" y="41423"/>
                  <a:pt x="27167" y="41350"/>
                  <a:pt x="27181" y="41306"/>
                </a:cubicBezTo>
                <a:close/>
                <a:moveTo>
                  <a:pt x="26769" y="41188"/>
                </a:moveTo>
                <a:cubicBezTo>
                  <a:pt x="26784" y="41276"/>
                  <a:pt x="26813" y="41379"/>
                  <a:pt x="26843" y="41467"/>
                </a:cubicBezTo>
                <a:cubicBezTo>
                  <a:pt x="26799" y="41556"/>
                  <a:pt x="26769" y="41629"/>
                  <a:pt x="26725" y="41718"/>
                </a:cubicBezTo>
                <a:cubicBezTo>
                  <a:pt x="26696" y="41629"/>
                  <a:pt x="26681" y="41541"/>
                  <a:pt x="26637" y="41453"/>
                </a:cubicBezTo>
                <a:cubicBezTo>
                  <a:pt x="26696" y="41350"/>
                  <a:pt x="26725" y="41276"/>
                  <a:pt x="26769" y="41188"/>
                </a:cubicBezTo>
                <a:close/>
                <a:moveTo>
                  <a:pt x="27019" y="41247"/>
                </a:moveTo>
                <a:cubicBezTo>
                  <a:pt x="27034" y="41320"/>
                  <a:pt x="27034" y="41394"/>
                  <a:pt x="27064" y="41482"/>
                </a:cubicBezTo>
                <a:cubicBezTo>
                  <a:pt x="27049" y="41556"/>
                  <a:pt x="27005" y="41629"/>
                  <a:pt x="26990" y="41718"/>
                </a:cubicBezTo>
                <a:cubicBezTo>
                  <a:pt x="26975" y="41629"/>
                  <a:pt x="26946" y="41556"/>
                  <a:pt x="26931" y="41482"/>
                </a:cubicBezTo>
                <a:cubicBezTo>
                  <a:pt x="26975" y="41409"/>
                  <a:pt x="26990" y="41335"/>
                  <a:pt x="27019" y="41247"/>
                </a:cubicBezTo>
                <a:close/>
                <a:moveTo>
                  <a:pt x="25401" y="41453"/>
                </a:moveTo>
                <a:cubicBezTo>
                  <a:pt x="25430" y="41482"/>
                  <a:pt x="25445" y="41497"/>
                  <a:pt x="25460" y="41541"/>
                </a:cubicBezTo>
                <a:lnTo>
                  <a:pt x="25239" y="41821"/>
                </a:lnTo>
                <a:cubicBezTo>
                  <a:pt x="25224" y="41776"/>
                  <a:pt x="25195" y="41762"/>
                  <a:pt x="25180" y="41718"/>
                </a:cubicBezTo>
                <a:lnTo>
                  <a:pt x="25401" y="41453"/>
                </a:lnTo>
                <a:close/>
                <a:moveTo>
                  <a:pt x="25518" y="41615"/>
                </a:moveTo>
                <a:cubicBezTo>
                  <a:pt x="25533" y="41644"/>
                  <a:pt x="25563" y="41703"/>
                  <a:pt x="25592" y="41732"/>
                </a:cubicBezTo>
                <a:cubicBezTo>
                  <a:pt x="25518" y="41835"/>
                  <a:pt x="25460" y="41924"/>
                  <a:pt x="25386" y="42012"/>
                </a:cubicBezTo>
                <a:cubicBezTo>
                  <a:pt x="25357" y="41982"/>
                  <a:pt x="25327" y="41924"/>
                  <a:pt x="25298" y="41879"/>
                </a:cubicBezTo>
                <a:lnTo>
                  <a:pt x="25518" y="41615"/>
                </a:lnTo>
                <a:close/>
                <a:moveTo>
                  <a:pt x="25842" y="41453"/>
                </a:moveTo>
                <a:cubicBezTo>
                  <a:pt x="25901" y="41541"/>
                  <a:pt x="25960" y="41644"/>
                  <a:pt x="25989" y="41747"/>
                </a:cubicBezTo>
                <a:cubicBezTo>
                  <a:pt x="25960" y="41850"/>
                  <a:pt x="25901" y="41938"/>
                  <a:pt x="25842" y="42041"/>
                </a:cubicBezTo>
                <a:cubicBezTo>
                  <a:pt x="25813" y="41968"/>
                  <a:pt x="25769" y="41909"/>
                  <a:pt x="25739" y="41835"/>
                </a:cubicBezTo>
                <a:cubicBezTo>
                  <a:pt x="25798" y="41762"/>
                  <a:pt x="25842" y="41688"/>
                  <a:pt x="25886" y="41615"/>
                </a:cubicBezTo>
                <a:cubicBezTo>
                  <a:pt x="25872" y="41585"/>
                  <a:pt x="25842" y="41570"/>
                  <a:pt x="25827" y="41541"/>
                </a:cubicBezTo>
                <a:cubicBezTo>
                  <a:pt x="25769" y="41615"/>
                  <a:pt x="25739" y="41688"/>
                  <a:pt x="25680" y="41747"/>
                </a:cubicBezTo>
                <a:cubicBezTo>
                  <a:pt x="25680" y="41747"/>
                  <a:pt x="25680" y="41718"/>
                  <a:pt x="25666" y="41718"/>
                </a:cubicBezTo>
                <a:cubicBezTo>
                  <a:pt x="25724" y="41629"/>
                  <a:pt x="25798" y="41541"/>
                  <a:pt x="25842" y="41453"/>
                </a:cubicBezTo>
                <a:close/>
                <a:moveTo>
                  <a:pt x="27270" y="41718"/>
                </a:moveTo>
                <a:cubicBezTo>
                  <a:pt x="27270" y="41776"/>
                  <a:pt x="27270" y="41821"/>
                  <a:pt x="27284" y="41865"/>
                </a:cubicBezTo>
                <a:cubicBezTo>
                  <a:pt x="27270" y="41924"/>
                  <a:pt x="27270" y="41982"/>
                  <a:pt x="27240" y="42041"/>
                </a:cubicBezTo>
                <a:cubicBezTo>
                  <a:pt x="27240" y="41982"/>
                  <a:pt x="27225" y="41938"/>
                  <a:pt x="27225" y="41879"/>
                </a:cubicBezTo>
                <a:cubicBezTo>
                  <a:pt x="27240" y="41835"/>
                  <a:pt x="27270" y="41776"/>
                  <a:pt x="27270" y="41718"/>
                </a:cubicBezTo>
                <a:close/>
                <a:moveTo>
                  <a:pt x="26269" y="41497"/>
                </a:moveTo>
                <a:cubicBezTo>
                  <a:pt x="26313" y="41600"/>
                  <a:pt x="26343" y="41703"/>
                  <a:pt x="26387" y="41791"/>
                </a:cubicBezTo>
                <a:cubicBezTo>
                  <a:pt x="26328" y="41894"/>
                  <a:pt x="26284" y="41982"/>
                  <a:pt x="26239" y="42056"/>
                </a:cubicBezTo>
                <a:cubicBezTo>
                  <a:pt x="26195" y="41968"/>
                  <a:pt x="26136" y="41850"/>
                  <a:pt x="26107" y="41762"/>
                </a:cubicBezTo>
                <a:cubicBezTo>
                  <a:pt x="26166" y="41673"/>
                  <a:pt x="26210" y="41600"/>
                  <a:pt x="26269" y="41497"/>
                </a:cubicBezTo>
                <a:close/>
                <a:moveTo>
                  <a:pt x="27093" y="41629"/>
                </a:moveTo>
                <a:cubicBezTo>
                  <a:pt x="27122" y="41718"/>
                  <a:pt x="27122" y="41791"/>
                  <a:pt x="27137" y="41865"/>
                </a:cubicBezTo>
                <a:cubicBezTo>
                  <a:pt x="27122" y="41938"/>
                  <a:pt x="27093" y="42012"/>
                  <a:pt x="27078" y="42071"/>
                </a:cubicBezTo>
                <a:lnTo>
                  <a:pt x="27019" y="41850"/>
                </a:lnTo>
                <a:cubicBezTo>
                  <a:pt x="27034" y="41776"/>
                  <a:pt x="27078" y="41703"/>
                  <a:pt x="27093" y="41629"/>
                </a:cubicBezTo>
                <a:close/>
                <a:moveTo>
                  <a:pt x="26607" y="41541"/>
                </a:moveTo>
                <a:cubicBezTo>
                  <a:pt x="26637" y="41629"/>
                  <a:pt x="26652" y="41718"/>
                  <a:pt x="26696" y="41835"/>
                </a:cubicBezTo>
                <a:cubicBezTo>
                  <a:pt x="26652" y="41924"/>
                  <a:pt x="26622" y="41997"/>
                  <a:pt x="26578" y="42086"/>
                </a:cubicBezTo>
                <a:cubicBezTo>
                  <a:pt x="26549" y="41982"/>
                  <a:pt x="26504" y="41879"/>
                  <a:pt x="26475" y="41791"/>
                </a:cubicBezTo>
                <a:cubicBezTo>
                  <a:pt x="26504" y="41703"/>
                  <a:pt x="26563" y="41629"/>
                  <a:pt x="26607" y="41541"/>
                </a:cubicBezTo>
                <a:close/>
                <a:moveTo>
                  <a:pt x="26872" y="41600"/>
                </a:moveTo>
                <a:cubicBezTo>
                  <a:pt x="26902" y="41688"/>
                  <a:pt x="26916" y="41776"/>
                  <a:pt x="26931" y="41850"/>
                </a:cubicBezTo>
                <a:cubicBezTo>
                  <a:pt x="26902" y="41924"/>
                  <a:pt x="26872" y="42012"/>
                  <a:pt x="26843" y="42086"/>
                </a:cubicBezTo>
                <a:cubicBezTo>
                  <a:pt x="26828" y="41997"/>
                  <a:pt x="26784" y="41909"/>
                  <a:pt x="26769" y="41835"/>
                </a:cubicBezTo>
                <a:cubicBezTo>
                  <a:pt x="26828" y="41747"/>
                  <a:pt x="26843" y="41673"/>
                  <a:pt x="26872" y="41600"/>
                </a:cubicBezTo>
                <a:close/>
                <a:moveTo>
                  <a:pt x="25621" y="41821"/>
                </a:moveTo>
                <a:cubicBezTo>
                  <a:pt x="25621" y="41821"/>
                  <a:pt x="25621" y="41835"/>
                  <a:pt x="25651" y="41835"/>
                </a:cubicBezTo>
                <a:cubicBezTo>
                  <a:pt x="25592" y="41924"/>
                  <a:pt x="25518" y="42012"/>
                  <a:pt x="25445" y="42115"/>
                </a:cubicBezTo>
                <a:cubicBezTo>
                  <a:pt x="25445" y="42115"/>
                  <a:pt x="25445" y="42086"/>
                  <a:pt x="25430" y="42086"/>
                </a:cubicBezTo>
                <a:cubicBezTo>
                  <a:pt x="25504" y="41997"/>
                  <a:pt x="25563" y="41909"/>
                  <a:pt x="25621" y="41821"/>
                </a:cubicBezTo>
                <a:close/>
                <a:moveTo>
                  <a:pt x="26063" y="41865"/>
                </a:moveTo>
                <a:cubicBezTo>
                  <a:pt x="26107" y="41938"/>
                  <a:pt x="26122" y="42012"/>
                  <a:pt x="26166" y="42086"/>
                </a:cubicBezTo>
                <a:cubicBezTo>
                  <a:pt x="26107" y="42189"/>
                  <a:pt x="26063" y="42247"/>
                  <a:pt x="26019" y="42350"/>
                </a:cubicBezTo>
                <a:lnTo>
                  <a:pt x="25901" y="42130"/>
                </a:lnTo>
                <a:cubicBezTo>
                  <a:pt x="25960" y="42041"/>
                  <a:pt x="26019" y="41968"/>
                  <a:pt x="26063" y="41865"/>
                </a:cubicBezTo>
                <a:close/>
                <a:moveTo>
                  <a:pt x="27284" y="42159"/>
                </a:moveTo>
                <a:cubicBezTo>
                  <a:pt x="27299" y="42203"/>
                  <a:pt x="27299" y="42218"/>
                  <a:pt x="27299" y="42247"/>
                </a:cubicBezTo>
                <a:cubicBezTo>
                  <a:pt x="27299" y="42292"/>
                  <a:pt x="27284" y="42321"/>
                  <a:pt x="27284" y="42365"/>
                </a:cubicBezTo>
                <a:cubicBezTo>
                  <a:pt x="27284" y="42336"/>
                  <a:pt x="27284" y="42292"/>
                  <a:pt x="27270" y="42277"/>
                </a:cubicBezTo>
                <a:cubicBezTo>
                  <a:pt x="27270" y="42233"/>
                  <a:pt x="27284" y="42203"/>
                  <a:pt x="27284" y="42159"/>
                </a:cubicBezTo>
                <a:close/>
                <a:moveTo>
                  <a:pt x="25680" y="41909"/>
                </a:moveTo>
                <a:cubicBezTo>
                  <a:pt x="25724" y="41982"/>
                  <a:pt x="25754" y="42041"/>
                  <a:pt x="25798" y="42115"/>
                </a:cubicBezTo>
                <a:cubicBezTo>
                  <a:pt x="25739" y="42203"/>
                  <a:pt x="25666" y="42292"/>
                  <a:pt x="25607" y="42380"/>
                </a:cubicBezTo>
                <a:cubicBezTo>
                  <a:pt x="25563" y="42306"/>
                  <a:pt x="25518" y="42233"/>
                  <a:pt x="25474" y="42189"/>
                </a:cubicBezTo>
                <a:cubicBezTo>
                  <a:pt x="25548" y="42086"/>
                  <a:pt x="25621" y="41997"/>
                  <a:pt x="25680" y="41909"/>
                </a:cubicBezTo>
                <a:close/>
                <a:moveTo>
                  <a:pt x="26431" y="41894"/>
                </a:moveTo>
                <a:cubicBezTo>
                  <a:pt x="26475" y="41982"/>
                  <a:pt x="26504" y="42086"/>
                  <a:pt x="26549" y="42189"/>
                </a:cubicBezTo>
                <a:cubicBezTo>
                  <a:pt x="26504" y="42277"/>
                  <a:pt x="26460" y="42350"/>
                  <a:pt x="26416" y="42439"/>
                </a:cubicBezTo>
                <a:cubicBezTo>
                  <a:pt x="26416" y="42424"/>
                  <a:pt x="26401" y="42409"/>
                  <a:pt x="26401" y="42380"/>
                </a:cubicBezTo>
                <a:cubicBezTo>
                  <a:pt x="26401" y="42365"/>
                  <a:pt x="26416" y="42365"/>
                  <a:pt x="26416" y="42350"/>
                </a:cubicBezTo>
                <a:cubicBezTo>
                  <a:pt x="26387" y="42336"/>
                  <a:pt x="26387" y="42292"/>
                  <a:pt x="26357" y="42277"/>
                </a:cubicBezTo>
                <a:cubicBezTo>
                  <a:pt x="26357" y="42277"/>
                  <a:pt x="26357" y="42292"/>
                  <a:pt x="26343" y="42292"/>
                </a:cubicBezTo>
                <a:cubicBezTo>
                  <a:pt x="26328" y="42233"/>
                  <a:pt x="26313" y="42203"/>
                  <a:pt x="26284" y="42144"/>
                </a:cubicBezTo>
                <a:cubicBezTo>
                  <a:pt x="26343" y="42056"/>
                  <a:pt x="26387" y="41982"/>
                  <a:pt x="26431" y="41894"/>
                </a:cubicBezTo>
                <a:close/>
                <a:moveTo>
                  <a:pt x="26725" y="41938"/>
                </a:moveTo>
                <a:cubicBezTo>
                  <a:pt x="26755" y="42041"/>
                  <a:pt x="26784" y="42130"/>
                  <a:pt x="26799" y="42218"/>
                </a:cubicBezTo>
                <a:cubicBezTo>
                  <a:pt x="26769" y="42292"/>
                  <a:pt x="26725" y="42380"/>
                  <a:pt x="26710" y="42453"/>
                </a:cubicBezTo>
                <a:cubicBezTo>
                  <a:pt x="26681" y="42365"/>
                  <a:pt x="26652" y="42277"/>
                  <a:pt x="26622" y="42189"/>
                </a:cubicBezTo>
                <a:cubicBezTo>
                  <a:pt x="26652" y="42115"/>
                  <a:pt x="26696" y="42012"/>
                  <a:pt x="26725" y="41938"/>
                </a:cubicBezTo>
                <a:close/>
                <a:moveTo>
                  <a:pt x="27167" y="42071"/>
                </a:moveTo>
                <a:cubicBezTo>
                  <a:pt x="27167" y="42130"/>
                  <a:pt x="27167" y="42203"/>
                  <a:pt x="27196" y="42277"/>
                </a:cubicBezTo>
                <a:cubicBezTo>
                  <a:pt x="27167" y="42336"/>
                  <a:pt x="27152" y="42409"/>
                  <a:pt x="27152" y="42453"/>
                </a:cubicBezTo>
                <a:cubicBezTo>
                  <a:pt x="27137" y="42380"/>
                  <a:pt x="27137" y="42336"/>
                  <a:pt x="27122" y="42247"/>
                </a:cubicBezTo>
                <a:cubicBezTo>
                  <a:pt x="27137" y="42203"/>
                  <a:pt x="27152" y="42130"/>
                  <a:pt x="27167" y="42071"/>
                </a:cubicBezTo>
                <a:close/>
                <a:moveTo>
                  <a:pt x="26990" y="42012"/>
                </a:moveTo>
                <a:cubicBezTo>
                  <a:pt x="27005" y="42115"/>
                  <a:pt x="27019" y="42189"/>
                  <a:pt x="27034" y="42277"/>
                </a:cubicBezTo>
                <a:cubicBezTo>
                  <a:pt x="27005" y="42336"/>
                  <a:pt x="26975" y="42409"/>
                  <a:pt x="26946" y="42483"/>
                </a:cubicBezTo>
                <a:cubicBezTo>
                  <a:pt x="26931" y="42409"/>
                  <a:pt x="26916" y="42306"/>
                  <a:pt x="26902" y="42233"/>
                </a:cubicBezTo>
                <a:cubicBezTo>
                  <a:pt x="26931" y="42159"/>
                  <a:pt x="26946" y="42086"/>
                  <a:pt x="26990" y="42012"/>
                </a:cubicBezTo>
                <a:close/>
                <a:moveTo>
                  <a:pt x="26239" y="42233"/>
                </a:moveTo>
                <a:cubicBezTo>
                  <a:pt x="26254" y="42292"/>
                  <a:pt x="26269" y="42336"/>
                  <a:pt x="26284" y="42380"/>
                </a:cubicBezTo>
                <a:cubicBezTo>
                  <a:pt x="26254" y="42483"/>
                  <a:pt x="26195" y="42556"/>
                  <a:pt x="26136" y="42645"/>
                </a:cubicBezTo>
                <a:cubicBezTo>
                  <a:pt x="26122" y="42586"/>
                  <a:pt x="26092" y="42556"/>
                  <a:pt x="26063" y="42498"/>
                </a:cubicBezTo>
                <a:cubicBezTo>
                  <a:pt x="26136" y="42409"/>
                  <a:pt x="26181" y="42336"/>
                  <a:pt x="26239" y="42233"/>
                </a:cubicBezTo>
                <a:close/>
                <a:moveTo>
                  <a:pt x="25842" y="42203"/>
                </a:moveTo>
                <a:lnTo>
                  <a:pt x="25960" y="42424"/>
                </a:lnTo>
                <a:cubicBezTo>
                  <a:pt x="25901" y="42512"/>
                  <a:pt x="25842" y="42601"/>
                  <a:pt x="25783" y="42674"/>
                </a:cubicBezTo>
                <a:cubicBezTo>
                  <a:pt x="25754" y="42601"/>
                  <a:pt x="25710" y="42527"/>
                  <a:pt x="25666" y="42453"/>
                </a:cubicBezTo>
                <a:cubicBezTo>
                  <a:pt x="25739" y="42380"/>
                  <a:pt x="25798" y="42292"/>
                  <a:pt x="25842" y="42203"/>
                </a:cubicBezTo>
                <a:close/>
                <a:moveTo>
                  <a:pt x="26328" y="42483"/>
                </a:moveTo>
                <a:cubicBezTo>
                  <a:pt x="26328" y="42498"/>
                  <a:pt x="26343" y="42512"/>
                  <a:pt x="26343" y="42527"/>
                </a:cubicBezTo>
                <a:cubicBezTo>
                  <a:pt x="26298" y="42630"/>
                  <a:pt x="26254" y="42704"/>
                  <a:pt x="26210" y="42792"/>
                </a:cubicBezTo>
                <a:cubicBezTo>
                  <a:pt x="26210" y="42777"/>
                  <a:pt x="26195" y="42748"/>
                  <a:pt x="26195" y="42733"/>
                </a:cubicBezTo>
                <a:cubicBezTo>
                  <a:pt x="26239" y="42645"/>
                  <a:pt x="26284" y="42571"/>
                  <a:pt x="26328" y="42483"/>
                </a:cubicBezTo>
                <a:close/>
                <a:moveTo>
                  <a:pt x="26563" y="42292"/>
                </a:moveTo>
                <a:cubicBezTo>
                  <a:pt x="26607" y="42380"/>
                  <a:pt x="26622" y="42468"/>
                  <a:pt x="26652" y="42586"/>
                </a:cubicBezTo>
                <a:cubicBezTo>
                  <a:pt x="26622" y="42659"/>
                  <a:pt x="26578" y="42748"/>
                  <a:pt x="26549" y="42821"/>
                </a:cubicBezTo>
                <a:cubicBezTo>
                  <a:pt x="26534" y="42792"/>
                  <a:pt x="26504" y="42733"/>
                  <a:pt x="26490" y="42704"/>
                </a:cubicBezTo>
                <a:cubicBezTo>
                  <a:pt x="26504" y="42659"/>
                  <a:pt x="26534" y="42630"/>
                  <a:pt x="26549" y="42601"/>
                </a:cubicBezTo>
                <a:cubicBezTo>
                  <a:pt x="26534" y="42571"/>
                  <a:pt x="26504" y="42556"/>
                  <a:pt x="26490" y="42512"/>
                </a:cubicBezTo>
                <a:cubicBezTo>
                  <a:pt x="26475" y="42527"/>
                  <a:pt x="26475" y="42571"/>
                  <a:pt x="26460" y="42586"/>
                </a:cubicBezTo>
                <a:cubicBezTo>
                  <a:pt x="26460" y="42571"/>
                  <a:pt x="26431" y="42556"/>
                  <a:pt x="26431" y="42527"/>
                </a:cubicBezTo>
                <a:cubicBezTo>
                  <a:pt x="26475" y="42453"/>
                  <a:pt x="26534" y="42365"/>
                  <a:pt x="26563" y="42292"/>
                </a:cubicBezTo>
                <a:close/>
                <a:moveTo>
                  <a:pt x="27211" y="42512"/>
                </a:moveTo>
                <a:cubicBezTo>
                  <a:pt x="27225" y="42556"/>
                  <a:pt x="27225" y="42601"/>
                  <a:pt x="27225" y="42659"/>
                </a:cubicBezTo>
                <a:cubicBezTo>
                  <a:pt x="27211" y="42718"/>
                  <a:pt x="27211" y="42777"/>
                  <a:pt x="27181" y="42821"/>
                </a:cubicBezTo>
                <a:cubicBezTo>
                  <a:pt x="27181" y="42777"/>
                  <a:pt x="27167" y="42718"/>
                  <a:pt x="27167" y="42659"/>
                </a:cubicBezTo>
                <a:cubicBezTo>
                  <a:pt x="27181" y="42601"/>
                  <a:pt x="27211" y="42571"/>
                  <a:pt x="27211" y="42512"/>
                </a:cubicBezTo>
                <a:close/>
                <a:moveTo>
                  <a:pt x="26843" y="42350"/>
                </a:moveTo>
                <a:cubicBezTo>
                  <a:pt x="26858" y="42439"/>
                  <a:pt x="26872" y="42527"/>
                  <a:pt x="26902" y="42601"/>
                </a:cubicBezTo>
                <a:cubicBezTo>
                  <a:pt x="26872" y="42674"/>
                  <a:pt x="26843" y="42748"/>
                  <a:pt x="26799" y="42836"/>
                </a:cubicBezTo>
                <a:cubicBezTo>
                  <a:pt x="26784" y="42748"/>
                  <a:pt x="26755" y="42659"/>
                  <a:pt x="26725" y="42586"/>
                </a:cubicBezTo>
                <a:cubicBezTo>
                  <a:pt x="26784" y="42512"/>
                  <a:pt x="26799" y="42424"/>
                  <a:pt x="26843" y="42350"/>
                </a:cubicBezTo>
                <a:close/>
                <a:moveTo>
                  <a:pt x="27064" y="42424"/>
                </a:moveTo>
                <a:cubicBezTo>
                  <a:pt x="27064" y="42498"/>
                  <a:pt x="27078" y="42571"/>
                  <a:pt x="27093" y="42645"/>
                </a:cubicBezTo>
                <a:cubicBezTo>
                  <a:pt x="27078" y="42718"/>
                  <a:pt x="27064" y="42777"/>
                  <a:pt x="27049" y="42851"/>
                </a:cubicBezTo>
                <a:lnTo>
                  <a:pt x="26990" y="42630"/>
                </a:lnTo>
                <a:cubicBezTo>
                  <a:pt x="27005" y="42556"/>
                  <a:pt x="27049" y="42498"/>
                  <a:pt x="27064" y="42424"/>
                </a:cubicBezTo>
                <a:close/>
                <a:moveTo>
                  <a:pt x="26401" y="42645"/>
                </a:moveTo>
                <a:cubicBezTo>
                  <a:pt x="26401" y="42659"/>
                  <a:pt x="26416" y="42674"/>
                  <a:pt x="26416" y="42704"/>
                </a:cubicBezTo>
                <a:cubicBezTo>
                  <a:pt x="26372" y="42792"/>
                  <a:pt x="26328" y="42865"/>
                  <a:pt x="26284" y="42954"/>
                </a:cubicBezTo>
                <a:cubicBezTo>
                  <a:pt x="26284" y="42939"/>
                  <a:pt x="26269" y="42924"/>
                  <a:pt x="26269" y="42895"/>
                </a:cubicBezTo>
                <a:cubicBezTo>
                  <a:pt x="26298" y="42792"/>
                  <a:pt x="26343" y="42718"/>
                  <a:pt x="26401" y="42645"/>
                </a:cubicBezTo>
                <a:close/>
                <a:moveTo>
                  <a:pt x="27240" y="42939"/>
                </a:moveTo>
                <a:cubicBezTo>
                  <a:pt x="27270" y="42968"/>
                  <a:pt x="27270" y="43013"/>
                  <a:pt x="27270" y="43042"/>
                </a:cubicBezTo>
                <a:cubicBezTo>
                  <a:pt x="27270" y="43086"/>
                  <a:pt x="27270" y="43101"/>
                  <a:pt x="27240" y="43145"/>
                </a:cubicBezTo>
                <a:lnTo>
                  <a:pt x="27240" y="43160"/>
                </a:lnTo>
                <a:cubicBezTo>
                  <a:pt x="27240" y="43116"/>
                  <a:pt x="27240" y="43086"/>
                  <a:pt x="27225" y="43042"/>
                </a:cubicBezTo>
                <a:cubicBezTo>
                  <a:pt x="27225" y="43013"/>
                  <a:pt x="27240" y="42968"/>
                  <a:pt x="27240" y="42939"/>
                </a:cubicBezTo>
                <a:close/>
                <a:moveTo>
                  <a:pt x="26460" y="42807"/>
                </a:moveTo>
                <a:cubicBezTo>
                  <a:pt x="26475" y="42836"/>
                  <a:pt x="26490" y="42895"/>
                  <a:pt x="26490" y="42939"/>
                </a:cubicBezTo>
                <a:cubicBezTo>
                  <a:pt x="26460" y="43013"/>
                  <a:pt x="26416" y="43101"/>
                  <a:pt x="26387" y="43175"/>
                </a:cubicBezTo>
                <a:cubicBezTo>
                  <a:pt x="26357" y="43145"/>
                  <a:pt x="26343" y="43086"/>
                  <a:pt x="26328" y="43042"/>
                </a:cubicBezTo>
                <a:cubicBezTo>
                  <a:pt x="26357" y="42968"/>
                  <a:pt x="26416" y="42880"/>
                  <a:pt x="26460" y="42807"/>
                </a:cubicBezTo>
                <a:close/>
                <a:moveTo>
                  <a:pt x="26696" y="42704"/>
                </a:moveTo>
                <a:cubicBezTo>
                  <a:pt x="26710" y="42792"/>
                  <a:pt x="26755" y="42880"/>
                  <a:pt x="26769" y="42968"/>
                </a:cubicBezTo>
                <a:cubicBezTo>
                  <a:pt x="26769" y="42998"/>
                  <a:pt x="26769" y="42998"/>
                  <a:pt x="26755" y="43013"/>
                </a:cubicBezTo>
                <a:cubicBezTo>
                  <a:pt x="26725" y="43086"/>
                  <a:pt x="26696" y="43160"/>
                  <a:pt x="26681" y="43219"/>
                </a:cubicBezTo>
                <a:cubicBezTo>
                  <a:pt x="26652" y="43160"/>
                  <a:pt x="26637" y="43086"/>
                  <a:pt x="26622" y="43027"/>
                </a:cubicBezTo>
                <a:cubicBezTo>
                  <a:pt x="26637" y="42968"/>
                  <a:pt x="26681" y="42924"/>
                  <a:pt x="26696" y="42865"/>
                </a:cubicBezTo>
                <a:cubicBezTo>
                  <a:pt x="26666" y="42821"/>
                  <a:pt x="26652" y="42807"/>
                  <a:pt x="26652" y="42792"/>
                </a:cubicBezTo>
                <a:cubicBezTo>
                  <a:pt x="26666" y="42748"/>
                  <a:pt x="26696" y="42733"/>
                  <a:pt x="26696" y="42704"/>
                </a:cubicBezTo>
                <a:close/>
                <a:moveTo>
                  <a:pt x="26931" y="42748"/>
                </a:moveTo>
                <a:cubicBezTo>
                  <a:pt x="26946" y="42851"/>
                  <a:pt x="26975" y="42924"/>
                  <a:pt x="26990" y="43013"/>
                </a:cubicBezTo>
                <a:cubicBezTo>
                  <a:pt x="26975" y="43086"/>
                  <a:pt x="26931" y="43160"/>
                  <a:pt x="26916" y="43233"/>
                </a:cubicBezTo>
                <a:cubicBezTo>
                  <a:pt x="26902" y="43145"/>
                  <a:pt x="26872" y="43072"/>
                  <a:pt x="26858" y="42968"/>
                </a:cubicBezTo>
                <a:cubicBezTo>
                  <a:pt x="26902" y="42895"/>
                  <a:pt x="26916" y="42821"/>
                  <a:pt x="26931" y="42748"/>
                </a:cubicBezTo>
                <a:close/>
                <a:moveTo>
                  <a:pt x="27137" y="42836"/>
                </a:moveTo>
                <a:cubicBezTo>
                  <a:pt x="27137" y="42924"/>
                  <a:pt x="27137" y="42968"/>
                  <a:pt x="27152" y="43042"/>
                </a:cubicBezTo>
                <a:cubicBezTo>
                  <a:pt x="27137" y="43101"/>
                  <a:pt x="27122" y="43160"/>
                  <a:pt x="27122" y="43233"/>
                </a:cubicBezTo>
                <a:cubicBezTo>
                  <a:pt x="27093" y="43160"/>
                  <a:pt x="27093" y="43101"/>
                  <a:pt x="27078" y="43027"/>
                </a:cubicBezTo>
                <a:cubicBezTo>
                  <a:pt x="27093" y="42968"/>
                  <a:pt x="27122" y="42910"/>
                  <a:pt x="27137" y="42836"/>
                </a:cubicBezTo>
                <a:close/>
                <a:moveTo>
                  <a:pt x="26799" y="43116"/>
                </a:moveTo>
                <a:cubicBezTo>
                  <a:pt x="26813" y="43175"/>
                  <a:pt x="26813" y="43219"/>
                  <a:pt x="26843" y="43263"/>
                </a:cubicBezTo>
                <a:cubicBezTo>
                  <a:pt x="26799" y="43322"/>
                  <a:pt x="26784" y="43410"/>
                  <a:pt x="26755" y="43484"/>
                </a:cubicBezTo>
                <a:cubicBezTo>
                  <a:pt x="26725" y="43439"/>
                  <a:pt x="26710" y="43381"/>
                  <a:pt x="26710" y="43336"/>
                </a:cubicBezTo>
                <a:cubicBezTo>
                  <a:pt x="26755" y="43263"/>
                  <a:pt x="26769" y="43189"/>
                  <a:pt x="26799" y="43116"/>
                </a:cubicBezTo>
                <a:close/>
                <a:moveTo>
                  <a:pt x="26563" y="43116"/>
                </a:moveTo>
                <a:cubicBezTo>
                  <a:pt x="26578" y="43189"/>
                  <a:pt x="26607" y="43248"/>
                  <a:pt x="26622" y="43322"/>
                </a:cubicBezTo>
                <a:cubicBezTo>
                  <a:pt x="26578" y="43395"/>
                  <a:pt x="26549" y="43469"/>
                  <a:pt x="26504" y="43557"/>
                </a:cubicBezTo>
                <a:cubicBezTo>
                  <a:pt x="26490" y="43484"/>
                  <a:pt x="26460" y="43439"/>
                  <a:pt x="26431" y="43366"/>
                </a:cubicBezTo>
                <a:cubicBezTo>
                  <a:pt x="26490" y="43292"/>
                  <a:pt x="26534" y="43189"/>
                  <a:pt x="26563" y="43116"/>
                </a:cubicBezTo>
                <a:close/>
                <a:moveTo>
                  <a:pt x="27167" y="43263"/>
                </a:moveTo>
                <a:cubicBezTo>
                  <a:pt x="27167" y="43322"/>
                  <a:pt x="27196" y="43381"/>
                  <a:pt x="27196" y="43439"/>
                </a:cubicBezTo>
                <a:cubicBezTo>
                  <a:pt x="27167" y="43484"/>
                  <a:pt x="27167" y="43528"/>
                  <a:pt x="27152" y="43587"/>
                </a:cubicBezTo>
                <a:cubicBezTo>
                  <a:pt x="27152" y="43528"/>
                  <a:pt x="27137" y="43469"/>
                  <a:pt x="27137" y="43410"/>
                </a:cubicBezTo>
                <a:cubicBezTo>
                  <a:pt x="27152" y="43366"/>
                  <a:pt x="27152" y="43322"/>
                  <a:pt x="27167" y="43263"/>
                </a:cubicBezTo>
                <a:close/>
                <a:moveTo>
                  <a:pt x="27019" y="43189"/>
                </a:moveTo>
                <a:cubicBezTo>
                  <a:pt x="27019" y="43263"/>
                  <a:pt x="27034" y="43336"/>
                  <a:pt x="27064" y="43410"/>
                </a:cubicBezTo>
                <a:cubicBezTo>
                  <a:pt x="27049" y="43484"/>
                  <a:pt x="27019" y="43542"/>
                  <a:pt x="27005" y="43616"/>
                </a:cubicBezTo>
                <a:lnTo>
                  <a:pt x="27005" y="43601"/>
                </a:lnTo>
                <a:lnTo>
                  <a:pt x="27005" y="43572"/>
                </a:lnTo>
                <a:cubicBezTo>
                  <a:pt x="27005" y="43557"/>
                  <a:pt x="26990" y="43557"/>
                  <a:pt x="26990" y="43542"/>
                </a:cubicBezTo>
                <a:cubicBezTo>
                  <a:pt x="26990" y="43528"/>
                  <a:pt x="26990" y="43528"/>
                  <a:pt x="26975" y="43513"/>
                </a:cubicBezTo>
                <a:cubicBezTo>
                  <a:pt x="26975" y="43469"/>
                  <a:pt x="26946" y="43439"/>
                  <a:pt x="26946" y="43395"/>
                </a:cubicBezTo>
                <a:cubicBezTo>
                  <a:pt x="26975" y="43322"/>
                  <a:pt x="26990" y="43263"/>
                  <a:pt x="27019" y="43189"/>
                </a:cubicBezTo>
                <a:close/>
                <a:moveTo>
                  <a:pt x="26902" y="43528"/>
                </a:moveTo>
                <a:cubicBezTo>
                  <a:pt x="26902" y="43542"/>
                  <a:pt x="26902" y="43557"/>
                  <a:pt x="26916" y="43587"/>
                </a:cubicBezTo>
                <a:cubicBezTo>
                  <a:pt x="26902" y="43660"/>
                  <a:pt x="26858" y="43734"/>
                  <a:pt x="26843" y="43807"/>
                </a:cubicBezTo>
                <a:cubicBezTo>
                  <a:pt x="26843" y="43778"/>
                  <a:pt x="26813" y="43748"/>
                  <a:pt x="26813" y="43734"/>
                </a:cubicBezTo>
                <a:cubicBezTo>
                  <a:pt x="26843" y="43675"/>
                  <a:pt x="26872" y="43601"/>
                  <a:pt x="26902" y="43528"/>
                </a:cubicBezTo>
                <a:close/>
                <a:moveTo>
                  <a:pt x="27093" y="43616"/>
                </a:moveTo>
                <a:cubicBezTo>
                  <a:pt x="27093" y="43675"/>
                  <a:pt x="27093" y="43748"/>
                  <a:pt x="27122" y="43822"/>
                </a:cubicBezTo>
                <a:cubicBezTo>
                  <a:pt x="27078" y="43763"/>
                  <a:pt x="27078" y="43748"/>
                  <a:pt x="27064" y="43704"/>
                </a:cubicBezTo>
                <a:cubicBezTo>
                  <a:pt x="27078" y="43675"/>
                  <a:pt x="27078" y="43645"/>
                  <a:pt x="27093" y="43616"/>
                </a:cubicBezTo>
                <a:close/>
                <a:moveTo>
                  <a:pt x="26652" y="43454"/>
                </a:moveTo>
                <a:lnTo>
                  <a:pt x="26710" y="43616"/>
                </a:lnTo>
                <a:cubicBezTo>
                  <a:pt x="26666" y="43690"/>
                  <a:pt x="26637" y="43763"/>
                  <a:pt x="26607" y="43851"/>
                </a:cubicBezTo>
                <a:cubicBezTo>
                  <a:pt x="26578" y="43807"/>
                  <a:pt x="26563" y="43748"/>
                  <a:pt x="26549" y="43675"/>
                </a:cubicBezTo>
                <a:lnTo>
                  <a:pt x="26652" y="43454"/>
                </a:lnTo>
                <a:close/>
                <a:moveTo>
                  <a:pt x="27211" y="43719"/>
                </a:moveTo>
                <a:cubicBezTo>
                  <a:pt x="27211" y="43763"/>
                  <a:pt x="27225" y="43807"/>
                  <a:pt x="27225" y="43837"/>
                </a:cubicBezTo>
                <a:cubicBezTo>
                  <a:pt x="27225" y="43881"/>
                  <a:pt x="27211" y="43910"/>
                  <a:pt x="27211" y="43925"/>
                </a:cubicBezTo>
                <a:cubicBezTo>
                  <a:pt x="27211" y="43896"/>
                  <a:pt x="27211" y="43851"/>
                  <a:pt x="27196" y="43822"/>
                </a:cubicBezTo>
                <a:cubicBezTo>
                  <a:pt x="27196" y="43778"/>
                  <a:pt x="27211" y="43763"/>
                  <a:pt x="27211" y="43719"/>
                </a:cubicBezTo>
                <a:close/>
                <a:moveTo>
                  <a:pt x="26946" y="43763"/>
                </a:moveTo>
                <a:lnTo>
                  <a:pt x="26946" y="43778"/>
                </a:lnTo>
                <a:cubicBezTo>
                  <a:pt x="26931" y="43851"/>
                  <a:pt x="26902" y="43910"/>
                  <a:pt x="26872" y="43984"/>
                </a:cubicBezTo>
                <a:lnTo>
                  <a:pt x="26872" y="43969"/>
                </a:lnTo>
                <a:cubicBezTo>
                  <a:pt x="26902" y="43896"/>
                  <a:pt x="26931" y="43822"/>
                  <a:pt x="26946" y="43763"/>
                </a:cubicBezTo>
                <a:close/>
                <a:moveTo>
                  <a:pt x="27078" y="43822"/>
                </a:moveTo>
                <a:cubicBezTo>
                  <a:pt x="27078" y="43837"/>
                  <a:pt x="27078" y="43837"/>
                  <a:pt x="27093" y="43851"/>
                </a:cubicBezTo>
                <a:cubicBezTo>
                  <a:pt x="27078" y="43910"/>
                  <a:pt x="27078" y="43954"/>
                  <a:pt x="27064" y="43984"/>
                </a:cubicBezTo>
                <a:cubicBezTo>
                  <a:pt x="27064" y="43969"/>
                  <a:pt x="27064" y="43954"/>
                  <a:pt x="27049" y="43925"/>
                </a:cubicBezTo>
                <a:cubicBezTo>
                  <a:pt x="27064" y="43896"/>
                  <a:pt x="27064" y="43851"/>
                  <a:pt x="27078" y="43822"/>
                </a:cubicBezTo>
                <a:close/>
                <a:moveTo>
                  <a:pt x="26769" y="43851"/>
                </a:moveTo>
                <a:cubicBezTo>
                  <a:pt x="26769" y="43896"/>
                  <a:pt x="26784" y="43910"/>
                  <a:pt x="26784" y="43940"/>
                </a:cubicBezTo>
                <a:cubicBezTo>
                  <a:pt x="26769" y="44028"/>
                  <a:pt x="26725" y="44087"/>
                  <a:pt x="26710" y="44175"/>
                </a:cubicBezTo>
                <a:cubicBezTo>
                  <a:pt x="26696" y="44131"/>
                  <a:pt x="26696" y="44102"/>
                  <a:pt x="26666" y="44058"/>
                </a:cubicBezTo>
                <a:cubicBezTo>
                  <a:pt x="26710" y="43984"/>
                  <a:pt x="26725" y="43910"/>
                  <a:pt x="26769" y="43851"/>
                </a:cubicBezTo>
                <a:close/>
                <a:moveTo>
                  <a:pt x="26799" y="44116"/>
                </a:moveTo>
                <a:lnTo>
                  <a:pt x="26799" y="44146"/>
                </a:lnTo>
                <a:cubicBezTo>
                  <a:pt x="26799" y="44205"/>
                  <a:pt x="26784" y="44278"/>
                  <a:pt x="26755" y="44352"/>
                </a:cubicBezTo>
                <a:cubicBezTo>
                  <a:pt x="26755" y="44337"/>
                  <a:pt x="26755" y="44337"/>
                  <a:pt x="26725" y="44322"/>
                </a:cubicBezTo>
                <a:cubicBezTo>
                  <a:pt x="26755" y="44249"/>
                  <a:pt x="26784" y="44190"/>
                  <a:pt x="26799" y="44116"/>
                </a:cubicBezTo>
                <a:close/>
                <a:moveTo>
                  <a:pt x="27137" y="44175"/>
                </a:moveTo>
                <a:cubicBezTo>
                  <a:pt x="27152" y="44175"/>
                  <a:pt x="27152" y="44205"/>
                  <a:pt x="27152" y="44219"/>
                </a:cubicBezTo>
                <a:cubicBezTo>
                  <a:pt x="27137" y="44278"/>
                  <a:pt x="27137" y="44322"/>
                  <a:pt x="27122" y="44367"/>
                </a:cubicBezTo>
                <a:cubicBezTo>
                  <a:pt x="27122" y="44352"/>
                  <a:pt x="27122" y="44322"/>
                  <a:pt x="27093" y="44293"/>
                </a:cubicBezTo>
                <a:cubicBezTo>
                  <a:pt x="27122" y="44264"/>
                  <a:pt x="27122" y="44205"/>
                  <a:pt x="27137" y="44175"/>
                </a:cubicBezTo>
                <a:close/>
                <a:moveTo>
                  <a:pt x="26990" y="44131"/>
                </a:moveTo>
                <a:cubicBezTo>
                  <a:pt x="27005" y="44131"/>
                  <a:pt x="27005" y="44175"/>
                  <a:pt x="27005" y="44190"/>
                </a:cubicBezTo>
                <a:cubicBezTo>
                  <a:pt x="26990" y="44264"/>
                  <a:pt x="26975" y="44308"/>
                  <a:pt x="26946" y="44396"/>
                </a:cubicBezTo>
                <a:cubicBezTo>
                  <a:pt x="26946" y="44367"/>
                  <a:pt x="26931" y="44337"/>
                  <a:pt x="26931" y="44322"/>
                </a:cubicBezTo>
                <a:cubicBezTo>
                  <a:pt x="26946" y="44264"/>
                  <a:pt x="26975" y="44190"/>
                  <a:pt x="26990" y="44131"/>
                </a:cubicBezTo>
                <a:close/>
                <a:moveTo>
                  <a:pt x="26858" y="44278"/>
                </a:moveTo>
                <a:cubicBezTo>
                  <a:pt x="26843" y="44352"/>
                  <a:pt x="26813" y="44425"/>
                  <a:pt x="26784" y="44499"/>
                </a:cubicBezTo>
                <a:lnTo>
                  <a:pt x="26784" y="44484"/>
                </a:lnTo>
                <a:cubicBezTo>
                  <a:pt x="26799" y="44411"/>
                  <a:pt x="26843" y="44352"/>
                  <a:pt x="26858" y="44278"/>
                </a:cubicBezTo>
                <a:close/>
                <a:moveTo>
                  <a:pt x="27184" y="44596"/>
                </a:moveTo>
                <a:cubicBezTo>
                  <a:pt x="27188" y="44608"/>
                  <a:pt x="27196" y="44617"/>
                  <a:pt x="27196" y="44617"/>
                </a:cubicBezTo>
                <a:cubicBezTo>
                  <a:pt x="27196" y="44646"/>
                  <a:pt x="27167" y="44676"/>
                  <a:pt x="27167" y="44705"/>
                </a:cubicBezTo>
                <a:lnTo>
                  <a:pt x="27167" y="44646"/>
                </a:lnTo>
                <a:cubicBezTo>
                  <a:pt x="27167" y="44629"/>
                  <a:pt x="27176" y="44613"/>
                  <a:pt x="27184" y="44596"/>
                </a:cubicBezTo>
                <a:close/>
                <a:moveTo>
                  <a:pt x="26902" y="44455"/>
                </a:moveTo>
                <a:cubicBezTo>
                  <a:pt x="26902" y="44499"/>
                  <a:pt x="26916" y="44514"/>
                  <a:pt x="26916" y="44558"/>
                </a:cubicBezTo>
                <a:cubicBezTo>
                  <a:pt x="26902" y="44617"/>
                  <a:pt x="26858" y="44690"/>
                  <a:pt x="26843" y="44734"/>
                </a:cubicBezTo>
                <a:cubicBezTo>
                  <a:pt x="26843" y="44705"/>
                  <a:pt x="26828" y="44676"/>
                  <a:pt x="26828" y="44646"/>
                </a:cubicBezTo>
                <a:cubicBezTo>
                  <a:pt x="26843" y="44587"/>
                  <a:pt x="26872" y="44514"/>
                  <a:pt x="26902" y="44455"/>
                </a:cubicBezTo>
                <a:close/>
                <a:moveTo>
                  <a:pt x="27064" y="44484"/>
                </a:moveTo>
                <a:cubicBezTo>
                  <a:pt x="27064" y="44514"/>
                  <a:pt x="27064" y="44558"/>
                  <a:pt x="27078" y="44587"/>
                </a:cubicBezTo>
                <a:lnTo>
                  <a:pt x="27019" y="44764"/>
                </a:lnTo>
                <a:cubicBezTo>
                  <a:pt x="27019" y="44720"/>
                  <a:pt x="27005" y="44690"/>
                  <a:pt x="27005" y="44646"/>
                </a:cubicBezTo>
                <a:lnTo>
                  <a:pt x="27064" y="44484"/>
                </a:lnTo>
                <a:close/>
                <a:moveTo>
                  <a:pt x="26975" y="44808"/>
                </a:moveTo>
                <a:cubicBezTo>
                  <a:pt x="26975" y="44852"/>
                  <a:pt x="26990" y="44911"/>
                  <a:pt x="26990" y="44940"/>
                </a:cubicBezTo>
                <a:cubicBezTo>
                  <a:pt x="26975" y="45014"/>
                  <a:pt x="26946" y="45073"/>
                  <a:pt x="26931" y="45132"/>
                </a:cubicBezTo>
                <a:cubicBezTo>
                  <a:pt x="26931" y="45073"/>
                  <a:pt x="26916" y="45029"/>
                  <a:pt x="26916" y="44985"/>
                </a:cubicBezTo>
                <a:lnTo>
                  <a:pt x="26975" y="44808"/>
                </a:lnTo>
                <a:close/>
                <a:moveTo>
                  <a:pt x="27093" y="44882"/>
                </a:moveTo>
                <a:cubicBezTo>
                  <a:pt x="27093" y="44926"/>
                  <a:pt x="27093" y="44955"/>
                  <a:pt x="27122" y="44999"/>
                </a:cubicBezTo>
                <a:cubicBezTo>
                  <a:pt x="27093" y="45058"/>
                  <a:pt x="27093" y="45088"/>
                  <a:pt x="27078" y="45147"/>
                </a:cubicBezTo>
                <a:cubicBezTo>
                  <a:pt x="27078" y="45102"/>
                  <a:pt x="27064" y="45073"/>
                  <a:pt x="27064" y="45014"/>
                </a:cubicBezTo>
                <a:cubicBezTo>
                  <a:pt x="27078" y="44985"/>
                  <a:pt x="27078" y="44926"/>
                  <a:pt x="27093" y="44882"/>
                </a:cubicBezTo>
                <a:close/>
                <a:moveTo>
                  <a:pt x="27137" y="45323"/>
                </a:moveTo>
                <a:lnTo>
                  <a:pt x="27137" y="45426"/>
                </a:lnTo>
                <a:cubicBezTo>
                  <a:pt x="27137" y="45442"/>
                  <a:pt x="27133" y="45454"/>
                  <a:pt x="27129" y="45468"/>
                </a:cubicBezTo>
                <a:lnTo>
                  <a:pt x="27129" y="45468"/>
                </a:lnTo>
                <a:cubicBezTo>
                  <a:pt x="27128" y="45445"/>
                  <a:pt x="27122" y="45424"/>
                  <a:pt x="27122" y="45397"/>
                </a:cubicBezTo>
                <a:cubicBezTo>
                  <a:pt x="27122" y="45382"/>
                  <a:pt x="27137" y="45353"/>
                  <a:pt x="27137" y="45323"/>
                </a:cubicBezTo>
                <a:close/>
                <a:moveTo>
                  <a:pt x="26990" y="45220"/>
                </a:moveTo>
                <a:cubicBezTo>
                  <a:pt x="26990" y="45279"/>
                  <a:pt x="27005" y="45323"/>
                  <a:pt x="27005" y="45367"/>
                </a:cubicBezTo>
                <a:cubicBezTo>
                  <a:pt x="27019" y="45426"/>
                  <a:pt x="27005" y="45470"/>
                  <a:pt x="26990" y="45529"/>
                </a:cubicBezTo>
                <a:cubicBezTo>
                  <a:pt x="26975" y="45470"/>
                  <a:pt x="26975" y="45411"/>
                  <a:pt x="26946" y="45353"/>
                </a:cubicBezTo>
                <a:cubicBezTo>
                  <a:pt x="26961" y="45308"/>
                  <a:pt x="26990" y="45250"/>
                  <a:pt x="26990" y="45220"/>
                </a:cubicBezTo>
                <a:close/>
                <a:moveTo>
                  <a:pt x="24577" y="41085"/>
                </a:moveTo>
                <a:cubicBezTo>
                  <a:pt x="24635" y="41158"/>
                  <a:pt x="24709" y="41232"/>
                  <a:pt x="24768" y="41306"/>
                </a:cubicBezTo>
                <a:cubicBezTo>
                  <a:pt x="23855" y="42306"/>
                  <a:pt x="22855" y="43204"/>
                  <a:pt x="21854" y="44072"/>
                </a:cubicBezTo>
                <a:cubicBezTo>
                  <a:pt x="21236" y="44631"/>
                  <a:pt x="20588" y="45205"/>
                  <a:pt x="19985" y="45794"/>
                </a:cubicBezTo>
                <a:cubicBezTo>
                  <a:pt x="20691" y="45014"/>
                  <a:pt x="21457" y="44264"/>
                  <a:pt x="22207" y="43528"/>
                </a:cubicBezTo>
                <a:cubicBezTo>
                  <a:pt x="22987" y="42733"/>
                  <a:pt x="23811" y="41924"/>
                  <a:pt x="24577" y="41085"/>
                </a:cubicBezTo>
                <a:close/>
                <a:moveTo>
                  <a:pt x="27064" y="45617"/>
                </a:moveTo>
                <a:cubicBezTo>
                  <a:pt x="27064" y="45676"/>
                  <a:pt x="27078" y="45735"/>
                  <a:pt x="27078" y="45779"/>
                </a:cubicBezTo>
                <a:cubicBezTo>
                  <a:pt x="27078" y="45823"/>
                  <a:pt x="27064" y="45853"/>
                  <a:pt x="27064" y="45897"/>
                </a:cubicBezTo>
                <a:cubicBezTo>
                  <a:pt x="27034" y="45838"/>
                  <a:pt x="27034" y="45794"/>
                  <a:pt x="27019" y="45735"/>
                </a:cubicBezTo>
                <a:cubicBezTo>
                  <a:pt x="27034" y="45691"/>
                  <a:pt x="27034" y="45662"/>
                  <a:pt x="27064" y="45617"/>
                </a:cubicBezTo>
                <a:close/>
                <a:moveTo>
                  <a:pt x="27314" y="45529"/>
                </a:moveTo>
                <a:cubicBezTo>
                  <a:pt x="27314" y="45647"/>
                  <a:pt x="27299" y="45765"/>
                  <a:pt x="27284" y="45897"/>
                </a:cubicBezTo>
                <a:lnTo>
                  <a:pt x="27284" y="45823"/>
                </a:lnTo>
                <a:lnTo>
                  <a:pt x="27284" y="45735"/>
                </a:lnTo>
                <a:cubicBezTo>
                  <a:pt x="27299" y="45662"/>
                  <a:pt x="27299" y="45588"/>
                  <a:pt x="27314" y="45529"/>
                </a:cubicBezTo>
                <a:close/>
                <a:moveTo>
                  <a:pt x="27093" y="46059"/>
                </a:moveTo>
                <a:cubicBezTo>
                  <a:pt x="27093" y="46118"/>
                  <a:pt x="27093" y="46162"/>
                  <a:pt x="27122" y="46206"/>
                </a:cubicBezTo>
                <a:lnTo>
                  <a:pt x="27122" y="46250"/>
                </a:lnTo>
                <a:cubicBezTo>
                  <a:pt x="27093" y="46250"/>
                  <a:pt x="27093" y="46265"/>
                  <a:pt x="27093" y="46265"/>
                </a:cubicBezTo>
                <a:cubicBezTo>
                  <a:pt x="27093" y="46236"/>
                  <a:pt x="27078" y="46191"/>
                  <a:pt x="27078" y="46133"/>
                </a:cubicBezTo>
                <a:cubicBezTo>
                  <a:pt x="27078" y="46118"/>
                  <a:pt x="27093" y="46088"/>
                  <a:pt x="27093" y="46059"/>
                </a:cubicBezTo>
                <a:close/>
                <a:moveTo>
                  <a:pt x="24812" y="41350"/>
                </a:moveTo>
                <a:lnTo>
                  <a:pt x="24812" y="41350"/>
                </a:lnTo>
                <a:cubicBezTo>
                  <a:pt x="24797" y="41379"/>
                  <a:pt x="24783" y="41394"/>
                  <a:pt x="24768" y="41423"/>
                </a:cubicBezTo>
                <a:lnTo>
                  <a:pt x="24812" y="41482"/>
                </a:lnTo>
                <a:lnTo>
                  <a:pt x="24871" y="41423"/>
                </a:lnTo>
                <a:cubicBezTo>
                  <a:pt x="24915" y="41482"/>
                  <a:pt x="24959" y="41541"/>
                  <a:pt x="25003" y="41585"/>
                </a:cubicBezTo>
                <a:cubicBezTo>
                  <a:pt x="24003" y="42762"/>
                  <a:pt x="22869" y="43675"/>
                  <a:pt x="21648" y="44631"/>
                </a:cubicBezTo>
                <a:cubicBezTo>
                  <a:pt x="20897" y="45220"/>
                  <a:pt x="20147" y="45823"/>
                  <a:pt x="19411" y="46500"/>
                </a:cubicBezTo>
                <a:cubicBezTo>
                  <a:pt x="20206" y="45662"/>
                  <a:pt x="21059" y="44882"/>
                  <a:pt x="21913" y="44131"/>
                </a:cubicBezTo>
                <a:cubicBezTo>
                  <a:pt x="22899" y="43263"/>
                  <a:pt x="23914" y="42365"/>
                  <a:pt x="24812" y="41350"/>
                </a:cubicBezTo>
                <a:close/>
                <a:moveTo>
                  <a:pt x="27019" y="46353"/>
                </a:moveTo>
                <a:cubicBezTo>
                  <a:pt x="27019" y="46412"/>
                  <a:pt x="27019" y="46471"/>
                  <a:pt x="27034" y="46500"/>
                </a:cubicBezTo>
                <a:cubicBezTo>
                  <a:pt x="27019" y="46545"/>
                  <a:pt x="27019" y="46574"/>
                  <a:pt x="27005" y="46618"/>
                </a:cubicBezTo>
                <a:cubicBezTo>
                  <a:pt x="27005" y="46574"/>
                  <a:pt x="26990" y="46545"/>
                  <a:pt x="26990" y="46500"/>
                </a:cubicBezTo>
                <a:cubicBezTo>
                  <a:pt x="27005" y="46456"/>
                  <a:pt x="27005" y="46412"/>
                  <a:pt x="27019" y="46353"/>
                </a:cubicBezTo>
                <a:close/>
                <a:moveTo>
                  <a:pt x="27343" y="46000"/>
                </a:moveTo>
                <a:cubicBezTo>
                  <a:pt x="27343" y="46265"/>
                  <a:pt x="27299" y="46545"/>
                  <a:pt x="27240" y="46824"/>
                </a:cubicBezTo>
                <a:lnTo>
                  <a:pt x="27240" y="46633"/>
                </a:lnTo>
                <a:lnTo>
                  <a:pt x="27240" y="46515"/>
                </a:lnTo>
                <a:cubicBezTo>
                  <a:pt x="27284" y="46353"/>
                  <a:pt x="27314" y="46177"/>
                  <a:pt x="27343" y="46000"/>
                </a:cubicBezTo>
                <a:close/>
                <a:moveTo>
                  <a:pt x="27064" y="46868"/>
                </a:moveTo>
                <a:cubicBezTo>
                  <a:pt x="27064" y="46898"/>
                  <a:pt x="27078" y="46927"/>
                  <a:pt x="27078" y="46971"/>
                </a:cubicBezTo>
                <a:cubicBezTo>
                  <a:pt x="27078" y="46986"/>
                  <a:pt x="27064" y="47001"/>
                  <a:pt x="27064" y="47030"/>
                </a:cubicBezTo>
                <a:cubicBezTo>
                  <a:pt x="27064" y="47015"/>
                  <a:pt x="27064" y="46986"/>
                  <a:pt x="27049" y="46971"/>
                </a:cubicBezTo>
                <a:cubicBezTo>
                  <a:pt x="27049" y="46927"/>
                  <a:pt x="27064" y="46912"/>
                  <a:pt x="27064" y="46868"/>
                </a:cubicBezTo>
                <a:close/>
                <a:moveTo>
                  <a:pt x="25033" y="41644"/>
                </a:moveTo>
                <a:cubicBezTo>
                  <a:pt x="25062" y="41673"/>
                  <a:pt x="25077" y="41688"/>
                  <a:pt x="25092" y="41718"/>
                </a:cubicBezTo>
                <a:lnTo>
                  <a:pt x="25062" y="41762"/>
                </a:lnTo>
                <a:lnTo>
                  <a:pt x="25106" y="41821"/>
                </a:lnTo>
                <a:cubicBezTo>
                  <a:pt x="25106" y="41791"/>
                  <a:pt x="25121" y="41791"/>
                  <a:pt x="25121" y="41776"/>
                </a:cubicBezTo>
                <a:cubicBezTo>
                  <a:pt x="25150" y="41821"/>
                  <a:pt x="25165" y="41835"/>
                  <a:pt x="25180" y="41865"/>
                </a:cubicBezTo>
                <a:cubicBezTo>
                  <a:pt x="25121" y="41938"/>
                  <a:pt x="25077" y="42012"/>
                  <a:pt x="25018" y="42071"/>
                </a:cubicBezTo>
                <a:cubicBezTo>
                  <a:pt x="23988" y="43307"/>
                  <a:pt x="22737" y="44190"/>
                  <a:pt x="21427" y="45132"/>
                </a:cubicBezTo>
                <a:cubicBezTo>
                  <a:pt x="20544" y="45750"/>
                  <a:pt x="19647" y="46397"/>
                  <a:pt x="18778" y="47163"/>
                </a:cubicBezTo>
                <a:cubicBezTo>
                  <a:pt x="19720" y="46250"/>
                  <a:pt x="20721" y="45456"/>
                  <a:pt x="21692" y="44690"/>
                </a:cubicBezTo>
                <a:cubicBezTo>
                  <a:pt x="22899" y="43734"/>
                  <a:pt x="24047" y="42821"/>
                  <a:pt x="25033" y="41644"/>
                </a:cubicBezTo>
                <a:close/>
                <a:moveTo>
                  <a:pt x="25253" y="41938"/>
                </a:moveTo>
                <a:cubicBezTo>
                  <a:pt x="25298" y="41982"/>
                  <a:pt x="25312" y="42041"/>
                  <a:pt x="25342" y="42071"/>
                </a:cubicBezTo>
                <a:cubicBezTo>
                  <a:pt x="25371" y="42086"/>
                  <a:pt x="25386" y="42115"/>
                  <a:pt x="25401" y="42144"/>
                </a:cubicBezTo>
                <a:cubicBezTo>
                  <a:pt x="25401" y="42144"/>
                  <a:pt x="25401" y="42159"/>
                  <a:pt x="25415" y="42159"/>
                </a:cubicBezTo>
                <a:cubicBezTo>
                  <a:pt x="25312" y="42306"/>
                  <a:pt x="25180" y="42453"/>
                  <a:pt x="25077" y="42630"/>
                </a:cubicBezTo>
                <a:cubicBezTo>
                  <a:pt x="24003" y="43910"/>
                  <a:pt x="22678" y="44764"/>
                  <a:pt x="21280" y="45662"/>
                </a:cubicBezTo>
                <a:cubicBezTo>
                  <a:pt x="20323" y="46265"/>
                  <a:pt x="19337" y="46912"/>
                  <a:pt x="18410" y="47707"/>
                </a:cubicBezTo>
                <a:cubicBezTo>
                  <a:pt x="18396" y="47678"/>
                  <a:pt x="18410" y="47663"/>
                  <a:pt x="18440" y="47634"/>
                </a:cubicBezTo>
                <a:cubicBezTo>
                  <a:pt x="19411" y="46677"/>
                  <a:pt x="20456" y="45941"/>
                  <a:pt x="21486" y="45205"/>
                </a:cubicBezTo>
                <a:cubicBezTo>
                  <a:pt x="22811" y="44264"/>
                  <a:pt x="24047" y="43381"/>
                  <a:pt x="25092" y="42130"/>
                </a:cubicBezTo>
                <a:cubicBezTo>
                  <a:pt x="25150" y="42071"/>
                  <a:pt x="25195" y="41997"/>
                  <a:pt x="25253" y="41938"/>
                </a:cubicBezTo>
                <a:close/>
                <a:moveTo>
                  <a:pt x="25460" y="42218"/>
                </a:moveTo>
                <a:cubicBezTo>
                  <a:pt x="25518" y="42292"/>
                  <a:pt x="25548" y="42350"/>
                  <a:pt x="25607" y="42424"/>
                </a:cubicBezTo>
                <a:cubicBezTo>
                  <a:pt x="25445" y="42659"/>
                  <a:pt x="25253" y="42895"/>
                  <a:pt x="25062" y="43145"/>
                </a:cubicBezTo>
                <a:cubicBezTo>
                  <a:pt x="23958" y="44484"/>
                  <a:pt x="22575" y="45294"/>
                  <a:pt x="21089" y="46133"/>
                </a:cubicBezTo>
                <a:cubicBezTo>
                  <a:pt x="20095" y="46717"/>
                  <a:pt x="19073" y="47301"/>
                  <a:pt x="18108" y="48087"/>
                </a:cubicBezTo>
                <a:lnTo>
                  <a:pt x="18108" y="48087"/>
                </a:lnTo>
                <a:cubicBezTo>
                  <a:pt x="18130" y="48063"/>
                  <a:pt x="18153" y="48024"/>
                  <a:pt x="18175" y="48001"/>
                </a:cubicBezTo>
                <a:cubicBezTo>
                  <a:pt x="19190" y="47074"/>
                  <a:pt x="20250" y="46397"/>
                  <a:pt x="21309" y="45720"/>
                </a:cubicBezTo>
                <a:cubicBezTo>
                  <a:pt x="22708" y="44808"/>
                  <a:pt x="24032" y="43969"/>
                  <a:pt x="25106" y="42659"/>
                </a:cubicBezTo>
                <a:cubicBezTo>
                  <a:pt x="25224" y="42512"/>
                  <a:pt x="25357" y="42365"/>
                  <a:pt x="25460" y="42218"/>
                </a:cubicBezTo>
                <a:close/>
                <a:moveTo>
                  <a:pt x="25651" y="42512"/>
                </a:moveTo>
                <a:cubicBezTo>
                  <a:pt x="25695" y="42586"/>
                  <a:pt x="25739" y="42645"/>
                  <a:pt x="25769" y="42718"/>
                </a:cubicBezTo>
                <a:cubicBezTo>
                  <a:pt x="25548" y="43042"/>
                  <a:pt x="25312" y="43381"/>
                  <a:pt x="25062" y="43690"/>
                </a:cubicBezTo>
                <a:cubicBezTo>
                  <a:pt x="23929" y="45073"/>
                  <a:pt x="22457" y="45838"/>
                  <a:pt x="20897" y="46677"/>
                </a:cubicBezTo>
                <a:cubicBezTo>
                  <a:pt x="19867" y="47222"/>
                  <a:pt x="18808" y="47781"/>
                  <a:pt x="17792" y="48531"/>
                </a:cubicBezTo>
                <a:cubicBezTo>
                  <a:pt x="17836" y="48472"/>
                  <a:pt x="17881" y="48414"/>
                  <a:pt x="17925" y="48369"/>
                </a:cubicBezTo>
                <a:cubicBezTo>
                  <a:pt x="18940" y="47501"/>
                  <a:pt x="20044" y="46854"/>
                  <a:pt x="21118" y="46236"/>
                </a:cubicBezTo>
                <a:cubicBezTo>
                  <a:pt x="22605" y="45367"/>
                  <a:pt x="24003" y="44558"/>
                  <a:pt x="25106" y="43219"/>
                </a:cubicBezTo>
                <a:cubicBezTo>
                  <a:pt x="25298" y="42998"/>
                  <a:pt x="25474" y="42748"/>
                  <a:pt x="25651" y="42512"/>
                </a:cubicBezTo>
                <a:close/>
                <a:moveTo>
                  <a:pt x="17704" y="48561"/>
                </a:moveTo>
                <a:cubicBezTo>
                  <a:pt x="17675" y="48605"/>
                  <a:pt x="17645" y="48634"/>
                  <a:pt x="17630" y="48693"/>
                </a:cubicBezTo>
                <a:cubicBezTo>
                  <a:pt x="17601" y="48708"/>
                  <a:pt x="17571" y="48723"/>
                  <a:pt x="17557" y="48752"/>
                </a:cubicBezTo>
                <a:cubicBezTo>
                  <a:pt x="17571" y="48693"/>
                  <a:pt x="17601" y="48664"/>
                  <a:pt x="17630" y="48620"/>
                </a:cubicBezTo>
                <a:cubicBezTo>
                  <a:pt x="17645" y="48605"/>
                  <a:pt x="17675" y="48590"/>
                  <a:pt x="17704" y="48561"/>
                </a:cubicBezTo>
                <a:close/>
                <a:moveTo>
                  <a:pt x="26048" y="42586"/>
                </a:moveTo>
                <a:cubicBezTo>
                  <a:pt x="26063" y="42645"/>
                  <a:pt x="26107" y="42704"/>
                  <a:pt x="26122" y="42733"/>
                </a:cubicBezTo>
                <a:cubicBezTo>
                  <a:pt x="25827" y="43248"/>
                  <a:pt x="25474" y="43748"/>
                  <a:pt x="25092" y="44249"/>
                </a:cubicBezTo>
                <a:cubicBezTo>
                  <a:pt x="23929" y="45676"/>
                  <a:pt x="22413" y="46412"/>
                  <a:pt x="20765" y="47192"/>
                </a:cubicBezTo>
                <a:cubicBezTo>
                  <a:pt x="19705" y="47707"/>
                  <a:pt x="18616" y="48222"/>
                  <a:pt x="17586" y="48958"/>
                </a:cubicBezTo>
                <a:cubicBezTo>
                  <a:pt x="17586" y="48855"/>
                  <a:pt x="17645" y="48811"/>
                  <a:pt x="17675" y="48737"/>
                </a:cubicBezTo>
                <a:cubicBezTo>
                  <a:pt x="18734" y="47898"/>
                  <a:pt x="19853" y="47310"/>
                  <a:pt x="20956" y="46751"/>
                </a:cubicBezTo>
                <a:cubicBezTo>
                  <a:pt x="22516" y="45912"/>
                  <a:pt x="23988" y="45147"/>
                  <a:pt x="25136" y="43748"/>
                </a:cubicBezTo>
                <a:cubicBezTo>
                  <a:pt x="25386" y="43439"/>
                  <a:pt x="25621" y="43116"/>
                  <a:pt x="25827" y="42792"/>
                </a:cubicBezTo>
                <a:cubicBezTo>
                  <a:pt x="25872" y="42865"/>
                  <a:pt x="25901" y="42924"/>
                  <a:pt x="25960" y="42998"/>
                </a:cubicBezTo>
                <a:cubicBezTo>
                  <a:pt x="25945" y="42939"/>
                  <a:pt x="25901" y="42895"/>
                  <a:pt x="25886" y="42851"/>
                </a:cubicBezTo>
                <a:cubicBezTo>
                  <a:pt x="25930" y="42748"/>
                  <a:pt x="25989" y="42659"/>
                  <a:pt x="26048" y="42586"/>
                </a:cubicBezTo>
                <a:close/>
                <a:moveTo>
                  <a:pt x="17498" y="48870"/>
                </a:moveTo>
                <a:cubicBezTo>
                  <a:pt x="17454" y="48929"/>
                  <a:pt x="17424" y="48987"/>
                  <a:pt x="17395" y="49046"/>
                </a:cubicBezTo>
                <a:cubicBezTo>
                  <a:pt x="17365" y="49076"/>
                  <a:pt x="17321" y="49090"/>
                  <a:pt x="17292" y="49135"/>
                </a:cubicBezTo>
                <a:cubicBezTo>
                  <a:pt x="17307" y="49076"/>
                  <a:pt x="17351" y="49032"/>
                  <a:pt x="17380" y="48973"/>
                </a:cubicBezTo>
                <a:cubicBezTo>
                  <a:pt x="17424" y="48929"/>
                  <a:pt x="17454" y="48914"/>
                  <a:pt x="17498" y="48870"/>
                </a:cubicBezTo>
                <a:close/>
                <a:moveTo>
                  <a:pt x="17159" y="49149"/>
                </a:moveTo>
                <a:cubicBezTo>
                  <a:pt x="17145" y="49194"/>
                  <a:pt x="17101" y="49223"/>
                  <a:pt x="17086" y="49267"/>
                </a:cubicBezTo>
                <a:lnTo>
                  <a:pt x="17027" y="49326"/>
                </a:lnTo>
                <a:cubicBezTo>
                  <a:pt x="17056" y="49282"/>
                  <a:pt x="17071" y="49238"/>
                  <a:pt x="17101" y="49208"/>
                </a:cubicBezTo>
                <a:lnTo>
                  <a:pt x="17159" y="49149"/>
                </a:lnTo>
                <a:close/>
                <a:moveTo>
                  <a:pt x="26136" y="42836"/>
                </a:moveTo>
                <a:cubicBezTo>
                  <a:pt x="26166" y="42851"/>
                  <a:pt x="26166" y="42865"/>
                  <a:pt x="26181" y="42880"/>
                </a:cubicBezTo>
                <a:cubicBezTo>
                  <a:pt x="26122" y="42968"/>
                  <a:pt x="26092" y="43042"/>
                  <a:pt x="26033" y="43145"/>
                </a:cubicBezTo>
                <a:cubicBezTo>
                  <a:pt x="26048" y="43160"/>
                  <a:pt x="26063" y="43189"/>
                  <a:pt x="26063" y="43204"/>
                </a:cubicBezTo>
                <a:cubicBezTo>
                  <a:pt x="26122" y="43145"/>
                  <a:pt x="26166" y="43042"/>
                  <a:pt x="26210" y="42968"/>
                </a:cubicBezTo>
                <a:cubicBezTo>
                  <a:pt x="26239" y="42983"/>
                  <a:pt x="26239" y="43013"/>
                  <a:pt x="26239" y="43042"/>
                </a:cubicBezTo>
                <a:cubicBezTo>
                  <a:pt x="25916" y="43631"/>
                  <a:pt x="25533" y="44205"/>
                  <a:pt x="25077" y="44779"/>
                </a:cubicBezTo>
                <a:cubicBezTo>
                  <a:pt x="23900" y="46250"/>
                  <a:pt x="22281" y="46942"/>
                  <a:pt x="20574" y="47678"/>
                </a:cubicBezTo>
                <a:cubicBezTo>
                  <a:pt x="19485" y="48163"/>
                  <a:pt x="18381" y="48634"/>
                  <a:pt x="17307" y="49341"/>
                </a:cubicBezTo>
                <a:cubicBezTo>
                  <a:pt x="17351" y="49267"/>
                  <a:pt x="17410" y="49194"/>
                  <a:pt x="17439" y="49120"/>
                </a:cubicBezTo>
                <a:cubicBezTo>
                  <a:pt x="18528" y="48325"/>
                  <a:pt x="19661" y="47795"/>
                  <a:pt x="20765" y="47251"/>
                </a:cubicBezTo>
                <a:cubicBezTo>
                  <a:pt x="22413" y="46471"/>
                  <a:pt x="23958" y="45735"/>
                  <a:pt x="25136" y="44293"/>
                </a:cubicBezTo>
                <a:cubicBezTo>
                  <a:pt x="25518" y="43822"/>
                  <a:pt x="25842" y="43336"/>
                  <a:pt x="26136" y="42836"/>
                </a:cubicBezTo>
                <a:close/>
                <a:moveTo>
                  <a:pt x="17292" y="49223"/>
                </a:moveTo>
                <a:cubicBezTo>
                  <a:pt x="17248" y="49297"/>
                  <a:pt x="17218" y="49355"/>
                  <a:pt x="17189" y="49429"/>
                </a:cubicBezTo>
                <a:cubicBezTo>
                  <a:pt x="17130" y="49458"/>
                  <a:pt x="17086" y="49503"/>
                  <a:pt x="17042" y="49517"/>
                </a:cubicBezTo>
                <a:cubicBezTo>
                  <a:pt x="17071" y="49473"/>
                  <a:pt x="17101" y="49400"/>
                  <a:pt x="17145" y="49341"/>
                </a:cubicBezTo>
                <a:cubicBezTo>
                  <a:pt x="17189" y="49297"/>
                  <a:pt x="17233" y="49267"/>
                  <a:pt x="17292" y="49223"/>
                </a:cubicBezTo>
                <a:close/>
                <a:moveTo>
                  <a:pt x="16968" y="49488"/>
                </a:moveTo>
                <a:cubicBezTo>
                  <a:pt x="16924" y="49547"/>
                  <a:pt x="16909" y="49591"/>
                  <a:pt x="16865" y="49650"/>
                </a:cubicBezTo>
                <a:cubicBezTo>
                  <a:pt x="16836" y="49664"/>
                  <a:pt x="16792" y="49709"/>
                  <a:pt x="16777" y="49723"/>
                </a:cubicBezTo>
                <a:cubicBezTo>
                  <a:pt x="16792" y="49664"/>
                  <a:pt x="16836" y="49606"/>
                  <a:pt x="16865" y="49561"/>
                </a:cubicBezTo>
                <a:cubicBezTo>
                  <a:pt x="16909" y="49547"/>
                  <a:pt x="16924" y="49503"/>
                  <a:pt x="16968" y="49488"/>
                </a:cubicBezTo>
                <a:close/>
                <a:moveTo>
                  <a:pt x="26254" y="43145"/>
                </a:moveTo>
                <a:cubicBezTo>
                  <a:pt x="26269" y="43175"/>
                  <a:pt x="26284" y="43233"/>
                  <a:pt x="26298" y="43263"/>
                </a:cubicBezTo>
                <a:lnTo>
                  <a:pt x="26195" y="43484"/>
                </a:lnTo>
                <a:cubicBezTo>
                  <a:pt x="26210" y="43513"/>
                  <a:pt x="26210" y="43542"/>
                  <a:pt x="26225" y="43557"/>
                </a:cubicBezTo>
                <a:cubicBezTo>
                  <a:pt x="25930" y="44116"/>
                  <a:pt x="25548" y="44705"/>
                  <a:pt x="25077" y="45294"/>
                </a:cubicBezTo>
                <a:cubicBezTo>
                  <a:pt x="23855" y="46795"/>
                  <a:pt x="22178" y="47457"/>
                  <a:pt x="20397" y="48178"/>
                </a:cubicBezTo>
                <a:cubicBezTo>
                  <a:pt x="19293" y="48620"/>
                  <a:pt x="18175" y="49061"/>
                  <a:pt x="17086" y="49723"/>
                </a:cubicBezTo>
                <a:cubicBezTo>
                  <a:pt x="17130" y="49650"/>
                  <a:pt x="17174" y="49561"/>
                  <a:pt x="17218" y="49488"/>
                </a:cubicBezTo>
                <a:cubicBezTo>
                  <a:pt x="18337" y="48737"/>
                  <a:pt x="19485" y="48237"/>
                  <a:pt x="20603" y="47751"/>
                </a:cubicBezTo>
                <a:cubicBezTo>
                  <a:pt x="22310" y="47001"/>
                  <a:pt x="23929" y="46309"/>
                  <a:pt x="25121" y="44808"/>
                </a:cubicBezTo>
                <a:cubicBezTo>
                  <a:pt x="25563" y="44264"/>
                  <a:pt x="25930" y="43704"/>
                  <a:pt x="26254" y="43145"/>
                </a:cubicBezTo>
                <a:close/>
                <a:moveTo>
                  <a:pt x="16644" y="49767"/>
                </a:moveTo>
                <a:lnTo>
                  <a:pt x="16644" y="49767"/>
                </a:lnTo>
                <a:cubicBezTo>
                  <a:pt x="16630" y="49797"/>
                  <a:pt x="16600" y="49826"/>
                  <a:pt x="16571" y="49870"/>
                </a:cubicBezTo>
                <a:cubicBezTo>
                  <a:pt x="16556" y="49885"/>
                  <a:pt x="16527" y="49915"/>
                  <a:pt x="16497" y="49929"/>
                </a:cubicBezTo>
                <a:cubicBezTo>
                  <a:pt x="16541" y="49885"/>
                  <a:pt x="16556" y="49856"/>
                  <a:pt x="16571" y="49812"/>
                </a:cubicBezTo>
                <a:cubicBezTo>
                  <a:pt x="16600" y="49797"/>
                  <a:pt x="16615" y="49782"/>
                  <a:pt x="16644" y="49767"/>
                </a:cubicBezTo>
                <a:close/>
                <a:moveTo>
                  <a:pt x="17086" y="49591"/>
                </a:moveTo>
                <a:lnTo>
                  <a:pt x="16983" y="49812"/>
                </a:lnTo>
                <a:lnTo>
                  <a:pt x="16821" y="49929"/>
                </a:lnTo>
                <a:cubicBezTo>
                  <a:pt x="16836" y="49856"/>
                  <a:pt x="16895" y="49782"/>
                  <a:pt x="16924" y="49709"/>
                </a:cubicBezTo>
                <a:lnTo>
                  <a:pt x="17086" y="49591"/>
                </a:lnTo>
                <a:close/>
                <a:moveTo>
                  <a:pt x="16762" y="49812"/>
                </a:moveTo>
                <a:lnTo>
                  <a:pt x="16762" y="49812"/>
                </a:lnTo>
                <a:cubicBezTo>
                  <a:pt x="16718" y="49885"/>
                  <a:pt x="16688" y="49944"/>
                  <a:pt x="16644" y="50018"/>
                </a:cubicBezTo>
                <a:cubicBezTo>
                  <a:pt x="16615" y="50062"/>
                  <a:pt x="16556" y="50076"/>
                  <a:pt x="16527" y="50106"/>
                </a:cubicBezTo>
                <a:cubicBezTo>
                  <a:pt x="16556" y="50032"/>
                  <a:pt x="16600" y="49973"/>
                  <a:pt x="16630" y="49915"/>
                </a:cubicBezTo>
                <a:cubicBezTo>
                  <a:pt x="16674" y="49870"/>
                  <a:pt x="16718" y="49841"/>
                  <a:pt x="16762" y="49812"/>
                </a:cubicBezTo>
                <a:close/>
                <a:moveTo>
                  <a:pt x="26387" y="43454"/>
                </a:moveTo>
                <a:cubicBezTo>
                  <a:pt x="26401" y="43528"/>
                  <a:pt x="26431" y="43601"/>
                  <a:pt x="26460" y="43660"/>
                </a:cubicBezTo>
                <a:cubicBezTo>
                  <a:pt x="26122" y="44352"/>
                  <a:pt x="25680" y="45073"/>
                  <a:pt x="25092" y="45823"/>
                </a:cubicBezTo>
                <a:cubicBezTo>
                  <a:pt x="23855" y="47369"/>
                  <a:pt x="22089" y="48016"/>
                  <a:pt x="20250" y="48678"/>
                </a:cubicBezTo>
                <a:cubicBezTo>
                  <a:pt x="19146" y="49076"/>
                  <a:pt x="18013" y="49488"/>
                  <a:pt x="16909" y="50106"/>
                </a:cubicBezTo>
                <a:cubicBezTo>
                  <a:pt x="16939" y="50018"/>
                  <a:pt x="16998" y="49944"/>
                  <a:pt x="17042" y="49856"/>
                </a:cubicBezTo>
                <a:cubicBezTo>
                  <a:pt x="18160" y="49179"/>
                  <a:pt x="19308" y="48708"/>
                  <a:pt x="20441" y="48252"/>
                </a:cubicBezTo>
                <a:cubicBezTo>
                  <a:pt x="22222" y="47531"/>
                  <a:pt x="23929" y="46868"/>
                  <a:pt x="25150" y="45353"/>
                </a:cubicBezTo>
                <a:cubicBezTo>
                  <a:pt x="25666" y="44705"/>
                  <a:pt x="26063" y="44058"/>
                  <a:pt x="26387" y="43454"/>
                </a:cubicBezTo>
                <a:close/>
                <a:moveTo>
                  <a:pt x="16468" y="50062"/>
                </a:moveTo>
                <a:lnTo>
                  <a:pt x="16468" y="50062"/>
                </a:lnTo>
                <a:cubicBezTo>
                  <a:pt x="16424" y="50106"/>
                  <a:pt x="16409" y="50165"/>
                  <a:pt x="16365" y="50209"/>
                </a:cubicBezTo>
                <a:cubicBezTo>
                  <a:pt x="16335" y="50238"/>
                  <a:pt x="16291" y="50253"/>
                  <a:pt x="16262" y="50297"/>
                </a:cubicBezTo>
                <a:cubicBezTo>
                  <a:pt x="16276" y="50253"/>
                  <a:pt x="16321" y="50209"/>
                  <a:pt x="16350" y="50150"/>
                </a:cubicBezTo>
                <a:cubicBezTo>
                  <a:pt x="16394" y="50106"/>
                  <a:pt x="16424" y="50091"/>
                  <a:pt x="16468" y="50062"/>
                </a:cubicBezTo>
                <a:close/>
                <a:moveTo>
                  <a:pt x="16909" y="49929"/>
                </a:moveTo>
                <a:lnTo>
                  <a:pt x="16909" y="49929"/>
                </a:lnTo>
                <a:cubicBezTo>
                  <a:pt x="16865" y="50032"/>
                  <a:pt x="16821" y="50106"/>
                  <a:pt x="16777" y="50180"/>
                </a:cubicBezTo>
                <a:cubicBezTo>
                  <a:pt x="16718" y="50224"/>
                  <a:pt x="16644" y="50253"/>
                  <a:pt x="16600" y="50297"/>
                </a:cubicBezTo>
                <a:cubicBezTo>
                  <a:pt x="16630" y="50224"/>
                  <a:pt x="16674" y="50135"/>
                  <a:pt x="16718" y="50062"/>
                </a:cubicBezTo>
                <a:cubicBezTo>
                  <a:pt x="16777" y="50018"/>
                  <a:pt x="16850" y="49988"/>
                  <a:pt x="16909" y="49929"/>
                </a:cubicBezTo>
                <a:close/>
                <a:moveTo>
                  <a:pt x="16600" y="50150"/>
                </a:moveTo>
                <a:lnTo>
                  <a:pt x="16600" y="50150"/>
                </a:lnTo>
                <a:cubicBezTo>
                  <a:pt x="16541" y="50238"/>
                  <a:pt x="16497" y="50312"/>
                  <a:pt x="16468" y="50386"/>
                </a:cubicBezTo>
                <a:cubicBezTo>
                  <a:pt x="16409" y="50430"/>
                  <a:pt x="16350" y="50459"/>
                  <a:pt x="16321" y="50474"/>
                </a:cubicBezTo>
                <a:cubicBezTo>
                  <a:pt x="16350" y="50400"/>
                  <a:pt x="16394" y="50327"/>
                  <a:pt x="16453" y="50253"/>
                </a:cubicBezTo>
                <a:cubicBezTo>
                  <a:pt x="16497" y="50224"/>
                  <a:pt x="16541" y="50180"/>
                  <a:pt x="16600" y="50150"/>
                </a:cubicBezTo>
                <a:close/>
                <a:moveTo>
                  <a:pt x="16129" y="50327"/>
                </a:moveTo>
                <a:cubicBezTo>
                  <a:pt x="16115" y="50371"/>
                  <a:pt x="16100" y="50400"/>
                  <a:pt x="16056" y="50444"/>
                </a:cubicBezTo>
                <a:cubicBezTo>
                  <a:pt x="16041" y="50459"/>
                  <a:pt x="16012" y="50474"/>
                  <a:pt x="15982" y="50503"/>
                </a:cubicBezTo>
                <a:cubicBezTo>
                  <a:pt x="15997" y="50474"/>
                  <a:pt x="16026" y="50444"/>
                  <a:pt x="16056" y="50400"/>
                </a:cubicBezTo>
                <a:cubicBezTo>
                  <a:pt x="16085" y="50386"/>
                  <a:pt x="16115" y="50371"/>
                  <a:pt x="16129" y="50327"/>
                </a:cubicBezTo>
                <a:close/>
                <a:moveTo>
                  <a:pt x="26504" y="43763"/>
                </a:moveTo>
                <a:cubicBezTo>
                  <a:pt x="26534" y="43822"/>
                  <a:pt x="26549" y="43896"/>
                  <a:pt x="26563" y="43940"/>
                </a:cubicBezTo>
                <a:cubicBezTo>
                  <a:pt x="26195" y="44793"/>
                  <a:pt x="25724" y="45603"/>
                  <a:pt x="25106" y="46383"/>
                </a:cubicBezTo>
                <a:cubicBezTo>
                  <a:pt x="23841" y="47972"/>
                  <a:pt x="22016" y="48561"/>
                  <a:pt x="20088" y="49208"/>
                </a:cubicBezTo>
                <a:cubicBezTo>
                  <a:pt x="18970" y="49576"/>
                  <a:pt x="17822" y="49944"/>
                  <a:pt x="16718" y="50533"/>
                </a:cubicBezTo>
                <a:cubicBezTo>
                  <a:pt x="16762" y="50444"/>
                  <a:pt x="16792" y="50341"/>
                  <a:pt x="16850" y="50253"/>
                </a:cubicBezTo>
                <a:cubicBezTo>
                  <a:pt x="17969" y="49606"/>
                  <a:pt x="19146" y="49194"/>
                  <a:pt x="20294" y="48767"/>
                </a:cubicBezTo>
                <a:cubicBezTo>
                  <a:pt x="22148" y="48090"/>
                  <a:pt x="23914" y="47457"/>
                  <a:pt x="25165" y="45882"/>
                </a:cubicBezTo>
                <a:cubicBezTo>
                  <a:pt x="25695" y="45220"/>
                  <a:pt x="26107" y="44573"/>
                  <a:pt x="26416" y="43940"/>
                </a:cubicBezTo>
                <a:cubicBezTo>
                  <a:pt x="26460" y="43896"/>
                  <a:pt x="26475" y="43822"/>
                  <a:pt x="26504" y="43763"/>
                </a:cubicBezTo>
                <a:close/>
                <a:moveTo>
                  <a:pt x="16262" y="50386"/>
                </a:moveTo>
                <a:lnTo>
                  <a:pt x="16262" y="50386"/>
                </a:lnTo>
                <a:cubicBezTo>
                  <a:pt x="16232" y="50444"/>
                  <a:pt x="16188" y="50518"/>
                  <a:pt x="16159" y="50562"/>
                </a:cubicBezTo>
                <a:cubicBezTo>
                  <a:pt x="16100" y="50606"/>
                  <a:pt x="16056" y="50636"/>
                  <a:pt x="16012" y="50665"/>
                </a:cubicBezTo>
                <a:cubicBezTo>
                  <a:pt x="16041" y="50621"/>
                  <a:pt x="16085" y="50547"/>
                  <a:pt x="16115" y="50503"/>
                </a:cubicBezTo>
                <a:cubicBezTo>
                  <a:pt x="16159" y="50459"/>
                  <a:pt x="16203" y="50430"/>
                  <a:pt x="16262" y="50386"/>
                </a:cubicBezTo>
                <a:close/>
                <a:moveTo>
                  <a:pt x="16718" y="50312"/>
                </a:moveTo>
                <a:lnTo>
                  <a:pt x="16718" y="50312"/>
                </a:lnTo>
                <a:cubicBezTo>
                  <a:pt x="16688" y="50400"/>
                  <a:pt x="16644" y="50474"/>
                  <a:pt x="16615" y="50577"/>
                </a:cubicBezTo>
                <a:cubicBezTo>
                  <a:pt x="16541" y="50621"/>
                  <a:pt x="16468" y="50665"/>
                  <a:pt x="16394" y="50695"/>
                </a:cubicBezTo>
                <a:cubicBezTo>
                  <a:pt x="16424" y="50606"/>
                  <a:pt x="16468" y="50533"/>
                  <a:pt x="16527" y="50444"/>
                </a:cubicBezTo>
                <a:cubicBezTo>
                  <a:pt x="16600" y="50400"/>
                  <a:pt x="16644" y="50371"/>
                  <a:pt x="16718" y="50312"/>
                </a:cubicBezTo>
                <a:close/>
                <a:moveTo>
                  <a:pt x="15923" y="50650"/>
                </a:moveTo>
                <a:cubicBezTo>
                  <a:pt x="15894" y="50695"/>
                  <a:pt x="15879" y="50739"/>
                  <a:pt x="15835" y="50798"/>
                </a:cubicBezTo>
                <a:cubicBezTo>
                  <a:pt x="15806" y="50827"/>
                  <a:pt x="15761" y="50842"/>
                  <a:pt x="15732" y="50886"/>
                </a:cubicBezTo>
                <a:cubicBezTo>
                  <a:pt x="15761" y="50827"/>
                  <a:pt x="15806" y="50798"/>
                  <a:pt x="15820" y="50739"/>
                </a:cubicBezTo>
                <a:cubicBezTo>
                  <a:pt x="15864" y="50695"/>
                  <a:pt x="15894" y="50680"/>
                  <a:pt x="15923" y="50650"/>
                </a:cubicBezTo>
                <a:close/>
                <a:moveTo>
                  <a:pt x="16394" y="50533"/>
                </a:moveTo>
                <a:lnTo>
                  <a:pt x="16394" y="50533"/>
                </a:lnTo>
                <a:cubicBezTo>
                  <a:pt x="16350" y="50606"/>
                  <a:pt x="16321" y="50695"/>
                  <a:pt x="16276" y="50768"/>
                </a:cubicBezTo>
                <a:cubicBezTo>
                  <a:pt x="16232" y="50812"/>
                  <a:pt x="16173" y="50842"/>
                  <a:pt x="16100" y="50886"/>
                </a:cubicBezTo>
                <a:cubicBezTo>
                  <a:pt x="16129" y="50812"/>
                  <a:pt x="16173" y="50739"/>
                  <a:pt x="16232" y="50650"/>
                </a:cubicBezTo>
                <a:cubicBezTo>
                  <a:pt x="16276" y="50606"/>
                  <a:pt x="16335" y="50547"/>
                  <a:pt x="16394" y="50533"/>
                </a:cubicBezTo>
                <a:close/>
                <a:moveTo>
                  <a:pt x="26622" y="44205"/>
                </a:moveTo>
                <a:cubicBezTo>
                  <a:pt x="26637" y="44249"/>
                  <a:pt x="26637" y="44278"/>
                  <a:pt x="26652" y="44322"/>
                </a:cubicBezTo>
                <a:cubicBezTo>
                  <a:pt x="26328" y="45147"/>
                  <a:pt x="25827" y="46015"/>
                  <a:pt x="25136" y="46927"/>
                </a:cubicBezTo>
                <a:cubicBezTo>
                  <a:pt x="23841" y="48561"/>
                  <a:pt x="21942" y="49135"/>
                  <a:pt x="19941" y="49738"/>
                </a:cubicBezTo>
                <a:cubicBezTo>
                  <a:pt x="18822" y="50076"/>
                  <a:pt x="17675" y="50430"/>
                  <a:pt x="16556" y="50959"/>
                </a:cubicBezTo>
                <a:cubicBezTo>
                  <a:pt x="16600" y="50827"/>
                  <a:pt x="16630" y="50739"/>
                  <a:pt x="16674" y="50650"/>
                </a:cubicBezTo>
                <a:cubicBezTo>
                  <a:pt x="17807" y="50032"/>
                  <a:pt x="18970" y="49650"/>
                  <a:pt x="20103" y="49282"/>
                </a:cubicBezTo>
                <a:cubicBezTo>
                  <a:pt x="22060" y="48634"/>
                  <a:pt x="23885" y="48046"/>
                  <a:pt x="25165" y="46427"/>
                </a:cubicBezTo>
                <a:cubicBezTo>
                  <a:pt x="25724" y="45735"/>
                  <a:pt x="26181" y="44999"/>
                  <a:pt x="26504" y="44278"/>
                </a:cubicBezTo>
                <a:cubicBezTo>
                  <a:pt x="26534" y="44322"/>
                  <a:pt x="26534" y="44337"/>
                  <a:pt x="26549" y="44367"/>
                </a:cubicBezTo>
                <a:cubicBezTo>
                  <a:pt x="26563" y="44322"/>
                  <a:pt x="26607" y="44264"/>
                  <a:pt x="26622" y="44205"/>
                </a:cubicBezTo>
                <a:close/>
                <a:moveTo>
                  <a:pt x="15599" y="50915"/>
                </a:moveTo>
                <a:cubicBezTo>
                  <a:pt x="15585" y="50959"/>
                  <a:pt x="15570" y="50974"/>
                  <a:pt x="15541" y="51018"/>
                </a:cubicBezTo>
                <a:cubicBezTo>
                  <a:pt x="15526" y="51033"/>
                  <a:pt x="15496" y="51048"/>
                  <a:pt x="15467" y="51062"/>
                </a:cubicBezTo>
                <a:cubicBezTo>
                  <a:pt x="15496" y="51048"/>
                  <a:pt x="15511" y="51033"/>
                  <a:pt x="15526" y="50989"/>
                </a:cubicBezTo>
                <a:cubicBezTo>
                  <a:pt x="15541" y="50974"/>
                  <a:pt x="15585" y="50959"/>
                  <a:pt x="15599" y="50915"/>
                </a:cubicBezTo>
                <a:close/>
                <a:moveTo>
                  <a:pt x="16085" y="50753"/>
                </a:moveTo>
                <a:lnTo>
                  <a:pt x="16085" y="50753"/>
                </a:lnTo>
                <a:cubicBezTo>
                  <a:pt x="16041" y="50812"/>
                  <a:pt x="15997" y="50886"/>
                  <a:pt x="15967" y="50959"/>
                </a:cubicBezTo>
                <a:lnTo>
                  <a:pt x="15806" y="51062"/>
                </a:lnTo>
                <a:cubicBezTo>
                  <a:pt x="15835" y="50989"/>
                  <a:pt x="15879" y="50915"/>
                  <a:pt x="15909" y="50871"/>
                </a:cubicBezTo>
                <a:lnTo>
                  <a:pt x="16085" y="50753"/>
                </a:lnTo>
                <a:close/>
                <a:moveTo>
                  <a:pt x="16571" y="50680"/>
                </a:moveTo>
                <a:lnTo>
                  <a:pt x="16468" y="50959"/>
                </a:lnTo>
                <a:cubicBezTo>
                  <a:pt x="16365" y="51018"/>
                  <a:pt x="16306" y="51048"/>
                  <a:pt x="16232" y="51077"/>
                </a:cubicBezTo>
                <a:cubicBezTo>
                  <a:pt x="16262" y="50989"/>
                  <a:pt x="16306" y="50901"/>
                  <a:pt x="16350" y="50812"/>
                </a:cubicBezTo>
                <a:cubicBezTo>
                  <a:pt x="16424" y="50768"/>
                  <a:pt x="16497" y="50739"/>
                  <a:pt x="16571" y="50680"/>
                </a:cubicBezTo>
                <a:close/>
                <a:moveTo>
                  <a:pt x="16232" y="50886"/>
                </a:moveTo>
                <a:cubicBezTo>
                  <a:pt x="16188" y="50974"/>
                  <a:pt x="16144" y="51048"/>
                  <a:pt x="16115" y="51136"/>
                </a:cubicBezTo>
                <a:cubicBezTo>
                  <a:pt x="16041" y="51180"/>
                  <a:pt x="15967" y="51210"/>
                  <a:pt x="15909" y="51254"/>
                </a:cubicBezTo>
                <a:cubicBezTo>
                  <a:pt x="15953" y="51166"/>
                  <a:pt x="15982" y="51092"/>
                  <a:pt x="16041" y="50989"/>
                </a:cubicBezTo>
                <a:cubicBezTo>
                  <a:pt x="16100" y="50959"/>
                  <a:pt x="16173" y="50915"/>
                  <a:pt x="16232" y="50886"/>
                </a:cubicBezTo>
                <a:close/>
                <a:moveTo>
                  <a:pt x="15747" y="50974"/>
                </a:moveTo>
                <a:lnTo>
                  <a:pt x="15747" y="50974"/>
                </a:lnTo>
                <a:cubicBezTo>
                  <a:pt x="15717" y="51033"/>
                  <a:pt x="15673" y="51107"/>
                  <a:pt x="15644" y="51151"/>
                </a:cubicBezTo>
                <a:cubicBezTo>
                  <a:pt x="15585" y="51195"/>
                  <a:pt x="15541" y="51224"/>
                  <a:pt x="15496" y="51269"/>
                </a:cubicBezTo>
                <a:cubicBezTo>
                  <a:pt x="15526" y="51195"/>
                  <a:pt x="15570" y="51136"/>
                  <a:pt x="15599" y="51077"/>
                </a:cubicBezTo>
                <a:cubicBezTo>
                  <a:pt x="15658" y="51048"/>
                  <a:pt x="15688" y="51018"/>
                  <a:pt x="15747" y="50974"/>
                </a:cubicBezTo>
                <a:close/>
                <a:moveTo>
                  <a:pt x="26681" y="44425"/>
                </a:moveTo>
                <a:cubicBezTo>
                  <a:pt x="26681" y="44440"/>
                  <a:pt x="26681" y="44440"/>
                  <a:pt x="26696" y="44470"/>
                </a:cubicBezTo>
                <a:lnTo>
                  <a:pt x="26637" y="44631"/>
                </a:lnTo>
                <a:cubicBezTo>
                  <a:pt x="26652" y="44661"/>
                  <a:pt x="26652" y="44720"/>
                  <a:pt x="26681" y="44764"/>
                </a:cubicBezTo>
                <a:cubicBezTo>
                  <a:pt x="26696" y="44705"/>
                  <a:pt x="26710" y="44661"/>
                  <a:pt x="26725" y="44617"/>
                </a:cubicBezTo>
                <a:lnTo>
                  <a:pt x="26725" y="44646"/>
                </a:lnTo>
                <a:cubicBezTo>
                  <a:pt x="26416" y="45514"/>
                  <a:pt x="25901" y="46471"/>
                  <a:pt x="25136" y="47442"/>
                </a:cubicBezTo>
                <a:cubicBezTo>
                  <a:pt x="23811" y="49135"/>
                  <a:pt x="21839" y="49664"/>
                  <a:pt x="19764" y="50224"/>
                </a:cubicBezTo>
                <a:cubicBezTo>
                  <a:pt x="18631" y="50518"/>
                  <a:pt x="17513" y="50827"/>
                  <a:pt x="16394" y="51327"/>
                </a:cubicBezTo>
                <a:cubicBezTo>
                  <a:pt x="16424" y="51239"/>
                  <a:pt x="16468" y="51121"/>
                  <a:pt x="16497" y="51033"/>
                </a:cubicBezTo>
                <a:cubicBezTo>
                  <a:pt x="17645" y="50474"/>
                  <a:pt x="18808" y="50135"/>
                  <a:pt x="19941" y="49782"/>
                </a:cubicBezTo>
                <a:cubicBezTo>
                  <a:pt x="21972" y="49179"/>
                  <a:pt x="23855" y="48605"/>
                  <a:pt x="25165" y="46942"/>
                </a:cubicBezTo>
                <a:cubicBezTo>
                  <a:pt x="25813" y="46118"/>
                  <a:pt x="26313" y="45279"/>
                  <a:pt x="26681" y="44425"/>
                </a:cubicBezTo>
                <a:close/>
                <a:moveTo>
                  <a:pt x="15894" y="51077"/>
                </a:moveTo>
                <a:lnTo>
                  <a:pt x="15894" y="51077"/>
                </a:lnTo>
                <a:cubicBezTo>
                  <a:pt x="15864" y="51151"/>
                  <a:pt x="15820" y="51254"/>
                  <a:pt x="15791" y="51327"/>
                </a:cubicBezTo>
                <a:cubicBezTo>
                  <a:pt x="15717" y="51357"/>
                  <a:pt x="15658" y="51401"/>
                  <a:pt x="15585" y="51430"/>
                </a:cubicBezTo>
                <a:cubicBezTo>
                  <a:pt x="15614" y="51357"/>
                  <a:pt x="15658" y="51283"/>
                  <a:pt x="15717" y="51210"/>
                </a:cubicBezTo>
                <a:cubicBezTo>
                  <a:pt x="15761" y="51166"/>
                  <a:pt x="15835" y="51121"/>
                  <a:pt x="15894" y="51077"/>
                </a:cubicBezTo>
                <a:close/>
                <a:moveTo>
                  <a:pt x="15408" y="51239"/>
                </a:moveTo>
                <a:lnTo>
                  <a:pt x="15408" y="51239"/>
                </a:lnTo>
                <a:cubicBezTo>
                  <a:pt x="15379" y="51283"/>
                  <a:pt x="15364" y="51327"/>
                  <a:pt x="15320" y="51386"/>
                </a:cubicBezTo>
                <a:cubicBezTo>
                  <a:pt x="15290" y="51416"/>
                  <a:pt x="15246" y="51430"/>
                  <a:pt x="15187" y="51475"/>
                </a:cubicBezTo>
                <a:cubicBezTo>
                  <a:pt x="15246" y="51416"/>
                  <a:pt x="15290" y="51357"/>
                  <a:pt x="15305" y="51327"/>
                </a:cubicBezTo>
                <a:cubicBezTo>
                  <a:pt x="15349" y="51283"/>
                  <a:pt x="15379" y="51254"/>
                  <a:pt x="15408" y="51239"/>
                </a:cubicBezTo>
                <a:close/>
                <a:moveTo>
                  <a:pt x="16409" y="51092"/>
                </a:moveTo>
                <a:cubicBezTo>
                  <a:pt x="16365" y="51180"/>
                  <a:pt x="16335" y="51269"/>
                  <a:pt x="16306" y="51386"/>
                </a:cubicBezTo>
                <a:cubicBezTo>
                  <a:pt x="16232" y="51416"/>
                  <a:pt x="16129" y="51445"/>
                  <a:pt x="16056" y="51489"/>
                </a:cubicBezTo>
                <a:lnTo>
                  <a:pt x="16173" y="51210"/>
                </a:lnTo>
                <a:cubicBezTo>
                  <a:pt x="16247" y="51180"/>
                  <a:pt x="16335" y="51136"/>
                  <a:pt x="16409" y="51092"/>
                </a:cubicBezTo>
                <a:close/>
                <a:moveTo>
                  <a:pt x="15541" y="51327"/>
                </a:moveTo>
                <a:lnTo>
                  <a:pt x="15541" y="51327"/>
                </a:lnTo>
                <a:cubicBezTo>
                  <a:pt x="15526" y="51386"/>
                  <a:pt x="15496" y="51445"/>
                  <a:pt x="15452" y="51533"/>
                </a:cubicBezTo>
                <a:cubicBezTo>
                  <a:pt x="15393" y="51563"/>
                  <a:pt x="15349" y="51607"/>
                  <a:pt x="15261" y="51636"/>
                </a:cubicBezTo>
                <a:cubicBezTo>
                  <a:pt x="15305" y="51563"/>
                  <a:pt x="15349" y="51504"/>
                  <a:pt x="15379" y="51430"/>
                </a:cubicBezTo>
                <a:lnTo>
                  <a:pt x="15541" y="51327"/>
                </a:lnTo>
                <a:close/>
                <a:moveTo>
                  <a:pt x="16056" y="51269"/>
                </a:moveTo>
                <a:lnTo>
                  <a:pt x="15953" y="51548"/>
                </a:lnTo>
                <a:lnTo>
                  <a:pt x="15732" y="51651"/>
                </a:lnTo>
                <a:cubicBezTo>
                  <a:pt x="15761" y="51563"/>
                  <a:pt x="15806" y="51475"/>
                  <a:pt x="15835" y="51401"/>
                </a:cubicBezTo>
                <a:cubicBezTo>
                  <a:pt x="15909" y="51342"/>
                  <a:pt x="15982" y="51313"/>
                  <a:pt x="16056" y="51269"/>
                </a:cubicBezTo>
                <a:close/>
                <a:moveTo>
                  <a:pt x="15084" y="51504"/>
                </a:moveTo>
                <a:cubicBezTo>
                  <a:pt x="15070" y="51548"/>
                  <a:pt x="15040" y="51563"/>
                  <a:pt x="15026" y="51607"/>
                </a:cubicBezTo>
                <a:cubicBezTo>
                  <a:pt x="14996" y="51622"/>
                  <a:pt x="14981" y="51636"/>
                  <a:pt x="14937" y="51666"/>
                </a:cubicBezTo>
                <a:lnTo>
                  <a:pt x="14937" y="51666"/>
                </a:lnTo>
                <a:cubicBezTo>
                  <a:pt x="14981" y="51636"/>
                  <a:pt x="14996" y="51622"/>
                  <a:pt x="15011" y="51578"/>
                </a:cubicBezTo>
                <a:lnTo>
                  <a:pt x="15070" y="51533"/>
                </a:lnTo>
                <a:lnTo>
                  <a:pt x="15084" y="51504"/>
                </a:lnTo>
                <a:close/>
                <a:moveTo>
                  <a:pt x="26784" y="44779"/>
                </a:moveTo>
                <a:cubicBezTo>
                  <a:pt x="26784" y="44808"/>
                  <a:pt x="26799" y="44852"/>
                  <a:pt x="26799" y="44882"/>
                </a:cubicBezTo>
                <a:cubicBezTo>
                  <a:pt x="26784" y="44940"/>
                  <a:pt x="26769" y="44999"/>
                  <a:pt x="26755" y="45029"/>
                </a:cubicBezTo>
                <a:cubicBezTo>
                  <a:pt x="26755" y="45073"/>
                  <a:pt x="26769" y="45088"/>
                  <a:pt x="26769" y="45132"/>
                </a:cubicBezTo>
                <a:cubicBezTo>
                  <a:pt x="26431" y="46015"/>
                  <a:pt x="25916" y="46971"/>
                  <a:pt x="25150" y="47972"/>
                </a:cubicBezTo>
                <a:cubicBezTo>
                  <a:pt x="23782" y="49709"/>
                  <a:pt x="21766" y="50224"/>
                  <a:pt x="19617" y="50739"/>
                </a:cubicBezTo>
                <a:cubicBezTo>
                  <a:pt x="18513" y="51018"/>
                  <a:pt x="17380" y="51283"/>
                  <a:pt x="16276" y="51725"/>
                </a:cubicBezTo>
                <a:cubicBezTo>
                  <a:pt x="16321" y="51622"/>
                  <a:pt x="16335" y="51519"/>
                  <a:pt x="16379" y="51416"/>
                </a:cubicBezTo>
                <a:cubicBezTo>
                  <a:pt x="17513" y="50915"/>
                  <a:pt x="18661" y="50592"/>
                  <a:pt x="19794" y="50297"/>
                </a:cubicBezTo>
                <a:cubicBezTo>
                  <a:pt x="21898" y="49723"/>
                  <a:pt x="23855" y="49194"/>
                  <a:pt x="25209" y="47472"/>
                </a:cubicBezTo>
                <a:cubicBezTo>
                  <a:pt x="25901" y="46589"/>
                  <a:pt x="26416" y="45691"/>
                  <a:pt x="26784" y="44779"/>
                </a:cubicBezTo>
                <a:close/>
                <a:moveTo>
                  <a:pt x="15702" y="51460"/>
                </a:moveTo>
                <a:lnTo>
                  <a:pt x="15702" y="51460"/>
                </a:lnTo>
                <a:cubicBezTo>
                  <a:pt x="15688" y="51548"/>
                  <a:pt x="15658" y="51622"/>
                  <a:pt x="15614" y="51710"/>
                </a:cubicBezTo>
                <a:lnTo>
                  <a:pt x="15393" y="51828"/>
                </a:lnTo>
                <a:cubicBezTo>
                  <a:pt x="15438" y="51725"/>
                  <a:pt x="15467" y="51651"/>
                  <a:pt x="15511" y="51578"/>
                </a:cubicBezTo>
                <a:cubicBezTo>
                  <a:pt x="15585" y="51548"/>
                  <a:pt x="15629" y="51489"/>
                  <a:pt x="15702" y="51460"/>
                </a:cubicBezTo>
                <a:close/>
                <a:moveTo>
                  <a:pt x="15232" y="51548"/>
                </a:moveTo>
                <a:lnTo>
                  <a:pt x="15232" y="51548"/>
                </a:lnTo>
                <a:cubicBezTo>
                  <a:pt x="15187" y="51607"/>
                  <a:pt x="15158" y="51666"/>
                  <a:pt x="15143" y="51725"/>
                </a:cubicBezTo>
                <a:cubicBezTo>
                  <a:pt x="15084" y="51769"/>
                  <a:pt x="15026" y="51798"/>
                  <a:pt x="14996" y="51842"/>
                </a:cubicBezTo>
                <a:cubicBezTo>
                  <a:pt x="15026" y="51769"/>
                  <a:pt x="15055" y="51710"/>
                  <a:pt x="15084" y="51651"/>
                </a:cubicBezTo>
                <a:cubicBezTo>
                  <a:pt x="15143" y="51622"/>
                  <a:pt x="15173" y="51578"/>
                  <a:pt x="15232" y="51548"/>
                </a:cubicBezTo>
                <a:close/>
                <a:moveTo>
                  <a:pt x="16276" y="51489"/>
                </a:moveTo>
                <a:cubicBezTo>
                  <a:pt x="16247" y="51578"/>
                  <a:pt x="16203" y="51695"/>
                  <a:pt x="16188" y="51784"/>
                </a:cubicBezTo>
                <a:cubicBezTo>
                  <a:pt x="16100" y="51813"/>
                  <a:pt x="16026" y="51857"/>
                  <a:pt x="15938" y="51901"/>
                </a:cubicBezTo>
                <a:cubicBezTo>
                  <a:pt x="15953" y="51784"/>
                  <a:pt x="15982" y="51695"/>
                  <a:pt x="16026" y="51607"/>
                </a:cubicBezTo>
                <a:cubicBezTo>
                  <a:pt x="16115" y="51563"/>
                  <a:pt x="16188" y="51533"/>
                  <a:pt x="16276" y="51489"/>
                </a:cubicBezTo>
                <a:close/>
                <a:moveTo>
                  <a:pt x="15393" y="51651"/>
                </a:moveTo>
                <a:lnTo>
                  <a:pt x="15393" y="51651"/>
                </a:lnTo>
                <a:cubicBezTo>
                  <a:pt x="15364" y="51725"/>
                  <a:pt x="15320" y="51798"/>
                  <a:pt x="15290" y="51901"/>
                </a:cubicBezTo>
                <a:cubicBezTo>
                  <a:pt x="15217" y="51931"/>
                  <a:pt x="15158" y="51975"/>
                  <a:pt x="15084" y="52004"/>
                </a:cubicBezTo>
                <a:lnTo>
                  <a:pt x="15202" y="51784"/>
                </a:lnTo>
                <a:cubicBezTo>
                  <a:pt x="15261" y="51754"/>
                  <a:pt x="15320" y="51695"/>
                  <a:pt x="15393" y="51651"/>
                </a:cubicBezTo>
                <a:close/>
                <a:moveTo>
                  <a:pt x="14893" y="51798"/>
                </a:moveTo>
                <a:lnTo>
                  <a:pt x="14893" y="51798"/>
                </a:lnTo>
                <a:cubicBezTo>
                  <a:pt x="14864" y="51857"/>
                  <a:pt x="14849" y="51901"/>
                  <a:pt x="14820" y="51945"/>
                </a:cubicBezTo>
                <a:cubicBezTo>
                  <a:pt x="14790" y="51990"/>
                  <a:pt x="14731" y="52004"/>
                  <a:pt x="14702" y="52048"/>
                </a:cubicBezTo>
                <a:cubicBezTo>
                  <a:pt x="14731" y="51990"/>
                  <a:pt x="14761" y="51945"/>
                  <a:pt x="14790" y="51901"/>
                </a:cubicBezTo>
                <a:cubicBezTo>
                  <a:pt x="14834" y="51857"/>
                  <a:pt x="14864" y="51828"/>
                  <a:pt x="14893" y="51798"/>
                </a:cubicBezTo>
                <a:close/>
                <a:moveTo>
                  <a:pt x="15894" y="51651"/>
                </a:moveTo>
                <a:lnTo>
                  <a:pt x="15894" y="51651"/>
                </a:lnTo>
                <a:cubicBezTo>
                  <a:pt x="15864" y="51754"/>
                  <a:pt x="15820" y="51842"/>
                  <a:pt x="15806" y="51945"/>
                </a:cubicBezTo>
                <a:cubicBezTo>
                  <a:pt x="15732" y="51975"/>
                  <a:pt x="15658" y="52004"/>
                  <a:pt x="15570" y="52048"/>
                </a:cubicBezTo>
                <a:lnTo>
                  <a:pt x="15673" y="51769"/>
                </a:lnTo>
                <a:lnTo>
                  <a:pt x="15894" y="51651"/>
                </a:lnTo>
                <a:close/>
                <a:moveTo>
                  <a:pt x="26843" y="45147"/>
                </a:moveTo>
                <a:cubicBezTo>
                  <a:pt x="26858" y="45205"/>
                  <a:pt x="26858" y="45250"/>
                  <a:pt x="26872" y="45308"/>
                </a:cubicBezTo>
                <a:cubicBezTo>
                  <a:pt x="26858" y="45367"/>
                  <a:pt x="26843" y="45426"/>
                  <a:pt x="26828" y="45456"/>
                </a:cubicBezTo>
                <a:lnTo>
                  <a:pt x="26828" y="45500"/>
                </a:lnTo>
                <a:cubicBezTo>
                  <a:pt x="26490" y="46427"/>
                  <a:pt x="25960" y="47442"/>
                  <a:pt x="25136" y="48502"/>
                </a:cubicBezTo>
                <a:cubicBezTo>
                  <a:pt x="23752" y="50297"/>
                  <a:pt x="21648" y="50753"/>
                  <a:pt x="19426" y="51269"/>
                </a:cubicBezTo>
                <a:cubicBezTo>
                  <a:pt x="18381" y="51504"/>
                  <a:pt x="17262" y="51769"/>
                  <a:pt x="16129" y="52166"/>
                </a:cubicBezTo>
                <a:lnTo>
                  <a:pt x="16247" y="51842"/>
                </a:lnTo>
                <a:cubicBezTo>
                  <a:pt x="17365" y="51386"/>
                  <a:pt x="18513" y="51107"/>
                  <a:pt x="19632" y="50827"/>
                </a:cubicBezTo>
                <a:cubicBezTo>
                  <a:pt x="21795" y="50297"/>
                  <a:pt x="23841" y="49782"/>
                  <a:pt x="25209" y="48031"/>
                </a:cubicBezTo>
                <a:cubicBezTo>
                  <a:pt x="25989" y="47015"/>
                  <a:pt x="26504" y="46044"/>
                  <a:pt x="26843" y="45147"/>
                </a:cubicBezTo>
                <a:close/>
                <a:moveTo>
                  <a:pt x="15055" y="51857"/>
                </a:moveTo>
                <a:lnTo>
                  <a:pt x="15055" y="51857"/>
                </a:lnTo>
                <a:cubicBezTo>
                  <a:pt x="15026" y="51945"/>
                  <a:pt x="14996" y="52019"/>
                  <a:pt x="14952" y="52078"/>
                </a:cubicBezTo>
                <a:cubicBezTo>
                  <a:pt x="14908" y="52122"/>
                  <a:pt x="14834" y="52152"/>
                  <a:pt x="14775" y="52196"/>
                </a:cubicBezTo>
                <a:cubicBezTo>
                  <a:pt x="14805" y="52122"/>
                  <a:pt x="14849" y="52063"/>
                  <a:pt x="14878" y="51990"/>
                </a:cubicBezTo>
                <a:cubicBezTo>
                  <a:pt x="14937" y="51945"/>
                  <a:pt x="14996" y="51916"/>
                  <a:pt x="15055" y="51857"/>
                </a:cubicBezTo>
                <a:close/>
                <a:moveTo>
                  <a:pt x="15570" y="51813"/>
                </a:moveTo>
                <a:lnTo>
                  <a:pt x="15452" y="52093"/>
                </a:lnTo>
                <a:cubicBezTo>
                  <a:pt x="15379" y="52137"/>
                  <a:pt x="15290" y="52166"/>
                  <a:pt x="15217" y="52210"/>
                </a:cubicBezTo>
                <a:cubicBezTo>
                  <a:pt x="15246" y="52122"/>
                  <a:pt x="15290" y="52019"/>
                  <a:pt x="15320" y="51945"/>
                </a:cubicBezTo>
                <a:cubicBezTo>
                  <a:pt x="15423" y="51916"/>
                  <a:pt x="15496" y="51857"/>
                  <a:pt x="15570" y="51813"/>
                </a:cubicBezTo>
                <a:close/>
                <a:moveTo>
                  <a:pt x="14569" y="52093"/>
                </a:moveTo>
                <a:lnTo>
                  <a:pt x="14569" y="52093"/>
                </a:lnTo>
                <a:cubicBezTo>
                  <a:pt x="14555" y="52122"/>
                  <a:pt x="14525" y="52152"/>
                  <a:pt x="14510" y="52166"/>
                </a:cubicBezTo>
                <a:cubicBezTo>
                  <a:pt x="14481" y="52196"/>
                  <a:pt x="14466" y="52225"/>
                  <a:pt x="14422" y="52240"/>
                </a:cubicBezTo>
                <a:cubicBezTo>
                  <a:pt x="14437" y="52225"/>
                  <a:pt x="14466" y="52210"/>
                  <a:pt x="14481" y="52166"/>
                </a:cubicBezTo>
                <a:cubicBezTo>
                  <a:pt x="14510" y="52152"/>
                  <a:pt x="14525" y="52122"/>
                  <a:pt x="14569" y="52093"/>
                </a:cubicBezTo>
                <a:close/>
                <a:moveTo>
                  <a:pt x="16129" y="51872"/>
                </a:moveTo>
                <a:cubicBezTo>
                  <a:pt x="16100" y="51990"/>
                  <a:pt x="16085" y="52093"/>
                  <a:pt x="16041" y="52181"/>
                </a:cubicBezTo>
                <a:cubicBezTo>
                  <a:pt x="15967" y="52225"/>
                  <a:pt x="15879" y="52269"/>
                  <a:pt x="15791" y="52299"/>
                </a:cubicBezTo>
                <a:cubicBezTo>
                  <a:pt x="15820" y="52181"/>
                  <a:pt x="15835" y="52093"/>
                  <a:pt x="15879" y="51990"/>
                </a:cubicBezTo>
                <a:cubicBezTo>
                  <a:pt x="15967" y="51945"/>
                  <a:pt x="16056" y="51916"/>
                  <a:pt x="16129" y="51872"/>
                </a:cubicBezTo>
                <a:close/>
                <a:moveTo>
                  <a:pt x="15217" y="52004"/>
                </a:moveTo>
                <a:cubicBezTo>
                  <a:pt x="15202" y="52093"/>
                  <a:pt x="15158" y="52181"/>
                  <a:pt x="15129" y="52269"/>
                </a:cubicBezTo>
                <a:lnTo>
                  <a:pt x="14893" y="52372"/>
                </a:lnTo>
                <a:cubicBezTo>
                  <a:pt x="14937" y="52299"/>
                  <a:pt x="14981" y="52210"/>
                  <a:pt x="15011" y="52137"/>
                </a:cubicBezTo>
                <a:cubicBezTo>
                  <a:pt x="15084" y="52093"/>
                  <a:pt x="15158" y="52048"/>
                  <a:pt x="15217" y="52004"/>
                </a:cubicBezTo>
                <a:close/>
                <a:moveTo>
                  <a:pt x="14731" y="52122"/>
                </a:moveTo>
                <a:cubicBezTo>
                  <a:pt x="14702" y="52166"/>
                  <a:pt x="14658" y="52225"/>
                  <a:pt x="14643" y="52299"/>
                </a:cubicBezTo>
                <a:lnTo>
                  <a:pt x="14481" y="52416"/>
                </a:lnTo>
                <a:lnTo>
                  <a:pt x="14584" y="52240"/>
                </a:lnTo>
                <a:cubicBezTo>
                  <a:pt x="14628" y="52181"/>
                  <a:pt x="14687" y="52152"/>
                  <a:pt x="14731" y="52122"/>
                </a:cubicBezTo>
                <a:close/>
                <a:moveTo>
                  <a:pt x="15776" y="52034"/>
                </a:moveTo>
                <a:lnTo>
                  <a:pt x="15776" y="52034"/>
                </a:lnTo>
                <a:cubicBezTo>
                  <a:pt x="15747" y="52152"/>
                  <a:pt x="15732" y="52240"/>
                  <a:pt x="15688" y="52358"/>
                </a:cubicBezTo>
                <a:cubicBezTo>
                  <a:pt x="15599" y="52372"/>
                  <a:pt x="15511" y="52416"/>
                  <a:pt x="15438" y="52446"/>
                </a:cubicBezTo>
                <a:cubicBezTo>
                  <a:pt x="15467" y="52358"/>
                  <a:pt x="15511" y="52240"/>
                  <a:pt x="15541" y="52152"/>
                </a:cubicBezTo>
                <a:cubicBezTo>
                  <a:pt x="15614" y="52122"/>
                  <a:pt x="15717" y="52078"/>
                  <a:pt x="15776" y="52034"/>
                </a:cubicBezTo>
                <a:close/>
                <a:moveTo>
                  <a:pt x="14878" y="52225"/>
                </a:moveTo>
                <a:lnTo>
                  <a:pt x="14878" y="52225"/>
                </a:lnTo>
                <a:cubicBezTo>
                  <a:pt x="14849" y="52299"/>
                  <a:pt x="14805" y="52372"/>
                  <a:pt x="14775" y="52461"/>
                </a:cubicBezTo>
                <a:cubicBezTo>
                  <a:pt x="14702" y="52505"/>
                  <a:pt x="14643" y="52534"/>
                  <a:pt x="14569" y="52593"/>
                </a:cubicBezTo>
                <a:lnTo>
                  <a:pt x="14687" y="52372"/>
                </a:lnTo>
                <a:cubicBezTo>
                  <a:pt x="14761" y="52299"/>
                  <a:pt x="14834" y="52269"/>
                  <a:pt x="14878" y="52225"/>
                </a:cubicBezTo>
                <a:close/>
                <a:moveTo>
                  <a:pt x="26902" y="45529"/>
                </a:moveTo>
                <a:cubicBezTo>
                  <a:pt x="26931" y="45588"/>
                  <a:pt x="26931" y="45647"/>
                  <a:pt x="26946" y="45720"/>
                </a:cubicBezTo>
                <a:cubicBezTo>
                  <a:pt x="26946" y="45750"/>
                  <a:pt x="26931" y="45765"/>
                  <a:pt x="26931" y="45809"/>
                </a:cubicBezTo>
                <a:cubicBezTo>
                  <a:pt x="26622" y="46824"/>
                  <a:pt x="26063" y="47898"/>
                  <a:pt x="25165" y="49061"/>
                </a:cubicBezTo>
                <a:cubicBezTo>
                  <a:pt x="23752" y="50886"/>
                  <a:pt x="21574" y="51327"/>
                  <a:pt x="19279" y="51798"/>
                </a:cubicBezTo>
                <a:cubicBezTo>
                  <a:pt x="18248" y="52004"/>
                  <a:pt x="17145" y="52240"/>
                  <a:pt x="16041" y="52593"/>
                </a:cubicBezTo>
                <a:cubicBezTo>
                  <a:pt x="16056" y="52475"/>
                  <a:pt x="16100" y="52372"/>
                  <a:pt x="16115" y="52255"/>
                </a:cubicBezTo>
                <a:cubicBezTo>
                  <a:pt x="17218" y="51857"/>
                  <a:pt x="18337" y="51592"/>
                  <a:pt x="19440" y="51357"/>
                </a:cubicBezTo>
                <a:cubicBezTo>
                  <a:pt x="21692" y="50871"/>
                  <a:pt x="23811" y="50386"/>
                  <a:pt x="25209" y="48575"/>
                </a:cubicBezTo>
                <a:cubicBezTo>
                  <a:pt x="26033" y="47516"/>
                  <a:pt x="26563" y="46486"/>
                  <a:pt x="26902" y="45529"/>
                </a:cubicBezTo>
                <a:close/>
                <a:moveTo>
                  <a:pt x="14393" y="52387"/>
                </a:moveTo>
                <a:cubicBezTo>
                  <a:pt x="14363" y="52431"/>
                  <a:pt x="14334" y="52490"/>
                  <a:pt x="14304" y="52519"/>
                </a:cubicBezTo>
                <a:cubicBezTo>
                  <a:pt x="14275" y="52549"/>
                  <a:pt x="14216" y="52593"/>
                  <a:pt x="14187" y="52608"/>
                </a:cubicBezTo>
                <a:cubicBezTo>
                  <a:pt x="14201" y="52578"/>
                  <a:pt x="14246" y="52534"/>
                  <a:pt x="14260" y="52505"/>
                </a:cubicBezTo>
                <a:cubicBezTo>
                  <a:pt x="14290" y="52461"/>
                  <a:pt x="14349" y="52431"/>
                  <a:pt x="14393" y="52387"/>
                </a:cubicBezTo>
                <a:close/>
                <a:moveTo>
                  <a:pt x="15408" y="52210"/>
                </a:moveTo>
                <a:cubicBezTo>
                  <a:pt x="15379" y="52299"/>
                  <a:pt x="15335" y="52416"/>
                  <a:pt x="15320" y="52505"/>
                </a:cubicBezTo>
                <a:cubicBezTo>
                  <a:pt x="15246" y="52534"/>
                  <a:pt x="15158" y="52578"/>
                  <a:pt x="15070" y="52608"/>
                </a:cubicBezTo>
                <a:lnTo>
                  <a:pt x="15173" y="52343"/>
                </a:lnTo>
                <a:cubicBezTo>
                  <a:pt x="15246" y="52299"/>
                  <a:pt x="15349" y="52240"/>
                  <a:pt x="15408" y="52210"/>
                </a:cubicBezTo>
                <a:close/>
                <a:moveTo>
                  <a:pt x="16041" y="52299"/>
                </a:moveTo>
                <a:cubicBezTo>
                  <a:pt x="16026" y="52416"/>
                  <a:pt x="15982" y="52519"/>
                  <a:pt x="15967" y="52637"/>
                </a:cubicBezTo>
                <a:cubicBezTo>
                  <a:pt x="15864" y="52652"/>
                  <a:pt x="15761" y="52681"/>
                  <a:pt x="15673" y="52725"/>
                </a:cubicBezTo>
                <a:cubicBezTo>
                  <a:pt x="15688" y="52608"/>
                  <a:pt x="15732" y="52505"/>
                  <a:pt x="15761" y="52416"/>
                </a:cubicBezTo>
                <a:lnTo>
                  <a:pt x="16041" y="52299"/>
                </a:lnTo>
                <a:close/>
                <a:moveTo>
                  <a:pt x="14555" y="52431"/>
                </a:moveTo>
                <a:cubicBezTo>
                  <a:pt x="14510" y="52519"/>
                  <a:pt x="14481" y="52578"/>
                  <a:pt x="14437" y="52652"/>
                </a:cubicBezTo>
                <a:cubicBezTo>
                  <a:pt x="14393" y="52681"/>
                  <a:pt x="14304" y="52725"/>
                  <a:pt x="14260" y="52755"/>
                </a:cubicBezTo>
                <a:cubicBezTo>
                  <a:pt x="14290" y="52681"/>
                  <a:pt x="14334" y="52637"/>
                  <a:pt x="14363" y="52549"/>
                </a:cubicBezTo>
                <a:cubicBezTo>
                  <a:pt x="14422" y="52519"/>
                  <a:pt x="14481" y="52461"/>
                  <a:pt x="14555" y="52431"/>
                </a:cubicBezTo>
                <a:close/>
                <a:moveTo>
                  <a:pt x="14039" y="52667"/>
                </a:moveTo>
                <a:cubicBezTo>
                  <a:pt x="14025" y="52681"/>
                  <a:pt x="13995" y="52725"/>
                  <a:pt x="13981" y="52740"/>
                </a:cubicBezTo>
                <a:cubicBezTo>
                  <a:pt x="13970" y="52746"/>
                  <a:pt x="13957" y="52755"/>
                  <a:pt x="13944" y="52766"/>
                </a:cubicBezTo>
                <a:lnTo>
                  <a:pt x="13944" y="52766"/>
                </a:lnTo>
                <a:cubicBezTo>
                  <a:pt x="13946" y="52763"/>
                  <a:pt x="13949" y="52759"/>
                  <a:pt x="13951" y="52755"/>
                </a:cubicBezTo>
                <a:lnTo>
                  <a:pt x="14039" y="52667"/>
                </a:lnTo>
                <a:close/>
                <a:moveTo>
                  <a:pt x="15070" y="52387"/>
                </a:moveTo>
                <a:lnTo>
                  <a:pt x="14952" y="52667"/>
                </a:lnTo>
                <a:cubicBezTo>
                  <a:pt x="14878" y="52711"/>
                  <a:pt x="14790" y="52740"/>
                  <a:pt x="14716" y="52784"/>
                </a:cubicBezTo>
                <a:cubicBezTo>
                  <a:pt x="14761" y="52681"/>
                  <a:pt x="14790" y="52593"/>
                  <a:pt x="14834" y="52519"/>
                </a:cubicBezTo>
                <a:cubicBezTo>
                  <a:pt x="14923" y="52461"/>
                  <a:pt x="14996" y="52431"/>
                  <a:pt x="15070" y="52387"/>
                </a:cubicBezTo>
                <a:close/>
                <a:moveTo>
                  <a:pt x="15658" y="52431"/>
                </a:moveTo>
                <a:lnTo>
                  <a:pt x="15658" y="52431"/>
                </a:lnTo>
                <a:cubicBezTo>
                  <a:pt x="15614" y="52534"/>
                  <a:pt x="15599" y="52637"/>
                  <a:pt x="15585" y="52740"/>
                </a:cubicBezTo>
                <a:lnTo>
                  <a:pt x="15305" y="52858"/>
                </a:lnTo>
                <a:cubicBezTo>
                  <a:pt x="15349" y="52740"/>
                  <a:pt x="15364" y="52652"/>
                  <a:pt x="15393" y="52534"/>
                </a:cubicBezTo>
                <a:cubicBezTo>
                  <a:pt x="15496" y="52505"/>
                  <a:pt x="15585" y="52461"/>
                  <a:pt x="15658" y="52431"/>
                </a:cubicBezTo>
                <a:close/>
                <a:moveTo>
                  <a:pt x="14216" y="52681"/>
                </a:moveTo>
                <a:cubicBezTo>
                  <a:pt x="14187" y="52740"/>
                  <a:pt x="14172" y="52799"/>
                  <a:pt x="14128" y="52858"/>
                </a:cubicBezTo>
                <a:lnTo>
                  <a:pt x="13966" y="52961"/>
                </a:lnTo>
                <a:cubicBezTo>
                  <a:pt x="13995" y="52902"/>
                  <a:pt x="14025" y="52858"/>
                  <a:pt x="14054" y="52799"/>
                </a:cubicBezTo>
                <a:cubicBezTo>
                  <a:pt x="14113" y="52784"/>
                  <a:pt x="14157" y="52740"/>
                  <a:pt x="14216" y="52681"/>
                </a:cubicBezTo>
                <a:close/>
                <a:moveTo>
                  <a:pt x="14731" y="52593"/>
                </a:moveTo>
                <a:cubicBezTo>
                  <a:pt x="14687" y="52667"/>
                  <a:pt x="14658" y="52740"/>
                  <a:pt x="14628" y="52828"/>
                </a:cubicBezTo>
                <a:cubicBezTo>
                  <a:pt x="14555" y="52873"/>
                  <a:pt x="14481" y="52902"/>
                  <a:pt x="14407" y="52961"/>
                </a:cubicBezTo>
                <a:cubicBezTo>
                  <a:pt x="14437" y="52873"/>
                  <a:pt x="14481" y="52799"/>
                  <a:pt x="14510" y="52725"/>
                </a:cubicBezTo>
                <a:cubicBezTo>
                  <a:pt x="14584" y="52681"/>
                  <a:pt x="14658" y="52622"/>
                  <a:pt x="14731" y="52593"/>
                </a:cubicBezTo>
                <a:close/>
                <a:moveTo>
                  <a:pt x="15305" y="52593"/>
                </a:moveTo>
                <a:cubicBezTo>
                  <a:pt x="15261" y="52711"/>
                  <a:pt x="15246" y="52799"/>
                  <a:pt x="15217" y="52902"/>
                </a:cubicBezTo>
                <a:cubicBezTo>
                  <a:pt x="15129" y="52917"/>
                  <a:pt x="15026" y="52961"/>
                  <a:pt x="14937" y="53020"/>
                </a:cubicBezTo>
                <a:cubicBezTo>
                  <a:pt x="14981" y="52917"/>
                  <a:pt x="15011" y="52814"/>
                  <a:pt x="15040" y="52725"/>
                </a:cubicBezTo>
                <a:cubicBezTo>
                  <a:pt x="15143" y="52681"/>
                  <a:pt x="15217" y="52652"/>
                  <a:pt x="15305" y="52593"/>
                </a:cubicBezTo>
                <a:close/>
                <a:moveTo>
                  <a:pt x="26975" y="45941"/>
                </a:moveTo>
                <a:cubicBezTo>
                  <a:pt x="26990" y="45985"/>
                  <a:pt x="26990" y="46059"/>
                  <a:pt x="27005" y="46133"/>
                </a:cubicBezTo>
                <a:cubicBezTo>
                  <a:pt x="26990" y="46191"/>
                  <a:pt x="26975" y="46236"/>
                  <a:pt x="26975" y="46280"/>
                </a:cubicBezTo>
                <a:lnTo>
                  <a:pt x="26975" y="46309"/>
                </a:lnTo>
                <a:cubicBezTo>
                  <a:pt x="26652" y="47310"/>
                  <a:pt x="26092" y="48443"/>
                  <a:pt x="25180" y="49620"/>
                </a:cubicBezTo>
                <a:cubicBezTo>
                  <a:pt x="23752" y="51489"/>
                  <a:pt x="21604" y="51872"/>
                  <a:pt x="19131" y="52343"/>
                </a:cubicBezTo>
                <a:cubicBezTo>
                  <a:pt x="18116" y="52519"/>
                  <a:pt x="17071" y="52725"/>
                  <a:pt x="15982" y="53034"/>
                </a:cubicBezTo>
                <a:lnTo>
                  <a:pt x="16041" y="52711"/>
                </a:lnTo>
                <a:cubicBezTo>
                  <a:pt x="17159" y="52343"/>
                  <a:pt x="18263" y="52093"/>
                  <a:pt x="19293" y="51901"/>
                </a:cubicBezTo>
                <a:cubicBezTo>
                  <a:pt x="21619" y="51416"/>
                  <a:pt x="23811" y="50974"/>
                  <a:pt x="25224" y="49135"/>
                </a:cubicBezTo>
                <a:cubicBezTo>
                  <a:pt x="26048" y="48075"/>
                  <a:pt x="26578" y="47045"/>
                  <a:pt x="26916" y="46088"/>
                </a:cubicBezTo>
                <a:lnTo>
                  <a:pt x="26916" y="46103"/>
                </a:lnTo>
                <a:lnTo>
                  <a:pt x="26975" y="45941"/>
                </a:lnTo>
                <a:close/>
                <a:moveTo>
                  <a:pt x="15938" y="52681"/>
                </a:moveTo>
                <a:lnTo>
                  <a:pt x="15938" y="52681"/>
                </a:lnTo>
                <a:cubicBezTo>
                  <a:pt x="15909" y="52814"/>
                  <a:pt x="15894" y="52917"/>
                  <a:pt x="15879" y="53034"/>
                </a:cubicBezTo>
                <a:cubicBezTo>
                  <a:pt x="15761" y="53079"/>
                  <a:pt x="15673" y="53093"/>
                  <a:pt x="15570" y="53123"/>
                </a:cubicBezTo>
                <a:cubicBezTo>
                  <a:pt x="15585" y="53020"/>
                  <a:pt x="15599" y="52902"/>
                  <a:pt x="15644" y="52799"/>
                </a:cubicBezTo>
                <a:cubicBezTo>
                  <a:pt x="15732" y="52755"/>
                  <a:pt x="15835" y="52725"/>
                  <a:pt x="15938" y="52681"/>
                </a:cubicBezTo>
                <a:close/>
                <a:moveTo>
                  <a:pt x="14393" y="52799"/>
                </a:moveTo>
                <a:lnTo>
                  <a:pt x="14393" y="52799"/>
                </a:lnTo>
                <a:cubicBezTo>
                  <a:pt x="14349" y="52873"/>
                  <a:pt x="14304" y="52946"/>
                  <a:pt x="14275" y="53034"/>
                </a:cubicBezTo>
                <a:cubicBezTo>
                  <a:pt x="14201" y="53079"/>
                  <a:pt x="14128" y="53108"/>
                  <a:pt x="14069" y="53167"/>
                </a:cubicBezTo>
                <a:lnTo>
                  <a:pt x="14187" y="52946"/>
                </a:lnTo>
                <a:cubicBezTo>
                  <a:pt x="14246" y="52873"/>
                  <a:pt x="14319" y="52828"/>
                  <a:pt x="14393" y="52799"/>
                </a:cubicBezTo>
                <a:close/>
                <a:moveTo>
                  <a:pt x="14923" y="52755"/>
                </a:moveTo>
                <a:lnTo>
                  <a:pt x="14923" y="52755"/>
                </a:lnTo>
                <a:cubicBezTo>
                  <a:pt x="14878" y="52858"/>
                  <a:pt x="14849" y="52946"/>
                  <a:pt x="14820" y="53049"/>
                </a:cubicBezTo>
                <a:cubicBezTo>
                  <a:pt x="14761" y="53093"/>
                  <a:pt x="14658" y="53123"/>
                  <a:pt x="14569" y="53167"/>
                </a:cubicBezTo>
                <a:lnTo>
                  <a:pt x="14672" y="52887"/>
                </a:lnTo>
                <a:cubicBezTo>
                  <a:pt x="14761" y="52858"/>
                  <a:pt x="14849" y="52799"/>
                  <a:pt x="14923" y="52755"/>
                </a:cubicBezTo>
                <a:close/>
                <a:moveTo>
                  <a:pt x="13878" y="52961"/>
                </a:moveTo>
                <a:lnTo>
                  <a:pt x="13878" y="52961"/>
                </a:lnTo>
                <a:cubicBezTo>
                  <a:pt x="13848" y="53005"/>
                  <a:pt x="13819" y="53049"/>
                  <a:pt x="13804" y="53093"/>
                </a:cubicBezTo>
                <a:cubicBezTo>
                  <a:pt x="13745" y="53123"/>
                  <a:pt x="13701" y="53167"/>
                  <a:pt x="13657" y="53196"/>
                </a:cubicBezTo>
                <a:cubicBezTo>
                  <a:pt x="13672" y="53167"/>
                  <a:pt x="13701" y="53123"/>
                  <a:pt x="13730" y="53093"/>
                </a:cubicBezTo>
                <a:cubicBezTo>
                  <a:pt x="13745" y="53079"/>
                  <a:pt x="13775" y="53049"/>
                  <a:pt x="13804" y="53020"/>
                </a:cubicBezTo>
                <a:cubicBezTo>
                  <a:pt x="13819" y="53005"/>
                  <a:pt x="13833" y="52976"/>
                  <a:pt x="13878" y="52961"/>
                </a:cubicBezTo>
                <a:close/>
                <a:moveTo>
                  <a:pt x="15541" y="52858"/>
                </a:moveTo>
                <a:lnTo>
                  <a:pt x="15541" y="52858"/>
                </a:lnTo>
                <a:cubicBezTo>
                  <a:pt x="15526" y="52961"/>
                  <a:pt x="15496" y="53079"/>
                  <a:pt x="15467" y="53167"/>
                </a:cubicBezTo>
                <a:lnTo>
                  <a:pt x="15202" y="53270"/>
                </a:lnTo>
                <a:cubicBezTo>
                  <a:pt x="15217" y="53167"/>
                  <a:pt x="15246" y="53079"/>
                  <a:pt x="15276" y="52961"/>
                </a:cubicBezTo>
                <a:lnTo>
                  <a:pt x="15541" y="52858"/>
                </a:lnTo>
                <a:close/>
                <a:moveTo>
                  <a:pt x="14040" y="53020"/>
                </a:moveTo>
                <a:cubicBezTo>
                  <a:pt x="13995" y="53093"/>
                  <a:pt x="13966" y="53167"/>
                  <a:pt x="13951" y="53226"/>
                </a:cubicBezTo>
                <a:cubicBezTo>
                  <a:pt x="13878" y="53255"/>
                  <a:pt x="13819" y="53285"/>
                  <a:pt x="13745" y="53344"/>
                </a:cubicBezTo>
                <a:cubicBezTo>
                  <a:pt x="13775" y="53270"/>
                  <a:pt x="13819" y="53226"/>
                  <a:pt x="13848" y="53138"/>
                </a:cubicBezTo>
                <a:cubicBezTo>
                  <a:pt x="13907" y="53093"/>
                  <a:pt x="13981" y="53049"/>
                  <a:pt x="14040" y="53020"/>
                </a:cubicBezTo>
                <a:close/>
                <a:moveTo>
                  <a:pt x="14569" y="52946"/>
                </a:moveTo>
                <a:lnTo>
                  <a:pt x="14466" y="53226"/>
                </a:lnTo>
                <a:cubicBezTo>
                  <a:pt x="14393" y="53255"/>
                  <a:pt x="14290" y="53285"/>
                  <a:pt x="14216" y="53344"/>
                </a:cubicBezTo>
                <a:cubicBezTo>
                  <a:pt x="14260" y="53255"/>
                  <a:pt x="14290" y="53167"/>
                  <a:pt x="14334" y="53093"/>
                </a:cubicBezTo>
                <a:cubicBezTo>
                  <a:pt x="14422" y="53034"/>
                  <a:pt x="14496" y="52976"/>
                  <a:pt x="14569" y="52946"/>
                </a:cubicBezTo>
                <a:close/>
                <a:moveTo>
                  <a:pt x="15173" y="53020"/>
                </a:moveTo>
                <a:lnTo>
                  <a:pt x="15173" y="53020"/>
                </a:lnTo>
                <a:cubicBezTo>
                  <a:pt x="15143" y="53123"/>
                  <a:pt x="15129" y="53226"/>
                  <a:pt x="15099" y="53329"/>
                </a:cubicBezTo>
                <a:cubicBezTo>
                  <a:pt x="15011" y="53329"/>
                  <a:pt x="14893" y="53373"/>
                  <a:pt x="14805" y="53417"/>
                </a:cubicBezTo>
                <a:cubicBezTo>
                  <a:pt x="14849" y="53314"/>
                  <a:pt x="14864" y="53226"/>
                  <a:pt x="14893" y="53123"/>
                </a:cubicBezTo>
                <a:lnTo>
                  <a:pt x="15173" y="53020"/>
                </a:lnTo>
                <a:close/>
                <a:moveTo>
                  <a:pt x="13524" y="53270"/>
                </a:moveTo>
                <a:cubicBezTo>
                  <a:pt x="13510" y="53299"/>
                  <a:pt x="13480" y="53329"/>
                  <a:pt x="13466" y="53344"/>
                </a:cubicBezTo>
                <a:cubicBezTo>
                  <a:pt x="13421" y="53388"/>
                  <a:pt x="13392" y="53402"/>
                  <a:pt x="13363" y="53447"/>
                </a:cubicBezTo>
                <a:cubicBezTo>
                  <a:pt x="13377" y="53417"/>
                  <a:pt x="13392" y="53388"/>
                  <a:pt x="13407" y="53373"/>
                </a:cubicBezTo>
                <a:cubicBezTo>
                  <a:pt x="13451" y="53329"/>
                  <a:pt x="13480" y="53314"/>
                  <a:pt x="13524" y="53270"/>
                </a:cubicBezTo>
                <a:close/>
                <a:moveTo>
                  <a:pt x="26961" y="46456"/>
                </a:moveTo>
                <a:lnTo>
                  <a:pt x="26961" y="46471"/>
                </a:lnTo>
                <a:cubicBezTo>
                  <a:pt x="26975" y="46486"/>
                  <a:pt x="26990" y="46530"/>
                  <a:pt x="26990" y="46545"/>
                </a:cubicBezTo>
                <a:cubicBezTo>
                  <a:pt x="26990" y="46574"/>
                  <a:pt x="26990" y="46618"/>
                  <a:pt x="27005" y="46648"/>
                </a:cubicBezTo>
                <a:cubicBezTo>
                  <a:pt x="26666" y="47751"/>
                  <a:pt x="26107" y="48929"/>
                  <a:pt x="25180" y="50135"/>
                </a:cubicBezTo>
                <a:cubicBezTo>
                  <a:pt x="23708" y="52034"/>
                  <a:pt x="21501" y="52402"/>
                  <a:pt x="18940" y="52858"/>
                </a:cubicBezTo>
                <a:cubicBezTo>
                  <a:pt x="17969" y="53020"/>
                  <a:pt x="16939" y="53182"/>
                  <a:pt x="15909" y="53461"/>
                </a:cubicBezTo>
                <a:cubicBezTo>
                  <a:pt x="15923" y="53344"/>
                  <a:pt x="15953" y="53226"/>
                  <a:pt x="15953" y="53108"/>
                </a:cubicBezTo>
                <a:cubicBezTo>
                  <a:pt x="17027" y="52784"/>
                  <a:pt x="18101" y="52578"/>
                  <a:pt x="19117" y="52387"/>
                </a:cubicBezTo>
                <a:cubicBezTo>
                  <a:pt x="21501" y="51945"/>
                  <a:pt x="23752" y="51533"/>
                  <a:pt x="25224" y="49635"/>
                </a:cubicBezTo>
                <a:cubicBezTo>
                  <a:pt x="26033" y="48590"/>
                  <a:pt x="26593" y="47516"/>
                  <a:pt x="26961" y="46456"/>
                </a:cubicBezTo>
                <a:close/>
                <a:moveTo>
                  <a:pt x="14201" y="53167"/>
                </a:moveTo>
                <a:cubicBezTo>
                  <a:pt x="14187" y="53226"/>
                  <a:pt x="14143" y="53314"/>
                  <a:pt x="14113" y="53402"/>
                </a:cubicBezTo>
                <a:cubicBezTo>
                  <a:pt x="14040" y="53447"/>
                  <a:pt x="13966" y="53491"/>
                  <a:pt x="13878" y="53535"/>
                </a:cubicBezTo>
                <a:cubicBezTo>
                  <a:pt x="13907" y="53461"/>
                  <a:pt x="13951" y="53373"/>
                  <a:pt x="13981" y="53285"/>
                </a:cubicBezTo>
                <a:cubicBezTo>
                  <a:pt x="14054" y="53255"/>
                  <a:pt x="14128" y="53196"/>
                  <a:pt x="14201" y="53167"/>
                </a:cubicBezTo>
                <a:close/>
                <a:moveTo>
                  <a:pt x="14805" y="53152"/>
                </a:moveTo>
                <a:lnTo>
                  <a:pt x="14805" y="53152"/>
                </a:lnTo>
                <a:cubicBezTo>
                  <a:pt x="14775" y="53241"/>
                  <a:pt x="14761" y="53344"/>
                  <a:pt x="14716" y="53447"/>
                </a:cubicBezTo>
                <a:lnTo>
                  <a:pt x="14437" y="53550"/>
                </a:lnTo>
                <a:cubicBezTo>
                  <a:pt x="14481" y="53461"/>
                  <a:pt x="14496" y="53373"/>
                  <a:pt x="14525" y="53255"/>
                </a:cubicBezTo>
                <a:cubicBezTo>
                  <a:pt x="14628" y="53241"/>
                  <a:pt x="14716" y="53196"/>
                  <a:pt x="14805" y="53152"/>
                </a:cubicBezTo>
                <a:close/>
                <a:moveTo>
                  <a:pt x="13686" y="53270"/>
                </a:moveTo>
                <a:cubicBezTo>
                  <a:pt x="13657" y="53329"/>
                  <a:pt x="13627" y="53388"/>
                  <a:pt x="13598" y="53447"/>
                </a:cubicBezTo>
                <a:cubicBezTo>
                  <a:pt x="13539" y="53476"/>
                  <a:pt x="13480" y="53505"/>
                  <a:pt x="13407" y="53564"/>
                </a:cubicBezTo>
                <a:cubicBezTo>
                  <a:pt x="13451" y="53505"/>
                  <a:pt x="13480" y="53461"/>
                  <a:pt x="13510" y="53402"/>
                </a:cubicBezTo>
                <a:cubicBezTo>
                  <a:pt x="13583" y="53373"/>
                  <a:pt x="13627" y="53314"/>
                  <a:pt x="13686" y="53270"/>
                </a:cubicBezTo>
                <a:close/>
                <a:moveTo>
                  <a:pt x="15879" y="53138"/>
                </a:moveTo>
                <a:lnTo>
                  <a:pt x="15879" y="53138"/>
                </a:lnTo>
                <a:cubicBezTo>
                  <a:pt x="15864" y="53255"/>
                  <a:pt x="15835" y="53358"/>
                  <a:pt x="15835" y="53491"/>
                </a:cubicBezTo>
                <a:cubicBezTo>
                  <a:pt x="15717" y="53491"/>
                  <a:pt x="15599" y="53535"/>
                  <a:pt x="15511" y="53564"/>
                </a:cubicBezTo>
                <a:lnTo>
                  <a:pt x="15570" y="53241"/>
                </a:lnTo>
                <a:cubicBezTo>
                  <a:pt x="15673" y="53196"/>
                  <a:pt x="15761" y="53167"/>
                  <a:pt x="15879" y="53138"/>
                </a:cubicBezTo>
                <a:close/>
                <a:moveTo>
                  <a:pt x="13142" y="53594"/>
                </a:moveTo>
                <a:cubicBezTo>
                  <a:pt x="13142" y="53608"/>
                  <a:pt x="13112" y="53608"/>
                  <a:pt x="13112" y="53623"/>
                </a:cubicBezTo>
                <a:cubicBezTo>
                  <a:pt x="13100" y="53635"/>
                  <a:pt x="13078" y="53648"/>
                  <a:pt x="13053" y="53669"/>
                </a:cubicBezTo>
                <a:lnTo>
                  <a:pt x="13053" y="53669"/>
                </a:lnTo>
                <a:cubicBezTo>
                  <a:pt x="13054" y="53665"/>
                  <a:pt x="13054" y="53659"/>
                  <a:pt x="13054" y="53653"/>
                </a:cubicBezTo>
                <a:lnTo>
                  <a:pt x="13142" y="53594"/>
                </a:lnTo>
                <a:close/>
                <a:moveTo>
                  <a:pt x="15467" y="53255"/>
                </a:moveTo>
                <a:lnTo>
                  <a:pt x="15423" y="53594"/>
                </a:lnTo>
                <a:cubicBezTo>
                  <a:pt x="15305" y="53623"/>
                  <a:pt x="15217" y="53653"/>
                  <a:pt x="15099" y="53697"/>
                </a:cubicBezTo>
                <a:cubicBezTo>
                  <a:pt x="15129" y="53594"/>
                  <a:pt x="15143" y="53476"/>
                  <a:pt x="15173" y="53373"/>
                </a:cubicBezTo>
                <a:cubicBezTo>
                  <a:pt x="15276" y="53329"/>
                  <a:pt x="15379" y="53299"/>
                  <a:pt x="15467" y="53255"/>
                </a:cubicBezTo>
                <a:close/>
                <a:moveTo>
                  <a:pt x="13878" y="53373"/>
                </a:moveTo>
                <a:cubicBezTo>
                  <a:pt x="13833" y="53447"/>
                  <a:pt x="13789" y="53520"/>
                  <a:pt x="13760" y="53608"/>
                </a:cubicBezTo>
                <a:cubicBezTo>
                  <a:pt x="13686" y="53638"/>
                  <a:pt x="13613" y="53697"/>
                  <a:pt x="13539" y="53741"/>
                </a:cubicBezTo>
                <a:lnTo>
                  <a:pt x="13657" y="53520"/>
                </a:lnTo>
                <a:cubicBezTo>
                  <a:pt x="13730" y="53461"/>
                  <a:pt x="13789" y="53402"/>
                  <a:pt x="13878" y="53373"/>
                </a:cubicBezTo>
                <a:close/>
                <a:moveTo>
                  <a:pt x="14437" y="53329"/>
                </a:moveTo>
                <a:lnTo>
                  <a:pt x="14437" y="53329"/>
                </a:lnTo>
                <a:cubicBezTo>
                  <a:pt x="14407" y="53417"/>
                  <a:pt x="14363" y="53520"/>
                  <a:pt x="14349" y="53608"/>
                </a:cubicBezTo>
                <a:cubicBezTo>
                  <a:pt x="14260" y="53638"/>
                  <a:pt x="14157" y="53682"/>
                  <a:pt x="14069" y="53741"/>
                </a:cubicBezTo>
                <a:lnTo>
                  <a:pt x="14187" y="53461"/>
                </a:lnTo>
                <a:cubicBezTo>
                  <a:pt x="14275" y="53417"/>
                  <a:pt x="14349" y="53373"/>
                  <a:pt x="14437" y="53329"/>
                </a:cubicBezTo>
                <a:close/>
                <a:moveTo>
                  <a:pt x="13333" y="53550"/>
                </a:moveTo>
                <a:lnTo>
                  <a:pt x="13333" y="53550"/>
                </a:lnTo>
                <a:cubicBezTo>
                  <a:pt x="13318" y="53594"/>
                  <a:pt x="13289" y="53638"/>
                  <a:pt x="13260" y="53682"/>
                </a:cubicBezTo>
                <a:cubicBezTo>
                  <a:pt x="13201" y="53711"/>
                  <a:pt x="13157" y="53756"/>
                  <a:pt x="13112" y="53785"/>
                </a:cubicBezTo>
                <a:cubicBezTo>
                  <a:pt x="13127" y="53756"/>
                  <a:pt x="13171" y="53711"/>
                  <a:pt x="13186" y="53682"/>
                </a:cubicBezTo>
                <a:cubicBezTo>
                  <a:pt x="13230" y="53638"/>
                  <a:pt x="13289" y="53608"/>
                  <a:pt x="13333" y="53550"/>
                </a:cubicBezTo>
                <a:close/>
                <a:moveTo>
                  <a:pt x="15084" y="53402"/>
                </a:moveTo>
                <a:cubicBezTo>
                  <a:pt x="15070" y="53520"/>
                  <a:pt x="15040" y="53623"/>
                  <a:pt x="15011" y="53711"/>
                </a:cubicBezTo>
                <a:cubicBezTo>
                  <a:pt x="14893" y="53756"/>
                  <a:pt x="14805" y="53785"/>
                  <a:pt x="14702" y="53829"/>
                </a:cubicBezTo>
                <a:cubicBezTo>
                  <a:pt x="14731" y="53711"/>
                  <a:pt x="14761" y="53608"/>
                  <a:pt x="14790" y="53520"/>
                </a:cubicBezTo>
                <a:cubicBezTo>
                  <a:pt x="14878" y="53476"/>
                  <a:pt x="14996" y="53447"/>
                  <a:pt x="15084" y="53402"/>
                </a:cubicBezTo>
                <a:close/>
                <a:moveTo>
                  <a:pt x="14069" y="53520"/>
                </a:moveTo>
                <a:lnTo>
                  <a:pt x="14069" y="53520"/>
                </a:lnTo>
                <a:cubicBezTo>
                  <a:pt x="14040" y="53608"/>
                  <a:pt x="13995" y="53697"/>
                  <a:pt x="13981" y="53770"/>
                </a:cubicBezTo>
                <a:cubicBezTo>
                  <a:pt x="13892" y="53814"/>
                  <a:pt x="13819" y="53859"/>
                  <a:pt x="13716" y="53903"/>
                </a:cubicBezTo>
                <a:cubicBezTo>
                  <a:pt x="13760" y="53814"/>
                  <a:pt x="13789" y="53741"/>
                  <a:pt x="13833" y="53638"/>
                </a:cubicBezTo>
                <a:cubicBezTo>
                  <a:pt x="13907" y="53608"/>
                  <a:pt x="13995" y="53550"/>
                  <a:pt x="14069" y="53520"/>
                </a:cubicBezTo>
                <a:close/>
                <a:moveTo>
                  <a:pt x="27005" y="46868"/>
                </a:moveTo>
                <a:cubicBezTo>
                  <a:pt x="27005" y="46927"/>
                  <a:pt x="27019" y="46986"/>
                  <a:pt x="27019" y="47015"/>
                </a:cubicBezTo>
                <a:cubicBezTo>
                  <a:pt x="27034" y="47030"/>
                  <a:pt x="27034" y="47060"/>
                  <a:pt x="27034" y="47089"/>
                </a:cubicBezTo>
                <a:cubicBezTo>
                  <a:pt x="26710" y="48237"/>
                  <a:pt x="26122" y="49429"/>
                  <a:pt x="25180" y="50665"/>
                </a:cubicBezTo>
                <a:cubicBezTo>
                  <a:pt x="23679" y="52622"/>
                  <a:pt x="21412" y="52976"/>
                  <a:pt x="18764" y="53358"/>
                </a:cubicBezTo>
                <a:cubicBezTo>
                  <a:pt x="17822" y="53505"/>
                  <a:pt x="16850" y="53653"/>
                  <a:pt x="15864" y="53903"/>
                </a:cubicBezTo>
                <a:cubicBezTo>
                  <a:pt x="15864" y="53785"/>
                  <a:pt x="15879" y="53653"/>
                  <a:pt x="15894" y="53550"/>
                </a:cubicBezTo>
                <a:cubicBezTo>
                  <a:pt x="16939" y="53270"/>
                  <a:pt x="17969" y="53093"/>
                  <a:pt x="18940" y="52917"/>
                </a:cubicBezTo>
                <a:cubicBezTo>
                  <a:pt x="21516" y="52505"/>
                  <a:pt x="23723" y="52122"/>
                  <a:pt x="25239" y="50180"/>
                </a:cubicBezTo>
                <a:cubicBezTo>
                  <a:pt x="26107" y="49046"/>
                  <a:pt x="26666" y="47943"/>
                  <a:pt x="27005" y="46868"/>
                </a:cubicBezTo>
                <a:close/>
                <a:moveTo>
                  <a:pt x="13524" y="53564"/>
                </a:moveTo>
                <a:lnTo>
                  <a:pt x="13524" y="53564"/>
                </a:lnTo>
                <a:cubicBezTo>
                  <a:pt x="13480" y="53653"/>
                  <a:pt x="13451" y="53741"/>
                  <a:pt x="13407" y="53785"/>
                </a:cubicBezTo>
                <a:cubicBezTo>
                  <a:pt x="13333" y="53829"/>
                  <a:pt x="13289" y="53888"/>
                  <a:pt x="13215" y="53917"/>
                </a:cubicBezTo>
                <a:cubicBezTo>
                  <a:pt x="13245" y="53844"/>
                  <a:pt x="13289" y="53785"/>
                  <a:pt x="13318" y="53711"/>
                </a:cubicBezTo>
                <a:cubicBezTo>
                  <a:pt x="13392" y="53653"/>
                  <a:pt x="13451" y="53623"/>
                  <a:pt x="13524" y="53564"/>
                </a:cubicBezTo>
                <a:close/>
                <a:moveTo>
                  <a:pt x="14687" y="53550"/>
                </a:moveTo>
                <a:lnTo>
                  <a:pt x="14687" y="53550"/>
                </a:lnTo>
                <a:cubicBezTo>
                  <a:pt x="14658" y="53667"/>
                  <a:pt x="14628" y="53756"/>
                  <a:pt x="14613" y="53859"/>
                </a:cubicBezTo>
                <a:cubicBezTo>
                  <a:pt x="14510" y="53903"/>
                  <a:pt x="14422" y="53932"/>
                  <a:pt x="14319" y="53976"/>
                </a:cubicBezTo>
                <a:cubicBezTo>
                  <a:pt x="14334" y="53859"/>
                  <a:pt x="14363" y="53770"/>
                  <a:pt x="14407" y="53682"/>
                </a:cubicBezTo>
                <a:cubicBezTo>
                  <a:pt x="14496" y="53638"/>
                  <a:pt x="14584" y="53608"/>
                  <a:pt x="14687" y="53550"/>
                </a:cubicBezTo>
                <a:close/>
                <a:moveTo>
                  <a:pt x="15820" y="53564"/>
                </a:moveTo>
                <a:lnTo>
                  <a:pt x="15820" y="53564"/>
                </a:lnTo>
                <a:cubicBezTo>
                  <a:pt x="15806" y="53682"/>
                  <a:pt x="15806" y="53814"/>
                  <a:pt x="15806" y="53917"/>
                </a:cubicBezTo>
                <a:cubicBezTo>
                  <a:pt x="15673" y="53932"/>
                  <a:pt x="15570" y="53976"/>
                  <a:pt x="15452" y="54006"/>
                </a:cubicBezTo>
                <a:cubicBezTo>
                  <a:pt x="15467" y="53903"/>
                  <a:pt x="15467" y="53770"/>
                  <a:pt x="15496" y="53667"/>
                </a:cubicBezTo>
                <a:cubicBezTo>
                  <a:pt x="15599" y="53623"/>
                  <a:pt x="15717" y="53608"/>
                  <a:pt x="15820" y="53564"/>
                </a:cubicBezTo>
                <a:close/>
                <a:moveTo>
                  <a:pt x="12965" y="53859"/>
                </a:moveTo>
                <a:cubicBezTo>
                  <a:pt x="12951" y="53888"/>
                  <a:pt x="12936" y="53917"/>
                  <a:pt x="12921" y="53932"/>
                </a:cubicBezTo>
                <a:cubicBezTo>
                  <a:pt x="12877" y="53976"/>
                  <a:pt x="12818" y="54006"/>
                  <a:pt x="12789" y="54050"/>
                </a:cubicBezTo>
                <a:cubicBezTo>
                  <a:pt x="12803" y="54020"/>
                  <a:pt x="12818" y="54006"/>
                  <a:pt x="12847" y="53976"/>
                </a:cubicBezTo>
                <a:cubicBezTo>
                  <a:pt x="12877" y="53932"/>
                  <a:pt x="12936" y="53903"/>
                  <a:pt x="12965" y="53859"/>
                </a:cubicBezTo>
                <a:close/>
                <a:moveTo>
                  <a:pt x="13716" y="53697"/>
                </a:moveTo>
                <a:lnTo>
                  <a:pt x="13716" y="53697"/>
                </a:lnTo>
                <a:cubicBezTo>
                  <a:pt x="13686" y="53785"/>
                  <a:pt x="13657" y="53888"/>
                  <a:pt x="13613" y="53962"/>
                </a:cubicBezTo>
                <a:cubicBezTo>
                  <a:pt x="13539" y="53991"/>
                  <a:pt x="13451" y="54050"/>
                  <a:pt x="13377" y="54079"/>
                </a:cubicBezTo>
                <a:cubicBezTo>
                  <a:pt x="13407" y="54006"/>
                  <a:pt x="13451" y="53917"/>
                  <a:pt x="13480" y="53844"/>
                </a:cubicBezTo>
                <a:cubicBezTo>
                  <a:pt x="13554" y="53785"/>
                  <a:pt x="13657" y="53756"/>
                  <a:pt x="13716" y="53697"/>
                </a:cubicBezTo>
                <a:close/>
                <a:moveTo>
                  <a:pt x="14319" y="53711"/>
                </a:moveTo>
                <a:cubicBezTo>
                  <a:pt x="14275" y="53814"/>
                  <a:pt x="14260" y="53917"/>
                  <a:pt x="14246" y="54006"/>
                </a:cubicBezTo>
                <a:cubicBezTo>
                  <a:pt x="14143" y="54050"/>
                  <a:pt x="14054" y="54079"/>
                  <a:pt x="13951" y="54123"/>
                </a:cubicBezTo>
                <a:cubicBezTo>
                  <a:pt x="13981" y="54035"/>
                  <a:pt x="13995" y="53932"/>
                  <a:pt x="14040" y="53829"/>
                </a:cubicBezTo>
                <a:lnTo>
                  <a:pt x="14319" y="53711"/>
                </a:lnTo>
                <a:close/>
                <a:moveTo>
                  <a:pt x="15393" y="53682"/>
                </a:moveTo>
                <a:lnTo>
                  <a:pt x="15393" y="53682"/>
                </a:lnTo>
                <a:cubicBezTo>
                  <a:pt x="15379" y="53785"/>
                  <a:pt x="15364" y="53903"/>
                  <a:pt x="15364" y="54020"/>
                </a:cubicBezTo>
                <a:cubicBezTo>
                  <a:pt x="15246" y="54065"/>
                  <a:pt x="15143" y="54079"/>
                  <a:pt x="15026" y="54123"/>
                </a:cubicBezTo>
                <a:cubicBezTo>
                  <a:pt x="15055" y="54006"/>
                  <a:pt x="15070" y="53903"/>
                  <a:pt x="15084" y="53770"/>
                </a:cubicBezTo>
                <a:cubicBezTo>
                  <a:pt x="15187" y="53741"/>
                  <a:pt x="15305" y="53697"/>
                  <a:pt x="15393" y="53682"/>
                </a:cubicBezTo>
                <a:close/>
                <a:moveTo>
                  <a:pt x="13157" y="53859"/>
                </a:moveTo>
                <a:cubicBezTo>
                  <a:pt x="13112" y="53917"/>
                  <a:pt x="13098" y="53976"/>
                  <a:pt x="13054" y="54020"/>
                </a:cubicBezTo>
                <a:cubicBezTo>
                  <a:pt x="13009" y="54065"/>
                  <a:pt x="12936" y="54123"/>
                  <a:pt x="12877" y="54153"/>
                </a:cubicBezTo>
                <a:cubicBezTo>
                  <a:pt x="12921" y="54094"/>
                  <a:pt x="12936" y="54050"/>
                  <a:pt x="12965" y="54006"/>
                </a:cubicBezTo>
                <a:cubicBezTo>
                  <a:pt x="13039" y="53962"/>
                  <a:pt x="13098" y="53903"/>
                  <a:pt x="13157" y="53859"/>
                </a:cubicBezTo>
                <a:close/>
                <a:moveTo>
                  <a:pt x="14996" y="53814"/>
                </a:moveTo>
                <a:lnTo>
                  <a:pt x="14937" y="54138"/>
                </a:lnTo>
                <a:cubicBezTo>
                  <a:pt x="14849" y="54182"/>
                  <a:pt x="14731" y="54212"/>
                  <a:pt x="14628" y="54256"/>
                </a:cubicBezTo>
                <a:lnTo>
                  <a:pt x="14672" y="53917"/>
                </a:lnTo>
                <a:cubicBezTo>
                  <a:pt x="14790" y="53888"/>
                  <a:pt x="14878" y="53844"/>
                  <a:pt x="14996" y="53814"/>
                </a:cubicBezTo>
                <a:close/>
                <a:moveTo>
                  <a:pt x="13363" y="53932"/>
                </a:moveTo>
                <a:lnTo>
                  <a:pt x="13245" y="54153"/>
                </a:lnTo>
                <a:cubicBezTo>
                  <a:pt x="13171" y="54197"/>
                  <a:pt x="13098" y="54241"/>
                  <a:pt x="13009" y="54285"/>
                </a:cubicBezTo>
                <a:lnTo>
                  <a:pt x="13112" y="54065"/>
                </a:lnTo>
                <a:cubicBezTo>
                  <a:pt x="13215" y="54020"/>
                  <a:pt x="13289" y="53976"/>
                  <a:pt x="13363" y="53932"/>
                </a:cubicBezTo>
                <a:close/>
                <a:moveTo>
                  <a:pt x="13951" y="53888"/>
                </a:moveTo>
                <a:cubicBezTo>
                  <a:pt x="13907" y="53976"/>
                  <a:pt x="13878" y="54065"/>
                  <a:pt x="13848" y="54153"/>
                </a:cubicBezTo>
                <a:cubicBezTo>
                  <a:pt x="13760" y="54197"/>
                  <a:pt x="13672" y="54227"/>
                  <a:pt x="13583" y="54285"/>
                </a:cubicBezTo>
                <a:lnTo>
                  <a:pt x="13686" y="54006"/>
                </a:lnTo>
                <a:cubicBezTo>
                  <a:pt x="13775" y="53976"/>
                  <a:pt x="13878" y="53917"/>
                  <a:pt x="13951" y="53888"/>
                </a:cubicBezTo>
                <a:close/>
                <a:moveTo>
                  <a:pt x="12568" y="54197"/>
                </a:moveTo>
                <a:cubicBezTo>
                  <a:pt x="12553" y="54212"/>
                  <a:pt x="12553" y="54227"/>
                  <a:pt x="12524" y="54256"/>
                </a:cubicBezTo>
                <a:cubicBezTo>
                  <a:pt x="12509" y="54271"/>
                  <a:pt x="12494" y="54285"/>
                  <a:pt x="12450" y="54300"/>
                </a:cubicBezTo>
                <a:cubicBezTo>
                  <a:pt x="12494" y="54285"/>
                  <a:pt x="12509" y="54271"/>
                  <a:pt x="12509" y="54256"/>
                </a:cubicBezTo>
                <a:lnTo>
                  <a:pt x="12568" y="54197"/>
                </a:lnTo>
                <a:close/>
                <a:moveTo>
                  <a:pt x="27075" y="47307"/>
                </a:moveTo>
                <a:lnTo>
                  <a:pt x="27075" y="47307"/>
                </a:lnTo>
                <a:cubicBezTo>
                  <a:pt x="27064" y="47345"/>
                  <a:pt x="27065" y="47371"/>
                  <a:pt x="27078" y="47398"/>
                </a:cubicBezTo>
                <a:lnTo>
                  <a:pt x="27078" y="47457"/>
                </a:lnTo>
                <a:lnTo>
                  <a:pt x="27078" y="47531"/>
                </a:lnTo>
                <a:cubicBezTo>
                  <a:pt x="26769" y="48664"/>
                  <a:pt x="26195" y="49885"/>
                  <a:pt x="25195" y="51195"/>
                </a:cubicBezTo>
                <a:cubicBezTo>
                  <a:pt x="23649" y="53211"/>
                  <a:pt x="21324" y="53535"/>
                  <a:pt x="18616" y="53903"/>
                </a:cubicBezTo>
                <a:cubicBezTo>
                  <a:pt x="17733" y="54020"/>
                  <a:pt x="16821" y="54138"/>
                  <a:pt x="15879" y="54344"/>
                </a:cubicBezTo>
                <a:cubicBezTo>
                  <a:pt x="15879" y="54212"/>
                  <a:pt x="15879" y="54094"/>
                  <a:pt x="15894" y="53976"/>
                </a:cubicBezTo>
                <a:cubicBezTo>
                  <a:pt x="16880" y="53726"/>
                  <a:pt x="17881" y="53579"/>
                  <a:pt x="18822" y="53432"/>
                </a:cubicBezTo>
                <a:cubicBezTo>
                  <a:pt x="21471" y="53034"/>
                  <a:pt x="23752" y="52681"/>
                  <a:pt x="25268" y="50695"/>
                </a:cubicBezTo>
                <a:cubicBezTo>
                  <a:pt x="26148" y="49536"/>
                  <a:pt x="26736" y="48393"/>
                  <a:pt x="27075" y="47307"/>
                </a:cubicBezTo>
                <a:close/>
                <a:moveTo>
                  <a:pt x="14584" y="53962"/>
                </a:moveTo>
                <a:cubicBezTo>
                  <a:pt x="14569" y="54065"/>
                  <a:pt x="14555" y="54182"/>
                  <a:pt x="14525" y="54271"/>
                </a:cubicBezTo>
                <a:cubicBezTo>
                  <a:pt x="14422" y="54300"/>
                  <a:pt x="14334" y="54344"/>
                  <a:pt x="14216" y="54374"/>
                </a:cubicBezTo>
                <a:cubicBezTo>
                  <a:pt x="14246" y="54271"/>
                  <a:pt x="14275" y="54182"/>
                  <a:pt x="14290" y="54065"/>
                </a:cubicBezTo>
                <a:cubicBezTo>
                  <a:pt x="14393" y="54035"/>
                  <a:pt x="14496" y="53991"/>
                  <a:pt x="14584" y="53962"/>
                </a:cubicBezTo>
                <a:close/>
                <a:moveTo>
                  <a:pt x="12789" y="54153"/>
                </a:moveTo>
                <a:lnTo>
                  <a:pt x="12789" y="54153"/>
                </a:lnTo>
                <a:cubicBezTo>
                  <a:pt x="12774" y="54197"/>
                  <a:pt x="12730" y="54227"/>
                  <a:pt x="12715" y="54285"/>
                </a:cubicBezTo>
                <a:cubicBezTo>
                  <a:pt x="12656" y="54330"/>
                  <a:pt x="12583" y="54374"/>
                  <a:pt x="12524" y="54418"/>
                </a:cubicBezTo>
                <a:cubicBezTo>
                  <a:pt x="12538" y="54374"/>
                  <a:pt x="12583" y="54344"/>
                  <a:pt x="12597" y="54300"/>
                </a:cubicBezTo>
                <a:cubicBezTo>
                  <a:pt x="12671" y="54256"/>
                  <a:pt x="12730" y="54197"/>
                  <a:pt x="12789" y="54153"/>
                </a:cubicBezTo>
                <a:close/>
                <a:moveTo>
                  <a:pt x="15806" y="53991"/>
                </a:moveTo>
                <a:lnTo>
                  <a:pt x="15806" y="54359"/>
                </a:lnTo>
                <a:cubicBezTo>
                  <a:pt x="15673" y="54374"/>
                  <a:pt x="15570" y="54418"/>
                  <a:pt x="15438" y="54433"/>
                </a:cubicBezTo>
                <a:cubicBezTo>
                  <a:pt x="15423" y="54359"/>
                  <a:pt x="15423" y="54271"/>
                  <a:pt x="15438" y="54197"/>
                </a:cubicBezTo>
                <a:cubicBezTo>
                  <a:pt x="15438" y="54153"/>
                  <a:pt x="15438" y="54123"/>
                  <a:pt x="15452" y="54079"/>
                </a:cubicBezTo>
                <a:cubicBezTo>
                  <a:pt x="15555" y="54050"/>
                  <a:pt x="15688" y="54020"/>
                  <a:pt x="15806" y="53991"/>
                </a:cubicBezTo>
                <a:close/>
                <a:moveTo>
                  <a:pt x="13554" y="54065"/>
                </a:moveTo>
                <a:lnTo>
                  <a:pt x="13554" y="54065"/>
                </a:lnTo>
                <a:cubicBezTo>
                  <a:pt x="13524" y="54153"/>
                  <a:pt x="13480" y="54256"/>
                  <a:pt x="13466" y="54330"/>
                </a:cubicBezTo>
                <a:cubicBezTo>
                  <a:pt x="13377" y="54359"/>
                  <a:pt x="13289" y="54418"/>
                  <a:pt x="13201" y="54447"/>
                </a:cubicBezTo>
                <a:cubicBezTo>
                  <a:pt x="13245" y="54359"/>
                  <a:pt x="13289" y="54285"/>
                  <a:pt x="13318" y="54197"/>
                </a:cubicBezTo>
                <a:cubicBezTo>
                  <a:pt x="13392" y="54182"/>
                  <a:pt x="13480" y="54123"/>
                  <a:pt x="13554" y="54065"/>
                </a:cubicBezTo>
                <a:close/>
                <a:moveTo>
                  <a:pt x="12980" y="54197"/>
                </a:moveTo>
                <a:cubicBezTo>
                  <a:pt x="12951" y="54256"/>
                  <a:pt x="12921" y="54300"/>
                  <a:pt x="12892" y="54374"/>
                </a:cubicBezTo>
                <a:cubicBezTo>
                  <a:pt x="12818" y="54418"/>
                  <a:pt x="12744" y="54477"/>
                  <a:pt x="12671" y="54521"/>
                </a:cubicBezTo>
                <a:cubicBezTo>
                  <a:pt x="12715" y="54477"/>
                  <a:pt x="12744" y="54403"/>
                  <a:pt x="12789" y="54344"/>
                </a:cubicBezTo>
                <a:cubicBezTo>
                  <a:pt x="12862" y="54285"/>
                  <a:pt x="12936" y="54227"/>
                  <a:pt x="12980" y="54197"/>
                </a:cubicBezTo>
                <a:close/>
                <a:moveTo>
                  <a:pt x="14201" y="54109"/>
                </a:moveTo>
                <a:lnTo>
                  <a:pt x="14201" y="54109"/>
                </a:lnTo>
                <a:cubicBezTo>
                  <a:pt x="14187" y="54212"/>
                  <a:pt x="14143" y="54300"/>
                  <a:pt x="14128" y="54418"/>
                </a:cubicBezTo>
                <a:cubicBezTo>
                  <a:pt x="14025" y="54447"/>
                  <a:pt x="13922" y="54491"/>
                  <a:pt x="13819" y="54521"/>
                </a:cubicBezTo>
                <a:cubicBezTo>
                  <a:pt x="13848" y="54418"/>
                  <a:pt x="13892" y="54330"/>
                  <a:pt x="13907" y="54227"/>
                </a:cubicBezTo>
                <a:cubicBezTo>
                  <a:pt x="13995" y="54197"/>
                  <a:pt x="14113" y="54138"/>
                  <a:pt x="14201" y="54109"/>
                </a:cubicBezTo>
                <a:close/>
                <a:moveTo>
                  <a:pt x="15349" y="54094"/>
                </a:moveTo>
                <a:lnTo>
                  <a:pt x="15349" y="54168"/>
                </a:lnTo>
                <a:cubicBezTo>
                  <a:pt x="15349" y="54271"/>
                  <a:pt x="15320" y="54359"/>
                  <a:pt x="15320" y="54447"/>
                </a:cubicBezTo>
                <a:cubicBezTo>
                  <a:pt x="15217" y="54491"/>
                  <a:pt x="15099" y="54521"/>
                  <a:pt x="14981" y="54550"/>
                </a:cubicBezTo>
                <a:lnTo>
                  <a:pt x="14981" y="54433"/>
                </a:lnTo>
                <a:cubicBezTo>
                  <a:pt x="14981" y="54359"/>
                  <a:pt x="14996" y="54271"/>
                  <a:pt x="15011" y="54197"/>
                </a:cubicBezTo>
                <a:cubicBezTo>
                  <a:pt x="15129" y="54153"/>
                  <a:pt x="15232" y="54123"/>
                  <a:pt x="15349" y="54094"/>
                </a:cubicBezTo>
                <a:close/>
                <a:moveTo>
                  <a:pt x="14937" y="54212"/>
                </a:moveTo>
                <a:cubicBezTo>
                  <a:pt x="14937" y="54285"/>
                  <a:pt x="14923" y="54359"/>
                  <a:pt x="14923" y="54433"/>
                </a:cubicBezTo>
                <a:cubicBezTo>
                  <a:pt x="14923" y="54462"/>
                  <a:pt x="14923" y="54521"/>
                  <a:pt x="14908" y="54565"/>
                </a:cubicBezTo>
                <a:cubicBezTo>
                  <a:pt x="14790" y="54594"/>
                  <a:pt x="14687" y="54624"/>
                  <a:pt x="14555" y="54653"/>
                </a:cubicBezTo>
                <a:cubicBezTo>
                  <a:pt x="14569" y="54565"/>
                  <a:pt x="14584" y="54447"/>
                  <a:pt x="14613" y="54330"/>
                </a:cubicBezTo>
                <a:lnTo>
                  <a:pt x="14937" y="54212"/>
                </a:lnTo>
                <a:close/>
                <a:moveTo>
                  <a:pt x="12406" y="54462"/>
                </a:moveTo>
                <a:cubicBezTo>
                  <a:pt x="12377" y="54506"/>
                  <a:pt x="12362" y="54521"/>
                  <a:pt x="12347" y="54565"/>
                </a:cubicBezTo>
                <a:cubicBezTo>
                  <a:pt x="12303" y="54594"/>
                  <a:pt x="12259" y="54639"/>
                  <a:pt x="12215" y="54668"/>
                </a:cubicBezTo>
                <a:cubicBezTo>
                  <a:pt x="12229" y="54639"/>
                  <a:pt x="12259" y="54624"/>
                  <a:pt x="12274" y="54580"/>
                </a:cubicBezTo>
                <a:cubicBezTo>
                  <a:pt x="12303" y="54550"/>
                  <a:pt x="12362" y="54506"/>
                  <a:pt x="12406" y="54462"/>
                </a:cubicBezTo>
                <a:close/>
                <a:moveTo>
                  <a:pt x="13186" y="54285"/>
                </a:moveTo>
                <a:lnTo>
                  <a:pt x="13186" y="54285"/>
                </a:lnTo>
                <a:cubicBezTo>
                  <a:pt x="13157" y="54359"/>
                  <a:pt x="13112" y="54447"/>
                  <a:pt x="13098" y="54521"/>
                </a:cubicBezTo>
                <a:cubicBezTo>
                  <a:pt x="13009" y="54565"/>
                  <a:pt x="12936" y="54624"/>
                  <a:pt x="12833" y="54668"/>
                </a:cubicBezTo>
                <a:cubicBezTo>
                  <a:pt x="12877" y="54594"/>
                  <a:pt x="12921" y="54506"/>
                  <a:pt x="12951" y="54433"/>
                </a:cubicBezTo>
                <a:cubicBezTo>
                  <a:pt x="13024" y="54374"/>
                  <a:pt x="13112" y="54330"/>
                  <a:pt x="13186" y="54285"/>
                </a:cubicBezTo>
                <a:close/>
                <a:moveTo>
                  <a:pt x="13819" y="54271"/>
                </a:moveTo>
                <a:cubicBezTo>
                  <a:pt x="13775" y="54359"/>
                  <a:pt x="13760" y="54477"/>
                  <a:pt x="13745" y="54565"/>
                </a:cubicBezTo>
                <a:cubicBezTo>
                  <a:pt x="13657" y="54594"/>
                  <a:pt x="13539" y="54639"/>
                  <a:pt x="13451" y="54697"/>
                </a:cubicBezTo>
                <a:cubicBezTo>
                  <a:pt x="13480" y="54594"/>
                  <a:pt x="13510" y="54506"/>
                  <a:pt x="13539" y="54388"/>
                </a:cubicBezTo>
                <a:cubicBezTo>
                  <a:pt x="13627" y="54359"/>
                  <a:pt x="13730" y="54300"/>
                  <a:pt x="13819" y="54271"/>
                </a:cubicBezTo>
                <a:close/>
                <a:moveTo>
                  <a:pt x="12597" y="54447"/>
                </a:moveTo>
                <a:lnTo>
                  <a:pt x="12597" y="54447"/>
                </a:lnTo>
                <a:cubicBezTo>
                  <a:pt x="12568" y="54506"/>
                  <a:pt x="12553" y="54565"/>
                  <a:pt x="12509" y="54624"/>
                </a:cubicBezTo>
                <a:cubicBezTo>
                  <a:pt x="12435" y="54668"/>
                  <a:pt x="12362" y="54712"/>
                  <a:pt x="12303" y="54771"/>
                </a:cubicBezTo>
                <a:cubicBezTo>
                  <a:pt x="12347" y="54712"/>
                  <a:pt x="12362" y="54668"/>
                  <a:pt x="12406" y="54624"/>
                </a:cubicBezTo>
                <a:cubicBezTo>
                  <a:pt x="12435" y="54580"/>
                  <a:pt x="12494" y="54550"/>
                  <a:pt x="12524" y="54506"/>
                </a:cubicBezTo>
                <a:cubicBezTo>
                  <a:pt x="12553" y="54491"/>
                  <a:pt x="12583" y="54477"/>
                  <a:pt x="12597" y="54447"/>
                </a:cubicBezTo>
                <a:close/>
                <a:moveTo>
                  <a:pt x="14510" y="54359"/>
                </a:moveTo>
                <a:lnTo>
                  <a:pt x="14466" y="54697"/>
                </a:lnTo>
                <a:lnTo>
                  <a:pt x="14128" y="54800"/>
                </a:lnTo>
                <a:cubicBezTo>
                  <a:pt x="14157" y="54697"/>
                  <a:pt x="14187" y="54580"/>
                  <a:pt x="14201" y="54477"/>
                </a:cubicBezTo>
                <a:cubicBezTo>
                  <a:pt x="14304" y="54433"/>
                  <a:pt x="14422" y="54403"/>
                  <a:pt x="14510" y="54359"/>
                </a:cubicBezTo>
                <a:close/>
                <a:moveTo>
                  <a:pt x="27078" y="47737"/>
                </a:moveTo>
                <a:cubicBezTo>
                  <a:pt x="27122" y="47766"/>
                  <a:pt x="27122" y="47766"/>
                  <a:pt x="27122" y="47795"/>
                </a:cubicBezTo>
                <a:lnTo>
                  <a:pt x="27122" y="47810"/>
                </a:lnTo>
                <a:lnTo>
                  <a:pt x="27122" y="47854"/>
                </a:lnTo>
                <a:lnTo>
                  <a:pt x="27122" y="47869"/>
                </a:lnTo>
                <a:lnTo>
                  <a:pt x="27122" y="47898"/>
                </a:lnTo>
                <a:lnTo>
                  <a:pt x="27122" y="47928"/>
                </a:lnTo>
                <a:lnTo>
                  <a:pt x="27122" y="47943"/>
                </a:lnTo>
                <a:lnTo>
                  <a:pt x="27122" y="47957"/>
                </a:lnTo>
                <a:cubicBezTo>
                  <a:pt x="26828" y="49105"/>
                  <a:pt x="26210" y="50371"/>
                  <a:pt x="25180" y="51725"/>
                </a:cubicBezTo>
                <a:cubicBezTo>
                  <a:pt x="23620" y="53785"/>
                  <a:pt x="21192" y="54109"/>
                  <a:pt x="18410" y="54433"/>
                </a:cubicBezTo>
                <a:cubicBezTo>
                  <a:pt x="17586" y="54550"/>
                  <a:pt x="16718" y="54639"/>
                  <a:pt x="15864" y="54800"/>
                </a:cubicBezTo>
                <a:cubicBezTo>
                  <a:pt x="15864" y="54668"/>
                  <a:pt x="15864" y="54550"/>
                  <a:pt x="15835" y="54418"/>
                </a:cubicBezTo>
                <a:cubicBezTo>
                  <a:pt x="16777" y="54212"/>
                  <a:pt x="17719" y="54079"/>
                  <a:pt x="18602" y="53976"/>
                </a:cubicBezTo>
                <a:cubicBezTo>
                  <a:pt x="21324" y="53608"/>
                  <a:pt x="23694" y="53270"/>
                  <a:pt x="25239" y="51239"/>
                </a:cubicBezTo>
                <a:cubicBezTo>
                  <a:pt x="26195" y="49988"/>
                  <a:pt x="26769" y="48826"/>
                  <a:pt x="27078" y="47737"/>
                </a:cubicBezTo>
                <a:close/>
                <a:moveTo>
                  <a:pt x="13421" y="54447"/>
                </a:moveTo>
                <a:cubicBezTo>
                  <a:pt x="13392" y="54550"/>
                  <a:pt x="13377" y="54639"/>
                  <a:pt x="13333" y="54727"/>
                </a:cubicBezTo>
                <a:cubicBezTo>
                  <a:pt x="13245" y="54771"/>
                  <a:pt x="13157" y="54815"/>
                  <a:pt x="13054" y="54859"/>
                </a:cubicBezTo>
                <a:cubicBezTo>
                  <a:pt x="13098" y="54771"/>
                  <a:pt x="13142" y="54668"/>
                  <a:pt x="13157" y="54580"/>
                </a:cubicBezTo>
                <a:cubicBezTo>
                  <a:pt x="13245" y="54550"/>
                  <a:pt x="13333" y="54491"/>
                  <a:pt x="13421" y="54447"/>
                </a:cubicBezTo>
                <a:close/>
                <a:moveTo>
                  <a:pt x="12818" y="54506"/>
                </a:moveTo>
                <a:lnTo>
                  <a:pt x="12818" y="54506"/>
                </a:lnTo>
                <a:cubicBezTo>
                  <a:pt x="12789" y="54580"/>
                  <a:pt x="12744" y="54653"/>
                  <a:pt x="12730" y="54727"/>
                </a:cubicBezTo>
                <a:cubicBezTo>
                  <a:pt x="12656" y="54786"/>
                  <a:pt x="12568" y="54815"/>
                  <a:pt x="12494" y="54874"/>
                </a:cubicBezTo>
                <a:cubicBezTo>
                  <a:pt x="12524" y="54800"/>
                  <a:pt x="12568" y="54727"/>
                  <a:pt x="12597" y="54668"/>
                </a:cubicBezTo>
                <a:cubicBezTo>
                  <a:pt x="12656" y="54624"/>
                  <a:pt x="12744" y="54565"/>
                  <a:pt x="12818" y="54506"/>
                </a:cubicBezTo>
                <a:close/>
                <a:moveTo>
                  <a:pt x="15761" y="54447"/>
                </a:moveTo>
                <a:cubicBezTo>
                  <a:pt x="15791" y="54580"/>
                  <a:pt x="15791" y="54697"/>
                  <a:pt x="15791" y="54815"/>
                </a:cubicBezTo>
                <a:cubicBezTo>
                  <a:pt x="15658" y="54845"/>
                  <a:pt x="15526" y="54874"/>
                  <a:pt x="15393" y="54889"/>
                </a:cubicBezTo>
                <a:lnTo>
                  <a:pt x="15393" y="54521"/>
                </a:lnTo>
                <a:cubicBezTo>
                  <a:pt x="15526" y="54491"/>
                  <a:pt x="15644" y="54462"/>
                  <a:pt x="15761" y="54447"/>
                </a:cubicBezTo>
                <a:close/>
                <a:moveTo>
                  <a:pt x="12009" y="54800"/>
                </a:moveTo>
                <a:lnTo>
                  <a:pt x="12009" y="54800"/>
                </a:lnTo>
                <a:cubicBezTo>
                  <a:pt x="11994" y="54815"/>
                  <a:pt x="11994" y="54845"/>
                  <a:pt x="11979" y="54859"/>
                </a:cubicBezTo>
                <a:cubicBezTo>
                  <a:pt x="11935" y="54874"/>
                  <a:pt x="11906" y="54918"/>
                  <a:pt x="11891" y="54933"/>
                </a:cubicBezTo>
                <a:lnTo>
                  <a:pt x="11891" y="54933"/>
                </a:lnTo>
                <a:cubicBezTo>
                  <a:pt x="11906" y="54918"/>
                  <a:pt x="11920" y="54889"/>
                  <a:pt x="11920" y="54874"/>
                </a:cubicBezTo>
                <a:cubicBezTo>
                  <a:pt x="11965" y="54859"/>
                  <a:pt x="11979" y="54815"/>
                  <a:pt x="12009" y="54800"/>
                </a:cubicBezTo>
                <a:close/>
                <a:moveTo>
                  <a:pt x="14113" y="54506"/>
                </a:moveTo>
                <a:lnTo>
                  <a:pt x="14113" y="54506"/>
                </a:lnTo>
                <a:cubicBezTo>
                  <a:pt x="14098" y="54624"/>
                  <a:pt x="14069" y="54727"/>
                  <a:pt x="14054" y="54815"/>
                </a:cubicBezTo>
                <a:lnTo>
                  <a:pt x="13730" y="54933"/>
                </a:lnTo>
                <a:cubicBezTo>
                  <a:pt x="13745" y="54815"/>
                  <a:pt x="13775" y="54727"/>
                  <a:pt x="13789" y="54624"/>
                </a:cubicBezTo>
                <a:cubicBezTo>
                  <a:pt x="13907" y="54580"/>
                  <a:pt x="13995" y="54550"/>
                  <a:pt x="14113" y="54506"/>
                </a:cubicBezTo>
                <a:close/>
                <a:moveTo>
                  <a:pt x="15320" y="54550"/>
                </a:moveTo>
                <a:lnTo>
                  <a:pt x="15320" y="54918"/>
                </a:lnTo>
                <a:cubicBezTo>
                  <a:pt x="15202" y="54933"/>
                  <a:pt x="15084" y="54962"/>
                  <a:pt x="14952" y="54992"/>
                </a:cubicBezTo>
                <a:cubicBezTo>
                  <a:pt x="14952" y="54874"/>
                  <a:pt x="14981" y="54771"/>
                  <a:pt x="14981" y="54639"/>
                </a:cubicBezTo>
                <a:cubicBezTo>
                  <a:pt x="15084" y="54594"/>
                  <a:pt x="15217" y="54580"/>
                  <a:pt x="15320" y="54550"/>
                </a:cubicBezTo>
                <a:close/>
                <a:moveTo>
                  <a:pt x="12215" y="54742"/>
                </a:moveTo>
                <a:cubicBezTo>
                  <a:pt x="12200" y="54800"/>
                  <a:pt x="12185" y="54845"/>
                  <a:pt x="12141" y="54889"/>
                </a:cubicBezTo>
                <a:cubicBezTo>
                  <a:pt x="12097" y="54918"/>
                  <a:pt x="12082" y="54933"/>
                  <a:pt x="12053" y="54948"/>
                </a:cubicBezTo>
                <a:cubicBezTo>
                  <a:pt x="12009" y="54962"/>
                  <a:pt x="11979" y="55006"/>
                  <a:pt x="11935" y="55021"/>
                </a:cubicBezTo>
                <a:cubicBezTo>
                  <a:pt x="11950" y="54992"/>
                  <a:pt x="11994" y="54948"/>
                  <a:pt x="12038" y="54889"/>
                </a:cubicBezTo>
                <a:cubicBezTo>
                  <a:pt x="12082" y="54845"/>
                  <a:pt x="12141" y="54800"/>
                  <a:pt x="12215" y="54742"/>
                </a:cubicBezTo>
                <a:close/>
                <a:moveTo>
                  <a:pt x="13039" y="54639"/>
                </a:moveTo>
                <a:lnTo>
                  <a:pt x="13039" y="54639"/>
                </a:lnTo>
                <a:cubicBezTo>
                  <a:pt x="13024" y="54727"/>
                  <a:pt x="12995" y="54815"/>
                  <a:pt x="12951" y="54918"/>
                </a:cubicBezTo>
                <a:cubicBezTo>
                  <a:pt x="12862" y="54948"/>
                  <a:pt x="12774" y="55006"/>
                  <a:pt x="12671" y="55036"/>
                </a:cubicBezTo>
                <a:cubicBezTo>
                  <a:pt x="12715" y="54948"/>
                  <a:pt x="12744" y="54874"/>
                  <a:pt x="12789" y="54786"/>
                </a:cubicBezTo>
                <a:cubicBezTo>
                  <a:pt x="12877" y="54727"/>
                  <a:pt x="12965" y="54697"/>
                  <a:pt x="13039" y="54639"/>
                </a:cubicBezTo>
                <a:close/>
                <a:moveTo>
                  <a:pt x="13701" y="54653"/>
                </a:moveTo>
                <a:lnTo>
                  <a:pt x="13701" y="54653"/>
                </a:lnTo>
                <a:cubicBezTo>
                  <a:pt x="13686" y="54771"/>
                  <a:pt x="13657" y="54859"/>
                  <a:pt x="13627" y="54962"/>
                </a:cubicBezTo>
                <a:cubicBezTo>
                  <a:pt x="13524" y="55006"/>
                  <a:pt x="13421" y="55036"/>
                  <a:pt x="13318" y="55080"/>
                </a:cubicBezTo>
                <a:cubicBezTo>
                  <a:pt x="13363" y="54992"/>
                  <a:pt x="13377" y="54874"/>
                  <a:pt x="13407" y="54786"/>
                </a:cubicBezTo>
                <a:cubicBezTo>
                  <a:pt x="13510" y="54742"/>
                  <a:pt x="13613" y="54697"/>
                  <a:pt x="13701" y="54653"/>
                </a:cubicBezTo>
                <a:close/>
                <a:moveTo>
                  <a:pt x="12435" y="54771"/>
                </a:moveTo>
                <a:lnTo>
                  <a:pt x="12435" y="54771"/>
                </a:lnTo>
                <a:cubicBezTo>
                  <a:pt x="12421" y="54845"/>
                  <a:pt x="12377" y="54889"/>
                  <a:pt x="12347" y="54948"/>
                </a:cubicBezTo>
                <a:cubicBezTo>
                  <a:pt x="12274" y="55006"/>
                  <a:pt x="12185" y="55065"/>
                  <a:pt x="12112" y="55095"/>
                </a:cubicBezTo>
                <a:cubicBezTo>
                  <a:pt x="12141" y="55036"/>
                  <a:pt x="12156" y="54992"/>
                  <a:pt x="12200" y="54933"/>
                </a:cubicBezTo>
                <a:cubicBezTo>
                  <a:pt x="12274" y="54874"/>
                  <a:pt x="12362" y="54815"/>
                  <a:pt x="12435" y="54771"/>
                </a:cubicBezTo>
                <a:close/>
                <a:moveTo>
                  <a:pt x="14908" y="54653"/>
                </a:moveTo>
                <a:cubicBezTo>
                  <a:pt x="14908" y="54771"/>
                  <a:pt x="14878" y="54889"/>
                  <a:pt x="14878" y="55006"/>
                </a:cubicBezTo>
                <a:cubicBezTo>
                  <a:pt x="14761" y="55036"/>
                  <a:pt x="14643" y="55065"/>
                  <a:pt x="14510" y="55095"/>
                </a:cubicBezTo>
                <a:cubicBezTo>
                  <a:pt x="14510" y="54992"/>
                  <a:pt x="14525" y="54874"/>
                  <a:pt x="14555" y="54742"/>
                </a:cubicBezTo>
                <a:cubicBezTo>
                  <a:pt x="14658" y="54712"/>
                  <a:pt x="14790" y="54668"/>
                  <a:pt x="14908" y="54653"/>
                </a:cubicBezTo>
                <a:close/>
                <a:moveTo>
                  <a:pt x="14452" y="54786"/>
                </a:moveTo>
                <a:lnTo>
                  <a:pt x="14452" y="54786"/>
                </a:lnTo>
                <a:cubicBezTo>
                  <a:pt x="14437" y="54889"/>
                  <a:pt x="14437" y="55021"/>
                  <a:pt x="14422" y="55139"/>
                </a:cubicBezTo>
                <a:cubicBezTo>
                  <a:pt x="14304" y="55168"/>
                  <a:pt x="14187" y="55183"/>
                  <a:pt x="14069" y="55227"/>
                </a:cubicBezTo>
                <a:cubicBezTo>
                  <a:pt x="14098" y="55139"/>
                  <a:pt x="14098" y="55065"/>
                  <a:pt x="14113" y="54962"/>
                </a:cubicBezTo>
                <a:cubicBezTo>
                  <a:pt x="14113" y="54948"/>
                  <a:pt x="14113" y="54918"/>
                  <a:pt x="14128" y="54889"/>
                </a:cubicBezTo>
                <a:lnTo>
                  <a:pt x="14452" y="54786"/>
                </a:lnTo>
                <a:close/>
                <a:moveTo>
                  <a:pt x="12671" y="54859"/>
                </a:moveTo>
                <a:lnTo>
                  <a:pt x="12671" y="54859"/>
                </a:lnTo>
                <a:cubicBezTo>
                  <a:pt x="12641" y="54933"/>
                  <a:pt x="12597" y="55021"/>
                  <a:pt x="12583" y="55095"/>
                </a:cubicBezTo>
                <a:cubicBezTo>
                  <a:pt x="12494" y="55154"/>
                  <a:pt x="12406" y="55183"/>
                  <a:pt x="12303" y="55242"/>
                </a:cubicBezTo>
                <a:cubicBezTo>
                  <a:pt x="12347" y="55168"/>
                  <a:pt x="12377" y="55095"/>
                  <a:pt x="12421" y="55006"/>
                </a:cubicBezTo>
                <a:cubicBezTo>
                  <a:pt x="12494" y="54962"/>
                  <a:pt x="12583" y="54918"/>
                  <a:pt x="12671" y="54859"/>
                </a:cubicBezTo>
                <a:close/>
                <a:moveTo>
                  <a:pt x="13318" y="54845"/>
                </a:moveTo>
                <a:lnTo>
                  <a:pt x="13318" y="54845"/>
                </a:lnTo>
                <a:cubicBezTo>
                  <a:pt x="13289" y="54933"/>
                  <a:pt x="13260" y="55036"/>
                  <a:pt x="13245" y="55139"/>
                </a:cubicBezTo>
                <a:cubicBezTo>
                  <a:pt x="13142" y="55168"/>
                  <a:pt x="13039" y="55227"/>
                  <a:pt x="12936" y="55257"/>
                </a:cubicBezTo>
                <a:cubicBezTo>
                  <a:pt x="12951" y="55154"/>
                  <a:pt x="12995" y="55065"/>
                  <a:pt x="13024" y="54962"/>
                </a:cubicBezTo>
                <a:cubicBezTo>
                  <a:pt x="13112" y="54918"/>
                  <a:pt x="13230" y="54874"/>
                  <a:pt x="13318" y="54845"/>
                </a:cubicBezTo>
                <a:close/>
                <a:moveTo>
                  <a:pt x="11832" y="55065"/>
                </a:moveTo>
                <a:lnTo>
                  <a:pt x="11832" y="55065"/>
                </a:lnTo>
                <a:cubicBezTo>
                  <a:pt x="11817" y="55095"/>
                  <a:pt x="11788" y="55139"/>
                  <a:pt x="11758" y="55168"/>
                </a:cubicBezTo>
                <a:cubicBezTo>
                  <a:pt x="11714" y="55183"/>
                  <a:pt x="11700" y="55227"/>
                  <a:pt x="11655" y="55242"/>
                </a:cubicBezTo>
                <a:cubicBezTo>
                  <a:pt x="11641" y="55257"/>
                  <a:pt x="11611" y="55286"/>
                  <a:pt x="11582" y="55301"/>
                </a:cubicBezTo>
                <a:cubicBezTo>
                  <a:pt x="11626" y="55257"/>
                  <a:pt x="11670" y="55227"/>
                  <a:pt x="11685" y="55183"/>
                </a:cubicBezTo>
                <a:cubicBezTo>
                  <a:pt x="11729" y="55154"/>
                  <a:pt x="11788" y="55095"/>
                  <a:pt x="11832" y="55065"/>
                </a:cubicBezTo>
                <a:close/>
                <a:moveTo>
                  <a:pt x="14040" y="54903"/>
                </a:moveTo>
                <a:lnTo>
                  <a:pt x="14040" y="54948"/>
                </a:lnTo>
                <a:cubicBezTo>
                  <a:pt x="14025" y="55036"/>
                  <a:pt x="14025" y="55154"/>
                  <a:pt x="13995" y="55242"/>
                </a:cubicBezTo>
                <a:cubicBezTo>
                  <a:pt x="13892" y="55271"/>
                  <a:pt x="13775" y="55316"/>
                  <a:pt x="13657" y="55360"/>
                </a:cubicBezTo>
                <a:cubicBezTo>
                  <a:pt x="13657" y="55316"/>
                  <a:pt x="13672" y="55257"/>
                  <a:pt x="13672" y="55227"/>
                </a:cubicBezTo>
                <a:cubicBezTo>
                  <a:pt x="13686" y="55154"/>
                  <a:pt x="13686" y="55095"/>
                  <a:pt x="13701" y="55021"/>
                </a:cubicBezTo>
                <a:lnTo>
                  <a:pt x="14040" y="54903"/>
                </a:lnTo>
                <a:close/>
                <a:moveTo>
                  <a:pt x="12053" y="55065"/>
                </a:moveTo>
                <a:cubicBezTo>
                  <a:pt x="12009" y="55109"/>
                  <a:pt x="11994" y="55168"/>
                  <a:pt x="11950" y="55213"/>
                </a:cubicBezTo>
                <a:lnTo>
                  <a:pt x="11729" y="55374"/>
                </a:lnTo>
                <a:cubicBezTo>
                  <a:pt x="11773" y="55316"/>
                  <a:pt x="11788" y="55286"/>
                  <a:pt x="11832" y="55227"/>
                </a:cubicBezTo>
                <a:lnTo>
                  <a:pt x="12053" y="55065"/>
                </a:lnTo>
                <a:close/>
                <a:moveTo>
                  <a:pt x="12921" y="55006"/>
                </a:moveTo>
                <a:lnTo>
                  <a:pt x="12921" y="55006"/>
                </a:lnTo>
                <a:cubicBezTo>
                  <a:pt x="12877" y="55095"/>
                  <a:pt x="12862" y="55183"/>
                  <a:pt x="12818" y="55286"/>
                </a:cubicBezTo>
                <a:cubicBezTo>
                  <a:pt x="12730" y="55316"/>
                  <a:pt x="12627" y="55374"/>
                  <a:pt x="12524" y="55404"/>
                </a:cubicBezTo>
                <a:cubicBezTo>
                  <a:pt x="12568" y="55330"/>
                  <a:pt x="12597" y="55242"/>
                  <a:pt x="12641" y="55154"/>
                </a:cubicBezTo>
                <a:cubicBezTo>
                  <a:pt x="12730" y="55095"/>
                  <a:pt x="12818" y="55065"/>
                  <a:pt x="12921" y="55006"/>
                </a:cubicBezTo>
                <a:close/>
                <a:moveTo>
                  <a:pt x="12288" y="55095"/>
                </a:moveTo>
                <a:lnTo>
                  <a:pt x="12288" y="55095"/>
                </a:lnTo>
                <a:cubicBezTo>
                  <a:pt x="12259" y="55168"/>
                  <a:pt x="12215" y="55242"/>
                  <a:pt x="12200" y="55316"/>
                </a:cubicBezTo>
                <a:cubicBezTo>
                  <a:pt x="12112" y="55374"/>
                  <a:pt x="12009" y="55433"/>
                  <a:pt x="11935" y="55477"/>
                </a:cubicBezTo>
                <a:cubicBezTo>
                  <a:pt x="11979" y="55404"/>
                  <a:pt x="12009" y="55360"/>
                  <a:pt x="12053" y="55271"/>
                </a:cubicBezTo>
                <a:cubicBezTo>
                  <a:pt x="12112" y="55213"/>
                  <a:pt x="12200" y="55154"/>
                  <a:pt x="12288" y="55095"/>
                </a:cubicBezTo>
                <a:close/>
                <a:moveTo>
                  <a:pt x="13613" y="55065"/>
                </a:moveTo>
                <a:lnTo>
                  <a:pt x="13613" y="55065"/>
                </a:lnTo>
                <a:cubicBezTo>
                  <a:pt x="13598" y="55109"/>
                  <a:pt x="13598" y="55154"/>
                  <a:pt x="13583" y="55213"/>
                </a:cubicBezTo>
                <a:cubicBezTo>
                  <a:pt x="13554" y="55257"/>
                  <a:pt x="13554" y="55316"/>
                  <a:pt x="13554" y="55374"/>
                </a:cubicBezTo>
                <a:lnTo>
                  <a:pt x="13230" y="55477"/>
                </a:lnTo>
                <a:cubicBezTo>
                  <a:pt x="13245" y="55389"/>
                  <a:pt x="13260" y="55286"/>
                  <a:pt x="13304" y="55183"/>
                </a:cubicBezTo>
                <a:cubicBezTo>
                  <a:pt x="13407" y="55154"/>
                  <a:pt x="13524" y="55109"/>
                  <a:pt x="13613" y="55065"/>
                </a:cubicBezTo>
                <a:close/>
                <a:moveTo>
                  <a:pt x="11420" y="55404"/>
                </a:moveTo>
                <a:lnTo>
                  <a:pt x="11420" y="55404"/>
                </a:lnTo>
                <a:cubicBezTo>
                  <a:pt x="11405" y="55433"/>
                  <a:pt x="11391" y="55463"/>
                  <a:pt x="11376" y="55477"/>
                </a:cubicBezTo>
                <a:cubicBezTo>
                  <a:pt x="11332" y="55507"/>
                  <a:pt x="11302" y="55536"/>
                  <a:pt x="11258" y="55551"/>
                </a:cubicBezTo>
                <a:cubicBezTo>
                  <a:pt x="11317" y="55522"/>
                  <a:pt x="11317" y="55507"/>
                  <a:pt x="11332" y="55477"/>
                </a:cubicBezTo>
                <a:cubicBezTo>
                  <a:pt x="11376" y="55463"/>
                  <a:pt x="11405" y="55433"/>
                  <a:pt x="11420" y="55404"/>
                </a:cubicBezTo>
                <a:close/>
                <a:moveTo>
                  <a:pt x="12524" y="55227"/>
                </a:moveTo>
                <a:lnTo>
                  <a:pt x="12524" y="55227"/>
                </a:lnTo>
                <a:cubicBezTo>
                  <a:pt x="12494" y="55316"/>
                  <a:pt x="12465" y="55389"/>
                  <a:pt x="12435" y="55477"/>
                </a:cubicBezTo>
                <a:cubicBezTo>
                  <a:pt x="12318" y="55522"/>
                  <a:pt x="12229" y="55580"/>
                  <a:pt x="12141" y="55625"/>
                </a:cubicBezTo>
                <a:cubicBezTo>
                  <a:pt x="12185" y="55536"/>
                  <a:pt x="12215" y="55463"/>
                  <a:pt x="12244" y="55374"/>
                </a:cubicBezTo>
                <a:cubicBezTo>
                  <a:pt x="12347" y="55316"/>
                  <a:pt x="12435" y="55257"/>
                  <a:pt x="12524" y="55227"/>
                </a:cubicBezTo>
                <a:close/>
                <a:moveTo>
                  <a:pt x="11641" y="55374"/>
                </a:moveTo>
                <a:lnTo>
                  <a:pt x="11641" y="55374"/>
                </a:lnTo>
                <a:cubicBezTo>
                  <a:pt x="11626" y="55404"/>
                  <a:pt x="11582" y="55463"/>
                  <a:pt x="11567" y="55507"/>
                </a:cubicBezTo>
                <a:cubicBezTo>
                  <a:pt x="11494" y="55551"/>
                  <a:pt x="11420" y="55610"/>
                  <a:pt x="11346" y="55654"/>
                </a:cubicBezTo>
                <a:cubicBezTo>
                  <a:pt x="11391" y="55610"/>
                  <a:pt x="11405" y="55551"/>
                  <a:pt x="11449" y="55522"/>
                </a:cubicBezTo>
                <a:cubicBezTo>
                  <a:pt x="11523" y="55463"/>
                  <a:pt x="11567" y="55404"/>
                  <a:pt x="11641" y="55374"/>
                </a:cubicBezTo>
                <a:close/>
                <a:moveTo>
                  <a:pt x="13215" y="55227"/>
                </a:moveTo>
                <a:lnTo>
                  <a:pt x="13215" y="55227"/>
                </a:lnTo>
                <a:cubicBezTo>
                  <a:pt x="13186" y="55301"/>
                  <a:pt x="13171" y="55389"/>
                  <a:pt x="13157" y="55463"/>
                </a:cubicBezTo>
                <a:cubicBezTo>
                  <a:pt x="13157" y="55477"/>
                  <a:pt x="13157" y="55507"/>
                  <a:pt x="13142" y="55522"/>
                </a:cubicBezTo>
                <a:cubicBezTo>
                  <a:pt x="13024" y="55551"/>
                  <a:pt x="12921" y="55595"/>
                  <a:pt x="12803" y="55654"/>
                </a:cubicBezTo>
                <a:cubicBezTo>
                  <a:pt x="12847" y="55551"/>
                  <a:pt x="12862" y="55448"/>
                  <a:pt x="12892" y="55360"/>
                </a:cubicBezTo>
                <a:cubicBezTo>
                  <a:pt x="13009" y="55316"/>
                  <a:pt x="13098" y="55257"/>
                  <a:pt x="13215" y="55227"/>
                </a:cubicBezTo>
                <a:close/>
                <a:moveTo>
                  <a:pt x="11876" y="55374"/>
                </a:moveTo>
                <a:lnTo>
                  <a:pt x="11876" y="55374"/>
                </a:lnTo>
                <a:cubicBezTo>
                  <a:pt x="11847" y="55433"/>
                  <a:pt x="11832" y="55507"/>
                  <a:pt x="11788" y="55551"/>
                </a:cubicBezTo>
                <a:cubicBezTo>
                  <a:pt x="11700" y="55610"/>
                  <a:pt x="11626" y="55669"/>
                  <a:pt x="11538" y="55728"/>
                </a:cubicBezTo>
                <a:cubicBezTo>
                  <a:pt x="11567" y="55669"/>
                  <a:pt x="11582" y="55610"/>
                  <a:pt x="11626" y="55551"/>
                </a:cubicBezTo>
                <a:cubicBezTo>
                  <a:pt x="11641" y="55536"/>
                  <a:pt x="11670" y="55522"/>
                  <a:pt x="11685" y="55522"/>
                </a:cubicBezTo>
                <a:cubicBezTo>
                  <a:pt x="11758" y="55463"/>
                  <a:pt x="11817" y="55433"/>
                  <a:pt x="11876" y="55374"/>
                </a:cubicBezTo>
                <a:close/>
                <a:moveTo>
                  <a:pt x="12803" y="55389"/>
                </a:moveTo>
                <a:lnTo>
                  <a:pt x="12803" y="55389"/>
                </a:lnTo>
                <a:cubicBezTo>
                  <a:pt x="12774" y="55477"/>
                  <a:pt x="12744" y="55595"/>
                  <a:pt x="12730" y="55683"/>
                </a:cubicBezTo>
                <a:cubicBezTo>
                  <a:pt x="12627" y="55728"/>
                  <a:pt x="12509" y="55772"/>
                  <a:pt x="12406" y="55816"/>
                </a:cubicBezTo>
                <a:cubicBezTo>
                  <a:pt x="12435" y="55728"/>
                  <a:pt x="12450" y="55625"/>
                  <a:pt x="12494" y="55536"/>
                </a:cubicBezTo>
                <a:cubicBezTo>
                  <a:pt x="12597" y="55477"/>
                  <a:pt x="12686" y="55448"/>
                  <a:pt x="12803" y="55389"/>
                </a:cubicBezTo>
                <a:close/>
                <a:moveTo>
                  <a:pt x="12126" y="55448"/>
                </a:moveTo>
                <a:cubicBezTo>
                  <a:pt x="12082" y="55522"/>
                  <a:pt x="12053" y="55610"/>
                  <a:pt x="12038" y="55683"/>
                </a:cubicBezTo>
                <a:cubicBezTo>
                  <a:pt x="11935" y="55728"/>
                  <a:pt x="11847" y="55772"/>
                  <a:pt x="11744" y="55831"/>
                </a:cubicBezTo>
                <a:lnTo>
                  <a:pt x="11847" y="55610"/>
                </a:lnTo>
                <a:lnTo>
                  <a:pt x="12126" y="55448"/>
                </a:lnTo>
                <a:close/>
                <a:moveTo>
                  <a:pt x="11258" y="55669"/>
                </a:moveTo>
                <a:cubicBezTo>
                  <a:pt x="11243" y="55698"/>
                  <a:pt x="11199" y="55742"/>
                  <a:pt x="11185" y="55772"/>
                </a:cubicBezTo>
                <a:cubicBezTo>
                  <a:pt x="11126" y="55816"/>
                  <a:pt x="11082" y="55875"/>
                  <a:pt x="11023" y="55904"/>
                </a:cubicBezTo>
                <a:cubicBezTo>
                  <a:pt x="11037" y="55875"/>
                  <a:pt x="11052" y="55831"/>
                  <a:pt x="11096" y="55801"/>
                </a:cubicBezTo>
                <a:cubicBezTo>
                  <a:pt x="11155" y="55757"/>
                  <a:pt x="11199" y="55728"/>
                  <a:pt x="11258" y="55669"/>
                </a:cubicBezTo>
                <a:close/>
                <a:moveTo>
                  <a:pt x="11479" y="55669"/>
                </a:moveTo>
                <a:lnTo>
                  <a:pt x="11479" y="55669"/>
                </a:lnTo>
                <a:cubicBezTo>
                  <a:pt x="11449" y="55728"/>
                  <a:pt x="11420" y="55772"/>
                  <a:pt x="11391" y="55816"/>
                </a:cubicBezTo>
                <a:cubicBezTo>
                  <a:pt x="11332" y="55845"/>
                  <a:pt x="11273" y="55889"/>
                  <a:pt x="11214" y="55948"/>
                </a:cubicBezTo>
                <a:cubicBezTo>
                  <a:pt x="11199" y="55963"/>
                  <a:pt x="11170" y="55978"/>
                  <a:pt x="11140" y="55992"/>
                </a:cubicBezTo>
                <a:cubicBezTo>
                  <a:pt x="11185" y="55948"/>
                  <a:pt x="11199" y="55889"/>
                  <a:pt x="11243" y="55845"/>
                </a:cubicBezTo>
                <a:cubicBezTo>
                  <a:pt x="11317" y="55801"/>
                  <a:pt x="11391" y="55728"/>
                  <a:pt x="11479" y="55669"/>
                </a:cubicBezTo>
                <a:close/>
                <a:moveTo>
                  <a:pt x="12377" y="55595"/>
                </a:moveTo>
                <a:lnTo>
                  <a:pt x="12377" y="55595"/>
                </a:lnTo>
                <a:cubicBezTo>
                  <a:pt x="12347" y="55683"/>
                  <a:pt x="12318" y="55772"/>
                  <a:pt x="12288" y="55875"/>
                </a:cubicBezTo>
                <a:cubicBezTo>
                  <a:pt x="12185" y="55919"/>
                  <a:pt x="12082" y="55963"/>
                  <a:pt x="11979" y="56022"/>
                </a:cubicBezTo>
                <a:cubicBezTo>
                  <a:pt x="12038" y="55904"/>
                  <a:pt x="12068" y="55831"/>
                  <a:pt x="12082" y="55742"/>
                </a:cubicBezTo>
                <a:cubicBezTo>
                  <a:pt x="12185" y="55683"/>
                  <a:pt x="12288" y="55625"/>
                  <a:pt x="12377" y="55595"/>
                </a:cubicBezTo>
                <a:close/>
                <a:moveTo>
                  <a:pt x="11714" y="55683"/>
                </a:moveTo>
                <a:lnTo>
                  <a:pt x="11714" y="55683"/>
                </a:lnTo>
                <a:cubicBezTo>
                  <a:pt x="11685" y="55757"/>
                  <a:pt x="11641" y="55831"/>
                  <a:pt x="11626" y="55904"/>
                </a:cubicBezTo>
                <a:lnTo>
                  <a:pt x="11346" y="56066"/>
                </a:lnTo>
                <a:cubicBezTo>
                  <a:pt x="11391" y="55992"/>
                  <a:pt x="11420" y="55934"/>
                  <a:pt x="11449" y="55860"/>
                </a:cubicBezTo>
                <a:cubicBezTo>
                  <a:pt x="11538" y="55816"/>
                  <a:pt x="11626" y="55757"/>
                  <a:pt x="11714" y="55683"/>
                </a:cubicBezTo>
                <a:close/>
                <a:moveTo>
                  <a:pt x="10861" y="55963"/>
                </a:moveTo>
                <a:cubicBezTo>
                  <a:pt x="10831" y="55992"/>
                  <a:pt x="10817" y="56022"/>
                  <a:pt x="10802" y="56051"/>
                </a:cubicBezTo>
                <a:cubicBezTo>
                  <a:pt x="10758" y="56095"/>
                  <a:pt x="10714" y="56125"/>
                  <a:pt x="10669" y="56140"/>
                </a:cubicBezTo>
                <a:cubicBezTo>
                  <a:pt x="10684" y="56125"/>
                  <a:pt x="10714" y="56110"/>
                  <a:pt x="10728" y="56066"/>
                </a:cubicBezTo>
                <a:cubicBezTo>
                  <a:pt x="10758" y="56037"/>
                  <a:pt x="10817" y="55992"/>
                  <a:pt x="10861" y="55963"/>
                </a:cubicBezTo>
                <a:close/>
                <a:moveTo>
                  <a:pt x="11994" y="55801"/>
                </a:moveTo>
                <a:cubicBezTo>
                  <a:pt x="11950" y="55889"/>
                  <a:pt x="11935" y="55963"/>
                  <a:pt x="11906" y="56051"/>
                </a:cubicBezTo>
                <a:cubicBezTo>
                  <a:pt x="11788" y="56110"/>
                  <a:pt x="11700" y="56169"/>
                  <a:pt x="11582" y="56199"/>
                </a:cubicBezTo>
                <a:cubicBezTo>
                  <a:pt x="11626" y="56125"/>
                  <a:pt x="11670" y="56037"/>
                  <a:pt x="11700" y="55963"/>
                </a:cubicBezTo>
                <a:cubicBezTo>
                  <a:pt x="11788" y="55904"/>
                  <a:pt x="11891" y="55845"/>
                  <a:pt x="11994" y="55801"/>
                </a:cubicBezTo>
                <a:close/>
                <a:moveTo>
                  <a:pt x="11052" y="55978"/>
                </a:moveTo>
                <a:cubicBezTo>
                  <a:pt x="11023" y="56037"/>
                  <a:pt x="10993" y="56066"/>
                  <a:pt x="10964" y="56125"/>
                </a:cubicBezTo>
                <a:cubicBezTo>
                  <a:pt x="10890" y="56184"/>
                  <a:pt x="10817" y="56213"/>
                  <a:pt x="10743" y="56272"/>
                </a:cubicBezTo>
                <a:cubicBezTo>
                  <a:pt x="10787" y="56213"/>
                  <a:pt x="10817" y="56169"/>
                  <a:pt x="10846" y="56125"/>
                </a:cubicBezTo>
                <a:cubicBezTo>
                  <a:pt x="10934" y="56066"/>
                  <a:pt x="10993" y="56037"/>
                  <a:pt x="11052" y="55978"/>
                </a:cubicBezTo>
                <a:close/>
                <a:moveTo>
                  <a:pt x="11309" y="55989"/>
                </a:moveTo>
                <a:cubicBezTo>
                  <a:pt x="11271" y="56044"/>
                  <a:pt x="11255" y="56100"/>
                  <a:pt x="11214" y="56169"/>
                </a:cubicBezTo>
                <a:cubicBezTo>
                  <a:pt x="11126" y="56213"/>
                  <a:pt x="11037" y="56287"/>
                  <a:pt x="10949" y="56346"/>
                </a:cubicBezTo>
                <a:cubicBezTo>
                  <a:pt x="10964" y="56287"/>
                  <a:pt x="11008" y="56243"/>
                  <a:pt x="11037" y="56184"/>
                </a:cubicBezTo>
                <a:cubicBezTo>
                  <a:pt x="11111" y="56125"/>
                  <a:pt x="11199" y="56066"/>
                  <a:pt x="11273" y="56022"/>
                </a:cubicBezTo>
                <a:cubicBezTo>
                  <a:pt x="11283" y="56002"/>
                  <a:pt x="11299" y="55996"/>
                  <a:pt x="11309" y="55989"/>
                </a:cubicBezTo>
                <a:close/>
                <a:moveTo>
                  <a:pt x="10449" y="56316"/>
                </a:moveTo>
                <a:cubicBezTo>
                  <a:pt x="10449" y="56331"/>
                  <a:pt x="10434" y="56331"/>
                  <a:pt x="10434" y="56346"/>
                </a:cubicBezTo>
                <a:cubicBezTo>
                  <a:pt x="10419" y="56360"/>
                  <a:pt x="10390" y="56360"/>
                  <a:pt x="10375" y="56390"/>
                </a:cubicBezTo>
                <a:cubicBezTo>
                  <a:pt x="10375" y="56360"/>
                  <a:pt x="10375" y="56360"/>
                  <a:pt x="10390" y="56346"/>
                </a:cubicBezTo>
                <a:cubicBezTo>
                  <a:pt x="10405" y="56331"/>
                  <a:pt x="10434" y="56331"/>
                  <a:pt x="10449" y="56316"/>
                </a:cubicBezTo>
                <a:close/>
                <a:moveTo>
                  <a:pt x="11567" y="56037"/>
                </a:moveTo>
                <a:cubicBezTo>
                  <a:pt x="11538" y="56110"/>
                  <a:pt x="11494" y="56199"/>
                  <a:pt x="11479" y="56272"/>
                </a:cubicBezTo>
                <a:cubicBezTo>
                  <a:pt x="11376" y="56331"/>
                  <a:pt x="11273" y="56390"/>
                  <a:pt x="11170" y="56434"/>
                </a:cubicBezTo>
                <a:lnTo>
                  <a:pt x="11273" y="56213"/>
                </a:lnTo>
                <a:cubicBezTo>
                  <a:pt x="11376" y="56140"/>
                  <a:pt x="11479" y="56095"/>
                  <a:pt x="11567" y="56037"/>
                </a:cubicBezTo>
                <a:close/>
                <a:moveTo>
                  <a:pt x="10655" y="56272"/>
                </a:moveTo>
                <a:cubicBezTo>
                  <a:pt x="10611" y="56316"/>
                  <a:pt x="10596" y="56360"/>
                  <a:pt x="10566" y="56405"/>
                </a:cubicBezTo>
                <a:cubicBezTo>
                  <a:pt x="10478" y="56434"/>
                  <a:pt x="10434" y="56493"/>
                  <a:pt x="10360" y="56537"/>
                </a:cubicBezTo>
                <a:cubicBezTo>
                  <a:pt x="10390" y="56493"/>
                  <a:pt x="10434" y="56434"/>
                  <a:pt x="10463" y="56405"/>
                </a:cubicBezTo>
                <a:cubicBezTo>
                  <a:pt x="10522" y="56360"/>
                  <a:pt x="10596" y="56316"/>
                  <a:pt x="10655" y="56272"/>
                </a:cubicBezTo>
                <a:close/>
                <a:moveTo>
                  <a:pt x="10875" y="56287"/>
                </a:moveTo>
                <a:cubicBezTo>
                  <a:pt x="10831" y="56346"/>
                  <a:pt x="10817" y="56405"/>
                  <a:pt x="10787" y="56463"/>
                </a:cubicBezTo>
                <a:cubicBezTo>
                  <a:pt x="10684" y="56508"/>
                  <a:pt x="10596" y="56581"/>
                  <a:pt x="10508" y="56640"/>
                </a:cubicBezTo>
                <a:lnTo>
                  <a:pt x="10611" y="56478"/>
                </a:lnTo>
                <a:cubicBezTo>
                  <a:pt x="10714" y="56405"/>
                  <a:pt x="10802" y="56346"/>
                  <a:pt x="10875" y="56287"/>
                </a:cubicBezTo>
                <a:close/>
                <a:moveTo>
                  <a:pt x="11155" y="56287"/>
                </a:moveTo>
                <a:lnTo>
                  <a:pt x="11155" y="56287"/>
                </a:lnTo>
                <a:cubicBezTo>
                  <a:pt x="11111" y="56360"/>
                  <a:pt x="11096" y="56419"/>
                  <a:pt x="11052" y="56493"/>
                </a:cubicBezTo>
                <a:cubicBezTo>
                  <a:pt x="10949" y="56552"/>
                  <a:pt x="10861" y="56625"/>
                  <a:pt x="10743" y="56684"/>
                </a:cubicBezTo>
                <a:cubicBezTo>
                  <a:pt x="10787" y="56625"/>
                  <a:pt x="10802" y="56552"/>
                  <a:pt x="10831" y="56493"/>
                </a:cubicBezTo>
                <a:cubicBezTo>
                  <a:pt x="10949" y="56434"/>
                  <a:pt x="11052" y="56360"/>
                  <a:pt x="11155" y="56287"/>
                </a:cubicBezTo>
                <a:close/>
                <a:moveTo>
                  <a:pt x="10243" y="56552"/>
                </a:moveTo>
                <a:cubicBezTo>
                  <a:pt x="10228" y="56581"/>
                  <a:pt x="10199" y="56625"/>
                  <a:pt x="10169" y="56655"/>
                </a:cubicBezTo>
                <a:cubicBezTo>
                  <a:pt x="10140" y="56699"/>
                  <a:pt x="10081" y="56714"/>
                  <a:pt x="10037" y="56758"/>
                </a:cubicBezTo>
                <a:lnTo>
                  <a:pt x="10022" y="56772"/>
                </a:lnTo>
                <a:cubicBezTo>
                  <a:pt x="10051" y="56728"/>
                  <a:pt x="10081" y="56699"/>
                  <a:pt x="10110" y="56655"/>
                </a:cubicBezTo>
                <a:cubicBezTo>
                  <a:pt x="10154" y="56625"/>
                  <a:pt x="10213" y="56581"/>
                  <a:pt x="10243" y="56552"/>
                </a:cubicBezTo>
                <a:close/>
                <a:moveTo>
                  <a:pt x="10449" y="56581"/>
                </a:moveTo>
                <a:lnTo>
                  <a:pt x="10449" y="56581"/>
                </a:lnTo>
                <a:cubicBezTo>
                  <a:pt x="10434" y="56625"/>
                  <a:pt x="10390" y="56684"/>
                  <a:pt x="10360" y="56728"/>
                </a:cubicBezTo>
                <a:cubicBezTo>
                  <a:pt x="10287" y="56787"/>
                  <a:pt x="10199" y="56846"/>
                  <a:pt x="10096" y="56905"/>
                </a:cubicBezTo>
                <a:cubicBezTo>
                  <a:pt x="10140" y="56846"/>
                  <a:pt x="10169" y="56787"/>
                  <a:pt x="10228" y="56728"/>
                </a:cubicBezTo>
                <a:cubicBezTo>
                  <a:pt x="10302" y="56684"/>
                  <a:pt x="10375" y="56625"/>
                  <a:pt x="10449" y="56581"/>
                </a:cubicBezTo>
                <a:close/>
                <a:moveTo>
                  <a:pt x="10699" y="56581"/>
                </a:moveTo>
                <a:lnTo>
                  <a:pt x="10699" y="56581"/>
                </a:lnTo>
                <a:cubicBezTo>
                  <a:pt x="10669" y="56655"/>
                  <a:pt x="10655" y="56714"/>
                  <a:pt x="10611" y="56772"/>
                </a:cubicBezTo>
                <a:cubicBezTo>
                  <a:pt x="10522" y="56831"/>
                  <a:pt x="10449" y="56875"/>
                  <a:pt x="10360" y="56934"/>
                </a:cubicBezTo>
                <a:cubicBezTo>
                  <a:pt x="10349" y="56946"/>
                  <a:pt x="10327" y="56948"/>
                  <a:pt x="10312" y="56964"/>
                </a:cubicBezTo>
                <a:lnTo>
                  <a:pt x="10312" y="56964"/>
                </a:lnTo>
                <a:cubicBezTo>
                  <a:pt x="10350" y="56908"/>
                  <a:pt x="10378" y="56841"/>
                  <a:pt x="10405" y="56787"/>
                </a:cubicBezTo>
                <a:cubicBezTo>
                  <a:pt x="10508" y="56714"/>
                  <a:pt x="10611" y="56655"/>
                  <a:pt x="10699" y="56581"/>
                </a:cubicBezTo>
                <a:close/>
                <a:moveTo>
                  <a:pt x="9831" y="56876"/>
                </a:moveTo>
                <a:lnTo>
                  <a:pt x="9831" y="56876"/>
                </a:lnTo>
                <a:cubicBezTo>
                  <a:pt x="9801" y="56905"/>
                  <a:pt x="9786" y="56920"/>
                  <a:pt x="9786" y="56934"/>
                </a:cubicBezTo>
                <a:cubicBezTo>
                  <a:pt x="9772" y="56949"/>
                  <a:pt x="9728" y="56978"/>
                  <a:pt x="9713" y="56993"/>
                </a:cubicBezTo>
                <a:cubicBezTo>
                  <a:pt x="9728" y="56978"/>
                  <a:pt x="9728" y="56949"/>
                  <a:pt x="9742" y="56934"/>
                </a:cubicBezTo>
                <a:cubicBezTo>
                  <a:pt x="9772" y="56920"/>
                  <a:pt x="9801" y="56905"/>
                  <a:pt x="9831" y="56876"/>
                </a:cubicBezTo>
                <a:close/>
                <a:moveTo>
                  <a:pt x="10037" y="56861"/>
                </a:moveTo>
                <a:cubicBezTo>
                  <a:pt x="10007" y="56920"/>
                  <a:pt x="9963" y="56949"/>
                  <a:pt x="9948" y="57008"/>
                </a:cubicBezTo>
                <a:cubicBezTo>
                  <a:pt x="9875" y="57052"/>
                  <a:pt x="9801" y="57096"/>
                  <a:pt x="9728" y="57140"/>
                </a:cubicBezTo>
                <a:cubicBezTo>
                  <a:pt x="9772" y="57081"/>
                  <a:pt x="9801" y="57052"/>
                  <a:pt x="9845" y="56993"/>
                </a:cubicBezTo>
                <a:cubicBezTo>
                  <a:pt x="9919" y="56949"/>
                  <a:pt x="9978" y="56905"/>
                  <a:pt x="10037" y="56861"/>
                </a:cubicBezTo>
                <a:close/>
                <a:moveTo>
                  <a:pt x="10272" y="56905"/>
                </a:moveTo>
                <a:cubicBezTo>
                  <a:pt x="10228" y="56949"/>
                  <a:pt x="10199" y="57023"/>
                  <a:pt x="10169" y="57081"/>
                </a:cubicBezTo>
                <a:cubicBezTo>
                  <a:pt x="10081" y="57140"/>
                  <a:pt x="9978" y="57214"/>
                  <a:pt x="9875" y="57273"/>
                </a:cubicBezTo>
                <a:cubicBezTo>
                  <a:pt x="9919" y="57199"/>
                  <a:pt x="9978" y="57140"/>
                  <a:pt x="10007" y="57067"/>
                </a:cubicBezTo>
                <a:cubicBezTo>
                  <a:pt x="10081" y="57008"/>
                  <a:pt x="10169" y="56949"/>
                  <a:pt x="10272" y="56905"/>
                </a:cubicBezTo>
                <a:close/>
                <a:moveTo>
                  <a:pt x="9639" y="57140"/>
                </a:moveTo>
                <a:lnTo>
                  <a:pt x="9639" y="57140"/>
                </a:lnTo>
                <a:cubicBezTo>
                  <a:pt x="9610" y="57170"/>
                  <a:pt x="9580" y="57214"/>
                  <a:pt x="9551" y="57258"/>
                </a:cubicBezTo>
                <a:lnTo>
                  <a:pt x="9374" y="57376"/>
                </a:lnTo>
                <a:cubicBezTo>
                  <a:pt x="9404" y="57317"/>
                  <a:pt x="9433" y="57288"/>
                  <a:pt x="9477" y="57243"/>
                </a:cubicBezTo>
                <a:lnTo>
                  <a:pt x="9639" y="57140"/>
                </a:lnTo>
                <a:close/>
                <a:moveTo>
                  <a:pt x="9831" y="57170"/>
                </a:moveTo>
                <a:cubicBezTo>
                  <a:pt x="9801" y="57229"/>
                  <a:pt x="9772" y="57288"/>
                  <a:pt x="9728" y="57346"/>
                </a:cubicBezTo>
                <a:lnTo>
                  <a:pt x="9463" y="57508"/>
                </a:lnTo>
                <a:cubicBezTo>
                  <a:pt x="9492" y="57449"/>
                  <a:pt x="9551" y="57376"/>
                  <a:pt x="9580" y="57317"/>
                </a:cubicBezTo>
                <a:cubicBezTo>
                  <a:pt x="9654" y="57258"/>
                  <a:pt x="9757" y="57229"/>
                  <a:pt x="9831" y="57170"/>
                </a:cubicBezTo>
                <a:close/>
                <a:moveTo>
                  <a:pt x="9170" y="57449"/>
                </a:moveTo>
                <a:cubicBezTo>
                  <a:pt x="9159" y="57462"/>
                  <a:pt x="9147" y="57478"/>
                  <a:pt x="9139" y="57494"/>
                </a:cubicBezTo>
                <a:cubicBezTo>
                  <a:pt x="9126" y="57500"/>
                  <a:pt x="9111" y="57506"/>
                  <a:pt x="9097" y="57512"/>
                </a:cubicBezTo>
                <a:lnTo>
                  <a:pt x="9097" y="57512"/>
                </a:lnTo>
                <a:cubicBezTo>
                  <a:pt x="9101" y="57507"/>
                  <a:pt x="9106" y="57501"/>
                  <a:pt x="9110" y="57494"/>
                </a:cubicBezTo>
                <a:cubicBezTo>
                  <a:pt x="9128" y="57475"/>
                  <a:pt x="9151" y="57463"/>
                  <a:pt x="9170" y="57449"/>
                </a:cubicBezTo>
                <a:close/>
                <a:moveTo>
                  <a:pt x="9408" y="57434"/>
                </a:moveTo>
                <a:lnTo>
                  <a:pt x="9301" y="57582"/>
                </a:lnTo>
                <a:cubicBezTo>
                  <a:pt x="9227" y="57611"/>
                  <a:pt x="9154" y="57670"/>
                  <a:pt x="9065" y="57714"/>
                </a:cubicBezTo>
                <a:cubicBezTo>
                  <a:pt x="9124" y="57670"/>
                  <a:pt x="9168" y="57611"/>
                  <a:pt x="9198" y="57567"/>
                </a:cubicBezTo>
                <a:cubicBezTo>
                  <a:pt x="9271" y="57523"/>
                  <a:pt x="9330" y="57494"/>
                  <a:pt x="9404" y="57435"/>
                </a:cubicBezTo>
                <a:cubicBezTo>
                  <a:pt x="9404" y="57435"/>
                  <a:pt x="9406" y="57435"/>
                  <a:pt x="9408" y="57434"/>
                </a:cubicBezTo>
                <a:close/>
                <a:moveTo>
                  <a:pt x="8992" y="57685"/>
                </a:moveTo>
                <a:lnTo>
                  <a:pt x="8992" y="57685"/>
                </a:lnTo>
                <a:cubicBezTo>
                  <a:pt x="8962" y="57729"/>
                  <a:pt x="8918" y="57773"/>
                  <a:pt x="8889" y="57832"/>
                </a:cubicBezTo>
                <a:cubicBezTo>
                  <a:pt x="8830" y="57876"/>
                  <a:pt x="8771" y="57891"/>
                  <a:pt x="8742" y="57935"/>
                </a:cubicBezTo>
                <a:cubicBezTo>
                  <a:pt x="8727" y="57935"/>
                  <a:pt x="8727" y="57950"/>
                  <a:pt x="8697" y="57950"/>
                </a:cubicBezTo>
                <a:cubicBezTo>
                  <a:pt x="8756" y="57876"/>
                  <a:pt x="8800" y="57832"/>
                  <a:pt x="8830" y="57803"/>
                </a:cubicBezTo>
                <a:lnTo>
                  <a:pt x="8992" y="57685"/>
                </a:lnTo>
                <a:close/>
                <a:moveTo>
                  <a:pt x="8565" y="57950"/>
                </a:moveTo>
                <a:cubicBezTo>
                  <a:pt x="8550" y="57979"/>
                  <a:pt x="8521" y="58009"/>
                  <a:pt x="8491" y="58038"/>
                </a:cubicBezTo>
                <a:cubicBezTo>
                  <a:pt x="8462" y="58053"/>
                  <a:pt x="8418" y="58082"/>
                  <a:pt x="8374" y="58112"/>
                </a:cubicBezTo>
                <a:cubicBezTo>
                  <a:pt x="8403" y="58082"/>
                  <a:pt x="8447" y="58053"/>
                  <a:pt x="8462" y="58023"/>
                </a:cubicBezTo>
                <a:cubicBezTo>
                  <a:pt x="8506" y="58009"/>
                  <a:pt x="8536" y="57964"/>
                  <a:pt x="8565" y="57950"/>
                </a:cubicBezTo>
                <a:close/>
                <a:moveTo>
                  <a:pt x="15791" y="54903"/>
                </a:moveTo>
                <a:cubicBezTo>
                  <a:pt x="15879" y="56493"/>
                  <a:pt x="16335" y="58038"/>
                  <a:pt x="16777" y="59554"/>
                </a:cubicBezTo>
                <a:cubicBezTo>
                  <a:pt x="17277" y="61246"/>
                  <a:pt x="17792" y="62968"/>
                  <a:pt x="17778" y="64734"/>
                </a:cubicBezTo>
                <a:cubicBezTo>
                  <a:pt x="17778" y="67736"/>
                  <a:pt x="16188" y="70635"/>
                  <a:pt x="13701" y="72313"/>
                </a:cubicBezTo>
                <a:cubicBezTo>
                  <a:pt x="15864" y="70562"/>
                  <a:pt x="17159" y="67766"/>
                  <a:pt x="17145" y="64808"/>
                </a:cubicBezTo>
                <a:cubicBezTo>
                  <a:pt x="17145" y="63100"/>
                  <a:pt x="16688" y="61408"/>
                  <a:pt x="16262" y="59789"/>
                </a:cubicBezTo>
                <a:cubicBezTo>
                  <a:pt x="15835" y="58215"/>
                  <a:pt x="15423" y="56596"/>
                  <a:pt x="15393" y="54977"/>
                </a:cubicBezTo>
                <a:cubicBezTo>
                  <a:pt x="15526" y="54962"/>
                  <a:pt x="15658" y="54933"/>
                  <a:pt x="15791" y="54903"/>
                </a:cubicBezTo>
                <a:close/>
                <a:moveTo>
                  <a:pt x="15320" y="55006"/>
                </a:moveTo>
                <a:cubicBezTo>
                  <a:pt x="15335" y="56640"/>
                  <a:pt x="15776" y="58244"/>
                  <a:pt x="16188" y="59819"/>
                </a:cubicBezTo>
                <a:cubicBezTo>
                  <a:pt x="16630" y="61438"/>
                  <a:pt x="17071" y="63130"/>
                  <a:pt x="17071" y="64822"/>
                </a:cubicBezTo>
                <a:cubicBezTo>
                  <a:pt x="17086" y="67927"/>
                  <a:pt x="15629" y="70856"/>
                  <a:pt x="13260" y="72548"/>
                </a:cubicBezTo>
                <a:cubicBezTo>
                  <a:pt x="15320" y="70782"/>
                  <a:pt x="16497" y="67972"/>
                  <a:pt x="16468" y="64881"/>
                </a:cubicBezTo>
                <a:cubicBezTo>
                  <a:pt x="16453" y="63248"/>
                  <a:pt x="16056" y="61629"/>
                  <a:pt x="15688" y="60069"/>
                </a:cubicBezTo>
                <a:cubicBezTo>
                  <a:pt x="15305" y="58421"/>
                  <a:pt x="14893" y="56758"/>
                  <a:pt x="14952" y="55080"/>
                </a:cubicBezTo>
                <a:cubicBezTo>
                  <a:pt x="15084" y="55036"/>
                  <a:pt x="15217" y="55021"/>
                  <a:pt x="15320" y="55006"/>
                </a:cubicBezTo>
                <a:close/>
                <a:moveTo>
                  <a:pt x="14864" y="55095"/>
                </a:moveTo>
                <a:lnTo>
                  <a:pt x="14864" y="55095"/>
                </a:lnTo>
                <a:cubicBezTo>
                  <a:pt x="14834" y="56772"/>
                  <a:pt x="15217" y="58450"/>
                  <a:pt x="15614" y="60084"/>
                </a:cubicBezTo>
                <a:cubicBezTo>
                  <a:pt x="15982" y="61644"/>
                  <a:pt x="16365" y="63248"/>
                  <a:pt x="16394" y="64881"/>
                </a:cubicBezTo>
                <a:cubicBezTo>
                  <a:pt x="16424" y="68119"/>
                  <a:pt x="15099" y="71062"/>
                  <a:pt x="12862" y="72799"/>
                </a:cubicBezTo>
                <a:cubicBezTo>
                  <a:pt x="14790" y="71003"/>
                  <a:pt x="15820" y="68251"/>
                  <a:pt x="15761" y="64955"/>
                </a:cubicBezTo>
                <a:cubicBezTo>
                  <a:pt x="15747" y="63395"/>
                  <a:pt x="15408" y="61864"/>
                  <a:pt x="15099" y="60378"/>
                </a:cubicBezTo>
                <a:cubicBezTo>
                  <a:pt x="14731" y="58597"/>
                  <a:pt x="14363" y="56905"/>
                  <a:pt x="14496" y="55183"/>
                </a:cubicBezTo>
                <a:cubicBezTo>
                  <a:pt x="14628" y="55154"/>
                  <a:pt x="14731" y="55139"/>
                  <a:pt x="14864" y="55095"/>
                </a:cubicBezTo>
                <a:close/>
                <a:moveTo>
                  <a:pt x="14407" y="55213"/>
                </a:moveTo>
                <a:lnTo>
                  <a:pt x="14407" y="55213"/>
                </a:lnTo>
                <a:cubicBezTo>
                  <a:pt x="14290" y="56934"/>
                  <a:pt x="14643" y="58627"/>
                  <a:pt x="15011" y="60393"/>
                </a:cubicBezTo>
                <a:cubicBezTo>
                  <a:pt x="15320" y="61864"/>
                  <a:pt x="15644" y="63395"/>
                  <a:pt x="15673" y="64955"/>
                </a:cubicBezTo>
                <a:cubicBezTo>
                  <a:pt x="15747" y="68398"/>
                  <a:pt x="14613" y="71253"/>
                  <a:pt x="12480" y="73019"/>
                </a:cubicBezTo>
                <a:cubicBezTo>
                  <a:pt x="14246" y="71224"/>
                  <a:pt x="15143" y="68472"/>
                  <a:pt x="15070" y="65028"/>
                </a:cubicBezTo>
                <a:cubicBezTo>
                  <a:pt x="15026" y="63557"/>
                  <a:pt x="14775" y="62129"/>
                  <a:pt x="14510" y="60731"/>
                </a:cubicBezTo>
                <a:cubicBezTo>
                  <a:pt x="14157" y="58862"/>
                  <a:pt x="13848" y="57096"/>
                  <a:pt x="14054" y="55301"/>
                </a:cubicBezTo>
                <a:cubicBezTo>
                  <a:pt x="14157" y="55257"/>
                  <a:pt x="14290" y="55227"/>
                  <a:pt x="14407" y="55213"/>
                </a:cubicBezTo>
                <a:close/>
                <a:moveTo>
                  <a:pt x="13995" y="55316"/>
                </a:moveTo>
                <a:lnTo>
                  <a:pt x="13995" y="55316"/>
                </a:lnTo>
                <a:cubicBezTo>
                  <a:pt x="13804" y="57096"/>
                  <a:pt x="14128" y="58862"/>
                  <a:pt x="14466" y="60716"/>
                </a:cubicBezTo>
                <a:cubicBezTo>
                  <a:pt x="14716" y="62100"/>
                  <a:pt x="14981" y="63557"/>
                  <a:pt x="15011" y="65014"/>
                </a:cubicBezTo>
                <a:cubicBezTo>
                  <a:pt x="15084" y="68546"/>
                  <a:pt x="14128" y="71342"/>
                  <a:pt x="12274" y="73108"/>
                </a:cubicBezTo>
                <a:cubicBezTo>
                  <a:pt x="12229" y="73122"/>
                  <a:pt x="12215" y="73137"/>
                  <a:pt x="12200" y="73137"/>
                </a:cubicBezTo>
                <a:cubicBezTo>
                  <a:pt x="13775" y="71342"/>
                  <a:pt x="14481" y="68766"/>
                  <a:pt x="14393" y="65087"/>
                </a:cubicBezTo>
                <a:cubicBezTo>
                  <a:pt x="14349" y="63719"/>
                  <a:pt x="14143" y="62394"/>
                  <a:pt x="13951" y="61114"/>
                </a:cubicBezTo>
                <a:cubicBezTo>
                  <a:pt x="13627" y="59156"/>
                  <a:pt x="13363" y="57302"/>
                  <a:pt x="13657" y="55433"/>
                </a:cubicBezTo>
                <a:cubicBezTo>
                  <a:pt x="13760" y="55389"/>
                  <a:pt x="13892" y="55360"/>
                  <a:pt x="13995" y="55316"/>
                </a:cubicBezTo>
                <a:close/>
                <a:moveTo>
                  <a:pt x="13524" y="55477"/>
                </a:moveTo>
                <a:lnTo>
                  <a:pt x="13524" y="55477"/>
                </a:lnTo>
                <a:cubicBezTo>
                  <a:pt x="13245" y="57346"/>
                  <a:pt x="13524" y="59201"/>
                  <a:pt x="13833" y="61143"/>
                </a:cubicBezTo>
                <a:cubicBezTo>
                  <a:pt x="14040" y="62438"/>
                  <a:pt x="14246" y="63763"/>
                  <a:pt x="14275" y="65117"/>
                </a:cubicBezTo>
                <a:cubicBezTo>
                  <a:pt x="14407" y="68840"/>
                  <a:pt x="13672" y="71430"/>
                  <a:pt x="12009" y="73211"/>
                </a:cubicBezTo>
                <a:cubicBezTo>
                  <a:pt x="11979" y="73240"/>
                  <a:pt x="11965" y="73240"/>
                  <a:pt x="11920" y="73255"/>
                </a:cubicBezTo>
                <a:cubicBezTo>
                  <a:pt x="13613" y="71047"/>
                  <a:pt x="13760" y="68060"/>
                  <a:pt x="13672" y="65161"/>
                </a:cubicBezTo>
                <a:cubicBezTo>
                  <a:pt x="13627" y="63925"/>
                  <a:pt x="13466" y="62733"/>
                  <a:pt x="13318" y="61570"/>
                </a:cubicBezTo>
                <a:cubicBezTo>
                  <a:pt x="13039" y="59495"/>
                  <a:pt x="12803" y="57538"/>
                  <a:pt x="13186" y="55595"/>
                </a:cubicBezTo>
                <a:lnTo>
                  <a:pt x="13524" y="55477"/>
                </a:lnTo>
                <a:close/>
                <a:moveTo>
                  <a:pt x="13112" y="55610"/>
                </a:moveTo>
                <a:cubicBezTo>
                  <a:pt x="12730" y="57567"/>
                  <a:pt x="12980" y="59510"/>
                  <a:pt x="13260" y="61570"/>
                </a:cubicBezTo>
                <a:cubicBezTo>
                  <a:pt x="13407" y="62733"/>
                  <a:pt x="13569" y="63939"/>
                  <a:pt x="13613" y="65161"/>
                </a:cubicBezTo>
                <a:cubicBezTo>
                  <a:pt x="13701" y="68104"/>
                  <a:pt x="13539" y="71121"/>
                  <a:pt x="11788" y="73314"/>
                </a:cubicBezTo>
                <a:cubicBezTo>
                  <a:pt x="11744" y="73343"/>
                  <a:pt x="11700" y="73343"/>
                  <a:pt x="11670" y="73358"/>
                </a:cubicBezTo>
                <a:cubicBezTo>
                  <a:pt x="13083" y="71209"/>
                  <a:pt x="13112" y="68501"/>
                  <a:pt x="12995" y="65234"/>
                </a:cubicBezTo>
                <a:cubicBezTo>
                  <a:pt x="12951" y="64160"/>
                  <a:pt x="12847" y="63115"/>
                  <a:pt x="12730" y="62100"/>
                </a:cubicBezTo>
                <a:cubicBezTo>
                  <a:pt x="12509" y="59878"/>
                  <a:pt x="12288" y="57803"/>
                  <a:pt x="12789" y="55742"/>
                </a:cubicBezTo>
                <a:cubicBezTo>
                  <a:pt x="12892" y="55698"/>
                  <a:pt x="13009" y="55654"/>
                  <a:pt x="13112" y="55610"/>
                </a:cubicBezTo>
                <a:close/>
                <a:moveTo>
                  <a:pt x="11881" y="73374"/>
                </a:moveTo>
                <a:cubicBezTo>
                  <a:pt x="11888" y="73374"/>
                  <a:pt x="11881" y="73387"/>
                  <a:pt x="11861" y="73387"/>
                </a:cubicBezTo>
                <a:cubicBezTo>
                  <a:pt x="11871" y="73377"/>
                  <a:pt x="11878" y="73374"/>
                  <a:pt x="11881" y="73374"/>
                </a:cubicBezTo>
                <a:close/>
                <a:moveTo>
                  <a:pt x="11861" y="73387"/>
                </a:moveTo>
                <a:lnTo>
                  <a:pt x="11861" y="73387"/>
                </a:lnTo>
                <a:cubicBezTo>
                  <a:pt x="11847" y="73402"/>
                  <a:pt x="11832" y="73402"/>
                  <a:pt x="11817" y="73417"/>
                </a:cubicBezTo>
                <a:lnTo>
                  <a:pt x="11832" y="73402"/>
                </a:lnTo>
                <a:cubicBezTo>
                  <a:pt x="11847" y="73387"/>
                  <a:pt x="11861" y="73387"/>
                  <a:pt x="11861" y="73387"/>
                </a:cubicBezTo>
                <a:close/>
                <a:moveTo>
                  <a:pt x="12686" y="55801"/>
                </a:moveTo>
                <a:lnTo>
                  <a:pt x="12686" y="55801"/>
                </a:lnTo>
                <a:cubicBezTo>
                  <a:pt x="12215" y="57861"/>
                  <a:pt x="12421" y="59936"/>
                  <a:pt x="12656" y="62144"/>
                </a:cubicBezTo>
                <a:cubicBezTo>
                  <a:pt x="12759" y="63159"/>
                  <a:pt x="12877" y="64204"/>
                  <a:pt x="12906" y="65249"/>
                </a:cubicBezTo>
                <a:cubicBezTo>
                  <a:pt x="13039" y="68560"/>
                  <a:pt x="13009" y="71283"/>
                  <a:pt x="11538" y="73431"/>
                </a:cubicBezTo>
                <a:cubicBezTo>
                  <a:pt x="11494" y="73461"/>
                  <a:pt x="11435" y="73476"/>
                  <a:pt x="11405" y="73490"/>
                </a:cubicBezTo>
                <a:cubicBezTo>
                  <a:pt x="12568" y="71401"/>
                  <a:pt x="12450" y="68869"/>
                  <a:pt x="12318" y="66000"/>
                </a:cubicBezTo>
                <a:cubicBezTo>
                  <a:pt x="12303" y="65764"/>
                  <a:pt x="12303" y="65543"/>
                  <a:pt x="12288" y="65308"/>
                </a:cubicBezTo>
                <a:cubicBezTo>
                  <a:pt x="12244" y="64454"/>
                  <a:pt x="12185" y="63616"/>
                  <a:pt x="12126" y="62791"/>
                </a:cubicBezTo>
                <a:cubicBezTo>
                  <a:pt x="11935" y="60407"/>
                  <a:pt x="11758" y="58171"/>
                  <a:pt x="12347" y="55992"/>
                </a:cubicBezTo>
                <a:cubicBezTo>
                  <a:pt x="12347" y="55978"/>
                  <a:pt x="12362" y="55948"/>
                  <a:pt x="12362" y="55919"/>
                </a:cubicBezTo>
                <a:cubicBezTo>
                  <a:pt x="12465" y="55875"/>
                  <a:pt x="12583" y="55831"/>
                  <a:pt x="12686" y="55801"/>
                </a:cubicBezTo>
                <a:close/>
                <a:moveTo>
                  <a:pt x="11660" y="73469"/>
                </a:moveTo>
                <a:cubicBezTo>
                  <a:pt x="11649" y="73474"/>
                  <a:pt x="11641" y="73482"/>
                  <a:pt x="11641" y="73490"/>
                </a:cubicBezTo>
                <a:cubicBezTo>
                  <a:pt x="11611" y="73505"/>
                  <a:pt x="11597" y="73505"/>
                  <a:pt x="11552" y="73534"/>
                </a:cubicBezTo>
                <a:cubicBezTo>
                  <a:pt x="11567" y="73505"/>
                  <a:pt x="11567" y="73490"/>
                  <a:pt x="11597" y="73490"/>
                </a:cubicBezTo>
                <a:cubicBezTo>
                  <a:pt x="11620" y="73479"/>
                  <a:pt x="11634" y="73476"/>
                  <a:pt x="11660" y="73469"/>
                </a:cubicBezTo>
                <a:close/>
                <a:moveTo>
                  <a:pt x="12288" y="55963"/>
                </a:moveTo>
                <a:lnTo>
                  <a:pt x="12288" y="55978"/>
                </a:lnTo>
                <a:cubicBezTo>
                  <a:pt x="11685" y="58171"/>
                  <a:pt x="11861" y="60407"/>
                  <a:pt x="12053" y="62806"/>
                </a:cubicBezTo>
                <a:cubicBezTo>
                  <a:pt x="12126" y="63616"/>
                  <a:pt x="12185" y="64454"/>
                  <a:pt x="12215" y="65323"/>
                </a:cubicBezTo>
                <a:cubicBezTo>
                  <a:pt x="12229" y="65558"/>
                  <a:pt x="12229" y="65779"/>
                  <a:pt x="12259" y="66029"/>
                </a:cubicBezTo>
                <a:cubicBezTo>
                  <a:pt x="12377" y="68928"/>
                  <a:pt x="12494" y="71445"/>
                  <a:pt x="11302" y="73534"/>
                </a:cubicBezTo>
                <a:cubicBezTo>
                  <a:pt x="11243" y="73549"/>
                  <a:pt x="11199" y="73564"/>
                  <a:pt x="11155" y="73579"/>
                </a:cubicBezTo>
                <a:cubicBezTo>
                  <a:pt x="12009" y="71665"/>
                  <a:pt x="11861" y="69517"/>
                  <a:pt x="11700" y="67074"/>
                </a:cubicBezTo>
                <a:cubicBezTo>
                  <a:pt x="11670" y="66515"/>
                  <a:pt x="11626" y="65970"/>
                  <a:pt x="11597" y="65382"/>
                </a:cubicBezTo>
                <a:cubicBezTo>
                  <a:pt x="11552" y="64808"/>
                  <a:pt x="11523" y="64219"/>
                  <a:pt x="11494" y="63674"/>
                </a:cubicBezTo>
                <a:cubicBezTo>
                  <a:pt x="11332" y="61055"/>
                  <a:pt x="11170" y="58597"/>
                  <a:pt x="11920" y="56257"/>
                </a:cubicBezTo>
                <a:cubicBezTo>
                  <a:pt x="11935" y="56199"/>
                  <a:pt x="11965" y="56169"/>
                  <a:pt x="11979" y="56110"/>
                </a:cubicBezTo>
                <a:cubicBezTo>
                  <a:pt x="12082" y="56051"/>
                  <a:pt x="12185" y="56022"/>
                  <a:pt x="12288" y="55963"/>
                </a:cubicBezTo>
                <a:close/>
                <a:moveTo>
                  <a:pt x="11449" y="73549"/>
                </a:moveTo>
                <a:cubicBezTo>
                  <a:pt x="11420" y="73564"/>
                  <a:pt x="11420" y="73579"/>
                  <a:pt x="11405" y="73608"/>
                </a:cubicBezTo>
                <a:cubicBezTo>
                  <a:pt x="11376" y="73608"/>
                  <a:pt x="11332" y="73623"/>
                  <a:pt x="11302" y="73637"/>
                </a:cubicBezTo>
                <a:cubicBezTo>
                  <a:pt x="11317" y="73623"/>
                  <a:pt x="11317" y="73608"/>
                  <a:pt x="11332" y="73579"/>
                </a:cubicBezTo>
                <a:cubicBezTo>
                  <a:pt x="11376" y="73564"/>
                  <a:pt x="11405" y="73549"/>
                  <a:pt x="11449" y="73549"/>
                </a:cubicBezTo>
                <a:close/>
                <a:moveTo>
                  <a:pt x="11861" y="56169"/>
                </a:moveTo>
                <a:cubicBezTo>
                  <a:pt x="11861" y="56184"/>
                  <a:pt x="11847" y="56213"/>
                  <a:pt x="11847" y="56243"/>
                </a:cubicBezTo>
                <a:cubicBezTo>
                  <a:pt x="11111" y="58568"/>
                  <a:pt x="11258" y="61055"/>
                  <a:pt x="11420" y="63689"/>
                </a:cubicBezTo>
                <a:cubicBezTo>
                  <a:pt x="11464" y="64234"/>
                  <a:pt x="11494" y="64822"/>
                  <a:pt x="11523" y="65396"/>
                </a:cubicBezTo>
                <a:cubicBezTo>
                  <a:pt x="11552" y="65970"/>
                  <a:pt x="11597" y="66544"/>
                  <a:pt x="11626" y="67089"/>
                </a:cubicBezTo>
                <a:cubicBezTo>
                  <a:pt x="11788" y="69576"/>
                  <a:pt x="11935" y="71724"/>
                  <a:pt x="11023" y="73623"/>
                </a:cubicBezTo>
                <a:cubicBezTo>
                  <a:pt x="10964" y="73623"/>
                  <a:pt x="10905" y="73637"/>
                  <a:pt x="10846" y="73652"/>
                </a:cubicBezTo>
                <a:cubicBezTo>
                  <a:pt x="11508" y="71916"/>
                  <a:pt x="11332" y="70017"/>
                  <a:pt x="11111" y="67839"/>
                </a:cubicBezTo>
                <a:cubicBezTo>
                  <a:pt x="11037" y="67074"/>
                  <a:pt x="10949" y="66265"/>
                  <a:pt x="10905" y="65440"/>
                </a:cubicBezTo>
                <a:lnTo>
                  <a:pt x="10875" y="64881"/>
                </a:lnTo>
                <a:cubicBezTo>
                  <a:pt x="10714" y="61908"/>
                  <a:pt x="10537" y="59083"/>
                  <a:pt x="11479" y="56508"/>
                </a:cubicBezTo>
                <a:cubicBezTo>
                  <a:pt x="11494" y="56463"/>
                  <a:pt x="11538" y="56390"/>
                  <a:pt x="11552" y="56331"/>
                </a:cubicBezTo>
                <a:cubicBezTo>
                  <a:pt x="11670" y="56272"/>
                  <a:pt x="11758" y="56213"/>
                  <a:pt x="11861" y="56169"/>
                </a:cubicBezTo>
                <a:close/>
                <a:moveTo>
                  <a:pt x="11491" y="73646"/>
                </a:moveTo>
                <a:cubicBezTo>
                  <a:pt x="11493" y="73646"/>
                  <a:pt x="11494" y="73648"/>
                  <a:pt x="11494" y="73652"/>
                </a:cubicBezTo>
                <a:cubicBezTo>
                  <a:pt x="11479" y="73682"/>
                  <a:pt x="11464" y="73682"/>
                  <a:pt x="11449" y="73696"/>
                </a:cubicBezTo>
                <a:lnTo>
                  <a:pt x="11464" y="73682"/>
                </a:lnTo>
                <a:cubicBezTo>
                  <a:pt x="11475" y="73660"/>
                  <a:pt x="11486" y="73646"/>
                  <a:pt x="11491" y="73646"/>
                </a:cubicBezTo>
                <a:close/>
                <a:moveTo>
                  <a:pt x="11199" y="73623"/>
                </a:moveTo>
                <a:lnTo>
                  <a:pt x="11199" y="73623"/>
                </a:lnTo>
                <a:cubicBezTo>
                  <a:pt x="11185" y="73637"/>
                  <a:pt x="11170" y="73682"/>
                  <a:pt x="11170" y="73696"/>
                </a:cubicBezTo>
                <a:cubicBezTo>
                  <a:pt x="11126" y="73711"/>
                  <a:pt x="11082" y="73726"/>
                  <a:pt x="11037" y="73755"/>
                </a:cubicBezTo>
                <a:cubicBezTo>
                  <a:pt x="11052" y="73726"/>
                  <a:pt x="11052" y="73696"/>
                  <a:pt x="11082" y="73682"/>
                </a:cubicBezTo>
                <a:cubicBezTo>
                  <a:pt x="11111" y="73652"/>
                  <a:pt x="11170" y="73637"/>
                  <a:pt x="11199" y="73623"/>
                </a:cubicBezTo>
                <a:close/>
                <a:moveTo>
                  <a:pt x="11449" y="56375"/>
                </a:moveTo>
                <a:lnTo>
                  <a:pt x="11449" y="56375"/>
                </a:lnTo>
                <a:cubicBezTo>
                  <a:pt x="11420" y="56419"/>
                  <a:pt x="11420" y="56449"/>
                  <a:pt x="11405" y="56493"/>
                </a:cubicBezTo>
                <a:cubicBezTo>
                  <a:pt x="10463" y="59083"/>
                  <a:pt x="10625" y="61923"/>
                  <a:pt x="10802" y="64896"/>
                </a:cubicBezTo>
                <a:lnTo>
                  <a:pt x="10831" y="65455"/>
                </a:lnTo>
                <a:cubicBezTo>
                  <a:pt x="10875" y="66294"/>
                  <a:pt x="10964" y="67089"/>
                  <a:pt x="11037" y="67869"/>
                </a:cubicBezTo>
                <a:cubicBezTo>
                  <a:pt x="11258" y="70032"/>
                  <a:pt x="11464" y="71945"/>
                  <a:pt x="10758" y="73696"/>
                </a:cubicBezTo>
                <a:cubicBezTo>
                  <a:pt x="10684" y="73711"/>
                  <a:pt x="10640" y="73726"/>
                  <a:pt x="10581" y="73770"/>
                </a:cubicBezTo>
                <a:cubicBezTo>
                  <a:pt x="11082" y="72136"/>
                  <a:pt x="10817" y="70415"/>
                  <a:pt x="10537" y="68487"/>
                </a:cubicBezTo>
                <a:cubicBezTo>
                  <a:pt x="10405" y="67545"/>
                  <a:pt x="10257" y="66574"/>
                  <a:pt x="10213" y="65529"/>
                </a:cubicBezTo>
                <a:cubicBezTo>
                  <a:pt x="10022" y="62453"/>
                  <a:pt x="9948" y="59480"/>
                  <a:pt x="11037" y="56772"/>
                </a:cubicBezTo>
                <a:cubicBezTo>
                  <a:pt x="11082" y="56699"/>
                  <a:pt x="11096" y="56625"/>
                  <a:pt x="11126" y="56566"/>
                </a:cubicBezTo>
                <a:cubicBezTo>
                  <a:pt x="11243" y="56508"/>
                  <a:pt x="11332" y="56434"/>
                  <a:pt x="11449" y="56375"/>
                </a:cubicBezTo>
                <a:close/>
                <a:moveTo>
                  <a:pt x="11296" y="73750"/>
                </a:moveTo>
                <a:cubicBezTo>
                  <a:pt x="11291" y="73757"/>
                  <a:pt x="11284" y="73764"/>
                  <a:pt x="11273" y="73770"/>
                </a:cubicBezTo>
                <a:cubicBezTo>
                  <a:pt x="11258" y="73785"/>
                  <a:pt x="11229" y="73799"/>
                  <a:pt x="11199" y="73799"/>
                </a:cubicBezTo>
                <a:cubicBezTo>
                  <a:pt x="11214" y="73785"/>
                  <a:pt x="11214" y="73770"/>
                  <a:pt x="11243" y="73770"/>
                </a:cubicBezTo>
                <a:cubicBezTo>
                  <a:pt x="11261" y="73761"/>
                  <a:pt x="11279" y="73757"/>
                  <a:pt x="11296" y="73750"/>
                </a:cubicBezTo>
                <a:close/>
                <a:moveTo>
                  <a:pt x="11008" y="56625"/>
                </a:moveTo>
                <a:lnTo>
                  <a:pt x="10949" y="56728"/>
                </a:lnTo>
                <a:cubicBezTo>
                  <a:pt x="9860" y="59436"/>
                  <a:pt x="9934" y="62438"/>
                  <a:pt x="10125" y="65514"/>
                </a:cubicBezTo>
                <a:cubicBezTo>
                  <a:pt x="10169" y="66559"/>
                  <a:pt x="10316" y="67530"/>
                  <a:pt x="10449" y="68472"/>
                </a:cubicBezTo>
                <a:cubicBezTo>
                  <a:pt x="10728" y="70415"/>
                  <a:pt x="10978" y="72136"/>
                  <a:pt x="10463" y="73770"/>
                </a:cubicBezTo>
                <a:cubicBezTo>
                  <a:pt x="10419" y="73785"/>
                  <a:pt x="10346" y="73799"/>
                  <a:pt x="10287" y="73829"/>
                </a:cubicBezTo>
                <a:cubicBezTo>
                  <a:pt x="10640" y="72254"/>
                  <a:pt x="10316" y="70635"/>
                  <a:pt x="9992" y="68928"/>
                </a:cubicBezTo>
                <a:cubicBezTo>
                  <a:pt x="9786" y="67869"/>
                  <a:pt x="9566" y="66735"/>
                  <a:pt x="9492" y="65543"/>
                </a:cubicBezTo>
                <a:cubicBezTo>
                  <a:pt x="9242" y="61776"/>
                  <a:pt x="9566" y="59215"/>
                  <a:pt x="10581" y="56993"/>
                </a:cubicBezTo>
                <a:cubicBezTo>
                  <a:pt x="10611" y="56920"/>
                  <a:pt x="10640" y="56861"/>
                  <a:pt x="10669" y="56787"/>
                </a:cubicBezTo>
                <a:cubicBezTo>
                  <a:pt x="10802" y="56758"/>
                  <a:pt x="10890" y="56699"/>
                  <a:pt x="11008" y="56625"/>
                </a:cubicBezTo>
                <a:close/>
                <a:moveTo>
                  <a:pt x="10964" y="73711"/>
                </a:moveTo>
                <a:cubicBezTo>
                  <a:pt x="10949" y="73755"/>
                  <a:pt x="10934" y="73770"/>
                  <a:pt x="10934" y="73799"/>
                </a:cubicBezTo>
                <a:cubicBezTo>
                  <a:pt x="10875" y="73829"/>
                  <a:pt x="10831" y="73843"/>
                  <a:pt x="10787" y="73858"/>
                </a:cubicBezTo>
                <a:cubicBezTo>
                  <a:pt x="10787" y="73829"/>
                  <a:pt x="10802" y="73785"/>
                  <a:pt x="10817" y="73770"/>
                </a:cubicBezTo>
                <a:cubicBezTo>
                  <a:pt x="10875" y="73755"/>
                  <a:pt x="10934" y="73726"/>
                  <a:pt x="10964" y="73711"/>
                </a:cubicBezTo>
                <a:close/>
                <a:moveTo>
                  <a:pt x="10558" y="56925"/>
                </a:moveTo>
                <a:lnTo>
                  <a:pt x="10558" y="56925"/>
                </a:lnTo>
                <a:cubicBezTo>
                  <a:pt x="10537" y="56943"/>
                  <a:pt x="10536" y="56980"/>
                  <a:pt x="10522" y="56993"/>
                </a:cubicBezTo>
                <a:cubicBezTo>
                  <a:pt x="9507" y="59230"/>
                  <a:pt x="9183" y="61805"/>
                  <a:pt x="9433" y="65588"/>
                </a:cubicBezTo>
                <a:cubicBezTo>
                  <a:pt x="9507" y="66780"/>
                  <a:pt x="9728" y="67898"/>
                  <a:pt x="9934" y="68972"/>
                </a:cubicBezTo>
                <a:cubicBezTo>
                  <a:pt x="10272" y="70679"/>
                  <a:pt x="10581" y="72298"/>
                  <a:pt x="10213" y="73858"/>
                </a:cubicBezTo>
                <a:cubicBezTo>
                  <a:pt x="10140" y="73873"/>
                  <a:pt x="10081" y="73902"/>
                  <a:pt x="10007" y="73917"/>
                </a:cubicBezTo>
                <a:cubicBezTo>
                  <a:pt x="10228" y="72445"/>
                  <a:pt x="9860" y="70959"/>
                  <a:pt x="9492" y="69370"/>
                </a:cubicBezTo>
                <a:cubicBezTo>
                  <a:pt x="9213" y="68192"/>
                  <a:pt x="8918" y="66986"/>
                  <a:pt x="8830" y="65661"/>
                </a:cubicBezTo>
                <a:cubicBezTo>
                  <a:pt x="8594" y="62291"/>
                  <a:pt x="9021" y="59554"/>
                  <a:pt x="10169" y="57288"/>
                </a:cubicBezTo>
                <a:cubicBezTo>
                  <a:pt x="10199" y="57229"/>
                  <a:pt x="10228" y="57170"/>
                  <a:pt x="10243" y="57140"/>
                </a:cubicBezTo>
                <a:cubicBezTo>
                  <a:pt x="10302" y="57096"/>
                  <a:pt x="10375" y="57052"/>
                  <a:pt x="10434" y="57008"/>
                </a:cubicBezTo>
                <a:cubicBezTo>
                  <a:pt x="10462" y="56980"/>
                  <a:pt x="10515" y="56953"/>
                  <a:pt x="10558" y="56925"/>
                </a:cubicBezTo>
                <a:close/>
                <a:moveTo>
                  <a:pt x="11096" y="73799"/>
                </a:moveTo>
                <a:cubicBezTo>
                  <a:pt x="11082" y="73829"/>
                  <a:pt x="11052" y="73843"/>
                  <a:pt x="11052" y="73858"/>
                </a:cubicBezTo>
                <a:cubicBezTo>
                  <a:pt x="11023" y="73902"/>
                  <a:pt x="10978" y="73917"/>
                  <a:pt x="10949" y="73932"/>
                </a:cubicBezTo>
                <a:cubicBezTo>
                  <a:pt x="10964" y="73917"/>
                  <a:pt x="10964" y="73902"/>
                  <a:pt x="10978" y="73858"/>
                </a:cubicBezTo>
                <a:lnTo>
                  <a:pt x="11096" y="73799"/>
                </a:lnTo>
                <a:close/>
                <a:moveTo>
                  <a:pt x="10714" y="73799"/>
                </a:moveTo>
                <a:lnTo>
                  <a:pt x="10714" y="73799"/>
                </a:lnTo>
                <a:cubicBezTo>
                  <a:pt x="10684" y="73843"/>
                  <a:pt x="10669" y="73873"/>
                  <a:pt x="10669" y="73902"/>
                </a:cubicBezTo>
                <a:cubicBezTo>
                  <a:pt x="10611" y="73917"/>
                  <a:pt x="10566" y="73932"/>
                  <a:pt x="10508" y="73976"/>
                </a:cubicBezTo>
                <a:cubicBezTo>
                  <a:pt x="10522" y="73932"/>
                  <a:pt x="10522" y="73902"/>
                  <a:pt x="10537" y="73858"/>
                </a:cubicBezTo>
                <a:lnTo>
                  <a:pt x="10714" y="73799"/>
                </a:lnTo>
                <a:close/>
                <a:moveTo>
                  <a:pt x="11136" y="73926"/>
                </a:moveTo>
                <a:cubicBezTo>
                  <a:pt x="11140" y="73926"/>
                  <a:pt x="11146" y="73927"/>
                  <a:pt x="11155" y="73932"/>
                </a:cubicBezTo>
                <a:cubicBezTo>
                  <a:pt x="11126" y="73946"/>
                  <a:pt x="11111" y="73946"/>
                  <a:pt x="11096" y="73976"/>
                </a:cubicBezTo>
                <a:lnTo>
                  <a:pt x="11111" y="73946"/>
                </a:lnTo>
                <a:cubicBezTo>
                  <a:pt x="11121" y="73936"/>
                  <a:pt x="11124" y="73926"/>
                  <a:pt x="11136" y="73926"/>
                </a:cubicBezTo>
                <a:close/>
                <a:moveTo>
                  <a:pt x="10096" y="57214"/>
                </a:moveTo>
                <a:cubicBezTo>
                  <a:pt x="10096" y="57229"/>
                  <a:pt x="10081" y="57229"/>
                  <a:pt x="10081" y="57243"/>
                </a:cubicBezTo>
                <a:cubicBezTo>
                  <a:pt x="8918" y="59524"/>
                  <a:pt x="8506" y="62276"/>
                  <a:pt x="8742" y="65661"/>
                </a:cubicBezTo>
                <a:cubicBezTo>
                  <a:pt x="8830" y="66971"/>
                  <a:pt x="9124" y="68192"/>
                  <a:pt x="9419" y="69370"/>
                </a:cubicBezTo>
                <a:cubicBezTo>
                  <a:pt x="9801" y="70959"/>
                  <a:pt x="10154" y="72460"/>
                  <a:pt x="9934" y="73946"/>
                </a:cubicBezTo>
                <a:cubicBezTo>
                  <a:pt x="9860" y="73961"/>
                  <a:pt x="9801" y="73991"/>
                  <a:pt x="9728" y="74020"/>
                </a:cubicBezTo>
                <a:cubicBezTo>
                  <a:pt x="9845" y="72593"/>
                  <a:pt x="9433" y="71165"/>
                  <a:pt x="8992" y="69679"/>
                </a:cubicBezTo>
                <a:cubicBezTo>
                  <a:pt x="8624" y="68428"/>
                  <a:pt x="8241" y="67147"/>
                  <a:pt x="8138" y="65705"/>
                </a:cubicBezTo>
                <a:cubicBezTo>
                  <a:pt x="7888" y="62585"/>
                  <a:pt x="8433" y="59833"/>
                  <a:pt x="9713" y="57523"/>
                </a:cubicBezTo>
                <a:cubicBezTo>
                  <a:pt x="9728" y="57479"/>
                  <a:pt x="9772" y="57435"/>
                  <a:pt x="9786" y="57391"/>
                </a:cubicBezTo>
                <a:cubicBezTo>
                  <a:pt x="9904" y="57346"/>
                  <a:pt x="9992" y="57288"/>
                  <a:pt x="10096" y="57214"/>
                </a:cubicBezTo>
                <a:close/>
                <a:moveTo>
                  <a:pt x="10861" y="73917"/>
                </a:moveTo>
                <a:cubicBezTo>
                  <a:pt x="10861" y="73917"/>
                  <a:pt x="10861" y="73932"/>
                  <a:pt x="10831" y="73932"/>
                </a:cubicBezTo>
                <a:cubicBezTo>
                  <a:pt x="10817" y="73946"/>
                  <a:pt x="10817" y="73976"/>
                  <a:pt x="10802" y="73991"/>
                </a:cubicBezTo>
                <a:cubicBezTo>
                  <a:pt x="10787" y="74005"/>
                  <a:pt x="10728" y="74020"/>
                  <a:pt x="10684" y="74049"/>
                </a:cubicBezTo>
                <a:cubicBezTo>
                  <a:pt x="10714" y="74020"/>
                  <a:pt x="10714" y="73991"/>
                  <a:pt x="10728" y="73976"/>
                </a:cubicBezTo>
                <a:cubicBezTo>
                  <a:pt x="10758" y="73946"/>
                  <a:pt x="10817" y="73932"/>
                  <a:pt x="10861" y="73917"/>
                </a:cubicBezTo>
                <a:close/>
                <a:moveTo>
                  <a:pt x="10463" y="73873"/>
                </a:moveTo>
                <a:lnTo>
                  <a:pt x="10463" y="73873"/>
                </a:lnTo>
                <a:cubicBezTo>
                  <a:pt x="10449" y="73917"/>
                  <a:pt x="10449" y="73946"/>
                  <a:pt x="10434" y="73991"/>
                </a:cubicBezTo>
                <a:cubicBezTo>
                  <a:pt x="10360" y="74020"/>
                  <a:pt x="10302" y="74049"/>
                  <a:pt x="10243" y="74064"/>
                </a:cubicBezTo>
                <a:cubicBezTo>
                  <a:pt x="10257" y="74020"/>
                  <a:pt x="10257" y="73991"/>
                  <a:pt x="10287" y="73932"/>
                </a:cubicBezTo>
                <a:cubicBezTo>
                  <a:pt x="10346" y="73917"/>
                  <a:pt x="10419" y="73902"/>
                  <a:pt x="10463" y="73873"/>
                </a:cubicBezTo>
                <a:close/>
                <a:moveTo>
                  <a:pt x="10949" y="73991"/>
                </a:moveTo>
                <a:cubicBezTo>
                  <a:pt x="10949" y="74020"/>
                  <a:pt x="10949" y="74049"/>
                  <a:pt x="10934" y="74049"/>
                </a:cubicBezTo>
                <a:cubicBezTo>
                  <a:pt x="10905" y="74064"/>
                  <a:pt x="10875" y="74079"/>
                  <a:pt x="10831" y="74079"/>
                </a:cubicBezTo>
                <a:cubicBezTo>
                  <a:pt x="10831" y="74064"/>
                  <a:pt x="10846" y="74049"/>
                  <a:pt x="10846" y="74020"/>
                </a:cubicBezTo>
                <a:cubicBezTo>
                  <a:pt x="10890" y="74005"/>
                  <a:pt x="10905" y="74005"/>
                  <a:pt x="10949" y="73991"/>
                </a:cubicBezTo>
                <a:close/>
                <a:moveTo>
                  <a:pt x="9639" y="57494"/>
                </a:moveTo>
                <a:lnTo>
                  <a:pt x="9639" y="57494"/>
                </a:lnTo>
                <a:cubicBezTo>
                  <a:pt x="8315" y="59819"/>
                  <a:pt x="7785" y="62585"/>
                  <a:pt x="8035" y="65735"/>
                </a:cubicBezTo>
                <a:cubicBezTo>
                  <a:pt x="8153" y="67162"/>
                  <a:pt x="8536" y="68472"/>
                  <a:pt x="8903" y="69723"/>
                </a:cubicBezTo>
                <a:cubicBezTo>
                  <a:pt x="9345" y="71209"/>
                  <a:pt x="9742" y="72622"/>
                  <a:pt x="9639" y="74064"/>
                </a:cubicBezTo>
                <a:cubicBezTo>
                  <a:pt x="9610" y="74079"/>
                  <a:pt x="9580" y="74079"/>
                  <a:pt x="9551" y="74094"/>
                </a:cubicBezTo>
                <a:cubicBezTo>
                  <a:pt x="9507" y="74123"/>
                  <a:pt x="9477" y="74123"/>
                  <a:pt x="9419" y="74138"/>
                </a:cubicBezTo>
                <a:cubicBezTo>
                  <a:pt x="9433" y="72740"/>
                  <a:pt x="8977" y="71401"/>
                  <a:pt x="8477" y="69973"/>
                </a:cubicBezTo>
                <a:cubicBezTo>
                  <a:pt x="8020" y="68663"/>
                  <a:pt x="7564" y="67309"/>
                  <a:pt x="7432" y="65808"/>
                </a:cubicBezTo>
                <a:cubicBezTo>
                  <a:pt x="7196" y="62880"/>
                  <a:pt x="7814" y="60113"/>
                  <a:pt x="9271" y="57803"/>
                </a:cubicBezTo>
                <a:cubicBezTo>
                  <a:pt x="9316" y="57744"/>
                  <a:pt x="9330" y="57714"/>
                  <a:pt x="9360" y="57655"/>
                </a:cubicBezTo>
                <a:lnTo>
                  <a:pt x="9639" y="57494"/>
                </a:lnTo>
                <a:close/>
                <a:moveTo>
                  <a:pt x="10611" y="74005"/>
                </a:moveTo>
                <a:lnTo>
                  <a:pt x="10611" y="74005"/>
                </a:lnTo>
                <a:cubicBezTo>
                  <a:pt x="10596" y="74020"/>
                  <a:pt x="10596" y="74064"/>
                  <a:pt x="10581" y="74079"/>
                </a:cubicBezTo>
                <a:lnTo>
                  <a:pt x="10581" y="74094"/>
                </a:lnTo>
                <a:cubicBezTo>
                  <a:pt x="10522" y="74123"/>
                  <a:pt x="10478" y="74138"/>
                  <a:pt x="10434" y="74152"/>
                </a:cubicBezTo>
                <a:cubicBezTo>
                  <a:pt x="10449" y="74138"/>
                  <a:pt x="10463" y="74094"/>
                  <a:pt x="10463" y="74064"/>
                </a:cubicBezTo>
                <a:cubicBezTo>
                  <a:pt x="10522" y="74049"/>
                  <a:pt x="10566" y="74020"/>
                  <a:pt x="10611" y="74005"/>
                </a:cubicBezTo>
                <a:close/>
                <a:moveTo>
                  <a:pt x="10169" y="73991"/>
                </a:moveTo>
                <a:cubicBezTo>
                  <a:pt x="10154" y="74020"/>
                  <a:pt x="10154" y="74079"/>
                  <a:pt x="10140" y="74123"/>
                </a:cubicBezTo>
                <a:cubicBezTo>
                  <a:pt x="10081" y="74123"/>
                  <a:pt x="10022" y="74138"/>
                  <a:pt x="9978" y="74167"/>
                </a:cubicBezTo>
                <a:cubicBezTo>
                  <a:pt x="9978" y="74138"/>
                  <a:pt x="9992" y="74079"/>
                  <a:pt x="9992" y="74049"/>
                </a:cubicBezTo>
                <a:cubicBezTo>
                  <a:pt x="10037" y="74020"/>
                  <a:pt x="10110" y="74005"/>
                  <a:pt x="10169" y="73991"/>
                </a:cubicBezTo>
                <a:close/>
                <a:moveTo>
                  <a:pt x="9198" y="57758"/>
                </a:moveTo>
                <a:lnTo>
                  <a:pt x="9198" y="57758"/>
                </a:lnTo>
                <a:cubicBezTo>
                  <a:pt x="7726" y="60098"/>
                  <a:pt x="7079" y="62880"/>
                  <a:pt x="7344" y="65808"/>
                </a:cubicBezTo>
                <a:cubicBezTo>
                  <a:pt x="7476" y="67324"/>
                  <a:pt x="7947" y="68693"/>
                  <a:pt x="8403" y="70002"/>
                </a:cubicBezTo>
                <a:cubicBezTo>
                  <a:pt x="8903" y="71415"/>
                  <a:pt x="9360" y="72754"/>
                  <a:pt x="9345" y="74152"/>
                </a:cubicBezTo>
                <a:cubicBezTo>
                  <a:pt x="9271" y="74167"/>
                  <a:pt x="9198" y="74211"/>
                  <a:pt x="9124" y="74226"/>
                </a:cubicBezTo>
                <a:cubicBezTo>
                  <a:pt x="9051" y="72872"/>
                  <a:pt x="8536" y="71577"/>
                  <a:pt x="7976" y="70223"/>
                </a:cubicBezTo>
                <a:cubicBezTo>
                  <a:pt x="7432" y="68855"/>
                  <a:pt x="6858" y="67457"/>
                  <a:pt x="6711" y="65867"/>
                </a:cubicBezTo>
                <a:cubicBezTo>
                  <a:pt x="6461" y="63100"/>
                  <a:pt x="7196" y="60393"/>
                  <a:pt x="8815" y="58053"/>
                </a:cubicBezTo>
                <a:cubicBezTo>
                  <a:pt x="8845" y="57994"/>
                  <a:pt x="8903" y="57950"/>
                  <a:pt x="8933" y="57891"/>
                </a:cubicBezTo>
                <a:cubicBezTo>
                  <a:pt x="9036" y="57832"/>
                  <a:pt x="9124" y="57788"/>
                  <a:pt x="9198" y="57758"/>
                </a:cubicBezTo>
                <a:close/>
                <a:moveTo>
                  <a:pt x="10743" y="74094"/>
                </a:moveTo>
                <a:lnTo>
                  <a:pt x="10743" y="74094"/>
                </a:lnTo>
                <a:cubicBezTo>
                  <a:pt x="10728" y="74123"/>
                  <a:pt x="10728" y="74138"/>
                  <a:pt x="10714" y="74152"/>
                </a:cubicBezTo>
                <a:cubicBezTo>
                  <a:pt x="10669" y="74197"/>
                  <a:pt x="10640" y="74211"/>
                  <a:pt x="10596" y="74226"/>
                </a:cubicBezTo>
                <a:cubicBezTo>
                  <a:pt x="10611" y="74211"/>
                  <a:pt x="10611" y="74197"/>
                  <a:pt x="10640" y="74152"/>
                </a:cubicBezTo>
                <a:lnTo>
                  <a:pt x="10743" y="74094"/>
                </a:lnTo>
                <a:close/>
                <a:moveTo>
                  <a:pt x="10798" y="74220"/>
                </a:moveTo>
                <a:cubicBezTo>
                  <a:pt x="10801" y="74220"/>
                  <a:pt x="10802" y="74222"/>
                  <a:pt x="10802" y="74226"/>
                </a:cubicBezTo>
                <a:cubicBezTo>
                  <a:pt x="10788" y="74240"/>
                  <a:pt x="10760" y="74241"/>
                  <a:pt x="10758" y="74267"/>
                </a:cubicBezTo>
                <a:lnTo>
                  <a:pt x="10758" y="74267"/>
                </a:lnTo>
                <a:cubicBezTo>
                  <a:pt x="10758" y="74259"/>
                  <a:pt x="10761" y="74241"/>
                  <a:pt x="10772" y="74241"/>
                </a:cubicBezTo>
                <a:cubicBezTo>
                  <a:pt x="10783" y="74230"/>
                  <a:pt x="10793" y="74220"/>
                  <a:pt x="10798" y="74220"/>
                </a:cubicBezTo>
                <a:close/>
                <a:moveTo>
                  <a:pt x="9904" y="74064"/>
                </a:moveTo>
                <a:cubicBezTo>
                  <a:pt x="9904" y="74094"/>
                  <a:pt x="9875" y="74152"/>
                  <a:pt x="9875" y="74197"/>
                </a:cubicBezTo>
                <a:cubicBezTo>
                  <a:pt x="9831" y="74211"/>
                  <a:pt x="9757" y="74241"/>
                  <a:pt x="9698" y="74270"/>
                </a:cubicBezTo>
                <a:cubicBezTo>
                  <a:pt x="9698" y="74211"/>
                  <a:pt x="9713" y="74167"/>
                  <a:pt x="9713" y="74123"/>
                </a:cubicBezTo>
                <a:cubicBezTo>
                  <a:pt x="9772" y="74094"/>
                  <a:pt x="9845" y="74079"/>
                  <a:pt x="9904" y="74064"/>
                </a:cubicBezTo>
                <a:close/>
                <a:moveTo>
                  <a:pt x="10375" y="74094"/>
                </a:moveTo>
                <a:lnTo>
                  <a:pt x="10375" y="74094"/>
                </a:lnTo>
                <a:cubicBezTo>
                  <a:pt x="10360" y="74138"/>
                  <a:pt x="10360" y="74167"/>
                  <a:pt x="10346" y="74211"/>
                </a:cubicBezTo>
                <a:cubicBezTo>
                  <a:pt x="10287" y="74226"/>
                  <a:pt x="10228" y="74241"/>
                  <a:pt x="10199" y="74285"/>
                </a:cubicBezTo>
                <a:cubicBezTo>
                  <a:pt x="10199" y="74226"/>
                  <a:pt x="10213" y="74197"/>
                  <a:pt x="10213" y="74152"/>
                </a:cubicBezTo>
                <a:lnTo>
                  <a:pt x="10375" y="74094"/>
                </a:lnTo>
                <a:close/>
                <a:moveTo>
                  <a:pt x="8756" y="57979"/>
                </a:moveTo>
                <a:cubicBezTo>
                  <a:pt x="8771" y="57979"/>
                  <a:pt x="8771" y="58009"/>
                  <a:pt x="8756" y="58023"/>
                </a:cubicBezTo>
                <a:cubicBezTo>
                  <a:pt x="7123" y="60363"/>
                  <a:pt x="6387" y="63086"/>
                  <a:pt x="6637" y="65882"/>
                </a:cubicBezTo>
                <a:cubicBezTo>
                  <a:pt x="6784" y="67471"/>
                  <a:pt x="7358" y="68869"/>
                  <a:pt x="7917" y="70253"/>
                </a:cubicBezTo>
                <a:cubicBezTo>
                  <a:pt x="8462" y="71621"/>
                  <a:pt x="8977" y="72902"/>
                  <a:pt x="9036" y="74270"/>
                </a:cubicBezTo>
                <a:cubicBezTo>
                  <a:pt x="8962" y="74285"/>
                  <a:pt x="8889" y="74314"/>
                  <a:pt x="8815" y="74344"/>
                </a:cubicBezTo>
                <a:cubicBezTo>
                  <a:pt x="8668" y="72990"/>
                  <a:pt x="8094" y="71739"/>
                  <a:pt x="7491" y="70444"/>
                </a:cubicBezTo>
                <a:cubicBezTo>
                  <a:pt x="6843" y="69046"/>
                  <a:pt x="6181" y="67589"/>
                  <a:pt x="6019" y="65955"/>
                </a:cubicBezTo>
                <a:cubicBezTo>
                  <a:pt x="5754" y="63321"/>
                  <a:pt x="6608" y="60613"/>
                  <a:pt x="8374" y="58332"/>
                </a:cubicBezTo>
                <a:lnTo>
                  <a:pt x="8536" y="58112"/>
                </a:lnTo>
                <a:cubicBezTo>
                  <a:pt x="8609" y="58082"/>
                  <a:pt x="8683" y="58023"/>
                  <a:pt x="8756" y="57979"/>
                </a:cubicBezTo>
                <a:close/>
                <a:moveTo>
                  <a:pt x="10522" y="74211"/>
                </a:moveTo>
                <a:cubicBezTo>
                  <a:pt x="10508" y="74226"/>
                  <a:pt x="10508" y="74270"/>
                  <a:pt x="10493" y="74285"/>
                </a:cubicBezTo>
                <a:cubicBezTo>
                  <a:pt x="10449" y="74300"/>
                  <a:pt x="10390" y="74344"/>
                  <a:pt x="10360" y="74359"/>
                </a:cubicBezTo>
                <a:cubicBezTo>
                  <a:pt x="10375" y="74314"/>
                  <a:pt x="10375" y="74300"/>
                  <a:pt x="10390" y="74270"/>
                </a:cubicBezTo>
                <a:cubicBezTo>
                  <a:pt x="10434" y="74241"/>
                  <a:pt x="10463" y="74226"/>
                  <a:pt x="10522" y="74211"/>
                </a:cubicBezTo>
                <a:close/>
                <a:moveTo>
                  <a:pt x="9625" y="74152"/>
                </a:moveTo>
                <a:cubicBezTo>
                  <a:pt x="9625" y="74211"/>
                  <a:pt x="9610" y="74241"/>
                  <a:pt x="9610" y="74300"/>
                </a:cubicBezTo>
                <a:cubicBezTo>
                  <a:pt x="9551" y="74314"/>
                  <a:pt x="9477" y="74344"/>
                  <a:pt x="9419" y="74373"/>
                </a:cubicBezTo>
                <a:lnTo>
                  <a:pt x="9419" y="74226"/>
                </a:lnTo>
                <a:cubicBezTo>
                  <a:pt x="9477" y="74211"/>
                  <a:pt x="9507" y="74197"/>
                  <a:pt x="9566" y="74167"/>
                </a:cubicBezTo>
                <a:cubicBezTo>
                  <a:pt x="9580" y="74167"/>
                  <a:pt x="9610" y="74152"/>
                  <a:pt x="9625" y="74152"/>
                </a:cubicBezTo>
                <a:close/>
                <a:moveTo>
                  <a:pt x="10096" y="74197"/>
                </a:moveTo>
                <a:lnTo>
                  <a:pt x="10096" y="74197"/>
                </a:lnTo>
                <a:cubicBezTo>
                  <a:pt x="10081" y="74226"/>
                  <a:pt x="10081" y="74270"/>
                  <a:pt x="10066" y="74300"/>
                </a:cubicBezTo>
                <a:cubicBezTo>
                  <a:pt x="10022" y="74344"/>
                  <a:pt x="9978" y="74359"/>
                  <a:pt x="9919" y="74373"/>
                </a:cubicBezTo>
                <a:cubicBezTo>
                  <a:pt x="9934" y="74344"/>
                  <a:pt x="9934" y="74300"/>
                  <a:pt x="9934" y="74241"/>
                </a:cubicBezTo>
                <a:lnTo>
                  <a:pt x="10096" y="74197"/>
                </a:lnTo>
                <a:close/>
                <a:moveTo>
                  <a:pt x="10611" y="74314"/>
                </a:moveTo>
                <a:cubicBezTo>
                  <a:pt x="10611" y="74314"/>
                  <a:pt x="10596" y="74344"/>
                  <a:pt x="10596" y="74359"/>
                </a:cubicBezTo>
                <a:cubicBezTo>
                  <a:pt x="10581" y="74373"/>
                  <a:pt x="10537" y="74388"/>
                  <a:pt x="10522" y="74388"/>
                </a:cubicBezTo>
                <a:cubicBezTo>
                  <a:pt x="10522" y="74373"/>
                  <a:pt x="10537" y="74359"/>
                  <a:pt x="10537" y="74359"/>
                </a:cubicBezTo>
                <a:cubicBezTo>
                  <a:pt x="10552" y="74329"/>
                  <a:pt x="10596" y="74329"/>
                  <a:pt x="10611" y="74314"/>
                </a:cubicBezTo>
                <a:close/>
                <a:moveTo>
                  <a:pt x="8374" y="58200"/>
                </a:moveTo>
                <a:lnTo>
                  <a:pt x="8315" y="58259"/>
                </a:lnTo>
                <a:cubicBezTo>
                  <a:pt x="6534" y="60555"/>
                  <a:pt x="5681" y="63277"/>
                  <a:pt x="5945" y="65926"/>
                </a:cubicBezTo>
                <a:cubicBezTo>
                  <a:pt x="6107" y="67589"/>
                  <a:pt x="6770" y="69031"/>
                  <a:pt x="7417" y="70444"/>
                </a:cubicBezTo>
                <a:cubicBezTo>
                  <a:pt x="8020" y="71739"/>
                  <a:pt x="8594" y="72990"/>
                  <a:pt x="8742" y="74329"/>
                </a:cubicBezTo>
                <a:cubicBezTo>
                  <a:pt x="8668" y="74359"/>
                  <a:pt x="8594" y="74388"/>
                  <a:pt x="8521" y="74403"/>
                </a:cubicBezTo>
                <a:cubicBezTo>
                  <a:pt x="8300" y="73078"/>
                  <a:pt x="7667" y="71871"/>
                  <a:pt x="7005" y="70576"/>
                </a:cubicBezTo>
                <a:cubicBezTo>
                  <a:pt x="6269" y="69149"/>
                  <a:pt x="5519" y="67677"/>
                  <a:pt x="5327" y="65985"/>
                </a:cubicBezTo>
                <a:cubicBezTo>
                  <a:pt x="5077" y="63424"/>
                  <a:pt x="5990" y="60790"/>
                  <a:pt x="7947" y="58553"/>
                </a:cubicBezTo>
                <a:lnTo>
                  <a:pt x="8182" y="58318"/>
                </a:lnTo>
                <a:cubicBezTo>
                  <a:pt x="8241" y="58274"/>
                  <a:pt x="8315" y="58244"/>
                  <a:pt x="8374" y="58200"/>
                </a:cubicBezTo>
                <a:close/>
                <a:moveTo>
                  <a:pt x="9330" y="74226"/>
                </a:moveTo>
                <a:lnTo>
                  <a:pt x="9330" y="74388"/>
                </a:lnTo>
                <a:lnTo>
                  <a:pt x="9316" y="74388"/>
                </a:lnTo>
                <a:cubicBezTo>
                  <a:pt x="9257" y="74432"/>
                  <a:pt x="9183" y="74447"/>
                  <a:pt x="9124" y="74462"/>
                </a:cubicBezTo>
                <a:lnTo>
                  <a:pt x="9124" y="74300"/>
                </a:lnTo>
                <a:cubicBezTo>
                  <a:pt x="9198" y="74285"/>
                  <a:pt x="9271" y="74270"/>
                  <a:pt x="9330" y="74226"/>
                </a:cubicBezTo>
                <a:close/>
                <a:moveTo>
                  <a:pt x="10287" y="74314"/>
                </a:moveTo>
                <a:lnTo>
                  <a:pt x="10287" y="74314"/>
                </a:lnTo>
                <a:cubicBezTo>
                  <a:pt x="10257" y="74359"/>
                  <a:pt x="10257" y="74373"/>
                  <a:pt x="10243" y="74417"/>
                </a:cubicBezTo>
                <a:cubicBezTo>
                  <a:pt x="10213" y="74432"/>
                  <a:pt x="10154" y="74447"/>
                  <a:pt x="10110" y="74462"/>
                </a:cubicBezTo>
                <a:cubicBezTo>
                  <a:pt x="10110" y="74447"/>
                  <a:pt x="10140" y="74417"/>
                  <a:pt x="10140" y="74388"/>
                </a:cubicBezTo>
                <a:lnTo>
                  <a:pt x="10140" y="74373"/>
                </a:lnTo>
                <a:cubicBezTo>
                  <a:pt x="10184" y="74359"/>
                  <a:pt x="10228" y="74344"/>
                  <a:pt x="10287" y="74314"/>
                </a:cubicBezTo>
                <a:close/>
                <a:moveTo>
                  <a:pt x="9860" y="74285"/>
                </a:moveTo>
                <a:cubicBezTo>
                  <a:pt x="9860" y="74314"/>
                  <a:pt x="9845" y="74373"/>
                  <a:pt x="9816" y="74417"/>
                </a:cubicBezTo>
                <a:cubicBezTo>
                  <a:pt x="9772" y="74447"/>
                  <a:pt x="9713" y="74462"/>
                  <a:pt x="9654" y="74491"/>
                </a:cubicBezTo>
                <a:cubicBezTo>
                  <a:pt x="9654" y="74447"/>
                  <a:pt x="9669" y="74388"/>
                  <a:pt x="9669" y="74359"/>
                </a:cubicBezTo>
                <a:cubicBezTo>
                  <a:pt x="9728" y="74344"/>
                  <a:pt x="9801" y="74314"/>
                  <a:pt x="9860" y="74285"/>
                </a:cubicBezTo>
                <a:close/>
                <a:moveTo>
                  <a:pt x="7947" y="58450"/>
                </a:moveTo>
                <a:cubicBezTo>
                  <a:pt x="7932" y="58465"/>
                  <a:pt x="7903" y="58494"/>
                  <a:pt x="7873" y="58509"/>
                </a:cubicBezTo>
                <a:cubicBezTo>
                  <a:pt x="5901" y="60775"/>
                  <a:pt x="4959" y="63424"/>
                  <a:pt x="5239" y="66000"/>
                </a:cubicBezTo>
                <a:cubicBezTo>
                  <a:pt x="5430" y="67692"/>
                  <a:pt x="6181" y="69178"/>
                  <a:pt x="6917" y="70621"/>
                </a:cubicBezTo>
                <a:cubicBezTo>
                  <a:pt x="7579" y="71886"/>
                  <a:pt x="8197" y="73122"/>
                  <a:pt x="8418" y="74432"/>
                </a:cubicBezTo>
                <a:cubicBezTo>
                  <a:pt x="8344" y="74447"/>
                  <a:pt x="8271" y="74491"/>
                  <a:pt x="8197" y="74506"/>
                </a:cubicBezTo>
                <a:cubicBezTo>
                  <a:pt x="7903" y="73181"/>
                  <a:pt x="7226" y="71974"/>
                  <a:pt x="6505" y="70724"/>
                </a:cubicBezTo>
                <a:cubicBezTo>
                  <a:pt x="5681" y="69281"/>
                  <a:pt x="4812" y="67766"/>
                  <a:pt x="4636" y="66058"/>
                </a:cubicBezTo>
                <a:cubicBezTo>
                  <a:pt x="4268" y="62718"/>
                  <a:pt x="6269" y="60084"/>
                  <a:pt x="7505" y="58818"/>
                </a:cubicBezTo>
                <a:lnTo>
                  <a:pt x="7814" y="58494"/>
                </a:lnTo>
                <a:cubicBezTo>
                  <a:pt x="7859" y="58494"/>
                  <a:pt x="7903" y="58480"/>
                  <a:pt x="7947" y="58450"/>
                </a:cubicBezTo>
                <a:close/>
                <a:moveTo>
                  <a:pt x="10419" y="74388"/>
                </a:moveTo>
                <a:cubicBezTo>
                  <a:pt x="10390" y="74417"/>
                  <a:pt x="10390" y="74432"/>
                  <a:pt x="10375" y="74447"/>
                </a:cubicBezTo>
                <a:cubicBezTo>
                  <a:pt x="10346" y="74506"/>
                  <a:pt x="10316" y="74520"/>
                  <a:pt x="10287" y="74520"/>
                </a:cubicBezTo>
                <a:cubicBezTo>
                  <a:pt x="10302" y="74506"/>
                  <a:pt x="10302" y="74491"/>
                  <a:pt x="10316" y="74447"/>
                </a:cubicBezTo>
                <a:cubicBezTo>
                  <a:pt x="10360" y="74432"/>
                  <a:pt x="10390" y="74417"/>
                  <a:pt x="10419" y="74388"/>
                </a:cubicBezTo>
                <a:close/>
                <a:moveTo>
                  <a:pt x="10455" y="74549"/>
                </a:moveTo>
                <a:cubicBezTo>
                  <a:pt x="10450" y="74556"/>
                  <a:pt x="10445" y="74561"/>
                  <a:pt x="10441" y="74565"/>
                </a:cubicBezTo>
                <a:lnTo>
                  <a:pt x="10441" y="74565"/>
                </a:lnTo>
                <a:lnTo>
                  <a:pt x="10449" y="74550"/>
                </a:lnTo>
                <a:cubicBezTo>
                  <a:pt x="10451" y="74550"/>
                  <a:pt x="10453" y="74550"/>
                  <a:pt x="10455" y="74549"/>
                </a:cubicBezTo>
                <a:close/>
                <a:moveTo>
                  <a:pt x="9051" y="74344"/>
                </a:moveTo>
                <a:lnTo>
                  <a:pt x="9051" y="74506"/>
                </a:lnTo>
                <a:cubicBezTo>
                  <a:pt x="8977" y="74520"/>
                  <a:pt x="8918" y="74565"/>
                  <a:pt x="8845" y="74579"/>
                </a:cubicBezTo>
                <a:cubicBezTo>
                  <a:pt x="8845" y="74520"/>
                  <a:pt x="8845" y="74462"/>
                  <a:pt x="8830" y="74417"/>
                </a:cubicBezTo>
                <a:cubicBezTo>
                  <a:pt x="8903" y="74373"/>
                  <a:pt x="8977" y="74359"/>
                  <a:pt x="9051" y="74344"/>
                </a:cubicBezTo>
                <a:close/>
                <a:moveTo>
                  <a:pt x="9580" y="74373"/>
                </a:moveTo>
                <a:cubicBezTo>
                  <a:pt x="9580" y="74432"/>
                  <a:pt x="9566" y="74462"/>
                  <a:pt x="9566" y="74520"/>
                </a:cubicBezTo>
                <a:cubicBezTo>
                  <a:pt x="9507" y="74535"/>
                  <a:pt x="9463" y="74579"/>
                  <a:pt x="9389" y="74594"/>
                </a:cubicBezTo>
                <a:cubicBezTo>
                  <a:pt x="9404" y="74565"/>
                  <a:pt x="9404" y="74506"/>
                  <a:pt x="9404" y="74447"/>
                </a:cubicBezTo>
                <a:cubicBezTo>
                  <a:pt x="9463" y="74432"/>
                  <a:pt x="9536" y="74417"/>
                  <a:pt x="9580" y="74373"/>
                </a:cubicBezTo>
                <a:close/>
                <a:moveTo>
                  <a:pt x="10037" y="74417"/>
                </a:moveTo>
                <a:lnTo>
                  <a:pt x="10037" y="74417"/>
                </a:lnTo>
                <a:cubicBezTo>
                  <a:pt x="10022" y="74447"/>
                  <a:pt x="10022" y="74491"/>
                  <a:pt x="10007" y="74520"/>
                </a:cubicBezTo>
                <a:cubicBezTo>
                  <a:pt x="9948" y="74535"/>
                  <a:pt x="9919" y="74579"/>
                  <a:pt x="9860" y="74594"/>
                </a:cubicBezTo>
                <a:cubicBezTo>
                  <a:pt x="9875" y="74579"/>
                  <a:pt x="9875" y="74565"/>
                  <a:pt x="9875" y="74520"/>
                </a:cubicBezTo>
                <a:cubicBezTo>
                  <a:pt x="9875" y="74506"/>
                  <a:pt x="9875" y="74491"/>
                  <a:pt x="9889" y="74462"/>
                </a:cubicBezTo>
                <a:cubicBezTo>
                  <a:pt x="9948" y="74447"/>
                  <a:pt x="10007" y="74432"/>
                  <a:pt x="10037" y="74417"/>
                </a:cubicBezTo>
                <a:close/>
                <a:moveTo>
                  <a:pt x="7440" y="58780"/>
                </a:moveTo>
                <a:lnTo>
                  <a:pt x="7440" y="58780"/>
                </a:lnTo>
                <a:cubicBezTo>
                  <a:pt x="6204" y="60048"/>
                  <a:pt x="4195" y="62694"/>
                  <a:pt x="4562" y="66073"/>
                </a:cubicBezTo>
                <a:cubicBezTo>
                  <a:pt x="4739" y="67810"/>
                  <a:pt x="5607" y="69340"/>
                  <a:pt x="6461" y="70782"/>
                </a:cubicBezTo>
                <a:cubicBezTo>
                  <a:pt x="7167" y="72033"/>
                  <a:pt x="7859" y="73240"/>
                  <a:pt x="8153" y="74535"/>
                </a:cubicBezTo>
                <a:cubicBezTo>
                  <a:pt x="8079" y="74565"/>
                  <a:pt x="8006" y="74594"/>
                  <a:pt x="7932" y="74609"/>
                </a:cubicBezTo>
                <a:cubicBezTo>
                  <a:pt x="7564" y="73270"/>
                  <a:pt x="6799" y="72063"/>
                  <a:pt x="6048" y="70856"/>
                </a:cubicBezTo>
                <a:cubicBezTo>
                  <a:pt x="5136" y="69384"/>
                  <a:pt x="4179" y="67869"/>
                  <a:pt x="3973" y="66117"/>
                </a:cubicBezTo>
                <a:cubicBezTo>
                  <a:pt x="3694" y="63704"/>
                  <a:pt x="4842" y="61128"/>
                  <a:pt x="7093" y="59053"/>
                </a:cubicBezTo>
                <a:cubicBezTo>
                  <a:pt x="7185" y="58975"/>
                  <a:pt x="7310" y="58874"/>
                  <a:pt x="7440" y="58780"/>
                </a:cubicBezTo>
                <a:close/>
                <a:moveTo>
                  <a:pt x="8756" y="74417"/>
                </a:moveTo>
                <a:lnTo>
                  <a:pt x="8756" y="74594"/>
                </a:lnTo>
                <a:cubicBezTo>
                  <a:pt x="8683" y="74609"/>
                  <a:pt x="8609" y="74653"/>
                  <a:pt x="8550" y="74668"/>
                </a:cubicBezTo>
                <a:cubicBezTo>
                  <a:pt x="8550" y="74609"/>
                  <a:pt x="8536" y="74550"/>
                  <a:pt x="8536" y="74491"/>
                </a:cubicBezTo>
                <a:cubicBezTo>
                  <a:pt x="8609" y="74462"/>
                  <a:pt x="8683" y="74432"/>
                  <a:pt x="8756" y="74417"/>
                </a:cubicBezTo>
                <a:close/>
                <a:moveTo>
                  <a:pt x="10199" y="74520"/>
                </a:moveTo>
                <a:cubicBezTo>
                  <a:pt x="10169" y="74535"/>
                  <a:pt x="10169" y="74579"/>
                  <a:pt x="10154" y="74594"/>
                </a:cubicBezTo>
                <a:cubicBezTo>
                  <a:pt x="10110" y="74609"/>
                  <a:pt x="10081" y="74653"/>
                  <a:pt x="10051" y="74668"/>
                </a:cubicBezTo>
                <a:cubicBezTo>
                  <a:pt x="10066" y="74638"/>
                  <a:pt x="10066" y="74609"/>
                  <a:pt x="10081" y="74579"/>
                </a:cubicBezTo>
                <a:lnTo>
                  <a:pt x="10199" y="74520"/>
                </a:lnTo>
                <a:close/>
                <a:moveTo>
                  <a:pt x="9330" y="74491"/>
                </a:moveTo>
                <a:cubicBezTo>
                  <a:pt x="9330" y="74535"/>
                  <a:pt x="9316" y="74579"/>
                  <a:pt x="9316" y="74638"/>
                </a:cubicBezTo>
                <a:cubicBezTo>
                  <a:pt x="9257" y="74668"/>
                  <a:pt x="9183" y="74682"/>
                  <a:pt x="9124" y="74712"/>
                </a:cubicBezTo>
                <a:lnTo>
                  <a:pt x="9124" y="74565"/>
                </a:lnTo>
                <a:cubicBezTo>
                  <a:pt x="9198" y="74535"/>
                  <a:pt x="9257" y="74506"/>
                  <a:pt x="9330" y="74491"/>
                </a:cubicBezTo>
                <a:close/>
                <a:moveTo>
                  <a:pt x="9801" y="74506"/>
                </a:moveTo>
                <a:lnTo>
                  <a:pt x="9801" y="74506"/>
                </a:lnTo>
                <a:cubicBezTo>
                  <a:pt x="9786" y="74535"/>
                  <a:pt x="9786" y="74579"/>
                  <a:pt x="9772" y="74609"/>
                </a:cubicBezTo>
                <a:cubicBezTo>
                  <a:pt x="9728" y="74653"/>
                  <a:pt x="9683" y="74682"/>
                  <a:pt x="9625" y="74712"/>
                </a:cubicBezTo>
                <a:lnTo>
                  <a:pt x="9625" y="74668"/>
                </a:lnTo>
                <a:cubicBezTo>
                  <a:pt x="9625" y="74638"/>
                  <a:pt x="9639" y="74609"/>
                  <a:pt x="9639" y="74579"/>
                </a:cubicBezTo>
                <a:cubicBezTo>
                  <a:pt x="9698" y="74565"/>
                  <a:pt x="9742" y="74535"/>
                  <a:pt x="9801" y="74506"/>
                </a:cubicBezTo>
                <a:close/>
                <a:moveTo>
                  <a:pt x="10287" y="74638"/>
                </a:moveTo>
                <a:cubicBezTo>
                  <a:pt x="10287" y="74638"/>
                  <a:pt x="10287" y="74653"/>
                  <a:pt x="10272" y="74668"/>
                </a:cubicBezTo>
                <a:cubicBezTo>
                  <a:pt x="10243" y="74682"/>
                  <a:pt x="10213" y="74712"/>
                  <a:pt x="10199" y="74726"/>
                </a:cubicBezTo>
                <a:cubicBezTo>
                  <a:pt x="10199" y="74712"/>
                  <a:pt x="10213" y="74682"/>
                  <a:pt x="10213" y="74668"/>
                </a:cubicBezTo>
                <a:cubicBezTo>
                  <a:pt x="10228" y="74653"/>
                  <a:pt x="10257" y="74653"/>
                  <a:pt x="10287" y="74638"/>
                </a:cubicBezTo>
                <a:close/>
                <a:moveTo>
                  <a:pt x="6887" y="59142"/>
                </a:moveTo>
                <a:cubicBezTo>
                  <a:pt x="4680" y="61217"/>
                  <a:pt x="3576" y="63777"/>
                  <a:pt x="3841" y="66176"/>
                </a:cubicBezTo>
                <a:cubicBezTo>
                  <a:pt x="4047" y="67942"/>
                  <a:pt x="5018" y="69458"/>
                  <a:pt x="5945" y="70959"/>
                </a:cubicBezTo>
                <a:cubicBezTo>
                  <a:pt x="6681" y="72122"/>
                  <a:pt x="7447" y="73358"/>
                  <a:pt x="7814" y="74682"/>
                </a:cubicBezTo>
                <a:cubicBezTo>
                  <a:pt x="7741" y="74726"/>
                  <a:pt x="7667" y="74741"/>
                  <a:pt x="7594" y="74785"/>
                </a:cubicBezTo>
                <a:cubicBezTo>
                  <a:pt x="7167" y="73402"/>
                  <a:pt x="6343" y="72210"/>
                  <a:pt x="5533" y="71033"/>
                </a:cubicBezTo>
                <a:cubicBezTo>
                  <a:pt x="4533" y="69532"/>
                  <a:pt x="3458" y="68016"/>
                  <a:pt x="3238" y="66220"/>
                </a:cubicBezTo>
                <a:cubicBezTo>
                  <a:pt x="2943" y="63895"/>
                  <a:pt x="4209" y="61335"/>
                  <a:pt x="6608" y="59363"/>
                </a:cubicBezTo>
                <a:lnTo>
                  <a:pt x="6887" y="59142"/>
                </a:lnTo>
                <a:close/>
                <a:moveTo>
                  <a:pt x="8447" y="74520"/>
                </a:moveTo>
                <a:cubicBezTo>
                  <a:pt x="8462" y="74594"/>
                  <a:pt x="8462" y="74653"/>
                  <a:pt x="8477" y="74712"/>
                </a:cubicBezTo>
                <a:cubicBezTo>
                  <a:pt x="8403" y="74726"/>
                  <a:pt x="8330" y="74756"/>
                  <a:pt x="8256" y="74785"/>
                </a:cubicBezTo>
                <a:cubicBezTo>
                  <a:pt x="8241" y="74726"/>
                  <a:pt x="8241" y="74653"/>
                  <a:pt x="8227" y="74594"/>
                </a:cubicBezTo>
                <a:cubicBezTo>
                  <a:pt x="8300" y="74579"/>
                  <a:pt x="8374" y="74535"/>
                  <a:pt x="8447" y="74520"/>
                </a:cubicBezTo>
                <a:close/>
                <a:moveTo>
                  <a:pt x="9978" y="74653"/>
                </a:moveTo>
                <a:lnTo>
                  <a:pt x="9978" y="74653"/>
                </a:lnTo>
                <a:cubicBezTo>
                  <a:pt x="9948" y="74682"/>
                  <a:pt x="9948" y="74712"/>
                  <a:pt x="9934" y="74741"/>
                </a:cubicBezTo>
                <a:cubicBezTo>
                  <a:pt x="9904" y="74741"/>
                  <a:pt x="9860" y="74756"/>
                  <a:pt x="9801" y="74800"/>
                </a:cubicBezTo>
                <a:cubicBezTo>
                  <a:pt x="9831" y="74756"/>
                  <a:pt x="9831" y="74726"/>
                  <a:pt x="9845" y="74712"/>
                </a:cubicBezTo>
                <a:cubicBezTo>
                  <a:pt x="9875" y="74682"/>
                  <a:pt x="9934" y="74668"/>
                  <a:pt x="9978" y="74653"/>
                </a:cubicBezTo>
                <a:close/>
                <a:moveTo>
                  <a:pt x="9051" y="74579"/>
                </a:moveTo>
                <a:lnTo>
                  <a:pt x="9051" y="74741"/>
                </a:lnTo>
                <a:cubicBezTo>
                  <a:pt x="8992" y="74756"/>
                  <a:pt x="8918" y="74800"/>
                  <a:pt x="8874" y="74815"/>
                </a:cubicBezTo>
                <a:lnTo>
                  <a:pt x="8874" y="74653"/>
                </a:lnTo>
                <a:cubicBezTo>
                  <a:pt x="8903" y="74638"/>
                  <a:pt x="8977" y="74609"/>
                  <a:pt x="9051" y="74579"/>
                </a:cubicBezTo>
                <a:close/>
                <a:moveTo>
                  <a:pt x="9551" y="74609"/>
                </a:moveTo>
                <a:lnTo>
                  <a:pt x="9551" y="74653"/>
                </a:lnTo>
                <a:cubicBezTo>
                  <a:pt x="9551" y="74682"/>
                  <a:pt x="9536" y="74712"/>
                  <a:pt x="9536" y="74741"/>
                </a:cubicBezTo>
                <a:cubicBezTo>
                  <a:pt x="9477" y="74785"/>
                  <a:pt x="9419" y="74800"/>
                  <a:pt x="9360" y="74815"/>
                </a:cubicBezTo>
                <a:cubicBezTo>
                  <a:pt x="9360" y="74756"/>
                  <a:pt x="9374" y="74726"/>
                  <a:pt x="9374" y="74682"/>
                </a:cubicBezTo>
                <a:cubicBezTo>
                  <a:pt x="9433" y="74668"/>
                  <a:pt x="9492" y="74638"/>
                  <a:pt x="9551" y="74609"/>
                </a:cubicBezTo>
                <a:close/>
                <a:moveTo>
                  <a:pt x="10096" y="74726"/>
                </a:moveTo>
                <a:cubicBezTo>
                  <a:pt x="10081" y="74741"/>
                  <a:pt x="10081" y="74785"/>
                  <a:pt x="10066" y="74800"/>
                </a:cubicBezTo>
                <a:cubicBezTo>
                  <a:pt x="10022" y="74815"/>
                  <a:pt x="10007" y="74829"/>
                  <a:pt x="9978" y="74859"/>
                </a:cubicBezTo>
                <a:cubicBezTo>
                  <a:pt x="9992" y="74829"/>
                  <a:pt x="9992" y="74800"/>
                  <a:pt x="10007" y="74785"/>
                </a:cubicBezTo>
                <a:cubicBezTo>
                  <a:pt x="10051" y="74756"/>
                  <a:pt x="10066" y="74741"/>
                  <a:pt x="10096" y="74726"/>
                </a:cubicBezTo>
                <a:close/>
                <a:moveTo>
                  <a:pt x="8138" y="74653"/>
                </a:moveTo>
                <a:cubicBezTo>
                  <a:pt x="8168" y="74682"/>
                  <a:pt x="8168" y="74756"/>
                  <a:pt x="8182" y="74815"/>
                </a:cubicBezTo>
                <a:cubicBezTo>
                  <a:pt x="8109" y="74829"/>
                  <a:pt x="8035" y="74874"/>
                  <a:pt x="7962" y="74903"/>
                </a:cubicBezTo>
                <a:cubicBezTo>
                  <a:pt x="7947" y="74859"/>
                  <a:pt x="7932" y="74785"/>
                  <a:pt x="7903" y="74726"/>
                </a:cubicBezTo>
                <a:cubicBezTo>
                  <a:pt x="7991" y="74697"/>
                  <a:pt x="8050" y="74668"/>
                  <a:pt x="8138" y="74653"/>
                </a:cubicBezTo>
                <a:close/>
                <a:moveTo>
                  <a:pt x="9742" y="74726"/>
                </a:moveTo>
                <a:cubicBezTo>
                  <a:pt x="9728" y="74756"/>
                  <a:pt x="9728" y="74800"/>
                  <a:pt x="9713" y="74829"/>
                </a:cubicBezTo>
                <a:cubicBezTo>
                  <a:pt x="9669" y="74859"/>
                  <a:pt x="9625" y="74888"/>
                  <a:pt x="9580" y="74903"/>
                </a:cubicBezTo>
                <a:cubicBezTo>
                  <a:pt x="9580" y="74888"/>
                  <a:pt x="9580" y="74859"/>
                  <a:pt x="9610" y="74800"/>
                </a:cubicBezTo>
                <a:cubicBezTo>
                  <a:pt x="9654" y="74785"/>
                  <a:pt x="9698" y="74756"/>
                  <a:pt x="9742" y="74726"/>
                </a:cubicBezTo>
                <a:close/>
                <a:moveTo>
                  <a:pt x="8771" y="74682"/>
                </a:moveTo>
                <a:lnTo>
                  <a:pt x="8771" y="74859"/>
                </a:lnTo>
                <a:cubicBezTo>
                  <a:pt x="8727" y="74874"/>
                  <a:pt x="8639" y="74903"/>
                  <a:pt x="8580" y="74918"/>
                </a:cubicBezTo>
                <a:cubicBezTo>
                  <a:pt x="8580" y="74874"/>
                  <a:pt x="8550" y="74815"/>
                  <a:pt x="8550" y="74756"/>
                </a:cubicBezTo>
                <a:cubicBezTo>
                  <a:pt x="8624" y="74741"/>
                  <a:pt x="8697" y="74712"/>
                  <a:pt x="8771" y="74682"/>
                </a:cubicBezTo>
                <a:close/>
                <a:moveTo>
                  <a:pt x="9286" y="74726"/>
                </a:moveTo>
                <a:lnTo>
                  <a:pt x="9286" y="74800"/>
                </a:lnTo>
                <a:cubicBezTo>
                  <a:pt x="9286" y="74815"/>
                  <a:pt x="9286" y="74829"/>
                  <a:pt x="9271" y="74874"/>
                </a:cubicBezTo>
                <a:cubicBezTo>
                  <a:pt x="9213" y="74888"/>
                  <a:pt x="9168" y="74918"/>
                  <a:pt x="9110" y="74947"/>
                </a:cubicBezTo>
                <a:lnTo>
                  <a:pt x="9110" y="74800"/>
                </a:lnTo>
                <a:cubicBezTo>
                  <a:pt x="9183" y="74785"/>
                  <a:pt x="9242" y="74741"/>
                  <a:pt x="9286" y="74726"/>
                </a:cubicBezTo>
                <a:close/>
                <a:moveTo>
                  <a:pt x="9889" y="74859"/>
                </a:moveTo>
                <a:lnTo>
                  <a:pt x="9889" y="74859"/>
                </a:lnTo>
                <a:cubicBezTo>
                  <a:pt x="9875" y="74888"/>
                  <a:pt x="9875" y="74903"/>
                  <a:pt x="9860" y="74947"/>
                </a:cubicBezTo>
                <a:cubicBezTo>
                  <a:pt x="9831" y="74947"/>
                  <a:pt x="9786" y="74962"/>
                  <a:pt x="9742" y="75006"/>
                </a:cubicBezTo>
                <a:cubicBezTo>
                  <a:pt x="9772" y="74962"/>
                  <a:pt x="9772" y="74947"/>
                  <a:pt x="9786" y="74903"/>
                </a:cubicBezTo>
                <a:lnTo>
                  <a:pt x="9889" y="74859"/>
                </a:lnTo>
                <a:close/>
                <a:moveTo>
                  <a:pt x="7844" y="74741"/>
                </a:moveTo>
                <a:cubicBezTo>
                  <a:pt x="7859" y="74800"/>
                  <a:pt x="7873" y="74874"/>
                  <a:pt x="7888" y="74932"/>
                </a:cubicBezTo>
                <a:cubicBezTo>
                  <a:pt x="7814" y="74962"/>
                  <a:pt x="7741" y="74977"/>
                  <a:pt x="7667" y="75021"/>
                </a:cubicBezTo>
                <a:cubicBezTo>
                  <a:pt x="7653" y="74947"/>
                  <a:pt x="7638" y="74888"/>
                  <a:pt x="7623" y="74829"/>
                </a:cubicBezTo>
                <a:cubicBezTo>
                  <a:pt x="7697" y="74800"/>
                  <a:pt x="7770" y="74785"/>
                  <a:pt x="7844" y="74741"/>
                </a:cubicBezTo>
                <a:close/>
                <a:moveTo>
                  <a:pt x="9992" y="74932"/>
                </a:moveTo>
                <a:lnTo>
                  <a:pt x="9992" y="74932"/>
                </a:lnTo>
                <a:cubicBezTo>
                  <a:pt x="9978" y="74962"/>
                  <a:pt x="9978" y="74962"/>
                  <a:pt x="9948" y="74977"/>
                </a:cubicBezTo>
                <a:cubicBezTo>
                  <a:pt x="9934" y="75006"/>
                  <a:pt x="9919" y="75021"/>
                  <a:pt x="9904" y="75021"/>
                </a:cubicBezTo>
                <a:cubicBezTo>
                  <a:pt x="9904" y="75006"/>
                  <a:pt x="9919" y="74977"/>
                  <a:pt x="9919" y="74962"/>
                </a:cubicBezTo>
                <a:cubicBezTo>
                  <a:pt x="9934" y="74947"/>
                  <a:pt x="9948" y="74947"/>
                  <a:pt x="9992" y="74932"/>
                </a:cubicBezTo>
                <a:close/>
                <a:moveTo>
                  <a:pt x="8477" y="74800"/>
                </a:moveTo>
                <a:cubicBezTo>
                  <a:pt x="8477" y="74859"/>
                  <a:pt x="8506" y="74903"/>
                  <a:pt x="8506" y="74962"/>
                </a:cubicBezTo>
                <a:cubicBezTo>
                  <a:pt x="8418" y="74977"/>
                  <a:pt x="8374" y="75021"/>
                  <a:pt x="8300" y="75035"/>
                </a:cubicBezTo>
                <a:cubicBezTo>
                  <a:pt x="8300" y="74977"/>
                  <a:pt x="8285" y="74918"/>
                  <a:pt x="8256" y="74859"/>
                </a:cubicBezTo>
                <a:cubicBezTo>
                  <a:pt x="8359" y="74859"/>
                  <a:pt x="8403" y="74815"/>
                  <a:pt x="8477" y="74800"/>
                </a:cubicBezTo>
                <a:close/>
                <a:moveTo>
                  <a:pt x="9492" y="74829"/>
                </a:moveTo>
                <a:lnTo>
                  <a:pt x="9492" y="74829"/>
                </a:lnTo>
                <a:cubicBezTo>
                  <a:pt x="9477" y="74874"/>
                  <a:pt x="9477" y="74903"/>
                  <a:pt x="9448" y="74962"/>
                </a:cubicBezTo>
                <a:cubicBezTo>
                  <a:pt x="9433" y="75006"/>
                  <a:pt x="9374" y="75021"/>
                  <a:pt x="9330" y="75035"/>
                </a:cubicBezTo>
                <a:cubicBezTo>
                  <a:pt x="9330" y="75006"/>
                  <a:pt x="9345" y="74962"/>
                  <a:pt x="9345" y="74903"/>
                </a:cubicBezTo>
                <a:cubicBezTo>
                  <a:pt x="9404" y="74888"/>
                  <a:pt x="9448" y="74859"/>
                  <a:pt x="9492" y="74829"/>
                </a:cubicBezTo>
                <a:close/>
                <a:moveTo>
                  <a:pt x="9036" y="74829"/>
                </a:moveTo>
                <a:lnTo>
                  <a:pt x="9036" y="74947"/>
                </a:lnTo>
                <a:lnTo>
                  <a:pt x="9036" y="74977"/>
                </a:lnTo>
                <a:cubicBezTo>
                  <a:pt x="8977" y="75006"/>
                  <a:pt x="8918" y="75035"/>
                  <a:pt x="8874" y="75050"/>
                </a:cubicBezTo>
                <a:lnTo>
                  <a:pt x="8874" y="74903"/>
                </a:lnTo>
                <a:cubicBezTo>
                  <a:pt x="8918" y="74888"/>
                  <a:pt x="8977" y="74859"/>
                  <a:pt x="9036" y="74829"/>
                </a:cubicBezTo>
                <a:close/>
                <a:moveTo>
                  <a:pt x="9698" y="74947"/>
                </a:moveTo>
                <a:lnTo>
                  <a:pt x="9698" y="74947"/>
                </a:lnTo>
                <a:cubicBezTo>
                  <a:pt x="9683" y="74977"/>
                  <a:pt x="9683" y="75021"/>
                  <a:pt x="9654" y="75035"/>
                </a:cubicBezTo>
                <a:cubicBezTo>
                  <a:pt x="9610" y="75080"/>
                  <a:pt x="9566" y="75109"/>
                  <a:pt x="9536" y="75124"/>
                </a:cubicBezTo>
                <a:cubicBezTo>
                  <a:pt x="9551" y="75094"/>
                  <a:pt x="9551" y="75050"/>
                  <a:pt x="9566" y="75021"/>
                </a:cubicBezTo>
                <a:cubicBezTo>
                  <a:pt x="9610" y="75006"/>
                  <a:pt x="9654" y="74977"/>
                  <a:pt x="9698" y="74947"/>
                </a:cubicBezTo>
                <a:close/>
                <a:moveTo>
                  <a:pt x="9271" y="74962"/>
                </a:moveTo>
                <a:cubicBezTo>
                  <a:pt x="9271" y="75006"/>
                  <a:pt x="9257" y="75050"/>
                  <a:pt x="9257" y="75094"/>
                </a:cubicBezTo>
                <a:cubicBezTo>
                  <a:pt x="9198" y="75109"/>
                  <a:pt x="9139" y="75153"/>
                  <a:pt x="9095" y="75168"/>
                </a:cubicBezTo>
                <a:cubicBezTo>
                  <a:pt x="9095" y="75124"/>
                  <a:pt x="9095" y="75080"/>
                  <a:pt x="9110" y="75035"/>
                </a:cubicBezTo>
                <a:cubicBezTo>
                  <a:pt x="9154" y="75021"/>
                  <a:pt x="9213" y="74977"/>
                  <a:pt x="9271" y="74962"/>
                </a:cubicBezTo>
                <a:close/>
                <a:moveTo>
                  <a:pt x="8182" y="74903"/>
                </a:moveTo>
                <a:cubicBezTo>
                  <a:pt x="8197" y="74962"/>
                  <a:pt x="8197" y="75021"/>
                  <a:pt x="8197" y="75094"/>
                </a:cubicBezTo>
                <a:cubicBezTo>
                  <a:pt x="8124" y="75124"/>
                  <a:pt x="8079" y="75153"/>
                  <a:pt x="8006" y="75183"/>
                </a:cubicBezTo>
                <a:cubicBezTo>
                  <a:pt x="8020" y="75109"/>
                  <a:pt x="8006" y="75035"/>
                  <a:pt x="7991" y="74977"/>
                </a:cubicBezTo>
                <a:cubicBezTo>
                  <a:pt x="8065" y="74947"/>
                  <a:pt x="8138" y="74932"/>
                  <a:pt x="8182" y="74903"/>
                </a:cubicBezTo>
                <a:close/>
                <a:moveTo>
                  <a:pt x="8771" y="74947"/>
                </a:moveTo>
                <a:lnTo>
                  <a:pt x="8771" y="75094"/>
                </a:lnTo>
                <a:lnTo>
                  <a:pt x="8771" y="75109"/>
                </a:lnTo>
                <a:cubicBezTo>
                  <a:pt x="8727" y="75124"/>
                  <a:pt x="8639" y="75168"/>
                  <a:pt x="8594" y="75183"/>
                </a:cubicBezTo>
                <a:cubicBezTo>
                  <a:pt x="8594" y="75124"/>
                  <a:pt x="8594" y="75080"/>
                  <a:pt x="8580" y="75021"/>
                </a:cubicBezTo>
                <a:cubicBezTo>
                  <a:pt x="8639" y="75006"/>
                  <a:pt x="8697" y="74962"/>
                  <a:pt x="8771" y="74947"/>
                </a:cubicBezTo>
                <a:close/>
                <a:moveTo>
                  <a:pt x="9786" y="75050"/>
                </a:moveTo>
                <a:cubicBezTo>
                  <a:pt x="9786" y="75080"/>
                  <a:pt x="9772" y="75109"/>
                  <a:pt x="9772" y="75124"/>
                </a:cubicBezTo>
                <a:cubicBezTo>
                  <a:pt x="9728" y="75153"/>
                  <a:pt x="9713" y="75168"/>
                  <a:pt x="9683" y="75183"/>
                </a:cubicBezTo>
                <a:cubicBezTo>
                  <a:pt x="9683" y="75168"/>
                  <a:pt x="9698" y="75124"/>
                  <a:pt x="9698" y="75109"/>
                </a:cubicBezTo>
                <a:cubicBezTo>
                  <a:pt x="9728" y="75094"/>
                  <a:pt x="9742" y="75080"/>
                  <a:pt x="9786" y="75050"/>
                </a:cubicBezTo>
                <a:close/>
                <a:moveTo>
                  <a:pt x="9433" y="75080"/>
                </a:moveTo>
                <a:lnTo>
                  <a:pt x="9433" y="75080"/>
                </a:lnTo>
                <a:cubicBezTo>
                  <a:pt x="9419" y="75109"/>
                  <a:pt x="9419" y="75153"/>
                  <a:pt x="9404" y="75183"/>
                </a:cubicBezTo>
                <a:cubicBezTo>
                  <a:pt x="9360" y="75197"/>
                  <a:pt x="9316" y="75241"/>
                  <a:pt x="9271" y="75256"/>
                </a:cubicBezTo>
                <a:cubicBezTo>
                  <a:pt x="9316" y="75227"/>
                  <a:pt x="9316" y="75183"/>
                  <a:pt x="9316" y="75153"/>
                </a:cubicBezTo>
                <a:cubicBezTo>
                  <a:pt x="9345" y="75124"/>
                  <a:pt x="9404" y="75094"/>
                  <a:pt x="9433" y="75080"/>
                </a:cubicBezTo>
                <a:close/>
                <a:moveTo>
                  <a:pt x="7903" y="75006"/>
                </a:moveTo>
                <a:cubicBezTo>
                  <a:pt x="7932" y="75050"/>
                  <a:pt x="7932" y="75124"/>
                  <a:pt x="7947" y="75183"/>
                </a:cubicBezTo>
                <a:cubicBezTo>
                  <a:pt x="7873" y="75227"/>
                  <a:pt x="7814" y="75241"/>
                  <a:pt x="7741" y="75271"/>
                </a:cubicBezTo>
                <a:cubicBezTo>
                  <a:pt x="7726" y="75227"/>
                  <a:pt x="7711" y="75168"/>
                  <a:pt x="7711" y="75094"/>
                </a:cubicBezTo>
                <a:cubicBezTo>
                  <a:pt x="7785" y="75050"/>
                  <a:pt x="7859" y="75035"/>
                  <a:pt x="7903" y="75006"/>
                </a:cubicBezTo>
                <a:close/>
                <a:moveTo>
                  <a:pt x="9006" y="75080"/>
                </a:moveTo>
                <a:cubicBezTo>
                  <a:pt x="9006" y="75124"/>
                  <a:pt x="8992" y="75168"/>
                  <a:pt x="8992" y="75227"/>
                </a:cubicBezTo>
                <a:cubicBezTo>
                  <a:pt x="8948" y="75241"/>
                  <a:pt x="8889" y="75271"/>
                  <a:pt x="8830" y="75300"/>
                </a:cubicBezTo>
                <a:lnTo>
                  <a:pt x="8830" y="75153"/>
                </a:lnTo>
                <a:cubicBezTo>
                  <a:pt x="8903" y="75124"/>
                  <a:pt x="8962" y="75094"/>
                  <a:pt x="9006" y="75080"/>
                </a:cubicBezTo>
                <a:close/>
                <a:moveTo>
                  <a:pt x="8506" y="75050"/>
                </a:moveTo>
                <a:cubicBezTo>
                  <a:pt x="8506" y="75109"/>
                  <a:pt x="8506" y="75168"/>
                  <a:pt x="8521" y="75227"/>
                </a:cubicBezTo>
                <a:cubicBezTo>
                  <a:pt x="8462" y="75256"/>
                  <a:pt x="8388" y="75271"/>
                  <a:pt x="8330" y="75315"/>
                </a:cubicBezTo>
                <a:cubicBezTo>
                  <a:pt x="8330" y="75256"/>
                  <a:pt x="8315" y="75197"/>
                  <a:pt x="8315" y="75153"/>
                </a:cubicBezTo>
                <a:cubicBezTo>
                  <a:pt x="8374" y="75109"/>
                  <a:pt x="8447" y="75080"/>
                  <a:pt x="8506" y="75050"/>
                </a:cubicBezTo>
                <a:close/>
                <a:moveTo>
                  <a:pt x="9580" y="75183"/>
                </a:moveTo>
                <a:lnTo>
                  <a:pt x="9580" y="75183"/>
                </a:lnTo>
                <a:cubicBezTo>
                  <a:pt x="9566" y="75227"/>
                  <a:pt x="9566" y="75241"/>
                  <a:pt x="9551" y="75256"/>
                </a:cubicBezTo>
                <a:cubicBezTo>
                  <a:pt x="9536" y="75271"/>
                  <a:pt x="9492" y="75315"/>
                  <a:pt x="9463" y="75330"/>
                </a:cubicBezTo>
                <a:cubicBezTo>
                  <a:pt x="9477" y="75300"/>
                  <a:pt x="9477" y="75271"/>
                  <a:pt x="9477" y="75241"/>
                </a:cubicBezTo>
                <a:lnTo>
                  <a:pt x="9580" y="75183"/>
                </a:lnTo>
                <a:close/>
                <a:moveTo>
                  <a:pt x="9669" y="75256"/>
                </a:moveTo>
                <a:cubicBezTo>
                  <a:pt x="9683" y="75300"/>
                  <a:pt x="9683" y="75300"/>
                  <a:pt x="9654" y="75315"/>
                </a:cubicBezTo>
                <a:cubicBezTo>
                  <a:pt x="9639" y="75330"/>
                  <a:pt x="9625" y="75345"/>
                  <a:pt x="9610" y="75345"/>
                </a:cubicBezTo>
                <a:cubicBezTo>
                  <a:pt x="9610" y="75330"/>
                  <a:pt x="9625" y="75315"/>
                  <a:pt x="9625" y="75300"/>
                </a:cubicBezTo>
                <a:cubicBezTo>
                  <a:pt x="9639" y="75271"/>
                  <a:pt x="9654" y="75256"/>
                  <a:pt x="9669" y="75256"/>
                </a:cubicBezTo>
                <a:close/>
                <a:moveTo>
                  <a:pt x="9242" y="75183"/>
                </a:moveTo>
                <a:cubicBezTo>
                  <a:pt x="9242" y="75227"/>
                  <a:pt x="9213" y="75271"/>
                  <a:pt x="9198" y="75315"/>
                </a:cubicBezTo>
                <a:cubicBezTo>
                  <a:pt x="9139" y="75345"/>
                  <a:pt x="9110" y="75374"/>
                  <a:pt x="9065" y="75389"/>
                </a:cubicBezTo>
                <a:cubicBezTo>
                  <a:pt x="9065" y="75345"/>
                  <a:pt x="9095" y="75300"/>
                  <a:pt x="9095" y="75256"/>
                </a:cubicBezTo>
                <a:cubicBezTo>
                  <a:pt x="9139" y="75241"/>
                  <a:pt x="9183" y="75197"/>
                  <a:pt x="9242" y="75183"/>
                </a:cubicBezTo>
                <a:close/>
                <a:moveTo>
                  <a:pt x="8241" y="75168"/>
                </a:moveTo>
                <a:cubicBezTo>
                  <a:pt x="8241" y="75227"/>
                  <a:pt x="8256" y="75271"/>
                  <a:pt x="8256" y="75330"/>
                </a:cubicBezTo>
                <a:cubicBezTo>
                  <a:pt x="8212" y="75374"/>
                  <a:pt x="8138" y="75389"/>
                  <a:pt x="8079" y="75418"/>
                </a:cubicBezTo>
                <a:cubicBezTo>
                  <a:pt x="8079" y="75374"/>
                  <a:pt x="8065" y="75315"/>
                  <a:pt x="8065" y="75241"/>
                </a:cubicBezTo>
                <a:cubicBezTo>
                  <a:pt x="8109" y="75227"/>
                  <a:pt x="8168" y="75183"/>
                  <a:pt x="8241" y="75168"/>
                </a:cubicBezTo>
                <a:close/>
                <a:moveTo>
                  <a:pt x="8756" y="75197"/>
                </a:moveTo>
                <a:lnTo>
                  <a:pt x="8756" y="75345"/>
                </a:lnTo>
                <a:cubicBezTo>
                  <a:pt x="8697" y="75374"/>
                  <a:pt x="8639" y="75389"/>
                  <a:pt x="8594" y="75418"/>
                </a:cubicBezTo>
                <a:lnTo>
                  <a:pt x="8594" y="75271"/>
                </a:lnTo>
                <a:cubicBezTo>
                  <a:pt x="8639" y="75256"/>
                  <a:pt x="8697" y="75227"/>
                  <a:pt x="8756" y="75197"/>
                </a:cubicBezTo>
                <a:close/>
                <a:moveTo>
                  <a:pt x="9360" y="75315"/>
                </a:moveTo>
                <a:lnTo>
                  <a:pt x="9360" y="75315"/>
                </a:lnTo>
                <a:cubicBezTo>
                  <a:pt x="9345" y="75345"/>
                  <a:pt x="9345" y="75389"/>
                  <a:pt x="9330" y="75403"/>
                </a:cubicBezTo>
                <a:cubicBezTo>
                  <a:pt x="9316" y="75418"/>
                  <a:pt x="9271" y="75448"/>
                  <a:pt x="9242" y="75477"/>
                </a:cubicBezTo>
                <a:cubicBezTo>
                  <a:pt x="9242" y="75448"/>
                  <a:pt x="9257" y="75403"/>
                  <a:pt x="9257" y="75389"/>
                </a:cubicBezTo>
                <a:cubicBezTo>
                  <a:pt x="9286" y="75374"/>
                  <a:pt x="9330" y="75345"/>
                  <a:pt x="9360" y="75315"/>
                </a:cubicBezTo>
                <a:close/>
                <a:moveTo>
                  <a:pt x="9492" y="75389"/>
                </a:moveTo>
                <a:cubicBezTo>
                  <a:pt x="9492" y="75418"/>
                  <a:pt x="9477" y="75448"/>
                  <a:pt x="9477" y="75462"/>
                </a:cubicBezTo>
                <a:cubicBezTo>
                  <a:pt x="9463" y="75477"/>
                  <a:pt x="9419" y="75492"/>
                  <a:pt x="9404" y="75521"/>
                </a:cubicBezTo>
                <a:cubicBezTo>
                  <a:pt x="9404" y="75492"/>
                  <a:pt x="9419" y="75462"/>
                  <a:pt x="9419" y="75448"/>
                </a:cubicBezTo>
                <a:cubicBezTo>
                  <a:pt x="9433" y="75418"/>
                  <a:pt x="9477" y="75403"/>
                  <a:pt x="9492" y="75389"/>
                </a:cubicBezTo>
                <a:close/>
                <a:moveTo>
                  <a:pt x="8992" y="75330"/>
                </a:moveTo>
                <a:cubicBezTo>
                  <a:pt x="8992" y="75374"/>
                  <a:pt x="8977" y="75418"/>
                  <a:pt x="8977" y="75462"/>
                </a:cubicBezTo>
                <a:cubicBezTo>
                  <a:pt x="8918" y="75477"/>
                  <a:pt x="8874" y="75492"/>
                  <a:pt x="8830" y="75536"/>
                </a:cubicBezTo>
                <a:cubicBezTo>
                  <a:pt x="8830" y="75492"/>
                  <a:pt x="8830" y="75448"/>
                  <a:pt x="8845" y="75403"/>
                </a:cubicBezTo>
                <a:cubicBezTo>
                  <a:pt x="8903" y="75389"/>
                  <a:pt x="8962" y="75345"/>
                  <a:pt x="8992" y="75330"/>
                </a:cubicBezTo>
                <a:close/>
                <a:moveTo>
                  <a:pt x="7962" y="75271"/>
                </a:moveTo>
                <a:cubicBezTo>
                  <a:pt x="7976" y="75330"/>
                  <a:pt x="7976" y="75389"/>
                  <a:pt x="7976" y="75462"/>
                </a:cubicBezTo>
                <a:cubicBezTo>
                  <a:pt x="7932" y="75492"/>
                  <a:pt x="7859" y="75521"/>
                  <a:pt x="7800" y="75551"/>
                </a:cubicBezTo>
                <a:cubicBezTo>
                  <a:pt x="7785" y="75477"/>
                  <a:pt x="7785" y="75418"/>
                  <a:pt x="7770" y="75374"/>
                </a:cubicBezTo>
                <a:cubicBezTo>
                  <a:pt x="7844" y="75330"/>
                  <a:pt x="7888" y="75315"/>
                  <a:pt x="7962" y="75271"/>
                </a:cubicBezTo>
                <a:close/>
                <a:moveTo>
                  <a:pt x="8521" y="75300"/>
                </a:moveTo>
                <a:lnTo>
                  <a:pt x="8521" y="75462"/>
                </a:lnTo>
                <a:cubicBezTo>
                  <a:pt x="8462" y="75492"/>
                  <a:pt x="8403" y="75521"/>
                  <a:pt x="8359" y="75551"/>
                </a:cubicBezTo>
                <a:lnTo>
                  <a:pt x="8359" y="75389"/>
                </a:lnTo>
                <a:cubicBezTo>
                  <a:pt x="8388" y="75345"/>
                  <a:pt x="8462" y="75330"/>
                  <a:pt x="8521" y="75300"/>
                </a:cubicBezTo>
                <a:close/>
                <a:moveTo>
                  <a:pt x="9183" y="75418"/>
                </a:moveTo>
                <a:lnTo>
                  <a:pt x="9183" y="75418"/>
                </a:lnTo>
                <a:cubicBezTo>
                  <a:pt x="9168" y="75462"/>
                  <a:pt x="9168" y="75492"/>
                  <a:pt x="9139" y="75536"/>
                </a:cubicBezTo>
                <a:cubicBezTo>
                  <a:pt x="9110" y="75551"/>
                  <a:pt x="9065" y="75595"/>
                  <a:pt x="9036" y="75609"/>
                </a:cubicBezTo>
                <a:cubicBezTo>
                  <a:pt x="9036" y="75565"/>
                  <a:pt x="9036" y="75536"/>
                  <a:pt x="9051" y="75492"/>
                </a:cubicBezTo>
                <a:cubicBezTo>
                  <a:pt x="9095" y="75477"/>
                  <a:pt x="9139" y="75448"/>
                  <a:pt x="9183" y="75418"/>
                </a:cubicBezTo>
                <a:close/>
                <a:moveTo>
                  <a:pt x="8756" y="75418"/>
                </a:moveTo>
                <a:cubicBezTo>
                  <a:pt x="8756" y="75477"/>
                  <a:pt x="8756" y="75521"/>
                  <a:pt x="8742" y="75565"/>
                </a:cubicBezTo>
                <a:cubicBezTo>
                  <a:pt x="8683" y="75609"/>
                  <a:pt x="8653" y="75624"/>
                  <a:pt x="8594" y="75668"/>
                </a:cubicBezTo>
                <a:lnTo>
                  <a:pt x="8594" y="75521"/>
                </a:lnTo>
                <a:cubicBezTo>
                  <a:pt x="8639" y="75477"/>
                  <a:pt x="8697" y="75462"/>
                  <a:pt x="8756" y="75418"/>
                </a:cubicBezTo>
                <a:close/>
                <a:moveTo>
                  <a:pt x="8256" y="75418"/>
                </a:moveTo>
                <a:lnTo>
                  <a:pt x="8256" y="75595"/>
                </a:lnTo>
                <a:cubicBezTo>
                  <a:pt x="8212" y="75624"/>
                  <a:pt x="8153" y="75639"/>
                  <a:pt x="8094" y="75683"/>
                </a:cubicBezTo>
                <a:cubicBezTo>
                  <a:pt x="8094" y="75624"/>
                  <a:pt x="8079" y="75565"/>
                  <a:pt x="8079" y="75521"/>
                </a:cubicBezTo>
                <a:cubicBezTo>
                  <a:pt x="8138" y="75477"/>
                  <a:pt x="8212" y="75448"/>
                  <a:pt x="8256" y="75418"/>
                </a:cubicBezTo>
                <a:close/>
                <a:moveTo>
                  <a:pt x="9286" y="75536"/>
                </a:moveTo>
                <a:cubicBezTo>
                  <a:pt x="9271" y="75551"/>
                  <a:pt x="9271" y="75595"/>
                  <a:pt x="9257" y="75609"/>
                </a:cubicBezTo>
                <a:cubicBezTo>
                  <a:pt x="9257" y="75624"/>
                  <a:pt x="9213" y="75639"/>
                  <a:pt x="9183" y="75683"/>
                </a:cubicBezTo>
                <a:cubicBezTo>
                  <a:pt x="9183" y="75639"/>
                  <a:pt x="9198" y="75624"/>
                  <a:pt x="9198" y="75595"/>
                </a:cubicBezTo>
                <a:cubicBezTo>
                  <a:pt x="9242" y="75565"/>
                  <a:pt x="9271" y="75551"/>
                  <a:pt x="9286" y="75536"/>
                </a:cubicBezTo>
                <a:close/>
                <a:moveTo>
                  <a:pt x="9404" y="75609"/>
                </a:moveTo>
                <a:lnTo>
                  <a:pt x="9404" y="75609"/>
                </a:lnTo>
                <a:cubicBezTo>
                  <a:pt x="9374" y="75624"/>
                  <a:pt x="9374" y="75639"/>
                  <a:pt x="9374" y="75668"/>
                </a:cubicBezTo>
                <a:cubicBezTo>
                  <a:pt x="9360" y="75683"/>
                  <a:pt x="9345" y="75683"/>
                  <a:pt x="9330" y="75698"/>
                </a:cubicBezTo>
                <a:cubicBezTo>
                  <a:pt x="9330" y="75683"/>
                  <a:pt x="9345" y="75668"/>
                  <a:pt x="9345" y="75639"/>
                </a:cubicBezTo>
                <a:cubicBezTo>
                  <a:pt x="9360" y="75624"/>
                  <a:pt x="9374" y="75624"/>
                  <a:pt x="9404" y="75609"/>
                </a:cubicBezTo>
                <a:close/>
                <a:moveTo>
                  <a:pt x="8948" y="75551"/>
                </a:moveTo>
                <a:cubicBezTo>
                  <a:pt x="8948" y="75595"/>
                  <a:pt x="8918" y="75624"/>
                  <a:pt x="8918" y="75683"/>
                </a:cubicBezTo>
                <a:cubicBezTo>
                  <a:pt x="8889" y="75698"/>
                  <a:pt x="8845" y="75712"/>
                  <a:pt x="8800" y="75757"/>
                </a:cubicBezTo>
                <a:cubicBezTo>
                  <a:pt x="8800" y="75712"/>
                  <a:pt x="8815" y="75668"/>
                  <a:pt x="8815" y="75624"/>
                </a:cubicBezTo>
                <a:cubicBezTo>
                  <a:pt x="8845" y="75609"/>
                  <a:pt x="8903" y="75565"/>
                  <a:pt x="8948" y="75551"/>
                </a:cubicBezTo>
                <a:close/>
                <a:moveTo>
                  <a:pt x="8006" y="75536"/>
                </a:moveTo>
                <a:cubicBezTo>
                  <a:pt x="8006" y="75595"/>
                  <a:pt x="8020" y="75639"/>
                  <a:pt x="8020" y="75698"/>
                </a:cubicBezTo>
                <a:cubicBezTo>
                  <a:pt x="7962" y="75727"/>
                  <a:pt x="7903" y="75757"/>
                  <a:pt x="7829" y="75786"/>
                </a:cubicBezTo>
                <a:cubicBezTo>
                  <a:pt x="7844" y="75757"/>
                  <a:pt x="7844" y="75698"/>
                  <a:pt x="7814" y="75639"/>
                </a:cubicBezTo>
                <a:cubicBezTo>
                  <a:pt x="7873" y="75595"/>
                  <a:pt x="7947" y="75565"/>
                  <a:pt x="8006" y="75536"/>
                </a:cubicBezTo>
                <a:close/>
                <a:moveTo>
                  <a:pt x="8521" y="75565"/>
                </a:moveTo>
                <a:lnTo>
                  <a:pt x="8521" y="75712"/>
                </a:lnTo>
                <a:cubicBezTo>
                  <a:pt x="8462" y="75742"/>
                  <a:pt x="8403" y="75757"/>
                  <a:pt x="8359" y="75786"/>
                </a:cubicBezTo>
                <a:lnTo>
                  <a:pt x="8359" y="75639"/>
                </a:lnTo>
                <a:cubicBezTo>
                  <a:pt x="8403" y="75624"/>
                  <a:pt x="8462" y="75595"/>
                  <a:pt x="8521" y="75565"/>
                </a:cubicBezTo>
                <a:close/>
                <a:moveTo>
                  <a:pt x="9110" y="75668"/>
                </a:moveTo>
                <a:lnTo>
                  <a:pt x="9110" y="75668"/>
                </a:lnTo>
                <a:cubicBezTo>
                  <a:pt x="9095" y="75698"/>
                  <a:pt x="9095" y="75742"/>
                  <a:pt x="9065" y="75757"/>
                </a:cubicBezTo>
                <a:cubicBezTo>
                  <a:pt x="9051" y="75771"/>
                  <a:pt x="9006" y="75786"/>
                  <a:pt x="8977" y="75830"/>
                </a:cubicBezTo>
                <a:cubicBezTo>
                  <a:pt x="8977" y="75786"/>
                  <a:pt x="8992" y="75757"/>
                  <a:pt x="8992" y="75742"/>
                </a:cubicBezTo>
                <a:cubicBezTo>
                  <a:pt x="9036" y="75712"/>
                  <a:pt x="9065" y="75683"/>
                  <a:pt x="9110" y="75668"/>
                </a:cubicBezTo>
                <a:close/>
                <a:moveTo>
                  <a:pt x="9213" y="75742"/>
                </a:moveTo>
                <a:cubicBezTo>
                  <a:pt x="9213" y="75771"/>
                  <a:pt x="9198" y="75786"/>
                  <a:pt x="9198" y="75815"/>
                </a:cubicBezTo>
                <a:cubicBezTo>
                  <a:pt x="9183" y="75830"/>
                  <a:pt x="9139" y="75845"/>
                  <a:pt x="9124" y="75860"/>
                </a:cubicBezTo>
                <a:cubicBezTo>
                  <a:pt x="9124" y="75845"/>
                  <a:pt x="9139" y="75830"/>
                  <a:pt x="9139" y="75786"/>
                </a:cubicBezTo>
                <a:cubicBezTo>
                  <a:pt x="9154" y="75771"/>
                  <a:pt x="9198" y="75757"/>
                  <a:pt x="9213" y="75742"/>
                </a:cubicBezTo>
                <a:close/>
                <a:moveTo>
                  <a:pt x="8742" y="75683"/>
                </a:moveTo>
                <a:cubicBezTo>
                  <a:pt x="8742" y="75712"/>
                  <a:pt x="8727" y="75771"/>
                  <a:pt x="8727" y="75815"/>
                </a:cubicBezTo>
                <a:cubicBezTo>
                  <a:pt x="8668" y="75830"/>
                  <a:pt x="8624" y="75860"/>
                  <a:pt x="8580" y="75889"/>
                </a:cubicBezTo>
                <a:cubicBezTo>
                  <a:pt x="8580" y="75845"/>
                  <a:pt x="8580" y="75786"/>
                  <a:pt x="8594" y="75757"/>
                </a:cubicBezTo>
                <a:cubicBezTo>
                  <a:pt x="8639" y="75742"/>
                  <a:pt x="8683" y="75698"/>
                  <a:pt x="8742" y="75683"/>
                </a:cubicBezTo>
                <a:close/>
                <a:moveTo>
                  <a:pt x="8271" y="75683"/>
                </a:moveTo>
                <a:lnTo>
                  <a:pt x="8271" y="75845"/>
                </a:lnTo>
                <a:cubicBezTo>
                  <a:pt x="8256" y="75860"/>
                  <a:pt x="8241" y="75860"/>
                  <a:pt x="8227" y="75889"/>
                </a:cubicBezTo>
                <a:lnTo>
                  <a:pt x="8109" y="75933"/>
                </a:lnTo>
                <a:cubicBezTo>
                  <a:pt x="8109" y="75889"/>
                  <a:pt x="8109" y="75830"/>
                  <a:pt x="8094" y="75771"/>
                </a:cubicBezTo>
                <a:cubicBezTo>
                  <a:pt x="8168" y="75742"/>
                  <a:pt x="8227" y="75698"/>
                  <a:pt x="8271" y="75683"/>
                </a:cubicBezTo>
                <a:close/>
                <a:moveTo>
                  <a:pt x="8903" y="75786"/>
                </a:moveTo>
                <a:cubicBezTo>
                  <a:pt x="8903" y="75830"/>
                  <a:pt x="8889" y="75860"/>
                  <a:pt x="8889" y="75904"/>
                </a:cubicBezTo>
                <a:cubicBezTo>
                  <a:pt x="8845" y="75918"/>
                  <a:pt x="8815" y="75963"/>
                  <a:pt x="8771" y="75977"/>
                </a:cubicBezTo>
                <a:lnTo>
                  <a:pt x="8771" y="75860"/>
                </a:lnTo>
                <a:cubicBezTo>
                  <a:pt x="8815" y="75845"/>
                  <a:pt x="8845" y="75815"/>
                  <a:pt x="8903" y="75786"/>
                </a:cubicBezTo>
                <a:close/>
                <a:moveTo>
                  <a:pt x="8506" y="75815"/>
                </a:moveTo>
                <a:cubicBezTo>
                  <a:pt x="8506" y="75860"/>
                  <a:pt x="8506" y="75904"/>
                  <a:pt x="8477" y="75963"/>
                </a:cubicBezTo>
                <a:cubicBezTo>
                  <a:pt x="8447" y="75977"/>
                  <a:pt x="8388" y="75992"/>
                  <a:pt x="8359" y="76036"/>
                </a:cubicBezTo>
                <a:lnTo>
                  <a:pt x="8359" y="75889"/>
                </a:lnTo>
                <a:cubicBezTo>
                  <a:pt x="8403" y="75860"/>
                  <a:pt x="8447" y="75830"/>
                  <a:pt x="8506" y="75815"/>
                </a:cubicBezTo>
                <a:close/>
                <a:moveTo>
                  <a:pt x="9036" y="75889"/>
                </a:moveTo>
                <a:lnTo>
                  <a:pt x="9036" y="75889"/>
                </a:lnTo>
                <a:cubicBezTo>
                  <a:pt x="9006" y="75918"/>
                  <a:pt x="9006" y="75933"/>
                  <a:pt x="8992" y="75977"/>
                </a:cubicBezTo>
                <a:cubicBezTo>
                  <a:pt x="8977" y="75977"/>
                  <a:pt x="8962" y="76007"/>
                  <a:pt x="8918" y="76036"/>
                </a:cubicBezTo>
                <a:cubicBezTo>
                  <a:pt x="8918" y="75992"/>
                  <a:pt x="8933" y="75977"/>
                  <a:pt x="8933" y="75933"/>
                </a:cubicBezTo>
                <a:cubicBezTo>
                  <a:pt x="8977" y="75918"/>
                  <a:pt x="8992" y="75904"/>
                  <a:pt x="9036" y="75889"/>
                </a:cubicBezTo>
                <a:close/>
                <a:moveTo>
                  <a:pt x="8020" y="75786"/>
                </a:moveTo>
                <a:lnTo>
                  <a:pt x="8020" y="75963"/>
                </a:lnTo>
                <a:cubicBezTo>
                  <a:pt x="7962" y="75992"/>
                  <a:pt x="7917" y="76007"/>
                  <a:pt x="7859" y="76051"/>
                </a:cubicBezTo>
                <a:cubicBezTo>
                  <a:pt x="7859" y="75992"/>
                  <a:pt x="7844" y="75933"/>
                  <a:pt x="7844" y="75889"/>
                </a:cubicBezTo>
                <a:cubicBezTo>
                  <a:pt x="7903" y="75860"/>
                  <a:pt x="7962" y="75830"/>
                  <a:pt x="8020" y="75786"/>
                </a:cubicBezTo>
                <a:close/>
                <a:moveTo>
                  <a:pt x="9124" y="75977"/>
                </a:moveTo>
                <a:lnTo>
                  <a:pt x="9124" y="75977"/>
                </a:lnTo>
                <a:cubicBezTo>
                  <a:pt x="9124" y="75978"/>
                  <a:pt x="9110" y="75992"/>
                  <a:pt x="9110" y="76007"/>
                </a:cubicBezTo>
                <a:cubicBezTo>
                  <a:pt x="9095" y="76036"/>
                  <a:pt x="9065" y="76051"/>
                  <a:pt x="9051" y="76051"/>
                </a:cubicBezTo>
                <a:cubicBezTo>
                  <a:pt x="9051" y="76021"/>
                  <a:pt x="9065" y="76007"/>
                  <a:pt x="9065" y="76007"/>
                </a:cubicBezTo>
                <a:cubicBezTo>
                  <a:pt x="9080" y="75992"/>
                  <a:pt x="9109" y="75992"/>
                  <a:pt x="9124" y="75977"/>
                </a:cubicBezTo>
                <a:close/>
                <a:moveTo>
                  <a:pt x="8697" y="75918"/>
                </a:moveTo>
                <a:cubicBezTo>
                  <a:pt x="8697" y="75963"/>
                  <a:pt x="8683" y="75992"/>
                  <a:pt x="8683" y="76051"/>
                </a:cubicBezTo>
                <a:cubicBezTo>
                  <a:pt x="8624" y="76066"/>
                  <a:pt x="8594" y="76080"/>
                  <a:pt x="8550" y="76124"/>
                </a:cubicBezTo>
                <a:cubicBezTo>
                  <a:pt x="8550" y="76080"/>
                  <a:pt x="8565" y="76036"/>
                  <a:pt x="8565" y="75992"/>
                </a:cubicBezTo>
                <a:cubicBezTo>
                  <a:pt x="8609" y="75977"/>
                  <a:pt x="8668" y="75933"/>
                  <a:pt x="8697" y="75918"/>
                </a:cubicBezTo>
                <a:close/>
                <a:moveTo>
                  <a:pt x="8271" y="75933"/>
                </a:moveTo>
                <a:lnTo>
                  <a:pt x="8271" y="76080"/>
                </a:lnTo>
                <a:cubicBezTo>
                  <a:pt x="8227" y="76110"/>
                  <a:pt x="8168" y="76139"/>
                  <a:pt x="8109" y="76154"/>
                </a:cubicBezTo>
                <a:lnTo>
                  <a:pt x="8109" y="76007"/>
                </a:lnTo>
                <a:cubicBezTo>
                  <a:pt x="8168" y="75992"/>
                  <a:pt x="8212" y="75963"/>
                  <a:pt x="8256" y="75933"/>
                </a:cubicBezTo>
                <a:close/>
                <a:moveTo>
                  <a:pt x="8845" y="76007"/>
                </a:moveTo>
                <a:cubicBezTo>
                  <a:pt x="8845" y="76051"/>
                  <a:pt x="8830" y="76080"/>
                  <a:pt x="8830" y="76110"/>
                </a:cubicBezTo>
                <a:cubicBezTo>
                  <a:pt x="8800" y="76139"/>
                  <a:pt x="8756" y="76154"/>
                  <a:pt x="8727" y="76183"/>
                </a:cubicBezTo>
                <a:cubicBezTo>
                  <a:pt x="8727" y="76139"/>
                  <a:pt x="8742" y="76110"/>
                  <a:pt x="8742" y="76080"/>
                </a:cubicBezTo>
                <a:cubicBezTo>
                  <a:pt x="8771" y="76066"/>
                  <a:pt x="8815" y="76036"/>
                  <a:pt x="8845" y="76007"/>
                </a:cubicBezTo>
                <a:close/>
                <a:moveTo>
                  <a:pt x="8962" y="76110"/>
                </a:moveTo>
                <a:lnTo>
                  <a:pt x="8962" y="76110"/>
                </a:lnTo>
                <a:cubicBezTo>
                  <a:pt x="8948" y="76124"/>
                  <a:pt x="8948" y="76139"/>
                  <a:pt x="8918" y="76183"/>
                </a:cubicBezTo>
                <a:lnTo>
                  <a:pt x="8874" y="76227"/>
                </a:lnTo>
                <a:cubicBezTo>
                  <a:pt x="8874" y="76213"/>
                  <a:pt x="8889" y="76198"/>
                  <a:pt x="8889" y="76154"/>
                </a:cubicBezTo>
                <a:cubicBezTo>
                  <a:pt x="8903" y="76139"/>
                  <a:pt x="8918" y="76124"/>
                  <a:pt x="8962" y="76110"/>
                </a:cubicBezTo>
                <a:close/>
                <a:moveTo>
                  <a:pt x="8477" y="76051"/>
                </a:moveTo>
                <a:cubicBezTo>
                  <a:pt x="8477" y="76080"/>
                  <a:pt x="8462" y="76139"/>
                  <a:pt x="8462" y="76183"/>
                </a:cubicBezTo>
                <a:cubicBezTo>
                  <a:pt x="8433" y="76213"/>
                  <a:pt x="8374" y="76227"/>
                  <a:pt x="8330" y="76272"/>
                </a:cubicBezTo>
                <a:cubicBezTo>
                  <a:pt x="8330" y="76213"/>
                  <a:pt x="8359" y="76183"/>
                  <a:pt x="8359" y="76124"/>
                </a:cubicBezTo>
                <a:cubicBezTo>
                  <a:pt x="8388" y="76110"/>
                  <a:pt x="8447" y="76066"/>
                  <a:pt x="8477" y="76051"/>
                </a:cubicBezTo>
                <a:close/>
                <a:moveTo>
                  <a:pt x="8035" y="76051"/>
                </a:moveTo>
                <a:lnTo>
                  <a:pt x="8035" y="76213"/>
                </a:lnTo>
                <a:cubicBezTo>
                  <a:pt x="8006" y="76227"/>
                  <a:pt x="7947" y="76272"/>
                  <a:pt x="7903" y="76286"/>
                </a:cubicBezTo>
                <a:lnTo>
                  <a:pt x="7888" y="76286"/>
                </a:lnTo>
                <a:cubicBezTo>
                  <a:pt x="7888" y="76227"/>
                  <a:pt x="7888" y="76169"/>
                  <a:pt x="7873" y="76124"/>
                </a:cubicBezTo>
                <a:cubicBezTo>
                  <a:pt x="7932" y="76124"/>
                  <a:pt x="7991" y="76080"/>
                  <a:pt x="8035" y="76051"/>
                </a:cubicBezTo>
                <a:close/>
                <a:moveTo>
                  <a:pt x="8639" y="76154"/>
                </a:moveTo>
                <a:cubicBezTo>
                  <a:pt x="8639" y="76198"/>
                  <a:pt x="8624" y="76227"/>
                  <a:pt x="8624" y="76272"/>
                </a:cubicBezTo>
                <a:cubicBezTo>
                  <a:pt x="8594" y="76286"/>
                  <a:pt x="8550" y="76301"/>
                  <a:pt x="8521" y="76345"/>
                </a:cubicBezTo>
                <a:cubicBezTo>
                  <a:pt x="8521" y="76301"/>
                  <a:pt x="8536" y="76272"/>
                  <a:pt x="8536" y="76227"/>
                </a:cubicBezTo>
                <a:cubicBezTo>
                  <a:pt x="8580" y="76213"/>
                  <a:pt x="8609" y="76169"/>
                  <a:pt x="8639" y="76154"/>
                </a:cubicBezTo>
                <a:close/>
                <a:moveTo>
                  <a:pt x="8771" y="76227"/>
                </a:moveTo>
                <a:cubicBezTo>
                  <a:pt x="8771" y="76257"/>
                  <a:pt x="8756" y="76286"/>
                  <a:pt x="8756" y="76301"/>
                </a:cubicBezTo>
                <a:lnTo>
                  <a:pt x="8668" y="76404"/>
                </a:lnTo>
                <a:cubicBezTo>
                  <a:pt x="8668" y="76360"/>
                  <a:pt x="8683" y="76345"/>
                  <a:pt x="8683" y="76301"/>
                </a:cubicBezTo>
                <a:cubicBezTo>
                  <a:pt x="8727" y="76286"/>
                  <a:pt x="8742" y="76272"/>
                  <a:pt x="8771" y="76227"/>
                </a:cubicBezTo>
                <a:close/>
                <a:moveTo>
                  <a:pt x="8256" y="76183"/>
                </a:moveTo>
                <a:cubicBezTo>
                  <a:pt x="8256" y="76227"/>
                  <a:pt x="8256" y="76272"/>
                  <a:pt x="8241" y="76331"/>
                </a:cubicBezTo>
                <a:cubicBezTo>
                  <a:pt x="8212" y="76360"/>
                  <a:pt x="8153" y="76375"/>
                  <a:pt x="8109" y="76419"/>
                </a:cubicBezTo>
                <a:lnTo>
                  <a:pt x="8109" y="76272"/>
                </a:lnTo>
                <a:cubicBezTo>
                  <a:pt x="8168" y="76227"/>
                  <a:pt x="8227" y="76198"/>
                  <a:pt x="8256" y="76183"/>
                </a:cubicBezTo>
                <a:close/>
                <a:moveTo>
                  <a:pt x="8845" y="76365"/>
                </a:moveTo>
                <a:cubicBezTo>
                  <a:pt x="8845" y="76368"/>
                  <a:pt x="8845" y="76371"/>
                  <a:pt x="8845" y="76375"/>
                </a:cubicBezTo>
                <a:lnTo>
                  <a:pt x="8815" y="76419"/>
                </a:lnTo>
                <a:cubicBezTo>
                  <a:pt x="8815" y="76389"/>
                  <a:pt x="8830" y="76375"/>
                  <a:pt x="8830" y="76375"/>
                </a:cubicBezTo>
                <a:lnTo>
                  <a:pt x="8845" y="76365"/>
                </a:lnTo>
                <a:close/>
                <a:moveTo>
                  <a:pt x="8447" y="76286"/>
                </a:moveTo>
                <a:cubicBezTo>
                  <a:pt x="8447" y="76331"/>
                  <a:pt x="8418" y="76360"/>
                  <a:pt x="8418" y="76419"/>
                </a:cubicBezTo>
                <a:cubicBezTo>
                  <a:pt x="8388" y="76434"/>
                  <a:pt x="8359" y="76448"/>
                  <a:pt x="8315" y="76492"/>
                </a:cubicBezTo>
                <a:cubicBezTo>
                  <a:pt x="8315" y="76448"/>
                  <a:pt x="8330" y="76404"/>
                  <a:pt x="8330" y="76360"/>
                </a:cubicBezTo>
                <a:cubicBezTo>
                  <a:pt x="8374" y="76345"/>
                  <a:pt x="8403" y="76301"/>
                  <a:pt x="8447" y="76286"/>
                </a:cubicBezTo>
                <a:close/>
                <a:moveTo>
                  <a:pt x="8035" y="76301"/>
                </a:moveTo>
                <a:lnTo>
                  <a:pt x="8035" y="76448"/>
                </a:lnTo>
                <a:cubicBezTo>
                  <a:pt x="8006" y="76492"/>
                  <a:pt x="7947" y="76507"/>
                  <a:pt x="7903" y="76551"/>
                </a:cubicBezTo>
                <a:lnTo>
                  <a:pt x="7903" y="76404"/>
                </a:lnTo>
                <a:cubicBezTo>
                  <a:pt x="7903" y="76375"/>
                  <a:pt x="7932" y="76375"/>
                  <a:pt x="7947" y="76360"/>
                </a:cubicBezTo>
                <a:cubicBezTo>
                  <a:pt x="7991" y="76345"/>
                  <a:pt x="8006" y="76331"/>
                  <a:pt x="8035" y="76301"/>
                </a:cubicBezTo>
                <a:close/>
                <a:moveTo>
                  <a:pt x="8594" y="76375"/>
                </a:moveTo>
                <a:cubicBezTo>
                  <a:pt x="8594" y="76419"/>
                  <a:pt x="8580" y="76448"/>
                  <a:pt x="8580" y="76478"/>
                </a:cubicBezTo>
                <a:cubicBezTo>
                  <a:pt x="8536" y="76492"/>
                  <a:pt x="8521" y="76522"/>
                  <a:pt x="8477" y="76551"/>
                </a:cubicBezTo>
                <a:cubicBezTo>
                  <a:pt x="8477" y="76522"/>
                  <a:pt x="8506" y="76492"/>
                  <a:pt x="8506" y="76448"/>
                </a:cubicBezTo>
                <a:cubicBezTo>
                  <a:pt x="8536" y="76434"/>
                  <a:pt x="8550" y="76404"/>
                  <a:pt x="8594" y="76375"/>
                </a:cubicBezTo>
                <a:close/>
                <a:moveTo>
                  <a:pt x="8727" y="76448"/>
                </a:moveTo>
                <a:cubicBezTo>
                  <a:pt x="8697" y="76492"/>
                  <a:pt x="8683" y="76507"/>
                  <a:pt x="8683" y="76522"/>
                </a:cubicBezTo>
                <a:lnTo>
                  <a:pt x="8624" y="76581"/>
                </a:lnTo>
                <a:cubicBezTo>
                  <a:pt x="8624" y="76566"/>
                  <a:pt x="8639" y="76551"/>
                  <a:pt x="8639" y="76507"/>
                </a:cubicBezTo>
                <a:cubicBezTo>
                  <a:pt x="8668" y="76492"/>
                  <a:pt x="8683" y="76478"/>
                  <a:pt x="8727" y="76448"/>
                </a:cubicBezTo>
                <a:close/>
                <a:moveTo>
                  <a:pt x="8241" y="76419"/>
                </a:moveTo>
                <a:cubicBezTo>
                  <a:pt x="8241" y="76448"/>
                  <a:pt x="8227" y="76507"/>
                  <a:pt x="8227" y="76551"/>
                </a:cubicBezTo>
                <a:cubicBezTo>
                  <a:pt x="8182" y="76581"/>
                  <a:pt x="8153" y="76625"/>
                  <a:pt x="8109" y="76640"/>
                </a:cubicBezTo>
                <a:lnTo>
                  <a:pt x="8109" y="76507"/>
                </a:lnTo>
                <a:cubicBezTo>
                  <a:pt x="8153" y="76478"/>
                  <a:pt x="8212" y="76448"/>
                  <a:pt x="8241" y="76419"/>
                </a:cubicBezTo>
                <a:close/>
                <a:moveTo>
                  <a:pt x="8388" y="76522"/>
                </a:moveTo>
                <a:cubicBezTo>
                  <a:pt x="8388" y="76566"/>
                  <a:pt x="8374" y="76595"/>
                  <a:pt x="8374" y="76640"/>
                </a:cubicBezTo>
                <a:cubicBezTo>
                  <a:pt x="8330" y="76654"/>
                  <a:pt x="8315" y="76698"/>
                  <a:pt x="8285" y="76713"/>
                </a:cubicBezTo>
                <a:cubicBezTo>
                  <a:pt x="8300" y="76669"/>
                  <a:pt x="8300" y="76640"/>
                  <a:pt x="8300" y="76595"/>
                </a:cubicBezTo>
                <a:cubicBezTo>
                  <a:pt x="8330" y="76581"/>
                  <a:pt x="8374" y="76551"/>
                  <a:pt x="8388" y="76522"/>
                </a:cubicBezTo>
                <a:close/>
                <a:moveTo>
                  <a:pt x="8521" y="76625"/>
                </a:moveTo>
                <a:cubicBezTo>
                  <a:pt x="8521" y="76640"/>
                  <a:pt x="8506" y="76669"/>
                  <a:pt x="8506" y="76698"/>
                </a:cubicBezTo>
                <a:cubicBezTo>
                  <a:pt x="8477" y="76728"/>
                  <a:pt x="8462" y="76743"/>
                  <a:pt x="8433" y="76772"/>
                </a:cubicBezTo>
                <a:cubicBezTo>
                  <a:pt x="8433" y="76728"/>
                  <a:pt x="8447" y="76713"/>
                  <a:pt x="8447" y="76669"/>
                </a:cubicBezTo>
                <a:cubicBezTo>
                  <a:pt x="8462" y="76654"/>
                  <a:pt x="8506" y="76640"/>
                  <a:pt x="8521" y="76625"/>
                </a:cubicBezTo>
                <a:close/>
                <a:moveTo>
                  <a:pt x="8609" y="76731"/>
                </a:moveTo>
                <a:cubicBezTo>
                  <a:pt x="8609" y="76735"/>
                  <a:pt x="8609" y="76739"/>
                  <a:pt x="8609" y="76743"/>
                </a:cubicBezTo>
                <a:lnTo>
                  <a:pt x="8580" y="76787"/>
                </a:lnTo>
                <a:cubicBezTo>
                  <a:pt x="8580" y="76757"/>
                  <a:pt x="8594" y="76743"/>
                  <a:pt x="8594" y="76743"/>
                </a:cubicBezTo>
                <a:cubicBezTo>
                  <a:pt x="8600" y="76737"/>
                  <a:pt x="8605" y="76734"/>
                  <a:pt x="8609" y="76731"/>
                </a:cubicBezTo>
                <a:close/>
                <a:moveTo>
                  <a:pt x="8035" y="76566"/>
                </a:moveTo>
                <a:cubicBezTo>
                  <a:pt x="8035" y="76625"/>
                  <a:pt x="8035" y="76654"/>
                  <a:pt x="8020" y="76713"/>
                </a:cubicBezTo>
                <a:cubicBezTo>
                  <a:pt x="7991" y="76743"/>
                  <a:pt x="7947" y="76772"/>
                  <a:pt x="7888" y="76801"/>
                </a:cubicBezTo>
                <a:lnTo>
                  <a:pt x="7888" y="76654"/>
                </a:lnTo>
                <a:cubicBezTo>
                  <a:pt x="7947" y="76625"/>
                  <a:pt x="7991" y="76581"/>
                  <a:pt x="8035" y="76566"/>
                </a:cubicBezTo>
                <a:close/>
                <a:moveTo>
                  <a:pt x="8227" y="76669"/>
                </a:moveTo>
                <a:cubicBezTo>
                  <a:pt x="8227" y="76713"/>
                  <a:pt x="8197" y="76743"/>
                  <a:pt x="8197" y="76801"/>
                </a:cubicBezTo>
                <a:cubicBezTo>
                  <a:pt x="8168" y="76816"/>
                  <a:pt x="8138" y="76846"/>
                  <a:pt x="8094" y="76875"/>
                </a:cubicBezTo>
                <a:cubicBezTo>
                  <a:pt x="8094" y="76846"/>
                  <a:pt x="8094" y="76801"/>
                  <a:pt x="8109" y="76743"/>
                </a:cubicBezTo>
                <a:cubicBezTo>
                  <a:pt x="8153" y="76728"/>
                  <a:pt x="8182" y="76698"/>
                  <a:pt x="8227" y="76669"/>
                </a:cubicBezTo>
                <a:close/>
                <a:moveTo>
                  <a:pt x="8359" y="76772"/>
                </a:moveTo>
                <a:cubicBezTo>
                  <a:pt x="8359" y="76801"/>
                  <a:pt x="8330" y="76846"/>
                  <a:pt x="8330" y="76860"/>
                </a:cubicBezTo>
                <a:cubicBezTo>
                  <a:pt x="8300" y="76875"/>
                  <a:pt x="8271" y="76890"/>
                  <a:pt x="8256" y="76934"/>
                </a:cubicBezTo>
                <a:cubicBezTo>
                  <a:pt x="8256" y="76890"/>
                  <a:pt x="8271" y="76860"/>
                  <a:pt x="8271" y="76846"/>
                </a:cubicBezTo>
                <a:cubicBezTo>
                  <a:pt x="8300" y="76816"/>
                  <a:pt x="8330" y="76801"/>
                  <a:pt x="8359" y="76772"/>
                </a:cubicBezTo>
                <a:close/>
                <a:moveTo>
                  <a:pt x="8447" y="76846"/>
                </a:moveTo>
                <a:cubicBezTo>
                  <a:pt x="8447" y="76875"/>
                  <a:pt x="8447" y="76890"/>
                  <a:pt x="8433" y="76919"/>
                </a:cubicBezTo>
                <a:lnTo>
                  <a:pt x="8374" y="76963"/>
                </a:lnTo>
                <a:cubicBezTo>
                  <a:pt x="8374" y="76949"/>
                  <a:pt x="8388" y="76934"/>
                  <a:pt x="8388" y="76890"/>
                </a:cubicBezTo>
                <a:lnTo>
                  <a:pt x="8447" y="76846"/>
                </a:lnTo>
                <a:close/>
                <a:moveTo>
                  <a:pt x="8006" y="76801"/>
                </a:moveTo>
                <a:cubicBezTo>
                  <a:pt x="8006" y="76846"/>
                  <a:pt x="7991" y="76890"/>
                  <a:pt x="7991" y="76934"/>
                </a:cubicBezTo>
                <a:cubicBezTo>
                  <a:pt x="7962" y="76963"/>
                  <a:pt x="7932" y="77007"/>
                  <a:pt x="7888" y="77022"/>
                </a:cubicBezTo>
                <a:lnTo>
                  <a:pt x="7888" y="76890"/>
                </a:lnTo>
                <a:cubicBezTo>
                  <a:pt x="7932" y="76860"/>
                  <a:pt x="7962" y="76846"/>
                  <a:pt x="8006" y="76801"/>
                </a:cubicBezTo>
                <a:close/>
                <a:moveTo>
                  <a:pt x="8168" y="76919"/>
                </a:moveTo>
                <a:cubicBezTo>
                  <a:pt x="8168" y="76949"/>
                  <a:pt x="8153" y="76993"/>
                  <a:pt x="8153" y="77022"/>
                </a:cubicBezTo>
                <a:cubicBezTo>
                  <a:pt x="8109" y="77037"/>
                  <a:pt x="8094" y="77081"/>
                  <a:pt x="8065" y="77096"/>
                </a:cubicBezTo>
                <a:cubicBezTo>
                  <a:pt x="8079" y="77066"/>
                  <a:pt x="8079" y="77022"/>
                  <a:pt x="8079" y="76993"/>
                </a:cubicBezTo>
                <a:cubicBezTo>
                  <a:pt x="8109" y="76963"/>
                  <a:pt x="8153" y="76934"/>
                  <a:pt x="8168" y="76919"/>
                </a:cubicBezTo>
                <a:close/>
                <a:moveTo>
                  <a:pt x="8271" y="77007"/>
                </a:moveTo>
                <a:cubicBezTo>
                  <a:pt x="8271" y="77022"/>
                  <a:pt x="8271" y="77066"/>
                  <a:pt x="8256" y="77081"/>
                </a:cubicBezTo>
                <a:lnTo>
                  <a:pt x="8212" y="77140"/>
                </a:lnTo>
                <a:cubicBezTo>
                  <a:pt x="8212" y="77110"/>
                  <a:pt x="8227" y="77081"/>
                  <a:pt x="8227" y="77066"/>
                </a:cubicBezTo>
                <a:lnTo>
                  <a:pt x="8271" y="77007"/>
                </a:lnTo>
                <a:close/>
                <a:moveTo>
                  <a:pt x="8374" y="77096"/>
                </a:moveTo>
                <a:cubicBezTo>
                  <a:pt x="8374" y="77110"/>
                  <a:pt x="8359" y="77110"/>
                  <a:pt x="8359" y="77140"/>
                </a:cubicBezTo>
                <a:cubicBezTo>
                  <a:pt x="8359" y="77155"/>
                  <a:pt x="8330" y="77155"/>
                  <a:pt x="8330" y="77169"/>
                </a:cubicBezTo>
                <a:cubicBezTo>
                  <a:pt x="8330" y="77155"/>
                  <a:pt x="8330" y="77140"/>
                  <a:pt x="8359" y="77140"/>
                </a:cubicBezTo>
                <a:cubicBezTo>
                  <a:pt x="8359" y="77110"/>
                  <a:pt x="8359" y="77096"/>
                  <a:pt x="8374" y="77096"/>
                </a:cubicBezTo>
                <a:close/>
                <a:moveTo>
                  <a:pt x="8006" y="77066"/>
                </a:moveTo>
                <a:cubicBezTo>
                  <a:pt x="8006" y="77096"/>
                  <a:pt x="7991" y="77140"/>
                  <a:pt x="7991" y="77184"/>
                </a:cubicBezTo>
                <a:cubicBezTo>
                  <a:pt x="7932" y="77213"/>
                  <a:pt x="7903" y="77228"/>
                  <a:pt x="7873" y="77258"/>
                </a:cubicBezTo>
                <a:cubicBezTo>
                  <a:pt x="7873" y="77228"/>
                  <a:pt x="7873" y="77184"/>
                  <a:pt x="7888" y="77140"/>
                </a:cubicBezTo>
                <a:cubicBezTo>
                  <a:pt x="7932" y="77110"/>
                  <a:pt x="7962" y="77081"/>
                  <a:pt x="8006" y="77066"/>
                </a:cubicBezTo>
                <a:close/>
                <a:moveTo>
                  <a:pt x="8109" y="77155"/>
                </a:moveTo>
                <a:cubicBezTo>
                  <a:pt x="8109" y="77184"/>
                  <a:pt x="8094" y="77213"/>
                  <a:pt x="8094" y="77243"/>
                </a:cubicBezTo>
                <a:lnTo>
                  <a:pt x="8020" y="77317"/>
                </a:lnTo>
                <a:cubicBezTo>
                  <a:pt x="8020" y="77287"/>
                  <a:pt x="8035" y="77243"/>
                  <a:pt x="8035" y="77228"/>
                </a:cubicBezTo>
                <a:lnTo>
                  <a:pt x="8109" y="77155"/>
                </a:lnTo>
                <a:close/>
                <a:moveTo>
                  <a:pt x="8227" y="77243"/>
                </a:moveTo>
                <a:cubicBezTo>
                  <a:pt x="8212" y="77258"/>
                  <a:pt x="8212" y="77287"/>
                  <a:pt x="8212" y="77302"/>
                </a:cubicBezTo>
                <a:lnTo>
                  <a:pt x="8168" y="77331"/>
                </a:lnTo>
                <a:cubicBezTo>
                  <a:pt x="8168" y="77317"/>
                  <a:pt x="8168" y="77302"/>
                  <a:pt x="8182" y="77272"/>
                </a:cubicBezTo>
                <a:lnTo>
                  <a:pt x="8227" y="77243"/>
                </a:lnTo>
                <a:close/>
                <a:moveTo>
                  <a:pt x="7947" y="77302"/>
                </a:moveTo>
                <a:cubicBezTo>
                  <a:pt x="7947" y="77331"/>
                  <a:pt x="7932" y="77375"/>
                  <a:pt x="7932" y="77405"/>
                </a:cubicBezTo>
                <a:cubicBezTo>
                  <a:pt x="7917" y="77434"/>
                  <a:pt x="7873" y="77464"/>
                  <a:pt x="7844" y="77478"/>
                </a:cubicBezTo>
                <a:cubicBezTo>
                  <a:pt x="7844" y="77449"/>
                  <a:pt x="7859" y="77405"/>
                  <a:pt x="7859" y="77375"/>
                </a:cubicBezTo>
                <a:cubicBezTo>
                  <a:pt x="7888" y="77361"/>
                  <a:pt x="7932" y="77317"/>
                  <a:pt x="7947" y="77302"/>
                </a:cubicBezTo>
                <a:close/>
                <a:moveTo>
                  <a:pt x="8094" y="77390"/>
                </a:moveTo>
                <a:lnTo>
                  <a:pt x="8094" y="77390"/>
                </a:lnTo>
                <a:cubicBezTo>
                  <a:pt x="8065" y="77405"/>
                  <a:pt x="8065" y="77434"/>
                  <a:pt x="8065" y="77464"/>
                </a:cubicBezTo>
                <a:lnTo>
                  <a:pt x="8006" y="77523"/>
                </a:lnTo>
                <a:cubicBezTo>
                  <a:pt x="8006" y="77508"/>
                  <a:pt x="8020" y="77464"/>
                  <a:pt x="8020" y="77449"/>
                </a:cubicBezTo>
                <a:cubicBezTo>
                  <a:pt x="8035" y="77434"/>
                  <a:pt x="8065" y="77405"/>
                  <a:pt x="8094" y="77390"/>
                </a:cubicBezTo>
                <a:close/>
                <a:moveTo>
                  <a:pt x="7903" y="77537"/>
                </a:moveTo>
                <a:cubicBezTo>
                  <a:pt x="7888" y="77581"/>
                  <a:pt x="7888" y="77596"/>
                  <a:pt x="7888" y="77626"/>
                </a:cubicBezTo>
                <a:cubicBezTo>
                  <a:pt x="7873" y="77655"/>
                  <a:pt x="7859" y="77684"/>
                  <a:pt x="7814" y="77699"/>
                </a:cubicBezTo>
                <a:cubicBezTo>
                  <a:pt x="7814" y="77670"/>
                  <a:pt x="7829" y="77626"/>
                  <a:pt x="7829" y="77611"/>
                </a:cubicBezTo>
                <a:cubicBezTo>
                  <a:pt x="7859" y="77596"/>
                  <a:pt x="7888" y="77581"/>
                  <a:pt x="7903" y="77537"/>
                </a:cubicBezTo>
                <a:close/>
                <a:moveTo>
                  <a:pt x="8020" y="77611"/>
                </a:moveTo>
                <a:cubicBezTo>
                  <a:pt x="8006" y="77655"/>
                  <a:pt x="8006" y="77655"/>
                  <a:pt x="7991" y="77670"/>
                </a:cubicBezTo>
                <a:cubicBezTo>
                  <a:pt x="7962" y="77684"/>
                  <a:pt x="7947" y="77699"/>
                  <a:pt x="7947" y="77729"/>
                </a:cubicBezTo>
                <a:cubicBezTo>
                  <a:pt x="7947" y="77699"/>
                  <a:pt x="7947" y="77684"/>
                  <a:pt x="7962" y="77670"/>
                </a:cubicBezTo>
                <a:lnTo>
                  <a:pt x="8020" y="77611"/>
                </a:lnTo>
                <a:close/>
                <a:moveTo>
                  <a:pt x="7859" y="77773"/>
                </a:moveTo>
                <a:lnTo>
                  <a:pt x="7859" y="77773"/>
                </a:lnTo>
                <a:cubicBezTo>
                  <a:pt x="7844" y="77817"/>
                  <a:pt x="7844" y="77832"/>
                  <a:pt x="7844" y="77846"/>
                </a:cubicBezTo>
                <a:lnTo>
                  <a:pt x="7785" y="77905"/>
                </a:lnTo>
                <a:cubicBezTo>
                  <a:pt x="7785" y="77890"/>
                  <a:pt x="7800" y="77846"/>
                  <a:pt x="7800" y="77832"/>
                </a:cubicBezTo>
                <a:lnTo>
                  <a:pt x="7859" y="77773"/>
                </a:lnTo>
                <a:close/>
                <a:moveTo>
                  <a:pt x="7800" y="78023"/>
                </a:moveTo>
                <a:cubicBezTo>
                  <a:pt x="7785" y="78038"/>
                  <a:pt x="7785" y="78052"/>
                  <a:pt x="7785" y="78067"/>
                </a:cubicBezTo>
                <a:cubicBezTo>
                  <a:pt x="7770" y="78096"/>
                  <a:pt x="7770" y="78111"/>
                  <a:pt x="7741" y="78111"/>
                </a:cubicBezTo>
                <a:cubicBezTo>
                  <a:pt x="7741" y="78096"/>
                  <a:pt x="7741" y="78067"/>
                  <a:pt x="7770" y="78052"/>
                </a:cubicBezTo>
                <a:cubicBezTo>
                  <a:pt x="7785" y="78038"/>
                  <a:pt x="7785" y="78023"/>
                  <a:pt x="7800" y="78023"/>
                </a:cubicBezTo>
                <a:close/>
                <a:moveTo>
                  <a:pt x="7535" y="74859"/>
                </a:moveTo>
                <a:cubicBezTo>
                  <a:pt x="7564" y="74918"/>
                  <a:pt x="7579" y="74977"/>
                  <a:pt x="7594" y="75050"/>
                </a:cubicBezTo>
                <a:cubicBezTo>
                  <a:pt x="7064" y="75271"/>
                  <a:pt x="6534" y="75521"/>
                  <a:pt x="6019" y="75815"/>
                </a:cubicBezTo>
                <a:cubicBezTo>
                  <a:pt x="3723" y="77110"/>
                  <a:pt x="1987" y="79392"/>
                  <a:pt x="1266" y="81893"/>
                </a:cubicBezTo>
                <a:cubicBezTo>
                  <a:pt x="1913" y="79230"/>
                  <a:pt x="3694" y="76816"/>
                  <a:pt x="6107" y="75521"/>
                </a:cubicBezTo>
                <a:cubicBezTo>
                  <a:pt x="6564" y="75256"/>
                  <a:pt x="7049" y="75050"/>
                  <a:pt x="7535" y="74859"/>
                </a:cubicBezTo>
                <a:close/>
                <a:moveTo>
                  <a:pt x="7638" y="75109"/>
                </a:moveTo>
                <a:cubicBezTo>
                  <a:pt x="7638" y="75183"/>
                  <a:pt x="7653" y="75256"/>
                  <a:pt x="7667" y="75315"/>
                </a:cubicBezTo>
                <a:cubicBezTo>
                  <a:pt x="7108" y="75565"/>
                  <a:pt x="6519" y="75845"/>
                  <a:pt x="5975" y="76183"/>
                </a:cubicBezTo>
                <a:cubicBezTo>
                  <a:pt x="3738" y="77508"/>
                  <a:pt x="2075" y="79642"/>
                  <a:pt x="1339" y="82026"/>
                </a:cubicBezTo>
                <a:cubicBezTo>
                  <a:pt x="2016" y="79495"/>
                  <a:pt x="3753" y="77184"/>
                  <a:pt x="6063" y="75860"/>
                </a:cubicBezTo>
                <a:cubicBezTo>
                  <a:pt x="6564" y="75565"/>
                  <a:pt x="7093" y="75330"/>
                  <a:pt x="7638" y="75109"/>
                </a:cubicBezTo>
                <a:close/>
                <a:moveTo>
                  <a:pt x="7682" y="75403"/>
                </a:moveTo>
                <a:cubicBezTo>
                  <a:pt x="7711" y="75462"/>
                  <a:pt x="7711" y="75536"/>
                  <a:pt x="7726" y="75595"/>
                </a:cubicBezTo>
                <a:cubicBezTo>
                  <a:pt x="7123" y="75889"/>
                  <a:pt x="6519" y="76198"/>
                  <a:pt x="5931" y="76537"/>
                </a:cubicBezTo>
                <a:cubicBezTo>
                  <a:pt x="3635" y="77964"/>
                  <a:pt x="1957" y="80201"/>
                  <a:pt x="1251" y="82629"/>
                </a:cubicBezTo>
                <a:cubicBezTo>
                  <a:pt x="1884" y="80039"/>
                  <a:pt x="3606" y="77670"/>
                  <a:pt x="6019" y="76257"/>
                </a:cubicBezTo>
                <a:cubicBezTo>
                  <a:pt x="6549" y="75933"/>
                  <a:pt x="7123" y="75668"/>
                  <a:pt x="7682" y="75403"/>
                </a:cubicBezTo>
                <a:close/>
                <a:moveTo>
                  <a:pt x="7741" y="75668"/>
                </a:moveTo>
                <a:cubicBezTo>
                  <a:pt x="7770" y="75712"/>
                  <a:pt x="7770" y="75771"/>
                  <a:pt x="7770" y="75845"/>
                </a:cubicBezTo>
                <a:cubicBezTo>
                  <a:pt x="7123" y="76183"/>
                  <a:pt x="6490" y="76522"/>
                  <a:pt x="5872" y="76919"/>
                </a:cubicBezTo>
                <a:cubicBezTo>
                  <a:pt x="3606" y="78361"/>
                  <a:pt x="1913" y="80628"/>
                  <a:pt x="1221" y="83041"/>
                </a:cubicBezTo>
                <a:cubicBezTo>
                  <a:pt x="1854" y="80466"/>
                  <a:pt x="3591" y="78096"/>
                  <a:pt x="5960" y="76625"/>
                </a:cubicBezTo>
                <a:cubicBezTo>
                  <a:pt x="6534" y="76272"/>
                  <a:pt x="7137" y="75963"/>
                  <a:pt x="7741" y="75668"/>
                </a:cubicBezTo>
                <a:close/>
                <a:moveTo>
                  <a:pt x="7785" y="75933"/>
                </a:moveTo>
                <a:cubicBezTo>
                  <a:pt x="7785" y="75992"/>
                  <a:pt x="7800" y="76051"/>
                  <a:pt x="7800" y="76110"/>
                </a:cubicBezTo>
                <a:cubicBezTo>
                  <a:pt x="7137" y="76478"/>
                  <a:pt x="6475" y="76860"/>
                  <a:pt x="5828" y="77272"/>
                </a:cubicBezTo>
                <a:cubicBezTo>
                  <a:pt x="3591" y="78788"/>
                  <a:pt x="1943" y="80981"/>
                  <a:pt x="1236" y="83321"/>
                </a:cubicBezTo>
                <a:cubicBezTo>
                  <a:pt x="1884" y="80834"/>
                  <a:pt x="3591" y="78494"/>
                  <a:pt x="5931" y="76993"/>
                </a:cubicBezTo>
                <a:cubicBezTo>
                  <a:pt x="6534" y="76595"/>
                  <a:pt x="7152" y="76257"/>
                  <a:pt x="7785" y="75933"/>
                </a:cubicBezTo>
                <a:close/>
                <a:moveTo>
                  <a:pt x="7800" y="76198"/>
                </a:moveTo>
                <a:cubicBezTo>
                  <a:pt x="7800" y="76257"/>
                  <a:pt x="7800" y="76301"/>
                  <a:pt x="7814" y="76360"/>
                </a:cubicBezTo>
                <a:cubicBezTo>
                  <a:pt x="7137" y="76757"/>
                  <a:pt x="6461" y="77184"/>
                  <a:pt x="5784" y="77670"/>
                </a:cubicBezTo>
                <a:cubicBezTo>
                  <a:pt x="3517" y="79244"/>
                  <a:pt x="1884" y="81496"/>
                  <a:pt x="1177" y="83836"/>
                </a:cubicBezTo>
                <a:cubicBezTo>
                  <a:pt x="1781" y="81305"/>
                  <a:pt x="3473" y="78950"/>
                  <a:pt x="5872" y="77361"/>
                </a:cubicBezTo>
                <a:cubicBezTo>
                  <a:pt x="6490" y="76934"/>
                  <a:pt x="7152" y="76551"/>
                  <a:pt x="7800" y="76198"/>
                </a:cubicBezTo>
                <a:close/>
                <a:moveTo>
                  <a:pt x="7800" y="76448"/>
                </a:moveTo>
                <a:lnTo>
                  <a:pt x="7800" y="76625"/>
                </a:lnTo>
                <a:cubicBezTo>
                  <a:pt x="7726" y="76669"/>
                  <a:pt x="7638" y="76728"/>
                  <a:pt x="7564" y="76787"/>
                </a:cubicBezTo>
                <a:cubicBezTo>
                  <a:pt x="6961" y="77184"/>
                  <a:pt x="6313" y="77596"/>
                  <a:pt x="5710" y="78052"/>
                </a:cubicBezTo>
                <a:cubicBezTo>
                  <a:pt x="3458" y="79701"/>
                  <a:pt x="1854" y="81864"/>
                  <a:pt x="1163" y="84145"/>
                </a:cubicBezTo>
                <a:cubicBezTo>
                  <a:pt x="1825" y="81673"/>
                  <a:pt x="3473" y="79362"/>
                  <a:pt x="5813" y="77729"/>
                </a:cubicBezTo>
                <a:cubicBezTo>
                  <a:pt x="6475" y="77258"/>
                  <a:pt x="7152" y="76846"/>
                  <a:pt x="7800" y="76448"/>
                </a:cubicBezTo>
                <a:close/>
                <a:moveTo>
                  <a:pt x="7829" y="76698"/>
                </a:moveTo>
                <a:lnTo>
                  <a:pt x="7829" y="76846"/>
                </a:lnTo>
                <a:cubicBezTo>
                  <a:pt x="7653" y="76963"/>
                  <a:pt x="7447" y="77110"/>
                  <a:pt x="7270" y="77243"/>
                </a:cubicBezTo>
                <a:cubicBezTo>
                  <a:pt x="6755" y="77611"/>
                  <a:pt x="6210" y="77979"/>
                  <a:pt x="5695" y="78391"/>
                </a:cubicBezTo>
                <a:cubicBezTo>
                  <a:pt x="3414" y="80113"/>
                  <a:pt x="1825" y="82335"/>
                  <a:pt x="1148" y="84616"/>
                </a:cubicBezTo>
                <a:cubicBezTo>
                  <a:pt x="1737" y="82188"/>
                  <a:pt x="3370" y="79833"/>
                  <a:pt x="5784" y="78096"/>
                </a:cubicBezTo>
                <a:cubicBezTo>
                  <a:pt x="6387" y="77655"/>
                  <a:pt x="7005" y="77228"/>
                  <a:pt x="7638" y="76816"/>
                </a:cubicBezTo>
                <a:cubicBezTo>
                  <a:pt x="7711" y="76787"/>
                  <a:pt x="7770" y="76728"/>
                  <a:pt x="7829" y="76698"/>
                </a:cubicBezTo>
                <a:close/>
                <a:moveTo>
                  <a:pt x="7800" y="76949"/>
                </a:moveTo>
                <a:lnTo>
                  <a:pt x="7800" y="77096"/>
                </a:lnTo>
                <a:cubicBezTo>
                  <a:pt x="7505" y="77331"/>
                  <a:pt x="7196" y="77552"/>
                  <a:pt x="6902" y="77802"/>
                </a:cubicBezTo>
                <a:cubicBezTo>
                  <a:pt x="6475" y="78111"/>
                  <a:pt x="6048" y="78435"/>
                  <a:pt x="5622" y="78773"/>
                </a:cubicBezTo>
                <a:cubicBezTo>
                  <a:pt x="4253" y="79862"/>
                  <a:pt x="2016" y="81996"/>
                  <a:pt x="1118" y="84910"/>
                </a:cubicBezTo>
                <a:cubicBezTo>
                  <a:pt x="1751" y="82541"/>
                  <a:pt x="3385" y="80245"/>
                  <a:pt x="5725" y="78464"/>
                </a:cubicBezTo>
                <a:cubicBezTo>
                  <a:pt x="6240" y="78067"/>
                  <a:pt x="6770" y="77684"/>
                  <a:pt x="7285" y="77317"/>
                </a:cubicBezTo>
                <a:cubicBezTo>
                  <a:pt x="7476" y="77184"/>
                  <a:pt x="7638" y="77081"/>
                  <a:pt x="7800" y="76949"/>
                </a:cubicBezTo>
                <a:close/>
                <a:moveTo>
                  <a:pt x="7785" y="77213"/>
                </a:moveTo>
                <a:cubicBezTo>
                  <a:pt x="7785" y="77243"/>
                  <a:pt x="7785" y="77302"/>
                  <a:pt x="7770" y="77331"/>
                </a:cubicBezTo>
                <a:cubicBezTo>
                  <a:pt x="7358" y="77670"/>
                  <a:pt x="6946" y="78008"/>
                  <a:pt x="6534" y="78347"/>
                </a:cubicBezTo>
                <a:cubicBezTo>
                  <a:pt x="6210" y="78597"/>
                  <a:pt x="5887" y="78862"/>
                  <a:pt x="5578" y="79141"/>
                </a:cubicBezTo>
                <a:cubicBezTo>
                  <a:pt x="3355" y="80981"/>
                  <a:pt x="1795" y="83129"/>
                  <a:pt x="1104" y="85278"/>
                </a:cubicBezTo>
                <a:lnTo>
                  <a:pt x="1104" y="85263"/>
                </a:lnTo>
                <a:cubicBezTo>
                  <a:pt x="1928" y="82188"/>
                  <a:pt x="4268" y="79965"/>
                  <a:pt x="5666" y="78832"/>
                </a:cubicBezTo>
                <a:cubicBezTo>
                  <a:pt x="6093" y="78494"/>
                  <a:pt x="6505" y="78170"/>
                  <a:pt x="6931" y="77846"/>
                </a:cubicBezTo>
                <a:cubicBezTo>
                  <a:pt x="7226" y="77626"/>
                  <a:pt x="7505" y="77405"/>
                  <a:pt x="7785" y="77213"/>
                </a:cubicBezTo>
                <a:close/>
                <a:moveTo>
                  <a:pt x="7770" y="77449"/>
                </a:moveTo>
                <a:cubicBezTo>
                  <a:pt x="7770" y="77478"/>
                  <a:pt x="7741" y="77523"/>
                  <a:pt x="7741" y="77581"/>
                </a:cubicBezTo>
                <a:cubicBezTo>
                  <a:pt x="7255" y="78038"/>
                  <a:pt x="6711" y="78494"/>
                  <a:pt x="6181" y="78950"/>
                </a:cubicBezTo>
                <a:cubicBezTo>
                  <a:pt x="5960" y="79141"/>
                  <a:pt x="5739" y="79318"/>
                  <a:pt x="5519" y="79524"/>
                </a:cubicBezTo>
                <a:cubicBezTo>
                  <a:pt x="3959" y="80869"/>
                  <a:pt x="2107" y="82854"/>
                  <a:pt x="1194" y="85316"/>
                </a:cubicBezTo>
                <a:lnTo>
                  <a:pt x="1194" y="85316"/>
                </a:lnTo>
                <a:cubicBezTo>
                  <a:pt x="1869" y="83161"/>
                  <a:pt x="3422" y="81026"/>
                  <a:pt x="5636" y="79200"/>
                </a:cubicBezTo>
                <a:cubicBezTo>
                  <a:pt x="5945" y="78935"/>
                  <a:pt x="6269" y="78656"/>
                  <a:pt x="6593" y="78406"/>
                </a:cubicBezTo>
                <a:cubicBezTo>
                  <a:pt x="6990" y="78067"/>
                  <a:pt x="7373" y="77758"/>
                  <a:pt x="7770" y="77449"/>
                </a:cubicBezTo>
                <a:close/>
                <a:moveTo>
                  <a:pt x="7726" y="77684"/>
                </a:moveTo>
                <a:cubicBezTo>
                  <a:pt x="7726" y="77714"/>
                  <a:pt x="7711" y="77758"/>
                  <a:pt x="7711" y="77802"/>
                </a:cubicBezTo>
                <a:cubicBezTo>
                  <a:pt x="7123" y="78376"/>
                  <a:pt x="6475" y="78965"/>
                  <a:pt x="5813" y="79568"/>
                </a:cubicBezTo>
                <a:lnTo>
                  <a:pt x="5460" y="79877"/>
                </a:lnTo>
                <a:cubicBezTo>
                  <a:pt x="3318" y="81799"/>
                  <a:pt x="1892" y="83751"/>
                  <a:pt x="1169" y="85702"/>
                </a:cubicBezTo>
                <a:lnTo>
                  <a:pt x="1169" y="85702"/>
                </a:lnTo>
                <a:cubicBezTo>
                  <a:pt x="1168" y="85693"/>
                  <a:pt x="1163" y="85684"/>
                  <a:pt x="1163" y="85675"/>
                </a:cubicBezTo>
                <a:cubicBezTo>
                  <a:pt x="2001" y="83071"/>
                  <a:pt x="3959" y="80951"/>
                  <a:pt x="5578" y="79568"/>
                </a:cubicBezTo>
                <a:cubicBezTo>
                  <a:pt x="5798" y="79377"/>
                  <a:pt x="6019" y="79200"/>
                  <a:pt x="6240" y="78994"/>
                </a:cubicBezTo>
                <a:cubicBezTo>
                  <a:pt x="6755" y="78553"/>
                  <a:pt x="7255" y="78126"/>
                  <a:pt x="7726" y="77684"/>
                </a:cubicBezTo>
                <a:close/>
                <a:moveTo>
                  <a:pt x="7711" y="77964"/>
                </a:moveTo>
                <a:cubicBezTo>
                  <a:pt x="7697" y="77979"/>
                  <a:pt x="7697" y="77993"/>
                  <a:pt x="7667" y="78038"/>
                </a:cubicBezTo>
                <a:cubicBezTo>
                  <a:pt x="6990" y="78788"/>
                  <a:pt x="6210" y="79509"/>
                  <a:pt x="5460" y="80216"/>
                </a:cubicBezTo>
                <a:lnTo>
                  <a:pt x="5430" y="80260"/>
                </a:lnTo>
                <a:cubicBezTo>
                  <a:pt x="3296" y="82246"/>
                  <a:pt x="1928" y="84101"/>
                  <a:pt x="1192" y="85940"/>
                </a:cubicBezTo>
                <a:lnTo>
                  <a:pt x="1192" y="85881"/>
                </a:lnTo>
                <a:cubicBezTo>
                  <a:pt x="1898" y="83895"/>
                  <a:pt x="3355" y="81893"/>
                  <a:pt x="5533" y="79951"/>
                </a:cubicBezTo>
                <a:lnTo>
                  <a:pt x="5887" y="79627"/>
                </a:lnTo>
                <a:cubicBezTo>
                  <a:pt x="6519" y="79068"/>
                  <a:pt x="7137" y="78509"/>
                  <a:pt x="7711" y="77964"/>
                </a:cubicBezTo>
                <a:close/>
                <a:moveTo>
                  <a:pt x="7638" y="78199"/>
                </a:moveTo>
                <a:lnTo>
                  <a:pt x="7638" y="78258"/>
                </a:lnTo>
                <a:cubicBezTo>
                  <a:pt x="6990" y="79024"/>
                  <a:pt x="6210" y="79804"/>
                  <a:pt x="5386" y="80613"/>
                </a:cubicBezTo>
                <a:cubicBezTo>
                  <a:pt x="3900" y="82070"/>
                  <a:pt x="2193" y="83939"/>
                  <a:pt x="1251" y="86161"/>
                </a:cubicBezTo>
                <a:cubicBezTo>
                  <a:pt x="1251" y="86146"/>
                  <a:pt x="1236" y="86117"/>
                  <a:pt x="1236" y="86087"/>
                </a:cubicBezTo>
                <a:cubicBezTo>
                  <a:pt x="1928" y="84218"/>
                  <a:pt x="3311" y="82335"/>
                  <a:pt x="5475" y="80319"/>
                </a:cubicBezTo>
                <a:lnTo>
                  <a:pt x="5519" y="80274"/>
                </a:lnTo>
                <a:cubicBezTo>
                  <a:pt x="6240" y="79598"/>
                  <a:pt x="6976" y="78921"/>
                  <a:pt x="7638" y="78199"/>
                </a:cubicBezTo>
                <a:close/>
                <a:moveTo>
                  <a:pt x="7579" y="78435"/>
                </a:moveTo>
                <a:cubicBezTo>
                  <a:pt x="7579" y="78464"/>
                  <a:pt x="7579" y="78464"/>
                  <a:pt x="7564" y="78479"/>
                </a:cubicBezTo>
                <a:cubicBezTo>
                  <a:pt x="6902" y="79347"/>
                  <a:pt x="6107" y="80171"/>
                  <a:pt x="5342" y="80981"/>
                </a:cubicBezTo>
                <a:cubicBezTo>
                  <a:pt x="3738" y="82600"/>
                  <a:pt x="2193" y="84366"/>
                  <a:pt x="1310" y="86367"/>
                </a:cubicBezTo>
                <a:cubicBezTo>
                  <a:pt x="1310" y="86352"/>
                  <a:pt x="1295" y="86308"/>
                  <a:pt x="1295" y="86293"/>
                </a:cubicBezTo>
                <a:cubicBezTo>
                  <a:pt x="2207" y="84027"/>
                  <a:pt x="3944" y="82143"/>
                  <a:pt x="5445" y="80672"/>
                </a:cubicBezTo>
                <a:cubicBezTo>
                  <a:pt x="6225" y="79907"/>
                  <a:pt x="6961" y="79171"/>
                  <a:pt x="7579" y="78435"/>
                </a:cubicBezTo>
                <a:close/>
                <a:moveTo>
                  <a:pt x="1118" y="86382"/>
                </a:moveTo>
                <a:cubicBezTo>
                  <a:pt x="1118" y="86411"/>
                  <a:pt x="1118" y="86426"/>
                  <a:pt x="1148" y="86441"/>
                </a:cubicBezTo>
                <a:lnTo>
                  <a:pt x="1148" y="86455"/>
                </a:lnTo>
                <a:cubicBezTo>
                  <a:pt x="1118" y="86441"/>
                  <a:pt x="1118" y="86426"/>
                  <a:pt x="1118" y="86411"/>
                </a:cubicBezTo>
                <a:lnTo>
                  <a:pt x="1118" y="86382"/>
                </a:lnTo>
                <a:close/>
                <a:moveTo>
                  <a:pt x="1221" y="86455"/>
                </a:moveTo>
                <a:cubicBezTo>
                  <a:pt x="1236" y="86455"/>
                  <a:pt x="1236" y="86500"/>
                  <a:pt x="1236" y="86514"/>
                </a:cubicBezTo>
                <a:lnTo>
                  <a:pt x="1236" y="86529"/>
                </a:lnTo>
                <a:cubicBezTo>
                  <a:pt x="1236" y="86500"/>
                  <a:pt x="1236" y="86485"/>
                  <a:pt x="1221" y="86455"/>
                </a:cubicBezTo>
                <a:close/>
                <a:moveTo>
                  <a:pt x="7478" y="78754"/>
                </a:moveTo>
                <a:lnTo>
                  <a:pt x="7478" y="78754"/>
                </a:lnTo>
                <a:cubicBezTo>
                  <a:pt x="6821" y="79681"/>
                  <a:pt x="6038" y="80551"/>
                  <a:pt x="5298" y="81349"/>
                </a:cubicBezTo>
                <a:cubicBezTo>
                  <a:pt x="3797" y="82953"/>
                  <a:pt x="2281" y="84660"/>
                  <a:pt x="1369" y="86603"/>
                </a:cubicBezTo>
                <a:cubicBezTo>
                  <a:pt x="1369" y="86573"/>
                  <a:pt x="1339" y="86558"/>
                  <a:pt x="1339" y="86514"/>
                </a:cubicBezTo>
                <a:cubicBezTo>
                  <a:pt x="2222" y="84454"/>
                  <a:pt x="3797" y="82688"/>
                  <a:pt x="5416" y="81040"/>
                </a:cubicBezTo>
                <a:cubicBezTo>
                  <a:pt x="6135" y="80292"/>
                  <a:pt x="6854" y="79543"/>
                  <a:pt x="7478" y="78754"/>
                </a:cubicBezTo>
                <a:close/>
                <a:moveTo>
                  <a:pt x="1177" y="86588"/>
                </a:moveTo>
                <a:cubicBezTo>
                  <a:pt x="1177" y="86603"/>
                  <a:pt x="1177" y="86632"/>
                  <a:pt x="1192" y="86647"/>
                </a:cubicBezTo>
                <a:cubicBezTo>
                  <a:pt x="1192" y="86661"/>
                  <a:pt x="1192" y="86661"/>
                  <a:pt x="1177" y="86676"/>
                </a:cubicBezTo>
                <a:cubicBezTo>
                  <a:pt x="1163" y="86661"/>
                  <a:pt x="1163" y="86647"/>
                  <a:pt x="1163" y="86632"/>
                </a:cubicBezTo>
                <a:cubicBezTo>
                  <a:pt x="1163" y="86603"/>
                  <a:pt x="1163" y="86603"/>
                  <a:pt x="1177" y="86588"/>
                </a:cubicBezTo>
                <a:close/>
                <a:moveTo>
                  <a:pt x="1280" y="86647"/>
                </a:moveTo>
                <a:cubicBezTo>
                  <a:pt x="1280" y="86661"/>
                  <a:pt x="1310" y="86706"/>
                  <a:pt x="1310" y="86720"/>
                </a:cubicBezTo>
                <a:cubicBezTo>
                  <a:pt x="1310" y="86720"/>
                  <a:pt x="1310" y="86735"/>
                  <a:pt x="1280" y="86735"/>
                </a:cubicBezTo>
                <a:cubicBezTo>
                  <a:pt x="1280" y="86720"/>
                  <a:pt x="1266" y="86676"/>
                  <a:pt x="1266" y="86661"/>
                </a:cubicBezTo>
                <a:cubicBezTo>
                  <a:pt x="1266" y="86661"/>
                  <a:pt x="1266" y="86647"/>
                  <a:pt x="1280" y="86647"/>
                </a:cubicBezTo>
                <a:close/>
                <a:moveTo>
                  <a:pt x="7299" y="79141"/>
                </a:moveTo>
                <a:lnTo>
                  <a:pt x="7299" y="79141"/>
                </a:lnTo>
                <a:cubicBezTo>
                  <a:pt x="6681" y="80054"/>
                  <a:pt x="5960" y="80922"/>
                  <a:pt x="5239" y="81717"/>
                </a:cubicBezTo>
                <a:cubicBezTo>
                  <a:pt x="3885" y="83218"/>
                  <a:pt x="2369" y="84895"/>
                  <a:pt x="1413" y="86809"/>
                </a:cubicBezTo>
                <a:cubicBezTo>
                  <a:pt x="1413" y="86779"/>
                  <a:pt x="1398" y="86750"/>
                  <a:pt x="1398" y="86720"/>
                </a:cubicBezTo>
                <a:cubicBezTo>
                  <a:pt x="2296" y="84748"/>
                  <a:pt x="3826" y="83012"/>
                  <a:pt x="5357" y="81408"/>
                </a:cubicBezTo>
                <a:cubicBezTo>
                  <a:pt x="6019" y="80701"/>
                  <a:pt x="6696" y="79951"/>
                  <a:pt x="7299" y="79141"/>
                </a:cubicBezTo>
                <a:close/>
                <a:moveTo>
                  <a:pt x="1104" y="86794"/>
                </a:moveTo>
                <a:cubicBezTo>
                  <a:pt x="1104" y="86809"/>
                  <a:pt x="1104" y="86823"/>
                  <a:pt x="1118" y="86853"/>
                </a:cubicBezTo>
                <a:cubicBezTo>
                  <a:pt x="1118" y="86853"/>
                  <a:pt x="1118" y="86867"/>
                  <a:pt x="1104" y="86867"/>
                </a:cubicBezTo>
                <a:lnTo>
                  <a:pt x="1104" y="86809"/>
                </a:lnTo>
                <a:lnTo>
                  <a:pt x="1104" y="86794"/>
                </a:lnTo>
                <a:close/>
                <a:moveTo>
                  <a:pt x="1207" y="86794"/>
                </a:moveTo>
                <a:cubicBezTo>
                  <a:pt x="1207" y="86809"/>
                  <a:pt x="1236" y="86853"/>
                  <a:pt x="1236" y="86867"/>
                </a:cubicBezTo>
                <a:cubicBezTo>
                  <a:pt x="1236" y="86882"/>
                  <a:pt x="1207" y="86897"/>
                  <a:pt x="1207" y="86897"/>
                </a:cubicBezTo>
                <a:cubicBezTo>
                  <a:pt x="1221" y="86882"/>
                  <a:pt x="1192" y="86867"/>
                  <a:pt x="1192" y="86823"/>
                </a:cubicBezTo>
                <a:cubicBezTo>
                  <a:pt x="1192" y="86809"/>
                  <a:pt x="1207" y="86794"/>
                  <a:pt x="1207" y="86794"/>
                </a:cubicBezTo>
                <a:close/>
                <a:moveTo>
                  <a:pt x="1339" y="86823"/>
                </a:moveTo>
                <a:cubicBezTo>
                  <a:pt x="1339" y="86867"/>
                  <a:pt x="1354" y="86882"/>
                  <a:pt x="1354" y="86926"/>
                </a:cubicBezTo>
                <a:cubicBezTo>
                  <a:pt x="1354" y="86941"/>
                  <a:pt x="1339" y="86941"/>
                  <a:pt x="1339" y="86956"/>
                </a:cubicBezTo>
                <a:cubicBezTo>
                  <a:pt x="1324" y="86941"/>
                  <a:pt x="1324" y="86897"/>
                  <a:pt x="1324" y="86867"/>
                </a:cubicBezTo>
                <a:cubicBezTo>
                  <a:pt x="1324" y="86838"/>
                  <a:pt x="1324" y="86838"/>
                  <a:pt x="1339" y="86823"/>
                </a:cubicBezTo>
                <a:close/>
                <a:moveTo>
                  <a:pt x="7137" y="79480"/>
                </a:moveTo>
                <a:cubicBezTo>
                  <a:pt x="6564" y="80451"/>
                  <a:pt x="5857" y="81334"/>
                  <a:pt x="5195" y="82085"/>
                </a:cubicBezTo>
                <a:lnTo>
                  <a:pt x="4930" y="82379"/>
                </a:lnTo>
                <a:cubicBezTo>
                  <a:pt x="3664" y="83851"/>
                  <a:pt x="2340" y="85352"/>
                  <a:pt x="1457" y="87044"/>
                </a:cubicBezTo>
                <a:cubicBezTo>
                  <a:pt x="1428" y="87015"/>
                  <a:pt x="1428" y="86970"/>
                  <a:pt x="1413" y="86941"/>
                </a:cubicBezTo>
                <a:cubicBezTo>
                  <a:pt x="2355" y="84984"/>
                  <a:pt x="3885" y="83291"/>
                  <a:pt x="5283" y="81761"/>
                </a:cubicBezTo>
                <a:cubicBezTo>
                  <a:pt x="5916" y="81054"/>
                  <a:pt x="6564" y="80289"/>
                  <a:pt x="7137" y="79480"/>
                </a:cubicBezTo>
                <a:close/>
                <a:moveTo>
                  <a:pt x="1148" y="86970"/>
                </a:moveTo>
                <a:cubicBezTo>
                  <a:pt x="1148" y="87000"/>
                  <a:pt x="1163" y="87015"/>
                  <a:pt x="1163" y="87044"/>
                </a:cubicBezTo>
                <a:cubicBezTo>
                  <a:pt x="1163" y="87073"/>
                  <a:pt x="1148" y="87073"/>
                  <a:pt x="1148" y="87088"/>
                </a:cubicBezTo>
                <a:cubicBezTo>
                  <a:pt x="1148" y="87044"/>
                  <a:pt x="1148" y="87029"/>
                  <a:pt x="1118" y="87015"/>
                </a:cubicBezTo>
                <a:cubicBezTo>
                  <a:pt x="1118" y="87000"/>
                  <a:pt x="1118" y="87000"/>
                  <a:pt x="1148" y="86970"/>
                </a:cubicBezTo>
                <a:close/>
                <a:moveTo>
                  <a:pt x="1266" y="87000"/>
                </a:moveTo>
                <a:cubicBezTo>
                  <a:pt x="1266" y="87029"/>
                  <a:pt x="1280" y="87044"/>
                  <a:pt x="1280" y="87088"/>
                </a:cubicBezTo>
                <a:cubicBezTo>
                  <a:pt x="1280" y="87103"/>
                  <a:pt x="1266" y="87118"/>
                  <a:pt x="1266" y="87147"/>
                </a:cubicBezTo>
                <a:cubicBezTo>
                  <a:pt x="1251" y="87103"/>
                  <a:pt x="1251" y="87073"/>
                  <a:pt x="1251" y="87044"/>
                </a:cubicBezTo>
                <a:cubicBezTo>
                  <a:pt x="1251" y="87029"/>
                  <a:pt x="1266" y="87015"/>
                  <a:pt x="1266" y="87000"/>
                </a:cubicBezTo>
                <a:close/>
                <a:moveTo>
                  <a:pt x="1383" y="87044"/>
                </a:moveTo>
                <a:cubicBezTo>
                  <a:pt x="1383" y="87088"/>
                  <a:pt x="1398" y="87118"/>
                  <a:pt x="1413" y="87147"/>
                </a:cubicBezTo>
                <a:cubicBezTo>
                  <a:pt x="1413" y="87162"/>
                  <a:pt x="1398" y="87162"/>
                  <a:pt x="1398" y="87176"/>
                </a:cubicBezTo>
                <a:cubicBezTo>
                  <a:pt x="1383" y="87162"/>
                  <a:pt x="1383" y="87118"/>
                  <a:pt x="1369" y="87088"/>
                </a:cubicBezTo>
                <a:cubicBezTo>
                  <a:pt x="1369" y="87073"/>
                  <a:pt x="1383" y="87073"/>
                  <a:pt x="1383" y="87044"/>
                </a:cubicBezTo>
                <a:close/>
                <a:moveTo>
                  <a:pt x="7005" y="79848"/>
                </a:moveTo>
                <a:lnTo>
                  <a:pt x="7005" y="79848"/>
                </a:lnTo>
                <a:cubicBezTo>
                  <a:pt x="6461" y="80819"/>
                  <a:pt x="5784" y="81673"/>
                  <a:pt x="5136" y="82453"/>
                </a:cubicBezTo>
                <a:cubicBezTo>
                  <a:pt x="4945" y="82673"/>
                  <a:pt x="4783" y="82879"/>
                  <a:pt x="4592" y="83100"/>
                </a:cubicBezTo>
                <a:cubicBezTo>
                  <a:pt x="3488" y="84425"/>
                  <a:pt x="2355" y="85764"/>
                  <a:pt x="1531" y="87265"/>
                </a:cubicBezTo>
                <a:cubicBezTo>
                  <a:pt x="1516" y="87235"/>
                  <a:pt x="1516" y="87191"/>
                  <a:pt x="1486" y="87162"/>
                </a:cubicBezTo>
                <a:cubicBezTo>
                  <a:pt x="2369" y="85425"/>
                  <a:pt x="3694" y="83924"/>
                  <a:pt x="4989" y="82423"/>
                </a:cubicBezTo>
                <a:lnTo>
                  <a:pt x="5239" y="82129"/>
                </a:lnTo>
                <a:cubicBezTo>
                  <a:pt x="5828" y="81452"/>
                  <a:pt x="6461" y="80687"/>
                  <a:pt x="7005" y="79848"/>
                </a:cubicBezTo>
                <a:close/>
                <a:moveTo>
                  <a:pt x="1192" y="87176"/>
                </a:moveTo>
                <a:cubicBezTo>
                  <a:pt x="1192" y="87191"/>
                  <a:pt x="1207" y="87235"/>
                  <a:pt x="1207" y="87250"/>
                </a:cubicBezTo>
                <a:cubicBezTo>
                  <a:pt x="1207" y="87265"/>
                  <a:pt x="1192" y="87294"/>
                  <a:pt x="1192" y="87294"/>
                </a:cubicBezTo>
                <a:cubicBezTo>
                  <a:pt x="1177" y="87265"/>
                  <a:pt x="1177" y="87250"/>
                  <a:pt x="1177" y="87221"/>
                </a:cubicBezTo>
                <a:cubicBezTo>
                  <a:pt x="1177" y="87191"/>
                  <a:pt x="1192" y="87176"/>
                  <a:pt x="1192" y="87176"/>
                </a:cubicBezTo>
                <a:close/>
                <a:moveTo>
                  <a:pt x="1310" y="87191"/>
                </a:moveTo>
                <a:cubicBezTo>
                  <a:pt x="1310" y="87235"/>
                  <a:pt x="1324" y="87250"/>
                  <a:pt x="1324" y="87294"/>
                </a:cubicBezTo>
                <a:cubicBezTo>
                  <a:pt x="1324" y="87309"/>
                  <a:pt x="1310" y="87324"/>
                  <a:pt x="1310" y="87338"/>
                </a:cubicBezTo>
                <a:cubicBezTo>
                  <a:pt x="1310" y="87324"/>
                  <a:pt x="1310" y="87294"/>
                  <a:pt x="1280" y="87250"/>
                </a:cubicBezTo>
                <a:cubicBezTo>
                  <a:pt x="1280" y="87235"/>
                  <a:pt x="1310" y="87221"/>
                  <a:pt x="1310" y="87191"/>
                </a:cubicBezTo>
                <a:close/>
                <a:moveTo>
                  <a:pt x="1457" y="87265"/>
                </a:moveTo>
                <a:cubicBezTo>
                  <a:pt x="1472" y="87309"/>
                  <a:pt x="1472" y="87338"/>
                  <a:pt x="1486" y="87383"/>
                </a:cubicBezTo>
                <a:cubicBezTo>
                  <a:pt x="1486" y="87397"/>
                  <a:pt x="1472" y="87412"/>
                  <a:pt x="1472" y="87412"/>
                </a:cubicBezTo>
                <a:cubicBezTo>
                  <a:pt x="1457" y="87383"/>
                  <a:pt x="1442" y="87338"/>
                  <a:pt x="1442" y="87309"/>
                </a:cubicBezTo>
                <a:cubicBezTo>
                  <a:pt x="1442" y="87294"/>
                  <a:pt x="1457" y="87294"/>
                  <a:pt x="1457" y="87265"/>
                </a:cubicBezTo>
                <a:close/>
                <a:moveTo>
                  <a:pt x="1118" y="87368"/>
                </a:moveTo>
                <a:lnTo>
                  <a:pt x="1118" y="87368"/>
                </a:lnTo>
                <a:cubicBezTo>
                  <a:pt x="1148" y="87383"/>
                  <a:pt x="1148" y="87397"/>
                  <a:pt x="1148" y="87412"/>
                </a:cubicBezTo>
                <a:lnTo>
                  <a:pt x="1148" y="87441"/>
                </a:lnTo>
                <a:cubicBezTo>
                  <a:pt x="1118" y="87412"/>
                  <a:pt x="1118" y="87397"/>
                  <a:pt x="1118" y="87368"/>
                </a:cubicBezTo>
                <a:close/>
                <a:moveTo>
                  <a:pt x="6755" y="80436"/>
                </a:moveTo>
                <a:lnTo>
                  <a:pt x="6755" y="80436"/>
                </a:lnTo>
                <a:cubicBezTo>
                  <a:pt x="6240" y="81349"/>
                  <a:pt x="5636" y="82158"/>
                  <a:pt x="5092" y="82835"/>
                </a:cubicBezTo>
                <a:cubicBezTo>
                  <a:pt x="4842" y="83144"/>
                  <a:pt x="4577" y="83483"/>
                  <a:pt x="4327" y="83792"/>
                </a:cubicBezTo>
                <a:cubicBezTo>
                  <a:pt x="3355" y="84969"/>
                  <a:pt x="2369" y="86190"/>
                  <a:pt x="1619" y="87515"/>
                </a:cubicBezTo>
                <a:cubicBezTo>
                  <a:pt x="1604" y="87471"/>
                  <a:pt x="1604" y="87441"/>
                  <a:pt x="1575" y="87397"/>
                </a:cubicBezTo>
                <a:cubicBezTo>
                  <a:pt x="2414" y="85867"/>
                  <a:pt x="3547" y="84513"/>
                  <a:pt x="4665" y="83159"/>
                </a:cubicBezTo>
                <a:cubicBezTo>
                  <a:pt x="4856" y="82953"/>
                  <a:pt x="5033" y="82747"/>
                  <a:pt x="5210" y="82526"/>
                </a:cubicBezTo>
                <a:cubicBezTo>
                  <a:pt x="5725" y="81893"/>
                  <a:pt x="6269" y="81202"/>
                  <a:pt x="6755" y="80436"/>
                </a:cubicBezTo>
                <a:close/>
                <a:moveTo>
                  <a:pt x="1236" y="87383"/>
                </a:moveTo>
                <a:cubicBezTo>
                  <a:pt x="1236" y="87412"/>
                  <a:pt x="1251" y="87441"/>
                  <a:pt x="1251" y="87471"/>
                </a:cubicBezTo>
                <a:cubicBezTo>
                  <a:pt x="1251" y="87486"/>
                  <a:pt x="1236" y="87515"/>
                  <a:pt x="1236" y="87530"/>
                </a:cubicBezTo>
                <a:cubicBezTo>
                  <a:pt x="1236" y="87486"/>
                  <a:pt x="1221" y="87456"/>
                  <a:pt x="1221" y="87441"/>
                </a:cubicBezTo>
                <a:cubicBezTo>
                  <a:pt x="1221" y="87412"/>
                  <a:pt x="1236" y="87397"/>
                  <a:pt x="1236" y="87383"/>
                </a:cubicBezTo>
                <a:close/>
                <a:moveTo>
                  <a:pt x="1383" y="87412"/>
                </a:moveTo>
                <a:cubicBezTo>
                  <a:pt x="1398" y="87456"/>
                  <a:pt x="1398" y="87486"/>
                  <a:pt x="1413" y="87515"/>
                </a:cubicBezTo>
                <a:cubicBezTo>
                  <a:pt x="1398" y="87530"/>
                  <a:pt x="1398" y="87544"/>
                  <a:pt x="1383" y="87559"/>
                </a:cubicBezTo>
                <a:cubicBezTo>
                  <a:pt x="1369" y="87544"/>
                  <a:pt x="1369" y="87515"/>
                  <a:pt x="1339" y="87471"/>
                </a:cubicBezTo>
                <a:cubicBezTo>
                  <a:pt x="1369" y="87456"/>
                  <a:pt x="1369" y="87441"/>
                  <a:pt x="1383" y="87412"/>
                </a:cubicBezTo>
                <a:close/>
                <a:moveTo>
                  <a:pt x="1045" y="87530"/>
                </a:moveTo>
                <a:cubicBezTo>
                  <a:pt x="1045" y="87544"/>
                  <a:pt x="1045" y="87559"/>
                  <a:pt x="1060" y="87589"/>
                </a:cubicBezTo>
                <a:lnTo>
                  <a:pt x="1060" y="87603"/>
                </a:lnTo>
                <a:cubicBezTo>
                  <a:pt x="1045" y="87589"/>
                  <a:pt x="1045" y="87559"/>
                  <a:pt x="1045" y="87544"/>
                </a:cubicBezTo>
                <a:lnTo>
                  <a:pt x="1045" y="87530"/>
                </a:lnTo>
                <a:close/>
                <a:moveTo>
                  <a:pt x="1163" y="87559"/>
                </a:moveTo>
                <a:cubicBezTo>
                  <a:pt x="1163" y="87589"/>
                  <a:pt x="1177" y="87618"/>
                  <a:pt x="1177" y="87633"/>
                </a:cubicBezTo>
                <a:cubicBezTo>
                  <a:pt x="1177" y="87633"/>
                  <a:pt x="1177" y="87662"/>
                  <a:pt x="1163" y="87662"/>
                </a:cubicBezTo>
                <a:lnTo>
                  <a:pt x="1163" y="87589"/>
                </a:lnTo>
                <a:lnTo>
                  <a:pt x="1163" y="87559"/>
                </a:lnTo>
                <a:close/>
                <a:moveTo>
                  <a:pt x="1516" y="87486"/>
                </a:moveTo>
                <a:cubicBezTo>
                  <a:pt x="1531" y="87530"/>
                  <a:pt x="1531" y="87559"/>
                  <a:pt x="1545" y="87603"/>
                </a:cubicBezTo>
                <a:cubicBezTo>
                  <a:pt x="1545" y="87618"/>
                  <a:pt x="1531" y="87633"/>
                  <a:pt x="1531" y="87662"/>
                </a:cubicBezTo>
                <a:cubicBezTo>
                  <a:pt x="1516" y="87603"/>
                  <a:pt x="1516" y="87559"/>
                  <a:pt x="1486" y="87530"/>
                </a:cubicBezTo>
                <a:cubicBezTo>
                  <a:pt x="1486" y="87515"/>
                  <a:pt x="1516" y="87486"/>
                  <a:pt x="1516" y="87486"/>
                </a:cubicBezTo>
                <a:close/>
                <a:moveTo>
                  <a:pt x="1280" y="87589"/>
                </a:moveTo>
                <a:cubicBezTo>
                  <a:pt x="1280" y="87618"/>
                  <a:pt x="1310" y="87633"/>
                  <a:pt x="1310" y="87677"/>
                </a:cubicBezTo>
                <a:cubicBezTo>
                  <a:pt x="1280" y="87692"/>
                  <a:pt x="1280" y="87706"/>
                  <a:pt x="1266" y="87736"/>
                </a:cubicBezTo>
                <a:cubicBezTo>
                  <a:pt x="1280" y="87706"/>
                  <a:pt x="1266" y="87677"/>
                  <a:pt x="1266" y="87633"/>
                </a:cubicBezTo>
                <a:cubicBezTo>
                  <a:pt x="1266" y="87618"/>
                  <a:pt x="1280" y="87603"/>
                  <a:pt x="1280" y="87589"/>
                </a:cubicBezTo>
                <a:close/>
                <a:moveTo>
                  <a:pt x="6534" y="80996"/>
                </a:moveTo>
                <a:cubicBezTo>
                  <a:pt x="6107" y="81702"/>
                  <a:pt x="5636" y="82438"/>
                  <a:pt x="5048" y="83203"/>
                </a:cubicBezTo>
                <a:cubicBezTo>
                  <a:pt x="4724" y="83630"/>
                  <a:pt x="4386" y="84057"/>
                  <a:pt x="4062" y="84454"/>
                </a:cubicBezTo>
                <a:cubicBezTo>
                  <a:pt x="3223" y="85499"/>
                  <a:pt x="2369" y="86573"/>
                  <a:pt x="1692" y="87736"/>
                </a:cubicBezTo>
                <a:cubicBezTo>
                  <a:pt x="1678" y="87692"/>
                  <a:pt x="1648" y="87662"/>
                  <a:pt x="1648" y="87603"/>
                </a:cubicBezTo>
                <a:cubicBezTo>
                  <a:pt x="2414" y="86264"/>
                  <a:pt x="3414" y="85043"/>
                  <a:pt x="4400" y="83851"/>
                </a:cubicBezTo>
                <a:cubicBezTo>
                  <a:pt x="4650" y="83542"/>
                  <a:pt x="4915" y="83203"/>
                  <a:pt x="5165" y="82894"/>
                </a:cubicBezTo>
                <a:cubicBezTo>
                  <a:pt x="5607" y="82335"/>
                  <a:pt x="6093" y="81702"/>
                  <a:pt x="6534" y="80996"/>
                </a:cubicBezTo>
                <a:close/>
                <a:moveTo>
                  <a:pt x="1442" y="87618"/>
                </a:moveTo>
                <a:cubicBezTo>
                  <a:pt x="1457" y="87662"/>
                  <a:pt x="1457" y="87692"/>
                  <a:pt x="1472" y="87736"/>
                </a:cubicBezTo>
                <a:cubicBezTo>
                  <a:pt x="1457" y="87750"/>
                  <a:pt x="1457" y="87765"/>
                  <a:pt x="1442" y="87809"/>
                </a:cubicBezTo>
                <a:cubicBezTo>
                  <a:pt x="1413" y="87765"/>
                  <a:pt x="1413" y="87736"/>
                  <a:pt x="1398" y="87692"/>
                </a:cubicBezTo>
                <a:cubicBezTo>
                  <a:pt x="1413" y="87677"/>
                  <a:pt x="1413" y="87662"/>
                  <a:pt x="1442" y="87618"/>
                </a:cubicBezTo>
                <a:close/>
                <a:moveTo>
                  <a:pt x="1104" y="87706"/>
                </a:moveTo>
                <a:cubicBezTo>
                  <a:pt x="1104" y="87736"/>
                  <a:pt x="1104" y="87750"/>
                  <a:pt x="1118" y="87780"/>
                </a:cubicBezTo>
                <a:cubicBezTo>
                  <a:pt x="1118" y="87809"/>
                  <a:pt x="1118" y="87809"/>
                  <a:pt x="1104" y="87824"/>
                </a:cubicBezTo>
                <a:cubicBezTo>
                  <a:pt x="1104" y="87809"/>
                  <a:pt x="1089" y="87765"/>
                  <a:pt x="1089" y="87750"/>
                </a:cubicBezTo>
                <a:cubicBezTo>
                  <a:pt x="1089" y="87736"/>
                  <a:pt x="1089" y="87736"/>
                  <a:pt x="1104" y="87706"/>
                </a:cubicBezTo>
                <a:close/>
                <a:moveTo>
                  <a:pt x="1575" y="87692"/>
                </a:moveTo>
                <a:cubicBezTo>
                  <a:pt x="1604" y="87736"/>
                  <a:pt x="1604" y="87765"/>
                  <a:pt x="1619" y="87809"/>
                </a:cubicBezTo>
                <a:cubicBezTo>
                  <a:pt x="1619" y="87824"/>
                  <a:pt x="1604" y="87839"/>
                  <a:pt x="1604" y="87853"/>
                </a:cubicBezTo>
                <a:cubicBezTo>
                  <a:pt x="1589" y="87824"/>
                  <a:pt x="1589" y="87780"/>
                  <a:pt x="1560" y="87750"/>
                </a:cubicBezTo>
                <a:cubicBezTo>
                  <a:pt x="1560" y="87736"/>
                  <a:pt x="1575" y="87706"/>
                  <a:pt x="1575" y="87692"/>
                </a:cubicBezTo>
                <a:close/>
                <a:moveTo>
                  <a:pt x="1207" y="87750"/>
                </a:moveTo>
                <a:cubicBezTo>
                  <a:pt x="1207" y="87780"/>
                  <a:pt x="1236" y="87809"/>
                  <a:pt x="1236" y="87839"/>
                </a:cubicBezTo>
                <a:cubicBezTo>
                  <a:pt x="1236" y="87848"/>
                  <a:pt x="1223" y="87852"/>
                  <a:pt x="1215" y="87861"/>
                </a:cubicBezTo>
                <a:lnTo>
                  <a:pt x="1215" y="87861"/>
                </a:lnTo>
                <a:cubicBezTo>
                  <a:pt x="1220" y="87838"/>
                  <a:pt x="1214" y="87813"/>
                  <a:pt x="1192" y="87780"/>
                </a:cubicBezTo>
                <a:cubicBezTo>
                  <a:pt x="1192" y="87765"/>
                  <a:pt x="1192" y="87765"/>
                  <a:pt x="1207" y="87750"/>
                </a:cubicBezTo>
                <a:close/>
                <a:moveTo>
                  <a:pt x="1369" y="87809"/>
                </a:moveTo>
                <a:cubicBezTo>
                  <a:pt x="1383" y="87839"/>
                  <a:pt x="1383" y="87883"/>
                  <a:pt x="1398" y="87912"/>
                </a:cubicBezTo>
                <a:cubicBezTo>
                  <a:pt x="1383" y="87927"/>
                  <a:pt x="1383" y="87956"/>
                  <a:pt x="1369" y="87971"/>
                </a:cubicBezTo>
                <a:cubicBezTo>
                  <a:pt x="1339" y="87927"/>
                  <a:pt x="1324" y="87898"/>
                  <a:pt x="1324" y="87853"/>
                </a:cubicBezTo>
                <a:cubicBezTo>
                  <a:pt x="1339" y="87839"/>
                  <a:pt x="1339" y="87824"/>
                  <a:pt x="1369" y="87809"/>
                </a:cubicBezTo>
                <a:close/>
                <a:moveTo>
                  <a:pt x="1148" y="87912"/>
                </a:moveTo>
                <a:cubicBezTo>
                  <a:pt x="1148" y="87927"/>
                  <a:pt x="1163" y="87971"/>
                  <a:pt x="1163" y="87986"/>
                </a:cubicBezTo>
                <a:cubicBezTo>
                  <a:pt x="1163" y="88001"/>
                  <a:pt x="1148" y="88001"/>
                  <a:pt x="1148" y="88030"/>
                </a:cubicBezTo>
                <a:cubicBezTo>
                  <a:pt x="1148" y="88001"/>
                  <a:pt x="1148" y="87986"/>
                  <a:pt x="1118" y="87956"/>
                </a:cubicBezTo>
                <a:cubicBezTo>
                  <a:pt x="1118" y="87927"/>
                  <a:pt x="1148" y="87927"/>
                  <a:pt x="1148" y="87912"/>
                </a:cubicBezTo>
                <a:close/>
                <a:moveTo>
                  <a:pt x="1516" y="87839"/>
                </a:moveTo>
                <a:cubicBezTo>
                  <a:pt x="1531" y="87883"/>
                  <a:pt x="1531" y="87912"/>
                  <a:pt x="1545" y="87956"/>
                </a:cubicBezTo>
                <a:cubicBezTo>
                  <a:pt x="1531" y="87971"/>
                  <a:pt x="1516" y="88001"/>
                  <a:pt x="1516" y="88030"/>
                </a:cubicBezTo>
                <a:cubicBezTo>
                  <a:pt x="1486" y="87986"/>
                  <a:pt x="1486" y="87956"/>
                  <a:pt x="1472" y="87912"/>
                </a:cubicBezTo>
                <a:cubicBezTo>
                  <a:pt x="1486" y="87898"/>
                  <a:pt x="1486" y="87853"/>
                  <a:pt x="1516" y="87839"/>
                </a:cubicBezTo>
                <a:close/>
                <a:moveTo>
                  <a:pt x="1266" y="87971"/>
                </a:moveTo>
                <a:cubicBezTo>
                  <a:pt x="1266" y="88001"/>
                  <a:pt x="1280" y="88030"/>
                  <a:pt x="1280" y="88059"/>
                </a:cubicBezTo>
                <a:cubicBezTo>
                  <a:pt x="1280" y="88074"/>
                  <a:pt x="1266" y="88074"/>
                  <a:pt x="1266" y="88104"/>
                </a:cubicBezTo>
                <a:cubicBezTo>
                  <a:pt x="1266" y="88059"/>
                  <a:pt x="1266" y="88045"/>
                  <a:pt x="1251" y="88001"/>
                </a:cubicBezTo>
                <a:cubicBezTo>
                  <a:pt x="1251" y="87986"/>
                  <a:pt x="1266" y="87986"/>
                  <a:pt x="1266" y="87971"/>
                </a:cubicBezTo>
                <a:close/>
                <a:moveTo>
                  <a:pt x="1089" y="88104"/>
                </a:moveTo>
                <a:cubicBezTo>
                  <a:pt x="1089" y="88118"/>
                  <a:pt x="1104" y="88148"/>
                  <a:pt x="1104" y="88162"/>
                </a:cubicBezTo>
                <a:cubicBezTo>
                  <a:pt x="1104" y="88162"/>
                  <a:pt x="1104" y="88192"/>
                  <a:pt x="1089" y="88192"/>
                </a:cubicBezTo>
                <a:cubicBezTo>
                  <a:pt x="1089" y="88177"/>
                  <a:pt x="1074" y="88133"/>
                  <a:pt x="1074" y="88118"/>
                </a:cubicBezTo>
                <a:cubicBezTo>
                  <a:pt x="1074" y="88118"/>
                  <a:pt x="1074" y="88104"/>
                  <a:pt x="1089" y="88104"/>
                </a:cubicBezTo>
                <a:close/>
                <a:moveTo>
                  <a:pt x="1413" y="88001"/>
                </a:moveTo>
                <a:cubicBezTo>
                  <a:pt x="1428" y="88045"/>
                  <a:pt x="1428" y="88074"/>
                  <a:pt x="1457" y="88118"/>
                </a:cubicBezTo>
                <a:cubicBezTo>
                  <a:pt x="1442" y="88133"/>
                  <a:pt x="1413" y="88148"/>
                  <a:pt x="1413" y="88192"/>
                </a:cubicBezTo>
                <a:cubicBezTo>
                  <a:pt x="1398" y="88148"/>
                  <a:pt x="1398" y="88118"/>
                  <a:pt x="1383" y="88074"/>
                </a:cubicBezTo>
                <a:cubicBezTo>
                  <a:pt x="1398" y="88059"/>
                  <a:pt x="1398" y="88045"/>
                  <a:pt x="1413" y="88001"/>
                </a:cubicBezTo>
                <a:close/>
                <a:moveTo>
                  <a:pt x="1192" y="88133"/>
                </a:moveTo>
                <a:cubicBezTo>
                  <a:pt x="1192" y="88177"/>
                  <a:pt x="1207" y="88192"/>
                  <a:pt x="1207" y="88221"/>
                </a:cubicBezTo>
                <a:cubicBezTo>
                  <a:pt x="1207" y="88251"/>
                  <a:pt x="1192" y="88265"/>
                  <a:pt x="1192" y="88265"/>
                </a:cubicBezTo>
                <a:cubicBezTo>
                  <a:pt x="1192" y="88221"/>
                  <a:pt x="1177" y="88207"/>
                  <a:pt x="1177" y="88177"/>
                </a:cubicBezTo>
                <a:cubicBezTo>
                  <a:pt x="1177" y="88148"/>
                  <a:pt x="1192" y="88133"/>
                  <a:pt x="1192" y="88133"/>
                </a:cubicBezTo>
                <a:close/>
                <a:moveTo>
                  <a:pt x="1324" y="88177"/>
                </a:moveTo>
                <a:cubicBezTo>
                  <a:pt x="1339" y="88207"/>
                  <a:pt x="1339" y="88251"/>
                  <a:pt x="1369" y="88280"/>
                </a:cubicBezTo>
                <a:cubicBezTo>
                  <a:pt x="1339" y="88295"/>
                  <a:pt x="1339" y="88324"/>
                  <a:pt x="1339" y="88324"/>
                </a:cubicBezTo>
                <a:cubicBezTo>
                  <a:pt x="1324" y="88280"/>
                  <a:pt x="1324" y="88251"/>
                  <a:pt x="1310" y="88207"/>
                </a:cubicBezTo>
                <a:cubicBezTo>
                  <a:pt x="1310" y="88192"/>
                  <a:pt x="1324" y="88192"/>
                  <a:pt x="1324" y="88177"/>
                </a:cubicBezTo>
                <a:close/>
                <a:moveTo>
                  <a:pt x="1001" y="88251"/>
                </a:moveTo>
                <a:cubicBezTo>
                  <a:pt x="1015" y="88280"/>
                  <a:pt x="1030" y="88295"/>
                  <a:pt x="1030" y="88324"/>
                </a:cubicBezTo>
                <a:cubicBezTo>
                  <a:pt x="1030" y="88324"/>
                  <a:pt x="1030" y="88339"/>
                  <a:pt x="1015" y="88339"/>
                </a:cubicBezTo>
                <a:cubicBezTo>
                  <a:pt x="1015" y="88324"/>
                  <a:pt x="1015" y="88295"/>
                  <a:pt x="1001" y="88265"/>
                </a:cubicBezTo>
                <a:lnTo>
                  <a:pt x="1001" y="88251"/>
                </a:lnTo>
                <a:close/>
                <a:moveTo>
                  <a:pt x="1118" y="88280"/>
                </a:moveTo>
                <a:cubicBezTo>
                  <a:pt x="1118" y="88295"/>
                  <a:pt x="1133" y="88339"/>
                  <a:pt x="1133" y="88354"/>
                </a:cubicBezTo>
                <a:cubicBezTo>
                  <a:pt x="1133" y="88368"/>
                  <a:pt x="1118" y="88368"/>
                  <a:pt x="1118" y="88398"/>
                </a:cubicBezTo>
                <a:cubicBezTo>
                  <a:pt x="1118" y="88368"/>
                  <a:pt x="1118" y="88354"/>
                  <a:pt x="1104" y="88324"/>
                </a:cubicBezTo>
                <a:cubicBezTo>
                  <a:pt x="1104" y="88295"/>
                  <a:pt x="1104" y="88295"/>
                  <a:pt x="1118" y="88280"/>
                </a:cubicBezTo>
                <a:close/>
                <a:moveTo>
                  <a:pt x="1251" y="88339"/>
                </a:moveTo>
                <a:cubicBezTo>
                  <a:pt x="1251" y="88368"/>
                  <a:pt x="1266" y="88413"/>
                  <a:pt x="1295" y="88427"/>
                </a:cubicBezTo>
                <a:cubicBezTo>
                  <a:pt x="1266" y="88442"/>
                  <a:pt x="1266" y="88472"/>
                  <a:pt x="1251" y="88486"/>
                </a:cubicBezTo>
                <a:cubicBezTo>
                  <a:pt x="1251" y="88442"/>
                  <a:pt x="1236" y="88413"/>
                  <a:pt x="1236" y="88398"/>
                </a:cubicBezTo>
                <a:cubicBezTo>
                  <a:pt x="1236" y="88368"/>
                  <a:pt x="1251" y="88354"/>
                  <a:pt x="1251" y="88339"/>
                </a:cubicBezTo>
                <a:close/>
                <a:moveTo>
                  <a:pt x="1060" y="88442"/>
                </a:moveTo>
                <a:cubicBezTo>
                  <a:pt x="1060" y="88472"/>
                  <a:pt x="1089" y="88501"/>
                  <a:pt x="1089" y="88516"/>
                </a:cubicBezTo>
                <a:cubicBezTo>
                  <a:pt x="1089" y="88545"/>
                  <a:pt x="1060" y="88545"/>
                  <a:pt x="1060" y="88560"/>
                </a:cubicBezTo>
                <a:cubicBezTo>
                  <a:pt x="1045" y="88545"/>
                  <a:pt x="1045" y="88516"/>
                  <a:pt x="1045" y="88486"/>
                </a:cubicBezTo>
                <a:cubicBezTo>
                  <a:pt x="1045" y="88472"/>
                  <a:pt x="1045" y="88472"/>
                  <a:pt x="1060" y="88442"/>
                </a:cubicBezTo>
                <a:close/>
                <a:moveTo>
                  <a:pt x="1177" y="88501"/>
                </a:moveTo>
                <a:cubicBezTo>
                  <a:pt x="1177" y="88545"/>
                  <a:pt x="1192" y="88560"/>
                  <a:pt x="1192" y="88589"/>
                </a:cubicBezTo>
                <a:cubicBezTo>
                  <a:pt x="1192" y="88619"/>
                  <a:pt x="1192" y="88619"/>
                  <a:pt x="1177" y="88633"/>
                </a:cubicBezTo>
                <a:cubicBezTo>
                  <a:pt x="1177" y="88589"/>
                  <a:pt x="1163" y="88575"/>
                  <a:pt x="1163" y="88545"/>
                </a:cubicBezTo>
                <a:cubicBezTo>
                  <a:pt x="1163" y="88516"/>
                  <a:pt x="1177" y="88516"/>
                  <a:pt x="1177" y="88501"/>
                </a:cubicBezTo>
                <a:close/>
                <a:moveTo>
                  <a:pt x="957" y="88633"/>
                </a:moveTo>
                <a:cubicBezTo>
                  <a:pt x="1001" y="88663"/>
                  <a:pt x="1001" y="88678"/>
                  <a:pt x="1001" y="88707"/>
                </a:cubicBezTo>
                <a:cubicBezTo>
                  <a:pt x="1001" y="88707"/>
                  <a:pt x="1001" y="88722"/>
                  <a:pt x="971" y="88722"/>
                </a:cubicBezTo>
                <a:cubicBezTo>
                  <a:pt x="971" y="88707"/>
                  <a:pt x="971" y="88678"/>
                  <a:pt x="957" y="88648"/>
                </a:cubicBezTo>
                <a:lnTo>
                  <a:pt x="957" y="88633"/>
                </a:lnTo>
                <a:close/>
                <a:moveTo>
                  <a:pt x="1104" y="88663"/>
                </a:moveTo>
                <a:cubicBezTo>
                  <a:pt x="1104" y="88707"/>
                  <a:pt x="1118" y="88722"/>
                  <a:pt x="1118" y="88751"/>
                </a:cubicBezTo>
                <a:cubicBezTo>
                  <a:pt x="1118" y="88766"/>
                  <a:pt x="1104" y="88781"/>
                  <a:pt x="1104" y="88795"/>
                </a:cubicBezTo>
                <a:cubicBezTo>
                  <a:pt x="1104" y="88751"/>
                  <a:pt x="1089" y="88736"/>
                  <a:pt x="1089" y="88707"/>
                </a:cubicBezTo>
                <a:cubicBezTo>
                  <a:pt x="1089" y="88678"/>
                  <a:pt x="1104" y="88663"/>
                  <a:pt x="1104" y="88663"/>
                </a:cubicBezTo>
                <a:close/>
                <a:moveTo>
                  <a:pt x="1030" y="88854"/>
                </a:moveTo>
                <a:cubicBezTo>
                  <a:pt x="1030" y="88869"/>
                  <a:pt x="1030" y="88884"/>
                  <a:pt x="1045" y="88928"/>
                </a:cubicBezTo>
                <a:cubicBezTo>
                  <a:pt x="1045" y="88942"/>
                  <a:pt x="1030" y="88942"/>
                  <a:pt x="1030" y="88957"/>
                </a:cubicBezTo>
                <a:cubicBezTo>
                  <a:pt x="1030" y="88942"/>
                  <a:pt x="1015" y="88913"/>
                  <a:pt x="1015" y="88884"/>
                </a:cubicBezTo>
                <a:cubicBezTo>
                  <a:pt x="1015" y="88869"/>
                  <a:pt x="1015" y="88869"/>
                  <a:pt x="1030" y="88854"/>
                </a:cubicBezTo>
                <a:close/>
                <a:moveTo>
                  <a:pt x="957" y="89001"/>
                </a:moveTo>
                <a:cubicBezTo>
                  <a:pt x="957" y="89031"/>
                  <a:pt x="971" y="89045"/>
                  <a:pt x="971" y="89075"/>
                </a:cubicBezTo>
                <a:cubicBezTo>
                  <a:pt x="957" y="89075"/>
                  <a:pt x="957" y="89031"/>
                  <a:pt x="957" y="89016"/>
                </a:cubicBezTo>
                <a:lnTo>
                  <a:pt x="957" y="89001"/>
                </a:lnTo>
                <a:close/>
                <a:moveTo>
                  <a:pt x="883" y="89178"/>
                </a:moveTo>
                <a:cubicBezTo>
                  <a:pt x="898" y="89207"/>
                  <a:pt x="898" y="89222"/>
                  <a:pt x="898" y="89237"/>
                </a:cubicBezTo>
                <a:cubicBezTo>
                  <a:pt x="898" y="89237"/>
                  <a:pt x="898" y="89251"/>
                  <a:pt x="883" y="89251"/>
                </a:cubicBezTo>
                <a:lnTo>
                  <a:pt x="883" y="89207"/>
                </a:lnTo>
                <a:lnTo>
                  <a:pt x="883" y="89178"/>
                </a:lnTo>
                <a:close/>
                <a:moveTo>
                  <a:pt x="9151" y="1"/>
                </a:moveTo>
                <a:cubicBezTo>
                  <a:pt x="8699" y="1"/>
                  <a:pt x="8245" y="78"/>
                  <a:pt x="7800" y="247"/>
                </a:cubicBezTo>
                <a:lnTo>
                  <a:pt x="7844" y="320"/>
                </a:lnTo>
                <a:cubicBezTo>
                  <a:pt x="8284" y="155"/>
                  <a:pt x="8730" y="79"/>
                  <a:pt x="9173" y="79"/>
                </a:cubicBezTo>
                <a:cubicBezTo>
                  <a:pt x="10580" y="79"/>
                  <a:pt x="11953" y="849"/>
                  <a:pt x="12995" y="1969"/>
                </a:cubicBezTo>
                <a:cubicBezTo>
                  <a:pt x="12597" y="1601"/>
                  <a:pt x="12185" y="1248"/>
                  <a:pt x="11714" y="997"/>
                </a:cubicBezTo>
                <a:cubicBezTo>
                  <a:pt x="10828" y="465"/>
                  <a:pt x="9902" y="191"/>
                  <a:pt x="9007" y="191"/>
                </a:cubicBezTo>
                <a:cubicBezTo>
                  <a:pt x="8565" y="191"/>
                  <a:pt x="8130" y="258"/>
                  <a:pt x="7711" y="394"/>
                </a:cubicBezTo>
                <a:lnTo>
                  <a:pt x="7726" y="468"/>
                </a:lnTo>
                <a:cubicBezTo>
                  <a:pt x="8149" y="330"/>
                  <a:pt x="8578" y="266"/>
                  <a:pt x="9006" y="266"/>
                </a:cubicBezTo>
                <a:cubicBezTo>
                  <a:pt x="10494" y="266"/>
                  <a:pt x="11959" y="1043"/>
                  <a:pt x="13068" y="2175"/>
                </a:cubicBezTo>
                <a:cubicBezTo>
                  <a:pt x="11931" y="1095"/>
                  <a:pt x="10445" y="356"/>
                  <a:pt x="8903" y="356"/>
                </a:cubicBezTo>
                <a:cubicBezTo>
                  <a:pt x="8469" y="356"/>
                  <a:pt x="8030" y="415"/>
                  <a:pt x="7594" y="541"/>
                </a:cubicBezTo>
                <a:lnTo>
                  <a:pt x="7623" y="615"/>
                </a:lnTo>
                <a:cubicBezTo>
                  <a:pt x="8046" y="495"/>
                  <a:pt x="8471" y="439"/>
                  <a:pt x="8892" y="439"/>
                </a:cubicBezTo>
                <a:cubicBezTo>
                  <a:pt x="10538" y="439"/>
                  <a:pt x="12123" y="1291"/>
                  <a:pt x="13260" y="2498"/>
                </a:cubicBezTo>
                <a:cubicBezTo>
                  <a:pt x="12818" y="2086"/>
                  <a:pt x="12332" y="1719"/>
                  <a:pt x="11817" y="1424"/>
                </a:cubicBezTo>
                <a:cubicBezTo>
                  <a:pt x="10796" y="845"/>
                  <a:pt x="9729" y="545"/>
                  <a:pt x="8698" y="545"/>
                </a:cubicBezTo>
                <a:cubicBezTo>
                  <a:pt x="8288" y="545"/>
                  <a:pt x="7884" y="592"/>
                  <a:pt x="7491" y="688"/>
                </a:cubicBezTo>
                <a:lnTo>
                  <a:pt x="7505" y="762"/>
                </a:lnTo>
                <a:cubicBezTo>
                  <a:pt x="7888" y="668"/>
                  <a:pt x="8283" y="623"/>
                  <a:pt x="8681" y="623"/>
                </a:cubicBezTo>
                <a:cubicBezTo>
                  <a:pt x="10351" y="623"/>
                  <a:pt x="12097" y="1412"/>
                  <a:pt x="13392" y="2719"/>
                </a:cubicBezTo>
                <a:cubicBezTo>
                  <a:pt x="12043" y="1478"/>
                  <a:pt x="10270" y="721"/>
                  <a:pt x="8541" y="721"/>
                </a:cubicBezTo>
                <a:cubicBezTo>
                  <a:pt x="8157" y="721"/>
                  <a:pt x="7776" y="758"/>
                  <a:pt x="7402" y="836"/>
                </a:cubicBezTo>
                <a:lnTo>
                  <a:pt x="7417" y="909"/>
                </a:lnTo>
                <a:cubicBezTo>
                  <a:pt x="7782" y="835"/>
                  <a:pt x="8155" y="799"/>
                  <a:pt x="8531" y="799"/>
                </a:cubicBezTo>
                <a:cubicBezTo>
                  <a:pt x="10386" y="799"/>
                  <a:pt x="12316" y="1673"/>
                  <a:pt x="13686" y="3117"/>
                </a:cubicBezTo>
                <a:cubicBezTo>
                  <a:pt x="13157" y="2616"/>
                  <a:pt x="12568" y="2175"/>
                  <a:pt x="11906" y="1822"/>
                </a:cubicBezTo>
                <a:cubicBezTo>
                  <a:pt x="10775" y="1206"/>
                  <a:pt x="9550" y="888"/>
                  <a:pt x="8374" y="888"/>
                </a:cubicBezTo>
                <a:cubicBezTo>
                  <a:pt x="8005" y="888"/>
                  <a:pt x="7640" y="919"/>
                  <a:pt x="7285" y="983"/>
                </a:cubicBezTo>
                <a:lnTo>
                  <a:pt x="7299" y="1056"/>
                </a:lnTo>
                <a:cubicBezTo>
                  <a:pt x="7645" y="995"/>
                  <a:pt x="7996" y="966"/>
                  <a:pt x="8349" y="966"/>
                </a:cubicBezTo>
                <a:cubicBezTo>
                  <a:pt x="10296" y="966"/>
                  <a:pt x="12300" y="1861"/>
                  <a:pt x="13745" y="3293"/>
                </a:cubicBezTo>
                <a:cubicBezTo>
                  <a:pt x="12225" y="1900"/>
                  <a:pt x="10172" y="1063"/>
                  <a:pt x="8146" y="1063"/>
                </a:cubicBezTo>
                <a:cubicBezTo>
                  <a:pt x="7818" y="1063"/>
                  <a:pt x="7491" y="1085"/>
                  <a:pt x="7167" y="1130"/>
                </a:cubicBezTo>
                <a:lnTo>
                  <a:pt x="7196" y="1203"/>
                </a:lnTo>
                <a:cubicBezTo>
                  <a:pt x="7513" y="1158"/>
                  <a:pt x="7833" y="1137"/>
                  <a:pt x="8155" y="1137"/>
                </a:cubicBezTo>
                <a:cubicBezTo>
                  <a:pt x="10254" y="1137"/>
                  <a:pt x="12405" y="2069"/>
                  <a:pt x="13937" y="3587"/>
                </a:cubicBezTo>
                <a:cubicBezTo>
                  <a:pt x="12339" y="2133"/>
                  <a:pt x="10145" y="1228"/>
                  <a:pt x="7952" y="1228"/>
                </a:cubicBezTo>
                <a:cubicBezTo>
                  <a:pt x="7660" y="1228"/>
                  <a:pt x="7369" y="1244"/>
                  <a:pt x="7079" y="1277"/>
                </a:cubicBezTo>
                <a:lnTo>
                  <a:pt x="7079" y="1351"/>
                </a:lnTo>
                <a:cubicBezTo>
                  <a:pt x="7363" y="1320"/>
                  <a:pt x="7648" y="1305"/>
                  <a:pt x="7934" y="1305"/>
                </a:cubicBezTo>
                <a:cubicBezTo>
                  <a:pt x="10237" y="1305"/>
                  <a:pt x="12545" y="2286"/>
                  <a:pt x="14143" y="3897"/>
                </a:cubicBezTo>
                <a:cubicBezTo>
                  <a:pt x="13539" y="3337"/>
                  <a:pt x="12818" y="2852"/>
                  <a:pt x="12038" y="2454"/>
                </a:cubicBezTo>
                <a:cubicBezTo>
                  <a:pt x="10678" y="1762"/>
                  <a:pt x="9157" y="1392"/>
                  <a:pt x="7695" y="1392"/>
                </a:cubicBezTo>
                <a:cubicBezTo>
                  <a:pt x="7448" y="1392"/>
                  <a:pt x="7203" y="1403"/>
                  <a:pt x="6961" y="1424"/>
                </a:cubicBezTo>
                <a:lnTo>
                  <a:pt x="6961" y="1498"/>
                </a:lnTo>
                <a:cubicBezTo>
                  <a:pt x="7195" y="1478"/>
                  <a:pt x="7429" y="1469"/>
                  <a:pt x="7664" y="1469"/>
                </a:cubicBezTo>
                <a:cubicBezTo>
                  <a:pt x="10108" y="1469"/>
                  <a:pt x="12583" y="2497"/>
                  <a:pt x="14275" y="4161"/>
                </a:cubicBezTo>
                <a:cubicBezTo>
                  <a:pt x="12492" y="2542"/>
                  <a:pt x="9992" y="1552"/>
                  <a:pt x="7460" y="1552"/>
                </a:cubicBezTo>
                <a:cubicBezTo>
                  <a:pt x="7255" y="1552"/>
                  <a:pt x="7049" y="1558"/>
                  <a:pt x="6843" y="1571"/>
                </a:cubicBezTo>
                <a:lnTo>
                  <a:pt x="6843" y="1645"/>
                </a:lnTo>
                <a:cubicBezTo>
                  <a:pt x="7017" y="1636"/>
                  <a:pt x="7190" y="1631"/>
                  <a:pt x="7363" y="1631"/>
                </a:cubicBezTo>
                <a:cubicBezTo>
                  <a:pt x="9997" y="1631"/>
                  <a:pt x="12584" y="2670"/>
                  <a:pt x="14393" y="4382"/>
                </a:cubicBezTo>
                <a:cubicBezTo>
                  <a:pt x="12488" y="2690"/>
                  <a:pt x="9800" y="1685"/>
                  <a:pt x="7032" y="1685"/>
                </a:cubicBezTo>
                <a:cubicBezTo>
                  <a:pt x="6935" y="1685"/>
                  <a:pt x="6838" y="1687"/>
                  <a:pt x="6740" y="1689"/>
                </a:cubicBezTo>
                <a:lnTo>
                  <a:pt x="6740" y="1763"/>
                </a:lnTo>
                <a:cubicBezTo>
                  <a:pt x="6853" y="1759"/>
                  <a:pt x="6966" y="1758"/>
                  <a:pt x="7078" y="1758"/>
                </a:cubicBezTo>
                <a:cubicBezTo>
                  <a:pt x="9873" y="1758"/>
                  <a:pt x="12570" y="2803"/>
                  <a:pt x="14437" y="4529"/>
                </a:cubicBezTo>
                <a:lnTo>
                  <a:pt x="14437" y="4544"/>
                </a:lnTo>
                <a:cubicBezTo>
                  <a:pt x="13760" y="3970"/>
                  <a:pt x="13009" y="3484"/>
                  <a:pt x="12141" y="3072"/>
                </a:cubicBezTo>
                <a:cubicBezTo>
                  <a:pt x="10518" y="2289"/>
                  <a:pt x="8632" y="1864"/>
                  <a:pt x="6805" y="1864"/>
                </a:cubicBezTo>
                <a:cubicBezTo>
                  <a:pt x="6744" y="1864"/>
                  <a:pt x="6683" y="1865"/>
                  <a:pt x="6622" y="1866"/>
                </a:cubicBezTo>
                <a:lnTo>
                  <a:pt x="6622" y="1939"/>
                </a:lnTo>
                <a:cubicBezTo>
                  <a:pt x="6665" y="1939"/>
                  <a:pt x="6707" y="1939"/>
                  <a:pt x="6749" y="1939"/>
                </a:cubicBezTo>
                <a:cubicBezTo>
                  <a:pt x="9733" y="1939"/>
                  <a:pt x="12522" y="2964"/>
                  <a:pt x="14496" y="4691"/>
                </a:cubicBezTo>
                <a:cubicBezTo>
                  <a:pt x="14496" y="4706"/>
                  <a:pt x="14496" y="4706"/>
                  <a:pt x="14510" y="4735"/>
                </a:cubicBezTo>
                <a:cubicBezTo>
                  <a:pt x="13833" y="4176"/>
                  <a:pt x="13054" y="3676"/>
                  <a:pt x="12200" y="3278"/>
                </a:cubicBezTo>
                <a:cubicBezTo>
                  <a:pt x="10463" y="2469"/>
                  <a:pt x="8521" y="2028"/>
                  <a:pt x="6534" y="1983"/>
                </a:cubicBezTo>
                <a:lnTo>
                  <a:pt x="6534" y="2057"/>
                </a:lnTo>
                <a:cubicBezTo>
                  <a:pt x="9625" y="2116"/>
                  <a:pt x="12524" y="3161"/>
                  <a:pt x="14569" y="4883"/>
                </a:cubicBezTo>
                <a:lnTo>
                  <a:pt x="14569" y="4897"/>
                </a:lnTo>
                <a:cubicBezTo>
                  <a:pt x="13892" y="4367"/>
                  <a:pt x="13112" y="3882"/>
                  <a:pt x="12259" y="3484"/>
                </a:cubicBezTo>
                <a:cubicBezTo>
                  <a:pt x="10508" y="2675"/>
                  <a:pt x="8506" y="2204"/>
                  <a:pt x="6416" y="2131"/>
                </a:cubicBezTo>
                <a:lnTo>
                  <a:pt x="6416" y="2204"/>
                </a:lnTo>
                <a:cubicBezTo>
                  <a:pt x="9051" y="2307"/>
                  <a:pt x="12229" y="3131"/>
                  <a:pt x="14613" y="5030"/>
                </a:cubicBezTo>
                <a:cubicBezTo>
                  <a:pt x="14613" y="5044"/>
                  <a:pt x="14613" y="5044"/>
                  <a:pt x="14628" y="5059"/>
                </a:cubicBezTo>
                <a:cubicBezTo>
                  <a:pt x="13951" y="4544"/>
                  <a:pt x="13171" y="4088"/>
                  <a:pt x="12303" y="3676"/>
                </a:cubicBezTo>
                <a:cubicBezTo>
                  <a:pt x="10537" y="2896"/>
                  <a:pt x="8477" y="2395"/>
                  <a:pt x="6328" y="2263"/>
                </a:cubicBezTo>
                <a:lnTo>
                  <a:pt x="6328" y="2337"/>
                </a:lnTo>
                <a:cubicBezTo>
                  <a:pt x="9639" y="2528"/>
                  <a:pt x="12568" y="3558"/>
                  <a:pt x="14658" y="5192"/>
                </a:cubicBezTo>
                <a:cubicBezTo>
                  <a:pt x="14658" y="5206"/>
                  <a:pt x="14658" y="5221"/>
                  <a:pt x="14687" y="5250"/>
                </a:cubicBezTo>
                <a:cubicBezTo>
                  <a:pt x="12553" y="3676"/>
                  <a:pt x="9625" y="2690"/>
                  <a:pt x="6240" y="2425"/>
                </a:cubicBezTo>
                <a:lnTo>
                  <a:pt x="6240" y="2498"/>
                </a:lnTo>
                <a:cubicBezTo>
                  <a:pt x="9654" y="2763"/>
                  <a:pt x="12597" y="3764"/>
                  <a:pt x="14716" y="5368"/>
                </a:cubicBezTo>
                <a:cubicBezTo>
                  <a:pt x="14716" y="5383"/>
                  <a:pt x="14716" y="5412"/>
                  <a:pt x="14731" y="5427"/>
                </a:cubicBezTo>
                <a:cubicBezTo>
                  <a:pt x="11935" y="3440"/>
                  <a:pt x="8374" y="2793"/>
                  <a:pt x="6137" y="2572"/>
                </a:cubicBezTo>
                <a:lnTo>
                  <a:pt x="6137" y="2646"/>
                </a:lnTo>
                <a:cubicBezTo>
                  <a:pt x="8388" y="2866"/>
                  <a:pt x="11994" y="3514"/>
                  <a:pt x="14775" y="5530"/>
                </a:cubicBezTo>
                <a:cubicBezTo>
                  <a:pt x="14775" y="5559"/>
                  <a:pt x="14775" y="5574"/>
                  <a:pt x="14790" y="5589"/>
                </a:cubicBezTo>
                <a:cubicBezTo>
                  <a:pt x="14084" y="5118"/>
                  <a:pt x="13318" y="4691"/>
                  <a:pt x="12465" y="4323"/>
                </a:cubicBezTo>
                <a:cubicBezTo>
                  <a:pt x="10669" y="3529"/>
                  <a:pt x="8506" y="2999"/>
                  <a:pt x="6048" y="2719"/>
                </a:cubicBezTo>
                <a:lnTo>
                  <a:pt x="6048" y="2793"/>
                </a:lnTo>
                <a:cubicBezTo>
                  <a:pt x="8786" y="3102"/>
                  <a:pt x="12200" y="3867"/>
                  <a:pt x="14820" y="5707"/>
                </a:cubicBezTo>
                <a:lnTo>
                  <a:pt x="14820" y="5751"/>
                </a:lnTo>
                <a:cubicBezTo>
                  <a:pt x="12656" y="4309"/>
                  <a:pt x="9713" y="3352"/>
                  <a:pt x="5960" y="2866"/>
                </a:cubicBezTo>
                <a:lnTo>
                  <a:pt x="5945" y="2940"/>
                </a:lnTo>
                <a:cubicBezTo>
                  <a:pt x="9728" y="3440"/>
                  <a:pt x="12671" y="4397"/>
                  <a:pt x="14849" y="5869"/>
                </a:cubicBezTo>
                <a:cubicBezTo>
                  <a:pt x="14849" y="5883"/>
                  <a:pt x="14864" y="5927"/>
                  <a:pt x="14864" y="5942"/>
                </a:cubicBezTo>
                <a:cubicBezTo>
                  <a:pt x="12068" y="4117"/>
                  <a:pt x="8550" y="3396"/>
                  <a:pt x="5842" y="3014"/>
                </a:cubicBezTo>
                <a:lnTo>
                  <a:pt x="5828" y="3087"/>
                </a:lnTo>
                <a:cubicBezTo>
                  <a:pt x="8550" y="3470"/>
                  <a:pt x="12068" y="4206"/>
                  <a:pt x="14878" y="6045"/>
                </a:cubicBezTo>
                <a:cubicBezTo>
                  <a:pt x="14878" y="6089"/>
                  <a:pt x="14893" y="6104"/>
                  <a:pt x="14893" y="6148"/>
                </a:cubicBezTo>
                <a:cubicBezTo>
                  <a:pt x="12141" y="4412"/>
                  <a:pt x="8727" y="3646"/>
                  <a:pt x="5739" y="3161"/>
                </a:cubicBezTo>
                <a:lnTo>
                  <a:pt x="5725" y="3234"/>
                </a:lnTo>
                <a:cubicBezTo>
                  <a:pt x="8697" y="3720"/>
                  <a:pt x="12156" y="4485"/>
                  <a:pt x="14908" y="6236"/>
                </a:cubicBezTo>
                <a:cubicBezTo>
                  <a:pt x="14908" y="6251"/>
                  <a:pt x="14908" y="6266"/>
                  <a:pt x="14923" y="6295"/>
                </a:cubicBezTo>
                <a:cubicBezTo>
                  <a:pt x="12274" y="4676"/>
                  <a:pt x="8962" y="3882"/>
                  <a:pt x="5636" y="3308"/>
                </a:cubicBezTo>
                <a:lnTo>
                  <a:pt x="5607" y="3381"/>
                </a:lnTo>
                <a:cubicBezTo>
                  <a:pt x="8948" y="3970"/>
                  <a:pt x="12274" y="4765"/>
                  <a:pt x="14923" y="6398"/>
                </a:cubicBezTo>
                <a:cubicBezTo>
                  <a:pt x="15129" y="7737"/>
                  <a:pt x="15129" y="9136"/>
                  <a:pt x="15129" y="10504"/>
                </a:cubicBezTo>
                <a:cubicBezTo>
                  <a:pt x="15129" y="11019"/>
                  <a:pt x="15129" y="11564"/>
                  <a:pt x="15143" y="12079"/>
                </a:cubicBezTo>
                <a:cubicBezTo>
                  <a:pt x="15173" y="13668"/>
                  <a:pt x="15364" y="15022"/>
                  <a:pt x="15702" y="16199"/>
                </a:cubicBezTo>
                <a:cubicBezTo>
                  <a:pt x="15747" y="16376"/>
                  <a:pt x="15776" y="16523"/>
                  <a:pt x="15820" y="16670"/>
                </a:cubicBezTo>
                <a:cubicBezTo>
                  <a:pt x="15850" y="16862"/>
                  <a:pt x="15909" y="17068"/>
                  <a:pt x="15967" y="17274"/>
                </a:cubicBezTo>
                <a:cubicBezTo>
                  <a:pt x="15982" y="17377"/>
                  <a:pt x="15997" y="17480"/>
                  <a:pt x="16041" y="17583"/>
                </a:cubicBezTo>
                <a:lnTo>
                  <a:pt x="16100" y="17921"/>
                </a:lnTo>
                <a:cubicBezTo>
                  <a:pt x="16115" y="18113"/>
                  <a:pt x="16144" y="18319"/>
                  <a:pt x="16188" y="18525"/>
                </a:cubicBezTo>
                <a:cubicBezTo>
                  <a:pt x="16203" y="18657"/>
                  <a:pt x="16218" y="18775"/>
                  <a:pt x="16247" y="18893"/>
                </a:cubicBezTo>
                <a:lnTo>
                  <a:pt x="16291" y="19393"/>
                </a:lnTo>
                <a:cubicBezTo>
                  <a:pt x="16291" y="19496"/>
                  <a:pt x="16321" y="19614"/>
                  <a:pt x="16321" y="19731"/>
                </a:cubicBezTo>
                <a:cubicBezTo>
                  <a:pt x="16321" y="19908"/>
                  <a:pt x="16335" y="20085"/>
                  <a:pt x="16335" y="20246"/>
                </a:cubicBezTo>
                <a:lnTo>
                  <a:pt x="16335" y="20688"/>
                </a:lnTo>
                <a:cubicBezTo>
                  <a:pt x="16335" y="20850"/>
                  <a:pt x="16321" y="21012"/>
                  <a:pt x="16321" y="21159"/>
                </a:cubicBezTo>
                <a:cubicBezTo>
                  <a:pt x="16291" y="21306"/>
                  <a:pt x="16291" y="21424"/>
                  <a:pt x="16291" y="21586"/>
                </a:cubicBezTo>
                <a:cubicBezTo>
                  <a:pt x="16276" y="21733"/>
                  <a:pt x="16262" y="21880"/>
                  <a:pt x="16262" y="22027"/>
                </a:cubicBezTo>
                <a:lnTo>
                  <a:pt x="16203" y="22469"/>
                </a:lnTo>
                <a:cubicBezTo>
                  <a:pt x="16173" y="22616"/>
                  <a:pt x="16144" y="22763"/>
                  <a:pt x="16129" y="22910"/>
                </a:cubicBezTo>
                <a:cubicBezTo>
                  <a:pt x="16100" y="23057"/>
                  <a:pt x="16056" y="23204"/>
                  <a:pt x="16041" y="23352"/>
                </a:cubicBezTo>
                <a:lnTo>
                  <a:pt x="15923" y="23793"/>
                </a:lnTo>
                <a:cubicBezTo>
                  <a:pt x="15894" y="23940"/>
                  <a:pt x="15835" y="24087"/>
                  <a:pt x="15806" y="24205"/>
                </a:cubicBezTo>
                <a:cubicBezTo>
                  <a:pt x="15747" y="24352"/>
                  <a:pt x="15702" y="24499"/>
                  <a:pt x="15658" y="24647"/>
                </a:cubicBezTo>
                <a:lnTo>
                  <a:pt x="15482" y="25088"/>
                </a:lnTo>
                <a:lnTo>
                  <a:pt x="15379" y="25368"/>
                </a:lnTo>
                <a:cubicBezTo>
                  <a:pt x="14201" y="28385"/>
                  <a:pt x="14746" y="31961"/>
                  <a:pt x="16762" y="34477"/>
                </a:cubicBezTo>
                <a:cubicBezTo>
                  <a:pt x="17866" y="35860"/>
                  <a:pt x="19367" y="36905"/>
                  <a:pt x="20809" y="37921"/>
                </a:cubicBezTo>
                <a:cubicBezTo>
                  <a:pt x="22089" y="38818"/>
                  <a:pt x="23414" y="39731"/>
                  <a:pt x="24488" y="40908"/>
                </a:cubicBezTo>
                <a:cubicBezTo>
                  <a:pt x="24459" y="40952"/>
                  <a:pt x="24429" y="40967"/>
                  <a:pt x="24415" y="41011"/>
                </a:cubicBezTo>
                <a:cubicBezTo>
                  <a:pt x="23679" y="41821"/>
                  <a:pt x="22884" y="42601"/>
                  <a:pt x="22104" y="43366"/>
                </a:cubicBezTo>
                <a:cubicBezTo>
                  <a:pt x="21133" y="44337"/>
                  <a:pt x="20117" y="45323"/>
                  <a:pt x="19205" y="46397"/>
                </a:cubicBezTo>
                <a:cubicBezTo>
                  <a:pt x="19087" y="46530"/>
                  <a:pt x="18984" y="46648"/>
                  <a:pt x="18867" y="46795"/>
                </a:cubicBezTo>
                <a:lnTo>
                  <a:pt x="18778" y="46898"/>
                </a:lnTo>
                <a:cubicBezTo>
                  <a:pt x="18616" y="47074"/>
                  <a:pt x="18469" y="47266"/>
                  <a:pt x="18322" y="47442"/>
                </a:cubicBezTo>
                <a:cubicBezTo>
                  <a:pt x="18131" y="47648"/>
                  <a:pt x="17954" y="47869"/>
                  <a:pt x="17763" y="48075"/>
                </a:cubicBezTo>
                <a:cubicBezTo>
                  <a:pt x="17586" y="48252"/>
                  <a:pt x="17424" y="48472"/>
                  <a:pt x="17233" y="48693"/>
                </a:cubicBezTo>
                <a:cubicBezTo>
                  <a:pt x="17056" y="48870"/>
                  <a:pt x="16880" y="49090"/>
                  <a:pt x="16703" y="49297"/>
                </a:cubicBezTo>
                <a:cubicBezTo>
                  <a:pt x="16512" y="49503"/>
                  <a:pt x="16321" y="49723"/>
                  <a:pt x="16144" y="49929"/>
                </a:cubicBezTo>
                <a:cubicBezTo>
                  <a:pt x="15967" y="50106"/>
                  <a:pt x="15806" y="50312"/>
                  <a:pt x="15629" y="50503"/>
                </a:cubicBezTo>
                <a:cubicBezTo>
                  <a:pt x="15452" y="50695"/>
                  <a:pt x="15290" y="50886"/>
                  <a:pt x="15114" y="51077"/>
                </a:cubicBezTo>
                <a:lnTo>
                  <a:pt x="14569" y="51695"/>
                </a:lnTo>
                <a:lnTo>
                  <a:pt x="14069" y="52240"/>
                </a:lnTo>
                <a:cubicBezTo>
                  <a:pt x="13848" y="52461"/>
                  <a:pt x="13642" y="52681"/>
                  <a:pt x="13466" y="52902"/>
                </a:cubicBezTo>
                <a:cubicBezTo>
                  <a:pt x="13274" y="53093"/>
                  <a:pt x="13112" y="53270"/>
                  <a:pt x="12951" y="53461"/>
                </a:cubicBezTo>
                <a:cubicBezTo>
                  <a:pt x="12730" y="53682"/>
                  <a:pt x="12524" y="53903"/>
                  <a:pt x="12318" y="54123"/>
                </a:cubicBezTo>
                <a:cubicBezTo>
                  <a:pt x="12141" y="54300"/>
                  <a:pt x="11979" y="54477"/>
                  <a:pt x="11832" y="54639"/>
                </a:cubicBezTo>
                <a:cubicBezTo>
                  <a:pt x="11611" y="54845"/>
                  <a:pt x="11391" y="55065"/>
                  <a:pt x="11185" y="55301"/>
                </a:cubicBezTo>
                <a:cubicBezTo>
                  <a:pt x="10978" y="55507"/>
                  <a:pt x="10772" y="55683"/>
                  <a:pt x="10581" y="55904"/>
                </a:cubicBezTo>
                <a:cubicBezTo>
                  <a:pt x="10360" y="56095"/>
                  <a:pt x="10154" y="56287"/>
                  <a:pt x="9963" y="56478"/>
                </a:cubicBezTo>
                <a:cubicBezTo>
                  <a:pt x="9742" y="56655"/>
                  <a:pt x="9551" y="56846"/>
                  <a:pt x="9345" y="57052"/>
                </a:cubicBezTo>
                <a:cubicBezTo>
                  <a:pt x="9124" y="57229"/>
                  <a:pt x="8903" y="57420"/>
                  <a:pt x="8697" y="57597"/>
                </a:cubicBezTo>
                <a:cubicBezTo>
                  <a:pt x="8477" y="57758"/>
                  <a:pt x="8256" y="57935"/>
                  <a:pt x="8050" y="58112"/>
                </a:cubicBezTo>
                <a:cubicBezTo>
                  <a:pt x="7829" y="58259"/>
                  <a:pt x="7608" y="58421"/>
                  <a:pt x="7417" y="58597"/>
                </a:cubicBezTo>
                <a:cubicBezTo>
                  <a:pt x="7123" y="58774"/>
                  <a:pt x="6828" y="58980"/>
                  <a:pt x="6549" y="59201"/>
                </a:cubicBezTo>
                <a:cubicBezTo>
                  <a:pt x="5445" y="60098"/>
                  <a:pt x="4562" y="61143"/>
                  <a:pt x="3959" y="62276"/>
                </a:cubicBezTo>
                <a:cubicBezTo>
                  <a:pt x="3252" y="63557"/>
                  <a:pt x="2973" y="64866"/>
                  <a:pt x="3149" y="66147"/>
                </a:cubicBezTo>
                <a:cubicBezTo>
                  <a:pt x="3370" y="67957"/>
                  <a:pt x="4430" y="69502"/>
                  <a:pt x="5445" y="70988"/>
                </a:cubicBezTo>
                <a:cubicBezTo>
                  <a:pt x="6255" y="72166"/>
                  <a:pt x="7079" y="73358"/>
                  <a:pt x="7505" y="74712"/>
                </a:cubicBezTo>
                <a:cubicBezTo>
                  <a:pt x="7005" y="74888"/>
                  <a:pt x="6505" y="75109"/>
                  <a:pt x="6048" y="75374"/>
                </a:cubicBezTo>
                <a:cubicBezTo>
                  <a:pt x="3149" y="76949"/>
                  <a:pt x="1133" y="80098"/>
                  <a:pt x="957" y="83409"/>
                </a:cubicBezTo>
                <a:cubicBezTo>
                  <a:pt x="957" y="83483"/>
                  <a:pt x="957" y="83556"/>
                  <a:pt x="942" y="83615"/>
                </a:cubicBezTo>
                <a:lnTo>
                  <a:pt x="942" y="83718"/>
                </a:lnTo>
                <a:cubicBezTo>
                  <a:pt x="942" y="83792"/>
                  <a:pt x="942" y="83880"/>
                  <a:pt x="912" y="83954"/>
                </a:cubicBezTo>
                <a:lnTo>
                  <a:pt x="912" y="84027"/>
                </a:lnTo>
                <a:cubicBezTo>
                  <a:pt x="912" y="84130"/>
                  <a:pt x="898" y="84233"/>
                  <a:pt x="898" y="84321"/>
                </a:cubicBezTo>
                <a:lnTo>
                  <a:pt x="898" y="84351"/>
                </a:lnTo>
                <a:cubicBezTo>
                  <a:pt x="883" y="84469"/>
                  <a:pt x="883" y="84601"/>
                  <a:pt x="883" y="84734"/>
                </a:cubicBezTo>
                <a:cubicBezTo>
                  <a:pt x="868" y="84837"/>
                  <a:pt x="868" y="84969"/>
                  <a:pt x="868" y="85087"/>
                </a:cubicBezTo>
                <a:cubicBezTo>
                  <a:pt x="839" y="85204"/>
                  <a:pt x="839" y="85352"/>
                  <a:pt x="839" y="85484"/>
                </a:cubicBezTo>
                <a:cubicBezTo>
                  <a:pt x="824" y="85602"/>
                  <a:pt x="824" y="85705"/>
                  <a:pt x="824" y="85823"/>
                </a:cubicBezTo>
                <a:cubicBezTo>
                  <a:pt x="809" y="85940"/>
                  <a:pt x="809" y="86073"/>
                  <a:pt x="809" y="86205"/>
                </a:cubicBezTo>
                <a:cubicBezTo>
                  <a:pt x="795" y="86308"/>
                  <a:pt x="795" y="86441"/>
                  <a:pt x="795" y="86558"/>
                </a:cubicBezTo>
                <a:cubicBezTo>
                  <a:pt x="780" y="86676"/>
                  <a:pt x="780" y="86809"/>
                  <a:pt x="751" y="86956"/>
                </a:cubicBezTo>
                <a:cubicBezTo>
                  <a:pt x="736" y="87088"/>
                  <a:pt x="736" y="87221"/>
                  <a:pt x="721" y="87324"/>
                </a:cubicBezTo>
                <a:cubicBezTo>
                  <a:pt x="706" y="87456"/>
                  <a:pt x="706" y="87559"/>
                  <a:pt x="677" y="87692"/>
                </a:cubicBezTo>
                <a:cubicBezTo>
                  <a:pt x="662" y="87809"/>
                  <a:pt x="662" y="87912"/>
                  <a:pt x="648" y="88045"/>
                </a:cubicBezTo>
                <a:cubicBezTo>
                  <a:pt x="633" y="88192"/>
                  <a:pt x="603" y="88324"/>
                  <a:pt x="603" y="88472"/>
                </a:cubicBezTo>
                <a:cubicBezTo>
                  <a:pt x="589" y="88589"/>
                  <a:pt x="589" y="88707"/>
                  <a:pt x="574" y="88839"/>
                </a:cubicBezTo>
                <a:cubicBezTo>
                  <a:pt x="545" y="88942"/>
                  <a:pt x="545" y="89075"/>
                  <a:pt x="530" y="89178"/>
                </a:cubicBezTo>
                <a:cubicBezTo>
                  <a:pt x="515" y="89310"/>
                  <a:pt x="515" y="89428"/>
                  <a:pt x="500" y="89546"/>
                </a:cubicBezTo>
                <a:cubicBezTo>
                  <a:pt x="471" y="89693"/>
                  <a:pt x="456" y="89840"/>
                  <a:pt x="456" y="89987"/>
                </a:cubicBezTo>
                <a:cubicBezTo>
                  <a:pt x="441" y="90105"/>
                  <a:pt x="441" y="90193"/>
                  <a:pt x="427" y="90311"/>
                </a:cubicBezTo>
                <a:cubicBezTo>
                  <a:pt x="397" y="90414"/>
                  <a:pt x="397" y="90502"/>
                  <a:pt x="383" y="90620"/>
                </a:cubicBezTo>
                <a:cubicBezTo>
                  <a:pt x="368" y="90753"/>
                  <a:pt x="353" y="90900"/>
                  <a:pt x="353" y="91017"/>
                </a:cubicBezTo>
                <a:cubicBezTo>
                  <a:pt x="0" y="93490"/>
                  <a:pt x="986" y="96271"/>
                  <a:pt x="3326" y="97051"/>
                </a:cubicBezTo>
                <a:lnTo>
                  <a:pt x="3341" y="96978"/>
                </a:lnTo>
                <a:cubicBezTo>
                  <a:pt x="1486" y="96359"/>
                  <a:pt x="515" y="94461"/>
                  <a:pt x="383" y="92460"/>
                </a:cubicBezTo>
                <a:lnTo>
                  <a:pt x="383" y="92460"/>
                </a:lnTo>
                <a:cubicBezTo>
                  <a:pt x="441" y="92989"/>
                  <a:pt x="574" y="93519"/>
                  <a:pt x="751" y="94020"/>
                </a:cubicBezTo>
                <a:cubicBezTo>
                  <a:pt x="1280" y="95477"/>
                  <a:pt x="2266" y="96536"/>
                  <a:pt x="3517" y="97007"/>
                </a:cubicBezTo>
                <a:lnTo>
                  <a:pt x="3547" y="96933"/>
                </a:lnTo>
                <a:cubicBezTo>
                  <a:pt x="1692" y="96212"/>
                  <a:pt x="662" y="94255"/>
                  <a:pt x="471" y="92254"/>
                </a:cubicBezTo>
                <a:lnTo>
                  <a:pt x="471" y="92254"/>
                </a:lnTo>
                <a:cubicBezTo>
                  <a:pt x="751" y="94240"/>
                  <a:pt x="1795" y="96153"/>
                  <a:pt x="3694" y="96963"/>
                </a:cubicBezTo>
                <a:lnTo>
                  <a:pt x="3738" y="96889"/>
                </a:lnTo>
                <a:cubicBezTo>
                  <a:pt x="1751" y="96050"/>
                  <a:pt x="692" y="93961"/>
                  <a:pt x="515" y="91871"/>
                </a:cubicBezTo>
                <a:lnTo>
                  <a:pt x="515" y="91871"/>
                </a:lnTo>
                <a:cubicBezTo>
                  <a:pt x="589" y="92474"/>
                  <a:pt x="751" y="93063"/>
                  <a:pt x="971" y="93637"/>
                </a:cubicBezTo>
                <a:cubicBezTo>
                  <a:pt x="1560" y="95138"/>
                  <a:pt x="2605" y="96301"/>
                  <a:pt x="3885" y="96904"/>
                </a:cubicBezTo>
                <a:lnTo>
                  <a:pt x="3915" y="96830"/>
                </a:lnTo>
                <a:cubicBezTo>
                  <a:pt x="2060" y="95977"/>
                  <a:pt x="809" y="93872"/>
                  <a:pt x="574" y="91606"/>
                </a:cubicBezTo>
                <a:lnTo>
                  <a:pt x="574" y="91606"/>
                </a:lnTo>
                <a:cubicBezTo>
                  <a:pt x="898" y="93843"/>
                  <a:pt x="2193" y="95903"/>
                  <a:pt x="4062" y="96860"/>
                </a:cubicBezTo>
                <a:lnTo>
                  <a:pt x="4106" y="96786"/>
                </a:lnTo>
                <a:cubicBezTo>
                  <a:pt x="2119" y="95771"/>
                  <a:pt x="809" y="93505"/>
                  <a:pt x="589" y="91120"/>
                </a:cubicBezTo>
                <a:lnTo>
                  <a:pt x="589" y="91120"/>
                </a:lnTo>
                <a:cubicBezTo>
                  <a:pt x="677" y="91827"/>
                  <a:pt x="883" y="92548"/>
                  <a:pt x="1163" y="93225"/>
                </a:cubicBezTo>
                <a:cubicBezTo>
                  <a:pt x="1825" y="94800"/>
                  <a:pt x="2899" y="96050"/>
                  <a:pt x="4224" y="96786"/>
                </a:cubicBezTo>
                <a:lnTo>
                  <a:pt x="4268" y="96713"/>
                </a:lnTo>
                <a:cubicBezTo>
                  <a:pt x="2281" y="95609"/>
                  <a:pt x="912" y="93328"/>
                  <a:pt x="648" y="90929"/>
                </a:cubicBezTo>
                <a:lnTo>
                  <a:pt x="648" y="90929"/>
                </a:lnTo>
                <a:cubicBezTo>
                  <a:pt x="1015" y="93298"/>
                  <a:pt x="2384" y="95535"/>
                  <a:pt x="4400" y="96727"/>
                </a:cubicBezTo>
                <a:lnTo>
                  <a:pt x="4430" y="96654"/>
                </a:lnTo>
                <a:cubicBezTo>
                  <a:pt x="2355" y="95418"/>
                  <a:pt x="957" y="93034"/>
                  <a:pt x="677" y="90561"/>
                </a:cubicBezTo>
                <a:lnTo>
                  <a:pt x="677" y="90561"/>
                </a:lnTo>
                <a:cubicBezTo>
                  <a:pt x="1060" y="93004"/>
                  <a:pt x="2487" y="95329"/>
                  <a:pt x="4577" y="96669"/>
                </a:cubicBezTo>
                <a:lnTo>
                  <a:pt x="4621" y="96595"/>
                </a:lnTo>
                <a:cubicBezTo>
                  <a:pt x="2443" y="95197"/>
                  <a:pt x="986" y="92739"/>
                  <a:pt x="721" y="90179"/>
                </a:cubicBezTo>
                <a:lnTo>
                  <a:pt x="721" y="90179"/>
                </a:lnTo>
                <a:cubicBezTo>
                  <a:pt x="839" y="91003"/>
                  <a:pt x="1089" y="91812"/>
                  <a:pt x="1457" y="92622"/>
                </a:cubicBezTo>
                <a:cubicBezTo>
                  <a:pt x="2193" y="94240"/>
                  <a:pt x="3370" y="95653"/>
                  <a:pt x="4768" y="96610"/>
                </a:cubicBezTo>
                <a:lnTo>
                  <a:pt x="4798" y="96536"/>
                </a:lnTo>
                <a:cubicBezTo>
                  <a:pt x="2575" y="95035"/>
                  <a:pt x="1089" y="92460"/>
                  <a:pt x="765" y="89870"/>
                </a:cubicBezTo>
                <a:lnTo>
                  <a:pt x="765" y="89870"/>
                </a:lnTo>
                <a:cubicBezTo>
                  <a:pt x="1177" y="92415"/>
                  <a:pt x="2708" y="94947"/>
                  <a:pt x="4930" y="96536"/>
                </a:cubicBezTo>
                <a:lnTo>
                  <a:pt x="4989" y="96463"/>
                </a:lnTo>
                <a:cubicBezTo>
                  <a:pt x="2708" y="94829"/>
                  <a:pt x="1177" y="92224"/>
                  <a:pt x="809" y="89605"/>
                </a:cubicBezTo>
                <a:lnTo>
                  <a:pt x="809" y="89605"/>
                </a:lnTo>
                <a:cubicBezTo>
                  <a:pt x="1251" y="92195"/>
                  <a:pt x="2796" y="94755"/>
                  <a:pt x="5092" y="96492"/>
                </a:cubicBezTo>
                <a:lnTo>
                  <a:pt x="5151" y="96433"/>
                </a:lnTo>
                <a:cubicBezTo>
                  <a:pt x="2811" y="94667"/>
                  <a:pt x="1266" y="92077"/>
                  <a:pt x="868" y="89458"/>
                </a:cubicBezTo>
                <a:lnTo>
                  <a:pt x="868" y="89443"/>
                </a:lnTo>
                <a:cubicBezTo>
                  <a:pt x="1030" y="90311"/>
                  <a:pt x="1324" y="91165"/>
                  <a:pt x="1722" y="92033"/>
                </a:cubicBezTo>
                <a:cubicBezTo>
                  <a:pt x="2531" y="93711"/>
                  <a:pt x="3782" y="95270"/>
                  <a:pt x="5254" y="96448"/>
                </a:cubicBezTo>
                <a:lnTo>
                  <a:pt x="5313" y="96389"/>
                </a:lnTo>
                <a:cubicBezTo>
                  <a:pt x="2943" y="94520"/>
                  <a:pt x="1383" y="91930"/>
                  <a:pt x="912" y="89310"/>
                </a:cubicBezTo>
                <a:cubicBezTo>
                  <a:pt x="912" y="89296"/>
                  <a:pt x="912" y="89296"/>
                  <a:pt x="942" y="89281"/>
                </a:cubicBezTo>
                <a:cubicBezTo>
                  <a:pt x="1118" y="90134"/>
                  <a:pt x="1413" y="91003"/>
                  <a:pt x="1840" y="91856"/>
                </a:cubicBezTo>
                <a:cubicBezTo>
                  <a:pt x="2664" y="93563"/>
                  <a:pt x="3915" y="95138"/>
                  <a:pt x="5460" y="96418"/>
                </a:cubicBezTo>
                <a:lnTo>
                  <a:pt x="5519" y="96359"/>
                </a:lnTo>
                <a:cubicBezTo>
                  <a:pt x="3149" y="94387"/>
                  <a:pt x="1531" y="91739"/>
                  <a:pt x="1015" y="89148"/>
                </a:cubicBezTo>
                <a:cubicBezTo>
                  <a:pt x="1015" y="89148"/>
                  <a:pt x="1015" y="89134"/>
                  <a:pt x="1030" y="89134"/>
                </a:cubicBezTo>
                <a:cubicBezTo>
                  <a:pt x="1236" y="89973"/>
                  <a:pt x="1531" y="90841"/>
                  <a:pt x="1943" y="91680"/>
                </a:cubicBezTo>
                <a:cubicBezTo>
                  <a:pt x="2796" y="93401"/>
                  <a:pt x="4076" y="95035"/>
                  <a:pt x="5651" y="96374"/>
                </a:cubicBezTo>
                <a:lnTo>
                  <a:pt x="5695" y="96315"/>
                </a:lnTo>
                <a:cubicBezTo>
                  <a:pt x="3709" y="94594"/>
                  <a:pt x="1722" y="91959"/>
                  <a:pt x="1089" y="89016"/>
                </a:cubicBezTo>
                <a:cubicBezTo>
                  <a:pt x="1089" y="89001"/>
                  <a:pt x="1104" y="89001"/>
                  <a:pt x="1104" y="88987"/>
                </a:cubicBezTo>
                <a:cubicBezTo>
                  <a:pt x="1310" y="89811"/>
                  <a:pt x="1619" y="90650"/>
                  <a:pt x="2060" y="91503"/>
                </a:cubicBezTo>
                <a:cubicBezTo>
                  <a:pt x="2929" y="93225"/>
                  <a:pt x="4224" y="94903"/>
                  <a:pt x="5828" y="96345"/>
                </a:cubicBezTo>
                <a:lnTo>
                  <a:pt x="5887" y="96286"/>
                </a:lnTo>
                <a:cubicBezTo>
                  <a:pt x="3414" y="94064"/>
                  <a:pt x="1781" y="91430"/>
                  <a:pt x="1177" y="88854"/>
                </a:cubicBezTo>
                <a:cubicBezTo>
                  <a:pt x="1177" y="88839"/>
                  <a:pt x="1192" y="88810"/>
                  <a:pt x="1192" y="88810"/>
                </a:cubicBezTo>
                <a:cubicBezTo>
                  <a:pt x="1869" y="91371"/>
                  <a:pt x="3532" y="93990"/>
                  <a:pt x="6019" y="96301"/>
                </a:cubicBezTo>
                <a:lnTo>
                  <a:pt x="6063" y="96242"/>
                </a:lnTo>
                <a:cubicBezTo>
                  <a:pt x="3561" y="93887"/>
                  <a:pt x="1913" y="91282"/>
                  <a:pt x="1251" y="88707"/>
                </a:cubicBezTo>
                <a:cubicBezTo>
                  <a:pt x="1251" y="88692"/>
                  <a:pt x="1266" y="88663"/>
                  <a:pt x="1266" y="88648"/>
                </a:cubicBezTo>
                <a:cubicBezTo>
                  <a:pt x="2207" y="91945"/>
                  <a:pt x="4577" y="94682"/>
                  <a:pt x="6181" y="96242"/>
                </a:cubicBezTo>
                <a:lnTo>
                  <a:pt x="6240" y="96198"/>
                </a:lnTo>
                <a:cubicBezTo>
                  <a:pt x="4621" y="94623"/>
                  <a:pt x="2222" y="91856"/>
                  <a:pt x="1324" y="88545"/>
                </a:cubicBezTo>
                <a:cubicBezTo>
                  <a:pt x="1324" y="88516"/>
                  <a:pt x="1339" y="88501"/>
                  <a:pt x="1339" y="88486"/>
                </a:cubicBezTo>
                <a:cubicBezTo>
                  <a:pt x="1575" y="89296"/>
                  <a:pt x="1913" y="90105"/>
                  <a:pt x="2355" y="90929"/>
                </a:cubicBezTo>
                <a:cubicBezTo>
                  <a:pt x="3267" y="92680"/>
                  <a:pt x="4621" y="94446"/>
                  <a:pt x="6358" y="96198"/>
                </a:cubicBezTo>
                <a:lnTo>
                  <a:pt x="6416" y="96139"/>
                </a:lnTo>
                <a:cubicBezTo>
                  <a:pt x="4474" y="94181"/>
                  <a:pt x="2310" y="91459"/>
                  <a:pt x="1413" y="88368"/>
                </a:cubicBezTo>
                <a:cubicBezTo>
                  <a:pt x="1413" y="88354"/>
                  <a:pt x="1428" y="88339"/>
                  <a:pt x="1428" y="88339"/>
                </a:cubicBezTo>
                <a:cubicBezTo>
                  <a:pt x="2222" y="90826"/>
                  <a:pt x="3900" y="93416"/>
                  <a:pt x="6549" y="96153"/>
                </a:cubicBezTo>
                <a:lnTo>
                  <a:pt x="6608" y="96095"/>
                </a:lnTo>
                <a:cubicBezTo>
                  <a:pt x="3959" y="93343"/>
                  <a:pt x="2266" y="90753"/>
                  <a:pt x="1486" y="88251"/>
                </a:cubicBezTo>
                <a:cubicBezTo>
                  <a:pt x="1501" y="88221"/>
                  <a:pt x="1501" y="88192"/>
                  <a:pt x="1531" y="88177"/>
                </a:cubicBezTo>
                <a:cubicBezTo>
                  <a:pt x="2575" y="91356"/>
                  <a:pt x="4856" y="94093"/>
                  <a:pt x="6711" y="96095"/>
                </a:cubicBezTo>
                <a:lnTo>
                  <a:pt x="6770" y="96050"/>
                </a:lnTo>
                <a:cubicBezTo>
                  <a:pt x="4886" y="94034"/>
                  <a:pt x="2590" y="91268"/>
                  <a:pt x="1575" y="88074"/>
                </a:cubicBezTo>
                <a:cubicBezTo>
                  <a:pt x="1604" y="88059"/>
                  <a:pt x="1604" y="88030"/>
                  <a:pt x="1619" y="88001"/>
                </a:cubicBezTo>
                <a:cubicBezTo>
                  <a:pt x="2678" y="91076"/>
                  <a:pt x="4871" y="93843"/>
                  <a:pt x="6902" y="96050"/>
                </a:cubicBezTo>
                <a:lnTo>
                  <a:pt x="6946" y="95992"/>
                </a:lnTo>
                <a:cubicBezTo>
                  <a:pt x="4930" y="93769"/>
                  <a:pt x="2723" y="90988"/>
                  <a:pt x="1678" y="87898"/>
                </a:cubicBezTo>
                <a:cubicBezTo>
                  <a:pt x="1692" y="87883"/>
                  <a:pt x="1692" y="87853"/>
                  <a:pt x="1707" y="87839"/>
                </a:cubicBezTo>
                <a:cubicBezTo>
                  <a:pt x="2752" y="90767"/>
                  <a:pt x="4856" y="93446"/>
                  <a:pt x="7079" y="95992"/>
                </a:cubicBezTo>
                <a:lnTo>
                  <a:pt x="7137" y="95933"/>
                </a:lnTo>
                <a:cubicBezTo>
                  <a:pt x="4915" y="93401"/>
                  <a:pt x="2796" y="90694"/>
                  <a:pt x="1766" y="87750"/>
                </a:cubicBezTo>
                <a:cubicBezTo>
                  <a:pt x="2458" y="86573"/>
                  <a:pt x="3326" y="85484"/>
                  <a:pt x="4179" y="84439"/>
                </a:cubicBezTo>
                <a:cubicBezTo>
                  <a:pt x="4503" y="84027"/>
                  <a:pt x="4842" y="83615"/>
                  <a:pt x="5151" y="83188"/>
                </a:cubicBezTo>
                <a:cubicBezTo>
                  <a:pt x="6107" y="81937"/>
                  <a:pt x="6828" y="80745"/>
                  <a:pt x="7285" y="79612"/>
                </a:cubicBezTo>
                <a:cubicBezTo>
                  <a:pt x="7358" y="79465"/>
                  <a:pt x="7417" y="79318"/>
                  <a:pt x="7491" y="79171"/>
                </a:cubicBezTo>
                <a:cubicBezTo>
                  <a:pt x="7579" y="78994"/>
                  <a:pt x="7667" y="78788"/>
                  <a:pt x="7756" y="78612"/>
                </a:cubicBezTo>
                <a:cubicBezTo>
                  <a:pt x="7814" y="78509"/>
                  <a:pt x="7859" y="78420"/>
                  <a:pt x="7903" y="78317"/>
                </a:cubicBezTo>
                <a:cubicBezTo>
                  <a:pt x="7962" y="78214"/>
                  <a:pt x="8020" y="78111"/>
                  <a:pt x="8079" y="78023"/>
                </a:cubicBezTo>
                <a:cubicBezTo>
                  <a:pt x="8182" y="77832"/>
                  <a:pt x="8271" y="77670"/>
                  <a:pt x="8374" y="77478"/>
                </a:cubicBezTo>
                <a:cubicBezTo>
                  <a:pt x="8447" y="77375"/>
                  <a:pt x="8491" y="77258"/>
                  <a:pt x="8565" y="77155"/>
                </a:cubicBezTo>
                <a:cubicBezTo>
                  <a:pt x="8668" y="77007"/>
                  <a:pt x="8756" y="76875"/>
                  <a:pt x="8845" y="76728"/>
                </a:cubicBezTo>
                <a:cubicBezTo>
                  <a:pt x="8918" y="76640"/>
                  <a:pt x="8977" y="76551"/>
                  <a:pt x="9051" y="76448"/>
                </a:cubicBezTo>
                <a:cubicBezTo>
                  <a:pt x="9154" y="76331"/>
                  <a:pt x="9257" y="76183"/>
                  <a:pt x="9345" y="76051"/>
                </a:cubicBezTo>
                <a:cubicBezTo>
                  <a:pt x="9433" y="75933"/>
                  <a:pt x="9522" y="75815"/>
                  <a:pt x="9625" y="75698"/>
                </a:cubicBezTo>
                <a:lnTo>
                  <a:pt x="9889" y="75374"/>
                </a:lnTo>
                <a:cubicBezTo>
                  <a:pt x="10007" y="75256"/>
                  <a:pt x="10096" y="75153"/>
                  <a:pt x="10184" y="75035"/>
                </a:cubicBezTo>
                <a:lnTo>
                  <a:pt x="10508" y="74726"/>
                </a:lnTo>
                <a:cubicBezTo>
                  <a:pt x="10611" y="74638"/>
                  <a:pt x="10728" y="74520"/>
                  <a:pt x="10817" y="74417"/>
                </a:cubicBezTo>
                <a:cubicBezTo>
                  <a:pt x="10920" y="74314"/>
                  <a:pt x="11052" y="74211"/>
                  <a:pt x="11170" y="74123"/>
                </a:cubicBezTo>
                <a:cubicBezTo>
                  <a:pt x="11288" y="74020"/>
                  <a:pt x="11405" y="73932"/>
                  <a:pt x="11508" y="73829"/>
                </a:cubicBezTo>
                <a:cubicBezTo>
                  <a:pt x="11641" y="73726"/>
                  <a:pt x="11758" y="73637"/>
                  <a:pt x="11861" y="73549"/>
                </a:cubicBezTo>
                <a:cubicBezTo>
                  <a:pt x="11994" y="73461"/>
                  <a:pt x="12097" y="73387"/>
                  <a:pt x="12229" y="73284"/>
                </a:cubicBezTo>
                <a:cubicBezTo>
                  <a:pt x="12362" y="73211"/>
                  <a:pt x="12494" y="73122"/>
                  <a:pt x="12612" y="73034"/>
                </a:cubicBezTo>
                <a:cubicBezTo>
                  <a:pt x="12744" y="72960"/>
                  <a:pt x="12892" y="72872"/>
                  <a:pt x="13024" y="72799"/>
                </a:cubicBezTo>
                <a:cubicBezTo>
                  <a:pt x="13112" y="72740"/>
                  <a:pt x="13201" y="72696"/>
                  <a:pt x="13304" y="72651"/>
                </a:cubicBezTo>
                <a:cubicBezTo>
                  <a:pt x="16100" y="71047"/>
                  <a:pt x="17910" y="67898"/>
                  <a:pt x="17939" y="64675"/>
                </a:cubicBezTo>
                <a:cubicBezTo>
                  <a:pt x="17939" y="62894"/>
                  <a:pt x="17424" y="61143"/>
                  <a:pt x="16924" y="59480"/>
                </a:cubicBezTo>
                <a:cubicBezTo>
                  <a:pt x="16482" y="57964"/>
                  <a:pt x="16026" y="56405"/>
                  <a:pt x="15953" y="54845"/>
                </a:cubicBezTo>
                <a:cubicBezTo>
                  <a:pt x="16836" y="54668"/>
                  <a:pt x="17689" y="54565"/>
                  <a:pt x="18499" y="54477"/>
                </a:cubicBezTo>
                <a:cubicBezTo>
                  <a:pt x="21324" y="54123"/>
                  <a:pt x="23752" y="53829"/>
                  <a:pt x="25327" y="51725"/>
                </a:cubicBezTo>
                <a:cubicBezTo>
                  <a:pt x="26210" y="50577"/>
                  <a:pt x="26813" y="49414"/>
                  <a:pt x="27167" y="48237"/>
                </a:cubicBezTo>
                <a:cubicBezTo>
                  <a:pt x="27167" y="48193"/>
                  <a:pt x="27167" y="48178"/>
                  <a:pt x="27181" y="48163"/>
                </a:cubicBezTo>
                <a:cubicBezTo>
                  <a:pt x="27211" y="48105"/>
                  <a:pt x="27225" y="48031"/>
                  <a:pt x="27240" y="47972"/>
                </a:cubicBezTo>
                <a:cubicBezTo>
                  <a:pt x="27240" y="47957"/>
                  <a:pt x="27255" y="47957"/>
                  <a:pt x="27255" y="47943"/>
                </a:cubicBezTo>
                <a:cubicBezTo>
                  <a:pt x="27314" y="47737"/>
                  <a:pt x="27358" y="47516"/>
                  <a:pt x="27387" y="47310"/>
                </a:cubicBezTo>
                <a:cubicBezTo>
                  <a:pt x="27432" y="47045"/>
                  <a:pt x="27432" y="46780"/>
                  <a:pt x="27432" y="46500"/>
                </a:cubicBezTo>
                <a:lnTo>
                  <a:pt x="27432" y="46486"/>
                </a:lnTo>
                <a:cubicBezTo>
                  <a:pt x="27402" y="46839"/>
                  <a:pt x="27358" y="47207"/>
                  <a:pt x="27255" y="47575"/>
                </a:cubicBezTo>
                <a:lnTo>
                  <a:pt x="27255" y="47428"/>
                </a:lnTo>
                <a:cubicBezTo>
                  <a:pt x="27255" y="47369"/>
                  <a:pt x="27255" y="47310"/>
                  <a:pt x="27284" y="47266"/>
                </a:cubicBezTo>
                <a:cubicBezTo>
                  <a:pt x="27358" y="46986"/>
                  <a:pt x="27387" y="46721"/>
                  <a:pt x="27432" y="46471"/>
                </a:cubicBezTo>
                <a:cubicBezTo>
                  <a:pt x="27432" y="46118"/>
                  <a:pt x="27446" y="45765"/>
                  <a:pt x="27446" y="45426"/>
                </a:cubicBezTo>
                <a:cubicBezTo>
                  <a:pt x="27446" y="45102"/>
                  <a:pt x="27387" y="44852"/>
                  <a:pt x="27402" y="44558"/>
                </a:cubicBezTo>
                <a:cubicBezTo>
                  <a:pt x="27402" y="44543"/>
                  <a:pt x="27402" y="44543"/>
                  <a:pt x="27387" y="44514"/>
                </a:cubicBezTo>
                <a:cubicBezTo>
                  <a:pt x="27387" y="44411"/>
                  <a:pt x="27387" y="44293"/>
                  <a:pt x="27402" y="44190"/>
                </a:cubicBezTo>
                <a:cubicBezTo>
                  <a:pt x="27432" y="43925"/>
                  <a:pt x="27446" y="43660"/>
                  <a:pt x="27446" y="43395"/>
                </a:cubicBezTo>
                <a:cubicBezTo>
                  <a:pt x="27461" y="43116"/>
                  <a:pt x="27476" y="42851"/>
                  <a:pt x="27476" y="42571"/>
                </a:cubicBezTo>
                <a:cubicBezTo>
                  <a:pt x="27505" y="42336"/>
                  <a:pt x="27520" y="42071"/>
                  <a:pt x="27520" y="41835"/>
                </a:cubicBezTo>
                <a:cubicBezTo>
                  <a:pt x="27549" y="41526"/>
                  <a:pt x="27579" y="41232"/>
                  <a:pt x="27579" y="40938"/>
                </a:cubicBezTo>
                <a:cubicBezTo>
                  <a:pt x="27593" y="40673"/>
                  <a:pt x="27608" y="40437"/>
                  <a:pt x="27623" y="40172"/>
                </a:cubicBezTo>
                <a:cubicBezTo>
                  <a:pt x="27667" y="39863"/>
                  <a:pt x="27682" y="39569"/>
                  <a:pt x="27696" y="39275"/>
                </a:cubicBezTo>
                <a:cubicBezTo>
                  <a:pt x="27726" y="39039"/>
                  <a:pt x="27755" y="38804"/>
                  <a:pt x="27755" y="38554"/>
                </a:cubicBezTo>
                <a:cubicBezTo>
                  <a:pt x="27799" y="38259"/>
                  <a:pt x="27829" y="37950"/>
                  <a:pt x="27844" y="37641"/>
                </a:cubicBezTo>
                <a:cubicBezTo>
                  <a:pt x="27888" y="37362"/>
                  <a:pt x="27917" y="37067"/>
                  <a:pt x="27947" y="36788"/>
                </a:cubicBezTo>
                <a:cubicBezTo>
                  <a:pt x="27991" y="36523"/>
                  <a:pt x="28035" y="36243"/>
                  <a:pt x="28050" y="35963"/>
                </a:cubicBezTo>
                <a:cubicBezTo>
                  <a:pt x="28108" y="35684"/>
                  <a:pt x="28138" y="35419"/>
                  <a:pt x="28182" y="35139"/>
                </a:cubicBezTo>
                <a:lnTo>
                  <a:pt x="28344" y="34315"/>
                </a:lnTo>
                <a:cubicBezTo>
                  <a:pt x="28418" y="34036"/>
                  <a:pt x="28476" y="33771"/>
                  <a:pt x="28535" y="33506"/>
                </a:cubicBezTo>
                <a:cubicBezTo>
                  <a:pt x="28609" y="33241"/>
                  <a:pt x="28682" y="32991"/>
                  <a:pt x="28727" y="32726"/>
                </a:cubicBezTo>
                <a:cubicBezTo>
                  <a:pt x="28844" y="32402"/>
                  <a:pt x="28947" y="32049"/>
                  <a:pt x="29021" y="31710"/>
                </a:cubicBezTo>
                <a:cubicBezTo>
                  <a:pt x="29315" y="30342"/>
                  <a:pt x="29359" y="28944"/>
                  <a:pt x="29124" y="27708"/>
                </a:cubicBezTo>
                <a:cubicBezTo>
                  <a:pt x="28844" y="26310"/>
                  <a:pt x="28241" y="25118"/>
                  <a:pt x="27314" y="24205"/>
                </a:cubicBezTo>
                <a:cubicBezTo>
                  <a:pt x="26019" y="22940"/>
                  <a:pt x="24223" y="22410"/>
                  <a:pt x="22502" y="21895"/>
                </a:cubicBezTo>
                <a:cubicBezTo>
                  <a:pt x="21133" y="21483"/>
                  <a:pt x="19735" y="21071"/>
                  <a:pt x="18557" y="20291"/>
                </a:cubicBezTo>
                <a:cubicBezTo>
                  <a:pt x="18837" y="19834"/>
                  <a:pt x="19073" y="19349"/>
                  <a:pt x="19279" y="18863"/>
                </a:cubicBezTo>
                <a:cubicBezTo>
                  <a:pt x="20559" y="15802"/>
                  <a:pt x="20147" y="12094"/>
                  <a:pt x="18204" y="9400"/>
                </a:cubicBezTo>
                <a:cubicBezTo>
                  <a:pt x="18175" y="9371"/>
                  <a:pt x="18131" y="9312"/>
                  <a:pt x="18116" y="9268"/>
                </a:cubicBezTo>
                <a:cubicBezTo>
                  <a:pt x="18087" y="9239"/>
                  <a:pt x="18072" y="9180"/>
                  <a:pt x="18028" y="9150"/>
                </a:cubicBezTo>
                <a:lnTo>
                  <a:pt x="17925" y="8974"/>
                </a:lnTo>
                <a:cubicBezTo>
                  <a:pt x="17895" y="8944"/>
                  <a:pt x="17881" y="8900"/>
                  <a:pt x="17836" y="8885"/>
                </a:cubicBezTo>
                <a:cubicBezTo>
                  <a:pt x="17792" y="8812"/>
                  <a:pt x="17733" y="8723"/>
                  <a:pt x="17675" y="8650"/>
                </a:cubicBezTo>
                <a:cubicBezTo>
                  <a:pt x="17675" y="8650"/>
                  <a:pt x="17675" y="8635"/>
                  <a:pt x="17660" y="8635"/>
                </a:cubicBezTo>
                <a:cubicBezTo>
                  <a:pt x="17586" y="8517"/>
                  <a:pt x="17513" y="8429"/>
                  <a:pt x="17439" y="8311"/>
                </a:cubicBezTo>
                <a:cubicBezTo>
                  <a:pt x="17365" y="8223"/>
                  <a:pt x="17307" y="8120"/>
                  <a:pt x="17233" y="8017"/>
                </a:cubicBezTo>
                <a:cubicBezTo>
                  <a:pt x="17159" y="7914"/>
                  <a:pt x="17086" y="7796"/>
                  <a:pt x="16998" y="7693"/>
                </a:cubicBezTo>
                <a:cubicBezTo>
                  <a:pt x="16939" y="7605"/>
                  <a:pt x="16865" y="7502"/>
                  <a:pt x="16792" y="7414"/>
                </a:cubicBezTo>
                <a:cubicBezTo>
                  <a:pt x="16718" y="7311"/>
                  <a:pt x="16644" y="7193"/>
                  <a:pt x="16571" y="7105"/>
                </a:cubicBezTo>
                <a:cubicBezTo>
                  <a:pt x="16497" y="7016"/>
                  <a:pt x="16453" y="6899"/>
                  <a:pt x="16379" y="6810"/>
                </a:cubicBezTo>
                <a:lnTo>
                  <a:pt x="16159" y="6472"/>
                </a:lnTo>
                <a:cubicBezTo>
                  <a:pt x="16085" y="6369"/>
                  <a:pt x="16012" y="6281"/>
                  <a:pt x="15938" y="6163"/>
                </a:cubicBezTo>
                <a:cubicBezTo>
                  <a:pt x="15864" y="6060"/>
                  <a:pt x="15806" y="5957"/>
                  <a:pt x="15732" y="5869"/>
                </a:cubicBezTo>
                <a:cubicBezTo>
                  <a:pt x="15673" y="5780"/>
                  <a:pt x="15599" y="5692"/>
                  <a:pt x="15526" y="5574"/>
                </a:cubicBezTo>
                <a:cubicBezTo>
                  <a:pt x="15452" y="5471"/>
                  <a:pt x="15379" y="5339"/>
                  <a:pt x="15290" y="5221"/>
                </a:cubicBezTo>
                <a:cubicBezTo>
                  <a:pt x="15217" y="5118"/>
                  <a:pt x="15158" y="5030"/>
                  <a:pt x="15084" y="4927"/>
                </a:cubicBezTo>
                <a:cubicBezTo>
                  <a:pt x="15026" y="4838"/>
                  <a:pt x="14952" y="4735"/>
                  <a:pt x="14878" y="4632"/>
                </a:cubicBezTo>
                <a:cubicBezTo>
                  <a:pt x="14805" y="4529"/>
                  <a:pt x="14761" y="4441"/>
                  <a:pt x="14687" y="4323"/>
                </a:cubicBezTo>
                <a:cubicBezTo>
                  <a:pt x="14613" y="4191"/>
                  <a:pt x="14510" y="4073"/>
                  <a:pt x="14437" y="3955"/>
                </a:cubicBezTo>
                <a:cubicBezTo>
                  <a:pt x="14393" y="3867"/>
                  <a:pt x="14334" y="3794"/>
                  <a:pt x="14275" y="3705"/>
                </a:cubicBezTo>
                <a:lnTo>
                  <a:pt x="14113" y="3426"/>
                </a:lnTo>
                <a:cubicBezTo>
                  <a:pt x="14040" y="3308"/>
                  <a:pt x="13966" y="3190"/>
                  <a:pt x="13892" y="3072"/>
                </a:cubicBezTo>
                <a:cubicBezTo>
                  <a:pt x="12872" y="1341"/>
                  <a:pt x="11030" y="1"/>
                  <a:pt x="9151" y="1"/>
                </a:cubicBezTo>
                <a:close/>
              </a:path>
            </a:pathLst>
          </a:custGeom>
          <a:gradFill>
            <a:gsLst>
              <a:gs pos="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 name="Google Shape;326;p9"/>
          <p:cNvGrpSpPr/>
          <p:nvPr/>
        </p:nvGrpSpPr>
        <p:grpSpPr>
          <a:xfrm>
            <a:off x="185834" y="-249925"/>
            <a:ext cx="1459083" cy="622103"/>
            <a:chOff x="185834" y="-249925"/>
            <a:chExt cx="1459083" cy="622103"/>
          </a:xfrm>
        </p:grpSpPr>
        <p:sp>
          <p:nvSpPr>
            <p:cNvPr id="327" name="Google Shape;327;p9"/>
            <p:cNvSpPr/>
            <p:nvPr/>
          </p:nvSpPr>
          <p:spPr>
            <a:xfrm>
              <a:off x="1022814" y="-249925"/>
              <a:ext cx="622103" cy="622103"/>
            </a:xfrm>
            <a:custGeom>
              <a:rect b="b" l="l" r="r" t="t"/>
              <a:pathLst>
                <a:path extrusionOk="0" fill="none" h="14570" w="14570">
                  <a:moveTo>
                    <a:pt x="7285" y="14570"/>
                  </a:moveTo>
                  <a:cubicBezTo>
                    <a:pt x="3267" y="14570"/>
                    <a:pt x="0" y="11303"/>
                    <a:pt x="0" y="7285"/>
                  </a:cubicBezTo>
                  <a:cubicBezTo>
                    <a:pt x="0" y="3282"/>
                    <a:pt x="3253" y="0"/>
                    <a:pt x="7285" y="0"/>
                  </a:cubicBezTo>
                  <a:cubicBezTo>
                    <a:pt x="11303" y="0"/>
                    <a:pt x="14570" y="3282"/>
                    <a:pt x="14570" y="7285"/>
                  </a:cubicBezTo>
                  <a:cubicBezTo>
                    <a:pt x="14570" y="11303"/>
                    <a:pt x="11303" y="14570"/>
                    <a:pt x="7285" y="14570"/>
                  </a:cubicBezTo>
                  <a:close/>
                  <a:moveTo>
                    <a:pt x="7285" y="2532"/>
                  </a:moveTo>
                  <a:cubicBezTo>
                    <a:pt x="4651" y="2532"/>
                    <a:pt x="2517" y="4666"/>
                    <a:pt x="2517" y="7285"/>
                  </a:cubicBezTo>
                  <a:cubicBezTo>
                    <a:pt x="2517" y="9919"/>
                    <a:pt x="4651" y="12053"/>
                    <a:pt x="7285" y="12053"/>
                  </a:cubicBezTo>
                  <a:cubicBezTo>
                    <a:pt x="9905" y="12053"/>
                    <a:pt x="12038" y="9919"/>
                    <a:pt x="12038" y="7285"/>
                  </a:cubicBezTo>
                  <a:cubicBezTo>
                    <a:pt x="12068" y="4666"/>
                    <a:pt x="9905" y="2532"/>
                    <a:pt x="7285" y="2532"/>
                  </a:cubicBezTo>
                  <a:close/>
                </a:path>
              </a:pathLst>
            </a:custGeom>
            <a:noFill/>
            <a:ln cap="flat" cmpd="sng" w="952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9"/>
            <p:cNvSpPr/>
            <p:nvPr/>
          </p:nvSpPr>
          <p:spPr>
            <a:xfrm>
              <a:off x="185834" y="-249925"/>
              <a:ext cx="622103" cy="622103"/>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952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 name="Google Shape;329;p9"/>
          <p:cNvGrpSpPr/>
          <p:nvPr/>
        </p:nvGrpSpPr>
        <p:grpSpPr>
          <a:xfrm>
            <a:off x="7408371" y="4716475"/>
            <a:ext cx="1459083" cy="622103"/>
            <a:chOff x="562921" y="1708250"/>
            <a:chExt cx="1459083" cy="622103"/>
          </a:xfrm>
        </p:grpSpPr>
        <p:sp>
          <p:nvSpPr>
            <p:cNvPr id="330" name="Google Shape;330;p9"/>
            <p:cNvSpPr/>
            <p:nvPr/>
          </p:nvSpPr>
          <p:spPr>
            <a:xfrm rot="10800000">
              <a:off x="562921" y="1708250"/>
              <a:ext cx="622103" cy="622103"/>
            </a:xfrm>
            <a:custGeom>
              <a:rect b="b" l="l" r="r" t="t"/>
              <a:pathLst>
                <a:path extrusionOk="0" fill="none" h="14570" w="14570">
                  <a:moveTo>
                    <a:pt x="7285" y="14570"/>
                  </a:moveTo>
                  <a:cubicBezTo>
                    <a:pt x="3267" y="14570"/>
                    <a:pt x="0" y="11303"/>
                    <a:pt x="0" y="7285"/>
                  </a:cubicBezTo>
                  <a:cubicBezTo>
                    <a:pt x="0" y="3282"/>
                    <a:pt x="3253" y="0"/>
                    <a:pt x="7285" y="0"/>
                  </a:cubicBezTo>
                  <a:cubicBezTo>
                    <a:pt x="11303" y="0"/>
                    <a:pt x="14570" y="3282"/>
                    <a:pt x="14570" y="7285"/>
                  </a:cubicBezTo>
                  <a:cubicBezTo>
                    <a:pt x="14570" y="11303"/>
                    <a:pt x="11303" y="14570"/>
                    <a:pt x="7285" y="14570"/>
                  </a:cubicBezTo>
                  <a:close/>
                  <a:moveTo>
                    <a:pt x="7285" y="2532"/>
                  </a:moveTo>
                  <a:cubicBezTo>
                    <a:pt x="4651" y="2532"/>
                    <a:pt x="2517" y="4666"/>
                    <a:pt x="2517" y="7285"/>
                  </a:cubicBezTo>
                  <a:cubicBezTo>
                    <a:pt x="2517" y="9919"/>
                    <a:pt x="4651" y="12053"/>
                    <a:pt x="7285" y="12053"/>
                  </a:cubicBezTo>
                  <a:cubicBezTo>
                    <a:pt x="9905" y="12053"/>
                    <a:pt x="12038" y="9919"/>
                    <a:pt x="12038" y="7285"/>
                  </a:cubicBezTo>
                  <a:cubicBezTo>
                    <a:pt x="12068" y="4666"/>
                    <a:pt x="9905" y="2532"/>
                    <a:pt x="7285" y="2532"/>
                  </a:cubicBezTo>
                  <a:close/>
                </a:path>
              </a:pathLst>
            </a:custGeom>
            <a:noFill/>
            <a:ln cap="flat" cmpd="sng" w="952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9"/>
            <p:cNvSpPr/>
            <p:nvPr/>
          </p:nvSpPr>
          <p:spPr>
            <a:xfrm rot="10800000">
              <a:off x="1399901" y="1708250"/>
              <a:ext cx="622103" cy="622103"/>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952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 name="Google Shape;332;p9"/>
          <p:cNvSpPr/>
          <p:nvPr/>
        </p:nvSpPr>
        <p:spPr>
          <a:xfrm>
            <a:off x="386905" y="569125"/>
            <a:ext cx="189900" cy="18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9"/>
          <p:cNvSpPr/>
          <p:nvPr/>
        </p:nvSpPr>
        <p:spPr>
          <a:xfrm>
            <a:off x="6767255" y="3533375"/>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9"/>
          <p:cNvSpPr/>
          <p:nvPr/>
        </p:nvSpPr>
        <p:spPr>
          <a:xfrm>
            <a:off x="7307401" y="179725"/>
            <a:ext cx="389400" cy="389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9"/>
          <p:cNvSpPr/>
          <p:nvPr/>
        </p:nvSpPr>
        <p:spPr>
          <a:xfrm>
            <a:off x="820430" y="4415600"/>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9"/>
          <p:cNvSpPr/>
          <p:nvPr/>
        </p:nvSpPr>
        <p:spPr>
          <a:xfrm>
            <a:off x="8527519" y="2040413"/>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9"/>
          <p:cNvSpPr/>
          <p:nvPr/>
        </p:nvSpPr>
        <p:spPr>
          <a:xfrm>
            <a:off x="312994" y="3333863"/>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9"/>
          <p:cNvSpPr/>
          <p:nvPr/>
        </p:nvSpPr>
        <p:spPr>
          <a:xfrm>
            <a:off x="5261798" y="1088595"/>
            <a:ext cx="235500" cy="235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39" name="Shape 339"/>
        <p:cNvGrpSpPr/>
        <p:nvPr/>
      </p:nvGrpSpPr>
      <p:grpSpPr>
        <a:xfrm>
          <a:off x="0" y="0"/>
          <a:ext cx="0" cy="0"/>
          <a:chOff x="0" y="0"/>
          <a:chExt cx="0" cy="0"/>
        </a:xfrm>
      </p:grpSpPr>
      <p:sp>
        <p:nvSpPr>
          <p:cNvPr id="340" name="Google Shape;340;p10"/>
          <p:cNvSpPr txBox="1"/>
          <p:nvPr>
            <p:ph idx="1" type="body"/>
          </p:nvPr>
        </p:nvSpPr>
        <p:spPr>
          <a:xfrm>
            <a:off x="732300" y="538000"/>
            <a:ext cx="2937000" cy="1742100"/>
          </a:xfrm>
          <a:prstGeom prst="rect">
            <a:avLst/>
          </a:prstGeom>
        </p:spPr>
        <p:txBody>
          <a:bodyPr anchorCtr="0" anchor="t" bIns="91425" lIns="91425" spcFirstLastPara="1" rIns="91425" wrap="square" tIns="91425">
            <a:noAutofit/>
          </a:bodyPr>
          <a:lstStyle>
            <a:lvl1pPr indent="-228600" lvl="0" marL="457200">
              <a:lnSpc>
                <a:spcPct val="80000"/>
              </a:lnSpc>
              <a:spcBef>
                <a:spcPts val="0"/>
              </a:spcBef>
              <a:spcAft>
                <a:spcPts val="0"/>
              </a:spcAft>
              <a:buSzPts val="1800"/>
              <a:buNone/>
              <a:defRPr sz="3200">
                <a:latin typeface="Sansita ExtraBold"/>
                <a:ea typeface="Sansita ExtraBold"/>
                <a:cs typeface="Sansita ExtraBold"/>
                <a:sym typeface="Sansita ExtraBold"/>
              </a:defRPr>
            </a:lvl1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41" name="Shape 341"/>
        <p:cNvGrpSpPr/>
        <p:nvPr/>
      </p:nvGrpSpPr>
      <p:grpSpPr>
        <a:xfrm>
          <a:off x="0" y="0"/>
          <a:ext cx="0" cy="0"/>
          <a:chOff x="0" y="0"/>
          <a:chExt cx="0" cy="0"/>
        </a:xfrm>
      </p:grpSpPr>
      <p:sp>
        <p:nvSpPr>
          <p:cNvPr id="342" name="Google Shape;342;p11"/>
          <p:cNvSpPr txBox="1"/>
          <p:nvPr>
            <p:ph hasCustomPrompt="1" type="title"/>
          </p:nvPr>
        </p:nvSpPr>
        <p:spPr>
          <a:xfrm>
            <a:off x="1156500" y="1422188"/>
            <a:ext cx="6831000" cy="1693500"/>
          </a:xfrm>
          <a:prstGeom prst="rect">
            <a:avLst/>
          </a:prstGeom>
        </p:spPr>
        <p:txBody>
          <a:bodyPr anchorCtr="0" anchor="t" bIns="91425" lIns="91425" spcFirstLastPara="1" rIns="91425" wrap="square" tIns="91425">
            <a:noAutofit/>
          </a:bodyPr>
          <a:lstStyle>
            <a:lvl1pPr lvl="0" algn="ctr">
              <a:spcBef>
                <a:spcPts val="0"/>
              </a:spcBef>
              <a:spcAft>
                <a:spcPts val="0"/>
              </a:spcAft>
              <a:buSzPts val="12000"/>
              <a:buNone/>
              <a:defRPr sz="106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343" name="Google Shape;343;p11"/>
          <p:cNvSpPr txBox="1"/>
          <p:nvPr>
            <p:ph idx="1" type="body"/>
          </p:nvPr>
        </p:nvSpPr>
        <p:spPr>
          <a:xfrm>
            <a:off x="2071050" y="3019625"/>
            <a:ext cx="5001900" cy="466800"/>
          </a:xfrm>
          <a:prstGeom prst="rect">
            <a:avLst/>
          </a:prstGeom>
        </p:spPr>
        <p:txBody>
          <a:bodyPr anchorCtr="0" anchor="t" bIns="91425" lIns="91425" spcFirstLastPara="1" rIns="91425" wrap="square" tIns="91425">
            <a:noAutofit/>
          </a:bodyPr>
          <a:lstStyle>
            <a:lvl1pPr indent="-342900" lvl="0" marL="457200" algn="ctr">
              <a:spcBef>
                <a:spcPts val="0"/>
              </a:spcBef>
              <a:spcAft>
                <a:spcPts val="0"/>
              </a:spcAft>
              <a:buSzPts val="1800"/>
              <a:buChar char="●"/>
              <a:defRPr>
                <a:solidFill>
                  <a:schemeClr val="dk1"/>
                </a:solidFill>
              </a:defRPr>
            </a:lvl1pPr>
            <a:lvl2pPr indent="-317500" lvl="1" marL="914400" algn="ctr">
              <a:spcBef>
                <a:spcPts val="0"/>
              </a:spcBef>
              <a:spcAft>
                <a:spcPts val="0"/>
              </a:spcAft>
              <a:buSzPts val="1400"/>
              <a:buChar char="○"/>
              <a:defRPr/>
            </a:lvl2pPr>
            <a:lvl3pPr indent="-317500" lvl="2" marL="1371600" algn="ctr">
              <a:spcBef>
                <a:spcPts val="0"/>
              </a:spcBef>
              <a:spcAft>
                <a:spcPts val="0"/>
              </a:spcAft>
              <a:buSzPts val="1400"/>
              <a:buChar char="■"/>
              <a:defRPr/>
            </a:lvl3pPr>
            <a:lvl4pPr indent="-317500" lvl="3" marL="1828800" algn="ctr">
              <a:spcBef>
                <a:spcPts val="0"/>
              </a:spcBef>
              <a:spcAft>
                <a:spcPts val="0"/>
              </a:spcAft>
              <a:buSzPts val="1400"/>
              <a:buChar char="●"/>
              <a:defRPr/>
            </a:lvl4pPr>
            <a:lvl5pPr indent="-317500" lvl="4" marL="2286000" algn="ctr">
              <a:spcBef>
                <a:spcPts val="0"/>
              </a:spcBef>
              <a:spcAft>
                <a:spcPts val="0"/>
              </a:spcAft>
              <a:buSzPts val="1400"/>
              <a:buChar char="○"/>
              <a:defRPr/>
            </a:lvl5pPr>
            <a:lvl6pPr indent="-317500" lvl="5" marL="2743200" algn="ctr">
              <a:spcBef>
                <a:spcPts val="0"/>
              </a:spcBef>
              <a:spcAft>
                <a:spcPts val="0"/>
              </a:spcAft>
              <a:buSzPts val="1400"/>
              <a:buChar char="■"/>
              <a:defRPr/>
            </a:lvl6pPr>
            <a:lvl7pPr indent="-317500" lvl="6" marL="3200400" algn="ctr">
              <a:spcBef>
                <a:spcPts val="0"/>
              </a:spcBef>
              <a:spcAft>
                <a:spcPts val="0"/>
              </a:spcAft>
              <a:buSzPts val="1400"/>
              <a:buChar char="●"/>
              <a:defRPr/>
            </a:lvl7pPr>
            <a:lvl8pPr indent="-317500" lvl="7" marL="3657600" algn="ctr">
              <a:spcBef>
                <a:spcPts val="0"/>
              </a:spcBef>
              <a:spcAft>
                <a:spcPts val="0"/>
              </a:spcAft>
              <a:buSzPts val="1400"/>
              <a:buChar char="○"/>
              <a:defRPr/>
            </a:lvl8pPr>
            <a:lvl9pPr indent="-317500" lvl="8" marL="4114800" algn="ctr">
              <a:spcBef>
                <a:spcPts val="0"/>
              </a:spcBef>
              <a:spcAft>
                <a:spcPts val="0"/>
              </a:spcAft>
              <a:buSzPts val="1400"/>
              <a:buChar char="■"/>
              <a:defRPr/>
            </a:lvl9pPr>
          </a:lstStyle>
          <a:p/>
        </p:txBody>
      </p:sp>
      <p:sp>
        <p:nvSpPr>
          <p:cNvPr id="344" name="Google Shape;344;p11"/>
          <p:cNvSpPr/>
          <p:nvPr/>
        </p:nvSpPr>
        <p:spPr>
          <a:xfrm flipH="1">
            <a:off x="6197897" y="-9550"/>
            <a:ext cx="2957675" cy="1737700"/>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1"/>
          <p:cNvSpPr/>
          <p:nvPr/>
        </p:nvSpPr>
        <p:spPr>
          <a:xfrm flipH="1">
            <a:off x="7127997" y="-9550"/>
            <a:ext cx="2027950" cy="1006350"/>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1"/>
          <p:cNvSpPr/>
          <p:nvPr/>
        </p:nvSpPr>
        <p:spPr>
          <a:xfrm flipH="1" rot="596739">
            <a:off x="5552163" y="135797"/>
            <a:ext cx="3816097" cy="1347157"/>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1"/>
          <p:cNvSpPr/>
          <p:nvPr/>
        </p:nvSpPr>
        <p:spPr>
          <a:xfrm flipH="1" rot="3441850">
            <a:off x="361134" y="-1614160"/>
            <a:ext cx="1677754" cy="5504527"/>
          </a:xfrm>
          <a:custGeom>
            <a:rect b="b" l="l" r="r" t="t"/>
            <a:pathLst>
              <a:path extrusionOk="0" h="97052" w="29581">
                <a:moveTo>
                  <a:pt x="14658" y="4824"/>
                </a:moveTo>
                <a:cubicBezTo>
                  <a:pt x="14687" y="4838"/>
                  <a:pt x="14687" y="4853"/>
                  <a:pt x="14702" y="4883"/>
                </a:cubicBezTo>
                <a:lnTo>
                  <a:pt x="14702" y="4897"/>
                </a:lnTo>
                <a:cubicBezTo>
                  <a:pt x="14687" y="4883"/>
                  <a:pt x="14658" y="4883"/>
                  <a:pt x="14658" y="4853"/>
                </a:cubicBezTo>
                <a:lnTo>
                  <a:pt x="14658" y="4824"/>
                </a:lnTo>
                <a:close/>
                <a:moveTo>
                  <a:pt x="14716" y="5015"/>
                </a:moveTo>
                <a:lnTo>
                  <a:pt x="14775" y="5074"/>
                </a:lnTo>
                <a:cubicBezTo>
                  <a:pt x="14761" y="5059"/>
                  <a:pt x="14731" y="5044"/>
                  <a:pt x="14716" y="5044"/>
                </a:cubicBezTo>
                <a:lnTo>
                  <a:pt x="14716" y="5015"/>
                </a:lnTo>
                <a:close/>
                <a:moveTo>
                  <a:pt x="14761" y="5147"/>
                </a:moveTo>
                <a:lnTo>
                  <a:pt x="14805" y="5206"/>
                </a:lnTo>
                <a:lnTo>
                  <a:pt x="14805" y="5250"/>
                </a:lnTo>
                <a:lnTo>
                  <a:pt x="14761" y="5192"/>
                </a:lnTo>
                <a:lnTo>
                  <a:pt x="14761" y="5147"/>
                </a:lnTo>
                <a:close/>
                <a:moveTo>
                  <a:pt x="14923" y="5309"/>
                </a:moveTo>
                <a:cubicBezTo>
                  <a:pt x="14937" y="5324"/>
                  <a:pt x="14952" y="5339"/>
                  <a:pt x="14981" y="5353"/>
                </a:cubicBezTo>
                <a:lnTo>
                  <a:pt x="14981" y="5368"/>
                </a:lnTo>
                <a:cubicBezTo>
                  <a:pt x="14952" y="5353"/>
                  <a:pt x="14937" y="5353"/>
                  <a:pt x="14923" y="5339"/>
                </a:cubicBezTo>
                <a:lnTo>
                  <a:pt x="14923" y="5309"/>
                </a:lnTo>
                <a:close/>
                <a:moveTo>
                  <a:pt x="14789" y="5352"/>
                </a:moveTo>
                <a:cubicBezTo>
                  <a:pt x="14801" y="5364"/>
                  <a:pt x="14818" y="5377"/>
                  <a:pt x="14849" y="5398"/>
                </a:cubicBezTo>
                <a:cubicBezTo>
                  <a:pt x="14864" y="5412"/>
                  <a:pt x="14864" y="5427"/>
                  <a:pt x="14864" y="5427"/>
                </a:cubicBezTo>
                <a:cubicBezTo>
                  <a:pt x="14849" y="5412"/>
                  <a:pt x="14834" y="5398"/>
                  <a:pt x="14790" y="5368"/>
                </a:cubicBezTo>
                <a:cubicBezTo>
                  <a:pt x="14790" y="5363"/>
                  <a:pt x="14790" y="5357"/>
                  <a:pt x="14789" y="5352"/>
                </a:cubicBezTo>
                <a:close/>
                <a:moveTo>
                  <a:pt x="14981" y="5486"/>
                </a:moveTo>
                <a:lnTo>
                  <a:pt x="15026" y="5530"/>
                </a:lnTo>
                <a:lnTo>
                  <a:pt x="15026" y="5559"/>
                </a:lnTo>
                <a:cubicBezTo>
                  <a:pt x="15011" y="5545"/>
                  <a:pt x="14996" y="5515"/>
                  <a:pt x="14981" y="5515"/>
                </a:cubicBezTo>
                <a:lnTo>
                  <a:pt x="14981" y="5486"/>
                </a:lnTo>
                <a:close/>
                <a:moveTo>
                  <a:pt x="14848" y="5535"/>
                </a:moveTo>
                <a:cubicBezTo>
                  <a:pt x="14863" y="5552"/>
                  <a:pt x="14886" y="5563"/>
                  <a:pt x="14908" y="5574"/>
                </a:cubicBezTo>
                <a:cubicBezTo>
                  <a:pt x="14893" y="5574"/>
                  <a:pt x="14923" y="5589"/>
                  <a:pt x="14923" y="5618"/>
                </a:cubicBezTo>
                <a:cubicBezTo>
                  <a:pt x="14908" y="5589"/>
                  <a:pt x="14864" y="5574"/>
                  <a:pt x="14849" y="5559"/>
                </a:cubicBezTo>
                <a:cubicBezTo>
                  <a:pt x="14849" y="5553"/>
                  <a:pt x="14849" y="5543"/>
                  <a:pt x="14848" y="5535"/>
                </a:cubicBezTo>
                <a:close/>
                <a:moveTo>
                  <a:pt x="15143" y="5633"/>
                </a:moveTo>
                <a:cubicBezTo>
                  <a:pt x="15158" y="5648"/>
                  <a:pt x="15173" y="5662"/>
                  <a:pt x="15202" y="5662"/>
                </a:cubicBezTo>
                <a:lnTo>
                  <a:pt x="15202" y="5692"/>
                </a:lnTo>
                <a:cubicBezTo>
                  <a:pt x="15173" y="5662"/>
                  <a:pt x="15158" y="5662"/>
                  <a:pt x="15143" y="5648"/>
                </a:cubicBezTo>
                <a:lnTo>
                  <a:pt x="15143" y="5633"/>
                </a:lnTo>
                <a:close/>
                <a:moveTo>
                  <a:pt x="15008" y="5661"/>
                </a:moveTo>
                <a:cubicBezTo>
                  <a:pt x="15020" y="5676"/>
                  <a:pt x="15037" y="5696"/>
                  <a:pt x="15070" y="5707"/>
                </a:cubicBezTo>
                <a:cubicBezTo>
                  <a:pt x="15084" y="5707"/>
                  <a:pt x="15084" y="5721"/>
                  <a:pt x="15084" y="5736"/>
                </a:cubicBezTo>
                <a:cubicBezTo>
                  <a:pt x="15070" y="5721"/>
                  <a:pt x="15040" y="5707"/>
                  <a:pt x="15011" y="5692"/>
                </a:cubicBezTo>
                <a:cubicBezTo>
                  <a:pt x="15011" y="5674"/>
                  <a:pt x="15011" y="5667"/>
                  <a:pt x="15008" y="5661"/>
                </a:cubicBezTo>
                <a:close/>
                <a:moveTo>
                  <a:pt x="14864" y="5663"/>
                </a:moveTo>
                <a:cubicBezTo>
                  <a:pt x="14878" y="5692"/>
                  <a:pt x="14923" y="5707"/>
                  <a:pt x="14937" y="5721"/>
                </a:cubicBezTo>
                <a:cubicBezTo>
                  <a:pt x="14952" y="5736"/>
                  <a:pt x="14952" y="5766"/>
                  <a:pt x="14952" y="5780"/>
                </a:cubicBezTo>
                <a:cubicBezTo>
                  <a:pt x="14937" y="5766"/>
                  <a:pt x="14908" y="5736"/>
                  <a:pt x="14878" y="5721"/>
                </a:cubicBezTo>
                <a:cubicBezTo>
                  <a:pt x="14878" y="5707"/>
                  <a:pt x="14878" y="5692"/>
                  <a:pt x="14864" y="5663"/>
                </a:cubicBezTo>
                <a:close/>
                <a:moveTo>
                  <a:pt x="15202" y="5810"/>
                </a:moveTo>
                <a:lnTo>
                  <a:pt x="15246" y="5869"/>
                </a:lnTo>
                <a:cubicBezTo>
                  <a:pt x="15232" y="5854"/>
                  <a:pt x="15217" y="5839"/>
                  <a:pt x="15202" y="5839"/>
                </a:cubicBezTo>
                <a:lnTo>
                  <a:pt x="15202" y="5810"/>
                </a:lnTo>
                <a:close/>
                <a:moveTo>
                  <a:pt x="15055" y="5795"/>
                </a:moveTo>
                <a:cubicBezTo>
                  <a:pt x="15070" y="5810"/>
                  <a:pt x="15099" y="5839"/>
                  <a:pt x="15129" y="5854"/>
                </a:cubicBezTo>
                <a:cubicBezTo>
                  <a:pt x="15129" y="5883"/>
                  <a:pt x="15129" y="5883"/>
                  <a:pt x="15143" y="5913"/>
                </a:cubicBezTo>
                <a:cubicBezTo>
                  <a:pt x="15129" y="5883"/>
                  <a:pt x="15084" y="5869"/>
                  <a:pt x="15070" y="5854"/>
                </a:cubicBezTo>
                <a:cubicBezTo>
                  <a:pt x="15070" y="5839"/>
                  <a:pt x="15070" y="5810"/>
                  <a:pt x="15055" y="5795"/>
                </a:cubicBezTo>
                <a:close/>
                <a:moveTo>
                  <a:pt x="14893" y="5854"/>
                </a:moveTo>
                <a:cubicBezTo>
                  <a:pt x="14937" y="5869"/>
                  <a:pt x="14952" y="5883"/>
                  <a:pt x="14996" y="5913"/>
                </a:cubicBezTo>
                <a:lnTo>
                  <a:pt x="14996" y="5942"/>
                </a:lnTo>
                <a:cubicBezTo>
                  <a:pt x="14952" y="5927"/>
                  <a:pt x="14937" y="5913"/>
                  <a:pt x="14893" y="5883"/>
                </a:cubicBezTo>
                <a:lnTo>
                  <a:pt x="14893" y="5854"/>
                </a:lnTo>
                <a:close/>
                <a:moveTo>
                  <a:pt x="15231" y="5958"/>
                </a:moveTo>
                <a:cubicBezTo>
                  <a:pt x="15243" y="5973"/>
                  <a:pt x="15259" y="5991"/>
                  <a:pt x="15290" y="6001"/>
                </a:cubicBezTo>
                <a:cubicBezTo>
                  <a:pt x="15290" y="6016"/>
                  <a:pt x="15305" y="6030"/>
                  <a:pt x="15305" y="6030"/>
                </a:cubicBezTo>
                <a:cubicBezTo>
                  <a:pt x="15290" y="6016"/>
                  <a:pt x="15261" y="6001"/>
                  <a:pt x="15232" y="5986"/>
                </a:cubicBezTo>
                <a:cubicBezTo>
                  <a:pt x="15232" y="5975"/>
                  <a:pt x="15232" y="5965"/>
                  <a:pt x="15231" y="5958"/>
                </a:cubicBezTo>
                <a:close/>
                <a:moveTo>
                  <a:pt x="15099" y="5986"/>
                </a:moveTo>
                <a:cubicBezTo>
                  <a:pt x="15114" y="6001"/>
                  <a:pt x="15158" y="6016"/>
                  <a:pt x="15173" y="6030"/>
                </a:cubicBezTo>
                <a:lnTo>
                  <a:pt x="15173" y="6075"/>
                </a:lnTo>
                <a:cubicBezTo>
                  <a:pt x="15158" y="6060"/>
                  <a:pt x="15129" y="6030"/>
                  <a:pt x="15099" y="6016"/>
                </a:cubicBezTo>
                <a:lnTo>
                  <a:pt x="15099" y="5986"/>
                </a:lnTo>
                <a:close/>
                <a:moveTo>
                  <a:pt x="14937" y="6001"/>
                </a:moveTo>
                <a:lnTo>
                  <a:pt x="14937" y="6001"/>
                </a:lnTo>
                <a:cubicBezTo>
                  <a:pt x="14981" y="6016"/>
                  <a:pt x="14996" y="6030"/>
                  <a:pt x="15026" y="6075"/>
                </a:cubicBezTo>
                <a:cubicBezTo>
                  <a:pt x="15026" y="6089"/>
                  <a:pt x="15040" y="6133"/>
                  <a:pt x="15040" y="6148"/>
                </a:cubicBezTo>
                <a:cubicBezTo>
                  <a:pt x="15011" y="6133"/>
                  <a:pt x="14996" y="6104"/>
                  <a:pt x="14952" y="6089"/>
                </a:cubicBezTo>
                <a:cubicBezTo>
                  <a:pt x="14937" y="6045"/>
                  <a:pt x="14937" y="6030"/>
                  <a:pt x="14937" y="6001"/>
                </a:cubicBezTo>
                <a:close/>
                <a:moveTo>
                  <a:pt x="15408" y="6104"/>
                </a:moveTo>
                <a:lnTo>
                  <a:pt x="15452" y="6148"/>
                </a:lnTo>
                <a:cubicBezTo>
                  <a:pt x="15452" y="6163"/>
                  <a:pt x="15452" y="6163"/>
                  <a:pt x="15467" y="6178"/>
                </a:cubicBezTo>
                <a:cubicBezTo>
                  <a:pt x="15452" y="6163"/>
                  <a:pt x="15438" y="6148"/>
                  <a:pt x="15408" y="6148"/>
                </a:cubicBezTo>
                <a:lnTo>
                  <a:pt x="15408" y="6104"/>
                </a:lnTo>
                <a:close/>
                <a:moveTo>
                  <a:pt x="15261" y="6104"/>
                </a:moveTo>
                <a:cubicBezTo>
                  <a:pt x="15290" y="6133"/>
                  <a:pt x="15320" y="6148"/>
                  <a:pt x="15349" y="6163"/>
                </a:cubicBezTo>
                <a:lnTo>
                  <a:pt x="15349" y="6207"/>
                </a:lnTo>
                <a:cubicBezTo>
                  <a:pt x="15320" y="6178"/>
                  <a:pt x="15290" y="6163"/>
                  <a:pt x="15261" y="6148"/>
                </a:cubicBezTo>
                <a:lnTo>
                  <a:pt x="15261" y="6104"/>
                </a:lnTo>
                <a:close/>
                <a:moveTo>
                  <a:pt x="15099" y="6148"/>
                </a:moveTo>
                <a:cubicBezTo>
                  <a:pt x="15143" y="6163"/>
                  <a:pt x="15158" y="6178"/>
                  <a:pt x="15202" y="6192"/>
                </a:cubicBezTo>
                <a:cubicBezTo>
                  <a:pt x="15217" y="6222"/>
                  <a:pt x="15217" y="6236"/>
                  <a:pt x="15217" y="6281"/>
                </a:cubicBezTo>
                <a:cubicBezTo>
                  <a:pt x="15173" y="6251"/>
                  <a:pt x="15158" y="6236"/>
                  <a:pt x="15129" y="6222"/>
                </a:cubicBezTo>
                <a:cubicBezTo>
                  <a:pt x="15129" y="6207"/>
                  <a:pt x="15129" y="6163"/>
                  <a:pt x="15099" y="6148"/>
                </a:cubicBezTo>
                <a:close/>
                <a:moveTo>
                  <a:pt x="15585" y="6236"/>
                </a:moveTo>
                <a:cubicBezTo>
                  <a:pt x="15585" y="6251"/>
                  <a:pt x="15599" y="6251"/>
                  <a:pt x="15614" y="6281"/>
                </a:cubicBezTo>
                <a:lnTo>
                  <a:pt x="15614" y="6295"/>
                </a:lnTo>
                <a:cubicBezTo>
                  <a:pt x="15599" y="6281"/>
                  <a:pt x="15585" y="6281"/>
                  <a:pt x="15585" y="6251"/>
                </a:cubicBezTo>
                <a:lnTo>
                  <a:pt x="15585" y="6236"/>
                </a:lnTo>
                <a:close/>
                <a:moveTo>
                  <a:pt x="14952" y="6178"/>
                </a:moveTo>
                <a:lnTo>
                  <a:pt x="14952" y="6178"/>
                </a:lnTo>
                <a:cubicBezTo>
                  <a:pt x="14996" y="6192"/>
                  <a:pt x="15026" y="6222"/>
                  <a:pt x="15055" y="6251"/>
                </a:cubicBezTo>
                <a:cubicBezTo>
                  <a:pt x="15055" y="6281"/>
                  <a:pt x="15070" y="6310"/>
                  <a:pt x="15070" y="6325"/>
                </a:cubicBezTo>
                <a:cubicBezTo>
                  <a:pt x="15026" y="6310"/>
                  <a:pt x="14996" y="6295"/>
                  <a:pt x="14981" y="6251"/>
                </a:cubicBezTo>
                <a:cubicBezTo>
                  <a:pt x="14981" y="6236"/>
                  <a:pt x="14981" y="6222"/>
                  <a:pt x="14952" y="6178"/>
                </a:cubicBezTo>
                <a:close/>
                <a:moveTo>
                  <a:pt x="15452" y="6251"/>
                </a:moveTo>
                <a:cubicBezTo>
                  <a:pt x="15467" y="6281"/>
                  <a:pt x="15496" y="6295"/>
                  <a:pt x="15511" y="6325"/>
                </a:cubicBezTo>
                <a:lnTo>
                  <a:pt x="15452" y="6281"/>
                </a:lnTo>
                <a:lnTo>
                  <a:pt x="15452" y="6251"/>
                </a:lnTo>
                <a:close/>
                <a:moveTo>
                  <a:pt x="15305" y="6281"/>
                </a:moveTo>
                <a:cubicBezTo>
                  <a:pt x="15320" y="6295"/>
                  <a:pt x="15364" y="6310"/>
                  <a:pt x="15379" y="6325"/>
                </a:cubicBezTo>
                <a:cubicBezTo>
                  <a:pt x="15379" y="6354"/>
                  <a:pt x="15393" y="6369"/>
                  <a:pt x="15393" y="6384"/>
                </a:cubicBezTo>
                <a:cubicBezTo>
                  <a:pt x="15379" y="6369"/>
                  <a:pt x="15349" y="6354"/>
                  <a:pt x="15320" y="6325"/>
                </a:cubicBezTo>
                <a:cubicBezTo>
                  <a:pt x="15320" y="6310"/>
                  <a:pt x="15320" y="6295"/>
                  <a:pt x="15305" y="6281"/>
                </a:cubicBezTo>
                <a:close/>
                <a:moveTo>
                  <a:pt x="15158" y="6310"/>
                </a:moveTo>
                <a:lnTo>
                  <a:pt x="15158" y="6310"/>
                </a:lnTo>
                <a:cubicBezTo>
                  <a:pt x="15202" y="6325"/>
                  <a:pt x="15217" y="6354"/>
                  <a:pt x="15246" y="6369"/>
                </a:cubicBezTo>
                <a:cubicBezTo>
                  <a:pt x="15246" y="6384"/>
                  <a:pt x="15261" y="6413"/>
                  <a:pt x="15261" y="6442"/>
                </a:cubicBezTo>
                <a:cubicBezTo>
                  <a:pt x="15232" y="6428"/>
                  <a:pt x="15217" y="6398"/>
                  <a:pt x="15173" y="6384"/>
                </a:cubicBezTo>
                <a:cubicBezTo>
                  <a:pt x="15158" y="6369"/>
                  <a:pt x="15158" y="6354"/>
                  <a:pt x="15158" y="6310"/>
                </a:cubicBezTo>
                <a:close/>
                <a:moveTo>
                  <a:pt x="14996" y="6369"/>
                </a:moveTo>
                <a:cubicBezTo>
                  <a:pt x="15026" y="6384"/>
                  <a:pt x="15070" y="6398"/>
                  <a:pt x="15099" y="6442"/>
                </a:cubicBezTo>
                <a:cubicBezTo>
                  <a:pt x="15099" y="6457"/>
                  <a:pt x="15099" y="6472"/>
                  <a:pt x="15114" y="6501"/>
                </a:cubicBezTo>
                <a:cubicBezTo>
                  <a:pt x="15084" y="6472"/>
                  <a:pt x="15040" y="6457"/>
                  <a:pt x="15011" y="6413"/>
                </a:cubicBezTo>
                <a:cubicBezTo>
                  <a:pt x="14996" y="6398"/>
                  <a:pt x="14996" y="6384"/>
                  <a:pt x="14996" y="6369"/>
                </a:cubicBezTo>
                <a:close/>
                <a:moveTo>
                  <a:pt x="15467" y="6398"/>
                </a:moveTo>
                <a:cubicBezTo>
                  <a:pt x="15496" y="6413"/>
                  <a:pt x="15511" y="6442"/>
                  <a:pt x="15541" y="6457"/>
                </a:cubicBezTo>
                <a:cubicBezTo>
                  <a:pt x="15570" y="6472"/>
                  <a:pt x="15570" y="6501"/>
                  <a:pt x="15570" y="6516"/>
                </a:cubicBezTo>
                <a:cubicBezTo>
                  <a:pt x="15541" y="6501"/>
                  <a:pt x="15511" y="6472"/>
                  <a:pt x="15496" y="6457"/>
                </a:cubicBezTo>
                <a:cubicBezTo>
                  <a:pt x="15496" y="6442"/>
                  <a:pt x="15496" y="6413"/>
                  <a:pt x="15467" y="6398"/>
                </a:cubicBezTo>
                <a:close/>
                <a:moveTo>
                  <a:pt x="15349" y="6457"/>
                </a:moveTo>
                <a:lnTo>
                  <a:pt x="15349" y="6457"/>
                </a:lnTo>
                <a:cubicBezTo>
                  <a:pt x="15379" y="6472"/>
                  <a:pt x="15393" y="6501"/>
                  <a:pt x="15438" y="6516"/>
                </a:cubicBezTo>
                <a:cubicBezTo>
                  <a:pt x="15438" y="6531"/>
                  <a:pt x="15438" y="6545"/>
                  <a:pt x="15452" y="6590"/>
                </a:cubicBezTo>
                <a:cubicBezTo>
                  <a:pt x="15408" y="6575"/>
                  <a:pt x="15393" y="6545"/>
                  <a:pt x="15364" y="6531"/>
                </a:cubicBezTo>
                <a:cubicBezTo>
                  <a:pt x="15364" y="6516"/>
                  <a:pt x="15349" y="6472"/>
                  <a:pt x="15349" y="6457"/>
                </a:cubicBezTo>
                <a:close/>
                <a:moveTo>
                  <a:pt x="15202" y="6501"/>
                </a:moveTo>
                <a:cubicBezTo>
                  <a:pt x="15232" y="6516"/>
                  <a:pt x="15276" y="6531"/>
                  <a:pt x="15290" y="6575"/>
                </a:cubicBezTo>
                <a:cubicBezTo>
                  <a:pt x="15290" y="6590"/>
                  <a:pt x="15290" y="6604"/>
                  <a:pt x="15305" y="6619"/>
                </a:cubicBezTo>
                <a:cubicBezTo>
                  <a:pt x="15261" y="6604"/>
                  <a:pt x="15232" y="6590"/>
                  <a:pt x="15217" y="6575"/>
                </a:cubicBezTo>
                <a:cubicBezTo>
                  <a:pt x="15202" y="6531"/>
                  <a:pt x="15202" y="6516"/>
                  <a:pt x="15202" y="6501"/>
                </a:cubicBezTo>
                <a:close/>
                <a:moveTo>
                  <a:pt x="15658" y="6531"/>
                </a:moveTo>
                <a:lnTo>
                  <a:pt x="15717" y="6590"/>
                </a:lnTo>
                <a:cubicBezTo>
                  <a:pt x="15732" y="6619"/>
                  <a:pt x="15732" y="6619"/>
                  <a:pt x="15732" y="6648"/>
                </a:cubicBezTo>
                <a:lnTo>
                  <a:pt x="15673" y="6590"/>
                </a:lnTo>
                <a:cubicBezTo>
                  <a:pt x="15673" y="6575"/>
                  <a:pt x="15673" y="6546"/>
                  <a:pt x="15658" y="6531"/>
                </a:cubicBezTo>
                <a:close/>
                <a:moveTo>
                  <a:pt x="15526" y="6604"/>
                </a:moveTo>
                <a:cubicBezTo>
                  <a:pt x="15541" y="6619"/>
                  <a:pt x="15585" y="6648"/>
                  <a:pt x="15599" y="6663"/>
                </a:cubicBezTo>
                <a:cubicBezTo>
                  <a:pt x="15614" y="6663"/>
                  <a:pt x="15614" y="6678"/>
                  <a:pt x="15614" y="6722"/>
                </a:cubicBezTo>
                <a:cubicBezTo>
                  <a:pt x="15599" y="6693"/>
                  <a:pt x="15570" y="6678"/>
                  <a:pt x="15541" y="6663"/>
                </a:cubicBezTo>
                <a:cubicBezTo>
                  <a:pt x="15541" y="6648"/>
                  <a:pt x="15526" y="6619"/>
                  <a:pt x="15526" y="6604"/>
                </a:cubicBezTo>
                <a:close/>
                <a:moveTo>
                  <a:pt x="15393" y="6648"/>
                </a:moveTo>
                <a:cubicBezTo>
                  <a:pt x="15438" y="6663"/>
                  <a:pt x="15452" y="6678"/>
                  <a:pt x="15496" y="6693"/>
                </a:cubicBezTo>
                <a:cubicBezTo>
                  <a:pt x="15481" y="6708"/>
                  <a:pt x="15473" y="6720"/>
                  <a:pt x="15474" y="6727"/>
                </a:cubicBezTo>
                <a:lnTo>
                  <a:pt x="15474" y="6727"/>
                </a:lnTo>
                <a:cubicBezTo>
                  <a:pt x="15446" y="6712"/>
                  <a:pt x="15429" y="6690"/>
                  <a:pt x="15393" y="6678"/>
                </a:cubicBezTo>
                <a:lnTo>
                  <a:pt x="15393" y="6648"/>
                </a:lnTo>
                <a:close/>
                <a:moveTo>
                  <a:pt x="15836" y="6693"/>
                </a:moveTo>
                <a:cubicBezTo>
                  <a:pt x="15865" y="6722"/>
                  <a:pt x="15879" y="6737"/>
                  <a:pt x="15894" y="6737"/>
                </a:cubicBezTo>
                <a:cubicBezTo>
                  <a:pt x="15894" y="6752"/>
                  <a:pt x="15894" y="6752"/>
                  <a:pt x="15909" y="6766"/>
                </a:cubicBezTo>
                <a:cubicBezTo>
                  <a:pt x="15894" y="6752"/>
                  <a:pt x="15879" y="6737"/>
                  <a:pt x="15864" y="6737"/>
                </a:cubicBezTo>
                <a:cubicBezTo>
                  <a:pt x="15864" y="6722"/>
                  <a:pt x="15864" y="6722"/>
                  <a:pt x="15836" y="6693"/>
                </a:cubicBezTo>
                <a:close/>
                <a:moveTo>
                  <a:pt x="15688" y="6737"/>
                </a:moveTo>
                <a:lnTo>
                  <a:pt x="15688" y="6737"/>
                </a:lnTo>
                <a:cubicBezTo>
                  <a:pt x="15717" y="6752"/>
                  <a:pt x="15732" y="6766"/>
                  <a:pt x="15761" y="6796"/>
                </a:cubicBezTo>
                <a:cubicBezTo>
                  <a:pt x="15791" y="6810"/>
                  <a:pt x="15791" y="6825"/>
                  <a:pt x="15791" y="6840"/>
                </a:cubicBezTo>
                <a:cubicBezTo>
                  <a:pt x="15761" y="6825"/>
                  <a:pt x="15747" y="6810"/>
                  <a:pt x="15717" y="6796"/>
                </a:cubicBezTo>
                <a:cubicBezTo>
                  <a:pt x="15717" y="6766"/>
                  <a:pt x="15688" y="6752"/>
                  <a:pt x="15688" y="6737"/>
                </a:cubicBezTo>
                <a:close/>
                <a:moveTo>
                  <a:pt x="15585" y="6766"/>
                </a:moveTo>
                <a:cubicBezTo>
                  <a:pt x="15614" y="6781"/>
                  <a:pt x="15629" y="6810"/>
                  <a:pt x="15658" y="6825"/>
                </a:cubicBezTo>
                <a:lnTo>
                  <a:pt x="15658" y="6869"/>
                </a:lnTo>
                <a:cubicBezTo>
                  <a:pt x="15644" y="6840"/>
                  <a:pt x="15599" y="6825"/>
                  <a:pt x="15585" y="6810"/>
                </a:cubicBezTo>
                <a:lnTo>
                  <a:pt x="15585" y="6766"/>
                </a:lnTo>
                <a:close/>
                <a:moveTo>
                  <a:pt x="15997" y="6825"/>
                </a:moveTo>
                <a:cubicBezTo>
                  <a:pt x="16026" y="6869"/>
                  <a:pt x="16026" y="6869"/>
                  <a:pt x="16041" y="6884"/>
                </a:cubicBezTo>
                <a:lnTo>
                  <a:pt x="16041" y="6899"/>
                </a:lnTo>
                <a:lnTo>
                  <a:pt x="15997" y="6855"/>
                </a:lnTo>
                <a:lnTo>
                  <a:pt x="15997" y="6825"/>
                </a:lnTo>
                <a:close/>
                <a:moveTo>
                  <a:pt x="15892" y="6879"/>
                </a:moveTo>
                <a:lnTo>
                  <a:pt x="15938" y="6913"/>
                </a:lnTo>
                <a:cubicBezTo>
                  <a:pt x="15953" y="6943"/>
                  <a:pt x="15953" y="6958"/>
                  <a:pt x="15953" y="6958"/>
                </a:cubicBezTo>
                <a:lnTo>
                  <a:pt x="15894" y="6899"/>
                </a:lnTo>
                <a:cubicBezTo>
                  <a:pt x="15894" y="6892"/>
                  <a:pt x="15894" y="6884"/>
                  <a:pt x="15892" y="6879"/>
                </a:cubicBezTo>
                <a:close/>
                <a:moveTo>
                  <a:pt x="15761" y="6899"/>
                </a:moveTo>
                <a:cubicBezTo>
                  <a:pt x="15776" y="6913"/>
                  <a:pt x="15820" y="6943"/>
                  <a:pt x="15835" y="6958"/>
                </a:cubicBezTo>
                <a:cubicBezTo>
                  <a:pt x="15820" y="6972"/>
                  <a:pt x="15835" y="6987"/>
                  <a:pt x="15835" y="6987"/>
                </a:cubicBezTo>
                <a:cubicBezTo>
                  <a:pt x="15820" y="6972"/>
                  <a:pt x="15791" y="6958"/>
                  <a:pt x="15761" y="6943"/>
                </a:cubicBezTo>
                <a:lnTo>
                  <a:pt x="15761" y="6899"/>
                </a:lnTo>
                <a:close/>
                <a:moveTo>
                  <a:pt x="16041" y="7016"/>
                </a:moveTo>
                <a:cubicBezTo>
                  <a:pt x="16056" y="7031"/>
                  <a:pt x="16085" y="7031"/>
                  <a:pt x="16085" y="7046"/>
                </a:cubicBezTo>
                <a:cubicBezTo>
                  <a:pt x="16115" y="7061"/>
                  <a:pt x="16115" y="7090"/>
                  <a:pt x="16115" y="7090"/>
                </a:cubicBezTo>
                <a:cubicBezTo>
                  <a:pt x="16100" y="7061"/>
                  <a:pt x="16085" y="7061"/>
                  <a:pt x="16056" y="7046"/>
                </a:cubicBezTo>
                <a:cubicBezTo>
                  <a:pt x="16056" y="7031"/>
                  <a:pt x="16056" y="7031"/>
                  <a:pt x="16041" y="7016"/>
                </a:cubicBezTo>
                <a:close/>
                <a:moveTo>
                  <a:pt x="15923" y="7046"/>
                </a:moveTo>
                <a:cubicBezTo>
                  <a:pt x="15953" y="7061"/>
                  <a:pt x="15967" y="7090"/>
                  <a:pt x="15997" y="7105"/>
                </a:cubicBezTo>
                <a:lnTo>
                  <a:pt x="15997" y="7119"/>
                </a:lnTo>
                <a:cubicBezTo>
                  <a:pt x="15982" y="7105"/>
                  <a:pt x="15967" y="7090"/>
                  <a:pt x="15923" y="7061"/>
                </a:cubicBezTo>
                <a:lnTo>
                  <a:pt x="15923" y="7046"/>
                </a:lnTo>
                <a:close/>
                <a:moveTo>
                  <a:pt x="16232" y="7149"/>
                </a:moveTo>
                <a:lnTo>
                  <a:pt x="16262" y="7193"/>
                </a:lnTo>
                <a:lnTo>
                  <a:pt x="16262" y="7208"/>
                </a:lnTo>
                <a:cubicBezTo>
                  <a:pt x="16247" y="7193"/>
                  <a:pt x="16232" y="7193"/>
                  <a:pt x="16232" y="7178"/>
                </a:cubicBezTo>
                <a:lnTo>
                  <a:pt x="16232" y="7149"/>
                </a:lnTo>
                <a:close/>
                <a:moveTo>
                  <a:pt x="16115" y="7193"/>
                </a:moveTo>
                <a:cubicBezTo>
                  <a:pt x="16129" y="7208"/>
                  <a:pt x="16159" y="7208"/>
                  <a:pt x="16173" y="7252"/>
                </a:cubicBezTo>
                <a:cubicBezTo>
                  <a:pt x="16159" y="7237"/>
                  <a:pt x="16129" y="7208"/>
                  <a:pt x="16115" y="7208"/>
                </a:cubicBezTo>
                <a:lnTo>
                  <a:pt x="16115" y="7193"/>
                </a:lnTo>
                <a:close/>
                <a:moveTo>
                  <a:pt x="15011" y="6531"/>
                </a:moveTo>
                <a:lnTo>
                  <a:pt x="15011" y="6531"/>
                </a:lnTo>
                <a:cubicBezTo>
                  <a:pt x="15055" y="6545"/>
                  <a:pt x="15084" y="6590"/>
                  <a:pt x="15129" y="6604"/>
                </a:cubicBezTo>
                <a:cubicBezTo>
                  <a:pt x="15379" y="8120"/>
                  <a:pt x="15364" y="9695"/>
                  <a:pt x="15349" y="11240"/>
                </a:cubicBezTo>
                <a:lnTo>
                  <a:pt x="15349" y="12476"/>
                </a:lnTo>
                <a:cubicBezTo>
                  <a:pt x="15349" y="13168"/>
                  <a:pt x="15364" y="13977"/>
                  <a:pt x="15467" y="14787"/>
                </a:cubicBezTo>
                <a:cubicBezTo>
                  <a:pt x="15320" y="14007"/>
                  <a:pt x="15246" y="13124"/>
                  <a:pt x="15232" y="12167"/>
                </a:cubicBezTo>
                <a:cubicBezTo>
                  <a:pt x="15217" y="11623"/>
                  <a:pt x="15217" y="11093"/>
                  <a:pt x="15217" y="10578"/>
                </a:cubicBezTo>
                <a:cubicBezTo>
                  <a:pt x="15217" y="9239"/>
                  <a:pt x="15217" y="7870"/>
                  <a:pt x="15011" y="6531"/>
                </a:cubicBezTo>
                <a:close/>
                <a:moveTo>
                  <a:pt x="15232" y="6678"/>
                </a:moveTo>
                <a:lnTo>
                  <a:pt x="15232" y="6678"/>
                </a:lnTo>
                <a:cubicBezTo>
                  <a:pt x="15246" y="6678"/>
                  <a:pt x="15290" y="6722"/>
                  <a:pt x="15320" y="6737"/>
                </a:cubicBezTo>
                <a:cubicBezTo>
                  <a:pt x="15644" y="8429"/>
                  <a:pt x="15599" y="10225"/>
                  <a:pt x="15570" y="11976"/>
                </a:cubicBezTo>
                <a:cubicBezTo>
                  <a:pt x="15570" y="12255"/>
                  <a:pt x="15541" y="12535"/>
                  <a:pt x="15541" y="12800"/>
                </a:cubicBezTo>
                <a:cubicBezTo>
                  <a:pt x="15526" y="13609"/>
                  <a:pt x="15541" y="14492"/>
                  <a:pt x="15644" y="15405"/>
                </a:cubicBezTo>
                <a:cubicBezTo>
                  <a:pt x="15467" y="14375"/>
                  <a:pt x="15438" y="13359"/>
                  <a:pt x="15438" y="12491"/>
                </a:cubicBezTo>
                <a:lnTo>
                  <a:pt x="15438" y="11255"/>
                </a:lnTo>
                <a:cubicBezTo>
                  <a:pt x="15452" y="9739"/>
                  <a:pt x="15452" y="8164"/>
                  <a:pt x="15232" y="6678"/>
                </a:cubicBezTo>
                <a:close/>
                <a:moveTo>
                  <a:pt x="15408" y="6810"/>
                </a:moveTo>
                <a:cubicBezTo>
                  <a:pt x="15438" y="6810"/>
                  <a:pt x="15467" y="6840"/>
                  <a:pt x="15511" y="6869"/>
                </a:cubicBezTo>
                <a:cubicBezTo>
                  <a:pt x="15894" y="8753"/>
                  <a:pt x="15820" y="10769"/>
                  <a:pt x="15747" y="12726"/>
                </a:cubicBezTo>
                <a:lnTo>
                  <a:pt x="15732" y="13124"/>
                </a:lnTo>
                <a:cubicBezTo>
                  <a:pt x="15688" y="14021"/>
                  <a:pt x="15688" y="15007"/>
                  <a:pt x="15791" y="16008"/>
                </a:cubicBezTo>
                <a:cubicBezTo>
                  <a:pt x="15614" y="14904"/>
                  <a:pt x="15599" y="13801"/>
                  <a:pt x="15614" y="12800"/>
                </a:cubicBezTo>
                <a:cubicBezTo>
                  <a:pt x="15614" y="12535"/>
                  <a:pt x="15629" y="12255"/>
                  <a:pt x="15629" y="11976"/>
                </a:cubicBezTo>
                <a:cubicBezTo>
                  <a:pt x="15673" y="10254"/>
                  <a:pt x="15717" y="8488"/>
                  <a:pt x="15408" y="6810"/>
                </a:cubicBezTo>
                <a:close/>
                <a:moveTo>
                  <a:pt x="15599" y="6913"/>
                </a:moveTo>
                <a:cubicBezTo>
                  <a:pt x="15644" y="6928"/>
                  <a:pt x="15658" y="6958"/>
                  <a:pt x="15688" y="6972"/>
                </a:cubicBezTo>
                <a:cubicBezTo>
                  <a:pt x="16173" y="9091"/>
                  <a:pt x="16041" y="11358"/>
                  <a:pt x="15938" y="13418"/>
                </a:cubicBezTo>
                <a:cubicBezTo>
                  <a:pt x="15879" y="14375"/>
                  <a:pt x="15835" y="15361"/>
                  <a:pt x="15909" y="16332"/>
                </a:cubicBezTo>
                <a:cubicBezTo>
                  <a:pt x="15791" y="15228"/>
                  <a:pt x="15791" y="14110"/>
                  <a:pt x="15820" y="13080"/>
                </a:cubicBezTo>
                <a:lnTo>
                  <a:pt x="15835" y="12697"/>
                </a:lnTo>
                <a:cubicBezTo>
                  <a:pt x="15894" y="10799"/>
                  <a:pt x="15967" y="8797"/>
                  <a:pt x="15599" y="6913"/>
                </a:cubicBezTo>
                <a:close/>
                <a:moveTo>
                  <a:pt x="15791" y="7061"/>
                </a:moveTo>
                <a:cubicBezTo>
                  <a:pt x="15806" y="7075"/>
                  <a:pt x="15835" y="7105"/>
                  <a:pt x="15864" y="7119"/>
                </a:cubicBezTo>
                <a:cubicBezTo>
                  <a:pt x="16394" y="9239"/>
                  <a:pt x="16276" y="11534"/>
                  <a:pt x="16100" y="13742"/>
                </a:cubicBezTo>
                <a:cubicBezTo>
                  <a:pt x="16026" y="14698"/>
                  <a:pt x="15953" y="15728"/>
                  <a:pt x="15982" y="16729"/>
                </a:cubicBezTo>
                <a:cubicBezTo>
                  <a:pt x="15894" y="15640"/>
                  <a:pt x="15909" y="14492"/>
                  <a:pt x="15982" y="13433"/>
                </a:cubicBezTo>
                <a:cubicBezTo>
                  <a:pt x="16115" y="11402"/>
                  <a:pt x="16247" y="9165"/>
                  <a:pt x="15791" y="7061"/>
                </a:cubicBezTo>
                <a:close/>
                <a:moveTo>
                  <a:pt x="15967" y="7193"/>
                </a:moveTo>
                <a:cubicBezTo>
                  <a:pt x="15982" y="7208"/>
                  <a:pt x="16026" y="7237"/>
                  <a:pt x="16041" y="7252"/>
                </a:cubicBezTo>
                <a:cubicBezTo>
                  <a:pt x="16630" y="9400"/>
                  <a:pt x="16541" y="11770"/>
                  <a:pt x="16306" y="14051"/>
                </a:cubicBezTo>
                <a:cubicBezTo>
                  <a:pt x="16188" y="15108"/>
                  <a:pt x="16100" y="16165"/>
                  <a:pt x="16114" y="17208"/>
                </a:cubicBezTo>
                <a:lnTo>
                  <a:pt x="16114" y="17208"/>
                </a:lnTo>
                <a:cubicBezTo>
                  <a:pt x="16114" y="17200"/>
                  <a:pt x="16112" y="17197"/>
                  <a:pt x="16100" y="17185"/>
                </a:cubicBezTo>
                <a:cubicBezTo>
                  <a:pt x="16026" y="16038"/>
                  <a:pt x="16100" y="14860"/>
                  <a:pt x="16173" y="13742"/>
                </a:cubicBezTo>
                <a:cubicBezTo>
                  <a:pt x="16365" y="11578"/>
                  <a:pt x="16482" y="9297"/>
                  <a:pt x="15967" y="7193"/>
                </a:cubicBezTo>
                <a:close/>
                <a:moveTo>
                  <a:pt x="16159" y="7340"/>
                </a:moveTo>
                <a:lnTo>
                  <a:pt x="16203" y="7399"/>
                </a:lnTo>
                <a:cubicBezTo>
                  <a:pt x="16909" y="9739"/>
                  <a:pt x="16747" y="12314"/>
                  <a:pt x="16497" y="14389"/>
                </a:cubicBezTo>
                <a:cubicBezTo>
                  <a:pt x="16365" y="15478"/>
                  <a:pt x="16262" y="16508"/>
                  <a:pt x="16232" y="17480"/>
                </a:cubicBezTo>
                <a:cubicBezTo>
                  <a:pt x="16232" y="17465"/>
                  <a:pt x="16203" y="17436"/>
                  <a:pt x="16203" y="17421"/>
                </a:cubicBezTo>
                <a:cubicBezTo>
                  <a:pt x="16188" y="16332"/>
                  <a:pt x="16276" y="15199"/>
                  <a:pt x="16394" y="14066"/>
                </a:cubicBezTo>
                <a:cubicBezTo>
                  <a:pt x="16615" y="11814"/>
                  <a:pt x="16718" y="9474"/>
                  <a:pt x="16159" y="7340"/>
                </a:cubicBezTo>
                <a:close/>
                <a:moveTo>
                  <a:pt x="16321" y="7487"/>
                </a:moveTo>
                <a:lnTo>
                  <a:pt x="16365" y="7546"/>
                </a:lnTo>
                <a:cubicBezTo>
                  <a:pt x="16998" y="9459"/>
                  <a:pt x="17086" y="11770"/>
                  <a:pt x="16688" y="14713"/>
                </a:cubicBezTo>
                <a:lnTo>
                  <a:pt x="16688" y="14757"/>
                </a:lnTo>
                <a:cubicBezTo>
                  <a:pt x="16541" y="15743"/>
                  <a:pt x="16409" y="16744"/>
                  <a:pt x="16335" y="17715"/>
                </a:cubicBezTo>
                <a:cubicBezTo>
                  <a:pt x="16321" y="17700"/>
                  <a:pt x="16321" y="17686"/>
                  <a:pt x="16291" y="17642"/>
                </a:cubicBezTo>
                <a:cubicBezTo>
                  <a:pt x="16321" y="16626"/>
                  <a:pt x="16424" y="15537"/>
                  <a:pt x="16571" y="14404"/>
                </a:cubicBezTo>
                <a:cubicBezTo>
                  <a:pt x="16836" y="12329"/>
                  <a:pt x="16998" y="9813"/>
                  <a:pt x="16321" y="7487"/>
                </a:cubicBezTo>
                <a:close/>
                <a:moveTo>
                  <a:pt x="16306" y="17803"/>
                </a:moveTo>
                <a:cubicBezTo>
                  <a:pt x="16306" y="17818"/>
                  <a:pt x="16321" y="17848"/>
                  <a:pt x="16321" y="17862"/>
                </a:cubicBezTo>
                <a:lnTo>
                  <a:pt x="16321" y="17921"/>
                </a:lnTo>
                <a:cubicBezTo>
                  <a:pt x="16321" y="17907"/>
                  <a:pt x="16306" y="17877"/>
                  <a:pt x="16306" y="17862"/>
                </a:cubicBezTo>
                <a:lnTo>
                  <a:pt x="16306" y="17803"/>
                </a:lnTo>
                <a:close/>
                <a:moveTo>
                  <a:pt x="16510" y="7643"/>
                </a:moveTo>
                <a:cubicBezTo>
                  <a:pt x="16528" y="7643"/>
                  <a:pt x="16531" y="7657"/>
                  <a:pt x="16541" y="7679"/>
                </a:cubicBezTo>
                <a:cubicBezTo>
                  <a:pt x="17233" y="9665"/>
                  <a:pt x="17365" y="12123"/>
                  <a:pt x="16895" y="15037"/>
                </a:cubicBezTo>
                <a:lnTo>
                  <a:pt x="16821" y="15493"/>
                </a:lnTo>
                <a:cubicBezTo>
                  <a:pt x="16688" y="16317"/>
                  <a:pt x="16541" y="17141"/>
                  <a:pt x="16453" y="17936"/>
                </a:cubicBezTo>
                <a:cubicBezTo>
                  <a:pt x="16424" y="17921"/>
                  <a:pt x="16409" y="17877"/>
                  <a:pt x="16409" y="17862"/>
                </a:cubicBezTo>
                <a:cubicBezTo>
                  <a:pt x="16468" y="16847"/>
                  <a:pt x="16615" y="15802"/>
                  <a:pt x="16762" y="14772"/>
                </a:cubicBezTo>
                <a:lnTo>
                  <a:pt x="16762" y="14742"/>
                </a:lnTo>
                <a:cubicBezTo>
                  <a:pt x="17159" y="11843"/>
                  <a:pt x="17086" y="9548"/>
                  <a:pt x="16482" y="7649"/>
                </a:cubicBezTo>
                <a:cubicBezTo>
                  <a:pt x="16494" y="7645"/>
                  <a:pt x="16503" y="7643"/>
                  <a:pt x="16510" y="7643"/>
                </a:cubicBezTo>
                <a:close/>
                <a:moveTo>
                  <a:pt x="16644" y="7767"/>
                </a:moveTo>
                <a:lnTo>
                  <a:pt x="16644" y="7767"/>
                </a:lnTo>
                <a:cubicBezTo>
                  <a:pt x="16674" y="7782"/>
                  <a:pt x="16688" y="7796"/>
                  <a:pt x="16703" y="7796"/>
                </a:cubicBezTo>
                <a:cubicBezTo>
                  <a:pt x="17675" y="10357"/>
                  <a:pt x="17483" y="13227"/>
                  <a:pt x="17086" y="15331"/>
                </a:cubicBezTo>
                <a:cubicBezTo>
                  <a:pt x="17042" y="15596"/>
                  <a:pt x="16983" y="15890"/>
                  <a:pt x="16924" y="16170"/>
                </a:cubicBezTo>
                <a:cubicBezTo>
                  <a:pt x="16792" y="16832"/>
                  <a:pt x="16659" y="17494"/>
                  <a:pt x="16571" y="18113"/>
                </a:cubicBezTo>
                <a:cubicBezTo>
                  <a:pt x="16556" y="18083"/>
                  <a:pt x="16541" y="18068"/>
                  <a:pt x="16512" y="18024"/>
                </a:cubicBezTo>
                <a:cubicBezTo>
                  <a:pt x="16615" y="17200"/>
                  <a:pt x="16733" y="16332"/>
                  <a:pt x="16880" y="15464"/>
                </a:cubicBezTo>
                <a:lnTo>
                  <a:pt x="16968" y="15007"/>
                </a:lnTo>
                <a:cubicBezTo>
                  <a:pt x="17424" y="12152"/>
                  <a:pt x="17336" y="9724"/>
                  <a:pt x="16644" y="7767"/>
                </a:cubicBezTo>
                <a:close/>
                <a:moveTo>
                  <a:pt x="16394" y="18010"/>
                </a:moveTo>
                <a:cubicBezTo>
                  <a:pt x="16409" y="18024"/>
                  <a:pt x="16409" y="18039"/>
                  <a:pt x="16424" y="18083"/>
                </a:cubicBezTo>
                <a:lnTo>
                  <a:pt x="16424" y="18157"/>
                </a:lnTo>
                <a:cubicBezTo>
                  <a:pt x="16409" y="18113"/>
                  <a:pt x="16409" y="18098"/>
                  <a:pt x="16394" y="18083"/>
                </a:cubicBezTo>
                <a:lnTo>
                  <a:pt x="16394" y="18010"/>
                </a:lnTo>
                <a:close/>
                <a:moveTo>
                  <a:pt x="16394" y="18230"/>
                </a:moveTo>
                <a:cubicBezTo>
                  <a:pt x="16394" y="18274"/>
                  <a:pt x="16409" y="18289"/>
                  <a:pt x="16409" y="18289"/>
                </a:cubicBezTo>
                <a:lnTo>
                  <a:pt x="16409" y="18363"/>
                </a:lnTo>
                <a:cubicBezTo>
                  <a:pt x="16409" y="18348"/>
                  <a:pt x="16394" y="18319"/>
                  <a:pt x="16394" y="18304"/>
                </a:cubicBezTo>
                <a:lnTo>
                  <a:pt x="16394" y="18230"/>
                </a:lnTo>
                <a:close/>
                <a:moveTo>
                  <a:pt x="16512" y="18171"/>
                </a:moveTo>
                <a:cubicBezTo>
                  <a:pt x="16541" y="18216"/>
                  <a:pt x="16556" y="18230"/>
                  <a:pt x="16571" y="18274"/>
                </a:cubicBezTo>
                <a:cubicBezTo>
                  <a:pt x="16541" y="18304"/>
                  <a:pt x="16541" y="18348"/>
                  <a:pt x="16541" y="18363"/>
                </a:cubicBezTo>
                <a:cubicBezTo>
                  <a:pt x="16527" y="18319"/>
                  <a:pt x="16497" y="18304"/>
                  <a:pt x="16497" y="18274"/>
                </a:cubicBezTo>
                <a:cubicBezTo>
                  <a:pt x="16497" y="18230"/>
                  <a:pt x="16497" y="18201"/>
                  <a:pt x="16512" y="18171"/>
                </a:cubicBezTo>
                <a:close/>
                <a:moveTo>
                  <a:pt x="16904" y="8079"/>
                </a:moveTo>
                <a:lnTo>
                  <a:pt x="16904" y="8079"/>
                </a:lnTo>
                <a:cubicBezTo>
                  <a:pt x="17725" y="10191"/>
                  <a:pt x="17853" y="12831"/>
                  <a:pt x="17277" y="15655"/>
                </a:cubicBezTo>
                <a:cubicBezTo>
                  <a:pt x="17189" y="16067"/>
                  <a:pt x="17101" y="16479"/>
                  <a:pt x="17012" y="16876"/>
                </a:cubicBezTo>
                <a:cubicBezTo>
                  <a:pt x="16909" y="17362"/>
                  <a:pt x="16792" y="17862"/>
                  <a:pt x="16703" y="18363"/>
                </a:cubicBezTo>
                <a:lnTo>
                  <a:pt x="16644" y="18245"/>
                </a:lnTo>
                <a:cubicBezTo>
                  <a:pt x="16733" y="17583"/>
                  <a:pt x="16880" y="16891"/>
                  <a:pt x="17012" y="16185"/>
                </a:cubicBezTo>
                <a:cubicBezTo>
                  <a:pt x="17071" y="15920"/>
                  <a:pt x="17130" y="15625"/>
                  <a:pt x="17189" y="15346"/>
                </a:cubicBezTo>
                <a:cubicBezTo>
                  <a:pt x="17564" y="13326"/>
                  <a:pt x="17769" y="10558"/>
                  <a:pt x="16904" y="8079"/>
                </a:cubicBezTo>
                <a:close/>
                <a:moveTo>
                  <a:pt x="16998" y="8091"/>
                </a:moveTo>
                <a:cubicBezTo>
                  <a:pt x="18263" y="11005"/>
                  <a:pt x="17866" y="14198"/>
                  <a:pt x="17454" y="15964"/>
                </a:cubicBezTo>
                <a:cubicBezTo>
                  <a:pt x="17351" y="16508"/>
                  <a:pt x="17204" y="17024"/>
                  <a:pt x="17086" y="17539"/>
                </a:cubicBezTo>
                <a:cubicBezTo>
                  <a:pt x="16998" y="17877"/>
                  <a:pt x="16924" y="18230"/>
                  <a:pt x="16836" y="18569"/>
                </a:cubicBezTo>
                <a:cubicBezTo>
                  <a:pt x="16821" y="18525"/>
                  <a:pt x="16777" y="18480"/>
                  <a:pt x="16762" y="18451"/>
                </a:cubicBezTo>
                <a:cubicBezTo>
                  <a:pt x="16850" y="17936"/>
                  <a:pt x="16983" y="17421"/>
                  <a:pt x="17086" y="16891"/>
                </a:cubicBezTo>
                <a:cubicBezTo>
                  <a:pt x="17174" y="16479"/>
                  <a:pt x="17277" y="16082"/>
                  <a:pt x="17351" y="15670"/>
                </a:cubicBezTo>
                <a:cubicBezTo>
                  <a:pt x="17939" y="12829"/>
                  <a:pt x="17807" y="10195"/>
                  <a:pt x="16998" y="8091"/>
                </a:cubicBezTo>
                <a:close/>
                <a:moveTo>
                  <a:pt x="16615" y="18377"/>
                </a:moveTo>
                <a:cubicBezTo>
                  <a:pt x="16630" y="18407"/>
                  <a:pt x="16644" y="18436"/>
                  <a:pt x="16659" y="18466"/>
                </a:cubicBezTo>
                <a:cubicBezTo>
                  <a:pt x="16674" y="18510"/>
                  <a:pt x="16674" y="18539"/>
                  <a:pt x="16644" y="18583"/>
                </a:cubicBezTo>
                <a:cubicBezTo>
                  <a:pt x="16630" y="18539"/>
                  <a:pt x="16615" y="18510"/>
                  <a:pt x="16600" y="18480"/>
                </a:cubicBezTo>
                <a:cubicBezTo>
                  <a:pt x="16600" y="18451"/>
                  <a:pt x="16615" y="18407"/>
                  <a:pt x="16615" y="18377"/>
                </a:cubicBezTo>
                <a:close/>
                <a:moveTo>
                  <a:pt x="16482" y="18436"/>
                </a:moveTo>
                <a:cubicBezTo>
                  <a:pt x="16497" y="18451"/>
                  <a:pt x="16497" y="18495"/>
                  <a:pt x="16527" y="18510"/>
                </a:cubicBezTo>
                <a:cubicBezTo>
                  <a:pt x="16527" y="18539"/>
                  <a:pt x="16527" y="18569"/>
                  <a:pt x="16497" y="18598"/>
                </a:cubicBezTo>
                <a:cubicBezTo>
                  <a:pt x="16482" y="18583"/>
                  <a:pt x="16482" y="18539"/>
                  <a:pt x="16468" y="18525"/>
                </a:cubicBezTo>
                <a:cubicBezTo>
                  <a:pt x="16482" y="18480"/>
                  <a:pt x="16482" y="18451"/>
                  <a:pt x="16482" y="18436"/>
                </a:cubicBezTo>
                <a:close/>
                <a:moveTo>
                  <a:pt x="17218" y="8370"/>
                </a:moveTo>
                <a:cubicBezTo>
                  <a:pt x="18190" y="10592"/>
                  <a:pt x="18381" y="13433"/>
                  <a:pt x="17660" y="16288"/>
                </a:cubicBezTo>
                <a:cubicBezTo>
                  <a:pt x="17513" y="16906"/>
                  <a:pt x="17336" y="17539"/>
                  <a:pt x="17145" y="18142"/>
                </a:cubicBezTo>
                <a:cubicBezTo>
                  <a:pt x="17086" y="18348"/>
                  <a:pt x="17042" y="18539"/>
                  <a:pt x="16968" y="18760"/>
                </a:cubicBezTo>
                <a:cubicBezTo>
                  <a:pt x="16924" y="18731"/>
                  <a:pt x="16909" y="18686"/>
                  <a:pt x="16880" y="18657"/>
                </a:cubicBezTo>
                <a:lnTo>
                  <a:pt x="17159" y="17553"/>
                </a:lnTo>
                <a:cubicBezTo>
                  <a:pt x="17292" y="17038"/>
                  <a:pt x="17424" y="16523"/>
                  <a:pt x="17542" y="15993"/>
                </a:cubicBezTo>
                <a:cubicBezTo>
                  <a:pt x="17939" y="14272"/>
                  <a:pt x="18337" y="11225"/>
                  <a:pt x="17218" y="8370"/>
                </a:cubicBezTo>
                <a:close/>
                <a:moveTo>
                  <a:pt x="16468" y="18686"/>
                </a:moveTo>
                <a:cubicBezTo>
                  <a:pt x="16468" y="18716"/>
                  <a:pt x="16482" y="18731"/>
                  <a:pt x="16482" y="18745"/>
                </a:cubicBezTo>
                <a:lnTo>
                  <a:pt x="16482" y="18804"/>
                </a:lnTo>
                <a:cubicBezTo>
                  <a:pt x="16482" y="18789"/>
                  <a:pt x="16468" y="18760"/>
                  <a:pt x="16468" y="18745"/>
                </a:cubicBezTo>
                <a:lnTo>
                  <a:pt x="16468" y="18686"/>
                </a:lnTo>
                <a:close/>
                <a:moveTo>
                  <a:pt x="16733" y="18569"/>
                </a:moveTo>
                <a:cubicBezTo>
                  <a:pt x="16762" y="18598"/>
                  <a:pt x="16777" y="18642"/>
                  <a:pt x="16821" y="18672"/>
                </a:cubicBezTo>
                <a:cubicBezTo>
                  <a:pt x="16792" y="18716"/>
                  <a:pt x="16792" y="18745"/>
                  <a:pt x="16777" y="18804"/>
                </a:cubicBezTo>
                <a:lnTo>
                  <a:pt x="16718" y="18686"/>
                </a:lnTo>
                <a:cubicBezTo>
                  <a:pt x="16718" y="18657"/>
                  <a:pt x="16733" y="18598"/>
                  <a:pt x="16733" y="18569"/>
                </a:cubicBezTo>
                <a:close/>
                <a:moveTo>
                  <a:pt x="16571" y="18613"/>
                </a:moveTo>
                <a:cubicBezTo>
                  <a:pt x="16600" y="18657"/>
                  <a:pt x="16615" y="18672"/>
                  <a:pt x="16630" y="18716"/>
                </a:cubicBezTo>
                <a:cubicBezTo>
                  <a:pt x="16630" y="18745"/>
                  <a:pt x="16615" y="18789"/>
                  <a:pt x="16615" y="18819"/>
                </a:cubicBezTo>
                <a:cubicBezTo>
                  <a:pt x="16600" y="18789"/>
                  <a:pt x="16571" y="18760"/>
                  <a:pt x="16571" y="18731"/>
                </a:cubicBezTo>
                <a:lnTo>
                  <a:pt x="16571" y="18613"/>
                </a:lnTo>
                <a:close/>
                <a:moveTo>
                  <a:pt x="17395" y="8562"/>
                </a:moveTo>
                <a:cubicBezTo>
                  <a:pt x="18454" y="10872"/>
                  <a:pt x="18616" y="13727"/>
                  <a:pt x="17866" y="16597"/>
                </a:cubicBezTo>
                <a:cubicBezTo>
                  <a:pt x="17660" y="17333"/>
                  <a:pt x="17439" y="18054"/>
                  <a:pt x="17218" y="18731"/>
                </a:cubicBezTo>
                <a:cubicBezTo>
                  <a:pt x="17204" y="18804"/>
                  <a:pt x="17159" y="18878"/>
                  <a:pt x="17145" y="18951"/>
                </a:cubicBezTo>
                <a:cubicBezTo>
                  <a:pt x="17101" y="18907"/>
                  <a:pt x="17086" y="18878"/>
                  <a:pt x="17056" y="18834"/>
                </a:cubicBezTo>
                <a:cubicBezTo>
                  <a:pt x="17101" y="18613"/>
                  <a:pt x="17189" y="18392"/>
                  <a:pt x="17233" y="18157"/>
                </a:cubicBezTo>
                <a:cubicBezTo>
                  <a:pt x="17410" y="17553"/>
                  <a:pt x="17586" y="16921"/>
                  <a:pt x="17748" y="16288"/>
                </a:cubicBezTo>
                <a:cubicBezTo>
                  <a:pt x="18440" y="13506"/>
                  <a:pt x="18307" y="10769"/>
                  <a:pt x="17395" y="8562"/>
                </a:cubicBezTo>
                <a:close/>
                <a:moveTo>
                  <a:pt x="16453" y="18966"/>
                </a:moveTo>
                <a:cubicBezTo>
                  <a:pt x="16468" y="18981"/>
                  <a:pt x="16468" y="18981"/>
                  <a:pt x="16468" y="19010"/>
                </a:cubicBezTo>
                <a:cubicBezTo>
                  <a:pt x="16453" y="18981"/>
                  <a:pt x="16453" y="18966"/>
                  <a:pt x="16453" y="18966"/>
                </a:cubicBezTo>
                <a:close/>
                <a:moveTo>
                  <a:pt x="16865" y="18760"/>
                </a:moveTo>
                <a:cubicBezTo>
                  <a:pt x="16880" y="18804"/>
                  <a:pt x="16924" y="18834"/>
                  <a:pt x="16939" y="18878"/>
                </a:cubicBezTo>
                <a:cubicBezTo>
                  <a:pt x="16939" y="18907"/>
                  <a:pt x="16924" y="18966"/>
                  <a:pt x="16909" y="19010"/>
                </a:cubicBezTo>
                <a:cubicBezTo>
                  <a:pt x="16895" y="18966"/>
                  <a:pt x="16850" y="18937"/>
                  <a:pt x="16836" y="18893"/>
                </a:cubicBezTo>
                <a:cubicBezTo>
                  <a:pt x="16850" y="18863"/>
                  <a:pt x="16850" y="18804"/>
                  <a:pt x="16865" y="18760"/>
                </a:cubicBezTo>
                <a:close/>
                <a:moveTo>
                  <a:pt x="16541" y="18878"/>
                </a:moveTo>
                <a:cubicBezTo>
                  <a:pt x="16556" y="18893"/>
                  <a:pt x="16556" y="18937"/>
                  <a:pt x="16571" y="18951"/>
                </a:cubicBezTo>
                <a:cubicBezTo>
                  <a:pt x="16600" y="18966"/>
                  <a:pt x="16571" y="19010"/>
                  <a:pt x="16571" y="19025"/>
                </a:cubicBezTo>
                <a:cubicBezTo>
                  <a:pt x="16556" y="19010"/>
                  <a:pt x="16556" y="18966"/>
                  <a:pt x="16541" y="18951"/>
                </a:cubicBezTo>
                <a:lnTo>
                  <a:pt x="16541" y="18878"/>
                </a:lnTo>
                <a:close/>
                <a:moveTo>
                  <a:pt x="16688" y="18819"/>
                </a:moveTo>
                <a:cubicBezTo>
                  <a:pt x="16703" y="18848"/>
                  <a:pt x="16718" y="18878"/>
                  <a:pt x="16733" y="18907"/>
                </a:cubicBezTo>
                <a:cubicBezTo>
                  <a:pt x="16733" y="18951"/>
                  <a:pt x="16733" y="18981"/>
                  <a:pt x="16718" y="19025"/>
                </a:cubicBezTo>
                <a:cubicBezTo>
                  <a:pt x="16703" y="18981"/>
                  <a:pt x="16688" y="18951"/>
                  <a:pt x="16674" y="18937"/>
                </a:cubicBezTo>
                <a:cubicBezTo>
                  <a:pt x="16674" y="18893"/>
                  <a:pt x="16688" y="18848"/>
                  <a:pt x="16688" y="18819"/>
                </a:cubicBezTo>
                <a:close/>
                <a:moveTo>
                  <a:pt x="17675" y="9018"/>
                </a:moveTo>
                <a:cubicBezTo>
                  <a:pt x="18690" y="11314"/>
                  <a:pt x="18837" y="14183"/>
                  <a:pt x="18042" y="16921"/>
                </a:cubicBezTo>
                <a:cubicBezTo>
                  <a:pt x="17822" y="17700"/>
                  <a:pt x="17557" y="18436"/>
                  <a:pt x="17292" y="19172"/>
                </a:cubicBezTo>
                <a:cubicBezTo>
                  <a:pt x="17262" y="19128"/>
                  <a:pt x="17218" y="19099"/>
                  <a:pt x="17204" y="19040"/>
                </a:cubicBezTo>
                <a:cubicBezTo>
                  <a:pt x="17233" y="18951"/>
                  <a:pt x="17262" y="18863"/>
                  <a:pt x="17292" y="18760"/>
                </a:cubicBezTo>
                <a:cubicBezTo>
                  <a:pt x="17513" y="18068"/>
                  <a:pt x="17748" y="17347"/>
                  <a:pt x="17954" y="16611"/>
                </a:cubicBezTo>
                <a:cubicBezTo>
                  <a:pt x="18675" y="13933"/>
                  <a:pt x="18587" y="11240"/>
                  <a:pt x="17675" y="9018"/>
                </a:cubicBezTo>
                <a:close/>
                <a:moveTo>
                  <a:pt x="17012" y="18951"/>
                </a:moveTo>
                <a:cubicBezTo>
                  <a:pt x="17056" y="18981"/>
                  <a:pt x="17071" y="19025"/>
                  <a:pt x="17101" y="19054"/>
                </a:cubicBezTo>
                <a:cubicBezTo>
                  <a:pt x="17086" y="19113"/>
                  <a:pt x="17071" y="19157"/>
                  <a:pt x="17056" y="19202"/>
                </a:cubicBezTo>
                <a:cubicBezTo>
                  <a:pt x="17012" y="19172"/>
                  <a:pt x="16998" y="19128"/>
                  <a:pt x="16983" y="19099"/>
                </a:cubicBezTo>
                <a:cubicBezTo>
                  <a:pt x="16998" y="19040"/>
                  <a:pt x="16998" y="19010"/>
                  <a:pt x="17012" y="18951"/>
                </a:cubicBezTo>
                <a:close/>
                <a:moveTo>
                  <a:pt x="16527" y="19113"/>
                </a:moveTo>
                <a:cubicBezTo>
                  <a:pt x="16527" y="19128"/>
                  <a:pt x="16541" y="19143"/>
                  <a:pt x="16541" y="19172"/>
                </a:cubicBezTo>
                <a:lnTo>
                  <a:pt x="16541" y="19246"/>
                </a:lnTo>
                <a:cubicBezTo>
                  <a:pt x="16541" y="19231"/>
                  <a:pt x="16527" y="19202"/>
                  <a:pt x="16527" y="19187"/>
                </a:cubicBezTo>
                <a:lnTo>
                  <a:pt x="16527" y="19113"/>
                </a:lnTo>
                <a:close/>
                <a:moveTo>
                  <a:pt x="16659" y="19054"/>
                </a:moveTo>
                <a:cubicBezTo>
                  <a:pt x="16688" y="19099"/>
                  <a:pt x="16703" y="19113"/>
                  <a:pt x="16718" y="19157"/>
                </a:cubicBezTo>
                <a:cubicBezTo>
                  <a:pt x="16688" y="19187"/>
                  <a:pt x="16688" y="19216"/>
                  <a:pt x="16688" y="19246"/>
                </a:cubicBezTo>
                <a:cubicBezTo>
                  <a:pt x="16674" y="19202"/>
                  <a:pt x="16644" y="19187"/>
                  <a:pt x="16644" y="19157"/>
                </a:cubicBezTo>
                <a:cubicBezTo>
                  <a:pt x="16644" y="19113"/>
                  <a:pt x="16659" y="19084"/>
                  <a:pt x="16659" y="19054"/>
                </a:cubicBezTo>
                <a:close/>
                <a:moveTo>
                  <a:pt x="16836" y="19010"/>
                </a:moveTo>
                <a:cubicBezTo>
                  <a:pt x="16850" y="19040"/>
                  <a:pt x="16895" y="19084"/>
                  <a:pt x="16909" y="19113"/>
                </a:cubicBezTo>
                <a:cubicBezTo>
                  <a:pt x="16865" y="19157"/>
                  <a:pt x="16850" y="19187"/>
                  <a:pt x="16850" y="19246"/>
                </a:cubicBezTo>
                <a:lnTo>
                  <a:pt x="16792" y="19128"/>
                </a:lnTo>
                <a:cubicBezTo>
                  <a:pt x="16821" y="19099"/>
                  <a:pt x="16821" y="19040"/>
                  <a:pt x="16836" y="19010"/>
                </a:cubicBezTo>
                <a:close/>
                <a:moveTo>
                  <a:pt x="17866" y="9239"/>
                </a:moveTo>
                <a:cubicBezTo>
                  <a:pt x="18940" y="11593"/>
                  <a:pt x="19102" y="14492"/>
                  <a:pt x="18248" y="17244"/>
                </a:cubicBezTo>
                <a:cubicBezTo>
                  <a:pt x="18028" y="17951"/>
                  <a:pt x="17748" y="18672"/>
                  <a:pt x="17468" y="19349"/>
                </a:cubicBezTo>
                <a:cubicBezTo>
                  <a:pt x="17439" y="19319"/>
                  <a:pt x="17395" y="19275"/>
                  <a:pt x="17365" y="19231"/>
                </a:cubicBezTo>
                <a:cubicBezTo>
                  <a:pt x="17645" y="18495"/>
                  <a:pt x="17925" y="17715"/>
                  <a:pt x="18145" y="16921"/>
                </a:cubicBezTo>
                <a:cubicBezTo>
                  <a:pt x="18911" y="14257"/>
                  <a:pt x="18808" y="11505"/>
                  <a:pt x="17866" y="9239"/>
                </a:cubicBezTo>
                <a:close/>
                <a:moveTo>
                  <a:pt x="17159" y="19128"/>
                </a:moveTo>
                <a:cubicBezTo>
                  <a:pt x="17204" y="19172"/>
                  <a:pt x="17233" y="19202"/>
                  <a:pt x="17248" y="19246"/>
                </a:cubicBezTo>
                <a:cubicBezTo>
                  <a:pt x="17262" y="19260"/>
                  <a:pt x="17233" y="19275"/>
                  <a:pt x="17233" y="19305"/>
                </a:cubicBezTo>
                <a:cubicBezTo>
                  <a:pt x="17218" y="19334"/>
                  <a:pt x="17218" y="19378"/>
                  <a:pt x="17204" y="19408"/>
                </a:cubicBezTo>
                <a:cubicBezTo>
                  <a:pt x="17159" y="19378"/>
                  <a:pt x="17145" y="19334"/>
                  <a:pt x="17101" y="19275"/>
                </a:cubicBezTo>
                <a:cubicBezTo>
                  <a:pt x="17130" y="19216"/>
                  <a:pt x="17145" y="19172"/>
                  <a:pt x="17159" y="19128"/>
                </a:cubicBezTo>
                <a:close/>
                <a:moveTo>
                  <a:pt x="16497" y="19349"/>
                </a:moveTo>
                <a:cubicBezTo>
                  <a:pt x="16497" y="19378"/>
                  <a:pt x="16512" y="19378"/>
                  <a:pt x="16512" y="19393"/>
                </a:cubicBezTo>
                <a:lnTo>
                  <a:pt x="16512" y="19452"/>
                </a:lnTo>
                <a:cubicBezTo>
                  <a:pt x="16512" y="19422"/>
                  <a:pt x="16512" y="19422"/>
                  <a:pt x="16497" y="19408"/>
                </a:cubicBezTo>
                <a:lnTo>
                  <a:pt x="16497" y="19349"/>
                </a:lnTo>
                <a:close/>
                <a:moveTo>
                  <a:pt x="16762" y="19246"/>
                </a:moveTo>
                <a:cubicBezTo>
                  <a:pt x="16777" y="19275"/>
                  <a:pt x="16792" y="19319"/>
                  <a:pt x="16821" y="19334"/>
                </a:cubicBezTo>
                <a:cubicBezTo>
                  <a:pt x="16792" y="19378"/>
                  <a:pt x="16792" y="19408"/>
                  <a:pt x="16777" y="19452"/>
                </a:cubicBezTo>
                <a:cubicBezTo>
                  <a:pt x="16762" y="19408"/>
                  <a:pt x="16733" y="19378"/>
                  <a:pt x="16718" y="19349"/>
                </a:cubicBezTo>
                <a:cubicBezTo>
                  <a:pt x="16733" y="19334"/>
                  <a:pt x="16762" y="19305"/>
                  <a:pt x="16762" y="19246"/>
                </a:cubicBezTo>
                <a:close/>
                <a:moveTo>
                  <a:pt x="16939" y="19187"/>
                </a:moveTo>
                <a:cubicBezTo>
                  <a:pt x="16968" y="19216"/>
                  <a:pt x="16998" y="19260"/>
                  <a:pt x="17012" y="19305"/>
                </a:cubicBezTo>
                <a:cubicBezTo>
                  <a:pt x="16998" y="19349"/>
                  <a:pt x="16998" y="19408"/>
                  <a:pt x="16983" y="19452"/>
                </a:cubicBezTo>
                <a:cubicBezTo>
                  <a:pt x="16968" y="19408"/>
                  <a:pt x="16924" y="19378"/>
                  <a:pt x="16909" y="19334"/>
                </a:cubicBezTo>
                <a:cubicBezTo>
                  <a:pt x="16924" y="19275"/>
                  <a:pt x="16924" y="19246"/>
                  <a:pt x="16939" y="19187"/>
                </a:cubicBezTo>
                <a:close/>
                <a:moveTo>
                  <a:pt x="16615" y="19305"/>
                </a:moveTo>
                <a:cubicBezTo>
                  <a:pt x="16630" y="19319"/>
                  <a:pt x="16630" y="19349"/>
                  <a:pt x="16644" y="19378"/>
                </a:cubicBezTo>
                <a:cubicBezTo>
                  <a:pt x="16644" y="19408"/>
                  <a:pt x="16630" y="19422"/>
                  <a:pt x="16630" y="19466"/>
                </a:cubicBezTo>
                <a:cubicBezTo>
                  <a:pt x="16615" y="19452"/>
                  <a:pt x="16615" y="19408"/>
                  <a:pt x="16600" y="19393"/>
                </a:cubicBezTo>
                <a:cubicBezTo>
                  <a:pt x="16600" y="19349"/>
                  <a:pt x="16615" y="19334"/>
                  <a:pt x="16615" y="19305"/>
                </a:cubicBezTo>
                <a:close/>
                <a:moveTo>
                  <a:pt x="18101" y="9680"/>
                </a:moveTo>
                <a:lnTo>
                  <a:pt x="18101" y="9680"/>
                </a:lnTo>
                <a:cubicBezTo>
                  <a:pt x="19176" y="12020"/>
                  <a:pt x="19308" y="14919"/>
                  <a:pt x="18440" y="17553"/>
                </a:cubicBezTo>
                <a:cubicBezTo>
                  <a:pt x="18204" y="18230"/>
                  <a:pt x="17939" y="18893"/>
                  <a:pt x="17645" y="19540"/>
                </a:cubicBezTo>
                <a:lnTo>
                  <a:pt x="17513" y="19408"/>
                </a:lnTo>
                <a:cubicBezTo>
                  <a:pt x="17792" y="18716"/>
                  <a:pt x="18087" y="17995"/>
                  <a:pt x="18307" y="17259"/>
                </a:cubicBezTo>
                <a:cubicBezTo>
                  <a:pt x="19117" y="14669"/>
                  <a:pt x="19028" y="11946"/>
                  <a:pt x="18101" y="9680"/>
                </a:cubicBezTo>
                <a:close/>
                <a:moveTo>
                  <a:pt x="17336" y="19319"/>
                </a:moveTo>
                <a:lnTo>
                  <a:pt x="17439" y="19422"/>
                </a:lnTo>
                <a:cubicBezTo>
                  <a:pt x="17410" y="19496"/>
                  <a:pt x="17380" y="19555"/>
                  <a:pt x="17365" y="19614"/>
                </a:cubicBezTo>
                <a:cubicBezTo>
                  <a:pt x="17336" y="19569"/>
                  <a:pt x="17292" y="19540"/>
                  <a:pt x="17277" y="19481"/>
                </a:cubicBezTo>
                <a:cubicBezTo>
                  <a:pt x="17292" y="19422"/>
                  <a:pt x="17307" y="19393"/>
                  <a:pt x="17336" y="19334"/>
                </a:cubicBezTo>
                <a:lnTo>
                  <a:pt x="17336" y="19319"/>
                </a:lnTo>
                <a:close/>
                <a:moveTo>
                  <a:pt x="17086" y="19393"/>
                </a:moveTo>
                <a:cubicBezTo>
                  <a:pt x="17130" y="19422"/>
                  <a:pt x="17145" y="19466"/>
                  <a:pt x="17174" y="19496"/>
                </a:cubicBezTo>
                <a:cubicBezTo>
                  <a:pt x="17145" y="19555"/>
                  <a:pt x="17130" y="19584"/>
                  <a:pt x="17101" y="19643"/>
                </a:cubicBezTo>
                <a:cubicBezTo>
                  <a:pt x="17086" y="19614"/>
                  <a:pt x="17056" y="19569"/>
                  <a:pt x="17027" y="19540"/>
                </a:cubicBezTo>
                <a:cubicBezTo>
                  <a:pt x="17056" y="19481"/>
                  <a:pt x="17071" y="19422"/>
                  <a:pt x="17086" y="19393"/>
                </a:cubicBezTo>
                <a:close/>
                <a:moveTo>
                  <a:pt x="16895" y="19452"/>
                </a:moveTo>
                <a:cubicBezTo>
                  <a:pt x="16909" y="19481"/>
                  <a:pt x="16924" y="19525"/>
                  <a:pt x="16968" y="19555"/>
                </a:cubicBezTo>
                <a:cubicBezTo>
                  <a:pt x="16924" y="19584"/>
                  <a:pt x="16924" y="19628"/>
                  <a:pt x="16909" y="19687"/>
                </a:cubicBezTo>
                <a:lnTo>
                  <a:pt x="16850" y="19569"/>
                </a:lnTo>
                <a:cubicBezTo>
                  <a:pt x="16865" y="19540"/>
                  <a:pt x="16865" y="19481"/>
                  <a:pt x="16895" y="19452"/>
                </a:cubicBezTo>
                <a:close/>
                <a:moveTo>
                  <a:pt x="16571" y="19555"/>
                </a:moveTo>
                <a:cubicBezTo>
                  <a:pt x="16571" y="19569"/>
                  <a:pt x="16600" y="19584"/>
                  <a:pt x="16600" y="19614"/>
                </a:cubicBezTo>
                <a:cubicBezTo>
                  <a:pt x="16600" y="19643"/>
                  <a:pt x="16571" y="19672"/>
                  <a:pt x="16571" y="19702"/>
                </a:cubicBezTo>
                <a:cubicBezTo>
                  <a:pt x="16571" y="19687"/>
                  <a:pt x="16556" y="19672"/>
                  <a:pt x="16556" y="19643"/>
                </a:cubicBezTo>
                <a:cubicBezTo>
                  <a:pt x="16556" y="19614"/>
                  <a:pt x="16556" y="19584"/>
                  <a:pt x="16571" y="19555"/>
                </a:cubicBezTo>
                <a:close/>
                <a:moveTo>
                  <a:pt x="16703" y="19496"/>
                </a:moveTo>
                <a:cubicBezTo>
                  <a:pt x="16718" y="19540"/>
                  <a:pt x="16747" y="19555"/>
                  <a:pt x="16762" y="19584"/>
                </a:cubicBezTo>
                <a:cubicBezTo>
                  <a:pt x="16747" y="19628"/>
                  <a:pt x="16747" y="19672"/>
                  <a:pt x="16718" y="19702"/>
                </a:cubicBezTo>
                <a:cubicBezTo>
                  <a:pt x="16703" y="19672"/>
                  <a:pt x="16688" y="19643"/>
                  <a:pt x="16688" y="19614"/>
                </a:cubicBezTo>
                <a:cubicBezTo>
                  <a:pt x="16688" y="19569"/>
                  <a:pt x="16703" y="19540"/>
                  <a:pt x="16703" y="19496"/>
                </a:cubicBezTo>
                <a:close/>
                <a:moveTo>
                  <a:pt x="18322" y="9886"/>
                </a:moveTo>
                <a:lnTo>
                  <a:pt x="18322" y="9886"/>
                </a:lnTo>
                <a:cubicBezTo>
                  <a:pt x="19426" y="12285"/>
                  <a:pt x="19573" y="15228"/>
                  <a:pt x="18631" y="17862"/>
                </a:cubicBezTo>
                <a:cubicBezTo>
                  <a:pt x="18410" y="18510"/>
                  <a:pt x="18145" y="19113"/>
                  <a:pt x="17851" y="19717"/>
                </a:cubicBezTo>
                <a:cubicBezTo>
                  <a:pt x="17807" y="19687"/>
                  <a:pt x="17748" y="19643"/>
                  <a:pt x="17719" y="19599"/>
                </a:cubicBezTo>
                <a:cubicBezTo>
                  <a:pt x="18013" y="18937"/>
                  <a:pt x="18293" y="18274"/>
                  <a:pt x="18528" y="17568"/>
                </a:cubicBezTo>
                <a:cubicBezTo>
                  <a:pt x="19367" y="15007"/>
                  <a:pt x="19279" y="12197"/>
                  <a:pt x="18322" y="9886"/>
                </a:cubicBezTo>
                <a:close/>
                <a:moveTo>
                  <a:pt x="17498" y="19496"/>
                </a:moveTo>
                <a:lnTo>
                  <a:pt x="17630" y="19628"/>
                </a:lnTo>
                <a:cubicBezTo>
                  <a:pt x="17586" y="19687"/>
                  <a:pt x="17571" y="19746"/>
                  <a:pt x="17527" y="19790"/>
                </a:cubicBezTo>
                <a:cubicBezTo>
                  <a:pt x="17498" y="19761"/>
                  <a:pt x="17454" y="19717"/>
                  <a:pt x="17424" y="19672"/>
                </a:cubicBezTo>
                <a:cubicBezTo>
                  <a:pt x="17439" y="19614"/>
                  <a:pt x="17483" y="19555"/>
                  <a:pt x="17498" y="19496"/>
                </a:cubicBezTo>
                <a:close/>
                <a:moveTo>
                  <a:pt x="17233" y="19555"/>
                </a:moveTo>
                <a:cubicBezTo>
                  <a:pt x="17277" y="19584"/>
                  <a:pt x="17307" y="19628"/>
                  <a:pt x="17336" y="19672"/>
                </a:cubicBezTo>
                <a:cubicBezTo>
                  <a:pt x="17307" y="19746"/>
                  <a:pt x="17292" y="19790"/>
                  <a:pt x="17277" y="19834"/>
                </a:cubicBezTo>
                <a:cubicBezTo>
                  <a:pt x="17233" y="19820"/>
                  <a:pt x="17204" y="19775"/>
                  <a:pt x="17189" y="19717"/>
                </a:cubicBezTo>
                <a:lnTo>
                  <a:pt x="17233" y="19555"/>
                </a:lnTo>
                <a:close/>
                <a:moveTo>
                  <a:pt x="17277" y="19834"/>
                </a:moveTo>
                <a:cubicBezTo>
                  <a:pt x="17277" y="19842"/>
                  <a:pt x="17273" y="19845"/>
                  <a:pt x="17272" y="19845"/>
                </a:cubicBezTo>
                <a:cubicBezTo>
                  <a:pt x="17270" y="19845"/>
                  <a:pt x="17270" y="19842"/>
                  <a:pt x="17277" y="19834"/>
                </a:cubicBezTo>
                <a:close/>
                <a:moveTo>
                  <a:pt x="16998" y="19628"/>
                </a:moveTo>
                <a:cubicBezTo>
                  <a:pt x="17012" y="19672"/>
                  <a:pt x="17056" y="19702"/>
                  <a:pt x="17071" y="19746"/>
                </a:cubicBezTo>
                <a:cubicBezTo>
                  <a:pt x="17071" y="19790"/>
                  <a:pt x="17056" y="19849"/>
                  <a:pt x="17042" y="19893"/>
                </a:cubicBezTo>
                <a:cubicBezTo>
                  <a:pt x="17012" y="19849"/>
                  <a:pt x="16983" y="19820"/>
                  <a:pt x="16968" y="19775"/>
                </a:cubicBezTo>
                <a:cubicBezTo>
                  <a:pt x="16983" y="19717"/>
                  <a:pt x="16998" y="19687"/>
                  <a:pt x="16998" y="19628"/>
                </a:cubicBezTo>
                <a:close/>
                <a:moveTo>
                  <a:pt x="16541" y="19820"/>
                </a:moveTo>
                <a:cubicBezTo>
                  <a:pt x="16541" y="19834"/>
                  <a:pt x="16556" y="19849"/>
                  <a:pt x="16556" y="19849"/>
                </a:cubicBezTo>
                <a:cubicBezTo>
                  <a:pt x="16556" y="19864"/>
                  <a:pt x="16556" y="19879"/>
                  <a:pt x="16541" y="19908"/>
                </a:cubicBezTo>
                <a:cubicBezTo>
                  <a:pt x="16541" y="19893"/>
                  <a:pt x="16541" y="19864"/>
                  <a:pt x="16527" y="19864"/>
                </a:cubicBezTo>
                <a:cubicBezTo>
                  <a:pt x="16541" y="19849"/>
                  <a:pt x="16541" y="19834"/>
                  <a:pt x="16541" y="19820"/>
                </a:cubicBezTo>
                <a:close/>
                <a:moveTo>
                  <a:pt x="16821" y="19672"/>
                </a:moveTo>
                <a:cubicBezTo>
                  <a:pt x="16836" y="19702"/>
                  <a:pt x="16850" y="19746"/>
                  <a:pt x="16865" y="19761"/>
                </a:cubicBezTo>
                <a:cubicBezTo>
                  <a:pt x="16850" y="19834"/>
                  <a:pt x="16850" y="19864"/>
                  <a:pt x="16836" y="19908"/>
                </a:cubicBezTo>
                <a:lnTo>
                  <a:pt x="16777" y="19790"/>
                </a:lnTo>
                <a:cubicBezTo>
                  <a:pt x="16792" y="19761"/>
                  <a:pt x="16792" y="19702"/>
                  <a:pt x="16821" y="19672"/>
                </a:cubicBezTo>
                <a:close/>
                <a:moveTo>
                  <a:pt x="18543" y="10210"/>
                </a:moveTo>
                <a:cubicBezTo>
                  <a:pt x="19676" y="12638"/>
                  <a:pt x="19808" y="15567"/>
                  <a:pt x="18822" y="18201"/>
                </a:cubicBezTo>
                <a:cubicBezTo>
                  <a:pt x="18602" y="18775"/>
                  <a:pt x="18322" y="19349"/>
                  <a:pt x="18042" y="19908"/>
                </a:cubicBezTo>
                <a:cubicBezTo>
                  <a:pt x="17998" y="19864"/>
                  <a:pt x="17954" y="19834"/>
                  <a:pt x="17895" y="19775"/>
                </a:cubicBezTo>
                <a:cubicBezTo>
                  <a:pt x="18190" y="19172"/>
                  <a:pt x="18469" y="18539"/>
                  <a:pt x="18705" y="17907"/>
                </a:cubicBezTo>
                <a:cubicBezTo>
                  <a:pt x="19617" y="15361"/>
                  <a:pt x="19514" y="12564"/>
                  <a:pt x="18543" y="10210"/>
                </a:cubicBezTo>
                <a:close/>
                <a:moveTo>
                  <a:pt x="16674" y="19746"/>
                </a:moveTo>
                <a:cubicBezTo>
                  <a:pt x="16688" y="19761"/>
                  <a:pt x="16688" y="19790"/>
                  <a:pt x="16703" y="19820"/>
                </a:cubicBezTo>
                <a:cubicBezTo>
                  <a:pt x="16703" y="19849"/>
                  <a:pt x="16688" y="19893"/>
                  <a:pt x="16688" y="19923"/>
                </a:cubicBezTo>
                <a:cubicBezTo>
                  <a:pt x="16674" y="19908"/>
                  <a:pt x="16674" y="19864"/>
                  <a:pt x="16644" y="19849"/>
                </a:cubicBezTo>
                <a:cubicBezTo>
                  <a:pt x="16644" y="19820"/>
                  <a:pt x="16644" y="19775"/>
                  <a:pt x="16674" y="19746"/>
                </a:cubicBezTo>
                <a:close/>
                <a:moveTo>
                  <a:pt x="17660" y="19672"/>
                </a:moveTo>
                <a:lnTo>
                  <a:pt x="17778" y="19775"/>
                </a:lnTo>
                <a:lnTo>
                  <a:pt x="17792" y="19790"/>
                </a:lnTo>
                <a:cubicBezTo>
                  <a:pt x="17778" y="19864"/>
                  <a:pt x="17748" y="19923"/>
                  <a:pt x="17719" y="19982"/>
                </a:cubicBezTo>
                <a:lnTo>
                  <a:pt x="17586" y="19849"/>
                </a:lnTo>
                <a:cubicBezTo>
                  <a:pt x="17601" y="19790"/>
                  <a:pt x="17645" y="19746"/>
                  <a:pt x="17660" y="19672"/>
                </a:cubicBezTo>
                <a:close/>
                <a:moveTo>
                  <a:pt x="17365" y="19761"/>
                </a:moveTo>
                <a:cubicBezTo>
                  <a:pt x="17410" y="19790"/>
                  <a:pt x="17439" y="19834"/>
                  <a:pt x="17468" y="19879"/>
                </a:cubicBezTo>
                <a:cubicBezTo>
                  <a:pt x="17468" y="19937"/>
                  <a:pt x="17439" y="19996"/>
                  <a:pt x="17424" y="20055"/>
                </a:cubicBezTo>
                <a:cubicBezTo>
                  <a:pt x="17380" y="20011"/>
                  <a:pt x="17351" y="19982"/>
                  <a:pt x="17307" y="19923"/>
                </a:cubicBezTo>
                <a:cubicBezTo>
                  <a:pt x="17307" y="19908"/>
                  <a:pt x="17336" y="19893"/>
                  <a:pt x="17336" y="19864"/>
                </a:cubicBezTo>
                <a:cubicBezTo>
                  <a:pt x="17351" y="19834"/>
                  <a:pt x="17365" y="19790"/>
                  <a:pt x="17365" y="19761"/>
                </a:cubicBezTo>
                <a:close/>
                <a:moveTo>
                  <a:pt x="18852" y="10769"/>
                </a:moveTo>
                <a:cubicBezTo>
                  <a:pt x="19911" y="13153"/>
                  <a:pt x="20000" y="16023"/>
                  <a:pt x="19028" y="18510"/>
                </a:cubicBezTo>
                <a:cubicBezTo>
                  <a:pt x="18808" y="19040"/>
                  <a:pt x="18543" y="19555"/>
                  <a:pt x="18263" y="20070"/>
                </a:cubicBezTo>
                <a:cubicBezTo>
                  <a:pt x="18219" y="20040"/>
                  <a:pt x="18160" y="19996"/>
                  <a:pt x="18116" y="19967"/>
                </a:cubicBezTo>
                <a:cubicBezTo>
                  <a:pt x="18410" y="19393"/>
                  <a:pt x="18690" y="18819"/>
                  <a:pt x="18911" y="18230"/>
                </a:cubicBezTo>
                <a:cubicBezTo>
                  <a:pt x="19838" y="15787"/>
                  <a:pt x="19794" y="13080"/>
                  <a:pt x="18852" y="10769"/>
                </a:cubicBezTo>
                <a:close/>
                <a:moveTo>
                  <a:pt x="17145" y="19834"/>
                </a:moveTo>
                <a:cubicBezTo>
                  <a:pt x="17189" y="19864"/>
                  <a:pt x="17204" y="19908"/>
                  <a:pt x="17233" y="19937"/>
                </a:cubicBezTo>
                <a:cubicBezTo>
                  <a:pt x="17204" y="19996"/>
                  <a:pt x="17189" y="20040"/>
                  <a:pt x="17159" y="20085"/>
                </a:cubicBezTo>
                <a:cubicBezTo>
                  <a:pt x="17145" y="20055"/>
                  <a:pt x="17115" y="20011"/>
                  <a:pt x="17086" y="19982"/>
                </a:cubicBezTo>
                <a:cubicBezTo>
                  <a:pt x="17101" y="19923"/>
                  <a:pt x="17130" y="19864"/>
                  <a:pt x="17145" y="19834"/>
                </a:cubicBezTo>
                <a:close/>
                <a:moveTo>
                  <a:pt x="16615" y="19996"/>
                </a:moveTo>
                <a:cubicBezTo>
                  <a:pt x="16615" y="20011"/>
                  <a:pt x="16630" y="20040"/>
                  <a:pt x="16630" y="20070"/>
                </a:cubicBezTo>
                <a:cubicBezTo>
                  <a:pt x="16630" y="20085"/>
                  <a:pt x="16615" y="20129"/>
                  <a:pt x="16615" y="20143"/>
                </a:cubicBezTo>
                <a:cubicBezTo>
                  <a:pt x="16615" y="20129"/>
                  <a:pt x="16600" y="20114"/>
                  <a:pt x="16600" y="20070"/>
                </a:cubicBezTo>
                <a:cubicBezTo>
                  <a:pt x="16600" y="20055"/>
                  <a:pt x="16615" y="20011"/>
                  <a:pt x="16615" y="19996"/>
                </a:cubicBezTo>
                <a:close/>
                <a:moveTo>
                  <a:pt x="16762" y="19923"/>
                </a:moveTo>
                <a:cubicBezTo>
                  <a:pt x="16762" y="19952"/>
                  <a:pt x="16777" y="19996"/>
                  <a:pt x="16792" y="20011"/>
                </a:cubicBezTo>
                <a:cubicBezTo>
                  <a:pt x="16777" y="20055"/>
                  <a:pt x="16777" y="20085"/>
                  <a:pt x="16762" y="20143"/>
                </a:cubicBezTo>
                <a:cubicBezTo>
                  <a:pt x="16747" y="20114"/>
                  <a:pt x="16747" y="20085"/>
                  <a:pt x="16718" y="20055"/>
                </a:cubicBezTo>
                <a:cubicBezTo>
                  <a:pt x="16733" y="20011"/>
                  <a:pt x="16733" y="19982"/>
                  <a:pt x="16762" y="19923"/>
                </a:cubicBezTo>
                <a:close/>
                <a:moveTo>
                  <a:pt x="16924" y="19893"/>
                </a:moveTo>
                <a:cubicBezTo>
                  <a:pt x="16939" y="19923"/>
                  <a:pt x="16968" y="19967"/>
                  <a:pt x="16998" y="19996"/>
                </a:cubicBezTo>
                <a:cubicBezTo>
                  <a:pt x="16983" y="20055"/>
                  <a:pt x="16968" y="20085"/>
                  <a:pt x="16939" y="20143"/>
                </a:cubicBezTo>
                <a:lnTo>
                  <a:pt x="16895" y="20040"/>
                </a:lnTo>
                <a:cubicBezTo>
                  <a:pt x="16909" y="19982"/>
                  <a:pt x="16909" y="19923"/>
                  <a:pt x="16924" y="19893"/>
                </a:cubicBezTo>
                <a:close/>
                <a:moveTo>
                  <a:pt x="17881" y="19849"/>
                </a:moveTo>
                <a:cubicBezTo>
                  <a:pt x="17939" y="19893"/>
                  <a:pt x="17969" y="19923"/>
                  <a:pt x="18028" y="19967"/>
                </a:cubicBezTo>
                <a:cubicBezTo>
                  <a:pt x="17969" y="20040"/>
                  <a:pt x="17939" y="20114"/>
                  <a:pt x="17925" y="20158"/>
                </a:cubicBezTo>
                <a:cubicBezTo>
                  <a:pt x="17881" y="20129"/>
                  <a:pt x="17822" y="20085"/>
                  <a:pt x="17792" y="20040"/>
                </a:cubicBezTo>
                <a:cubicBezTo>
                  <a:pt x="17822" y="19982"/>
                  <a:pt x="17836" y="19908"/>
                  <a:pt x="17881" y="19849"/>
                </a:cubicBezTo>
                <a:close/>
                <a:moveTo>
                  <a:pt x="17557" y="19923"/>
                </a:moveTo>
                <a:cubicBezTo>
                  <a:pt x="17586" y="19952"/>
                  <a:pt x="17630" y="19996"/>
                  <a:pt x="17660" y="20055"/>
                </a:cubicBezTo>
                <a:cubicBezTo>
                  <a:pt x="17645" y="20129"/>
                  <a:pt x="17630" y="20188"/>
                  <a:pt x="17586" y="20232"/>
                </a:cubicBezTo>
                <a:cubicBezTo>
                  <a:pt x="17557" y="20202"/>
                  <a:pt x="17513" y="20158"/>
                  <a:pt x="17483" y="20114"/>
                </a:cubicBezTo>
                <a:cubicBezTo>
                  <a:pt x="17498" y="20055"/>
                  <a:pt x="17527" y="19996"/>
                  <a:pt x="17557" y="19923"/>
                </a:cubicBezTo>
                <a:close/>
                <a:moveTo>
                  <a:pt x="18940" y="10813"/>
                </a:moveTo>
                <a:cubicBezTo>
                  <a:pt x="20162" y="13300"/>
                  <a:pt x="20279" y="16288"/>
                  <a:pt x="19205" y="18819"/>
                </a:cubicBezTo>
                <a:cubicBezTo>
                  <a:pt x="18999" y="19305"/>
                  <a:pt x="18764" y="19775"/>
                  <a:pt x="18484" y="20232"/>
                </a:cubicBezTo>
                <a:lnTo>
                  <a:pt x="18322" y="20129"/>
                </a:lnTo>
                <a:cubicBezTo>
                  <a:pt x="18602" y="19614"/>
                  <a:pt x="18867" y="19099"/>
                  <a:pt x="19073" y="18539"/>
                </a:cubicBezTo>
                <a:cubicBezTo>
                  <a:pt x="20044" y="16096"/>
                  <a:pt x="19970" y="13227"/>
                  <a:pt x="18940" y="10813"/>
                </a:cubicBezTo>
                <a:close/>
                <a:moveTo>
                  <a:pt x="17292" y="19996"/>
                </a:moveTo>
                <a:cubicBezTo>
                  <a:pt x="17336" y="20040"/>
                  <a:pt x="17365" y="20070"/>
                  <a:pt x="17380" y="20129"/>
                </a:cubicBezTo>
                <a:cubicBezTo>
                  <a:pt x="17365" y="20188"/>
                  <a:pt x="17336" y="20232"/>
                  <a:pt x="17307" y="20291"/>
                </a:cubicBezTo>
                <a:cubicBezTo>
                  <a:pt x="17277" y="20261"/>
                  <a:pt x="17262" y="20217"/>
                  <a:pt x="17218" y="20158"/>
                </a:cubicBezTo>
                <a:cubicBezTo>
                  <a:pt x="17233" y="20114"/>
                  <a:pt x="17262" y="20055"/>
                  <a:pt x="17292" y="19996"/>
                </a:cubicBezTo>
                <a:close/>
                <a:moveTo>
                  <a:pt x="17056" y="20070"/>
                </a:moveTo>
                <a:cubicBezTo>
                  <a:pt x="17071" y="20099"/>
                  <a:pt x="17101" y="20143"/>
                  <a:pt x="17130" y="20173"/>
                </a:cubicBezTo>
                <a:cubicBezTo>
                  <a:pt x="17101" y="20232"/>
                  <a:pt x="17086" y="20291"/>
                  <a:pt x="17071" y="20320"/>
                </a:cubicBezTo>
                <a:cubicBezTo>
                  <a:pt x="17056" y="20291"/>
                  <a:pt x="17012" y="20246"/>
                  <a:pt x="16998" y="20217"/>
                </a:cubicBezTo>
                <a:cubicBezTo>
                  <a:pt x="17012" y="20158"/>
                  <a:pt x="17042" y="20129"/>
                  <a:pt x="17056" y="20070"/>
                </a:cubicBezTo>
                <a:close/>
                <a:moveTo>
                  <a:pt x="18087" y="20011"/>
                </a:moveTo>
                <a:cubicBezTo>
                  <a:pt x="18131" y="20055"/>
                  <a:pt x="18190" y="20085"/>
                  <a:pt x="18234" y="20129"/>
                </a:cubicBezTo>
                <a:cubicBezTo>
                  <a:pt x="18190" y="20202"/>
                  <a:pt x="18160" y="20246"/>
                  <a:pt x="18116" y="20320"/>
                </a:cubicBezTo>
                <a:cubicBezTo>
                  <a:pt x="18072" y="20291"/>
                  <a:pt x="18013" y="20261"/>
                  <a:pt x="17969" y="20217"/>
                </a:cubicBezTo>
                <a:cubicBezTo>
                  <a:pt x="18013" y="20143"/>
                  <a:pt x="18042" y="20085"/>
                  <a:pt x="18087" y="20011"/>
                </a:cubicBezTo>
                <a:close/>
                <a:moveTo>
                  <a:pt x="16571" y="20261"/>
                </a:moveTo>
                <a:cubicBezTo>
                  <a:pt x="16571" y="20276"/>
                  <a:pt x="16600" y="20291"/>
                  <a:pt x="16600" y="20291"/>
                </a:cubicBezTo>
                <a:cubicBezTo>
                  <a:pt x="16600" y="20305"/>
                  <a:pt x="16571" y="20320"/>
                  <a:pt x="16571" y="20349"/>
                </a:cubicBezTo>
                <a:cubicBezTo>
                  <a:pt x="16571" y="20335"/>
                  <a:pt x="16571" y="20305"/>
                  <a:pt x="16556" y="20305"/>
                </a:cubicBezTo>
                <a:cubicBezTo>
                  <a:pt x="16556" y="20291"/>
                  <a:pt x="16556" y="20276"/>
                  <a:pt x="16571" y="20261"/>
                </a:cubicBezTo>
                <a:close/>
                <a:moveTo>
                  <a:pt x="16836" y="20129"/>
                </a:moveTo>
                <a:cubicBezTo>
                  <a:pt x="16865" y="20158"/>
                  <a:pt x="16895" y="20202"/>
                  <a:pt x="16909" y="20232"/>
                </a:cubicBezTo>
                <a:cubicBezTo>
                  <a:pt x="16895" y="20276"/>
                  <a:pt x="16865" y="20320"/>
                  <a:pt x="16850" y="20364"/>
                </a:cubicBezTo>
                <a:lnTo>
                  <a:pt x="16792" y="20246"/>
                </a:lnTo>
                <a:cubicBezTo>
                  <a:pt x="16821" y="20217"/>
                  <a:pt x="16821" y="20158"/>
                  <a:pt x="16836" y="20129"/>
                </a:cubicBezTo>
                <a:close/>
                <a:moveTo>
                  <a:pt x="16659" y="20188"/>
                </a:moveTo>
                <a:cubicBezTo>
                  <a:pt x="16703" y="20217"/>
                  <a:pt x="16718" y="20232"/>
                  <a:pt x="16718" y="20276"/>
                </a:cubicBezTo>
                <a:cubicBezTo>
                  <a:pt x="16703" y="20305"/>
                  <a:pt x="16703" y="20349"/>
                  <a:pt x="16688" y="20379"/>
                </a:cubicBezTo>
                <a:cubicBezTo>
                  <a:pt x="16674" y="20349"/>
                  <a:pt x="16674" y="20320"/>
                  <a:pt x="16644" y="20291"/>
                </a:cubicBezTo>
                <a:cubicBezTo>
                  <a:pt x="16644" y="20261"/>
                  <a:pt x="16659" y="20217"/>
                  <a:pt x="16659" y="20188"/>
                </a:cubicBezTo>
                <a:close/>
                <a:moveTo>
                  <a:pt x="17733" y="20129"/>
                </a:moveTo>
                <a:cubicBezTo>
                  <a:pt x="17778" y="20158"/>
                  <a:pt x="17822" y="20202"/>
                  <a:pt x="17866" y="20246"/>
                </a:cubicBezTo>
                <a:cubicBezTo>
                  <a:pt x="17822" y="20305"/>
                  <a:pt x="17792" y="20379"/>
                  <a:pt x="17778" y="20438"/>
                </a:cubicBezTo>
                <a:cubicBezTo>
                  <a:pt x="17733" y="20379"/>
                  <a:pt x="17675" y="20349"/>
                  <a:pt x="17645" y="20305"/>
                </a:cubicBezTo>
                <a:cubicBezTo>
                  <a:pt x="17675" y="20246"/>
                  <a:pt x="17704" y="20188"/>
                  <a:pt x="17733" y="20129"/>
                </a:cubicBezTo>
                <a:close/>
                <a:moveTo>
                  <a:pt x="18293" y="20188"/>
                </a:moveTo>
                <a:lnTo>
                  <a:pt x="18454" y="20291"/>
                </a:lnTo>
                <a:cubicBezTo>
                  <a:pt x="18410" y="20364"/>
                  <a:pt x="18381" y="20438"/>
                  <a:pt x="18322" y="20497"/>
                </a:cubicBezTo>
                <a:cubicBezTo>
                  <a:pt x="18293" y="20482"/>
                  <a:pt x="18234" y="20438"/>
                  <a:pt x="18175" y="20379"/>
                </a:cubicBezTo>
                <a:cubicBezTo>
                  <a:pt x="18219" y="20305"/>
                  <a:pt x="18248" y="20261"/>
                  <a:pt x="18293" y="20188"/>
                </a:cubicBezTo>
                <a:close/>
                <a:moveTo>
                  <a:pt x="17439" y="20202"/>
                </a:moveTo>
                <a:cubicBezTo>
                  <a:pt x="17483" y="20232"/>
                  <a:pt x="17513" y="20276"/>
                  <a:pt x="17557" y="20320"/>
                </a:cubicBezTo>
                <a:cubicBezTo>
                  <a:pt x="17513" y="20379"/>
                  <a:pt x="17498" y="20438"/>
                  <a:pt x="17454" y="20511"/>
                </a:cubicBezTo>
                <a:cubicBezTo>
                  <a:pt x="17424" y="20452"/>
                  <a:pt x="17410" y="20408"/>
                  <a:pt x="17365" y="20364"/>
                </a:cubicBezTo>
                <a:cubicBezTo>
                  <a:pt x="17380" y="20305"/>
                  <a:pt x="17424" y="20261"/>
                  <a:pt x="17439" y="20202"/>
                </a:cubicBezTo>
                <a:close/>
                <a:moveTo>
                  <a:pt x="17189" y="20261"/>
                </a:moveTo>
                <a:cubicBezTo>
                  <a:pt x="17218" y="20291"/>
                  <a:pt x="17233" y="20335"/>
                  <a:pt x="17277" y="20364"/>
                </a:cubicBezTo>
                <a:cubicBezTo>
                  <a:pt x="17262" y="20423"/>
                  <a:pt x="17218" y="20482"/>
                  <a:pt x="17204" y="20526"/>
                </a:cubicBezTo>
                <a:cubicBezTo>
                  <a:pt x="17189" y="20497"/>
                  <a:pt x="17145" y="20452"/>
                  <a:pt x="17130" y="20408"/>
                </a:cubicBezTo>
                <a:cubicBezTo>
                  <a:pt x="17145" y="20364"/>
                  <a:pt x="17159" y="20305"/>
                  <a:pt x="17189" y="20261"/>
                </a:cubicBezTo>
                <a:close/>
                <a:moveTo>
                  <a:pt x="16968" y="20305"/>
                </a:moveTo>
                <a:cubicBezTo>
                  <a:pt x="16983" y="20349"/>
                  <a:pt x="16998" y="20379"/>
                  <a:pt x="17042" y="20423"/>
                </a:cubicBezTo>
                <a:cubicBezTo>
                  <a:pt x="17012" y="20482"/>
                  <a:pt x="16983" y="20526"/>
                  <a:pt x="16968" y="20570"/>
                </a:cubicBezTo>
                <a:lnTo>
                  <a:pt x="16909" y="20452"/>
                </a:lnTo>
                <a:cubicBezTo>
                  <a:pt x="16924" y="20408"/>
                  <a:pt x="16939" y="20364"/>
                  <a:pt x="16968" y="20305"/>
                </a:cubicBezTo>
                <a:close/>
                <a:moveTo>
                  <a:pt x="16630" y="20438"/>
                </a:moveTo>
                <a:cubicBezTo>
                  <a:pt x="16630" y="20452"/>
                  <a:pt x="16644" y="20482"/>
                  <a:pt x="16644" y="20511"/>
                </a:cubicBezTo>
                <a:cubicBezTo>
                  <a:pt x="16644" y="20555"/>
                  <a:pt x="16630" y="20570"/>
                  <a:pt x="16630" y="20600"/>
                </a:cubicBezTo>
                <a:cubicBezTo>
                  <a:pt x="16630" y="20585"/>
                  <a:pt x="16615" y="20570"/>
                  <a:pt x="16615" y="20526"/>
                </a:cubicBezTo>
                <a:cubicBezTo>
                  <a:pt x="16615" y="20497"/>
                  <a:pt x="16630" y="20452"/>
                  <a:pt x="16630" y="20438"/>
                </a:cubicBezTo>
                <a:close/>
                <a:moveTo>
                  <a:pt x="16792" y="20408"/>
                </a:moveTo>
                <a:lnTo>
                  <a:pt x="16836" y="20482"/>
                </a:lnTo>
                <a:cubicBezTo>
                  <a:pt x="16821" y="20511"/>
                  <a:pt x="16792" y="20555"/>
                  <a:pt x="16792" y="20600"/>
                </a:cubicBezTo>
                <a:cubicBezTo>
                  <a:pt x="16777" y="20570"/>
                  <a:pt x="16777" y="20541"/>
                  <a:pt x="16762" y="20511"/>
                </a:cubicBezTo>
                <a:cubicBezTo>
                  <a:pt x="16777" y="20482"/>
                  <a:pt x="16777" y="20438"/>
                  <a:pt x="16792" y="20408"/>
                </a:cubicBezTo>
                <a:close/>
                <a:moveTo>
                  <a:pt x="17939" y="20291"/>
                </a:moveTo>
                <a:cubicBezTo>
                  <a:pt x="17984" y="20320"/>
                  <a:pt x="18028" y="20364"/>
                  <a:pt x="18087" y="20408"/>
                </a:cubicBezTo>
                <a:cubicBezTo>
                  <a:pt x="18042" y="20482"/>
                  <a:pt x="18013" y="20526"/>
                  <a:pt x="17969" y="20600"/>
                </a:cubicBezTo>
                <a:cubicBezTo>
                  <a:pt x="17925" y="20570"/>
                  <a:pt x="17866" y="20526"/>
                  <a:pt x="17822" y="20482"/>
                </a:cubicBezTo>
                <a:cubicBezTo>
                  <a:pt x="17866" y="20423"/>
                  <a:pt x="17895" y="20349"/>
                  <a:pt x="17939" y="20291"/>
                </a:cubicBezTo>
                <a:close/>
                <a:moveTo>
                  <a:pt x="17601" y="20379"/>
                </a:moveTo>
                <a:lnTo>
                  <a:pt x="17733" y="20511"/>
                </a:lnTo>
                <a:cubicBezTo>
                  <a:pt x="17704" y="20570"/>
                  <a:pt x="17660" y="20644"/>
                  <a:pt x="17645" y="20688"/>
                </a:cubicBezTo>
                <a:lnTo>
                  <a:pt x="17513" y="20570"/>
                </a:lnTo>
                <a:cubicBezTo>
                  <a:pt x="17557" y="20511"/>
                  <a:pt x="17571" y="20438"/>
                  <a:pt x="17601" y="20379"/>
                </a:cubicBezTo>
                <a:close/>
                <a:moveTo>
                  <a:pt x="17336" y="20452"/>
                </a:moveTo>
                <a:cubicBezTo>
                  <a:pt x="17365" y="20497"/>
                  <a:pt x="17380" y="20526"/>
                  <a:pt x="17424" y="20570"/>
                </a:cubicBezTo>
                <a:cubicBezTo>
                  <a:pt x="17380" y="20629"/>
                  <a:pt x="17365" y="20673"/>
                  <a:pt x="17336" y="20732"/>
                </a:cubicBezTo>
                <a:cubicBezTo>
                  <a:pt x="17292" y="20703"/>
                  <a:pt x="17277" y="20658"/>
                  <a:pt x="17233" y="20600"/>
                </a:cubicBezTo>
                <a:cubicBezTo>
                  <a:pt x="17277" y="20570"/>
                  <a:pt x="17292" y="20511"/>
                  <a:pt x="17336" y="20452"/>
                </a:cubicBezTo>
                <a:close/>
                <a:moveTo>
                  <a:pt x="17071" y="20511"/>
                </a:moveTo>
                <a:cubicBezTo>
                  <a:pt x="17086" y="20541"/>
                  <a:pt x="17130" y="20585"/>
                  <a:pt x="17145" y="20614"/>
                </a:cubicBezTo>
                <a:cubicBezTo>
                  <a:pt x="17130" y="20673"/>
                  <a:pt x="17086" y="20732"/>
                  <a:pt x="17071" y="20776"/>
                </a:cubicBezTo>
                <a:cubicBezTo>
                  <a:pt x="17056" y="20732"/>
                  <a:pt x="17042" y="20688"/>
                  <a:pt x="16998" y="20658"/>
                </a:cubicBezTo>
                <a:cubicBezTo>
                  <a:pt x="17042" y="20629"/>
                  <a:pt x="17056" y="20570"/>
                  <a:pt x="17071" y="20511"/>
                </a:cubicBezTo>
                <a:close/>
                <a:moveTo>
                  <a:pt x="18131" y="20452"/>
                </a:moveTo>
                <a:cubicBezTo>
                  <a:pt x="18190" y="20497"/>
                  <a:pt x="18248" y="20526"/>
                  <a:pt x="18278" y="20570"/>
                </a:cubicBezTo>
                <a:cubicBezTo>
                  <a:pt x="18248" y="20644"/>
                  <a:pt x="18190" y="20688"/>
                  <a:pt x="18160" y="20776"/>
                </a:cubicBezTo>
                <a:cubicBezTo>
                  <a:pt x="18116" y="20747"/>
                  <a:pt x="18072" y="20688"/>
                  <a:pt x="18028" y="20658"/>
                </a:cubicBezTo>
                <a:cubicBezTo>
                  <a:pt x="18072" y="20585"/>
                  <a:pt x="18101" y="20526"/>
                  <a:pt x="18131" y="20452"/>
                </a:cubicBezTo>
                <a:close/>
                <a:moveTo>
                  <a:pt x="16600" y="20688"/>
                </a:moveTo>
                <a:cubicBezTo>
                  <a:pt x="16600" y="20717"/>
                  <a:pt x="16615" y="20732"/>
                  <a:pt x="16615" y="20747"/>
                </a:cubicBezTo>
                <a:cubicBezTo>
                  <a:pt x="16615" y="20776"/>
                  <a:pt x="16600" y="20791"/>
                  <a:pt x="16600" y="20806"/>
                </a:cubicBezTo>
                <a:cubicBezTo>
                  <a:pt x="16571" y="20791"/>
                  <a:pt x="16571" y="20776"/>
                  <a:pt x="16571" y="20747"/>
                </a:cubicBezTo>
                <a:cubicBezTo>
                  <a:pt x="16571" y="20732"/>
                  <a:pt x="16571" y="20717"/>
                  <a:pt x="16600" y="20688"/>
                </a:cubicBezTo>
                <a:close/>
                <a:moveTo>
                  <a:pt x="16850" y="20570"/>
                </a:moveTo>
                <a:cubicBezTo>
                  <a:pt x="16895" y="20600"/>
                  <a:pt x="16909" y="20644"/>
                  <a:pt x="16924" y="20673"/>
                </a:cubicBezTo>
                <a:cubicBezTo>
                  <a:pt x="16909" y="20717"/>
                  <a:pt x="16880" y="20776"/>
                  <a:pt x="16865" y="20806"/>
                </a:cubicBezTo>
                <a:lnTo>
                  <a:pt x="16821" y="20688"/>
                </a:lnTo>
                <a:cubicBezTo>
                  <a:pt x="16836" y="20658"/>
                  <a:pt x="16850" y="20600"/>
                  <a:pt x="16850" y="20570"/>
                </a:cubicBezTo>
                <a:close/>
                <a:moveTo>
                  <a:pt x="16703" y="20629"/>
                </a:moveTo>
                <a:cubicBezTo>
                  <a:pt x="16718" y="20658"/>
                  <a:pt x="16733" y="20673"/>
                  <a:pt x="16733" y="20717"/>
                </a:cubicBezTo>
                <a:cubicBezTo>
                  <a:pt x="16718" y="20747"/>
                  <a:pt x="16718" y="20791"/>
                  <a:pt x="16703" y="20820"/>
                </a:cubicBezTo>
                <a:cubicBezTo>
                  <a:pt x="16688" y="20791"/>
                  <a:pt x="16688" y="20776"/>
                  <a:pt x="16659" y="20732"/>
                </a:cubicBezTo>
                <a:cubicBezTo>
                  <a:pt x="16688" y="20703"/>
                  <a:pt x="16688" y="20658"/>
                  <a:pt x="16703" y="20629"/>
                </a:cubicBezTo>
                <a:close/>
                <a:moveTo>
                  <a:pt x="17792" y="20570"/>
                </a:moveTo>
                <a:cubicBezTo>
                  <a:pt x="17822" y="20600"/>
                  <a:pt x="17881" y="20644"/>
                  <a:pt x="17925" y="20673"/>
                </a:cubicBezTo>
                <a:cubicBezTo>
                  <a:pt x="17881" y="20732"/>
                  <a:pt x="17836" y="20806"/>
                  <a:pt x="17807" y="20865"/>
                </a:cubicBezTo>
                <a:cubicBezTo>
                  <a:pt x="17778" y="20820"/>
                  <a:pt x="17733" y="20791"/>
                  <a:pt x="17675" y="20747"/>
                </a:cubicBezTo>
                <a:cubicBezTo>
                  <a:pt x="17719" y="20688"/>
                  <a:pt x="17748" y="20629"/>
                  <a:pt x="17792" y="20570"/>
                </a:cubicBezTo>
                <a:close/>
                <a:moveTo>
                  <a:pt x="17483" y="20644"/>
                </a:moveTo>
                <a:cubicBezTo>
                  <a:pt x="17513" y="20673"/>
                  <a:pt x="17557" y="20717"/>
                  <a:pt x="17586" y="20776"/>
                </a:cubicBezTo>
                <a:cubicBezTo>
                  <a:pt x="17557" y="20820"/>
                  <a:pt x="17513" y="20879"/>
                  <a:pt x="17498" y="20953"/>
                </a:cubicBezTo>
                <a:cubicBezTo>
                  <a:pt x="17454" y="20894"/>
                  <a:pt x="17424" y="20865"/>
                  <a:pt x="17410" y="20820"/>
                </a:cubicBezTo>
                <a:cubicBezTo>
                  <a:pt x="17424" y="20747"/>
                  <a:pt x="17454" y="20703"/>
                  <a:pt x="17483" y="20644"/>
                </a:cubicBezTo>
                <a:close/>
                <a:moveTo>
                  <a:pt x="17218" y="20717"/>
                </a:moveTo>
                <a:cubicBezTo>
                  <a:pt x="17262" y="20747"/>
                  <a:pt x="17277" y="20791"/>
                  <a:pt x="17307" y="20820"/>
                </a:cubicBezTo>
                <a:cubicBezTo>
                  <a:pt x="17277" y="20879"/>
                  <a:pt x="17233" y="20938"/>
                  <a:pt x="17218" y="20997"/>
                </a:cubicBezTo>
                <a:cubicBezTo>
                  <a:pt x="17204" y="20953"/>
                  <a:pt x="17159" y="20923"/>
                  <a:pt x="17145" y="20879"/>
                </a:cubicBezTo>
                <a:cubicBezTo>
                  <a:pt x="17159" y="20820"/>
                  <a:pt x="17204" y="20776"/>
                  <a:pt x="17218" y="20717"/>
                </a:cubicBezTo>
                <a:close/>
                <a:moveTo>
                  <a:pt x="16983" y="20776"/>
                </a:moveTo>
                <a:cubicBezTo>
                  <a:pt x="16998" y="20806"/>
                  <a:pt x="17012" y="20850"/>
                  <a:pt x="17056" y="20879"/>
                </a:cubicBezTo>
                <a:cubicBezTo>
                  <a:pt x="17042" y="20938"/>
                  <a:pt x="17012" y="20968"/>
                  <a:pt x="16983" y="21026"/>
                </a:cubicBezTo>
                <a:lnTo>
                  <a:pt x="16924" y="20923"/>
                </a:lnTo>
                <a:cubicBezTo>
                  <a:pt x="16939" y="20865"/>
                  <a:pt x="16968" y="20820"/>
                  <a:pt x="16983" y="20776"/>
                </a:cubicBezTo>
                <a:close/>
                <a:moveTo>
                  <a:pt x="16644" y="20879"/>
                </a:moveTo>
                <a:cubicBezTo>
                  <a:pt x="16644" y="20894"/>
                  <a:pt x="16659" y="20938"/>
                  <a:pt x="16659" y="20953"/>
                </a:cubicBezTo>
                <a:cubicBezTo>
                  <a:pt x="16644" y="20982"/>
                  <a:pt x="16644" y="21012"/>
                  <a:pt x="16630" y="21041"/>
                </a:cubicBezTo>
                <a:cubicBezTo>
                  <a:pt x="16630" y="21026"/>
                  <a:pt x="16615" y="21012"/>
                  <a:pt x="16615" y="20968"/>
                </a:cubicBezTo>
                <a:cubicBezTo>
                  <a:pt x="16630" y="20938"/>
                  <a:pt x="16630" y="20894"/>
                  <a:pt x="16644" y="20879"/>
                </a:cubicBezTo>
                <a:close/>
                <a:moveTo>
                  <a:pt x="16792" y="20820"/>
                </a:moveTo>
                <a:cubicBezTo>
                  <a:pt x="16821" y="20865"/>
                  <a:pt x="16836" y="20879"/>
                  <a:pt x="16836" y="20923"/>
                </a:cubicBezTo>
                <a:cubicBezTo>
                  <a:pt x="16821" y="20953"/>
                  <a:pt x="16792" y="21012"/>
                  <a:pt x="16777" y="21041"/>
                </a:cubicBezTo>
                <a:cubicBezTo>
                  <a:pt x="16762" y="21012"/>
                  <a:pt x="16762" y="20982"/>
                  <a:pt x="16747" y="20953"/>
                </a:cubicBezTo>
                <a:cubicBezTo>
                  <a:pt x="16762" y="20894"/>
                  <a:pt x="16777" y="20865"/>
                  <a:pt x="16792" y="20820"/>
                </a:cubicBezTo>
                <a:close/>
                <a:moveTo>
                  <a:pt x="17969" y="20732"/>
                </a:moveTo>
                <a:cubicBezTo>
                  <a:pt x="18028" y="20776"/>
                  <a:pt x="18072" y="20806"/>
                  <a:pt x="18116" y="20865"/>
                </a:cubicBezTo>
                <a:cubicBezTo>
                  <a:pt x="18087" y="20938"/>
                  <a:pt x="18028" y="20982"/>
                  <a:pt x="17984" y="21056"/>
                </a:cubicBezTo>
                <a:cubicBezTo>
                  <a:pt x="17954" y="21012"/>
                  <a:pt x="17925" y="20968"/>
                  <a:pt x="17866" y="20938"/>
                </a:cubicBezTo>
                <a:cubicBezTo>
                  <a:pt x="17895" y="20865"/>
                  <a:pt x="17939" y="20806"/>
                  <a:pt x="17969" y="20732"/>
                </a:cubicBezTo>
                <a:close/>
                <a:moveTo>
                  <a:pt x="17645" y="20820"/>
                </a:moveTo>
                <a:lnTo>
                  <a:pt x="17778" y="20953"/>
                </a:lnTo>
                <a:cubicBezTo>
                  <a:pt x="17733" y="21012"/>
                  <a:pt x="17704" y="21085"/>
                  <a:pt x="17660" y="21144"/>
                </a:cubicBezTo>
                <a:cubicBezTo>
                  <a:pt x="17630" y="21085"/>
                  <a:pt x="17586" y="21041"/>
                  <a:pt x="17557" y="21012"/>
                </a:cubicBezTo>
                <a:cubicBezTo>
                  <a:pt x="17586" y="20953"/>
                  <a:pt x="17630" y="20879"/>
                  <a:pt x="17645" y="20820"/>
                </a:cubicBezTo>
                <a:close/>
                <a:moveTo>
                  <a:pt x="17351" y="20894"/>
                </a:moveTo>
                <a:cubicBezTo>
                  <a:pt x="17380" y="20938"/>
                  <a:pt x="17410" y="20968"/>
                  <a:pt x="17439" y="21012"/>
                </a:cubicBezTo>
                <a:cubicBezTo>
                  <a:pt x="17410" y="21071"/>
                  <a:pt x="17365" y="21115"/>
                  <a:pt x="17351" y="21174"/>
                </a:cubicBezTo>
                <a:cubicBezTo>
                  <a:pt x="17336" y="21144"/>
                  <a:pt x="17307" y="21115"/>
                  <a:pt x="17277" y="21085"/>
                </a:cubicBezTo>
                <a:cubicBezTo>
                  <a:pt x="17277" y="21071"/>
                  <a:pt x="17262" y="21071"/>
                  <a:pt x="17262" y="21041"/>
                </a:cubicBezTo>
                <a:cubicBezTo>
                  <a:pt x="17292" y="21012"/>
                  <a:pt x="17336" y="20953"/>
                  <a:pt x="17351" y="20894"/>
                </a:cubicBezTo>
                <a:close/>
                <a:moveTo>
                  <a:pt x="17115" y="20968"/>
                </a:moveTo>
                <a:cubicBezTo>
                  <a:pt x="17130" y="21012"/>
                  <a:pt x="17159" y="21041"/>
                  <a:pt x="17189" y="21085"/>
                </a:cubicBezTo>
                <a:cubicBezTo>
                  <a:pt x="17145" y="21115"/>
                  <a:pt x="17130" y="21174"/>
                  <a:pt x="17086" y="21232"/>
                </a:cubicBezTo>
                <a:lnTo>
                  <a:pt x="17042" y="21115"/>
                </a:lnTo>
                <a:cubicBezTo>
                  <a:pt x="17056" y="21056"/>
                  <a:pt x="17086" y="21012"/>
                  <a:pt x="17115" y="20968"/>
                </a:cubicBezTo>
                <a:close/>
                <a:moveTo>
                  <a:pt x="16571" y="21115"/>
                </a:moveTo>
                <a:cubicBezTo>
                  <a:pt x="16571" y="21144"/>
                  <a:pt x="16571" y="21159"/>
                  <a:pt x="16585" y="21174"/>
                </a:cubicBezTo>
                <a:cubicBezTo>
                  <a:pt x="16585" y="21188"/>
                  <a:pt x="16571" y="21232"/>
                  <a:pt x="16571" y="21247"/>
                </a:cubicBezTo>
                <a:cubicBezTo>
                  <a:pt x="16571" y="21232"/>
                  <a:pt x="16556" y="21218"/>
                  <a:pt x="16556" y="21188"/>
                </a:cubicBezTo>
                <a:cubicBezTo>
                  <a:pt x="16556" y="21174"/>
                  <a:pt x="16571" y="21144"/>
                  <a:pt x="16571" y="21115"/>
                </a:cubicBezTo>
                <a:close/>
                <a:moveTo>
                  <a:pt x="16718" y="21056"/>
                </a:moveTo>
                <a:cubicBezTo>
                  <a:pt x="16718" y="21100"/>
                  <a:pt x="16733" y="21115"/>
                  <a:pt x="16733" y="21159"/>
                </a:cubicBezTo>
                <a:cubicBezTo>
                  <a:pt x="16718" y="21188"/>
                  <a:pt x="16703" y="21232"/>
                  <a:pt x="16703" y="21262"/>
                </a:cubicBezTo>
                <a:cubicBezTo>
                  <a:pt x="16703" y="21232"/>
                  <a:pt x="16688" y="21203"/>
                  <a:pt x="16688" y="21174"/>
                </a:cubicBezTo>
                <a:cubicBezTo>
                  <a:pt x="16703" y="21144"/>
                  <a:pt x="16703" y="21100"/>
                  <a:pt x="16718" y="21056"/>
                </a:cubicBezTo>
                <a:close/>
                <a:moveTo>
                  <a:pt x="16895" y="21012"/>
                </a:moveTo>
                <a:lnTo>
                  <a:pt x="16939" y="21115"/>
                </a:lnTo>
                <a:cubicBezTo>
                  <a:pt x="16924" y="21174"/>
                  <a:pt x="16909" y="21218"/>
                  <a:pt x="16895" y="21262"/>
                </a:cubicBezTo>
                <a:cubicBezTo>
                  <a:pt x="16865" y="21232"/>
                  <a:pt x="16850" y="21188"/>
                  <a:pt x="16850" y="21159"/>
                </a:cubicBezTo>
                <a:cubicBezTo>
                  <a:pt x="16850" y="21100"/>
                  <a:pt x="16865" y="21056"/>
                  <a:pt x="16895" y="21012"/>
                </a:cubicBezTo>
                <a:close/>
                <a:moveTo>
                  <a:pt x="17822" y="21012"/>
                </a:moveTo>
                <a:cubicBezTo>
                  <a:pt x="17866" y="21041"/>
                  <a:pt x="17925" y="21085"/>
                  <a:pt x="17954" y="21144"/>
                </a:cubicBezTo>
                <a:cubicBezTo>
                  <a:pt x="17925" y="21218"/>
                  <a:pt x="17866" y="21262"/>
                  <a:pt x="17822" y="21335"/>
                </a:cubicBezTo>
                <a:cubicBezTo>
                  <a:pt x="17792" y="21262"/>
                  <a:pt x="17748" y="21232"/>
                  <a:pt x="17719" y="21188"/>
                </a:cubicBezTo>
                <a:cubicBezTo>
                  <a:pt x="17748" y="21144"/>
                  <a:pt x="17792" y="21071"/>
                  <a:pt x="17822" y="21012"/>
                </a:cubicBezTo>
                <a:close/>
                <a:moveTo>
                  <a:pt x="17498" y="21056"/>
                </a:moveTo>
                <a:cubicBezTo>
                  <a:pt x="17527" y="21100"/>
                  <a:pt x="17571" y="21144"/>
                  <a:pt x="17601" y="21188"/>
                </a:cubicBezTo>
                <a:cubicBezTo>
                  <a:pt x="17571" y="21247"/>
                  <a:pt x="17527" y="21321"/>
                  <a:pt x="17498" y="21380"/>
                </a:cubicBezTo>
                <a:cubicBezTo>
                  <a:pt x="17454" y="21335"/>
                  <a:pt x="17439" y="21306"/>
                  <a:pt x="17410" y="21247"/>
                </a:cubicBezTo>
                <a:cubicBezTo>
                  <a:pt x="17439" y="21188"/>
                  <a:pt x="17483" y="21144"/>
                  <a:pt x="17498" y="21056"/>
                </a:cubicBezTo>
                <a:close/>
                <a:moveTo>
                  <a:pt x="17218" y="21144"/>
                </a:moveTo>
                <a:cubicBezTo>
                  <a:pt x="17233" y="21174"/>
                  <a:pt x="17277" y="21218"/>
                  <a:pt x="17307" y="21247"/>
                </a:cubicBezTo>
                <a:cubicBezTo>
                  <a:pt x="17277" y="21306"/>
                  <a:pt x="17262" y="21350"/>
                  <a:pt x="17218" y="21409"/>
                </a:cubicBezTo>
                <a:cubicBezTo>
                  <a:pt x="17204" y="21394"/>
                  <a:pt x="17204" y="21380"/>
                  <a:pt x="17189" y="21350"/>
                </a:cubicBezTo>
                <a:cubicBezTo>
                  <a:pt x="17159" y="21335"/>
                  <a:pt x="17159" y="21321"/>
                  <a:pt x="17145" y="21306"/>
                </a:cubicBezTo>
                <a:cubicBezTo>
                  <a:pt x="17159" y="21247"/>
                  <a:pt x="17204" y="21188"/>
                  <a:pt x="17218" y="21144"/>
                </a:cubicBezTo>
                <a:close/>
                <a:moveTo>
                  <a:pt x="16983" y="21218"/>
                </a:moveTo>
                <a:lnTo>
                  <a:pt x="17042" y="21321"/>
                </a:lnTo>
                <a:cubicBezTo>
                  <a:pt x="17012" y="21380"/>
                  <a:pt x="16983" y="21424"/>
                  <a:pt x="16968" y="21468"/>
                </a:cubicBezTo>
                <a:lnTo>
                  <a:pt x="16909" y="21365"/>
                </a:lnTo>
                <a:cubicBezTo>
                  <a:pt x="16939" y="21306"/>
                  <a:pt x="16968" y="21247"/>
                  <a:pt x="16983" y="21218"/>
                </a:cubicBezTo>
                <a:close/>
                <a:moveTo>
                  <a:pt x="16644" y="21321"/>
                </a:moveTo>
                <a:cubicBezTo>
                  <a:pt x="16644" y="21335"/>
                  <a:pt x="16674" y="21380"/>
                  <a:pt x="16674" y="21394"/>
                </a:cubicBezTo>
                <a:cubicBezTo>
                  <a:pt x="16644" y="21424"/>
                  <a:pt x="16644" y="21468"/>
                  <a:pt x="16630" y="21483"/>
                </a:cubicBezTo>
                <a:cubicBezTo>
                  <a:pt x="16615" y="21453"/>
                  <a:pt x="16615" y="21424"/>
                  <a:pt x="16615" y="21409"/>
                </a:cubicBezTo>
                <a:cubicBezTo>
                  <a:pt x="16630" y="21380"/>
                  <a:pt x="16630" y="21335"/>
                  <a:pt x="16644" y="21321"/>
                </a:cubicBezTo>
                <a:close/>
                <a:moveTo>
                  <a:pt x="16792" y="21262"/>
                </a:moveTo>
                <a:cubicBezTo>
                  <a:pt x="16806" y="21306"/>
                  <a:pt x="16836" y="21335"/>
                  <a:pt x="16836" y="21365"/>
                </a:cubicBezTo>
                <a:cubicBezTo>
                  <a:pt x="16821" y="21394"/>
                  <a:pt x="16792" y="21453"/>
                  <a:pt x="16777" y="21483"/>
                </a:cubicBezTo>
                <a:cubicBezTo>
                  <a:pt x="16762" y="21453"/>
                  <a:pt x="16762" y="21409"/>
                  <a:pt x="16733" y="21394"/>
                </a:cubicBezTo>
                <a:cubicBezTo>
                  <a:pt x="16762" y="21365"/>
                  <a:pt x="16777" y="21306"/>
                  <a:pt x="16792" y="21262"/>
                </a:cubicBezTo>
                <a:close/>
                <a:moveTo>
                  <a:pt x="17660" y="21262"/>
                </a:moveTo>
                <a:cubicBezTo>
                  <a:pt x="17704" y="21306"/>
                  <a:pt x="17733" y="21365"/>
                  <a:pt x="17763" y="21394"/>
                </a:cubicBezTo>
                <a:cubicBezTo>
                  <a:pt x="17733" y="21453"/>
                  <a:pt x="17675" y="21527"/>
                  <a:pt x="17645" y="21586"/>
                </a:cubicBezTo>
                <a:cubicBezTo>
                  <a:pt x="17630" y="21541"/>
                  <a:pt x="17586" y="21483"/>
                  <a:pt x="17557" y="21453"/>
                </a:cubicBezTo>
                <a:cubicBezTo>
                  <a:pt x="17586" y="21394"/>
                  <a:pt x="17630" y="21321"/>
                  <a:pt x="17660" y="21262"/>
                </a:cubicBezTo>
                <a:close/>
                <a:moveTo>
                  <a:pt x="17365" y="21335"/>
                </a:moveTo>
                <a:cubicBezTo>
                  <a:pt x="17410" y="21380"/>
                  <a:pt x="17424" y="21409"/>
                  <a:pt x="17454" y="21468"/>
                </a:cubicBezTo>
                <a:lnTo>
                  <a:pt x="17351" y="21630"/>
                </a:lnTo>
                <a:cubicBezTo>
                  <a:pt x="17307" y="21600"/>
                  <a:pt x="17292" y="21541"/>
                  <a:pt x="17277" y="21512"/>
                </a:cubicBezTo>
                <a:cubicBezTo>
                  <a:pt x="17307" y="21453"/>
                  <a:pt x="17336" y="21394"/>
                  <a:pt x="17365" y="21335"/>
                </a:cubicBezTo>
                <a:close/>
                <a:moveTo>
                  <a:pt x="17086" y="21394"/>
                </a:moveTo>
                <a:cubicBezTo>
                  <a:pt x="17096" y="21394"/>
                  <a:pt x="17099" y="21401"/>
                  <a:pt x="17096" y="21401"/>
                </a:cubicBezTo>
                <a:cubicBezTo>
                  <a:pt x="17094" y="21401"/>
                  <a:pt x="17091" y="21399"/>
                  <a:pt x="17086" y="21394"/>
                </a:cubicBezTo>
                <a:lnTo>
                  <a:pt x="17086" y="21394"/>
                </a:lnTo>
                <a:cubicBezTo>
                  <a:pt x="17130" y="21453"/>
                  <a:pt x="17145" y="21468"/>
                  <a:pt x="17159" y="21512"/>
                </a:cubicBezTo>
                <a:cubicBezTo>
                  <a:pt x="17130" y="21556"/>
                  <a:pt x="17115" y="21615"/>
                  <a:pt x="17071" y="21674"/>
                </a:cubicBezTo>
                <a:cubicBezTo>
                  <a:pt x="17071" y="21659"/>
                  <a:pt x="17056" y="21659"/>
                  <a:pt x="17056" y="21630"/>
                </a:cubicBezTo>
                <a:cubicBezTo>
                  <a:pt x="17042" y="21600"/>
                  <a:pt x="17012" y="21586"/>
                  <a:pt x="17012" y="21541"/>
                </a:cubicBezTo>
                <a:cubicBezTo>
                  <a:pt x="17042" y="21512"/>
                  <a:pt x="17071" y="21453"/>
                  <a:pt x="17086" y="21394"/>
                </a:cubicBezTo>
                <a:close/>
                <a:moveTo>
                  <a:pt x="16556" y="21556"/>
                </a:moveTo>
                <a:cubicBezTo>
                  <a:pt x="16556" y="21586"/>
                  <a:pt x="16556" y="21600"/>
                  <a:pt x="16571" y="21615"/>
                </a:cubicBezTo>
                <a:cubicBezTo>
                  <a:pt x="16571" y="21630"/>
                  <a:pt x="16556" y="21674"/>
                  <a:pt x="16556" y="21689"/>
                </a:cubicBezTo>
                <a:cubicBezTo>
                  <a:pt x="16541" y="21674"/>
                  <a:pt x="16541" y="21659"/>
                  <a:pt x="16541" y="21630"/>
                </a:cubicBezTo>
                <a:cubicBezTo>
                  <a:pt x="16541" y="21615"/>
                  <a:pt x="16556" y="21586"/>
                  <a:pt x="16556" y="21556"/>
                </a:cubicBezTo>
                <a:close/>
                <a:moveTo>
                  <a:pt x="16688" y="21512"/>
                </a:moveTo>
                <a:cubicBezTo>
                  <a:pt x="16703" y="21541"/>
                  <a:pt x="16718" y="21556"/>
                  <a:pt x="16718" y="21600"/>
                </a:cubicBezTo>
                <a:lnTo>
                  <a:pt x="16674" y="21703"/>
                </a:lnTo>
                <a:cubicBezTo>
                  <a:pt x="16674" y="21674"/>
                  <a:pt x="16644" y="21644"/>
                  <a:pt x="16644" y="21615"/>
                </a:cubicBezTo>
                <a:cubicBezTo>
                  <a:pt x="16674" y="21586"/>
                  <a:pt x="16688" y="21541"/>
                  <a:pt x="16688" y="21512"/>
                </a:cubicBezTo>
                <a:close/>
                <a:moveTo>
                  <a:pt x="16865" y="21453"/>
                </a:moveTo>
                <a:lnTo>
                  <a:pt x="16924" y="21556"/>
                </a:lnTo>
                <a:cubicBezTo>
                  <a:pt x="16909" y="21615"/>
                  <a:pt x="16865" y="21659"/>
                  <a:pt x="16850" y="21703"/>
                </a:cubicBezTo>
                <a:cubicBezTo>
                  <a:pt x="16836" y="21674"/>
                  <a:pt x="16836" y="21630"/>
                  <a:pt x="16806" y="21600"/>
                </a:cubicBezTo>
                <a:cubicBezTo>
                  <a:pt x="16836" y="21541"/>
                  <a:pt x="16850" y="21512"/>
                  <a:pt x="16865" y="21453"/>
                </a:cubicBezTo>
                <a:close/>
                <a:moveTo>
                  <a:pt x="17513" y="21527"/>
                </a:moveTo>
                <a:cubicBezTo>
                  <a:pt x="17557" y="21556"/>
                  <a:pt x="17586" y="21615"/>
                  <a:pt x="17616" y="21644"/>
                </a:cubicBezTo>
                <a:cubicBezTo>
                  <a:pt x="17586" y="21703"/>
                  <a:pt x="17542" y="21777"/>
                  <a:pt x="17498" y="21836"/>
                </a:cubicBezTo>
                <a:cubicBezTo>
                  <a:pt x="17454" y="21777"/>
                  <a:pt x="17424" y="21747"/>
                  <a:pt x="17410" y="21689"/>
                </a:cubicBezTo>
                <a:lnTo>
                  <a:pt x="17513" y="21527"/>
                </a:lnTo>
                <a:close/>
                <a:moveTo>
                  <a:pt x="17218" y="21586"/>
                </a:moveTo>
                <a:cubicBezTo>
                  <a:pt x="17233" y="21615"/>
                  <a:pt x="17277" y="21659"/>
                  <a:pt x="17292" y="21703"/>
                </a:cubicBezTo>
                <a:cubicBezTo>
                  <a:pt x="17262" y="21762"/>
                  <a:pt x="17233" y="21821"/>
                  <a:pt x="17204" y="21880"/>
                </a:cubicBezTo>
                <a:cubicBezTo>
                  <a:pt x="17189" y="21836"/>
                  <a:pt x="17145" y="21792"/>
                  <a:pt x="17130" y="21747"/>
                </a:cubicBezTo>
                <a:cubicBezTo>
                  <a:pt x="17159" y="21689"/>
                  <a:pt x="17174" y="21630"/>
                  <a:pt x="17218" y="21586"/>
                </a:cubicBezTo>
                <a:close/>
                <a:moveTo>
                  <a:pt x="16497" y="21836"/>
                </a:moveTo>
                <a:lnTo>
                  <a:pt x="16497" y="21850"/>
                </a:lnTo>
                <a:cubicBezTo>
                  <a:pt x="16497" y="21880"/>
                  <a:pt x="16482" y="21895"/>
                  <a:pt x="16482" y="21895"/>
                </a:cubicBezTo>
                <a:lnTo>
                  <a:pt x="16482" y="21880"/>
                </a:lnTo>
                <a:cubicBezTo>
                  <a:pt x="16482" y="21850"/>
                  <a:pt x="16482" y="21836"/>
                  <a:pt x="16497" y="21836"/>
                </a:cubicBezTo>
                <a:close/>
                <a:moveTo>
                  <a:pt x="16983" y="21659"/>
                </a:moveTo>
                <a:cubicBezTo>
                  <a:pt x="16983" y="21674"/>
                  <a:pt x="16998" y="21674"/>
                  <a:pt x="16998" y="21689"/>
                </a:cubicBezTo>
                <a:cubicBezTo>
                  <a:pt x="17012" y="21703"/>
                  <a:pt x="17042" y="21747"/>
                  <a:pt x="17042" y="21762"/>
                </a:cubicBezTo>
                <a:cubicBezTo>
                  <a:pt x="16998" y="21821"/>
                  <a:pt x="16983" y="21880"/>
                  <a:pt x="16939" y="21909"/>
                </a:cubicBezTo>
                <a:lnTo>
                  <a:pt x="16895" y="21806"/>
                </a:lnTo>
                <a:cubicBezTo>
                  <a:pt x="16924" y="21747"/>
                  <a:pt x="16939" y="21689"/>
                  <a:pt x="16983" y="21659"/>
                </a:cubicBezTo>
                <a:close/>
                <a:moveTo>
                  <a:pt x="16615" y="21762"/>
                </a:moveTo>
                <a:cubicBezTo>
                  <a:pt x="16615" y="21777"/>
                  <a:pt x="16630" y="21821"/>
                  <a:pt x="16630" y="21836"/>
                </a:cubicBezTo>
                <a:cubicBezTo>
                  <a:pt x="16615" y="21880"/>
                  <a:pt x="16615" y="21909"/>
                  <a:pt x="16600" y="21924"/>
                </a:cubicBezTo>
                <a:cubicBezTo>
                  <a:pt x="16600" y="21909"/>
                  <a:pt x="16571" y="21880"/>
                  <a:pt x="16571" y="21850"/>
                </a:cubicBezTo>
                <a:cubicBezTo>
                  <a:pt x="16600" y="21821"/>
                  <a:pt x="16600" y="21777"/>
                  <a:pt x="16615" y="21762"/>
                </a:cubicBezTo>
                <a:close/>
                <a:moveTo>
                  <a:pt x="16777" y="21703"/>
                </a:moveTo>
                <a:cubicBezTo>
                  <a:pt x="16777" y="21733"/>
                  <a:pt x="16792" y="21762"/>
                  <a:pt x="16821" y="21792"/>
                </a:cubicBezTo>
                <a:cubicBezTo>
                  <a:pt x="16792" y="21836"/>
                  <a:pt x="16777" y="21895"/>
                  <a:pt x="16762" y="21924"/>
                </a:cubicBezTo>
                <a:cubicBezTo>
                  <a:pt x="16747" y="21895"/>
                  <a:pt x="16747" y="21865"/>
                  <a:pt x="16718" y="21836"/>
                </a:cubicBezTo>
                <a:cubicBezTo>
                  <a:pt x="16733" y="21792"/>
                  <a:pt x="16762" y="21747"/>
                  <a:pt x="16777" y="21703"/>
                </a:cubicBezTo>
                <a:close/>
                <a:moveTo>
                  <a:pt x="17351" y="21777"/>
                </a:moveTo>
                <a:cubicBezTo>
                  <a:pt x="17380" y="21821"/>
                  <a:pt x="17410" y="21880"/>
                  <a:pt x="17439" y="21909"/>
                </a:cubicBezTo>
                <a:cubicBezTo>
                  <a:pt x="17410" y="21939"/>
                  <a:pt x="17380" y="21998"/>
                  <a:pt x="17351" y="22042"/>
                </a:cubicBezTo>
                <a:cubicBezTo>
                  <a:pt x="17336" y="22057"/>
                  <a:pt x="17336" y="22071"/>
                  <a:pt x="17307" y="22086"/>
                </a:cubicBezTo>
                <a:cubicBezTo>
                  <a:pt x="17292" y="22057"/>
                  <a:pt x="17262" y="22012"/>
                  <a:pt x="17233" y="21968"/>
                </a:cubicBezTo>
                <a:cubicBezTo>
                  <a:pt x="17277" y="21895"/>
                  <a:pt x="17307" y="21836"/>
                  <a:pt x="17351" y="21777"/>
                </a:cubicBezTo>
                <a:close/>
                <a:moveTo>
                  <a:pt x="17086" y="21836"/>
                </a:moveTo>
                <a:cubicBezTo>
                  <a:pt x="17101" y="21880"/>
                  <a:pt x="17130" y="21909"/>
                  <a:pt x="17159" y="21954"/>
                </a:cubicBezTo>
                <a:cubicBezTo>
                  <a:pt x="17130" y="21998"/>
                  <a:pt x="17086" y="22057"/>
                  <a:pt x="17071" y="22115"/>
                </a:cubicBezTo>
                <a:cubicBezTo>
                  <a:pt x="17042" y="22071"/>
                  <a:pt x="17012" y="22042"/>
                  <a:pt x="16998" y="21998"/>
                </a:cubicBezTo>
                <a:cubicBezTo>
                  <a:pt x="17042" y="21954"/>
                  <a:pt x="17056" y="21895"/>
                  <a:pt x="17086" y="21836"/>
                </a:cubicBezTo>
                <a:close/>
                <a:moveTo>
                  <a:pt x="16512" y="22027"/>
                </a:moveTo>
                <a:cubicBezTo>
                  <a:pt x="16512" y="22042"/>
                  <a:pt x="16512" y="22057"/>
                  <a:pt x="16541" y="22071"/>
                </a:cubicBezTo>
                <a:cubicBezTo>
                  <a:pt x="16512" y="22101"/>
                  <a:pt x="16512" y="22130"/>
                  <a:pt x="16497" y="22145"/>
                </a:cubicBezTo>
                <a:lnTo>
                  <a:pt x="16497" y="22101"/>
                </a:lnTo>
                <a:cubicBezTo>
                  <a:pt x="16497" y="22071"/>
                  <a:pt x="16512" y="22042"/>
                  <a:pt x="16512" y="22027"/>
                </a:cubicBezTo>
                <a:close/>
                <a:moveTo>
                  <a:pt x="16674" y="21954"/>
                </a:moveTo>
                <a:cubicBezTo>
                  <a:pt x="16688" y="21983"/>
                  <a:pt x="16688" y="21998"/>
                  <a:pt x="16703" y="22042"/>
                </a:cubicBezTo>
                <a:lnTo>
                  <a:pt x="16644" y="22145"/>
                </a:lnTo>
                <a:cubicBezTo>
                  <a:pt x="16644" y="22115"/>
                  <a:pt x="16630" y="22086"/>
                  <a:pt x="16630" y="22057"/>
                </a:cubicBezTo>
                <a:cubicBezTo>
                  <a:pt x="16630" y="22042"/>
                  <a:pt x="16644" y="21983"/>
                  <a:pt x="16674" y="21954"/>
                </a:cubicBezTo>
                <a:close/>
                <a:moveTo>
                  <a:pt x="16850" y="21895"/>
                </a:moveTo>
                <a:cubicBezTo>
                  <a:pt x="16865" y="21909"/>
                  <a:pt x="16865" y="21924"/>
                  <a:pt x="16865" y="21954"/>
                </a:cubicBezTo>
                <a:cubicBezTo>
                  <a:pt x="16865" y="21968"/>
                  <a:pt x="16880" y="21983"/>
                  <a:pt x="16880" y="21998"/>
                </a:cubicBezTo>
                <a:cubicBezTo>
                  <a:pt x="16865" y="22057"/>
                  <a:pt x="16836" y="22101"/>
                  <a:pt x="16806" y="22145"/>
                </a:cubicBezTo>
                <a:cubicBezTo>
                  <a:pt x="16792" y="22115"/>
                  <a:pt x="16792" y="22071"/>
                  <a:pt x="16777" y="22042"/>
                </a:cubicBezTo>
                <a:cubicBezTo>
                  <a:pt x="16792" y="21983"/>
                  <a:pt x="16836" y="21954"/>
                  <a:pt x="16850" y="21895"/>
                </a:cubicBezTo>
                <a:close/>
                <a:moveTo>
                  <a:pt x="16453" y="22263"/>
                </a:moveTo>
                <a:lnTo>
                  <a:pt x="16453" y="22292"/>
                </a:lnTo>
                <a:cubicBezTo>
                  <a:pt x="16453" y="22307"/>
                  <a:pt x="16424" y="22336"/>
                  <a:pt x="16424" y="22336"/>
                </a:cubicBezTo>
                <a:lnTo>
                  <a:pt x="16424" y="22321"/>
                </a:lnTo>
                <a:cubicBezTo>
                  <a:pt x="16424" y="22292"/>
                  <a:pt x="16453" y="22277"/>
                  <a:pt x="16453" y="22263"/>
                </a:cubicBezTo>
                <a:close/>
                <a:moveTo>
                  <a:pt x="17204" y="22042"/>
                </a:moveTo>
                <a:cubicBezTo>
                  <a:pt x="17218" y="22071"/>
                  <a:pt x="17248" y="22115"/>
                  <a:pt x="17277" y="22160"/>
                </a:cubicBezTo>
                <a:lnTo>
                  <a:pt x="17159" y="22336"/>
                </a:lnTo>
                <a:cubicBezTo>
                  <a:pt x="17145" y="22292"/>
                  <a:pt x="17130" y="22263"/>
                  <a:pt x="17086" y="22204"/>
                </a:cubicBezTo>
                <a:lnTo>
                  <a:pt x="17204" y="22042"/>
                </a:lnTo>
                <a:close/>
                <a:moveTo>
                  <a:pt x="16556" y="22189"/>
                </a:moveTo>
                <a:cubicBezTo>
                  <a:pt x="16556" y="22204"/>
                  <a:pt x="16571" y="22248"/>
                  <a:pt x="16571" y="22263"/>
                </a:cubicBezTo>
                <a:lnTo>
                  <a:pt x="16538" y="22340"/>
                </a:lnTo>
                <a:cubicBezTo>
                  <a:pt x="16538" y="22329"/>
                  <a:pt x="16534" y="22314"/>
                  <a:pt x="16527" y="22292"/>
                </a:cubicBezTo>
                <a:cubicBezTo>
                  <a:pt x="16541" y="22263"/>
                  <a:pt x="16541" y="22218"/>
                  <a:pt x="16556" y="22189"/>
                </a:cubicBezTo>
                <a:close/>
                <a:moveTo>
                  <a:pt x="16718" y="22145"/>
                </a:moveTo>
                <a:cubicBezTo>
                  <a:pt x="16733" y="22160"/>
                  <a:pt x="16762" y="22204"/>
                  <a:pt x="16762" y="22218"/>
                </a:cubicBezTo>
                <a:lnTo>
                  <a:pt x="16762" y="22248"/>
                </a:lnTo>
                <a:cubicBezTo>
                  <a:pt x="16747" y="22277"/>
                  <a:pt x="16703" y="22336"/>
                  <a:pt x="16688" y="22366"/>
                </a:cubicBezTo>
                <a:cubicBezTo>
                  <a:pt x="16674" y="22336"/>
                  <a:pt x="16674" y="22292"/>
                  <a:pt x="16674" y="22277"/>
                </a:cubicBezTo>
                <a:cubicBezTo>
                  <a:pt x="16688" y="22248"/>
                  <a:pt x="16703" y="22189"/>
                  <a:pt x="16718" y="22145"/>
                </a:cubicBezTo>
                <a:close/>
                <a:moveTo>
                  <a:pt x="16968" y="22101"/>
                </a:moveTo>
                <a:cubicBezTo>
                  <a:pt x="16968" y="22130"/>
                  <a:pt x="16983" y="22160"/>
                  <a:pt x="16998" y="22204"/>
                </a:cubicBezTo>
                <a:cubicBezTo>
                  <a:pt x="16968" y="22263"/>
                  <a:pt x="16939" y="22321"/>
                  <a:pt x="16909" y="22366"/>
                </a:cubicBezTo>
                <a:cubicBezTo>
                  <a:pt x="16895" y="22336"/>
                  <a:pt x="16865" y="22292"/>
                  <a:pt x="16865" y="22263"/>
                </a:cubicBezTo>
                <a:cubicBezTo>
                  <a:pt x="16909" y="22204"/>
                  <a:pt x="16924" y="22145"/>
                  <a:pt x="16968" y="22101"/>
                </a:cubicBezTo>
                <a:close/>
                <a:moveTo>
                  <a:pt x="17042" y="22277"/>
                </a:moveTo>
                <a:cubicBezTo>
                  <a:pt x="17056" y="22321"/>
                  <a:pt x="17071" y="22351"/>
                  <a:pt x="17115" y="22395"/>
                </a:cubicBezTo>
                <a:lnTo>
                  <a:pt x="16998" y="22557"/>
                </a:lnTo>
                <a:lnTo>
                  <a:pt x="16939" y="22439"/>
                </a:lnTo>
                <a:cubicBezTo>
                  <a:pt x="16983" y="22395"/>
                  <a:pt x="17012" y="22336"/>
                  <a:pt x="17042" y="22277"/>
                </a:cubicBezTo>
                <a:close/>
                <a:moveTo>
                  <a:pt x="16482" y="22454"/>
                </a:moveTo>
                <a:cubicBezTo>
                  <a:pt x="16482" y="22483"/>
                  <a:pt x="16482" y="22498"/>
                  <a:pt x="16497" y="22513"/>
                </a:cubicBezTo>
                <a:cubicBezTo>
                  <a:pt x="16482" y="22527"/>
                  <a:pt x="16482" y="22572"/>
                  <a:pt x="16468" y="22586"/>
                </a:cubicBezTo>
                <a:cubicBezTo>
                  <a:pt x="16453" y="22572"/>
                  <a:pt x="16453" y="22557"/>
                  <a:pt x="16453" y="22527"/>
                </a:cubicBezTo>
                <a:cubicBezTo>
                  <a:pt x="16468" y="22513"/>
                  <a:pt x="16468" y="22483"/>
                  <a:pt x="16482" y="22454"/>
                </a:cubicBezTo>
                <a:close/>
                <a:moveTo>
                  <a:pt x="16792" y="22336"/>
                </a:moveTo>
                <a:cubicBezTo>
                  <a:pt x="16836" y="22366"/>
                  <a:pt x="16836" y="22410"/>
                  <a:pt x="16850" y="22439"/>
                </a:cubicBezTo>
                <a:cubicBezTo>
                  <a:pt x="16821" y="22498"/>
                  <a:pt x="16792" y="22527"/>
                  <a:pt x="16762" y="22586"/>
                </a:cubicBezTo>
                <a:cubicBezTo>
                  <a:pt x="16747" y="22557"/>
                  <a:pt x="16747" y="22513"/>
                  <a:pt x="16718" y="22483"/>
                </a:cubicBezTo>
                <a:cubicBezTo>
                  <a:pt x="16733" y="22424"/>
                  <a:pt x="16777" y="22395"/>
                  <a:pt x="16792" y="22336"/>
                </a:cubicBezTo>
                <a:close/>
                <a:moveTo>
                  <a:pt x="16615" y="22395"/>
                </a:moveTo>
                <a:cubicBezTo>
                  <a:pt x="16615" y="22424"/>
                  <a:pt x="16630" y="22439"/>
                  <a:pt x="16630" y="22483"/>
                </a:cubicBezTo>
                <a:cubicBezTo>
                  <a:pt x="16615" y="22513"/>
                  <a:pt x="16585" y="22557"/>
                  <a:pt x="16571" y="22616"/>
                </a:cubicBezTo>
                <a:cubicBezTo>
                  <a:pt x="16571" y="22572"/>
                  <a:pt x="16571" y="22527"/>
                  <a:pt x="16556" y="22513"/>
                </a:cubicBezTo>
                <a:cubicBezTo>
                  <a:pt x="16571" y="22483"/>
                  <a:pt x="16600" y="22439"/>
                  <a:pt x="16615" y="22395"/>
                </a:cubicBezTo>
                <a:close/>
                <a:moveTo>
                  <a:pt x="16365" y="22704"/>
                </a:moveTo>
                <a:lnTo>
                  <a:pt x="16365" y="22719"/>
                </a:lnTo>
                <a:cubicBezTo>
                  <a:pt x="16365" y="22733"/>
                  <a:pt x="16350" y="22748"/>
                  <a:pt x="16350" y="22778"/>
                </a:cubicBezTo>
                <a:lnTo>
                  <a:pt x="16350" y="22763"/>
                </a:lnTo>
                <a:cubicBezTo>
                  <a:pt x="16350" y="22733"/>
                  <a:pt x="16365" y="22719"/>
                  <a:pt x="16365" y="22704"/>
                </a:cubicBezTo>
                <a:close/>
                <a:moveTo>
                  <a:pt x="16497" y="22630"/>
                </a:moveTo>
                <a:cubicBezTo>
                  <a:pt x="16497" y="22645"/>
                  <a:pt x="16512" y="22689"/>
                  <a:pt x="16512" y="22704"/>
                </a:cubicBezTo>
                <a:lnTo>
                  <a:pt x="16468" y="22807"/>
                </a:lnTo>
                <a:lnTo>
                  <a:pt x="16468" y="22733"/>
                </a:lnTo>
                <a:cubicBezTo>
                  <a:pt x="16482" y="22704"/>
                  <a:pt x="16497" y="22660"/>
                  <a:pt x="16497" y="22630"/>
                </a:cubicBezTo>
                <a:close/>
                <a:moveTo>
                  <a:pt x="16688" y="22586"/>
                </a:moveTo>
                <a:cubicBezTo>
                  <a:pt x="16703" y="22630"/>
                  <a:pt x="16703" y="22660"/>
                  <a:pt x="16718" y="22689"/>
                </a:cubicBezTo>
                <a:cubicBezTo>
                  <a:pt x="16703" y="22719"/>
                  <a:pt x="16674" y="22778"/>
                  <a:pt x="16644" y="22807"/>
                </a:cubicBezTo>
                <a:cubicBezTo>
                  <a:pt x="16644" y="22792"/>
                  <a:pt x="16630" y="22748"/>
                  <a:pt x="16630" y="22733"/>
                </a:cubicBezTo>
                <a:cubicBezTo>
                  <a:pt x="16615" y="22733"/>
                  <a:pt x="16615" y="22733"/>
                  <a:pt x="16615" y="22719"/>
                </a:cubicBezTo>
                <a:cubicBezTo>
                  <a:pt x="16630" y="22689"/>
                  <a:pt x="16674" y="22630"/>
                  <a:pt x="16688" y="22586"/>
                </a:cubicBezTo>
                <a:close/>
                <a:moveTo>
                  <a:pt x="16895" y="22542"/>
                </a:moveTo>
                <a:lnTo>
                  <a:pt x="16939" y="22645"/>
                </a:lnTo>
                <a:lnTo>
                  <a:pt x="16836" y="22807"/>
                </a:lnTo>
                <a:cubicBezTo>
                  <a:pt x="16821" y="22778"/>
                  <a:pt x="16821" y="22733"/>
                  <a:pt x="16792" y="22704"/>
                </a:cubicBezTo>
                <a:cubicBezTo>
                  <a:pt x="16836" y="22645"/>
                  <a:pt x="16850" y="22586"/>
                  <a:pt x="16895" y="22542"/>
                </a:cubicBezTo>
                <a:close/>
                <a:moveTo>
                  <a:pt x="16409" y="22881"/>
                </a:moveTo>
                <a:lnTo>
                  <a:pt x="16409" y="22940"/>
                </a:lnTo>
                <a:cubicBezTo>
                  <a:pt x="16394" y="22984"/>
                  <a:pt x="16394" y="22998"/>
                  <a:pt x="16365" y="23028"/>
                </a:cubicBezTo>
                <a:lnTo>
                  <a:pt x="16365" y="22984"/>
                </a:lnTo>
                <a:cubicBezTo>
                  <a:pt x="16394" y="22940"/>
                  <a:pt x="16394" y="22925"/>
                  <a:pt x="16409" y="22881"/>
                </a:cubicBezTo>
                <a:close/>
                <a:moveTo>
                  <a:pt x="16762" y="22778"/>
                </a:moveTo>
                <a:cubicBezTo>
                  <a:pt x="16762" y="22836"/>
                  <a:pt x="16777" y="22851"/>
                  <a:pt x="16792" y="22881"/>
                </a:cubicBezTo>
                <a:cubicBezTo>
                  <a:pt x="16762" y="22940"/>
                  <a:pt x="16747" y="22984"/>
                  <a:pt x="16703" y="23028"/>
                </a:cubicBezTo>
                <a:cubicBezTo>
                  <a:pt x="16688" y="22998"/>
                  <a:pt x="16688" y="22954"/>
                  <a:pt x="16674" y="22925"/>
                </a:cubicBezTo>
                <a:cubicBezTo>
                  <a:pt x="16703" y="22866"/>
                  <a:pt x="16718" y="22836"/>
                  <a:pt x="16762" y="22778"/>
                </a:cubicBezTo>
                <a:close/>
                <a:moveTo>
                  <a:pt x="16556" y="22836"/>
                </a:moveTo>
                <a:cubicBezTo>
                  <a:pt x="16556" y="22866"/>
                  <a:pt x="16571" y="22881"/>
                  <a:pt x="16571" y="22925"/>
                </a:cubicBezTo>
                <a:cubicBezTo>
                  <a:pt x="16556" y="22954"/>
                  <a:pt x="16512" y="22998"/>
                  <a:pt x="16497" y="23057"/>
                </a:cubicBezTo>
                <a:lnTo>
                  <a:pt x="16497" y="23013"/>
                </a:lnTo>
                <a:lnTo>
                  <a:pt x="16497" y="22954"/>
                </a:lnTo>
                <a:cubicBezTo>
                  <a:pt x="16512" y="22925"/>
                  <a:pt x="16541" y="22881"/>
                  <a:pt x="16556" y="22836"/>
                </a:cubicBezTo>
                <a:close/>
                <a:moveTo>
                  <a:pt x="16291" y="23146"/>
                </a:moveTo>
                <a:lnTo>
                  <a:pt x="16291" y="23160"/>
                </a:lnTo>
                <a:cubicBezTo>
                  <a:pt x="16291" y="23175"/>
                  <a:pt x="16276" y="23190"/>
                  <a:pt x="16276" y="23219"/>
                </a:cubicBezTo>
                <a:lnTo>
                  <a:pt x="16276" y="23204"/>
                </a:lnTo>
                <a:cubicBezTo>
                  <a:pt x="16276" y="23175"/>
                  <a:pt x="16291" y="23160"/>
                  <a:pt x="16291" y="23146"/>
                </a:cubicBezTo>
                <a:close/>
                <a:moveTo>
                  <a:pt x="16615" y="23057"/>
                </a:moveTo>
                <a:cubicBezTo>
                  <a:pt x="16630" y="23087"/>
                  <a:pt x="16630" y="23131"/>
                  <a:pt x="16644" y="23146"/>
                </a:cubicBezTo>
                <a:cubicBezTo>
                  <a:pt x="16615" y="23175"/>
                  <a:pt x="16600" y="23234"/>
                  <a:pt x="16556" y="23263"/>
                </a:cubicBezTo>
                <a:cubicBezTo>
                  <a:pt x="16541" y="23234"/>
                  <a:pt x="16541" y="23204"/>
                  <a:pt x="16541" y="23175"/>
                </a:cubicBezTo>
                <a:cubicBezTo>
                  <a:pt x="16556" y="23116"/>
                  <a:pt x="16600" y="23087"/>
                  <a:pt x="16615" y="23057"/>
                </a:cubicBezTo>
                <a:close/>
                <a:moveTo>
                  <a:pt x="16424" y="23087"/>
                </a:moveTo>
                <a:cubicBezTo>
                  <a:pt x="16424" y="23101"/>
                  <a:pt x="16424" y="23146"/>
                  <a:pt x="16438" y="23160"/>
                </a:cubicBezTo>
                <a:lnTo>
                  <a:pt x="16394" y="23278"/>
                </a:lnTo>
                <a:cubicBezTo>
                  <a:pt x="16394" y="23234"/>
                  <a:pt x="16394" y="23219"/>
                  <a:pt x="16365" y="23204"/>
                </a:cubicBezTo>
                <a:lnTo>
                  <a:pt x="16424" y="23087"/>
                </a:lnTo>
                <a:close/>
                <a:moveTo>
                  <a:pt x="16321" y="23322"/>
                </a:moveTo>
                <a:lnTo>
                  <a:pt x="16321" y="23381"/>
                </a:lnTo>
                <a:cubicBezTo>
                  <a:pt x="16306" y="23425"/>
                  <a:pt x="16276" y="23440"/>
                  <a:pt x="16276" y="23469"/>
                </a:cubicBezTo>
                <a:lnTo>
                  <a:pt x="16276" y="23425"/>
                </a:lnTo>
                <a:cubicBezTo>
                  <a:pt x="16291" y="23381"/>
                  <a:pt x="16291" y="23366"/>
                  <a:pt x="16321" y="23322"/>
                </a:cubicBezTo>
                <a:close/>
                <a:moveTo>
                  <a:pt x="16482" y="23278"/>
                </a:moveTo>
                <a:cubicBezTo>
                  <a:pt x="16482" y="23307"/>
                  <a:pt x="16497" y="23322"/>
                  <a:pt x="16497" y="23366"/>
                </a:cubicBezTo>
                <a:cubicBezTo>
                  <a:pt x="16482" y="23396"/>
                  <a:pt x="16453" y="23440"/>
                  <a:pt x="16424" y="23499"/>
                </a:cubicBezTo>
                <a:cubicBezTo>
                  <a:pt x="16409" y="23455"/>
                  <a:pt x="16409" y="23440"/>
                  <a:pt x="16409" y="23396"/>
                </a:cubicBezTo>
                <a:cubicBezTo>
                  <a:pt x="16424" y="23366"/>
                  <a:pt x="16453" y="23322"/>
                  <a:pt x="16482" y="23278"/>
                </a:cubicBezTo>
                <a:close/>
                <a:moveTo>
                  <a:pt x="16188" y="23587"/>
                </a:moveTo>
                <a:lnTo>
                  <a:pt x="16188" y="23602"/>
                </a:lnTo>
                <a:cubicBezTo>
                  <a:pt x="16188" y="23616"/>
                  <a:pt x="16173" y="23631"/>
                  <a:pt x="16173" y="23661"/>
                </a:cubicBezTo>
                <a:lnTo>
                  <a:pt x="16173" y="23631"/>
                </a:lnTo>
                <a:cubicBezTo>
                  <a:pt x="16173" y="23616"/>
                  <a:pt x="16188" y="23602"/>
                  <a:pt x="16188" y="23587"/>
                </a:cubicBezTo>
                <a:close/>
                <a:moveTo>
                  <a:pt x="16335" y="23528"/>
                </a:moveTo>
                <a:cubicBezTo>
                  <a:pt x="16335" y="23543"/>
                  <a:pt x="16335" y="23587"/>
                  <a:pt x="16350" y="23602"/>
                </a:cubicBezTo>
                <a:lnTo>
                  <a:pt x="16291" y="23719"/>
                </a:lnTo>
                <a:cubicBezTo>
                  <a:pt x="16276" y="23675"/>
                  <a:pt x="16276" y="23661"/>
                  <a:pt x="16276" y="23631"/>
                </a:cubicBezTo>
                <a:lnTo>
                  <a:pt x="16335" y="23528"/>
                </a:lnTo>
                <a:close/>
                <a:moveTo>
                  <a:pt x="16203" y="23764"/>
                </a:moveTo>
                <a:lnTo>
                  <a:pt x="16203" y="23822"/>
                </a:lnTo>
                <a:cubicBezTo>
                  <a:pt x="16193" y="23832"/>
                  <a:pt x="16183" y="23855"/>
                  <a:pt x="16173" y="23874"/>
                </a:cubicBezTo>
                <a:lnTo>
                  <a:pt x="16173" y="23874"/>
                </a:lnTo>
                <a:cubicBezTo>
                  <a:pt x="16173" y="23871"/>
                  <a:pt x="16173" y="23869"/>
                  <a:pt x="16173" y="23867"/>
                </a:cubicBezTo>
                <a:cubicBezTo>
                  <a:pt x="16188" y="23822"/>
                  <a:pt x="16203" y="23808"/>
                  <a:pt x="16203" y="23764"/>
                </a:cubicBezTo>
                <a:close/>
                <a:moveTo>
                  <a:pt x="16085" y="24043"/>
                </a:moveTo>
                <a:lnTo>
                  <a:pt x="16085" y="24058"/>
                </a:lnTo>
                <a:cubicBezTo>
                  <a:pt x="16085" y="24087"/>
                  <a:pt x="16056" y="24102"/>
                  <a:pt x="16056" y="24102"/>
                </a:cubicBezTo>
                <a:cubicBezTo>
                  <a:pt x="16056" y="24087"/>
                  <a:pt x="16085" y="24058"/>
                  <a:pt x="16085" y="24043"/>
                </a:cubicBezTo>
                <a:close/>
                <a:moveTo>
                  <a:pt x="18528" y="20364"/>
                </a:moveTo>
                <a:cubicBezTo>
                  <a:pt x="19705" y="21144"/>
                  <a:pt x="21103" y="21556"/>
                  <a:pt x="22457" y="21983"/>
                </a:cubicBezTo>
                <a:cubicBezTo>
                  <a:pt x="24194" y="22498"/>
                  <a:pt x="25975" y="23057"/>
                  <a:pt x="27270" y="24279"/>
                </a:cubicBezTo>
                <a:cubicBezTo>
                  <a:pt x="28962" y="25897"/>
                  <a:pt x="29580" y="28694"/>
                  <a:pt x="28933" y="31740"/>
                </a:cubicBezTo>
                <a:cubicBezTo>
                  <a:pt x="28918" y="31843"/>
                  <a:pt x="28888" y="31975"/>
                  <a:pt x="28844" y="32078"/>
                </a:cubicBezTo>
                <a:cubicBezTo>
                  <a:pt x="29271" y="29062"/>
                  <a:pt x="28535" y="26383"/>
                  <a:pt x="26828" y="24705"/>
                </a:cubicBezTo>
                <a:cubicBezTo>
                  <a:pt x="25548" y="23455"/>
                  <a:pt x="23841" y="22866"/>
                  <a:pt x="22192" y="22292"/>
                </a:cubicBezTo>
                <a:cubicBezTo>
                  <a:pt x="20868" y="21836"/>
                  <a:pt x="19499" y="21380"/>
                  <a:pt x="18396" y="20570"/>
                </a:cubicBezTo>
                <a:cubicBezTo>
                  <a:pt x="18440" y="20497"/>
                  <a:pt x="18484" y="20423"/>
                  <a:pt x="18528" y="20364"/>
                </a:cubicBezTo>
                <a:close/>
                <a:moveTo>
                  <a:pt x="18351" y="20644"/>
                </a:moveTo>
                <a:cubicBezTo>
                  <a:pt x="19485" y="21453"/>
                  <a:pt x="20839" y="21924"/>
                  <a:pt x="22163" y="22395"/>
                </a:cubicBezTo>
                <a:cubicBezTo>
                  <a:pt x="23811" y="22954"/>
                  <a:pt x="25518" y="23543"/>
                  <a:pt x="26769" y="24779"/>
                </a:cubicBezTo>
                <a:cubicBezTo>
                  <a:pt x="28491" y="26471"/>
                  <a:pt x="29212" y="29194"/>
                  <a:pt x="28756" y="32226"/>
                </a:cubicBezTo>
                <a:cubicBezTo>
                  <a:pt x="28712" y="32402"/>
                  <a:pt x="28697" y="32579"/>
                  <a:pt x="28638" y="32770"/>
                </a:cubicBezTo>
                <a:lnTo>
                  <a:pt x="28638" y="32711"/>
                </a:lnTo>
                <a:cubicBezTo>
                  <a:pt x="28815" y="30945"/>
                  <a:pt x="28741" y="27619"/>
                  <a:pt x="26298" y="25206"/>
                </a:cubicBezTo>
                <a:cubicBezTo>
                  <a:pt x="25077" y="23970"/>
                  <a:pt x="23458" y="23322"/>
                  <a:pt x="21883" y="22719"/>
                </a:cubicBezTo>
                <a:cubicBezTo>
                  <a:pt x="20544" y="22189"/>
                  <a:pt x="19264" y="21689"/>
                  <a:pt x="18234" y="20850"/>
                </a:cubicBezTo>
                <a:cubicBezTo>
                  <a:pt x="18263" y="20776"/>
                  <a:pt x="18322" y="20688"/>
                  <a:pt x="18351" y="20644"/>
                </a:cubicBezTo>
                <a:close/>
                <a:moveTo>
                  <a:pt x="18160" y="20923"/>
                </a:moveTo>
                <a:cubicBezTo>
                  <a:pt x="19205" y="21762"/>
                  <a:pt x="20485" y="22277"/>
                  <a:pt x="21839" y="22792"/>
                </a:cubicBezTo>
                <a:cubicBezTo>
                  <a:pt x="23399" y="23396"/>
                  <a:pt x="25003" y="24043"/>
                  <a:pt x="26225" y="25265"/>
                </a:cubicBezTo>
                <a:cubicBezTo>
                  <a:pt x="28624" y="27649"/>
                  <a:pt x="28697" y="30945"/>
                  <a:pt x="28535" y="32711"/>
                </a:cubicBezTo>
                <a:cubicBezTo>
                  <a:pt x="28550" y="32844"/>
                  <a:pt x="28535" y="32991"/>
                  <a:pt x="28506" y="33138"/>
                </a:cubicBezTo>
                <a:cubicBezTo>
                  <a:pt x="28491" y="33182"/>
                  <a:pt x="28476" y="33226"/>
                  <a:pt x="28462" y="33285"/>
                </a:cubicBezTo>
                <a:lnTo>
                  <a:pt x="28462" y="33182"/>
                </a:lnTo>
                <a:cubicBezTo>
                  <a:pt x="28565" y="30195"/>
                  <a:pt x="27638" y="27546"/>
                  <a:pt x="25813" y="25706"/>
                </a:cubicBezTo>
                <a:cubicBezTo>
                  <a:pt x="24606" y="24485"/>
                  <a:pt x="23090" y="23808"/>
                  <a:pt x="21589" y="23160"/>
                </a:cubicBezTo>
                <a:cubicBezTo>
                  <a:pt x="20294" y="22572"/>
                  <a:pt x="19043" y="22027"/>
                  <a:pt x="18028" y="21115"/>
                </a:cubicBezTo>
                <a:cubicBezTo>
                  <a:pt x="18057" y="21041"/>
                  <a:pt x="18116" y="20997"/>
                  <a:pt x="18160" y="20923"/>
                </a:cubicBezTo>
                <a:close/>
                <a:moveTo>
                  <a:pt x="18028" y="21174"/>
                </a:moveTo>
                <a:cubicBezTo>
                  <a:pt x="19043" y="22071"/>
                  <a:pt x="20294" y="22630"/>
                  <a:pt x="21604" y="23219"/>
                </a:cubicBezTo>
                <a:cubicBezTo>
                  <a:pt x="23075" y="23867"/>
                  <a:pt x="24591" y="24544"/>
                  <a:pt x="25769" y="25750"/>
                </a:cubicBezTo>
                <a:cubicBezTo>
                  <a:pt x="27579" y="27575"/>
                  <a:pt x="28521" y="30224"/>
                  <a:pt x="28388" y="33182"/>
                </a:cubicBezTo>
                <a:cubicBezTo>
                  <a:pt x="28388" y="33300"/>
                  <a:pt x="28373" y="33403"/>
                  <a:pt x="28373" y="33521"/>
                </a:cubicBezTo>
                <a:cubicBezTo>
                  <a:pt x="28344" y="33594"/>
                  <a:pt x="28315" y="33653"/>
                  <a:pt x="28285" y="33727"/>
                </a:cubicBezTo>
                <a:lnTo>
                  <a:pt x="28285" y="33653"/>
                </a:lnTo>
                <a:cubicBezTo>
                  <a:pt x="28256" y="30739"/>
                  <a:pt x="27211" y="28090"/>
                  <a:pt x="25327" y="26177"/>
                </a:cubicBezTo>
                <a:cubicBezTo>
                  <a:pt x="24179" y="24985"/>
                  <a:pt x="22737" y="24279"/>
                  <a:pt x="21354" y="23587"/>
                </a:cubicBezTo>
                <a:cubicBezTo>
                  <a:pt x="20073" y="22940"/>
                  <a:pt x="18837" y="22336"/>
                  <a:pt x="17895" y="21380"/>
                </a:cubicBezTo>
                <a:cubicBezTo>
                  <a:pt x="17939" y="21306"/>
                  <a:pt x="17998" y="21247"/>
                  <a:pt x="18028" y="21174"/>
                </a:cubicBezTo>
                <a:close/>
                <a:moveTo>
                  <a:pt x="28344" y="33815"/>
                </a:moveTo>
                <a:cubicBezTo>
                  <a:pt x="28329" y="33844"/>
                  <a:pt x="28329" y="33889"/>
                  <a:pt x="28329" y="33918"/>
                </a:cubicBezTo>
                <a:cubicBezTo>
                  <a:pt x="28315" y="33962"/>
                  <a:pt x="28285" y="34021"/>
                  <a:pt x="28285" y="34050"/>
                </a:cubicBezTo>
                <a:lnTo>
                  <a:pt x="28285" y="33947"/>
                </a:lnTo>
                <a:cubicBezTo>
                  <a:pt x="28314" y="33903"/>
                  <a:pt x="28329" y="33844"/>
                  <a:pt x="28344" y="33815"/>
                </a:cubicBezTo>
                <a:close/>
                <a:moveTo>
                  <a:pt x="17866" y="21453"/>
                </a:moveTo>
                <a:cubicBezTo>
                  <a:pt x="18822" y="22410"/>
                  <a:pt x="20059" y="23013"/>
                  <a:pt x="21339" y="23661"/>
                </a:cubicBezTo>
                <a:cubicBezTo>
                  <a:pt x="22722" y="24338"/>
                  <a:pt x="24135" y="25059"/>
                  <a:pt x="25298" y="26236"/>
                </a:cubicBezTo>
                <a:cubicBezTo>
                  <a:pt x="27152" y="28134"/>
                  <a:pt x="28182" y="30754"/>
                  <a:pt x="28241" y="33653"/>
                </a:cubicBezTo>
                <a:cubicBezTo>
                  <a:pt x="28197" y="33741"/>
                  <a:pt x="28197" y="33830"/>
                  <a:pt x="28197" y="33918"/>
                </a:cubicBezTo>
                <a:cubicBezTo>
                  <a:pt x="28167" y="33992"/>
                  <a:pt x="28123" y="34095"/>
                  <a:pt x="28108" y="34168"/>
                </a:cubicBezTo>
                <a:lnTo>
                  <a:pt x="28108" y="34124"/>
                </a:lnTo>
                <a:cubicBezTo>
                  <a:pt x="27932" y="31269"/>
                  <a:pt x="26784" y="28694"/>
                  <a:pt x="24841" y="26677"/>
                </a:cubicBezTo>
                <a:cubicBezTo>
                  <a:pt x="23738" y="25515"/>
                  <a:pt x="22384" y="24779"/>
                  <a:pt x="21118" y="24058"/>
                </a:cubicBezTo>
                <a:cubicBezTo>
                  <a:pt x="19853" y="23352"/>
                  <a:pt x="18631" y="22660"/>
                  <a:pt x="17733" y="21659"/>
                </a:cubicBezTo>
                <a:cubicBezTo>
                  <a:pt x="17778" y="21586"/>
                  <a:pt x="17822" y="21527"/>
                  <a:pt x="17866" y="21453"/>
                </a:cubicBezTo>
                <a:close/>
                <a:moveTo>
                  <a:pt x="28197" y="34168"/>
                </a:moveTo>
                <a:lnTo>
                  <a:pt x="28197" y="34168"/>
                </a:lnTo>
                <a:cubicBezTo>
                  <a:pt x="28197" y="34212"/>
                  <a:pt x="28182" y="34271"/>
                  <a:pt x="28182" y="34345"/>
                </a:cubicBezTo>
                <a:cubicBezTo>
                  <a:pt x="28167" y="34404"/>
                  <a:pt x="28138" y="34477"/>
                  <a:pt x="28108" y="34536"/>
                </a:cubicBezTo>
                <a:lnTo>
                  <a:pt x="28108" y="34359"/>
                </a:lnTo>
                <a:cubicBezTo>
                  <a:pt x="28123" y="34315"/>
                  <a:pt x="28138" y="34256"/>
                  <a:pt x="28182" y="34198"/>
                </a:cubicBezTo>
                <a:cubicBezTo>
                  <a:pt x="28182" y="34183"/>
                  <a:pt x="28197" y="34183"/>
                  <a:pt x="28197" y="34168"/>
                </a:cubicBezTo>
                <a:close/>
                <a:moveTo>
                  <a:pt x="17660" y="21703"/>
                </a:moveTo>
                <a:cubicBezTo>
                  <a:pt x="18557" y="22733"/>
                  <a:pt x="19779" y="23425"/>
                  <a:pt x="21059" y="24117"/>
                </a:cubicBezTo>
                <a:cubicBezTo>
                  <a:pt x="22354" y="24838"/>
                  <a:pt x="23664" y="25574"/>
                  <a:pt x="24768" y="26707"/>
                </a:cubicBezTo>
                <a:cubicBezTo>
                  <a:pt x="26696" y="28723"/>
                  <a:pt x="27829" y="31269"/>
                  <a:pt x="28020" y="34109"/>
                </a:cubicBezTo>
                <a:cubicBezTo>
                  <a:pt x="28020" y="34183"/>
                  <a:pt x="28020" y="34256"/>
                  <a:pt x="28035" y="34330"/>
                </a:cubicBezTo>
                <a:lnTo>
                  <a:pt x="27932" y="34610"/>
                </a:lnTo>
                <a:lnTo>
                  <a:pt x="27932" y="34580"/>
                </a:lnTo>
                <a:cubicBezTo>
                  <a:pt x="27593" y="31858"/>
                  <a:pt x="26357" y="29282"/>
                  <a:pt x="24326" y="27148"/>
                </a:cubicBezTo>
                <a:cubicBezTo>
                  <a:pt x="23267" y="26045"/>
                  <a:pt x="22031" y="25279"/>
                  <a:pt x="20868" y="24544"/>
                </a:cubicBezTo>
                <a:cubicBezTo>
                  <a:pt x="19588" y="23749"/>
                  <a:pt x="18381" y="22998"/>
                  <a:pt x="17527" y="21895"/>
                </a:cubicBezTo>
                <a:cubicBezTo>
                  <a:pt x="17571" y="21836"/>
                  <a:pt x="17630" y="21762"/>
                  <a:pt x="17660" y="21703"/>
                </a:cubicBezTo>
                <a:close/>
                <a:moveTo>
                  <a:pt x="28138" y="34654"/>
                </a:moveTo>
                <a:cubicBezTo>
                  <a:pt x="28167" y="34698"/>
                  <a:pt x="28167" y="34713"/>
                  <a:pt x="28138" y="34757"/>
                </a:cubicBezTo>
                <a:cubicBezTo>
                  <a:pt x="28123" y="34786"/>
                  <a:pt x="28123" y="34830"/>
                  <a:pt x="28108" y="34860"/>
                </a:cubicBezTo>
                <a:lnTo>
                  <a:pt x="28108" y="34771"/>
                </a:lnTo>
                <a:cubicBezTo>
                  <a:pt x="28123" y="34727"/>
                  <a:pt x="28123" y="34698"/>
                  <a:pt x="28138" y="34654"/>
                </a:cubicBezTo>
                <a:close/>
                <a:moveTo>
                  <a:pt x="28035" y="34551"/>
                </a:moveTo>
                <a:lnTo>
                  <a:pt x="28035" y="34757"/>
                </a:lnTo>
                <a:cubicBezTo>
                  <a:pt x="28020" y="34830"/>
                  <a:pt x="27976" y="34904"/>
                  <a:pt x="27961" y="34978"/>
                </a:cubicBezTo>
                <a:lnTo>
                  <a:pt x="27961" y="34992"/>
                </a:lnTo>
                <a:cubicBezTo>
                  <a:pt x="27961" y="34919"/>
                  <a:pt x="27947" y="34860"/>
                  <a:pt x="27947" y="34786"/>
                </a:cubicBezTo>
                <a:cubicBezTo>
                  <a:pt x="27976" y="34698"/>
                  <a:pt x="28020" y="34624"/>
                  <a:pt x="28035" y="34551"/>
                </a:cubicBezTo>
                <a:close/>
                <a:moveTo>
                  <a:pt x="17498" y="21968"/>
                </a:moveTo>
                <a:cubicBezTo>
                  <a:pt x="18351" y="23072"/>
                  <a:pt x="19558" y="23822"/>
                  <a:pt x="20824" y="24617"/>
                </a:cubicBezTo>
                <a:cubicBezTo>
                  <a:pt x="22001" y="25353"/>
                  <a:pt x="23208" y="26104"/>
                  <a:pt x="24267" y="27207"/>
                </a:cubicBezTo>
                <a:cubicBezTo>
                  <a:pt x="26284" y="29326"/>
                  <a:pt x="27520" y="31887"/>
                  <a:pt x="27829" y="34610"/>
                </a:cubicBezTo>
                <a:cubicBezTo>
                  <a:pt x="27829" y="34654"/>
                  <a:pt x="27844" y="34713"/>
                  <a:pt x="27844" y="34771"/>
                </a:cubicBezTo>
                <a:cubicBezTo>
                  <a:pt x="27814" y="34860"/>
                  <a:pt x="27770" y="34978"/>
                  <a:pt x="27741" y="35066"/>
                </a:cubicBezTo>
                <a:lnTo>
                  <a:pt x="27741" y="35051"/>
                </a:lnTo>
                <a:cubicBezTo>
                  <a:pt x="27299" y="32432"/>
                  <a:pt x="25989" y="29945"/>
                  <a:pt x="23826" y="27649"/>
                </a:cubicBezTo>
                <a:cubicBezTo>
                  <a:pt x="22825" y="26604"/>
                  <a:pt x="21722" y="25824"/>
                  <a:pt x="20662" y="25073"/>
                </a:cubicBezTo>
                <a:cubicBezTo>
                  <a:pt x="19382" y="24190"/>
                  <a:pt x="18175" y="23352"/>
                  <a:pt x="17365" y="22145"/>
                </a:cubicBezTo>
                <a:cubicBezTo>
                  <a:pt x="17380" y="22130"/>
                  <a:pt x="17395" y="22086"/>
                  <a:pt x="17424" y="22071"/>
                </a:cubicBezTo>
                <a:cubicBezTo>
                  <a:pt x="17439" y="22042"/>
                  <a:pt x="17468" y="21998"/>
                  <a:pt x="17498" y="21968"/>
                </a:cubicBezTo>
                <a:close/>
                <a:moveTo>
                  <a:pt x="28050" y="35022"/>
                </a:moveTo>
                <a:cubicBezTo>
                  <a:pt x="28035" y="35066"/>
                  <a:pt x="28035" y="35125"/>
                  <a:pt x="28035" y="35169"/>
                </a:cubicBezTo>
                <a:cubicBezTo>
                  <a:pt x="28020" y="35228"/>
                  <a:pt x="28005" y="35301"/>
                  <a:pt x="27976" y="35360"/>
                </a:cubicBezTo>
                <a:lnTo>
                  <a:pt x="27976" y="35213"/>
                </a:lnTo>
                <a:cubicBezTo>
                  <a:pt x="28005" y="35154"/>
                  <a:pt x="28020" y="35081"/>
                  <a:pt x="28050" y="35022"/>
                </a:cubicBezTo>
                <a:close/>
                <a:moveTo>
                  <a:pt x="27873" y="34948"/>
                </a:moveTo>
                <a:cubicBezTo>
                  <a:pt x="27873" y="35022"/>
                  <a:pt x="27888" y="35095"/>
                  <a:pt x="27888" y="35169"/>
                </a:cubicBezTo>
                <a:cubicBezTo>
                  <a:pt x="27858" y="35287"/>
                  <a:pt x="27829" y="35375"/>
                  <a:pt x="27799" y="35448"/>
                </a:cubicBezTo>
                <a:cubicBezTo>
                  <a:pt x="27799" y="35375"/>
                  <a:pt x="27785" y="35301"/>
                  <a:pt x="27755" y="35242"/>
                </a:cubicBezTo>
                <a:cubicBezTo>
                  <a:pt x="27799" y="35154"/>
                  <a:pt x="27829" y="35051"/>
                  <a:pt x="27873" y="34948"/>
                </a:cubicBezTo>
                <a:close/>
                <a:moveTo>
                  <a:pt x="17307" y="22218"/>
                </a:moveTo>
                <a:cubicBezTo>
                  <a:pt x="18116" y="23425"/>
                  <a:pt x="19337" y="24264"/>
                  <a:pt x="20603" y="25147"/>
                </a:cubicBezTo>
                <a:cubicBezTo>
                  <a:pt x="21677" y="25883"/>
                  <a:pt x="22781" y="26663"/>
                  <a:pt x="23767" y="27708"/>
                </a:cubicBezTo>
                <a:cubicBezTo>
                  <a:pt x="25916" y="29989"/>
                  <a:pt x="27225" y="32476"/>
                  <a:pt x="27652" y="35081"/>
                </a:cubicBezTo>
                <a:cubicBezTo>
                  <a:pt x="27652" y="35139"/>
                  <a:pt x="27667" y="35198"/>
                  <a:pt x="27667" y="35228"/>
                </a:cubicBezTo>
                <a:cubicBezTo>
                  <a:pt x="27638" y="35360"/>
                  <a:pt x="27593" y="35463"/>
                  <a:pt x="27564" y="35581"/>
                </a:cubicBezTo>
                <a:lnTo>
                  <a:pt x="27564" y="35537"/>
                </a:lnTo>
                <a:cubicBezTo>
                  <a:pt x="27019" y="33035"/>
                  <a:pt x="25651" y="30636"/>
                  <a:pt x="23326" y="28149"/>
                </a:cubicBezTo>
                <a:cubicBezTo>
                  <a:pt x="22428" y="27163"/>
                  <a:pt x="21427" y="26398"/>
                  <a:pt x="20471" y="25662"/>
                </a:cubicBezTo>
                <a:cubicBezTo>
                  <a:pt x="19190" y="24676"/>
                  <a:pt x="17954" y="23719"/>
                  <a:pt x="17204" y="22410"/>
                </a:cubicBezTo>
                <a:cubicBezTo>
                  <a:pt x="17233" y="22351"/>
                  <a:pt x="17277" y="22292"/>
                  <a:pt x="17307" y="22218"/>
                </a:cubicBezTo>
                <a:close/>
                <a:moveTo>
                  <a:pt x="28020" y="35508"/>
                </a:moveTo>
                <a:lnTo>
                  <a:pt x="28020" y="35508"/>
                </a:lnTo>
                <a:cubicBezTo>
                  <a:pt x="28005" y="35537"/>
                  <a:pt x="28005" y="35566"/>
                  <a:pt x="28005" y="35581"/>
                </a:cubicBezTo>
                <a:cubicBezTo>
                  <a:pt x="28005" y="35610"/>
                  <a:pt x="27976" y="35640"/>
                  <a:pt x="27976" y="35669"/>
                </a:cubicBezTo>
                <a:lnTo>
                  <a:pt x="27976" y="35596"/>
                </a:lnTo>
                <a:cubicBezTo>
                  <a:pt x="28005" y="35566"/>
                  <a:pt x="28005" y="35537"/>
                  <a:pt x="28020" y="35508"/>
                </a:cubicBezTo>
                <a:close/>
                <a:moveTo>
                  <a:pt x="27902" y="35390"/>
                </a:moveTo>
                <a:cubicBezTo>
                  <a:pt x="27888" y="35463"/>
                  <a:pt x="27902" y="35537"/>
                  <a:pt x="27902" y="35596"/>
                </a:cubicBezTo>
                <a:cubicBezTo>
                  <a:pt x="27888" y="35669"/>
                  <a:pt x="27858" y="35743"/>
                  <a:pt x="27829" y="35816"/>
                </a:cubicBezTo>
                <a:cubicBezTo>
                  <a:pt x="27829" y="35757"/>
                  <a:pt x="27814" y="35684"/>
                  <a:pt x="27814" y="35625"/>
                </a:cubicBezTo>
                <a:cubicBezTo>
                  <a:pt x="27858" y="35551"/>
                  <a:pt x="27873" y="35463"/>
                  <a:pt x="27902" y="35390"/>
                </a:cubicBezTo>
                <a:close/>
                <a:moveTo>
                  <a:pt x="27711" y="35419"/>
                </a:moveTo>
                <a:cubicBezTo>
                  <a:pt x="27726" y="35493"/>
                  <a:pt x="27726" y="35566"/>
                  <a:pt x="27726" y="35654"/>
                </a:cubicBezTo>
                <a:cubicBezTo>
                  <a:pt x="27682" y="35743"/>
                  <a:pt x="27652" y="35860"/>
                  <a:pt x="27608" y="35949"/>
                </a:cubicBezTo>
                <a:cubicBezTo>
                  <a:pt x="27593" y="35875"/>
                  <a:pt x="27593" y="35816"/>
                  <a:pt x="27579" y="35743"/>
                </a:cubicBezTo>
                <a:cubicBezTo>
                  <a:pt x="27638" y="35640"/>
                  <a:pt x="27667" y="35522"/>
                  <a:pt x="27711" y="35419"/>
                </a:cubicBezTo>
                <a:close/>
                <a:moveTo>
                  <a:pt x="17145" y="22483"/>
                </a:moveTo>
                <a:cubicBezTo>
                  <a:pt x="17925" y="23793"/>
                  <a:pt x="19131" y="24720"/>
                  <a:pt x="20412" y="25721"/>
                </a:cubicBezTo>
                <a:cubicBezTo>
                  <a:pt x="21383" y="26457"/>
                  <a:pt x="22369" y="27222"/>
                  <a:pt x="23267" y="28179"/>
                </a:cubicBezTo>
                <a:cubicBezTo>
                  <a:pt x="25563" y="30666"/>
                  <a:pt x="26946" y="33064"/>
                  <a:pt x="27490" y="35537"/>
                </a:cubicBezTo>
                <a:cubicBezTo>
                  <a:pt x="27505" y="35596"/>
                  <a:pt x="27505" y="35654"/>
                  <a:pt x="27520" y="35713"/>
                </a:cubicBezTo>
                <a:cubicBezTo>
                  <a:pt x="27490" y="35802"/>
                  <a:pt x="27461" y="35875"/>
                  <a:pt x="27446" y="35949"/>
                </a:cubicBezTo>
                <a:cubicBezTo>
                  <a:pt x="27432" y="36008"/>
                  <a:pt x="27402" y="36052"/>
                  <a:pt x="27387" y="36096"/>
                </a:cubicBezTo>
                <a:cubicBezTo>
                  <a:pt x="27387" y="36052"/>
                  <a:pt x="27373" y="36037"/>
                  <a:pt x="27373" y="36008"/>
                </a:cubicBezTo>
                <a:cubicBezTo>
                  <a:pt x="26769" y="33609"/>
                  <a:pt x="25401" y="31401"/>
                  <a:pt x="22825" y="28620"/>
                </a:cubicBezTo>
                <a:cubicBezTo>
                  <a:pt x="22016" y="27737"/>
                  <a:pt x="21162" y="27001"/>
                  <a:pt x="20323" y="26295"/>
                </a:cubicBezTo>
                <a:cubicBezTo>
                  <a:pt x="18999" y="25162"/>
                  <a:pt x="17733" y="24087"/>
                  <a:pt x="17042" y="22645"/>
                </a:cubicBezTo>
                <a:lnTo>
                  <a:pt x="17145" y="22483"/>
                </a:lnTo>
                <a:close/>
                <a:moveTo>
                  <a:pt x="27902" y="35907"/>
                </a:moveTo>
                <a:cubicBezTo>
                  <a:pt x="27899" y="35942"/>
                  <a:pt x="27888" y="35971"/>
                  <a:pt x="27888" y="36022"/>
                </a:cubicBezTo>
                <a:cubicBezTo>
                  <a:pt x="27873" y="36081"/>
                  <a:pt x="27858" y="36125"/>
                  <a:pt x="27858" y="36184"/>
                </a:cubicBezTo>
                <a:lnTo>
                  <a:pt x="27858" y="36052"/>
                </a:lnTo>
                <a:cubicBezTo>
                  <a:pt x="27873" y="36008"/>
                  <a:pt x="27887" y="35951"/>
                  <a:pt x="27902" y="35907"/>
                </a:cubicBezTo>
                <a:close/>
                <a:moveTo>
                  <a:pt x="27755" y="35831"/>
                </a:moveTo>
                <a:lnTo>
                  <a:pt x="27755" y="36037"/>
                </a:lnTo>
                <a:cubicBezTo>
                  <a:pt x="27741" y="36125"/>
                  <a:pt x="27711" y="36228"/>
                  <a:pt x="27682" y="36302"/>
                </a:cubicBezTo>
                <a:cubicBezTo>
                  <a:pt x="27682" y="36228"/>
                  <a:pt x="27667" y="36170"/>
                  <a:pt x="27667" y="36111"/>
                </a:cubicBezTo>
                <a:cubicBezTo>
                  <a:pt x="27711" y="36022"/>
                  <a:pt x="27726" y="35934"/>
                  <a:pt x="27755" y="35831"/>
                </a:cubicBezTo>
                <a:close/>
                <a:moveTo>
                  <a:pt x="27535" y="35905"/>
                </a:moveTo>
                <a:cubicBezTo>
                  <a:pt x="27549" y="35978"/>
                  <a:pt x="27549" y="36052"/>
                  <a:pt x="27579" y="36111"/>
                </a:cubicBezTo>
                <a:lnTo>
                  <a:pt x="27461" y="36449"/>
                </a:lnTo>
                <a:cubicBezTo>
                  <a:pt x="27446" y="36376"/>
                  <a:pt x="27446" y="36317"/>
                  <a:pt x="27432" y="36258"/>
                </a:cubicBezTo>
                <a:cubicBezTo>
                  <a:pt x="27461" y="36170"/>
                  <a:pt x="27490" y="36081"/>
                  <a:pt x="27520" y="35978"/>
                </a:cubicBezTo>
                <a:cubicBezTo>
                  <a:pt x="27520" y="35949"/>
                  <a:pt x="27535" y="35934"/>
                  <a:pt x="27535" y="35905"/>
                </a:cubicBezTo>
                <a:close/>
                <a:moveTo>
                  <a:pt x="27873" y="36390"/>
                </a:moveTo>
                <a:lnTo>
                  <a:pt x="27873" y="36449"/>
                </a:lnTo>
                <a:cubicBezTo>
                  <a:pt x="27873" y="36464"/>
                  <a:pt x="27858" y="36479"/>
                  <a:pt x="27858" y="36493"/>
                </a:cubicBezTo>
                <a:lnTo>
                  <a:pt x="27858" y="36464"/>
                </a:lnTo>
                <a:cubicBezTo>
                  <a:pt x="27858" y="36449"/>
                  <a:pt x="27873" y="36420"/>
                  <a:pt x="27873" y="36390"/>
                </a:cubicBezTo>
                <a:close/>
                <a:moveTo>
                  <a:pt x="16998" y="22748"/>
                </a:moveTo>
                <a:cubicBezTo>
                  <a:pt x="17719" y="24190"/>
                  <a:pt x="18970" y="25250"/>
                  <a:pt x="20294" y="26383"/>
                </a:cubicBezTo>
                <a:cubicBezTo>
                  <a:pt x="21118" y="27090"/>
                  <a:pt x="21986" y="27811"/>
                  <a:pt x="22796" y="28694"/>
                </a:cubicBezTo>
                <a:cubicBezTo>
                  <a:pt x="25342" y="31475"/>
                  <a:pt x="26710" y="33682"/>
                  <a:pt x="27314" y="36052"/>
                </a:cubicBezTo>
                <a:lnTo>
                  <a:pt x="27373" y="36273"/>
                </a:lnTo>
                <a:cubicBezTo>
                  <a:pt x="27299" y="36376"/>
                  <a:pt x="27270" y="36479"/>
                  <a:pt x="27225" y="36611"/>
                </a:cubicBezTo>
                <a:cubicBezTo>
                  <a:pt x="27211" y="36567"/>
                  <a:pt x="27211" y="36537"/>
                  <a:pt x="27181" y="36493"/>
                </a:cubicBezTo>
                <a:cubicBezTo>
                  <a:pt x="26343" y="33697"/>
                  <a:pt x="24415" y="31416"/>
                  <a:pt x="22325" y="29135"/>
                </a:cubicBezTo>
                <a:cubicBezTo>
                  <a:pt x="21633" y="28370"/>
                  <a:pt x="20912" y="27693"/>
                  <a:pt x="20220" y="27045"/>
                </a:cubicBezTo>
                <a:cubicBezTo>
                  <a:pt x="18764" y="25691"/>
                  <a:pt x="17513" y="24529"/>
                  <a:pt x="16880" y="22925"/>
                </a:cubicBezTo>
                <a:lnTo>
                  <a:pt x="16998" y="22748"/>
                </a:lnTo>
                <a:close/>
                <a:moveTo>
                  <a:pt x="27785" y="36302"/>
                </a:moveTo>
                <a:lnTo>
                  <a:pt x="27770" y="36464"/>
                </a:lnTo>
                <a:lnTo>
                  <a:pt x="27726" y="36685"/>
                </a:lnTo>
                <a:cubicBezTo>
                  <a:pt x="27726" y="36626"/>
                  <a:pt x="27711" y="36567"/>
                  <a:pt x="27711" y="36523"/>
                </a:cubicBezTo>
                <a:cubicBezTo>
                  <a:pt x="27726" y="36449"/>
                  <a:pt x="27755" y="36361"/>
                  <a:pt x="27785" y="36302"/>
                </a:cubicBezTo>
                <a:close/>
                <a:moveTo>
                  <a:pt x="27593" y="36302"/>
                </a:moveTo>
                <a:cubicBezTo>
                  <a:pt x="27593" y="36376"/>
                  <a:pt x="27608" y="36420"/>
                  <a:pt x="27608" y="36493"/>
                </a:cubicBezTo>
                <a:cubicBezTo>
                  <a:pt x="27593" y="36596"/>
                  <a:pt x="27564" y="36699"/>
                  <a:pt x="27535" y="36788"/>
                </a:cubicBezTo>
                <a:cubicBezTo>
                  <a:pt x="27520" y="36729"/>
                  <a:pt x="27520" y="36670"/>
                  <a:pt x="27505" y="36611"/>
                </a:cubicBezTo>
                <a:cubicBezTo>
                  <a:pt x="27535" y="36493"/>
                  <a:pt x="27549" y="36405"/>
                  <a:pt x="27593" y="36302"/>
                </a:cubicBezTo>
                <a:close/>
                <a:moveTo>
                  <a:pt x="27387" y="36405"/>
                </a:moveTo>
                <a:cubicBezTo>
                  <a:pt x="27402" y="36479"/>
                  <a:pt x="27432" y="36537"/>
                  <a:pt x="27432" y="36611"/>
                </a:cubicBezTo>
                <a:cubicBezTo>
                  <a:pt x="27387" y="36714"/>
                  <a:pt x="27358" y="36846"/>
                  <a:pt x="27314" y="36964"/>
                </a:cubicBezTo>
                <a:lnTo>
                  <a:pt x="27270" y="36743"/>
                </a:lnTo>
                <a:cubicBezTo>
                  <a:pt x="27299" y="36626"/>
                  <a:pt x="27343" y="36523"/>
                  <a:pt x="27387" y="36405"/>
                </a:cubicBezTo>
                <a:close/>
                <a:moveTo>
                  <a:pt x="27770" y="36758"/>
                </a:moveTo>
                <a:lnTo>
                  <a:pt x="27770" y="36861"/>
                </a:lnTo>
                <a:cubicBezTo>
                  <a:pt x="27755" y="36920"/>
                  <a:pt x="27755" y="36979"/>
                  <a:pt x="27741" y="37038"/>
                </a:cubicBezTo>
                <a:lnTo>
                  <a:pt x="27741" y="36920"/>
                </a:lnTo>
                <a:cubicBezTo>
                  <a:pt x="27755" y="36861"/>
                  <a:pt x="27770" y="36817"/>
                  <a:pt x="27770" y="36758"/>
                </a:cubicBezTo>
                <a:close/>
                <a:moveTo>
                  <a:pt x="16821" y="22954"/>
                </a:moveTo>
                <a:cubicBezTo>
                  <a:pt x="17454" y="24573"/>
                  <a:pt x="18734" y="25736"/>
                  <a:pt x="20162" y="27075"/>
                </a:cubicBezTo>
                <a:cubicBezTo>
                  <a:pt x="20868" y="27722"/>
                  <a:pt x="21574" y="28399"/>
                  <a:pt x="22281" y="29179"/>
                </a:cubicBezTo>
                <a:cubicBezTo>
                  <a:pt x="24356" y="31460"/>
                  <a:pt x="26269" y="33741"/>
                  <a:pt x="27122" y="36523"/>
                </a:cubicBezTo>
                <a:lnTo>
                  <a:pt x="27167" y="36743"/>
                </a:lnTo>
                <a:cubicBezTo>
                  <a:pt x="27137" y="36846"/>
                  <a:pt x="27078" y="36964"/>
                  <a:pt x="27034" y="37067"/>
                </a:cubicBezTo>
                <a:cubicBezTo>
                  <a:pt x="27019" y="37038"/>
                  <a:pt x="27019" y="36994"/>
                  <a:pt x="27005" y="36964"/>
                </a:cubicBezTo>
                <a:cubicBezTo>
                  <a:pt x="26107" y="34345"/>
                  <a:pt x="24209" y="32255"/>
                  <a:pt x="22207" y="30018"/>
                </a:cubicBezTo>
                <a:lnTo>
                  <a:pt x="21839" y="29606"/>
                </a:lnTo>
                <a:cubicBezTo>
                  <a:pt x="21280" y="28973"/>
                  <a:pt x="20721" y="28399"/>
                  <a:pt x="20162" y="27855"/>
                </a:cubicBezTo>
                <a:cubicBezTo>
                  <a:pt x="18616" y="26295"/>
                  <a:pt x="17277" y="24926"/>
                  <a:pt x="16718" y="23131"/>
                </a:cubicBezTo>
                <a:cubicBezTo>
                  <a:pt x="16762" y="23072"/>
                  <a:pt x="16792" y="23013"/>
                  <a:pt x="16821" y="22954"/>
                </a:cubicBezTo>
                <a:close/>
                <a:moveTo>
                  <a:pt x="27638" y="36743"/>
                </a:moveTo>
                <a:cubicBezTo>
                  <a:pt x="27652" y="36773"/>
                  <a:pt x="27652" y="36846"/>
                  <a:pt x="27652" y="36905"/>
                </a:cubicBezTo>
                <a:cubicBezTo>
                  <a:pt x="27638" y="36979"/>
                  <a:pt x="27608" y="37067"/>
                  <a:pt x="27579" y="37156"/>
                </a:cubicBezTo>
                <a:cubicBezTo>
                  <a:pt x="27579" y="37111"/>
                  <a:pt x="27564" y="37053"/>
                  <a:pt x="27564" y="36994"/>
                </a:cubicBezTo>
                <a:cubicBezTo>
                  <a:pt x="27579" y="36905"/>
                  <a:pt x="27608" y="36817"/>
                  <a:pt x="27638" y="36743"/>
                </a:cubicBezTo>
                <a:close/>
                <a:moveTo>
                  <a:pt x="27446" y="36788"/>
                </a:moveTo>
                <a:cubicBezTo>
                  <a:pt x="27461" y="36846"/>
                  <a:pt x="27461" y="36920"/>
                  <a:pt x="27490" y="36979"/>
                </a:cubicBezTo>
                <a:cubicBezTo>
                  <a:pt x="27461" y="37067"/>
                  <a:pt x="27432" y="37156"/>
                  <a:pt x="27402" y="37259"/>
                </a:cubicBezTo>
                <a:cubicBezTo>
                  <a:pt x="27402" y="37273"/>
                  <a:pt x="27387" y="37288"/>
                  <a:pt x="27387" y="37303"/>
                </a:cubicBezTo>
                <a:cubicBezTo>
                  <a:pt x="27373" y="37229"/>
                  <a:pt x="27373" y="37185"/>
                  <a:pt x="27358" y="37111"/>
                </a:cubicBezTo>
                <a:cubicBezTo>
                  <a:pt x="27387" y="36994"/>
                  <a:pt x="27432" y="36891"/>
                  <a:pt x="27446" y="36788"/>
                </a:cubicBezTo>
                <a:close/>
                <a:moveTo>
                  <a:pt x="27211" y="36861"/>
                </a:moveTo>
                <a:cubicBezTo>
                  <a:pt x="27225" y="36935"/>
                  <a:pt x="27240" y="37023"/>
                  <a:pt x="27270" y="37097"/>
                </a:cubicBezTo>
                <a:lnTo>
                  <a:pt x="27152" y="37435"/>
                </a:lnTo>
                <a:cubicBezTo>
                  <a:pt x="27137" y="37362"/>
                  <a:pt x="27093" y="37273"/>
                  <a:pt x="27078" y="37200"/>
                </a:cubicBezTo>
                <a:cubicBezTo>
                  <a:pt x="27122" y="37082"/>
                  <a:pt x="27167" y="36979"/>
                  <a:pt x="27211" y="36861"/>
                </a:cubicBezTo>
                <a:close/>
                <a:moveTo>
                  <a:pt x="16674" y="23234"/>
                </a:moveTo>
                <a:cubicBezTo>
                  <a:pt x="17233" y="25015"/>
                  <a:pt x="18587" y="26383"/>
                  <a:pt x="20103" y="27928"/>
                </a:cubicBezTo>
                <a:cubicBezTo>
                  <a:pt x="20662" y="28473"/>
                  <a:pt x="21236" y="29047"/>
                  <a:pt x="21780" y="29680"/>
                </a:cubicBezTo>
                <a:lnTo>
                  <a:pt x="22148" y="30092"/>
                </a:lnTo>
                <a:cubicBezTo>
                  <a:pt x="24150" y="32329"/>
                  <a:pt x="26033" y="34418"/>
                  <a:pt x="26931" y="36994"/>
                </a:cubicBezTo>
                <a:cubicBezTo>
                  <a:pt x="26946" y="37053"/>
                  <a:pt x="26975" y="37126"/>
                  <a:pt x="26990" y="37185"/>
                </a:cubicBezTo>
                <a:cubicBezTo>
                  <a:pt x="26931" y="37288"/>
                  <a:pt x="26902" y="37406"/>
                  <a:pt x="26843" y="37509"/>
                </a:cubicBezTo>
                <a:cubicBezTo>
                  <a:pt x="26843" y="37494"/>
                  <a:pt x="26828" y="37450"/>
                  <a:pt x="26828" y="37435"/>
                </a:cubicBezTo>
                <a:cubicBezTo>
                  <a:pt x="25945" y="35139"/>
                  <a:pt x="24267" y="33315"/>
                  <a:pt x="22487" y="31372"/>
                </a:cubicBezTo>
                <a:cubicBezTo>
                  <a:pt x="22119" y="30960"/>
                  <a:pt x="21707" y="30518"/>
                  <a:pt x="21339" y="30092"/>
                </a:cubicBezTo>
                <a:cubicBezTo>
                  <a:pt x="20956" y="29650"/>
                  <a:pt x="20574" y="29253"/>
                  <a:pt x="20206" y="28841"/>
                </a:cubicBezTo>
                <a:cubicBezTo>
                  <a:pt x="18513" y="27031"/>
                  <a:pt x="17042" y="25427"/>
                  <a:pt x="16571" y="23366"/>
                </a:cubicBezTo>
                <a:cubicBezTo>
                  <a:pt x="16615" y="23322"/>
                  <a:pt x="16630" y="23293"/>
                  <a:pt x="16674" y="23234"/>
                </a:cubicBezTo>
                <a:close/>
                <a:moveTo>
                  <a:pt x="27652" y="37156"/>
                </a:moveTo>
                <a:cubicBezTo>
                  <a:pt x="27667" y="37214"/>
                  <a:pt x="27667" y="37259"/>
                  <a:pt x="27667" y="37303"/>
                </a:cubicBezTo>
                <a:cubicBezTo>
                  <a:pt x="27652" y="37376"/>
                  <a:pt x="27638" y="37435"/>
                  <a:pt x="27608" y="37509"/>
                </a:cubicBezTo>
                <a:cubicBezTo>
                  <a:pt x="27608" y="37450"/>
                  <a:pt x="27608" y="37420"/>
                  <a:pt x="27593" y="37362"/>
                </a:cubicBezTo>
                <a:cubicBezTo>
                  <a:pt x="27608" y="37288"/>
                  <a:pt x="27638" y="37229"/>
                  <a:pt x="27652" y="37156"/>
                </a:cubicBezTo>
                <a:close/>
                <a:moveTo>
                  <a:pt x="27505" y="37156"/>
                </a:moveTo>
                <a:cubicBezTo>
                  <a:pt x="27505" y="37214"/>
                  <a:pt x="27520" y="37288"/>
                  <a:pt x="27520" y="37347"/>
                </a:cubicBezTo>
                <a:cubicBezTo>
                  <a:pt x="27505" y="37450"/>
                  <a:pt x="27490" y="37553"/>
                  <a:pt x="27461" y="37641"/>
                </a:cubicBezTo>
                <a:cubicBezTo>
                  <a:pt x="27446" y="37582"/>
                  <a:pt x="27446" y="37523"/>
                  <a:pt x="27432" y="37450"/>
                </a:cubicBezTo>
                <a:cubicBezTo>
                  <a:pt x="27446" y="37376"/>
                  <a:pt x="27461" y="37332"/>
                  <a:pt x="27490" y="37259"/>
                </a:cubicBezTo>
                <a:cubicBezTo>
                  <a:pt x="27490" y="37214"/>
                  <a:pt x="27505" y="37200"/>
                  <a:pt x="27505" y="37156"/>
                </a:cubicBezTo>
                <a:close/>
                <a:moveTo>
                  <a:pt x="27299" y="37259"/>
                </a:moveTo>
                <a:cubicBezTo>
                  <a:pt x="27314" y="37332"/>
                  <a:pt x="27343" y="37406"/>
                  <a:pt x="27343" y="37479"/>
                </a:cubicBezTo>
                <a:cubicBezTo>
                  <a:pt x="27314" y="37582"/>
                  <a:pt x="27284" y="37671"/>
                  <a:pt x="27240" y="37788"/>
                </a:cubicBezTo>
                <a:lnTo>
                  <a:pt x="27196" y="37568"/>
                </a:lnTo>
                <a:cubicBezTo>
                  <a:pt x="27225" y="37479"/>
                  <a:pt x="27270" y="37362"/>
                  <a:pt x="27299" y="37259"/>
                </a:cubicBezTo>
                <a:close/>
                <a:moveTo>
                  <a:pt x="27684" y="37684"/>
                </a:moveTo>
                <a:cubicBezTo>
                  <a:pt x="27682" y="37697"/>
                  <a:pt x="27682" y="37709"/>
                  <a:pt x="27682" y="37715"/>
                </a:cubicBezTo>
                <a:cubicBezTo>
                  <a:pt x="27682" y="37744"/>
                  <a:pt x="27667" y="37803"/>
                  <a:pt x="27667" y="37832"/>
                </a:cubicBezTo>
                <a:lnTo>
                  <a:pt x="27667" y="37744"/>
                </a:lnTo>
                <a:cubicBezTo>
                  <a:pt x="27674" y="37729"/>
                  <a:pt x="27678" y="37707"/>
                  <a:pt x="27684" y="37684"/>
                </a:cubicBezTo>
                <a:close/>
                <a:moveTo>
                  <a:pt x="27034" y="37303"/>
                </a:moveTo>
                <a:cubicBezTo>
                  <a:pt x="27064" y="37406"/>
                  <a:pt x="27093" y="37479"/>
                  <a:pt x="27122" y="37568"/>
                </a:cubicBezTo>
                <a:cubicBezTo>
                  <a:pt x="27064" y="37656"/>
                  <a:pt x="27019" y="37774"/>
                  <a:pt x="26990" y="37877"/>
                </a:cubicBezTo>
                <a:cubicBezTo>
                  <a:pt x="26946" y="37788"/>
                  <a:pt x="26931" y="37715"/>
                  <a:pt x="26902" y="37626"/>
                </a:cubicBezTo>
                <a:cubicBezTo>
                  <a:pt x="26946" y="37509"/>
                  <a:pt x="26990" y="37420"/>
                  <a:pt x="27034" y="37303"/>
                </a:cubicBezTo>
                <a:close/>
                <a:moveTo>
                  <a:pt x="16527" y="23499"/>
                </a:moveTo>
                <a:cubicBezTo>
                  <a:pt x="17012" y="25530"/>
                  <a:pt x="18469" y="27119"/>
                  <a:pt x="20147" y="28914"/>
                </a:cubicBezTo>
                <a:cubicBezTo>
                  <a:pt x="20515" y="29326"/>
                  <a:pt x="20897" y="29724"/>
                  <a:pt x="21280" y="30165"/>
                </a:cubicBezTo>
                <a:cubicBezTo>
                  <a:pt x="21677" y="30607"/>
                  <a:pt x="22060" y="31034"/>
                  <a:pt x="22443" y="31446"/>
                </a:cubicBezTo>
                <a:cubicBezTo>
                  <a:pt x="24209" y="33373"/>
                  <a:pt x="25886" y="35198"/>
                  <a:pt x="26769" y="37479"/>
                </a:cubicBezTo>
                <a:cubicBezTo>
                  <a:pt x="26784" y="37523"/>
                  <a:pt x="26799" y="37568"/>
                  <a:pt x="26828" y="37626"/>
                </a:cubicBezTo>
                <a:cubicBezTo>
                  <a:pt x="26769" y="37729"/>
                  <a:pt x="26710" y="37818"/>
                  <a:pt x="26681" y="37935"/>
                </a:cubicBezTo>
                <a:lnTo>
                  <a:pt x="26681" y="37921"/>
                </a:lnTo>
                <a:cubicBezTo>
                  <a:pt x="25798" y="35831"/>
                  <a:pt x="24223" y="34198"/>
                  <a:pt x="22590" y="32446"/>
                </a:cubicBezTo>
                <a:cubicBezTo>
                  <a:pt x="22016" y="31858"/>
                  <a:pt x="21457" y="31240"/>
                  <a:pt x="20883" y="30592"/>
                </a:cubicBezTo>
                <a:cubicBezTo>
                  <a:pt x="20736" y="30415"/>
                  <a:pt x="20574" y="30239"/>
                  <a:pt x="20426" y="30077"/>
                </a:cubicBezTo>
                <a:cubicBezTo>
                  <a:pt x="18454" y="27884"/>
                  <a:pt x="16792" y="26001"/>
                  <a:pt x="16424" y="23616"/>
                </a:cubicBezTo>
                <a:cubicBezTo>
                  <a:pt x="16468" y="23558"/>
                  <a:pt x="16482" y="23528"/>
                  <a:pt x="16527" y="23499"/>
                </a:cubicBezTo>
                <a:close/>
                <a:moveTo>
                  <a:pt x="27579" y="37582"/>
                </a:moveTo>
                <a:lnTo>
                  <a:pt x="27579" y="37582"/>
                </a:lnTo>
                <a:cubicBezTo>
                  <a:pt x="27564" y="37641"/>
                  <a:pt x="27564" y="37700"/>
                  <a:pt x="27579" y="37744"/>
                </a:cubicBezTo>
                <a:cubicBezTo>
                  <a:pt x="27564" y="37818"/>
                  <a:pt x="27535" y="37921"/>
                  <a:pt x="27520" y="37994"/>
                </a:cubicBezTo>
                <a:cubicBezTo>
                  <a:pt x="27520" y="37935"/>
                  <a:pt x="27505" y="37877"/>
                  <a:pt x="27505" y="37847"/>
                </a:cubicBezTo>
                <a:cubicBezTo>
                  <a:pt x="27520" y="37744"/>
                  <a:pt x="27535" y="37671"/>
                  <a:pt x="27579" y="37582"/>
                </a:cubicBezTo>
                <a:close/>
                <a:moveTo>
                  <a:pt x="27373" y="37656"/>
                </a:moveTo>
                <a:cubicBezTo>
                  <a:pt x="27387" y="37715"/>
                  <a:pt x="27387" y="37788"/>
                  <a:pt x="27417" y="37847"/>
                </a:cubicBezTo>
                <a:cubicBezTo>
                  <a:pt x="27417" y="37862"/>
                  <a:pt x="27387" y="37877"/>
                  <a:pt x="27387" y="37921"/>
                </a:cubicBezTo>
                <a:cubicBezTo>
                  <a:pt x="27373" y="37994"/>
                  <a:pt x="27358" y="38068"/>
                  <a:pt x="27343" y="38156"/>
                </a:cubicBezTo>
                <a:cubicBezTo>
                  <a:pt x="27314" y="38083"/>
                  <a:pt x="27314" y="38024"/>
                  <a:pt x="27299" y="37950"/>
                </a:cubicBezTo>
                <a:cubicBezTo>
                  <a:pt x="27314" y="37847"/>
                  <a:pt x="27343" y="37744"/>
                  <a:pt x="27373" y="37656"/>
                </a:cubicBezTo>
                <a:close/>
                <a:moveTo>
                  <a:pt x="27152" y="37715"/>
                </a:moveTo>
                <a:cubicBezTo>
                  <a:pt x="27167" y="37788"/>
                  <a:pt x="27196" y="37877"/>
                  <a:pt x="27211" y="37950"/>
                </a:cubicBezTo>
                <a:cubicBezTo>
                  <a:pt x="27167" y="38039"/>
                  <a:pt x="27137" y="38142"/>
                  <a:pt x="27093" y="38245"/>
                </a:cubicBezTo>
                <a:cubicBezTo>
                  <a:pt x="27078" y="38156"/>
                  <a:pt x="27049" y="38083"/>
                  <a:pt x="27019" y="38009"/>
                </a:cubicBezTo>
                <a:cubicBezTo>
                  <a:pt x="27064" y="37921"/>
                  <a:pt x="27122" y="37803"/>
                  <a:pt x="27152" y="37715"/>
                </a:cubicBezTo>
                <a:close/>
                <a:moveTo>
                  <a:pt x="26843" y="37715"/>
                </a:moveTo>
                <a:cubicBezTo>
                  <a:pt x="26872" y="37803"/>
                  <a:pt x="26902" y="37891"/>
                  <a:pt x="26931" y="37994"/>
                </a:cubicBezTo>
                <a:cubicBezTo>
                  <a:pt x="26902" y="38097"/>
                  <a:pt x="26843" y="38186"/>
                  <a:pt x="26799" y="38303"/>
                </a:cubicBezTo>
                <a:lnTo>
                  <a:pt x="26696" y="38024"/>
                </a:lnTo>
                <a:cubicBezTo>
                  <a:pt x="26755" y="37935"/>
                  <a:pt x="26799" y="37818"/>
                  <a:pt x="26843" y="37715"/>
                </a:cubicBezTo>
                <a:close/>
                <a:moveTo>
                  <a:pt x="16365" y="23734"/>
                </a:moveTo>
                <a:cubicBezTo>
                  <a:pt x="16762" y="26089"/>
                  <a:pt x="18410" y="27987"/>
                  <a:pt x="20323" y="30136"/>
                </a:cubicBezTo>
                <a:cubicBezTo>
                  <a:pt x="20471" y="30298"/>
                  <a:pt x="20647" y="30489"/>
                  <a:pt x="20780" y="30651"/>
                </a:cubicBezTo>
                <a:cubicBezTo>
                  <a:pt x="21354" y="31298"/>
                  <a:pt x="21928" y="31902"/>
                  <a:pt x="22502" y="32505"/>
                </a:cubicBezTo>
                <a:cubicBezTo>
                  <a:pt x="24135" y="34242"/>
                  <a:pt x="25680" y="35875"/>
                  <a:pt x="26578" y="37950"/>
                </a:cubicBezTo>
                <a:cubicBezTo>
                  <a:pt x="26593" y="37965"/>
                  <a:pt x="26593" y="38009"/>
                  <a:pt x="26622" y="38024"/>
                </a:cubicBezTo>
                <a:cubicBezTo>
                  <a:pt x="26563" y="38142"/>
                  <a:pt x="26504" y="38230"/>
                  <a:pt x="26446" y="38333"/>
                </a:cubicBezTo>
                <a:cubicBezTo>
                  <a:pt x="25548" y="36420"/>
                  <a:pt x="24076" y="34948"/>
                  <a:pt x="22516" y="33373"/>
                </a:cubicBezTo>
                <a:cubicBezTo>
                  <a:pt x="21795" y="32652"/>
                  <a:pt x="21059" y="31902"/>
                  <a:pt x="20368" y="31107"/>
                </a:cubicBezTo>
                <a:cubicBezTo>
                  <a:pt x="18190" y="28605"/>
                  <a:pt x="16497" y="26457"/>
                  <a:pt x="16321" y="23881"/>
                </a:cubicBezTo>
                <a:cubicBezTo>
                  <a:pt x="16321" y="23808"/>
                  <a:pt x="16335" y="23764"/>
                  <a:pt x="16365" y="23734"/>
                </a:cubicBezTo>
                <a:close/>
                <a:moveTo>
                  <a:pt x="27593" y="38024"/>
                </a:moveTo>
                <a:lnTo>
                  <a:pt x="27593" y="38156"/>
                </a:lnTo>
                <a:cubicBezTo>
                  <a:pt x="27579" y="38230"/>
                  <a:pt x="27549" y="38289"/>
                  <a:pt x="27549" y="38362"/>
                </a:cubicBezTo>
                <a:cubicBezTo>
                  <a:pt x="27549" y="38318"/>
                  <a:pt x="27549" y="38289"/>
                  <a:pt x="27535" y="38230"/>
                </a:cubicBezTo>
                <a:cubicBezTo>
                  <a:pt x="27549" y="38186"/>
                  <a:pt x="27549" y="38156"/>
                  <a:pt x="27579" y="38112"/>
                </a:cubicBezTo>
                <a:cubicBezTo>
                  <a:pt x="27579" y="38083"/>
                  <a:pt x="27593" y="38068"/>
                  <a:pt x="27593" y="38024"/>
                </a:cubicBezTo>
                <a:close/>
                <a:moveTo>
                  <a:pt x="27432" y="38068"/>
                </a:moveTo>
                <a:cubicBezTo>
                  <a:pt x="27432" y="38112"/>
                  <a:pt x="27446" y="38171"/>
                  <a:pt x="27446" y="38230"/>
                </a:cubicBezTo>
                <a:cubicBezTo>
                  <a:pt x="27432" y="38303"/>
                  <a:pt x="27402" y="38392"/>
                  <a:pt x="27387" y="38480"/>
                </a:cubicBezTo>
                <a:cubicBezTo>
                  <a:pt x="27373" y="38436"/>
                  <a:pt x="27373" y="38377"/>
                  <a:pt x="27358" y="38318"/>
                </a:cubicBezTo>
                <a:cubicBezTo>
                  <a:pt x="27373" y="38230"/>
                  <a:pt x="27402" y="38142"/>
                  <a:pt x="27432" y="38068"/>
                </a:cubicBezTo>
                <a:close/>
                <a:moveTo>
                  <a:pt x="27240" y="38068"/>
                </a:moveTo>
                <a:cubicBezTo>
                  <a:pt x="27270" y="38142"/>
                  <a:pt x="27284" y="38215"/>
                  <a:pt x="27284" y="38289"/>
                </a:cubicBezTo>
                <a:cubicBezTo>
                  <a:pt x="27240" y="38406"/>
                  <a:pt x="27211" y="38509"/>
                  <a:pt x="27196" y="38598"/>
                </a:cubicBezTo>
                <a:cubicBezTo>
                  <a:pt x="27167" y="38524"/>
                  <a:pt x="27152" y="38451"/>
                  <a:pt x="27137" y="38362"/>
                </a:cubicBezTo>
                <a:cubicBezTo>
                  <a:pt x="27167" y="38259"/>
                  <a:pt x="27211" y="38171"/>
                  <a:pt x="27240" y="38068"/>
                </a:cubicBezTo>
                <a:close/>
                <a:moveTo>
                  <a:pt x="26975" y="38097"/>
                </a:moveTo>
                <a:cubicBezTo>
                  <a:pt x="26990" y="38186"/>
                  <a:pt x="27019" y="38259"/>
                  <a:pt x="27049" y="38362"/>
                </a:cubicBezTo>
                <a:cubicBezTo>
                  <a:pt x="27005" y="38451"/>
                  <a:pt x="26975" y="38554"/>
                  <a:pt x="26931" y="38657"/>
                </a:cubicBezTo>
                <a:cubicBezTo>
                  <a:pt x="26902" y="38554"/>
                  <a:pt x="26872" y="38480"/>
                  <a:pt x="26843" y="38392"/>
                </a:cubicBezTo>
                <a:cubicBezTo>
                  <a:pt x="26872" y="38303"/>
                  <a:pt x="26931" y="38215"/>
                  <a:pt x="26975" y="38097"/>
                </a:cubicBezTo>
                <a:close/>
                <a:moveTo>
                  <a:pt x="26637" y="38112"/>
                </a:moveTo>
                <a:lnTo>
                  <a:pt x="26755" y="38392"/>
                </a:lnTo>
                <a:cubicBezTo>
                  <a:pt x="26696" y="38509"/>
                  <a:pt x="26652" y="38598"/>
                  <a:pt x="26607" y="38686"/>
                </a:cubicBezTo>
                <a:cubicBezTo>
                  <a:pt x="26563" y="38598"/>
                  <a:pt x="26504" y="38509"/>
                  <a:pt x="26475" y="38406"/>
                </a:cubicBezTo>
                <a:cubicBezTo>
                  <a:pt x="26534" y="38318"/>
                  <a:pt x="26578" y="38215"/>
                  <a:pt x="26637" y="38112"/>
                </a:cubicBezTo>
                <a:close/>
                <a:moveTo>
                  <a:pt x="27593" y="38480"/>
                </a:moveTo>
                <a:lnTo>
                  <a:pt x="27593" y="38554"/>
                </a:lnTo>
                <a:cubicBezTo>
                  <a:pt x="27593" y="38598"/>
                  <a:pt x="27579" y="38627"/>
                  <a:pt x="27579" y="38686"/>
                </a:cubicBezTo>
                <a:lnTo>
                  <a:pt x="27579" y="38612"/>
                </a:lnTo>
                <a:cubicBezTo>
                  <a:pt x="27593" y="38583"/>
                  <a:pt x="27593" y="38539"/>
                  <a:pt x="27593" y="38480"/>
                </a:cubicBezTo>
                <a:close/>
                <a:moveTo>
                  <a:pt x="16232" y="23970"/>
                </a:moveTo>
                <a:cubicBezTo>
                  <a:pt x="16468" y="26530"/>
                  <a:pt x="18145" y="28664"/>
                  <a:pt x="20294" y="31151"/>
                </a:cubicBezTo>
                <a:cubicBezTo>
                  <a:pt x="20986" y="31961"/>
                  <a:pt x="21722" y="32696"/>
                  <a:pt x="22443" y="33432"/>
                </a:cubicBezTo>
                <a:cubicBezTo>
                  <a:pt x="24003" y="35007"/>
                  <a:pt x="25489" y="36523"/>
                  <a:pt x="26401" y="38436"/>
                </a:cubicBezTo>
                <a:cubicBezTo>
                  <a:pt x="26343" y="38539"/>
                  <a:pt x="26284" y="38627"/>
                  <a:pt x="26210" y="38745"/>
                </a:cubicBezTo>
                <a:cubicBezTo>
                  <a:pt x="25298" y="36994"/>
                  <a:pt x="23870" y="35610"/>
                  <a:pt x="22369" y="34183"/>
                </a:cubicBezTo>
                <a:cubicBezTo>
                  <a:pt x="21516" y="33373"/>
                  <a:pt x="20662" y="32520"/>
                  <a:pt x="19853" y="31607"/>
                </a:cubicBezTo>
                <a:cubicBezTo>
                  <a:pt x="17939" y="29371"/>
                  <a:pt x="16173" y="26913"/>
                  <a:pt x="16173" y="24102"/>
                </a:cubicBezTo>
                <a:cubicBezTo>
                  <a:pt x="16188" y="24043"/>
                  <a:pt x="16203" y="23999"/>
                  <a:pt x="16232" y="23970"/>
                </a:cubicBezTo>
                <a:close/>
                <a:moveTo>
                  <a:pt x="27461" y="38436"/>
                </a:moveTo>
                <a:cubicBezTo>
                  <a:pt x="27490" y="38509"/>
                  <a:pt x="27490" y="38554"/>
                  <a:pt x="27490" y="38598"/>
                </a:cubicBezTo>
                <a:lnTo>
                  <a:pt x="27432" y="38818"/>
                </a:lnTo>
                <a:cubicBezTo>
                  <a:pt x="27432" y="38760"/>
                  <a:pt x="27417" y="38730"/>
                  <a:pt x="27417" y="38671"/>
                </a:cubicBezTo>
                <a:cubicBezTo>
                  <a:pt x="27417" y="38627"/>
                  <a:pt x="27432" y="38598"/>
                  <a:pt x="27432" y="38554"/>
                </a:cubicBezTo>
                <a:cubicBezTo>
                  <a:pt x="27446" y="38524"/>
                  <a:pt x="27446" y="38465"/>
                  <a:pt x="27461" y="38436"/>
                </a:cubicBezTo>
                <a:close/>
                <a:moveTo>
                  <a:pt x="27299" y="38480"/>
                </a:moveTo>
                <a:cubicBezTo>
                  <a:pt x="27314" y="38554"/>
                  <a:pt x="27314" y="38612"/>
                  <a:pt x="27343" y="38686"/>
                </a:cubicBezTo>
                <a:cubicBezTo>
                  <a:pt x="27314" y="38774"/>
                  <a:pt x="27284" y="38877"/>
                  <a:pt x="27270" y="38966"/>
                </a:cubicBezTo>
                <a:cubicBezTo>
                  <a:pt x="27240" y="38892"/>
                  <a:pt x="27225" y="38818"/>
                  <a:pt x="27225" y="38760"/>
                </a:cubicBezTo>
                <a:cubicBezTo>
                  <a:pt x="27240" y="38671"/>
                  <a:pt x="27284" y="38583"/>
                  <a:pt x="27299" y="38480"/>
                </a:cubicBezTo>
                <a:close/>
                <a:moveTo>
                  <a:pt x="27078" y="38509"/>
                </a:moveTo>
                <a:cubicBezTo>
                  <a:pt x="27093" y="38598"/>
                  <a:pt x="27108" y="38671"/>
                  <a:pt x="27137" y="38760"/>
                </a:cubicBezTo>
                <a:cubicBezTo>
                  <a:pt x="27093" y="38833"/>
                  <a:pt x="27064" y="38921"/>
                  <a:pt x="27034" y="39039"/>
                </a:cubicBezTo>
                <a:cubicBezTo>
                  <a:pt x="27019" y="38951"/>
                  <a:pt x="26990" y="38877"/>
                  <a:pt x="26961" y="38774"/>
                </a:cubicBezTo>
                <a:lnTo>
                  <a:pt x="27078" y="38509"/>
                </a:lnTo>
                <a:close/>
                <a:moveTo>
                  <a:pt x="26784" y="38509"/>
                </a:moveTo>
                <a:cubicBezTo>
                  <a:pt x="26828" y="38598"/>
                  <a:pt x="26843" y="38686"/>
                  <a:pt x="26872" y="38774"/>
                </a:cubicBezTo>
                <a:cubicBezTo>
                  <a:pt x="26843" y="38877"/>
                  <a:pt x="26784" y="38980"/>
                  <a:pt x="26755" y="39069"/>
                </a:cubicBezTo>
                <a:lnTo>
                  <a:pt x="26637" y="38804"/>
                </a:lnTo>
                <a:cubicBezTo>
                  <a:pt x="26696" y="38701"/>
                  <a:pt x="26725" y="38598"/>
                  <a:pt x="26784" y="38509"/>
                </a:cubicBezTo>
                <a:close/>
                <a:moveTo>
                  <a:pt x="26416" y="38524"/>
                </a:moveTo>
                <a:cubicBezTo>
                  <a:pt x="26460" y="38612"/>
                  <a:pt x="26504" y="38701"/>
                  <a:pt x="26549" y="38804"/>
                </a:cubicBezTo>
                <a:cubicBezTo>
                  <a:pt x="26490" y="38892"/>
                  <a:pt x="26431" y="38980"/>
                  <a:pt x="26387" y="39098"/>
                </a:cubicBezTo>
                <a:lnTo>
                  <a:pt x="26269" y="38877"/>
                </a:lnTo>
                <a:cubicBezTo>
                  <a:pt x="26254" y="38848"/>
                  <a:pt x="26254" y="38833"/>
                  <a:pt x="26239" y="38818"/>
                </a:cubicBezTo>
                <a:cubicBezTo>
                  <a:pt x="26284" y="38730"/>
                  <a:pt x="26343" y="38612"/>
                  <a:pt x="26416" y="38524"/>
                </a:cubicBezTo>
                <a:close/>
                <a:moveTo>
                  <a:pt x="16085" y="24235"/>
                </a:moveTo>
                <a:cubicBezTo>
                  <a:pt x="16159" y="27001"/>
                  <a:pt x="17881" y="29429"/>
                  <a:pt x="19779" y="31637"/>
                </a:cubicBezTo>
                <a:cubicBezTo>
                  <a:pt x="20559" y="32579"/>
                  <a:pt x="21442" y="33403"/>
                  <a:pt x="22295" y="34242"/>
                </a:cubicBezTo>
                <a:cubicBezTo>
                  <a:pt x="23811" y="35684"/>
                  <a:pt x="25224" y="37053"/>
                  <a:pt x="26136" y="38818"/>
                </a:cubicBezTo>
                <a:cubicBezTo>
                  <a:pt x="26092" y="38921"/>
                  <a:pt x="26019" y="39025"/>
                  <a:pt x="25960" y="39113"/>
                </a:cubicBezTo>
                <a:cubicBezTo>
                  <a:pt x="25003" y="37465"/>
                  <a:pt x="23620" y="36228"/>
                  <a:pt x="22163" y="34889"/>
                </a:cubicBezTo>
                <a:cubicBezTo>
                  <a:pt x="21206" y="34006"/>
                  <a:pt x="20220" y="33109"/>
                  <a:pt x="19337" y="32078"/>
                </a:cubicBezTo>
                <a:cubicBezTo>
                  <a:pt x="16909" y="29209"/>
                  <a:pt x="15864" y="26751"/>
                  <a:pt x="16026" y="24323"/>
                </a:cubicBezTo>
                <a:cubicBezTo>
                  <a:pt x="16041" y="24279"/>
                  <a:pt x="16056" y="24249"/>
                  <a:pt x="16085" y="24235"/>
                </a:cubicBezTo>
                <a:close/>
                <a:moveTo>
                  <a:pt x="27505" y="38892"/>
                </a:moveTo>
                <a:cubicBezTo>
                  <a:pt x="27520" y="38921"/>
                  <a:pt x="27520" y="38966"/>
                  <a:pt x="27520" y="38995"/>
                </a:cubicBezTo>
                <a:cubicBezTo>
                  <a:pt x="27505" y="39054"/>
                  <a:pt x="27505" y="39113"/>
                  <a:pt x="27490" y="39172"/>
                </a:cubicBezTo>
                <a:cubicBezTo>
                  <a:pt x="27490" y="39128"/>
                  <a:pt x="27490" y="39098"/>
                  <a:pt x="27461" y="39054"/>
                </a:cubicBezTo>
                <a:cubicBezTo>
                  <a:pt x="27490" y="38995"/>
                  <a:pt x="27490" y="38951"/>
                  <a:pt x="27505" y="38892"/>
                </a:cubicBezTo>
                <a:close/>
                <a:moveTo>
                  <a:pt x="27373" y="38877"/>
                </a:moveTo>
                <a:cubicBezTo>
                  <a:pt x="27373" y="38951"/>
                  <a:pt x="27387" y="38995"/>
                  <a:pt x="27387" y="39054"/>
                </a:cubicBezTo>
                <a:cubicBezTo>
                  <a:pt x="27373" y="39113"/>
                  <a:pt x="27373" y="39172"/>
                  <a:pt x="27358" y="39216"/>
                </a:cubicBezTo>
                <a:cubicBezTo>
                  <a:pt x="27358" y="39260"/>
                  <a:pt x="27343" y="39289"/>
                  <a:pt x="27343" y="39319"/>
                </a:cubicBezTo>
                <a:cubicBezTo>
                  <a:pt x="27314" y="39260"/>
                  <a:pt x="27314" y="39201"/>
                  <a:pt x="27299" y="39128"/>
                </a:cubicBezTo>
                <a:cubicBezTo>
                  <a:pt x="27314" y="39054"/>
                  <a:pt x="27358" y="38966"/>
                  <a:pt x="27373" y="38877"/>
                </a:cubicBezTo>
                <a:close/>
                <a:moveTo>
                  <a:pt x="27167" y="38892"/>
                </a:moveTo>
                <a:cubicBezTo>
                  <a:pt x="27181" y="38966"/>
                  <a:pt x="27211" y="39039"/>
                  <a:pt x="27225" y="39128"/>
                </a:cubicBezTo>
                <a:cubicBezTo>
                  <a:pt x="27196" y="39216"/>
                  <a:pt x="27152" y="39319"/>
                  <a:pt x="27137" y="39407"/>
                </a:cubicBezTo>
                <a:cubicBezTo>
                  <a:pt x="27122" y="39334"/>
                  <a:pt x="27093" y="39245"/>
                  <a:pt x="27078" y="39172"/>
                </a:cubicBezTo>
                <a:cubicBezTo>
                  <a:pt x="27122" y="39069"/>
                  <a:pt x="27152" y="38980"/>
                  <a:pt x="27167" y="38892"/>
                </a:cubicBezTo>
                <a:close/>
                <a:moveTo>
                  <a:pt x="26916" y="38892"/>
                </a:moveTo>
                <a:cubicBezTo>
                  <a:pt x="26931" y="38980"/>
                  <a:pt x="26975" y="39069"/>
                  <a:pt x="26990" y="39142"/>
                </a:cubicBezTo>
                <a:lnTo>
                  <a:pt x="26872" y="39422"/>
                </a:lnTo>
                <a:cubicBezTo>
                  <a:pt x="26843" y="39334"/>
                  <a:pt x="26828" y="39245"/>
                  <a:pt x="26784" y="39172"/>
                </a:cubicBezTo>
                <a:cubicBezTo>
                  <a:pt x="26828" y="39069"/>
                  <a:pt x="26872" y="38980"/>
                  <a:pt x="26916" y="38892"/>
                </a:cubicBezTo>
                <a:close/>
                <a:moveTo>
                  <a:pt x="26195" y="38892"/>
                </a:moveTo>
                <a:lnTo>
                  <a:pt x="26195" y="38907"/>
                </a:lnTo>
                <a:cubicBezTo>
                  <a:pt x="26254" y="38980"/>
                  <a:pt x="26284" y="39069"/>
                  <a:pt x="26343" y="39172"/>
                </a:cubicBezTo>
                <a:cubicBezTo>
                  <a:pt x="26284" y="39260"/>
                  <a:pt x="26239" y="39363"/>
                  <a:pt x="26181" y="39466"/>
                </a:cubicBezTo>
                <a:cubicBezTo>
                  <a:pt x="26166" y="39422"/>
                  <a:pt x="26136" y="39363"/>
                  <a:pt x="26107" y="39334"/>
                </a:cubicBezTo>
                <a:cubicBezTo>
                  <a:pt x="26063" y="39275"/>
                  <a:pt x="26048" y="39245"/>
                  <a:pt x="26004" y="39186"/>
                </a:cubicBezTo>
                <a:cubicBezTo>
                  <a:pt x="26078" y="39098"/>
                  <a:pt x="26136" y="38980"/>
                  <a:pt x="26195" y="38892"/>
                </a:cubicBezTo>
                <a:close/>
                <a:moveTo>
                  <a:pt x="26578" y="38892"/>
                </a:moveTo>
                <a:lnTo>
                  <a:pt x="26696" y="39172"/>
                </a:lnTo>
                <a:cubicBezTo>
                  <a:pt x="26637" y="39260"/>
                  <a:pt x="26593" y="39363"/>
                  <a:pt x="26549" y="39466"/>
                </a:cubicBezTo>
                <a:cubicBezTo>
                  <a:pt x="26504" y="39363"/>
                  <a:pt x="26475" y="39275"/>
                  <a:pt x="26416" y="39186"/>
                </a:cubicBezTo>
                <a:cubicBezTo>
                  <a:pt x="26490" y="39069"/>
                  <a:pt x="26534" y="38980"/>
                  <a:pt x="26578" y="38892"/>
                </a:cubicBezTo>
                <a:close/>
                <a:moveTo>
                  <a:pt x="15953" y="24485"/>
                </a:moveTo>
                <a:lnTo>
                  <a:pt x="15953" y="24485"/>
                </a:lnTo>
                <a:cubicBezTo>
                  <a:pt x="15835" y="26883"/>
                  <a:pt x="16909" y="29326"/>
                  <a:pt x="19293" y="32123"/>
                </a:cubicBezTo>
                <a:cubicBezTo>
                  <a:pt x="20176" y="33153"/>
                  <a:pt x="21177" y="34065"/>
                  <a:pt x="22134" y="34948"/>
                </a:cubicBezTo>
                <a:cubicBezTo>
                  <a:pt x="23605" y="36302"/>
                  <a:pt x="24989" y="37553"/>
                  <a:pt x="25916" y="39186"/>
                </a:cubicBezTo>
                <a:cubicBezTo>
                  <a:pt x="25842" y="39289"/>
                  <a:pt x="25798" y="39392"/>
                  <a:pt x="25724" y="39481"/>
                </a:cubicBezTo>
                <a:cubicBezTo>
                  <a:pt x="24738" y="37950"/>
                  <a:pt x="23399" y="36788"/>
                  <a:pt x="21972" y="35551"/>
                </a:cubicBezTo>
                <a:cubicBezTo>
                  <a:pt x="20897" y="34639"/>
                  <a:pt x="19794" y="33682"/>
                  <a:pt x="18852" y="32564"/>
                </a:cubicBezTo>
                <a:cubicBezTo>
                  <a:pt x="16571" y="29856"/>
                  <a:pt x="15585" y="27075"/>
                  <a:pt x="15909" y="24544"/>
                </a:cubicBezTo>
                <a:cubicBezTo>
                  <a:pt x="15909" y="24529"/>
                  <a:pt x="15923" y="24499"/>
                  <a:pt x="15953" y="24485"/>
                </a:cubicBezTo>
                <a:close/>
                <a:moveTo>
                  <a:pt x="27520" y="39348"/>
                </a:moveTo>
                <a:lnTo>
                  <a:pt x="27520" y="39407"/>
                </a:lnTo>
                <a:cubicBezTo>
                  <a:pt x="27520" y="39437"/>
                  <a:pt x="27505" y="39466"/>
                  <a:pt x="27505" y="39495"/>
                </a:cubicBezTo>
                <a:lnTo>
                  <a:pt x="27505" y="39437"/>
                </a:lnTo>
                <a:cubicBezTo>
                  <a:pt x="27505" y="39407"/>
                  <a:pt x="27520" y="39392"/>
                  <a:pt x="27520" y="39348"/>
                </a:cubicBezTo>
                <a:close/>
                <a:moveTo>
                  <a:pt x="27417" y="39275"/>
                </a:moveTo>
                <a:cubicBezTo>
                  <a:pt x="27432" y="39334"/>
                  <a:pt x="27432" y="39392"/>
                  <a:pt x="27432" y="39422"/>
                </a:cubicBezTo>
                <a:lnTo>
                  <a:pt x="27373" y="39643"/>
                </a:lnTo>
                <a:cubicBezTo>
                  <a:pt x="27373" y="39584"/>
                  <a:pt x="27358" y="39554"/>
                  <a:pt x="27358" y="39495"/>
                </a:cubicBezTo>
                <a:lnTo>
                  <a:pt x="27417" y="39275"/>
                </a:lnTo>
                <a:close/>
                <a:moveTo>
                  <a:pt x="27240" y="39289"/>
                </a:moveTo>
                <a:cubicBezTo>
                  <a:pt x="27270" y="39363"/>
                  <a:pt x="27270" y="39437"/>
                  <a:pt x="27284" y="39495"/>
                </a:cubicBezTo>
                <a:cubicBezTo>
                  <a:pt x="27270" y="39584"/>
                  <a:pt x="27240" y="39657"/>
                  <a:pt x="27211" y="39760"/>
                </a:cubicBezTo>
                <a:lnTo>
                  <a:pt x="27152" y="39540"/>
                </a:lnTo>
                <a:cubicBezTo>
                  <a:pt x="27196" y="39466"/>
                  <a:pt x="27225" y="39392"/>
                  <a:pt x="27240" y="39289"/>
                </a:cubicBezTo>
                <a:close/>
                <a:moveTo>
                  <a:pt x="27019" y="39289"/>
                </a:moveTo>
                <a:cubicBezTo>
                  <a:pt x="27034" y="39392"/>
                  <a:pt x="27064" y="39466"/>
                  <a:pt x="27078" y="39554"/>
                </a:cubicBezTo>
                <a:cubicBezTo>
                  <a:pt x="27034" y="39643"/>
                  <a:pt x="27019" y="39731"/>
                  <a:pt x="26990" y="39804"/>
                </a:cubicBezTo>
                <a:cubicBezTo>
                  <a:pt x="26975" y="39716"/>
                  <a:pt x="26931" y="39643"/>
                  <a:pt x="26916" y="39554"/>
                </a:cubicBezTo>
                <a:cubicBezTo>
                  <a:pt x="26946" y="39466"/>
                  <a:pt x="26990" y="39363"/>
                  <a:pt x="27019" y="39289"/>
                </a:cubicBezTo>
                <a:close/>
                <a:moveTo>
                  <a:pt x="26725" y="39275"/>
                </a:moveTo>
                <a:cubicBezTo>
                  <a:pt x="26769" y="39363"/>
                  <a:pt x="26784" y="39466"/>
                  <a:pt x="26813" y="39554"/>
                </a:cubicBezTo>
                <a:cubicBezTo>
                  <a:pt x="26784" y="39643"/>
                  <a:pt x="26725" y="39731"/>
                  <a:pt x="26696" y="39834"/>
                </a:cubicBezTo>
                <a:lnTo>
                  <a:pt x="26578" y="39554"/>
                </a:lnTo>
                <a:cubicBezTo>
                  <a:pt x="26637" y="39466"/>
                  <a:pt x="26666" y="39363"/>
                  <a:pt x="26725" y="39275"/>
                </a:cubicBezTo>
                <a:close/>
                <a:moveTo>
                  <a:pt x="15806" y="24764"/>
                </a:moveTo>
                <a:lnTo>
                  <a:pt x="15806" y="24764"/>
                </a:lnTo>
                <a:cubicBezTo>
                  <a:pt x="15541" y="27266"/>
                  <a:pt x="16571" y="29974"/>
                  <a:pt x="18778" y="32623"/>
                </a:cubicBezTo>
                <a:cubicBezTo>
                  <a:pt x="19720" y="33741"/>
                  <a:pt x="20824" y="34698"/>
                  <a:pt x="21913" y="35610"/>
                </a:cubicBezTo>
                <a:cubicBezTo>
                  <a:pt x="23340" y="36846"/>
                  <a:pt x="24709" y="38024"/>
                  <a:pt x="25666" y="39554"/>
                </a:cubicBezTo>
                <a:cubicBezTo>
                  <a:pt x="25592" y="39657"/>
                  <a:pt x="25518" y="39760"/>
                  <a:pt x="25445" y="39849"/>
                </a:cubicBezTo>
                <a:cubicBezTo>
                  <a:pt x="24444" y="38436"/>
                  <a:pt x="23120" y="37332"/>
                  <a:pt x="21707" y="36184"/>
                </a:cubicBezTo>
                <a:cubicBezTo>
                  <a:pt x="20529" y="35228"/>
                  <a:pt x="19337" y="34242"/>
                  <a:pt x="18337" y="33035"/>
                </a:cubicBezTo>
                <a:cubicBezTo>
                  <a:pt x="16159" y="30386"/>
                  <a:pt x="15246" y="27472"/>
                  <a:pt x="15806" y="24764"/>
                </a:cubicBezTo>
                <a:close/>
                <a:moveTo>
                  <a:pt x="25975" y="39260"/>
                </a:moveTo>
                <a:cubicBezTo>
                  <a:pt x="25989" y="39289"/>
                  <a:pt x="26019" y="39334"/>
                  <a:pt x="26048" y="39363"/>
                </a:cubicBezTo>
                <a:cubicBezTo>
                  <a:pt x="26048" y="39422"/>
                  <a:pt x="26092" y="39495"/>
                  <a:pt x="26122" y="39554"/>
                </a:cubicBezTo>
                <a:cubicBezTo>
                  <a:pt x="26063" y="39643"/>
                  <a:pt x="25989" y="39760"/>
                  <a:pt x="25930" y="39849"/>
                </a:cubicBezTo>
                <a:cubicBezTo>
                  <a:pt x="25930" y="39834"/>
                  <a:pt x="25916" y="39834"/>
                  <a:pt x="25916" y="39804"/>
                </a:cubicBezTo>
                <a:cubicBezTo>
                  <a:pt x="25872" y="39716"/>
                  <a:pt x="25813" y="39643"/>
                  <a:pt x="25769" y="39554"/>
                </a:cubicBezTo>
                <a:cubicBezTo>
                  <a:pt x="25842" y="39466"/>
                  <a:pt x="25901" y="39348"/>
                  <a:pt x="25975" y="39260"/>
                </a:cubicBezTo>
                <a:close/>
                <a:moveTo>
                  <a:pt x="26387" y="39275"/>
                </a:moveTo>
                <a:cubicBezTo>
                  <a:pt x="26416" y="39363"/>
                  <a:pt x="26460" y="39466"/>
                  <a:pt x="26504" y="39569"/>
                </a:cubicBezTo>
                <a:cubicBezTo>
                  <a:pt x="26460" y="39643"/>
                  <a:pt x="26401" y="39731"/>
                  <a:pt x="26343" y="39849"/>
                </a:cubicBezTo>
                <a:cubicBezTo>
                  <a:pt x="26298" y="39760"/>
                  <a:pt x="26254" y="39657"/>
                  <a:pt x="26210" y="39569"/>
                </a:cubicBezTo>
                <a:cubicBezTo>
                  <a:pt x="26269" y="39481"/>
                  <a:pt x="26328" y="39392"/>
                  <a:pt x="26387" y="39275"/>
                </a:cubicBezTo>
                <a:close/>
                <a:moveTo>
                  <a:pt x="27432" y="39701"/>
                </a:moveTo>
                <a:cubicBezTo>
                  <a:pt x="27446" y="39760"/>
                  <a:pt x="27446" y="39790"/>
                  <a:pt x="27446" y="39804"/>
                </a:cubicBezTo>
                <a:cubicBezTo>
                  <a:pt x="27432" y="39863"/>
                  <a:pt x="27432" y="39922"/>
                  <a:pt x="27402" y="39981"/>
                </a:cubicBezTo>
                <a:cubicBezTo>
                  <a:pt x="27402" y="39937"/>
                  <a:pt x="27402" y="39922"/>
                  <a:pt x="27387" y="39878"/>
                </a:cubicBezTo>
                <a:lnTo>
                  <a:pt x="27387" y="39863"/>
                </a:lnTo>
                <a:cubicBezTo>
                  <a:pt x="27402" y="39804"/>
                  <a:pt x="27402" y="39760"/>
                  <a:pt x="27432" y="39701"/>
                </a:cubicBezTo>
                <a:close/>
                <a:moveTo>
                  <a:pt x="27314" y="39701"/>
                </a:moveTo>
                <a:cubicBezTo>
                  <a:pt x="27314" y="39775"/>
                  <a:pt x="27314" y="39834"/>
                  <a:pt x="27343" y="39878"/>
                </a:cubicBezTo>
                <a:lnTo>
                  <a:pt x="27284" y="40099"/>
                </a:lnTo>
                <a:cubicBezTo>
                  <a:pt x="27270" y="40040"/>
                  <a:pt x="27270" y="39981"/>
                  <a:pt x="27240" y="39922"/>
                </a:cubicBezTo>
                <a:cubicBezTo>
                  <a:pt x="27270" y="39849"/>
                  <a:pt x="27284" y="39775"/>
                  <a:pt x="27314" y="39701"/>
                </a:cubicBezTo>
                <a:close/>
                <a:moveTo>
                  <a:pt x="27122" y="39672"/>
                </a:moveTo>
                <a:cubicBezTo>
                  <a:pt x="27137" y="39760"/>
                  <a:pt x="27152" y="39849"/>
                  <a:pt x="27167" y="39922"/>
                </a:cubicBezTo>
                <a:cubicBezTo>
                  <a:pt x="27137" y="40010"/>
                  <a:pt x="27122" y="40084"/>
                  <a:pt x="27078" y="40172"/>
                </a:cubicBezTo>
                <a:cubicBezTo>
                  <a:pt x="27064" y="40099"/>
                  <a:pt x="27034" y="40010"/>
                  <a:pt x="27019" y="39937"/>
                </a:cubicBezTo>
                <a:cubicBezTo>
                  <a:pt x="27064" y="39849"/>
                  <a:pt x="27078" y="39775"/>
                  <a:pt x="27122" y="39672"/>
                </a:cubicBezTo>
                <a:close/>
                <a:moveTo>
                  <a:pt x="15658" y="25162"/>
                </a:moveTo>
                <a:lnTo>
                  <a:pt x="15658" y="25162"/>
                </a:lnTo>
                <a:cubicBezTo>
                  <a:pt x="15276" y="27781"/>
                  <a:pt x="16203" y="30563"/>
                  <a:pt x="18293" y="33094"/>
                </a:cubicBezTo>
                <a:cubicBezTo>
                  <a:pt x="19279" y="34286"/>
                  <a:pt x="20500" y="35287"/>
                  <a:pt x="21677" y="36243"/>
                </a:cubicBezTo>
                <a:cubicBezTo>
                  <a:pt x="23075" y="37406"/>
                  <a:pt x="24415" y="38480"/>
                  <a:pt x="25401" y="39907"/>
                </a:cubicBezTo>
                <a:cubicBezTo>
                  <a:pt x="25327" y="39996"/>
                  <a:pt x="25253" y="40099"/>
                  <a:pt x="25180" y="40202"/>
                </a:cubicBezTo>
                <a:cubicBezTo>
                  <a:pt x="24179" y="38848"/>
                  <a:pt x="22811" y="37803"/>
                  <a:pt x="21486" y="36773"/>
                </a:cubicBezTo>
                <a:cubicBezTo>
                  <a:pt x="20220" y="35802"/>
                  <a:pt x="18911" y="34786"/>
                  <a:pt x="17881" y="33521"/>
                </a:cubicBezTo>
                <a:cubicBezTo>
                  <a:pt x="15806" y="31034"/>
                  <a:pt x="14981" y="27928"/>
                  <a:pt x="15658" y="25162"/>
                </a:cubicBezTo>
                <a:close/>
                <a:moveTo>
                  <a:pt x="26858" y="39657"/>
                </a:moveTo>
                <a:cubicBezTo>
                  <a:pt x="26872" y="39760"/>
                  <a:pt x="26916" y="39849"/>
                  <a:pt x="26931" y="39922"/>
                </a:cubicBezTo>
                <a:lnTo>
                  <a:pt x="26828" y="40202"/>
                </a:lnTo>
                <a:cubicBezTo>
                  <a:pt x="26784" y="40099"/>
                  <a:pt x="26769" y="40010"/>
                  <a:pt x="26725" y="39922"/>
                </a:cubicBezTo>
                <a:cubicBezTo>
                  <a:pt x="26784" y="39849"/>
                  <a:pt x="26828" y="39760"/>
                  <a:pt x="26858" y="39657"/>
                </a:cubicBezTo>
                <a:close/>
                <a:moveTo>
                  <a:pt x="25724" y="39628"/>
                </a:moveTo>
                <a:cubicBezTo>
                  <a:pt x="25754" y="39701"/>
                  <a:pt x="25798" y="39775"/>
                  <a:pt x="25842" y="39849"/>
                </a:cubicBezTo>
                <a:cubicBezTo>
                  <a:pt x="25857" y="39863"/>
                  <a:pt x="25857" y="39907"/>
                  <a:pt x="25886" y="39922"/>
                </a:cubicBezTo>
                <a:cubicBezTo>
                  <a:pt x="25813" y="40010"/>
                  <a:pt x="25754" y="40128"/>
                  <a:pt x="25680" y="40217"/>
                </a:cubicBezTo>
                <a:cubicBezTo>
                  <a:pt x="25621" y="40128"/>
                  <a:pt x="25548" y="40010"/>
                  <a:pt x="25504" y="39922"/>
                </a:cubicBezTo>
                <a:cubicBezTo>
                  <a:pt x="25577" y="39834"/>
                  <a:pt x="25651" y="39716"/>
                  <a:pt x="25724" y="39628"/>
                </a:cubicBezTo>
                <a:close/>
                <a:moveTo>
                  <a:pt x="26181" y="39628"/>
                </a:moveTo>
                <a:cubicBezTo>
                  <a:pt x="26210" y="39731"/>
                  <a:pt x="26254" y="39834"/>
                  <a:pt x="26298" y="39922"/>
                </a:cubicBezTo>
                <a:cubicBezTo>
                  <a:pt x="26254" y="40010"/>
                  <a:pt x="26195" y="40099"/>
                  <a:pt x="26136" y="40217"/>
                </a:cubicBezTo>
                <a:cubicBezTo>
                  <a:pt x="26078" y="40128"/>
                  <a:pt x="26048" y="40025"/>
                  <a:pt x="25989" y="39922"/>
                </a:cubicBezTo>
                <a:cubicBezTo>
                  <a:pt x="26048" y="39834"/>
                  <a:pt x="26122" y="39731"/>
                  <a:pt x="26181" y="39628"/>
                </a:cubicBezTo>
                <a:close/>
                <a:moveTo>
                  <a:pt x="26534" y="39657"/>
                </a:moveTo>
                <a:lnTo>
                  <a:pt x="26637" y="39937"/>
                </a:lnTo>
                <a:cubicBezTo>
                  <a:pt x="26593" y="40025"/>
                  <a:pt x="26549" y="40128"/>
                  <a:pt x="26490" y="40217"/>
                </a:cubicBezTo>
                <a:cubicBezTo>
                  <a:pt x="26475" y="40128"/>
                  <a:pt x="26431" y="40025"/>
                  <a:pt x="26387" y="39937"/>
                </a:cubicBezTo>
                <a:cubicBezTo>
                  <a:pt x="26431" y="39849"/>
                  <a:pt x="26490" y="39760"/>
                  <a:pt x="26534" y="39657"/>
                </a:cubicBezTo>
                <a:close/>
                <a:moveTo>
                  <a:pt x="27461" y="40172"/>
                </a:moveTo>
                <a:lnTo>
                  <a:pt x="27461" y="40202"/>
                </a:lnTo>
                <a:cubicBezTo>
                  <a:pt x="27461" y="40231"/>
                  <a:pt x="27446" y="40275"/>
                  <a:pt x="27446" y="40305"/>
                </a:cubicBezTo>
                <a:lnTo>
                  <a:pt x="27446" y="40275"/>
                </a:lnTo>
                <a:cubicBezTo>
                  <a:pt x="27446" y="40231"/>
                  <a:pt x="27461" y="40217"/>
                  <a:pt x="27461" y="40172"/>
                </a:cubicBezTo>
                <a:close/>
                <a:moveTo>
                  <a:pt x="27373" y="40128"/>
                </a:moveTo>
                <a:lnTo>
                  <a:pt x="27373" y="40128"/>
                </a:lnTo>
                <a:cubicBezTo>
                  <a:pt x="27358" y="40172"/>
                  <a:pt x="27373" y="40217"/>
                  <a:pt x="27373" y="40275"/>
                </a:cubicBezTo>
                <a:cubicBezTo>
                  <a:pt x="27358" y="40320"/>
                  <a:pt x="27358" y="40393"/>
                  <a:pt x="27343" y="40452"/>
                </a:cubicBezTo>
                <a:cubicBezTo>
                  <a:pt x="27343" y="40393"/>
                  <a:pt x="27314" y="40364"/>
                  <a:pt x="27314" y="40305"/>
                </a:cubicBezTo>
                <a:cubicBezTo>
                  <a:pt x="27343" y="40246"/>
                  <a:pt x="27358" y="40172"/>
                  <a:pt x="27373" y="40128"/>
                </a:cubicBezTo>
                <a:close/>
                <a:moveTo>
                  <a:pt x="27167" y="40084"/>
                </a:moveTo>
                <a:cubicBezTo>
                  <a:pt x="27211" y="40158"/>
                  <a:pt x="27211" y="40231"/>
                  <a:pt x="27225" y="40305"/>
                </a:cubicBezTo>
                <a:cubicBezTo>
                  <a:pt x="27211" y="40378"/>
                  <a:pt x="27181" y="40467"/>
                  <a:pt x="27152" y="40540"/>
                </a:cubicBezTo>
                <a:lnTo>
                  <a:pt x="27093" y="40320"/>
                </a:lnTo>
                <a:cubicBezTo>
                  <a:pt x="27108" y="40246"/>
                  <a:pt x="27152" y="40172"/>
                  <a:pt x="27167" y="40084"/>
                </a:cubicBezTo>
                <a:close/>
                <a:moveTo>
                  <a:pt x="15467" y="25633"/>
                </a:moveTo>
                <a:cubicBezTo>
                  <a:pt x="14996" y="28296"/>
                  <a:pt x="15820" y="31225"/>
                  <a:pt x="17792" y="33594"/>
                </a:cubicBezTo>
                <a:cubicBezTo>
                  <a:pt x="18837" y="34860"/>
                  <a:pt x="20147" y="35890"/>
                  <a:pt x="21412" y="36861"/>
                </a:cubicBezTo>
                <a:cubicBezTo>
                  <a:pt x="22737" y="37891"/>
                  <a:pt x="24091" y="38951"/>
                  <a:pt x="25106" y="40290"/>
                </a:cubicBezTo>
                <a:cubicBezTo>
                  <a:pt x="25033" y="40378"/>
                  <a:pt x="24944" y="40496"/>
                  <a:pt x="24871" y="40584"/>
                </a:cubicBezTo>
                <a:cubicBezTo>
                  <a:pt x="23826" y="39334"/>
                  <a:pt x="22487" y="38333"/>
                  <a:pt x="21177" y="37376"/>
                </a:cubicBezTo>
                <a:cubicBezTo>
                  <a:pt x="19808" y="36390"/>
                  <a:pt x="18410" y="35360"/>
                  <a:pt x="17351" y="34036"/>
                </a:cubicBezTo>
                <a:cubicBezTo>
                  <a:pt x="15393" y="31622"/>
                  <a:pt x="14702" y="28429"/>
                  <a:pt x="15467" y="25633"/>
                </a:cubicBezTo>
                <a:close/>
                <a:moveTo>
                  <a:pt x="25445" y="39996"/>
                </a:moveTo>
                <a:cubicBezTo>
                  <a:pt x="25518" y="40084"/>
                  <a:pt x="25563" y="40172"/>
                  <a:pt x="25621" y="40290"/>
                </a:cubicBezTo>
                <a:cubicBezTo>
                  <a:pt x="25548" y="40378"/>
                  <a:pt x="25474" y="40496"/>
                  <a:pt x="25430" y="40584"/>
                </a:cubicBezTo>
                <a:cubicBezTo>
                  <a:pt x="25357" y="40496"/>
                  <a:pt x="25298" y="40378"/>
                  <a:pt x="25224" y="40290"/>
                </a:cubicBezTo>
                <a:cubicBezTo>
                  <a:pt x="25298" y="40202"/>
                  <a:pt x="25371" y="40084"/>
                  <a:pt x="25445" y="39996"/>
                </a:cubicBezTo>
                <a:close/>
                <a:moveTo>
                  <a:pt x="25930" y="39996"/>
                </a:moveTo>
                <a:cubicBezTo>
                  <a:pt x="25975" y="40099"/>
                  <a:pt x="26033" y="40202"/>
                  <a:pt x="26092" y="40290"/>
                </a:cubicBezTo>
                <a:cubicBezTo>
                  <a:pt x="26033" y="40378"/>
                  <a:pt x="25975" y="40467"/>
                  <a:pt x="25901" y="40584"/>
                </a:cubicBezTo>
                <a:cubicBezTo>
                  <a:pt x="25842" y="40496"/>
                  <a:pt x="25798" y="40378"/>
                  <a:pt x="25739" y="40290"/>
                </a:cubicBezTo>
                <a:cubicBezTo>
                  <a:pt x="25813" y="40202"/>
                  <a:pt x="25872" y="40099"/>
                  <a:pt x="25930" y="39996"/>
                </a:cubicBezTo>
                <a:close/>
                <a:moveTo>
                  <a:pt x="26343" y="40025"/>
                </a:moveTo>
                <a:cubicBezTo>
                  <a:pt x="26387" y="40128"/>
                  <a:pt x="26416" y="40217"/>
                  <a:pt x="26475" y="40320"/>
                </a:cubicBezTo>
                <a:cubicBezTo>
                  <a:pt x="26416" y="40393"/>
                  <a:pt x="26357" y="40496"/>
                  <a:pt x="26298" y="40584"/>
                </a:cubicBezTo>
                <a:cubicBezTo>
                  <a:pt x="26269" y="40496"/>
                  <a:pt x="26210" y="40393"/>
                  <a:pt x="26181" y="40305"/>
                </a:cubicBezTo>
                <a:lnTo>
                  <a:pt x="26343" y="40025"/>
                </a:lnTo>
                <a:close/>
                <a:moveTo>
                  <a:pt x="26681" y="40025"/>
                </a:moveTo>
                <a:cubicBezTo>
                  <a:pt x="26710" y="40128"/>
                  <a:pt x="26725" y="40217"/>
                  <a:pt x="26769" y="40305"/>
                </a:cubicBezTo>
                <a:cubicBezTo>
                  <a:pt x="26725" y="40393"/>
                  <a:pt x="26696" y="40496"/>
                  <a:pt x="26637" y="40584"/>
                </a:cubicBezTo>
                <a:cubicBezTo>
                  <a:pt x="26622" y="40496"/>
                  <a:pt x="26578" y="40393"/>
                  <a:pt x="26549" y="40305"/>
                </a:cubicBezTo>
                <a:cubicBezTo>
                  <a:pt x="26607" y="40217"/>
                  <a:pt x="26637" y="40128"/>
                  <a:pt x="26681" y="40025"/>
                </a:cubicBezTo>
                <a:close/>
                <a:moveTo>
                  <a:pt x="26975" y="40069"/>
                </a:moveTo>
                <a:cubicBezTo>
                  <a:pt x="26990" y="40158"/>
                  <a:pt x="27005" y="40231"/>
                  <a:pt x="27019" y="40320"/>
                </a:cubicBezTo>
                <a:cubicBezTo>
                  <a:pt x="26990" y="40423"/>
                  <a:pt x="26975" y="40496"/>
                  <a:pt x="26931" y="40584"/>
                </a:cubicBezTo>
                <a:cubicBezTo>
                  <a:pt x="26916" y="40496"/>
                  <a:pt x="26872" y="40423"/>
                  <a:pt x="26858" y="40320"/>
                </a:cubicBezTo>
                <a:cubicBezTo>
                  <a:pt x="26902" y="40231"/>
                  <a:pt x="26931" y="40158"/>
                  <a:pt x="26975" y="40069"/>
                </a:cubicBezTo>
                <a:close/>
                <a:moveTo>
                  <a:pt x="27387" y="40584"/>
                </a:moveTo>
                <a:lnTo>
                  <a:pt x="27387" y="40658"/>
                </a:lnTo>
                <a:cubicBezTo>
                  <a:pt x="27387" y="40717"/>
                  <a:pt x="27373" y="40746"/>
                  <a:pt x="27373" y="40805"/>
                </a:cubicBezTo>
                <a:cubicBezTo>
                  <a:pt x="27373" y="40761"/>
                  <a:pt x="27373" y="40732"/>
                  <a:pt x="27358" y="40717"/>
                </a:cubicBezTo>
                <a:cubicBezTo>
                  <a:pt x="27373" y="40673"/>
                  <a:pt x="27373" y="40614"/>
                  <a:pt x="27387" y="40584"/>
                </a:cubicBezTo>
                <a:close/>
                <a:moveTo>
                  <a:pt x="25165" y="40364"/>
                </a:moveTo>
                <a:cubicBezTo>
                  <a:pt x="25239" y="40452"/>
                  <a:pt x="25312" y="40540"/>
                  <a:pt x="25371" y="40658"/>
                </a:cubicBezTo>
                <a:cubicBezTo>
                  <a:pt x="25312" y="40732"/>
                  <a:pt x="25239" y="40820"/>
                  <a:pt x="25180" y="40893"/>
                </a:cubicBezTo>
                <a:cubicBezTo>
                  <a:pt x="25165" y="40879"/>
                  <a:pt x="25150" y="40879"/>
                  <a:pt x="25150" y="40864"/>
                </a:cubicBezTo>
                <a:lnTo>
                  <a:pt x="25106" y="40893"/>
                </a:lnTo>
                <a:cubicBezTo>
                  <a:pt x="25062" y="40820"/>
                  <a:pt x="24974" y="40732"/>
                  <a:pt x="24930" y="40658"/>
                </a:cubicBezTo>
                <a:cubicBezTo>
                  <a:pt x="25003" y="40570"/>
                  <a:pt x="25092" y="40452"/>
                  <a:pt x="25165" y="40364"/>
                </a:cubicBezTo>
                <a:close/>
                <a:moveTo>
                  <a:pt x="27240" y="40511"/>
                </a:moveTo>
                <a:cubicBezTo>
                  <a:pt x="27270" y="40570"/>
                  <a:pt x="27270" y="40643"/>
                  <a:pt x="27284" y="40687"/>
                </a:cubicBezTo>
                <a:lnTo>
                  <a:pt x="27225" y="40908"/>
                </a:lnTo>
                <a:cubicBezTo>
                  <a:pt x="27211" y="40835"/>
                  <a:pt x="27211" y="40790"/>
                  <a:pt x="27196" y="40717"/>
                </a:cubicBezTo>
                <a:cubicBezTo>
                  <a:pt x="27211" y="40643"/>
                  <a:pt x="27225" y="40584"/>
                  <a:pt x="27240" y="40511"/>
                </a:cubicBezTo>
                <a:close/>
                <a:moveTo>
                  <a:pt x="15261" y="26074"/>
                </a:moveTo>
                <a:lnTo>
                  <a:pt x="15261" y="26074"/>
                </a:lnTo>
                <a:cubicBezTo>
                  <a:pt x="14672" y="28767"/>
                  <a:pt x="15408" y="31769"/>
                  <a:pt x="17277" y="34065"/>
                </a:cubicBezTo>
                <a:cubicBezTo>
                  <a:pt x="18366" y="35390"/>
                  <a:pt x="19764" y="36449"/>
                  <a:pt x="21118" y="37435"/>
                </a:cubicBezTo>
                <a:cubicBezTo>
                  <a:pt x="22428" y="38392"/>
                  <a:pt x="23767" y="39392"/>
                  <a:pt x="24797" y="40643"/>
                </a:cubicBezTo>
                <a:cubicBezTo>
                  <a:pt x="24709" y="40746"/>
                  <a:pt x="24635" y="40835"/>
                  <a:pt x="24547" y="40938"/>
                </a:cubicBezTo>
                <a:cubicBezTo>
                  <a:pt x="23517" y="39775"/>
                  <a:pt x="22192" y="38833"/>
                  <a:pt x="20883" y="37935"/>
                </a:cubicBezTo>
                <a:cubicBezTo>
                  <a:pt x="19440" y="36920"/>
                  <a:pt x="17954" y="35890"/>
                  <a:pt x="16850" y="34507"/>
                </a:cubicBezTo>
                <a:cubicBezTo>
                  <a:pt x="14967" y="32181"/>
                  <a:pt x="14378" y="28914"/>
                  <a:pt x="15261" y="26074"/>
                </a:cubicBezTo>
                <a:close/>
                <a:moveTo>
                  <a:pt x="25680" y="40349"/>
                </a:moveTo>
                <a:cubicBezTo>
                  <a:pt x="25739" y="40452"/>
                  <a:pt x="25798" y="40540"/>
                  <a:pt x="25842" y="40658"/>
                </a:cubicBezTo>
                <a:cubicBezTo>
                  <a:pt x="25798" y="40746"/>
                  <a:pt x="25710" y="40835"/>
                  <a:pt x="25666" y="40938"/>
                </a:cubicBezTo>
                <a:cubicBezTo>
                  <a:pt x="25621" y="40879"/>
                  <a:pt x="25592" y="40805"/>
                  <a:pt x="25548" y="40746"/>
                </a:cubicBezTo>
                <a:cubicBezTo>
                  <a:pt x="25533" y="40717"/>
                  <a:pt x="25504" y="40673"/>
                  <a:pt x="25474" y="40643"/>
                </a:cubicBezTo>
                <a:cubicBezTo>
                  <a:pt x="25548" y="40540"/>
                  <a:pt x="25621" y="40452"/>
                  <a:pt x="25680" y="40349"/>
                </a:cubicBezTo>
                <a:close/>
                <a:moveTo>
                  <a:pt x="26136" y="40378"/>
                </a:moveTo>
                <a:cubicBezTo>
                  <a:pt x="26195" y="40467"/>
                  <a:pt x="26239" y="40584"/>
                  <a:pt x="26269" y="40673"/>
                </a:cubicBezTo>
                <a:lnTo>
                  <a:pt x="26107" y="40952"/>
                </a:lnTo>
                <a:cubicBezTo>
                  <a:pt x="26048" y="40864"/>
                  <a:pt x="26019" y="40746"/>
                  <a:pt x="25960" y="40658"/>
                </a:cubicBezTo>
                <a:cubicBezTo>
                  <a:pt x="26019" y="40570"/>
                  <a:pt x="26063" y="40467"/>
                  <a:pt x="26136" y="40378"/>
                </a:cubicBezTo>
                <a:close/>
                <a:moveTo>
                  <a:pt x="26490" y="40393"/>
                </a:moveTo>
                <a:lnTo>
                  <a:pt x="26593" y="40673"/>
                </a:lnTo>
                <a:cubicBezTo>
                  <a:pt x="26563" y="40761"/>
                  <a:pt x="26504" y="40864"/>
                  <a:pt x="26475" y="40952"/>
                </a:cubicBezTo>
                <a:cubicBezTo>
                  <a:pt x="26431" y="40864"/>
                  <a:pt x="26401" y="40761"/>
                  <a:pt x="26343" y="40673"/>
                </a:cubicBezTo>
                <a:cubicBezTo>
                  <a:pt x="26401" y="40584"/>
                  <a:pt x="26431" y="40496"/>
                  <a:pt x="26490" y="40393"/>
                </a:cubicBezTo>
                <a:close/>
                <a:moveTo>
                  <a:pt x="27078" y="40467"/>
                </a:moveTo>
                <a:cubicBezTo>
                  <a:pt x="27078" y="40540"/>
                  <a:pt x="27093" y="40643"/>
                  <a:pt x="27122" y="40717"/>
                </a:cubicBezTo>
                <a:cubicBezTo>
                  <a:pt x="27093" y="40790"/>
                  <a:pt x="27064" y="40879"/>
                  <a:pt x="27034" y="40952"/>
                </a:cubicBezTo>
                <a:cubicBezTo>
                  <a:pt x="27019" y="40879"/>
                  <a:pt x="27005" y="40790"/>
                  <a:pt x="26990" y="40717"/>
                </a:cubicBezTo>
                <a:cubicBezTo>
                  <a:pt x="27019" y="40643"/>
                  <a:pt x="27034" y="40540"/>
                  <a:pt x="27078" y="40467"/>
                </a:cubicBezTo>
                <a:close/>
                <a:moveTo>
                  <a:pt x="26799" y="40437"/>
                </a:moveTo>
                <a:cubicBezTo>
                  <a:pt x="26813" y="40526"/>
                  <a:pt x="26858" y="40614"/>
                  <a:pt x="26872" y="40717"/>
                </a:cubicBezTo>
                <a:cubicBezTo>
                  <a:pt x="26843" y="40805"/>
                  <a:pt x="26799" y="40879"/>
                  <a:pt x="26769" y="40967"/>
                </a:cubicBezTo>
                <a:cubicBezTo>
                  <a:pt x="26725" y="40879"/>
                  <a:pt x="26710" y="40790"/>
                  <a:pt x="26681" y="40687"/>
                </a:cubicBezTo>
                <a:cubicBezTo>
                  <a:pt x="26725" y="40599"/>
                  <a:pt x="26769" y="40526"/>
                  <a:pt x="26799" y="40437"/>
                </a:cubicBezTo>
                <a:close/>
                <a:moveTo>
                  <a:pt x="24871" y="40717"/>
                </a:moveTo>
                <a:cubicBezTo>
                  <a:pt x="24944" y="40805"/>
                  <a:pt x="25003" y="40879"/>
                  <a:pt x="25062" y="40952"/>
                </a:cubicBezTo>
                <a:lnTo>
                  <a:pt x="25003" y="41011"/>
                </a:lnTo>
                <a:cubicBezTo>
                  <a:pt x="24944" y="41085"/>
                  <a:pt x="24871" y="41158"/>
                  <a:pt x="24797" y="41232"/>
                </a:cubicBezTo>
                <a:cubicBezTo>
                  <a:pt x="24738" y="41158"/>
                  <a:pt x="24665" y="41085"/>
                  <a:pt x="24621" y="41011"/>
                </a:cubicBezTo>
                <a:cubicBezTo>
                  <a:pt x="24709" y="40908"/>
                  <a:pt x="24783" y="40820"/>
                  <a:pt x="24871" y="40717"/>
                </a:cubicBezTo>
                <a:close/>
                <a:moveTo>
                  <a:pt x="27299" y="40938"/>
                </a:moveTo>
                <a:cubicBezTo>
                  <a:pt x="27314" y="40967"/>
                  <a:pt x="27314" y="41026"/>
                  <a:pt x="27314" y="41085"/>
                </a:cubicBezTo>
                <a:cubicBezTo>
                  <a:pt x="27314" y="41114"/>
                  <a:pt x="27299" y="41158"/>
                  <a:pt x="27299" y="41173"/>
                </a:cubicBezTo>
                <a:cubicBezTo>
                  <a:pt x="27299" y="41188"/>
                  <a:pt x="27284" y="41232"/>
                  <a:pt x="27284" y="41247"/>
                </a:cubicBezTo>
                <a:cubicBezTo>
                  <a:pt x="27284" y="41188"/>
                  <a:pt x="27270" y="41129"/>
                  <a:pt x="27270" y="41100"/>
                </a:cubicBezTo>
                <a:cubicBezTo>
                  <a:pt x="27284" y="41041"/>
                  <a:pt x="27299" y="40982"/>
                  <a:pt x="27299" y="40938"/>
                </a:cubicBezTo>
                <a:close/>
                <a:moveTo>
                  <a:pt x="25430" y="40717"/>
                </a:moveTo>
                <a:cubicBezTo>
                  <a:pt x="25445" y="40746"/>
                  <a:pt x="25460" y="40761"/>
                  <a:pt x="25474" y="40805"/>
                </a:cubicBezTo>
                <a:cubicBezTo>
                  <a:pt x="25518" y="40879"/>
                  <a:pt x="25563" y="40952"/>
                  <a:pt x="25607" y="41011"/>
                </a:cubicBezTo>
                <a:cubicBezTo>
                  <a:pt x="25533" y="41100"/>
                  <a:pt x="25474" y="41188"/>
                  <a:pt x="25401" y="41276"/>
                </a:cubicBezTo>
                <a:cubicBezTo>
                  <a:pt x="25386" y="41261"/>
                  <a:pt x="25386" y="41247"/>
                  <a:pt x="25371" y="41232"/>
                </a:cubicBezTo>
                <a:cubicBezTo>
                  <a:pt x="25401" y="41188"/>
                  <a:pt x="25430" y="41158"/>
                  <a:pt x="25460" y="41114"/>
                </a:cubicBezTo>
                <a:cubicBezTo>
                  <a:pt x="25445" y="41114"/>
                  <a:pt x="25430" y="41100"/>
                  <a:pt x="25401" y="41085"/>
                </a:cubicBezTo>
                <a:cubicBezTo>
                  <a:pt x="25386" y="41114"/>
                  <a:pt x="25357" y="41129"/>
                  <a:pt x="25327" y="41173"/>
                </a:cubicBezTo>
                <a:cubicBezTo>
                  <a:pt x="25298" y="41114"/>
                  <a:pt x="25253" y="41055"/>
                  <a:pt x="25195" y="41011"/>
                </a:cubicBezTo>
                <a:cubicBezTo>
                  <a:pt x="25283" y="40908"/>
                  <a:pt x="25342" y="40820"/>
                  <a:pt x="25430" y="40717"/>
                </a:cubicBezTo>
                <a:close/>
                <a:moveTo>
                  <a:pt x="25886" y="40732"/>
                </a:moveTo>
                <a:cubicBezTo>
                  <a:pt x="25930" y="40820"/>
                  <a:pt x="25989" y="40938"/>
                  <a:pt x="26033" y="41026"/>
                </a:cubicBezTo>
                <a:cubicBezTo>
                  <a:pt x="25975" y="41114"/>
                  <a:pt x="25916" y="41203"/>
                  <a:pt x="25842" y="41306"/>
                </a:cubicBezTo>
                <a:cubicBezTo>
                  <a:pt x="25827" y="41203"/>
                  <a:pt x="25754" y="41114"/>
                  <a:pt x="25695" y="41011"/>
                </a:cubicBezTo>
                <a:cubicBezTo>
                  <a:pt x="25754" y="40908"/>
                  <a:pt x="25827" y="40820"/>
                  <a:pt x="25886" y="40732"/>
                </a:cubicBezTo>
                <a:close/>
                <a:moveTo>
                  <a:pt x="26298" y="40761"/>
                </a:moveTo>
                <a:cubicBezTo>
                  <a:pt x="26343" y="40864"/>
                  <a:pt x="26387" y="40952"/>
                  <a:pt x="26431" y="41055"/>
                </a:cubicBezTo>
                <a:cubicBezTo>
                  <a:pt x="26387" y="41158"/>
                  <a:pt x="26343" y="41247"/>
                  <a:pt x="26284" y="41335"/>
                </a:cubicBezTo>
                <a:cubicBezTo>
                  <a:pt x="26254" y="41247"/>
                  <a:pt x="26195" y="41144"/>
                  <a:pt x="26166" y="41041"/>
                </a:cubicBezTo>
                <a:cubicBezTo>
                  <a:pt x="26195" y="40952"/>
                  <a:pt x="26254" y="40864"/>
                  <a:pt x="26298" y="40761"/>
                </a:cubicBezTo>
                <a:close/>
                <a:moveTo>
                  <a:pt x="26637" y="40805"/>
                </a:moveTo>
                <a:cubicBezTo>
                  <a:pt x="26681" y="40893"/>
                  <a:pt x="26696" y="40982"/>
                  <a:pt x="26725" y="41085"/>
                </a:cubicBezTo>
                <a:cubicBezTo>
                  <a:pt x="26696" y="41173"/>
                  <a:pt x="26652" y="41261"/>
                  <a:pt x="26622" y="41335"/>
                </a:cubicBezTo>
                <a:lnTo>
                  <a:pt x="26504" y="41055"/>
                </a:lnTo>
                <a:cubicBezTo>
                  <a:pt x="26549" y="40967"/>
                  <a:pt x="26607" y="40893"/>
                  <a:pt x="26637" y="40805"/>
                </a:cubicBezTo>
                <a:close/>
                <a:moveTo>
                  <a:pt x="26916" y="40835"/>
                </a:moveTo>
                <a:cubicBezTo>
                  <a:pt x="26931" y="40938"/>
                  <a:pt x="26946" y="41026"/>
                  <a:pt x="26975" y="41100"/>
                </a:cubicBezTo>
                <a:cubicBezTo>
                  <a:pt x="26931" y="41173"/>
                  <a:pt x="26916" y="41261"/>
                  <a:pt x="26872" y="41335"/>
                </a:cubicBezTo>
                <a:cubicBezTo>
                  <a:pt x="26858" y="41247"/>
                  <a:pt x="26828" y="41144"/>
                  <a:pt x="26799" y="41070"/>
                </a:cubicBezTo>
                <a:cubicBezTo>
                  <a:pt x="26858" y="41011"/>
                  <a:pt x="26902" y="40908"/>
                  <a:pt x="26916" y="40835"/>
                </a:cubicBezTo>
                <a:close/>
                <a:moveTo>
                  <a:pt x="27137" y="40893"/>
                </a:moveTo>
                <a:cubicBezTo>
                  <a:pt x="27152" y="40952"/>
                  <a:pt x="27167" y="41026"/>
                  <a:pt x="27167" y="41100"/>
                </a:cubicBezTo>
                <a:cubicBezTo>
                  <a:pt x="27152" y="41173"/>
                  <a:pt x="27137" y="41247"/>
                  <a:pt x="27122" y="41335"/>
                </a:cubicBezTo>
                <a:lnTo>
                  <a:pt x="27064" y="41114"/>
                </a:lnTo>
                <a:cubicBezTo>
                  <a:pt x="27078" y="41041"/>
                  <a:pt x="27122" y="40967"/>
                  <a:pt x="27137" y="40893"/>
                </a:cubicBezTo>
                <a:close/>
                <a:moveTo>
                  <a:pt x="25150" y="41085"/>
                </a:moveTo>
                <a:cubicBezTo>
                  <a:pt x="25180" y="41129"/>
                  <a:pt x="25224" y="41188"/>
                  <a:pt x="25283" y="41247"/>
                </a:cubicBezTo>
                <a:lnTo>
                  <a:pt x="25062" y="41512"/>
                </a:lnTo>
                <a:cubicBezTo>
                  <a:pt x="25018" y="41467"/>
                  <a:pt x="24959" y="41409"/>
                  <a:pt x="24930" y="41350"/>
                </a:cubicBezTo>
                <a:lnTo>
                  <a:pt x="25150" y="41085"/>
                </a:lnTo>
                <a:close/>
                <a:moveTo>
                  <a:pt x="27343" y="41379"/>
                </a:moveTo>
                <a:cubicBezTo>
                  <a:pt x="27343" y="41394"/>
                  <a:pt x="27343" y="41423"/>
                  <a:pt x="27358" y="41467"/>
                </a:cubicBezTo>
                <a:cubicBezTo>
                  <a:pt x="27358" y="41497"/>
                  <a:pt x="27343" y="41556"/>
                  <a:pt x="27343" y="41600"/>
                </a:cubicBezTo>
                <a:cubicBezTo>
                  <a:pt x="27343" y="41556"/>
                  <a:pt x="27343" y="41526"/>
                  <a:pt x="27314" y="41497"/>
                </a:cubicBezTo>
                <a:cubicBezTo>
                  <a:pt x="27343" y="41467"/>
                  <a:pt x="27343" y="41409"/>
                  <a:pt x="27343" y="41379"/>
                </a:cubicBezTo>
                <a:close/>
                <a:moveTo>
                  <a:pt x="25312" y="41320"/>
                </a:moveTo>
                <a:cubicBezTo>
                  <a:pt x="25327" y="41335"/>
                  <a:pt x="25327" y="41350"/>
                  <a:pt x="25357" y="41379"/>
                </a:cubicBezTo>
                <a:cubicBezTo>
                  <a:pt x="25283" y="41467"/>
                  <a:pt x="25209" y="41556"/>
                  <a:pt x="25136" y="41673"/>
                </a:cubicBezTo>
                <a:lnTo>
                  <a:pt x="25077" y="41615"/>
                </a:lnTo>
                <a:cubicBezTo>
                  <a:pt x="25165" y="41497"/>
                  <a:pt x="25239" y="41409"/>
                  <a:pt x="25312" y="41320"/>
                </a:cubicBezTo>
                <a:close/>
                <a:moveTo>
                  <a:pt x="25666" y="41100"/>
                </a:moveTo>
                <a:cubicBezTo>
                  <a:pt x="25724" y="41188"/>
                  <a:pt x="25769" y="41306"/>
                  <a:pt x="25827" y="41394"/>
                </a:cubicBezTo>
                <a:cubicBezTo>
                  <a:pt x="25769" y="41482"/>
                  <a:pt x="25695" y="41570"/>
                  <a:pt x="25651" y="41673"/>
                </a:cubicBezTo>
                <a:cubicBezTo>
                  <a:pt x="25621" y="41629"/>
                  <a:pt x="25592" y="41600"/>
                  <a:pt x="25577" y="41541"/>
                </a:cubicBezTo>
                <a:cubicBezTo>
                  <a:pt x="25607" y="41482"/>
                  <a:pt x="25651" y="41423"/>
                  <a:pt x="25695" y="41379"/>
                </a:cubicBezTo>
                <a:cubicBezTo>
                  <a:pt x="25666" y="41350"/>
                  <a:pt x="25651" y="41335"/>
                  <a:pt x="25621" y="41320"/>
                </a:cubicBezTo>
                <a:cubicBezTo>
                  <a:pt x="25592" y="41379"/>
                  <a:pt x="25548" y="41423"/>
                  <a:pt x="25518" y="41467"/>
                </a:cubicBezTo>
                <a:cubicBezTo>
                  <a:pt x="25504" y="41423"/>
                  <a:pt x="25474" y="41394"/>
                  <a:pt x="25460" y="41379"/>
                </a:cubicBezTo>
                <a:cubicBezTo>
                  <a:pt x="25533" y="41276"/>
                  <a:pt x="25592" y="41188"/>
                  <a:pt x="25666" y="41100"/>
                </a:cubicBezTo>
                <a:close/>
                <a:moveTo>
                  <a:pt x="26092" y="41114"/>
                </a:moveTo>
                <a:cubicBezTo>
                  <a:pt x="26136" y="41203"/>
                  <a:pt x="26181" y="41320"/>
                  <a:pt x="26210" y="41409"/>
                </a:cubicBezTo>
                <a:lnTo>
                  <a:pt x="26048" y="41688"/>
                </a:lnTo>
                <a:cubicBezTo>
                  <a:pt x="25989" y="41600"/>
                  <a:pt x="25960" y="41482"/>
                  <a:pt x="25901" y="41394"/>
                </a:cubicBezTo>
                <a:cubicBezTo>
                  <a:pt x="25975" y="41306"/>
                  <a:pt x="26033" y="41203"/>
                  <a:pt x="26092" y="41114"/>
                </a:cubicBezTo>
                <a:close/>
                <a:moveTo>
                  <a:pt x="26475" y="41158"/>
                </a:moveTo>
                <a:lnTo>
                  <a:pt x="26578" y="41423"/>
                </a:lnTo>
                <a:cubicBezTo>
                  <a:pt x="26534" y="41512"/>
                  <a:pt x="26475" y="41615"/>
                  <a:pt x="26431" y="41688"/>
                </a:cubicBezTo>
                <a:lnTo>
                  <a:pt x="26328" y="41409"/>
                </a:lnTo>
                <a:cubicBezTo>
                  <a:pt x="26387" y="41320"/>
                  <a:pt x="26416" y="41247"/>
                  <a:pt x="26475" y="41158"/>
                </a:cubicBezTo>
                <a:close/>
                <a:moveTo>
                  <a:pt x="27181" y="41306"/>
                </a:moveTo>
                <a:cubicBezTo>
                  <a:pt x="27211" y="41350"/>
                  <a:pt x="27225" y="41423"/>
                  <a:pt x="27225" y="41482"/>
                </a:cubicBezTo>
                <a:cubicBezTo>
                  <a:pt x="27211" y="41556"/>
                  <a:pt x="27181" y="41615"/>
                  <a:pt x="27167" y="41688"/>
                </a:cubicBezTo>
                <a:cubicBezTo>
                  <a:pt x="27152" y="41615"/>
                  <a:pt x="27152" y="41556"/>
                  <a:pt x="27137" y="41482"/>
                </a:cubicBezTo>
                <a:cubicBezTo>
                  <a:pt x="27152" y="41423"/>
                  <a:pt x="27167" y="41350"/>
                  <a:pt x="27181" y="41306"/>
                </a:cubicBezTo>
                <a:close/>
                <a:moveTo>
                  <a:pt x="26769" y="41188"/>
                </a:moveTo>
                <a:cubicBezTo>
                  <a:pt x="26784" y="41276"/>
                  <a:pt x="26813" y="41379"/>
                  <a:pt x="26843" y="41467"/>
                </a:cubicBezTo>
                <a:cubicBezTo>
                  <a:pt x="26799" y="41556"/>
                  <a:pt x="26769" y="41629"/>
                  <a:pt x="26725" y="41718"/>
                </a:cubicBezTo>
                <a:cubicBezTo>
                  <a:pt x="26696" y="41629"/>
                  <a:pt x="26681" y="41541"/>
                  <a:pt x="26637" y="41453"/>
                </a:cubicBezTo>
                <a:cubicBezTo>
                  <a:pt x="26696" y="41350"/>
                  <a:pt x="26725" y="41276"/>
                  <a:pt x="26769" y="41188"/>
                </a:cubicBezTo>
                <a:close/>
                <a:moveTo>
                  <a:pt x="27019" y="41247"/>
                </a:moveTo>
                <a:cubicBezTo>
                  <a:pt x="27034" y="41320"/>
                  <a:pt x="27034" y="41394"/>
                  <a:pt x="27064" y="41482"/>
                </a:cubicBezTo>
                <a:cubicBezTo>
                  <a:pt x="27049" y="41556"/>
                  <a:pt x="27005" y="41629"/>
                  <a:pt x="26990" y="41718"/>
                </a:cubicBezTo>
                <a:cubicBezTo>
                  <a:pt x="26975" y="41629"/>
                  <a:pt x="26946" y="41556"/>
                  <a:pt x="26931" y="41482"/>
                </a:cubicBezTo>
                <a:cubicBezTo>
                  <a:pt x="26975" y="41409"/>
                  <a:pt x="26990" y="41335"/>
                  <a:pt x="27019" y="41247"/>
                </a:cubicBezTo>
                <a:close/>
                <a:moveTo>
                  <a:pt x="25401" y="41453"/>
                </a:moveTo>
                <a:cubicBezTo>
                  <a:pt x="25430" y="41482"/>
                  <a:pt x="25445" y="41497"/>
                  <a:pt x="25460" y="41541"/>
                </a:cubicBezTo>
                <a:lnTo>
                  <a:pt x="25239" y="41821"/>
                </a:lnTo>
                <a:cubicBezTo>
                  <a:pt x="25224" y="41776"/>
                  <a:pt x="25195" y="41762"/>
                  <a:pt x="25180" y="41718"/>
                </a:cubicBezTo>
                <a:lnTo>
                  <a:pt x="25401" y="41453"/>
                </a:lnTo>
                <a:close/>
                <a:moveTo>
                  <a:pt x="25518" y="41615"/>
                </a:moveTo>
                <a:cubicBezTo>
                  <a:pt x="25533" y="41644"/>
                  <a:pt x="25563" y="41703"/>
                  <a:pt x="25592" y="41732"/>
                </a:cubicBezTo>
                <a:cubicBezTo>
                  <a:pt x="25518" y="41835"/>
                  <a:pt x="25460" y="41924"/>
                  <a:pt x="25386" y="42012"/>
                </a:cubicBezTo>
                <a:cubicBezTo>
                  <a:pt x="25357" y="41982"/>
                  <a:pt x="25327" y="41924"/>
                  <a:pt x="25298" y="41879"/>
                </a:cubicBezTo>
                <a:lnTo>
                  <a:pt x="25518" y="41615"/>
                </a:lnTo>
                <a:close/>
                <a:moveTo>
                  <a:pt x="25842" y="41453"/>
                </a:moveTo>
                <a:cubicBezTo>
                  <a:pt x="25901" y="41541"/>
                  <a:pt x="25960" y="41644"/>
                  <a:pt x="25989" y="41747"/>
                </a:cubicBezTo>
                <a:cubicBezTo>
                  <a:pt x="25960" y="41850"/>
                  <a:pt x="25901" y="41938"/>
                  <a:pt x="25842" y="42041"/>
                </a:cubicBezTo>
                <a:cubicBezTo>
                  <a:pt x="25813" y="41968"/>
                  <a:pt x="25769" y="41909"/>
                  <a:pt x="25739" y="41835"/>
                </a:cubicBezTo>
                <a:cubicBezTo>
                  <a:pt x="25798" y="41762"/>
                  <a:pt x="25842" y="41688"/>
                  <a:pt x="25886" y="41615"/>
                </a:cubicBezTo>
                <a:cubicBezTo>
                  <a:pt x="25872" y="41585"/>
                  <a:pt x="25842" y="41570"/>
                  <a:pt x="25827" y="41541"/>
                </a:cubicBezTo>
                <a:cubicBezTo>
                  <a:pt x="25769" y="41615"/>
                  <a:pt x="25739" y="41688"/>
                  <a:pt x="25680" y="41747"/>
                </a:cubicBezTo>
                <a:cubicBezTo>
                  <a:pt x="25680" y="41747"/>
                  <a:pt x="25680" y="41718"/>
                  <a:pt x="25666" y="41718"/>
                </a:cubicBezTo>
                <a:cubicBezTo>
                  <a:pt x="25724" y="41629"/>
                  <a:pt x="25798" y="41541"/>
                  <a:pt x="25842" y="41453"/>
                </a:cubicBezTo>
                <a:close/>
                <a:moveTo>
                  <a:pt x="27270" y="41718"/>
                </a:moveTo>
                <a:cubicBezTo>
                  <a:pt x="27270" y="41776"/>
                  <a:pt x="27270" y="41821"/>
                  <a:pt x="27284" y="41865"/>
                </a:cubicBezTo>
                <a:cubicBezTo>
                  <a:pt x="27270" y="41924"/>
                  <a:pt x="27270" y="41982"/>
                  <a:pt x="27240" y="42041"/>
                </a:cubicBezTo>
                <a:cubicBezTo>
                  <a:pt x="27240" y="41982"/>
                  <a:pt x="27225" y="41938"/>
                  <a:pt x="27225" y="41879"/>
                </a:cubicBezTo>
                <a:cubicBezTo>
                  <a:pt x="27240" y="41835"/>
                  <a:pt x="27270" y="41776"/>
                  <a:pt x="27270" y="41718"/>
                </a:cubicBezTo>
                <a:close/>
                <a:moveTo>
                  <a:pt x="26269" y="41497"/>
                </a:moveTo>
                <a:cubicBezTo>
                  <a:pt x="26313" y="41600"/>
                  <a:pt x="26343" y="41703"/>
                  <a:pt x="26387" y="41791"/>
                </a:cubicBezTo>
                <a:cubicBezTo>
                  <a:pt x="26328" y="41894"/>
                  <a:pt x="26284" y="41982"/>
                  <a:pt x="26239" y="42056"/>
                </a:cubicBezTo>
                <a:cubicBezTo>
                  <a:pt x="26195" y="41968"/>
                  <a:pt x="26136" y="41850"/>
                  <a:pt x="26107" y="41762"/>
                </a:cubicBezTo>
                <a:cubicBezTo>
                  <a:pt x="26166" y="41673"/>
                  <a:pt x="26210" y="41600"/>
                  <a:pt x="26269" y="41497"/>
                </a:cubicBezTo>
                <a:close/>
                <a:moveTo>
                  <a:pt x="27093" y="41629"/>
                </a:moveTo>
                <a:cubicBezTo>
                  <a:pt x="27122" y="41718"/>
                  <a:pt x="27122" y="41791"/>
                  <a:pt x="27137" y="41865"/>
                </a:cubicBezTo>
                <a:cubicBezTo>
                  <a:pt x="27122" y="41938"/>
                  <a:pt x="27093" y="42012"/>
                  <a:pt x="27078" y="42071"/>
                </a:cubicBezTo>
                <a:lnTo>
                  <a:pt x="27019" y="41850"/>
                </a:lnTo>
                <a:cubicBezTo>
                  <a:pt x="27034" y="41776"/>
                  <a:pt x="27078" y="41703"/>
                  <a:pt x="27093" y="41629"/>
                </a:cubicBezTo>
                <a:close/>
                <a:moveTo>
                  <a:pt x="26607" y="41541"/>
                </a:moveTo>
                <a:cubicBezTo>
                  <a:pt x="26637" y="41629"/>
                  <a:pt x="26652" y="41718"/>
                  <a:pt x="26696" y="41835"/>
                </a:cubicBezTo>
                <a:cubicBezTo>
                  <a:pt x="26652" y="41924"/>
                  <a:pt x="26622" y="41997"/>
                  <a:pt x="26578" y="42086"/>
                </a:cubicBezTo>
                <a:cubicBezTo>
                  <a:pt x="26549" y="41982"/>
                  <a:pt x="26504" y="41879"/>
                  <a:pt x="26475" y="41791"/>
                </a:cubicBezTo>
                <a:cubicBezTo>
                  <a:pt x="26504" y="41703"/>
                  <a:pt x="26563" y="41629"/>
                  <a:pt x="26607" y="41541"/>
                </a:cubicBezTo>
                <a:close/>
                <a:moveTo>
                  <a:pt x="26872" y="41600"/>
                </a:moveTo>
                <a:cubicBezTo>
                  <a:pt x="26902" y="41688"/>
                  <a:pt x="26916" y="41776"/>
                  <a:pt x="26931" y="41850"/>
                </a:cubicBezTo>
                <a:cubicBezTo>
                  <a:pt x="26902" y="41924"/>
                  <a:pt x="26872" y="42012"/>
                  <a:pt x="26843" y="42086"/>
                </a:cubicBezTo>
                <a:cubicBezTo>
                  <a:pt x="26828" y="41997"/>
                  <a:pt x="26784" y="41909"/>
                  <a:pt x="26769" y="41835"/>
                </a:cubicBezTo>
                <a:cubicBezTo>
                  <a:pt x="26828" y="41747"/>
                  <a:pt x="26843" y="41673"/>
                  <a:pt x="26872" y="41600"/>
                </a:cubicBezTo>
                <a:close/>
                <a:moveTo>
                  <a:pt x="25621" y="41821"/>
                </a:moveTo>
                <a:cubicBezTo>
                  <a:pt x="25621" y="41821"/>
                  <a:pt x="25621" y="41835"/>
                  <a:pt x="25651" y="41835"/>
                </a:cubicBezTo>
                <a:cubicBezTo>
                  <a:pt x="25592" y="41924"/>
                  <a:pt x="25518" y="42012"/>
                  <a:pt x="25445" y="42115"/>
                </a:cubicBezTo>
                <a:cubicBezTo>
                  <a:pt x="25445" y="42115"/>
                  <a:pt x="25445" y="42086"/>
                  <a:pt x="25430" y="42086"/>
                </a:cubicBezTo>
                <a:cubicBezTo>
                  <a:pt x="25504" y="41997"/>
                  <a:pt x="25563" y="41909"/>
                  <a:pt x="25621" y="41821"/>
                </a:cubicBezTo>
                <a:close/>
                <a:moveTo>
                  <a:pt x="26063" y="41865"/>
                </a:moveTo>
                <a:cubicBezTo>
                  <a:pt x="26107" y="41938"/>
                  <a:pt x="26122" y="42012"/>
                  <a:pt x="26166" y="42086"/>
                </a:cubicBezTo>
                <a:cubicBezTo>
                  <a:pt x="26107" y="42189"/>
                  <a:pt x="26063" y="42247"/>
                  <a:pt x="26019" y="42350"/>
                </a:cubicBezTo>
                <a:lnTo>
                  <a:pt x="25901" y="42130"/>
                </a:lnTo>
                <a:cubicBezTo>
                  <a:pt x="25960" y="42041"/>
                  <a:pt x="26019" y="41968"/>
                  <a:pt x="26063" y="41865"/>
                </a:cubicBezTo>
                <a:close/>
                <a:moveTo>
                  <a:pt x="27284" y="42159"/>
                </a:moveTo>
                <a:cubicBezTo>
                  <a:pt x="27299" y="42203"/>
                  <a:pt x="27299" y="42218"/>
                  <a:pt x="27299" y="42247"/>
                </a:cubicBezTo>
                <a:cubicBezTo>
                  <a:pt x="27299" y="42292"/>
                  <a:pt x="27284" y="42321"/>
                  <a:pt x="27284" y="42365"/>
                </a:cubicBezTo>
                <a:cubicBezTo>
                  <a:pt x="27284" y="42336"/>
                  <a:pt x="27284" y="42292"/>
                  <a:pt x="27270" y="42277"/>
                </a:cubicBezTo>
                <a:cubicBezTo>
                  <a:pt x="27270" y="42233"/>
                  <a:pt x="27284" y="42203"/>
                  <a:pt x="27284" y="42159"/>
                </a:cubicBezTo>
                <a:close/>
                <a:moveTo>
                  <a:pt x="25680" y="41909"/>
                </a:moveTo>
                <a:cubicBezTo>
                  <a:pt x="25724" y="41982"/>
                  <a:pt x="25754" y="42041"/>
                  <a:pt x="25798" y="42115"/>
                </a:cubicBezTo>
                <a:cubicBezTo>
                  <a:pt x="25739" y="42203"/>
                  <a:pt x="25666" y="42292"/>
                  <a:pt x="25607" y="42380"/>
                </a:cubicBezTo>
                <a:cubicBezTo>
                  <a:pt x="25563" y="42306"/>
                  <a:pt x="25518" y="42233"/>
                  <a:pt x="25474" y="42189"/>
                </a:cubicBezTo>
                <a:cubicBezTo>
                  <a:pt x="25548" y="42086"/>
                  <a:pt x="25621" y="41997"/>
                  <a:pt x="25680" y="41909"/>
                </a:cubicBezTo>
                <a:close/>
                <a:moveTo>
                  <a:pt x="26431" y="41894"/>
                </a:moveTo>
                <a:cubicBezTo>
                  <a:pt x="26475" y="41982"/>
                  <a:pt x="26504" y="42086"/>
                  <a:pt x="26549" y="42189"/>
                </a:cubicBezTo>
                <a:cubicBezTo>
                  <a:pt x="26504" y="42277"/>
                  <a:pt x="26460" y="42350"/>
                  <a:pt x="26416" y="42439"/>
                </a:cubicBezTo>
                <a:cubicBezTo>
                  <a:pt x="26416" y="42424"/>
                  <a:pt x="26401" y="42409"/>
                  <a:pt x="26401" y="42380"/>
                </a:cubicBezTo>
                <a:cubicBezTo>
                  <a:pt x="26401" y="42365"/>
                  <a:pt x="26416" y="42365"/>
                  <a:pt x="26416" y="42350"/>
                </a:cubicBezTo>
                <a:cubicBezTo>
                  <a:pt x="26387" y="42336"/>
                  <a:pt x="26387" y="42292"/>
                  <a:pt x="26357" y="42277"/>
                </a:cubicBezTo>
                <a:cubicBezTo>
                  <a:pt x="26357" y="42277"/>
                  <a:pt x="26357" y="42292"/>
                  <a:pt x="26343" y="42292"/>
                </a:cubicBezTo>
                <a:cubicBezTo>
                  <a:pt x="26328" y="42233"/>
                  <a:pt x="26313" y="42203"/>
                  <a:pt x="26284" y="42144"/>
                </a:cubicBezTo>
                <a:cubicBezTo>
                  <a:pt x="26343" y="42056"/>
                  <a:pt x="26387" y="41982"/>
                  <a:pt x="26431" y="41894"/>
                </a:cubicBezTo>
                <a:close/>
                <a:moveTo>
                  <a:pt x="26725" y="41938"/>
                </a:moveTo>
                <a:cubicBezTo>
                  <a:pt x="26755" y="42041"/>
                  <a:pt x="26784" y="42130"/>
                  <a:pt x="26799" y="42218"/>
                </a:cubicBezTo>
                <a:cubicBezTo>
                  <a:pt x="26769" y="42292"/>
                  <a:pt x="26725" y="42380"/>
                  <a:pt x="26710" y="42453"/>
                </a:cubicBezTo>
                <a:cubicBezTo>
                  <a:pt x="26681" y="42365"/>
                  <a:pt x="26652" y="42277"/>
                  <a:pt x="26622" y="42189"/>
                </a:cubicBezTo>
                <a:cubicBezTo>
                  <a:pt x="26652" y="42115"/>
                  <a:pt x="26696" y="42012"/>
                  <a:pt x="26725" y="41938"/>
                </a:cubicBezTo>
                <a:close/>
                <a:moveTo>
                  <a:pt x="27167" y="42071"/>
                </a:moveTo>
                <a:cubicBezTo>
                  <a:pt x="27167" y="42130"/>
                  <a:pt x="27167" y="42203"/>
                  <a:pt x="27196" y="42277"/>
                </a:cubicBezTo>
                <a:cubicBezTo>
                  <a:pt x="27167" y="42336"/>
                  <a:pt x="27152" y="42409"/>
                  <a:pt x="27152" y="42453"/>
                </a:cubicBezTo>
                <a:cubicBezTo>
                  <a:pt x="27137" y="42380"/>
                  <a:pt x="27137" y="42336"/>
                  <a:pt x="27122" y="42247"/>
                </a:cubicBezTo>
                <a:cubicBezTo>
                  <a:pt x="27137" y="42203"/>
                  <a:pt x="27152" y="42130"/>
                  <a:pt x="27167" y="42071"/>
                </a:cubicBezTo>
                <a:close/>
                <a:moveTo>
                  <a:pt x="26990" y="42012"/>
                </a:moveTo>
                <a:cubicBezTo>
                  <a:pt x="27005" y="42115"/>
                  <a:pt x="27019" y="42189"/>
                  <a:pt x="27034" y="42277"/>
                </a:cubicBezTo>
                <a:cubicBezTo>
                  <a:pt x="27005" y="42336"/>
                  <a:pt x="26975" y="42409"/>
                  <a:pt x="26946" y="42483"/>
                </a:cubicBezTo>
                <a:cubicBezTo>
                  <a:pt x="26931" y="42409"/>
                  <a:pt x="26916" y="42306"/>
                  <a:pt x="26902" y="42233"/>
                </a:cubicBezTo>
                <a:cubicBezTo>
                  <a:pt x="26931" y="42159"/>
                  <a:pt x="26946" y="42086"/>
                  <a:pt x="26990" y="42012"/>
                </a:cubicBezTo>
                <a:close/>
                <a:moveTo>
                  <a:pt x="26239" y="42233"/>
                </a:moveTo>
                <a:cubicBezTo>
                  <a:pt x="26254" y="42292"/>
                  <a:pt x="26269" y="42336"/>
                  <a:pt x="26284" y="42380"/>
                </a:cubicBezTo>
                <a:cubicBezTo>
                  <a:pt x="26254" y="42483"/>
                  <a:pt x="26195" y="42556"/>
                  <a:pt x="26136" y="42645"/>
                </a:cubicBezTo>
                <a:cubicBezTo>
                  <a:pt x="26122" y="42586"/>
                  <a:pt x="26092" y="42556"/>
                  <a:pt x="26063" y="42498"/>
                </a:cubicBezTo>
                <a:cubicBezTo>
                  <a:pt x="26136" y="42409"/>
                  <a:pt x="26181" y="42336"/>
                  <a:pt x="26239" y="42233"/>
                </a:cubicBezTo>
                <a:close/>
                <a:moveTo>
                  <a:pt x="25842" y="42203"/>
                </a:moveTo>
                <a:lnTo>
                  <a:pt x="25960" y="42424"/>
                </a:lnTo>
                <a:cubicBezTo>
                  <a:pt x="25901" y="42512"/>
                  <a:pt x="25842" y="42601"/>
                  <a:pt x="25783" y="42674"/>
                </a:cubicBezTo>
                <a:cubicBezTo>
                  <a:pt x="25754" y="42601"/>
                  <a:pt x="25710" y="42527"/>
                  <a:pt x="25666" y="42453"/>
                </a:cubicBezTo>
                <a:cubicBezTo>
                  <a:pt x="25739" y="42380"/>
                  <a:pt x="25798" y="42292"/>
                  <a:pt x="25842" y="42203"/>
                </a:cubicBezTo>
                <a:close/>
                <a:moveTo>
                  <a:pt x="26328" y="42483"/>
                </a:moveTo>
                <a:cubicBezTo>
                  <a:pt x="26328" y="42498"/>
                  <a:pt x="26343" y="42512"/>
                  <a:pt x="26343" y="42527"/>
                </a:cubicBezTo>
                <a:cubicBezTo>
                  <a:pt x="26298" y="42630"/>
                  <a:pt x="26254" y="42704"/>
                  <a:pt x="26210" y="42792"/>
                </a:cubicBezTo>
                <a:cubicBezTo>
                  <a:pt x="26210" y="42777"/>
                  <a:pt x="26195" y="42748"/>
                  <a:pt x="26195" y="42733"/>
                </a:cubicBezTo>
                <a:cubicBezTo>
                  <a:pt x="26239" y="42645"/>
                  <a:pt x="26284" y="42571"/>
                  <a:pt x="26328" y="42483"/>
                </a:cubicBezTo>
                <a:close/>
                <a:moveTo>
                  <a:pt x="26563" y="42292"/>
                </a:moveTo>
                <a:cubicBezTo>
                  <a:pt x="26607" y="42380"/>
                  <a:pt x="26622" y="42468"/>
                  <a:pt x="26652" y="42586"/>
                </a:cubicBezTo>
                <a:cubicBezTo>
                  <a:pt x="26622" y="42659"/>
                  <a:pt x="26578" y="42748"/>
                  <a:pt x="26549" y="42821"/>
                </a:cubicBezTo>
                <a:cubicBezTo>
                  <a:pt x="26534" y="42792"/>
                  <a:pt x="26504" y="42733"/>
                  <a:pt x="26490" y="42704"/>
                </a:cubicBezTo>
                <a:cubicBezTo>
                  <a:pt x="26504" y="42659"/>
                  <a:pt x="26534" y="42630"/>
                  <a:pt x="26549" y="42601"/>
                </a:cubicBezTo>
                <a:cubicBezTo>
                  <a:pt x="26534" y="42571"/>
                  <a:pt x="26504" y="42556"/>
                  <a:pt x="26490" y="42512"/>
                </a:cubicBezTo>
                <a:cubicBezTo>
                  <a:pt x="26475" y="42527"/>
                  <a:pt x="26475" y="42571"/>
                  <a:pt x="26460" y="42586"/>
                </a:cubicBezTo>
                <a:cubicBezTo>
                  <a:pt x="26460" y="42571"/>
                  <a:pt x="26431" y="42556"/>
                  <a:pt x="26431" y="42527"/>
                </a:cubicBezTo>
                <a:cubicBezTo>
                  <a:pt x="26475" y="42453"/>
                  <a:pt x="26534" y="42365"/>
                  <a:pt x="26563" y="42292"/>
                </a:cubicBezTo>
                <a:close/>
                <a:moveTo>
                  <a:pt x="27211" y="42512"/>
                </a:moveTo>
                <a:cubicBezTo>
                  <a:pt x="27225" y="42556"/>
                  <a:pt x="27225" y="42601"/>
                  <a:pt x="27225" y="42659"/>
                </a:cubicBezTo>
                <a:cubicBezTo>
                  <a:pt x="27211" y="42718"/>
                  <a:pt x="27211" y="42777"/>
                  <a:pt x="27181" y="42821"/>
                </a:cubicBezTo>
                <a:cubicBezTo>
                  <a:pt x="27181" y="42777"/>
                  <a:pt x="27167" y="42718"/>
                  <a:pt x="27167" y="42659"/>
                </a:cubicBezTo>
                <a:cubicBezTo>
                  <a:pt x="27181" y="42601"/>
                  <a:pt x="27211" y="42571"/>
                  <a:pt x="27211" y="42512"/>
                </a:cubicBezTo>
                <a:close/>
                <a:moveTo>
                  <a:pt x="26843" y="42350"/>
                </a:moveTo>
                <a:cubicBezTo>
                  <a:pt x="26858" y="42439"/>
                  <a:pt x="26872" y="42527"/>
                  <a:pt x="26902" y="42601"/>
                </a:cubicBezTo>
                <a:cubicBezTo>
                  <a:pt x="26872" y="42674"/>
                  <a:pt x="26843" y="42748"/>
                  <a:pt x="26799" y="42836"/>
                </a:cubicBezTo>
                <a:cubicBezTo>
                  <a:pt x="26784" y="42748"/>
                  <a:pt x="26755" y="42659"/>
                  <a:pt x="26725" y="42586"/>
                </a:cubicBezTo>
                <a:cubicBezTo>
                  <a:pt x="26784" y="42512"/>
                  <a:pt x="26799" y="42424"/>
                  <a:pt x="26843" y="42350"/>
                </a:cubicBezTo>
                <a:close/>
                <a:moveTo>
                  <a:pt x="27064" y="42424"/>
                </a:moveTo>
                <a:cubicBezTo>
                  <a:pt x="27064" y="42498"/>
                  <a:pt x="27078" y="42571"/>
                  <a:pt x="27093" y="42645"/>
                </a:cubicBezTo>
                <a:cubicBezTo>
                  <a:pt x="27078" y="42718"/>
                  <a:pt x="27064" y="42777"/>
                  <a:pt x="27049" y="42851"/>
                </a:cubicBezTo>
                <a:lnTo>
                  <a:pt x="26990" y="42630"/>
                </a:lnTo>
                <a:cubicBezTo>
                  <a:pt x="27005" y="42556"/>
                  <a:pt x="27049" y="42498"/>
                  <a:pt x="27064" y="42424"/>
                </a:cubicBezTo>
                <a:close/>
                <a:moveTo>
                  <a:pt x="26401" y="42645"/>
                </a:moveTo>
                <a:cubicBezTo>
                  <a:pt x="26401" y="42659"/>
                  <a:pt x="26416" y="42674"/>
                  <a:pt x="26416" y="42704"/>
                </a:cubicBezTo>
                <a:cubicBezTo>
                  <a:pt x="26372" y="42792"/>
                  <a:pt x="26328" y="42865"/>
                  <a:pt x="26284" y="42954"/>
                </a:cubicBezTo>
                <a:cubicBezTo>
                  <a:pt x="26284" y="42939"/>
                  <a:pt x="26269" y="42924"/>
                  <a:pt x="26269" y="42895"/>
                </a:cubicBezTo>
                <a:cubicBezTo>
                  <a:pt x="26298" y="42792"/>
                  <a:pt x="26343" y="42718"/>
                  <a:pt x="26401" y="42645"/>
                </a:cubicBezTo>
                <a:close/>
                <a:moveTo>
                  <a:pt x="27240" y="42939"/>
                </a:moveTo>
                <a:cubicBezTo>
                  <a:pt x="27270" y="42968"/>
                  <a:pt x="27270" y="43013"/>
                  <a:pt x="27270" y="43042"/>
                </a:cubicBezTo>
                <a:cubicBezTo>
                  <a:pt x="27270" y="43086"/>
                  <a:pt x="27270" y="43101"/>
                  <a:pt x="27240" y="43145"/>
                </a:cubicBezTo>
                <a:lnTo>
                  <a:pt x="27240" y="43160"/>
                </a:lnTo>
                <a:cubicBezTo>
                  <a:pt x="27240" y="43116"/>
                  <a:pt x="27240" y="43086"/>
                  <a:pt x="27225" y="43042"/>
                </a:cubicBezTo>
                <a:cubicBezTo>
                  <a:pt x="27225" y="43013"/>
                  <a:pt x="27240" y="42968"/>
                  <a:pt x="27240" y="42939"/>
                </a:cubicBezTo>
                <a:close/>
                <a:moveTo>
                  <a:pt x="26460" y="42807"/>
                </a:moveTo>
                <a:cubicBezTo>
                  <a:pt x="26475" y="42836"/>
                  <a:pt x="26490" y="42895"/>
                  <a:pt x="26490" y="42939"/>
                </a:cubicBezTo>
                <a:cubicBezTo>
                  <a:pt x="26460" y="43013"/>
                  <a:pt x="26416" y="43101"/>
                  <a:pt x="26387" y="43175"/>
                </a:cubicBezTo>
                <a:cubicBezTo>
                  <a:pt x="26357" y="43145"/>
                  <a:pt x="26343" y="43086"/>
                  <a:pt x="26328" y="43042"/>
                </a:cubicBezTo>
                <a:cubicBezTo>
                  <a:pt x="26357" y="42968"/>
                  <a:pt x="26416" y="42880"/>
                  <a:pt x="26460" y="42807"/>
                </a:cubicBezTo>
                <a:close/>
                <a:moveTo>
                  <a:pt x="26696" y="42704"/>
                </a:moveTo>
                <a:cubicBezTo>
                  <a:pt x="26710" y="42792"/>
                  <a:pt x="26755" y="42880"/>
                  <a:pt x="26769" y="42968"/>
                </a:cubicBezTo>
                <a:cubicBezTo>
                  <a:pt x="26769" y="42998"/>
                  <a:pt x="26769" y="42998"/>
                  <a:pt x="26755" y="43013"/>
                </a:cubicBezTo>
                <a:cubicBezTo>
                  <a:pt x="26725" y="43086"/>
                  <a:pt x="26696" y="43160"/>
                  <a:pt x="26681" y="43219"/>
                </a:cubicBezTo>
                <a:cubicBezTo>
                  <a:pt x="26652" y="43160"/>
                  <a:pt x="26637" y="43086"/>
                  <a:pt x="26622" y="43027"/>
                </a:cubicBezTo>
                <a:cubicBezTo>
                  <a:pt x="26637" y="42968"/>
                  <a:pt x="26681" y="42924"/>
                  <a:pt x="26696" y="42865"/>
                </a:cubicBezTo>
                <a:cubicBezTo>
                  <a:pt x="26666" y="42821"/>
                  <a:pt x="26652" y="42807"/>
                  <a:pt x="26652" y="42792"/>
                </a:cubicBezTo>
                <a:cubicBezTo>
                  <a:pt x="26666" y="42748"/>
                  <a:pt x="26696" y="42733"/>
                  <a:pt x="26696" y="42704"/>
                </a:cubicBezTo>
                <a:close/>
                <a:moveTo>
                  <a:pt x="26931" y="42748"/>
                </a:moveTo>
                <a:cubicBezTo>
                  <a:pt x="26946" y="42851"/>
                  <a:pt x="26975" y="42924"/>
                  <a:pt x="26990" y="43013"/>
                </a:cubicBezTo>
                <a:cubicBezTo>
                  <a:pt x="26975" y="43086"/>
                  <a:pt x="26931" y="43160"/>
                  <a:pt x="26916" y="43233"/>
                </a:cubicBezTo>
                <a:cubicBezTo>
                  <a:pt x="26902" y="43145"/>
                  <a:pt x="26872" y="43072"/>
                  <a:pt x="26858" y="42968"/>
                </a:cubicBezTo>
                <a:cubicBezTo>
                  <a:pt x="26902" y="42895"/>
                  <a:pt x="26916" y="42821"/>
                  <a:pt x="26931" y="42748"/>
                </a:cubicBezTo>
                <a:close/>
                <a:moveTo>
                  <a:pt x="27137" y="42836"/>
                </a:moveTo>
                <a:cubicBezTo>
                  <a:pt x="27137" y="42924"/>
                  <a:pt x="27137" y="42968"/>
                  <a:pt x="27152" y="43042"/>
                </a:cubicBezTo>
                <a:cubicBezTo>
                  <a:pt x="27137" y="43101"/>
                  <a:pt x="27122" y="43160"/>
                  <a:pt x="27122" y="43233"/>
                </a:cubicBezTo>
                <a:cubicBezTo>
                  <a:pt x="27093" y="43160"/>
                  <a:pt x="27093" y="43101"/>
                  <a:pt x="27078" y="43027"/>
                </a:cubicBezTo>
                <a:cubicBezTo>
                  <a:pt x="27093" y="42968"/>
                  <a:pt x="27122" y="42910"/>
                  <a:pt x="27137" y="42836"/>
                </a:cubicBezTo>
                <a:close/>
                <a:moveTo>
                  <a:pt x="26799" y="43116"/>
                </a:moveTo>
                <a:cubicBezTo>
                  <a:pt x="26813" y="43175"/>
                  <a:pt x="26813" y="43219"/>
                  <a:pt x="26843" y="43263"/>
                </a:cubicBezTo>
                <a:cubicBezTo>
                  <a:pt x="26799" y="43322"/>
                  <a:pt x="26784" y="43410"/>
                  <a:pt x="26755" y="43484"/>
                </a:cubicBezTo>
                <a:cubicBezTo>
                  <a:pt x="26725" y="43439"/>
                  <a:pt x="26710" y="43381"/>
                  <a:pt x="26710" y="43336"/>
                </a:cubicBezTo>
                <a:cubicBezTo>
                  <a:pt x="26755" y="43263"/>
                  <a:pt x="26769" y="43189"/>
                  <a:pt x="26799" y="43116"/>
                </a:cubicBezTo>
                <a:close/>
                <a:moveTo>
                  <a:pt x="26563" y="43116"/>
                </a:moveTo>
                <a:cubicBezTo>
                  <a:pt x="26578" y="43189"/>
                  <a:pt x="26607" y="43248"/>
                  <a:pt x="26622" y="43322"/>
                </a:cubicBezTo>
                <a:cubicBezTo>
                  <a:pt x="26578" y="43395"/>
                  <a:pt x="26549" y="43469"/>
                  <a:pt x="26504" y="43557"/>
                </a:cubicBezTo>
                <a:cubicBezTo>
                  <a:pt x="26490" y="43484"/>
                  <a:pt x="26460" y="43439"/>
                  <a:pt x="26431" y="43366"/>
                </a:cubicBezTo>
                <a:cubicBezTo>
                  <a:pt x="26490" y="43292"/>
                  <a:pt x="26534" y="43189"/>
                  <a:pt x="26563" y="43116"/>
                </a:cubicBezTo>
                <a:close/>
                <a:moveTo>
                  <a:pt x="27167" y="43263"/>
                </a:moveTo>
                <a:cubicBezTo>
                  <a:pt x="27167" y="43322"/>
                  <a:pt x="27196" y="43381"/>
                  <a:pt x="27196" y="43439"/>
                </a:cubicBezTo>
                <a:cubicBezTo>
                  <a:pt x="27167" y="43484"/>
                  <a:pt x="27167" y="43528"/>
                  <a:pt x="27152" y="43587"/>
                </a:cubicBezTo>
                <a:cubicBezTo>
                  <a:pt x="27152" y="43528"/>
                  <a:pt x="27137" y="43469"/>
                  <a:pt x="27137" y="43410"/>
                </a:cubicBezTo>
                <a:cubicBezTo>
                  <a:pt x="27152" y="43366"/>
                  <a:pt x="27152" y="43322"/>
                  <a:pt x="27167" y="43263"/>
                </a:cubicBezTo>
                <a:close/>
                <a:moveTo>
                  <a:pt x="27019" y="43189"/>
                </a:moveTo>
                <a:cubicBezTo>
                  <a:pt x="27019" y="43263"/>
                  <a:pt x="27034" y="43336"/>
                  <a:pt x="27064" y="43410"/>
                </a:cubicBezTo>
                <a:cubicBezTo>
                  <a:pt x="27049" y="43484"/>
                  <a:pt x="27019" y="43542"/>
                  <a:pt x="27005" y="43616"/>
                </a:cubicBezTo>
                <a:lnTo>
                  <a:pt x="27005" y="43601"/>
                </a:lnTo>
                <a:lnTo>
                  <a:pt x="27005" y="43572"/>
                </a:lnTo>
                <a:cubicBezTo>
                  <a:pt x="27005" y="43557"/>
                  <a:pt x="26990" y="43557"/>
                  <a:pt x="26990" y="43542"/>
                </a:cubicBezTo>
                <a:cubicBezTo>
                  <a:pt x="26990" y="43528"/>
                  <a:pt x="26990" y="43528"/>
                  <a:pt x="26975" y="43513"/>
                </a:cubicBezTo>
                <a:cubicBezTo>
                  <a:pt x="26975" y="43469"/>
                  <a:pt x="26946" y="43439"/>
                  <a:pt x="26946" y="43395"/>
                </a:cubicBezTo>
                <a:cubicBezTo>
                  <a:pt x="26975" y="43322"/>
                  <a:pt x="26990" y="43263"/>
                  <a:pt x="27019" y="43189"/>
                </a:cubicBezTo>
                <a:close/>
                <a:moveTo>
                  <a:pt x="26902" y="43528"/>
                </a:moveTo>
                <a:cubicBezTo>
                  <a:pt x="26902" y="43542"/>
                  <a:pt x="26902" y="43557"/>
                  <a:pt x="26916" y="43587"/>
                </a:cubicBezTo>
                <a:cubicBezTo>
                  <a:pt x="26902" y="43660"/>
                  <a:pt x="26858" y="43734"/>
                  <a:pt x="26843" y="43807"/>
                </a:cubicBezTo>
                <a:cubicBezTo>
                  <a:pt x="26843" y="43778"/>
                  <a:pt x="26813" y="43748"/>
                  <a:pt x="26813" y="43734"/>
                </a:cubicBezTo>
                <a:cubicBezTo>
                  <a:pt x="26843" y="43675"/>
                  <a:pt x="26872" y="43601"/>
                  <a:pt x="26902" y="43528"/>
                </a:cubicBezTo>
                <a:close/>
                <a:moveTo>
                  <a:pt x="27093" y="43616"/>
                </a:moveTo>
                <a:cubicBezTo>
                  <a:pt x="27093" y="43675"/>
                  <a:pt x="27093" y="43748"/>
                  <a:pt x="27122" y="43822"/>
                </a:cubicBezTo>
                <a:cubicBezTo>
                  <a:pt x="27078" y="43763"/>
                  <a:pt x="27078" y="43748"/>
                  <a:pt x="27064" y="43704"/>
                </a:cubicBezTo>
                <a:cubicBezTo>
                  <a:pt x="27078" y="43675"/>
                  <a:pt x="27078" y="43645"/>
                  <a:pt x="27093" y="43616"/>
                </a:cubicBezTo>
                <a:close/>
                <a:moveTo>
                  <a:pt x="26652" y="43454"/>
                </a:moveTo>
                <a:lnTo>
                  <a:pt x="26710" y="43616"/>
                </a:lnTo>
                <a:cubicBezTo>
                  <a:pt x="26666" y="43690"/>
                  <a:pt x="26637" y="43763"/>
                  <a:pt x="26607" y="43851"/>
                </a:cubicBezTo>
                <a:cubicBezTo>
                  <a:pt x="26578" y="43807"/>
                  <a:pt x="26563" y="43748"/>
                  <a:pt x="26549" y="43675"/>
                </a:cubicBezTo>
                <a:lnTo>
                  <a:pt x="26652" y="43454"/>
                </a:lnTo>
                <a:close/>
                <a:moveTo>
                  <a:pt x="27211" y="43719"/>
                </a:moveTo>
                <a:cubicBezTo>
                  <a:pt x="27211" y="43763"/>
                  <a:pt x="27225" y="43807"/>
                  <a:pt x="27225" y="43837"/>
                </a:cubicBezTo>
                <a:cubicBezTo>
                  <a:pt x="27225" y="43881"/>
                  <a:pt x="27211" y="43910"/>
                  <a:pt x="27211" y="43925"/>
                </a:cubicBezTo>
                <a:cubicBezTo>
                  <a:pt x="27211" y="43896"/>
                  <a:pt x="27211" y="43851"/>
                  <a:pt x="27196" y="43822"/>
                </a:cubicBezTo>
                <a:cubicBezTo>
                  <a:pt x="27196" y="43778"/>
                  <a:pt x="27211" y="43763"/>
                  <a:pt x="27211" y="43719"/>
                </a:cubicBezTo>
                <a:close/>
                <a:moveTo>
                  <a:pt x="26946" y="43763"/>
                </a:moveTo>
                <a:lnTo>
                  <a:pt x="26946" y="43778"/>
                </a:lnTo>
                <a:cubicBezTo>
                  <a:pt x="26931" y="43851"/>
                  <a:pt x="26902" y="43910"/>
                  <a:pt x="26872" y="43984"/>
                </a:cubicBezTo>
                <a:lnTo>
                  <a:pt x="26872" y="43969"/>
                </a:lnTo>
                <a:cubicBezTo>
                  <a:pt x="26902" y="43896"/>
                  <a:pt x="26931" y="43822"/>
                  <a:pt x="26946" y="43763"/>
                </a:cubicBezTo>
                <a:close/>
                <a:moveTo>
                  <a:pt x="27078" y="43822"/>
                </a:moveTo>
                <a:cubicBezTo>
                  <a:pt x="27078" y="43837"/>
                  <a:pt x="27078" y="43837"/>
                  <a:pt x="27093" y="43851"/>
                </a:cubicBezTo>
                <a:cubicBezTo>
                  <a:pt x="27078" y="43910"/>
                  <a:pt x="27078" y="43954"/>
                  <a:pt x="27064" y="43984"/>
                </a:cubicBezTo>
                <a:cubicBezTo>
                  <a:pt x="27064" y="43969"/>
                  <a:pt x="27064" y="43954"/>
                  <a:pt x="27049" y="43925"/>
                </a:cubicBezTo>
                <a:cubicBezTo>
                  <a:pt x="27064" y="43896"/>
                  <a:pt x="27064" y="43851"/>
                  <a:pt x="27078" y="43822"/>
                </a:cubicBezTo>
                <a:close/>
                <a:moveTo>
                  <a:pt x="26769" y="43851"/>
                </a:moveTo>
                <a:cubicBezTo>
                  <a:pt x="26769" y="43896"/>
                  <a:pt x="26784" y="43910"/>
                  <a:pt x="26784" y="43940"/>
                </a:cubicBezTo>
                <a:cubicBezTo>
                  <a:pt x="26769" y="44028"/>
                  <a:pt x="26725" y="44087"/>
                  <a:pt x="26710" y="44175"/>
                </a:cubicBezTo>
                <a:cubicBezTo>
                  <a:pt x="26696" y="44131"/>
                  <a:pt x="26696" y="44102"/>
                  <a:pt x="26666" y="44058"/>
                </a:cubicBezTo>
                <a:cubicBezTo>
                  <a:pt x="26710" y="43984"/>
                  <a:pt x="26725" y="43910"/>
                  <a:pt x="26769" y="43851"/>
                </a:cubicBezTo>
                <a:close/>
                <a:moveTo>
                  <a:pt x="26799" y="44116"/>
                </a:moveTo>
                <a:lnTo>
                  <a:pt x="26799" y="44146"/>
                </a:lnTo>
                <a:cubicBezTo>
                  <a:pt x="26799" y="44205"/>
                  <a:pt x="26784" y="44278"/>
                  <a:pt x="26755" y="44352"/>
                </a:cubicBezTo>
                <a:cubicBezTo>
                  <a:pt x="26755" y="44337"/>
                  <a:pt x="26755" y="44337"/>
                  <a:pt x="26725" y="44322"/>
                </a:cubicBezTo>
                <a:cubicBezTo>
                  <a:pt x="26755" y="44249"/>
                  <a:pt x="26784" y="44190"/>
                  <a:pt x="26799" y="44116"/>
                </a:cubicBezTo>
                <a:close/>
                <a:moveTo>
                  <a:pt x="27137" y="44175"/>
                </a:moveTo>
                <a:cubicBezTo>
                  <a:pt x="27152" y="44175"/>
                  <a:pt x="27152" y="44205"/>
                  <a:pt x="27152" y="44219"/>
                </a:cubicBezTo>
                <a:cubicBezTo>
                  <a:pt x="27137" y="44278"/>
                  <a:pt x="27137" y="44322"/>
                  <a:pt x="27122" y="44367"/>
                </a:cubicBezTo>
                <a:cubicBezTo>
                  <a:pt x="27122" y="44352"/>
                  <a:pt x="27122" y="44322"/>
                  <a:pt x="27093" y="44293"/>
                </a:cubicBezTo>
                <a:cubicBezTo>
                  <a:pt x="27122" y="44264"/>
                  <a:pt x="27122" y="44205"/>
                  <a:pt x="27137" y="44175"/>
                </a:cubicBezTo>
                <a:close/>
                <a:moveTo>
                  <a:pt x="26990" y="44131"/>
                </a:moveTo>
                <a:cubicBezTo>
                  <a:pt x="27005" y="44131"/>
                  <a:pt x="27005" y="44175"/>
                  <a:pt x="27005" y="44190"/>
                </a:cubicBezTo>
                <a:cubicBezTo>
                  <a:pt x="26990" y="44264"/>
                  <a:pt x="26975" y="44308"/>
                  <a:pt x="26946" y="44396"/>
                </a:cubicBezTo>
                <a:cubicBezTo>
                  <a:pt x="26946" y="44367"/>
                  <a:pt x="26931" y="44337"/>
                  <a:pt x="26931" y="44322"/>
                </a:cubicBezTo>
                <a:cubicBezTo>
                  <a:pt x="26946" y="44264"/>
                  <a:pt x="26975" y="44190"/>
                  <a:pt x="26990" y="44131"/>
                </a:cubicBezTo>
                <a:close/>
                <a:moveTo>
                  <a:pt x="26858" y="44278"/>
                </a:moveTo>
                <a:cubicBezTo>
                  <a:pt x="26843" y="44352"/>
                  <a:pt x="26813" y="44425"/>
                  <a:pt x="26784" y="44499"/>
                </a:cubicBezTo>
                <a:lnTo>
                  <a:pt x="26784" y="44484"/>
                </a:lnTo>
                <a:cubicBezTo>
                  <a:pt x="26799" y="44411"/>
                  <a:pt x="26843" y="44352"/>
                  <a:pt x="26858" y="44278"/>
                </a:cubicBezTo>
                <a:close/>
                <a:moveTo>
                  <a:pt x="27184" y="44596"/>
                </a:moveTo>
                <a:cubicBezTo>
                  <a:pt x="27188" y="44608"/>
                  <a:pt x="27196" y="44617"/>
                  <a:pt x="27196" y="44617"/>
                </a:cubicBezTo>
                <a:cubicBezTo>
                  <a:pt x="27196" y="44646"/>
                  <a:pt x="27167" y="44676"/>
                  <a:pt x="27167" y="44705"/>
                </a:cubicBezTo>
                <a:lnTo>
                  <a:pt x="27167" y="44646"/>
                </a:lnTo>
                <a:cubicBezTo>
                  <a:pt x="27167" y="44629"/>
                  <a:pt x="27176" y="44613"/>
                  <a:pt x="27184" y="44596"/>
                </a:cubicBezTo>
                <a:close/>
                <a:moveTo>
                  <a:pt x="26902" y="44455"/>
                </a:moveTo>
                <a:cubicBezTo>
                  <a:pt x="26902" y="44499"/>
                  <a:pt x="26916" y="44514"/>
                  <a:pt x="26916" y="44558"/>
                </a:cubicBezTo>
                <a:cubicBezTo>
                  <a:pt x="26902" y="44617"/>
                  <a:pt x="26858" y="44690"/>
                  <a:pt x="26843" y="44734"/>
                </a:cubicBezTo>
                <a:cubicBezTo>
                  <a:pt x="26843" y="44705"/>
                  <a:pt x="26828" y="44676"/>
                  <a:pt x="26828" y="44646"/>
                </a:cubicBezTo>
                <a:cubicBezTo>
                  <a:pt x="26843" y="44587"/>
                  <a:pt x="26872" y="44514"/>
                  <a:pt x="26902" y="44455"/>
                </a:cubicBezTo>
                <a:close/>
                <a:moveTo>
                  <a:pt x="27064" y="44484"/>
                </a:moveTo>
                <a:cubicBezTo>
                  <a:pt x="27064" y="44514"/>
                  <a:pt x="27064" y="44558"/>
                  <a:pt x="27078" y="44587"/>
                </a:cubicBezTo>
                <a:lnTo>
                  <a:pt x="27019" y="44764"/>
                </a:lnTo>
                <a:cubicBezTo>
                  <a:pt x="27019" y="44720"/>
                  <a:pt x="27005" y="44690"/>
                  <a:pt x="27005" y="44646"/>
                </a:cubicBezTo>
                <a:lnTo>
                  <a:pt x="27064" y="44484"/>
                </a:lnTo>
                <a:close/>
                <a:moveTo>
                  <a:pt x="26975" y="44808"/>
                </a:moveTo>
                <a:cubicBezTo>
                  <a:pt x="26975" y="44852"/>
                  <a:pt x="26990" y="44911"/>
                  <a:pt x="26990" y="44940"/>
                </a:cubicBezTo>
                <a:cubicBezTo>
                  <a:pt x="26975" y="45014"/>
                  <a:pt x="26946" y="45073"/>
                  <a:pt x="26931" y="45132"/>
                </a:cubicBezTo>
                <a:cubicBezTo>
                  <a:pt x="26931" y="45073"/>
                  <a:pt x="26916" y="45029"/>
                  <a:pt x="26916" y="44985"/>
                </a:cubicBezTo>
                <a:lnTo>
                  <a:pt x="26975" y="44808"/>
                </a:lnTo>
                <a:close/>
                <a:moveTo>
                  <a:pt x="27093" y="44882"/>
                </a:moveTo>
                <a:cubicBezTo>
                  <a:pt x="27093" y="44926"/>
                  <a:pt x="27093" y="44955"/>
                  <a:pt x="27122" y="44999"/>
                </a:cubicBezTo>
                <a:cubicBezTo>
                  <a:pt x="27093" y="45058"/>
                  <a:pt x="27093" y="45088"/>
                  <a:pt x="27078" y="45147"/>
                </a:cubicBezTo>
                <a:cubicBezTo>
                  <a:pt x="27078" y="45102"/>
                  <a:pt x="27064" y="45073"/>
                  <a:pt x="27064" y="45014"/>
                </a:cubicBezTo>
                <a:cubicBezTo>
                  <a:pt x="27078" y="44985"/>
                  <a:pt x="27078" y="44926"/>
                  <a:pt x="27093" y="44882"/>
                </a:cubicBezTo>
                <a:close/>
                <a:moveTo>
                  <a:pt x="27137" y="45323"/>
                </a:moveTo>
                <a:lnTo>
                  <a:pt x="27137" y="45426"/>
                </a:lnTo>
                <a:cubicBezTo>
                  <a:pt x="27137" y="45442"/>
                  <a:pt x="27133" y="45454"/>
                  <a:pt x="27129" y="45468"/>
                </a:cubicBezTo>
                <a:lnTo>
                  <a:pt x="27129" y="45468"/>
                </a:lnTo>
                <a:cubicBezTo>
                  <a:pt x="27128" y="45445"/>
                  <a:pt x="27122" y="45424"/>
                  <a:pt x="27122" y="45397"/>
                </a:cubicBezTo>
                <a:cubicBezTo>
                  <a:pt x="27122" y="45382"/>
                  <a:pt x="27137" y="45353"/>
                  <a:pt x="27137" y="45323"/>
                </a:cubicBezTo>
                <a:close/>
                <a:moveTo>
                  <a:pt x="26990" y="45220"/>
                </a:moveTo>
                <a:cubicBezTo>
                  <a:pt x="26990" y="45279"/>
                  <a:pt x="27005" y="45323"/>
                  <a:pt x="27005" y="45367"/>
                </a:cubicBezTo>
                <a:cubicBezTo>
                  <a:pt x="27019" y="45426"/>
                  <a:pt x="27005" y="45470"/>
                  <a:pt x="26990" y="45529"/>
                </a:cubicBezTo>
                <a:cubicBezTo>
                  <a:pt x="26975" y="45470"/>
                  <a:pt x="26975" y="45411"/>
                  <a:pt x="26946" y="45353"/>
                </a:cubicBezTo>
                <a:cubicBezTo>
                  <a:pt x="26961" y="45308"/>
                  <a:pt x="26990" y="45250"/>
                  <a:pt x="26990" y="45220"/>
                </a:cubicBezTo>
                <a:close/>
                <a:moveTo>
                  <a:pt x="24577" y="41085"/>
                </a:moveTo>
                <a:cubicBezTo>
                  <a:pt x="24635" y="41158"/>
                  <a:pt x="24709" y="41232"/>
                  <a:pt x="24768" y="41306"/>
                </a:cubicBezTo>
                <a:cubicBezTo>
                  <a:pt x="23855" y="42306"/>
                  <a:pt x="22855" y="43204"/>
                  <a:pt x="21854" y="44072"/>
                </a:cubicBezTo>
                <a:cubicBezTo>
                  <a:pt x="21236" y="44631"/>
                  <a:pt x="20588" y="45205"/>
                  <a:pt x="19985" y="45794"/>
                </a:cubicBezTo>
                <a:cubicBezTo>
                  <a:pt x="20691" y="45014"/>
                  <a:pt x="21457" y="44264"/>
                  <a:pt x="22207" y="43528"/>
                </a:cubicBezTo>
                <a:cubicBezTo>
                  <a:pt x="22987" y="42733"/>
                  <a:pt x="23811" y="41924"/>
                  <a:pt x="24577" y="41085"/>
                </a:cubicBezTo>
                <a:close/>
                <a:moveTo>
                  <a:pt x="27064" y="45617"/>
                </a:moveTo>
                <a:cubicBezTo>
                  <a:pt x="27064" y="45676"/>
                  <a:pt x="27078" y="45735"/>
                  <a:pt x="27078" y="45779"/>
                </a:cubicBezTo>
                <a:cubicBezTo>
                  <a:pt x="27078" y="45823"/>
                  <a:pt x="27064" y="45853"/>
                  <a:pt x="27064" y="45897"/>
                </a:cubicBezTo>
                <a:cubicBezTo>
                  <a:pt x="27034" y="45838"/>
                  <a:pt x="27034" y="45794"/>
                  <a:pt x="27019" y="45735"/>
                </a:cubicBezTo>
                <a:cubicBezTo>
                  <a:pt x="27034" y="45691"/>
                  <a:pt x="27034" y="45662"/>
                  <a:pt x="27064" y="45617"/>
                </a:cubicBezTo>
                <a:close/>
                <a:moveTo>
                  <a:pt x="27314" y="45529"/>
                </a:moveTo>
                <a:cubicBezTo>
                  <a:pt x="27314" y="45647"/>
                  <a:pt x="27299" y="45765"/>
                  <a:pt x="27284" y="45897"/>
                </a:cubicBezTo>
                <a:lnTo>
                  <a:pt x="27284" y="45823"/>
                </a:lnTo>
                <a:lnTo>
                  <a:pt x="27284" y="45735"/>
                </a:lnTo>
                <a:cubicBezTo>
                  <a:pt x="27299" y="45662"/>
                  <a:pt x="27299" y="45588"/>
                  <a:pt x="27314" y="45529"/>
                </a:cubicBezTo>
                <a:close/>
                <a:moveTo>
                  <a:pt x="27093" y="46059"/>
                </a:moveTo>
                <a:cubicBezTo>
                  <a:pt x="27093" y="46118"/>
                  <a:pt x="27093" y="46162"/>
                  <a:pt x="27122" y="46206"/>
                </a:cubicBezTo>
                <a:lnTo>
                  <a:pt x="27122" y="46250"/>
                </a:lnTo>
                <a:cubicBezTo>
                  <a:pt x="27093" y="46250"/>
                  <a:pt x="27093" y="46265"/>
                  <a:pt x="27093" y="46265"/>
                </a:cubicBezTo>
                <a:cubicBezTo>
                  <a:pt x="27093" y="46236"/>
                  <a:pt x="27078" y="46191"/>
                  <a:pt x="27078" y="46133"/>
                </a:cubicBezTo>
                <a:cubicBezTo>
                  <a:pt x="27078" y="46118"/>
                  <a:pt x="27093" y="46088"/>
                  <a:pt x="27093" y="46059"/>
                </a:cubicBezTo>
                <a:close/>
                <a:moveTo>
                  <a:pt x="24812" y="41350"/>
                </a:moveTo>
                <a:lnTo>
                  <a:pt x="24812" y="41350"/>
                </a:lnTo>
                <a:cubicBezTo>
                  <a:pt x="24797" y="41379"/>
                  <a:pt x="24783" y="41394"/>
                  <a:pt x="24768" y="41423"/>
                </a:cubicBezTo>
                <a:lnTo>
                  <a:pt x="24812" y="41482"/>
                </a:lnTo>
                <a:lnTo>
                  <a:pt x="24871" y="41423"/>
                </a:lnTo>
                <a:cubicBezTo>
                  <a:pt x="24915" y="41482"/>
                  <a:pt x="24959" y="41541"/>
                  <a:pt x="25003" y="41585"/>
                </a:cubicBezTo>
                <a:cubicBezTo>
                  <a:pt x="24003" y="42762"/>
                  <a:pt x="22869" y="43675"/>
                  <a:pt x="21648" y="44631"/>
                </a:cubicBezTo>
                <a:cubicBezTo>
                  <a:pt x="20897" y="45220"/>
                  <a:pt x="20147" y="45823"/>
                  <a:pt x="19411" y="46500"/>
                </a:cubicBezTo>
                <a:cubicBezTo>
                  <a:pt x="20206" y="45662"/>
                  <a:pt x="21059" y="44882"/>
                  <a:pt x="21913" y="44131"/>
                </a:cubicBezTo>
                <a:cubicBezTo>
                  <a:pt x="22899" y="43263"/>
                  <a:pt x="23914" y="42365"/>
                  <a:pt x="24812" y="41350"/>
                </a:cubicBezTo>
                <a:close/>
                <a:moveTo>
                  <a:pt x="27019" y="46353"/>
                </a:moveTo>
                <a:cubicBezTo>
                  <a:pt x="27019" y="46412"/>
                  <a:pt x="27019" y="46471"/>
                  <a:pt x="27034" y="46500"/>
                </a:cubicBezTo>
                <a:cubicBezTo>
                  <a:pt x="27019" y="46545"/>
                  <a:pt x="27019" y="46574"/>
                  <a:pt x="27005" y="46618"/>
                </a:cubicBezTo>
                <a:cubicBezTo>
                  <a:pt x="27005" y="46574"/>
                  <a:pt x="26990" y="46545"/>
                  <a:pt x="26990" y="46500"/>
                </a:cubicBezTo>
                <a:cubicBezTo>
                  <a:pt x="27005" y="46456"/>
                  <a:pt x="27005" y="46412"/>
                  <a:pt x="27019" y="46353"/>
                </a:cubicBezTo>
                <a:close/>
                <a:moveTo>
                  <a:pt x="27343" y="46000"/>
                </a:moveTo>
                <a:cubicBezTo>
                  <a:pt x="27343" y="46265"/>
                  <a:pt x="27299" y="46545"/>
                  <a:pt x="27240" y="46824"/>
                </a:cubicBezTo>
                <a:lnTo>
                  <a:pt x="27240" y="46633"/>
                </a:lnTo>
                <a:lnTo>
                  <a:pt x="27240" y="46515"/>
                </a:lnTo>
                <a:cubicBezTo>
                  <a:pt x="27284" y="46353"/>
                  <a:pt x="27314" y="46177"/>
                  <a:pt x="27343" y="46000"/>
                </a:cubicBezTo>
                <a:close/>
                <a:moveTo>
                  <a:pt x="27064" y="46868"/>
                </a:moveTo>
                <a:cubicBezTo>
                  <a:pt x="27064" y="46898"/>
                  <a:pt x="27078" y="46927"/>
                  <a:pt x="27078" y="46971"/>
                </a:cubicBezTo>
                <a:cubicBezTo>
                  <a:pt x="27078" y="46986"/>
                  <a:pt x="27064" y="47001"/>
                  <a:pt x="27064" y="47030"/>
                </a:cubicBezTo>
                <a:cubicBezTo>
                  <a:pt x="27064" y="47015"/>
                  <a:pt x="27064" y="46986"/>
                  <a:pt x="27049" y="46971"/>
                </a:cubicBezTo>
                <a:cubicBezTo>
                  <a:pt x="27049" y="46927"/>
                  <a:pt x="27064" y="46912"/>
                  <a:pt x="27064" y="46868"/>
                </a:cubicBezTo>
                <a:close/>
                <a:moveTo>
                  <a:pt x="25033" y="41644"/>
                </a:moveTo>
                <a:cubicBezTo>
                  <a:pt x="25062" y="41673"/>
                  <a:pt x="25077" y="41688"/>
                  <a:pt x="25092" y="41718"/>
                </a:cubicBezTo>
                <a:lnTo>
                  <a:pt x="25062" y="41762"/>
                </a:lnTo>
                <a:lnTo>
                  <a:pt x="25106" y="41821"/>
                </a:lnTo>
                <a:cubicBezTo>
                  <a:pt x="25106" y="41791"/>
                  <a:pt x="25121" y="41791"/>
                  <a:pt x="25121" y="41776"/>
                </a:cubicBezTo>
                <a:cubicBezTo>
                  <a:pt x="25150" y="41821"/>
                  <a:pt x="25165" y="41835"/>
                  <a:pt x="25180" y="41865"/>
                </a:cubicBezTo>
                <a:cubicBezTo>
                  <a:pt x="25121" y="41938"/>
                  <a:pt x="25077" y="42012"/>
                  <a:pt x="25018" y="42071"/>
                </a:cubicBezTo>
                <a:cubicBezTo>
                  <a:pt x="23988" y="43307"/>
                  <a:pt x="22737" y="44190"/>
                  <a:pt x="21427" y="45132"/>
                </a:cubicBezTo>
                <a:cubicBezTo>
                  <a:pt x="20544" y="45750"/>
                  <a:pt x="19647" y="46397"/>
                  <a:pt x="18778" y="47163"/>
                </a:cubicBezTo>
                <a:cubicBezTo>
                  <a:pt x="19720" y="46250"/>
                  <a:pt x="20721" y="45456"/>
                  <a:pt x="21692" y="44690"/>
                </a:cubicBezTo>
                <a:cubicBezTo>
                  <a:pt x="22899" y="43734"/>
                  <a:pt x="24047" y="42821"/>
                  <a:pt x="25033" y="41644"/>
                </a:cubicBezTo>
                <a:close/>
                <a:moveTo>
                  <a:pt x="25253" y="41938"/>
                </a:moveTo>
                <a:cubicBezTo>
                  <a:pt x="25298" y="41982"/>
                  <a:pt x="25312" y="42041"/>
                  <a:pt x="25342" y="42071"/>
                </a:cubicBezTo>
                <a:cubicBezTo>
                  <a:pt x="25371" y="42086"/>
                  <a:pt x="25386" y="42115"/>
                  <a:pt x="25401" y="42144"/>
                </a:cubicBezTo>
                <a:cubicBezTo>
                  <a:pt x="25401" y="42144"/>
                  <a:pt x="25401" y="42159"/>
                  <a:pt x="25415" y="42159"/>
                </a:cubicBezTo>
                <a:cubicBezTo>
                  <a:pt x="25312" y="42306"/>
                  <a:pt x="25180" y="42453"/>
                  <a:pt x="25077" y="42630"/>
                </a:cubicBezTo>
                <a:cubicBezTo>
                  <a:pt x="24003" y="43910"/>
                  <a:pt x="22678" y="44764"/>
                  <a:pt x="21280" y="45662"/>
                </a:cubicBezTo>
                <a:cubicBezTo>
                  <a:pt x="20323" y="46265"/>
                  <a:pt x="19337" y="46912"/>
                  <a:pt x="18410" y="47707"/>
                </a:cubicBezTo>
                <a:cubicBezTo>
                  <a:pt x="18396" y="47678"/>
                  <a:pt x="18410" y="47663"/>
                  <a:pt x="18440" y="47634"/>
                </a:cubicBezTo>
                <a:cubicBezTo>
                  <a:pt x="19411" y="46677"/>
                  <a:pt x="20456" y="45941"/>
                  <a:pt x="21486" y="45205"/>
                </a:cubicBezTo>
                <a:cubicBezTo>
                  <a:pt x="22811" y="44264"/>
                  <a:pt x="24047" y="43381"/>
                  <a:pt x="25092" y="42130"/>
                </a:cubicBezTo>
                <a:cubicBezTo>
                  <a:pt x="25150" y="42071"/>
                  <a:pt x="25195" y="41997"/>
                  <a:pt x="25253" y="41938"/>
                </a:cubicBezTo>
                <a:close/>
                <a:moveTo>
                  <a:pt x="25460" y="42218"/>
                </a:moveTo>
                <a:cubicBezTo>
                  <a:pt x="25518" y="42292"/>
                  <a:pt x="25548" y="42350"/>
                  <a:pt x="25607" y="42424"/>
                </a:cubicBezTo>
                <a:cubicBezTo>
                  <a:pt x="25445" y="42659"/>
                  <a:pt x="25253" y="42895"/>
                  <a:pt x="25062" y="43145"/>
                </a:cubicBezTo>
                <a:cubicBezTo>
                  <a:pt x="23958" y="44484"/>
                  <a:pt x="22575" y="45294"/>
                  <a:pt x="21089" y="46133"/>
                </a:cubicBezTo>
                <a:cubicBezTo>
                  <a:pt x="20095" y="46717"/>
                  <a:pt x="19073" y="47301"/>
                  <a:pt x="18108" y="48087"/>
                </a:cubicBezTo>
                <a:lnTo>
                  <a:pt x="18108" y="48087"/>
                </a:lnTo>
                <a:cubicBezTo>
                  <a:pt x="18130" y="48063"/>
                  <a:pt x="18153" y="48024"/>
                  <a:pt x="18175" y="48001"/>
                </a:cubicBezTo>
                <a:cubicBezTo>
                  <a:pt x="19190" y="47074"/>
                  <a:pt x="20250" y="46397"/>
                  <a:pt x="21309" y="45720"/>
                </a:cubicBezTo>
                <a:cubicBezTo>
                  <a:pt x="22708" y="44808"/>
                  <a:pt x="24032" y="43969"/>
                  <a:pt x="25106" y="42659"/>
                </a:cubicBezTo>
                <a:cubicBezTo>
                  <a:pt x="25224" y="42512"/>
                  <a:pt x="25357" y="42365"/>
                  <a:pt x="25460" y="42218"/>
                </a:cubicBezTo>
                <a:close/>
                <a:moveTo>
                  <a:pt x="25651" y="42512"/>
                </a:moveTo>
                <a:cubicBezTo>
                  <a:pt x="25695" y="42586"/>
                  <a:pt x="25739" y="42645"/>
                  <a:pt x="25769" y="42718"/>
                </a:cubicBezTo>
                <a:cubicBezTo>
                  <a:pt x="25548" y="43042"/>
                  <a:pt x="25312" y="43381"/>
                  <a:pt x="25062" y="43690"/>
                </a:cubicBezTo>
                <a:cubicBezTo>
                  <a:pt x="23929" y="45073"/>
                  <a:pt x="22457" y="45838"/>
                  <a:pt x="20897" y="46677"/>
                </a:cubicBezTo>
                <a:cubicBezTo>
                  <a:pt x="19867" y="47222"/>
                  <a:pt x="18808" y="47781"/>
                  <a:pt x="17792" y="48531"/>
                </a:cubicBezTo>
                <a:cubicBezTo>
                  <a:pt x="17836" y="48472"/>
                  <a:pt x="17881" y="48414"/>
                  <a:pt x="17925" y="48369"/>
                </a:cubicBezTo>
                <a:cubicBezTo>
                  <a:pt x="18940" y="47501"/>
                  <a:pt x="20044" y="46854"/>
                  <a:pt x="21118" y="46236"/>
                </a:cubicBezTo>
                <a:cubicBezTo>
                  <a:pt x="22605" y="45367"/>
                  <a:pt x="24003" y="44558"/>
                  <a:pt x="25106" y="43219"/>
                </a:cubicBezTo>
                <a:cubicBezTo>
                  <a:pt x="25298" y="42998"/>
                  <a:pt x="25474" y="42748"/>
                  <a:pt x="25651" y="42512"/>
                </a:cubicBezTo>
                <a:close/>
                <a:moveTo>
                  <a:pt x="17704" y="48561"/>
                </a:moveTo>
                <a:cubicBezTo>
                  <a:pt x="17675" y="48605"/>
                  <a:pt x="17645" y="48634"/>
                  <a:pt x="17630" y="48693"/>
                </a:cubicBezTo>
                <a:cubicBezTo>
                  <a:pt x="17601" y="48708"/>
                  <a:pt x="17571" y="48723"/>
                  <a:pt x="17557" y="48752"/>
                </a:cubicBezTo>
                <a:cubicBezTo>
                  <a:pt x="17571" y="48693"/>
                  <a:pt x="17601" y="48664"/>
                  <a:pt x="17630" y="48620"/>
                </a:cubicBezTo>
                <a:cubicBezTo>
                  <a:pt x="17645" y="48605"/>
                  <a:pt x="17675" y="48590"/>
                  <a:pt x="17704" y="48561"/>
                </a:cubicBezTo>
                <a:close/>
                <a:moveTo>
                  <a:pt x="26048" y="42586"/>
                </a:moveTo>
                <a:cubicBezTo>
                  <a:pt x="26063" y="42645"/>
                  <a:pt x="26107" y="42704"/>
                  <a:pt x="26122" y="42733"/>
                </a:cubicBezTo>
                <a:cubicBezTo>
                  <a:pt x="25827" y="43248"/>
                  <a:pt x="25474" y="43748"/>
                  <a:pt x="25092" y="44249"/>
                </a:cubicBezTo>
                <a:cubicBezTo>
                  <a:pt x="23929" y="45676"/>
                  <a:pt x="22413" y="46412"/>
                  <a:pt x="20765" y="47192"/>
                </a:cubicBezTo>
                <a:cubicBezTo>
                  <a:pt x="19705" y="47707"/>
                  <a:pt x="18616" y="48222"/>
                  <a:pt x="17586" y="48958"/>
                </a:cubicBezTo>
                <a:cubicBezTo>
                  <a:pt x="17586" y="48855"/>
                  <a:pt x="17645" y="48811"/>
                  <a:pt x="17675" y="48737"/>
                </a:cubicBezTo>
                <a:cubicBezTo>
                  <a:pt x="18734" y="47898"/>
                  <a:pt x="19853" y="47310"/>
                  <a:pt x="20956" y="46751"/>
                </a:cubicBezTo>
                <a:cubicBezTo>
                  <a:pt x="22516" y="45912"/>
                  <a:pt x="23988" y="45147"/>
                  <a:pt x="25136" y="43748"/>
                </a:cubicBezTo>
                <a:cubicBezTo>
                  <a:pt x="25386" y="43439"/>
                  <a:pt x="25621" y="43116"/>
                  <a:pt x="25827" y="42792"/>
                </a:cubicBezTo>
                <a:cubicBezTo>
                  <a:pt x="25872" y="42865"/>
                  <a:pt x="25901" y="42924"/>
                  <a:pt x="25960" y="42998"/>
                </a:cubicBezTo>
                <a:cubicBezTo>
                  <a:pt x="25945" y="42939"/>
                  <a:pt x="25901" y="42895"/>
                  <a:pt x="25886" y="42851"/>
                </a:cubicBezTo>
                <a:cubicBezTo>
                  <a:pt x="25930" y="42748"/>
                  <a:pt x="25989" y="42659"/>
                  <a:pt x="26048" y="42586"/>
                </a:cubicBezTo>
                <a:close/>
                <a:moveTo>
                  <a:pt x="17498" y="48870"/>
                </a:moveTo>
                <a:cubicBezTo>
                  <a:pt x="17454" y="48929"/>
                  <a:pt x="17424" y="48987"/>
                  <a:pt x="17395" y="49046"/>
                </a:cubicBezTo>
                <a:cubicBezTo>
                  <a:pt x="17365" y="49076"/>
                  <a:pt x="17321" y="49090"/>
                  <a:pt x="17292" y="49135"/>
                </a:cubicBezTo>
                <a:cubicBezTo>
                  <a:pt x="17307" y="49076"/>
                  <a:pt x="17351" y="49032"/>
                  <a:pt x="17380" y="48973"/>
                </a:cubicBezTo>
                <a:cubicBezTo>
                  <a:pt x="17424" y="48929"/>
                  <a:pt x="17454" y="48914"/>
                  <a:pt x="17498" y="48870"/>
                </a:cubicBezTo>
                <a:close/>
                <a:moveTo>
                  <a:pt x="17159" y="49149"/>
                </a:moveTo>
                <a:cubicBezTo>
                  <a:pt x="17145" y="49194"/>
                  <a:pt x="17101" y="49223"/>
                  <a:pt x="17086" y="49267"/>
                </a:cubicBezTo>
                <a:lnTo>
                  <a:pt x="17027" y="49326"/>
                </a:lnTo>
                <a:cubicBezTo>
                  <a:pt x="17056" y="49282"/>
                  <a:pt x="17071" y="49238"/>
                  <a:pt x="17101" y="49208"/>
                </a:cubicBezTo>
                <a:lnTo>
                  <a:pt x="17159" y="49149"/>
                </a:lnTo>
                <a:close/>
                <a:moveTo>
                  <a:pt x="26136" y="42836"/>
                </a:moveTo>
                <a:cubicBezTo>
                  <a:pt x="26166" y="42851"/>
                  <a:pt x="26166" y="42865"/>
                  <a:pt x="26181" y="42880"/>
                </a:cubicBezTo>
                <a:cubicBezTo>
                  <a:pt x="26122" y="42968"/>
                  <a:pt x="26092" y="43042"/>
                  <a:pt x="26033" y="43145"/>
                </a:cubicBezTo>
                <a:cubicBezTo>
                  <a:pt x="26048" y="43160"/>
                  <a:pt x="26063" y="43189"/>
                  <a:pt x="26063" y="43204"/>
                </a:cubicBezTo>
                <a:cubicBezTo>
                  <a:pt x="26122" y="43145"/>
                  <a:pt x="26166" y="43042"/>
                  <a:pt x="26210" y="42968"/>
                </a:cubicBezTo>
                <a:cubicBezTo>
                  <a:pt x="26239" y="42983"/>
                  <a:pt x="26239" y="43013"/>
                  <a:pt x="26239" y="43042"/>
                </a:cubicBezTo>
                <a:cubicBezTo>
                  <a:pt x="25916" y="43631"/>
                  <a:pt x="25533" y="44205"/>
                  <a:pt x="25077" y="44779"/>
                </a:cubicBezTo>
                <a:cubicBezTo>
                  <a:pt x="23900" y="46250"/>
                  <a:pt x="22281" y="46942"/>
                  <a:pt x="20574" y="47678"/>
                </a:cubicBezTo>
                <a:cubicBezTo>
                  <a:pt x="19485" y="48163"/>
                  <a:pt x="18381" y="48634"/>
                  <a:pt x="17307" y="49341"/>
                </a:cubicBezTo>
                <a:cubicBezTo>
                  <a:pt x="17351" y="49267"/>
                  <a:pt x="17410" y="49194"/>
                  <a:pt x="17439" y="49120"/>
                </a:cubicBezTo>
                <a:cubicBezTo>
                  <a:pt x="18528" y="48325"/>
                  <a:pt x="19661" y="47795"/>
                  <a:pt x="20765" y="47251"/>
                </a:cubicBezTo>
                <a:cubicBezTo>
                  <a:pt x="22413" y="46471"/>
                  <a:pt x="23958" y="45735"/>
                  <a:pt x="25136" y="44293"/>
                </a:cubicBezTo>
                <a:cubicBezTo>
                  <a:pt x="25518" y="43822"/>
                  <a:pt x="25842" y="43336"/>
                  <a:pt x="26136" y="42836"/>
                </a:cubicBezTo>
                <a:close/>
                <a:moveTo>
                  <a:pt x="17292" y="49223"/>
                </a:moveTo>
                <a:cubicBezTo>
                  <a:pt x="17248" y="49297"/>
                  <a:pt x="17218" y="49355"/>
                  <a:pt x="17189" y="49429"/>
                </a:cubicBezTo>
                <a:cubicBezTo>
                  <a:pt x="17130" y="49458"/>
                  <a:pt x="17086" y="49503"/>
                  <a:pt x="17042" y="49517"/>
                </a:cubicBezTo>
                <a:cubicBezTo>
                  <a:pt x="17071" y="49473"/>
                  <a:pt x="17101" y="49400"/>
                  <a:pt x="17145" y="49341"/>
                </a:cubicBezTo>
                <a:cubicBezTo>
                  <a:pt x="17189" y="49297"/>
                  <a:pt x="17233" y="49267"/>
                  <a:pt x="17292" y="49223"/>
                </a:cubicBezTo>
                <a:close/>
                <a:moveTo>
                  <a:pt x="16968" y="49488"/>
                </a:moveTo>
                <a:cubicBezTo>
                  <a:pt x="16924" y="49547"/>
                  <a:pt x="16909" y="49591"/>
                  <a:pt x="16865" y="49650"/>
                </a:cubicBezTo>
                <a:cubicBezTo>
                  <a:pt x="16836" y="49664"/>
                  <a:pt x="16792" y="49709"/>
                  <a:pt x="16777" y="49723"/>
                </a:cubicBezTo>
                <a:cubicBezTo>
                  <a:pt x="16792" y="49664"/>
                  <a:pt x="16836" y="49606"/>
                  <a:pt x="16865" y="49561"/>
                </a:cubicBezTo>
                <a:cubicBezTo>
                  <a:pt x="16909" y="49547"/>
                  <a:pt x="16924" y="49503"/>
                  <a:pt x="16968" y="49488"/>
                </a:cubicBezTo>
                <a:close/>
                <a:moveTo>
                  <a:pt x="26254" y="43145"/>
                </a:moveTo>
                <a:cubicBezTo>
                  <a:pt x="26269" y="43175"/>
                  <a:pt x="26284" y="43233"/>
                  <a:pt x="26298" y="43263"/>
                </a:cubicBezTo>
                <a:lnTo>
                  <a:pt x="26195" y="43484"/>
                </a:lnTo>
                <a:cubicBezTo>
                  <a:pt x="26210" y="43513"/>
                  <a:pt x="26210" y="43542"/>
                  <a:pt x="26225" y="43557"/>
                </a:cubicBezTo>
                <a:cubicBezTo>
                  <a:pt x="25930" y="44116"/>
                  <a:pt x="25548" y="44705"/>
                  <a:pt x="25077" y="45294"/>
                </a:cubicBezTo>
                <a:cubicBezTo>
                  <a:pt x="23855" y="46795"/>
                  <a:pt x="22178" y="47457"/>
                  <a:pt x="20397" y="48178"/>
                </a:cubicBezTo>
                <a:cubicBezTo>
                  <a:pt x="19293" y="48620"/>
                  <a:pt x="18175" y="49061"/>
                  <a:pt x="17086" y="49723"/>
                </a:cubicBezTo>
                <a:cubicBezTo>
                  <a:pt x="17130" y="49650"/>
                  <a:pt x="17174" y="49561"/>
                  <a:pt x="17218" y="49488"/>
                </a:cubicBezTo>
                <a:cubicBezTo>
                  <a:pt x="18337" y="48737"/>
                  <a:pt x="19485" y="48237"/>
                  <a:pt x="20603" y="47751"/>
                </a:cubicBezTo>
                <a:cubicBezTo>
                  <a:pt x="22310" y="47001"/>
                  <a:pt x="23929" y="46309"/>
                  <a:pt x="25121" y="44808"/>
                </a:cubicBezTo>
                <a:cubicBezTo>
                  <a:pt x="25563" y="44264"/>
                  <a:pt x="25930" y="43704"/>
                  <a:pt x="26254" y="43145"/>
                </a:cubicBezTo>
                <a:close/>
                <a:moveTo>
                  <a:pt x="16644" y="49767"/>
                </a:moveTo>
                <a:lnTo>
                  <a:pt x="16644" y="49767"/>
                </a:lnTo>
                <a:cubicBezTo>
                  <a:pt x="16630" y="49797"/>
                  <a:pt x="16600" y="49826"/>
                  <a:pt x="16571" y="49870"/>
                </a:cubicBezTo>
                <a:cubicBezTo>
                  <a:pt x="16556" y="49885"/>
                  <a:pt x="16527" y="49915"/>
                  <a:pt x="16497" y="49929"/>
                </a:cubicBezTo>
                <a:cubicBezTo>
                  <a:pt x="16541" y="49885"/>
                  <a:pt x="16556" y="49856"/>
                  <a:pt x="16571" y="49812"/>
                </a:cubicBezTo>
                <a:cubicBezTo>
                  <a:pt x="16600" y="49797"/>
                  <a:pt x="16615" y="49782"/>
                  <a:pt x="16644" y="49767"/>
                </a:cubicBezTo>
                <a:close/>
                <a:moveTo>
                  <a:pt x="17086" y="49591"/>
                </a:moveTo>
                <a:lnTo>
                  <a:pt x="16983" y="49812"/>
                </a:lnTo>
                <a:lnTo>
                  <a:pt x="16821" y="49929"/>
                </a:lnTo>
                <a:cubicBezTo>
                  <a:pt x="16836" y="49856"/>
                  <a:pt x="16895" y="49782"/>
                  <a:pt x="16924" y="49709"/>
                </a:cubicBezTo>
                <a:lnTo>
                  <a:pt x="17086" y="49591"/>
                </a:lnTo>
                <a:close/>
                <a:moveTo>
                  <a:pt x="16762" y="49812"/>
                </a:moveTo>
                <a:lnTo>
                  <a:pt x="16762" y="49812"/>
                </a:lnTo>
                <a:cubicBezTo>
                  <a:pt x="16718" y="49885"/>
                  <a:pt x="16688" y="49944"/>
                  <a:pt x="16644" y="50018"/>
                </a:cubicBezTo>
                <a:cubicBezTo>
                  <a:pt x="16615" y="50062"/>
                  <a:pt x="16556" y="50076"/>
                  <a:pt x="16527" y="50106"/>
                </a:cubicBezTo>
                <a:cubicBezTo>
                  <a:pt x="16556" y="50032"/>
                  <a:pt x="16600" y="49973"/>
                  <a:pt x="16630" y="49915"/>
                </a:cubicBezTo>
                <a:cubicBezTo>
                  <a:pt x="16674" y="49870"/>
                  <a:pt x="16718" y="49841"/>
                  <a:pt x="16762" y="49812"/>
                </a:cubicBezTo>
                <a:close/>
                <a:moveTo>
                  <a:pt x="26387" y="43454"/>
                </a:moveTo>
                <a:cubicBezTo>
                  <a:pt x="26401" y="43528"/>
                  <a:pt x="26431" y="43601"/>
                  <a:pt x="26460" y="43660"/>
                </a:cubicBezTo>
                <a:cubicBezTo>
                  <a:pt x="26122" y="44352"/>
                  <a:pt x="25680" y="45073"/>
                  <a:pt x="25092" y="45823"/>
                </a:cubicBezTo>
                <a:cubicBezTo>
                  <a:pt x="23855" y="47369"/>
                  <a:pt x="22089" y="48016"/>
                  <a:pt x="20250" y="48678"/>
                </a:cubicBezTo>
                <a:cubicBezTo>
                  <a:pt x="19146" y="49076"/>
                  <a:pt x="18013" y="49488"/>
                  <a:pt x="16909" y="50106"/>
                </a:cubicBezTo>
                <a:cubicBezTo>
                  <a:pt x="16939" y="50018"/>
                  <a:pt x="16998" y="49944"/>
                  <a:pt x="17042" y="49856"/>
                </a:cubicBezTo>
                <a:cubicBezTo>
                  <a:pt x="18160" y="49179"/>
                  <a:pt x="19308" y="48708"/>
                  <a:pt x="20441" y="48252"/>
                </a:cubicBezTo>
                <a:cubicBezTo>
                  <a:pt x="22222" y="47531"/>
                  <a:pt x="23929" y="46868"/>
                  <a:pt x="25150" y="45353"/>
                </a:cubicBezTo>
                <a:cubicBezTo>
                  <a:pt x="25666" y="44705"/>
                  <a:pt x="26063" y="44058"/>
                  <a:pt x="26387" y="43454"/>
                </a:cubicBezTo>
                <a:close/>
                <a:moveTo>
                  <a:pt x="16468" y="50062"/>
                </a:moveTo>
                <a:lnTo>
                  <a:pt x="16468" y="50062"/>
                </a:lnTo>
                <a:cubicBezTo>
                  <a:pt x="16424" y="50106"/>
                  <a:pt x="16409" y="50165"/>
                  <a:pt x="16365" y="50209"/>
                </a:cubicBezTo>
                <a:cubicBezTo>
                  <a:pt x="16335" y="50238"/>
                  <a:pt x="16291" y="50253"/>
                  <a:pt x="16262" y="50297"/>
                </a:cubicBezTo>
                <a:cubicBezTo>
                  <a:pt x="16276" y="50253"/>
                  <a:pt x="16321" y="50209"/>
                  <a:pt x="16350" y="50150"/>
                </a:cubicBezTo>
                <a:cubicBezTo>
                  <a:pt x="16394" y="50106"/>
                  <a:pt x="16424" y="50091"/>
                  <a:pt x="16468" y="50062"/>
                </a:cubicBezTo>
                <a:close/>
                <a:moveTo>
                  <a:pt x="16909" y="49929"/>
                </a:moveTo>
                <a:lnTo>
                  <a:pt x="16909" y="49929"/>
                </a:lnTo>
                <a:cubicBezTo>
                  <a:pt x="16865" y="50032"/>
                  <a:pt x="16821" y="50106"/>
                  <a:pt x="16777" y="50180"/>
                </a:cubicBezTo>
                <a:cubicBezTo>
                  <a:pt x="16718" y="50224"/>
                  <a:pt x="16644" y="50253"/>
                  <a:pt x="16600" y="50297"/>
                </a:cubicBezTo>
                <a:cubicBezTo>
                  <a:pt x="16630" y="50224"/>
                  <a:pt x="16674" y="50135"/>
                  <a:pt x="16718" y="50062"/>
                </a:cubicBezTo>
                <a:cubicBezTo>
                  <a:pt x="16777" y="50018"/>
                  <a:pt x="16850" y="49988"/>
                  <a:pt x="16909" y="49929"/>
                </a:cubicBezTo>
                <a:close/>
                <a:moveTo>
                  <a:pt x="16600" y="50150"/>
                </a:moveTo>
                <a:lnTo>
                  <a:pt x="16600" y="50150"/>
                </a:lnTo>
                <a:cubicBezTo>
                  <a:pt x="16541" y="50238"/>
                  <a:pt x="16497" y="50312"/>
                  <a:pt x="16468" y="50386"/>
                </a:cubicBezTo>
                <a:cubicBezTo>
                  <a:pt x="16409" y="50430"/>
                  <a:pt x="16350" y="50459"/>
                  <a:pt x="16321" y="50474"/>
                </a:cubicBezTo>
                <a:cubicBezTo>
                  <a:pt x="16350" y="50400"/>
                  <a:pt x="16394" y="50327"/>
                  <a:pt x="16453" y="50253"/>
                </a:cubicBezTo>
                <a:cubicBezTo>
                  <a:pt x="16497" y="50224"/>
                  <a:pt x="16541" y="50180"/>
                  <a:pt x="16600" y="50150"/>
                </a:cubicBezTo>
                <a:close/>
                <a:moveTo>
                  <a:pt x="16129" y="50327"/>
                </a:moveTo>
                <a:cubicBezTo>
                  <a:pt x="16115" y="50371"/>
                  <a:pt x="16100" y="50400"/>
                  <a:pt x="16056" y="50444"/>
                </a:cubicBezTo>
                <a:cubicBezTo>
                  <a:pt x="16041" y="50459"/>
                  <a:pt x="16012" y="50474"/>
                  <a:pt x="15982" y="50503"/>
                </a:cubicBezTo>
                <a:cubicBezTo>
                  <a:pt x="15997" y="50474"/>
                  <a:pt x="16026" y="50444"/>
                  <a:pt x="16056" y="50400"/>
                </a:cubicBezTo>
                <a:cubicBezTo>
                  <a:pt x="16085" y="50386"/>
                  <a:pt x="16115" y="50371"/>
                  <a:pt x="16129" y="50327"/>
                </a:cubicBezTo>
                <a:close/>
                <a:moveTo>
                  <a:pt x="26504" y="43763"/>
                </a:moveTo>
                <a:cubicBezTo>
                  <a:pt x="26534" y="43822"/>
                  <a:pt x="26549" y="43896"/>
                  <a:pt x="26563" y="43940"/>
                </a:cubicBezTo>
                <a:cubicBezTo>
                  <a:pt x="26195" y="44793"/>
                  <a:pt x="25724" y="45603"/>
                  <a:pt x="25106" y="46383"/>
                </a:cubicBezTo>
                <a:cubicBezTo>
                  <a:pt x="23841" y="47972"/>
                  <a:pt x="22016" y="48561"/>
                  <a:pt x="20088" y="49208"/>
                </a:cubicBezTo>
                <a:cubicBezTo>
                  <a:pt x="18970" y="49576"/>
                  <a:pt x="17822" y="49944"/>
                  <a:pt x="16718" y="50533"/>
                </a:cubicBezTo>
                <a:cubicBezTo>
                  <a:pt x="16762" y="50444"/>
                  <a:pt x="16792" y="50341"/>
                  <a:pt x="16850" y="50253"/>
                </a:cubicBezTo>
                <a:cubicBezTo>
                  <a:pt x="17969" y="49606"/>
                  <a:pt x="19146" y="49194"/>
                  <a:pt x="20294" y="48767"/>
                </a:cubicBezTo>
                <a:cubicBezTo>
                  <a:pt x="22148" y="48090"/>
                  <a:pt x="23914" y="47457"/>
                  <a:pt x="25165" y="45882"/>
                </a:cubicBezTo>
                <a:cubicBezTo>
                  <a:pt x="25695" y="45220"/>
                  <a:pt x="26107" y="44573"/>
                  <a:pt x="26416" y="43940"/>
                </a:cubicBezTo>
                <a:cubicBezTo>
                  <a:pt x="26460" y="43896"/>
                  <a:pt x="26475" y="43822"/>
                  <a:pt x="26504" y="43763"/>
                </a:cubicBezTo>
                <a:close/>
                <a:moveTo>
                  <a:pt x="16262" y="50386"/>
                </a:moveTo>
                <a:lnTo>
                  <a:pt x="16262" y="50386"/>
                </a:lnTo>
                <a:cubicBezTo>
                  <a:pt x="16232" y="50444"/>
                  <a:pt x="16188" y="50518"/>
                  <a:pt x="16159" y="50562"/>
                </a:cubicBezTo>
                <a:cubicBezTo>
                  <a:pt x="16100" y="50606"/>
                  <a:pt x="16056" y="50636"/>
                  <a:pt x="16012" y="50665"/>
                </a:cubicBezTo>
                <a:cubicBezTo>
                  <a:pt x="16041" y="50621"/>
                  <a:pt x="16085" y="50547"/>
                  <a:pt x="16115" y="50503"/>
                </a:cubicBezTo>
                <a:cubicBezTo>
                  <a:pt x="16159" y="50459"/>
                  <a:pt x="16203" y="50430"/>
                  <a:pt x="16262" y="50386"/>
                </a:cubicBezTo>
                <a:close/>
                <a:moveTo>
                  <a:pt x="16718" y="50312"/>
                </a:moveTo>
                <a:lnTo>
                  <a:pt x="16718" y="50312"/>
                </a:lnTo>
                <a:cubicBezTo>
                  <a:pt x="16688" y="50400"/>
                  <a:pt x="16644" y="50474"/>
                  <a:pt x="16615" y="50577"/>
                </a:cubicBezTo>
                <a:cubicBezTo>
                  <a:pt x="16541" y="50621"/>
                  <a:pt x="16468" y="50665"/>
                  <a:pt x="16394" y="50695"/>
                </a:cubicBezTo>
                <a:cubicBezTo>
                  <a:pt x="16424" y="50606"/>
                  <a:pt x="16468" y="50533"/>
                  <a:pt x="16527" y="50444"/>
                </a:cubicBezTo>
                <a:cubicBezTo>
                  <a:pt x="16600" y="50400"/>
                  <a:pt x="16644" y="50371"/>
                  <a:pt x="16718" y="50312"/>
                </a:cubicBezTo>
                <a:close/>
                <a:moveTo>
                  <a:pt x="15923" y="50650"/>
                </a:moveTo>
                <a:cubicBezTo>
                  <a:pt x="15894" y="50695"/>
                  <a:pt x="15879" y="50739"/>
                  <a:pt x="15835" y="50798"/>
                </a:cubicBezTo>
                <a:cubicBezTo>
                  <a:pt x="15806" y="50827"/>
                  <a:pt x="15761" y="50842"/>
                  <a:pt x="15732" y="50886"/>
                </a:cubicBezTo>
                <a:cubicBezTo>
                  <a:pt x="15761" y="50827"/>
                  <a:pt x="15806" y="50798"/>
                  <a:pt x="15820" y="50739"/>
                </a:cubicBezTo>
                <a:cubicBezTo>
                  <a:pt x="15864" y="50695"/>
                  <a:pt x="15894" y="50680"/>
                  <a:pt x="15923" y="50650"/>
                </a:cubicBezTo>
                <a:close/>
                <a:moveTo>
                  <a:pt x="16394" y="50533"/>
                </a:moveTo>
                <a:lnTo>
                  <a:pt x="16394" y="50533"/>
                </a:lnTo>
                <a:cubicBezTo>
                  <a:pt x="16350" y="50606"/>
                  <a:pt x="16321" y="50695"/>
                  <a:pt x="16276" y="50768"/>
                </a:cubicBezTo>
                <a:cubicBezTo>
                  <a:pt x="16232" y="50812"/>
                  <a:pt x="16173" y="50842"/>
                  <a:pt x="16100" y="50886"/>
                </a:cubicBezTo>
                <a:cubicBezTo>
                  <a:pt x="16129" y="50812"/>
                  <a:pt x="16173" y="50739"/>
                  <a:pt x="16232" y="50650"/>
                </a:cubicBezTo>
                <a:cubicBezTo>
                  <a:pt x="16276" y="50606"/>
                  <a:pt x="16335" y="50547"/>
                  <a:pt x="16394" y="50533"/>
                </a:cubicBezTo>
                <a:close/>
                <a:moveTo>
                  <a:pt x="26622" y="44205"/>
                </a:moveTo>
                <a:cubicBezTo>
                  <a:pt x="26637" y="44249"/>
                  <a:pt x="26637" y="44278"/>
                  <a:pt x="26652" y="44322"/>
                </a:cubicBezTo>
                <a:cubicBezTo>
                  <a:pt x="26328" y="45147"/>
                  <a:pt x="25827" y="46015"/>
                  <a:pt x="25136" y="46927"/>
                </a:cubicBezTo>
                <a:cubicBezTo>
                  <a:pt x="23841" y="48561"/>
                  <a:pt x="21942" y="49135"/>
                  <a:pt x="19941" y="49738"/>
                </a:cubicBezTo>
                <a:cubicBezTo>
                  <a:pt x="18822" y="50076"/>
                  <a:pt x="17675" y="50430"/>
                  <a:pt x="16556" y="50959"/>
                </a:cubicBezTo>
                <a:cubicBezTo>
                  <a:pt x="16600" y="50827"/>
                  <a:pt x="16630" y="50739"/>
                  <a:pt x="16674" y="50650"/>
                </a:cubicBezTo>
                <a:cubicBezTo>
                  <a:pt x="17807" y="50032"/>
                  <a:pt x="18970" y="49650"/>
                  <a:pt x="20103" y="49282"/>
                </a:cubicBezTo>
                <a:cubicBezTo>
                  <a:pt x="22060" y="48634"/>
                  <a:pt x="23885" y="48046"/>
                  <a:pt x="25165" y="46427"/>
                </a:cubicBezTo>
                <a:cubicBezTo>
                  <a:pt x="25724" y="45735"/>
                  <a:pt x="26181" y="44999"/>
                  <a:pt x="26504" y="44278"/>
                </a:cubicBezTo>
                <a:cubicBezTo>
                  <a:pt x="26534" y="44322"/>
                  <a:pt x="26534" y="44337"/>
                  <a:pt x="26549" y="44367"/>
                </a:cubicBezTo>
                <a:cubicBezTo>
                  <a:pt x="26563" y="44322"/>
                  <a:pt x="26607" y="44264"/>
                  <a:pt x="26622" y="44205"/>
                </a:cubicBezTo>
                <a:close/>
                <a:moveTo>
                  <a:pt x="15599" y="50915"/>
                </a:moveTo>
                <a:cubicBezTo>
                  <a:pt x="15585" y="50959"/>
                  <a:pt x="15570" y="50974"/>
                  <a:pt x="15541" y="51018"/>
                </a:cubicBezTo>
                <a:cubicBezTo>
                  <a:pt x="15526" y="51033"/>
                  <a:pt x="15496" y="51048"/>
                  <a:pt x="15467" y="51062"/>
                </a:cubicBezTo>
                <a:cubicBezTo>
                  <a:pt x="15496" y="51048"/>
                  <a:pt x="15511" y="51033"/>
                  <a:pt x="15526" y="50989"/>
                </a:cubicBezTo>
                <a:cubicBezTo>
                  <a:pt x="15541" y="50974"/>
                  <a:pt x="15585" y="50959"/>
                  <a:pt x="15599" y="50915"/>
                </a:cubicBezTo>
                <a:close/>
                <a:moveTo>
                  <a:pt x="16085" y="50753"/>
                </a:moveTo>
                <a:lnTo>
                  <a:pt x="16085" y="50753"/>
                </a:lnTo>
                <a:cubicBezTo>
                  <a:pt x="16041" y="50812"/>
                  <a:pt x="15997" y="50886"/>
                  <a:pt x="15967" y="50959"/>
                </a:cubicBezTo>
                <a:lnTo>
                  <a:pt x="15806" y="51062"/>
                </a:lnTo>
                <a:cubicBezTo>
                  <a:pt x="15835" y="50989"/>
                  <a:pt x="15879" y="50915"/>
                  <a:pt x="15909" y="50871"/>
                </a:cubicBezTo>
                <a:lnTo>
                  <a:pt x="16085" y="50753"/>
                </a:lnTo>
                <a:close/>
                <a:moveTo>
                  <a:pt x="16571" y="50680"/>
                </a:moveTo>
                <a:lnTo>
                  <a:pt x="16468" y="50959"/>
                </a:lnTo>
                <a:cubicBezTo>
                  <a:pt x="16365" y="51018"/>
                  <a:pt x="16306" y="51048"/>
                  <a:pt x="16232" y="51077"/>
                </a:cubicBezTo>
                <a:cubicBezTo>
                  <a:pt x="16262" y="50989"/>
                  <a:pt x="16306" y="50901"/>
                  <a:pt x="16350" y="50812"/>
                </a:cubicBezTo>
                <a:cubicBezTo>
                  <a:pt x="16424" y="50768"/>
                  <a:pt x="16497" y="50739"/>
                  <a:pt x="16571" y="50680"/>
                </a:cubicBezTo>
                <a:close/>
                <a:moveTo>
                  <a:pt x="16232" y="50886"/>
                </a:moveTo>
                <a:cubicBezTo>
                  <a:pt x="16188" y="50974"/>
                  <a:pt x="16144" y="51048"/>
                  <a:pt x="16115" y="51136"/>
                </a:cubicBezTo>
                <a:cubicBezTo>
                  <a:pt x="16041" y="51180"/>
                  <a:pt x="15967" y="51210"/>
                  <a:pt x="15909" y="51254"/>
                </a:cubicBezTo>
                <a:cubicBezTo>
                  <a:pt x="15953" y="51166"/>
                  <a:pt x="15982" y="51092"/>
                  <a:pt x="16041" y="50989"/>
                </a:cubicBezTo>
                <a:cubicBezTo>
                  <a:pt x="16100" y="50959"/>
                  <a:pt x="16173" y="50915"/>
                  <a:pt x="16232" y="50886"/>
                </a:cubicBezTo>
                <a:close/>
                <a:moveTo>
                  <a:pt x="15747" y="50974"/>
                </a:moveTo>
                <a:lnTo>
                  <a:pt x="15747" y="50974"/>
                </a:lnTo>
                <a:cubicBezTo>
                  <a:pt x="15717" y="51033"/>
                  <a:pt x="15673" y="51107"/>
                  <a:pt x="15644" y="51151"/>
                </a:cubicBezTo>
                <a:cubicBezTo>
                  <a:pt x="15585" y="51195"/>
                  <a:pt x="15541" y="51224"/>
                  <a:pt x="15496" y="51269"/>
                </a:cubicBezTo>
                <a:cubicBezTo>
                  <a:pt x="15526" y="51195"/>
                  <a:pt x="15570" y="51136"/>
                  <a:pt x="15599" y="51077"/>
                </a:cubicBezTo>
                <a:cubicBezTo>
                  <a:pt x="15658" y="51048"/>
                  <a:pt x="15688" y="51018"/>
                  <a:pt x="15747" y="50974"/>
                </a:cubicBezTo>
                <a:close/>
                <a:moveTo>
                  <a:pt x="26681" y="44425"/>
                </a:moveTo>
                <a:cubicBezTo>
                  <a:pt x="26681" y="44440"/>
                  <a:pt x="26681" y="44440"/>
                  <a:pt x="26696" y="44470"/>
                </a:cubicBezTo>
                <a:lnTo>
                  <a:pt x="26637" y="44631"/>
                </a:lnTo>
                <a:cubicBezTo>
                  <a:pt x="26652" y="44661"/>
                  <a:pt x="26652" y="44720"/>
                  <a:pt x="26681" y="44764"/>
                </a:cubicBezTo>
                <a:cubicBezTo>
                  <a:pt x="26696" y="44705"/>
                  <a:pt x="26710" y="44661"/>
                  <a:pt x="26725" y="44617"/>
                </a:cubicBezTo>
                <a:lnTo>
                  <a:pt x="26725" y="44646"/>
                </a:lnTo>
                <a:cubicBezTo>
                  <a:pt x="26416" y="45514"/>
                  <a:pt x="25901" y="46471"/>
                  <a:pt x="25136" y="47442"/>
                </a:cubicBezTo>
                <a:cubicBezTo>
                  <a:pt x="23811" y="49135"/>
                  <a:pt x="21839" y="49664"/>
                  <a:pt x="19764" y="50224"/>
                </a:cubicBezTo>
                <a:cubicBezTo>
                  <a:pt x="18631" y="50518"/>
                  <a:pt x="17513" y="50827"/>
                  <a:pt x="16394" y="51327"/>
                </a:cubicBezTo>
                <a:cubicBezTo>
                  <a:pt x="16424" y="51239"/>
                  <a:pt x="16468" y="51121"/>
                  <a:pt x="16497" y="51033"/>
                </a:cubicBezTo>
                <a:cubicBezTo>
                  <a:pt x="17645" y="50474"/>
                  <a:pt x="18808" y="50135"/>
                  <a:pt x="19941" y="49782"/>
                </a:cubicBezTo>
                <a:cubicBezTo>
                  <a:pt x="21972" y="49179"/>
                  <a:pt x="23855" y="48605"/>
                  <a:pt x="25165" y="46942"/>
                </a:cubicBezTo>
                <a:cubicBezTo>
                  <a:pt x="25813" y="46118"/>
                  <a:pt x="26313" y="45279"/>
                  <a:pt x="26681" y="44425"/>
                </a:cubicBezTo>
                <a:close/>
                <a:moveTo>
                  <a:pt x="15894" y="51077"/>
                </a:moveTo>
                <a:lnTo>
                  <a:pt x="15894" y="51077"/>
                </a:lnTo>
                <a:cubicBezTo>
                  <a:pt x="15864" y="51151"/>
                  <a:pt x="15820" y="51254"/>
                  <a:pt x="15791" y="51327"/>
                </a:cubicBezTo>
                <a:cubicBezTo>
                  <a:pt x="15717" y="51357"/>
                  <a:pt x="15658" y="51401"/>
                  <a:pt x="15585" y="51430"/>
                </a:cubicBezTo>
                <a:cubicBezTo>
                  <a:pt x="15614" y="51357"/>
                  <a:pt x="15658" y="51283"/>
                  <a:pt x="15717" y="51210"/>
                </a:cubicBezTo>
                <a:cubicBezTo>
                  <a:pt x="15761" y="51166"/>
                  <a:pt x="15835" y="51121"/>
                  <a:pt x="15894" y="51077"/>
                </a:cubicBezTo>
                <a:close/>
                <a:moveTo>
                  <a:pt x="15408" y="51239"/>
                </a:moveTo>
                <a:lnTo>
                  <a:pt x="15408" y="51239"/>
                </a:lnTo>
                <a:cubicBezTo>
                  <a:pt x="15379" y="51283"/>
                  <a:pt x="15364" y="51327"/>
                  <a:pt x="15320" y="51386"/>
                </a:cubicBezTo>
                <a:cubicBezTo>
                  <a:pt x="15290" y="51416"/>
                  <a:pt x="15246" y="51430"/>
                  <a:pt x="15187" y="51475"/>
                </a:cubicBezTo>
                <a:cubicBezTo>
                  <a:pt x="15246" y="51416"/>
                  <a:pt x="15290" y="51357"/>
                  <a:pt x="15305" y="51327"/>
                </a:cubicBezTo>
                <a:cubicBezTo>
                  <a:pt x="15349" y="51283"/>
                  <a:pt x="15379" y="51254"/>
                  <a:pt x="15408" y="51239"/>
                </a:cubicBezTo>
                <a:close/>
                <a:moveTo>
                  <a:pt x="16409" y="51092"/>
                </a:moveTo>
                <a:cubicBezTo>
                  <a:pt x="16365" y="51180"/>
                  <a:pt x="16335" y="51269"/>
                  <a:pt x="16306" y="51386"/>
                </a:cubicBezTo>
                <a:cubicBezTo>
                  <a:pt x="16232" y="51416"/>
                  <a:pt x="16129" y="51445"/>
                  <a:pt x="16056" y="51489"/>
                </a:cubicBezTo>
                <a:lnTo>
                  <a:pt x="16173" y="51210"/>
                </a:lnTo>
                <a:cubicBezTo>
                  <a:pt x="16247" y="51180"/>
                  <a:pt x="16335" y="51136"/>
                  <a:pt x="16409" y="51092"/>
                </a:cubicBezTo>
                <a:close/>
                <a:moveTo>
                  <a:pt x="15541" y="51327"/>
                </a:moveTo>
                <a:lnTo>
                  <a:pt x="15541" y="51327"/>
                </a:lnTo>
                <a:cubicBezTo>
                  <a:pt x="15526" y="51386"/>
                  <a:pt x="15496" y="51445"/>
                  <a:pt x="15452" y="51533"/>
                </a:cubicBezTo>
                <a:cubicBezTo>
                  <a:pt x="15393" y="51563"/>
                  <a:pt x="15349" y="51607"/>
                  <a:pt x="15261" y="51636"/>
                </a:cubicBezTo>
                <a:cubicBezTo>
                  <a:pt x="15305" y="51563"/>
                  <a:pt x="15349" y="51504"/>
                  <a:pt x="15379" y="51430"/>
                </a:cubicBezTo>
                <a:lnTo>
                  <a:pt x="15541" y="51327"/>
                </a:lnTo>
                <a:close/>
                <a:moveTo>
                  <a:pt x="16056" y="51269"/>
                </a:moveTo>
                <a:lnTo>
                  <a:pt x="15953" y="51548"/>
                </a:lnTo>
                <a:lnTo>
                  <a:pt x="15732" y="51651"/>
                </a:lnTo>
                <a:cubicBezTo>
                  <a:pt x="15761" y="51563"/>
                  <a:pt x="15806" y="51475"/>
                  <a:pt x="15835" y="51401"/>
                </a:cubicBezTo>
                <a:cubicBezTo>
                  <a:pt x="15909" y="51342"/>
                  <a:pt x="15982" y="51313"/>
                  <a:pt x="16056" y="51269"/>
                </a:cubicBezTo>
                <a:close/>
                <a:moveTo>
                  <a:pt x="15084" y="51504"/>
                </a:moveTo>
                <a:cubicBezTo>
                  <a:pt x="15070" y="51548"/>
                  <a:pt x="15040" y="51563"/>
                  <a:pt x="15026" y="51607"/>
                </a:cubicBezTo>
                <a:cubicBezTo>
                  <a:pt x="14996" y="51622"/>
                  <a:pt x="14981" y="51636"/>
                  <a:pt x="14937" y="51666"/>
                </a:cubicBezTo>
                <a:lnTo>
                  <a:pt x="14937" y="51666"/>
                </a:lnTo>
                <a:cubicBezTo>
                  <a:pt x="14981" y="51636"/>
                  <a:pt x="14996" y="51622"/>
                  <a:pt x="15011" y="51578"/>
                </a:cubicBezTo>
                <a:lnTo>
                  <a:pt x="15070" y="51533"/>
                </a:lnTo>
                <a:lnTo>
                  <a:pt x="15084" y="51504"/>
                </a:lnTo>
                <a:close/>
                <a:moveTo>
                  <a:pt x="26784" y="44779"/>
                </a:moveTo>
                <a:cubicBezTo>
                  <a:pt x="26784" y="44808"/>
                  <a:pt x="26799" y="44852"/>
                  <a:pt x="26799" y="44882"/>
                </a:cubicBezTo>
                <a:cubicBezTo>
                  <a:pt x="26784" y="44940"/>
                  <a:pt x="26769" y="44999"/>
                  <a:pt x="26755" y="45029"/>
                </a:cubicBezTo>
                <a:cubicBezTo>
                  <a:pt x="26755" y="45073"/>
                  <a:pt x="26769" y="45088"/>
                  <a:pt x="26769" y="45132"/>
                </a:cubicBezTo>
                <a:cubicBezTo>
                  <a:pt x="26431" y="46015"/>
                  <a:pt x="25916" y="46971"/>
                  <a:pt x="25150" y="47972"/>
                </a:cubicBezTo>
                <a:cubicBezTo>
                  <a:pt x="23782" y="49709"/>
                  <a:pt x="21766" y="50224"/>
                  <a:pt x="19617" y="50739"/>
                </a:cubicBezTo>
                <a:cubicBezTo>
                  <a:pt x="18513" y="51018"/>
                  <a:pt x="17380" y="51283"/>
                  <a:pt x="16276" y="51725"/>
                </a:cubicBezTo>
                <a:cubicBezTo>
                  <a:pt x="16321" y="51622"/>
                  <a:pt x="16335" y="51519"/>
                  <a:pt x="16379" y="51416"/>
                </a:cubicBezTo>
                <a:cubicBezTo>
                  <a:pt x="17513" y="50915"/>
                  <a:pt x="18661" y="50592"/>
                  <a:pt x="19794" y="50297"/>
                </a:cubicBezTo>
                <a:cubicBezTo>
                  <a:pt x="21898" y="49723"/>
                  <a:pt x="23855" y="49194"/>
                  <a:pt x="25209" y="47472"/>
                </a:cubicBezTo>
                <a:cubicBezTo>
                  <a:pt x="25901" y="46589"/>
                  <a:pt x="26416" y="45691"/>
                  <a:pt x="26784" y="44779"/>
                </a:cubicBezTo>
                <a:close/>
                <a:moveTo>
                  <a:pt x="15702" y="51460"/>
                </a:moveTo>
                <a:lnTo>
                  <a:pt x="15702" y="51460"/>
                </a:lnTo>
                <a:cubicBezTo>
                  <a:pt x="15688" y="51548"/>
                  <a:pt x="15658" y="51622"/>
                  <a:pt x="15614" y="51710"/>
                </a:cubicBezTo>
                <a:lnTo>
                  <a:pt x="15393" y="51828"/>
                </a:lnTo>
                <a:cubicBezTo>
                  <a:pt x="15438" y="51725"/>
                  <a:pt x="15467" y="51651"/>
                  <a:pt x="15511" y="51578"/>
                </a:cubicBezTo>
                <a:cubicBezTo>
                  <a:pt x="15585" y="51548"/>
                  <a:pt x="15629" y="51489"/>
                  <a:pt x="15702" y="51460"/>
                </a:cubicBezTo>
                <a:close/>
                <a:moveTo>
                  <a:pt x="15232" y="51548"/>
                </a:moveTo>
                <a:lnTo>
                  <a:pt x="15232" y="51548"/>
                </a:lnTo>
                <a:cubicBezTo>
                  <a:pt x="15187" y="51607"/>
                  <a:pt x="15158" y="51666"/>
                  <a:pt x="15143" y="51725"/>
                </a:cubicBezTo>
                <a:cubicBezTo>
                  <a:pt x="15084" y="51769"/>
                  <a:pt x="15026" y="51798"/>
                  <a:pt x="14996" y="51842"/>
                </a:cubicBezTo>
                <a:cubicBezTo>
                  <a:pt x="15026" y="51769"/>
                  <a:pt x="15055" y="51710"/>
                  <a:pt x="15084" y="51651"/>
                </a:cubicBezTo>
                <a:cubicBezTo>
                  <a:pt x="15143" y="51622"/>
                  <a:pt x="15173" y="51578"/>
                  <a:pt x="15232" y="51548"/>
                </a:cubicBezTo>
                <a:close/>
                <a:moveTo>
                  <a:pt x="16276" y="51489"/>
                </a:moveTo>
                <a:cubicBezTo>
                  <a:pt x="16247" y="51578"/>
                  <a:pt x="16203" y="51695"/>
                  <a:pt x="16188" y="51784"/>
                </a:cubicBezTo>
                <a:cubicBezTo>
                  <a:pt x="16100" y="51813"/>
                  <a:pt x="16026" y="51857"/>
                  <a:pt x="15938" y="51901"/>
                </a:cubicBezTo>
                <a:cubicBezTo>
                  <a:pt x="15953" y="51784"/>
                  <a:pt x="15982" y="51695"/>
                  <a:pt x="16026" y="51607"/>
                </a:cubicBezTo>
                <a:cubicBezTo>
                  <a:pt x="16115" y="51563"/>
                  <a:pt x="16188" y="51533"/>
                  <a:pt x="16276" y="51489"/>
                </a:cubicBezTo>
                <a:close/>
                <a:moveTo>
                  <a:pt x="15393" y="51651"/>
                </a:moveTo>
                <a:lnTo>
                  <a:pt x="15393" y="51651"/>
                </a:lnTo>
                <a:cubicBezTo>
                  <a:pt x="15364" y="51725"/>
                  <a:pt x="15320" y="51798"/>
                  <a:pt x="15290" y="51901"/>
                </a:cubicBezTo>
                <a:cubicBezTo>
                  <a:pt x="15217" y="51931"/>
                  <a:pt x="15158" y="51975"/>
                  <a:pt x="15084" y="52004"/>
                </a:cubicBezTo>
                <a:lnTo>
                  <a:pt x="15202" y="51784"/>
                </a:lnTo>
                <a:cubicBezTo>
                  <a:pt x="15261" y="51754"/>
                  <a:pt x="15320" y="51695"/>
                  <a:pt x="15393" y="51651"/>
                </a:cubicBezTo>
                <a:close/>
                <a:moveTo>
                  <a:pt x="14893" y="51798"/>
                </a:moveTo>
                <a:lnTo>
                  <a:pt x="14893" y="51798"/>
                </a:lnTo>
                <a:cubicBezTo>
                  <a:pt x="14864" y="51857"/>
                  <a:pt x="14849" y="51901"/>
                  <a:pt x="14820" y="51945"/>
                </a:cubicBezTo>
                <a:cubicBezTo>
                  <a:pt x="14790" y="51990"/>
                  <a:pt x="14731" y="52004"/>
                  <a:pt x="14702" y="52048"/>
                </a:cubicBezTo>
                <a:cubicBezTo>
                  <a:pt x="14731" y="51990"/>
                  <a:pt x="14761" y="51945"/>
                  <a:pt x="14790" y="51901"/>
                </a:cubicBezTo>
                <a:cubicBezTo>
                  <a:pt x="14834" y="51857"/>
                  <a:pt x="14864" y="51828"/>
                  <a:pt x="14893" y="51798"/>
                </a:cubicBezTo>
                <a:close/>
                <a:moveTo>
                  <a:pt x="15894" y="51651"/>
                </a:moveTo>
                <a:lnTo>
                  <a:pt x="15894" y="51651"/>
                </a:lnTo>
                <a:cubicBezTo>
                  <a:pt x="15864" y="51754"/>
                  <a:pt x="15820" y="51842"/>
                  <a:pt x="15806" y="51945"/>
                </a:cubicBezTo>
                <a:cubicBezTo>
                  <a:pt x="15732" y="51975"/>
                  <a:pt x="15658" y="52004"/>
                  <a:pt x="15570" y="52048"/>
                </a:cubicBezTo>
                <a:lnTo>
                  <a:pt x="15673" y="51769"/>
                </a:lnTo>
                <a:lnTo>
                  <a:pt x="15894" y="51651"/>
                </a:lnTo>
                <a:close/>
                <a:moveTo>
                  <a:pt x="26843" y="45147"/>
                </a:moveTo>
                <a:cubicBezTo>
                  <a:pt x="26858" y="45205"/>
                  <a:pt x="26858" y="45250"/>
                  <a:pt x="26872" y="45308"/>
                </a:cubicBezTo>
                <a:cubicBezTo>
                  <a:pt x="26858" y="45367"/>
                  <a:pt x="26843" y="45426"/>
                  <a:pt x="26828" y="45456"/>
                </a:cubicBezTo>
                <a:lnTo>
                  <a:pt x="26828" y="45500"/>
                </a:lnTo>
                <a:cubicBezTo>
                  <a:pt x="26490" y="46427"/>
                  <a:pt x="25960" y="47442"/>
                  <a:pt x="25136" y="48502"/>
                </a:cubicBezTo>
                <a:cubicBezTo>
                  <a:pt x="23752" y="50297"/>
                  <a:pt x="21648" y="50753"/>
                  <a:pt x="19426" y="51269"/>
                </a:cubicBezTo>
                <a:cubicBezTo>
                  <a:pt x="18381" y="51504"/>
                  <a:pt x="17262" y="51769"/>
                  <a:pt x="16129" y="52166"/>
                </a:cubicBezTo>
                <a:lnTo>
                  <a:pt x="16247" y="51842"/>
                </a:lnTo>
                <a:cubicBezTo>
                  <a:pt x="17365" y="51386"/>
                  <a:pt x="18513" y="51107"/>
                  <a:pt x="19632" y="50827"/>
                </a:cubicBezTo>
                <a:cubicBezTo>
                  <a:pt x="21795" y="50297"/>
                  <a:pt x="23841" y="49782"/>
                  <a:pt x="25209" y="48031"/>
                </a:cubicBezTo>
                <a:cubicBezTo>
                  <a:pt x="25989" y="47015"/>
                  <a:pt x="26504" y="46044"/>
                  <a:pt x="26843" y="45147"/>
                </a:cubicBezTo>
                <a:close/>
                <a:moveTo>
                  <a:pt x="15055" y="51857"/>
                </a:moveTo>
                <a:lnTo>
                  <a:pt x="15055" y="51857"/>
                </a:lnTo>
                <a:cubicBezTo>
                  <a:pt x="15026" y="51945"/>
                  <a:pt x="14996" y="52019"/>
                  <a:pt x="14952" y="52078"/>
                </a:cubicBezTo>
                <a:cubicBezTo>
                  <a:pt x="14908" y="52122"/>
                  <a:pt x="14834" y="52152"/>
                  <a:pt x="14775" y="52196"/>
                </a:cubicBezTo>
                <a:cubicBezTo>
                  <a:pt x="14805" y="52122"/>
                  <a:pt x="14849" y="52063"/>
                  <a:pt x="14878" y="51990"/>
                </a:cubicBezTo>
                <a:cubicBezTo>
                  <a:pt x="14937" y="51945"/>
                  <a:pt x="14996" y="51916"/>
                  <a:pt x="15055" y="51857"/>
                </a:cubicBezTo>
                <a:close/>
                <a:moveTo>
                  <a:pt x="15570" y="51813"/>
                </a:moveTo>
                <a:lnTo>
                  <a:pt x="15452" y="52093"/>
                </a:lnTo>
                <a:cubicBezTo>
                  <a:pt x="15379" y="52137"/>
                  <a:pt x="15290" y="52166"/>
                  <a:pt x="15217" y="52210"/>
                </a:cubicBezTo>
                <a:cubicBezTo>
                  <a:pt x="15246" y="52122"/>
                  <a:pt x="15290" y="52019"/>
                  <a:pt x="15320" y="51945"/>
                </a:cubicBezTo>
                <a:cubicBezTo>
                  <a:pt x="15423" y="51916"/>
                  <a:pt x="15496" y="51857"/>
                  <a:pt x="15570" y="51813"/>
                </a:cubicBezTo>
                <a:close/>
                <a:moveTo>
                  <a:pt x="14569" y="52093"/>
                </a:moveTo>
                <a:lnTo>
                  <a:pt x="14569" y="52093"/>
                </a:lnTo>
                <a:cubicBezTo>
                  <a:pt x="14555" y="52122"/>
                  <a:pt x="14525" y="52152"/>
                  <a:pt x="14510" y="52166"/>
                </a:cubicBezTo>
                <a:cubicBezTo>
                  <a:pt x="14481" y="52196"/>
                  <a:pt x="14466" y="52225"/>
                  <a:pt x="14422" y="52240"/>
                </a:cubicBezTo>
                <a:cubicBezTo>
                  <a:pt x="14437" y="52225"/>
                  <a:pt x="14466" y="52210"/>
                  <a:pt x="14481" y="52166"/>
                </a:cubicBezTo>
                <a:cubicBezTo>
                  <a:pt x="14510" y="52152"/>
                  <a:pt x="14525" y="52122"/>
                  <a:pt x="14569" y="52093"/>
                </a:cubicBezTo>
                <a:close/>
                <a:moveTo>
                  <a:pt x="16129" y="51872"/>
                </a:moveTo>
                <a:cubicBezTo>
                  <a:pt x="16100" y="51990"/>
                  <a:pt x="16085" y="52093"/>
                  <a:pt x="16041" y="52181"/>
                </a:cubicBezTo>
                <a:cubicBezTo>
                  <a:pt x="15967" y="52225"/>
                  <a:pt x="15879" y="52269"/>
                  <a:pt x="15791" y="52299"/>
                </a:cubicBezTo>
                <a:cubicBezTo>
                  <a:pt x="15820" y="52181"/>
                  <a:pt x="15835" y="52093"/>
                  <a:pt x="15879" y="51990"/>
                </a:cubicBezTo>
                <a:cubicBezTo>
                  <a:pt x="15967" y="51945"/>
                  <a:pt x="16056" y="51916"/>
                  <a:pt x="16129" y="51872"/>
                </a:cubicBezTo>
                <a:close/>
                <a:moveTo>
                  <a:pt x="15217" y="52004"/>
                </a:moveTo>
                <a:cubicBezTo>
                  <a:pt x="15202" y="52093"/>
                  <a:pt x="15158" y="52181"/>
                  <a:pt x="15129" y="52269"/>
                </a:cubicBezTo>
                <a:lnTo>
                  <a:pt x="14893" y="52372"/>
                </a:lnTo>
                <a:cubicBezTo>
                  <a:pt x="14937" y="52299"/>
                  <a:pt x="14981" y="52210"/>
                  <a:pt x="15011" y="52137"/>
                </a:cubicBezTo>
                <a:cubicBezTo>
                  <a:pt x="15084" y="52093"/>
                  <a:pt x="15158" y="52048"/>
                  <a:pt x="15217" y="52004"/>
                </a:cubicBezTo>
                <a:close/>
                <a:moveTo>
                  <a:pt x="14731" y="52122"/>
                </a:moveTo>
                <a:cubicBezTo>
                  <a:pt x="14702" y="52166"/>
                  <a:pt x="14658" y="52225"/>
                  <a:pt x="14643" y="52299"/>
                </a:cubicBezTo>
                <a:lnTo>
                  <a:pt x="14481" y="52416"/>
                </a:lnTo>
                <a:lnTo>
                  <a:pt x="14584" y="52240"/>
                </a:lnTo>
                <a:cubicBezTo>
                  <a:pt x="14628" y="52181"/>
                  <a:pt x="14687" y="52152"/>
                  <a:pt x="14731" y="52122"/>
                </a:cubicBezTo>
                <a:close/>
                <a:moveTo>
                  <a:pt x="15776" y="52034"/>
                </a:moveTo>
                <a:lnTo>
                  <a:pt x="15776" y="52034"/>
                </a:lnTo>
                <a:cubicBezTo>
                  <a:pt x="15747" y="52152"/>
                  <a:pt x="15732" y="52240"/>
                  <a:pt x="15688" y="52358"/>
                </a:cubicBezTo>
                <a:cubicBezTo>
                  <a:pt x="15599" y="52372"/>
                  <a:pt x="15511" y="52416"/>
                  <a:pt x="15438" y="52446"/>
                </a:cubicBezTo>
                <a:cubicBezTo>
                  <a:pt x="15467" y="52358"/>
                  <a:pt x="15511" y="52240"/>
                  <a:pt x="15541" y="52152"/>
                </a:cubicBezTo>
                <a:cubicBezTo>
                  <a:pt x="15614" y="52122"/>
                  <a:pt x="15717" y="52078"/>
                  <a:pt x="15776" y="52034"/>
                </a:cubicBezTo>
                <a:close/>
                <a:moveTo>
                  <a:pt x="14878" y="52225"/>
                </a:moveTo>
                <a:lnTo>
                  <a:pt x="14878" y="52225"/>
                </a:lnTo>
                <a:cubicBezTo>
                  <a:pt x="14849" y="52299"/>
                  <a:pt x="14805" y="52372"/>
                  <a:pt x="14775" y="52461"/>
                </a:cubicBezTo>
                <a:cubicBezTo>
                  <a:pt x="14702" y="52505"/>
                  <a:pt x="14643" y="52534"/>
                  <a:pt x="14569" y="52593"/>
                </a:cubicBezTo>
                <a:lnTo>
                  <a:pt x="14687" y="52372"/>
                </a:lnTo>
                <a:cubicBezTo>
                  <a:pt x="14761" y="52299"/>
                  <a:pt x="14834" y="52269"/>
                  <a:pt x="14878" y="52225"/>
                </a:cubicBezTo>
                <a:close/>
                <a:moveTo>
                  <a:pt x="26902" y="45529"/>
                </a:moveTo>
                <a:cubicBezTo>
                  <a:pt x="26931" y="45588"/>
                  <a:pt x="26931" y="45647"/>
                  <a:pt x="26946" y="45720"/>
                </a:cubicBezTo>
                <a:cubicBezTo>
                  <a:pt x="26946" y="45750"/>
                  <a:pt x="26931" y="45765"/>
                  <a:pt x="26931" y="45809"/>
                </a:cubicBezTo>
                <a:cubicBezTo>
                  <a:pt x="26622" y="46824"/>
                  <a:pt x="26063" y="47898"/>
                  <a:pt x="25165" y="49061"/>
                </a:cubicBezTo>
                <a:cubicBezTo>
                  <a:pt x="23752" y="50886"/>
                  <a:pt x="21574" y="51327"/>
                  <a:pt x="19279" y="51798"/>
                </a:cubicBezTo>
                <a:cubicBezTo>
                  <a:pt x="18248" y="52004"/>
                  <a:pt x="17145" y="52240"/>
                  <a:pt x="16041" y="52593"/>
                </a:cubicBezTo>
                <a:cubicBezTo>
                  <a:pt x="16056" y="52475"/>
                  <a:pt x="16100" y="52372"/>
                  <a:pt x="16115" y="52255"/>
                </a:cubicBezTo>
                <a:cubicBezTo>
                  <a:pt x="17218" y="51857"/>
                  <a:pt x="18337" y="51592"/>
                  <a:pt x="19440" y="51357"/>
                </a:cubicBezTo>
                <a:cubicBezTo>
                  <a:pt x="21692" y="50871"/>
                  <a:pt x="23811" y="50386"/>
                  <a:pt x="25209" y="48575"/>
                </a:cubicBezTo>
                <a:cubicBezTo>
                  <a:pt x="26033" y="47516"/>
                  <a:pt x="26563" y="46486"/>
                  <a:pt x="26902" y="45529"/>
                </a:cubicBezTo>
                <a:close/>
                <a:moveTo>
                  <a:pt x="14393" y="52387"/>
                </a:moveTo>
                <a:cubicBezTo>
                  <a:pt x="14363" y="52431"/>
                  <a:pt x="14334" y="52490"/>
                  <a:pt x="14304" y="52519"/>
                </a:cubicBezTo>
                <a:cubicBezTo>
                  <a:pt x="14275" y="52549"/>
                  <a:pt x="14216" y="52593"/>
                  <a:pt x="14187" y="52608"/>
                </a:cubicBezTo>
                <a:cubicBezTo>
                  <a:pt x="14201" y="52578"/>
                  <a:pt x="14246" y="52534"/>
                  <a:pt x="14260" y="52505"/>
                </a:cubicBezTo>
                <a:cubicBezTo>
                  <a:pt x="14290" y="52461"/>
                  <a:pt x="14349" y="52431"/>
                  <a:pt x="14393" y="52387"/>
                </a:cubicBezTo>
                <a:close/>
                <a:moveTo>
                  <a:pt x="15408" y="52210"/>
                </a:moveTo>
                <a:cubicBezTo>
                  <a:pt x="15379" y="52299"/>
                  <a:pt x="15335" y="52416"/>
                  <a:pt x="15320" y="52505"/>
                </a:cubicBezTo>
                <a:cubicBezTo>
                  <a:pt x="15246" y="52534"/>
                  <a:pt x="15158" y="52578"/>
                  <a:pt x="15070" y="52608"/>
                </a:cubicBezTo>
                <a:lnTo>
                  <a:pt x="15173" y="52343"/>
                </a:lnTo>
                <a:cubicBezTo>
                  <a:pt x="15246" y="52299"/>
                  <a:pt x="15349" y="52240"/>
                  <a:pt x="15408" y="52210"/>
                </a:cubicBezTo>
                <a:close/>
                <a:moveTo>
                  <a:pt x="16041" y="52299"/>
                </a:moveTo>
                <a:cubicBezTo>
                  <a:pt x="16026" y="52416"/>
                  <a:pt x="15982" y="52519"/>
                  <a:pt x="15967" y="52637"/>
                </a:cubicBezTo>
                <a:cubicBezTo>
                  <a:pt x="15864" y="52652"/>
                  <a:pt x="15761" y="52681"/>
                  <a:pt x="15673" y="52725"/>
                </a:cubicBezTo>
                <a:cubicBezTo>
                  <a:pt x="15688" y="52608"/>
                  <a:pt x="15732" y="52505"/>
                  <a:pt x="15761" y="52416"/>
                </a:cubicBezTo>
                <a:lnTo>
                  <a:pt x="16041" y="52299"/>
                </a:lnTo>
                <a:close/>
                <a:moveTo>
                  <a:pt x="14555" y="52431"/>
                </a:moveTo>
                <a:cubicBezTo>
                  <a:pt x="14510" y="52519"/>
                  <a:pt x="14481" y="52578"/>
                  <a:pt x="14437" y="52652"/>
                </a:cubicBezTo>
                <a:cubicBezTo>
                  <a:pt x="14393" y="52681"/>
                  <a:pt x="14304" y="52725"/>
                  <a:pt x="14260" y="52755"/>
                </a:cubicBezTo>
                <a:cubicBezTo>
                  <a:pt x="14290" y="52681"/>
                  <a:pt x="14334" y="52637"/>
                  <a:pt x="14363" y="52549"/>
                </a:cubicBezTo>
                <a:cubicBezTo>
                  <a:pt x="14422" y="52519"/>
                  <a:pt x="14481" y="52461"/>
                  <a:pt x="14555" y="52431"/>
                </a:cubicBezTo>
                <a:close/>
                <a:moveTo>
                  <a:pt x="14039" y="52667"/>
                </a:moveTo>
                <a:cubicBezTo>
                  <a:pt x="14025" y="52681"/>
                  <a:pt x="13995" y="52725"/>
                  <a:pt x="13981" y="52740"/>
                </a:cubicBezTo>
                <a:cubicBezTo>
                  <a:pt x="13970" y="52746"/>
                  <a:pt x="13957" y="52755"/>
                  <a:pt x="13944" y="52766"/>
                </a:cubicBezTo>
                <a:lnTo>
                  <a:pt x="13944" y="52766"/>
                </a:lnTo>
                <a:cubicBezTo>
                  <a:pt x="13946" y="52763"/>
                  <a:pt x="13949" y="52759"/>
                  <a:pt x="13951" y="52755"/>
                </a:cubicBezTo>
                <a:lnTo>
                  <a:pt x="14039" y="52667"/>
                </a:lnTo>
                <a:close/>
                <a:moveTo>
                  <a:pt x="15070" y="52387"/>
                </a:moveTo>
                <a:lnTo>
                  <a:pt x="14952" y="52667"/>
                </a:lnTo>
                <a:cubicBezTo>
                  <a:pt x="14878" y="52711"/>
                  <a:pt x="14790" y="52740"/>
                  <a:pt x="14716" y="52784"/>
                </a:cubicBezTo>
                <a:cubicBezTo>
                  <a:pt x="14761" y="52681"/>
                  <a:pt x="14790" y="52593"/>
                  <a:pt x="14834" y="52519"/>
                </a:cubicBezTo>
                <a:cubicBezTo>
                  <a:pt x="14923" y="52461"/>
                  <a:pt x="14996" y="52431"/>
                  <a:pt x="15070" y="52387"/>
                </a:cubicBezTo>
                <a:close/>
                <a:moveTo>
                  <a:pt x="15658" y="52431"/>
                </a:moveTo>
                <a:lnTo>
                  <a:pt x="15658" y="52431"/>
                </a:lnTo>
                <a:cubicBezTo>
                  <a:pt x="15614" y="52534"/>
                  <a:pt x="15599" y="52637"/>
                  <a:pt x="15585" y="52740"/>
                </a:cubicBezTo>
                <a:lnTo>
                  <a:pt x="15305" y="52858"/>
                </a:lnTo>
                <a:cubicBezTo>
                  <a:pt x="15349" y="52740"/>
                  <a:pt x="15364" y="52652"/>
                  <a:pt x="15393" y="52534"/>
                </a:cubicBezTo>
                <a:cubicBezTo>
                  <a:pt x="15496" y="52505"/>
                  <a:pt x="15585" y="52461"/>
                  <a:pt x="15658" y="52431"/>
                </a:cubicBezTo>
                <a:close/>
                <a:moveTo>
                  <a:pt x="14216" y="52681"/>
                </a:moveTo>
                <a:cubicBezTo>
                  <a:pt x="14187" y="52740"/>
                  <a:pt x="14172" y="52799"/>
                  <a:pt x="14128" y="52858"/>
                </a:cubicBezTo>
                <a:lnTo>
                  <a:pt x="13966" y="52961"/>
                </a:lnTo>
                <a:cubicBezTo>
                  <a:pt x="13995" y="52902"/>
                  <a:pt x="14025" y="52858"/>
                  <a:pt x="14054" y="52799"/>
                </a:cubicBezTo>
                <a:cubicBezTo>
                  <a:pt x="14113" y="52784"/>
                  <a:pt x="14157" y="52740"/>
                  <a:pt x="14216" y="52681"/>
                </a:cubicBezTo>
                <a:close/>
                <a:moveTo>
                  <a:pt x="14731" y="52593"/>
                </a:moveTo>
                <a:cubicBezTo>
                  <a:pt x="14687" y="52667"/>
                  <a:pt x="14658" y="52740"/>
                  <a:pt x="14628" y="52828"/>
                </a:cubicBezTo>
                <a:cubicBezTo>
                  <a:pt x="14555" y="52873"/>
                  <a:pt x="14481" y="52902"/>
                  <a:pt x="14407" y="52961"/>
                </a:cubicBezTo>
                <a:cubicBezTo>
                  <a:pt x="14437" y="52873"/>
                  <a:pt x="14481" y="52799"/>
                  <a:pt x="14510" y="52725"/>
                </a:cubicBezTo>
                <a:cubicBezTo>
                  <a:pt x="14584" y="52681"/>
                  <a:pt x="14658" y="52622"/>
                  <a:pt x="14731" y="52593"/>
                </a:cubicBezTo>
                <a:close/>
                <a:moveTo>
                  <a:pt x="15305" y="52593"/>
                </a:moveTo>
                <a:cubicBezTo>
                  <a:pt x="15261" y="52711"/>
                  <a:pt x="15246" y="52799"/>
                  <a:pt x="15217" y="52902"/>
                </a:cubicBezTo>
                <a:cubicBezTo>
                  <a:pt x="15129" y="52917"/>
                  <a:pt x="15026" y="52961"/>
                  <a:pt x="14937" y="53020"/>
                </a:cubicBezTo>
                <a:cubicBezTo>
                  <a:pt x="14981" y="52917"/>
                  <a:pt x="15011" y="52814"/>
                  <a:pt x="15040" y="52725"/>
                </a:cubicBezTo>
                <a:cubicBezTo>
                  <a:pt x="15143" y="52681"/>
                  <a:pt x="15217" y="52652"/>
                  <a:pt x="15305" y="52593"/>
                </a:cubicBezTo>
                <a:close/>
                <a:moveTo>
                  <a:pt x="26975" y="45941"/>
                </a:moveTo>
                <a:cubicBezTo>
                  <a:pt x="26990" y="45985"/>
                  <a:pt x="26990" y="46059"/>
                  <a:pt x="27005" y="46133"/>
                </a:cubicBezTo>
                <a:cubicBezTo>
                  <a:pt x="26990" y="46191"/>
                  <a:pt x="26975" y="46236"/>
                  <a:pt x="26975" y="46280"/>
                </a:cubicBezTo>
                <a:lnTo>
                  <a:pt x="26975" y="46309"/>
                </a:lnTo>
                <a:cubicBezTo>
                  <a:pt x="26652" y="47310"/>
                  <a:pt x="26092" y="48443"/>
                  <a:pt x="25180" y="49620"/>
                </a:cubicBezTo>
                <a:cubicBezTo>
                  <a:pt x="23752" y="51489"/>
                  <a:pt x="21604" y="51872"/>
                  <a:pt x="19131" y="52343"/>
                </a:cubicBezTo>
                <a:cubicBezTo>
                  <a:pt x="18116" y="52519"/>
                  <a:pt x="17071" y="52725"/>
                  <a:pt x="15982" y="53034"/>
                </a:cubicBezTo>
                <a:lnTo>
                  <a:pt x="16041" y="52711"/>
                </a:lnTo>
                <a:cubicBezTo>
                  <a:pt x="17159" y="52343"/>
                  <a:pt x="18263" y="52093"/>
                  <a:pt x="19293" y="51901"/>
                </a:cubicBezTo>
                <a:cubicBezTo>
                  <a:pt x="21619" y="51416"/>
                  <a:pt x="23811" y="50974"/>
                  <a:pt x="25224" y="49135"/>
                </a:cubicBezTo>
                <a:cubicBezTo>
                  <a:pt x="26048" y="48075"/>
                  <a:pt x="26578" y="47045"/>
                  <a:pt x="26916" y="46088"/>
                </a:cubicBezTo>
                <a:lnTo>
                  <a:pt x="26916" y="46103"/>
                </a:lnTo>
                <a:lnTo>
                  <a:pt x="26975" y="45941"/>
                </a:lnTo>
                <a:close/>
                <a:moveTo>
                  <a:pt x="15938" y="52681"/>
                </a:moveTo>
                <a:lnTo>
                  <a:pt x="15938" y="52681"/>
                </a:lnTo>
                <a:cubicBezTo>
                  <a:pt x="15909" y="52814"/>
                  <a:pt x="15894" y="52917"/>
                  <a:pt x="15879" y="53034"/>
                </a:cubicBezTo>
                <a:cubicBezTo>
                  <a:pt x="15761" y="53079"/>
                  <a:pt x="15673" y="53093"/>
                  <a:pt x="15570" y="53123"/>
                </a:cubicBezTo>
                <a:cubicBezTo>
                  <a:pt x="15585" y="53020"/>
                  <a:pt x="15599" y="52902"/>
                  <a:pt x="15644" y="52799"/>
                </a:cubicBezTo>
                <a:cubicBezTo>
                  <a:pt x="15732" y="52755"/>
                  <a:pt x="15835" y="52725"/>
                  <a:pt x="15938" y="52681"/>
                </a:cubicBezTo>
                <a:close/>
                <a:moveTo>
                  <a:pt x="14393" y="52799"/>
                </a:moveTo>
                <a:lnTo>
                  <a:pt x="14393" y="52799"/>
                </a:lnTo>
                <a:cubicBezTo>
                  <a:pt x="14349" y="52873"/>
                  <a:pt x="14304" y="52946"/>
                  <a:pt x="14275" y="53034"/>
                </a:cubicBezTo>
                <a:cubicBezTo>
                  <a:pt x="14201" y="53079"/>
                  <a:pt x="14128" y="53108"/>
                  <a:pt x="14069" y="53167"/>
                </a:cubicBezTo>
                <a:lnTo>
                  <a:pt x="14187" y="52946"/>
                </a:lnTo>
                <a:cubicBezTo>
                  <a:pt x="14246" y="52873"/>
                  <a:pt x="14319" y="52828"/>
                  <a:pt x="14393" y="52799"/>
                </a:cubicBezTo>
                <a:close/>
                <a:moveTo>
                  <a:pt x="14923" y="52755"/>
                </a:moveTo>
                <a:lnTo>
                  <a:pt x="14923" y="52755"/>
                </a:lnTo>
                <a:cubicBezTo>
                  <a:pt x="14878" y="52858"/>
                  <a:pt x="14849" y="52946"/>
                  <a:pt x="14820" y="53049"/>
                </a:cubicBezTo>
                <a:cubicBezTo>
                  <a:pt x="14761" y="53093"/>
                  <a:pt x="14658" y="53123"/>
                  <a:pt x="14569" y="53167"/>
                </a:cubicBezTo>
                <a:lnTo>
                  <a:pt x="14672" y="52887"/>
                </a:lnTo>
                <a:cubicBezTo>
                  <a:pt x="14761" y="52858"/>
                  <a:pt x="14849" y="52799"/>
                  <a:pt x="14923" y="52755"/>
                </a:cubicBezTo>
                <a:close/>
                <a:moveTo>
                  <a:pt x="13878" y="52961"/>
                </a:moveTo>
                <a:lnTo>
                  <a:pt x="13878" y="52961"/>
                </a:lnTo>
                <a:cubicBezTo>
                  <a:pt x="13848" y="53005"/>
                  <a:pt x="13819" y="53049"/>
                  <a:pt x="13804" y="53093"/>
                </a:cubicBezTo>
                <a:cubicBezTo>
                  <a:pt x="13745" y="53123"/>
                  <a:pt x="13701" y="53167"/>
                  <a:pt x="13657" y="53196"/>
                </a:cubicBezTo>
                <a:cubicBezTo>
                  <a:pt x="13672" y="53167"/>
                  <a:pt x="13701" y="53123"/>
                  <a:pt x="13730" y="53093"/>
                </a:cubicBezTo>
                <a:cubicBezTo>
                  <a:pt x="13745" y="53079"/>
                  <a:pt x="13775" y="53049"/>
                  <a:pt x="13804" y="53020"/>
                </a:cubicBezTo>
                <a:cubicBezTo>
                  <a:pt x="13819" y="53005"/>
                  <a:pt x="13833" y="52976"/>
                  <a:pt x="13878" y="52961"/>
                </a:cubicBezTo>
                <a:close/>
                <a:moveTo>
                  <a:pt x="15541" y="52858"/>
                </a:moveTo>
                <a:lnTo>
                  <a:pt x="15541" y="52858"/>
                </a:lnTo>
                <a:cubicBezTo>
                  <a:pt x="15526" y="52961"/>
                  <a:pt x="15496" y="53079"/>
                  <a:pt x="15467" y="53167"/>
                </a:cubicBezTo>
                <a:lnTo>
                  <a:pt x="15202" y="53270"/>
                </a:lnTo>
                <a:cubicBezTo>
                  <a:pt x="15217" y="53167"/>
                  <a:pt x="15246" y="53079"/>
                  <a:pt x="15276" y="52961"/>
                </a:cubicBezTo>
                <a:lnTo>
                  <a:pt x="15541" y="52858"/>
                </a:lnTo>
                <a:close/>
                <a:moveTo>
                  <a:pt x="14040" y="53020"/>
                </a:moveTo>
                <a:cubicBezTo>
                  <a:pt x="13995" y="53093"/>
                  <a:pt x="13966" y="53167"/>
                  <a:pt x="13951" y="53226"/>
                </a:cubicBezTo>
                <a:cubicBezTo>
                  <a:pt x="13878" y="53255"/>
                  <a:pt x="13819" y="53285"/>
                  <a:pt x="13745" y="53344"/>
                </a:cubicBezTo>
                <a:cubicBezTo>
                  <a:pt x="13775" y="53270"/>
                  <a:pt x="13819" y="53226"/>
                  <a:pt x="13848" y="53138"/>
                </a:cubicBezTo>
                <a:cubicBezTo>
                  <a:pt x="13907" y="53093"/>
                  <a:pt x="13981" y="53049"/>
                  <a:pt x="14040" y="53020"/>
                </a:cubicBezTo>
                <a:close/>
                <a:moveTo>
                  <a:pt x="14569" y="52946"/>
                </a:moveTo>
                <a:lnTo>
                  <a:pt x="14466" y="53226"/>
                </a:lnTo>
                <a:cubicBezTo>
                  <a:pt x="14393" y="53255"/>
                  <a:pt x="14290" y="53285"/>
                  <a:pt x="14216" y="53344"/>
                </a:cubicBezTo>
                <a:cubicBezTo>
                  <a:pt x="14260" y="53255"/>
                  <a:pt x="14290" y="53167"/>
                  <a:pt x="14334" y="53093"/>
                </a:cubicBezTo>
                <a:cubicBezTo>
                  <a:pt x="14422" y="53034"/>
                  <a:pt x="14496" y="52976"/>
                  <a:pt x="14569" y="52946"/>
                </a:cubicBezTo>
                <a:close/>
                <a:moveTo>
                  <a:pt x="15173" y="53020"/>
                </a:moveTo>
                <a:lnTo>
                  <a:pt x="15173" y="53020"/>
                </a:lnTo>
                <a:cubicBezTo>
                  <a:pt x="15143" y="53123"/>
                  <a:pt x="15129" y="53226"/>
                  <a:pt x="15099" y="53329"/>
                </a:cubicBezTo>
                <a:cubicBezTo>
                  <a:pt x="15011" y="53329"/>
                  <a:pt x="14893" y="53373"/>
                  <a:pt x="14805" y="53417"/>
                </a:cubicBezTo>
                <a:cubicBezTo>
                  <a:pt x="14849" y="53314"/>
                  <a:pt x="14864" y="53226"/>
                  <a:pt x="14893" y="53123"/>
                </a:cubicBezTo>
                <a:lnTo>
                  <a:pt x="15173" y="53020"/>
                </a:lnTo>
                <a:close/>
                <a:moveTo>
                  <a:pt x="13524" y="53270"/>
                </a:moveTo>
                <a:cubicBezTo>
                  <a:pt x="13510" y="53299"/>
                  <a:pt x="13480" y="53329"/>
                  <a:pt x="13466" y="53344"/>
                </a:cubicBezTo>
                <a:cubicBezTo>
                  <a:pt x="13421" y="53388"/>
                  <a:pt x="13392" y="53402"/>
                  <a:pt x="13363" y="53447"/>
                </a:cubicBezTo>
                <a:cubicBezTo>
                  <a:pt x="13377" y="53417"/>
                  <a:pt x="13392" y="53388"/>
                  <a:pt x="13407" y="53373"/>
                </a:cubicBezTo>
                <a:cubicBezTo>
                  <a:pt x="13451" y="53329"/>
                  <a:pt x="13480" y="53314"/>
                  <a:pt x="13524" y="53270"/>
                </a:cubicBezTo>
                <a:close/>
                <a:moveTo>
                  <a:pt x="26961" y="46456"/>
                </a:moveTo>
                <a:lnTo>
                  <a:pt x="26961" y="46471"/>
                </a:lnTo>
                <a:cubicBezTo>
                  <a:pt x="26975" y="46486"/>
                  <a:pt x="26990" y="46530"/>
                  <a:pt x="26990" y="46545"/>
                </a:cubicBezTo>
                <a:cubicBezTo>
                  <a:pt x="26990" y="46574"/>
                  <a:pt x="26990" y="46618"/>
                  <a:pt x="27005" y="46648"/>
                </a:cubicBezTo>
                <a:cubicBezTo>
                  <a:pt x="26666" y="47751"/>
                  <a:pt x="26107" y="48929"/>
                  <a:pt x="25180" y="50135"/>
                </a:cubicBezTo>
                <a:cubicBezTo>
                  <a:pt x="23708" y="52034"/>
                  <a:pt x="21501" y="52402"/>
                  <a:pt x="18940" y="52858"/>
                </a:cubicBezTo>
                <a:cubicBezTo>
                  <a:pt x="17969" y="53020"/>
                  <a:pt x="16939" y="53182"/>
                  <a:pt x="15909" y="53461"/>
                </a:cubicBezTo>
                <a:cubicBezTo>
                  <a:pt x="15923" y="53344"/>
                  <a:pt x="15953" y="53226"/>
                  <a:pt x="15953" y="53108"/>
                </a:cubicBezTo>
                <a:cubicBezTo>
                  <a:pt x="17027" y="52784"/>
                  <a:pt x="18101" y="52578"/>
                  <a:pt x="19117" y="52387"/>
                </a:cubicBezTo>
                <a:cubicBezTo>
                  <a:pt x="21501" y="51945"/>
                  <a:pt x="23752" y="51533"/>
                  <a:pt x="25224" y="49635"/>
                </a:cubicBezTo>
                <a:cubicBezTo>
                  <a:pt x="26033" y="48590"/>
                  <a:pt x="26593" y="47516"/>
                  <a:pt x="26961" y="46456"/>
                </a:cubicBezTo>
                <a:close/>
                <a:moveTo>
                  <a:pt x="14201" y="53167"/>
                </a:moveTo>
                <a:cubicBezTo>
                  <a:pt x="14187" y="53226"/>
                  <a:pt x="14143" y="53314"/>
                  <a:pt x="14113" y="53402"/>
                </a:cubicBezTo>
                <a:cubicBezTo>
                  <a:pt x="14040" y="53447"/>
                  <a:pt x="13966" y="53491"/>
                  <a:pt x="13878" y="53535"/>
                </a:cubicBezTo>
                <a:cubicBezTo>
                  <a:pt x="13907" y="53461"/>
                  <a:pt x="13951" y="53373"/>
                  <a:pt x="13981" y="53285"/>
                </a:cubicBezTo>
                <a:cubicBezTo>
                  <a:pt x="14054" y="53255"/>
                  <a:pt x="14128" y="53196"/>
                  <a:pt x="14201" y="53167"/>
                </a:cubicBezTo>
                <a:close/>
                <a:moveTo>
                  <a:pt x="14805" y="53152"/>
                </a:moveTo>
                <a:lnTo>
                  <a:pt x="14805" y="53152"/>
                </a:lnTo>
                <a:cubicBezTo>
                  <a:pt x="14775" y="53241"/>
                  <a:pt x="14761" y="53344"/>
                  <a:pt x="14716" y="53447"/>
                </a:cubicBezTo>
                <a:lnTo>
                  <a:pt x="14437" y="53550"/>
                </a:lnTo>
                <a:cubicBezTo>
                  <a:pt x="14481" y="53461"/>
                  <a:pt x="14496" y="53373"/>
                  <a:pt x="14525" y="53255"/>
                </a:cubicBezTo>
                <a:cubicBezTo>
                  <a:pt x="14628" y="53241"/>
                  <a:pt x="14716" y="53196"/>
                  <a:pt x="14805" y="53152"/>
                </a:cubicBezTo>
                <a:close/>
                <a:moveTo>
                  <a:pt x="13686" y="53270"/>
                </a:moveTo>
                <a:cubicBezTo>
                  <a:pt x="13657" y="53329"/>
                  <a:pt x="13627" y="53388"/>
                  <a:pt x="13598" y="53447"/>
                </a:cubicBezTo>
                <a:cubicBezTo>
                  <a:pt x="13539" y="53476"/>
                  <a:pt x="13480" y="53505"/>
                  <a:pt x="13407" y="53564"/>
                </a:cubicBezTo>
                <a:cubicBezTo>
                  <a:pt x="13451" y="53505"/>
                  <a:pt x="13480" y="53461"/>
                  <a:pt x="13510" y="53402"/>
                </a:cubicBezTo>
                <a:cubicBezTo>
                  <a:pt x="13583" y="53373"/>
                  <a:pt x="13627" y="53314"/>
                  <a:pt x="13686" y="53270"/>
                </a:cubicBezTo>
                <a:close/>
                <a:moveTo>
                  <a:pt x="15879" y="53138"/>
                </a:moveTo>
                <a:lnTo>
                  <a:pt x="15879" y="53138"/>
                </a:lnTo>
                <a:cubicBezTo>
                  <a:pt x="15864" y="53255"/>
                  <a:pt x="15835" y="53358"/>
                  <a:pt x="15835" y="53491"/>
                </a:cubicBezTo>
                <a:cubicBezTo>
                  <a:pt x="15717" y="53491"/>
                  <a:pt x="15599" y="53535"/>
                  <a:pt x="15511" y="53564"/>
                </a:cubicBezTo>
                <a:lnTo>
                  <a:pt x="15570" y="53241"/>
                </a:lnTo>
                <a:cubicBezTo>
                  <a:pt x="15673" y="53196"/>
                  <a:pt x="15761" y="53167"/>
                  <a:pt x="15879" y="53138"/>
                </a:cubicBezTo>
                <a:close/>
                <a:moveTo>
                  <a:pt x="13142" y="53594"/>
                </a:moveTo>
                <a:cubicBezTo>
                  <a:pt x="13142" y="53608"/>
                  <a:pt x="13112" y="53608"/>
                  <a:pt x="13112" y="53623"/>
                </a:cubicBezTo>
                <a:cubicBezTo>
                  <a:pt x="13100" y="53635"/>
                  <a:pt x="13078" y="53648"/>
                  <a:pt x="13053" y="53669"/>
                </a:cubicBezTo>
                <a:lnTo>
                  <a:pt x="13053" y="53669"/>
                </a:lnTo>
                <a:cubicBezTo>
                  <a:pt x="13054" y="53665"/>
                  <a:pt x="13054" y="53659"/>
                  <a:pt x="13054" y="53653"/>
                </a:cubicBezTo>
                <a:lnTo>
                  <a:pt x="13142" y="53594"/>
                </a:lnTo>
                <a:close/>
                <a:moveTo>
                  <a:pt x="15467" y="53255"/>
                </a:moveTo>
                <a:lnTo>
                  <a:pt x="15423" y="53594"/>
                </a:lnTo>
                <a:cubicBezTo>
                  <a:pt x="15305" y="53623"/>
                  <a:pt x="15217" y="53653"/>
                  <a:pt x="15099" y="53697"/>
                </a:cubicBezTo>
                <a:cubicBezTo>
                  <a:pt x="15129" y="53594"/>
                  <a:pt x="15143" y="53476"/>
                  <a:pt x="15173" y="53373"/>
                </a:cubicBezTo>
                <a:cubicBezTo>
                  <a:pt x="15276" y="53329"/>
                  <a:pt x="15379" y="53299"/>
                  <a:pt x="15467" y="53255"/>
                </a:cubicBezTo>
                <a:close/>
                <a:moveTo>
                  <a:pt x="13878" y="53373"/>
                </a:moveTo>
                <a:cubicBezTo>
                  <a:pt x="13833" y="53447"/>
                  <a:pt x="13789" y="53520"/>
                  <a:pt x="13760" y="53608"/>
                </a:cubicBezTo>
                <a:cubicBezTo>
                  <a:pt x="13686" y="53638"/>
                  <a:pt x="13613" y="53697"/>
                  <a:pt x="13539" y="53741"/>
                </a:cubicBezTo>
                <a:lnTo>
                  <a:pt x="13657" y="53520"/>
                </a:lnTo>
                <a:cubicBezTo>
                  <a:pt x="13730" y="53461"/>
                  <a:pt x="13789" y="53402"/>
                  <a:pt x="13878" y="53373"/>
                </a:cubicBezTo>
                <a:close/>
                <a:moveTo>
                  <a:pt x="14437" y="53329"/>
                </a:moveTo>
                <a:lnTo>
                  <a:pt x="14437" y="53329"/>
                </a:lnTo>
                <a:cubicBezTo>
                  <a:pt x="14407" y="53417"/>
                  <a:pt x="14363" y="53520"/>
                  <a:pt x="14349" y="53608"/>
                </a:cubicBezTo>
                <a:cubicBezTo>
                  <a:pt x="14260" y="53638"/>
                  <a:pt x="14157" y="53682"/>
                  <a:pt x="14069" y="53741"/>
                </a:cubicBezTo>
                <a:lnTo>
                  <a:pt x="14187" y="53461"/>
                </a:lnTo>
                <a:cubicBezTo>
                  <a:pt x="14275" y="53417"/>
                  <a:pt x="14349" y="53373"/>
                  <a:pt x="14437" y="53329"/>
                </a:cubicBezTo>
                <a:close/>
                <a:moveTo>
                  <a:pt x="13333" y="53550"/>
                </a:moveTo>
                <a:lnTo>
                  <a:pt x="13333" y="53550"/>
                </a:lnTo>
                <a:cubicBezTo>
                  <a:pt x="13318" y="53594"/>
                  <a:pt x="13289" y="53638"/>
                  <a:pt x="13260" y="53682"/>
                </a:cubicBezTo>
                <a:cubicBezTo>
                  <a:pt x="13201" y="53711"/>
                  <a:pt x="13157" y="53756"/>
                  <a:pt x="13112" y="53785"/>
                </a:cubicBezTo>
                <a:cubicBezTo>
                  <a:pt x="13127" y="53756"/>
                  <a:pt x="13171" y="53711"/>
                  <a:pt x="13186" y="53682"/>
                </a:cubicBezTo>
                <a:cubicBezTo>
                  <a:pt x="13230" y="53638"/>
                  <a:pt x="13289" y="53608"/>
                  <a:pt x="13333" y="53550"/>
                </a:cubicBezTo>
                <a:close/>
                <a:moveTo>
                  <a:pt x="15084" y="53402"/>
                </a:moveTo>
                <a:cubicBezTo>
                  <a:pt x="15070" y="53520"/>
                  <a:pt x="15040" y="53623"/>
                  <a:pt x="15011" y="53711"/>
                </a:cubicBezTo>
                <a:cubicBezTo>
                  <a:pt x="14893" y="53756"/>
                  <a:pt x="14805" y="53785"/>
                  <a:pt x="14702" y="53829"/>
                </a:cubicBezTo>
                <a:cubicBezTo>
                  <a:pt x="14731" y="53711"/>
                  <a:pt x="14761" y="53608"/>
                  <a:pt x="14790" y="53520"/>
                </a:cubicBezTo>
                <a:cubicBezTo>
                  <a:pt x="14878" y="53476"/>
                  <a:pt x="14996" y="53447"/>
                  <a:pt x="15084" y="53402"/>
                </a:cubicBezTo>
                <a:close/>
                <a:moveTo>
                  <a:pt x="14069" y="53520"/>
                </a:moveTo>
                <a:lnTo>
                  <a:pt x="14069" y="53520"/>
                </a:lnTo>
                <a:cubicBezTo>
                  <a:pt x="14040" y="53608"/>
                  <a:pt x="13995" y="53697"/>
                  <a:pt x="13981" y="53770"/>
                </a:cubicBezTo>
                <a:cubicBezTo>
                  <a:pt x="13892" y="53814"/>
                  <a:pt x="13819" y="53859"/>
                  <a:pt x="13716" y="53903"/>
                </a:cubicBezTo>
                <a:cubicBezTo>
                  <a:pt x="13760" y="53814"/>
                  <a:pt x="13789" y="53741"/>
                  <a:pt x="13833" y="53638"/>
                </a:cubicBezTo>
                <a:cubicBezTo>
                  <a:pt x="13907" y="53608"/>
                  <a:pt x="13995" y="53550"/>
                  <a:pt x="14069" y="53520"/>
                </a:cubicBezTo>
                <a:close/>
                <a:moveTo>
                  <a:pt x="27005" y="46868"/>
                </a:moveTo>
                <a:cubicBezTo>
                  <a:pt x="27005" y="46927"/>
                  <a:pt x="27019" y="46986"/>
                  <a:pt x="27019" y="47015"/>
                </a:cubicBezTo>
                <a:cubicBezTo>
                  <a:pt x="27034" y="47030"/>
                  <a:pt x="27034" y="47060"/>
                  <a:pt x="27034" y="47089"/>
                </a:cubicBezTo>
                <a:cubicBezTo>
                  <a:pt x="26710" y="48237"/>
                  <a:pt x="26122" y="49429"/>
                  <a:pt x="25180" y="50665"/>
                </a:cubicBezTo>
                <a:cubicBezTo>
                  <a:pt x="23679" y="52622"/>
                  <a:pt x="21412" y="52976"/>
                  <a:pt x="18764" y="53358"/>
                </a:cubicBezTo>
                <a:cubicBezTo>
                  <a:pt x="17822" y="53505"/>
                  <a:pt x="16850" y="53653"/>
                  <a:pt x="15864" y="53903"/>
                </a:cubicBezTo>
                <a:cubicBezTo>
                  <a:pt x="15864" y="53785"/>
                  <a:pt x="15879" y="53653"/>
                  <a:pt x="15894" y="53550"/>
                </a:cubicBezTo>
                <a:cubicBezTo>
                  <a:pt x="16939" y="53270"/>
                  <a:pt x="17969" y="53093"/>
                  <a:pt x="18940" y="52917"/>
                </a:cubicBezTo>
                <a:cubicBezTo>
                  <a:pt x="21516" y="52505"/>
                  <a:pt x="23723" y="52122"/>
                  <a:pt x="25239" y="50180"/>
                </a:cubicBezTo>
                <a:cubicBezTo>
                  <a:pt x="26107" y="49046"/>
                  <a:pt x="26666" y="47943"/>
                  <a:pt x="27005" y="46868"/>
                </a:cubicBezTo>
                <a:close/>
                <a:moveTo>
                  <a:pt x="13524" y="53564"/>
                </a:moveTo>
                <a:lnTo>
                  <a:pt x="13524" y="53564"/>
                </a:lnTo>
                <a:cubicBezTo>
                  <a:pt x="13480" y="53653"/>
                  <a:pt x="13451" y="53741"/>
                  <a:pt x="13407" y="53785"/>
                </a:cubicBezTo>
                <a:cubicBezTo>
                  <a:pt x="13333" y="53829"/>
                  <a:pt x="13289" y="53888"/>
                  <a:pt x="13215" y="53917"/>
                </a:cubicBezTo>
                <a:cubicBezTo>
                  <a:pt x="13245" y="53844"/>
                  <a:pt x="13289" y="53785"/>
                  <a:pt x="13318" y="53711"/>
                </a:cubicBezTo>
                <a:cubicBezTo>
                  <a:pt x="13392" y="53653"/>
                  <a:pt x="13451" y="53623"/>
                  <a:pt x="13524" y="53564"/>
                </a:cubicBezTo>
                <a:close/>
                <a:moveTo>
                  <a:pt x="14687" y="53550"/>
                </a:moveTo>
                <a:lnTo>
                  <a:pt x="14687" y="53550"/>
                </a:lnTo>
                <a:cubicBezTo>
                  <a:pt x="14658" y="53667"/>
                  <a:pt x="14628" y="53756"/>
                  <a:pt x="14613" y="53859"/>
                </a:cubicBezTo>
                <a:cubicBezTo>
                  <a:pt x="14510" y="53903"/>
                  <a:pt x="14422" y="53932"/>
                  <a:pt x="14319" y="53976"/>
                </a:cubicBezTo>
                <a:cubicBezTo>
                  <a:pt x="14334" y="53859"/>
                  <a:pt x="14363" y="53770"/>
                  <a:pt x="14407" y="53682"/>
                </a:cubicBezTo>
                <a:cubicBezTo>
                  <a:pt x="14496" y="53638"/>
                  <a:pt x="14584" y="53608"/>
                  <a:pt x="14687" y="53550"/>
                </a:cubicBezTo>
                <a:close/>
                <a:moveTo>
                  <a:pt x="15820" y="53564"/>
                </a:moveTo>
                <a:lnTo>
                  <a:pt x="15820" y="53564"/>
                </a:lnTo>
                <a:cubicBezTo>
                  <a:pt x="15806" y="53682"/>
                  <a:pt x="15806" y="53814"/>
                  <a:pt x="15806" y="53917"/>
                </a:cubicBezTo>
                <a:cubicBezTo>
                  <a:pt x="15673" y="53932"/>
                  <a:pt x="15570" y="53976"/>
                  <a:pt x="15452" y="54006"/>
                </a:cubicBezTo>
                <a:cubicBezTo>
                  <a:pt x="15467" y="53903"/>
                  <a:pt x="15467" y="53770"/>
                  <a:pt x="15496" y="53667"/>
                </a:cubicBezTo>
                <a:cubicBezTo>
                  <a:pt x="15599" y="53623"/>
                  <a:pt x="15717" y="53608"/>
                  <a:pt x="15820" y="53564"/>
                </a:cubicBezTo>
                <a:close/>
                <a:moveTo>
                  <a:pt x="12965" y="53859"/>
                </a:moveTo>
                <a:cubicBezTo>
                  <a:pt x="12951" y="53888"/>
                  <a:pt x="12936" y="53917"/>
                  <a:pt x="12921" y="53932"/>
                </a:cubicBezTo>
                <a:cubicBezTo>
                  <a:pt x="12877" y="53976"/>
                  <a:pt x="12818" y="54006"/>
                  <a:pt x="12789" y="54050"/>
                </a:cubicBezTo>
                <a:cubicBezTo>
                  <a:pt x="12803" y="54020"/>
                  <a:pt x="12818" y="54006"/>
                  <a:pt x="12847" y="53976"/>
                </a:cubicBezTo>
                <a:cubicBezTo>
                  <a:pt x="12877" y="53932"/>
                  <a:pt x="12936" y="53903"/>
                  <a:pt x="12965" y="53859"/>
                </a:cubicBezTo>
                <a:close/>
                <a:moveTo>
                  <a:pt x="13716" y="53697"/>
                </a:moveTo>
                <a:lnTo>
                  <a:pt x="13716" y="53697"/>
                </a:lnTo>
                <a:cubicBezTo>
                  <a:pt x="13686" y="53785"/>
                  <a:pt x="13657" y="53888"/>
                  <a:pt x="13613" y="53962"/>
                </a:cubicBezTo>
                <a:cubicBezTo>
                  <a:pt x="13539" y="53991"/>
                  <a:pt x="13451" y="54050"/>
                  <a:pt x="13377" y="54079"/>
                </a:cubicBezTo>
                <a:cubicBezTo>
                  <a:pt x="13407" y="54006"/>
                  <a:pt x="13451" y="53917"/>
                  <a:pt x="13480" y="53844"/>
                </a:cubicBezTo>
                <a:cubicBezTo>
                  <a:pt x="13554" y="53785"/>
                  <a:pt x="13657" y="53756"/>
                  <a:pt x="13716" y="53697"/>
                </a:cubicBezTo>
                <a:close/>
                <a:moveTo>
                  <a:pt x="14319" y="53711"/>
                </a:moveTo>
                <a:cubicBezTo>
                  <a:pt x="14275" y="53814"/>
                  <a:pt x="14260" y="53917"/>
                  <a:pt x="14246" y="54006"/>
                </a:cubicBezTo>
                <a:cubicBezTo>
                  <a:pt x="14143" y="54050"/>
                  <a:pt x="14054" y="54079"/>
                  <a:pt x="13951" y="54123"/>
                </a:cubicBezTo>
                <a:cubicBezTo>
                  <a:pt x="13981" y="54035"/>
                  <a:pt x="13995" y="53932"/>
                  <a:pt x="14040" y="53829"/>
                </a:cubicBezTo>
                <a:lnTo>
                  <a:pt x="14319" y="53711"/>
                </a:lnTo>
                <a:close/>
                <a:moveTo>
                  <a:pt x="15393" y="53682"/>
                </a:moveTo>
                <a:lnTo>
                  <a:pt x="15393" y="53682"/>
                </a:lnTo>
                <a:cubicBezTo>
                  <a:pt x="15379" y="53785"/>
                  <a:pt x="15364" y="53903"/>
                  <a:pt x="15364" y="54020"/>
                </a:cubicBezTo>
                <a:cubicBezTo>
                  <a:pt x="15246" y="54065"/>
                  <a:pt x="15143" y="54079"/>
                  <a:pt x="15026" y="54123"/>
                </a:cubicBezTo>
                <a:cubicBezTo>
                  <a:pt x="15055" y="54006"/>
                  <a:pt x="15070" y="53903"/>
                  <a:pt x="15084" y="53770"/>
                </a:cubicBezTo>
                <a:cubicBezTo>
                  <a:pt x="15187" y="53741"/>
                  <a:pt x="15305" y="53697"/>
                  <a:pt x="15393" y="53682"/>
                </a:cubicBezTo>
                <a:close/>
                <a:moveTo>
                  <a:pt x="13157" y="53859"/>
                </a:moveTo>
                <a:cubicBezTo>
                  <a:pt x="13112" y="53917"/>
                  <a:pt x="13098" y="53976"/>
                  <a:pt x="13054" y="54020"/>
                </a:cubicBezTo>
                <a:cubicBezTo>
                  <a:pt x="13009" y="54065"/>
                  <a:pt x="12936" y="54123"/>
                  <a:pt x="12877" y="54153"/>
                </a:cubicBezTo>
                <a:cubicBezTo>
                  <a:pt x="12921" y="54094"/>
                  <a:pt x="12936" y="54050"/>
                  <a:pt x="12965" y="54006"/>
                </a:cubicBezTo>
                <a:cubicBezTo>
                  <a:pt x="13039" y="53962"/>
                  <a:pt x="13098" y="53903"/>
                  <a:pt x="13157" y="53859"/>
                </a:cubicBezTo>
                <a:close/>
                <a:moveTo>
                  <a:pt x="14996" y="53814"/>
                </a:moveTo>
                <a:lnTo>
                  <a:pt x="14937" y="54138"/>
                </a:lnTo>
                <a:cubicBezTo>
                  <a:pt x="14849" y="54182"/>
                  <a:pt x="14731" y="54212"/>
                  <a:pt x="14628" y="54256"/>
                </a:cubicBezTo>
                <a:lnTo>
                  <a:pt x="14672" y="53917"/>
                </a:lnTo>
                <a:cubicBezTo>
                  <a:pt x="14790" y="53888"/>
                  <a:pt x="14878" y="53844"/>
                  <a:pt x="14996" y="53814"/>
                </a:cubicBezTo>
                <a:close/>
                <a:moveTo>
                  <a:pt x="13363" y="53932"/>
                </a:moveTo>
                <a:lnTo>
                  <a:pt x="13245" y="54153"/>
                </a:lnTo>
                <a:cubicBezTo>
                  <a:pt x="13171" y="54197"/>
                  <a:pt x="13098" y="54241"/>
                  <a:pt x="13009" y="54285"/>
                </a:cubicBezTo>
                <a:lnTo>
                  <a:pt x="13112" y="54065"/>
                </a:lnTo>
                <a:cubicBezTo>
                  <a:pt x="13215" y="54020"/>
                  <a:pt x="13289" y="53976"/>
                  <a:pt x="13363" y="53932"/>
                </a:cubicBezTo>
                <a:close/>
                <a:moveTo>
                  <a:pt x="13951" y="53888"/>
                </a:moveTo>
                <a:cubicBezTo>
                  <a:pt x="13907" y="53976"/>
                  <a:pt x="13878" y="54065"/>
                  <a:pt x="13848" y="54153"/>
                </a:cubicBezTo>
                <a:cubicBezTo>
                  <a:pt x="13760" y="54197"/>
                  <a:pt x="13672" y="54227"/>
                  <a:pt x="13583" y="54285"/>
                </a:cubicBezTo>
                <a:lnTo>
                  <a:pt x="13686" y="54006"/>
                </a:lnTo>
                <a:cubicBezTo>
                  <a:pt x="13775" y="53976"/>
                  <a:pt x="13878" y="53917"/>
                  <a:pt x="13951" y="53888"/>
                </a:cubicBezTo>
                <a:close/>
                <a:moveTo>
                  <a:pt x="12568" y="54197"/>
                </a:moveTo>
                <a:cubicBezTo>
                  <a:pt x="12553" y="54212"/>
                  <a:pt x="12553" y="54227"/>
                  <a:pt x="12524" y="54256"/>
                </a:cubicBezTo>
                <a:cubicBezTo>
                  <a:pt x="12509" y="54271"/>
                  <a:pt x="12494" y="54285"/>
                  <a:pt x="12450" y="54300"/>
                </a:cubicBezTo>
                <a:cubicBezTo>
                  <a:pt x="12494" y="54285"/>
                  <a:pt x="12509" y="54271"/>
                  <a:pt x="12509" y="54256"/>
                </a:cubicBezTo>
                <a:lnTo>
                  <a:pt x="12568" y="54197"/>
                </a:lnTo>
                <a:close/>
                <a:moveTo>
                  <a:pt x="27075" y="47307"/>
                </a:moveTo>
                <a:lnTo>
                  <a:pt x="27075" y="47307"/>
                </a:lnTo>
                <a:cubicBezTo>
                  <a:pt x="27064" y="47345"/>
                  <a:pt x="27065" y="47371"/>
                  <a:pt x="27078" y="47398"/>
                </a:cubicBezTo>
                <a:lnTo>
                  <a:pt x="27078" y="47457"/>
                </a:lnTo>
                <a:lnTo>
                  <a:pt x="27078" y="47531"/>
                </a:lnTo>
                <a:cubicBezTo>
                  <a:pt x="26769" y="48664"/>
                  <a:pt x="26195" y="49885"/>
                  <a:pt x="25195" y="51195"/>
                </a:cubicBezTo>
                <a:cubicBezTo>
                  <a:pt x="23649" y="53211"/>
                  <a:pt x="21324" y="53535"/>
                  <a:pt x="18616" y="53903"/>
                </a:cubicBezTo>
                <a:cubicBezTo>
                  <a:pt x="17733" y="54020"/>
                  <a:pt x="16821" y="54138"/>
                  <a:pt x="15879" y="54344"/>
                </a:cubicBezTo>
                <a:cubicBezTo>
                  <a:pt x="15879" y="54212"/>
                  <a:pt x="15879" y="54094"/>
                  <a:pt x="15894" y="53976"/>
                </a:cubicBezTo>
                <a:cubicBezTo>
                  <a:pt x="16880" y="53726"/>
                  <a:pt x="17881" y="53579"/>
                  <a:pt x="18822" y="53432"/>
                </a:cubicBezTo>
                <a:cubicBezTo>
                  <a:pt x="21471" y="53034"/>
                  <a:pt x="23752" y="52681"/>
                  <a:pt x="25268" y="50695"/>
                </a:cubicBezTo>
                <a:cubicBezTo>
                  <a:pt x="26148" y="49536"/>
                  <a:pt x="26736" y="48393"/>
                  <a:pt x="27075" y="47307"/>
                </a:cubicBezTo>
                <a:close/>
                <a:moveTo>
                  <a:pt x="14584" y="53962"/>
                </a:moveTo>
                <a:cubicBezTo>
                  <a:pt x="14569" y="54065"/>
                  <a:pt x="14555" y="54182"/>
                  <a:pt x="14525" y="54271"/>
                </a:cubicBezTo>
                <a:cubicBezTo>
                  <a:pt x="14422" y="54300"/>
                  <a:pt x="14334" y="54344"/>
                  <a:pt x="14216" y="54374"/>
                </a:cubicBezTo>
                <a:cubicBezTo>
                  <a:pt x="14246" y="54271"/>
                  <a:pt x="14275" y="54182"/>
                  <a:pt x="14290" y="54065"/>
                </a:cubicBezTo>
                <a:cubicBezTo>
                  <a:pt x="14393" y="54035"/>
                  <a:pt x="14496" y="53991"/>
                  <a:pt x="14584" y="53962"/>
                </a:cubicBezTo>
                <a:close/>
                <a:moveTo>
                  <a:pt x="12789" y="54153"/>
                </a:moveTo>
                <a:lnTo>
                  <a:pt x="12789" y="54153"/>
                </a:lnTo>
                <a:cubicBezTo>
                  <a:pt x="12774" y="54197"/>
                  <a:pt x="12730" y="54227"/>
                  <a:pt x="12715" y="54285"/>
                </a:cubicBezTo>
                <a:cubicBezTo>
                  <a:pt x="12656" y="54330"/>
                  <a:pt x="12583" y="54374"/>
                  <a:pt x="12524" y="54418"/>
                </a:cubicBezTo>
                <a:cubicBezTo>
                  <a:pt x="12538" y="54374"/>
                  <a:pt x="12583" y="54344"/>
                  <a:pt x="12597" y="54300"/>
                </a:cubicBezTo>
                <a:cubicBezTo>
                  <a:pt x="12671" y="54256"/>
                  <a:pt x="12730" y="54197"/>
                  <a:pt x="12789" y="54153"/>
                </a:cubicBezTo>
                <a:close/>
                <a:moveTo>
                  <a:pt x="15806" y="53991"/>
                </a:moveTo>
                <a:lnTo>
                  <a:pt x="15806" y="54359"/>
                </a:lnTo>
                <a:cubicBezTo>
                  <a:pt x="15673" y="54374"/>
                  <a:pt x="15570" y="54418"/>
                  <a:pt x="15438" y="54433"/>
                </a:cubicBezTo>
                <a:cubicBezTo>
                  <a:pt x="15423" y="54359"/>
                  <a:pt x="15423" y="54271"/>
                  <a:pt x="15438" y="54197"/>
                </a:cubicBezTo>
                <a:cubicBezTo>
                  <a:pt x="15438" y="54153"/>
                  <a:pt x="15438" y="54123"/>
                  <a:pt x="15452" y="54079"/>
                </a:cubicBezTo>
                <a:cubicBezTo>
                  <a:pt x="15555" y="54050"/>
                  <a:pt x="15688" y="54020"/>
                  <a:pt x="15806" y="53991"/>
                </a:cubicBezTo>
                <a:close/>
                <a:moveTo>
                  <a:pt x="13554" y="54065"/>
                </a:moveTo>
                <a:lnTo>
                  <a:pt x="13554" y="54065"/>
                </a:lnTo>
                <a:cubicBezTo>
                  <a:pt x="13524" y="54153"/>
                  <a:pt x="13480" y="54256"/>
                  <a:pt x="13466" y="54330"/>
                </a:cubicBezTo>
                <a:cubicBezTo>
                  <a:pt x="13377" y="54359"/>
                  <a:pt x="13289" y="54418"/>
                  <a:pt x="13201" y="54447"/>
                </a:cubicBezTo>
                <a:cubicBezTo>
                  <a:pt x="13245" y="54359"/>
                  <a:pt x="13289" y="54285"/>
                  <a:pt x="13318" y="54197"/>
                </a:cubicBezTo>
                <a:cubicBezTo>
                  <a:pt x="13392" y="54182"/>
                  <a:pt x="13480" y="54123"/>
                  <a:pt x="13554" y="54065"/>
                </a:cubicBezTo>
                <a:close/>
                <a:moveTo>
                  <a:pt x="12980" y="54197"/>
                </a:moveTo>
                <a:cubicBezTo>
                  <a:pt x="12951" y="54256"/>
                  <a:pt x="12921" y="54300"/>
                  <a:pt x="12892" y="54374"/>
                </a:cubicBezTo>
                <a:cubicBezTo>
                  <a:pt x="12818" y="54418"/>
                  <a:pt x="12744" y="54477"/>
                  <a:pt x="12671" y="54521"/>
                </a:cubicBezTo>
                <a:cubicBezTo>
                  <a:pt x="12715" y="54477"/>
                  <a:pt x="12744" y="54403"/>
                  <a:pt x="12789" y="54344"/>
                </a:cubicBezTo>
                <a:cubicBezTo>
                  <a:pt x="12862" y="54285"/>
                  <a:pt x="12936" y="54227"/>
                  <a:pt x="12980" y="54197"/>
                </a:cubicBezTo>
                <a:close/>
                <a:moveTo>
                  <a:pt x="14201" y="54109"/>
                </a:moveTo>
                <a:lnTo>
                  <a:pt x="14201" y="54109"/>
                </a:lnTo>
                <a:cubicBezTo>
                  <a:pt x="14187" y="54212"/>
                  <a:pt x="14143" y="54300"/>
                  <a:pt x="14128" y="54418"/>
                </a:cubicBezTo>
                <a:cubicBezTo>
                  <a:pt x="14025" y="54447"/>
                  <a:pt x="13922" y="54491"/>
                  <a:pt x="13819" y="54521"/>
                </a:cubicBezTo>
                <a:cubicBezTo>
                  <a:pt x="13848" y="54418"/>
                  <a:pt x="13892" y="54330"/>
                  <a:pt x="13907" y="54227"/>
                </a:cubicBezTo>
                <a:cubicBezTo>
                  <a:pt x="13995" y="54197"/>
                  <a:pt x="14113" y="54138"/>
                  <a:pt x="14201" y="54109"/>
                </a:cubicBezTo>
                <a:close/>
                <a:moveTo>
                  <a:pt x="15349" y="54094"/>
                </a:moveTo>
                <a:lnTo>
                  <a:pt x="15349" y="54168"/>
                </a:lnTo>
                <a:cubicBezTo>
                  <a:pt x="15349" y="54271"/>
                  <a:pt x="15320" y="54359"/>
                  <a:pt x="15320" y="54447"/>
                </a:cubicBezTo>
                <a:cubicBezTo>
                  <a:pt x="15217" y="54491"/>
                  <a:pt x="15099" y="54521"/>
                  <a:pt x="14981" y="54550"/>
                </a:cubicBezTo>
                <a:lnTo>
                  <a:pt x="14981" y="54433"/>
                </a:lnTo>
                <a:cubicBezTo>
                  <a:pt x="14981" y="54359"/>
                  <a:pt x="14996" y="54271"/>
                  <a:pt x="15011" y="54197"/>
                </a:cubicBezTo>
                <a:cubicBezTo>
                  <a:pt x="15129" y="54153"/>
                  <a:pt x="15232" y="54123"/>
                  <a:pt x="15349" y="54094"/>
                </a:cubicBezTo>
                <a:close/>
                <a:moveTo>
                  <a:pt x="14937" y="54212"/>
                </a:moveTo>
                <a:cubicBezTo>
                  <a:pt x="14937" y="54285"/>
                  <a:pt x="14923" y="54359"/>
                  <a:pt x="14923" y="54433"/>
                </a:cubicBezTo>
                <a:cubicBezTo>
                  <a:pt x="14923" y="54462"/>
                  <a:pt x="14923" y="54521"/>
                  <a:pt x="14908" y="54565"/>
                </a:cubicBezTo>
                <a:cubicBezTo>
                  <a:pt x="14790" y="54594"/>
                  <a:pt x="14687" y="54624"/>
                  <a:pt x="14555" y="54653"/>
                </a:cubicBezTo>
                <a:cubicBezTo>
                  <a:pt x="14569" y="54565"/>
                  <a:pt x="14584" y="54447"/>
                  <a:pt x="14613" y="54330"/>
                </a:cubicBezTo>
                <a:lnTo>
                  <a:pt x="14937" y="54212"/>
                </a:lnTo>
                <a:close/>
                <a:moveTo>
                  <a:pt x="12406" y="54462"/>
                </a:moveTo>
                <a:cubicBezTo>
                  <a:pt x="12377" y="54506"/>
                  <a:pt x="12362" y="54521"/>
                  <a:pt x="12347" y="54565"/>
                </a:cubicBezTo>
                <a:cubicBezTo>
                  <a:pt x="12303" y="54594"/>
                  <a:pt x="12259" y="54639"/>
                  <a:pt x="12215" y="54668"/>
                </a:cubicBezTo>
                <a:cubicBezTo>
                  <a:pt x="12229" y="54639"/>
                  <a:pt x="12259" y="54624"/>
                  <a:pt x="12274" y="54580"/>
                </a:cubicBezTo>
                <a:cubicBezTo>
                  <a:pt x="12303" y="54550"/>
                  <a:pt x="12362" y="54506"/>
                  <a:pt x="12406" y="54462"/>
                </a:cubicBezTo>
                <a:close/>
                <a:moveTo>
                  <a:pt x="13186" y="54285"/>
                </a:moveTo>
                <a:lnTo>
                  <a:pt x="13186" y="54285"/>
                </a:lnTo>
                <a:cubicBezTo>
                  <a:pt x="13157" y="54359"/>
                  <a:pt x="13112" y="54447"/>
                  <a:pt x="13098" y="54521"/>
                </a:cubicBezTo>
                <a:cubicBezTo>
                  <a:pt x="13009" y="54565"/>
                  <a:pt x="12936" y="54624"/>
                  <a:pt x="12833" y="54668"/>
                </a:cubicBezTo>
                <a:cubicBezTo>
                  <a:pt x="12877" y="54594"/>
                  <a:pt x="12921" y="54506"/>
                  <a:pt x="12951" y="54433"/>
                </a:cubicBezTo>
                <a:cubicBezTo>
                  <a:pt x="13024" y="54374"/>
                  <a:pt x="13112" y="54330"/>
                  <a:pt x="13186" y="54285"/>
                </a:cubicBezTo>
                <a:close/>
                <a:moveTo>
                  <a:pt x="13819" y="54271"/>
                </a:moveTo>
                <a:cubicBezTo>
                  <a:pt x="13775" y="54359"/>
                  <a:pt x="13760" y="54477"/>
                  <a:pt x="13745" y="54565"/>
                </a:cubicBezTo>
                <a:cubicBezTo>
                  <a:pt x="13657" y="54594"/>
                  <a:pt x="13539" y="54639"/>
                  <a:pt x="13451" y="54697"/>
                </a:cubicBezTo>
                <a:cubicBezTo>
                  <a:pt x="13480" y="54594"/>
                  <a:pt x="13510" y="54506"/>
                  <a:pt x="13539" y="54388"/>
                </a:cubicBezTo>
                <a:cubicBezTo>
                  <a:pt x="13627" y="54359"/>
                  <a:pt x="13730" y="54300"/>
                  <a:pt x="13819" y="54271"/>
                </a:cubicBezTo>
                <a:close/>
                <a:moveTo>
                  <a:pt x="12597" y="54447"/>
                </a:moveTo>
                <a:lnTo>
                  <a:pt x="12597" y="54447"/>
                </a:lnTo>
                <a:cubicBezTo>
                  <a:pt x="12568" y="54506"/>
                  <a:pt x="12553" y="54565"/>
                  <a:pt x="12509" y="54624"/>
                </a:cubicBezTo>
                <a:cubicBezTo>
                  <a:pt x="12435" y="54668"/>
                  <a:pt x="12362" y="54712"/>
                  <a:pt x="12303" y="54771"/>
                </a:cubicBezTo>
                <a:cubicBezTo>
                  <a:pt x="12347" y="54712"/>
                  <a:pt x="12362" y="54668"/>
                  <a:pt x="12406" y="54624"/>
                </a:cubicBezTo>
                <a:cubicBezTo>
                  <a:pt x="12435" y="54580"/>
                  <a:pt x="12494" y="54550"/>
                  <a:pt x="12524" y="54506"/>
                </a:cubicBezTo>
                <a:cubicBezTo>
                  <a:pt x="12553" y="54491"/>
                  <a:pt x="12583" y="54477"/>
                  <a:pt x="12597" y="54447"/>
                </a:cubicBezTo>
                <a:close/>
                <a:moveTo>
                  <a:pt x="14510" y="54359"/>
                </a:moveTo>
                <a:lnTo>
                  <a:pt x="14466" y="54697"/>
                </a:lnTo>
                <a:lnTo>
                  <a:pt x="14128" y="54800"/>
                </a:lnTo>
                <a:cubicBezTo>
                  <a:pt x="14157" y="54697"/>
                  <a:pt x="14187" y="54580"/>
                  <a:pt x="14201" y="54477"/>
                </a:cubicBezTo>
                <a:cubicBezTo>
                  <a:pt x="14304" y="54433"/>
                  <a:pt x="14422" y="54403"/>
                  <a:pt x="14510" y="54359"/>
                </a:cubicBezTo>
                <a:close/>
                <a:moveTo>
                  <a:pt x="27078" y="47737"/>
                </a:moveTo>
                <a:cubicBezTo>
                  <a:pt x="27122" y="47766"/>
                  <a:pt x="27122" y="47766"/>
                  <a:pt x="27122" y="47795"/>
                </a:cubicBezTo>
                <a:lnTo>
                  <a:pt x="27122" y="47810"/>
                </a:lnTo>
                <a:lnTo>
                  <a:pt x="27122" y="47854"/>
                </a:lnTo>
                <a:lnTo>
                  <a:pt x="27122" y="47869"/>
                </a:lnTo>
                <a:lnTo>
                  <a:pt x="27122" y="47898"/>
                </a:lnTo>
                <a:lnTo>
                  <a:pt x="27122" y="47928"/>
                </a:lnTo>
                <a:lnTo>
                  <a:pt x="27122" y="47943"/>
                </a:lnTo>
                <a:lnTo>
                  <a:pt x="27122" y="47957"/>
                </a:lnTo>
                <a:cubicBezTo>
                  <a:pt x="26828" y="49105"/>
                  <a:pt x="26210" y="50371"/>
                  <a:pt x="25180" y="51725"/>
                </a:cubicBezTo>
                <a:cubicBezTo>
                  <a:pt x="23620" y="53785"/>
                  <a:pt x="21192" y="54109"/>
                  <a:pt x="18410" y="54433"/>
                </a:cubicBezTo>
                <a:cubicBezTo>
                  <a:pt x="17586" y="54550"/>
                  <a:pt x="16718" y="54639"/>
                  <a:pt x="15864" y="54800"/>
                </a:cubicBezTo>
                <a:cubicBezTo>
                  <a:pt x="15864" y="54668"/>
                  <a:pt x="15864" y="54550"/>
                  <a:pt x="15835" y="54418"/>
                </a:cubicBezTo>
                <a:cubicBezTo>
                  <a:pt x="16777" y="54212"/>
                  <a:pt x="17719" y="54079"/>
                  <a:pt x="18602" y="53976"/>
                </a:cubicBezTo>
                <a:cubicBezTo>
                  <a:pt x="21324" y="53608"/>
                  <a:pt x="23694" y="53270"/>
                  <a:pt x="25239" y="51239"/>
                </a:cubicBezTo>
                <a:cubicBezTo>
                  <a:pt x="26195" y="49988"/>
                  <a:pt x="26769" y="48826"/>
                  <a:pt x="27078" y="47737"/>
                </a:cubicBezTo>
                <a:close/>
                <a:moveTo>
                  <a:pt x="13421" y="54447"/>
                </a:moveTo>
                <a:cubicBezTo>
                  <a:pt x="13392" y="54550"/>
                  <a:pt x="13377" y="54639"/>
                  <a:pt x="13333" y="54727"/>
                </a:cubicBezTo>
                <a:cubicBezTo>
                  <a:pt x="13245" y="54771"/>
                  <a:pt x="13157" y="54815"/>
                  <a:pt x="13054" y="54859"/>
                </a:cubicBezTo>
                <a:cubicBezTo>
                  <a:pt x="13098" y="54771"/>
                  <a:pt x="13142" y="54668"/>
                  <a:pt x="13157" y="54580"/>
                </a:cubicBezTo>
                <a:cubicBezTo>
                  <a:pt x="13245" y="54550"/>
                  <a:pt x="13333" y="54491"/>
                  <a:pt x="13421" y="54447"/>
                </a:cubicBezTo>
                <a:close/>
                <a:moveTo>
                  <a:pt x="12818" y="54506"/>
                </a:moveTo>
                <a:lnTo>
                  <a:pt x="12818" y="54506"/>
                </a:lnTo>
                <a:cubicBezTo>
                  <a:pt x="12789" y="54580"/>
                  <a:pt x="12744" y="54653"/>
                  <a:pt x="12730" y="54727"/>
                </a:cubicBezTo>
                <a:cubicBezTo>
                  <a:pt x="12656" y="54786"/>
                  <a:pt x="12568" y="54815"/>
                  <a:pt x="12494" y="54874"/>
                </a:cubicBezTo>
                <a:cubicBezTo>
                  <a:pt x="12524" y="54800"/>
                  <a:pt x="12568" y="54727"/>
                  <a:pt x="12597" y="54668"/>
                </a:cubicBezTo>
                <a:cubicBezTo>
                  <a:pt x="12656" y="54624"/>
                  <a:pt x="12744" y="54565"/>
                  <a:pt x="12818" y="54506"/>
                </a:cubicBezTo>
                <a:close/>
                <a:moveTo>
                  <a:pt x="15761" y="54447"/>
                </a:moveTo>
                <a:cubicBezTo>
                  <a:pt x="15791" y="54580"/>
                  <a:pt x="15791" y="54697"/>
                  <a:pt x="15791" y="54815"/>
                </a:cubicBezTo>
                <a:cubicBezTo>
                  <a:pt x="15658" y="54845"/>
                  <a:pt x="15526" y="54874"/>
                  <a:pt x="15393" y="54889"/>
                </a:cubicBezTo>
                <a:lnTo>
                  <a:pt x="15393" y="54521"/>
                </a:lnTo>
                <a:cubicBezTo>
                  <a:pt x="15526" y="54491"/>
                  <a:pt x="15644" y="54462"/>
                  <a:pt x="15761" y="54447"/>
                </a:cubicBezTo>
                <a:close/>
                <a:moveTo>
                  <a:pt x="12009" y="54800"/>
                </a:moveTo>
                <a:lnTo>
                  <a:pt x="12009" y="54800"/>
                </a:lnTo>
                <a:cubicBezTo>
                  <a:pt x="11994" y="54815"/>
                  <a:pt x="11994" y="54845"/>
                  <a:pt x="11979" y="54859"/>
                </a:cubicBezTo>
                <a:cubicBezTo>
                  <a:pt x="11935" y="54874"/>
                  <a:pt x="11906" y="54918"/>
                  <a:pt x="11891" y="54933"/>
                </a:cubicBezTo>
                <a:lnTo>
                  <a:pt x="11891" y="54933"/>
                </a:lnTo>
                <a:cubicBezTo>
                  <a:pt x="11906" y="54918"/>
                  <a:pt x="11920" y="54889"/>
                  <a:pt x="11920" y="54874"/>
                </a:cubicBezTo>
                <a:cubicBezTo>
                  <a:pt x="11965" y="54859"/>
                  <a:pt x="11979" y="54815"/>
                  <a:pt x="12009" y="54800"/>
                </a:cubicBezTo>
                <a:close/>
                <a:moveTo>
                  <a:pt x="14113" y="54506"/>
                </a:moveTo>
                <a:lnTo>
                  <a:pt x="14113" y="54506"/>
                </a:lnTo>
                <a:cubicBezTo>
                  <a:pt x="14098" y="54624"/>
                  <a:pt x="14069" y="54727"/>
                  <a:pt x="14054" y="54815"/>
                </a:cubicBezTo>
                <a:lnTo>
                  <a:pt x="13730" y="54933"/>
                </a:lnTo>
                <a:cubicBezTo>
                  <a:pt x="13745" y="54815"/>
                  <a:pt x="13775" y="54727"/>
                  <a:pt x="13789" y="54624"/>
                </a:cubicBezTo>
                <a:cubicBezTo>
                  <a:pt x="13907" y="54580"/>
                  <a:pt x="13995" y="54550"/>
                  <a:pt x="14113" y="54506"/>
                </a:cubicBezTo>
                <a:close/>
                <a:moveTo>
                  <a:pt x="15320" y="54550"/>
                </a:moveTo>
                <a:lnTo>
                  <a:pt x="15320" y="54918"/>
                </a:lnTo>
                <a:cubicBezTo>
                  <a:pt x="15202" y="54933"/>
                  <a:pt x="15084" y="54962"/>
                  <a:pt x="14952" y="54992"/>
                </a:cubicBezTo>
                <a:cubicBezTo>
                  <a:pt x="14952" y="54874"/>
                  <a:pt x="14981" y="54771"/>
                  <a:pt x="14981" y="54639"/>
                </a:cubicBezTo>
                <a:cubicBezTo>
                  <a:pt x="15084" y="54594"/>
                  <a:pt x="15217" y="54580"/>
                  <a:pt x="15320" y="54550"/>
                </a:cubicBezTo>
                <a:close/>
                <a:moveTo>
                  <a:pt x="12215" y="54742"/>
                </a:moveTo>
                <a:cubicBezTo>
                  <a:pt x="12200" y="54800"/>
                  <a:pt x="12185" y="54845"/>
                  <a:pt x="12141" y="54889"/>
                </a:cubicBezTo>
                <a:cubicBezTo>
                  <a:pt x="12097" y="54918"/>
                  <a:pt x="12082" y="54933"/>
                  <a:pt x="12053" y="54948"/>
                </a:cubicBezTo>
                <a:cubicBezTo>
                  <a:pt x="12009" y="54962"/>
                  <a:pt x="11979" y="55006"/>
                  <a:pt x="11935" y="55021"/>
                </a:cubicBezTo>
                <a:cubicBezTo>
                  <a:pt x="11950" y="54992"/>
                  <a:pt x="11994" y="54948"/>
                  <a:pt x="12038" y="54889"/>
                </a:cubicBezTo>
                <a:cubicBezTo>
                  <a:pt x="12082" y="54845"/>
                  <a:pt x="12141" y="54800"/>
                  <a:pt x="12215" y="54742"/>
                </a:cubicBezTo>
                <a:close/>
                <a:moveTo>
                  <a:pt x="13039" y="54639"/>
                </a:moveTo>
                <a:lnTo>
                  <a:pt x="13039" y="54639"/>
                </a:lnTo>
                <a:cubicBezTo>
                  <a:pt x="13024" y="54727"/>
                  <a:pt x="12995" y="54815"/>
                  <a:pt x="12951" y="54918"/>
                </a:cubicBezTo>
                <a:cubicBezTo>
                  <a:pt x="12862" y="54948"/>
                  <a:pt x="12774" y="55006"/>
                  <a:pt x="12671" y="55036"/>
                </a:cubicBezTo>
                <a:cubicBezTo>
                  <a:pt x="12715" y="54948"/>
                  <a:pt x="12744" y="54874"/>
                  <a:pt x="12789" y="54786"/>
                </a:cubicBezTo>
                <a:cubicBezTo>
                  <a:pt x="12877" y="54727"/>
                  <a:pt x="12965" y="54697"/>
                  <a:pt x="13039" y="54639"/>
                </a:cubicBezTo>
                <a:close/>
                <a:moveTo>
                  <a:pt x="13701" y="54653"/>
                </a:moveTo>
                <a:lnTo>
                  <a:pt x="13701" y="54653"/>
                </a:lnTo>
                <a:cubicBezTo>
                  <a:pt x="13686" y="54771"/>
                  <a:pt x="13657" y="54859"/>
                  <a:pt x="13627" y="54962"/>
                </a:cubicBezTo>
                <a:cubicBezTo>
                  <a:pt x="13524" y="55006"/>
                  <a:pt x="13421" y="55036"/>
                  <a:pt x="13318" y="55080"/>
                </a:cubicBezTo>
                <a:cubicBezTo>
                  <a:pt x="13363" y="54992"/>
                  <a:pt x="13377" y="54874"/>
                  <a:pt x="13407" y="54786"/>
                </a:cubicBezTo>
                <a:cubicBezTo>
                  <a:pt x="13510" y="54742"/>
                  <a:pt x="13613" y="54697"/>
                  <a:pt x="13701" y="54653"/>
                </a:cubicBezTo>
                <a:close/>
                <a:moveTo>
                  <a:pt x="12435" y="54771"/>
                </a:moveTo>
                <a:lnTo>
                  <a:pt x="12435" y="54771"/>
                </a:lnTo>
                <a:cubicBezTo>
                  <a:pt x="12421" y="54845"/>
                  <a:pt x="12377" y="54889"/>
                  <a:pt x="12347" y="54948"/>
                </a:cubicBezTo>
                <a:cubicBezTo>
                  <a:pt x="12274" y="55006"/>
                  <a:pt x="12185" y="55065"/>
                  <a:pt x="12112" y="55095"/>
                </a:cubicBezTo>
                <a:cubicBezTo>
                  <a:pt x="12141" y="55036"/>
                  <a:pt x="12156" y="54992"/>
                  <a:pt x="12200" y="54933"/>
                </a:cubicBezTo>
                <a:cubicBezTo>
                  <a:pt x="12274" y="54874"/>
                  <a:pt x="12362" y="54815"/>
                  <a:pt x="12435" y="54771"/>
                </a:cubicBezTo>
                <a:close/>
                <a:moveTo>
                  <a:pt x="14908" y="54653"/>
                </a:moveTo>
                <a:cubicBezTo>
                  <a:pt x="14908" y="54771"/>
                  <a:pt x="14878" y="54889"/>
                  <a:pt x="14878" y="55006"/>
                </a:cubicBezTo>
                <a:cubicBezTo>
                  <a:pt x="14761" y="55036"/>
                  <a:pt x="14643" y="55065"/>
                  <a:pt x="14510" y="55095"/>
                </a:cubicBezTo>
                <a:cubicBezTo>
                  <a:pt x="14510" y="54992"/>
                  <a:pt x="14525" y="54874"/>
                  <a:pt x="14555" y="54742"/>
                </a:cubicBezTo>
                <a:cubicBezTo>
                  <a:pt x="14658" y="54712"/>
                  <a:pt x="14790" y="54668"/>
                  <a:pt x="14908" y="54653"/>
                </a:cubicBezTo>
                <a:close/>
                <a:moveTo>
                  <a:pt x="14452" y="54786"/>
                </a:moveTo>
                <a:lnTo>
                  <a:pt x="14452" y="54786"/>
                </a:lnTo>
                <a:cubicBezTo>
                  <a:pt x="14437" y="54889"/>
                  <a:pt x="14437" y="55021"/>
                  <a:pt x="14422" y="55139"/>
                </a:cubicBezTo>
                <a:cubicBezTo>
                  <a:pt x="14304" y="55168"/>
                  <a:pt x="14187" y="55183"/>
                  <a:pt x="14069" y="55227"/>
                </a:cubicBezTo>
                <a:cubicBezTo>
                  <a:pt x="14098" y="55139"/>
                  <a:pt x="14098" y="55065"/>
                  <a:pt x="14113" y="54962"/>
                </a:cubicBezTo>
                <a:cubicBezTo>
                  <a:pt x="14113" y="54948"/>
                  <a:pt x="14113" y="54918"/>
                  <a:pt x="14128" y="54889"/>
                </a:cubicBezTo>
                <a:lnTo>
                  <a:pt x="14452" y="54786"/>
                </a:lnTo>
                <a:close/>
                <a:moveTo>
                  <a:pt x="12671" y="54859"/>
                </a:moveTo>
                <a:lnTo>
                  <a:pt x="12671" y="54859"/>
                </a:lnTo>
                <a:cubicBezTo>
                  <a:pt x="12641" y="54933"/>
                  <a:pt x="12597" y="55021"/>
                  <a:pt x="12583" y="55095"/>
                </a:cubicBezTo>
                <a:cubicBezTo>
                  <a:pt x="12494" y="55154"/>
                  <a:pt x="12406" y="55183"/>
                  <a:pt x="12303" y="55242"/>
                </a:cubicBezTo>
                <a:cubicBezTo>
                  <a:pt x="12347" y="55168"/>
                  <a:pt x="12377" y="55095"/>
                  <a:pt x="12421" y="55006"/>
                </a:cubicBezTo>
                <a:cubicBezTo>
                  <a:pt x="12494" y="54962"/>
                  <a:pt x="12583" y="54918"/>
                  <a:pt x="12671" y="54859"/>
                </a:cubicBezTo>
                <a:close/>
                <a:moveTo>
                  <a:pt x="13318" y="54845"/>
                </a:moveTo>
                <a:lnTo>
                  <a:pt x="13318" y="54845"/>
                </a:lnTo>
                <a:cubicBezTo>
                  <a:pt x="13289" y="54933"/>
                  <a:pt x="13260" y="55036"/>
                  <a:pt x="13245" y="55139"/>
                </a:cubicBezTo>
                <a:cubicBezTo>
                  <a:pt x="13142" y="55168"/>
                  <a:pt x="13039" y="55227"/>
                  <a:pt x="12936" y="55257"/>
                </a:cubicBezTo>
                <a:cubicBezTo>
                  <a:pt x="12951" y="55154"/>
                  <a:pt x="12995" y="55065"/>
                  <a:pt x="13024" y="54962"/>
                </a:cubicBezTo>
                <a:cubicBezTo>
                  <a:pt x="13112" y="54918"/>
                  <a:pt x="13230" y="54874"/>
                  <a:pt x="13318" y="54845"/>
                </a:cubicBezTo>
                <a:close/>
                <a:moveTo>
                  <a:pt x="11832" y="55065"/>
                </a:moveTo>
                <a:lnTo>
                  <a:pt x="11832" y="55065"/>
                </a:lnTo>
                <a:cubicBezTo>
                  <a:pt x="11817" y="55095"/>
                  <a:pt x="11788" y="55139"/>
                  <a:pt x="11758" y="55168"/>
                </a:cubicBezTo>
                <a:cubicBezTo>
                  <a:pt x="11714" y="55183"/>
                  <a:pt x="11700" y="55227"/>
                  <a:pt x="11655" y="55242"/>
                </a:cubicBezTo>
                <a:cubicBezTo>
                  <a:pt x="11641" y="55257"/>
                  <a:pt x="11611" y="55286"/>
                  <a:pt x="11582" y="55301"/>
                </a:cubicBezTo>
                <a:cubicBezTo>
                  <a:pt x="11626" y="55257"/>
                  <a:pt x="11670" y="55227"/>
                  <a:pt x="11685" y="55183"/>
                </a:cubicBezTo>
                <a:cubicBezTo>
                  <a:pt x="11729" y="55154"/>
                  <a:pt x="11788" y="55095"/>
                  <a:pt x="11832" y="55065"/>
                </a:cubicBezTo>
                <a:close/>
                <a:moveTo>
                  <a:pt x="14040" y="54903"/>
                </a:moveTo>
                <a:lnTo>
                  <a:pt x="14040" y="54948"/>
                </a:lnTo>
                <a:cubicBezTo>
                  <a:pt x="14025" y="55036"/>
                  <a:pt x="14025" y="55154"/>
                  <a:pt x="13995" y="55242"/>
                </a:cubicBezTo>
                <a:cubicBezTo>
                  <a:pt x="13892" y="55271"/>
                  <a:pt x="13775" y="55316"/>
                  <a:pt x="13657" y="55360"/>
                </a:cubicBezTo>
                <a:cubicBezTo>
                  <a:pt x="13657" y="55316"/>
                  <a:pt x="13672" y="55257"/>
                  <a:pt x="13672" y="55227"/>
                </a:cubicBezTo>
                <a:cubicBezTo>
                  <a:pt x="13686" y="55154"/>
                  <a:pt x="13686" y="55095"/>
                  <a:pt x="13701" y="55021"/>
                </a:cubicBezTo>
                <a:lnTo>
                  <a:pt x="14040" y="54903"/>
                </a:lnTo>
                <a:close/>
                <a:moveTo>
                  <a:pt x="12053" y="55065"/>
                </a:moveTo>
                <a:cubicBezTo>
                  <a:pt x="12009" y="55109"/>
                  <a:pt x="11994" y="55168"/>
                  <a:pt x="11950" y="55213"/>
                </a:cubicBezTo>
                <a:lnTo>
                  <a:pt x="11729" y="55374"/>
                </a:lnTo>
                <a:cubicBezTo>
                  <a:pt x="11773" y="55316"/>
                  <a:pt x="11788" y="55286"/>
                  <a:pt x="11832" y="55227"/>
                </a:cubicBezTo>
                <a:lnTo>
                  <a:pt x="12053" y="55065"/>
                </a:lnTo>
                <a:close/>
                <a:moveTo>
                  <a:pt x="12921" y="55006"/>
                </a:moveTo>
                <a:lnTo>
                  <a:pt x="12921" y="55006"/>
                </a:lnTo>
                <a:cubicBezTo>
                  <a:pt x="12877" y="55095"/>
                  <a:pt x="12862" y="55183"/>
                  <a:pt x="12818" y="55286"/>
                </a:cubicBezTo>
                <a:cubicBezTo>
                  <a:pt x="12730" y="55316"/>
                  <a:pt x="12627" y="55374"/>
                  <a:pt x="12524" y="55404"/>
                </a:cubicBezTo>
                <a:cubicBezTo>
                  <a:pt x="12568" y="55330"/>
                  <a:pt x="12597" y="55242"/>
                  <a:pt x="12641" y="55154"/>
                </a:cubicBezTo>
                <a:cubicBezTo>
                  <a:pt x="12730" y="55095"/>
                  <a:pt x="12818" y="55065"/>
                  <a:pt x="12921" y="55006"/>
                </a:cubicBezTo>
                <a:close/>
                <a:moveTo>
                  <a:pt x="12288" y="55095"/>
                </a:moveTo>
                <a:lnTo>
                  <a:pt x="12288" y="55095"/>
                </a:lnTo>
                <a:cubicBezTo>
                  <a:pt x="12259" y="55168"/>
                  <a:pt x="12215" y="55242"/>
                  <a:pt x="12200" y="55316"/>
                </a:cubicBezTo>
                <a:cubicBezTo>
                  <a:pt x="12112" y="55374"/>
                  <a:pt x="12009" y="55433"/>
                  <a:pt x="11935" y="55477"/>
                </a:cubicBezTo>
                <a:cubicBezTo>
                  <a:pt x="11979" y="55404"/>
                  <a:pt x="12009" y="55360"/>
                  <a:pt x="12053" y="55271"/>
                </a:cubicBezTo>
                <a:cubicBezTo>
                  <a:pt x="12112" y="55213"/>
                  <a:pt x="12200" y="55154"/>
                  <a:pt x="12288" y="55095"/>
                </a:cubicBezTo>
                <a:close/>
                <a:moveTo>
                  <a:pt x="13613" y="55065"/>
                </a:moveTo>
                <a:lnTo>
                  <a:pt x="13613" y="55065"/>
                </a:lnTo>
                <a:cubicBezTo>
                  <a:pt x="13598" y="55109"/>
                  <a:pt x="13598" y="55154"/>
                  <a:pt x="13583" y="55213"/>
                </a:cubicBezTo>
                <a:cubicBezTo>
                  <a:pt x="13554" y="55257"/>
                  <a:pt x="13554" y="55316"/>
                  <a:pt x="13554" y="55374"/>
                </a:cubicBezTo>
                <a:lnTo>
                  <a:pt x="13230" y="55477"/>
                </a:lnTo>
                <a:cubicBezTo>
                  <a:pt x="13245" y="55389"/>
                  <a:pt x="13260" y="55286"/>
                  <a:pt x="13304" y="55183"/>
                </a:cubicBezTo>
                <a:cubicBezTo>
                  <a:pt x="13407" y="55154"/>
                  <a:pt x="13524" y="55109"/>
                  <a:pt x="13613" y="55065"/>
                </a:cubicBezTo>
                <a:close/>
                <a:moveTo>
                  <a:pt x="11420" y="55404"/>
                </a:moveTo>
                <a:lnTo>
                  <a:pt x="11420" y="55404"/>
                </a:lnTo>
                <a:cubicBezTo>
                  <a:pt x="11405" y="55433"/>
                  <a:pt x="11391" y="55463"/>
                  <a:pt x="11376" y="55477"/>
                </a:cubicBezTo>
                <a:cubicBezTo>
                  <a:pt x="11332" y="55507"/>
                  <a:pt x="11302" y="55536"/>
                  <a:pt x="11258" y="55551"/>
                </a:cubicBezTo>
                <a:cubicBezTo>
                  <a:pt x="11317" y="55522"/>
                  <a:pt x="11317" y="55507"/>
                  <a:pt x="11332" y="55477"/>
                </a:cubicBezTo>
                <a:cubicBezTo>
                  <a:pt x="11376" y="55463"/>
                  <a:pt x="11405" y="55433"/>
                  <a:pt x="11420" y="55404"/>
                </a:cubicBezTo>
                <a:close/>
                <a:moveTo>
                  <a:pt x="12524" y="55227"/>
                </a:moveTo>
                <a:lnTo>
                  <a:pt x="12524" y="55227"/>
                </a:lnTo>
                <a:cubicBezTo>
                  <a:pt x="12494" y="55316"/>
                  <a:pt x="12465" y="55389"/>
                  <a:pt x="12435" y="55477"/>
                </a:cubicBezTo>
                <a:cubicBezTo>
                  <a:pt x="12318" y="55522"/>
                  <a:pt x="12229" y="55580"/>
                  <a:pt x="12141" y="55625"/>
                </a:cubicBezTo>
                <a:cubicBezTo>
                  <a:pt x="12185" y="55536"/>
                  <a:pt x="12215" y="55463"/>
                  <a:pt x="12244" y="55374"/>
                </a:cubicBezTo>
                <a:cubicBezTo>
                  <a:pt x="12347" y="55316"/>
                  <a:pt x="12435" y="55257"/>
                  <a:pt x="12524" y="55227"/>
                </a:cubicBezTo>
                <a:close/>
                <a:moveTo>
                  <a:pt x="11641" y="55374"/>
                </a:moveTo>
                <a:lnTo>
                  <a:pt x="11641" y="55374"/>
                </a:lnTo>
                <a:cubicBezTo>
                  <a:pt x="11626" y="55404"/>
                  <a:pt x="11582" y="55463"/>
                  <a:pt x="11567" y="55507"/>
                </a:cubicBezTo>
                <a:cubicBezTo>
                  <a:pt x="11494" y="55551"/>
                  <a:pt x="11420" y="55610"/>
                  <a:pt x="11346" y="55654"/>
                </a:cubicBezTo>
                <a:cubicBezTo>
                  <a:pt x="11391" y="55610"/>
                  <a:pt x="11405" y="55551"/>
                  <a:pt x="11449" y="55522"/>
                </a:cubicBezTo>
                <a:cubicBezTo>
                  <a:pt x="11523" y="55463"/>
                  <a:pt x="11567" y="55404"/>
                  <a:pt x="11641" y="55374"/>
                </a:cubicBezTo>
                <a:close/>
                <a:moveTo>
                  <a:pt x="13215" y="55227"/>
                </a:moveTo>
                <a:lnTo>
                  <a:pt x="13215" y="55227"/>
                </a:lnTo>
                <a:cubicBezTo>
                  <a:pt x="13186" y="55301"/>
                  <a:pt x="13171" y="55389"/>
                  <a:pt x="13157" y="55463"/>
                </a:cubicBezTo>
                <a:cubicBezTo>
                  <a:pt x="13157" y="55477"/>
                  <a:pt x="13157" y="55507"/>
                  <a:pt x="13142" y="55522"/>
                </a:cubicBezTo>
                <a:cubicBezTo>
                  <a:pt x="13024" y="55551"/>
                  <a:pt x="12921" y="55595"/>
                  <a:pt x="12803" y="55654"/>
                </a:cubicBezTo>
                <a:cubicBezTo>
                  <a:pt x="12847" y="55551"/>
                  <a:pt x="12862" y="55448"/>
                  <a:pt x="12892" y="55360"/>
                </a:cubicBezTo>
                <a:cubicBezTo>
                  <a:pt x="13009" y="55316"/>
                  <a:pt x="13098" y="55257"/>
                  <a:pt x="13215" y="55227"/>
                </a:cubicBezTo>
                <a:close/>
                <a:moveTo>
                  <a:pt x="11876" y="55374"/>
                </a:moveTo>
                <a:lnTo>
                  <a:pt x="11876" y="55374"/>
                </a:lnTo>
                <a:cubicBezTo>
                  <a:pt x="11847" y="55433"/>
                  <a:pt x="11832" y="55507"/>
                  <a:pt x="11788" y="55551"/>
                </a:cubicBezTo>
                <a:cubicBezTo>
                  <a:pt x="11700" y="55610"/>
                  <a:pt x="11626" y="55669"/>
                  <a:pt x="11538" y="55728"/>
                </a:cubicBezTo>
                <a:cubicBezTo>
                  <a:pt x="11567" y="55669"/>
                  <a:pt x="11582" y="55610"/>
                  <a:pt x="11626" y="55551"/>
                </a:cubicBezTo>
                <a:cubicBezTo>
                  <a:pt x="11641" y="55536"/>
                  <a:pt x="11670" y="55522"/>
                  <a:pt x="11685" y="55522"/>
                </a:cubicBezTo>
                <a:cubicBezTo>
                  <a:pt x="11758" y="55463"/>
                  <a:pt x="11817" y="55433"/>
                  <a:pt x="11876" y="55374"/>
                </a:cubicBezTo>
                <a:close/>
                <a:moveTo>
                  <a:pt x="12803" y="55389"/>
                </a:moveTo>
                <a:lnTo>
                  <a:pt x="12803" y="55389"/>
                </a:lnTo>
                <a:cubicBezTo>
                  <a:pt x="12774" y="55477"/>
                  <a:pt x="12744" y="55595"/>
                  <a:pt x="12730" y="55683"/>
                </a:cubicBezTo>
                <a:cubicBezTo>
                  <a:pt x="12627" y="55728"/>
                  <a:pt x="12509" y="55772"/>
                  <a:pt x="12406" y="55816"/>
                </a:cubicBezTo>
                <a:cubicBezTo>
                  <a:pt x="12435" y="55728"/>
                  <a:pt x="12450" y="55625"/>
                  <a:pt x="12494" y="55536"/>
                </a:cubicBezTo>
                <a:cubicBezTo>
                  <a:pt x="12597" y="55477"/>
                  <a:pt x="12686" y="55448"/>
                  <a:pt x="12803" y="55389"/>
                </a:cubicBezTo>
                <a:close/>
                <a:moveTo>
                  <a:pt x="12126" y="55448"/>
                </a:moveTo>
                <a:cubicBezTo>
                  <a:pt x="12082" y="55522"/>
                  <a:pt x="12053" y="55610"/>
                  <a:pt x="12038" y="55683"/>
                </a:cubicBezTo>
                <a:cubicBezTo>
                  <a:pt x="11935" y="55728"/>
                  <a:pt x="11847" y="55772"/>
                  <a:pt x="11744" y="55831"/>
                </a:cubicBezTo>
                <a:lnTo>
                  <a:pt x="11847" y="55610"/>
                </a:lnTo>
                <a:lnTo>
                  <a:pt x="12126" y="55448"/>
                </a:lnTo>
                <a:close/>
                <a:moveTo>
                  <a:pt x="11258" y="55669"/>
                </a:moveTo>
                <a:cubicBezTo>
                  <a:pt x="11243" y="55698"/>
                  <a:pt x="11199" y="55742"/>
                  <a:pt x="11185" y="55772"/>
                </a:cubicBezTo>
                <a:cubicBezTo>
                  <a:pt x="11126" y="55816"/>
                  <a:pt x="11082" y="55875"/>
                  <a:pt x="11023" y="55904"/>
                </a:cubicBezTo>
                <a:cubicBezTo>
                  <a:pt x="11037" y="55875"/>
                  <a:pt x="11052" y="55831"/>
                  <a:pt x="11096" y="55801"/>
                </a:cubicBezTo>
                <a:cubicBezTo>
                  <a:pt x="11155" y="55757"/>
                  <a:pt x="11199" y="55728"/>
                  <a:pt x="11258" y="55669"/>
                </a:cubicBezTo>
                <a:close/>
                <a:moveTo>
                  <a:pt x="11479" y="55669"/>
                </a:moveTo>
                <a:lnTo>
                  <a:pt x="11479" y="55669"/>
                </a:lnTo>
                <a:cubicBezTo>
                  <a:pt x="11449" y="55728"/>
                  <a:pt x="11420" y="55772"/>
                  <a:pt x="11391" y="55816"/>
                </a:cubicBezTo>
                <a:cubicBezTo>
                  <a:pt x="11332" y="55845"/>
                  <a:pt x="11273" y="55889"/>
                  <a:pt x="11214" y="55948"/>
                </a:cubicBezTo>
                <a:cubicBezTo>
                  <a:pt x="11199" y="55963"/>
                  <a:pt x="11170" y="55978"/>
                  <a:pt x="11140" y="55992"/>
                </a:cubicBezTo>
                <a:cubicBezTo>
                  <a:pt x="11185" y="55948"/>
                  <a:pt x="11199" y="55889"/>
                  <a:pt x="11243" y="55845"/>
                </a:cubicBezTo>
                <a:cubicBezTo>
                  <a:pt x="11317" y="55801"/>
                  <a:pt x="11391" y="55728"/>
                  <a:pt x="11479" y="55669"/>
                </a:cubicBezTo>
                <a:close/>
                <a:moveTo>
                  <a:pt x="12377" y="55595"/>
                </a:moveTo>
                <a:lnTo>
                  <a:pt x="12377" y="55595"/>
                </a:lnTo>
                <a:cubicBezTo>
                  <a:pt x="12347" y="55683"/>
                  <a:pt x="12318" y="55772"/>
                  <a:pt x="12288" y="55875"/>
                </a:cubicBezTo>
                <a:cubicBezTo>
                  <a:pt x="12185" y="55919"/>
                  <a:pt x="12082" y="55963"/>
                  <a:pt x="11979" y="56022"/>
                </a:cubicBezTo>
                <a:cubicBezTo>
                  <a:pt x="12038" y="55904"/>
                  <a:pt x="12068" y="55831"/>
                  <a:pt x="12082" y="55742"/>
                </a:cubicBezTo>
                <a:cubicBezTo>
                  <a:pt x="12185" y="55683"/>
                  <a:pt x="12288" y="55625"/>
                  <a:pt x="12377" y="55595"/>
                </a:cubicBezTo>
                <a:close/>
                <a:moveTo>
                  <a:pt x="11714" y="55683"/>
                </a:moveTo>
                <a:lnTo>
                  <a:pt x="11714" y="55683"/>
                </a:lnTo>
                <a:cubicBezTo>
                  <a:pt x="11685" y="55757"/>
                  <a:pt x="11641" y="55831"/>
                  <a:pt x="11626" y="55904"/>
                </a:cubicBezTo>
                <a:lnTo>
                  <a:pt x="11346" y="56066"/>
                </a:lnTo>
                <a:cubicBezTo>
                  <a:pt x="11391" y="55992"/>
                  <a:pt x="11420" y="55934"/>
                  <a:pt x="11449" y="55860"/>
                </a:cubicBezTo>
                <a:cubicBezTo>
                  <a:pt x="11538" y="55816"/>
                  <a:pt x="11626" y="55757"/>
                  <a:pt x="11714" y="55683"/>
                </a:cubicBezTo>
                <a:close/>
                <a:moveTo>
                  <a:pt x="10861" y="55963"/>
                </a:moveTo>
                <a:cubicBezTo>
                  <a:pt x="10831" y="55992"/>
                  <a:pt x="10817" y="56022"/>
                  <a:pt x="10802" y="56051"/>
                </a:cubicBezTo>
                <a:cubicBezTo>
                  <a:pt x="10758" y="56095"/>
                  <a:pt x="10714" y="56125"/>
                  <a:pt x="10669" y="56140"/>
                </a:cubicBezTo>
                <a:cubicBezTo>
                  <a:pt x="10684" y="56125"/>
                  <a:pt x="10714" y="56110"/>
                  <a:pt x="10728" y="56066"/>
                </a:cubicBezTo>
                <a:cubicBezTo>
                  <a:pt x="10758" y="56037"/>
                  <a:pt x="10817" y="55992"/>
                  <a:pt x="10861" y="55963"/>
                </a:cubicBezTo>
                <a:close/>
                <a:moveTo>
                  <a:pt x="11994" y="55801"/>
                </a:moveTo>
                <a:cubicBezTo>
                  <a:pt x="11950" y="55889"/>
                  <a:pt x="11935" y="55963"/>
                  <a:pt x="11906" y="56051"/>
                </a:cubicBezTo>
                <a:cubicBezTo>
                  <a:pt x="11788" y="56110"/>
                  <a:pt x="11700" y="56169"/>
                  <a:pt x="11582" y="56199"/>
                </a:cubicBezTo>
                <a:cubicBezTo>
                  <a:pt x="11626" y="56125"/>
                  <a:pt x="11670" y="56037"/>
                  <a:pt x="11700" y="55963"/>
                </a:cubicBezTo>
                <a:cubicBezTo>
                  <a:pt x="11788" y="55904"/>
                  <a:pt x="11891" y="55845"/>
                  <a:pt x="11994" y="55801"/>
                </a:cubicBezTo>
                <a:close/>
                <a:moveTo>
                  <a:pt x="11052" y="55978"/>
                </a:moveTo>
                <a:cubicBezTo>
                  <a:pt x="11023" y="56037"/>
                  <a:pt x="10993" y="56066"/>
                  <a:pt x="10964" y="56125"/>
                </a:cubicBezTo>
                <a:cubicBezTo>
                  <a:pt x="10890" y="56184"/>
                  <a:pt x="10817" y="56213"/>
                  <a:pt x="10743" y="56272"/>
                </a:cubicBezTo>
                <a:cubicBezTo>
                  <a:pt x="10787" y="56213"/>
                  <a:pt x="10817" y="56169"/>
                  <a:pt x="10846" y="56125"/>
                </a:cubicBezTo>
                <a:cubicBezTo>
                  <a:pt x="10934" y="56066"/>
                  <a:pt x="10993" y="56037"/>
                  <a:pt x="11052" y="55978"/>
                </a:cubicBezTo>
                <a:close/>
                <a:moveTo>
                  <a:pt x="11309" y="55989"/>
                </a:moveTo>
                <a:cubicBezTo>
                  <a:pt x="11271" y="56044"/>
                  <a:pt x="11255" y="56100"/>
                  <a:pt x="11214" y="56169"/>
                </a:cubicBezTo>
                <a:cubicBezTo>
                  <a:pt x="11126" y="56213"/>
                  <a:pt x="11037" y="56287"/>
                  <a:pt x="10949" y="56346"/>
                </a:cubicBezTo>
                <a:cubicBezTo>
                  <a:pt x="10964" y="56287"/>
                  <a:pt x="11008" y="56243"/>
                  <a:pt x="11037" y="56184"/>
                </a:cubicBezTo>
                <a:cubicBezTo>
                  <a:pt x="11111" y="56125"/>
                  <a:pt x="11199" y="56066"/>
                  <a:pt x="11273" y="56022"/>
                </a:cubicBezTo>
                <a:cubicBezTo>
                  <a:pt x="11283" y="56002"/>
                  <a:pt x="11299" y="55996"/>
                  <a:pt x="11309" y="55989"/>
                </a:cubicBezTo>
                <a:close/>
                <a:moveTo>
                  <a:pt x="10449" y="56316"/>
                </a:moveTo>
                <a:cubicBezTo>
                  <a:pt x="10449" y="56331"/>
                  <a:pt x="10434" y="56331"/>
                  <a:pt x="10434" y="56346"/>
                </a:cubicBezTo>
                <a:cubicBezTo>
                  <a:pt x="10419" y="56360"/>
                  <a:pt x="10390" y="56360"/>
                  <a:pt x="10375" y="56390"/>
                </a:cubicBezTo>
                <a:cubicBezTo>
                  <a:pt x="10375" y="56360"/>
                  <a:pt x="10375" y="56360"/>
                  <a:pt x="10390" y="56346"/>
                </a:cubicBezTo>
                <a:cubicBezTo>
                  <a:pt x="10405" y="56331"/>
                  <a:pt x="10434" y="56331"/>
                  <a:pt x="10449" y="56316"/>
                </a:cubicBezTo>
                <a:close/>
                <a:moveTo>
                  <a:pt x="11567" y="56037"/>
                </a:moveTo>
                <a:cubicBezTo>
                  <a:pt x="11538" y="56110"/>
                  <a:pt x="11494" y="56199"/>
                  <a:pt x="11479" y="56272"/>
                </a:cubicBezTo>
                <a:cubicBezTo>
                  <a:pt x="11376" y="56331"/>
                  <a:pt x="11273" y="56390"/>
                  <a:pt x="11170" y="56434"/>
                </a:cubicBezTo>
                <a:lnTo>
                  <a:pt x="11273" y="56213"/>
                </a:lnTo>
                <a:cubicBezTo>
                  <a:pt x="11376" y="56140"/>
                  <a:pt x="11479" y="56095"/>
                  <a:pt x="11567" y="56037"/>
                </a:cubicBezTo>
                <a:close/>
                <a:moveTo>
                  <a:pt x="10655" y="56272"/>
                </a:moveTo>
                <a:cubicBezTo>
                  <a:pt x="10611" y="56316"/>
                  <a:pt x="10596" y="56360"/>
                  <a:pt x="10566" y="56405"/>
                </a:cubicBezTo>
                <a:cubicBezTo>
                  <a:pt x="10478" y="56434"/>
                  <a:pt x="10434" y="56493"/>
                  <a:pt x="10360" y="56537"/>
                </a:cubicBezTo>
                <a:cubicBezTo>
                  <a:pt x="10390" y="56493"/>
                  <a:pt x="10434" y="56434"/>
                  <a:pt x="10463" y="56405"/>
                </a:cubicBezTo>
                <a:cubicBezTo>
                  <a:pt x="10522" y="56360"/>
                  <a:pt x="10596" y="56316"/>
                  <a:pt x="10655" y="56272"/>
                </a:cubicBezTo>
                <a:close/>
                <a:moveTo>
                  <a:pt x="10875" y="56287"/>
                </a:moveTo>
                <a:cubicBezTo>
                  <a:pt x="10831" y="56346"/>
                  <a:pt x="10817" y="56405"/>
                  <a:pt x="10787" y="56463"/>
                </a:cubicBezTo>
                <a:cubicBezTo>
                  <a:pt x="10684" y="56508"/>
                  <a:pt x="10596" y="56581"/>
                  <a:pt x="10508" y="56640"/>
                </a:cubicBezTo>
                <a:lnTo>
                  <a:pt x="10611" y="56478"/>
                </a:lnTo>
                <a:cubicBezTo>
                  <a:pt x="10714" y="56405"/>
                  <a:pt x="10802" y="56346"/>
                  <a:pt x="10875" y="56287"/>
                </a:cubicBezTo>
                <a:close/>
                <a:moveTo>
                  <a:pt x="11155" y="56287"/>
                </a:moveTo>
                <a:lnTo>
                  <a:pt x="11155" y="56287"/>
                </a:lnTo>
                <a:cubicBezTo>
                  <a:pt x="11111" y="56360"/>
                  <a:pt x="11096" y="56419"/>
                  <a:pt x="11052" y="56493"/>
                </a:cubicBezTo>
                <a:cubicBezTo>
                  <a:pt x="10949" y="56552"/>
                  <a:pt x="10861" y="56625"/>
                  <a:pt x="10743" y="56684"/>
                </a:cubicBezTo>
                <a:cubicBezTo>
                  <a:pt x="10787" y="56625"/>
                  <a:pt x="10802" y="56552"/>
                  <a:pt x="10831" y="56493"/>
                </a:cubicBezTo>
                <a:cubicBezTo>
                  <a:pt x="10949" y="56434"/>
                  <a:pt x="11052" y="56360"/>
                  <a:pt x="11155" y="56287"/>
                </a:cubicBezTo>
                <a:close/>
                <a:moveTo>
                  <a:pt x="10243" y="56552"/>
                </a:moveTo>
                <a:cubicBezTo>
                  <a:pt x="10228" y="56581"/>
                  <a:pt x="10199" y="56625"/>
                  <a:pt x="10169" y="56655"/>
                </a:cubicBezTo>
                <a:cubicBezTo>
                  <a:pt x="10140" y="56699"/>
                  <a:pt x="10081" y="56714"/>
                  <a:pt x="10037" y="56758"/>
                </a:cubicBezTo>
                <a:lnTo>
                  <a:pt x="10022" y="56772"/>
                </a:lnTo>
                <a:cubicBezTo>
                  <a:pt x="10051" y="56728"/>
                  <a:pt x="10081" y="56699"/>
                  <a:pt x="10110" y="56655"/>
                </a:cubicBezTo>
                <a:cubicBezTo>
                  <a:pt x="10154" y="56625"/>
                  <a:pt x="10213" y="56581"/>
                  <a:pt x="10243" y="56552"/>
                </a:cubicBezTo>
                <a:close/>
                <a:moveTo>
                  <a:pt x="10449" y="56581"/>
                </a:moveTo>
                <a:lnTo>
                  <a:pt x="10449" y="56581"/>
                </a:lnTo>
                <a:cubicBezTo>
                  <a:pt x="10434" y="56625"/>
                  <a:pt x="10390" y="56684"/>
                  <a:pt x="10360" y="56728"/>
                </a:cubicBezTo>
                <a:cubicBezTo>
                  <a:pt x="10287" y="56787"/>
                  <a:pt x="10199" y="56846"/>
                  <a:pt x="10096" y="56905"/>
                </a:cubicBezTo>
                <a:cubicBezTo>
                  <a:pt x="10140" y="56846"/>
                  <a:pt x="10169" y="56787"/>
                  <a:pt x="10228" y="56728"/>
                </a:cubicBezTo>
                <a:cubicBezTo>
                  <a:pt x="10302" y="56684"/>
                  <a:pt x="10375" y="56625"/>
                  <a:pt x="10449" y="56581"/>
                </a:cubicBezTo>
                <a:close/>
                <a:moveTo>
                  <a:pt x="10699" y="56581"/>
                </a:moveTo>
                <a:lnTo>
                  <a:pt x="10699" y="56581"/>
                </a:lnTo>
                <a:cubicBezTo>
                  <a:pt x="10669" y="56655"/>
                  <a:pt x="10655" y="56714"/>
                  <a:pt x="10611" y="56772"/>
                </a:cubicBezTo>
                <a:cubicBezTo>
                  <a:pt x="10522" y="56831"/>
                  <a:pt x="10449" y="56875"/>
                  <a:pt x="10360" y="56934"/>
                </a:cubicBezTo>
                <a:cubicBezTo>
                  <a:pt x="10349" y="56946"/>
                  <a:pt x="10327" y="56948"/>
                  <a:pt x="10312" y="56964"/>
                </a:cubicBezTo>
                <a:lnTo>
                  <a:pt x="10312" y="56964"/>
                </a:lnTo>
                <a:cubicBezTo>
                  <a:pt x="10350" y="56908"/>
                  <a:pt x="10378" y="56841"/>
                  <a:pt x="10405" y="56787"/>
                </a:cubicBezTo>
                <a:cubicBezTo>
                  <a:pt x="10508" y="56714"/>
                  <a:pt x="10611" y="56655"/>
                  <a:pt x="10699" y="56581"/>
                </a:cubicBezTo>
                <a:close/>
                <a:moveTo>
                  <a:pt x="9831" y="56876"/>
                </a:moveTo>
                <a:lnTo>
                  <a:pt x="9831" y="56876"/>
                </a:lnTo>
                <a:cubicBezTo>
                  <a:pt x="9801" y="56905"/>
                  <a:pt x="9786" y="56920"/>
                  <a:pt x="9786" y="56934"/>
                </a:cubicBezTo>
                <a:cubicBezTo>
                  <a:pt x="9772" y="56949"/>
                  <a:pt x="9728" y="56978"/>
                  <a:pt x="9713" y="56993"/>
                </a:cubicBezTo>
                <a:cubicBezTo>
                  <a:pt x="9728" y="56978"/>
                  <a:pt x="9728" y="56949"/>
                  <a:pt x="9742" y="56934"/>
                </a:cubicBezTo>
                <a:cubicBezTo>
                  <a:pt x="9772" y="56920"/>
                  <a:pt x="9801" y="56905"/>
                  <a:pt x="9831" y="56876"/>
                </a:cubicBezTo>
                <a:close/>
                <a:moveTo>
                  <a:pt x="10037" y="56861"/>
                </a:moveTo>
                <a:cubicBezTo>
                  <a:pt x="10007" y="56920"/>
                  <a:pt x="9963" y="56949"/>
                  <a:pt x="9948" y="57008"/>
                </a:cubicBezTo>
                <a:cubicBezTo>
                  <a:pt x="9875" y="57052"/>
                  <a:pt x="9801" y="57096"/>
                  <a:pt x="9728" y="57140"/>
                </a:cubicBezTo>
                <a:cubicBezTo>
                  <a:pt x="9772" y="57081"/>
                  <a:pt x="9801" y="57052"/>
                  <a:pt x="9845" y="56993"/>
                </a:cubicBezTo>
                <a:cubicBezTo>
                  <a:pt x="9919" y="56949"/>
                  <a:pt x="9978" y="56905"/>
                  <a:pt x="10037" y="56861"/>
                </a:cubicBezTo>
                <a:close/>
                <a:moveTo>
                  <a:pt x="10272" y="56905"/>
                </a:moveTo>
                <a:cubicBezTo>
                  <a:pt x="10228" y="56949"/>
                  <a:pt x="10199" y="57023"/>
                  <a:pt x="10169" y="57081"/>
                </a:cubicBezTo>
                <a:cubicBezTo>
                  <a:pt x="10081" y="57140"/>
                  <a:pt x="9978" y="57214"/>
                  <a:pt x="9875" y="57273"/>
                </a:cubicBezTo>
                <a:cubicBezTo>
                  <a:pt x="9919" y="57199"/>
                  <a:pt x="9978" y="57140"/>
                  <a:pt x="10007" y="57067"/>
                </a:cubicBezTo>
                <a:cubicBezTo>
                  <a:pt x="10081" y="57008"/>
                  <a:pt x="10169" y="56949"/>
                  <a:pt x="10272" y="56905"/>
                </a:cubicBezTo>
                <a:close/>
                <a:moveTo>
                  <a:pt x="9639" y="57140"/>
                </a:moveTo>
                <a:lnTo>
                  <a:pt x="9639" y="57140"/>
                </a:lnTo>
                <a:cubicBezTo>
                  <a:pt x="9610" y="57170"/>
                  <a:pt x="9580" y="57214"/>
                  <a:pt x="9551" y="57258"/>
                </a:cubicBezTo>
                <a:lnTo>
                  <a:pt x="9374" y="57376"/>
                </a:lnTo>
                <a:cubicBezTo>
                  <a:pt x="9404" y="57317"/>
                  <a:pt x="9433" y="57288"/>
                  <a:pt x="9477" y="57243"/>
                </a:cubicBezTo>
                <a:lnTo>
                  <a:pt x="9639" y="57140"/>
                </a:lnTo>
                <a:close/>
                <a:moveTo>
                  <a:pt x="9831" y="57170"/>
                </a:moveTo>
                <a:cubicBezTo>
                  <a:pt x="9801" y="57229"/>
                  <a:pt x="9772" y="57288"/>
                  <a:pt x="9728" y="57346"/>
                </a:cubicBezTo>
                <a:lnTo>
                  <a:pt x="9463" y="57508"/>
                </a:lnTo>
                <a:cubicBezTo>
                  <a:pt x="9492" y="57449"/>
                  <a:pt x="9551" y="57376"/>
                  <a:pt x="9580" y="57317"/>
                </a:cubicBezTo>
                <a:cubicBezTo>
                  <a:pt x="9654" y="57258"/>
                  <a:pt x="9757" y="57229"/>
                  <a:pt x="9831" y="57170"/>
                </a:cubicBezTo>
                <a:close/>
                <a:moveTo>
                  <a:pt x="9170" y="57449"/>
                </a:moveTo>
                <a:cubicBezTo>
                  <a:pt x="9159" y="57462"/>
                  <a:pt x="9147" y="57478"/>
                  <a:pt x="9139" y="57494"/>
                </a:cubicBezTo>
                <a:cubicBezTo>
                  <a:pt x="9126" y="57500"/>
                  <a:pt x="9111" y="57506"/>
                  <a:pt x="9097" y="57512"/>
                </a:cubicBezTo>
                <a:lnTo>
                  <a:pt x="9097" y="57512"/>
                </a:lnTo>
                <a:cubicBezTo>
                  <a:pt x="9101" y="57507"/>
                  <a:pt x="9106" y="57501"/>
                  <a:pt x="9110" y="57494"/>
                </a:cubicBezTo>
                <a:cubicBezTo>
                  <a:pt x="9128" y="57475"/>
                  <a:pt x="9151" y="57463"/>
                  <a:pt x="9170" y="57449"/>
                </a:cubicBezTo>
                <a:close/>
                <a:moveTo>
                  <a:pt x="9408" y="57434"/>
                </a:moveTo>
                <a:lnTo>
                  <a:pt x="9301" y="57582"/>
                </a:lnTo>
                <a:cubicBezTo>
                  <a:pt x="9227" y="57611"/>
                  <a:pt x="9154" y="57670"/>
                  <a:pt x="9065" y="57714"/>
                </a:cubicBezTo>
                <a:cubicBezTo>
                  <a:pt x="9124" y="57670"/>
                  <a:pt x="9168" y="57611"/>
                  <a:pt x="9198" y="57567"/>
                </a:cubicBezTo>
                <a:cubicBezTo>
                  <a:pt x="9271" y="57523"/>
                  <a:pt x="9330" y="57494"/>
                  <a:pt x="9404" y="57435"/>
                </a:cubicBezTo>
                <a:cubicBezTo>
                  <a:pt x="9404" y="57435"/>
                  <a:pt x="9406" y="57435"/>
                  <a:pt x="9408" y="57434"/>
                </a:cubicBezTo>
                <a:close/>
                <a:moveTo>
                  <a:pt x="8992" y="57685"/>
                </a:moveTo>
                <a:lnTo>
                  <a:pt x="8992" y="57685"/>
                </a:lnTo>
                <a:cubicBezTo>
                  <a:pt x="8962" y="57729"/>
                  <a:pt x="8918" y="57773"/>
                  <a:pt x="8889" y="57832"/>
                </a:cubicBezTo>
                <a:cubicBezTo>
                  <a:pt x="8830" y="57876"/>
                  <a:pt x="8771" y="57891"/>
                  <a:pt x="8742" y="57935"/>
                </a:cubicBezTo>
                <a:cubicBezTo>
                  <a:pt x="8727" y="57935"/>
                  <a:pt x="8727" y="57950"/>
                  <a:pt x="8697" y="57950"/>
                </a:cubicBezTo>
                <a:cubicBezTo>
                  <a:pt x="8756" y="57876"/>
                  <a:pt x="8800" y="57832"/>
                  <a:pt x="8830" y="57803"/>
                </a:cubicBezTo>
                <a:lnTo>
                  <a:pt x="8992" y="57685"/>
                </a:lnTo>
                <a:close/>
                <a:moveTo>
                  <a:pt x="8565" y="57950"/>
                </a:moveTo>
                <a:cubicBezTo>
                  <a:pt x="8550" y="57979"/>
                  <a:pt x="8521" y="58009"/>
                  <a:pt x="8491" y="58038"/>
                </a:cubicBezTo>
                <a:cubicBezTo>
                  <a:pt x="8462" y="58053"/>
                  <a:pt x="8418" y="58082"/>
                  <a:pt x="8374" y="58112"/>
                </a:cubicBezTo>
                <a:cubicBezTo>
                  <a:pt x="8403" y="58082"/>
                  <a:pt x="8447" y="58053"/>
                  <a:pt x="8462" y="58023"/>
                </a:cubicBezTo>
                <a:cubicBezTo>
                  <a:pt x="8506" y="58009"/>
                  <a:pt x="8536" y="57964"/>
                  <a:pt x="8565" y="57950"/>
                </a:cubicBezTo>
                <a:close/>
                <a:moveTo>
                  <a:pt x="15791" y="54903"/>
                </a:moveTo>
                <a:cubicBezTo>
                  <a:pt x="15879" y="56493"/>
                  <a:pt x="16335" y="58038"/>
                  <a:pt x="16777" y="59554"/>
                </a:cubicBezTo>
                <a:cubicBezTo>
                  <a:pt x="17277" y="61246"/>
                  <a:pt x="17792" y="62968"/>
                  <a:pt x="17778" y="64734"/>
                </a:cubicBezTo>
                <a:cubicBezTo>
                  <a:pt x="17778" y="67736"/>
                  <a:pt x="16188" y="70635"/>
                  <a:pt x="13701" y="72313"/>
                </a:cubicBezTo>
                <a:cubicBezTo>
                  <a:pt x="15864" y="70562"/>
                  <a:pt x="17159" y="67766"/>
                  <a:pt x="17145" y="64808"/>
                </a:cubicBezTo>
                <a:cubicBezTo>
                  <a:pt x="17145" y="63100"/>
                  <a:pt x="16688" y="61408"/>
                  <a:pt x="16262" y="59789"/>
                </a:cubicBezTo>
                <a:cubicBezTo>
                  <a:pt x="15835" y="58215"/>
                  <a:pt x="15423" y="56596"/>
                  <a:pt x="15393" y="54977"/>
                </a:cubicBezTo>
                <a:cubicBezTo>
                  <a:pt x="15526" y="54962"/>
                  <a:pt x="15658" y="54933"/>
                  <a:pt x="15791" y="54903"/>
                </a:cubicBezTo>
                <a:close/>
                <a:moveTo>
                  <a:pt x="15320" y="55006"/>
                </a:moveTo>
                <a:cubicBezTo>
                  <a:pt x="15335" y="56640"/>
                  <a:pt x="15776" y="58244"/>
                  <a:pt x="16188" y="59819"/>
                </a:cubicBezTo>
                <a:cubicBezTo>
                  <a:pt x="16630" y="61438"/>
                  <a:pt x="17071" y="63130"/>
                  <a:pt x="17071" y="64822"/>
                </a:cubicBezTo>
                <a:cubicBezTo>
                  <a:pt x="17086" y="67927"/>
                  <a:pt x="15629" y="70856"/>
                  <a:pt x="13260" y="72548"/>
                </a:cubicBezTo>
                <a:cubicBezTo>
                  <a:pt x="15320" y="70782"/>
                  <a:pt x="16497" y="67972"/>
                  <a:pt x="16468" y="64881"/>
                </a:cubicBezTo>
                <a:cubicBezTo>
                  <a:pt x="16453" y="63248"/>
                  <a:pt x="16056" y="61629"/>
                  <a:pt x="15688" y="60069"/>
                </a:cubicBezTo>
                <a:cubicBezTo>
                  <a:pt x="15305" y="58421"/>
                  <a:pt x="14893" y="56758"/>
                  <a:pt x="14952" y="55080"/>
                </a:cubicBezTo>
                <a:cubicBezTo>
                  <a:pt x="15084" y="55036"/>
                  <a:pt x="15217" y="55021"/>
                  <a:pt x="15320" y="55006"/>
                </a:cubicBezTo>
                <a:close/>
                <a:moveTo>
                  <a:pt x="14864" y="55095"/>
                </a:moveTo>
                <a:lnTo>
                  <a:pt x="14864" y="55095"/>
                </a:lnTo>
                <a:cubicBezTo>
                  <a:pt x="14834" y="56772"/>
                  <a:pt x="15217" y="58450"/>
                  <a:pt x="15614" y="60084"/>
                </a:cubicBezTo>
                <a:cubicBezTo>
                  <a:pt x="15982" y="61644"/>
                  <a:pt x="16365" y="63248"/>
                  <a:pt x="16394" y="64881"/>
                </a:cubicBezTo>
                <a:cubicBezTo>
                  <a:pt x="16424" y="68119"/>
                  <a:pt x="15099" y="71062"/>
                  <a:pt x="12862" y="72799"/>
                </a:cubicBezTo>
                <a:cubicBezTo>
                  <a:pt x="14790" y="71003"/>
                  <a:pt x="15820" y="68251"/>
                  <a:pt x="15761" y="64955"/>
                </a:cubicBezTo>
                <a:cubicBezTo>
                  <a:pt x="15747" y="63395"/>
                  <a:pt x="15408" y="61864"/>
                  <a:pt x="15099" y="60378"/>
                </a:cubicBezTo>
                <a:cubicBezTo>
                  <a:pt x="14731" y="58597"/>
                  <a:pt x="14363" y="56905"/>
                  <a:pt x="14496" y="55183"/>
                </a:cubicBezTo>
                <a:cubicBezTo>
                  <a:pt x="14628" y="55154"/>
                  <a:pt x="14731" y="55139"/>
                  <a:pt x="14864" y="55095"/>
                </a:cubicBezTo>
                <a:close/>
                <a:moveTo>
                  <a:pt x="14407" y="55213"/>
                </a:moveTo>
                <a:lnTo>
                  <a:pt x="14407" y="55213"/>
                </a:lnTo>
                <a:cubicBezTo>
                  <a:pt x="14290" y="56934"/>
                  <a:pt x="14643" y="58627"/>
                  <a:pt x="15011" y="60393"/>
                </a:cubicBezTo>
                <a:cubicBezTo>
                  <a:pt x="15320" y="61864"/>
                  <a:pt x="15644" y="63395"/>
                  <a:pt x="15673" y="64955"/>
                </a:cubicBezTo>
                <a:cubicBezTo>
                  <a:pt x="15747" y="68398"/>
                  <a:pt x="14613" y="71253"/>
                  <a:pt x="12480" y="73019"/>
                </a:cubicBezTo>
                <a:cubicBezTo>
                  <a:pt x="14246" y="71224"/>
                  <a:pt x="15143" y="68472"/>
                  <a:pt x="15070" y="65028"/>
                </a:cubicBezTo>
                <a:cubicBezTo>
                  <a:pt x="15026" y="63557"/>
                  <a:pt x="14775" y="62129"/>
                  <a:pt x="14510" y="60731"/>
                </a:cubicBezTo>
                <a:cubicBezTo>
                  <a:pt x="14157" y="58862"/>
                  <a:pt x="13848" y="57096"/>
                  <a:pt x="14054" y="55301"/>
                </a:cubicBezTo>
                <a:cubicBezTo>
                  <a:pt x="14157" y="55257"/>
                  <a:pt x="14290" y="55227"/>
                  <a:pt x="14407" y="55213"/>
                </a:cubicBezTo>
                <a:close/>
                <a:moveTo>
                  <a:pt x="13995" y="55316"/>
                </a:moveTo>
                <a:lnTo>
                  <a:pt x="13995" y="55316"/>
                </a:lnTo>
                <a:cubicBezTo>
                  <a:pt x="13804" y="57096"/>
                  <a:pt x="14128" y="58862"/>
                  <a:pt x="14466" y="60716"/>
                </a:cubicBezTo>
                <a:cubicBezTo>
                  <a:pt x="14716" y="62100"/>
                  <a:pt x="14981" y="63557"/>
                  <a:pt x="15011" y="65014"/>
                </a:cubicBezTo>
                <a:cubicBezTo>
                  <a:pt x="15084" y="68546"/>
                  <a:pt x="14128" y="71342"/>
                  <a:pt x="12274" y="73108"/>
                </a:cubicBezTo>
                <a:cubicBezTo>
                  <a:pt x="12229" y="73122"/>
                  <a:pt x="12215" y="73137"/>
                  <a:pt x="12200" y="73137"/>
                </a:cubicBezTo>
                <a:cubicBezTo>
                  <a:pt x="13775" y="71342"/>
                  <a:pt x="14481" y="68766"/>
                  <a:pt x="14393" y="65087"/>
                </a:cubicBezTo>
                <a:cubicBezTo>
                  <a:pt x="14349" y="63719"/>
                  <a:pt x="14143" y="62394"/>
                  <a:pt x="13951" y="61114"/>
                </a:cubicBezTo>
                <a:cubicBezTo>
                  <a:pt x="13627" y="59156"/>
                  <a:pt x="13363" y="57302"/>
                  <a:pt x="13657" y="55433"/>
                </a:cubicBezTo>
                <a:cubicBezTo>
                  <a:pt x="13760" y="55389"/>
                  <a:pt x="13892" y="55360"/>
                  <a:pt x="13995" y="55316"/>
                </a:cubicBezTo>
                <a:close/>
                <a:moveTo>
                  <a:pt x="13524" y="55477"/>
                </a:moveTo>
                <a:lnTo>
                  <a:pt x="13524" y="55477"/>
                </a:lnTo>
                <a:cubicBezTo>
                  <a:pt x="13245" y="57346"/>
                  <a:pt x="13524" y="59201"/>
                  <a:pt x="13833" y="61143"/>
                </a:cubicBezTo>
                <a:cubicBezTo>
                  <a:pt x="14040" y="62438"/>
                  <a:pt x="14246" y="63763"/>
                  <a:pt x="14275" y="65117"/>
                </a:cubicBezTo>
                <a:cubicBezTo>
                  <a:pt x="14407" y="68840"/>
                  <a:pt x="13672" y="71430"/>
                  <a:pt x="12009" y="73211"/>
                </a:cubicBezTo>
                <a:cubicBezTo>
                  <a:pt x="11979" y="73240"/>
                  <a:pt x="11965" y="73240"/>
                  <a:pt x="11920" y="73255"/>
                </a:cubicBezTo>
                <a:cubicBezTo>
                  <a:pt x="13613" y="71047"/>
                  <a:pt x="13760" y="68060"/>
                  <a:pt x="13672" y="65161"/>
                </a:cubicBezTo>
                <a:cubicBezTo>
                  <a:pt x="13627" y="63925"/>
                  <a:pt x="13466" y="62733"/>
                  <a:pt x="13318" y="61570"/>
                </a:cubicBezTo>
                <a:cubicBezTo>
                  <a:pt x="13039" y="59495"/>
                  <a:pt x="12803" y="57538"/>
                  <a:pt x="13186" y="55595"/>
                </a:cubicBezTo>
                <a:lnTo>
                  <a:pt x="13524" y="55477"/>
                </a:lnTo>
                <a:close/>
                <a:moveTo>
                  <a:pt x="13112" y="55610"/>
                </a:moveTo>
                <a:cubicBezTo>
                  <a:pt x="12730" y="57567"/>
                  <a:pt x="12980" y="59510"/>
                  <a:pt x="13260" y="61570"/>
                </a:cubicBezTo>
                <a:cubicBezTo>
                  <a:pt x="13407" y="62733"/>
                  <a:pt x="13569" y="63939"/>
                  <a:pt x="13613" y="65161"/>
                </a:cubicBezTo>
                <a:cubicBezTo>
                  <a:pt x="13701" y="68104"/>
                  <a:pt x="13539" y="71121"/>
                  <a:pt x="11788" y="73314"/>
                </a:cubicBezTo>
                <a:cubicBezTo>
                  <a:pt x="11744" y="73343"/>
                  <a:pt x="11700" y="73343"/>
                  <a:pt x="11670" y="73358"/>
                </a:cubicBezTo>
                <a:cubicBezTo>
                  <a:pt x="13083" y="71209"/>
                  <a:pt x="13112" y="68501"/>
                  <a:pt x="12995" y="65234"/>
                </a:cubicBezTo>
                <a:cubicBezTo>
                  <a:pt x="12951" y="64160"/>
                  <a:pt x="12847" y="63115"/>
                  <a:pt x="12730" y="62100"/>
                </a:cubicBezTo>
                <a:cubicBezTo>
                  <a:pt x="12509" y="59878"/>
                  <a:pt x="12288" y="57803"/>
                  <a:pt x="12789" y="55742"/>
                </a:cubicBezTo>
                <a:cubicBezTo>
                  <a:pt x="12892" y="55698"/>
                  <a:pt x="13009" y="55654"/>
                  <a:pt x="13112" y="55610"/>
                </a:cubicBezTo>
                <a:close/>
                <a:moveTo>
                  <a:pt x="11881" y="73374"/>
                </a:moveTo>
                <a:cubicBezTo>
                  <a:pt x="11888" y="73374"/>
                  <a:pt x="11881" y="73387"/>
                  <a:pt x="11861" y="73387"/>
                </a:cubicBezTo>
                <a:cubicBezTo>
                  <a:pt x="11871" y="73377"/>
                  <a:pt x="11878" y="73374"/>
                  <a:pt x="11881" y="73374"/>
                </a:cubicBezTo>
                <a:close/>
                <a:moveTo>
                  <a:pt x="11861" y="73387"/>
                </a:moveTo>
                <a:lnTo>
                  <a:pt x="11861" y="73387"/>
                </a:lnTo>
                <a:cubicBezTo>
                  <a:pt x="11847" y="73402"/>
                  <a:pt x="11832" y="73402"/>
                  <a:pt x="11817" y="73417"/>
                </a:cubicBezTo>
                <a:lnTo>
                  <a:pt x="11832" y="73402"/>
                </a:lnTo>
                <a:cubicBezTo>
                  <a:pt x="11847" y="73387"/>
                  <a:pt x="11861" y="73387"/>
                  <a:pt x="11861" y="73387"/>
                </a:cubicBezTo>
                <a:close/>
                <a:moveTo>
                  <a:pt x="12686" y="55801"/>
                </a:moveTo>
                <a:lnTo>
                  <a:pt x="12686" y="55801"/>
                </a:lnTo>
                <a:cubicBezTo>
                  <a:pt x="12215" y="57861"/>
                  <a:pt x="12421" y="59936"/>
                  <a:pt x="12656" y="62144"/>
                </a:cubicBezTo>
                <a:cubicBezTo>
                  <a:pt x="12759" y="63159"/>
                  <a:pt x="12877" y="64204"/>
                  <a:pt x="12906" y="65249"/>
                </a:cubicBezTo>
                <a:cubicBezTo>
                  <a:pt x="13039" y="68560"/>
                  <a:pt x="13009" y="71283"/>
                  <a:pt x="11538" y="73431"/>
                </a:cubicBezTo>
                <a:cubicBezTo>
                  <a:pt x="11494" y="73461"/>
                  <a:pt x="11435" y="73476"/>
                  <a:pt x="11405" y="73490"/>
                </a:cubicBezTo>
                <a:cubicBezTo>
                  <a:pt x="12568" y="71401"/>
                  <a:pt x="12450" y="68869"/>
                  <a:pt x="12318" y="66000"/>
                </a:cubicBezTo>
                <a:cubicBezTo>
                  <a:pt x="12303" y="65764"/>
                  <a:pt x="12303" y="65543"/>
                  <a:pt x="12288" y="65308"/>
                </a:cubicBezTo>
                <a:cubicBezTo>
                  <a:pt x="12244" y="64454"/>
                  <a:pt x="12185" y="63616"/>
                  <a:pt x="12126" y="62791"/>
                </a:cubicBezTo>
                <a:cubicBezTo>
                  <a:pt x="11935" y="60407"/>
                  <a:pt x="11758" y="58171"/>
                  <a:pt x="12347" y="55992"/>
                </a:cubicBezTo>
                <a:cubicBezTo>
                  <a:pt x="12347" y="55978"/>
                  <a:pt x="12362" y="55948"/>
                  <a:pt x="12362" y="55919"/>
                </a:cubicBezTo>
                <a:cubicBezTo>
                  <a:pt x="12465" y="55875"/>
                  <a:pt x="12583" y="55831"/>
                  <a:pt x="12686" y="55801"/>
                </a:cubicBezTo>
                <a:close/>
                <a:moveTo>
                  <a:pt x="11660" y="73469"/>
                </a:moveTo>
                <a:cubicBezTo>
                  <a:pt x="11649" y="73474"/>
                  <a:pt x="11641" y="73482"/>
                  <a:pt x="11641" y="73490"/>
                </a:cubicBezTo>
                <a:cubicBezTo>
                  <a:pt x="11611" y="73505"/>
                  <a:pt x="11597" y="73505"/>
                  <a:pt x="11552" y="73534"/>
                </a:cubicBezTo>
                <a:cubicBezTo>
                  <a:pt x="11567" y="73505"/>
                  <a:pt x="11567" y="73490"/>
                  <a:pt x="11597" y="73490"/>
                </a:cubicBezTo>
                <a:cubicBezTo>
                  <a:pt x="11620" y="73479"/>
                  <a:pt x="11634" y="73476"/>
                  <a:pt x="11660" y="73469"/>
                </a:cubicBezTo>
                <a:close/>
                <a:moveTo>
                  <a:pt x="12288" y="55963"/>
                </a:moveTo>
                <a:lnTo>
                  <a:pt x="12288" y="55978"/>
                </a:lnTo>
                <a:cubicBezTo>
                  <a:pt x="11685" y="58171"/>
                  <a:pt x="11861" y="60407"/>
                  <a:pt x="12053" y="62806"/>
                </a:cubicBezTo>
                <a:cubicBezTo>
                  <a:pt x="12126" y="63616"/>
                  <a:pt x="12185" y="64454"/>
                  <a:pt x="12215" y="65323"/>
                </a:cubicBezTo>
                <a:cubicBezTo>
                  <a:pt x="12229" y="65558"/>
                  <a:pt x="12229" y="65779"/>
                  <a:pt x="12259" y="66029"/>
                </a:cubicBezTo>
                <a:cubicBezTo>
                  <a:pt x="12377" y="68928"/>
                  <a:pt x="12494" y="71445"/>
                  <a:pt x="11302" y="73534"/>
                </a:cubicBezTo>
                <a:cubicBezTo>
                  <a:pt x="11243" y="73549"/>
                  <a:pt x="11199" y="73564"/>
                  <a:pt x="11155" y="73579"/>
                </a:cubicBezTo>
                <a:cubicBezTo>
                  <a:pt x="12009" y="71665"/>
                  <a:pt x="11861" y="69517"/>
                  <a:pt x="11700" y="67074"/>
                </a:cubicBezTo>
                <a:cubicBezTo>
                  <a:pt x="11670" y="66515"/>
                  <a:pt x="11626" y="65970"/>
                  <a:pt x="11597" y="65382"/>
                </a:cubicBezTo>
                <a:cubicBezTo>
                  <a:pt x="11552" y="64808"/>
                  <a:pt x="11523" y="64219"/>
                  <a:pt x="11494" y="63674"/>
                </a:cubicBezTo>
                <a:cubicBezTo>
                  <a:pt x="11332" y="61055"/>
                  <a:pt x="11170" y="58597"/>
                  <a:pt x="11920" y="56257"/>
                </a:cubicBezTo>
                <a:cubicBezTo>
                  <a:pt x="11935" y="56199"/>
                  <a:pt x="11965" y="56169"/>
                  <a:pt x="11979" y="56110"/>
                </a:cubicBezTo>
                <a:cubicBezTo>
                  <a:pt x="12082" y="56051"/>
                  <a:pt x="12185" y="56022"/>
                  <a:pt x="12288" y="55963"/>
                </a:cubicBezTo>
                <a:close/>
                <a:moveTo>
                  <a:pt x="11449" y="73549"/>
                </a:moveTo>
                <a:cubicBezTo>
                  <a:pt x="11420" y="73564"/>
                  <a:pt x="11420" y="73579"/>
                  <a:pt x="11405" y="73608"/>
                </a:cubicBezTo>
                <a:cubicBezTo>
                  <a:pt x="11376" y="73608"/>
                  <a:pt x="11332" y="73623"/>
                  <a:pt x="11302" y="73637"/>
                </a:cubicBezTo>
                <a:cubicBezTo>
                  <a:pt x="11317" y="73623"/>
                  <a:pt x="11317" y="73608"/>
                  <a:pt x="11332" y="73579"/>
                </a:cubicBezTo>
                <a:cubicBezTo>
                  <a:pt x="11376" y="73564"/>
                  <a:pt x="11405" y="73549"/>
                  <a:pt x="11449" y="73549"/>
                </a:cubicBezTo>
                <a:close/>
                <a:moveTo>
                  <a:pt x="11861" y="56169"/>
                </a:moveTo>
                <a:cubicBezTo>
                  <a:pt x="11861" y="56184"/>
                  <a:pt x="11847" y="56213"/>
                  <a:pt x="11847" y="56243"/>
                </a:cubicBezTo>
                <a:cubicBezTo>
                  <a:pt x="11111" y="58568"/>
                  <a:pt x="11258" y="61055"/>
                  <a:pt x="11420" y="63689"/>
                </a:cubicBezTo>
                <a:cubicBezTo>
                  <a:pt x="11464" y="64234"/>
                  <a:pt x="11494" y="64822"/>
                  <a:pt x="11523" y="65396"/>
                </a:cubicBezTo>
                <a:cubicBezTo>
                  <a:pt x="11552" y="65970"/>
                  <a:pt x="11597" y="66544"/>
                  <a:pt x="11626" y="67089"/>
                </a:cubicBezTo>
                <a:cubicBezTo>
                  <a:pt x="11788" y="69576"/>
                  <a:pt x="11935" y="71724"/>
                  <a:pt x="11023" y="73623"/>
                </a:cubicBezTo>
                <a:cubicBezTo>
                  <a:pt x="10964" y="73623"/>
                  <a:pt x="10905" y="73637"/>
                  <a:pt x="10846" y="73652"/>
                </a:cubicBezTo>
                <a:cubicBezTo>
                  <a:pt x="11508" y="71916"/>
                  <a:pt x="11332" y="70017"/>
                  <a:pt x="11111" y="67839"/>
                </a:cubicBezTo>
                <a:cubicBezTo>
                  <a:pt x="11037" y="67074"/>
                  <a:pt x="10949" y="66265"/>
                  <a:pt x="10905" y="65440"/>
                </a:cubicBezTo>
                <a:lnTo>
                  <a:pt x="10875" y="64881"/>
                </a:lnTo>
                <a:cubicBezTo>
                  <a:pt x="10714" y="61908"/>
                  <a:pt x="10537" y="59083"/>
                  <a:pt x="11479" y="56508"/>
                </a:cubicBezTo>
                <a:cubicBezTo>
                  <a:pt x="11494" y="56463"/>
                  <a:pt x="11538" y="56390"/>
                  <a:pt x="11552" y="56331"/>
                </a:cubicBezTo>
                <a:cubicBezTo>
                  <a:pt x="11670" y="56272"/>
                  <a:pt x="11758" y="56213"/>
                  <a:pt x="11861" y="56169"/>
                </a:cubicBezTo>
                <a:close/>
                <a:moveTo>
                  <a:pt x="11491" y="73646"/>
                </a:moveTo>
                <a:cubicBezTo>
                  <a:pt x="11493" y="73646"/>
                  <a:pt x="11494" y="73648"/>
                  <a:pt x="11494" y="73652"/>
                </a:cubicBezTo>
                <a:cubicBezTo>
                  <a:pt x="11479" y="73682"/>
                  <a:pt x="11464" y="73682"/>
                  <a:pt x="11449" y="73696"/>
                </a:cubicBezTo>
                <a:lnTo>
                  <a:pt x="11464" y="73682"/>
                </a:lnTo>
                <a:cubicBezTo>
                  <a:pt x="11475" y="73660"/>
                  <a:pt x="11486" y="73646"/>
                  <a:pt x="11491" y="73646"/>
                </a:cubicBezTo>
                <a:close/>
                <a:moveTo>
                  <a:pt x="11199" y="73623"/>
                </a:moveTo>
                <a:lnTo>
                  <a:pt x="11199" y="73623"/>
                </a:lnTo>
                <a:cubicBezTo>
                  <a:pt x="11185" y="73637"/>
                  <a:pt x="11170" y="73682"/>
                  <a:pt x="11170" y="73696"/>
                </a:cubicBezTo>
                <a:cubicBezTo>
                  <a:pt x="11126" y="73711"/>
                  <a:pt x="11082" y="73726"/>
                  <a:pt x="11037" y="73755"/>
                </a:cubicBezTo>
                <a:cubicBezTo>
                  <a:pt x="11052" y="73726"/>
                  <a:pt x="11052" y="73696"/>
                  <a:pt x="11082" y="73682"/>
                </a:cubicBezTo>
                <a:cubicBezTo>
                  <a:pt x="11111" y="73652"/>
                  <a:pt x="11170" y="73637"/>
                  <a:pt x="11199" y="73623"/>
                </a:cubicBezTo>
                <a:close/>
                <a:moveTo>
                  <a:pt x="11449" y="56375"/>
                </a:moveTo>
                <a:lnTo>
                  <a:pt x="11449" y="56375"/>
                </a:lnTo>
                <a:cubicBezTo>
                  <a:pt x="11420" y="56419"/>
                  <a:pt x="11420" y="56449"/>
                  <a:pt x="11405" y="56493"/>
                </a:cubicBezTo>
                <a:cubicBezTo>
                  <a:pt x="10463" y="59083"/>
                  <a:pt x="10625" y="61923"/>
                  <a:pt x="10802" y="64896"/>
                </a:cubicBezTo>
                <a:lnTo>
                  <a:pt x="10831" y="65455"/>
                </a:lnTo>
                <a:cubicBezTo>
                  <a:pt x="10875" y="66294"/>
                  <a:pt x="10964" y="67089"/>
                  <a:pt x="11037" y="67869"/>
                </a:cubicBezTo>
                <a:cubicBezTo>
                  <a:pt x="11258" y="70032"/>
                  <a:pt x="11464" y="71945"/>
                  <a:pt x="10758" y="73696"/>
                </a:cubicBezTo>
                <a:cubicBezTo>
                  <a:pt x="10684" y="73711"/>
                  <a:pt x="10640" y="73726"/>
                  <a:pt x="10581" y="73770"/>
                </a:cubicBezTo>
                <a:cubicBezTo>
                  <a:pt x="11082" y="72136"/>
                  <a:pt x="10817" y="70415"/>
                  <a:pt x="10537" y="68487"/>
                </a:cubicBezTo>
                <a:cubicBezTo>
                  <a:pt x="10405" y="67545"/>
                  <a:pt x="10257" y="66574"/>
                  <a:pt x="10213" y="65529"/>
                </a:cubicBezTo>
                <a:cubicBezTo>
                  <a:pt x="10022" y="62453"/>
                  <a:pt x="9948" y="59480"/>
                  <a:pt x="11037" y="56772"/>
                </a:cubicBezTo>
                <a:cubicBezTo>
                  <a:pt x="11082" y="56699"/>
                  <a:pt x="11096" y="56625"/>
                  <a:pt x="11126" y="56566"/>
                </a:cubicBezTo>
                <a:cubicBezTo>
                  <a:pt x="11243" y="56508"/>
                  <a:pt x="11332" y="56434"/>
                  <a:pt x="11449" y="56375"/>
                </a:cubicBezTo>
                <a:close/>
                <a:moveTo>
                  <a:pt x="11296" y="73750"/>
                </a:moveTo>
                <a:cubicBezTo>
                  <a:pt x="11291" y="73757"/>
                  <a:pt x="11284" y="73764"/>
                  <a:pt x="11273" y="73770"/>
                </a:cubicBezTo>
                <a:cubicBezTo>
                  <a:pt x="11258" y="73785"/>
                  <a:pt x="11229" y="73799"/>
                  <a:pt x="11199" y="73799"/>
                </a:cubicBezTo>
                <a:cubicBezTo>
                  <a:pt x="11214" y="73785"/>
                  <a:pt x="11214" y="73770"/>
                  <a:pt x="11243" y="73770"/>
                </a:cubicBezTo>
                <a:cubicBezTo>
                  <a:pt x="11261" y="73761"/>
                  <a:pt x="11279" y="73757"/>
                  <a:pt x="11296" y="73750"/>
                </a:cubicBezTo>
                <a:close/>
                <a:moveTo>
                  <a:pt x="11008" y="56625"/>
                </a:moveTo>
                <a:lnTo>
                  <a:pt x="10949" y="56728"/>
                </a:lnTo>
                <a:cubicBezTo>
                  <a:pt x="9860" y="59436"/>
                  <a:pt x="9934" y="62438"/>
                  <a:pt x="10125" y="65514"/>
                </a:cubicBezTo>
                <a:cubicBezTo>
                  <a:pt x="10169" y="66559"/>
                  <a:pt x="10316" y="67530"/>
                  <a:pt x="10449" y="68472"/>
                </a:cubicBezTo>
                <a:cubicBezTo>
                  <a:pt x="10728" y="70415"/>
                  <a:pt x="10978" y="72136"/>
                  <a:pt x="10463" y="73770"/>
                </a:cubicBezTo>
                <a:cubicBezTo>
                  <a:pt x="10419" y="73785"/>
                  <a:pt x="10346" y="73799"/>
                  <a:pt x="10287" y="73829"/>
                </a:cubicBezTo>
                <a:cubicBezTo>
                  <a:pt x="10640" y="72254"/>
                  <a:pt x="10316" y="70635"/>
                  <a:pt x="9992" y="68928"/>
                </a:cubicBezTo>
                <a:cubicBezTo>
                  <a:pt x="9786" y="67869"/>
                  <a:pt x="9566" y="66735"/>
                  <a:pt x="9492" y="65543"/>
                </a:cubicBezTo>
                <a:cubicBezTo>
                  <a:pt x="9242" y="61776"/>
                  <a:pt x="9566" y="59215"/>
                  <a:pt x="10581" y="56993"/>
                </a:cubicBezTo>
                <a:cubicBezTo>
                  <a:pt x="10611" y="56920"/>
                  <a:pt x="10640" y="56861"/>
                  <a:pt x="10669" y="56787"/>
                </a:cubicBezTo>
                <a:cubicBezTo>
                  <a:pt x="10802" y="56758"/>
                  <a:pt x="10890" y="56699"/>
                  <a:pt x="11008" y="56625"/>
                </a:cubicBezTo>
                <a:close/>
                <a:moveTo>
                  <a:pt x="10964" y="73711"/>
                </a:moveTo>
                <a:cubicBezTo>
                  <a:pt x="10949" y="73755"/>
                  <a:pt x="10934" y="73770"/>
                  <a:pt x="10934" y="73799"/>
                </a:cubicBezTo>
                <a:cubicBezTo>
                  <a:pt x="10875" y="73829"/>
                  <a:pt x="10831" y="73843"/>
                  <a:pt x="10787" y="73858"/>
                </a:cubicBezTo>
                <a:cubicBezTo>
                  <a:pt x="10787" y="73829"/>
                  <a:pt x="10802" y="73785"/>
                  <a:pt x="10817" y="73770"/>
                </a:cubicBezTo>
                <a:cubicBezTo>
                  <a:pt x="10875" y="73755"/>
                  <a:pt x="10934" y="73726"/>
                  <a:pt x="10964" y="73711"/>
                </a:cubicBezTo>
                <a:close/>
                <a:moveTo>
                  <a:pt x="10558" y="56925"/>
                </a:moveTo>
                <a:lnTo>
                  <a:pt x="10558" y="56925"/>
                </a:lnTo>
                <a:cubicBezTo>
                  <a:pt x="10537" y="56943"/>
                  <a:pt x="10536" y="56980"/>
                  <a:pt x="10522" y="56993"/>
                </a:cubicBezTo>
                <a:cubicBezTo>
                  <a:pt x="9507" y="59230"/>
                  <a:pt x="9183" y="61805"/>
                  <a:pt x="9433" y="65588"/>
                </a:cubicBezTo>
                <a:cubicBezTo>
                  <a:pt x="9507" y="66780"/>
                  <a:pt x="9728" y="67898"/>
                  <a:pt x="9934" y="68972"/>
                </a:cubicBezTo>
                <a:cubicBezTo>
                  <a:pt x="10272" y="70679"/>
                  <a:pt x="10581" y="72298"/>
                  <a:pt x="10213" y="73858"/>
                </a:cubicBezTo>
                <a:cubicBezTo>
                  <a:pt x="10140" y="73873"/>
                  <a:pt x="10081" y="73902"/>
                  <a:pt x="10007" y="73917"/>
                </a:cubicBezTo>
                <a:cubicBezTo>
                  <a:pt x="10228" y="72445"/>
                  <a:pt x="9860" y="70959"/>
                  <a:pt x="9492" y="69370"/>
                </a:cubicBezTo>
                <a:cubicBezTo>
                  <a:pt x="9213" y="68192"/>
                  <a:pt x="8918" y="66986"/>
                  <a:pt x="8830" y="65661"/>
                </a:cubicBezTo>
                <a:cubicBezTo>
                  <a:pt x="8594" y="62291"/>
                  <a:pt x="9021" y="59554"/>
                  <a:pt x="10169" y="57288"/>
                </a:cubicBezTo>
                <a:cubicBezTo>
                  <a:pt x="10199" y="57229"/>
                  <a:pt x="10228" y="57170"/>
                  <a:pt x="10243" y="57140"/>
                </a:cubicBezTo>
                <a:cubicBezTo>
                  <a:pt x="10302" y="57096"/>
                  <a:pt x="10375" y="57052"/>
                  <a:pt x="10434" y="57008"/>
                </a:cubicBezTo>
                <a:cubicBezTo>
                  <a:pt x="10462" y="56980"/>
                  <a:pt x="10515" y="56953"/>
                  <a:pt x="10558" y="56925"/>
                </a:cubicBezTo>
                <a:close/>
                <a:moveTo>
                  <a:pt x="11096" y="73799"/>
                </a:moveTo>
                <a:cubicBezTo>
                  <a:pt x="11082" y="73829"/>
                  <a:pt x="11052" y="73843"/>
                  <a:pt x="11052" y="73858"/>
                </a:cubicBezTo>
                <a:cubicBezTo>
                  <a:pt x="11023" y="73902"/>
                  <a:pt x="10978" y="73917"/>
                  <a:pt x="10949" y="73932"/>
                </a:cubicBezTo>
                <a:cubicBezTo>
                  <a:pt x="10964" y="73917"/>
                  <a:pt x="10964" y="73902"/>
                  <a:pt x="10978" y="73858"/>
                </a:cubicBezTo>
                <a:lnTo>
                  <a:pt x="11096" y="73799"/>
                </a:lnTo>
                <a:close/>
                <a:moveTo>
                  <a:pt x="10714" y="73799"/>
                </a:moveTo>
                <a:lnTo>
                  <a:pt x="10714" y="73799"/>
                </a:lnTo>
                <a:cubicBezTo>
                  <a:pt x="10684" y="73843"/>
                  <a:pt x="10669" y="73873"/>
                  <a:pt x="10669" y="73902"/>
                </a:cubicBezTo>
                <a:cubicBezTo>
                  <a:pt x="10611" y="73917"/>
                  <a:pt x="10566" y="73932"/>
                  <a:pt x="10508" y="73976"/>
                </a:cubicBezTo>
                <a:cubicBezTo>
                  <a:pt x="10522" y="73932"/>
                  <a:pt x="10522" y="73902"/>
                  <a:pt x="10537" y="73858"/>
                </a:cubicBezTo>
                <a:lnTo>
                  <a:pt x="10714" y="73799"/>
                </a:lnTo>
                <a:close/>
                <a:moveTo>
                  <a:pt x="11136" y="73926"/>
                </a:moveTo>
                <a:cubicBezTo>
                  <a:pt x="11140" y="73926"/>
                  <a:pt x="11146" y="73927"/>
                  <a:pt x="11155" y="73932"/>
                </a:cubicBezTo>
                <a:cubicBezTo>
                  <a:pt x="11126" y="73946"/>
                  <a:pt x="11111" y="73946"/>
                  <a:pt x="11096" y="73976"/>
                </a:cubicBezTo>
                <a:lnTo>
                  <a:pt x="11111" y="73946"/>
                </a:lnTo>
                <a:cubicBezTo>
                  <a:pt x="11121" y="73936"/>
                  <a:pt x="11124" y="73926"/>
                  <a:pt x="11136" y="73926"/>
                </a:cubicBezTo>
                <a:close/>
                <a:moveTo>
                  <a:pt x="10096" y="57214"/>
                </a:moveTo>
                <a:cubicBezTo>
                  <a:pt x="10096" y="57229"/>
                  <a:pt x="10081" y="57229"/>
                  <a:pt x="10081" y="57243"/>
                </a:cubicBezTo>
                <a:cubicBezTo>
                  <a:pt x="8918" y="59524"/>
                  <a:pt x="8506" y="62276"/>
                  <a:pt x="8742" y="65661"/>
                </a:cubicBezTo>
                <a:cubicBezTo>
                  <a:pt x="8830" y="66971"/>
                  <a:pt x="9124" y="68192"/>
                  <a:pt x="9419" y="69370"/>
                </a:cubicBezTo>
                <a:cubicBezTo>
                  <a:pt x="9801" y="70959"/>
                  <a:pt x="10154" y="72460"/>
                  <a:pt x="9934" y="73946"/>
                </a:cubicBezTo>
                <a:cubicBezTo>
                  <a:pt x="9860" y="73961"/>
                  <a:pt x="9801" y="73991"/>
                  <a:pt x="9728" y="74020"/>
                </a:cubicBezTo>
                <a:cubicBezTo>
                  <a:pt x="9845" y="72593"/>
                  <a:pt x="9433" y="71165"/>
                  <a:pt x="8992" y="69679"/>
                </a:cubicBezTo>
                <a:cubicBezTo>
                  <a:pt x="8624" y="68428"/>
                  <a:pt x="8241" y="67147"/>
                  <a:pt x="8138" y="65705"/>
                </a:cubicBezTo>
                <a:cubicBezTo>
                  <a:pt x="7888" y="62585"/>
                  <a:pt x="8433" y="59833"/>
                  <a:pt x="9713" y="57523"/>
                </a:cubicBezTo>
                <a:cubicBezTo>
                  <a:pt x="9728" y="57479"/>
                  <a:pt x="9772" y="57435"/>
                  <a:pt x="9786" y="57391"/>
                </a:cubicBezTo>
                <a:cubicBezTo>
                  <a:pt x="9904" y="57346"/>
                  <a:pt x="9992" y="57288"/>
                  <a:pt x="10096" y="57214"/>
                </a:cubicBezTo>
                <a:close/>
                <a:moveTo>
                  <a:pt x="10861" y="73917"/>
                </a:moveTo>
                <a:cubicBezTo>
                  <a:pt x="10861" y="73917"/>
                  <a:pt x="10861" y="73932"/>
                  <a:pt x="10831" y="73932"/>
                </a:cubicBezTo>
                <a:cubicBezTo>
                  <a:pt x="10817" y="73946"/>
                  <a:pt x="10817" y="73976"/>
                  <a:pt x="10802" y="73991"/>
                </a:cubicBezTo>
                <a:cubicBezTo>
                  <a:pt x="10787" y="74005"/>
                  <a:pt x="10728" y="74020"/>
                  <a:pt x="10684" y="74049"/>
                </a:cubicBezTo>
                <a:cubicBezTo>
                  <a:pt x="10714" y="74020"/>
                  <a:pt x="10714" y="73991"/>
                  <a:pt x="10728" y="73976"/>
                </a:cubicBezTo>
                <a:cubicBezTo>
                  <a:pt x="10758" y="73946"/>
                  <a:pt x="10817" y="73932"/>
                  <a:pt x="10861" y="73917"/>
                </a:cubicBezTo>
                <a:close/>
                <a:moveTo>
                  <a:pt x="10463" y="73873"/>
                </a:moveTo>
                <a:lnTo>
                  <a:pt x="10463" y="73873"/>
                </a:lnTo>
                <a:cubicBezTo>
                  <a:pt x="10449" y="73917"/>
                  <a:pt x="10449" y="73946"/>
                  <a:pt x="10434" y="73991"/>
                </a:cubicBezTo>
                <a:cubicBezTo>
                  <a:pt x="10360" y="74020"/>
                  <a:pt x="10302" y="74049"/>
                  <a:pt x="10243" y="74064"/>
                </a:cubicBezTo>
                <a:cubicBezTo>
                  <a:pt x="10257" y="74020"/>
                  <a:pt x="10257" y="73991"/>
                  <a:pt x="10287" y="73932"/>
                </a:cubicBezTo>
                <a:cubicBezTo>
                  <a:pt x="10346" y="73917"/>
                  <a:pt x="10419" y="73902"/>
                  <a:pt x="10463" y="73873"/>
                </a:cubicBezTo>
                <a:close/>
                <a:moveTo>
                  <a:pt x="10949" y="73991"/>
                </a:moveTo>
                <a:cubicBezTo>
                  <a:pt x="10949" y="74020"/>
                  <a:pt x="10949" y="74049"/>
                  <a:pt x="10934" y="74049"/>
                </a:cubicBezTo>
                <a:cubicBezTo>
                  <a:pt x="10905" y="74064"/>
                  <a:pt x="10875" y="74079"/>
                  <a:pt x="10831" y="74079"/>
                </a:cubicBezTo>
                <a:cubicBezTo>
                  <a:pt x="10831" y="74064"/>
                  <a:pt x="10846" y="74049"/>
                  <a:pt x="10846" y="74020"/>
                </a:cubicBezTo>
                <a:cubicBezTo>
                  <a:pt x="10890" y="74005"/>
                  <a:pt x="10905" y="74005"/>
                  <a:pt x="10949" y="73991"/>
                </a:cubicBezTo>
                <a:close/>
                <a:moveTo>
                  <a:pt x="9639" y="57494"/>
                </a:moveTo>
                <a:lnTo>
                  <a:pt x="9639" y="57494"/>
                </a:lnTo>
                <a:cubicBezTo>
                  <a:pt x="8315" y="59819"/>
                  <a:pt x="7785" y="62585"/>
                  <a:pt x="8035" y="65735"/>
                </a:cubicBezTo>
                <a:cubicBezTo>
                  <a:pt x="8153" y="67162"/>
                  <a:pt x="8536" y="68472"/>
                  <a:pt x="8903" y="69723"/>
                </a:cubicBezTo>
                <a:cubicBezTo>
                  <a:pt x="9345" y="71209"/>
                  <a:pt x="9742" y="72622"/>
                  <a:pt x="9639" y="74064"/>
                </a:cubicBezTo>
                <a:cubicBezTo>
                  <a:pt x="9610" y="74079"/>
                  <a:pt x="9580" y="74079"/>
                  <a:pt x="9551" y="74094"/>
                </a:cubicBezTo>
                <a:cubicBezTo>
                  <a:pt x="9507" y="74123"/>
                  <a:pt x="9477" y="74123"/>
                  <a:pt x="9419" y="74138"/>
                </a:cubicBezTo>
                <a:cubicBezTo>
                  <a:pt x="9433" y="72740"/>
                  <a:pt x="8977" y="71401"/>
                  <a:pt x="8477" y="69973"/>
                </a:cubicBezTo>
                <a:cubicBezTo>
                  <a:pt x="8020" y="68663"/>
                  <a:pt x="7564" y="67309"/>
                  <a:pt x="7432" y="65808"/>
                </a:cubicBezTo>
                <a:cubicBezTo>
                  <a:pt x="7196" y="62880"/>
                  <a:pt x="7814" y="60113"/>
                  <a:pt x="9271" y="57803"/>
                </a:cubicBezTo>
                <a:cubicBezTo>
                  <a:pt x="9316" y="57744"/>
                  <a:pt x="9330" y="57714"/>
                  <a:pt x="9360" y="57655"/>
                </a:cubicBezTo>
                <a:lnTo>
                  <a:pt x="9639" y="57494"/>
                </a:lnTo>
                <a:close/>
                <a:moveTo>
                  <a:pt x="10611" y="74005"/>
                </a:moveTo>
                <a:lnTo>
                  <a:pt x="10611" y="74005"/>
                </a:lnTo>
                <a:cubicBezTo>
                  <a:pt x="10596" y="74020"/>
                  <a:pt x="10596" y="74064"/>
                  <a:pt x="10581" y="74079"/>
                </a:cubicBezTo>
                <a:lnTo>
                  <a:pt x="10581" y="74094"/>
                </a:lnTo>
                <a:cubicBezTo>
                  <a:pt x="10522" y="74123"/>
                  <a:pt x="10478" y="74138"/>
                  <a:pt x="10434" y="74152"/>
                </a:cubicBezTo>
                <a:cubicBezTo>
                  <a:pt x="10449" y="74138"/>
                  <a:pt x="10463" y="74094"/>
                  <a:pt x="10463" y="74064"/>
                </a:cubicBezTo>
                <a:cubicBezTo>
                  <a:pt x="10522" y="74049"/>
                  <a:pt x="10566" y="74020"/>
                  <a:pt x="10611" y="74005"/>
                </a:cubicBezTo>
                <a:close/>
                <a:moveTo>
                  <a:pt x="10169" y="73991"/>
                </a:moveTo>
                <a:cubicBezTo>
                  <a:pt x="10154" y="74020"/>
                  <a:pt x="10154" y="74079"/>
                  <a:pt x="10140" y="74123"/>
                </a:cubicBezTo>
                <a:cubicBezTo>
                  <a:pt x="10081" y="74123"/>
                  <a:pt x="10022" y="74138"/>
                  <a:pt x="9978" y="74167"/>
                </a:cubicBezTo>
                <a:cubicBezTo>
                  <a:pt x="9978" y="74138"/>
                  <a:pt x="9992" y="74079"/>
                  <a:pt x="9992" y="74049"/>
                </a:cubicBezTo>
                <a:cubicBezTo>
                  <a:pt x="10037" y="74020"/>
                  <a:pt x="10110" y="74005"/>
                  <a:pt x="10169" y="73991"/>
                </a:cubicBezTo>
                <a:close/>
                <a:moveTo>
                  <a:pt x="9198" y="57758"/>
                </a:moveTo>
                <a:lnTo>
                  <a:pt x="9198" y="57758"/>
                </a:lnTo>
                <a:cubicBezTo>
                  <a:pt x="7726" y="60098"/>
                  <a:pt x="7079" y="62880"/>
                  <a:pt x="7344" y="65808"/>
                </a:cubicBezTo>
                <a:cubicBezTo>
                  <a:pt x="7476" y="67324"/>
                  <a:pt x="7947" y="68693"/>
                  <a:pt x="8403" y="70002"/>
                </a:cubicBezTo>
                <a:cubicBezTo>
                  <a:pt x="8903" y="71415"/>
                  <a:pt x="9360" y="72754"/>
                  <a:pt x="9345" y="74152"/>
                </a:cubicBezTo>
                <a:cubicBezTo>
                  <a:pt x="9271" y="74167"/>
                  <a:pt x="9198" y="74211"/>
                  <a:pt x="9124" y="74226"/>
                </a:cubicBezTo>
                <a:cubicBezTo>
                  <a:pt x="9051" y="72872"/>
                  <a:pt x="8536" y="71577"/>
                  <a:pt x="7976" y="70223"/>
                </a:cubicBezTo>
                <a:cubicBezTo>
                  <a:pt x="7432" y="68855"/>
                  <a:pt x="6858" y="67457"/>
                  <a:pt x="6711" y="65867"/>
                </a:cubicBezTo>
                <a:cubicBezTo>
                  <a:pt x="6461" y="63100"/>
                  <a:pt x="7196" y="60393"/>
                  <a:pt x="8815" y="58053"/>
                </a:cubicBezTo>
                <a:cubicBezTo>
                  <a:pt x="8845" y="57994"/>
                  <a:pt x="8903" y="57950"/>
                  <a:pt x="8933" y="57891"/>
                </a:cubicBezTo>
                <a:cubicBezTo>
                  <a:pt x="9036" y="57832"/>
                  <a:pt x="9124" y="57788"/>
                  <a:pt x="9198" y="57758"/>
                </a:cubicBezTo>
                <a:close/>
                <a:moveTo>
                  <a:pt x="10743" y="74094"/>
                </a:moveTo>
                <a:lnTo>
                  <a:pt x="10743" y="74094"/>
                </a:lnTo>
                <a:cubicBezTo>
                  <a:pt x="10728" y="74123"/>
                  <a:pt x="10728" y="74138"/>
                  <a:pt x="10714" y="74152"/>
                </a:cubicBezTo>
                <a:cubicBezTo>
                  <a:pt x="10669" y="74197"/>
                  <a:pt x="10640" y="74211"/>
                  <a:pt x="10596" y="74226"/>
                </a:cubicBezTo>
                <a:cubicBezTo>
                  <a:pt x="10611" y="74211"/>
                  <a:pt x="10611" y="74197"/>
                  <a:pt x="10640" y="74152"/>
                </a:cubicBezTo>
                <a:lnTo>
                  <a:pt x="10743" y="74094"/>
                </a:lnTo>
                <a:close/>
                <a:moveTo>
                  <a:pt x="10798" y="74220"/>
                </a:moveTo>
                <a:cubicBezTo>
                  <a:pt x="10801" y="74220"/>
                  <a:pt x="10802" y="74222"/>
                  <a:pt x="10802" y="74226"/>
                </a:cubicBezTo>
                <a:cubicBezTo>
                  <a:pt x="10788" y="74240"/>
                  <a:pt x="10760" y="74241"/>
                  <a:pt x="10758" y="74267"/>
                </a:cubicBezTo>
                <a:lnTo>
                  <a:pt x="10758" y="74267"/>
                </a:lnTo>
                <a:cubicBezTo>
                  <a:pt x="10758" y="74259"/>
                  <a:pt x="10761" y="74241"/>
                  <a:pt x="10772" y="74241"/>
                </a:cubicBezTo>
                <a:cubicBezTo>
                  <a:pt x="10783" y="74230"/>
                  <a:pt x="10793" y="74220"/>
                  <a:pt x="10798" y="74220"/>
                </a:cubicBezTo>
                <a:close/>
                <a:moveTo>
                  <a:pt x="9904" y="74064"/>
                </a:moveTo>
                <a:cubicBezTo>
                  <a:pt x="9904" y="74094"/>
                  <a:pt x="9875" y="74152"/>
                  <a:pt x="9875" y="74197"/>
                </a:cubicBezTo>
                <a:cubicBezTo>
                  <a:pt x="9831" y="74211"/>
                  <a:pt x="9757" y="74241"/>
                  <a:pt x="9698" y="74270"/>
                </a:cubicBezTo>
                <a:cubicBezTo>
                  <a:pt x="9698" y="74211"/>
                  <a:pt x="9713" y="74167"/>
                  <a:pt x="9713" y="74123"/>
                </a:cubicBezTo>
                <a:cubicBezTo>
                  <a:pt x="9772" y="74094"/>
                  <a:pt x="9845" y="74079"/>
                  <a:pt x="9904" y="74064"/>
                </a:cubicBezTo>
                <a:close/>
                <a:moveTo>
                  <a:pt x="10375" y="74094"/>
                </a:moveTo>
                <a:lnTo>
                  <a:pt x="10375" y="74094"/>
                </a:lnTo>
                <a:cubicBezTo>
                  <a:pt x="10360" y="74138"/>
                  <a:pt x="10360" y="74167"/>
                  <a:pt x="10346" y="74211"/>
                </a:cubicBezTo>
                <a:cubicBezTo>
                  <a:pt x="10287" y="74226"/>
                  <a:pt x="10228" y="74241"/>
                  <a:pt x="10199" y="74285"/>
                </a:cubicBezTo>
                <a:cubicBezTo>
                  <a:pt x="10199" y="74226"/>
                  <a:pt x="10213" y="74197"/>
                  <a:pt x="10213" y="74152"/>
                </a:cubicBezTo>
                <a:lnTo>
                  <a:pt x="10375" y="74094"/>
                </a:lnTo>
                <a:close/>
                <a:moveTo>
                  <a:pt x="8756" y="57979"/>
                </a:moveTo>
                <a:cubicBezTo>
                  <a:pt x="8771" y="57979"/>
                  <a:pt x="8771" y="58009"/>
                  <a:pt x="8756" y="58023"/>
                </a:cubicBezTo>
                <a:cubicBezTo>
                  <a:pt x="7123" y="60363"/>
                  <a:pt x="6387" y="63086"/>
                  <a:pt x="6637" y="65882"/>
                </a:cubicBezTo>
                <a:cubicBezTo>
                  <a:pt x="6784" y="67471"/>
                  <a:pt x="7358" y="68869"/>
                  <a:pt x="7917" y="70253"/>
                </a:cubicBezTo>
                <a:cubicBezTo>
                  <a:pt x="8462" y="71621"/>
                  <a:pt x="8977" y="72902"/>
                  <a:pt x="9036" y="74270"/>
                </a:cubicBezTo>
                <a:cubicBezTo>
                  <a:pt x="8962" y="74285"/>
                  <a:pt x="8889" y="74314"/>
                  <a:pt x="8815" y="74344"/>
                </a:cubicBezTo>
                <a:cubicBezTo>
                  <a:pt x="8668" y="72990"/>
                  <a:pt x="8094" y="71739"/>
                  <a:pt x="7491" y="70444"/>
                </a:cubicBezTo>
                <a:cubicBezTo>
                  <a:pt x="6843" y="69046"/>
                  <a:pt x="6181" y="67589"/>
                  <a:pt x="6019" y="65955"/>
                </a:cubicBezTo>
                <a:cubicBezTo>
                  <a:pt x="5754" y="63321"/>
                  <a:pt x="6608" y="60613"/>
                  <a:pt x="8374" y="58332"/>
                </a:cubicBezTo>
                <a:lnTo>
                  <a:pt x="8536" y="58112"/>
                </a:lnTo>
                <a:cubicBezTo>
                  <a:pt x="8609" y="58082"/>
                  <a:pt x="8683" y="58023"/>
                  <a:pt x="8756" y="57979"/>
                </a:cubicBezTo>
                <a:close/>
                <a:moveTo>
                  <a:pt x="10522" y="74211"/>
                </a:moveTo>
                <a:cubicBezTo>
                  <a:pt x="10508" y="74226"/>
                  <a:pt x="10508" y="74270"/>
                  <a:pt x="10493" y="74285"/>
                </a:cubicBezTo>
                <a:cubicBezTo>
                  <a:pt x="10449" y="74300"/>
                  <a:pt x="10390" y="74344"/>
                  <a:pt x="10360" y="74359"/>
                </a:cubicBezTo>
                <a:cubicBezTo>
                  <a:pt x="10375" y="74314"/>
                  <a:pt x="10375" y="74300"/>
                  <a:pt x="10390" y="74270"/>
                </a:cubicBezTo>
                <a:cubicBezTo>
                  <a:pt x="10434" y="74241"/>
                  <a:pt x="10463" y="74226"/>
                  <a:pt x="10522" y="74211"/>
                </a:cubicBezTo>
                <a:close/>
                <a:moveTo>
                  <a:pt x="9625" y="74152"/>
                </a:moveTo>
                <a:cubicBezTo>
                  <a:pt x="9625" y="74211"/>
                  <a:pt x="9610" y="74241"/>
                  <a:pt x="9610" y="74300"/>
                </a:cubicBezTo>
                <a:cubicBezTo>
                  <a:pt x="9551" y="74314"/>
                  <a:pt x="9477" y="74344"/>
                  <a:pt x="9419" y="74373"/>
                </a:cubicBezTo>
                <a:lnTo>
                  <a:pt x="9419" y="74226"/>
                </a:lnTo>
                <a:cubicBezTo>
                  <a:pt x="9477" y="74211"/>
                  <a:pt x="9507" y="74197"/>
                  <a:pt x="9566" y="74167"/>
                </a:cubicBezTo>
                <a:cubicBezTo>
                  <a:pt x="9580" y="74167"/>
                  <a:pt x="9610" y="74152"/>
                  <a:pt x="9625" y="74152"/>
                </a:cubicBezTo>
                <a:close/>
                <a:moveTo>
                  <a:pt x="10096" y="74197"/>
                </a:moveTo>
                <a:lnTo>
                  <a:pt x="10096" y="74197"/>
                </a:lnTo>
                <a:cubicBezTo>
                  <a:pt x="10081" y="74226"/>
                  <a:pt x="10081" y="74270"/>
                  <a:pt x="10066" y="74300"/>
                </a:cubicBezTo>
                <a:cubicBezTo>
                  <a:pt x="10022" y="74344"/>
                  <a:pt x="9978" y="74359"/>
                  <a:pt x="9919" y="74373"/>
                </a:cubicBezTo>
                <a:cubicBezTo>
                  <a:pt x="9934" y="74344"/>
                  <a:pt x="9934" y="74300"/>
                  <a:pt x="9934" y="74241"/>
                </a:cubicBezTo>
                <a:lnTo>
                  <a:pt x="10096" y="74197"/>
                </a:lnTo>
                <a:close/>
                <a:moveTo>
                  <a:pt x="10611" y="74314"/>
                </a:moveTo>
                <a:cubicBezTo>
                  <a:pt x="10611" y="74314"/>
                  <a:pt x="10596" y="74344"/>
                  <a:pt x="10596" y="74359"/>
                </a:cubicBezTo>
                <a:cubicBezTo>
                  <a:pt x="10581" y="74373"/>
                  <a:pt x="10537" y="74388"/>
                  <a:pt x="10522" y="74388"/>
                </a:cubicBezTo>
                <a:cubicBezTo>
                  <a:pt x="10522" y="74373"/>
                  <a:pt x="10537" y="74359"/>
                  <a:pt x="10537" y="74359"/>
                </a:cubicBezTo>
                <a:cubicBezTo>
                  <a:pt x="10552" y="74329"/>
                  <a:pt x="10596" y="74329"/>
                  <a:pt x="10611" y="74314"/>
                </a:cubicBezTo>
                <a:close/>
                <a:moveTo>
                  <a:pt x="8374" y="58200"/>
                </a:moveTo>
                <a:lnTo>
                  <a:pt x="8315" y="58259"/>
                </a:lnTo>
                <a:cubicBezTo>
                  <a:pt x="6534" y="60555"/>
                  <a:pt x="5681" y="63277"/>
                  <a:pt x="5945" y="65926"/>
                </a:cubicBezTo>
                <a:cubicBezTo>
                  <a:pt x="6107" y="67589"/>
                  <a:pt x="6770" y="69031"/>
                  <a:pt x="7417" y="70444"/>
                </a:cubicBezTo>
                <a:cubicBezTo>
                  <a:pt x="8020" y="71739"/>
                  <a:pt x="8594" y="72990"/>
                  <a:pt x="8742" y="74329"/>
                </a:cubicBezTo>
                <a:cubicBezTo>
                  <a:pt x="8668" y="74359"/>
                  <a:pt x="8594" y="74388"/>
                  <a:pt x="8521" y="74403"/>
                </a:cubicBezTo>
                <a:cubicBezTo>
                  <a:pt x="8300" y="73078"/>
                  <a:pt x="7667" y="71871"/>
                  <a:pt x="7005" y="70576"/>
                </a:cubicBezTo>
                <a:cubicBezTo>
                  <a:pt x="6269" y="69149"/>
                  <a:pt x="5519" y="67677"/>
                  <a:pt x="5327" y="65985"/>
                </a:cubicBezTo>
                <a:cubicBezTo>
                  <a:pt x="5077" y="63424"/>
                  <a:pt x="5990" y="60790"/>
                  <a:pt x="7947" y="58553"/>
                </a:cubicBezTo>
                <a:lnTo>
                  <a:pt x="8182" y="58318"/>
                </a:lnTo>
                <a:cubicBezTo>
                  <a:pt x="8241" y="58274"/>
                  <a:pt x="8315" y="58244"/>
                  <a:pt x="8374" y="58200"/>
                </a:cubicBezTo>
                <a:close/>
                <a:moveTo>
                  <a:pt x="9330" y="74226"/>
                </a:moveTo>
                <a:lnTo>
                  <a:pt x="9330" y="74388"/>
                </a:lnTo>
                <a:lnTo>
                  <a:pt x="9316" y="74388"/>
                </a:lnTo>
                <a:cubicBezTo>
                  <a:pt x="9257" y="74432"/>
                  <a:pt x="9183" y="74447"/>
                  <a:pt x="9124" y="74462"/>
                </a:cubicBezTo>
                <a:lnTo>
                  <a:pt x="9124" y="74300"/>
                </a:lnTo>
                <a:cubicBezTo>
                  <a:pt x="9198" y="74285"/>
                  <a:pt x="9271" y="74270"/>
                  <a:pt x="9330" y="74226"/>
                </a:cubicBezTo>
                <a:close/>
                <a:moveTo>
                  <a:pt x="10287" y="74314"/>
                </a:moveTo>
                <a:lnTo>
                  <a:pt x="10287" y="74314"/>
                </a:lnTo>
                <a:cubicBezTo>
                  <a:pt x="10257" y="74359"/>
                  <a:pt x="10257" y="74373"/>
                  <a:pt x="10243" y="74417"/>
                </a:cubicBezTo>
                <a:cubicBezTo>
                  <a:pt x="10213" y="74432"/>
                  <a:pt x="10154" y="74447"/>
                  <a:pt x="10110" y="74462"/>
                </a:cubicBezTo>
                <a:cubicBezTo>
                  <a:pt x="10110" y="74447"/>
                  <a:pt x="10140" y="74417"/>
                  <a:pt x="10140" y="74388"/>
                </a:cubicBezTo>
                <a:lnTo>
                  <a:pt x="10140" y="74373"/>
                </a:lnTo>
                <a:cubicBezTo>
                  <a:pt x="10184" y="74359"/>
                  <a:pt x="10228" y="74344"/>
                  <a:pt x="10287" y="74314"/>
                </a:cubicBezTo>
                <a:close/>
                <a:moveTo>
                  <a:pt x="9860" y="74285"/>
                </a:moveTo>
                <a:cubicBezTo>
                  <a:pt x="9860" y="74314"/>
                  <a:pt x="9845" y="74373"/>
                  <a:pt x="9816" y="74417"/>
                </a:cubicBezTo>
                <a:cubicBezTo>
                  <a:pt x="9772" y="74447"/>
                  <a:pt x="9713" y="74462"/>
                  <a:pt x="9654" y="74491"/>
                </a:cubicBezTo>
                <a:cubicBezTo>
                  <a:pt x="9654" y="74447"/>
                  <a:pt x="9669" y="74388"/>
                  <a:pt x="9669" y="74359"/>
                </a:cubicBezTo>
                <a:cubicBezTo>
                  <a:pt x="9728" y="74344"/>
                  <a:pt x="9801" y="74314"/>
                  <a:pt x="9860" y="74285"/>
                </a:cubicBezTo>
                <a:close/>
                <a:moveTo>
                  <a:pt x="7947" y="58450"/>
                </a:moveTo>
                <a:cubicBezTo>
                  <a:pt x="7932" y="58465"/>
                  <a:pt x="7903" y="58494"/>
                  <a:pt x="7873" y="58509"/>
                </a:cubicBezTo>
                <a:cubicBezTo>
                  <a:pt x="5901" y="60775"/>
                  <a:pt x="4959" y="63424"/>
                  <a:pt x="5239" y="66000"/>
                </a:cubicBezTo>
                <a:cubicBezTo>
                  <a:pt x="5430" y="67692"/>
                  <a:pt x="6181" y="69178"/>
                  <a:pt x="6917" y="70621"/>
                </a:cubicBezTo>
                <a:cubicBezTo>
                  <a:pt x="7579" y="71886"/>
                  <a:pt x="8197" y="73122"/>
                  <a:pt x="8418" y="74432"/>
                </a:cubicBezTo>
                <a:cubicBezTo>
                  <a:pt x="8344" y="74447"/>
                  <a:pt x="8271" y="74491"/>
                  <a:pt x="8197" y="74506"/>
                </a:cubicBezTo>
                <a:cubicBezTo>
                  <a:pt x="7903" y="73181"/>
                  <a:pt x="7226" y="71974"/>
                  <a:pt x="6505" y="70724"/>
                </a:cubicBezTo>
                <a:cubicBezTo>
                  <a:pt x="5681" y="69281"/>
                  <a:pt x="4812" y="67766"/>
                  <a:pt x="4636" y="66058"/>
                </a:cubicBezTo>
                <a:cubicBezTo>
                  <a:pt x="4268" y="62718"/>
                  <a:pt x="6269" y="60084"/>
                  <a:pt x="7505" y="58818"/>
                </a:cubicBezTo>
                <a:lnTo>
                  <a:pt x="7814" y="58494"/>
                </a:lnTo>
                <a:cubicBezTo>
                  <a:pt x="7859" y="58494"/>
                  <a:pt x="7903" y="58480"/>
                  <a:pt x="7947" y="58450"/>
                </a:cubicBezTo>
                <a:close/>
                <a:moveTo>
                  <a:pt x="10419" y="74388"/>
                </a:moveTo>
                <a:cubicBezTo>
                  <a:pt x="10390" y="74417"/>
                  <a:pt x="10390" y="74432"/>
                  <a:pt x="10375" y="74447"/>
                </a:cubicBezTo>
                <a:cubicBezTo>
                  <a:pt x="10346" y="74506"/>
                  <a:pt x="10316" y="74520"/>
                  <a:pt x="10287" y="74520"/>
                </a:cubicBezTo>
                <a:cubicBezTo>
                  <a:pt x="10302" y="74506"/>
                  <a:pt x="10302" y="74491"/>
                  <a:pt x="10316" y="74447"/>
                </a:cubicBezTo>
                <a:cubicBezTo>
                  <a:pt x="10360" y="74432"/>
                  <a:pt x="10390" y="74417"/>
                  <a:pt x="10419" y="74388"/>
                </a:cubicBezTo>
                <a:close/>
                <a:moveTo>
                  <a:pt x="10455" y="74549"/>
                </a:moveTo>
                <a:cubicBezTo>
                  <a:pt x="10450" y="74556"/>
                  <a:pt x="10445" y="74561"/>
                  <a:pt x="10441" y="74565"/>
                </a:cubicBezTo>
                <a:lnTo>
                  <a:pt x="10441" y="74565"/>
                </a:lnTo>
                <a:lnTo>
                  <a:pt x="10449" y="74550"/>
                </a:lnTo>
                <a:cubicBezTo>
                  <a:pt x="10451" y="74550"/>
                  <a:pt x="10453" y="74550"/>
                  <a:pt x="10455" y="74549"/>
                </a:cubicBezTo>
                <a:close/>
                <a:moveTo>
                  <a:pt x="9051" y="74344"/>
                </a:moveTo>
                <a:lnTo>
                  <a:pt x="9051" y="74506"/>
                </a:lnTo>
                <a:cubicBezTo>
                  <a:pt x="8977" y="74520"/>
                  <a:pt x="8918" y="74565"/>
                  <a:pt x="8845" y="74579"/>
                </a:cubicBezTo>
                <a:cubicBezTo>
                  <a:pt x="8845" y="74520"/>
                  <a:pt x="8845" y="74462"/>
                  <a:pt x="8830" y="74417"/>
                </a:cubicBezTo>
                <a:cubicBezTo>
                  <a:pt x="8903" y="74373"/>
                  <a:pt x="8977" y="74359"/>
                  <a:pt x="9051" y="74344"/>
                </a:cubicBezTo>
                <a:close/>
                <a:moveTo>
                  <a:pt x="9580" y="74373"/>
                </a:moveTo>
                <a:cubicBezTo>
                  <a:pt x="9580" y="74432"/>
                  <a:pt x="9566" y="74462"/>
                  <a:pt x="9566" y="74520"/>
                </a:cubicBezTo>
                <a:cubicBezTo>
                  <a:pt x="9507" y="74535"/>
                  <a:pt x="9463" y="74579"/>
                  <a:pt x="9389" y="74594"/>
                </a:cubicBezTo>
                <a:cubicBezTo>
                  <a:pt x="9404" y="74565"/>
                  <a:pt x="9404" y="74506"/>
                  <a:pt x="9404" y="74447"/>
                </a:cubicBezTo>
                <a:cubicBezTo>
                  <a:pt x="9463" y="74432"/>
                  <a:pt x="9536" y="74417"/>
                  <a:pt x="9580" y="74373"/>
                </a:cubicBezTo>
                <a:close/>
                <a:moveTo>
                  <a:pt x="10037" y="74417"/>
                </a:moveTo>
                <a:lnTo>
                  <a:pt x="10037" y="74417"/>
                </a:lnTo>
                <a:cubicBezTo>
                  <a:pt x="10022" y="74447"/>
                  <a:pt x="10022" y="74491"/>
                  <a:pt x="10007" y="74520"/>
                </a:cubicBezTo>
                <a:cubicBezTo>
                  <a:pt x="9948" y="74535"/>
                  <a:pt x="9919" y="74579"/>
                  <a:pt x="9860" y="74594"/>
                </a:cubicBezTo>
                <a:cubicBezTo>
                  <a:pt x="9875" y="74579"/>
                  <a:pt x="9875" y="74565"/>
                  <a:pt x="9875" y="74520"/>
                </a:cubicBezTo>
                <a:cubicBezTo>
                  <a:pt x="9875" y="74506"/>
                  <a:pt x="9875" y="74491"/>
                  <a:pt x="9889" y="74462"/>
                </a:cubicBezTo>
                <a:cubicBezTo>
                  <a:pt x="9948" y="74447"/>
                  <a:pt x="10007" y="74432"/>
                  <a:pt x="10037" y="74417"/>
                </a:cubicBezTo>
                <a:close/>
                <a:moveTo>
                  <a:pt x="7440" y="58780"/>
                </a:moveTo>
                <a:lnTo>
                  <a:pt x="7440" y="58780"/>
                </a:lnTo>
                <a:cubicBezTo>
                  <a:pt x="6204" y="60048"/>
                  <a:pt x="4195" y="62694"/>
                  <a:pt x="4562" y="66073"/>
                </a:cubicBezTo>
                <a:cubicBezTo>
                  <a:pt x="4739" y="67810"/>
                  <a:pt x="5607" y="69340"/>
                  <a:pt x="6461" y="70782"/>
                </a:cubicBezTo>
                <a:cubicBezTo>
                  <a:pt x="7167" y="72033"/>
                  <a:pt x="7859" y="73240"/>
                  <a:pt x="8153" y="74535"/>
                </a:cubicBezTo>
                <a:cubicBezTo>
                  <a:pt x="8079" y="74565"/>
                  <a:pt x="8006" y="74594"/>
                  <a:pt x="7932" y="74609"/>
                </a:cubicBezTo>
                <a:cubicBezTo>
                  <a:pt x="7564" y="73270"/>
                  <a:pt x="6799" y="72063"/>
                  <a:pt x="6048" y="70856"/>
                </a:cubicBezTo>
                <a:cubicBezTo>
                  <a:pt x="5136" y="69384"/>
                  <a:pt x="4179" y="67869"/>
                  <a:pt x="3973" y="66117"/>
                </a:cubicBezTo>
                <a:cubicBezTo>
                  <a:pt x="3694" y="63704"/>
                  <a:pt x="4842" y="61128"/>
                  <a:pt x="7093" y="59053"/>
                </a:cubicBezTo>
                <a:cubicBezTo>
                  <a:pt x="7185" y="58975"/>
                  <a:pt x="7310" y="58874"/>
                  <a:pt x="7440" y="58780"/>
                </a:cubicBezTo>
                <a:close/>
                <a:moveTo>
                  <a:pt x="8756" y="74417"/>
                </a:moveTo>
                <a:lnTo>
                  <a:pt x="8756" y="74594"/>
                </a:lnTo>
                <a:cubicBezTo>
                  <a:pt x="8683" y="74609"/>
                  <a:pt x="8609" y="74653"/>
                  <a:pt x="8550" y="74668"/>
                </a:cubicBezTo>
                <a:cubicBezTo>
                  <a:pt x="8550" y="74609"/>
                  <a:pt x="8536" y="74550"/>
                  <a:pt x="8536" y="74491"/>
                </a:cubicBezTo>
                <a:cubicBezTo>
                  <a:pt x="8609" y="74462"/>
                  <a:pt x="8683" y="74432"/>
                  <a:pt x="8756" y="74417"/>
                </a:cubicBezTo>
                <a:close/>
                <a:moveTo>
                  <a:pt x="10199" y="74520"/>
                </a:moveTo>
                <a:cubicBezTo>
                  <a:pt x="10169" y="74535"/>
                  <a:pt x="10169" y="74579"/>
                  <a:pt x="10154" y="74594"/>
                </a:cubicBezTo>
                <a:cubicBezTo>
                  <a:pt x="10110" y="74609"/>
                  <a:pt x="10081" y="74653"/>
                  <a:pt x="10051" y="74668"/>
                </a:cubicBezTo>
                <a:cubicBezTo>
                  <a:pt x="10066" y="74638"/>
                  <a:pt x="10066" y="74609"/>
                  <a:pt x="10081" y="74579"/>
                </a:cubicBezTo>
                <a:lnTo>
                  <a:pt x="10199" y="74520"/>
                </a:lnTo>
                <a:close/>
                <a:moveTo>
                  <a:pt x="9330" y="74491"/>
                </a:moveTo>
                <a:cubicBezTo>
                  <a:pt x="9330" y="74535"/>
                  <a:pt x="9316" y="74579"/>
                  <a:pt x="9316" y="74638"/>
                </a:cubicBezTo>
                <a:cubicBezTo>
                  <a:pt x="9257" y="74668"/>
                  <a:pt x="9183" y="74682"/>
                  <a:pt x="9124" y="74712"/>
                </a:cubicBezTo>
                <a:lnTo>
                  <a:pt x="9124" y="74565"/>
                </a:lnTo>
                <a:cubicBezTo>
                  <a:pt x="9198" y="74535"/>
                  <a:pt x="9257" y="74506"/>
                  <a:pt x="9330" y="74491"/>
                </a:cubicBezTo>
                <a:close/>
                <a:moveTo>
                  <a:pt x="9801" y="74506"/>
                </a:moveTo>
                <a:lnTo>
                  <a:pt x="9801" y="74506"/>
                </a:lnTo>
                <a:cubicBezTo>
                  <a:pt x="9786" y="74535"/>
                  <a:pt x="9786" y="74579"/>
                  <a:pt x="9772" y="74609"/>
                </a:cubicBezTo>
                <a:cubicBezTo>
                  <a:pt x="9728" y="74653"/>
                  <a:pt x="9683" y="74682"/>
                  <a:pt x="9625" y="74712"/>
                </a:cubicBezTo>
                <a:lnTo>
                  <a:pt x="9625" y="74668"/>
                </a:lnTo>
                <a:cubicBezTo>
                  <a:pt x="9625" y="74638"/>
                  <a:pt x="9639" y="74609"/>
                  <a:pt x="9639" y="74579"/>
                </a:cubicBezTo>
                <a:cubicBezTo>
                  <a:pt x="9698" y="74565"/>
                  <a:pt x="9742" y="74535"/>
                  <a:pt x="9801" y="74506"/>
                </a:cubicBezTo>
                <a:close/>
                <a:moveTo>
                  <a:pt x="10287" y="74638"/>
                </a:moveTo>
                <a:cubicBezTo>
                  <a:pt x="10287" y="74638"/>
                  <a:pt x="10287" y="74653"/>
                  <a:pt x="10272" y="74668"/>
                </a:cubicBezTo>
                <a:cubicBezTo>
                  <a:pt x="10243" y="74682"/>
                  <a:pt x="10213" y="74712"/>
                  <a:pt x="10199" y="74726"/>
                </a:cubicBezTo>
                <a:cubicBezTo>
                  <a:pt x="10199" y="74712"/>
                  <a:pt x="10213" y="74682"/>
                  <a:pt x="10213" y="74668"/>
                </a:cubicBezTo>
                <a:cubicBezTo>
                  <a:pt x="10228" y="74653"/>
                  <a:pt x="10257" y="74653"/>
                  <a:pt x="10287" y="74638"/>
                </a:cubicBezTo>
                <a:close/>
                <a:moveTo>
                  <a:pt x="6887" y="59142"/>
                </a:moveTo>
                <a:cubicBezTo>
                  <a:pt x="4680" y="61217"/>
                  <a:pt x="3576" y="63777"/>
                  <a:pt x="3841" y="66176"/>
                </a:cubicBezTo>
                <a:cubicBezTo>
                  <a:pt x="4047" y="67942"/>
                  <a:pt x="5018" y="69458"/>
                  <a:pt x="5945" y="70959"/>
                </a:cubicBezTo>
                <a:cubicBezTo>
                  <a:pt x="6681" y="72122"/>
                  <a:pt x="7447" y="73358"/>
                  <a:pt x="7814" y="74682"/>
                </a:cubicBezTo>
                <a:cubicBezTo>
                  <a:pt x="7741" y="74726"/>
                  <a:pt x="7667" y="74741"/>
                  <a:pt x="7594" y="74785"/>
                </a:cubicBezTo>
                <a:cubicBezTo>
                  <a:pt x="7167" y="73402"/>
                  <a:pt x="6343" y="72210"/>
                  <a:pt x="5533" y="71033"/>
                </a:cubicBezTo>
                <a:cubicBezTo>
                  <a:pt x="4533" y="69532"/>
                  <a:pt x="3458" y="68016"/>
                  <a:pt x="3238" y="66220"/>
                </a:cubicBezTo>
                <a:cubicBezTo>
                  <a:pt x="2943" y="63895"/>
                  <a:pt x="4209" y="61335"/>
                  <a:pt x="6608" y="59363"/>
                </a:cubicBezTo>
                <a:lnTo>
                  <a:pt x="6887" y="59142"/>
                </a:lnTo>
                <a:close/>
                <a:moveTo>
                  <a:pt x="8447" y="74520"/>
                </a:moveTo>
                <a:cubicBezTo>
                  <a:pt x="8462" y="74594"/>
                  <a:pt x="8462" y="74653"/>
                  <a:pt x="8477" y="74712"/>
                </a:cubicBezTo>
                <a:cubicBezTo>
                  <a:pt x="8403" y="74726"/>
                  <a:pt x="8330" y="74756"/>
                  <a:pt x="8256" y="74785"/>
                </a:cubicBezTo>
                <a:cubicBezTo>
                  <a:pt x="8241" y="74726"/>
                  <a:pt x="8241" y="74653"/>
                  <a:pt x="8227" y="74594"/>
                </a:cubicBezTo>
                <a:cubicBezTo>
                  <a:pt x="8300" y="74579"/>
                  <a:pt x="8374" y="74535"/>
                  <a:pt x="8447" y="74520"/>
                </a:cubicBezTo>
                <a:close/>
                <a:moveTo>
                  <a:pt x="9978" y="74653"/>
                </a:moveTo>
                <a:lnTo>
                  <a:pt x="9978" y="74653"/>
                </a:lnTo>
                <a:cubicBezTo>
                  <a:pt x="9948" y="74682"/>
                  <a:pt x="9948" y="74712"/>
                  <a:pt x="9934" y="74741"/>
                </a:cubicBezTo>
                <a:cubicBezTo>
                  <a:pt x="9904" y="74741"/>
                  <a:pt x="9860" y="74756"/>
                  <a:pt x="9801" y="74800"/>
                </a:cubicBezTo>
                <a:cubicBezTo>
                  <a:pt x="9831" y="74756"/>
                  <a:pt x="9831" y="74726"/>
                  <a:pt x="9845" y="74712"/>
                </a:cubicBezTo>
                <a:cubicBezTo>
                  <a:pt x="9875" y="74682"/>
                  <a:pt x="9934" y="74668"/>
                  <a:pt x="9978" y="74653"/>
                </a:cubicBezTo>
                <a:close/>
                <a:moveTo>
                  <a:pt x="9051" y="74579"/>
                </a:moveTo>
                <a:lnTo>
                  <a:pt x="9051" y="74741"/>
                </a:lnTo>
                <a:cubicBezTo>
                  <a:pt x="8992" y="74756"/>
                  <a:pt x="8918" y="74800"/>
                  <a:pt x="8874" y="74815"/>
                </a:cubicBezTo>
                <a:lnTo>
                  <a:pt x="8874" y="74653"/>
                </a:lnTo>
                <a:cubicBezTo>
                  <a:pt x="8903" y="74638"/>
                  <a:pt x="8977" y="74609"/>
                  <a:pt x="9051" y="74579"/>
                </a:cubicBezTo>
                <a:close/>
                <a:moveTo>
                  <a:pt x="9551" y="74609"/>
                </a:moveTo>
                <a:lnTo>
                  <a:pt x="9551" y="74653"/>
                </a:lnTo>
                <a:cubicBezTo>
                  <a:pt x="9551" y="74682"/>
                  <a:pt x="9536" y="74712"/>
                  <a:pt x="9536" y="74741"/>
                </a:cubicBezTo>
                <a:cubicBezTo>
                  <a:pt x="9477" y="74785"/>
                  <a:pt x="9419" y="74800"/>
                  <a:pt x="9360" y="74815"/>
                </a:cubicBezTo>
                <a:cubicBezTo>
                  <a:pt x="9360" y="74756"/>
                  <a:pt x="9374" y="74726"/>
                  <a:pt x="9374" y="74682"/>
                </a:cubicBezTo>
                <a:cubicBezTo>
                  <a:pt x="9433" y="74668"/>
                  <a:pt x="9492" y="74638"/>
                  <a:pt x="9551" y="74609"/>
                </a:cubicBezTo>
                <a:close/>
                <a:moveTo>
                  <a:pt x="10096" y="74726"/>
                </a:moveTo>
                <a:cubicBezTo>
                  <a:pt x="10081" y="74741"/>
                  <a:pt x="10081" y="74785"/>
                  <a:pt x="10066" y="74800"/>
                </a:cubicBezTo>
                <a:cubicBezTo>
                  <a:pt x="10022" y="74815"/>
                  <a:pt x="10007" y="74829"/>
                  <a:pt x="9978" y="74859"/>
                </a:cubicBezTo>
                <a:cubicBezTo>
                  <a:pt x="9992" y="74829"/>
                  <a:pt x="9992" y="74800"/>
                  <a:pt x="10007" y="74785"/>
                </a:cubicBezTo>
                <a:cubicBezTo>
                  <a:pt x="10051" y="74756"/>
                  <a:pt x="10066" y="74741"/>
                  <a:pt x="10096" y="74726"/>
                </a:cubicBezTo>
                <a:close/>
                <a:moveTo>
                  <a:pt x="8138" y="74653"/>
                </a:moveTo>
                <a:cubicBezTo>
                  <a:pt x="8168" y="74682"/>
                  <a:pt x="8168" y="74756"/>
                  <a:pt x="8182" y="74815"/>
                </a:cubicBezTo>
                <a:cubicBezTo>
                  <a:pt x="8109" y="74829"/>
                  <a:pt x="8035" y="74874"/>
                  <a:pt x="7962" y="74903"/>
                </a:cubicBezTo>
                <a:cubicBezTo>
                  <a:pt x="7947" y="74859"/>
                  <a:pt x="7932" y="74785"/>
                  <a:pt x="7903" y="74726"/>
                </a:cubicBezTo>
                <a:cubicBezTo>
                  <a:pt x="7991" y="74697"/>
                  <a:pt x="8050" y="74668"/>
                  <a:pt x="8138" y="74653"/>
                </a:cubicBezTo>
                <a:close/>
                <a:moveTo>
                  <a:pt x="9742" y="74726"/>
                </a:moveTo>
                <a:cubicBezTo>
                  <a:pt x="9728" y="74756"/>
                  <a:pt x="9728" y="74800"/>
                  <a:pt x="9713" y="74829"/>
                </a:cubicBezTo>
                <a:cubicBezTo>
                  <a:pt x="9669" y="74859"/>
                  <a:pt x="9625" y="74888"/>
                  <a:pt x="9580" y="74903"/>
                </a:cubicBezTo>
                <a:cubicBezTo>
                  <a:pt x="9580" y="74888"/>
                  <a:pt x="9580" y="74859"/>
                  <a:pt x="9610" y="74800"/>
                </a:cubicBezTo>
                <a:cubicBezTo>
                  <a:pt x="9654" y="74785"/>
                  <a:pt x="9698" y="74756"/>
                  <a:pt x="9742" y="74726"/>
                </a:cubicBezTo>
                <a:close/>
                <a:moveTo>
                  <a:pt x="8771" y="74682"/>
                </a:moveTo>
                <a:lnTo>
                  <a:pt x="8771" y="74859"/>
                </a:lnTo>
                <a:cubicBezTo>
                  <a:pt x="8727" y="74874"/>
                  <a:pt x="8639" y="74903"/>
                  <a:pt x="8580" y="74918"/>
                </a:cubicBezTo>
                <a:cubicBezTo>
                  <a:pt x="8580" y="74874"/>
                  <a:pt x="8550" y="74815"/>
                  <a:pt x="8550" y="74756"/>
                </a:cubicBezTo>
                <a:cubicBezTo>
                  <a:pt x="8624" y="74741"/>
                  <a:pt x="8697" y="74712"/>
                  <a:pt x="8771" y="74682"/>
                </a:cubicBezTo>
                <a:close/>
                <a:moveTo>
                  <a:pt x="9286" y="74726"/>
                </a:moveTo>
                <a:lnTo>
                  <a:pt x="9286" y="74800"/>
                </a:lnTo>
                <a:cubicBezTo>
                  <a:pt x="9286" y="74815"/>
                  <a:pt x="9286" y="74829"/>
                  <a:pt x="9271" y="74874"/>
                </a:cubicBezTo>
                <a:cubicBezTo>
                  <a:pt x="9213" y="74888"/>
                  <a:pt x="9168" y="74918"/>
                  <a:pt x="9110" y="74947"/>
                </a:cubicBezTo>
                <a:lnTo>
                  <a:pt x="9110" y="74800"/>
                </a:lnTo>
                <a:cubicBezTo>
                  <a:pt x="9183" y="74785"/>
                  <a:pt x="9242" y="74741"/>
                  <a:pt x="9286" y="74726"/>
                </a:cubicBezTo>
                <a:close/>
                <a:moveTo>
                  <a:pt x="9889" y="74859"/>
                </a:moveTo>
                <a:lnTo>
                  <a:pt x="9889" y="74859"/>
                </a:lnTo>
                <a:cubicBezTo>
                  <a:pt x="9875" y="74888"/>
                  <a:pt x="9875" y="74903"/>
                  <a:pt x="9860" y="74947"/>
                </a:cubicBezTo>
                <a:cubicBezTo>
                  <a:pt x="9831" y="74947"/>
                  <a:pt x="9786" y="74962"/>
                  <a:pt x="9742" y="75006"/>
                </a:cubicBezTo>
                <a:cubicBezTo>
                  <a:pt x="9772" y="74962"/>
                  <a:pt x="9772" y="74947"/>
                  <a:pt x="9786" y="74903"/>
                </a:cubicBezTo>
                <a:lnTo>
                  <a:pt x="9889" y="74859"/>
                </a:lnTo>
                <a:close/>
                <a:moveTo>
                  <a:pt x="7844" y="74741"/>
                </a:moveTo>
                <a:cubicBezTo>
                  <a:pt x="7859" y="74800"/>
                  <a:pt x="7873" y="74874"/>
                  <a:pt x="7888" y="74932"/>
                </a:cubicBezTo>
                <a:cubicBezTo>
                  <a:pt x="7814" y="74962"/>
                  <a:pt x="7741" y="74977"/>
                  <a:pt x="7667" y="75021"/>
                </a:cubicBezTo>
                <a:cubicBezTo>
                  <a:pt x="7653" y="74947"/>
                  <a:pt x="7638" y="74888"/>
                  <a:pt x="7623" y="74829"/>
                </a:cubicBezTo>
                <a:cubicBezTo>
                  <a:pt x="7697" y="74800"/>
                  <a:pt x="7770" y="74785"/>
                  <a:pt x="7844" y="74741"/>
                </a:cubicBezTo>
                <a:close/>
                <a:moveTo>
                  <a:pt x="9992" y="74932"/>
                </a:moveTo>
                <a:lnTo>
                  <a:pt x="9992" y="74932"/>
                </a:lnTo>
                <a:cubicBezTo>
                  <a:pt x="9978" y="74962"/>
                  <a:pt x="9978" y="74962"/>
                  <a:pt x="9948" y="74977"/>
                </a:cubicBezTo>
                <a:cubicBezTo>
                  <a:pt x="9934" y="75006"/>
                  <a:pt x="9919" y="75021"/>
                  <a:pt x="9904" y="75021"/>
                </a:cubicBezTo>
                <a:cubicBezTo>
                  <a:pt x="9904" y="75006"/>
                  <a:pt x="9919" y="74977"/>
                  <a:pt x="9919" y="74962"/>
                </a:cubicBezTo>
                <a:cubicBezTo>
                  <a:pt x="9934" y="74947"/>
                  <a:pt x="9948" y="74947"/>
                  <a:pt x="9992" y="74932"/>
                </a:cubicBezTo>
                <a:close/>
                <a:moveTo>
                  <a:pt x="8477" y="74800"/>
                </a:moveTo>
                <a:cubicBezTo>
                  <a:pt x="8477" y="74859"/>
                  <a:pt x="8506" y="74903"/>
                  <a:pt x="8506" y="74962"/>
                </a:cubicBezTo>
                <a:cubicBezTo>
                  <a:pt x="8418" y="74977"/>
                  <a:pt x="8374" y="75021"/>
                  <a:pt x="8300" y="75035"/>
                </a:cubicBezTo>
                <a:cubicBezTo>
                  <a:pt x="8300" y="74977"/>
                  <a:pt x="8285" y="74918"/>
                  <a:pt x="8256" y="74859"/>
                </a:cubicBezTo>
                <a:cubicBezTo>
                  <a:pt x="8359" y="74859"/>
                  <a:pt x="8403" y="74815"/>
                  <a:pt x="8477" y="74800"/>
                </a:cubicBezTo>
                <a:close/>
                <a:moveTo>
                  <a:pt x="9492" y="74829"/>
                </a:moveTo>
                <a:lnTo>
                  <a:pt x="9492" y="74829"/>
                </a:lnTo>
                <a:cubicBezTo>
                  <a:pt x="9477" y="74874"/>
                  <a:pt x="9477" y="74903"/>
                  <a:pt x="9448" y="74962"/>
                </a:cubicBezTo>
                <a:cubicBezTo>
                  <a:pt x="9433" y="75006"/>
                  <a:pt x="9374" y="75021"/>
                  <a:pt x="9330" y="75035"/>
                </a:cubicBezTo>
                <a:cubicBezTo>
                  <a:pt x="9330" y="75006"/>
                  <a:pt x="9345" y="74962"/>
                  <a:pt x="9345" y="74903"/>
                </a:cubicBezTo>
                <a:cubicBezTo>
                  <a:pt x="9404" y="74888"/>
                  <a:pt x="9448" y="74859"/>
                  <a:pt x="9492" y="74829"/>
                </a:cubicBezTo>
                <a:close/>
                <a:moveTo>
                  <a:pt x="9036" y="74829"/>
                </a:moveTo>
                <a:lnTo>
                  <a:pt x="9036" y="74947"/>
                </a:lnTo>
                <a:lnTo>
                  <a:pt x="9036" y="74977"/>
                </a:lnTo>
                <a:cubicBezTo>
                  <a:pt x="8977" y="75006"/>
                  <a:pt x="8918" y="75035"/>
                  <a:pt x="8874" y="75050"/>
                </a:cubicBezTo>
                <a:lnTo>
                  <a:pt x="8874" y="74903"/>
                </a:lnTo>
                <a:cubicBezTo>
                  <a:pt x="8918" y="74888"/>
                  <a:pt x="8977" y="74859"/>
                  <a:pt x="9036" y="74829"/>
                </a:cubicBezTo>
                <a:close/>
                <a:moveTo>
                  <a:pt x="9698" y="74947"/>
                </a:moveTo>
                <a:lnTo>
                  <a:pt x="9698" y="74947"/>
                </a:lnTo>
                <a:cubicBezTo>
                  <a:pt x="9683" y="74977"/>
                  <a:pt x="9683" y="75021"/>
                  <a:pt x="9654" y="75035"/>
                </a:cubicBezTo>
                <a:cubicBezTo>
                  <a:pt x="9610" y="75080"/>
                  <a:pt x="9566" y="75109"/>
                  <a:pt x="9536" y="75124"/>
                </a:cubicBezTo>
                <a:cubicBezTo>
                  <a:pt x="9551" y="75094"/>
                  <a:pt x="9551" y="75050"/>
                  <a:pt x="9566" y="75021"/>
                </a:cubicBezTo>
                <a:cubicBezTo>
                  <a:pt x="9610" y="75006"/>
                  <a:pt x="9654" y="74977"/>
                  <a:pt x="9698" y="74947"/>
                </a:cubicBezTo>
                <a:close/>
                <a:moveTo>
                  <a:pt x="9271" y="74962"/>
                </a:moveTo>
                <a:cubicBezTo>
                  <a:pt x="9271" y="75006"/>
                  <a:pt x="9257" y="75050"/>
                  <a:pt x="9257" y="75094"/>
                </a:cubicBezTo>
                <a:cubicBezTo>
                  <a:pt x="9198" y="75109"/>
                  <a:pt x="9139" y="75153"/>
                  <a:pt x="9095" y="75168"/>
                </a:cubicBezTo>
                <a:cubicBezTo>
                  <a:pt x="9095" y="75124"/>
                  <a:pt x="9095" y="75080"/>
                  <a:pt x="9110" y="75035"/>
                </a:cubicBezTo>
                <a:cubicBezTo>
                  <a:pt x="9154" y="75021"/>
                  <a:pt x="9213" y="74977"/>
                  <a:pt x="9271" y="74962"/>
                </a:cubicBezTo>
                <a:close/>
                <a:moveTo>
                  <a:pt x="8182" y="74903"/>
                </a:moveTo>
                <a:cubicBezTo>
                  <a:pt x="8197" y="74962"/>
                  <a:pt x="8197" y="75021"/>
                  <a:pt x="8197" y="75094"/>
                </a:cubicBezTo>
                <a:cubicBezTo>
                  <a:pt x="8124" y="75124"/>
                  <a:pt x="8079" y="75153"/>
                  <a:pt x="8006" y="75183"/>
                </a:cubicBezTo>
                <a:cubicBezTo>
                  <a:pt x="8020" y="75109"/>
                  <a:pt x="8006" y="75035"/>
                  <a:pt x="7991" y="74977"/>
                </a:cubicBezTo>
                <a:cubicBezTo>
                  <a:pt x="8065" y="74947"/>
                  <a:pt x="8138" y="74932"/>
                  <a:pt x="8182" y="74903"/>
                </a:cubicBezTo>
                <a:close/>
                <a:moveTo>
                  <a:pt x="8771" y="74947"/>
                </a:moveTo>
                <a:lnTo>
                  <a:pt x="8771" y="75094"/>
                </a:lnTo>
                <a:lnTo>
                  <a:pt x="8771" y="75109"/>
                </a:lnTo>
                <a:cubicBezTo>
                  <a:pt x="8727" y="75124"/>
                  <a:pt x="8639" y="75168"/>
                  <a:pt x="8594" y="75183"/>
                </a:cubicBezTo>
                <a:cubicBezTo>
                  <a:pt x="8594" y="75124"/>
                  <a:pt x="8594" y="75080"/>
                  <a:pt x="8580" y="75021"/>
                </a:cubicBezTo>
                <a:cubicBezTo>
                  <a:pt x="8639" y="75006"/>
                  <a:pt x="8697" y="74962"/>
                  <a:pt x="8771" y="74947"/>
                </a:cubicBezTo>
                <a:close/>
                <a:moveTo>
                  <a:pt x="9786" y="75050"/>
                </a:moveTo>
                <a:cubicBezTo>
                  <a:pt x="9786" y="75080"/>
                  <a:pt x="9772" y="75109"/>
                  <a:pt x="9772" y="75124"/>
                </a:cubicBezTo>
                <a:cubicBezTo>
                  <a:pt x="9728" y="75153"/>
                  <a:pt x="9713" y="75168"/>
                  <a:pt x="9683" y="75183"/>
                </a:cubicBezTo>
                <a:cubicBezTo>
                  <a:pt x="9683" y="75168"/>
                  <a:pt x="9698" y="75124"/>
                  <a:pt x="9698" y="75109"/>
                </a:cubicBezTo>
                <a:cubicBezTo>
                  <a:pt x="9728" y="75094"/>
                  <a:pt x="9742" y="75080"/>
                  <a:pt x="9786" y="75050"/>
                </a:cubicBezTo>
                <a:close/>
                <a:moveTo>
                  <a:pt x="9433" y="75080"/>
                </a:moveTo>
                <a:lnTo>
                  <a:pt x="9433" y="75080"/>
                </a:lnTo>
                <a:cubicBezTo>
                  <a:pt x="9419" y="75109"/>
                  <a:pt x="9419" y="75153"/>
                  <a:pt x="9404" y="75183"/>
                </a:cubicBezTo>
                <a:cubicBezTo>
                  <a:pt x="9360" y="75197"/>
                  <a:pt x="9316" y="75241"/>
                  <a:pt x="9271" y="75256"/>
                </a:cubicBezTo>
                <a:cubicBezTo>
                  <a:pt x="9316" y="75227"/>
                  <a:pt x="9316" y="75183"/>
                  <a:pt x="9316" y="75153"/>
                </a:cubicBezTo>
                <a:cubicBezTo>
                  <a:pt x="9345" y="75124"/>
                  <a:pt x="9404" y="75094"/>
                  <a:pt x="9433" y="75080"/>
                </a:cubicBezTo>
                <a:close/>
                <a:moveTo>
                  <a:pt x="7903" y="75006"/>
                </a:moveTo>
                <a:cubicBezTo>
                  <a:pt x="7932" y="75050"/>
                  <a:pt x="7932" y="75124"/>
                  <a:pt x="7947" y="75183"/>
                </a:cubicBezTo>
                <a:cubicBezTo>
                  <a:pt x="7873" y="75227"/>
                  <a:pt x="7814" y="75241"/>
                  <a:pt x="7741" y="75271"/>
                </a:cubicBezTo>
                <a:cubicBezTo>
                  <a:pt x="7726" y="75227"/>
                  <a:pt x="7711" y="75168"/>
                  <a:pt x="7711" y="75094"/>
                </a:cubicBezTo>
                <a:cubicBezTo>
                  <a:pt x="7785" y="75050"/>
                  <a:pt x="7859" y="75035"/>
                  <a:pt x="7903" y="75006"/>
                </a:cubicBezTo>
                <a:close/>
                <a:moveTo>
                  <a:pt x="9006" y="75080"/>
                </a:moveTo>
                <a:cubicBezTo>
                  <a:pt x="9006" y="75124"/>
                  <a:pt x="8992" y="75168"/>
                  <a:pt x="8992" y="75227"/>
                </a:cubicBezTo>
                <a:cubicBezTo>
                  <a:pt x="8948" y="75241"/>
                  <a:pt x="8889" y="75271"/>
                  <a:pt x="8830" y="75300"/>
                </a:cubicBezTo>
                <a:lnTo>
                  <a:pt x="8830" y="75153"/>
                </a:lnTo>
                <a:cubicBezTo>
                  <a:pt x="8903" y="75124"/>
                  <a:pt x="8962" y="75094"/>
                  <a:pt x="9006" y="75080"/>
                </a:cubicBezTo>
                <a:close/>
                <a:moveTo>
                  <a:pt x="8506" y="75050"/>
                </a:moveTo>
                <a:cubicBezTo>
                  <a:pt x="8506" y="75109"/>
                  <a:pt x="8506" y="75168"/>
                  <a:pt x="8521" y="75227"/>
                </a:cubicBezTo>
                <a:cubicBezTo>
                  <a:pt x="8462" y="75256"/>
                  <a:pt x="8388" y="75271"/>
                  <a:pt x="8330" y="75315"/>
                </a:cubicBezTo>
                <a:cubicBezTo>
                  <a:pt x="8330" y="75256"/>
                  <a:pt x="8315" y="75197"/>
                  <a:pt x="8315" y="75153"/>
                </a:cubicBezTo>
                <a:cubicBezTo>
                  <a:pt x="8374" y="75109"/>
                  <a:pt x="8447" y="75080"/>
                  <a:pt x="8506" y="75050"/>
                </a:cubicBezTo>
                <a:close/>
                <a:moveTo>
                  <a:pt x="9580" y="75183"/>
                </a:moveTo>
                <a:lnTo>
                  <a:pt x="9580" y="75183"/>
                </a:lnTo>
                <a:cubicBezTo>
                  <a:pt x="9566" y="75227"/>
                  <a:pt x="9566" y="75241"/>
                  <a:pt x="9551" y="75256"/>
                </a:cubicBezTo>
                <a:cubicBezTo>
                  <a:pt x="9536" y="75271"/>
                  <a:pt x="9492" y="75315"/>
                  <a:pt x="9463" y="75330"/>
                </a:cubicBezTo>
                <a:cubicBezTo>
                  <a:pt x="9477" y="75300"/>
                  <a:pt x="9477" y="75271"/>
                  <a:pt x="9477" y="75241"/>
                </a:cubicBezTo>
                <a:lnTo>
                  <a:pt x="9580" y="75183"/>
                </a:lnTo>
                <a:close/>
                <a:moveTo>
                  <a:pt x="9669" y="75256"/>
                </a:moveTo>
                <a:cubicBezTo>
                  <a:pt x="9683" y="75300"/>
                  <a:pt x="9683" y="75300"/>
                  <a:pt x="9654" y="75315"/>
                </a:cubicBezTo>
                <a:cubicBezTo>
                  <a:pt x="9639" y="75330"/>
                  <a:pt x="9625" y="75345"/>
                  <a:pt x="9610" y="75345"/>
                </a:cubicBezTo>
                <a:cubicBezTo>
                  <a:pt x="9610" y="75330"/>
                  <a:pt x="9625" y="75315"/>
                  <a:pt x="9625" y="75300"/>
                </a:cubicBezTo>
                <a:cubicBezTo>
                  <a:pt x="9639" y="75271"/>
                  <a:pt x="9654" y="75256"/>
                  <a:pt x="9669" y="75256"/>
                </a:cubicBezTo>
                <a:close/>
                <a:moveTo>
                  <a:pt x="9242" y="75183"/>
                </a:moveTo>
                <a:cubicBezTo>
                  <a:pt x="9242" y="75227"/>
                  <a:pt x="9213" y="75271"/>
                  <a:pt x="9198" y="75315"/>
                </a:cubicBezTo>
                <a:cubicBezTo>
                  <a:pt x="9139" y="75345"/>
                  <a:pt x="9110" y="75374"/>
                  <a:pt x="9065" y="75389"/>
                </a:cubicBezTo>
                <a:cubicBezTo>
                  <a:pt x="9065" y="75345"/>
                  <a:pt x="9095" y="75300"/>
                  <a:pt x="9095" y="75256"/>
                </a:cubicBezTo>
                <a:cubicBezTo>
                  <a:pt x="9139" y="75241"/>
                  <a:pt x="9183" y="75197"/>
                  <a:pt x="9242" y="75183"/>
                </a:cubicBezTo>
                <a:close/>
                <a:moveTo>
                  <a:pt x="8241" y="75168"/>
                </a:moveTo>
                <a:cubicBezTo>
                  <a:pt x="8241" y="75227"/>
                  <a:pt x="8256" y="75271"/>
                  <a:pt x="8256" y="75330"/>
                </a:cubicBezTo>
                <a:cubicBezTo>
                  <a:pt x="8212" y="75374"/>
                  <a:pt x="8138" y="75389"/>
                  <a:pt x="8079" y="75418"/>
                </a:cubicBezTo>
                <a:cubicBezTo>
                  <a:pt x="8079" y="75374"/>
                  <a:pt x="8065" y="75315"/>
                  <a:pt x="8065" y="75241"/>
                </a:cubicBezTo>
                <a:cubicBezTo>
                  <a:pt x="8109" y="75227"/>
                  <a:pt x="8168" y="75183"/>
                  <a:pt x="8241" y="75168"/>
                </a:cubicBezTo>
                <a:close/>
                <a:moveTo>
                  <a:pt x="8756" y="75197"/>
                </a:moveTo>
                <a:lnTo>
                  <a:pt x="8756" y="75345"/>
                </a:lnTo>
                <a:cubicBezTo>
                  <a:pt x="8697" y="75374"/>
                  <a:pt x="8639" y="75389"/>
                  <a:pt x="8594" y="75418"/>
                </a:cubicBezTo>
                <a:lnTo>
                  <a:pt x="8594" y="75271"/>
                </a:lnTo>
                <a:cubicBezTo>
                  <a:pt x="8639" y="75256"/>
                  <a:pt x="8697" y="75227"/>
                  <a:pt x="8756" y="75197"/>
                </a:cubicBezTo>
                <a:close/>
                <a:moveTo>
                  <a:pt x="9360" y="75315"/>
                </a:moveTo>
                <a:lnTo>
                  <a:pt x="9360" y="75315"/>
                </a:lnTo>
                <a:cubicBezTo>
                  <a:pt x="9345" y="75345"/>
                  <a:pt x="9345" y="75389"/>
                  <a:pt x="9330" y="75403"/>
                </a:cubicBezTo>
                <a:cubicBezTo>
                  <a:pt x="9316" y="75418"/>
                  <a:pt x="9271" y="75448"/>
                  <a:pt x="9242" y="75477"/>
                </a:cubicBezTo>
                <a:cubicBezTo>
                  <a:pt x="9242" y="75448"/>
                  <a:pt x="9257" y="75403"/>
                  <a:pt x="9257" y="75389"/>
                </a:cubicBezTo>
                <a:cubicBezTo>
                  <a:pt x="9286" y="75374"/>
                  <a:pt x="9330" y="75345"/>
                  <a:pt x="9360" y="75315"/>
                </a:cubicBezTo>
                <a:close/>
                <a:moveTo>
                  <a:pt x="9492" y="75389"/>
                </a:moveTo>
                <a:cubicBezTo>
                  <a:pt x="9492" y="75418"/>
                  <a:pt x="9477" y="75448"/>
                  <a:pt x="9477" y="75462"/>
                </a:cubicBezTo>
                <a:cubicBezTo>
                  <a:pt x="9463" y="75477"/>
                  <a:pt x="9419" y="75492"/>
                  <a:pt x="9404" y="75521"/>
                </a:cubicBezTo>
                <a:cubicBezTo>
                  <a:pt x="9404" y="75492"/>
                  <a:pt x="9419" y="75462"/>
                  <a:pt x="9419" y="75448"/>
                </a:cubicBezTo>
                <a:cubicBezTo>
                  <a:pt x="9433" y="75418"/>
                  <a:pt x="9477" y="75403"/>
                  <a:pt x="9492" y="75389"/>
                </a:cubicBezTo>
                <a:close/>
                <a:moveTo>
                  <a:pt x="8992" y="75330"/>
                </a:moveTo>
                <a:cubicBezTo>
                  <a:pt x="8992" y="75374"/>
                  <a:pt x="8977" y="75418"/>
                  <a:pt x="8977" y="75462"/>
                </a:cubicBezTo>
                <a:cubicBezTo>
                  <a:pt x="8918" y="75477"/>
                  <a:pt x="8874" y="75492"/>
                  <a:pt x="8830" y="75536"/>
                </a:cubicBezTo>
                <a:cubicBezTo>
                  <a:pt x="8830" y="75492"/>
                  <a:pt x="8830" y="75448"/>
                  <a:pt x="8845" y="75403"/>
                </a:cubicBezTo>
                <a:cubicBezTo>
                  <a:pt x="8903" y="75389"/>
                  <a:pt x="8962" y="75345"/>
                  <a:pt x="8992" y="75330"/>
                </a:cubicBezTo>
                <a:close/>
                <a:moveTo>
                  <a:pt x="7962" y="75271"/>
                </a:moveTo>
                <a:cubicBezTo>
                  <a:pt x="7976" y="75330"/>
                  <a:pt x="7976" y="75389"/>
                  <a:pt x="7976" y="75462"/>
                </a:cubicBezTo>
                <a:cubicBezTo>
                  <a:pt x="7932" y="75492"/>
                  <a:pt x="7859" y="75521"/>
                  <a:pt x="7800" y="75551"/>
                </a:cubicBezTo>
                <a:cubicBezTo>
                  <a:pt x="7785" y="75477"/>
                  <a:pt x="7785" y="75418"/>
                  <a:pt x="7770" y="75374"/>
                </a:cubicBezTo>
                <a:cubicBezTo>
                  <a:pt x="7844" y="75330"/>
                  <a:pt x="7888" y="75315"/>
                  <a:pt x="7962" y="75271"/>
                </a:cubicBezTo>
                <a:close/>
                <a:moveTo>
                  <a:pt x="8521" y="75300"/>
                </a:moveTo>
                <a:lnTo>
                  <a:pt x="8521" y="75462"/>
                </a:lnTo>
                <a:cubicBezTo>
                  <a:pt x="8462" y="75492"/>
                  <a:pt x="8403" y="75521"/>
                  <a:pt x="8359" y="75551"/>
                </a:cubicBezTo>
                <a:lnTo>
                  <a:pt x="8359" y="75389"/>
                </a:lnTo>
                <a:cubicBezTo>
                  <a:pt x="8388" y="75345"/>
                  <a:pt x="8462" y="75330"/>
                  <a:pt x="8521" y="75300"/>
                </a:cubicBezTo>
                <a:close/>
                <a:moveTo>
                  <a:pt x="9183" y="75418"/>
                </a:moveTo>
                <a:lnTo>
                  <a:pt x="9183" y="75418"/>
                </a:lnTo>
                <a:cubicBezTo>
                  <a:pt x="9168" y="75462"/>
                  <a:pt x="9168" y="75492"/>
                  <a:pt x="9139" y="75536"/>
                </a:cubicBezTo>
                <a:cubicBezTo>
                  <a:pt x="9110" y="75551"/>
                  <a:pt x="9065" y="75595"/>
                  <a:pt x="9036" y="75609"/>
                </a:cubicBezTo>
                <a:cubicBezTo>
                  <a:pt x="9036" y="75565"/>
                  <a:pt x="9036" y="75536"/>
                  <a:pt x="9051" y="75492"/>
                </a:cubicBezTo>
                <a:cubicBezTo>
                  <a:pt x="9095" y="75477"/>
                  <a:pt x="9139" y="75448"/>
                  <a:pt x="9183" y="75418"/>
                </a:cubicBezTo>
                <a:close/>
                <a:moveTo>
                  <a:pt x="8756" y="75418"/>
                </a:moveTo>
                <a:cubicBezTo>
                  <a:pt x="8756" y="75477"/>
                  <a:pt x="8756" y="75521"/>
                  <a:pt x="8742" y="75565"/>
                </a:cubicBezTo>
                <a:cubicBezTo>
                  <a:pt x="8683" y="75609"/>
                  <a:pt x="8653" y="75624"/>
                  <a:pt x="8594" y="75668"/>
                </a:cubicBezTo>
                <a:lnTo>
                  <a:pt x="8594" y="75521"/>
                </a:lnTo>
                <a:cubicBezTo>
                  <a:pt x="8639" y="75477"/>
                  <a:pt x="8697" y="75462"/>
                  <a:pt x="8756" y="75418"/>
                </a:cubicBezTo>
                <a:close/>
                <a:moveTo>
                  <a:pt x="8256" y="75418"/>
                </a:moveTo>
                <a:lnTo>
                  <a:pt x="8256" y="75595"/>
                </a:lnTo>
                <a:cubicBezTo>
                  <a:pt x="8212" y="75624"/>
                  <a:pt x="8153" y="75639"/>
                  <a:pt x="8094" y="75683"/>
                </a:cubicBezTo>
                <a:cubicBezTo>
                  <a:pt x="8094" y="75624"/>
                  <a:pt x="8079" y="75565"/>
                  <a:pt x="8079" y="75521"/>
                </a:cubicBezTo>
                <a:cubicBezTo>
                  <a:pt x="8138" y="75477"/>
                  <a:pt x="8212" y="75448"/>
                  <a:pt x="8256" y="75418"/>
                </a:cubicBezTo>
                <a:close/>
                <a:moveTo>
                  <a:pt x="9286" y="75536"/>
                </a:moveTo>
                <a:cubicBezTo>
                  <a:pt x="9271" y="75551"/>
                  <a:pt x="9271" y="75595"/>
                  <a:pt x="9257" y="75609"/>
                </a:cubicBezTo>
                <a:cubicBezTo>
                  <a:pt x="9257" y="75624"/>
                  <a:pt x="9213" y="75639"/>
                  <a:pt x="9183" y="75683"/>
                </a:cubicBezTo>
                <a:cubicBezTo>
                  <a:pt x="9183" y="75639"/>
                  <a:pt x="9198" y="75624"/>
                  <a:pt x="9198" y="75595"/>
                </a:cubicBezTo>
                <a:cubicBezTo>
                  <a:pt x="9242" y="75565"/>
                  <a:pt x="9271" y="75551"/>
                  <a:pt x="9286" y="75536"/>
                </a:cubicBezTo>
                <a:close/>
                <a:moveTo>
                  <a:pt x="9404" y="75609"/>
                </a:moveTo>
                <a:lnTo>
                  <a:pt x="9404" y="75609"/>
                </a:lnTo>
                <a:cubicBezTo>
                  <a:pt x="9374" y="75624"/>
                  <a:pt x="9374" y="75639"/>
                  <a:pt x="9374" y="75668"/>
                </a:cubicBezTo>
                <a:cubicBezTo>
                  <a:pt x="9360" y="75683"/>
                  <a:pt x="9345" y="75683"/>
                  <a:pt x="9330" y="75698"/>
                </a:cubicBezTo>
                <a:cubicBezTo>
                  <a:pt x="9330" y="75683"/>
                  <a:pt x="9345" y="75668"/>
                  <a:pt x="9345" y="75639"/>
                </a:cubicBezTo>
                <a:cubicBezTo>
                  <a:pt x="9360" y="75624"/>
                  <a:pt x="9374" y="75624"/>
                  <a:pt x="9404" y="75609"/>
                </a:cubicBezTo>
                <a:close/>
                <a:moveTo>
                  <a:pt x="8948" y="75551"/>
                </a:moveTo>
                <a:cubicBezTo>
                  <a:pt x="8948" y="75595"/>
                  <a:pt x="8918" y="75624"/>
                  <a:pt x="8918" y="75683"/>
                </a:cubicBezTo>
                <a:cubicBezTo>
                  <a:pt x="8889" y="75698"/>
                  <a:pt x="8845" y="75712"/>
                  <a:pt x="8800" y="75757"/>
                </a:cubicBezTo>
                <a:cubicBezTo>
                  <a:pt x="8800" y="75712"/>
                  <a:pt x="8815" y="75668"/>
                  <a:pt x="8815" y="75624"/>
                </a:cubicBezTo>
                <a:cubicBezTo>
                  <a:pt x="8845" y="75609"/>
                  <a:pt x="8903" y="75565"/>
                  <a:pt x="8948" y="75551"/>
                </a:cubicBezTo>
                <a:close/>
                <a:moveTo>
                  <a:pt x="8006" y="75536"/>
                </a:moveTo>
                <a:cubicBezTo>
                  <a:pt x="8006" y="75595"/>
                  <a:pt x="8020" y="75639"/>
                  <a:pt x="8020" y="75698"/>
                </a:cubicBezTo>
                <a:cubicBezTo>
                  <a:pt x="7962" y="75727"/>
                  <a:pt x="7903" y="75757"/>
                  <a:pt x="7829" y="75786"/>
                </a:cubicBezTo>
                <a:cubicBezTo>
                  <a:pt x="7844" y="75757"/>
                  <a:pt x="7844" y="75698"/>
                  <a:pt x="7814" y="75639"/>
                </a:cubicBezTo>
                <a:cubicBezTo>
                  <a:pt x="7873" y="75595"/>
                  <a:pt x="7947" y="75565"/>
                  <a:pt x="8006" y="75536"/>
                </a:cubicBezTo>
                <a:close/>
                <a:moveTo>
                  <a:pt x="8521" y="75565"/>
                </a:moveTo>
                <a:lnTo>
                  <a:pt x="8521" y="75712"/>
                </a:lnTo>
                <a:cubicBezTo>
                  <a:pt x="8462" y="75742"/>
                  <a:pt x="8403" y="75757"/>
                  <a:pt x="8359" y="75786"/>
                </a:cubicBezTo>
                <a:lnTo>
                  <a:pt x="8359" y="75639"/>
                </a:lnTo>
                <a:cubicBezTo>
                  <a:pt x="8403" y="75624"/>
                  <a:pt x="8462" y="75595"/>
                  <a:pt x="8521" y="75565"/>
                </a:cubicBezTo>
                <a:close/>
                <a:moveTo>
                  <a:pt x="9110" y="75668"/>
                </a:moveTo>
                <a:lnTo>
                  <a:pt x="9110" y="75668"/>
                </a:lnTo>
                <a:cubicBezTo>
                  <a:pt x="9095" y="75698"/>
                  <a:pt x="9095" y="75742"/>
                  <a:pt x="9065" y="75757"/>
                </a:cubicBezTo>
                <a:cubicBezTo>
                  <a:pt x="9051" y="75771"/>
                  <a:pt x="9006" y="75786"/>
                  <a:pt x="8977" y="75830"/>
                </a:cubicBezTo>
                <a:cubicBezTo>
                  <a:pt x="8977" y="75786"/>
                  <a:pt x="8992" y="75757"/>
                  <a:pt x="8992" y="75742"/>
                </a:cubicBezTo>
                <a:cubicBezTo>
                  <a:pt x="9036" y="75712"/>
                  <a:pt x="9065" y="75683"/>
                  <a:pt x="9110" y="75668"/>
                </a:cubicBezTo>
                <a:close/>
                <a:moveTo>
                  <a:pt x="9213" y="75742"/>
                </a:moveTo>
                <a:cubicBezTo>
                  <a:pt x="9213" y="75771"/>
                  <a:pt x="9198" y="75786"/>
                  <a:pt x="9198" y="75815"/>
                </a:cubicBezTo>
                <a:cubicBezTo>
                  <a:pt x="9183" y="75830"/>
                  <a:pt x="9139" y="75845"/>
                  <a:pt x="9124" y="75860"/>
                </a:cubicBezTo>
                <a:cubicBezTo>
                  <a:pt x="9124" y="75845"/>
                  <a:pt x="9139" y="75830"/>
                  <a:pt x="9139" y="75786"/>
                </a:cubicBezTo>
                <a:cubicBezTo>
                  <a:pt x="9154" y="75771"/>
                  <a:pt x="9198" y="75757"/>
                  <a:pt x="9213" y="75742"/>
                </a:cubicBezTo>
                <a:close/>
                <a:moveTo>
                  <a:pt x="8742" y="75683"/>
                </a:moveTo>
                <a:cubicBezTo>
                  <a:pt x="8742" y="75712"/>
                  <a:pt x="8727" y="75771"/>
                  <a:pt x="8727" y="75815"/>
                </a:cubicBezTo>
                <a:cubicBezTo>
                  <a:pt x="8668" y="75830"/>
                  <a:pt x="8624" y="75860"/>
                  <a:pt x="8580" y="75889"/>
                </a:cubicBezTo>
                <a:cubicBezTo>
                  <a:pt x="8580" y="75845"/>
                  <a:pt x="8580" y="75786"/>
                  <a:pt x="8594" y="75757"/>
                </a:cubicBezTo>
                <a:cubicBezTo>
                  <a:pt x="8639" y="75742"/>
                  <a:pt x="8683" y="75698"/>
                  <a:pt x="8742" y="75683"/>
                </a:cubicBezTo>
                <a:close/>
                <a:moveTo>
                  <a:pt x="8271" y="75683"/>
                </a:moveTo>
                <a:lnTo>
                  <a:pt x="8271" y="75845"/>
                </a:lnTo>
                <a:cubicBezTo>
                  <a:pt x="8256" y="75860"/>
                  <a:pt x="8241" y="75860"/>
                  <a:pt x="8227" y="75889"/>
                </a:cubicBezTo>
                <a:lnTo>
                  <a:pt x="8109" y="75933"/>
                </a:lnTo>
                <a:cubicBezTo>
                  <a:pt x="8109" y="75889"/>
                  <a:pt x="8109" y="75830"/>
                  <a:pt x="8094" y="75771"/>
                </a:cubicBezTo>
                <a:cubicBezTo>
                  <a:pt x="8168" y="75742"/>
                  <a:pt x="8227" y="75698"/>
                  <a:pt x="8271" y="75683"/>
                </a:cubicBezTo>
                <a:close/>
                <a:moveTo>
                  <a:pt x="8903" y="75786"/>
                </a:moveTo>
                <a:cubicBezTo>
                  <a:pt x="8903" y="75830"/>
                  <a:pt x="8889" y="75860"/>
                  <a:pt x="8889" y="75904"/>
                </a:cubicBezTo>
                <a:cubicBezTo>
                  <a:pt x="8845" y="75918"/>
                  <a:pt x="8815" y="75963"/>
                  <a:pt x="8771" y="75977"/>
                </a:cubicBezTo>
                <a:lnTo>
                  <a:pt x="8771" y="75860"/>
                </a:lnTo>
                <a:cubicBezTo>
                  <a:pt x="8815" y="75845"/>
                  <a:pt x="8845" y="75815"/>
                  <a:pt x="8903" y="75786"/>
                </a:cubicBezTo>
                <a:close/>
                <a:moveTo>
                  <a:pt x="8506" y="75815"/>
                </a:moveTo>
                <a:cubicBezTo>
                  <a:pt x="8506" y="75860"/>
                  <a:pt x="8506" y="75904"/>
                  <a:pt x="8477" y="75963"/>
                </a:cubicBezTo>
                <a:cubicBezTo>
                  <a:pt x="8447" y="75977"/>
                  <a:pt x="8388" y="75992"/>
                  <a:pt x="8359" y="76036"/>
                </a:cubicBezTo>
                <a:lnTo>
                  <a:pt x="8359" y="75889"/>
                </a:lnTo>
                <a:cubicBezTo>
                  <a:pt x="8403" y="75860"/>
                  <a:pt x="8447" y="75830"/>
                  <a:pt x="8506" y="75815"/>
                </a:cubicBezTo>
                <a:close/>
                <a:moveTo>
                  <a:pt x="9036" y="75889"/>
                </a:moveTo>
                <a:lnTo>
                  <a:pt x="9036" y="75889"/>
                </a:lnTo>
                <a:cubicBezTo>
                  <a:pt x="9006" y="75918"/>
                  <a:pt x="9006" y="75933"/>
                  <a:pt x="8992" y="75977"/>
                </a:cubicBezTo>
                <a:cubicBezTo>
                  <a:pt x="8977" y="75977"/>
                  <a:pt x="8962" y="76007"/>
                  <a:pt x="8918" y="76036"/>
                </a:cubicBezTo>
                <a:cubicBezTo>
                  <a:pt x="8918" y="75992"/>
                  <a:pt x="8933" y="75977"/>
                  <a:pt x="8933" y="75933"/>
                </a:cubicBezTo>
                <a:cubicBezTo>
                  <a:pt x="8977" y="75918"/>
                  <a:pt x="8992" y="75904"/>
                  <a:pt x="9036" y="75889"/>
                </a:cubicBezTo>
                <a:close/>
                <a:moveTo>
                  <a:pt x="8020" y="75786"/>
                </a:moveTo>
                <a:lnTo>
                  <a:pt x="8020" y="75963"/>
                </a:lnTo>
                <a:cubicBezTo>
                  <a:pt x="7962" y="75992"/>
                  <a:pt x="7917" y="76007"/>
                  <a:pt x="7859" y="76051"/>
                </a:cubicBezTo>
                <a:cubicBezTo>
                  <a:pt x="7859" y="75992"/>
                  <a:pt x="7844" y="75933"/>
                  <a:pt x="7844" y="75889"/>
                </a:cubicBezTo>
                <a:cubicBezTo>
                  <a:pt x="7903" y="75860"/>
                  <a:pt x="7962" y="75830"/>
                  <a:pt x="8020" y="75786"/>
                </a:cubicBezTo>
                <a:close/>
                <a:moveTo>
                  <a:pt x="9124" y="75977"/>
                </a:moveTo>
                <a:lnTo>
                  <a:pt x="9124" y="75977"/>
                </a:lnTo>
                <a:cubicBezTo>
                  <a:pt x="9124" y="75978"/>
                  <a:pt x="9110" y="75992"/>
                  <a:pt x="9110" y="76007"/>
                </a:cubicBezTo>
                <a:cubicBezTo>
                  <a:pt x="9095" y="76036"/>
                  <a:pt x="9065" y="76051"/>
                  <a:pt x="9051" y="76051"/>
                </a:cubicBezTo>
                <a:cubicBezTo>
                  <a:pt x="9051" y="76021"/>
                  <a:pt x="9065" y="76007"/>
                  <a:pt x="9065" y="76007"/>
                </a:cubicBezTo>
                <a:cubicBezTo>
                  <a:pt x="9080" y="75992"/>
                  <a:pt x="9109" y="75992"/>
                  <a:pt x="9124" y="75977"/>
                </a:cubicBezTo>
                <a:close/>
                <a:moveTo>
                  <a:pt x="8697" y="75918"/>
                </a:moveTo>
                <a:cubicBezTo>
                  <a:pt x="8697" y="75963"/>
                  <a:pt x="8683" y="75992"/>
                  <a:pt x="8683" y="76051"/>
                </a:cubicBezTo>
                <a:cubicBezTo>
                  <a:pt x="8624" y="76066"/>
                  <a:pt x="8594" y="76080"/>
                  <a:pt x="8550" y="76124"/>
                </a:cubicBezTo>
                <a:cubicBezTo>
                  <a:pt x="8550" y="76080"/>
                  <a:pt x="8565" y="76036"/>
                  <a:pt x="8565" y="75992"/>
                </a:cubicBezTo>
                <a:cubicBezTo>
                  <a:pt x="8609" y="75977"/>
                  <a:pt x="8668" y="75933"/>
                  <a:pt x="8697" y="75918"/>
                </a:cubicBezTo>
                <a:close/>
                <a:moveTo>
                  <a:pt x="8271" y="75933"/>
                </a:moveTo>
                <a:lnTo>
                  <a:pt x="8271" y="76080"/>
                </a:lnTo>
                <a:cubicBezTo>
                  <a:pt x="8227" y="76110"/>
                  <a:pt x="8168" y="76139"/>
                  <a:pt x="8109" y="76154"/>
                </a:cubicBezTo>
                <a:lnTo>
                  <a:pt x="8109" y="76007"/>
                </a:lnTo>
                <a:cubicBezTo>
                  <a:pt x="8168" y="75992"/>
                  <a:pt x="8212" y="75963"/>
                  <a:pt x="8256" y="75933"/>
                </a:cubicBezTo>
                <a:close/>
                <a:moveTo>
                  <a:pt x="8845" y="76007"/>
                </a:moveTo>
                <a:cubicBezTo>
                  <a:pt x="8845" y="76051"/>
                  <a:pt x="8830" y="76080"/>
                  <a:pt x="8830" y="76110"/>
                </a:cubicBezTo>
                <a:cubicBezTo>
                  <a:pt x="8800" y="76139"/>
                  <a:pt x="8756" y="76154"/>
                  <a:pt x="8727" y="76183"/>
                </a:cubicBezTo>
                <a:cubicBezTo>
                  <a:pt x="8727" y="76139"/>
                  <a:pt x="8742" y="76110"/>
                  <a:pt x="8742" y="76080"/>
                </a:cubicBezTo>
                <a:cubicBezTo>
                  <a:pt x="8771" y="76066"/>
                  <a:pt x="8815" y="76036"/>
                  <a:pt x="8845" y="76007"/>
                </a:cubicBezTo>
                <a:close/>
                <a:moveTo>
                  <a:pt x="8962" y="76110"/>
                </a:moveTo>
                <a:lnTo>
                  <a:pt x="8962" y="76110"/>
                </a:lnTo>
                <a:cubicBezTo>
                  <a:pt x="8948" y="76124"/>
                  <a:pt x="8948" y="76139"/>
                  <a:pt x="8918" y="76183"/>
                </a:cubicBezTo>
                <a:lnTo>
                  <a:pt x="8874" y="76227"/>
                </a:lnTo>
                <a:cubicBezTo>
                  <a:pt x="8874" y="76213"/>
                  <a:pt x="8889" y="76198"/>
                  <a:pt x="8889" y="76154"/>
                </a:cubicBezTo>
                <a:cubicBezTo>
                  <a:pt x="8903" y="76139"/>
                  <a:pt x="8918" y="76124"/>
                  <a:pt x="8962" y="76110"/>
                </a:cubicBezTo>
                <a:close/>
                <a:moveTo>
                  <a:pt x="8477" y="76051"/>
                </a:moveTo>
                <a:cubicBezTo>
                  <a:pt x="8477" y="76080"/>
                  <a:pt x="8462" y="76139"/>
                  <a:pt x="8462" y="76183"/>
                </a:cubicBezTo>
                <a:cubicBezTo>
                  <a:pt x="8433" y="76213"/>
                  <a:pt x="8374" y="76227"/>
                  <a:pt x="8330" y="76272"/>
                </a:cubicBezTo>
                <a:cubicBezTo>
                  <a:pt x="8330" y="76213"/>
                  <a:pt x="8359" y="76183"/>
                  <a:pt x="8359" y="76124"/>
                </a:cubicBezTo>
                <a:cubicBezTo>
                  <a:pt x="8388" y="76110"/>
                  <a:pt x="8447" y="76066"/>
                  <a:pt x="8477" y="76051"/>
                </a:cubicBezTo>
                <a:close/>
                <a:moveTo>
                  <a:pt x="8035" y="76051"/>
                </a:moveTo>
                <a:lnTo>
                  <a:pt x="8035" y="76213"/>
                </a:lnTo>
                <a:cubicBezTo>
                  <a:pt x="8006" y="76227"/>
                  <a:pt x="7947" y="76272"/>
                  <a:pt x="7903" y="76286"/>
                </a:cubicBezTo>
                <a:lnTo>
                  <a:pt x="7888" y="76286"/>
                </a:lnTo>
                <a:cubicBezTo>
                  <a:pt x="7888" y="76227"/>
                  <a:pt x="7888" y="76169"/>
                  <a:pt x="7873" y="76124"/>
                </a:cubicBezTo>
                <a:cubicBezTo>
                  <a:pt x="7932" y="76124"/>
                  <a:pt x="7991" y="76080"/>
                  <a:pt x="8035" y="76051"/>
                </a:cubicBezTo>
                <a:close/>
                <a:moveTo>
                  <a:pt x="8639" y="76154"/>
                </a:moveTo>
                <a:cubicBezTo>
                  <a:pt x="8639" y="76198"/>
                  <a:pt x="8624" y="76227"/>
                  <a:pt x="8624" y="76272"/>
                </a:cubicBezTo>
                <a:cubicBezTo>
                  <a:pt x="8594" y="76286"/>
                  <a:pt x="8550" y="76301"/>
                  <a:pt x="8521" y="76345"/>
                </a:cubicBezTo>
                <a:cubicBezTo>
                  <a:pt x="8521" y="76301"/>
                  <a:pt x="8536" y="76272"/>
                  <a:pt x="8536" y="76227"/>
                </a:cubicBezTo>
                <a:cubicBezTo>
                  <a:pt x="8580" y="76213"/>
                  <a:pt x="8609" y="76169"/>
                  <a:pt x="8639" y="76154"/>
                </a:cubicBezTo>
                <a:close/>
                <a:moveTo>
                  <a:pt x="8771" y="76227"/>
                </a:moveTo>
                <a:cubicBezTo>
                  <a:pt x="8771" y="76257"/>
                  <a:pt x="8756" y="76286"/>
                  <a:pt x="8756" y="76301"/>
                </a:cubicBezTo>
                <a:lnTo>
                  <a:pt x="8668" y="76404"/>
                </a:lnTo>
                <a:cubicBezTo>
                  <a:pt x="8668" y="76360"/>
                  <a:pt x="8683" y="76345"/>
                  <a:pt x="8683" y="76301"/>
                </a:cubicBezTo>
                <a:cubicBezTo>
                  <a:pt x="8727" y="76286"/>
                  <a:pt x="8742" y="76272"/>
                  <a:pt x="8771" y="76227"/>
                </a:cubicBezTo>
                <a:close/>
                <a:moveTo>
                  <a:pt x="8256" y="76183"/>
                </a:moveTo>
                <a:cubicBezTo>
                  <a:pt x="8256" y="76227"/>
                  <a:pt x="8256" y="76272"/>
                  <a:pt x="8241" y="76331"/>
                </a:cubicBezTo>
                <a:cubicBezTo>
                  <a:pt x="8212" y="76360"/>
                  <a:pt x="8153" y="76375"/>
                  <a:pt x="8109" y="76419"/>
                </a:cubicBezTo>
                <a:lnTo>
                  <a:pt x="8109" y="76272"/>
                </a:lnTo>
                <a:cubicBezTo>
                  <a:pt x="8168" y="76227"/>
                  <a:pt x="8227" y="76198"/>
                  <a:pt x="8256" y="76183"/>
                </a:cubicBezTo>
                <a:close/>
                <a:moveTo>
                  <a:pt x="8845" y="76365"/>
                </a:moveTo>
                <a:cubicBezTo>
                  <a:pt x="8845" y="76368"/>
                  <a:pt x="8845" y="76371"/>
                  <a:pt x="8845" y="76375"/>
                </a:cubicBezTo>
                <a:lnTo>
                  <a:pt x="8815" y="76419"/>
                </a:lnTo>
                <a:cubicBezTo>
                  <a:pt x="8815" y="76389"/>
                  <a:pt x="8830" y="76375"/>
                  <a:pt x="8830" y="76375"/>
                </a:cubicBezTo>
                <a:lnTo>
                  <a:pt x="8845" y="76365"/>
                </a:lnTo>
                <a:close/>
                <a:moveTo>
                  <a:pt x="8447" y="76286"/>
                </a:moveTo>
                <a:cubicBezTo>
                  <a:pt x="8447" y="76331"/>
                  <a:pt x="8418" y="76360"/>
                  <a:pt x="8418" y="76419"/>
                </a:cubicBezTo>
                <a:cubicBezTo>
                  <a:pt x="8388" y="76434"/>
                  <a:pt x="8359" y="76448"/>
                  <a:pt x="8315" y="76492"/>
                </a:cubicBezTo>
                <a:cubicBezTo>
                  <a:pt x="8315" y="76448"/>
                  <a:pt x="8330" y="76404"/>
                  <a:pt x="8330" y="76360"/>
                </a:cubicBezTo>
                <a:cubicBezTo>
                  <a:pt x="8374" y="76345"/>
                  <a:pt x="8403" y="76301"/>
                  <a:pt x="8447" y="76286"/>
                </a:cubicBezTo>
                <a:close/>
                <a:moveTo>
                  <a:pt x="8035" y="76301"/>
                </a:moveTo>
                <a:lnTo>
                  <a:pt x="8035" y="76448"/>
                </a:lnTo>
                <a:cubicBezTo>
                  <a:pt x="8006" y="76492"/>
                  <a:pt x="7947" y="76507"/>
                  <a:pt x="7903" y="76551"/>
                </a:cubicBezTo>
                <a:lnTo>
                  <a:pt x="7903" y="76404"/>
                </a:lnTo>
                <a:cubicBezTo>
                  <a:pt x="7903" y="76375"/>
                  <a:pt x="7932" y="76375"/>
                  <a:pt x="7947" y="76360"/>
                </a:cubicBezTo>
                <a:cubicBezTo>
                  <a:pt x="7991" y="76345"/>
                  <a:pt x="8006" y="76331"/>
                  <a:pt x="8035" y="76301"/>
                </a:cubicBezTo>
                <a:close/>
                <a:moveTo>
                  <a:pt x="8594" y="76375"/>
                </a:moveTo>
                <a:cubicBezTo>
                  <a:pt x="8594" y="76419"/>
                  <a:pt x="8580" y="76448"/>
                  <a:pt x="8580" y="76478"/>
                </a:cubicBezTo>
                <a:cubicBezTo>
                  <a:pt x="8536" y="76492"/>
                  <a:pt x="8521" y="76522"/>
                  <a:pt x="8477" y="76551"/>
                </a:cubicBezTo>
                <a:cubicBezTo>
                  <a:pt x="8477" y="76522"/>
                  <a:pt x="8506" y="76492"/>
                  <a:pt x="8506" y="76448"/>
                </a:cubicBezTo>
                <a:cubicBezTo>
                  <a:pt x="8536" y="76434"/>
                  <a:pt x="8550" y="76404"/>
                  <a:pt x="8594" y="76375"/>
                </a:cubicBezTo>
                <a:close/>
                <a:moveTo>
                  <a:pt x="8727" y="76448"/>
                </a:moveTo>
                <a:cubicBezTo>
                  <a:pt x="8697" y="76492"/>
                  <a:pt x="8683" y="76507"/>
                  <a:pt x="8683" y="76522"/>
                </a:cubicBezTo>
                <a:lnTo>
                  <a:pt x="8624" y="76581"/>
                </a:lnTo>
                <a:cubicBezTo>
                  <a:pt x="8624" y="76566"/>
                  <a:pt x="8639" y="76551"/>
                  <a:pt x="8639" y="76507"/>
                </a:cubicBezTo>
                <a:cubicBezTo>
                  <a:pt x="8668" y="76492"/>
                  <a:pt x="8683" y="76478"/>
                  <a:pt x="8727" y="76448"/>
                </a:cubicBezTo>
                <a:close/>
                <a:moveTo>
                  <a:pt x="8241" y="76419"/>
                </a:moveTo>
                <a:cubicBezTo>
                  <a:pt x="8241" y="76448"/>
                  <a:pt x="8227" y="76507"/>
                  <a:pt x="8227" y="76551"/>
                </a:cubicBezTo>
                <a:cubicBezTo>
                  <a:pt x="8182" y="76581"/>
                  <a:pt x="8153" y="76625"/>
                  <a:pt x="8109" y="76640"/>
                </a:cubicBezTo>
                <a:lnTo>
                  <a:pt x="8109" y="76507"/>
                </a:lnTo>
                <a:cubicBezTo>
                  <a:pt x="8153" y="76478"/>
                  <a:pt x="8212" y="76448"/>
                  <a:pt x="8241" y="76419"/>
                </a:cubicBezTo>
                <a:close/>
                <a:moveTo>
                  <a:pt x="8388" y="76522"/>
                </a:moveTo>
                <a:cubicBezTo>
                  <a:pt x="8388" y="76566"/>
                  <a:pt x="8374" y="76595"/>
                  <a:pt x="8374" y="76640"/>
                </a:cubicBezTo>
                <a:cubicBezTo>
                  <a:pt x="8330" y="76654"/>
                  <a:pt x="8315" y="76698"/>
                  <a:pt x="8285" y="76713"/>
                </a:cubicBezTo>
                <a:cubicBezTo>
                  <a:pt x="8300" y="76669"/>
                  <a:pt x="8300" y="76640"/>
                  <a:pt x="8300" y="76595"/>
                </a:cubicBezTo>
                <a:cubicBezTo>
                  <a:pt x="8330" y="76581"/>
                  <a:pt x="8374" y="76551"/>
                  <a:pt x="8388" y="76522"/>
                </a:cubicBezTo>
                <a:close/>
                <a:moveTo>
                  <a:pt x="8521" y="76625"/>
                </a:moveTo>
                <a:cubicBezTo>
                  <a:pt x="8521" y="76640"/>
                  <a:pt x="8506" y="76669"/>
                  <a:pt x="8506" y="76698"/>
                </a:cubicBezTo>
                <a:cubicBezTo>
                  <a:pt x="8477" y="76728"/>
                  <a:pt x="8462" y="76743"/>
                  <a:pt x="8433" y="76772"/>
                </a:cubicBezTo>
                <a:cubicBezTo>
                  <a:pt x="8433" y="76728"/>
                  <a:pt x="8447" y="76713"/>
                  <a:pt x="8447" y="76669"/>
                </a:cubicBezTo>
                <a:cubicBezTo>
                  <a:pt x="8462" y="76654"/>
                  <a:pt x="8506" y="76640"/>
                  <a:pt x="8521" y="76625"/>
                </a:cubicBezTo>
                <a:close/>
                <a:moveTo>
                  <a:pt x="8609" y="76731"/>
                </a:moveTo>
                <a:cubicBezTo>
                  <a:pt x="8609" y="76735"/>
                  <a:pt x="8609" y="76739"/>
                  <a:pt x="8609" y="76743"/>
                </a:cubicBezTo>
                <a:lnTo>
                  <a:pt x="8580" y="76787"/>
                </a:lnTo>
                <a:cubicBezTo>
                  <a:pt x="8580" y="76757"/>
                  <a:pt x="8594" y="76743"/>
                  <a:pt x="8594" y="76743"/>
                </a:cubicBezTo>
                <a:cubicBezTo>
                  <a:pt x="8600" y="76737"/>
                  <a:pt x="8605" y="76734"/>
                  <a:pt x="8609" y="76731"/>
                </a:cubicBezTo>
                <a:close/>
                <a:moveTo>
                  <a:pt x="8035" y="76566"/>
                </a:moveTo>
                <a:cubicBezTo>
                  <a:pt x="8035" y="76625"/>
                  <a:pt x="8035" y="76654"/>
                  <a:pt x="8020" y="76713"/>
                </a:cubicBezTo>
                <a:cubicBezTo>
                  <a:pt x="7991" y="76743"/>
                  <a:pt x="7947" y="76772"/>
                  <a:pt x="7888" y="76801"/>
                </a:cubicBezTo>
                <a:lnTo>
                  <a:pt x="7888" y="76654"/>
                </a:lnTo>
                <a:cubicBezTo>
                  <a:pt x="7947" y="76625"/>
                  <a:pt x="7991" y="76581"/>
                  <a:pt x="8035" y="76566"/>
                </a:cubicBezTo>
                <a:close/>
                <a:moveTo>
                  <a:pt x="8227" y="76669"/>
                </a:moveTo>
                <a:cubicBezTo>
                  <a:pt x="8227" y="76713"/>
                  <a:pt x="8197" y="76743"/>
                  <a:pt x="8197" y="76801"/>
                </a:cubicBezTo>
                <a:cubicBezTo>
                  <a:pt x="8168" y="76816"/>
                  <a:pt x="8138" y="76846"/>
                  <a:pt x="8094" y="76875"/>
                </a:cubicBezTo>
                <a:cubicBezTo>
                  <a:pt x="8094" y="76846"/>
                  <a:pt x="8094" y="76801"/>
                  <a:pt x="8109" y="76743"/>
                </a:cubicBezTo>
                <a:cubicBezTo>
                  <a:pt x="8153" y="76728"/>
                  <a:pt x="8182" y="76698"/>
                  <a:pt x="8227" y="76669"/>
                </a:cubicBezTo>
                <a:close/>
                <a:moveTo>
                  <a:pt x="8359" y="76772"/>
                </a:moveTo>
                <a:cubicBezTo>
                  <a:pt x="8359" y="76801"/>
                  <a:pt x="8330" y="76846"/>
                  <a:pt x="8330" y="76860"/>
                </a:cubicBezTo>
                <a:cubicBezTo>
                  <a:pt x="8300" y="76875"/>
                  <a:pt x="8271" y="76890"/>
                  <a:pt x="8256" y="76934"/>
                </a:cubicBezTo>
                <a:cubicBezTo>
                  <a:pt x="8256" y="76890"/>
                  <a:pt x="8271" y="76860"/>
                  <a:pt x="8271" y="76846"/>
                </a:cubicBezTo>
                <a:cubicBezTo>
                  <a:pt x="8300" y="76816"/>
                  <a:pt x="8330" y="76801"/>
                  <a:pt x="8359" y="76772"/>
                </a:cubicBezTo>
                <a:close/>
                <a:moveTo>
                  <a:pt x="8447" y="76846"/>
                </a:moveTo>
                <a:cubicBezTo>
                  <a:pt x="8447" y="76875"/>
                  <a:pt x="8447" y="76890"/>
                  <a:pt x="8433" y="76919"/>
                </a:cubicBezTo>
                <a:lnTo>
                  <a:pt x="8374" y="76963"/>
                </a:lnTo>
                <a:cubicBezTo>
                  <a:pt x="8374" y="76949"/>
                  <a:pt x="8388" y="76934"/>
                  <a:pt x="8388" y="76890"/>
                </a:cubicBezTo>
                <a:lnTo>
                  <a:pt x="8447" y="76846"/>
                </a:lnTo>
                <a:close/>
                <a:moveTo>
                  <a:pt x="8006" y="76801"/>
                </a:moveTo>
                <a:cubicBezTo>
                  <a:pt x="8006" y="76846"/>
                  <a:pt x="7991" y="76890"/>
                  <a:pt x="7991" y="76934"/>
                </a:cubicBezTo>
                <a:cubicBezTo>
                  <a:pt x="7962" y="76963"/>
                  <a:pt x="7932" y="77007"/>
                  <a:pt x="7888" y="77022"/>
                </a:cubicBezTo>
                <a:lnTo>
                  <a:pt x="7888" y="76890"/>
                </a:lnTo>
                <a:cubicBezTo>
                  <a:pt x="7932" y="76860"/>
                  <a:pt x="7962" y="76846"/>
                  <a:pt x="8006" y="76801"/>
                </a:cubicBezTo>
                <a:close/>
                <a:moveTo>
                  <a:pt x="8168" y="76919"/>
                </a:moveTo>
                <a:cubicBezTo>
                  <a:pt x="8168" y="76949"/>
                  <a:pt x="8153" y="76993"/>
                  <a:pt x="8153" y="77022"/>
                </a:cubicBezTo>
                <a:cubicBezTo>
                  <a:pt x="8109" y="77037"/>
                  <a:pt x="8094" y="77081"/>
                  <a:pt x="8065" y="77096"/>
                </a:cubicBezTo>
                <a:cubicBezTo>
                  <a:pt x="8079" y="77066"/>
                  <a:pt x="8079" y="77022"/>
                  <a:pt x="8079" y="76993"/>
                </a:cubicBezTo>
                <a:cubicBezTo>
                  <a:pt x="8109" y="76963"/>
                  <a:pt x="8153" y="76934"/>
                  <a:pt x="8168" y="76919"/>
                </a:cubicBezTo>
                <a:close/>
                <a:moveTo>
                  <a:pt x="8271" y="77007"/>
                </a:moveTo>
                <a:cubicBezTo>
                  <a:pt x="8271" y="77022"/>
                  <a:pt x="8271" y="77066"/>
                  <a:pt x="8256" y="77081"/>
                </a:cubicBezTo>
                <a:lnTo>
                  <a:pt x="8212" y="77140"/>
                </a:lnTo>
                <a:cubicBezTo>
                  <a:pt x="8212" y="77110"/>
                  <a:pt x="8227" y="77081"/>
                  <a:pt x="8227" y="77066"/>
                </a:cubicBezTo>
                <a:lnTo>
                  <a:pt x="8271" y="77007"/>
                </a:lnTo>
                <a:close/>
                <a:moveTo>
                  <a:pt x="8374" y="77096"/>
                </a:moveTo>
                <a:cubicBezTo>
                  <a:pt x="8374" y="77110"/>
                  <a:pt x="8359" y="77110"/>
                  <a:pt x="8359" y="77140"/>
                </a:cubicBezTo>
                <a:cubicBezTo>
                  <a:pt x="8359" y="77155"/>
                  <a:pt x="8330" y="77155"/>
                  <a:pt x="8330" y="77169"/>
                </a:cubicBezTo>
                <a:cubicBezTo>
                  <a:pt x="8330" y="77155"/>
                  <a:pt x="8330" y="77140"/>
                  <a:pt x="8359" y="77140"/>
                </a:cubicBezTo>
                <a:cubicBezTo>
                  <a:pt x="8359" y="77110"/>
                  <a:pt x="8359" y="77096"/>
                  <a:pt x="8374" y="77096"/>
                </a:cubicBezTo>
                <a:close/>
                <a:moveTo>
                  <a:pt x="8006" y="77066"/>
                </a:moveTo>
                <a:cubicBezTo>
                  <a:pt x="8006" y="77096"/>
                  <a:pt x="7991" y="77140"/>
                  <a:pt x="7991" y="77184"/>
                </a:cubicBezTo>
                <a:cubicBezTo>
                  <a:pt x="7932" y="77213"/>
                  <a:pt x="7903" y="77228"/>
                  <a:pt x="7873" y="77258"/>
                </a:cubicBezTo>
                <a:cubicBezTo>
                  <a:pt x="7873" y="77228"/>
                  <a:pt x="7873" y="77184"/>
                  <a:pt x="7888" y="77140"/>
                </a:cubicBezTo>
                <a:cubicBezTo>
                  <a:pt x="7932" y="77110"/>
                  <a:pt x="7962" y="77081"/>
                  <a:pt x="8006" y="77066"/>
                </a:cubicBezTo>
                <a:close/>
                <a:moveTo>
                  <a:pt x="8109" y="77155"/>
                </a:moveTo>
                <a:cubicBezTo>
                  <a:pt x="8109" y="77184"/>
                  <a:pt x="8094" y="77213"/>
                  <a:pt x="8094" y="77243"/>
                </a:cubicBezTo>
                <a:lnTo>
                  <a:pt x="8020" y="77317"/>
                </a:lnTo>
                <a:cubicBezTo>
                  <a:pt x="8020" y="77287"/>
                  <a:pt x="8035" y="77243"/>
                  <a:pt x="8035" y="77228"/>
                </a:cubicBezTo>
                <a:lnTo>
                  <a:pt x="8109" y="77155"/>
                </a:lnTo>
                <a:close/>
                <a:moveTo>
                  <a:pt x="8227" y="77243"/>
                </a:moveTo>
                <a:cubicBezTo>
                  <a:pt x="8212" y="77258"/>
                  <a:pt x="8212" y="77287"/>
                  <a:pt x="8212" y="77302"/>
                </a:cubicBezTo>
                <a:lnTo>
                  <a:pt x="8168" y="77331"/>
                </a:lnTo>
                <a:cubicBezTo>
                  <a:pt x="8168" y="77317"/>
                  <a:pt x="8168" y="77302"/>
                  <a:pt x="8182" y="77272"/>
                </a:cubicBezTo>
                <a:lnTo>
                  <a:pt x="8227" y="77243"/>
                </a:lnTo>
                <a:close/>
                <a:moveTo>
                  <a:pt x="7947" y="77302"/>
                </a:moveTo>
                <a:cubicBezTo>
                  <a:pt x="7947" y="77331"/>
                  <a:pt x="7932" y="77375"/>
                  <a:pt x="7932" y="77405"/>
                </a:cubicBezTo>
                <a:cubicBezTo>
                  <a:pt x="7917" y="77434"/>
                  <a:pt x="7873" y="77464"/>
                  <a:pt x="7844" y="77478"/>
                </a:cubicBezTo>
                <a:cubicBezTo>
                  <a:pt x="7844" y="77449"/>
                  <a:pt x="7859" y="77405"/>
                  <a:pt x="7859" y="77375"/>
                </a:cubicBezTo>
                <a:cubicBezTo>
                  <a:pt x="7888" y="77361"/>
                  <a:pt x="7932" y="77317"/>
                  <a:pt x="7947" y="77302"/>
                </a:cubicBezTo>
                <a:close/>
                <a:moveTo>
                  <a:pt x="8094" y="77390"/>
                </a:moveTo>
                <a:lnTo>
                  <a:pt x="8094" y="77390"/>
                </a:lnTo>
                <a:cubicBezTo>
                  <a:pt x="8065" y="77405"/>
                  <a:pt x="8065" y="77434"/>
                  <a:pt x="8065" y="77464"/>
                </a:cubicBezTo>
                <a:lnTo>
                  <a:pt x="8006" y="77523"/>
                </a:lnTo>
                <a:cubicBezTo>
                  <a:pt x="8006" y="77508"/>
                  <a:pt x="8020" y="77464"/>
                  <a:pt x="8020" y="77449"/>
                </a:cubicBezTo>
                <a:cubicBezTo>
                  <a:pt x="8035" y="77434"/>
                  <a:pt x="8065" y="77405"/>
                  <a:pt x="8094" y="77390"/>
                </a:cubicBezTo>
                <a:close/>
                <a:moveTo>
                  <a:pt x="7903" y="77537"/>
                </a:moveTo>
                <a:cubicBezTo>
                  <a:pt x="7888" y="77581"/>
                  <a:pt x="7888" y="77596"/>
                  <a:pt x="7888" y="77626"/>
                </a:cubicBezTo>
                <a:cubicBezTo>
                  <a:pt x="7873" y="77655"/>
                  <a:pt x="7859" y="77684"/>
                  <a:pt x="7814" y="77699"/>
                </a:cubicBezTo>
                <a:cubicBezTo>
                  <a:pt x="7814" y="77670"/>
                  <a:pt x="7829" y="77626"/>
                  <a:pt x="7829" y="77611"/>
                </a:cubicBezTo>
                <a:cubicBezTo>
                  <a:pt x="7859" y="77596"/>
                  <a:pt x="7888" y="77581"/>
                  <a:pt x="7903" y="77537"/>
                </a:cubicBezTo>
                <a:close/>
                <a:moveTo>
                  <a:pt x="8020" y="77611"/>
                </a:moveTo>
                <a:cubicBezTo>
                  <a:pt x="8006" y="77655"/>
                  <a:pt x="8006" y="77655"/>
                  <a:pt x="7991" y="77670"/>
                </a:cubicBezTo>
                <a:cubicBezTo>
                  <a:pt x="7962" y="77684"/>
                  <a:pt x="7947" y="77699"/>
                  <a:pt x="7947" y="77729"/>
                </a:cubicBezTo>
                <a:cubicBezTo>
                  <a:pt x="7947" y="77699"/>
                  <a:pt x="7947" y="77684"/>
                  <a:pt x="7962" y="77670"/>
                </a:cubicBezTo>
                <a:lnTo>
                  <a:pt x="8020" y="77611"/>
                </a:lnTo>
                <a:close/>
                <a:moveTo>
                  <a:pt x="7859" y="77773"/>
                </a:moveTo>
                <a:lnTo>
                  <a:pt x="7859" y="77773"/>
                </a:lnTo>
                <a:cubicBezTo>
                  <a:pt x="7844" y="77817"/>
                  <a:pt x="7844" y="77832"/>
                  <a:pt x="7844" y="77846"/>
                </a:cubicBezTo>
                <a:lnTo>
                  <a:pt x="7785" y="77905"/>
                </a:lnTo>
                <a:cubicBezTo>
                  <a:pt x="7785" y="77890"/>
                  <a:pt x="7800" y="77846"/>
                  <a:pt x="7800" y="77832"/>
                </a:cubicBezTo>
                <a:lnTo>
                  <a:pt x="7859" y="77773"/>
                </a:lnTo>
                <a:close/>
                <a:moveTo>
                  <a:pt x="7800" y="78023"/>
                </a:moveTo>
                <a:cubicBezTo>
                  <a:pt x="7785" y="78038"/>
                  <a:pt x="7785" y="78052"/>
                  <a:pt x="7785" y="78067"/>
                </a:cubicBezTo>
                <a:cubicBezTo>
                  <a:pt x="7770" y="78096"/>
                  <a:pt x="7770" y="78111"/>
                  <a:pt x="7741" y="78111"/>
                </a:cubicBezTo>
                <a:cubicBezTo>
                  <a:pt x="7741" y="78096"/>
                  <a:pt x="7741" y="78067"/>
                  <a:pt x="7770" y="78052"/>
                </a:cubicBezTo>
                <a:cubicBezTo>
                  <a:pt x="7785" y="78038"/>
                  <a:pt x="7785" y="78023"/>
                  <a:pt x="7800" y="78023"/>
                </a:cubicBezTo>
                <a:close/>
                <a:moveTo>
                  <a:pt x="7535" y="74859"/>
                </a:moveTo>
                <a:cubicBezTo>
                  <a:pt x="7564" y="74918"/>
                  <a:pt x="7579" y="74977"/>
                  <a:pt x="7594" y="75050"/>
                </a:cubicBezTo>
                <a:cubicBezTo>
                  <a:pt x="7064" y="75271"/>
                  <a:pt x="6534" y="75521"/>
                  <a:pt x="6019" y="75815"/>
                </a:cubicBezTo>
                <a:cubicBezTo>
                  <a:pt x="3723" y="77110"/>
                  <a:pt x="1987" y="79392"/>
                  <a:pt x="1266" y="81893"/>
                </a:cubicBezTo>
                <a:cubicBezTo>
                  <a:pt x="1913" y="79230"/>
                  <a:pt x="3694" y="76816"/>
                  <a:pt x="6107" y="75521"/>
                </a:cubicBezTo>
                <a:cubicBezTo>
                  <a:pt x="6564" y="75256"/>
                  <a:pt x="7049" y="75050"/>
                  <a:pt x="7535" y="74859"/>
                </a:cubicBezTo>
                <a:close/>
                <a:moveTo>
                  <a:pt x="7638" y="75109"/>
                </a:moveTo>
                <a:cubicBezTo>
                  <a:pt x="7638" y="75183"/>
                  <a:pt x="7653" y="75256"/>
                  <a:pt x="7667" y="75315"/>
                </a:cubicBezTo>
                <a:cubicBezTo>
                  <a:pt x="7108" y="75565"/>
                  <a:pt x="6519" y="75845"/>
                  <a:pt x="5975" y="76183"/>
                </a:cubicBezTo>
                <a:cubicBezTo>
                  <a:pt x="3738" y="77508"/>
                  <a:pt x="2075" y="79642"/>
                  <a:pt x="1339" y="82026"/>
                </a:cubicBezTo>
                <a:cubicBezTo>
                  <a:pt x="2016" y="79495"/>
                  <a:pt x="3753" y="77184"/>
                  <a:pt x="6063" y="75860"/>
                </a:cubicBezTo>
                <a:cubicBezTo>
                  <a:pt x="6564" y="75565"/>
                  <a:pt x="7093" y="75330"/>
                  <a:pt x="7638" y="75109"/>
                </a:cubicBezTo>
                <a:close/>
                <a:moveTo>
                  <a:pt x="7682" y="75403"/>
                </a:moveTo>
                <a:cubicBezTo>
                  <a:pt x="7711" y="75462"/>
                  <a:pt x="7711" y="75536"/>
                  <a:pt x="7726" y="75595"/>
                </a:cubicBezTo>
                <a:cubicBezTo>
                  <a:pt x="7123" y="75889"/>
                  <a:pt x="6519" y="76198"/>
                  <a:pt x="5931" y="76537"/>
                </a:cubicBezTo>
                <a:cubicBezTo>
                  <a:pt x="3635" y="77964"/>
                  <a:pt x="1957" y="80201"/>
                  <a:pt x="1251" y="82629"/>
                </a:cubicBezTo>
                <a:cubicBezTo>
                  <a:pt x="1884" y="80039"/>
                  <a:pt x="3606" y="77670"/>
                  <a:pt x="6019" y="76257"/>
                </a:cubicBezTo>
                <a:cubicBezTo>
                  <a:pt x="6549" y="75933"/>
                  <a:pt x="7123" y="75668"/>
                  <a:pt x="7682" y="75403"/>
                </a:cubicBezTo>
                <a:close/>
                <a:moveTo>
                  <a:pt x="7741" y="75668"/>
                </a:moveTo>
                <a:cubicBezTo>
                  <a:pt x="7770" y="75712"/>
                  <a:pt x="7770" y="75771"/>
                  <a:pt x="7770" y="75845"/>
                </a:cubicBezTo>
                <a:cubicBezTo>
                  <a:pt x="7123" y="76183"/>
                  <a:pt x="6490" y="76522"/>
                  <a:pt x="5872" y="76919"/>
                </a:cubicBezTo>
                <a:cubicBezTo>
                  <a:pt x="3606" y="78361"/>
                  <a:pt x="1913" y="80628"/>
                  <a:pt x="1221" y="83041"/>
                </a:cubicBezTo>
                <a:cubicBezTo>
                  <a:pt x="1854" y="80466"/>
                  <a:pt x="3591" y="78096"/>
                  <a:pt x="5960" y="76625"/>
                </a:cubicBezTo>
                <a:cubicBezTo>
                  <a:pt x="6534" y="76272"/>
                  <a:pt x="7137" y="75963"/>
                  <a:pt x="7741" y="75668"/>
                </a:cubicBezTo>
                <a:close/>
                <a:moveTo>
                  <a:pt x="7785" y="75933"/>
                </a:moveTo>
                <a:cubicBezTo>
                  <a:pt x="7785" y="75992"/>
                  <a:pt x="7800" y="76051"/>
                  <a:pt x="7800" y="76110"/>
                </a:cubicBezTo>
                <a:cubicBezTo>
                  <a:pt x="7137" y="76478"/>
                  <a:pt x="6475" y="76860"/>
                  <a:pt x="5828" y="77272"/>
                </a:cubicBezTo>
                <a:cubicBezTo>
                  <a:pt x="3591" y="78788"/>
                  <a:pt x="1943" y="80981"/>
                  <a:pt x="1236" y="83321"/>
                </a:cubicBezTo>
                <a:cubicBezTo>
                  <a:pt x="1884" y="80834"/>
                  <a:pt x="3591" y="78494"/>
                  <a:pt x="5931" y="76993"/>
                </a:cubicBezTo>
                <a:cubicBezTo>
                  <a:pt x="6534" y="76595"/>
                  <a:pt x="7152" y="76257"/>
                  <a:pt x="7785" y="75933"/>
                </a:cubicBezTo>
                <a:close/>
                <a:moveTo>
                  <a:pt x="7800" y="76198"/>
                </a:moveTo>
                <a:cubicBezTo>
                  <a:pt x="7800" y="76257"/>
                  <a:pt x="7800" y="76301"/>
                  <a:pt x="7814" y="76360"/>
                </a:cubicBezTo>
                <a:cubicBezTo>
                  <a:pt x="7137" y="76757"/>
                  <a:pt x="6461" y="77184"/>
                  <a:pt x="5784" y="77670"/>
                </a:cubicBezTo>
                <a:cubicBezTo>
                  <a:pt x="3517" y="79244"/>
                  <a:pt x="1884" y="81496"/>
                  <a:pt x="1177" y="83836"/>
                </a:cubicBezTo>
                <a:cubicBezTo>
                  <a:pt x="1781" y="81305"/>
                  <a:pt x="3473" y="78950"/>
                  <a:pt x="5872" y="77361"/>
                </a:cubicBezTo>
                <a:cubicBezTo>
                  <a:pt x="6490" y="76934"/>
                  <a:pt x="7152" y="76551"/>
                  <a:pt x="7800" y="76198"/>
                </a:cubicBezTo>
                <a:close/>
                <a:moveTo>
                  <a:pt x="7800" y="76448"/>
                </a:moveTo>
                <a:lnTo>
                  <a:pt x="7800" y="76625"/>
                </a:lnTo>
                <a:cubicBezTo>
                  <a:pt x="7726" y="76669"/>
                  <a:pt x="7638" y="76728"/>
                  <a:pt x="7564" y="76787"/>
                </a:cubicBezTo>
                <a:cubicBezTo>
                  <a:pt x="6961" y="77184"/>
                  <a:pt x="6313" y="77596"/>
                  <a:pt x="5710" y="78052"/>
                </a:cubicBezTo>
                <a:cubicBezTo>
                  <a:pt x="3458" y="79701"/>
                  <a:pt x="1854" y="81864"/>
                  <a:pt x="1163" y="84145"/>
                </a:cubicBezTo>
                <a:cubicBezTo>
                  <a:pt x="1825" y="81673"/>
                  <a:pt x="3473" y="79362"/>
                  <a:pt x="5813" y="77729"/>
                </a:cubicBezTo>
                <a:cubicBezTo>
                  <a:pt x="6475" y="77258"/>
                  <a:pt x="7152" y="76846"/>
                  <a:pt x="7800" y="76448"/>
                </a:cubicBezTo>
                <a:close/>
                <a:moveTo>
                  <a:pt x="7829" y="76698"/>
                </a:moveTo>
                <a:lnTo>
                  <a:pt x="7829" y="76846"/>
                </a:lnTo>
                <a:cubicBezTo>
                  <a:pt x="7653" y="76963"/>
                  <a:pt x="7447" y="77110"/>
                  <a:pt x="7270" y="77243"/>
                </a:cubicBezTo>
                <a:cubicBezTo>
                  <a:pt x="6755" y="77611"/>
                  <a:pt x="6210" y="77979"/>
                  <a:pt x="5695" y="78391"/>
                </a:cubicBezTo>
                <a:cubicBezTo>
                  <a:pt x="3414" y="80113"/>
                  <a:pt x="1825" y="82335"/>
                  <a:pt x="1148" y="84616"/>
                </a:cubicBezTo>
                <a:cubicBezTo>
                  <a:pt x="1737" y="82188"/>
                  <a:pt x="3370" y="79833"/>
                  <a:pt x="5784" y="78096"/>
                </a:cubicBezTo>
                <a:cubicBezTo>
                  <a:pt x="6387" y="77655"/>
                  <a:pt x="7005" y="77228"/>
                  <a:pt x="7638" y="76816"/>
                </a:cubicBezTo>
                <a:cubicBezTo>
                  <a:pt x="7711" y="76787"/>
                  <a:pt x="7770" y="76728"/>
                  <a:pt x="7829" y="76698"/>
                </a:cubicBezTo>
                <a:close/>
                <a:moveTo>
                  <a:pt x="7800" y="76949"/>
                </a:moveTo>
                <a:lnTo>
                  <a:pt x="7800" y="77096"/>
                </a:lnTo>
                <a:cubicBezTo>
                  <a:pt x="7505" y="77331"/>
                  <a:pt x="7196" y="77552"/>
                  <a:pt x="6902" y="77802"/>
                </a:cubicBezTo>
                <a:cubicBezTo>
                  <a:pt x="6475" y="78111"/>
                  <a:pt x="6048" y="78435"/>
                  <a:pt x="5622" y="78773"/>
                </a:cubicBezTo>
                <a:cubicBezTo>
                  <a:pt x="4253" y="79862"/>
                  <a:pt x="2016" y="81996"/>
                  <a:pt x="1118" y="84910"/>
                </a:cubicBezTo>
                <a:cubicBezTo>
                  <a:pt x="1751" y="82541"/>
                  <a:pt x="3385" y="80245"/>
                  <a:pt x="5725" y="78464"/>
                </a:cubicBezTo>
                <a:cubicBezTo>
                  <a:pt x="6240" y="78067"/>
                  <a:pt x="6770" y="77684"/>
                  <a:pt x="7285" y="77317"/>
                </a:cubicBezTo>
                <a:cubicBezTo>
                  <a:pt x="7476" y="77184"/>
                  <a:pt x="7638" y="77081"/>
                  <a:pt x="7800" y="76949"/>
                </a:cubicBezTo>
                <a:close/>
                <a:moveTo>
                  <a:pt x="7785" y="77213"/>
                </a:moveTo>
                <a:cubicBezTo>
                  <a:pt x="7785" y="77243"/>
                  <a:pt x="7785" y="77302"/>
                  <a:pt x="7770" y="77331"/>
                </a:cubicBezTo>
                <a:cubicBezTo>
                  <a:pt x="7358" y="77670"/>
                  <a:pt x="6946" y="78008"/>
                  <a:pt x="6534" y="78347"/>
                </a:cubicBezTo>
                <a:cubicBezTo>
                  <a:pt x="6210" y="78597"/>
                  <a:pt x="5887" y="78862"/>
                  <a:pt x="5578" y="79141"/>
                </a:cubicBezTo>
                <a:cubicBezTo>
                  <a:pt x="3355" y="80981"/>
                  <a:pt x="1795" y="83129"/>
                  <a:pt x="1104" y="85278"/>
                </a:cubicBezTo>
                <a:lnTo>
                  <a:pt x="1104" y="85263"/>
                </a:lnTo>
                <a:cubicBezTo>
                  <a:pt x="1928" y="82188"/>
                  <a:pt x="4268" y="79965"/>
                  <a:pt x="5666" y="78832"/>
                </a:cubicBezTo>
                <a:cubicBezTo>
                  <a:pt x="6093" y="78494"/>
                  <a:pt x="6505" y="78170"/>
                  <a:pt x="6931" y="77846"/>
                </a:cubicBezTo>
                <a:cubicBezTo>
                  <a:pt x="7226" y="77626"/>
                  <a:pt x="7505" y="77405"/>
                  <a:pt x="7785" y="77213"/>
                </a:cubicBezTo>
                <a:close/>
                <a:moveTo>
                  <a:pt x="7770" y="77449"/>
                </a:moveTo>
                <a:cubicBezTo>
                  <a:pt x="7770" y="77478"/>
                  <a:pt x="7741" y="77523"/>
                  <a:pt x="7741" y="77581"/>
                </a:cubicBezTo>
                <a:cubicBezTo>
                  <a:pt x="7255" y="78038"/>
                  <a:pt x="6711" y="78494"/>
                  <a:pt x="6181" y="78950"/>
                </a:cubicBezTo>
                <a:cubicBezTo>
                  <a:pt x="5960" y="79141"/>
                  <a:pt x="5739" y="79318"/>
                  <a:pt x="5519" y="79524"/>
                </a:cubicBezTo>
                <a:cubicBezTo>
                  <a:pt x="3959" y="80869"/>
                  <a:pt x="2107" y="82854"/>
                  <a:pt x="1194" y="85316"/>
                </a:cubicBezTo>
                <a:lnTo>
                  <a:pt x="1194" y="85316"/>
                </a:lnTo>
                <a:cubicBezTo>
                  <a:pt x="1869" y="83161"/>
                  <a:pt x="3422" y="81026"/>
                  <a:pt x="5636" y="79200"/>
                </a:cubicBezTo>
                <a:cubicBezTo>
                  <a:pt x="5945" y="78935"/>
                  <a:pt x="6269" y="78656"/>
                  <a:pt x="6593" y="78406"/>
                </a:cubicBezTo>
                <a:cubicBezTo>
                  <a:pt x="6990" y="78067"/>
                  <a:pt x="7373" y="77758"/>
                  <a:pt x="7770" y="77449"/>
                </a:cubicBezTo>
                <a:close/>
                <a:moveTo>
                  <a:pt x="7726" y="77684"/>
                </a:moveTo>
                <a:cubicBezTo>
                  <a:pt x="7726" y="77714"/>
                  <a:pt x="7711" y="77758"/>
                  <a:pt x="7711" y="77802"/>
                </a:cubicBezTo>
                <a:cubicBezTo>
                  <a:pt x="7123" y="78376"/>
                  <a:pt x="6475" y="78965"/>
                  <a:pt x="5813" y="79568"/>
                </a:cubicBezTo>
                <a:lnTo>
                  <a:pt x="5460" y="79877"/>
                </a:lnTo>
                <a:cubicBezTo>
                  <a:pt x="3318" y="81799"/>
                  <a:pt x="1892" y="83751"/>
                  <a:pt x="1169" y="85702"/>
                </a:cubicBezTo>
                <a:lnTo>
                  <a:pt x="1169" y="85702"/>
                </a:lnTo>
                <a:cubicBezTo>
                  <a:pt x="1168" y="85693"/>
                  <a:pt x="1163" y="85684"/>
                  <a:pt x="1163" y="85675"/>
                </a:cubicBezTo>
                <a:cubicBezTo>
                  <a:pt x="2001" y="83071"/>
                  <a:pt x="3959" y="80951"/>
                  <a:pt x="5578" y="79568"/>
                </a:cubicBezTo>
                <a:cubicBezTo>
                  <a:pt x="5798" y="79377"/>
                  <a:pt x="6019" y="79200"/>
                  <a:pt x="6240" y="78994"/>
                </a:cubicBezTo>
                <a:cubicBezTo>
                  <a:pt x="6755" y="78553"/>
                  <a:pt x="7255" y="78126"/>
                  <a:pt x="7726" y="77684"/>
                </a:cubicBezTo>
                <a:close/>
                <a:moveTo>
                  <a:pt x="7711" y="77964"/>
                </a:moveTo>
                <a:cubicBezTo>
                  <a:pt x="7697" y="77979"/>
                  <a:pt x="7697" y="77993"/>
                  <a:pt x="7667" y="78038"/>
                </a:cubicBezTo>
                <a:cubicBezTo>
                  <a:pt x="6990" y="78788"/>
                  <a:pt x="6210" y="79509"/>
                  <a:pt x="5460" y="80216"/>
                </a:cubicBezTo>
                <a:lnTo>
                  <a:pt x="5430" y="80260"/>
                </a:lnTo>
                <a:cubicBezTo>
                  <a:pt x="3296" y="82246"/>
                  <a:pt x="1928" y="84101"/>
                  <a:pt x="1192" y="85940"/>
                </a:cubicBezTo>
                <a:lnTo>
                  <a:pt x="1192" y="85881"/>
                </a:lnTo>
                <a:cubicBezTo>
                  <a:pt x="1898" y="83895"/>
                  <a:pt x="3355" y="81893"/>
                  <a:pt x="5533" y="79951"/>
                </a:cubicBezTo>
                <a:lnTo>
                  <a:pt x="5887" y="79627"/>
                </a:lnTo>
                <a:cubicBezTo>
                  <a:pt x="6519" y="79068"/>
                  <a:pt x="7137" y="78509"/>
                  <a:pt x="7711" y="77964"/>
                </a:cubicBezTo>
                <a:close/>
                <a:moveTo>
                  <a:pt x="7638" y="78199"/>
                </a:moveTo>
                <a:lnTo>
                  <a:pt x="7638" y="78258"/>
                </a:lnTo>
                <a:cubicBezTo>
                  <a:pt x="6990" y="79024"/>
                  <a:pt x="6210" y="79804"/>
                  <a:pt x="5386" y="80613"/>
                </a:cubicBezTo>
                <a:cubicBezTo>
                  <a:pt x="3900" y="82070"/>
                  <a:pt x="2193" y="83939"/>
                  <a:pt x="1251" y="86161"/>
                </a:cubicBezTo>
                <a:cubicBezTo>
                  <a:pt x="1251" y="86146"/>
                  <a:pt x="1236" y="86117"/>
                  <a:pt x="1236" y="86087"/>
                </a:cubicBezTo>
                <a:cubicBezTo>
                  <a:pt x="1928" y="84218"/>
                  <a:pt x="3311" y="82335"/>
                  <a:pt x="5475" y="80319"/>
                </a:cubicBezTo>
                <a:lnTo>
                  <a:pt x="5519" y="80274"/>
                </a:lnTo>
                <a:cubicBezTo>
                  <a:pt x="6240" y="79598"/>
                  <a:pt x="6976" y="78921"/>
                  <a:pt x="7638" y="78199"/>
                </a:cubicBezTo>
                <a:close/>
                <a:moveTo>
                  <a:pt x="7579" y="78435"/>
                </a:moveTo>
                <a:cubicBezTo>
                  <a:pt x="7579" y="78464"/>
                  <a:pt x="7579" y="78464"/>
                  <a:pt x="7564" y="78479"/>
                </a:cubicBezTo>
                <a:cubicBezTo>
                  <a:pt x="6902" y="79347"/>
                  <a:pt x="6107" y="80171"/>
                  <a:pt x="5342" y="80981"/>
                </a:cubicBezTo>
                <a:cubicBezTo>
                  <a:pt x="3738" y="82600"/>
                  <a:pt x="2193" y="84366"/>
                  <a:pt x="1310" y="86367"/>
                </a:cubicBezTo>
                <a:cubicBezTo>
                  <a:pt x="1310" y="86352"/>
                  <a:pt x="1295" y="86308"/>
                  <a:pt x="1295" y="86293"/>
                </a:cubicBezTo>
                <a:cubicBezTo>
                  <a:pt x="2207" y="84027"/>
                  <a:pt x="3944" y="82143"/>
                  <a:pt x="5445" y="80672"/>
                </a:cubicBezTo>
                <a:cubicBezTo>
                  <a:pt x="6225" y="79907"/>
                  <a:pt x="6961" y="79171"/>
                  <a:pt x="7579" y="78435"/>
                </a:cubicBezTo>
                <a:close/>
                <a:moveTo>
                  <a:pt x="1118" y="86382"/>
                </a:moveTo>
                <a:cubicBezTo>
                  <a:pt x="1118" y="86411"/>
                  <a:pt x="1118" y="86426"/>
                  <a:pt x="1148" y="86441"/>
                </a:cubicBezTo>
                <a:lnTo>
                  <a:pt x="1148" y="86455"/>
                </a:lnTo>
                <a:cubicBezTo>
                  <a:pt x="1118" y="86441"/>
                  <a:pt x="1118" y="86426"/>
                  <a:pt x="1118" y="86411"/>
                </a:cubicBezTo>
                <a:lnTo>
                  <a:pt x="1118" y="86382"/>
                </a:lnTo>
                <a:close/>
                <a:moveTo>
                  <a:pt x="1221" y="86455"/>
                </a:moveTo>
                <a:cubicBezTo>
                  <a:pt x="1236" y="86455"/>
                  <a:pt x="1236" y="86500"/>
                  <a:pt x="1236" y="86514"/>
                </a:cubicBezTo>
                <a:lnTo>
                  <a:pt x="1236" y="86529"/>
                </a:lnTo>
                <a:cubicBezTo>
                  <a:pt x="1236" y="86500"/>
                  <a:pt x="1236" y="86485"/>
                  <a:pt x="1221" y="86455"/>
                </a:cubicBezTo>
                <a:close/>
                <a:moveTo>
                  <a:pt x="7478" y="78754"/>
                </a:moveTo>
                <a:lnTo>
                  <a:pt x="7478" y="78754"/>
                </a:lnTo>
                <a:cubicBezTo>
                  <a:pt x="6821" y="79681"/>
                  <a:pt x="6038" y="80551"/>
                  <a:pt x="5298" y="81349"/>
                </a:cubicBezTo>
                <a:cubicBezTo>
                  <a:pt x="3797" y="82953"/>
                  <a:pt x="2281" y="84660"/>
                  <a:pt x="1369" y="86603"/>
                </a:cubicBezTo>
                <a:cubicBezTo>
                  <a:pt x="1369" y="86573"/>
                  <a:pt x="1339" y="86558"/>
                  <a:pt x="1339" y="86514"/>
                </a:cubicBezTo>
                <a:cubicBezTo>
                  <a:pt x="2222" y="84454"/>
                  <a:pt x="3797" y="82688"/>
                  <a:pt x="5416" y="81040"/>
                </a:cubicBezTo>
                <a:cubicBezTo>
                  <a:pt x="6135" y="80292"/>
                  <a:pt x="6854" y="79543"/>
                  <a:pt x="7478" y="78754"/>
                </a:cubicBezTo>
                <a:close/>
                <a:moveTo>
                  <a:pt x="1177" y="86588"/>
                </a:moveTo>
                <a:cubicBezTo>
                  <a:pt x="1177" y="86603"/>
                  <a:pt x="1177" y="86632"/>
                  <a:pt x="1192" y="86647"/>
                </a:cubicBezTo>
                <a:cubicBezTo>
                  <a:pt x="1192" y="86661"/>
                  <a:pt x="1192" y="86661"/>
                  <a:pt x="1177" y="86676"/>
                </a:cubicBezTo>
                <a:cubicBezTo>
                  <a:pt x="1163" y="86661"/>
                  <a:pt x="1163" y="86647"/>
                  <a:pt x="1163" y="86632"/>
                </a:cubicBezTo>
                <a:cubicBezTo>
                  <a:pt x="1163" y="86603"/>
                  <a:pt x="1163" y="86603"/>
                  <a:pt x="1177" y="86588"/>
                </a:cubicBezTo>
                <a:close/>
                <a:moveTo>
                  <a:pt x="1280" y="86647"/>
                </a:moveTo>
                <a:cubicBezTo>
                  <a:pt x="1280" y="86661"/>
                  <a:pt x="1310" y="86706"/>
                  <a:pt x="1310" y="86720"/>
                </a:cubicBezTo>
                <a:cubicBezTo>
                  <a:pt x="1310" y="86720"/>
                  <a:pt x="1310" y="86735"/>
                  <a:pt x="1280" y="86735"/>
                </a:cubicBezTo>
                <a:cubicBezTo>
                  <a:pt x="1280" y="86720"/>
                  <a:pt x="1266" y="86676"/>
                  <a:pt x="1266" y="86661"/>
                </a:cubicBezTo>
                <a:cubicBezTo>
                  <a:pt x="1266" y="86661"/>
                  <a:pt x="1266" y="86647"/>
                  <a:pt x="1280" y="86647"/>
                </a:cubicBezTo>
                <a:close/>
                <a:moveTo>
                  <a:pt x="7299" y="79141"/>
                </a:moveTo>
                <a:lnTo>
                  <a:pt x="7299" y="79141"/>
                </a:lnTo>
                <a:cubicBezTo>
                  <a:pt x="6681" y="80054"/>
                  <a:pt x="5960" y="80922"/>
                  <a:pt x="5239" y="81717"/>
                </a:cubicBezTo>
                <a:cubicBezTo>
                  <a:pt x="3885" y="83218"/>
                  <a:pt x="2369" y="84895"/>
                  <a:pt x="1413" y="86809"/>
                </a:cubicBezTo>
                <a:cubicBezTo>
                  <a:pt x="1413" y="86779"/>
                  <a:pt x="1398" y="86750"/>
                  <a:pt x="1398" y="86720"/>
                </a:cubicBezTo>
                <a:cubicBezTo>
                  <a:pt x="2296" y="84748"/>
                  <a:pt x="3826" y="83012"/>
                  <a:pt x="5357" y="81408"/>
                </a:cubicBezTo>
                <a:cubicBezTo>
                  <a:pt x="6019" y="80701"/>
                  <a:pt x="6696" y="79951"/>
                  <a:pt x="7299" y="79141"/>
                </a:cubicBezTo>
                <a:close/>
                <a:moveTo>
                  <a:pt x="1104" y="86794"/>
                </a:moveTo>
                <a:cubicBezTo>
                  <a:pt x="1104" y="86809"/>
                  <a:pt x="1104" y="86823"/>
                  <a:pt x="1118" y="86853"/>
                </a:cubicBezTo>
                <a:cubicBezTo>
                  <a:pt x="1118" y="86853"/>
                  <a:pt x="1118" y="86867"/>
                  <a:pt x="1104" y="86867"/>
                </a:cubicBezTo>
                <a:lnTo>
                  <a:pt x="1104" y="86809"/>
                </a:lnTo>
                <a:lnTo>
                  <a:pt x="1104" y="86794"/>
                </a:lnTo>
                <a:close/>
                <a:moveTo>
                  <a:pt x="1207" y="86794"/>
                </a:moveTo>
                <a:cubicBezTo>
                  <a:pt x="1207" y="86809"/>
                  <a:pt x="1236" y="86853"/>
                  <a:pt x="1236" y="86867"/>
                </a:cubicBezTo>
                <a:cubicBezTo>
                  <a:pt x="1236" y="86882"/>
                  <a:pt x="1207" y="86897"/>
                  <a:pt x="1207" y="86897"/>
                </a:cubicBezTo>
                <a:cubicBezTo>
                  <a:pt x="1221" y="86882"/>
                  <a:pt x="1192" y="86867"/>
                  <a:pt x="1192" y="86823"/>
                </a:cubicBezTo>
                <a:cubicBezTo>
                  <a:pt x="1192" y="86809"/>
                  <a:pt x="1207" y="86794"/>
                  <a:pt x="1207" y="86794"/>
                </a:cubicBezTo>
                <a:close/>
                <a:moveTo>
                  <a:pt x="1339" y="86823"/>
                </a:moveTo>
                <a:cubicBezTo>
                  <a:pt x="1339" y="86867"/>
                  <a:pt x="1354" y="86882"/>
                  <a:pt x="1354" y="86926"/>
                </a:cubicBezTo>
                <a:cubicBezTo>
                  <a:pt x="1354" y="86941"/>
                  <a:pt x="1339" y="86941"/>
                  <a:pt x="1339" y="86956"/>
                </a:cubicBezTo>
                <a:cubicBezTo>
                  <a:pt x="1324" y="86941"/>
                  <a:pt x="1324" y="86897"/>
                  <a:pt x="1324" y="86867"/>
                </a:cubicBezTo>
                <a:cubicBezTo>
                  <a:pt x="1324" y="86838"/>
                  <a:pt x="1324" y="86838"/>
                  <a:pt x="1339" y="86823"/>
                </a:cubicBezTo>
                <a:close/>
                <a:moveTo>
                  <a:pt x="7137" y="79480"/>
                </a:moveTo>
                <a:cubicBezTo>
                  <a:pt x="6564" y="80451"/>
                  <a:pt x="5857" y="81334"/>
                  <a:pt x="5195" y="82085"/>
                </a:cubicBezTo>
                <a:lnTo>
                  <a:pt x="4930" y="82379"/>
                </a:lnTo>
                <a:cubicBezTo>
                  <a:pt x="3664" y="83851"/>
                  <a:pt x="2340" y="85352"/>
                  <a:pt x="1457" y="87044"/>
                </a:cubicBezTo>
                <a:cubicBezTo>
                  <a:pt x="1428" y="87015"/>
                  <a:pt x="1428" y="86970"/>
                  <a:pt x="1413" y="86941"/>
                </a:cubicBezTo>
                <a:cubicBezTo>
                  <a:pt x="2355" y="84984"/>
                  <a:pt x="3885" y="83291"/>
                  <a:pt x="5283" y="81761"/>
                </a:cubicBezTo>
                <a:cubicBezTo>
                  <a:pt x="5916" y="81054"/>
                  <a:pt x="6564" y="80289"/>
                  <a:pt x="7137" y="79480"/>
                </a:cubicBezTo>
                <a:close/>
                <a:moveTo>
                  <a:pt x="1148" y="86970"/>
                </a:moveTo>
                <a:cubicBezTo>
                  <a:pt x="1148" y="87000"/>
                  <a:pt x="1163" y="87015"/>
                  <a:pt x="1163" y="87044"/>
                </a:cubicBezTo>
                <a:cubicBezTo>
                  <a:pt x="1163" y="87073"/>
                  <a:pt x="1148" y="87073"/>
                  <a:pt x="1148" y="87088"/>
                </a:cubicBezTo>
                <a:cubicBezTo>
                  <a:pt x="1148" y="87044"/>
                  <a:pt x="1148" y="87029"/>
                  <a:pt x="1118" y="87015"/>
                </a:cubicBezTo>
                <a:cubicBezTo>
                  <a:pt x="1118" y="87000"/>
                  <a:pt x="1118" y="87000"/>
                  <a:pt x="1148" y="86970"/>
                </a:cubicBezTo>
                <a:close/>
                <a:moveTo>
                  <a:pt x="1266" y="87000"/>
                </a:moveTo>
                <a:cubicBezTo>
                  <a:pt x="1266" y="87029"/>
                  <a:pt x="1280" y="87044"/>
                  <a:pt x="1280" y="87088"/>
                </a:cubicBezTo>
                <a:cubicBezTo>
                  <a:pt x="1280" y="87103"/>
                  <a:pt x="1266" y="87118"/>
                  <a:pt x="1266" y="87147"/>
                </a:cubicBezTo>
                <a:cubicBezTo>
                  <a:pt x="1251" y="87103"/>
                  <a:pt x="1251" y="87073"/>
                  <a:pt x="1251" y="87044"/>
                </a:cubicBezTo>
                <a:cubicBezTo>
                  <a:pt x="1251" y="87029"/>
                  <a:pt x="1266" y="87015"/>
                  <a:pt x="1266" y="87000"/>
                </a:cubicBezTo>
                <a:close/>
                <a:moveTo>
                  <a:pt x="1383" y="87044"/>
                </a:moveTo>
                <a:cubicBezTo>
                  <a:pt x="1383" y="87088"/>
                  <a:pt x="1398" y="87118"/>
                  <a:pt x="1413" y="87147"/>
                </a:cubicBezTo>
                <a:cubicBezTo>
                  <a:pt x="1413" y="87162"/>
                  <a:pt x="1398" y="87162"/>
                  <a:pt x="1398" y="87176"/>
                </a:cubicBezTo>
                <a:cubicBezTo>
                  <a:pt x="1383" y="87162"/>
                  <a:pt x="1383" y="87118"/>
                  <a:pt x="1369" y="87088"/>
                </a:cubicBezTo>
                <a:cubicBezTo>
                  <a:pt x="1369" y="87073"/>
                  <a:pt x="1383" y="87073"/>
                  <a:pt x="1383" y="87044"/>
                </a:cubicBezTo>
                <a:close/>
                <a:moveTo>
                  <a:pt x="7005" y="79848"/>
                </a:moveTo>
                <a:lnTo>
                  <a:pt x="7005" y="79848"/>
                </a:lnTo>
                <a:cubicBezTo>
                  <a:pt x="6461" y="80819"/>
                  <a:pt x="5784" y="81673"/>
                  <a:pt x="5136" y="82453"/>
                </a:cubicBezTo>
                <a:cubicBezTo>
                  <a:pt x="4945" y="82673"/>
                  <a:pt x="4783" y="82879"/>
                  <a:pt x="4592" y="83100"/>
                </a:cubicBezTo>
                <a:cubicBezTo>
                  <a:pt x="3488" y="84425"/>
                  <a:pt x="2355" y="85764"/>
                  <a:pt x="1531" y="87265"/>
                </a:cubicBezTo>
                <a:cubicBezTo>
                  <a:pt x="1516" y="87235"/>
                  <a:pt x="1516" y="87191"/>
                  <a:pt x="1486" y="87162"/>
                </a:cubicBezTo>
                <a:cubicBezTo>
                  <a:pt x="2369" y="85425"/>
                  <a:pt x="3694" y="83924"/>
                  <a:pt x="4989" y="82423"/>
                </a:cubicBezTo>
                <a:lnTo>
                  <a:pt x="5239" y="82129"/>
                </a:lnTo>
                <a:cubicBezTo>
                  <a:pt x="5828" y="81452"/>
                  <a:pt x="6461" y="80687"/>
                  <a:pt x="7005" y="79848"/>
                </a:cubicBezTo>
                <a:close/>
                <a:moveTo>
                  <a:pt x="1192" y="87176"/>
                </a:moveTo>
                <a:cubicBezTo>
                  <a:pt x="1192" y="87191"/>
                  <a:pt x="1207" y="87235"/>
                  <a:pt x="1207" y="87250"/>
                </a:cubicBezTo>
                <a:cubicBezTo>
                  <a:pt x="1207" y="87265"/>
                  <a:pt x="1192" y="87294"/>
                  <a:pt x="1192" y="87294"/>
                </a:cubicBezTo>
                <a:cubicBezTo>
                  <a:pt x="1177" y="87265"/>
                  <a:pt x="1177" y="87250"/>
                  <a:pt x="1177" y="87221"/>
                </a:cubicBezTo>
                <a:cubicBezTo>
                  <a:pt x="1177" y="87191"/>
                  <a:pt x="1192" y="87176"/>
                  <a:pt x="1192" y="87176"/>
                </a:cubicBezTo>
                <a:close/>
                <a:moveTo>
                  <a:pt x="1310" y="87191"/>
                </a:moveTo>
                <a:cubicBezTo>
                  <a:pt x="1310" y="87235"/>
                  <a:pt x="1324" y="87250"/>
                  <a:pt x="1324" y="87294"/>
                </a:cubicBezTo>
                <a:cubicBezTo>
                  <a:pt x="1324" y="87309"/>
                  <a:pt x="1310" y="87324"/>
                  <a:pt x="1310" y="87338"/>
                </a:cubicBezTo>
                <a:cubicBezTo>
                  <a:pt x="1310" y="87324"/>
                  <a:pt x="1310" y="87294"/>
                  <a:pt x="1280" y="87250"/>
                </a:cubicBezTo>
                <a:cubicBezTo>
                  <a:pt x="1280" y="87235"/>
                  <a:pt x="1310" y="87221"/>
                  <a:pt x="1310" y="87191"/>
                </a:cubicBezTo>
                <a:close/>
                <a:moveTo>
                  <a:pt x="1457" y="87265"/>
                </a:moveTo>
                <a:cubicBezTo>
                  <a:pt x="1472" y="87309"/>
                  <a:pt x="1472" y="87338"/>
                  <a:pt x="1486" y="87383"/>
                </a:cubicBezTo>
                <a:cubicBezTo>
                  <a:pt x="1486" y="87397"/>
                  <a:pt x="1472" y="87412"/>
                  <a:pt x="1472" y="87412"/>
                </a:cubicBezTo>
                <a:cubicBezTo>
                  <a:pt x="1457" y="87383"/>
                  <a:pt x="1442" y="87338"/>
                  <a:pt x="1442" y="87309"/>
                </a:cubicBezTo>
                <a:cubicBezTo>
                  <a:pt x="1442" y="87294"/>
                  <a:pt x="1457" y="87294"/>
                  <a:pt x="1457" y="87265"/>
                </a:cubicBezTo>
                <a:close/>
                <a:moveTo>
                  <a:pt x="1118" y="87368"/>
                </a:moveTo>
                <a:lnTo>
                  <a:pt x="1118" y="87368"/>
                </a:lnTo>
                <a:cubicBezTo>
                  <a:pt x="1148" y="87383"/>
                  <a:pt x="1148" y="87397"/>
                  <a:pt x="1148" y="87412"/>
                </a:cubicBezTo>
                <a:lnTo>
                  <a:pt x="1148" y="87441"/>
                </a:lnTo>
                <a:cubicBezTo>
                  <a:pt x="1118" y="87412"/>
                  <a:pt x="1118" y="87397"/>
                  <a:pt x="1118" y="87368"/>
                </a:cubicBezTo>
                <a:close/>
                <a:moveTo>
                  <a:pt x="6755" y="80436"/>
                </a:moveTo>
                <a:lnTo>
                  <a:pt x="6755" y="80436"/>
                </a:lnTo>
                <a:cubicBezTo>
                  <a:pt x="6240" y="81349"/>
                  <a:pt x="5636" y="82158"/>
                  <a:pt x="5092" y="82835"/>
                </a:cubicBezTo>
                <a:cubicBezTo>
                  <a:pt x="4842" y="83144"/>
                  <a:pt x="4577" y="83483"/>
                  <a:pt x="4327" y="83792"/>
                </a:cubicBezTo>
                <a:cubicBezTo>
                  <a:pt x="3355" y="84969"/>
                  <a:pt x="2369" y="86190"/>
                  <a:pt x="1619" y="87515"/>
                </a:cubicBezTo>
                <a:cubicBezTo>
                  <a:pt x="1604" y="87471"/>
                  <a:pt x="1604" y="87441"/>
                  <a:pt x="1575" y="87397"/>
                </a:cubicBezTo>
                <a:cubicBezTo>
                  <a:pt x="2414" y="85867"/>
                  <a:pt x="3547" y="84513"/>
                  <a:pt x="4665" y="83159"/>
                </a:cubicBezTo>
                <a:cubicBezTo>
                  <a:pt x="4856" y="82953"/>
                  <a:pt x="5033" y="82747"/>
                  <a:pt x="5210" y="82526"/>
                </a:cubicBezTo>
                <a:cubicBezTo>
                  <a:pt x="5725" y="81893"/>
                  <a:pt x="6269" y="81202"/>
                  <a:pt x="6755" y="80436"/>
                </a:cubicBezTo>
                <a:close/>
                <a:moveTo>
                  <a:pt x="1236" y="87383"/>
                </a:moveTo>
                <a:cubicBezTo>
                  <a:pt x="1236" y="87412"/>
                  <a:pt x="1251" y="87441"/>
                  <a:pt x="1251" y="87471"/>
                </a:cubicBezTo>
                <a:cubicBezTo>
                  <a:pt x="1251" y="87486"/>
                  <a:pt x="1236" y="87515"/>
                  <a:pt x="1236" y="87530"/>
                </a:cubicBezTo>
                <a:cubicBezTo>
                  <a:pt x="1236" y="87486"/>
                  <a:pt x="1221" y="87456"/>
                  <a:pt x="1221" y="87441"/>
                </a:cubicBezTo>
                <a:cubicBezTo>
                  <a:pt x="1221" y="87412"/>
                  <a:pt x="1236" y="87397"/>
                  <a:pt x="1236" y="87383"/>
                </a:cubicBezTo>
                <a:close/>
                <a:moveTo>
                  <a:pt x="1383" y="87412"/>
                </a:moveTo>
                <a:cubicBezTo>
                  <a:pt x="1398" y="87456"/>
                  <a:pt x="1398" y="87486"/>
                  <a:pt x="1413" y="87515"/>
                </a:cubicBezTo>
                <a:cubicBezTo>
                  <a:pt x="1398" y="87530"/>
                  <a:pt x="1398" y="87544"/>
                  <a:pt x="1383" y="87559"/>
                </a:cubicBezTo>
                <a:cubicBezTo>
                  <a:pt x="1369" y="87544"/>
                  <a:pt x="1369" y="87515"/>
                  <a:pt x="1339" y="87471"/>
                </a:cubicBezTo>
                <a:cubicBezTo>
                  <a:pt x="1369" y="87456"/>
                  <a:pt x="1369" y="87441"/>
                  <a:pt x="1383" y="87412"/>
                </a:cubicBezTo>
                <a:close/>
                <a:moveTo>
                  <a:pt x="1045" y="87530"/>
                </a:moveTo>
                <a:cubicBezTo>
                  <a:pt x="1045" y="87544"/>
                  <a:pt x="1045" y="87559"/>
                  <a:pt x="1060" y="87589"/>
                </a:cubicBezTo>
                <a:lnTo>
                  <a:pt x="1060" y="87603"/>
                </a:lnTo>
                <a:cubicBezTo>
                  <a:pt x="1045" y="87589"/>
                  <a:pt x="1045" y="87559"/>
                  <a:pt x="1045" y="87544"/>
                </a:cubicBezTo>
                <a:lnTo>
                  <a:pt x="1045" y="87530"/>
                </a:lnTo>
                <a:close/>
                <a:moveTo>
                  <a:pt x="1163" y="87559"/>
                </a:moveTo>
                <a:cubicBezTo>
                  <a:pt x="1163" y="87589"/>
                  <a:pt x="1177" y="87618"/>
                  <a:pt x="1177" y="87633"/>
                </a:cubicBezTo>
                <a:cubicBezTo>
                  <a:pt x="1177" y="87633"/>
                  <a:pt x="1177" y="87662"/>
                  <a:pt x="1163" y="87662"/>
                </a:cubicBezTo>
                <a:lnTo>
                  <a:pt x="1163" y="87589"/>
                </a:lnTo>
                <a:lnTo>
                  <a:pt x="1163" y="87559"/>
                </a:lnTo>
                <a:close/>
                <a:moveTo>
                  <a:pt x="1516" y="87486"/>
                </a:moveTo>
                <a:cubicBezTo>
                  <a:pt x="1531" y="87530"/>
                  <a:pt x="1531" y="87559"/>
                  <a:pt x="1545" y="87603"/>
                </a:cubicBezTo>
                <a:cubicBezTo>
                  <a:pt x="1545" y="87618"/>
                  <a:pt x="1531" y="87633"/>
                  <a:pt x="1531" y="87662"/>
                </a:cubicBezTo>
                <a:cubicBezTo>
                  <a:pt x="1516" y="87603"/>
                  <a:pt x="1516" y="87559"/>
                  <a:pt x="1486" y="87530"/>
                </a:cubicBezTo>
                <a:cubicBezTo>
                  <a:pt x="1486" y="87515"/>
                  <a:pt x="1516" y="87486"/>
                  <a:pt x="1516" y="87486"/>
                </a:cubicBezTo>
                <a:close/>
                <a:moveTo>
                  <a:pt x="1280" y="87589"/>
                </a:moveTo>
                <a:cubicBezTo>
                  <a:pt x="1280" y="87618"/>
                  <a:pt x="1310" y="87633"/>
                  <a:pt x="1310" y="87677"/>
                </a:cubicBezTo>
                <a:cubicBezTo>
                  <a:pt x="1280" y="87692"/>
                  <a:pt x="1280" y="87706"/>
                  <a:pt x="1266" y="87736"/>
                </a:cubicBezTo>
                <a:cubicBezTo>
                  <a:pt x="1280" y="87706"/>
                  <a:pt x="1266" y="87677"/>
                  <a:pt x="1266" y="87633"/>
                </a:cubicBezTo>
                <a:cubicBezTo>
                  <a:pt x="1266" y="87618"/>
                  <a:pt x="1280" y="87603"/>
                  <a:pt x="1280" y="87589"/>
                </a:cubicBezTo>
                <a:close/>
                <a:moveTo>
                  <a:pt x="6534" y="80996"/>
                </a:moveTo>
                <a:cubicBezTo>
                  <a:pt x="6107" y="81702"/>
                  <a:pt x="5636" y="82438"/>
                  <a:pt x="5048" y="83203"/>
                </a:cubicBezTo>
                <a:cubicBezTo>
                  <a:pt x="4724" y="83630"/>
                  <a:pt x="4386" y="84057"/>
                  <a:pt x="4062" y="84454"/>
                </a:cubicBezTo>
                <a:cubicBezTo>
                  <a:pt x="3223" y="85499"/>
                  <a:pt x="2369" y="86573"/>
                  <a:pt x="1692" y="87736"/>
                </a:cubicBezTo>
                <a:cubicBezTo>
                  <a:pt x="1678" y="87692"/>
                  <a:pt x="1648" y="87662"/>
                  <a:pt x="1648" y="87603"/>
                </a:cubicBezTo>
                <a:cubicBezTo>
                  <a:pt x="2414" y="86264"/>
                  <a:pt x="3414" y="85043"/>
                  <a:pt x="4400" y="83851"/>
                </a:cubicBezTo>
                <a:cubicBezTo>
                  <a:pt x="4650" y="83542"/>
                  <a:pt x="4915" y="83203"/>
                  <a:pt x="5165" y="82894"/>
                </a:cubicBezTo>
                <a:cubicBezTo>
                  <a:pt x="5607" y="82335"/>
                  <a:pt x="6093" y="81702"/>
                  <a:pt x="6534" y="80996"/>
                </a:cubicBezTo>
                <a:close/>
                <a:moveTo>
                  <a:pt x="1442" y="87618"/>
                </a:moveTo>
                <a:cubicBezTo>
                  <a:pt x="1457" y="87662"/>
                  <a:pt x="1457" y="87692"/>
                  <a:pt x="1472" y="87736"/>
                </a:cubicBezTo>
                <a:cubicBezTo>
                  <a:pt x="1457" y="87750"/>
                  <a:pt x="1457" y="87765"/>
                  <a:pt x="1442" y="87809"/>
                </a:cubicBezTo>
                <a:cubicBezTo>
                  <a:pt x="1413" y="87765"/>
                  <a:pt x="1413" y="87736"/>
                  <a:pt x="1398" y="87692"/>
                </a:cubicBezTo>
                <a:cubicBezTo>
                  <a:pt x="1413" y="87677"/>
                  <a:pt x="1413" y="87662"/>
                  <a:pt x="1442" y="87618"/>
                </a:cubicBezTo>
                <a:close/>
                <a:moveTo>
                  <a:pt x="1104" y="87706"/>
                </a:moveTo>
                <a:cubicBezTo>
                  <a:pt x="1104" y="87736"/>
                  <a:pt x="1104" y="87750"/>
                  <a:pt x="1118" y="87780"/>
                </a:cubicBezTo>
                <a:cubicBezTo>
                  <a:pt x="1118" y="87809"/>
                  <a:pt x="1118" y="87809"/>
                  <a:pt x="1104" y="87824"/>
                </a:cubicBezTo>
                <a:cubicBezTo>
                  <a:pt x="1104" y="87809"/>
                  <a:pt x="1089" y="87765"/>
                  <a:pt x="1089" y="87750"/>
                </a:cubicBezTo>
                <a:cubicBezTo>
                  <a:pt x="1089" y="87736"/>
                  <a:pt x="1089" y="87736"/>
                  <a:pt x="1104" y="87706"/>
                </a:cubicBezTo>
                <a:close/>
                <a:moveTo>
                  <a:pt x="1575" y="87692"/>
                </a:moveTo>
                <a:cubicBezTo>
                  <a:pt x="1604" y="87736"/>
                  <a:pt x="1604" y="87765"/>
                  <a:pt x="1619" y="87809"/>
                </a:cubicBezTo>
                <a:cubicBezTo>
                  <a:pt x="1619" y="87824"/>
                  <a:pt x="1604" y="87839"/>
                  <a:pt x="1604" y="87853"/>
                </a:cubicBezTo>
                <a:cubicBezTo>
                  <a:pt x="1589" y="87824"/>
                  <a:pt x="1589" y="87780"/>
                  <a:pt x="1560" y="87750"/>
                </a:cubicBezTo>
                <a:cubicBezTo>
                  <a:pt x="1560" y="87736"/>
                  <a:pt x="1575" y="87706"/>
                  <a:pt x="1575" y="87692"/>
                </a:cubicBezTo>
                <a:close/>
                <a:moveTo>
                  <a:pt x="1207" y="87750"/>
                </a:moveTo>
                <a:cubicBezTo>
                  <a:pt x="1207" y="87780"/>
                  <a:pt x="1236" y="87809"/>
                  <a:pt x="1236" y="87839"/>
                </a:cubicBezTo>
                <a:cubicBezTo>
                  <a:pt x="1236" y="87848"/>
                  <a:pt x="1223" y="87852"/>
                  <a:pt x="1215" y="87861"/>
                </a:cubicBezTo>
                <a:lnTo>
                  <a:pt x="1215" y="87861"/>
                </a:lnTo>
                <a:cubicBezTo>
                  <a:pt x="1220" y="87838"/>
                  <a:pt x="1214" y="87813"/>
                  <a:pt x="1192" y="87780"/>
                </a:cubicBezTo>
                <a:cubicBezTo>
                  <a:pt x="1192" y="87765"/>
                  <a:pt x="1192" y="87765"/>
                  <a:pt x="1207" y="87750"/>
                </a:cubicBezTo>
                <a:close/>
                <a:moveTo>
                  <a:pt x="1369" y="87809"/>
                </a:moveTo>
                <a:cubicBezTo>
                  <a:pt x="1383" y="87839"/>
                  <a:pt x="1383" y="87883"/>
                  <a:pt x="1398" y="87912"/>
                </a:cubicBezTo>
                <a:cubicBezTo>
                  <a:pt x="1383" y="87927"/>
                  <a:pt x="1383" y="87956"/>
                  <a:pt x="1369" y="87971"/>
                </a:cubicBezTo>
                <a:cubicBezTo>
                  <a:pt x="1339" y="87927"/>
                  <a:pt x="1324" y="87898"/>
                  <a:pt x="1324" y="87853"/>
                </a:cubicBezTo>
                <a:cubicBezTo>
                  <a:pt x="1339" y="87839"/>
                  <a:pt x="1339" y="87824"/>
                  <a:pt x="1369" y="87809"/>
                </a:cubicBezTo>
                <a:close/>
                <a:moveTo>
                  <a:pt x="1148" y="87912"/>
                </a:moveTo>
                <a:cubicBezTo>
                  <a:pt x="1148" y="87927"/>
                  <a:pt x="1163" y="87971"/>
                  <a:pt x="1163" y="87986"/>
                </a:cubicBezTo>
                <a:cubicBezTo>
                  <a:pt x="1163" y="88001"/>
                  <a:pt x="1148" y="88001"/>
                  <a:pt x="1148" y="88030"/>
                </a:cubicBezTo>
                <a:cubicBezTo>
                  <a:pt x="1148" y="88001"/>
                  <a:pt x="1148" y="87986"/>
                  <a:pt x="1118" y="87956"/>
                </a:cubicBezTo>
                <a:cubicBezTo>
                  <a:pt x="1118" y="87927"/>
                  <a:pt x="1148" y="87927"/>
                  <a:pt x="1148" y="87912"/>
                </a:cubicBezTo>
                <a:close/>
                <a:moveTo>
                  <a:pt x="1516" y="87839"/>
                </a:moveTo>
                <a:cubicBezTo>
                  <a:pt x="1531" y="87883"/>
                  <a:pt x="1531" y="87912"/>
                  <a:pt x="1545" y="87956"/>
                </a:cubicBezTo>
                <a:cubicBezTo>
                  <a:pt x="1531" y="87971"/>
                  <a:pt x="1516" y="88001"/>
                  <a:pt x="1516" y="88030"/>
                </a:cubicBezTo>
                <a:cubicBezTo>
                  <a:pt x="1486" y="87986"/>
                  <a:pt x="1486" y="87956"/>
                  <a:pt x="1472" y="87912"/>
                </a:cubicBezTo>
                <a:cubicBezTo>
                  <a:pt x="1486" y="87898"/>
                  <a:pt x="1486" y="87853"/>
                  <a:pt x="1516" y="87839"/>
                </a:cubicBezTo>
                <a:close/>
                <a:moveTo>
                  <a:pt x="1266" y="87971"/>
                </a:moveTo>
                <a:cubicBezTo>
                  <a:pt x="1266" y="88001"/>
                  <a:pt x="1280" y="88030"/>
                  <a:pt x="1280" y="88059"/>
                </a:cubicBezTo>
                <a:cubicBezTo>
                  <a:pt x="1280" y="88074"/>
                  <a:pt x="1266" y="88074"/>
                  <a:pt x="1266" y="88104"/>
                </a:cubicBezTo>
                <a:cubicBezTo>
                  <a:pt x="1266" y="88059"/>
                  <a:pt x="1266" y="88045"/>
                  <a:pt x="1251" y="88001"/>
                </a:cubicBezTo>
                <a:cubicBezTo>
                  <a:pt x="1251" y="87986"/>
                  <a:pt x="1266" y="87986"/>
                  <a:pt x="1266" y="87971"/>
                </a:cubicBezTo>
                <a:close/>
                <a:moveTo>
                  <a:pt x="1089" y="88104"/>
                </a:moveTo>
                <a:cubicBezTo>
                  <a:pt x="1089" y="88118"/>
                  <a:pt x="1104" y="88148"/>
                  <a:pt x="1104" y="88162"/>
                </a:cubicBezTo>
                <a:cubicBezTo>
                  <a:pt x="1104" y="88162"/>
                  <a:pt x="1104" y="88192"/>
                  <a:pt x="1089" y="88192"/>
                </a:cubicBezTo>
                <a:cubicBezTo>
                  <a:pt x="1089" y="88177"/>
                  <a:pt x="1074" y="88133"/>
                  <a:pt x="1074" y="88118"/>
                </a:cubicBezTo>
                <a:cubicBezTo>
                  <a:pt x="1074" y="88118"/>
                  <a:pt x="1074" y="88104"/>
                  <a:pt x="1089" y="88104"/>
                </a:cubicBezTo>
                <a:close/>
                <a:moveTo>
                  <a:pt x="1413" y="88001"/>
                </a:moveTo>
                <a:cubicBezTo>
                  <a:pt x="1428" y="88045"/>
                  <a:pt x="1428" y="88074"/>
                  <a:pt x="1457" y="88118"/>
                </a:cubicBezTo>
                <a:cubicBezTo>
                  <a:pt x="1442" y="88133"/>
                  <a:pt x="1413" y="88148"/>
                  <a:pt x="1413" y="88192"/>
                </a:cubicBezTo>
                <a:cubicBezTo>
                  <a:pt x="1398" y="88148"/>
                  <a:pt x="1398" y="88118"/>
                  <a:pt x="1383" y="88074"/>
                </a:cubicBezTo>
                <a:cubicBezTo>
                  <a:pt x="1398" y="88059"/>
                  <a:pt x="1398" y="88045"/>
                  <a:pt x="1413" y="88001"/>
                </a:cubicBezTo>
                <a:close/>
                <a:moveTo>
                  <a:pt x="1192" y="88133"/>
                </a:moveTo>
                <a:cubicBezTo>
                  <a:pt x="1192" y="88177"/>
                  <a:pt x="1207" y="88192"/>
                  <a:pt x="1207" y="88221"/>
                </a:cubicBezTo>
                <a:cubicBezTo>
                  <a:pt x="1207" y="88251"/>
                  <a:pt x="1192" y="88265"/>
                  <a:pt x="1192" y="88265"/>
                </a:cubicBezTo>
                <a:cubicBezTo>
                  <a:pt x="1192" y="88221"/>
                  <a:pt x="1177" y="88207"/>
                  <a:pt x="1177" y="88177"/>
                </a:cubicBezTo>
                <a:cubicBezTo>
                  <a:pt x="1177" y="88148"/>
                  <a:pt x="1192" y="88133"/>
                  <a:pt x="1192" y="88133"/>
                </a:cubicBezTo>
                <a:close/>
                <a:moveTo>
                  <a:pt x="1324" y="88177"/>
                </a:moveTo>
                <a:cubicBezTo>
                  <a:pt x="1339" y="88207"/>
                  <a:pt x="1339" y="88251"/>
                  <a:pt x="1369" y="88280"/>
                </a:cubicBezTo>
                <a:cubicBezTo>
                  <a:pt x="1339" y="88295"/>
                  <a:pt x="1339" y="88324"/>
                  <a:pt x="1339" y="88324"/>
                </a:cubicBezTo>
                <a:cubicBezTo>
                  <a:pt x="1324" y="88280"/>
                  <a:pt x="1324" y="88251"/>
                  <a:pt x="1310" y="88207"/>
                </a:cubicBezTo>
                <a:cubicBezTo>
                  <a:pt x="1310" y="88192"/>
                  <a:pt x="1324" y="88192"/>
                  <a:pt x="1324" y="88177"/>
                </a:cubicBezTo>
                <a:close/>
                <a:moveTo>
                  <a:pt x="1001" y="88251"/>
                </a:moveTo>
                <a:cubicBezTo>
                  <a:pt x="1015" y="88280"/>
                  <a:pt x="1030" y="88295"/>
                  <a:pt x="1030" y="88324"/>
                </a:cubicBezTo>
                <a:cubicBezTo>
                  <a:pt x="1030" y="88324"/>
                  <a:pt x="1030" y="88339"/>
                  <a:pt x="1015" y="88339"/>
                </a:cubicBezTo>
                <a:cubicBezTo>
                  <a:pt x="1015" y="88324"/>
                  <a:pt x="1015" y="88295"/>
                  <a:pt x="1001" y="88265"/>
                </a:cubicBezTo>
                <a:lnTo>
                  <a:pt x="1001" y="88251"/>
                </a:lnTo>
                <a:close/>
                <a:moveTo>
                  <a:pt x="1118" y="88280"/>
                </a:moveTo>
                <a:cubicBezTo>
                  <a:pt x="1118" y="88295"/>
                  <a:pt x="1133" y="88339"/>
                  <a:pt x="1133" y="88354"/>
                </a:cubicBezTo>
                <a:cubicBezTo>
                  <a:pt x="1133" y="88368"/>
                  <a:pt x="1118" y="88368"/>
                  <a:pt x="1118" y="88398"/>
                </a:cubicBezTo>
                <a:cubicBezTo>
                  <a:pt x="1118" y="88368"/>
                  <a:pt x="1118" y="88354"/>
                  <a:pt x="1104" y="88324"/>
                </a:cubicBezTo>
                <a:cubicBezTo>
                  <a:pt x="1104" y="88295"/>
                  <a:pt x="1104" y="88295"/>
                  <a:pt x="1118" y="88280"/>
                </a:cubicBezTo>
                <a:close/>
                <a:moveTo>
                  <a:pt x="1251" y="88339"/>
                </a:moveTo>
                <a:cubicBezTo>
                  <a:pt x="1251" y="88368"/>
                  <a:pt x="1266" y="88413"/>
                  <a:pt x="1295" y="88427"/>
                </a:cubicBezTo>
                <a:cubicBezTo>
                  <a:pt x="1266" y="88442"/>
                  <a:pt x="1266" y="88472"/>
                  <a:pt x="1251" y="88486"/>
                </a:cubicBezTo>
                <a:cubicBezTo>
                  <a:pt x="1251" y="88442"/>
                  <a:pt x="1236" y="88413"/>
                  <a:pt x="1236" y="88398"/>
                </a:cubicBezTo>
                <a:cubicBezTo>
                  <a:pt x="1236" y="88368"/>
                  <a:pt x="1251" y="88354"/>
                  <a:pt x="1251" y="88339"/>
                </a:cubicBezTo>
                <a:close/>
                <a:moveTo>
                  <a:pt x="1060" y="88442"/>
                </a:moveTo>
                <a:cubicBezTo>
                  <a:pt x="1060" y="88472"/>
                  <a:pt x="1089" y="88501"/>
                  <a:pt x="1089" y="88516"/>
                </a:cubicBezTo>
                <a:cubicBezTo>
                  <a:pt x="1089" y="88545"/>
                  <a:pt x="1060" y="88545"/>
                  <a:pt x="1060" y="88560"/>
                </a:cubicBezTo>
                <a:cubicBezTo>
                  <a:pt x="1045" y="88545"/>
                  <a:pt x="1045" y="88516"/>
                  <a:pt x="1045" y="88486"/>
                </a:cubicBezTo>
                <a:cubicBezTo>
                  <a:pt x="1045" y="88472"/>
                  <a:pt x="1045" y="88472"/>
                  <a:pt x="1060" y="88442"/>
                </a:cubicBezTo>
                <a:close/>
                <a:moveTo>
                  <a:pt x="1177" y="88501"/>
                </a:moveTo>
                <a:cubicBezTo>
                  <a:pt x="1177" y="88545"/>
                  <a:pt x="1192" y="88560"/>
                  <a:pt x="1192" y="88589"/>
                </a:cubicBezTo>
                <a:cubicBezTo>
                  <a:pt x="1192" y="88619"/>
                  <a:pt x="1192" y="88619"/>
                  <a:pt x="1177" y="88633"/>
                </a:cubicBezTo>
                <a:cubicBezTo>
                  <a:pt x="1177" y="88589"/>
                  <a:pt x="1163" y="88575"/>
                  <a:pt x="1163" y="88545"/>
                </a:cubicBezTo>
                <a:cubicBezTo>
                  <a:pt x="1163" y="88516"/>
                  <a:pt x="1177" y="88516"/>
                  <a:pt x="1177" y="88501"/>
                </a:cubicBezTo>
                <a:close/>
                <a:moveTo>
                  <a:pt x="957" y="88633"/>
                </a:moveTo>
                <a:cubicBezTo>
                  <a:pt x="1001" y="88663"/>
                  <a:pt x="1001" y="88678"/>
                  <a:pt x="1001" y="88707"/>
                </a:cubicBezTo>
                <a:cubicBezTo>
                  <a:pt x="1001" y="88707"/>
                  <a:pt x="1001" y="88722"/>
                  <a:pt x="971" y="88722"/>
                </a:cubicBezTo>
                <a:cubicBezTo>
                  <a:pt x="971" y="88707"/>
                  <a:pt x="971" y="88678"/>
                  <a:pt x="957" y="88648"/>
                </a:cubicBezTo>
                <a:lnTo>
                  <a:pt x="957" y="88633"/>
                </a:lnTo>
                <a:close/>
                <a:moveTo>
                  <a:pt x="1104" y="88663"/>
                </a:moveTo>
                <a:cubicBezTo>
                  <a:pt x="1104" y="88707"/>
                  <a:pt x="1118" y="88722"/>
                  <a:pt x="1118" y="88751"/>
                </a:cubicBezTo>
                <a:cubicBezTo>
                  <a:pt x="1118" y="88766"/>
                  <a:pt x="1104" y="88781"/>
                  <a:pt x="1104" y="88795"/>
                </a:cubicBezTo>
                <a:cubicBezTo>
                  <a:pt x="1104" y="88751"/>
                  <a:pt x="1089" y="88736"/>
                  <a:pt x="1089" y="88707"/>
                </a:cubicBezTo>
                <a:cubicBezTo>
                  <a:pt x="1089" y="88678"/>
                  <a:pt x="1104" y="88663"/>
                  <a:pt x="1104" y="88663"/>
                </a:cubicBezTo>
                <a:close/>
                <a:moveTo>
                  <a:pt x="1030" y="88854"/>
                </a:moveTo>
                <a:cubicBezTo>
                  <a:pt x="1030" y="88869"/>
                  <a:pt x="1030" y="88884"/>
                  <a:pt x="1045" y="88928"/>
                </a:cubicBezTo>
                <a:cubicBezTo>
                  <a:pt x="1045" y="88942"/>
                  <a:pt x="1030" y="88942"/>
                  <a:pt x="1030" y="88957"/>
                </a:cubicBezTo>
                <a:cubicBezTo>
                  <a:pt x="1030" y="88942"/>
                  <a:pt x="1015" y="88913"/>
                  <a:pt x="1015" y="88884"/>
                </a:cubicBezTo>
                <a:cubicBezTo>
                  <a:pt x="1015" y="88869"/>
                  <a:pt x="1015" y="88869"/>
                  <a:pt x="1030" y="88854"/>
                </a:cubicBezTo>
                <a:close/>
                <a:moveTo>
                  <a:pt x="957" y="89001"/>
                </a:moveTo>
                <a:cubicBezTo>
                  <a:pt x="957" y="89031"/>
                  <a:pt x="971" y="89045"/>
                  <a:pt x="971" y="89075"/>
                </a:cubicBezTo>
                <a:cubicBezTo>
                  <a:pt x="957" y="89075"/>
                  <a:pt x="957" y="89031"/>
                  <a:pt x="957" y="89016"/>
                </a:cubicBezTo>
                <a:lnTo>
                  <a:pt x="957" y="89001"/>
                </a:lnTo>
                <a:close/>
                <a:moveTo>
                  <a:pt x="883" y="89178"/>
                </a:moveTo>
                <a:cubicBezTo>
                  <a:pt x="898" y="89207"/>
                  <a:pt x="898" y="89222"/>
                  <a:pt x="898" y="89237"/>
                </a:cubicBezTo>
                <a:cubicBezTo>
                  <a:pt x="898" y="89237"/>
                  <a:pt x="898" y="89251"/>
                  <a:pt x="883" y="89251"/>
                </a:cubicBezTo>
                <a:lnTo>
                  <a:pt x="883" y="89207"/>
                </a:lnTo>
                <a:lnTo>
                  <a:pt x="883" y="89178"/>
                </a:lnTo>
                <a:close/>
                <a:moveTo>
                  <a:pt x="9151" y="1"/>
                </a:moveTo>
                <a:cubicBezTo>
                  <a:pt x="8699" y="1"/>
                  <a:pt x="8245" y="78"/>
                  <a:pt x="7800" y="247"/>
                </a:cubicBezTo>
                <a:lnTo>
                  <a:pt x="7844" y="320"/>
                </a:lnTo>
                <a:cubicBezTo>
                  <a:pt x="8284" y="155"/>
                  <a:pt x="8730" y="79"/>
                  <a:pt x="9173" y="79"/>
                </a:cubicBezTo>
                <a:cubicBezTo>
                  <a:pt x="10580" y="79"/>
                  <a:pt x="11953" y="849"/>
                  <a:pt x="12995" y="1969"/>
                </a:cubicBezTo>
                <a:cubicBezTo>
                  <a:pt x="12597" y="1601"/>
                  <a:pt x="12185" y="1248"/>
                  <a:pt x="11714" y="997"/>
                </a:cubicBezTo>
                <a:cubicBezTo>
                  <a:pt x="10828" y="465"/>
                  <a:pt x="9902" y="191"/>
                  <a:pt x="9007" y="191"/>
                </a:cubicBezTo>
                <a:cubicBezTo>
                  <a:pt x="8565" y="191"/>
                  <a:pt x="8130" y="258"/>
                  <a:pt x="7711" y="394"/>
                </a:cubicBezTo>
                <a:lnTo>
                  <a:pt x="7726" y="468"/>
                </a:lnTo>
                <a:cubicBezTo>
                  <a:pt x="8149" y="330"/>
                  <a:pt x="8578" y="266"/>
                  <a:pt x="9006" y="266"/>
                </a:cubicBezTo>
                <a:cubicBezTo>
                  <a:pt x="10494" y="266"/>
                  <a:pt x="11959" y="1043"/>
                  <a:pt x="13068" y="2175"/>
                </a:cubicBezTo>
                <a:cubicBezTo>
                  <a:pt x="11931" y="1095"/>
                  <a:pt x="10445" y="356"/>
                  <a:pt x="8903" y="356"/>
                </a:cubicBezTo>
                <a:cubicBezTo>
                  <a:pt x="8469" y="356"/>
                  <a:pt x="8030" y="415"/>
                  <a:pt x="7594" y="541"/>
                </a:cubicBezTo>
                <a:lnTo>
                  <a:pt x="7623" y="615"/>
                </a:lnTo>
                <a:cubicBezTo>
                  <a:pt x="8046" y="495"/>
                  <a:pt x="8471" y="439"/>
                  <a:pt x="8892" y="439"/>
                </a:cubicBezTo>
                <a:cubicBezTo>
                  <a:pt x="10538" y="439"/>
                  <a:pt x="12123" y="1291"/>
                  <a:pt x="13260" y="2498"/>
                </a:cubicBezTo>
                <a:cubicBezTo>
                  <a:pt x="12818" y="2086"/>
                  <a:pt x="12332" y="1719"/>
                  <a:pt x="11817" y="1424"/>
                </a:cubicBezTo>
                <a:cubicBezTo>
                  <a:pt x="10796" y="845"/>
                  <a:pt x="9729" y="545"/>
                  <a:pt x="8698" y="545"/>
                </a:cubicBezTo>
                <a:cubicBezTo>
                  <a:pt x="8288" y="545"/>
                  <a:pt x="7884" y="592"/>
                  <a:pt x="7491" y="688"/>
                </a:cubicBezTo>
                <a:lnTo>
                  <a:pt x="7505" y="762"/>
                </a:lnTo>
                <a:cubicBezTo>
                  <a:pt x="7888" y="668"/>
                  <a:pt x="8283" y="623"/>
                  <a:pt x="8681" y="623"/>
                </a:cubicBezTo>
                <a:cubicBezTo>
                  <a:pt x="10351" y="623"/>
                  <a:pt x="12097" y="1412"/>
                  <a:pt x="13392" y="2719"/>
                </a:cubicBezTo>
                <a:cubicBezTo>
                  <a:pt x="12043" y="1478"/>
                  <a:pt x="10270" y="721"/>
                  <a:pt x="8541" y="721"/>
                </a:cubicBezTo>
                <a:cubicBezTo>
                  <a:pt x="8157" y="721"/>
                  <a:pt x="7776" y="758"/>
                  <a:pt x="7402" y="836"/>
                </a:cubicBezTo>
                <a:lnTo>
                  <a:pt x="7417" y="909"/>
                </a:lnTo>
                <a:cubicBezTo>
                  <a:pt x="7782" y="835"/>
                  <a:pt x="8155" y="799"/>
                  <a:pt x="8531" y="799"/>
                </a:cubicBezTo>
                <a:cubicBezTo>
                  <a:pt x="10386" y="799"/>
                  <a:pt x="12316" y="1673"/>
                  <a:pt x="13686" y="3117"/>
                </a:cubicBezTo>
                <a:cubicBezTo>
                  <a:pt x="13157" y="2616"/>
                  <a:pt x="12568" y="2175"/>
                  <a:pt x="11906" y="1822"/>
                </a:cubicBezTo>
                <a:cubicBezTo>
                  <a:pt x="10775" y="1206"/>
                  <a:pt x="9550" y="888"/>
                  <a:pt x="8374" y="888"/>
                </a:cubicBezTo>
                <a:cubicBezTo>
                  <a:pt x="8005" y="888"/>
                  <a:pt x="7640" y="919"/>
                  <a:pt x="7285" y="983"/>
                </a:cubicBezTo>
                <a:lnTo>
                  <a:pt x="7299" y="1056"/>
                </a:lnTo>
                <a:cubicBezTo>
                  <a:pt x="7645" y="995"/>
                  <a:pt x="7996" y="966"/>
                  <a:pt x="8349" y="966"/>
                </a:cubicBezTo>
                <a:cubicBezTo>
                  <a:pt x="10296" y="966"/>
                  <a:pt x="12300" y="1861"/>
                  <a:pt x="13745" y="3293"/>
                </a:cubicBezTo>
                <a:cubicBezTo>
                  <a:pt x="12225" y="1900"/>
                  <a:pt x="10172" y="1063"/>
                  <a:pt x="8146" y="1063"/>
                </a:cubicBezTo>
                <a:cubicBezTo>
                  <a:pt x="7818" y="1063"/>
                  <a:pt x="7491" y="1085"/>
                  <a:pt x="7167" y="1130"/>
                </a:cubicBezTo>
                <a:lnTo>
                  <a:pt x="7196" y="1203"/>
                </a:lnTo>
                <a:cubicBezTo>
                  <a:pt x="7513" y="1158"/>
                  <a:pt x="7833" y="1137"/>
                  <a:pt x="8155" y="1137"/>
                </a:cubicBezTo>
                <a:cubicBezTo>
                  <a:pt x="10254" y="1137"/>
                  <a:pt x="12405" y="2069"/>
                  <a:pt x="13937" y="3587"/>
                </a:cubicBezTo>
                <a:cubicBezTo>
                  <a:pt x="12339" y="2133"/>
                  <a:pt x="10145" y="1228"/>
                  <a:pt x="7952" y="1228"/>
                </a:cubicBezTo>
                <a:cubicBezTo>
                  <a:pt x="7660" y="1228"/>
                  <a:pt x="7369" y="1244"/>
                  <a:pt x="7079" y="1277"/>
                </a:cubicBezTo>
                <a:lnTo>
                  <a:pt x="7079" y="1351"/>
                </a:lnTo>
                <a:cubicBezTo>
                  <a:pt x="7363" y="1320"/>
                  <a:pt x="7648" y="1305"/>
                  <a:pt x="7934" y="1305"/>
                </a:cubicBezTo>
                <a:cubicBezTo>
                  <a:pt x="10237" y="1305"/>
                  <a:pt x="12545" y="2286"/>
                  <a:pt x="14143" y="3897"/>
                </a:cubicBezTo>
                <a:cubicBezTo>
                  <a:pt x="13539" y="3337"/>
                  <a:pt x="12818" y="2852"/>
                  <a:pt x="12038" y="2454"/>
                </a:cubicBezTo>
                <a:cubicBezTo>
                  <a:pt x="10678" y="1762"/>
                  <a:pt x="9157" y="1392"/>
                  <a:pt x="7695" y="1392"/>
                </a:cubicBezTo>
                <a:cubicBezTo>
                  <a:pt x="7448" y="1392"/>
                  <a:pt x="7203" y="1403"/>
                  <a:pt x="6961" y="1424"/>
                </a:cubicBezTo>
                <a:lnTo>
                  <a:pt x="6961" y="1498"/>
                </a:lnTo>
                <a:cubicBezTo>
                  <a:pt x="7195" y="1478"/>
                  <a:pt x="7429" y="1469"/>
                  <a:pt x="7664" y="1469"/>
                </a:cubicBezTo>
                <a:cubicBezTo>
                  <a:pt x="10108" y="1469"/>
                  <a:pt x="12583" y="2497"/>
                  <a:pt x="14275" y="4161"/>
                </a:cubicBezTo>
                <a:cubicBezTo>
                  <a:pt x="12492" y="2542"/>
                  <a:pt x="9992" y="1552"/>
                  <a:pt x="7460" y="1552"/>
                </a:cubicBezTo>
                <a:cubicBezTo>
                  <a:pt x="7255" y="1552"/>
                  <a:pt x="7049" y="1558"/>
                  <a:pt x="6843" y="1571"/>
                </a:cubicBezTo>
                <a:lnTo>
                  <a:pt x="6843" y="1645"/>
                </a:lnTo>
                <a:cubicBezTo>
                  <a:pt x="7017" y="1636"/>
                  <a:pt x="7190" y="1631"/>
                  <a:pt x="7363" y="1631"/>
                </a:cubicBezTo>
                <a:cubicBezTo>
                  <a:pt x="9997" y="1631"/>
                  <a:pt x="12584" y="2670"/>
                  <a:pt x="14393" y="4382"/>
                </a:cubicBezTo>
                <a:cubicBezTo>
                  <a:pt x="12488" y="2690"/>
                  <a:pt x="9800" y="1685"/>
                  <a:pt x="7032" y="1685"/>
                </a:cubicBezTo>
                <a:cubicBezTo>
                  <a:pt x="6935" y="1685"/>
                  <a:pt x="6838" y="1687"/>
                  <a:pt x="6740" y="1689"/>
                </a:cubicBezTo>
                <a:lnTo>
                  <a:pt x="6740" y="1763"/>
                </a:lnTo>
                <a:cubicBezTo>
                  <a:pt x="6853" y="1759"/>
                  <a:pt x="6966" y="1758"/>
                  <a:pt x="7078" y="1758"/>
                </a:cubicBezTo>
                <a:cubicBezTo>
                  <a:pt x="9873" y="1758"/>
                  <a:pt x="12570" y="2803"/>
                  <a:pt x="14437" y="4529"/>
                </a:cubicBezTo>
                <a:lnTo>
                  <a:pt x="14437" y="4544"/>
                </a:lnTo>
                <a:cubicBezTo>
                  <a:pt x="13760" y="3970"/>
                  <a:pt x="13009" y="3484"/>
                  <a:pt x="12141" y="3072"/>
                </a:cubicBezTo>
                <a:cubicBezTo>
                  <a:pt x="10518" y="2289"/>
                  <a:pt x="8632" y="1864"/>
                  <a:pt x="6805" y="1864"/>
                </a:cubicBezTo>
                <a:cubicBezTo>
                  <a:pt x="6744" y="1864"/>
                  <a:pt x="6683" y="1865"/>
                  <a:pt x="6622" y="1866"/>
                </a:cubicBezTo>
                <a:lnTo>
                  <a:pt x="6622" y="1939"/>
                </a:lnTo>
                <a:cubicBezTo>
                  <a:pt x="6665" y="1939"/>
                  <a:pt x="6707" y="1939"/>
                  <a:pt x="6749" y="1939"/>
                </a:cubicBezTo>
                <a:cubicBezTo>
                  <a:pt x="9733" y="1939"/>
                  <a:pt x="12522" y="2964"/>
                  <a:pt x="14496" y="4691"/>
                </a:cubicBezTo>
                <a:cubicBezTo>
                  <a:pt x="14496" y="4706"/>
                  <a:pt x="14496" y="4706"/>
                  <a:pt x="14510" y="4735"/>
                </a:cubicBezTo>
                <a:cubicBezTo>
                  <a:pt x="13833" y="4176"/>
                  <a:pt x="13054" y="3676"/>
                  <a:pt x="12200" y="3278"/>
                </a:cubicBezTo>
                <a:cubicBezTo>
                  <a:pt x="10463" y="2469"/>
                  <a:pt x="8521" y="2028"/>
                  <a:pt x="6534" y="1983"/>
                </a:cubicBezTo>
                <a:lnTo>
                  <a:pt x="6534" y="2057"/>
                </a:lnTo>
                <a:cubicBezTo>
                  <a:pt x="9625" y="2116"/>
                  <a:pt x="12524" y="3161"/>
                  <a:pt x="14569" y="4883"/>
                </a:cubicBezTo>
                <a:lnTo>
                  <a:pt x="14569" y="4897"/>
                </a:lnTo>
                <a:cubicBezTo>
                  <a:pt x="13892" y="4367"/>
                  <a:pt x="13112" y="3882"/>
                  <a:pt x="12259" y="3484"/>
                </a:cubicBezTo>
                <a:cubicBezTo>
                  <a:pt x="10508" y="2675"/>
                  <a:pt x="8506" y="2204"/>
                  <a:pt x="6416" y="2131"/>
                </a:cubicBezTo>
                <a:lnTo>
                  <a:pt x="6416" y="2204"/>
                </a:lnTo>
                <a:cubicBezTo>
                  <a:pt x="9051" y="2307"/>
                  <a:pt x="12229" y="3131"/>
                  <a:pt x="14613" y="5030"/>
                </a:cubicBezTo>
                <a:cubicBezTo>
                  <a:pt x="14613" y="5044"/>
                  <a:pt x="14613" y="5044"/>
                  <a:pt x="14628" y="5059"/>
                </a:cubicBezTo>
                <a:cubicBezTo>
                  <a:pt x="13951" y="4544"/>
                  <a:pt x="13171" y="4088"/>
                  <a:pt x="12303" y="3676"/>
                </a:cubicBezTo>
                <a:cubicBezTo>
                  <a:pt x="10537" y="2896"/>
                  <a:pt x="8477" y="2395"/>
                  <a:pt x="6328" y="2263"/>
                </a:cubicBezTo>
                <a:lnTo>
                  <a:pt x="6328" y="2337"/>
                </a:lnTo>
                <a:cubicBezTo>
                  <a:pt x="9639" y="2528"/>
                  <a:pt x="12568" y="3558"/>
                  <a:pt x="14658" y="5192"/>
                </a:cubicBezTo>
                <a:cubicBezTo>
                  <a:pt x="14658" y="5206"/>
                  <a:pt x="14658" y="5221"/>
                  <a:pt x="14687" y="5250"/>
                </a:cubicBezTo>
                <a:cubicBezTo>
                  <a:pt x="12553" y="3676"/>
                  <a:pt x="9625" y="2690"/>
                  <a:pt x="6240" y="2425"/>
                </a:cubicBezTo>
                <a:lnTo>
                  <a:pt x="6240" y="2498"/>
                </a:lnTo>
                <a:cubicBezTo>
                  <a:pt x="9654" y="2763"/>
                  <a:pt x="12597" y="3764"/>
                  <a:pt x="14716" y="5368"/>
                </a:cubicBezTo>
                <a:cubicBezTo>
                  <a:pt x="14716" y="5383"/>
                  <a:pt x="14716" y="5412"/>
                  <a:pt x="14731" y="5427"/>
                </a:cubicBezTo>
                <a:cubicBezTo>
                  <a:pt x="11935" y="3440"/>
                  <a:pt x="8374" y="2793"/>
                  <a:pt x="6137" y="2572"/>
                </a:cubicBezTo>
                <a:lnTo>
                  <a:pt x="6137" y="2646"/>
                </a:lnTo>
                <a:cubicBezTo>
                  <a:pt x="8388" y="2866"/>
                  <a:pt x="11994" y="3514"/>
                  <a:pt x="14775" y="5530"/>
                </a:cubicBezTo>
                <a:cubicBezTo>
                  <a:pt x="14775" y="5559"/>
                  <a:pt x="14775" y="5574"/>
                  <a:pt x="14790" y="5589"/>
                </a:cubicBezTo>
                <a:cubicBezTo>
                  <a:pt x="14084" y="5118"/>
                  <a:pt x="13318" y="4691"/>
                  <a:pt x="12465" y="4323"/>
                </a:cubicBezTo>
                <a:cubicBezTo>
                  <a:pt x="10669" y="3529"/>
                  <a:pt x="8506" y="2999"/>
                  <a:pt x="6048" y="2719"/>
                </a:cubicBezTo>
                <a:lnTo>
                  <a:pt x="6048" y="2793"/>
                </a:lnTo>
                <a:cubicBezTo>
                  <a:pt x="8786" y="3102"/>
                  <a:pt x="12200" y="3867"/>
                  <a:pt x="14820" y="5707"/>
                </a:cubicBezTo>
                <a:lnTo>
                  <a:pt x="14820" y="5751"/>
                </a:lnTo>
                <a:cubicBezTo>
                  <a:pt x="12656" y="4309"/>
                  <a:pt x="9713" y="3352"/>
                  <a:pt x="5960" y="2866"/>
                </a:cubicBezTo>
                <a:lnTo>
                  <a:pt x="5945" y="2940"/>
                </a:lnTo>
                <a:cubicBezTo>
                  <a:pt x="9728" y="3440"/>
                  <a:pt x="12671" y="4397"/>
                  <a:pt x="14849" y="5869"/>
                </a:cubicBezTo>
                <a:cubicBezTo>
                  <a:pt x="14849" y="5883"/>
                  <a:pt x="14864" y="5927"/>
                  <a:pt x="14864" y="5942"/>
                </a:cubicBezTo>
                <a:cubicBezTo>
                  <a:pt x="12068" y="4117"/>
                  <a:pt x="8550" y="3396"/>
                  <a:pt x="5842" y="3014"/>
                </a:cubicBezTo>
                <a:lnTo>
                  <a:pt x="5828" y="3087"/>
                </a:lnTo>
                <a:cubicBezTo>
                  <a:pt x="8550" y="3470"/>
                  <a:pt x="12068" y="4206"/>
                  <a:pt x="14878" y="6045"/>
                </a:cubicBezTo>
                <a:cubicBezTo>
                  <a:pt x="14878" y="6089"/>
                  <a:pt x="14893" y="6104"/>
                  <a:pt x="14893" y="6148"/>
                </a:cubicBezTo>
                <a:cubicBezTo>
                  <a:pt x="12141" y="4412"/>
                  <a:pt x="8727" y="3646"/>
                  <a:pt x="5739" y="3161"/>
                </a:cubicBezTo>
                <a:lnTo>
                  <a:pt x="5725" y="3234"/>
                </a:lnTo>
                <a:cubicBezTo>
                  <a:pt x="8697" y="3720"/>
                  <a:pt x="12156" y="4485"/>
                  <a:pt x="14908" y="6236"/>
                </a:cubicBezTo>
                <a:cubicBezTo>
                  <a:pt x="14908" y="6251"/>
                  <a:pt x="14908" y="6266"/>
                  <a:pt x="14923" y="6295"/>
                </a:cubicBezTo>
                <a:cubicBezTo>
                  <a:pt x="12274" y="4676"/>
                  <a:pt x="8962" y="3882"/>
                  <a:pt x="5636" y="3308"/>
                </a:cubicBezTo>
                <a:lnTo>
                  <a:pt x="5607" y="3381"/>
                </a:lnTo>
                <a:cubicBezTo>
                  <a:pt x="8948" y="3970"/>
                  <a:pt x="12274" y="4765"/>
                  <a:pt x="14923" y="6398"/>
                </a:cubicBezTo>
                <a:cubicBezTo>
                  <a:pt x="15129" y="7737"/>
                  <a:pt x="15129" y="9136"/>
                  <a:pt x="15129" y="10504"/>
                </a:cubicBezTo>
                <a:cubicBezTo>
                  <a:pt x="15129" y="11019"/>
                  <a:pt x="15129" y="11564"/>
                  <a:pt x="15143" y="12079"/>
                </a:cubicBezTo>
                <a:cubicBezTo>
                  <a:pt x="15173" y="13668"/>
                  <a:pt x="15364" y="15022"/>
                  <a:pt x="15702" y="16199"/>
                </a:cubicBezTo>
                <a:cubicBezTo>
                  <a:pt x="15747" y="16376"/>
                  <a:pt x="15776" y="16523"/>
                  <a:pt x="15820" y="16670"/>
                </a:cubicBezTo>
                <a:cubicBezTo>
                  <a:pt x="15850" y="16862"/>
                  <a:pt x="15909" y="17068"/>
                  <a:pt x="15967" y="17274"/>
                </a:cubicBezTo>
                <a:cubicBezTo>
                  <a:pt x="15982" y="17377"/>
                  <a:pt x="15997" y="17480"/>
                  <a:pt x="16041" y="17583"/>
                </a:cubicBezTo>
                <a:lnTo>
                  <a:pt x="16100" y="17921"/>
                </a:lnTo>
                <a:cubicBezTo>
                  <a:pt x="16115" y="18113"/>
                  <a:pt x="16144" y="18319"/>
                  <a:pt x="16188" y="18525"/>
                </a:cubicBezTo>
                <a:cubicBezTo>
                  <a:pt x="16203" y="18657"/>
                  <a:pt x="16218" y="18775"/>
                  <a:pt x="16247" y="18893"/>
                </a:cubicBezTo>
                <a:lnTo>
                  <a:pt x="16291" y="19393"/>
                </a:lnTo>
                <a:cubicBezTo>
                  <a:pt x="16291" y="19496"/>
                  <a:pt x="16321" y="19614"/>
                  <a:pt x="16321" y="19731"/>
                </a:cubicBezTo>
                <a:cubicBezTo>
                  <a:pt x="16321" y="19908"/>
                  <a:pt x="16335" y="20085"/>
                  <a:pt x="16335" y="20246"/>
                </a:cubicBezTo>
                <a:lnTo>
                  <a:pt x="16335" y="20688"/>
                </a:lnTo>
                <a:cubicBezTo>
                  <a:pt x="16335" y="20850"/>
                  <a:pt x="16321" y="21012"/>
                  <a:pt x="16321" y="21159"/>
                </a:cubicBezTo>
                <a:cubicBezTo>
                  <a:pt x="16291" y="21306"/>
                  <a:pt x="16291" y="21424"/>
                  <a:pt x="16291" y="21586"/>
                </a:cubicBezTo>
                <a:cubicBezTo>
                  <a:pt x="16276" y="21733"/>
                  <a:pt x="16262" y="21880"/>
                  <a:pt x="16262" y="22027"/>
                </a:cubicBezTo>
                <a:lnTo>
                  <a:pt x="16203" y="22469"/>
                </a:lnTo>
                <a:cubicBezTo>
                  <a:pt x="16173" y="22616"/>
                  <a:pt x="16144" y="22763"/>
                  <a:pt x="16129" y="22910"/>
                </a:cubicBezTo>
                <a:cubicBezTo>
                  <a:pt x="16100" y="23057"/>
                  <a:pt x="16056" y="23204"/>
                  <a:pt x="16041" y="23352"/>
                </a:cubicBezTo>
                <a:lnTo>
                  <a:pt x="15923" y="23793"/>
                </a:lnTo>
                <a:cubicBezTo>
                  <a:pt x="15894" y="23940"/>
                  <a:pt x="15835" y="24087"/>
                  <a:pt x="15806" y="24205"/>
                </a:cubicBezTo>
                <a:cubicBezTo>
                  <a:pt x="15747" y="24352"/>
                  <a:pt x="15702" y="24499"/>
                  <a:pt x="15658" y="24647"/>
                </a:cubicBezTo>
                <a:lnTo>
                  <a:pt x="15482" y="25088"/>
                </a:lnTo>
                <a:lnTo>
                  <a:pt x="15379" y="25368"/>
                </a:lnTo>
                <a:cubicBezTo>
                  <a:pt x="14201" y="28385"/>
                  <a:pt x="14746" y="31961"/>
                  <a:pt x="16762" y="34477"/>
                </a:cubicBezTo>
                <a:cubicBezTo>
                  <a:pt x="17866" y="35860"/>
                  <a:pt x="19367" y="36905"/>
                  <a:pt x="20809" y="37921"/>
                </a:cubicBezTo>
                <a:cubicBezTo>
                  <a:pt x="22089" y="38818"/>
                  <a:pt x="23414" y="39731"/>
                  <a:pt x="24488" y="40908"/>
                </a:cubicBezTo>
                <a:cubicBezTo>
                  <a:pt x="24459" y="40952"/>
                  <a:pt x="24429" y="40967"/>
                  <a:pt x="24415" y="41011"/>
                </a:cubicBezTo>
                <a:cubicBezTo>
                  <a:pt x="23679" y="41821"/>
                  <a:pt x="22884" y="42601"/>
                  <a:pt x="22104" y="43366"/>
                </a:cubicBezTo>
                <a:cubicBezTo>
                  <a:pt x="21133" y="44337"/>
                  <a:pt x="20117" y="45323"/>
                  <a:pt x="19205" y="46397"/>
                </a:cubicBezTo>
                <a:cubicBezTo>
                  <a:pt x="19087" y="46530"/>
                  <a:pt x="18984" y="46648"/>
                  <a:pt x="18867" y="46795"/>
                </a:cubicBezTo>
                <a:lnTo>
                  <a:pt x="18778" y="46898"/>
                </a:lnTo>
                <a:cubicBezTo>
                  <a:pt x="18616" y="47074"/>
                  <a:pt x="18469" y="47266"/>
                  <a:pt x="18322" y="47442"/>
                </a:cubicBezTo>
                <a:cubicBezTo>
                  <a:pt x="18131" y="47648"/>
                  <a:pt x="17954" y="47869"/>
                  <a:pt x="17763" y="48075"/>
                </a:cubicBezTo>
                <a:cubicBezTo>
                  <a:pt x="17586" y="48252"/>
                  <a:pt x="17424" y="48472"/>
                  <a:pt x="17233" y="48693"/>
                </a:cubicBezTo>
                <a:cubicBezTo>
                  <a:pt x="17056" y="48870"/>
                  <a:pt x="16880" y="49090"/>
                  <a:pt x="16703" y="49297"/>
                </a:cubicBezTo>
                <a:cubicBezTo>
                  <a:pt x="16512" y="49503"/>
                  <a:pt x="16321" y="49723"/>
                  <a:pt x="16144" y="49929"/>
                </a:cubicBezTo>
                <a:cubicBezTo>
                  <a:pt x="15967" y="50106"/>
                  <a:pt x="15806" y="50312"/>
                  <a:pt x="15629" y="50503"/>
                </a:cubicBezTo>
                <a:cubicBezTo>
                  <a:pt x="15452" y="50695"/>
                  <a:pt x="15290" y="50886"/>
                  <a:pt x="15114" y="51077"/>
                </a:cubicBezTo>
                <a:lnTo>
                  <a:pt x="14569" y="51695"/>
                </a:lnTo>
                <a:lnTo>
                  <a:pt x="14069" y="52240"/>
                </a:lnTo>
                <a:cubicBezTo>
                  <a:pt x="13848" y="52461"/>
                  <a:pt x="13642" y="52681"/>
                  <a:pt x="13466" y="52902"/>
                </a:cubicBezTo>
                <a:cubicBezTo>
                  <a:pt x="13274" y="53093"/>
                  <a:pt x="13112" y="53270"/>
                  <a:pt x="12951" y="53461"/>
                </a:cubicBezTo>
                <a:cubicBezTo>
                  <a:pt x="12730" y="53682"/>
                  <a:pt x="12524" y="53903"/>
                  <a:pt x="12318" y="54123"/>
                </a:cubicBezTo>
                <a:cubicBezTo>
                  <a:pt x="12141" y="54300"/>
                  <a:pt x="11979" y="54477"/>
                  <a:pt x="11832" y="54639"/>
                </a:cubicBezTo>
                <a:cubicBezTo>
                  <a:pt x="11611" y="54845"/>
                  <a:pt x="11391" y="55065"/>
                  <a:pt x="11185" y="55301"/>
                </a:cubicBezTo>
                <a:cubicBezTo>
                  <a:pt x="10978" y="55507"/>
                  <a:pt x="10772" y="55683"/>
                  <a:pt x="10581" y="55904"/>
                </a:cubicBezTo>
                <a:cubicBezTo>
                  <a:pt x="10360" y="56095"/>
                  <a:pt x="10154" y="56287"/>
                  <a:pt x="9963" y="56478"/>
                </a:cubicBezTo>
                <a:cubicBezTo>
                  <a:pt x="9742" y="56655"/>
                  <a:pt x="9551" y="56846"/>
                  <a:pt x="9345" y="57052"/>
                </a:cubicBezTo>
                <a:cubicBezTo>
                  <a:pt x="9124" y="57229"/>
                  <a:pt x="8903" y="57420"/>
                  <a:pt x="8697" y="57597"/>
                </a:cubicBezTo>
                <a:cubicBezTo>
                  <a:pt x="8477" y="57758"/>
                  <a:pt x="8256" y="57935"/>
                  <a:pt x="8050" y="58112"/>
                </a:cubicBezTo>
                <a:cubicBezTo>
                  <a:pt x="7829" y="58259"/>
                  <a:pt x="7608" y="58421"/>
                  <a:pt x="7417" y="58597"/>
                </a:cubicBezTo>
                <a:cubicBezTo>
                  <a:pt x="7123" y="58774"/>
                  <a:pt x="6828" y="58980"/>
                  <a:pt x="6549" y="59201"/>
                </a:cubicBezTo>
                <a:cubicBezTo>
                  <a:pt x="5445" y="60098"/>
                  <a:pt x="4562" y="61143"/>
                  <a:pt x="3959" y="62276"/>
                </a:cubicBezTo>
                <a:cubicBezTo>
                  <a:pt x="3252" y="63557"/>
                  <a:pt x="2973" y="64866"/>
                  <a:pt x="3149" y="66147"/>
                </a:cubicBezTo>
                <a:cubicBezTo>
                  <a:pt x="3370" y="67957"/>
                  <a:pt x="4430" y="69502"/>
                  <a:pt x="5445" y="70988"/>
                </a:cubicBezTo>
                <a:cubicBezTo>
                  <a:pt x="6255" y="72166"/>
                  <a:pt x="7079" y="73358"/>
                  <a:pt x="7505" y="74712"/>
                </a:cubicBezTo>
                <a:cubicBezTo>
                  <a:pt x="7005" y="74888"/>
                  <a:pt x="6505" y="75109"/>
                  <a:pt x="6048" y="75374"/>
                </a:cubicBezTo>
                <a:cubicBezTo>
                  <a:pt x="3149" y="76949"/>
                  <a:pt x="1133" y="80098"/>
                  <a:pt x="957" y="83409"/>
                </a:cubicBezTo>
                <a:cubicBezTo>
                  <a:pt x="957" y="83483"/>
                  <a:pt x="957" y="83556"/>
                  <a:pt x="942" y="83615"/>
                </a:cubicBezTo>
                <a:lnTo>
                  <a:pt x="942" y="83718"/>
                </a:lnTo>
                <a:cubicBezTo>
                  <a:pt x="942" y="83792"/>
                  <a:pt x="942" y="83880"/>
                  <a:pt x="912" y="83954"/>
                </a:cubicBezTo>
                <a:lnTo>
                  <a:pt x="912" y="84027"/>
                </a:lnTo>
                <a:cubicBezTo>
                  <a:pt x="912" y="84130"/>
                  <a:pt x="898" y="84233"/>
                  <a:pt x="898" y="84321"/>
                </a:cubicBezTo>
                <a:lnTo>
                  <a:pt x="898" y="84351"/>
                </a:lnTo>
                <a:cubicBezTo>
                  <a:pt x="883" y="84469"/>
                  <a:pt x="883" y="84601"/>
                  <a:pt x="883" y="84734"/>
                </a:cubicBezTo>
                <a:cubicBezTo>
                  <a:pt x="868" y="84837"/>
                  <a:pt x="868" y="84969"/>
                  <a:pt x="868" y="85087"/>
                </a:cubicBezTo>
                <a:cubicBezTo>
                  <a:pt x="839" y="85204"/>
                  <a:pt x="839" y="85352"/>
                  <a:pt x="839" y="85484"/>
                </a:cubicBezTo>
                <a:cubicBezTo>
                  <a:pt x="824" y="85602"/>
                  <a:pt x="824" y="85705"/>
                  <a:pt x="824" y="85823"/>
                </a:cubicBezTo>
                <a:cubicBezTo>
                  <a:pt x="809" y="85940"/>
                  <a:pt x="809" y="86073"/>
                  <a:pt x="809" y="86205"/>
                </a:cubicBezTo>
                <a:cubicBezTo>
                  <a:pt x="795" y="86308"/>
                  <a:pt x="795" y="86441"/>
                  <a:pt x="795" y="86558"/>
                </a:cubicBezTo>
                <a:cubicBezTo>
                  <a:pt x="780" y="86676"/>
                  <a:pt x="780" y="86809"/>
                  <a:pt x="751" y="86956"/>
                </a:cubicBezTo>
                <a:cubicBezTo>
                  <a:pt x="736" y="87088"/>
                  <a:pt x="736" y="87221"/>
                  <a:pt x="721" y="87324"/>
                </a:cubicBezTo>
                <a:cubicBezTo>
                  <a:pt x="706" y="87456"/>
                  <a:pt x="706" y="87559"/>
                  <a:pt x="677" y="87692"/>
                </a:cubicBezTo>
                <a:cubicBezTo>
                  <a:pt x="662" y="87809"/>
                  <a:pt x="662" y="87912"/>
                  <a:pt x="648" y="88045"/>
                </a:cubicBezTo>
                <a:cubicBezTo>
                  <a:pt x="633" y="88192"/>
                  <a:pt x="603" y="88324"/>
                  <a:pt x="603" y="88472"/>
                </a:cubicBezTo>
                <a:cubicBezTo>
                  <a:pt x="589" y="88589"/>
                  <a:pt x="589" y="88707"/>
                  <a:pt x="574" y="88839"/>
                </a:cubicBezTo>
                <a:cubicBezTo>
                  <a:pt x="545" y="88942"/>
                  <a:pt x="545" y="89075"/>
                  <a:pt x="530" y="89178"/>
                </a:cubicBezTo>
                <a:cubicBezTo>
                  <a:pt x="515" y="89310"/>
                  <a:pt x="515" y="89428"/>
                  <a:pt x="500" y="89546"/>
                </a:cubicBezTo>
                <a:cubicBezTo>
                  <a:pt x="471" y="89693"/>
                  <a:pt x="456" y="89840"/>
                  <a:pt x="456" y="89987"/>
                </a:cubicBezTo>
                <a:cubicBezTo>
                  <a:pt x="441" y="90105"/>
                  <a:pt x="441" y="90193"/>
                  <a:pt x="427" y="90311"/>
                </a:cubicBezTo>
                <a:cubicBezTo>
                  <a:pt x="397" y="90414"/>
                  <a:pt x="397" y="90502"/>
                  <a:pt x="383" y="90620"/>
                </a:cubicBezTo>
                <a:cubicBezTo>
                  <a:pt x="368" y="90753"/>
                  <a:pt x="353" y="90900"/>
                  <a:pt x="353" y="91017"/>
                </a:cubicBezTo>
                <a:cubicBezTo>
                  <a:pt x="0" y="93490"/>
                  <a:pt x="986" y="96271"/>
                  <a:pt x="3326" y="97051"/>
                </a:cubicBezTo>
                <a:lnTo>
                  <a:pt x="3341" y="96978"/>
                </a:lnTo>
                <a:cubicBezTo>
                  <a:pt x="1486" y="96359"/>
                  <a:pt x="515" y="94461"/>
                  <a:pt x="383" y="92460"/>
                </a:cubicBezTo>
                <a:lnTo>
                  <a:pt x="383" y="92460"/>
                </a:lnTo>
                <a:cubicBezTo>
                  <a:pt x="441" y="92989"/>
                  <a:pt x="574" y="93519"/>
                  <a:pt x="751" y="94020"/>
                </a:cubicBezTo>
                <a:cubicBezTo>
                  <a:pt x="1280" y="95477"/>
                  <a:pt x="2266" y="96536"/>
                  <a:pt x="3517" y="97007"/>
                </a:cubicBezTo>
                <a:lnTo>
                  <a:pt x="3547" y="96933"/>
                </a:lnTo>
                <a:cubicBezTo>
                  <a:pt x="1692" y="96212"/>
                  <a:pt x="662" y="94255"/>
                  <a:pt x="471" y="92254"/>
                </a:cubicBezTo>
                <a:lnTo>
                  <a:pt x="471" y="92254"/>
                </a:lnTo>
                <a:cubicBezTo>
                  <a:pt x="751" y="94240"/>
                  <a:pt x="1795" y="96153"/>
                  <a:pt x="3694" y="96963"/>
                </a:cubicBezTo>
                <a:lnTo>
                  <a:pt x="3738" y="96889"/>
                </a:lnTo>
                <a:cubicBezTo>
                  <a:pt x="1751" y="96050"/>
                  <a:pt x="692" y="93961"/>
                  <a:pt x="515" y="91871"/>
                </a:cubicBezTo>
                <a:lnTo>
                  <a:pt x="515" y="91871"/>
                </a:lnTo>
                <a:cubicBezTo>
                  <a:pt x="589" y="92474"/>
                  <a:pt x="751" y="93063"/>
                  <a:pt x="971" y="93637"/>
                </a:cubicBezTo>
                <a:cubicBezTo>
                  <a:pt x="1560" y="95138"/>
                  <a:pt x="2605" y="96301"/>
                  <a:pt x="3885" y="96904"/>
                </a:cubicBezTo>
                <a:lnTo>
                  <a:pt x="3915" y="96830"/>
                </a:lnTo>
                <a:cubicBezTo>
                  <a:pt x="2060" y="95977"/>
                  <a:pt x="809" y="93872"/>
                  <a:pt x="574" y="91606"/>
                </a:cubicBezTo>
                <a:lnTo>
                  <a:pt x="574" y="91606"/>
                </a:lnTo>
                <a:cubicBezTo>
                  <a:pt x="898" y="93843"/>
                  <a:pt x="2193" y="95903"/>
                  <a:pt x="4062" y="96860"/>
                </a:cubicBezTo>
                <a:lnTo>
                  <a:pt x="4106" y="96786"/>
                </a:lnTo>
                <a:cubicBezTo>
                  <a:pt x="2119" y="95771"/>
                  <a:pt x="809" y="93505"/>
                  <a:pt x="589" y="91120"/>
                </a:cubicBezTo>
                <a:lnTo>
                  <a:pt x="589" y="91120"/>
                </a:lnTo>
                <a:cubicBezTo>
                  <a:pt x="677" y="91827"/>
                  <a:pt x="883" y="92548"/>
                  <a:pt x="1163" y="93225"/>
                </a:cubicBezTo>
                <a:cubicBezTo>
                  <a:pt x="1825" y="94800"/>
                  <a:pt x="2899" y="96050"/>
                  <a:pt x="4224" y="96786"/>
                </a:cubicBezTo>
                <a:lnTo>
                  <a:pt x="4268" y="96713"/>
                </a:lnTo>
                <a:cubicBezTo>
                  <a:pt x="2281" y="95609"/>
                  <a:pt x="912" y="93328"/>
                  <a:pt x="648" y="90929"/>
                </a:cubicBezTo>
                <a:lnTo>
                  <a:pt x="648" y="90929"/>
                </a:lnTo>
                <a:cubicBezTo>
                  <a:pt x="1015" y="93298"/>
                  <a:pt x="2384" y="95535"/>
                  <a:pt x="4400" y="96727"/>
                </a:cubicBezTo>
                <a:lnTo>
                  <a:pt x="4430" y="96654"/>
                </a:lnTo>
                <a:cubicBezTo>
                  <a:pt x="2355" y="95418"/>
                  <a:pt x="957" y="93034"/>
                  <a:pt x="677" y="90561"/>
                </a:cubicBezTo>
                <a:lnTo>
                  <a:pt x="677" y="90561"/>
                </a:lnTo>
                <a:cubicBezTo>
                  <a:pt x="1060" y="93004"/>
                  <a:pt x="2487" y="95329"/>
                  <a:pt x="4577" y="96669"/>
                </a:cubicBezTo>
                <a:lnTo>
                  <a:pt x="4621" y="96595"/>
                </a:lnTo>
                <a:cubicBezTo>
                  <a:pt x="2443" y="95197"/>
                  <a:pt x="986" y="92739"/>
                  <a:pt x="721" y="90179"/>
                </a:cubicBezTo>
                <a:lnTo>
                  <a:pt x="721" y="90179"/>
                </a:lnTo>
                <a:cubicBezTo>
                  <a:pt x="839" y="91003"/>
                  <a:pt x="1089" y="91812"/>
                  <a:pt x="1457" y="92622"/>
                </a:cubicBezTo>
                <a:cubicBezTo>
                  <a:pt x="2193" y="94240"/>
                  <a:pt x="3370" y="95653"/>
                  <a:pt x="4768" y="96610"/>
                </a:cubicBezTo>
                <a:lnTo>
                  <a:pt x="4798" y="96536"/>
                </a:lnTo>
                <a:cubicBezTo>
                  <a:pt x="2575" y="95035"/>
                  <a:pt x="1089" y="92460"/>
                  <a:pt x="765" y="89870"/>
                </a:cubicBezTo>
                <a:lnTo>
                  <a:pt x="765" y="89870"/>
                </a:lnTo>
                <a:cubicBezTo>
                  <a:pt x="1177" y="92415"/>
                  <a:pt x="2708" y="94947"/>
                  <a:pt x="4930" y="96536"/>
                </a:cubicBezTo>
                <a:lnTo>
                  <a:pt x="4989" y="96463"/>
                </a:lnTo>
                <a:cubicBezTo>
                  <a:pt x="2708" y="94829"/>
                  <a:pt x="1177" y="92224"/>
                  <a:pt x="809" y="89605"/>
                </a:cubicBezTo>
                <a:lnTo>
                  <a:pt x="809" y="89605"/>
                </a:lnTo>
                <a:cubicBezTo>
                  <a:pt x="1251" y="92195"/>
                  <a:pt x="2796" y="94755"/>
                  <a:pt x="5092" y="96492"/>
                </a:cubicBezTo>
                <a:lnTo>
                  <a:pt x="5151" y="96433"/>
                </a:lnTo>
                <a:cubicBezTo>
                  <a:pt x="2811" y="94667"/>
                  <a:pt x="1266" y="92077"/>
                  <a:pt x="868" y="89458"/>
                </a:cubicBezTo>
                <a:lnTo>
                  <a:pt x="868" y="89443"/>
                </a:lnTo>
                <a:cubicBezTo>
                  <a:pt x="1030" y="90311"/>
                  <a:pt x="1324" y="91165"/>
                  <a:pt x="1722" y="92033"/>
                </a:cubicBezTo>
                <a:cubicBezTo>
                  <a:pt x="2531" y="93711"/>
                  <a:pt x="3782" y="95270"/>
                  <a:pt x="5254" y="96448"/>
                </a:cubicBezTo>
                <a:lnTo>
                  <a:pt x="5313" y="96389"/>
                </a:lnTo>
                <a:cubicBezTo>
                  <a:pt x="2943" y="94520"/>
                  <a:pt x="1383" y="91930"/>
                  <a:pt x="912" y="89310"/>
                </a:cubicBezTo>
                <a:cubicBezTo>
                  <a:pt x="912" y="89296"/>
                  <a:pt x="912" y="89296"/>
                  <a:pt x="942" y="89281"/>
                </a:cubicBezTo>
                <a:cubicBezTo>
                  <a:pt x="1118" y="90134"/>
                  <a:pt x="1413" y="91003"/>
                  <a:pt x="1840" y="91856"/>
                </a:cubicBezTo>
                <a:cubicBezTo>
                  <a:pt x="2664" y="93563"/>
                  <a:pt x="3915" y="95138"/>
                  <a:pt x="5460" y="96418"/>
                </a:cubicBezTo>
                <a:lnTo>
                  <a:pt x="5519" y="96359"/>
                </a:lnTo>
                <a:cubicBezTo>
                  <a:pt x="3149" y="94387"/>
                  <a:pt x="1531" y="91739"/>
                  <a:pt x="1015" y="89148"/>
                </a:cubicBezTo>
                <a:cubicBezTo>
                  <a:pt x="1015" y="89148"/>
                  <a:pt x="1015" y="89134"/>
                  <a:pt x="1030" y="89134"/>
                </a:cubicBezTo>
                <a:cubicBezTo>
                  <a:pt x="1236" y="89973"/>
                  <a:pt x="1531" y="90841"/>
                  <a:pt x="1943" y="91680"/>
                </a:cubicBezTo>
                <a:cubicBezTo>
                  <a:pt x="2796" y="93401"/>
                  <a:pt x="4076" y="95035"/>
                  <a:pt x="5651" y="96374"/>
                </a:cubicBezTo>
                <a:lnTo>
                  <a:pt x="5695" y="96315"/>
                </a:lnTo>
                <a:cubicBezTo>
                  <a:pt x="3709" y="94594"/>
                  <a:pt x="1722" y="91959"/>
                  <a:pt x="1089" y="89016"/>
                </a:cubicBezTo>
                <a:cubicBezTo>
                  <a:pt x="1089" y="89001"/>
                  <a:pt x="1104" y="89001"/>
                  <a:pt x="1104" y="88987"/>
                </a:cubicBezTo>
                <a:cubicBezTo>
                  <a:pt x="1310" y="89811"/>
                  <a:pt x="1619" y="90650"/>
                  <a:pt x="2060" y="91503"/>
                </a:cubicBezTo>
                <a:cubicBezTo>
                  <a:pt x="2929" y="93225"/>
                  <a:pt x="4224" y="94903"/>
                  <a:pt x="5828" y="96345"/>
                </a:cubicBezTo>
                <a:lnTo>
                  <a:pt x="5887" y="96286"/>
                </a:lnTo>
                <a:cubicBezTo>
                  <a:pt x="3414" y="94064"/>
                  <a:pt x="1781" y="91430"/>
                  <a:pt x="1177" y="88854"/>
                </a:cubicBezTo>
                <a:cubicBezTo>
                  <a:pt x="1177" y="88839"/>
                  <a:pt x="1192" y="88810"/>
                  <a:pt x="1192" y="88810"/>
                </a:cubicBezTo>
                <a:cubicBezTo>
                  <a:pt x="1869" y="91371"/>
                  <a:pt x="3532" y="93990"/>
                  <a:pt x="6019" y="96301"/>
                </a:cubicBezTo>
                <a:lnTo>
                  <a:pt x="6063" y="96242"/>
                </a:lnTo>
                <a:cubicBezTo>
                  <a:pt x="3561" y="93887"/>
                  <a:pt x="1913" y="91282"/>
                  <a:pt x="1251" y="88707"/>
                </a:cubicBezTo>
                <a:cubicBezTo>
                  <a:pt x="1251" y="88692"/>
                  <a:pt x="1266" y="88663"/>
                  <a:pt x="1266" y="88648"/>
                </a:cubicBezTo>
                <a:cubicBezTo>
                  <a:pt x="2207" y="91945"/>
                  <a:pt x="4577" y="94682"/>
                  <a:pt x="6181" y="96242"/>
                </a:cubicBezTo>
                <a:lnTo>
                  <a:pt x="6240" y="96198"/>
                </a:lnTo>
                <a:cubicBezTo>
                  <a:pt x="4621" y="94623"/>
                  <a:pt x="2222" y="91856"/>
                  <a:pt x="1324" y="88545"/>
                </a:cubicBezTo>
                <a:cubicBezTo>
                  <a:pt x="1324" y="88516"/>
                  <a:pt x="1339" y="88501"/>
                  <a:pt x="1339" y="88486"/>
                </a:cubicBezTo>
                <a:cubicBezTo>
                  <a:pt x="1575" y="89296"/>
                  <a:pt x="1913" y="90105"/>
                  <a:pt x="2355" y="90929"/>
                </a:cubicBezTo>
                <a:cubicBezTo>
                  <a:pt x="3267" y="92680"/>
                  <a:pt x="4621" y="94446"/>
                  <a:pt x="6358" y="96198"/>
                </a:cubicBezTo>
                <a:lnTo>
                  <a:pt x="6416" y="96139"/>
                </a:lnTo>
                <a:cubicBezTo>
                  <a:pt x="4474" y="94181"/>
                  <a:pt x="2310" y="91459"/>
                  <a:pt x="1413" y="88368"/>
                </a:cubicBezTo>
                <a:cubicBezTo>
                  <a:pt x="1413" y="88354"/>
                  <a:pt x="1428" y="88339"/>
                  <a:pt x="1428" y="88339"/>
                </a:cubicBezTo>
                <a:cubicBezTo>
                  <a:pt x="2222" y="90826"/>
                  <a:pt x="3900" y="93416"/>
                  <a:pt x="6549" y="96153"/>
                </a:cubicBezTo>
                <a:lnTo>
                  <a:pt x="6608" y="96095"/>
                </a:lnTo>
                <a:cubicBezTo>
                  <a:pt x="3959" y="93343"/>
                  <a:pt x="2266" y="90753"/>
                  <a:pt x="1486" y="88251"/>
                </a:cubicBezTo>
                <a:cubicBezTo>
                  <a:pt x="1501" y="88221"/>
                  <a:pt x="1501" y="88192"/>
                  <a:pt x="1531" y="88177"/>
                </a:cubicBezTo>
                <a:cubicBezTo>
                  <a:pt x="2575" y="91356"/>
                  <a:pt x="4856" y="94093"/>
                  <a:pt x="6711" y="96095"/>
                </a:cubicBezTo>
                <a:lnTo>
                  <a:pt x="6770" y="96050"/>
                </a:lnTo>
                <a:cubicBezTo>
                  <a:pt x="4886" y="94034"/>
                  <a:pt x="2590" y="91268"/>
                  <a:pt x="1575" y="88074"/>
                </a:cubicBezTo>
                <a:cubicBezTo>
                  <a:pt x="1604" y="88059"/>
                  <a:pt x="1604" y="88030"/>
                  <a:pt x="1619" y="88001"/>
                </a:cubicBezTo>
                <a:cubicBezTo>
                  <a:pt x="2678" y="91076"/>
                  <a:pt x="4871" y="93843"/>
                  <a:pt x="6902" y="96050"/>
                </a:cubicBezTo>
                <a:lnTo>
                  <a:pt x="6946" y="95992"/>
                </a:lnTo>
                <a:cubicBezTo>
                  <a:pt x="4930" y="93769"/>
                  <a:pt x="2723" y="90988"/>
                  <a:pt x="1678" y="87898"/>
                </a:cubicBezTo>
                <a:cubicBezTo>
                  <a:pt x="1692" y="87883"/>
                  <a:pt x="1692" y="87853"/>
                  <a:pt x="1707" y="87839"/>
                </a:cubicBezTo>
                <a:cubicBezTo>
                  <a:pt x="2752" y="90767"/>
                  <a:pt x="4856" y="93446"/>
                  <a:pt x="7079" y="95992"/>
                </a:cubicBezTo>
                <a:lnTo>
                  <a:pt x="7137" y="95933"/>
                </a:lnTo>
                <a:cubicBezTo>
                  <a:pt x="4915" y="93401"/>
                  <a:pt x="2796" y="90694"/>
                  <a:pt x="1766" y="87750"/>
                </a:cubicBezTo>
                <a:cubicBezTo>
                  <a:pt x="2458" y="86573"/>
                  <a:pt x="3326" y="85484"/>
                  <a:pt x="4179" y="84439"/>
                </a:cubicBezTo>
                <a:cubicBezTo>
                  <a:pt x="4503" y="84027"/>
                  <a:pt x="4842" y="83615"/>
                  <a:pt x="5151" y="83188"/>
                </a:cubicBezTo>
                <a:cubicBezTo>
                  <a:pt x="6107" y="81937"/>
                  <a:pt x="6828" y="80745"/>
                  <a:pt x="7285" y="79612"/>
                </a:cubicBezTo>
                <a:cubicBezTo>
                  <a:pt x="7358" y="79465"/>
                  <a:pt x="7417" y="79318"/>
                  <a:pt x="7491" y="79171"/>
                </a:cubicBezTo>
                <a:cubicBezTo>
                  <a:pt x="7579" y="78994"/>
                  <a:pt x="7667" y="78788"/>
                  <a:pt x="7756" y="78612"/>
                </a:cubicBezTo>
                <a:cubicBezTo>
                  <a:pt x="7814" y="78509"/>
                  <a:pt x="7859" y="78420"/>
                  <a:pt x="7903" y="78317"/>
                </a:cubicBezTo>
                <a:cubicBezTo>
                  <a:pt x="7962" y="78214"/>
                  <a:pt x="8020" y="78111"/>
                  <a:pt x="8079" y="78023"/>
                </a:cubicBezTo>
                <a:cubicBezTo>
                  <a:pt x="8182" y="77832"/>
                  <a:pt x="8271" y="77670"/>
                  <a:pt x="8374" y="77478"/>
                </a:cubicBezTo>
                <a:cubicBezTo>
                  <a:pt x="8447" y="77375"/>
                  <a:pt x="8491" y="77258"/>
                  <a:pt x="8565" y="77155"/>
                </a:cubicBezTo>
                <a:cubicBezTo>
                  <a:pt x="8668" y="77007"/>
                  <a:pt x="8756" y="76875"/>
                  <a:pt x="8845" y="76728"/>
                </a:cubicBezTo>
                <a:cubicBezTo>
                  <a:pt x="8918" y="76640"/>
                  <a:pt x="8977" y="76551"/>
                  <a:pt x="9051" y="76448"/>
                </a:cubicBezTo>
                <a:cubicBezTo>
                  <a:pt x="9154" y="76331"/>
                  <a:pt x="9257" y="76183"/>
                  <a:pt x="9345" y="76051"/>
                </a:cubicBezTo>
                <a:cubicBezTo>
                  <a:pt x="9433" y="75933"/>
                  <a:pt x="9522" y="75815"/>
                  <a:pt x="9625" y="75698"/>
                </a:cubicBezTo>
                <a:lnTo>
                  <a:pt x="9889" y="75374"/>
                </a:lnTo>
                <a:cubicBezTo>
                  <a:pt x="10007" y="75256"/>
                  <a:pt x="10096" y="75153"/>
                  <a:pt x="10184" y="75035"/>
                </a:cubicBezTo>
                <a:lnTo>
                  <a:pt x="10508" y="74726"/>
                </a:lnTo>
                <a:cubicBezTo>
                  <a:pt x="10611" y="74638"/>
                  <a:pt x="10728" y="74520"/>
                  <a:pt x="10817" y="74417"/>
                </a:cubicBezTo>
                <a:cubicBezTo>
                  <a:pt x="10920" y="74314"/>
                  <a:pt x="11052" y="74211"/>
                  <a:pt x="11170" y="74123"/>
                </a:cubicBezTo>
                <a:cubicBezTo>
                  <a:pt x="11288" y="74020"/>
                  <a:pt x="11405" y="73932"/>
                  <a:pt x="11508" y="73829"/>
                </a:cubicBezTo>
                <a:cubicBezTo>
                  <a:pt x="11641" y="73726"/>
                  <a:pt x="11758" y="73637"/>
                  <a:pt x="11861" y="73549"/>
                </a:cubicBezTo>
                <a:cubicBezTo>
                  <a:pt x="11994" y="73461"/>
                  <a:pt x="12097" y="73387"/>
                  <a:pt x="12229" y="73284"/>
                </a:cubicBezTo>
                <a:cubicBezTo>
                  <a:pt x="12362" y="73211"/>
                  <a:pt x="12494" y="73122"/>
                  <a:pt x="12612" y="73034"/>
                </a:cubicBezTo>
                <a:cubicBezTo>
                  <a:pt x="12744" y="72960"/>
                  <a:pt x="12892" y="72872"/>
                  <a:pt x="13024" y="72799"/>
                </a:cubicBezTo>
                <a:cubicBezTo>
                  <a:pt x="13112" y="72740"/>
                  <a:pt x="13201" y="72696"/>
                  <a:pt x="13304" y="72651"/>
                </a:cubicBezTo>
                <a:cubicBezTo>
                  <a:pt x="16100" y="71047"/>
                  <a:pt x="17910" y="67898"/>
                  <a:pt x="17939" y="64675"/>
                </a:cubicBezTo>
                <a:cubicBezTo>
                  <a:pt x="17939" y="62894"/>
                  <a:pt x="17424" y="61143"/>
                  <a:pt x="16924" y="59480"/>
                </a:cubicBezTo>
                <a:cubicBezTo>
                  <a:pt x="16482" y="57964"/>
                  <a:pt x="16026" y="56405"/>
                  <a:pt x="15953" y="54845"/>
                </a:cubicBezTo>
                <a:cubicBezTo>
                  <a:pt x="16836" y="54668"/>
                  <a:pt x="17689" y="54565"/>
                  <a:pt x="18499" y="54477"/>
                </a:cubicBezTo>
                <a:cubicBezTo>
                  <a:pt x="21324" y="54123"/>
                  <a:pt x="23752" y="53829"/>
                  <a:pt x="25327" y="51725"/>
                </a:cubicBezTo>
                <a:cubicBezTo>
                  <a:pt x="26210" y="50577"/>
                  <a:pt x="26813" y="49414"/>
                  <a:pt x="27167" y="48237"/>
                </a:cubicBezTo>
                <a:cubicBezTo>
                  <a:pt x="27167" y="48193"/>
                  <a:pt x="27167" y="48178"/>
                  <a:pt x="27181" y="48163"/>
                </a:cubicBezTo>
                <a:cubicBezTo>
                  <a:pt x="27211" y="48105"/>
                  <a:pt x="27225" y="48031"/>
                  <a:pt x="27240" y="47972"/>
                </a:cubicBezTo>
                <a:cubicBezTo>
                  <a:pt x="27240" y="47957"/>
                  <a:pt x="27255" y="47957"/>
                  <a:pt x="27255" y="47943"/>
                </a:cubicBezTo>
                <a:cubicBezTo>
                  <a:pt x="27314" y="47737"/>
                  <a:pt x="27358" y="47516"/>
                  <a:pt x="27387" y="47310"/>
                </a:cubicBezTo>
                <a:cubicBezTo>
                  <a:pt x="27432" y="47045"/>
                  <a:pt x="27432" y="46780"/>
                  <a:pt x="27432" y="46500"/>
                </a:cubicBezTo>
                <a:lnTo>
                  <a:pt x="27432" y="46486"/>
                </a:lnTo>
                <a:cubicBezTo>
                  <a:pt x="27402" y="46839"/>
                  <a:pt x="27358" y="47207"/>
                  <a:pt x="27255" y="47575"/>
                </a:cubicBezTo>
                <a:lnTo>
                  <a:pt x="27255" y="47428"/>
                </a:lnTo>
                <a:cubicBezTo>
                  <a:pt x="27255" y="47369"/>
                  <a:pt x="27255" y="47310"/>
                  <a:pt x="27284" y="47266"/>
                </a:cubicBezTo>
                <a:cubicBezTo>
                  <a:pt x="27358" y="46986"/>
                  <a:pt x="27387" y="46721"/>
                  <a:pt x="27432" y="46471"/>
                </a:cubicBezTo>
                <a:cubicBezTo>
                  <a:pt x="27432" y="46118"/>
                  <a:pt x="27446" y="45765"/>
                  <a:pt x="27446" y="45426"/>
                </a:cubicBezTo>
                <a:cubicBezTo>
                  <a:pt x="27446" y="45102"/>
                  <a:pt x="27387" y="44852"/>
                  <a:pt x="27402" y="44558"/>
                </a:cubicBezTo>
                <a:cubicBezTo>
                  <a:pt x="27402" y="44543"/>
                  <a:pt x="27402" y="44543"/>
                  <a:pt x="27387" y="44514"/>
                </a:cubicBezTo>
                <a:cubicBezTo>
                  <a:pt x="27387" y="44411"/>
                  <a:pt x="27387" y="44293"/>
                  <a:pt x="27402" y="44190"/>
                </a:cubicBezTo>
                <a:cubicBezTo>
                  <a:pt x="27432" y="43925"/>
                  <a:pt x="27446" y="43660"/>
                  <a:pt x="27446" y="43395"/>
                </a:cubicBezTo>
                <a:cubicBezTo>
                  <a:pt x="27461" y="43116"/>
                  <a:pt x="27476" y="42851"/>
                  <a:pt x="27476" y="42571"/>
                </a:cubicBezTo>
                <a:cubicBezTo>
                  <a:pt x="27505" y="42336"/>
                  <a:pt x="27520" y="42071"/>
                  <a:pt x="27520" y="41835"/>
                </a:cubicBezTo>
                <a:cubicBezTo>
                  <a:pt x="27549" y="41526"/>
                  <a:pt x="27579" y="41232"/>
                  <a:pt x="27579" y="40938"/>
                </a:cubicBezTo>
                <a:cubicBezTo>
                  <a:pt x="27593" y="40673"/>
                  <a:pt x="27608" y="40437"/>
                  <a:pt x="27623" y="40172"/>
                </a:cubicBezTo>
                <a:cubicBezTo>
                  <a:pt x="27667" y="39863"/>
                  <a:pt x="27682" y="39569"/>
                  <a:pt x="27696" y="39275"/>
                </a:cubicBezTo>
                <a:cubicBezTo>
                  <a:pt x="27726" y="39039"/>
                  <a:pt x="27755" y="38804"/>
                  <a:pt x="27755" y="38554"/>
                </a:cubicBezTo>
                <a:cubicBezTo>
                  <a:pt x="27799" y="38259"/>
                  <a:pt x="27829" y="37950"/>
                  <a:pt x="27844" y="37641"/>
                </a:cubicBezTo>
                <a:cubicBezTo>
                  <a:pt x="27888" y="37362"/>
                  <a:pt x="27917" y="37067"/>
                  <a:pt x="27947" y="36788"/>
                </a:cubicBezTo>
                <a:cubicBezTo>
                  <a:pt x="27991" y="36523"/>
                  <a:pt x="28035" y="36243"/>
                  <a:pt x="28050" y="35963"/>
                </a:cubicBezTo>
                <a:cubicBezTo>
                  <a:pt x="28108" y="35684"/>
                  <a:pt x="28138" y="35419"/>
                  <a:pt x="28182" y="35139"/>
                </a:cubicBezTo>
                <a:lnTo>
                  <a:pt x="28344" y="34315"/>
                </a:lnTo>
                <a:cubicBezTo>
                  <a:pt x="28418" y="34036"/>
                  <a:pt x="28476" y="33771"/>
                  <a:pt x="28535" y="33506"/>
                </a:cubicBezTo>
                <a:cubicBezTo>
                  <a:pt x="28609" y="33241"/>
                  <a:pt x="28682" y="32991"/>
                  <a:pt x="28727" y="32726"/>
                </a:cubicBezTo>
                <a:cubicBezTo>
                  <a:pt x="28844" y="32402"/>
                  <a:pt x="28947" y="32049"/>
                  <a:pt x="29021" y="31710"/>
                </a:cubicBezTo>
                <a:cubicBezTo>
                  <a:pt x="29315" y="30342"/>
                  <a:pt x="29359" y="28944"/>
                  <a:pt x="29124" y="27708"/>
                </a:cubicBezTo>
                <a:cubicBezTo>
                  <a:pt x="28844" y="26310"/>
                  <a:pt x="28241" y="25118"/>
                  <a:pt x="27314" y="24205"/>
                </a:cubicBezTo>
                <a:cubicBezTo>
                  <a:pt x="26019" y="22940"/>
                  <a:pt x="24223" y="22410"/>
                  <a:pt x="22502" y="21895"/>
                </a:cubicBezTo>
                <a:cubicBezTo>
                  <a:pt x="21133" y="21483"/>
                  <a:pt x="19735" y="21071"/>
                  <a:pt x="18557" y="20291"/>
                </a:cubicBezTo>
                <a:cubicBezTo>
                  <a:pt x="18837" y="19834"/>
                  <a:pt x="19073" y="19349"/>
                  <a:pt x="19279" y="18863"/>
                </a:cubicBezTo>
                <a:cubicBezTo>
                  <a:pt x="20559" y="15802"/>
                  <a:pt x="20147" y="12094"/>
                  <a:pt x="18204" y="9400"/>
                </a:cubicBezTo>
                <a:cubicBezTo>
                  <a:pt x="18175" y="9371"/>
                  <a:pt x="18131" y="9312"/>
                  <a:pt x="18116" y="9268"/>
                </a:cubicBezTo>
                <a:cubicBezTo>
                  <a:pt x="18087" y="9239"/>
                  <a:pt x="18072" y="9180"/>
                  <a:pt x="18028" y="9150"/>
                </a:cubicBezTo>
                <a:lnTo>
                  <a:pt x="17925" y="8974"/>
                </a:lnTo>
                <a:cubicBezTo>
                  <a:pt x="17895" y="8944"/>
                  <a:pt x="17881" y="8900"/>
                  <a:pt x="17836" y="8885"/>
                </a:cubicBezTo>
                <a:cubicBezTo>
                  <a:pt x="17792" y="8812"/>
                  <a:pt x="17733" y="8723"/>
                  <a:pt x="17675" y="8650"/>
                </a:cubicBezTo>
                <a:cubicBezTo>
                  <a:pt x="17675" y="8650"/>
                  <a:pt x="17675" y="8635"/>
                  <a:pt x="17660" y="8635"/>
                </a:cubicBezTo>
                <a:cubicBezTo>
                  <a:pt x="17586" y="8517"/>
                  <a:pt x="17513" y="8429"/>
                  <a:pt x="17439" y="8311"/>
                </a:cubicBezTo>
                <a:cubicBezTo>
                  <a:pt x="17365" y="8223"/>
                  <a:pt x="17307" y="8120"/>
                  <a:pt x="17233" y="8017"/>
                </a:cubicBezTo>
                <a:cubicBezTo>
                  <a:pt x="17159" y="7914"/>
                  <a:pt x="17086" y="7796"/>
                  <a:pt x="16998" y="7693"/>
                </a:cubicBezTo>
                <a:cubicBezTo>
                  <a:pt x="16939" y="7605"/>
                  <a:pt x="16865" y="7502"/>
                  <a:pt x="16792" y="7414"/>
                </a:cubicBezTo>
                <a:cubicBezTo>
                  <a:pt x="16718" y="7311"/>
                  <a:pt x="16644" y="7193"/>
                  <a:pt x="16571" y="7105"/>
                </a:cubicBezTo>
                <a:cubicBezTo>
                  <a:pt x="16497" y="7016"/>
                  <a:pt x="16453" y="6899"/>
                  <a:pt x="16379" y="6810"/>
                </a:cubicBezTo>
                <a:lnTo>
                  <a:pt x="16159" y="6472"/>
                </a:lnTo>
                <a:cubicBezTo>
                  <a:pt x="16085" y="6369"/>
                  <a:pt x="16012" y="6281"/>
                  <a:pt x="15938" y="6163"/>
                </a:cubicBezTo>
                <a:cubicBezTo>
                  <a:pt x="15864" y="6060"/>
                  <a:pt x="15806" y="5957"/>
                  <a:pt x="15732" y="5869"/>
                </a:cubicBezTo>
                <a:cubicBezTo>
                  <a:pt x="15673" y="5780"/>
                  <a:pt x="15599" y="5692"/>
                  <a:pt x="15526" y="5574"/>
                </a:cubicBezTo>
                <a:cubicBezTo>
                  <a:pt x="15452" y="5471"/>
                  <a:pt x="15379" y="5339"/>
                  <a:pt x="15290" y="5221"/>
                </a:cubicBezTo>
                <a:cubicBezTo>
                  <a:pt x="15217" y="5118"/>
                  <a:pt x="15158" y="5030"/>
                  <a:pt x="15084" y="4927"/>
                </a:cubicBezTo>
                <a:cubicBezTo>
                  <a:pt x="15026" y="4838"/>
                  <a:pt x="14952" y="4735"/>
                  <a:pt x="14878" y="4632"/>
                </a:cubicBezTo>
                <a:cubicBezTo>
                  <a:pt x="14805" y="4529"/>
                  <a:pt x="14761" y="4441"/>
                  <a:pt x="14687" y="4323"/>
                </a:cubicBezTo>
                <a:cubicBezTo>
                  <a:pt x="14613" y="4191"/>
                  <a:pt x="14510" y="4073"/>
                  <a:pt x="14437" y="3955"/>
                </a:cubicBezTo>
                <a:cubicBezTo>
                  <a:pt x="14393" y="3867"/>
                  <a:pt x="14334" y="3794"/>
                  <a:pt x="14275" y="3705"/>
                </a:cubicBezTo>
                <a:lnTo>
                  <a:pt x="14113" y="3426"/>
                </a:lnTo>
                <a:cubicBezTo>
                  <a:pt x="14040" y="3308"/>
                  <a:pt x="13966" y="3190"/>
                  <a:pt x="13892" y="3072"/>
                </a:cubicBezTo>
                <a:cubicBezTo>
                  <a:pt x="12872" y="1341"/>
                  <a:pt x="11030" y="1"/>
                  <a:pt x="9151" y="1"/>
                </a:cubicBezTo>
                <a:close/>
              </a:path>
            </a:pathLst>
          </a:custGeom>
          <a:gradFill>
            <a:gsLst>
              <a:gs pos="0">
                <a:schemeClr val="accent1"/>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1"/>
          <p:cNvSpPr/>
          <p:nvPr/>
        </p:nvSpPr>
        <p:spPr>
          <a:xfrm flipH="1" rot="-8100000">
            <a:off x="7311201" y="995584"/>
            <a:ext cx="1677747" cy="5504502"/>
          </a:xfrm>
          <a:custGeom>
            <a:rect b="b" l="l" r="r" t="t"/>
            <a:pathLst>
              <a:path extrusionOk="0" h="97052" w="29581">
                <a:moveTo>
                  <a:pt x="14658" y="4824"/>
                </a:moveTo>
                <a:cubicBezTo>
                  <a:pt x="14687" y="4838"/>
                  <a:pt x="14687" y="4853"/>
                  <a:pt x="14702" y="4883"/>
                </a:cubicBezTo>
                <a:lnTo>
                  <a:pt x="14702" y="4897"/>
                </a:lnTo>
                <a:cubicBezTo>
                  <a:pt x="14687" y="4883"/>
                  <a:pt x="14658" y="4883"/>
                  <a:pt x="14658" y="4853"/>
                </a:cubicBezTo>
                <a:lnTo>
                  <a:pt x="14658" y="4824"/>
                </a:lnTo>
                <a:close/>
                <a:moveTo>
                  <a:pt x="14716" y="5015"/>
                </a:moveTo>
                <a:lnTo>
                  <a:pt x="14775" y="5074"/>
                </a:lnTo>
                <a:cubicBezTo>
                  <a:pt x="14761" y="5059"/>
                  <a:pt x="14731" y="5044"/>
                  <a:pt x="14716" y="5044"/>
                </a:cubicBezTo>
                <a:lnTo>
                  <a:pt x="14716" y="5015"/>
                </a:lnTo>
                <a:close/>
                <a:moveTo>
                  <a:pt x="14761" y="5147"/>
                </a:moveTo>
                <a:lnTo>
                  <a:pt x="14805" y="5206"/>
                </a:lnTo>
                <a:lnTo>
                  <a:pt x="14805" y="5250"/>
                </a:lnTo>
                <a:lnTo>
                  <a:pt x="14761" y="5192"/>
                </a:lnTo>
                <a:lnTo>
                  <a:pt x="14761" y="5147"/>
                </a:lnTo>
                <a:close/>
                <a:moveTo>
                  <a:pt x="14923" y="5309"/>
                </a:moveTo>
                <a:cubicBezTo>
                  <a:pt x="14937" y="5324"/>
                  <a:pt x="14952" y="5339"/>
                  <a:pt x="14981" y="5353"/>
                </a:cubicBezTo>
                <a:lnTo>
                  <a:pt x="14981" y="5368"/>
                </a:lnTo>
                <a:cubicBezTo>
                  <a:pt x="14952" y="5353"/>
                  <a:pt x="14937" y="5353"/>
                  <a:pt x="14923" y="5339"/>
                </a:cubicBezTo>
                <a:lnTo>
                  <a:pt x="14923" y="5309"/>
                </a:lnTo>
                <a:close/>
                <a:moveTo>
                  <a:pt x="14789" y="5352"/>
                </a:moveTo>
                <a:cubicBezTo>
                  <a:pt x="14801" y="5364"/>
                  <a:pt x="14818" y="5377"/>
                  <a:pt x="14849" y="5398"/>
                </a:cubicBezTo>
                <a:cubicBezTo>
                  <a:pt x="14864" y="5412"/>
                  <a:pt x="14864" y="5427"/>
                  <a:pt x="14864" y="5427"/>
                </a:cubicBezTo>
                <a:cubicBezTo>
                  <a:pt x="14849" y="5412"/>
                  <a:pt x="14834" y="5398"/>
                  <a:pt x="14790" y="5368"/>
                </a:cubicBezTo>
                <a:cubicBezTo>
                  <a:pt x="14790" y="5363"/>
                  <a:pt x="14790" y="5357"/>
                  <a:pt x="14789" y="5352"/>
                </a:cubicBezTo>
                <a:close/>
                <a:moveTo>
                  <a:pt x="14981" y="5486"/>
                </a:moveTo>
                <a:lnTo>
                  <a:pt x="15026" y="5530"/>
                </a:lnTo>
                <a:lnTo>
                  <a:pt x="15026" y="5559"/>
                </a:lnTo>
                <a:cubicBezTo>
                  <a:pt x="15011" y="5545"/>
                  <a:pt x="14996" y="5515"/>
                  <a:pt x="14981" y="5515"/>
                </a:cubicBezTo>
                <a:lnTo>
                  <a:pt x="14981" y="5486"/>
                </a:lnTo>
                <a:close/>
                <a:moveTo>
                  <a:pt x="14848" y="5535"/>
                </a:moveTo>
                <a:cubicBezTo>
                  <a:pt x="14863" y="5552"/>
                  <a:pt x="14886" y="5563"/>
                  <a:pt x="14908" y="5574"/>
                </a:cubicBezTo>
                <a:cubicBezTo>
                  <a:pt x="14893" y="5574"/>
                  <a:pt x="14923" y="5589"/>
                  <a:pt x="14923" y="5618"/>
                </a:cubicBezTo>
                <a:cubicBezTo>
                  <a:pt x="14908" y="5589"/>
                  <a:pt x="14864" y="5574"/>
                  <a:pt x="14849" y="5559"/>
                </a:cubicBezTo>
                <a:cubicBezTo>
                  <a:pt x="14849" y="5553"/>
                  <a:pt x="14849" y="5543"/>
                  <a:pt x="14848" y="5535"/>
                </a:cubicBezTo>
                <a:close/>
                <a:moveTo>
                  <a:pt x="15143" y="5633"/>
                </a:moveTo>
                <a:cubicBezTo>
                  <a:pt x="15158" y="5648"/>
                  <a:pt x="15173" y="5662"/>
                  <a:pt x="15202" y="5662"/>
                </a:cubicBezTo>
                <a:lnTo>
                  <a:pt x="15202" y="5692"/>
                </a:lnTo>
                <a:cubicBezTo>
                  <a:pt x="15173" y="5662"/>
                  <a:pt x="15158" y="5662"/>
                  <a:pt x="15143" y="5648"/>
                </a:cubicBezTo>
                <a:lnTo>
                  <a:pt x="15143" y="5633"/>
                </a:lnTo>
                <a:close/>
                <a:moveTo>
                  <a:pt x="15008" y="5661"/>
                </a:moveTo>
                <a:cubicBezTo>
                  <a:pt x="15020" y="5676"/>
                  <a:pt x="15037" y="5696"/>
                  <a:pt x="15070" y="5707"/>
                </a:cubicBezTo>
                <a:cubicBezTo>
                  <a:pt x="15084" y="5707"/>
                  <a:pt x="15084" y="5721"/>
                  <a:pt x="15084" y="5736"/>
                </a:cubicBezTo>
                <a:cubicBezTo>
                  <a:pt x="15070" y="5721"/>
                  <a:pt x="15040" y="5707"/>
                  <a:pt x="15011" y="5692"/>
                </a:cubicBezTo>
                <a:cubicBezTo>
                  <a:pt x="15011" y="5674"/>
                  <a:pt x="15011" y="5667"/>
                  <a:pt x="15008" y="5661"/>
                </a:cubicBezTo>
                <a:close/>
                <a:moveTo>
                  <a:pt x="14864" y="5663"/>
                </a:moveTo>
                <a:cubicBezTo>
                  <a:pt x="14878" y="5692"/>
                  <a:pt x="14923" y="5707"/>
                  <a:pt x="14937" y="5721"/>
                </a:cubicBezTo>
                <a:cubicBezTo>
                  <a:pt x="14952" y="5736"/>
                  <a:pt x="14952" y="5766"/>
                  <a:pt x="14952" y="5780"/>
                </a:cubicBezTo>
                <a:cubicBezTo>
                  <a:pt x="14937" y="5766"/>
                  <a:pt x="14908" y="5736"/>
                  <a:pt x="14878" y="5721"/>
                </a:cubicBezTo>
                <a:cubicBezTo>
                  <a:pt x="14878" y="5707"/>
                  <a:pt x="14878" y="5692"/>
                  <a:pt x="14864" y="5663"/>
                </a:cubicBezTo>
                <a:close/>
                <a:moveTo>
                  <a:pt x="15202" y="5810"/>
                </a:moveTo>
                <a:lnTo>
                  <a:pt x="15246" y="5869"/>
                </a:lnTo>
                <a:cubicBezTo>
                  <a:pt x="15232" y="5854"/>
                  <a:pt x="15217" y="5839"/>
                  <a:pt x="15202" y="5839"/>
                </a:cubicBezTo>
                <a:lnTo>
                  <a:pt x="15202" y="5810"/>
                </a:lnTo>
                <a:close/>
                <a:moveTo>
                  <a:pt x="15055" y="5795"/>
                </a:moveTo>
                <a:cubicBezTo>
                  <a:pt x="15070" y="5810"/>
                  <a:pt x="15099" y="5839"/>
                  <a:pt x="15129" y="5854"/>
                </a:cubicBezTo>
                <a:cubicBezTo>
                  <a:pt x="15129" y="5883"/>
                  <a:pt x="15129" y="5883"/>
                  <a:pt x="15143" y="5913"/>
                </a:cubicBezTo>
                <a:cubicBezTo>
                  <a:pt x="15129" y="5883"/>
                  <a:pt x="15084" y="5869"/>
                  <a:pt x="15070" y="5854"/>
                </a:cubicBezTo>
                <a:cubicBezTo>
                  <a:pt x="15070" y="5839"/>
                  <a:pt x="15070" y="5810"/>
                  <a:pt x="15055" y="5795"/>
                </a:cubicBezTo>
                <a:close/>
                <a:moveTo>
                  <a:pt x="14893" y="5854"/>
                </a:moveTo>
                <a:cubicBezTo>
                  <a:pt x="14937" y="5869"/>
                  <a:pt x="14952" y="5883"/>
                  <a:pt x="14996" y="5913"/>
                </a:cubicBezTo>
                <a:lnTo>
                  <a:pt x="14996" y="5942"/>
                </a:lnTo>
                <a:cubicBezTo>
                  <a:pt x="14952" y="5927"/>
                  <a:pt x="14937" y="5913"/>
                  <a:pt x="14893" y="5883"/>
                </a:cubicBezTo>
                <a:lnTo>
                  <a:pt x="14893" y="5854"/>
                </a:lnTo>
                <a:close/>
                <a:moveTo>
                  <a:pt x="15231" y="5958"/>
                </a:moveTo>
                <a:cubicBezTo>
                  <a:pt x="15243" y="5973"/>
                  <a:pt x="15259" y="5991"/>
                  <a:pt x="15290" y="6001"/>
                </a:cubicBezTo>
                <a:cubicBezTo>
                  <a:pt x="15290" y="6016"/>
                  <a:pt x="15305" y="6030"/>
                  <a:pt x="15305" y="6030"/>
                </a:cubicBezTo>
                <a:cubicBezTo>
                  <a:pt x="15290" y="6016"/>
                  <a:pt x="15261" y="6001"/>
                  <a:pt x="15232" y="5986"/>
                </a:cubicBezTo>
                <a:cubicBezTo>
                  <a:pt x="15232" y="5975"/>
                  <a:pt x="15232" y="5965"/>
                  <a:pt x="15231" y="5958"/>
                </a:cubicBezTo>
                <a:close/>
                <a:moveTo>
                  <a:pt x="15099" y="5986"/>
                </a:moveTo>
                <a:cubicBezTo>
                  <a:pt x="15114" y="6001"/>
                  <a:pt x="15158" y="6016"/>
                  <a:pt x="15173" y="6030"/>
                </a:cubicBezTo>
                <a:lnTo>
                  <a:pt x="15173" y="6075"/>
                </a:lnTo>
                <a:cubicBezTo>
                  <a:pt x="15158" y="6060"/>
                  <a:pt x="15129" y="6030"/>
                  <a:pt x="15099" y="6016"/>
                </a:cubicBezTo>
                <a:lnTo>
                  <a:pt x="15099" y="5986"/>
                </a:lnTo>
                <a:close/>
                <a:moveTo>
                  <a:pt x="14937" y="6001"/>
                </a:moveTo>
                <a:lnTo>
                  <a:pt x="14937" y="6001"/>
                </a:lnTo>
                <a:cubicBezTo>
                  <a:pt x="14981" y="6016"/>
                  <a:pt x="14996" y="6030"/>
                  <a:pt x="15026" y="6075"/>
                </a:cubicBezTo>
                <a:cubicBezTo>
                  <a:pt x="15026" y="6089"/>
                  <a:pt x="15040" y="6133"/>
                  <a:pt x="15040" y="6148"/>
                </a:cubicBezTo>
                <a:cubicBezTo>
                  <a:pt x="15011" y="6133"/>
                  <a:pt x="14996" y="6104"/>
                  <a:pt x="14952" y="6089"/>
                </a:cubicBezTo>
                <a:cubicBezTo>
                  <a:pt x="14937" y="6045"/>
                  <a:pt x="14937" y="6030"/>
                  <a:pt x="14937" y="6001"/>
                </a:cubicBezTo>
                <a:close/>
                <a:moveTo>
                  <a:pt x="15408" y="6104"/>
                </a:moveTo>
                <a:lnTo>
                  <a:pt x="15452" y="6148"/>
                </a:lnTo>
                <a:cubicBezTo>
                  <a:pt x="15452" y="6163"/>
                  <a:pt x="15452" y="6163"/>
                  <a:pt x="15467" y="6178"/>
                </a:cubicBezTo>
                <a:cubicBezTo>
                  <a:pt x="15452" y="6163"/>
                  <a:pt x="15438" y="6148"/>
                  <a:pt x="15408" y="6148"/>
                </a:cubicBezTo>
                <a:lnTo>
                  <a:pt x="15408" y="6104"/>
                </a:lnTo>
                <a:close/>
                <a:moveTo>
                  <a:pt x="15261" y="6104"/>
                </a:moveTo>
                <a:cubicBezTo>
                  <a:pt x="15290" y="6133"/>
                  <a:pt x="15320" y="6148"/>
                  <a:pt x="15349" y="6163"/>
                </a:cubicBezTo>
                <a:lnTo>
                  <a:pt x="15349" y="6207"/>
                </a:lnTo>
                <a:cubicBezTo>
                  <a:pt x="15320" y="6178"/>
                  <a:pt x="15290" y="6163"/>
                  <a:pt x="15261" y="6148"/>
                </a:cubicBezTo>
                <a:lnTo>
                  <a:pt x="15261" y="6104"/>
                </a:lnTo>
                <a:close/>
                <a:moveTo>
                  <a:pt x="15099" y="6148"/>
                </a:moveTo>
                <a:cubicBezTo>
                  <a:pt x="15143" y="6163"/>
                  <a:pt x="15158" y="6178"/>
                  <a:pt x="15202" y="6192"/>
                </a:cubicBezTo>
                <a:cubicBezTo>
                  <a:pt x="15217" y="6222"/>
                  <a:pt x="15217" y="6236"/>
                  <a:pt x="15217" y="6281"/>
                </a:cubicBezTo>
                <a:cubicBezTo>
                  <a:pt x="15173" y="6251"/>
                  <a:pt x="15158" y="6236"/>
                  <a:pt x="15129" y="6222"/>
                </a:cubicBezTo>
                <a:cubicBezTo>
                  <a:pt x="15129" y="6207"/>
                  <a:pt x="15129" y="6163"/>
                  <a:pt x="15099" y="6148"/>
                </a:cubicBezTo>
                <a:close/>
                <a:moveTo>
                  <a:pt x="15585" y="6236"/>
                </a:moveTo>
                <a:cubicBezTo>
                  <a:pt x="15585" y="6251"/>
                  <a:pt x="15599" y="6251"/>
                  <a:pt x="15614" y="6281"/>
                </a:cubicBezTo>
                <a:lnTo>
                  <a:pt x="15614" y="6295"/>
                </a:lnTo>
                <a:cubicBezTo>
                  <a:pt x="15599" y="6281"/>
                  <a:pt x="15585" y="6281"/>
                  <a:pt x="15585" y="6251"/>
                </a:cubicBezTo>
                <a:lnTo>
                  <a:pt x="15585" y="6236"/>
                </a:lnTo>
                <a:close/>
                <a:moveTo>
                  <a:pt x="14952" y="6178"/>
                </a:moveTo>
                <a:lnTo>
                  <a:pt x="14952" y="6178"/>
                </a:lnTo>
                <a:cubicBezTo>
                  <a:pt x="14996" y="6192"/>
                  <a:pt x="15026" y="6222"/>
                  <a:pt x="15055" y="6251"/>
                </a:cubicBezTo>
                <a:cubicBezTo>
                  <a:pt x="15055" y="6281"/>
                  <a:pt x="15070" y="6310"/>
                  <a:pt x="15070" y="6325"/>
                </a:cubicBezTo>
                <a:cubicBezTo>
                  <a:pt x="15026" y="6310"/>
                  <a:pt x="14996" y="6295"/>
                  <a:pt x="14981" y="6251"/>
                </a:cubicBezTo>
                <a:cubicBezTo>
                  <a:pt x="14981" y="6236"/>
                  <a:pt x="14981" y="6222"/>
                  <a:pt x="14952" y="6178"/>
                </a:cubicBezTo>
                <a:close/>
                <a:moveTo>
                  <a:pt x="15452" y="6251"/>
                </a:moveTo>
                <a:cubicBezTo>
                  <a:pt x="15467" y="6281"/>
                  <a:pt x="15496" y="6295"/>
                  <a:pt x="15511" y="6325"/>
                </a:cubicBezTo>
                <a:lnTo>
                  <a:pt x="15452" y="6281"/>
                </a:lnTo>
                <a:lnTo>
                  <a:pt x="15452" y="6251"/>
                </a:lnTo>
                <a:close/>
                <a:moveTo>
                  <a:pt x="15305" y="6281"/>
                </a:moveTo>
                <a:cubicBezTo>
                  <a:pt x="15320" y="6295"/>
                  <a:pt x="15364" y="6310"/>
                  <a:pt x="15379" y="6325"/>
                </a:cubicBezTo>
                <a:cubicBezTo>
                  <a:pt x="15379" y="6354"/>
                  <a:pt x="15393" y="6369"/>
                  <a:pt x="15393" y="6384"/>
                </a:cubicBezTo>
                <a:cubicBezTo>
                  <a:pt x="15379" y="6369"/>
                  <a:pt x="15349" y="6354"/>
                  <a:pt x="15320" y="6325"/>
                </a:cubicBezTo>
                <a:cubicBezTo>
                  <a:pt x="15320" y="6310"/>
                  <a:pt x="15320" y="6295"/>
                  <a:pt x="15305" y="6281"/>
                </a:cubicBezTo>
                <a:close/>
                <a:moveTo>
                  <a:pt x="15158" y="6310"/>
                </a:moveTo>
                <a:lnTo>
                  <a:pt x="15158" y="6310"/>
                </a:lnTo>
                <a:cubicBezTo>
                  <a:pt x="15202" y="6325"/>
                  <a:pt x="15217" y="6354"/>
                  <a:pt x="15246" y="6369"/>
                </a:cubicBezTo>
                <a:cubicBezTo>
                  <a:pt x="15246" y="6384"/>
                  <a:pt x="15261" y="6413"/>
                  <a:pt x="15261" y="6442"/>
                </a:cubicBezTo>
                <a:cubicBezTo>
                  <a:pt x="15232" y="6428"/>
                  <a:pt x="15217" y="6398"/>
                  <a:pt x="15173" y="6384"/>
                </a:cubicBezTo>
                <a:cubicBezTo>
                  <a:pt x="15158" y="6369"/>
                  <a:pt x="15158" y="6354"/>
                  <a:pt x="15158" y="6310"/>
                </a:cubicBezTo>
                <a:close/>
                <a:moveTo>
                  <a:pt x="14996" y="6369"/>
                </a:moveTo>
                <a:cubicBezTo>
                  <a:pt x="15026" y="6384"/>
                  <a:pt x="15070" y="6398"/>
                  <a:pt x="15099" y="6442"/>
                </a:cubicBezTo>
                <a:cubicBezTo>
                  <a:pt x="15099" y="6457"/>
                  <a:pt x="15099" y="6472"/>
                  <a:pt x="15114" y="6501"/>
                </a:cubicBezTo>
                <a:cubicBezTo>
                  <a:pt x="15084" y="6472"/>
                  <a:pt x="15040" y="6457"/>
                  <a:pt x="15011" y="6413"/>
                </a:cubicBezTo>
                <a:cubicBezTo>
                  <a:pt x="14996" y="6398"/>
                  <a:pt x="14996" y="6384"/>
                  <a:pt x="14996" y="6369"/>
                </a:cubicBezTo>
                <a:close/>
                <a:moveTo>
                  <a:pt x="15467" y="6398"/>
                </a:moveTo>
                <a:cubicBezTo>
                  <a:pt x="15496" y="6413"/>
                  <a:pt x="15511" y="6442"/>
                  <a:pt x="15541" y="6457"/>
                </a:cubicBezTo>
                <a:cubicBezTo>
                  <a:pt x="15570" y="6472"/>
                  <a:pt x="15570" y="6501"/>
                  <a:pt x="15570" y="6516"/>
                </a:cubicBezTo>
                <a:cubicBezTo>
                  <a:pt x="15541" y="6501"/>
                  <a:pt x="15511" y="6472"/>
                  <a:pt x="15496" y="6457"/>
                </a:cubicBezTo>
                <a:cubicBezTo>
                  <a:pt x="15496" y="6442"/>
                  <a:pt x="15496" y="6413"/>
                  <a:pt x="15467" y="6398"/>
                </a:cubicBezTo>
                <a:close/>
                <a:moveTo>
                  <a:pt x="15349" y="6457"/>
                </a:moveTo>
                <a:lnTo>
                  <a:pt x="15349" y="6457"/>
                </a:lnTo>
                <a:cubicBezTo>
                  <a:pt x="15379" y="6472"/>
                  <a:pt x="15393" y="6501"/>
                  <a:pt x="15438" y="6516"/>
                </a:cubicBezTo>
                <a:cubicBezTo>
                  <a:pt x="15438" y="6531"/>
                  <a:pt x="15438" y="6545"/>
                  <a:pt x="15452" y="6590"/>
                </a:cubicBezTo>
                <a:cubicBezTo>
                  <a:pt x="15408" y="6575"/>
                  <a:pt x="15393" y="6545"/>
                  <a:pt x="15364" y="6531"/>
                </a:cubicBezTo>
                <a:cubicBezTo>
                  <a:pt x="15364" y="6516"/>
                  <a:pt x="15349" y="6472"/>
                  <a:pt x="15349" y="6457"/>
                </a:cubicBezTo>
                <a:close/>
                <a:moveTo>
                  <a:pt x="15202" y="6501"/>
                </a:moveTo>
                <a:cubicBezTo>
                  <a:pt x="15232" y="6516"/>
                  <a:pt x="15276" y="6531"/>
                  <a:pt x="15290" y="6575"/>
                </a:cubicBezTo>
                <a:cubicBezTo>
                  <a:pt x="15290" y="6590"/>
                  <a:pt x="15290" y="6604"/>
                  <a:pt x="15305" y="6619"/>
                </a:cubicBezTo>
                <a:cubicBezTo>
                  <a:pt x="15261" y="6604"/>
                  <a:pt x="15232" y="6590"/>
                  <a:pt x="15217" y="6575"/>
                </a:cubicBezTo>
                <a:cubicBezTo>
                  <a:pt x="15202" y="6531"/>
                  <a:pt x="15202" y="6516"/>
                  <a:pt x="15202" y="6501"/>
                </a:cubicBezTo>
                <a:close/>
                <a:moveTo>
                  <a:pt x="15658" y="6531"/>
                </a:moveTo>
                <a:lnTo>
                  <a:pt x="15717" y="6590"/>
                </a:lnTo>
                <a:cubicBezTo>
                  <a:pt x="15732" y="6619"/>
                  <a:pt x="15732" y="6619"/>
                  <a:pt x="15732" y="6648"/>
                </a:cubicBezTo>
                <a:lnTo>
                  <a:pt x="15673" y="6590"/>
                </a:lnTo>
                <a:cubicBezTo>
                  <a:pt x="15673" y="6575"/>
                  <a:pt x="15673" y="6546"/>
                  <a:pt x="15658" y="6531"/>
                </a:cubicBezTo>
                <a:close/>
                <a:moveTo>
                  <a:pt x="15526" y="6604"/>
                </a:moveTo>
                <a:cubicBezTo>
                  <a:pt x="15541" y="6619"/>
                  <a:pt x="15585" y="6648"/>
                  <a:pt x="15599" y="6663"/>
                </a:cubicBezTo>
                <a:cubicBezTo>
                  <a:pt x="15614" y="6663"/>
                  <a:pt x="15614" y="6678"/>
                  <a:pt x="15614" y="6722"/>
                </a:cubicBezTo>
                <a:cubicBezTo>
                  <a:pt x="15599" y="6693"/>
                  <a:pt x="15570" y="6678"/>
                  <a:pt x="15541" y="6663"/>
                </a:cubicBezTo>
                <a:cubicBezTo>
                  <a:pt x="15541" y="6648"/>
                  <a:pt x="15526" y="6619"/>
                  <a:pt x="15526" y="6604"/>
                </a:cubicBezTo>
                <a:close/>
                <a:moveTo>
                  <a:pt x="15393" y="6648"/>
                </a:moveTo>
                <a:cubicBezTo>
                  <a:pt x="15438" y="6663"/>
                  <a:pt x="15452" y="6678"/>
                  <a:pt x="15496" y="6693"/>
                </a:cubicBezTo>
                <a:cubicBezTo>
                  <a:pt x="15481" y="6708"/>
                  <a:pt x="15473" y="6720"/>
                  <a:pt x="15474" y="6727"/>
                </a:cubicBezTo>
                <a:lnTo>
                  <a:pt x="15474" y="6727"/>
                </a:lnTo>
                <a:cubicBezTo>
                  <a:pt x="15446" y="6712"/>
                  <a:pt x="15429" y="6690"/>
                  <a:pt x="15393" y="6678"/>
                </a:cubicBezTo>
                <a:lnTo>
                  <a:pt x="15393" y="6648"/>
                </a:lnTo>
                <a:close/>
                <a:moveTo>
                  <a:pt x="15836" y="6693"/>
                </a:moveTo>
                <a:cubicBezTo>
                  <a:pt x="15865" y="6722"/>
                  <a:pt x="15879" y="6737"/>
                  <a:pt x="15894" y="6737"/>
                </a:cubicBezTo>
                <a:cubicBezTo>
                  <a:pt x="15894" y="6752"/>
                  <a:pt x="15894" y="6752"/>
                  <a:pt x="15909" y="6766"/>
                </a:cubicBezTo>
                <a:cubicBezTo>
                  <a:pt x="15894" y="6752"/>
                  <a:pt x="15879" y="6737"/>
                  <a:pt x="15864" y="6737"/>
                </a:cubicBezTo>
                <a:cubicBezTo>
                  <a:pt x="15864" y="6722"/>
                  <a:pt x="15864" y="6722"/>
                  <a:pt x="15836" y="6693"/>
                </a:cubicBezTo>
                <a:close/>
                <a:moveTo>
                  <a:pt x="15688" y="6737"/>
                </a:moveTo>
                <a:lnTo>
                  <a:pt x="15688" y="6737"/>
                </a:lnTo>
                <a:cubicBezTo>
                  <a:pt x="15717" y="6752"/>
                  <a:pt x="15732" y="6766"/>
                  <a:pt x="15761" y="6796"/>
                </a:cubicBezTo>
                <a:cubicBezTo>
                  <a:pt x="15791" y="6810"/>
                  <a:pt x="15791" y="6825"/>
                  <a:pt x="15791" y="6840"/>
                </a:cubicBezTo>
                <a:cubicBezTo>
                  <a:pt x="15761" y="6825"/>
                  <a:pt x="15747" y="6810"/>
                  <a:pt x="15717" y="6796"/>
                </a:cubicBezTo>
                <a:cubicBezTo>
                  <a:pt x="15717" y="6766"/>
                  <a:pt x="15688" y="6752"/>
                  <a:pt x="15688" y="6737"/>
                </a:cubicBezTo>
                <a:close/>
                <a:moveTo>
                  <a:pt x="15585" y="6766"/>
                </a:moveTo>
                <a:cubicBezTo>
                  <a:pt x="15614" y="6781"/>
                  <a:pt x="15629" y="6810"/>
                  <a:pt x="15658" y="6825"/>
                </a:cubicBezTo>
                <a:lnTo>
                  <a:pt x="15658" y="6869"/>
                </a:lnTo>
                <a:cubicBezTo>
                  <a:pt x="15644" y="6840"/>
                  <a:pt x="15599" y="6825"/>
                  <a:pt x="15585" y="6810"/>
                </a:cubicBezTo>
                <a:lnTo>
                  <a:pt x="15585" y="6766"/>
                </a:lnTo>
                <a:close/>
                <a:moveTo>
                  <a:pt x="15997" y="6825"/>
                </a:moveTo>
                <a:cubicBezTo>
                  <a:pt x="16026" y="6869"/>
                  <a:pt x="16026" y="6869"/>
                  <a:pt x="16041" y="6884"/>
                </a:cubicBezTo>
                <a:lnTo>
                  <a:pt x="16041" y="6899"/>
                </a:lnTo>
                <a:lnTo>
                  <a:pt x="15997" y="6855"/>
                </a:lnTo>
                <a:lnTo>
                  <a:pt x="15997" y="6825"/>
                </a:lnTo>
                <a:close/>
                <a:moveTo>
                  <a:pt x="15892" y="6879"/>
                </a:moveTo>
                <a:lnTo>
                  <a:pt x="15938" y="6913"/>
                </a:lnTo>
                <a:cubicBezTo>
                  <a:pt x="15953" y="6943"/>
                  <a:pt x="15953" y="6958"/>
                  <a:pt x="15953" y="6958"/>
                </a:cubicBezTo>
                <a:lnTo>
                  <a:pt x="15894" y="6899"/>
                </a:lnTo>
                <a:cubicBezTo>
                  <a:pt x="15894" y="6892"/>
                  <a:pt x="15894" y="6884"/>
                  <a:pt x="15892" y="6879"/>
                </a:cubicBezTo>
                <a:close/>
                <a:moveTo>
                  <a:pt x="15761" y="6899"/>
                </a:moveTo>
                <a:cubicBezTo>
                  <a:pt x="15776" y="6913"/>
                  <a:pt x="15820" y="6943"/>
                  <a:pt x="15835" y="6958"/>
                </a:cubicBezTo>
                <a:cubicBezTo>
                  <a:pt x="15820" y="6972"/>
                  <a:pt x="15835" y="6987"/>
                  <a:pt x="15835" y="6987"/>
                </a:cubicBezTo>
                <a:cubicBezTo>
                  <a:pt x="15820" y="6972"/>
                  <a:pt x="15791" y="6958"/>
                  <a:pt x="15761" y="6943"/>
                </a:cubicBezTo>
                <a:lnTo>
                  <a:pt x="15761" y="6899"/>
                </a:lnTo>
                <a:close/>
                <a:moveTo>
                  <a:pt x="16041" y="7016"/>
                </a:moveTo>
                <a:cubicBezTo>
                  <a:pt x="16056" y="7031"/>
                  <a:pt x="16085" y="7031"/>
                  <a:pt x="16085" y="7046"/>
                </a:cubicBezTo>
                <a:cubicBezTo>
                  <a:pt x="16115" y="7061"/>
                  <a:pt x="16115" y="7090"/>
                  <a:pt x="16115" y="7090"/>
                </a:cubicBezTo>
                <a:cubicBezTo>
                  <a:pt x="16100" y="7061"/>
                  <a:pt x="16085" y="7061"/>
                  <a:pt x="16056" y="7046"/>
                </a:cubicBezTo>
                <a:cubicBezTo>
                  <a:pt x="16056" y="7031"/>
                  <a:pt x="16056" y="7031"/>
                  <a:pt x="16041" y="7016"/>
                </a:cubicBezTo>
                <a:close/>
                <a:moveTo>
                  <a:pt x="15923" y="7046"/>
                </a:moveTo>
                <a:cubicBezTo>
                  <a:pt x="15953" y="7061"/>
                  <a:pt x="15967" y="7090"/>
                  <a:pt x="15997" y="7105"/>
                </a:cubicBezTo>
                <a:lnTo>
                  <a:pt x="15997" y="7119"/>
                </a:lnTo>
                <a:cubicBezTo>
                  <a:pt x="15982" y="7105"/>
                  <a:pt x="15967" y="7090"/>
                  <a:pt x="15923" y="7061"/>
                </a:cubicBezTo>
                <a:lnTo>
                  <a:pt x="15923" y="7046"/>
                </a:lnTo>
                <a:close/>
                <a:moveTo>
                  <a:pt x="16232" y="7149"/>
                </a:moveTo>
                <a:lnTo>
                  <a:pt x="16262" y="7193"/>
                </a:lnTo>
                <a:lnTo>
                  <a:pt x="16262" y="7208"/>
                </a:lnTo>
                <a:cubicBezTo>
                  <a:pt x="16247" y="7193"/>
                  <a:pt x="16232" y="7193"/>
                  <a:pt x="16232" y="7178"/>
                </a:cubicBezTo>
                <a:lnTo>
                  <a:pt x="16232" y="7149"/>
                </a:lnTo>
                <a:close/>
                <a:moveTo>
                  <a:pt x="16115" y="7193"/>
                </a:moveTo>
                <a:cubicBezTo>
                  <a:pt x="16129" y="7208"/>
                  <a:pt x="16159" y="7208"/>
                  <a:pt x="16173" y="7252"/>
                </a:cubicBezTo>
                <a:cubicBezTo>
                  <a:pt x="16159" y="7237"/>
                  <a:pt x="16129" y="7208"/>
                  <a:pt x="16115" y="7208"/>
                </a:cubicBezTo>
                <a:lnTo>
                  <a:pt x="16115" y="7193"/>
                </a:lnTo>
                <a:close/>
                <a:moveTo>
                  <a:pt x="15011" y="6531"/>
                </a:moveTo>
                <a:lnTo>
                  <a:pt x="15011" y="6531"/>
                </a:lnTo>
                <a:cubicBezTo>
                  <a:pt x="15055" y="6545"/>
                  <a:pt x="15084" y="6590"/>
                  <a:pt x="15129" y="6604"/>
                </a:cubicBezTo>
                <a:cubicBezTo>
                  <a:pt x="15379" y="8120"/>
                  <a:pt x="15364" y="9695"/>
                  <a:pt x="15349" y="11240"/>
                </a:cubicBezTo>
                <a:lnTo>
                  <a:pt x="15349" y="12476"/>
                </a:lnTo>
                <a:cubicBezTo>
                  <a:pt x="15349" y="13168"/>
                  <a:pt x="15364" y="13977"/>
                  <a:pt x="15467" y="14787"/>
                </a:cubicBezTo>
                <a:cubicBezTo>
                  <a:pt x="15320" y="14007"/>
                  <a:pt x="15246" y="13124"/>
                  <a:pt x="15232" y="12167"/>
                </a:cubicBezTo>
                <a:cubicBezTo>
                  <a:pt x="15217" y="11623"/>
                  <a:pt x="15217" y="11093"/>
                  <a:pt x="15217" y="10578"/>
                </a:cubicBezTo>
                <a:cubicBezTo>
                  <a:pt x="15217" y="9239"/>
                  <a:pt x="15217" y="7870"/>
                  <a:pt x="15011" y="6531"/>
                </a:cubicBezTo>
                <a:close/>
                <a:moveTo>
                  <a:pt x="15232" y="6678"/>
                </a:moveTo>
                <a:lnTo>
                  <a:pt x="15232" y="6678"/>
                </a:lnTo>
                <a:cubicBezTo>
                  <a:pt x="15246" y="6678"/>
                  <a:pt x="15290" y="6722"/>
                  <a:pt x="15320" y="6737"/>
                </a:cubicBezTo>
                <a:cubicBezTo>
                  <a:pt x="15644" y="8429"/>
                  <a:pt x="15599" y="10225"/>
                  <a:pt x="15570" y="11976"/>
                </a:cubicBezTo>
                <a:cubicBezTo>
                  <a:pt x="15570" y="12255"/>
                  <a:pt x="15541" y="12535"/>
                  <a:pt x="15541" y="12800"/>
                </a:cubicBezTo>
                <a:cubicBezTo>
                  <a:pt x="15526" y="13609"/>
                  <a:pt x="15541" y="14492"/>
                  <a:pt x="15644" y="15405"/>
                </a:cubicBezTo>
                <a:cubicBezTo>
                  <a:pt x="15467" y="14375"/>
                  <a:pt x="15438" y="13359"/>
                  <a:pt x="15438" y="12491"/>
                </a:cubicBezTo>
                <a:lnTo>
                  <a:pt x="15438" y="11255"/>
                </a:lnTo>
                <a:cubicBezTo>
                  <a:pt x="15452" y="9739"/>
                  <a:pt x="15452" y="8164"/>
                  <a:pt x="15232" y="6678"/>
                </a:cubicBezTo>
                <a:close/>
                <a:moveTo>
                  <a:pt x="15408" y="6810"/>
                </a:moveTo>
                <a:cubicBezTo>
                  <a:pt x="15438" y="6810"/>
                  <a:pt x="15467" y="6840"/>
                  <a:pt x="15511" y="6869"/>
                </a:cubicBezTo>
                <a:cubicBezTo>
                  <a:pt x="15894" y="8753"/>
                  <a:pt x="15820" y="10769"/>
                  <a:pt x="15747" y="12726"/>
                </a:cubicBezTo>
                <a:lnTo>
                  <a:pt x="15732" y="13124"/>
                </a:lnTo>
                <a:cubicBezTo>
                  <a:pt x="15688" y="14021"/>
                  <a:pt x="15688" y="15007"/>
                  <a:pt x="15791" y="16008"/>
                </a:cubicBezTo>
                <a:cubicBezTo>
                  <a:pt x="15614" y="14904"/>
                  <a:pt x="15599" y="13801"/>
                  <a:pt x="15614" y="12800"/>
                </a:cubicBezTo>
                <a:cubicBezTo>
                  <a:pt x="15614" y="12535"/>
                  <a:pt x="15629" y="12255"/>
                  <a:pt x="15629" y="11976"/>
                </a:cubicBezTo>
                <a:cubicBezTo>
                  <a:pt x="15673" y="10254"/>
                  <a:pt x="15717" y="8488"/>
                  <a:pt x="15408" y="6810"/>
                </a:cubicBezTo>
                <a:close/>
                <a:moveTo>
                  <a:pt x="15599" y="6913"/>
                </a:moveTo>
                <a:cubicBezTo>
                  <a:pt x="15644" y="6928"/>
                  <a:pt x="15658" y="6958"/>
                  <a:pt x="15688" y="6972"/>
                </a:cubicBezTo>
                <a:cubicBezTo>
                  <a:pt x="16173" y="9091"/>
                  <a:pt x="16041" y="11358"/>
                  <a:pt x="15938" y="13418"/>
                </a:cubicBezTo>
                <a:cubicBezTo>
                  <a:pt x="15879" y="14375"/>
                  <a:pt x="15835" y="15361"/>
                  <a:pt x="15909" y="16332"/>
                </a:cubicBezTo>
                <a:cubicBezTo>
                  <a:pt x="15791" y="15228"/>
                  <a:pt x="15791" y="14110"/>
                  <a:pt x="15820" y="13080"/>
                </a:cubicBezTo>
                <a:lnTo>
                  <a:pt x="15835" y="12697"/>
                </a:lnTo>
                <a:cubicBezTo>
                  <a:pt x="15894" y="10799"/>
                  <a:pt x="15967" y="8797"/>
                  <a:pt x="15599" y="6913"/>
                </a:cubicBezTo>
                <a:close/>
                <a:moveTo>
                  <a:pt x="15791" y="7061"/>
                </a:moveTo>
                <a:cubicBezTo>
                  <a:pt x="15806" y="7075"/>
                  <a:pt x="15835" y="7105"/>
                  <a:pt x="15864" y="7119"/>
                </a:cubicBezTo>
                <a:cubicBezTo>
                  <a:pt x="16394" y="9239"/>
                  <a:pt x="16276" y="11534"/>
                  <a:pt x="16100" y="13742"/>
                </a:cubicBezTo>
                <a:cubicBezTo>
                  <a:pt x="16026" y="14698"/>
                  <a:pt x="15953" y="15728"/>
                  <a:pt x="15982" y="16729"/>
                </a:cubicBezTo>
                <a:cubicBezTo>
                  <a:pt x="15894" y="15640"/>
                  <a:pt x="15909" y="14492"/>
                  <a:pt x="15982" y="13433"/>
                </a:cubicBezTo>
                <a:cubicBezTo>
                  <a:pt x="16115" y="11402"/>
                  <a:pt x="16247" y="9165"/>
                  <a:pt x="15791" y="7061"/>
                </a:cubicBezTo>
                <a:close/>
                <a:moveTo>
                  <a:pt x="15967" y="7193"/>
                </a:moveTo>
                <a:cubicBezTo>
                  <a:pt x="15982" y="7208"/>
                  <a:pt x="16026" y="7237"/>
                  <a:pt x="16041" y="7252"/>
                </a:cubicBezTo>
                <a:cubicBezTo>
                  <a:pt x="16630" y="9400"/>
                  <a:pt x="16541" y="11770"/>
                  <a:pt x="16306" y="14051"/>
                </a:cubicBezTo>
                <a:cubicBezTo>
                  <a:pt x="16188" y="15108"/>
                  <a:pt x="16100" y="16165"/>
                  <a:pt x="16114" y="17208"/>
                </a:cubicBezTo>
                <a:lnTo>
                  <a:pt x="16114" y="17208"/>
                </a:lnTo>
                <a:cubicBezTo>
                  <a:pt x="16114" y="17200"/>
                  <a:pt x="16112" y="17197"/>
                  <a:pt x="16100" y="17185"/>
                </a:cubicBezTo>
                <a:cubicBezTo>
                  <a:pt x="16026" y="16038"/>
                  <a:pt x="16100" y="14860"/>
                  <a:pt x="16173" y="13742"/>
                </a:cubicBezTo>
                <a:cubicBezTo>
                  <a:pt x="16365" y="11578"/>
                  <a:pt x="16482" y="9297"/>
                  <a:pt x="15967" y="7193"/>
                </a:cubicBezTo>
                <a:close/>
                <a:moveTo>
                  <a:pt x="16159" y="7340"/>
                </a:moveTo>
                <a:lnTo>
                  <a:pt x="16203" y="7399"/>
                </a:lnTo>
                <a:cubicBezTo>
                  <a:pt x="16909" y="9739"/>
                  <a:pt x="16747" y="12314"/>
                  <a:pt x="16497" y="14389"/>
                </a:cubicBezTo>
                <a:cubicBezTo>
                  <a:pt x="16365" y="15478"/>
                  <a:pt x="16262" y="16508"/>
                  <a:pt x="16232" y="17480"/>
                </a:cubicBezTo>
                <a:cubicBezTo>
                  <a:pt x="16232" y="17465"/>
                  <a:pt x="16203" y="17436"/>
                  <a:pt x="16203" y="17421"/>
                </a:cubicBezTo>
                <a:cubicBezTo>
                  <a:pt x="16188" y="16332"/>
                  <a:pt x="16276" y="15199"/>
                  <a:pt x="16394" y="14066"/>
                </a:cubicBezTo>
                <a:cubicBezTo>
                  <a:pt x="16615" y="11814"/>
                  <a:pt x="16718" y="9474"/>
                  <a:pt x="16159" y="7340"/>
                </a:cubicBezTo>
                <a:close/>
                <a:moveTo>
                  <a:pt x="16321" y="7487"/>
                </a:moveTo>
                <a:lnTo>
                  <a:pt x="16365" y="7546"/>
                </a:lnTo>
                <a:cubicBezTo>
                  <a:pt x="16998" y="9459"/>
                  <a:pt x="17086" y="11770"/>
                  <a:pt x="16688" y="14713"/>
                </a:cubicBezTo>
                <a:lnTo>
                  <a:pt x="16688" y="14757"/>
                </a:lnTo>
                <a:cubicBezTo>
                  <a:pt x="16541" y="15743"/>
                  <a:pt x="16409" y="16744"/>
                  <a:pt x="16335" y="17715"/>
                </a:cubicBezTo>
                <a:cubicBezTo>
                  <a:pt x="16321" y="17700"/>
                  <a:pt x="16321" y="17686"/>
                  <a:pt x="16291" y="17642"/>
                </a:cubicBezTo>
                <a:cubicBezTo>
                  <a:pt x="16321" y="16626"/>
                  <a:pt x="16424" y="15537"/>
                  <a:pt x="16571" y="14404"/>
                </a:cubicBezTo>
                <a:cubicBezTo>
                  <a:pt x="16836" y="12329"/>
                  <a:pt x="16998" y="9813"/>
                  <a:pt x="16321" y="7487"/>
                </a:cubicBezTo>
                <a:close/>
                <a:moveTo>
                  <a:pt x="16306" y="17803"/>
                </a:moveTo>
                <a:cubicBezTo>
                  <a:pt x="16306" y="17818"/>
                  <a:pt x="16321" y="17848"/>
                  <a:pt x="16321" y="17862"/>
                </a:cubicBezTo>
                <a:lnTo>
                  <a:pt x="16321" y="17921"/>
                </a:lnTo>
                <a:cubicBezTo>
                  <a:pt x="16321" y="17907"/>
                  <a:pt x="16306" y="17877"/>
                  <a:pt x="16306" y="17862"/>
                </a:cubicBezTo>
                <a:lnTo>
                  <a:pt x="16306" y="17803"/>
                </a:lnTo>
                <a:close/>
                <a:moveTo>
                  <a:pt x="16510" y="7643"/>
                </a:moveTo>
                <a:cubicBezTo>
                  <a:pt x="16528" y="7643"/>
                  <a:pt x="16531" y="7657"/>
                  <a:pt x="16541" y="7679"/>
                </a:cubicBezTo>
                <a:cubicBezTo>
                  <a:pt x="17233" y="9665"/>
                  <a:pt x="17365" y="12123"/>
                  <a:pt x="16895" y="15037"/>
                </a:cubicBezTo>
                <a:lnTo>
                  <a:pt x="16821" y="15493"/>
                </a:lnTo>
                <a:cubicBezTo>
                  <a:pt x="16688" y="16317"/>
                  <a:pt x="16541" y="17141"/>
                  <a:pt x="16453" y="17936"/>
                </a:cubicBezTo>
                <a:cubicBezTo>
                  <a:pt x="16424" y="17921"/>
                  <a:pt x="16409" y="17877"/>
                  <a:pt x="16409" y="17862"/>
                </a:cubicBezTo>
                <a:cubicBezTo>
                  <a:pt x="16468" y="16847"/>
                  <a:pt x="16615" y="15802"/>
                  <a:pt x="16762" y="14772"/>
                </a:cubicBezTo>
                <a:lnTo>
                  <a:pt x="16762" y="14742"/>
                </a:lnTo>
                <a:cubicBezTo>
                  <a:pt x="17159" y="11843"/>
                  <a:pt x="17086" y="9548"/>
                  <a:pt x="16482" y="7649"/>
                </a:cubicBezTo>
                <a:cubicBezTo>
                  <a:pt x="16494" y="7645"/>
                  <a:pt x="16503" y="7643"/>
                  <a:pt x="16510" y="7643"/>
                </a:cubicBezTo>
                <a:close/>
                <a:moveTo>
                  <a:pt x="16644" y="7767"/>
                </a:moveTo>
                <a:lnTo>
                  <a:pt x="16644" y="7767"/>
                </a:lnTo>
                <a:cubicBezTo>
                  <a:pt x="16674" y="7782"/>
                  <a:pt x="16688" y="7796"/>
                  <a:pt x="16703" y="7796"/>
                </a:cubicBezTo>
                <a:cubicBezTo>
                  <a:pt x="17675" y="10357"/>
                  <a:pt x="17483" y="13227"/>
                  <a:pt x="17086" y="15331"/>
                </a:cubicBezTo>
                <a:cubicBezTo>
                  <a:pt x="17042" y="15596"/>
                  <a:pt x="16983" y="15890"/>
                  <a:pt x="16924" y="16170"/>
                </a:cubicBezTo>
                <a:cubicBezTo>
                  <a:pt x="16792" y="16832"/>
                  <a:pt x="16659" y="17494"/>
                  <a:pt x="16571" y="18113"/>
                </a:cubicBezTo>
                <a:cubicBezTo>
                  <a:pt x="16556" y="18083"/>
                  <a:pt x="16541" y="18068"/>
                  <a:pt x="16512" y="18024"/>
                </a:cubicBezTo>
                <a:cubicBezTo>
                  <a:pt x="16615" y="17200"/>
                  <a:pt x="16733" y="16332"/>
                  <a:pt x="16880" y="15464"/>
                </a:cubicBezTo>
                <a:lnTo>
                  <a:pt x="16968" y="15007"/>
                </a:lnTo>
                <a:cubicBezTo>
                  <a:pt x="17424" y="12152"/>
                  <a:pt x="17336" y="9724"/>
                  <a:pt x="16644" y="7767"/>
                </a:cubicBezTo>
                <a:close/>
                <a:moveTo>
                  <a:pt x="16394" y="18010"/>
                </a:moveTo>
                <a:cubicBezTo>
                  <a:pt x="16409" y="18024"/>
                  <a:pt x="16409" y="18039"/>
                  <a:pt x="16424" y="18083"/>
                </a:cubicBezTo>
                <a:lnTo>
                  <a:pt x="16424" y="18157"/>
                </a:lnTo>
                <a:cubicBezTo>
                  <a:pt x="16409" y="18113"/>
                  <a:pt x="16409" y="18098"/>
                  <a:pt x="16394" y="18083"/>
                </a:cubicBezTo>
                <a:lnTo>
                  <a:pt x="16394" y="18010"/>
                </a:lnTo>
                <a:close/>
                <a:moveTo>
                  <a:pt x="16394" y="18230"/>
                </a:moveTo>
                <a:cubicBezTo>
                  <a:pt x="16394" y="18274"/>
                  <a:pt x="16409" y="18289"/>
                  <a:pt x="16409" y="18289"/>
                </a:cubicBezTo>
                <a:lnTo>
                  <a:pt x="16409" y="18363"/>
                </a:lnTo>
                <a:cubicBezTo>
                  <a:pt x="16409" y="18348"/>
                  <a:pt x="16394" y="18319"/>
                  <a:pt x="16394" y="18304"/>
                </a:cubicBezTo>
                <a:lnTo>
                  <a:pt x="16394" y="18230"/>
                </a:lnTo>
                <a:close/>
                <a:moveTo>
                  <a:pt x="16512" y="18171"/>
                </a:moveTo>
                <a:cubicBezTo>
                  <a:pt x="16541" y="18216"/>
                  <a:pt x="16556" y="18230"/>
                  <a:pt x="16571" y="18274"/>
                </a:cubicBezTo>
                <a:cubicBezTo>
                  <a:pt x="16541" y="18304"/>
                  <a:pt x="16541" y="18348"/>
                  <a:pt x="16541" y="18363"/>
                </a:cubicBezTo>
                <a:cubicBezTo>
                  <a:pt x="16527" y="18319"/>
                  <a:pt x="16497" y="18304"/>
                  <a:pt x="16497" y="18274"/>
                </a:cubicBezTo>
                <a:cubicBezTo>
                  <a:pt x="16497" y="18230"/>
                  <a:pt x="16497" y="18201"/>
                  <a:pt x="16512" y="18171"/>
                </a:cubicBezTo>
                <a:close/>
                <a:moveTo>
                  <a:pt x="16904" y="8079"/>
                </a:moveTo>
                <a:lnTo>
                  <a:pt x="16904" y="8079"/>
                </a:lnTo>
                <a:cubicBezTo>
                  <a:pt x="17725" y="10191"/>
                  <a:pt x="17853" y="12831"/>
                  <a:pt x="17277" y="15655"/>
                </a:cubicBezTo>
                <a:cubicBezTo>
                  <a:pt x="17189" y="16067"/>
                  <a:pt x="17101" y="16479"/>
                  <a:pt x="17012" y="16876"/>
                </a:cubicBezTo>
                <a:cubicBezTo>
                  <a:pt x="16909" y="17362"/>
                  <a:pt x="16792" y="17862"/>
                  <a:pt x="16703" y="18363"/>
                </a:cubicBezTo>
                <a:lnTo>
                  <a:pt x="16644" y="18245"/>
                </a:lnTo>
                <a:cubicBezTo>
                  <a:pt x="16733" y="17583"/>
                  <a:pt x="16880" y="16891"/>
                  <a:pt x="17012" y="16185"/>
                </a:cubicBezTo>
                <a:cubicBezTo>
                  <a:pt x="17071" y="15920"/>
                  <a:pt x="17130" y="15625"/>
                  <a:pt x="17189" y="15346"/>
                </a:cubicBezTo>
                <a:cubicBezTo>
                  <a:pt x="17564" y="13326"/>
                  <a:pt x="17769" y="10558"/>
                  <a:pt x="16904" y="8079"/>
                </a:cubicBezTo>
                <a:close/>
                <a:moveTo>
                  <a:pt x="16998" y="8091"/>
                </a:moveTo>
                <a:cubicBezTo>
                  <a:pt x="18263" y="11005"/>
                  <a:pt x="17866" y="14198"/>
                  <a:pt x="17454" y="15964"/>
                </a:cubicBezTo>
                <a:cubicBezTo>
                  <a:pt x="17351" y="16508"/>
                  <a:pt x="17204" y="17024"/>
                  <a:pt x="17086" y="17539"/>
                </a:cubicBezTo>
                <a:cubicBezTo>
                  <a:pt x="16998" y="17877"/>
                  <a:pt x="16924" y="18230"/>
                  <a:pt x="16836" y="18569"/>
                </a:cubicBezTo>
                <a:cubicBezTo>
                  <a:pt x="16821" y="18525"/>
                  <a:pt x="16777" y="18480"/>
                  <a:pt x="16762" y="18451"/>
                </a:cubicBezTo>
                <a:cubicBezTo>
                  <a:pt x="16850" y="17936"/>
                  <a:pt x="16983" y="17421"/>
                  <a:pt x="17086" y="16891"/>
                </a:cubicBezTo>
                <a:cubicBezTo>
                  <a:pt x="17174" y="16479"/>
                  <a:pt x="17277" y="16082"/>
                  <a:pt x="17351" y="15670"/>
                </a:cubicBezTo>
                <a:cubicBezTo>
                  <a:pt x="17939" y="12829"/>
                  <a:pt x="17807" y="10195"/>
                  <a:pt x="16998" y="8091"/>
                </a:cubicBezTo>
                <a:close/>
                <a:moveTo>
                  <a:pt x="16615" y="18377"/>
                </a:moveTo>
                <a:cubicBezTo>
                  <a:pt x="16630" y="18407"/>
                  <a:pt x="16644" y="18436"/>
                  <a:pt x="16659" y="18466"/>
                </a:cubicBezTo>
                <a:cubicBezTo>
                  <a:pt x="16674" y="18510"/>
                  <a:pt x="16674" y="18539"/>
                  <a:pt x="16644" y="18583"/>
                </a:cubicBezTo>
                <a:cubicBezTo>
                  <a:pt x="16630" y="18539"/>
                  <a:pt x="16615" y="18510"/>
                  <a:pt x="16600" y="18480"/>
                </a:cubicBezTo>
                <a:cubicBezTo>
                  <a:pt x="16600" y="18451"/>
                  <a:pt x="16615" y="18407"/>
                  <a:pt x="16615" y="18377"/>
                </a:cubicBezTo>
                <a:close/>
                <a:moveTo>
                  <a:pt x="16482" y="18436"/>
                </a:moveTo>
                <a:cubicBezTo>
                  <a:pt x="16497" y="18451"/>
                  <a:pt x="16497" y="18495"/>
                  <a:pt x="16527" y="18510"/>
                </a:cubicBezTo>
                <a:cubicBezTo>
                  <a:pt x="16527" y="18539"/>
                  <a:pt x="16527" y="18569"/>
                  <a:pt x="16497" y="18598"/>
                </a:cubicBezTo>
                <a:cubicBezTo>
                  <a:pt x="16482" y="18583"/>
                  <a:pt x="16482" y="18539"/>
                  <a:pt x="16468" y="18525"/>
                </a:cubicBezTo>
                <a:cubicBezTo>
                  <a:pt x="16482" y="18480"/>
                  <a:pt x="16482" y="18451"/>
                  <a:pt x="16482" y="18436"/>
                </a:cubicBezTo>
                <a:close/>
                <a:moveTo>
                  <a:pt x="17218" y="8370"/>
                </a:moveTo>
                <a:cubicBezTo>
                  <a:pt x="18190" y="10592"/>
                  <a:pt x="18381" y="13433"/>
                  <a:pt x="17660" y="16288"/>
                </a:cubicBezTo>
                <a:cubicBezTo>
                  <a:pt x="17513" y="16906"/>
                  <a:pt x="17336" y="17539"/>
                  <a:pt x="17145" y="18142"/>
                </a:cubicBezTo>
                <a:cubicBezTo>
                  <a:pt x="17086" y="18348"/>
                  <a:pt x="17042" y="18539"/>
                  <a:pt x="16968" y="18760"/>
                </a:cubicBezTo>
                <a:cubicBezTo>
                  <a:pt x="16924" y="18731"/>
                  <a:pt x="16909" y="18686"/>
                  <a:pt x="16880" y="18657"/>
                </a:cubicBezTo>
                <a:lnTo>
                  <a:pt x="17159" y="17553"/>
                </a:lnTo>
                <a:cubicBezTo>
                  <a:pt x="17292" y="17038"/>
                  <a:pt x="17424" y="16523"/>
                  <a:pt x="17542" y="15993"/>
                </a:cubicBezTo>
                <a:cubicBezTo>
                  <a:pt x="17939" y="14272"/>
                  <a:pt x="18337" y="11225"/>
                  <a:pt x="17218" y="8370"/>
                </a:cubicBezTo>
                <a:close/>
                <a:moveTo>
                  <a:pt x="16468" y="18686"/>
                </a:moveTo>
                <a:cubicBezTo>
                  <a:pt x="16468" y="18716"/>
                  <a:pt x="16482" y="18731"/>
                  <a:pt x="16482" y="18745"/>
                </a:cubicBezTo>
                <a:lnTo>
                  <a:pt x="16482" y="18804"/>
                </a:lnTo>
                <a:cubicBezTo>
                  <a:pt x="16482" y="18789"/>
                  <a:pt x="16468" y="18760"/>
                  <a:pt x="16468" y="18745"/>
                </a:cubicBezTo>
                <a:lnTo>
                  <a:pt x="16468" y="18686"/>
                </a:lnTo>
                <a:close/>
                <a:moveTo>
                  <a:pt x="16733" y="18569"/>
                </a:moveTo>
                <a:cubicBezTo>
                  <a:pt x="16762" y="18598"/>
                  <a:pt x="16777" y="18642"/>
                  <a:pt x="16821" y="18672"/>
                </a:cubicBezTo>
                <a:cubicBezTo>
                  <a:pt x="16792" y="18716"/>
                  <a:pt x="16792" y="18745"/>
                  <a:pt x="16777" y="18804"/>
                </a:cubicBezTo>
                <a:lnTo>
                  <a:pt x="16718" y="18686"/>
                </a:lnTo>
                <a:cubicBezTo>
                  <a:pt x="16718" y="18657"/>
                  <a:pt x="16733" y="18598"/>
                  <a:pt x="16733" y="18569"/>
                </a:cubicBezTo>
                <a:close/>
                <a:moveTo>
                  <a:pt x="16571" y="18613"/>
                </a:moveTo>
                <a:cubicBezTo>
                  <a:pt x="16600" y="18657"/>
                  <a:pt x="16615" y="18672"/>
                  <a:pt x="16630" y="18716"/>
                </a:cubicBezTo>
                <a:cubicBezTo>
                  <a:pt x="16630" y="18745"/>
                  <a:pt x="16615" y="18789"/>
                  <a:pt x="16615" y="18819"/>
                </a:cubicBezTo>
                <a:cubicBezTo>
                  <a:pt x="16600" y="18789"/>
                  <a:pt x="16571" y="18760"/>
                  <a:pt x="16571" y="18731"/>
                </a:cubicBezTo>
                <a:lnTo>
                  <a:pt x="16571" y="18613"/>
                </a:lnTo>
                <a:close/>
                <a:moveTo>
                  <a:pt x="17395" y="8562"/>
                </a:moveTo>
                <a:cubicBezTo>
                  <a:pt x="18454" y="10872"/>
                  <a:pt x="18616" y="13727"/>
                  <a:pt x="17866" y="16597"/>
                </a:cubicBezTo>
                <a:cubicBezTo>
                  <a:pt x="17660" y="17333"/>
                  <a:pt x="17439" y="18054"/>
                  <a:pt x="17218" y="18731"/>
                </a:cubicBezTo>
                <a:cubicBezTo>
                  <a:pt x="17204" y="18804"/>
                  <a:pt x="17159" y="18878"/>
                  <a:pt x="17145" y="18951"/>
                </a:cubicBezTo>
                <a:cubicBezTo>
                  <a:pt x="17101" y="18907"/>
                  <a:pt x="17086" y="18878"/>
                  <a:pt x="17056" y="18834"/>
                </a:cubicBezTo>
                <a:cubicBezTo>
                  <a:pt x="17101" y="18613"/>
                  <a:pt x="17189" y="18392"/>
                  <a:pt x="17233" y="18157"/>
                </a:cubicBezTo>
                <a:cubicBezTo>
                  <a:pt x="17410" y="17553"/>
                  <a:pt x="17586" y="16921"/>
                  <a:pt x="17748" y="16288"/>
                </a:cubicBezTo>
                <a:cubicBezTo>
                  <a:pt x="18440" y="13506"/>
                  <a:pt x="18307" y="10769"/>
                  <a:pt x="17395" y="8562"/>
                </a:cubicBezTo>
                <a:close/>
                <a:moveTo>
                  <a:pt x="16453" y="18966"/>
                </a:moveTo>
                <a:cubicBezTo>
                  <a:pt x="16468" y="18981"/>
                  <a:pt x="16468" y="18981"/>
                  <a:pt x="16468" y="19010"/>
                </a:cubicBezTo>
                <a:cubicBezTo>
                  <a:pt x="16453" y="18981"/>
                  <a:pt x="16453" y="18966"/>
                  <a:pt x="16453" y="18966"/>
                </a:cubicBezTo>
                <a:close/>
                <a:moveTo>
                  <a:pt x="16865" y="18760"/>
                </a:moveTo>
                <a:cubicBezTo>
                  <a:pt x="16880" y="18804"/>
                  <a:pt x="16924" y="18834"/>
                  <a:pt x="16939" y="18878"/>
                </a:cubicBezTo>
                <a:cubicBezTo>
                  <a:pt x="16939" y="18907"/>
                  <a:pt x="16924" y="18966"/>
                  <a:pt x="16909" y="19010"/>
                </a:cubicBezTo>
                <a:cubicBezTo>
                  <a:pt x="16895" y="18966"/>
                  <a:pt x="16850" y="18937"/>
                  <a:pt x="16836" y="18893"/>
                </a:cubicBezTo>
                <a:cubicBezTo>
                  <a:pt x="16850" y="18863"/>
                  <a:pt x="16850" y="18804"/>
                  <a:pt x="16865" y="18760"/>
                </a:cubicBezTo>
                <a:close/>
                <a:moveTo>
                  <a:pt x="16541" y="18878"/>
                </a:moveTo>
                <a:cubicBezTo>
                  <a:pt x="16556" y="18893"/>
                  <a:pt x="16556" y="18937"/>
                  <a:pt x="16571" y="18951"/>
                </a:cubicBezTo>
                <a:cubicBezTo>
                  <a:pt x="16600" y="18966"/>
                  <a:pt x="16571" y="19010"/>
                  <a:pt x="16571" y="19025"/>
                </a:cubicBezTo>
                <a:cubicBezTo>
                  <a:pt x="16556" y="19010"/>
                  <a:pt x="16556" y="18966"/>
                  <a:pt x="16541" y="18951"/>
                </a:cubicBezTo>
                <a:lnTo>
                  <a:pt x="16541" y="18878"/>
                </a:lnTo>
                <a:close/>
                <a:moveTo>
                  <a:pt x="16688" y="18819"/>
                </a:moveTo>
                <a:cubicBezTo>
                  <a:pt x="16703" y="18848"/>
                  <a:pt x="16718" y="18878"/>
                  <a:pt x="16733" y="18907"/>
                </a:cubicBezTo>
                <a:cubicBezTo>
                  <a:pt x="16733" y="18951"/>
                  <a:pt x="16733" y="18981"/>
                  <a:pt x="16718" y="19025"/>
                </a:cubicBezTo>
                <a:cubicBezTo>
                  <a:pt x="16703" y="18981"/>
                  <a:pt x="16688" y="18951"/>
                  <a:pt x="16674" y="18937"/>
                </a:cubicBezTo>
                <a:cubicBezTo>
                  <a:pt x="16674" y="18893"/>
                  <a:pt x="16688" y="18848"/>
                  <a:pt x="16688" y="18819"/>
                </a:cubicBezTo>
                <a:close/>
                <a:moveTo>
                  <a:pt x="17675" y="9018"/>
                </a:moveTo>
                <a:cubicBezTo>
                  <a:pt x="18690" y="11314"/>
                  <a:pt x="18837" y="14183"/>
                  <a:pt x="18042" y="16921"/>
                </a:cubicBezTo>
                <a:cubicBezTo>
                  <a:pt x="17822" y="17700"/>
                  <a:pt x="17557" y="18436"/>
                  <a:pt x="17292" y="19172"/>
                </a:cubicBezTo>
                <a:cubicBezTo>
                  <a:pt x="17262" y="19128"/>
                  <a:pt x="17218" y="19099"/>
                  <a:pt x="17204" y="19040"/>
                </a:cubicBezTo>
                <a:cubicBezTo>
                  <a:pt x="17233" y="18951"/>
                  <a:pt x="17262" y="18863"/>
                  <a:pt x="17292" y="18760"/>
                </a:cubicBezTo>
                <a:cubicBezTo>
                  <a:pt x="17513" y="18068"/>
                  <a:pt x="17748" y="17347"/>
                  <a:pt x="17954" y="16611"/>
                </a:cubicBezTo>
                <a:cubicBezTo>
                  <a:pt x="18675" y="13933"/>
                  <a:pt x="18587" y="11240"/>
                  <a:pt x="17675" y="9018"/>
                </a:cubicBezTo>
                <a:close/>
                <a:moveTo>
                  <a:pt x="17012" y="18951"/>
                </a:moveTo>
                <a:cubicBezTo>
                  <a:pt x="17056" y="18981"/>
                  <a:pt x="17071" y="19025"/>
                  <a:pt x="17101" y="19054"/>
                </a:cubicBezTo>
                <a:cubicBezTo>
                  <a:pt x="17086" y="19113"/>
                  <a:pt x="17071" y="19157"/>
                  <a:pt x="17056" y="19202"/>
                </a:cubicBezTo>
                <a:cubicBezTo>
                  <a:pt x="17012" y="19172"/>
                  <a:pt x="16998" y="19128"/>
                  <a:pt x="16983" y="19099"/>
                </a:cubicBezTo>
                <a:cubicBezTo>
                  <a:pt x="16998" y="19040"/>
                  <a:pt x="16998" y="19010"/>
                  <a:pt x="17012" y="18951"/>
                </a:cubicBezTo>
                <a:close/>
                <a:moveTo>
                  <a:pt x="16527" y="19113"/>
                </a:moveTo>
                <a:cubicBezTo>
                  <a:pt x="16527" y="19128"/>
                  <a:pt x="16541" y="19143"/>
                  <a:pt x="16541" y="19172"/>
                </a:cubicBezTo>
                <a:lnTo>
                  <a:pt x="16541" y="19246"/>
                </a:lnTo>
                <a:cubicBezTo>
                  <a:pt x="16541" y="19231"/>
                  <a:pt x="16527" y="19202"/>
                  <a:pt x="16527" y="19187"/>
                </a:cubicBezTo>
                <a:lnTo>
                  <a:pt x="16527" y="19113"/>
                </a:lnTo>
                <a:close/>
                <a:moveTo>
                  <a:pt x="16659" y="19054"/>
                </a:moveTo>
                <a:cubicBezTo>
                  <a:pt x="16688" y="19099"/>
                  <a:pt x="16703" y="19113"/>
                  <a:pt x="16718" y="19157"/>
                </a:cubicBezTo>
                <a:cubicBezTo>
                  <a:pt x="16688" y="19187"/>
                  <a:pt x="16688" y="19216"/>
                  <a:pt x="16688" y="19246"/>
                </a:cubicBezTo>
                <a:cubicBezTo>
                  <a:pt x="16674" y="19202"/>
                  <a:pt x="16644" y="19187"/>
                  <a:pt x="16644" y="19157"/>
                </a:cubicBezTo>
                <a:cubicBezTo>
                  <a:pt x="16644" y="19113"/>
                  <a:pt x="16659" y="19084"/>
                  <a:pt x="16659" y="19054"/>
                </a:cubicBezTo>
                <a:close/>
                <a:moveTo>
                  <a:pt x="16836" y="19010"/>
                </a:moveTo>
                <a:cubicBezTo>
                  <a:pt x="16850" y="19040"/>
                  <a:pt x="16895" y="19084"/>
                  <a:pt x="16909" y="19113"/>
                </a:cubicBezTo>
                <a:cubicBezTo>
                  <a:pt x="16865" y="19157"/>
                  <a:pt x="16850" y="19187"/>
                  <a:pt x="16850" y="19246"/>
                </a:cubicBezTo>
                <a:lnTo>
                  <a:pt x="16792" y="19128"/>
                </a:lnTo>
                <a:cubicBezTo>
                  <a:pt x="16821" y="19099"/>
                  <a:pt x="16821" y="19040"/>
                  <a:pt x="16836" y="19010"/>
                </a:cubicBezTo>
                <a:close/>
                <a:moveTo>
                  <a:pt x="17866" y="9239"/>
                </a:moveTo>
                <a:cubicBezTo>
                  <a:pt x="18940" y="11593"/>
                  <a:pt x="19102" y="14492"/>
                  <a:pt x="18248" y="17244"/>
                </a:cubicBezTo>
                <a:cubicBezTo>
                  <a:pt x="18028" y="17951"/>
                  <a:pt x="17748" y="18672"/>
                  <a:pt x="17468" y="19349"/>
                </a:cubicBezTo>
                <a:cubicBezTo>
                  <a:pt x="17439" y="19319"/>
                  <a:pt x="17395" y="19275"/>
                  <a:pt x="17365" y="19231"/>
                </a:cubicBezTo>
                <a:cubicBezTo>
                  <a:pt x="17645" y="18495"/>
                  <a:pt x="17925" y="17715"/>
                  <a:pt x="18145" y="16921"/>
                </a:cubicBezTo>
                <a:cubicBezTo>
                  <a:pt x="18911" y="14257"/>
                  <a:pt x="18808" y="11505"/>
                  <a:pt x="17866" y="9239"/>
                </a:cubicBezTo>
                <a:close/>
                <a:moveTo>
                  <a:pt x="17159" y="19128"/>
                </a:moveTo>
                <a:cubicBezTo>
                  <a:pt x="17204" y="19172"/>
                  <a:pt x="17233" y="19202"/>
                  <a:pt x="17248" y="19246"/>
                </a:cubicBezTo>
                <a:cubicBezTo>
                  <a:pt x="17262" y="19260"/>
                  <a:pt x="17233" y="19275"/>
                  <a:pt x="17233" y="19305"/>
                </a:cubicBezTo>
                <a:cubicBezTo>
                  <a:pt x="17218" y="19334"/>
                  <a:pt x="17218" y="19378"/>
                  <a:pt x="17204" y="19408"/>
                </a:cubicBezTo>
                <a:cubicBezTo>
                  <a:pt x="17159" y="19378"/>
                  <a:pt x="17145" y="19334"/>
                  <a:pt x="17101" y="19275"/>
                </a:cubicBezTo>
                <a:cubicBezTo>
                  <a:pt x="17130" y="19216"/>
                  <a:pt x="17145" y="19172"/>
                  <a:pt x="17159" y="19128"/>
                </a:cubicBezTo>
                <a:close/>
                <a:moveTo>
                  <a:pt x="16497" y="19349"/>
                </a:moveTo>
                <a:cubicBezTo>
                  <a:pt x="16497" y="19378"/>
                  <a:pt x="16512" y="19378"/>
                  <a:pt x="16512" y="19393"/>
                </a:cubicBezTo>
                <a:lnTo>
                  <a:pt x="16512" y="19452"/>
                </a:lnTo>
                <a:cubicBezTo>
                  <a:pt x="16512" y="19422"/>
                  <a:pt x="16512" y="19422"/>
                  <a:pt x="16497" y="19408"/>
                </a:cubicBezTo>
                <a:lnTo>
                  <a:pt x="16497" y="19349"/>
                </a:lnTo>
                <a:close/>
                <a:moveTo>
                  <a:pt x="16762" y="19246"/>
                </a:moveTo>
                <a:cubicBezTo>
                  <a:pt x="16777" y="19275"/>
                  <a:pt x="16792" y="19319"/>
                  <a:pt x="16821" y="19334"/>
                </a:cubicBezTo>
                <a:cubicBezTo>
                  <a:pt x="16792" y="19378"/>
                  <a:pt x="16792" y="19408"/>
                  <a:pt x="16777" y="19452"/>
                </a:cubicBezTo>
                <a:cubicBezTo>
                  <a:pt x="16762" y="19408"/>
                  <a:pt x="16733" y="19378"/>
                  <a:pt x="16718" y="19349"/>
                </a:cubicBezTo>
                <a:cubicBezTo>
                  <a:pt x="16733" y="19334"/>
                  <a:pt x="16762" y="19305"/>
                  <a:pt x="16762" y="19246"/>
                </a:cubicBezTo>
                <a:close/>
                <a:moveTo>
                  <a:pt x="16939" y="19187"/>
                </a:moveTo>
                <a:cubicBezTo>
                  <a:pt x="16968" y="19216"/>
                  <a:pt x="16998" y="19260"/>
                  <a:pt x="17012" y="19305"/>
                </a:cubicBezTo>
                <a:cubicBezTo>
                  <a:pt x="16998" y="19349"/>
                  <a:pt x="16998" y="19408"/>
                  <a:pt x="16983" y="19452"/>
                </a:cubicBezTo>
                <a:cubicBezTo>
                  <a:pt x="16968" y="19408"/>
                  <a:pt x="16924" y="19378"/>
                  <a:pt x="16909" y="19334"/>
                </a:cubicBezTo>
                <a:cubicBezTo>
                  <a:pt x="16924" y="19275"/>
                  <a:pt x="16924" y="19246"/>
                  <a:pt x="16939" y="19187"/>
                </a:cubicBezTo>
                <a:close/>
                <a:moveTo>
                  <a:pt x="16615" y="19305"/>
                </a:moveTo>
                <a:cubicBezTo>
                  <a:pt x="16630" y="19319"/>
                  <a:pt x="16630" y="19349"/>
                  <a:pt x="16644" y="19378"/>
                </a:cubicBezTo>
                <a:cubicBezTo>
                  <a:pt x="16644" y="19408"/>
                  <a:pt x="16630" y="19422"/>
                  <a:pt x="16630" y="19466"/>
                </a:cubicBezTo>
                <a:cubicBezTo>
                  <a:pt x="16615" y="19452"/>
                  <a:pt x="16615" y="19408"/>
                  <a:pt x="16600" y="19393"/>
                </a:cubicBezTo>
                <a:cubicBezTo>
                  <a:pt x="16600" y="19349"/>
                  <a:pt x="16615" y="19334"/>
                  <a:pt x="16615" y="19305"/>
                </a:cubicBezTo>
                <a:close/>
                <a:moveTo>
                  <a:pt x="18101" y="9680"/>
                </a:moveTo>
                <a:lnTo>
                  <a:pt x="18101" y="9680"/>
                </a:lnTo>
                <a:cubicBezTo>
                  <a:pt x="19176" y="12020"/>
                  <a:pt x="19308" y="14919"/>
                  <a:pt x="18440" y="17553"/>
                </a:cubicBezTo>
                <a:cubicBezTo>
                  <a:pt x="18204" y="18230"/>
                  <a:pt x="17939" y="18893"/>
                  <a:pt x="17645" y="19540"/>
                </a:cubicBezTo>
                <a:lnTo>
                  <a:pt x="17513" y="19408"/>
                </a:lnTo>
                <a:cubicBezTo>
                  <a:pt x="17792" y="18716"/>
                  <a:pt x="18087" y="17995"/>
                  <a:pt x="18307" y="17259"/>
                </a:cubicBezTo>
                <a:cubicBezTo>
                  <a:pt x="19117" y="14669"/>
                  <a:pt x="19028" y="11946"/>
                  <a:pt x="18101" y="9680"/>
                </a:cubicBezTo>
                <a:close/>
                <a:moveTo>
                  <a:pt x="17336" y="19319"/>
                </a:moveTo>
                <a:lnTo>
                  <a:pt x="17439" y="19422"/>
                </a:lnTo>
                <a:cubicBezTo>
                  <a:pt x="17410" y="19496"/>
                  <a:pt x="17380" y="19555"/>
                  <a:pt x="17365" y="19614"/>
                </a:cubicBezTo>
                <a:cubicBezTo>
                  <a:pt x="17336" y="19569"/>
                  <a:pt x="17292" y="19540"/>
                  <a:pt x="17277" y="19481"/>
                </a:cubicBezTo>
                <a:cubicBezTo>
                  <a:pt x="17292" y="19422"/>
                  <a:pt x="17307" y="19393"/>
                  <a:pt x="17336" y="19334"/>
                </a:cubicBezTo>
                <a:lnTo>
                  <a:pt x="17336" y="19319"/>
                </a:lnTo>
                <a:close/>
                <a:moveTo>
                  <a:pt x="17086" y="19393"/>
                </a:moveTo>
                <a:cubicBezTo>
                  <a:pt x="17130" y="19422"/>
                  <a:pt x="17145" y="19466"/>
                  <a:pt x="17174" y="19496"/>
                </a:cubicBezTo>
                <a:cubicBezTo>
                  <a:pt x="17145" y="19555"/>
                  <a:pt x="17130" y="19584"/>
                  <a:pt x="17101" y="19643"/>
                </a:cubicBezTo>
                <a:cubicBezTo>
                  <a:pt x="17086" y="19614"/>
                  <a:pt x="17056" y="19569"/>
                  <a:pt x="17027" y="19540"/>
                </a:cubicBezTo>
                <a:cubicBezTo>
                  <a:pt x="17056" y="19481"/>
                  <a:pt x="17071" y="19422"/>
                  <a:pt x="17086" y="19393"/>
                </a:cubicBezTo>
                <a:close/>
                <a:moveTo>
                  <a:pt x="16895" y="19452"/>
                </a:moveTo>
                <a:cubicBezTo>
                  <a:pt x="16909" y="19481"/>
                  <a:pt x="16924" y="19525"/>
                  <a:pt x="16968" y="19555"/>
                </a:cubicBezTo>
                <a:cubicBezTo>
                  <a:pt x="16924" y="19584"/>
                  <a:pt x="16924" y="19628"/>
                  <a:pt x="16909" y="19687"/>
                </a:cubicBezTo>
                <a:lnTo>
                  <a:pt x="16850" y="19569"/>
                </a:lnTo>
                <a:cubicBezTo>
                  <a:pt x="16865" y="19540"/>
                  <a:pt x="16865" y="19481"/>
                  <a:pt x="16895" y="19452"/>
                </a:cubicBezTo>
                <a:close/>
                <a:moveTo>
                  <a:pt x="16571" y="19555"/>
                </a:moveTo>
                <a:cubicBezTo>
                  <a:pt x="16571" y="19569"/>
                  <a:pt x="16600" y="19584"/>
                  <a:pt x="16600" y="19614"/>
                </a:cubicBezTo>
                <a:cubicBezTo>
                  <a:pt x="16600" y="19643"/>
                  <a:pt x="16571" y="19672"/>
                  <a:pt x="16571" y="19702"/>
                </a:cubicBezTo>
                <a:cubicBezTo>
                  <a:pt x="16571" y="19687"/>
                  <a:pt x="16556" y="19672"/>
                  <a:pt x="16556" y="19643"/>
                </a:cubicBezTo>
                <a:cubicBezTo>
                  <a:pt x="16556" y="19614"/>
                  <a:pt x="16556" y="19584"/>
                  <a:pt x="16571" y="19555"/>
                </a:cubicBezTo>
                <a:close/>
                <a:moveTo>
                  <a:pt x="16703" y="19496"/>
                </a:moveTo>
                <a:cubicBezTo>
                  <a:pt x="16718" y="19540"/>
                  <a:pt x="16747" y="19555"/>
                  <a:pt x="16762" y="19584"/>
                </a:cubicBezTo>
                <a:cubicBezTo>
                  <a:pt x="16747" y="19628"/>
                  <a:pt x="16747" y="19672"/>
                  <a:pt x="16718" y="19702"/>
                </a:cubicBezTo>
                <a:cubicBezTo>
                  <a:pt x="16703" y="19672"/>
                  <a:pt x="16688" y="19643"/>
                  <a:pt x="16688" y="19614"/>
                </a:cubicBezTo>
                <a:cubicBezTo>
                  <a:pt x="16688" y="19569"/>
                  <a:pt x="16703" y="19540"/>
                  <a:pt x="16703" y="19496"/>
                </a:cubicBezTo>
                <a:close/>
                <a:moveTo>
                  <a:pt x="18322" y="9886"/>
                </a:moveTo>
                <a:lnTo>
                  <a:pt x="18322" y="9886"/>
                </a:lnTo>
                <a:cubicBezTo>
                  <a:pt x="19426" y="12285"/>
                  <a:pt x="19573" y="15228"/>
                  <a:pt x="18631" y="17862"/>
                </a:cubicBezTo>
                <a:cubicBezTo>
                  <a:pt x="18410" y="18510"/>
                  <a:pt x="18145" y="19113"/>
                  <a:pt x="17851" y="19717"/>
                </a:cubicBezTo>
                <a:cubicBezTo>
                  <a:pt x="17807" y="19687"/>
                  <a:pt x="17748" y="19643"/>
                  <a:pt x="17719" y="19599"/>
                </a:cubicBezTo>
                <a:cubicBezTo>
                  <a:pt x="18013" y="18937"/>
                  <a:pt x="18293" y="18274"/>
                  <a:pt x="18528" y="17568"/>
                </a:cubicBezTo>
                <a:cubicBezTo>
                  <a:pt x="19367" y="15007"/>
                  <a:pt x="19279" y="12197"/>
                  <a:pt x="18322" y="9886"/>
                </a:cubicBezTo>
                <a:close/>
                <a:moveTo>
                  <a:pt x="17498" y="19496"/>
                </a:moveTo>
                <a:lnTo>
                  <a:pt x="17630" y="19628"/>
                </a:lnTo>
                <a:cubicBezTo>
                  <a:pt x="17586" y="19687"/>
                  <a:pt x="17571" y="19746"/>
                  <a:pt x="17527" y="19790"/>
                </a:cubicBezTo>
                <a:cubicBezTo>
                  <a:pt x="17498" y="19761"/>
                  <a:pt x="17454" y="19717"/>
                  <a:pt x="17424" y="19672"/>
                </a:cubicBezTo>
                <a:cubicBezTo>
                  <a:pt x="17439" y="19614"/>
                  <a:pt x="17483" y="19555"/>
                  <a:pt x="17498" y="19496"/>
                </a:cubicBezTo>
                <a:close/>
                <a:moveTo>
                  <a:pt x="17233" y="19555"/>
                </a:moveTo>
                <a:cubicBezTo>
                  <a:pt x="17277" y="19584"/>
                  <a:pt x="17307" y="19628"/>
                  <a:pt x="17336" y="19672"/>
                </a:cubicBezTo>
                <a:cubicBezTo>
                  <a:pt x="17307" y="19746"/>
                  <a:pt x="17292" y="19790"/>
                  <a:pt x="17277" y="19834"/>
                </a:cubicBezTo>
                <a:cubicBezTo>
                  <a:pt x="17233" y="19820"/>
                  <a:pt x="17204" y="19775"/>
                  <a:pt x="17189" y="19717"/>
                </a:cubicBezTo>
                <a:lnTo>
                  <a:pt x="17233" y="19555"/>
                </a:lnTo>
                <a:close/>
                <a:moveTo>
                  <a:pt x="17277" y="19834"/>
                </a:moveTo>
                <a:cubicBezTo>
                  <a:pt x="17277" y="19842"/>
                  <a:pt x="17273" y="19845"/>
                  <a:pt x="17272" y="19845"/>
                </a:cubicBezTo>
                <a:cubicBezTo>
                  <a:pt x="17270" y="19845"/>
                  <a:pt x="17270" y="19842"/>
                  <a:pt x="17277" y="19834"/>
                </a:cubicBezTo>
                <a:close/>
                <a:moveTo>
                  <a:pt x="16998" y="19628"/>
                </a:moveTo>
                <a:cubicBezTo>
                  <a:pt x="17012" y="19672"/>
                  <a:pt x="17056" y="19702"/>
                  <a:pt x="17071" y="19746"/>
                </a:cubicBezTo>
                <a:cubicBezTo>
                  <a:pt x="17071" y="19790"/>
                  <a:pt x="17056" y="19849"/>
                  <a:pt x="17042" y="19893"/>
                </a:cubicBezTo>
                <a:cubicBezTo>
                  <a:pt x="17012" y="19849"/>
                  <a:pt x="16983" y="19820"/>
                  <a:pt x="16968" y="19775"/>
                </a:cubicBezTo>
                <a:cubicBezTo>
                  <a:pt x="16983" y="19717"/>
                  <a:pt x="16998" y="19687"/>
                  <a:pt x="16998" y="19628"/>
                </a:cubicBezTo>
                <a:close/>
                <a:moveTo>
                  <a:pt x="16541" y="19820"/>
                </a:moveTo>
                <a:cubicBezTo>
                  <a:pt x="16541" y="19834"/>
                  <a:pt x="16556" y="19849"/>
                  <a:pt x="16556" y="19849"/>
                </a:cubicBezTo>
                <a:cubicBezTo>
                  <a:pt x="16556" y="19864"/>
                  <a:pt x="16556" y="19879"/>
                  <a:pt x="16541" y="19908"/>
                </a:cubicBezTo>
                <a:cubicBezTo>
                  <a:pt x="16541" y="19893"/>
                  <a:pt x="16541" y="19864"/>
                  <a:pt x="16527" y="19864"/>
                </a:cubicBezTo>
                <a:cubicBezTo>
                  <a:pt x="16541" y="19849"/>
                  <a:pt x="16541" y="19834"/>
                  <a:pt x="16541" y="19820"/>
                </a:cubicBezTo>
                <a:close/>
                <a:moveTo>
                  <a:pt x="16821" y="19672"/>
                </a:moveTo>
                <a:cubicBezTo>
                  <a:pt x="16836" y="19702"/>
                  <a:pt x="16850" y="19746"/>
                  <a:pt x="16865" y="19761"/>
                </a:cubicBezTo>
                <a:cubicBezTo>
                  <a:pt x="16850" y="19834"/>
                  <a:pt x="16850" y="19864"/>
                  <a:pt x="16836" y="19908"/>
                </a:cubicBezTo>
                <a:lnTo>
                  <a:pt x="16777" y="19790"/>
                </a:lnTo>
                <a:cubicBezTo>
                  <a:pt x="16792" y="19761"/>
                  <a:pt x="16792" y="19702"/>
                  <a:pt x="16821" y="19672"/>
                </a:cubicBezTo>
                <a:close/>
                <a:moveTo>
                  <a:pt x="18543" y="10210"/>
                </a:moveTo>
                <a:cubicBezTo>
                  <a:pt x="19676" y="12638"/>
                  <a:pt x="19808" y="15567"/>
                  <a:pt x="18822" y="18201"/>
                </a:cubicBezTo>
                <a:cubicBezTo>
                  <a:pt x="18602" y="18775"/>
                  <a:pt x="18322" y="19349"/>
                  <a:pt x="18042" y="19908"/>
                </a:cubicBezTo>
                <a:cubicBezTo>
                  <a:pt x="17998" y="19864"/>
                  <a:pt x="17954" y="19834"/>
                  <a:pt x="17895" y="19775"/>
                </a:cubicBezTo>
                <a:cubicBezTo>
                  <a:pt x="18190" y="19172"/>
                  <a:pt x="18469" y="18539"/>
                  <a:pt x="18705" y="17907"/>
                </a:cubicBezTo>
                <a:cubicBezTo>
                  <a:pt x="19617" y="15361"/>
                  <a:pt x="19514" y="12564"/>
                  <a:pt x="18543" y="10210"/>
                </a:cubicBezTo>
                <a:close/>
                <a:moveTo>
                  <a:pt x="16674" y="19746"/>
                </a:moveTo>
                <a:cubicBezTo>
                  <a:pt x="16688" y="19761"/>
                  <a:pt x="16688" y="19790"/>
                  <a:pt x="16703" y="19820"/>
                </a:cubicBezTo>
                <a:cubicBezTo>
                  <a:pt x="16703" y="19849"/>
                  <a:pt x="16688" y="19893"/>
                  <a:pt x="16688" y="19923"/>
                </a:cubicBezTo>
                <a:cubicBezTo>
                  <a:pt x="16674" y="19908"/>
                  <a:pt x="16674" y="19864"/>
                  <a:pt x="16644" y="19849"/>
                </a:cubicBezTo>
                <a:cubicBezTo>
                  <a:pt x="16644" y="19820"/>
                  <a:pt x="16644" y="19775"/>
                  <a:pt x="16674" y="19746"/>
                </a:cubicBezTo>
                <a:close/>
                <a:moveTo>
                  <a:pt x="17660" y="19672"/>
                </a:moveTo>
                <a:lnTo>
                  <a:pt x="17778" y="19775"/>
                </a:lnTo>
                <a:lnTo>
                  <a:pt x="17792" y="19790"/>
                </a:lnTo>
                <a:cubicBezTo>
                  <a:pt x="17778" y="19864"/>
                  <a:pt x="17748" y="19923"/>
                  <a:pt x="17719" y="19982"/>
                </a:cubicBezTo>
                <a:lnTo>
                  <a:pt x="17586" y="19849"/>
                </a:lnTo>
                <a:cubicBezTo>
                  <a:pt x="17601" y="19790"/>
                  <a:pt x="17645" y="19746"/>
                  <a:pt x="17660" y="19672"/>
                </a:cubicBezTo>
                <a:close/>
                <a:moveTo>
                  <a:pt x="17365" y="19761"/>
                </a:moveTo>
                <a:cubicBezTo>
                  <a:pt x="17410" y="19790"/>
                  <a:pt x="17439" y="19834"/>
                  <a:pt x="17468" y="19879"/>
                </a:cubicBezTo>
                <a:cubicBezTo>
                  <a:pt x="17468" y="19937"/>
                  <a:pt x="17439" y="19996"/>
                  <a:pt x="17424" y="20055"/>
                </a:cubicBezTo>
                <a:cubicBezTo>
                  <a:pt x="17380" y="20011"/>
                  <a:pt x="17351" y="19982"/>
                  <a:pt x="17307" y="19923"/>
                </a:cubicBezTo>
                <a:cubicBezTo>
                  <a:pt x="17307" y="19908"/>
                  <a:pt x="17336" y="19893"/>
                  <a:pt x="17336" y="19864"/>
                </a:cubicBezTo>
                <a:cubicBezTo>
                  <a:pt x="17351" y="19834"/>
                  <a:pt x="17365" y="19790"/>
                  <a:pt x="17365" y="19761"/>
                </a:cubicBezTo>
                <a:close/>
                <a:moveTo>
                  <a:pt x="18852" y="10769"/>
                </a:moveTo>
                <a:cubicBezTo>
                  <a:pt x="19911" y="13153"/>
                  <a:pt x="20000" y="16023"/>
                  <a:pt x="19028" y="18510"/>
                </a:cubicBezTo>
                <a:cubicBezTo>
                  <a:pt x="18808" y="19040"/>
                  <a:pt x="18543" y="19555"/>
                  <a:pt x="18263" y="20070"/>
                </a:cubicBezTo>
                <a:cubicBezTo>
                  <a:pt x="18219" y="20040"/>
                  <a:pt x="18160" y="19996"/>
                  <a:pt x="18116" y="19967"/>
                </a:cubicBezTo>
                <a:cubicBezTo>
                  <a:pt x="18410" y="19393"/>
                  <a:pt x="18690" y="18819"/>
                  <a:pt x="18911" y="18230"/>
                </a:cubicBezTo>
                <a:cubicBezTo>
                  <a:pt x="19838" y="15787"/>
                  <a:pt x="19794" y="13080"/>
                  <a:pt x="18852" y="10769"/>
                </a:cubicBezTo>
                <a:close/>
                <a:moveTo>
                  <a:pt x="17145" y="19834"/>
                </a:moveTo>
                <a:cubicBezTo>
                  <a:pt x="17189" y="19864"/>
                  <a:pt x="17204" y="19908"/>
                  <a:pt x="17233" y="19937"/>
                </a:cubicBezTo>
                <a:cubicBezTo>
                  <a:pt x="17204" y="19996"/>
                  <a:pt x="17189" y="20040"/>
                  <a:pt x="17159" y="20085"/>
                </a:cubicBezTo>
                <a:cubicBezTo>
                  <a:pt x="17145" y="20055"/>
                  <a:pt x="17115" y="20011"/>
                  <a:pt x="17086" y="19982"/>
                </a:cubicBezTo>
                <a:cubicBezTo>
                  <a:pt x="17101" y="19923"/>
                  <a:pt x="17130" y="19864"/>
                  <a:pt x="17145" y="19834"/>
                </a:cubicBezTo>
                <a:close/>
                <a:moveTo>
                  <a:pt x="16615" y="19996"/>
                </a:moveTo>
                <a:cubicBezTo>
                  <a:pt x="16615" y="20011"/>
                  <a:pt x="16630" y="20040"/>
                  <a:pt x="16630" y="20070"/>
                </a:cubicBezTo>
                <a:cubicBezTo>
                  <a:pt x="16630" y="20085"/>
                  <a:pt x="16615" y="20129"/>
                  <a:pt x="16615" y="20143"/>
                </a:cubicBezTo>
                <a:cubicBezTo>
                  <a:pt x="16615" y="20129"/>
                  <a:pt x="16600" y="20114"/>
                  <a:pt x="16600" y="20070"/>
                </a:cubicBezTo>
                <a:cubicBezTo>
                  <a:pt x="16600" y="20055"/>
                  <a:pt x="16615" y="20011"/>
                  <a:pt x="16615" y="19996"/>
                </a:cubicBezTo>
                <a:close/>
                <a:moveTo>
                  <a:pt x="16762" y="19923"/>
                </a:moveTo>
                <a:cubicBezTo>
                  <a:pt x="16762" y="19952"/>
                  <a:pt x="16777" y="19996"/>
                  <a:pt x="16792" y="20011"/>
                </a:cubicBezTo>
                <a:cubicBezTo>
                  <a:pt x="16777" y="20055"/>
                  <a:pt x="16777" y="20085"/>
                  <a:pt x="16762" y="20143"/>
                </a:cubicBezTo>
                <a:cubicBezTo>
                  <a:pt x="16747" y="20114"/>
                  <a:pt x="16747" y="20085"/>
                  <a:pt x="16718" y="20055"/>
                </a:cubicBezTo>
                <a:cubicBezTo>
                  <a:pt x="16733" y="20011"/>
                  <a:pt x="16733" y="19982"/>
                  <a:pt x="16762" y="19923"/>
                </a:cubicBezTo>
                <a:close/>
                <a:moveTo>
                  <a:pt x="16924" y="19893"/>
                </a:moveTo>
                <a:cubicBezTo>
                  <a:pt x="16939" y="19923"/>
                  <a:pt x="16968" y="19967"/>
                  <a:pt x="16998" y="19996"/>
                </a:cubicBezTo>
                <a:cubicBezTo>
                  <a:pt x="16983" y="20055"/>
                  <a:pt x="16968" y="20085"/>
                  <a:pt x="16939" y="20143"/>
                </a:cubicBezTo>
                <a:lnTo>
                  <a:pt x="16895" y="20040"/>
                </a:lnTo>
                <a:cubicBezTo>
                  <a:pt x="16909" y="19982"/>
                  <a:pt x="16909" y="19923"/>
                  <a:pt x="16924" y="19893"/>
                </a:cubicBezTo>
                <a:close/>
                <a:moveTo>
                  <a:pt x="17881" y="19849"/>
                </a:moveTo>
                <a:cubicBezTo>
                  <a:pt x="17939" y="19893"/>
                  <a:pt x="17969" y="19923"/>
                  <a:pt x="18028" y="19967"/>
                </a:cubicBezTo>
                <a:cubicBezTo>
                  <a:pt x="17969" y="20040"/>
                  <a:pt x="17939" y="20114"/>
                  <a:pt x="17925" y="20158"/>
                </a:cubicBezTo>
                <a:cubicBezTo>
                  <a:pt x="17881" y="20129"/>
                  <a:pt x="17822" y="20085"/>
                  <a:pt x="17792" y="20040"/>
                </a:cubicBezTo>
                <a:cubicBezTo>
                  <a:pt x="17822" y="19982"/>
                  <a:pt x="17836" y="19908"/>
                  <a:pt x="17881" y="19849"/>
                </a:cubicBezTo>
                <a:close/>
                <a:moveTo>
                  <a:pt x="17557" y="19923"/>
                </a:moveTo>
                <a:cubicBezTo>
                  <a:pt x="17586" y="19952"/>
                  <a:pt x="17630" y="19996"/>
                  <a:pt x="17660" y="20055"/>
                </a:cubicBezTo>
                <a:cubicBezTo>
                  <a:pt x="17645" y="20129"/>
                  <a:pt x="17630" y="20188"/>
                  <a:pt x="17586" y="20232"/>
                </a:cubicBezTo>
                <a:cubicBezTo>
                  <a:pt x="17557" y="20202"/>
                  <a:pt x="17513" y="20158"/>
                  <a:pt x="17483" y="20114"/>
                </a:cubicBezTo>
                <a:cubicBezTo>
                  <a:pt x="17498" y="20055"/>
                  <a:pt x="17527" y="19996"/>
                  <a:pt x="17557" y="19923"/>
                </a:cubicBezTo>
                <a:close/>
                <a:moveTo>
                  <a:pt x="18940" y="10813"/>
                </a:moveTo>
                <a:cubicBezTo>
                  <a:pt x="20162" y="13300"/>
                  <a:pt x="20279" y="16288"/>
                  <a:pt x="19205" y="18819"/>
                </a:cubicBezTo>
                <a:cubicBezTo>
                  <a:pt x="18999" y="19305"/>
                  <a:pt x="18764" y="19775"/>
                  <a:pt x="18484" y="20232"/>
                </a:cubicBezTo>
                <a:lnTo>
                  <a:pt x="18322" y="20129"/>
                </a:lnTo>
                <a:cubicBezTo>
                  <a:pt x="18602" y="19614"/>
                  <a:pt x="18867" y="19099"/>
                  <a:pt x="19073" y="18539"/>
                </a:cubicBezTo>
                <a:cubicBezTo>
                  <a:pt x="20044" y="16096"/>
                  <a:pt x="19970" y="13227"/>
                  <a:pt x="18940" y="10813"/>
                </a:cubicBezTo>
                <a:close/>
                <a:moveTo>
                  <a:pt x="17292" y="19996"/>
                </a:moveTo>
                <a:cubicBezTo>
                  <a:pt x="17336" y="20040"/>
                  <a:pt x="17365" y="20070"/>
                  <a:pt x="17380" y="20129"/>
                </a:cubicBezTo>
                <a:cubicBezTo>
                  <a:pt x="17365" y="20188"/>
                  <a:pt x="17336" y="20232"/>
                  <a:pt x="17307" y="20291"/>
                </a:cubicBezTo>
                <a:cubicBezTo>
                  <a:pt x="17277" y="20261"/>
                  <a:pt x="17262" y="20217"/>
                  <a:pt x="17218" y="20158"/>
                </a:cubicBezTo>
                <a:cubicBezTo>
                  <a:pt x="17233" y="20114"/>
                  <a:pt x="17262" y="20055"/>
                  <a:pt x="17292" y="19996"/>
                </a:cubicBezTo>
                <a:close/>
                <a:moveTo>
                  <a:pt x="17056" y="20070"/>
                </a:moveTo>
                <a:cubicBezTo>
                  <a:pt x="17071" y="20099"/>
                  <a:pt x="17101" y="20143"/>
                  <a:pt x="17130" y="20173"/>
                </a:cubicBezTo>
                <a:cubicBezTo>
                  <a:pt x="17101" y="20232"/>
                  <a:pt x="17086" y="20291"/>
                  <a:pt x="17071" y="20320"/>
                </a:cubicBezTo>
                <a:cubicBezTo>
                  <a:pt x="17056" y="20291"/>
                  <a:pt x="17012" y="20246"/>
                  <a:pt x="16998" y="20217"/>
                </a:cubicBezTo>
                <a:cubicBezTo>
                  <a:pt x="17012" y="20158"/>
                  <a:pt x="17042" y="20129"/>
                  <a:pt x="17056" y="20070"/>
                </a:cubicBezTo>
                <a:close/>
                <a:moveTo>
                  <a:pt x="18087" y="20011"/>
                </a:moveTo>
                <a:cubicBezTo>
                  <a:pt x="18131" y="20055"/>
                  <a:pt x="18190" y="20085"/>
                  <a:pt x="18234" y="20129"/>
                </a:cubicBezTo>
                <a:cubicBezTo>
                  <a:pt x="18190" y="20202"/>
                  <a:pt x="18160" y="20246"/>
                  <a:pt x="18116" y="20320"/>
                </a:cubicBezTo>
                <a:cubicBezTo>
                  <a:pt x="18072" y="20291"/>
                  <a:pt x="18013" y="20261"/>
                  <a:pt x="17969" y="20217"/>
                </a:cubicBezTo>
                <a:cubicBezTo>
                  <a:pt x="18013" y="20143"/>
                  <a:pt x="18042" y="20085"/>
                  <a:pt x="18087" y="20011"/>
                </a:cubicBezTo>
                <a:close/>
                <a:moveTo>
                  <a:pt x="16571" y="20261"/>
                </a:moveTo>
                <a:cubicBezTo>
                  <a:pt x="16571" y="20276"/>
                  <a:pt x="16600" y="20291"/>
                  <a:pt x="16600" y="20291"/>
                </a:cubicBezTo>
                <a:cubicBezTo>
                  <a:pt x="16600" y="20305"/>
                  <a:pt x="16571" y="20320"/>
                  <a:pt x="16571" y="20349"/>
                </a:cubicBezTo>
                <a:cubicBezTo>
                  <a:pt x="16571" y="20335"/>
                  <a:pt x="16571" y="20305"/>
                  <a:pt x="16556" y="20305"/>
                </a:cubicBezTo>
                <a:cubicBezTo>
                  <a:pt x="16556" y="20291"/>
                  <a:pt x="16556" y="20276"/>
                  <a:pt x="16571" y="20261"/>
                </a:cubicBezTo>
                <a:close/>
                <a:moveTo>
                  <a:pt x="16836" y="20129"/>
                </a:moveTo>
                <a:cubicBezTo>
                  <a:pt x="16865" y="20158"/>
                  <a:pt x="16895" y="20202"/>
                  <a:pt x="16909" y="20232"/>
                </a:cubicBezTo>
                <a:cubicBezTo>
                  <a:pt x="16895" y="20276"/>
                  <a:pt x="16865" y="20320"/>
                  <a:pt x="16850" y="20364"/>
                </a:cubicBezTo>
                <a:lnTo>
                  <a:pt x="16792" y="20246"/>
                </a:lnTo>
                <a:cubicBezTo>
                  <a:pt x="16821" y="20217"/>
                  <a:pt x="16821" y="20158"/>
                  <a:pt x="16836" y="20129"/>
                </a:cubicBezTo>
                <a:close/>
                <a:moveTo>
                  <a:pt x="16659" y="20188"/>
                </a:moveTo>
                <a:cubicBezTo>
                  <a:pt x="16703" y="20217"/>
                  <a:pt x="16718" y="20232"/>
                  <a:pt x="16718" y="20276"/>
                </a:cubicBezTo>
                <a:cubicBezTo>
                  <a:pt x="16703" y="20305"/>
                  <a:pt x="16703" y="20349"/>
                  <a:pt x="16688" y="20379"/>
                </a:cubicBezTo>
                <a:cubicBezTo>
                  <a:pt x="16674" y="20349"/>
                  <a:pt x="16674" y="20320"/>
                  <a:pt x="16644" y="20291"/>
                </a:cubicBezTo>
                <a:cubicBezTo>
                  <a:pt x="16644" y="20261"/>
                  <a:pt x="16659" y="20217"/>
                  <a:pt x="16659" y="20188"/>
                </a:cubicBezTo>
                <a:close/>
                <a:moveTo>
                  <a:pt x="17733" y="20129"/>
                </a:moveTo>
                <a:cubicBezTo>
                  <a:pt x="17778" y="20158"/>
                  <a:pt x="17822" y="20202"/>
                  <a:pt x="17866" y="20246"/>
                </a:cubicBezTo>
                <a:cubicBezTo>
                  <a:pt x="17822" y="20305"/>
                  <a:pt x="17792" y="20379"/>
                  <a:pt x="17778" y="20438"/>
                </a:cubicBezTo>
                <a:cubicBezTo>
                  <a:pt x="17733" y="20379"/>
                  <a:pt x="17675" y="20349"/>
                  <a:pt x="17645" y="20305"/>
                </a:cubicBezTo>
                <a:cubicBezTo>
                  <a:pt x="17675" y="20246"/>
                  <a:pt x="17704" y="20188"/>
                  <a:pt x="17733" y="20129"/>
                </a:cubicBezTo>
                <a:close/>
                <a:moveTo>
                  <a:pt x="18293" y="20188"/>
                </a:moveTo>
                <a:lnTo>
                  <a:pt x="18454" y="20291"/>
                </a:lnTo>
                <a:cubicBezTo>
                  <a:pt x="18410" y="20364"/>
                  <a:pt x="18381" y="20438"/>
                  <a:pt x="18322" y="20497"/>
                </a:cubicBezTo>
                <a:cubicBezTo>
                  <a:pt x="18293" y="20482"/>
                  <a:pt x="18234" y="20438"/>
                  <a:pt x="18175" y="20379"/>
                </a:cubicBezTo>
                <a:cubicBezTo>
                  <a:pt x="18219" y="20305"/>
                  <a:pt x="18248" y="20261"/>
                  <a:pt x="18293" y="20188"/>
                </a:cubicBezTo>
                <a:close/>
                <a:moveTo>
                  <a:pt x="17439" y="20202"/>
                </a:moveTo>
                <a:cubicBezTo>
                  <a:pt x="17483" y="20232"/>
                  <a:pt x="17513" y="20276"/>
                  <a:pt x="17557" y="20320"/>
                </a:cubicBezTo>
                <a:cubicBezTo>
                  <a:pt x="17513" y="20379"/>
                  <a:pt x="17498" y="20438"/>
                  <a:pt x="17454" y="20511"/>
                </a:cubicBezTo>
                <a:cubicBezTo>
                  <a:pt x="17424" y="20452"/>
                  <a:pt x="17410" y="20408"/>
                  <a:pt x="17365" y="20364"/>
                </a:cubicBezTo>
                <a:cubicBezTo>
                  <a:pt x="17380" y="20305"/>
                  <a:pt x="17424" y="20261"/>
                  <a:pt x="17439" y="20202"/>
                </a:cubicBezTo>
                <a:close/>
                <a:moveTo>
                  <a:pt x="17189" y="20261"/>
                </a:moveTo>
                <a:cubicBezTo>
                  <a:pt x="17218" y="20291"/>
                  <a:pt x="17233" y="20335"/>
                  <a:pt x="17277" y="20364"/>
                </a:cubicBezTo>
                <a:cubicBezTo>
                  <a:pt x="17262" y="20423"/>
                  <a:pt x="17218" y="20482"/>
                  <a:pt x="17204" y="20526"/>
                </a:cubicBezTo>
                <a:cubicBezTo>
                  <a:pt x="17189" y="20497"/>
                  <a:pt x="17145" y="20452"/>
                  <a:pt x="17130" y="20408"/>
                </a:cubicBezTo>
                <a:cubicBezTo>
                  <a:pt x="17145" y="20364"/>
                  <a:pt x="17159" y="20305"/>
                  <a:pt x="17189" y="20261"/>
                </a:cubicBezTo>
                <a:close/>
                <a:moveTo>
                  <a:pt x="16968" y="20305"/>
                </a:moveTo>
                <a:cubicBezTo>
                  <a:pt x="16983" y="20349"/>
                  <a:pt x="16998" y="20379"/>
                  <a:pt x="17042" y="20423"/>
                </a:cubicBezTo>
                <a:cubicBezTo>
                  <a:pt x="17012" y="20482"/>
                  <a:pt x="16983" y="20526"/>
                  <a:pt x="16968" y="20570"/>
                </a:cubicBezTo>
                <a:lnTo>
                  <a:pt x="16909" y="20452"/>
                </a:lnTo>
                <a:cubicBezTo>
                  <a:pt x="16924" y="20408"/>
                  <a:pt x="16939" y="20364"/>
                  <a:pt x="16968" y="20305"/>
                </a:cubicBezTo>
                <a:close/>
                <a:moveTo>
                  <a:pt x="16630" y="20438"/>
                </a:moveTo>
                <a:cubicBezTo>
                  <a:pt x="16630" y="20452"/>
                  <a:pt x="16644" y="20482"/>
                  <a:pt x="16644" y="20511"/>
                </a:cubicBezTo>
                <a:cubicBezTo>
                  <a:pt x="16644" y="20555"/>
                  <a:pt x="16630" y="20570"/>
                  <a:pt x="16630" y="20600"/>
                </a:cubicBezTo>
                <a:cubicBezTo>
                  <a:pt x="16630" y="20585"/>
                  <a:pt x="16615" y="20570"/>
                  <a:pt x="16615" y="20526"/>
                </a:cubicBezTo>
                <a:cubicBezTo>
                  <a:pt x="16615" y="20497"/>
                  <a:pt x="16630" y="20452"/>
                  <a:pt x="16630" y="20438"/>
                </a:cubicBezTo>
                <a:close/>
                <a:moveTo>
                  <a:pt x="16792" y="20408"/>
                </a:moveTo>
                <a:lnTo>
                  <a:pt x="16836" y="20482"/>
                </a:lnTo>
                <a:cubicBezTo>
                  <a:pt x="16821" y="20511"/>
                  <a:pt x="16792" y="20555"/>
                  <a:pt x="16792" y="20600"/>
                </a:cubicBezTo>
                <a:cubicBezTo>
                  <a:pt x="16777" y="20570"/>
                  <a:pt x="16777" y="20541"/>
                  <a:pt x="16762" y="20511"/>
                </a:cubicBezTo>
                <a:cubicBezTo>
                  <a:pt x="16777" y="20482"/>
                  <a:pt x="16777" y="20438"/>
                  <a:pt x="16792" y="20408"/>
                </a:cubicBezTo>
                <a:close/>
                <a:moveTo>
                  <a:pt x="17939" y="20291"/>
                </a:moveTo>
                <a:cubicBezTo>
                  <a:pt x="17984" y="20320"/>
                  <a:pt x="18028" y="20364"/>
                  <a:pt x="18087" y="20408"/>
                </a:cubicBezTo>
                <a:cubicBezTo>
                  <a:pt x="18042" y="20482"/>
                  <a:pt x="18013" y="20526"/>
                  <a:pt x="17969" y="20600"/>
                </a:cubicBezTo>
                <a:cubicBezTo>
                  <a:pt x="17925" y="20570"/>
                  <a:pt x="17866" y="20526"/>
                  <a:pt x="17822" y="20482"/>
                </a:cubicBezTo>
                <a:cubicBezTo>
                  <a:pt x="17866" y="20423"/>
                  <a:pt x="17895" y="20349"/>
                  <a:pt x="17939" y="20291"/>
                </a:cubicBezTo>
                <a:close/>
                <a:moveTo>
                  <a:pt x="17601" y="20379"/>
                </a:moveTo>
                <a:lnTo>
                  <a:pt x="17733" y="20511"/>
                </a:lnTo>
                <a:cubicBezTo>
                  <a:pt x="17704" y="20570"/>
                  <a:pt x="17660" y="20644"/>
                  <a:pt x="17645" y="20688"/>
                </a:cubicBezTo>
                <a:lnTo>
                  <a:pt x="17513" y="20570"/>
                </a:lnTo>
                <a:cubicBezTo>
                  <a:pt x="17557" y="20511"/>
                  <a:pt x="17571" y="20438"/>
                  <a:pt x="17601" y="20379"/>
                </a:cubicBezTo>
                <a:close/>
                <a:moveTo>
                  <a:pt x="17336" y="20452"/>
                </a:moveTo>
                <a:cubicBezTo>
                  <a:pt x="17365" y="20497"/>
                  <a:pt x="17380" y="20526"/>
                  <a:pt x="17424" y="20570"/>
                </a:cubicBezTo>
                <a:cubicBezTo>
                  <a:pt x="17380" y="20629"/>
                  <a:pt x="17365" y="20673"/>
                  <a:pt x="17336" y="20732"/>
                </a:cubicBezTo>
                <a:cubicBezTo>
                  <a:pt x="17292" y="20703"/>
                  <a:pt x="17277" y="20658"/>
                  <a:pt x="17233" y="20600"/>
                </a:cubicBezTo>
                <a:cubicBezTo>
                  <a:pt x="17277" y="20570"/>
                  <a:pt x="17292" y="20511"/>
                  <a:pt x="17336" y="20452"/>
                </a:cubicBezTo>
                <a:close/>
                <a:moveTo>
                  <a:pt x="17071" y="20511"/>
                </a:moveTo>
                <a:cubicBezTo>
                  <a:pt x="17086" y="20541"/>
                  <a:pt x="17130" y="20585"/>
                  <a:pt x="17145" y="20614"/>
                </a:cubicBezTo>
                <a:cubicBezTo>
                  <a:pt x="17130" y="20673"/>
                  <a:pt x="17086" y="20732"/>
                  <a:pt x="17071" y="20776"/>
                </a:cubicBezTo>
                <a:cubicBezTo>
                  <a:pt x="17056" y="20732"/>
                  <a:pt x="17042" y="20688"/>
                  <a:pt x="16998" y="20658"/>
                </a:cubicBezTo>
                <a:cubicBezTo>
                  <a:pt x="17042" y="20629"/>
                  <a:pt x="17056" y="20570"/>
                  <a:pt x="17071" y="20511"/>
                </a:cubicBezTo>
                <a:close/>
                <a:moveTo>
                  <a:pt x="18131" y="20452"/>
                </a:moveTo>
                <a:cubicBezTo>
                  <a:pt x="18190" y="20497"/>
                  <a:pt x="18248" y="20526"/>
                  <a:pt x="18278" y="20570"/>
                </a:cubicBezTo>
                <a:cubicBezTo>
                  <a:pt x="18248" y="20644"/>
                  <a:pt x="18190" y="20688"/>
                  <a:pt x="18160" y="20776"/>
                </a:cubicBezTo>
                <a:cubicBezTo>
                  <a:pt x="18116" y="20747"/>
                  <a:pt x="18072" y="20688"/>
                  <a:pt x="18028" y="20658"/>
                </a:cubicBezTo>
                <a:cubicBezTo>
                  <a:pt x="18072" y="20585"/>
                  <a:pt x="18101" y="20526"/>
                  <a:pt x="18131" y="20452"/>
                </a:cubicBezTo>
                <a:close/>
                <a:moveTo>
                  <a:pt x="16600" y="20688"/>
                </a:moveTo>
                <a:cubicBezTo>
                  <a:pt x="16600" y="20717"/>
                  <a:pt x="16615" y="20732"/>
                  <a:pt x="16615" y="20747"/>
                </a:cubicBezTo>
                <a:cubicBezTo>
                  <a:pt x="16615" y="20776"/>
                  <a:pt x="16600" y="20791"/>
                  <a:pt x="16600" y="20806"/>
                </a:cubicBezTo>
                <a:cubicBezTo>
                  <a:pt x="16571" y="20791"/>
                  <a:pt x="16571" y="20776"/>
                  <a:pt x="16571" y="20747"/>
                </a:cubicBezTo>
                <a:cubicBezTo>
                  <a:pt x="16571" y="20732"/>
                  <a:pt x="16571" y="20717"/>
                  <a:pt x="16600" y="20688"/>
                </a:cubicBezTo>
                <a:close/>
                <a:moveTo>
                  <a:pt x="16850" y="20570"/>
                </a:moveTo>
                <a:cubicBezTo>
                  <a:pt x="16895" y="20600"/>
                  <a:pt x="16909" y="20644"/>
                  <a:pt x="16924" y="20673"/>
                </a:cubicBezTo>
                <a:cubicBezTo>
                  <a:pt x="16909" y="20717"/>
                  <a:pt x="16880" y="20776"/>
                  <a:pt x="16865" y="20806"/>
                </a:cubicBezTo>
                <a:lnTo>
                  <a:pt x="16821" y="20688"/>
                </a:lnTo>
                <a:cubicBezTo>
                  <a:pt x="16836" y="20658"/>
                  <a:pt x="16850" y="20600"/>
                  <a:pt x="16850" y="20570"/>
                </a:cubicBezTo>
                <a:close/>
                <a:moveTo>
                  <a:pt x="16703" y="20629"/>
                </a:moveTo>
                <a:cubicBezTo>
                  <a:pt x="16718" y="20658"/>
                  <a:pt x="16733" y="20673"/>
                  <a:pt x="16733" y="20717"/>
                </a:cubicBezTo>
                <a:cubicBezTo>
                  <a:pt x="16718" y="20747"/>
                  <a:pt x="16718" y="20791"/>
                  <a:pt x="16703" y="20820"/>
                </a:cubicBezTo>
                <a:cubicBezTo>
                  <a:pt x="16688" y="20791"/>
                  <a:pt x="16688" y="20776"/>
                  <a:pt x="16659" y="20732"/>
                </a:cubicBezTo>
                <a:cubicBezTo>
                  <a:pt x="16688" y="20703"/>
                  <a:pt x="16688" y="20658"/>
                  <a:pt x="16703" y="20629"/>
                </a:cubicBezTo>
                <a:close/>
                <a:moveTo>
                  <a:pt x="17792" y="20570"/>
                </a:moveTo>
                <a:cubicBezTo>
                  <a:pt x="17822" y="20600"/>
                  <a:pt x="17881" y="20644"/>
                  <a:pt x="17925" y="20673"/>
                </a:cubicBezTo>
                <a:cubicBezTo>
                  <a:pt x="17881" y="20732"/>
                  <a:pt x="17836" y="20806"/>
                  <a:pt x="17807" y="20865"/>
                </a:cubicBezTo>
                <a:cubicBezTo>
                  <a:pt x="17778" y="20820"/>
                  <a:pt x="17733" y="20791"/>
                  <a:pt x="17675" y="20747"/>
                </a:cubicBezTo>
                <a:cubicBezTo>
                  <a:pt x="17719" y="20688"/>
                  <a:pt x="17748" y="20629"/>
                  <a:pt x="17792" y="20570"/>
                </a:cubicBezTo>
                <a:close/>
                <a:moveTo>
                  <a:pt x="17483" y="20644"/>
                </a:moveTo>
                <a:cubicBezTo>
                  <a:pt x="17513" y="20673"/>
                  <a:pt x="17557" y="20717"/>
                  <a:pt x="17586" y="20776"/>
                </a:cubicBezTo>
                <a:cubicBezTo>
                  <a:pt x="17557" y="20820"/>
                  <a:pt x="17513" y="20879"/>
                  <a:pt x="17498" y="20953"/>
                </a:cubicBezTo>
                <a:cubicBezTo>
                  <a:pt x="17454" y="20894"/>
                  <a:pt x="17424" y="20865"/>
                  <a:pt x="17410" y="20820"/>
                </a:cubicBezTo>
                <a:cubicBezTo>
                  <a:pt x="17424" y="20747"/>
                  <a:pt x="17454" y="20703"/>
                  <a:pt x="17483" y="20644"/>
                </a:cubicBezTo>
                <a:close/>
                <a:moveTo>
                  <a:pt x="17218" y="20717"/>
                </a:moveTo>
                <a:cubicBezTo>
                  <a:pt x="17262" y="20747"/>
                  <a:pt x="17277" y="20791"/>
                  <a:pt x="17307" y="20820"/>
                </a:cubicBezTo>
                <a:cubicBezTo>
                  <a:pt x="17277" y="20879"/>
                  <a:pt x="17233" y="20938"/>
                  <a:pt x="17218" y="20997"/>
                </a:cubicBezTo>
                <a:cubicBezTo>
                  <a:pt x="17204" y="20953"/>
                  <a:pt x="17159" y="20923"/>
                  <a:pt x="17145" y="20879"/>
                </a:cubicBezTo>
                <a:cubicBezTo>
                  <a:pt x="17159" y="20820"/>
                  <a:pt x="17204" y="20776"/>
                  <a:pt x="17218" y="20717"/>
                </a:cubicBezTo>
                <a:close/>
                <a:moveTo>
                  <a:pt x="16983" y="20776"/>
                </a:moveTo>
                <a:cubicBezTo>
                  <a:pt x="16998" y="20806"/>
                  <a:pt x="17012" y="20850"/>
                  <a:pt x="17056" y="20879"/>
                </a:cubicBezTo>
                <a:cubicBezTo>
                  <a:pt x="17042" y="20938"/>
                  <a:pt x="17012" y="20968"/>
                  <a:pt x="16983" y="21026"/>
                </a:cubicBezTo>
                <a:lnTo>
                  <a:pt x="16924" y="20923"/>
                </a:lnTo>
                <a:cubicBezTo>
                  <a:pt x="16939" y="20865"/>
                  <a:pt x="16968" y="20820"/>
                  <a:pt x="16983" y="20776"/>
                </a:cubicBezTo>
                <a:close/>
                <a:moveTo>
                  <a:pt x="16644" y="20879"/>
                </a:moveTo>
                <a:cubicBezTo>
                  <a:pt x="16644" y="20894"/>
                  <a:pt x="16659" y="20938"/>
                  <a:pt x="16659" y="20953"/>
                </a:cubicBezTo>
                <a:cubicBezTo>
                  <a:pt x="16644" y="20982"/>
                  <a:pt x="16644" y="21012"/>
                  <a:pt x="16630" y="21041"/>
                </a:cubicBezTo>
                <a:cubicBezTo>
                  <a:pt x="16630" y="21026"/>
                  <a:pt x="16615" y="21012"/>
                  <a:pt x="16615" y="20968"/>
                </a:cubicBezTo>
                <a:cubicBezTo>
                  <a:pt x="16630" y="20938"/>
                  <a:pt x="16630" y="20894"/>
                  <a:pt x="16644" y="20879"/>
                </a:cubicBezTo>
                <a:close/>
                <a:moveTo>
                  <a:pt x="16792" y="20820"/>
                </a:moveTo>
                <a:cubicBezTo>
                  <a:pt x="16821" y="20865"/>
                  <a:pt x="16836" y="20879"/>
                  <a:pt x="16836" y="20923"/>
                </a:cubicBezTo>
                <a:cubicBezTo>
                  <a:pt x="16821" y="20953"/>
                  <a:pt x="16792" y="21012"/>
                  <a:pt x="16777" y="21041"/>
                </a:cubicBezTo>
                <a:cubicBezTo>
                  <a:pt x="16762" y="21012"/>
                  <a:pt x="16762" y="20982"/>
                  <a:pt x="16747" y="20953"/>
                </a:cubicBezTo>
                <a:cubicBezTo>
                  <a:pt x="16762" y="20894"/>
                  <a:pt x="16777" y="20865"/>
                  <a:pt x="16792" y="20820"/>
                </a:cubicBezTo>
                <a:close/>
                <a:moveTo>
                  <a:pt x="17969" y="20732"/>
                </a:moveTo>
                <a:cubicBezTo>
                  <a:pt x="18028" y="20776"/>
                  <a:pt x="18072" y="20806"/>
                  <a:pt x="18116" y="20865"/>
                </a:cubicBezTo>
                <a:cubicBezTo>
                  <a:pt x="18087" y="20938"/>
                  <a:pt x="18028" y="20982"/>
                  <a:pt x="17984" y="21056"/>
                </a:cubicBezTo>
                <a:cubicBezTo>
                  <a:pt x="17954" y="21012"/>
                  <a:pt x="17925" y="20968"/>
                  <a:pt x="17866" y="20938"/>
                </a:cubicBezTo>
                <a:cubicBezTo>
                  <a:pt x="17895" y="20865"/>
                  <a:pt x="17939" y="20806"/>
                  <a:pt x="17969" y="20732"/>
                </a:cubicBezTo>
                <a:close/>
                <a:moveTo>
                  <a:pt x="17645" y="20820"/>
                </a:moveTo>
                <a:lnTo>
                  <a:pt x="17778" y="20953"/>
                </a:lnTo>
                <a:cubicBezTo>
                  <a:pt x="17733" y="21012"/>
                  <a:pt x="17704" y="21085"/>
                  <a:pt x="17660" y="21144"/>
                </a:cubicBezTo>
                <a:cubicBezTo>
                  <a:pt x="17630" y="21085"/>
                  <a:pt x="17586" y="21041"/>
                  <a:pt x="17557" y="21012"/>
                </a:cubicBezTo>
                <a:cubicBezTo>
                  <a:pt x="17586" y="20953"/>
                  <a:pt x="17630" y="20879"/>
                  <a:pt x="17645" y="20820"/>
                </a:cubicBezTo>
                <a:close/>
                <a:moveTo>
                  <a:pt x="17351" y="20894"/>
                </a:moveTo>
                <a:cubicBezTo>
                  <a:pt x="17380" y="20938"/>
                  <a:pt x="17410" y="20968"/>
                  <a:pt x="17439" y="21012"/>
                </a:cubicBezTo>
                <a:cubicBezTo>
                  <a:pt x="17410" y="21071"/>
                  <a:pt x="17365" y="21115"/>
                  <a:pt x="17351" y="21174"/>
                </a:cubicBezTo>
                <a:cubicBezTo>
                  <a:pt x="17336" y="21144"/>
                  <a:pt x="17307" y="21115"/>
                  <a:pt x="17277" y="21085"/>
                </a:cubicBezTo>
                <a:cubicBezTo>
                  <a:pt x="17277" y="21071"/>
                  <a:pt x="17262" y="21071"/>
                  <a:pt x="17262" y="21041"/>
                </a:cubicBezTo>
                <a:cubicBezTo>
                  <a:pt x="17292" y="21012"/>
                  <a:pt x="17336" y="20953"/>
                  <a:pt x="17351" y="20894"/>
                </a:cubicBezTo>
                <a:close/>
                <a:moveTo>
                  <a:pt x="17115" y="20968"/>
                </a:moveTo>
                <a:cubicBezTo>
                  <a:pt x="17130" y="21012"/>
                  <a:pt x="17159" y="21041"/>
                  <a:pt x="17189" y="21085"/>
                </a:cubicBezTo>
                <a:cubicBezTo>
                  <a:pt x="17145" y="21115"/>
                  <a:pt x="17130" y="21174"/>
                  <a:pt x="17086" y="21232"/>
                </a:cubicBezTo>
                <a:lnTo>
                  <a:pt x="17042" y="21115"/>
                </a:lnTo>
                <a:cubicBezTo>
                  <a:pt x="17056" y="21056"/>
                  <a:pt x="17086" y="21012"/>
                  <a:pt x="17115" y="20968"/>
                </a:cubicBezTo>
                <a:close/>
                <a:moveTo>
                  <a:pt x="16571" y="21115"/>
                </a:moveTo>
                <a:cubicBezTo>
                  <a:pt x="16571" y="21144"/>
                  <a:pt x="16571" y="21159"/>
                  <a:pt x="16585" y="21174"/>
                </a:cubicBezTo>
                <a:cubicBezTo>
                  <a:pt x="16585" y="21188"/>
                  <a:pt x="16571" y="21232"/>
                  <a:pt x="16571" y="21247"/>
                </a:cubicBezTo>
                <a:cubicBezTo>
                  <a:pt x="16571" y="21232"/>
                  <a:pt x="16556" y="21218"/>
                  <a:pt x="16556" y="21188"/>
                </a:cubicBezTo>
                <a:cubicBezTo>
                  <a:pt x="16556" y="21174"/>
                  <a:pt x="16571" y="21144"/>
                  <a:pt x="16571" y="21115"/>
                </a:cubicBezTo>
                <a:close/>
                <a:moveTo>
                  <a:pt x="16718" y="21056"/>
                </a:moveTo>
                <a:cubicBezTo>
                  <a:pt x="16718" y="21100"/>
                  <a:pt x="16733" y="21115"/>
                  <a:pt x="16733" y="21159"/>
                </a:cubicBezTo>
                <a:cubicBezTo>
                  <a:pt x="16718" y="21188"/>
                  <a:pt x="16703" y="21232"/>
                  <a:pt x="16703" y="21262"/>
                </a:cubicBezTo>
                <a:cubicBezTo>
                  <a:pt x="16703" y="21232"/>
                  <a:pt x="16688" y="21203"/>
                  <a:pt x="16688" y="21174"/>
                </a:cubicBezTo>
                <a:cubicBezTo>
                  <a:pt x="16703" y="21144"/>
                  <a:pt x="16703" y="21100"/>
                  <a:pt x="16718" y="21056"/>
                </a:cubicBezTo>
                <a:close/>
                <a:moveTo>
                  <a:pt x="16895" y="21012"/>
                </a:moveTo>
                <a:lnTo>
                  <a:pt x="16939" y="21115"/>
                </a:lnTo>
                <a:cubicBezTo>
                  <a:pt x="16924" y="21174"/>
                  <a:pt x="16909" y="21218"/>
                  <a:pt x="16895" y="21262"/>
                </a:cubicBezTo>
                <a:cubicBezTo>
                  <a:pt x="16865" y="21232"/>
                  <a:pt x="16850" y="21188"/>
                  <a:pt x="16850" y="21159"/>
                </a:cubicBezTo>
                <a:cubicBezTo>
                  <a:pt x="16850" y="21100"/>
                  <a:pt x="16865" y="21056"/>
                  <a:pt x="16895" y="21012"/>
                </a:cubicBezTo>
                <a:close/>
                <a:moveTo>
                  <a:pt x="17822" y="21012"/>
                </a:moveTo>
                <a:cubicBezTo>
                  <a:pt x="17866" y="21041"/>
                  <a:pt x="17925" y="21085"/>
                  <a:pt x="17954" y="21144"/>
                </a:cubicBezTo>
                <a:cubicBezTo>
                  <a:pt x="17925" y="21218"/>
                  <a:pt x="17866" y="21262"/>
                  <a:pt x="17822" y="21335"/>
                </a:cubicBezTo>
                <a:cubicBezTo>
                  <a:pt x="17792" y="21262"/>
                  <a:pt x="17748" y="21232"/>
                  <a:pt x="17719" y="21188"/>
                </a:cubicBezTo>
                <a:cubicBezTo>
                  <a:pt x="17748" y="21144"/>
                  <a:pt x="17792" y="21071"/>
                  <a:pt x="17822" y="21012"/>
                </a:cubicBezTo>
                <a:close/>
                <a:moveTo>
                  <a:pt x="17498" y="21056"/>
                </a:moveTo>
                <a:cubicBezTo>
                  <a:pt x="17527" y="21100"/>
                  <a:pt x="17571" y="21144"/>
                  <a:pt x="17601" y="21188"/>
                </a:cubicBezTo>
                <a:cubicBezTo>
                  <a:pt x="17571" y="21247"/>
                  <a:pt x="17527" y="21321"/>
                  <a:pt x="17498" y="21380"/>
                </a:cubicBezTo>
                <a:cubicBezTo>
                  <a:pt x="17454" y="21335"/>
                  <a:pt x="17439" y="21306"/>
                  <a:pt x="17410" y="21247"/>
                </a:cubicBezTo>
                <a:cubicBezTo>
                  <a:pt x="17439" y="21188"/>
                  <a:pt x="17483" y="21144"/>
                  <a:pt x="17498" y="21056"/>
                </a:cubicBezTo>
                <a:close/>
                <a:moveTo>
                  <a:pt x="17218" y="21144"/>
                </a:moveTo>
                <a:cubicBezTo>
                  <a:pt x="17233" y="21174"/>
                  <a:pt x="17277" y="21218"/>
                  <a:pt x="17307" y="21247"/>
                </a:cubicBezTo>
                <a:cubicBezTo>
                  <a:pt x="17277" y="21306"/>
                  <a:pt x="17262" y="21350"/>
                  <a:pt x="17218" y="21409"/>
                </a:cubicBezTo>
                <a:cubicBezTo>
                  <a:pt x="17204" y="21394"/>
                  <a:pt x="17204" y="21380"/>
                  <a:pt x="17189" y="21350"/>
                </a:cubicBezTo>
                <a:cubicBezTo>
                  <a:pt x="17159" y="21335"/>
                  <a:pt x="17159" y="21321"/>
                  <a:pt x="17145" y="21306"/>
                </a:cubicBezTo>
                <a:cubicBezTo>
                  <a:pt x="17159" y="21247"/>
                  <a:pt x="17204" y="21188"/>
                  <a:pt x="17218" y="21144"/>
                </a:cubicBezTo>
                <a:close/>
                <a:moveTo>
                  <a:pt x="16983" y="21218"/>
                </a:moveTo>
                <a:lnTo>
                  <a:pt x="17042" y="21321"/>
                </a:lnTo>
                <a:cubicBezTo>
                  <a:pt x="17012" y="21380"/>
                  <a:pt x="16983" y="21424"/>
                  <a:pt x="16968" y="21468"/>
                </a:cubicBezTo>
                <a:lnTo>
                  <a:pt x="16909" y="21365"/>
                </a:lnTo>
                <a:cubicBezTo>
                  <a:pt x="16939" y="21306"/>
                  <a:pt x="16968" y="21247"/>
                  <a:pt x="16983" y="21218"/>
                </a:cubicBezTo>
                <a:close/>
                <a:moveTo>
                  <a:pt x="16644" y="21321"/>
                </a:moveTo>
                <a:cubicBezTo>
                  <a:pt x="16644" y="21335"/>
                  <a:pt x="16674" y="21380"/>
                  <a:pt x="16674" y="21394"/>
                </a:cubicBezTo>
                <a:cubicBezTo>
                  <a:pt x="16644" y="21424"/>
                  <a:pt x="16644" y="21468"/>
                  <a:pt x="16630" y="21483"/>
                </a:cubicBezTo>
                <a:cubicBezTo>
                  <a:pt x="16615" y="21453"/>
                  <a:pt x="16615" y="21424"/>
                  <a:pt x="16615" y="21409"/>
                </a:cubicBezTo>
                <a:cubicBezTo>
                  <a:pt x="16630" y="21380"/>
                  <a:pt x="16630" y="21335"/>
                  <a:pt x="16644" y="21321"/>
                </a:cubicBezTo>
                <a:close/>
                <a:moveTo>
                  <a:pt x="16792" y="21262"/>
                </a:moveTo>
                <a:cubicBezTo>
                  <a:pt x="16806" y="21306"/>
                  <a:pt x="16836" y="21335"/>
                  <a:pt x="16836" y="21365"/>
                </a:cubicBezTo>
                <a:cubicBezTo>
                  <a:pt x="16821" y="21394"/>
                  <a:pt x="16792" y="21453"/>
                  <a:pt x="16777" y="21483"/>
                </a:cubicBezTo>
                <a:cubicBezTo>
                  <a:pt x="16762" y="21453"/>
                  <a:pt x="16762" y="21409"/>
                  <a:pt x="16733" y="21394"/>
                </a:cubicBezTo>
                <a:cubicBezTo>
                  <a:pt x="16762" y="21365"/>
                  <a:pt x="16777" y="21306"/>
                  <a:pt x="16792" y="21262"/>
                </a:cubicBezTo>
                <a:close/>
                <a:moveTo>
                  <a:pt x="17660" y="21262"/>
                </a:moveTo>
                <a:cubicBezTo>
                  <a:pt x="17704" y="21306"/>
                  <a:pt x="17733" y="21365"/>
                  <a:pt x="17763" y="21394"/>
                </a:cubicBezTo>
                <a:cubicBezTo>
                  <a:pt x="17733" y="21453"/>
                  <a:pt x="17675" y="21527"/>
                  <a:pt x="17645" y="21586"/>
                </a:cubicBezTo>
                <a:cubicBezTo>
                  <a:pt x="17630" y="21541"/>
                  <a:pt x="17586" y="21483"/>
                  <a:pt x="17557" y="21453"/>
                </a:cubicBezTo>
                <a:cubicBezTo>
                  <a:pt x="17586" y="21394"/>
                  <a:pt x="17630" y="21321"/>
                  <a:pt x="17660" y="21262"/>
                </a:cubicBezTo>
                <a:close/>
                <a:moveTo>
                  <a:pt x="17365" y="21335"/>
                </a:moveTo>
                <a:cubicBezTo>
                  <a:pt x="17410" y="21380"/>
                  <a:pt x="17424" y="21409"/>
                  <a:pt x="17454" y="21468"/>
                </a:cubicBezTo>
                <a:lnTo>
                  <a:pt x="17351" y="21630"/>
                </a:lnTo>
                <a:cubicBezTo>
                  <a:pt x="17307" y="21600"/>
                  <a:pt x="17292" y="21541"/>
                  <a:pt x="17277" y="21512"/>
                </a:cubicBezTo>
                <a:cubicBezTo>
                  <a:pt x="17307" y="21453"/>
                  <a:pt x="17336" y="21394"/>
                  <a:pt x="17365" y="21335"/>
                </a:cubicBezTo>
                <a:close/>
                <a:moveTo>
                  <a:pt x="17086" y="21394"/>
                </a:moveTo>
                <a:cubicBezTo>
                  <a:pt x="17096" y="21394"/>
                  <a:pt x="17099" y="21401"/>
                  <a:pt x="17096" y="21401"/>
                </a:cubicBezTo>
                <a:cubicBezTo>
                  <a:pt x="17094" y="21401"/>
                  <a:pt x="17091" y="21399"/>
                  <a:pt x="17086" y="21394"/>
                </a:cubicBezTo>
                <a:lnTo>
                  <a:pt x="17086" y="21394"/>
                </a:lnTo>
                <a:cubicBezTo>
                  <a:pt x="17130" y="21453"/>
                  <a:pt x="17145" y="21468"/>
                  <a:pt x="17159" y="21512"/>
                </a:cubicBezTo>
                <a:cubicBezTo>
                  <a:pt x="17130" y="21556"/>
                  <a:pt x="17115" y="21615"/>
                  <a:pt x="17071" y="21674"/>
                </a:cubicBezTo>
                <a:cubicBezTo>
                  <a:pt x="17071" y="21659"/>
                  <a:pt x="17056" y="21659"/>
                  <a:pt x="17056" y="21630"/>
                </a:cubicBezTo>
                <a:cubicBezTo>
                  <a:pt x="17042" y="21600"/>
                  <a:pt x="17012" y="21586"/>
                  <a:pt x="17012" y="21541"/>
                </a:cubicBezTo>
                <a:cubicBezTo>
                  <a:pt x="17042" y="21512"/>
                  <a:pt x="17071" y="21453"/>
                  <a:pt x="17086" y="21394"/>
                </a:cubicBezTo>
                <a:close/>
                <a:moveTo>
                  <a:pt x="16556" y="21556"/>
                </a:moveTo>
                <a:cubicBezTo>
                  <a:pt x="16556" y="21586"/>
                  <a:pt x="16556" y="21600"/>
                  <a:pt x="16571" y="21615"/>
                </a:cubicBezTo>
                <a:cubicBezTo>
                  <a:pt x="16571" y="21630"/>
                  <a:pt x="16556" y="21674"/>
                  <a:pt x="16556" y="21689"/>
                </a:cubicBezTo>
                <a:cubicBezTo>
                  <a:pt x="16541" y="21674"/>
                  <a:pt x="16541" y="21659"/>
                  <a:pt x="16541" y="21630"/>
                </a:cubicBezTo>
                <a:cubicBezTo>
                  <a:pt x="16541" y="21615"/>
                  <a:pt x="16556" y="21586"/>
                  <a:pt x="16556" y="21556"/>
                </a:cubicBezTo>
                <a:close/>
                <a:moveTo>
                  <a:pt x="16688" y="21512"/>
                </a:moveTo>
                <a:cubicBezTo>
                  <a:pt x="16703" y="21541"/>
                  <a:pt x="16718" y="21556"/>
                  <a:pt x="16718" y="21600"/>
                </a:cubicBezTo>
                <a:lnTo>
                  <a:pt x="16674" y="21703"/>
                </a:lnTo>
                <a:cubicBezTo>
                  <a:pt x="16674" y="21674"/>
                  <a:pt x="16644" y="21644"/>
                  <a:pt x="16644" y="21615"/>
                </a:cubicBezTo>
                <a:cubicBezTo>
                  <a:pt x="16674" y="21586"/>
                  <a:pt x="16688" y="21541"/>
                  <a:pt x="16688" y="21512"/>
                </a:cubicBezTo>
                <a:close/>
                <a:moveTo>
                  <a:pt x="16865" y="21453"/>
                </a:moveTo>
                <a:lnTo>
                  <a:pt x="16924" y="21556"/>
                </a:lnTo>
                <a:cubicBezTo>
                  <a:pt x="16909" y="21615"/>
                  <a:pt x="16865" y="21659"/>
                  <a:pt x="16850" y="21703"/>
                </a:cubicBezTo>
                <a:cubicBezTo>
                  <a:pt x="16836" y="21674"/>
                  <a:pt x="16836" y="21630"/>
                  <a:pt x="16806" y="21600"/>
                </a:cubicBezTo>
                <a:cubicBezTo>
                  <a:pt x="16836" y="21541"/>
                  <a:pt x="16850" y="21512"/>
                  <a:pt x="16865" y="21453"/>
                </a:cubicBezTo>
                <a:close/>
                <a:moveTo>
                  <a:pt x="17513" y="21527"/>
                </a:moveTo>
                <a:cubicBezTo>
                  <a:pt x="17557" y="21556"/>
                  <a:pt x="17586" y="21615"/>
                  <a:pt x="17616" y="21644"/>
                </a:cubicBezTo>
                <a:cubicBezTo>
                  <a:pt x="17586" y="21703"/>
                  <a:pt x="17542" y="21777"/>
                  <a:pt x="17498" y="21836"/>
                </a:cubicBezTo>
                <a:cubicBezTo>
                  <a:pt x="17454" y="21777"/>
                  <a:pt x="17424" y="21747"/>
                  <a:pt x="17410" y="21689"/>
                </a:cubicBezTo>
                <a:lnTo>
                  <a:pt x="17513" y="21527"/>
                </a:lnTo>
                <a:close/>
                <a:moveTo>
                  <a:pt x="17218" y="21586"/>
                </a:moveTo>
                <a:cubicBezTo>
                  <a:pt x="17233" y="21615"/>
                  <a:pt x="17277" y="21659"/>
                  <a:pt x="17292" y="21703"/>
                </a:cubicBezTo>
                <a:cubicBezTo>
                  <a:pt x="17262" y="21762"/>
                  <a:pt x="17233" y="21821"/>
                  <a:pt x="17204" y="21880"/>
                </a:cubicBezTo>
                <a:cubicBezTo>
                  <a:pt x="17189" y="21836"/>
                  <a:pt x="17145" y="21792"/>
                  <a:pt x="17130" y="21747"/>
                </a:cubicBezTo>
                <a:cubicBezTo>
                  <a:pt x="17159" y="21689"/>
                  <a:pt x="17174" y="21630"/>
                  <a:pt x="17218" y="21586"/>
                </a:cubicBezTo>
                <a:close/>
                <a:moveTo>
                  <a:pt x="16497" y="21836"/>
                </a:moveTo>
                <a:lnTo>
                  <a:pt x="16497" y="21850"/>
                </a:lnTo>
                <a:cubicBezTo>
                  <a:pt x="16497" y="21880"/>
                  <a:pt x="16482" y="21895"/>
                  <a:pt x="16482" y="21895"/>
                </a:cubicBezTo>
                <a:lnTo>
                  <a:pt x="16482" y="21880"/>
                </a:lnTo>
                <a:cubicBezTo>
                  <a:pt x="16482" y="21850"/>
                  <a:pt x="16482" y="21836"/>
                  <a:pt x="16497" y="21836"/>
                </a:cubicBezTo>
                <a:close/>
                <a:moveTo>
                  <a:pt x="16983" y="21659"/>
                </a:moveTo>
                <a:cubicBezTo>
                  <a:pt x="16983" y="21674"/>
                  <a:pt x="16998" y="21674"/>
                  <a:pt x="16998" y="21689"/>
                </a:cubicBezTo>
                <a:cubicBezTo>
                  <a:pt x="17012" y="21703"/>
                  <a:pt x="17042" y="21747"/>
                  <a:pt x="17042" y="21762"/>
                </a:cubicBezTo>
                <a:cubicBezTo>
                  <a:pt x="16998" y="21821"/>
                  <a:pt x="16983" y="21880"/>
                  <a:pt x="16939" y="21909"/>
                </a:cubicBezTo>
                <a:lnTo>
                  <a:pt x="16895" y="21806"/>
                </a:lnTo>
                <a:cubicBezTo>
                  <a:pt x="16924" y="21747"/>
                  <a:pt x="16939" y="21689"/>
                  <a:pt x="16983" y="21659"/>
                </a:cubicBezTo>
                <a:close/>
                <a:moveTo>
                  <a:pt x="16615" y="21762"/>
                </a:moveTo>
                <a:cubicBezTo>
                  <a:pt x="16615" y="21777"/>
                  <a:pt x="16630" y="21821"/>
                  <a:pt x="16630" y="21836"/>
                </a:cubicBezTo>
                <a:cubicBezTo>
                  <a:pt x="16615" y="21880"/>
                  <a:pt x="16615" y="21909"/>
                  <a:pt x="16600" y="21924"/>
                </a:cubicBezTo>
                <a:cubicBezTo>
                  <a:pt x="16600" y="21909"/>
                  <a:pt x="16571" y="21880"/>
                  <a:pt x="16571" y="21850"/>
                </a:cubicBezTo>
                <a:cubicBezTo>
                  <a:pt x="16600" y="21821"/>
                  <a:pt x="16600" y="21777"/>
                  <a:pt x="16615" y="21762"/>
                </a:cubicBezTo>
                <a:close/>
                <a:moveTo>
                  <a:pt x="16777" y="21703"/>
                </a:moveTo>
                <a:cubicBezTo>
                  <a:pt x="16777" y="21733"/>
                  <a:pt x="16792" y="21762"/>
                  <a:pt x="16821" y="21792"/>
                </a:cubicBezTo>
                <a:cubicBezTo>
                  <a:pt x="16792" y="21836"/>
                  <a:pt x="16777" y="21895"/>
                  <a:pt x="16762" y="21924"/>
                </a:cubicBezTo>
                <a:cubicBezTo>
                  <a:pt x="16747" y="21895"/>
                  <a:pt x="16747" y="21865"/>
                  <a:pt x="16718" y="21836"/>
                </a:cubicBezTo>
                <a:cubicBezTo>
                  <a:pt x="16733" y="21792"/>
                  <a:pt x="16762" y="21747"/>
                  <a:pt x="16777" y="21703"/>
                </a:cubicBezTo>
                <a:close/>
                <a:moveTo>
                  <a:pt x="17351" y="21777"/>
                </a:moveTo>
                <a:cubicBezTo>
                  <a:pt x="17380" y="21821"/>
                  <a:pt x="17410" y="21880"/>
                  <a:pt x="17439" y="21909"/>
                </a:cubicBezTo>
                <a:cubicBezTo>
                  <a:pt x="17410" y="21939"/>
                  <a:pt x="17380" y="21998"/>
                  <a:pt x="17351" y="22042"/>
                </a:cubicBezTo>
                <a:cubicBezTo>
                  <a:pt x="17336" y="22057"/>
                  <a:pt x="17336" y="22071"/>
                  <a:pt x="17307" y="22086"/>
                </a:cubicBezTo>
                <a:cubicBezTo>
                  <a:pt x="17292" y="22057"/>
                  <a:pt x="17262" y="22012"/>
                  <a:pt x="17233" y="21968"/>
                </a:cubicBezTo>
                <a:cubicBezTo>
                  <a:pt x="17277" y="21895"/>
                  <a:pt x="17307" y="21836"/>
                  <a:pt x="17351" y="21777"/>
                </a:cubicBezTo>
                <a:close/>
                <a:moveTo>
                  <a:pt x="17086" y="21836"/>
                </a:moveTo>
                <a:cubicBezTo>
                  <a:pt x="17101" y="21880"/>
                  <a:pt x="17130" y="21909"/>
                  <a:pt x="17159" y="21954"/>
                </a:cubicBezTo>
                <a:cubicBezTo>
                  <a:pt x="17130" y="21998"/>
                  <a:pt x="17086" y="22057"/>
                  <a:pt x="17071" y="22115"/>
                </a:cubicBezTo>
                <a:cubicBezTo>
                  <a:pt x="17042" y="22071"/>
                  <a:pt x="17012" y="22042"/>
                  <a:pt x="16998" y="21998"/>
                </a:cubicBezTo>
                <a:cubicBezTo>
                  <a:pt x="17042" y="21954"/>
                  <a:pt x="17056" y="21895"/>
                  <a:pt x="17086" y="21836"/>
                </a:cubicBezTo>
                <a:close/>
                <a:moveTo>
                  <a:pt x="16512" y="22027"/>
                </a:moveTo>
                <a:cubicBezTo>
                  <a:pt x="16512" y="22042"/>
                  <a:pt x="16512" y="22057"/>
                  <a:pt x="16541" y="22071"/>
                </a:cubicBezTo>
                <a:cubicBezTo>
                  <a:pt x="16512" y="22101"/>
                  <a:pt x="16512" y="22130"/>
                  <a:pt x="16497" y="22145"/>
                </a:cubicBezTo>
                <a:lnTo>
                  <a:pt x="16497" y="22101"/>
                </a:lnTo>
                <a:cubicBezTo>
                  <a:pt x="16497" y="22071"/>
                  <a:pt x="16512" y="22042"/>
                  <a:pt x="16512" y="22027"/>
                </a:cubicBezTo>
                <a:close/>
                <a:moveTo>
                  <a:pt x="16674" y="21954"/>
                </a:moveTo>
                <a:cubicBezTo>
                  <a:pt x="16688" y="21983"/>
                  <a:pt x="16688" y="21998"/>
                  <a:pt x="16703" y="22042"/>
                </a:cubicBezTo>
                <a:lnTo>
                  <a:pt x="16644" y="22145"/>
                </a:lnTo>
                <a:cubicBezTo>
                  <a:pt x="16644" y="22115"/>
                  <a:pt x="16630" y="22086"/>
                  <a:pt x="16630" y="22057"/>
                </a:cubicBezTo>
                <a:cubicBezTo>
                  <a:pt x="16630" y="22042"/>
                  <a:pt x="16644" y="21983"/>
                  <a:pt x="16674" y="21954"/>
                </a:cubicBezTo>
                <a:close/>
                <a:moveTo>
                  <a:pt x="16850" y="21895"/>
                </a:moveTo>
                <a:cubicBezTo>
                  <a:pt x="16865" y="21909"/>
                  <a:pt x="16865" y="21924"/>
                  <a:pt x="16865" y="21954"/>
                </a:cubicBezTo>
                <a:cubicBezTo>
                  <a:pt x="16865" y="21968"/>
                  <a:pt x="16880" y="21983"/>
                  <a:pt x="16880" y="21998"/>
                </a:cubicBezTo>
                <a:cubicBezTo>
                  <a:pt x="16865" y="22057"/>
                  <a:pt x="16836" y="22101"/>
                  <a:pt x="16806" y="22145"/>
                </a:cubicBezTo>
                <a:cubicBezTo>
                  <a:pt x="16792" y="22115"/>
                  <a:pt x="16792" y="22071"/>
                  <a:pt x="16777" y="22042"/>
                </a:cubicBezTo>
                <a:cubicBezTo>
                  <a:pt x="16792" y="21983"/>
                  <a:pt x="16836" y="21954"/>
                  <a:pt x="16850" y="21895"/>
                </a:cubicBezTo>
                <a:close/>
                <a:moveTo>
                  <a:pt x="16453" y="22263"/>
                </a:moveTo>
                <a:lnTo>
                  <a:pt x="16453" y="22292"/>
                </a:lnTo>
                <a:cubicBezTo>
                  <a:pt x="16453" y="22307"/>
                  <a:pt x="16424" y="22336"/>
                  <a:pt x="16424" y="22336"/>
                </a:cubicBezTo>
                <a:lnTo>
                  <a:pt x="16424" y="22321"/>
                </a:lnTo>
                <a:cubicBezTo>
                  <a:pt x="16424" y="22292"/>
                  <a:pt x="16453" y="22277"/>
                  <a:pt x="16453" y="22263"/>
                </a:cubicBezTo>
                <a:close/>
                <a:moveTo>
                  <a:pt x="17204" y="22042"/>
                </a:moveTo>
                <a:cubicBezTo>
                  <a:pt x="17218" y="22071"/>
                  <a:pt x="17248" y="22115"/>
                  <a:pt x="17277" y="22160"/>
                </a:cubicBezTo>
                <a:lnTo>
                  <a:pt x="17159" y="22336"/>
                </a:lnTo>
                <a:cubicBezTo>
                  <a:pt x="17145" y="22292"/>
                  <a:pt x="17130" y="22263"/>
                  <a:pt x="17086" y="22204"/>
                </a:cubicBezTo>
                <a:lnTo>
                  <a:pt x="17204" y="22042"/>
                </a:lnTo>
                <a:close/>
                <a:moveTo>
                  <a:pt x="16556" y="22189"/>
                </a:moveTo>
                <a:cubicBezTo>
                  <a:pt x="16556" y="22204"/>
                  <a:pt x="16571" y="22248"/>
                  <a:pt x="16571" y="22263"/>
                </a:cubicBezTo>
                <a:lnTo>
                  <a:pt x="16538" y="22340"/>
                </a:lnTo>
                <a:cubicBezTo>
                  <a:pt x="16538" y="22329"/>
                  <a:pt x="16534" y="22314"/>
                  <a:pt x="16527" y="22292"/>
                </a:cubicBezTo>
                <a:cubicBezTo>
                  <a:pt x="16541" y="22263"/>
                  <a:pt x="16541" y="22218"/>
                  <a:pt x="16556" y="22189"/>
                </a:cubicBezTo>
                <a:close/>
                <a:moveTo>
                  <a:pt x="16718" y="22145"/>
                </a:moveTo>
                <a:cubicBezTo>
                  <a:pt x="16733" y="22160"/>
                  <a:pt x="16762" y="22204"/>
                  <a:pt x="16762" y="22218"/>
                </a:cubicBezTo>
                <a:lnTo>
                  <a:pt x="16762" y="22248"/>
                </a:lnTo>
                <a:cubicBezTo>
                  <a:pt x="16747" y="22277"/>
                  <a:pt x="16703" y="22336"/>
                  <a:pt x="16688" y="22366"/>
                </a:cubicBezTo>
                <a:cubicBezTo>
                  <a:pt x="16674" y="22336"/>
                  <a:pt x="16674" y="22292"/>
                  <a:pt x="16674" y="22277"/>
                </a:cubicBezTo>
                <a:cubicBezTo>
                  <a:pt x="16688" y="22248"/>
                  <a:pt x="16703" y="22189"/>
                  <a:pt x="16718" y="22145"/>
                </a:cubicBezTo>
                <a:close/>
                <a:moveTo>
                  <a:pt x="16968" y="22101"/>
                </a:moveTo>
                <a:cubicBezTo>
                  <a:pt x="16968" y="22130"/>
                  <a:pt x="16983" y="22160"/>
                  <a:pt x="16998" y="22204"/>
                </a:cubicBezTo>
                <a:cubicBezTo>
                  <a:pt x="16968" y="22263"/>
                  <a:pt x="16939" y="22321"/>
                  <a:pt x="16909" y="22366"/>
                </a:cubicBezTo>
                <a:cubicBezTo>
                  <a:pt x="16895" y="22336"/>
                  <a:pt x="16865" y="22292"/>
                  <a:pt x="16865" y="22263"/>
                </a:cubicBezTo>
                <a:cubicBezTo>
                  <a:pt x="16909" y="22204"/>
                  <a:pt x="16924" y="22145"/>
                  <a:pt x="16968" y="22101"/>
                </a:cubicBezTo>
                <a:close/>
                <a:moveTo>
                  <a:pt x="17042" y="22277"/>
                </a:moveTo>
                <a:cubicBezTo>
                  <a:pt x="17056" y="22321"/>
                  <a:pt x="17071" y="22351"/>
                  <a:pt x="17115" y="22395"/>
                </a:cubicBezTo>
                <a:lnTo>
                  <a:pt x="16998" y="22557"/>
                </a:lnTo>
                <a:lnTo>
                  <a:pt x="16939" y="22439"/>
                </a:lnTo>
                <a:cubicBezTo>
                  <a:pt x="16983" y="22395"/>
                  <a:pt x="17012" y="22336"/>
                  <a:pt x="17042" y="22277"/>
                </a:cubicBezTo>
                <a:close/>
                <a:moveTo>
                  <a:pt x="16482" y="22454"/>
                </a:moveTo>
                <a:cubicBezTo>
                  <a:pt x="16482" y="22483"/>
                  <a:pt x="16482" y="22498"/>
                  <a:pt x="16497" y="22513"/>
                </a:cubicBezTo>
                <a:cubicBezTo>
                  <a:pt x="16482" y="22527"/>
                  <a:pt x="16482" y="22572"/>
                  <a:pt x="16468" y="22586"/>
                </a:cubicBezTo>
                <a:cubicBezTo>
                  <a:pt x="16453" y="22572"/>
                  <a:pt x="16453" y="22557"/>
                  <a:pt x="16453" y="22527"/>
                </a:cubicBezTo>
                <a:cubicBezTo>
                  <a:pt x="16468" y="22513"/>
                  <a:pt x="16468" y="22483"/>
                  <a:pt x="16482" y="22454"/>
                </a:cubicBezTo>
                <a:close/>
                <a:moveTo>
                  <a:pt x="16792" y="22336"/>
                </a:moveTo>
                <a:cubicBezTo>
                  <a:pt x="16836" y="22366"/>
                  <a:pt x="16836" y="22410"/>
                  <a:pt x="16850" y="22439"/>
                </a:cubicBezTo>
                <a:cubicBezTo>
                  <a:pt x="16821" y="22498"/>
                  <a:pt x="16792" y="22527"/>
                  <a:pt x="16762" y="22586"/>
                </a:cubicBezTo>
                <a:cubicBezTo>
                  <a:pt x="16747" y="22557"/>
                  <a:pt x="16747" y="22513"/>
                  <a:pt x="16718" y="22483"/>
                </a:cubicBezTo>
                <a:cubicBezTo>
                  <a:pt x="16733" y="22424"/>
                  <a:pt x="16777" y="22395"/>
                  <a:pt x="16792" y="22336"/>
                </a:cubicBezTo>
                <a:close/>
                <a:moveTo>
                  <a:pt x="16615" y="22395"/>
                </a:moveTo>
                <a:cubicBezTo>
                  <a:pt x="16615" y="22424"/>
                  <a:pt x="16630" y="22439"/>
                  <a:pt x="16630" y="22483"/>
                </a:cubicBezTo>
                <a:cubicBezTo>
                  <a:pt x="16615" y="22513"/>
                  <a:pt x="16585" y="22557"/>
                  <a:pt x="16571" y="22616"/>
                </a:cubicBezTo>
                <a:cubicBezTo>
                  <a:pt x="16571" y="22572"/>
                  <a:pt x="16571" y="22527"/>
                  <a:pt x="16556" y="22513"/>
                </a:cubicBezTo>
                <a:cubicBezTo>
                  <a:pt x="16571" y="22483"/>
                  <a:pt x="16600" y="22439"/>
                  <a:pt x="16615" y="22395"/>
                </a:cubicBezTo>
                <a:close/>
                <a:moveTo>
                  <a:pt x="16365" y="22704"/>
                </a:moveTo>
                <a:lnTo>
                  <a:pt x="16365" y="22719"/>
                </a:lnTo>
                <a:cubicBezTo>
                  <a:pt x="16365" y="22733"/>
                  <a:pt x="16350" y="22748"/>
                  <a:pt x="16350" y="22778"/>
                </a:cubicBezTo>
                <a:lnTo>
                  <a:pt x="16350" y="22763"/>
                </a:lnTo>
                <a:cubicBezTo>
                  <a:pt x="16350" y="22733"/>
                  <a:pt x="16365" y="22719"/>
                  <a:pt x="16365" y="22704"/>
                </a:cubicBezTo>
                <a:close/>
                <a:moveTo>
                  <a:pt x="16497" y="22630"/>
                </a:moveTo>
                <a:cubicBezTo>
                  <a:pt x="16497" y="22645"/>
                  <a:pt x="16512" y="22689"/>
                  <a:pt x="16512" y="22704"/>
                </a:cubicBezTo>
                <a:lnTo>
                  <a:pt x="16468" y="22807"/>
                </a:lnTo>
                <a:lnTo>
                  <a:pt x="16468" y="22733"/>
                </a:lnTo>
                <a:cubicBezTo>
                  <a:pt x="16482" y="22704"/>
                  <a:pt x="16497" y="22660"/>
                  <a:pt x="16497" y="22630"/>
                </a:cubicBezTo>
                <a:close/>
                <a:moveTo>
                  <a:pt x="16688" y="22586"/>
                </a:moveTo>
                <a:cubicBezTo>
                  <a:pt x="16703" y="22630"/>
                  <a:pt x="16703" y="22660"/>
                  <a:pt x="16718" y="22689"/>
                </a:cubicBezTo>
                <a:cubicBezTo>
                  <a:pt x="16703" y="22719"/>
                  <a:pt x="16674" y="22778"/>
                  <a:pt x="16644" y="22807"/>
                </a:cubicBezTo>
                <a:cubicBezTo>
                  <a:pt x="16644" y="22792"/>
                  <a:pt x="16630" y="22748"/>
                  <a:pt x="16630" y="22733"/>
                </a:cubicBezTo>
                <a:cubicBezTo>
                  <a:pt x="16615" y="22733"/>
                  <a:pt x="16615" y="22733"/>
                  <a:pt x="16615" y="22719"/>
                </a:cubicBezTo>
                <a:cubicBezTo>
                  <a:pt x="16630" y="22689"/>
                  <a:pt x="16674" y="22630"/>
                  <a:pt x="16688" y="22586"/>
                </a:cubicBezTo>
                <a:close/>
                <a:moveTo>
                  <a:pt x="16895" y="22542"/>
                </a:moveTo>
                <a:lnTo>
                  <a:pt x="16939" y="22645"/>
                </a:lnTo>
                <a:lnTo>
                  <a:pt x="16836" y="22807"/>
                </a:lnTo>
                <a:cubicBezTo>
                  <a:pt x="16821" y="22778"/>
                  <a:pt x="16821" y="22733"/>
                  <a:pt x="16792" y="22704"/>
                </a:cubicBezTo>
                <a:cubicBezTo>
                  <a:pt x="16836" y="22645"/>
                  <a:pt x="16850" y="22586"/>
                  <a:pt x="16895" y="22542"/>
                </a:cubicBezTo>
                <a:close/>
                <a:moveTo>
                  <a:pt x="16409" y="22881"/>
                </a:moveTo>
                <a:lnTo>
                  <a:pt x="16409" y="22940"/>
                </a:lnTo>
                <a:cubicBezTo>
                  <a:pt x="16394" y="22984"/>
                  <a:pt x="16394" y="22998"/>
                  <a:pt x="16365" y="23028"/>
                </a:cubicBezTo>
                <a:lnTo>
                  <a:pt x="16365" y="22984"/>
                </a:lnTo>
                <a:cubicBezTo>
                  <a:pt x="16394" y="22940"/>
                  <a:pt x="16394" y="22925"/>
                  <a:pt x="16409" y="22881"/>
                </a:cubicBezTo>
                <a:close/>
                <a:moveTo>
                  <a:pt x="16762" y="22778"/>
                </a:moveTo>
                <a:cubicBezTo>
                  <a:pt x="16762" y="22836"/>
                  <a:pt x="16777" y="22851"/>
                  <a:pt x="16792" y="22881"/>
                </a:cubicBezTo>
                <a:cubicBezTo>
                  <a:pt x="16762" y="22940"/>
                  <a:pt x="16747" y="22984"/>
                  <a:pt x="16703" y="23028"/>
                </a:cubicBezTo>
                <a:cubicBezTo>
                  <a:pt x="16688" y="22998"/>
                  <a:pt x="16688" y="22954"/>
                  <a:pt x="16674" y="22925"/>
                </a:cubicBezTo>
                <a:cubicBezTo>
                  <a:pt x="16703" y="22866"/>
                  <a:pt x="16718" y="22836"/>
                  <a:pt x="16762" y="22778"/>
                </a:cubicBezTo>
                <a:close/>
                <a:moveTo>
                  <a:pt x="16556" y="22836"/>
                </a:moveTo>
                <a:cubicBezTo>
                  <a:pt x="16556" y="22866"/>
                  <a:pt x="16571" y="22881"/>
                  <a:pt x="16571" y="22925"/>
                </a:cubicBezTo>
                <a:cubicBezTo>
                  <a:pt x="16556" y="22954"/>
                  <a:pt x="16512" y="22998"/>
                  <a:pt x="16497" y="23057"/>
                </a:cubicBezTo>
                <a:lnTo>
                  <a:pt x="16497" y="23013"/>
                </a:lnTo>
                <a:lnTo>
                  <a:pt x="16497" y="22954"/>
                </a:lnTo>
                <a:cubicBezTo>
                  <a:pt x="16512" y="22925"/>
                  <a:pt x="16541" y="22881"/>
                  <a:pt x="16556" y="22836"/>
                </a:cubicBezTo>
                <a:close/>
                <a:moveTo>
                  <a:pt x="16291" y="23146"/>
                </a:moveTo>
                <a:lnTo>
                  <a:pt x="16291" y="23160"/>
                </a:lnTo>
                <a:cubicBezTo>
                  <a:pt x="16291" y="23175"/>
                  <a:pt x="16276" y="23190"/>
                  <a:pt x="16276" y="23219"/>
                </a:cubicBezTo>
                <a:lnTo>
                  <a:pt x="16276" y="23204"/>
                </a:lnTo>
                <a:cubicBezTo>
                  <a:pt x="16276" y="23175"/>
                  <a:pt x="16291" y="23160"/>
                  <a:pt x="16291" y="23146"/>
                </a:cubicBezTo>
                <a:close/>
                <a:moveTo>
                  <a:pt x="16615" y="23057"/>
                </a:moveTo>
                <a:cubicBezTo>
                  <a:pt x="16630" y="23087"/>
                  <a:pt x="16630" y="23131"/>
                  <a:pt x="16644" y="23146"/>
                </a:cubicBezTo>
                <a:cubicBezTo>
                  <a:pt x="16615" y="23175"/>
                  <a:pt x="16600" y="23234"/>
                  <a:pt x="16556" y="23263"/>
                </a:cubicBezTo>
                <a:cubicBezTo>
                  <a:pt x="16541" y="23234"/>
                  <a:pt x="16541" y="23204"/>
                  <a:pt x="16541" y="23175"/>
                </a:cubicBezTo>
                <a:cubicBezTo>
                  <a:pt x="16556" y="23116"/>
                  <a:pt x="16600" y="23087"/>
                  <a:pt x="16615" y="23057"/>
                </a:cubicBezTo>
                <a:close/>
                <a:moveTo>
                  <a:pt x="16424" y="23087"/>
                </a:moveTo>
                <a:cubicBezTo>
                  <a:pt x="16424" y="23101"/>
                  <a:pt x="16424" y="23146"/>
                  <a:pt x="16438" y="23160"/>
                </a:cubicBezTo>
                <a:lnTo>
                  <a:pt x="16394" y="23278"/>
                </a:lnTo>
                <a:cubicBezTo>
                  <a:pt x="16394" y="23234"/>
                  <a:pt x="16394" y="23219"/>
                  <a:pt x="16365" y="23204"/>
                </a:cubicBezTo>
                <a:lnTo>
                  <a:pt x="16424" y="23087"/>
                </a:lnTo>
                <a:close/>
                <a:moveTo>
                  <a:pt x="16321" y="23322"/>
                </a:moveTo>
                <a:lnTo>
                  <a:pt x="16321" y="23381"/>
                </a:lnTo>
                <a:cubicBezTo>
                  <a:pt x="16306" y="23425"/>
                  <a:pt x="16276" y="23440"/>
                  <a:pt x="16276" y="23469"/>
                </a:cubicBezTo>
                <a:lnTo>
                  <a:pt x="16276" y="23425"/>
                </a:lnTo>
                <a:cubicBezTo>
                  <a:pt x="16291" y="23381"/>
                  <a:pt x="16291" y="23366"/>
                  <a:pt x="16321" y="23322"/>
                </a:cubicBezTo>
                <a:close/>
                <a:moveTo>
                  <a:pt x="16482" y="23278"/>
                </a:moveTo>
                <a:cubicBezTo>
                  <a:pt x="16482" y="23307"/>
                  <a:pt x="16497" y="23322"/>
                  <a:pt x="16497" y="23366"/>
                </a:cubicBezTo>
                <a:cubicBezTo>
                  <a:pt x="16482" y="23396"/>
                  <a:pt x="16453" y="23440"/>
                  <a:pt x="16424" y="23499"/>
                </a:cubicBezTo>
                <a:cubicBezTo>
                  <a:pt x="16409" y="23455"/>
                  <a:pt x="16409" y="23440"/>
                  <a:pt x="16409" y="23396"/>
                </a:cubicBezTo>
                <a:cubicBezTo>
                  <a:pt x="16424" y="23366"/>
                  <a:pt x="16453" y="23322"/>
                  <a:pt x="16482" y="23278"/>
                </a:cubicBezTo>
                <a:close/>
                <a:moveTo>
                  <a:pt x="16188" y="23587"/>
                </a:moveTo>
                <a:lnTo>
                  <a:pt x="16188" y="23602"/>
                </a:lnTo>
                <a:cubicBezTo>
                  <a:pt x="16188" y="23616"/>
                  <a:pt x="16173" y="23631"/>
                  <a:pt x="16173" y="23661"/>
                </a:cubicBezTo>
                <a:lnTo>
                  <a:pt x="16173" y="23631"/>
                </a:lnTo>
                <a:cubicBezTo>
                  <a:pt x="16173" y="23616"/>
                  <a:pt x="16188" y="23602"/>
                  <a:pt x="16188" y="23587"/>
                </a:cubicBezTo>
                <a:close/>
                <a:moveTo>
                  <a:pt x="16335" y="23528"/>
                </a:moveTo>
                <a:cubicBezTo>
                  <a:pt x="16335" y="23543"/>
                  <a:pt x="16335" y="23587"/>
                  <a:pt x="16350" y="23602"/>
                </a:cubicBezTo>
                <a:lnTo>
                  <a:pt x="16291" y="23719"/>
                </a:lnTo>
                <a:cubicBezTo>
                  <a:pt x="16276" y="23675"/>
                  <a:pt x="16276" y="23661"/>
                  <a:pt x="16276" y="23631"/>
                </a:cubicBezTo>
                <a:lnTo>
                  <a:pt x="16335" y="23528"/>
                </a:lnTo>
                <a:close/>
                <a:moveTo>
                  <a:pt x="16203" y="23764"/>
                </a:moveTo>
                <a:lnTo>
                  <a:pt x="16203" y="23822"/>
                </a:lnTo>
                <a:cubicBezTo>
                  <a:pt x="16193" y="23832"/>
                  <a:pt x="16183" y="23855"/>
                  <a:pt x="16173" y="23874"/>
                </a:cubicBezTo>
                <a:lnTo>
                  <a:pt x="16173" y="23874"/>
                </a:lnTo>
                <a:cubicBezTo>
                  <a:pt x="16173" y="23871"/>
                  <a:pt x="16173" y="23869"/>
                  <a:pt x="16173" y="23867"/>
                </a:cubicBezTo>
                <a:cubicBezTo>
                  <a:pt x="16188" y="23822"/>
                  <a:pt x="16203" y="23808"/>
                  <a:pt x="16203" y="23764"/>
                </a:cubicBezTo>
                <a:close/>
                <a:moveTo>
                  <a:pt x="16085" y="24043"/>
                </a:moveTo>
                <a:lnTo>
                  <a:pt x="16085" y="24058"/>
                </a:lnTo>
                <a:cubicBezTo>
                  <a:pt x="16085" y="24087"/>
                  <a:pt x="16056" y="24102"/>
                  <a:pt x="16056" y="24102"/>
                </a:cubicBezTo>
                <a:cubicBezTo>
                  <a:pt x="16056" y="24087"/>
                  <a:pt x="16085" y="24058"/>
                  <a:pt x="16085" y="24043"/>
                </a:cubicBezTo>
                <a:close/>
                <a:moveTo>
                  <a:pt x="18528" y="20364"/>
                </a:moveTo>
                <a:cubicBezTo>
                  <a:pt x="19705" y="21144"/>
                  <a:pt x="21103" y="21556"/>
                  <a:pt x="22457" y="21983"/>
                </a:cubicBezTo>
                <a:cubicBezTo>
                  <a:pt x="24194" y="22498"/>
                  <a:pt x="25975" y="23057"/>
                  <a:pt x="27270" y="24279"/>
                </a:cubicBezTo>
                <a:cubicBezTo>
                  <a:pt x="28962" y="25897"/>
                  <a:pt x="29580" y="28694"/>
                  <a:pt x="28933" y="31740"/>
                </a:cubicBezTo>
                <a:cubicBezTo>
                  <a:pt x="28918" y="31843"/>
                  <a:pt x="28888" y="31975"/>
                  <a:pt x="28844" y="32078"/>
                </a:cubicBezTo>
                <a:cubicBezTo>
                  <a:pt x="29271" y="29062"/>
                  <a:pt x="28535" y="26383"/>
                  <a:pt x="26828" y="24705"/>
                </a:cubicBezTo>
                <a:cubicBezTo>
                  <a:pt x="25548" y="23455"/>
                  <a:pt x="23841" y="22866"/>
                  <a:pt x="22192" y="22292"/>
                </a:cubicBezTo>
                <a:cubicBezTo>
                  <a:pt x="20868" y="21836"/>
                  <a:pt x="19499" y="21380"/>
                  <a:pt x="18396" y="20570"/>
                </a:cubicBezTo>
                <a:cubicBezTo>
                  <a:pt x="18440" y="20497"/>
                  <a:pt x="18484" y="20423"/>
                  <a:pt x="18528" y="20364"/>
                </a:cubicBezTo>
                <a:close/>
                <a:moveTo>
                  <a:pt x="18351" y="20644"/>
                </a:moveTo>
                <a:cubicBezTo>
                  <a:pt x="19485" y="21453"/>
                  <a:pt x="20839" y="21924"/>
                  <a:pt x="22163" y="22395"/>
                </a:cubicBezTo>
                <a:cubicBezTo>
                  <a:pt x="23811" y="22954"/>
                  <a:pt x="25518" y="23543"/>
                  <a:pt x="26769" y="24779"/>
                </a:cubicBezTo>
                <a:cubicBezTo>
                  <a:pt x="28491" y="26471"/>
                  <a:pt x="29212" y="29194"/>
                  <a:pt x="28756" y="32226"/>
                </a:cubicBezTo>
                <a:cubicBezTo>
                  <a:pt x="28712" y="32402"/>
                  <a:pt x="28697" y="32579"/>
                  <a:pt x="28638" y="32770"/>
                </a:cubicBezTo>
                <a:lnTo>
                  <a:pt x="28638" y="32711"/>
                </a:lnTo>
                <a:cubicBezTo>
                  <a:pt x="28815" y="30945"/>
                  <a:pt x="28741" y="27619"/>
                  <a:pt x="26298" y="25206"/>
                </a:cubicBezTo>
                <a:cubicBezTo>
                  <a:pt x="25077" y="23970"/>
                  <a:pt x="23458" y="23322"/>
                  <a:pt x="21883" y="22719"/>
                </a:cubicBezTo>
                <a:cubicBezTo>
                  <a:pt x="20544" y="22189"/>
                  <a:pt x="19264" y="21689"/>
                  <a:pt x="18234" y="20850"/>
                </a:cubicBezTo>
                <a:cubicBezTo>
                  <a:pt x="18263" y="20776"/>
                  <a:pt x="18322" y="20688"/>
                  <a:pt x="18351" y="20644"/>
                </a:cubicBezTo>
                <a:close/>
                <a:moveTo>
                  <a:pt x="18160" y="20923"/>
                </a:moveTo>
                <a:cubicBezTo>
                  <a:pt x="19205" y="21762"/>
                  <a:pt x="20485" y="22277"/>
                  <a:pt x="21839" y="22792"/>
                </a:cubicBezTo>
                <a:cubicBezTo>
                  <a:pt x="23399" y="23396"/>
                  <a:pt x="25003" y="24043"/>
                  <a:pt x="26225" y="25265"/>
                </a:cubicBezTo>
                <a:cubicBezTo>
                  <a:pt x="28624" y="27649"/>
                  <a:pt x="28697" y="30945"/>
                  <a:pt x="28535" y="32711"/>
                </a:cubicBezTo>
                <a:cubicBezTo>
                  <a:pt x="28550" y="32844"/>
                  <a:pt x="28535" y="32991"/>
                  <a:pt x="28506" y="33138"/>
                </a:cubicBezTo>
                <a:cubicBezTo>
                  <a:pt x="28491" y="33182"/>
                  <a:pt x="28476" y="33226"/>
                  <a:pt x="28462" y="33285"/>
                </a:cubicBezTo>
                <a:lnTo>
                  <a:pt x="28462" y="33182"/>
                </a:lnTo>
                <a:cubicBezTo>
                  <a:pt x="28565" y="30195"/>
                  <a:pt x="27638" y="27546"/>
                  <a:pt x="25813" y="25706"/>
                </a:cubicBezTo>
                <a:cubicBezTo>
                  <a:pt x="24606" y="24485"/>
                  <a:pt x="23090" y="23808"/>
                  <a:pt x="21589" y="23160"/>
                </a:cubicBezTo>
                <a:cubicBezTo>
                  <a:pt x="20294" y="22572"/>
                  <a:pt x="19043" y="22027"/>
                  <a:pt x="18028" y="21115"/>
                </a:cubicBezTo>
                <a:cubicBezTo>
                  <a:pt x="18057" y="21041"/>
                  <a:pt x="18116" y="20997"/>
                  <a:pt x="18160" y="20923"/>
                </a:cubicBezTo>
                <a:close/>
                <a:moveTo>
                  <a:pt x="18028" y="21174"/>
                </a:moveTo>
                <a:cubicBezTo>
                  <a:pt x="19043" y="22071"/>
                  <a:pt x="20294" y="22630"/>
                  <a:pt x="21604" y="23219"/>
                </a:cubicBezTo>
                <a:cubicBezTo>
                  <a:pt x="23075" y="23867"/>
                  <a:pt x="24591" y="24544"/>
                  <a:pt x="25769" y="25750"/>
                </a:cubicBezTo>
                <a:cubicBezTo>
                  <a:pt x="27579" y="27575"/>
                  <a:pt x="28521" y="30224"/>
                  <a:pt x="28388" y="33182"/>
                </a:cubicBezTo>
                <a:cubicBezTo>
                  <a:pt x="28388" y="33300"/>
                  <a:pt x="28373" y="33403"/>
                  <a:pt x="28373" y="33521"/>
                </a:cubicBezTo>
                <a:cubicBezTo>
                  <a:pt x="28344" y="33594"/>
                  <a:pt x="28315" y="33653"/>
                  <a:pt x="28285" y="33727"/>
                </a:cubicBezTo>
                <a:lnTo>
                  <a:pt x="28285" y="33653"/>
                </a:lnTo>
                <a:cubicBezTo>
                  <a:pt x="28256" y="30739"/>
                  <a:pt x="27211" y="28090"/>
                  <a:pt x="25327" y="26177"/>
                </a:cubicBezTo>
                <a:cubicBezTo>
                  <a:pt x="24179" y="24985"/>
                  <a:pt x="22737" y="24279"/>
                  <a:pt x="21354" y="23587"/>
                </a:cubicBezTo>
                <a:cubicBezTo>
                  <a:pt x="20073" y="22940"/>
                  <a:pt x="18837" y="22336"/>
                  <a:pt x="17895" y="21380"/>
                </a:cubicBezTo>
                <a:cubicBezTo>
                  <a:pt x="17939" y="21306"/>
                  <a:pt x="17998" y="21247"/>
                  <a:pt x="18028" y="21174"/>
                </a:cubicBezTo>
                <a:close/>
                <a:moveTo>
                  <a:pt x="28344" y="33815"/>
                </a:moveTo>
                <a:cubicBezTo>
                  <a:pt x="28329" y="33844"/>
                  <a:pt x="28329" y="33889"/>
                  <a:pt x="28329" y="33918"/>
                </a:cubicBezTo>
                <a:cubicBezTo>
                  <a:pt x="28315" y="33962"/>
                  <a:pt x="28285" y="34021"/>
                  <a:pt x="28285" y="34050"/>
                </a:cubicBezTo>
                <a:lnTo>
                  <a:pt x="28285" y="33947"/>
                </a:lnTo>
                <a:cubicBezTo>
                  <a:pt x="28314" y="33903"/>
                  <a:pt x="28329" y="33844"/>
                  <a:pt x="28344" y="33815"/>
                </a:cubicBezTo>
                <a:close/>
                <a:moveTo>
                  <a:pt x="17866" y="21453"/>
                </a:moveTo>
                <a:cubicBezTo>
                  <a:pt x="18822" y="22410"/>
                  <a:pt x="20059" y="23013"/>
                  <a:pt x="21339" y="23661"/>
                </a:cubicBezTo>
                <a:cubicBezTo>
                  <a:pt x="22722" y="24338"/>
                  <a:pt x="24135" y="25059"/>
                  <a:pt x="25298" y="26236"/>
                </a:cubicBezTo>
                <a:cubicBezTo>
                  <a:pt x="27152" y="28134"/>
                  <a:pt x="28182" y="30754"/>
                  <a:pt x="28241" y="33653"/>
                </a:cubicBezTo>
                <a:cubicBezTo>
                  <a:pt x="28197" y="33741"/>
                  <a:pt x="28197" y="33830"/>
                  <a:pt x="28197" y="33918"/>
                </a:cubicBezTo>
                <a:cubicBezTo>
                  <a:pt x="28167" y="33992"/>
                  <a:pt x="28123" y="34095"/>
                  <a:pt x="28108" y="34168"/>
                </a:cubicBezTo>
                <a:lnTo>
                  <a:pt x="28108" y="34124"/>
                </a:lnTo>
                <a:cubicBezTo>
                  <a:pt x="27932" y="31269"/>
                  <a:pt x="26784" y="28694"/>
                  <a:pt x="24841" y="26677"/>
                </a:cubicBezTo>
                <a:cubicBezTo>
                  <a:pt x="23738" y="25515"/>
                  <a:pt x="22384" y="24779"/>
                  <a:pt x="21118" y="24058"/>
                </a:cubicBezTo>
                <a:cubicBezTo>
                  <a:pt x="19853" y="23352"/>
                  <a:pt x="18631" y="22660"/>
                  <a:pt x="17733" y="21659"/>
                </a:cubicBezTo>
                <a:cubicBezTo>
                  <a:pt x="17778" y="21586"/>
                  <a:pt x="17822" y="21527"/>
                  <a:pt x="17866" y="21453"/>
                </a:cubicBezTo>
                <a:close/>
                <a:moveTo>
                  <a:pt x="28197" y="34168"/>
                </a:moveTo>
                <a:lnTo>
                  <a:pt x="28197" y="34168"/>
                </a:lnTo>
                <a:cubicBezTo>
                  <a:pt x="28197" y="34212"/>
                  <a:pt x="28182" y="34271"/>
                  <a:pt x="28182" y="34345"/>
                </a:cubicBezTo>
                <a:cubicBezTo>
                  <a:pt x="28167" y="34404"/>
                  <a:pt x="28138" y="34477"/>
                  <a:pt x="28108" y="34536"/>
                </a:cubicBezTo>
                <a:lnTo>
                  <a:pt x="28108" y="34359"/>
                </a:lnTo>
                <a:cubicBezTo>
                  <a:pt x="28123" y="34315"/>
                  <a:pt x="28138" y="34256"/>
                  <a:pt x="28182" y="34198"/>
                </a:cubicBezTo>
                <a:cubicBezTo>
                  <a:pt x="28182" y="34183"/>
                  <a:pt x="28197" y="34183"/>
                  <a:pt x="28197" y="34168"/>
                </a:cubicBezTo>
                <a:close/>
                <a:moveTo>
                  <a:pt x="17660" y="21703"/>
                </a:moveTo>
                <a:cubicBezTo>
                  <a:pt x="18557" y="22733"/>
                  <a:pt x="19779" y="23425"/>
                  <a:pt x="21059" y="24117"/>
                </a:cubicBezTo>
                <a:cubicBezTo>
                  <a:pt x="22354" y="24838"/>
                  <a:pt x="23664" y="25574"/>
                  <a:pt x="24768" y="26707"/>
                </a:cubicBezTo>
                <a:cubicBezTo>
                  <a:pt x="26696" y="28723"/>
                  <a:pt x="27829" y="31269"/>
                  <a:pt x="28020" y="34109"/>
                </a:cubicBezTo>
                <a:cubicBezTo>
                  <a:pt x="28020" y="34183"/>
                  <a:pt x="28020" y="34256"/>
                  <a:pt x="28035" y="34330"/>
                </a:cubicBezTo>
                <a:lnTo>
                  <a:pt x="27932" y="34610"/>
                </a:lnTo>
                <a:lnTo>
                  <a:pt x="27932" y="34580"/>
                </a:lnTo>
                <a:cubicBezTo>
                  <a:pt x="27593" y="31858"/>
                  <a:pt x="26357" y="29282"/>
                  <a:pt x="24326" y="27148"/>
                </a:cubicBezTo>
                <a:cubicBezTo>
                  <a:pt x="23267" y="26045"/>
                  <a:pt x="22031" y="25279"/>
                  <a:pt x="20868" y="24544"/>
                </a:cubicBezTo>
                <a:cubicBezTo>
                  <a:pt x="19588" y="23749"/>
                  <a:pt x="18381" y="22998"/>
                  <a:pt x="17527" y="21895"/>
                </a:cubicBezTo>
                <a:cubicBezTo>
                  <a:pt x="17571" y="21836"/>
                  <a:pt x="17630" y="21762"/>
                  <a:pt x="17660" y="21703"/>
                </a:cubicBezTo>
                <a:close/>
                <a:moveTo>
                  <a:pt x="28138" y="34654"/>
                </a:moveTo>
                <a:cubicBezTo>
                  <a:pt x="28167" y="34698"/>
                  <a:pt x="28167" y="34713"/>
                  <a:pt x="28138" y="34757"/>
                </a:cubicBezTo>
                <a:cubicBezTo>
                  <a:pt x="28123" y="34786"/>
                  <a:pt x="28123" y="34830"/>
                  <a:pt x="28108" y="34860"/>
                </a:cubicBezTo>
                <a:lnTo>
                  <a:pt x="28108" y="34771"/>
                </a:lnTo>
                <a:cubicBezTo>
                  <a:pt x="28123" y="34727"/>
                  <a:pt x="28123" y="34698"/>
                  <a:pt x="28138" y="34654"/>
                </a:cubicBezTo>
                <a:close/>
                <a:moveTo>
                  <a:pt x="28035" y="34551"/>
                </a:moveTo>
                <a:lnTo>
                  <a:pt x="28035" y="34757"/>
                </a:lnTo>
                <a:cubicBezTo>
                  <a:pt x="28020" y="34830"/>
                  <a:pt x="27976" y="34904"/>
                  <a:pt x="27961" y="34978"/>
                </a:cubicBezTo>
                <a:lnTo>
                  <a:pt x="27961" y="34992"/>
                </a:lnTo>
                <a:cubicBezTo>
                  <a:pt x="27961" y="34919"/>
                  <a:pt x="27947" y="34860"/>
                  <a:pt x="27947" y="34786"/>
                </a:cubicBezTo>
                <a:cubicBezTo>
                  <a:pt x="27976" y="34698"/>
                  <a:pt x="28020" y="34624"/>
                  <a:pt x="28035" y="34551"/>
                </a:cubicBezTo>
                <a:close/>
                <a:moveTo>
                  <a:pt x="17498" y="21968"/>
                </a:moveTo>
                <a:cubicBezTo>
                  <a:pt x="18351" y="23072"/>
                  <a:pt x="19558" y="23822"/>
                  <a:pt x="20824" y="24617"/>
                </a:cubicBezTo>
                <a:cubicBezTo>
                  <a:pt x="22001" y="25353"/>
                  <a:pt x="23208" y="26104"/>
                  <a:pt x="24267" y="27207"/>
                </a:cubicBezTo>
                <a:cubicBezTo>
                  <a:pt x="26284" y="29326"/>
                  <a:pt x="27520" y="31887"/>
                  <a:pt x="27829" y="34610"/>
                </a:cubicBezTo>
                <a:cubicBezTo>
                  <a:pt x="27829" y="34654"/>
                  <a:pt x="27844" y="34713"/>
                  <a:pt x="27844" y="34771"/>
                </a:cubicBezTo>
                <a:cubicBezTo>
                  <a:pt x="27814" y="34860"/>
                  <a:pt x="27770" y="34978"/>
                  <a:pt x="27741" y="35066"/>
                </a:cubicBezTo>
                <a:lnTo>
                  <a:pt x="27741" y="35051"/>
                </a:lnTo>
                <a:cubicBezTo>
                  <a:pt x="27299" y="32432"/>
                  <a:pt x="25989" y="29945"/>
                  <a:pt x="23826" y="27649"/>
                </a:cubicBezTo>
                <a:cubicBezTo>
                  <a:pt x="22825" y="26604"/>
                  <a:pt x="21722" y="25824"/>
                  <a:pt x="20662" y="25073"/>
                </a:cubicBezTo>
                <a:cubicBezTo>
                  <a:pt x="19382" y="24190"/>
                  <a:pt x="18175" y="23352"/>
                  <a:pt x="17365" y="22145"/>
                </a:cubicBezTo>
                <a:cubicBezTo>
                  <a:pt x="17380" y="22130"/>
                  <a:pt x="17395" y="22086"/>
                  <a:pt x="17424" y="22071"/>
                </a:cubicBezTo>
                <a:cubicBezTo>
                  <a:pt x="17439" y="22042"/>
                  <a:pt x="17468" y="21998"/>
                  <a:pt x="17498" y="21968"/>
                </a:cubicBezTo>
                <a:close/>
                <a:moveTo>
                  <a:pt x="28050" y="35022"/>
                </a:moveTo>
                <a:cubicBezTo>
                  <a:pt x="28035" y="35066"/>
                  <a:pt x="28035" y="35125"/>
                  <a:pt x="28035" y="35169"/>
                </a:cubicBezTo>
                <a:cubicBezTo>
                  <a:pt x="28020" y="35228"/>
                  <a:pt x="28005" y="35301"/>
                  <a:pt x="27976" y="35360"/>
                </a:cubicBezTo>
                <a:lnTo>
                  <a:pt x="27976" y="35213"/>
                </a:lnTo>
                <a:cubicBezTo>
                  <a:pt x="28005" y="35154"/>
                  <a:pt x="28020" y="35081"/>
                  <a:pt x="28050" y="35022"/>
                </a:cubicBezTo>
                <a:close/>
                <a:moveTo>
                  <a:pt x="27873" y="34948"/>
                </a:moveTo>
                <a:cubicBezTo>
                  <a:pt x="27873" y="35022"/>
                  <a:pt x="27888" y="35095"/>
                  <a:pt x="27888" y="35169"/>
                </a:cubicBezTo>
                <a:cubicBezTo>
                  <a:pt x="27858" y="35287"/>
                  <a:pt x="27829" y="35375"/>
                  <a:pt x="27799" y="35448"/>
                </a:cubicBezTo>
                <a:cubicBezTo>
                  <a:pt x="27799" y="35375"/>
                  <a:pt x="27785" y="35301"/>
                  <a:pt x="27755" y="35242"/>
                </a:cubicBezTo>
                <a:cubicBezTo>
                  <a:pt x="27799" y="35154"/>
                  <a:pt x="27829" y="35051"/>
                  <a:pt x="27873" y="34948"/>
                </a:cubicBezTo>
                <a:close/>
                <a:moveTo>
                  <a:pt x="17307" y="22218"/>
                </a:moveTo>
                <a:cubicBezTo>
                  <a:pt x="18116" y="23425"/>
                  <a:pt x="19337" y="24264"/>
                  <a:pt x="20603" y="25147"/>
                </a:cubicBezTo>
                <a:cubicBezTo>
                  <a:pt x="21677" y="25883"/>
                  <a:pt x="22781" y="26663"/>
                  <a:pt x="23767" y="27708"/>
                </a:cubicBezTo>
                <a:cubicBezTo>
                  <a:pt x="25916" y="29989"/>
                  <a:pt x="27225" y="32476"/>
                  <a:pt x="27652" y="35081"/>
                </a:cubicBezTo>
                <a:cubicBezTo>
                  <a:pt x="27652" y="35139"/>
                  <a:pt x="27667" y="35198"/>
                  <a:pt x="27667" y="35228"/>
                </a:cubicBezTo>
                <a:cubicBezTo>
                  <a:pt x="27638" y="35360"/>
                  <a:pt x="27593" y="35463"/>
                  <a:pt x="27564" y="35581"/>
                </a:cubicBezTo>
                <a:lnTo>
                  <a:pt x="27564" y="35537"/>
                </a:lnTo>
                <a:cubicBezTo>
                  <a:pt x="27019" y="33035"/>
                  <a:pt x="25651" y="30636"/>
                  <a:pt x="23326" y="28149"/>
                </a:cubicBezTo>
                <a:cubicBezTo>
                  <a:pt x="22428" y="27163"/>
                  <a:pt x="21427" y="26398"/>
                  <a:pt x="20471" y="25662"/>
                </a:cubicBezTo>
                <a:cubicBezTo>
                  <a:pt x="19190" y="24676"/>
                  <a:pt x="17954" y="23719"/>
                  <a:pt x="17204" y="22410"/>
                </a:cubicBezTo>
                <a:cubicBezTo>
                  <a:pt x="17233" y="22351"/>
                  <a:pt x="17277" y="22292"/>
                  <a:pt x="17307" y="22218"/>
                </a:cubicBezTo>
                <a:close/>
                <a:moveTo>
                  <a:pt x="28020" y="35508"/>
                </a:moveTo>
                <a:lnTo>
                  <a:pt x="28020" y="35508"/>
                </a:lnTo>
                <a:cubicBezTo>
                  <a:pt x="28005" y="35537"/>
                  <a:pt x="28005" y="35566"/>
                  <a:pt x="28005" y="35581"/>
                </a:cubicBezTo>
                <a:cubicBezTo>
                  <a:pt x="28005" y="35610"/>
                  <a:pt x="27976" y="35640"/>
                  <a:pt x="27976" y="35669"/>
                </a:cubicBezTo>
                <a:lnTo>
                  <a:pt x="27976" y="35596"/>
                </a:lnTo>
                <a:cubicBezTo>
                  <a:pt x="28005" y="35566"/>
                  <a:pt x="28005" y="35537"/>
                  <a:pt x="28020" y="35508"/>
                </a:cubicBezTo>
                <a:close/>
                <a:moveTo>
                  <a:pt x="27902" y="35390"/>
                </a:moveTo>
                <a:cubicBezTo>
                  <a:pt x="27888" y="35463"/>
                  <a:pt x="27902" y="35537"/>
                  <a:pt x="27902" y="35596"/>
                </a:cubicBezTo>
                <a:cubicBezTo>
                  <a:pt x="27888" y="35669"/>
                  <a:pt x="27858" y="35743"/>
                  <a:pt x="27829" y="35816"/>
                </a:cubicBezTo>
                <a:cubicBezTo>
                  <a:pt x="27829" y="35757"/>
                  <a:pt x="27814" y="35684"/>
                  <a:pt x="27814" y="35625"/>
                </a:cubicBezTo>
                <a:cubicBezTo>
                  <a:pt x="27858" y="35551"/>
                  <a:pt x="27873" y="35463"/>
                  <a:pt x="27902" y="35390"/>
                </a:cubicBezTo>
                <a:close/>
                <a:moveTo>
                  <a:pt x="27711" y="35419"/>
                </a:moveTo>
                <a:cubicBezTo>
                  <a:pt x="27726" y="35493"/>
                  <a:pt x="27726" y="35566"/>
                  <a:pt x="27726" y="35654"/>
                </a:cubicBezTo>
                <a:cubicBezTo>
                  <a:pt x="27682" y="35743"/>
                  <a:pt x="27652" y="35860"/>
                  <a:pt x="27608" y="35949"/>
                </a:cubicBezTo>
                <a:cubicBezTo>
                  <a:pt x="27593" y="35875"/>
                  <a:pt x="27593" y="35816"/>
                  <a:pt x="27579" y="35743"/>
                </a:cubicBezTo>
                <a:cubicBezTo>
                  <a:pt x="27638" y="35640"/>
                  <a:pt x="27667" y="35522"/>
                  <a:pt x="27711" y="35419"/>
                </a:cubicBezTo>
                <a:close/>
                <a:moveTo>
                  <a:pt x="17145" y="22483"/>
                </a:moveTo>
                <a:cubicBezTo>
                  <a:pt x="17925" y="23793"/>
                  <a:pt x="19131" y="24720"/>
                  <a:pt x="20412" y="25721"/>
                </a:cubicBezTo>
                <a:cubicBezTo>
                  <a:pt x="21383" y="26457"/>
                  <a:pt x="22369" y="27222"/>
                  <a:pt x="23267" y="28179"/>
                </a:cubicBezTo>
                <a:cubicBezTo>
                  <a:pt x="25563" y="30666"/>
                  <a:pt x="26946" y="33064"/>
                  <a:pt x="27490" y="35537"/>
                </a:cubicBezTo>
                <a:cubicBezTo>
                  <a:pt x="27505" y="35596"/>
                  <a:pt x="27505" y="35654"/>
                  <a:pt x="27520" y="35713"/>
                </a:cubicBezTo>
                <a:cubicBezTo>
                  <a:pt x="27490" y="35802"/>
                  <a:pt x="27461" y="35875"/>
                  <a:pt x="27446" y="35949"/>
                </a:cubicBezTo>
                <a:cubicBezTo>
                  <a:pt x="27432" y="36008"/>
                  <a:pt x="27402" y="36052"/>
                  <a:pt x="27387" y="36096"/>
                </a:cubicBezTo>
                <a:cubicBezTo>
                  <a:pt x="27387" y="36052"/>
                  <a:pt x="27373" y="36037"/>
                  <a:pt x="27373" y="36008"/>
                </a:cubicBezTo>
                <a:cubicBezTo>
                  <a:pt x="26769" y="33609"/>
                  <a:pt x="25401" y="31401"/>
                  <a:pt x="22825" y="28620"/>
                </a:cubicBezTo>
                <a:cubicBezTo>
                  <a:pt x="22016" y="27737"/>
                  <a:pt x="21162" y="27001"/>
                  <a:pt x="20323" y="26295"/>
                </a:cubicBezTo>
                <a:cubicBezTo>
                  <a:pt x="18999" y="25162"/>
                  <a:pt x="17733" y="24087"/>
                  <a:pt x="17042" y="22645"/>
                </a:cubicBezTo>
                <a:lnTo>
                  <a:pt x="17145" y="22483"/>
                </a:lnTo>
                <a:close/>
                <a:moveTo>
                  <a:pt x="27902" y="35907"/>
                </a:moveTo>
                <a:cubicBezTo>
                  <a:pt x="27899" y="35942"/>
                  <a:pt x="27888" y="35971"/>
                  <a:pt x="27888" y="36022"/>
                </a:cubicBezTo>
                <a:cubicBezTo>
                  <a:pt x="27873" y="36081"/>
                  <a:pt x="27858" y="36125"/>
                  <a:pt x="27858" y="36184"/>
                </a:cubicBezTo>
                <a:lnTo>
                  <a:pt x="27858" y="36052"/>
                </a:lnTo>
                <a:cubicBezTo>
                  <a:pt x="27873" y="36008"/>
                  <a:pt x="27887" y="35951"/>
                  <a:pt x="27902" y="35907"/>
                </a:cubicBezTo>
                <a:close/>
                <a:moveTo>
                  <a:pt x="27755" y="35831"/>
                </a:moveTo>
                <a:lnTo>
                  <a:pt x="27755" y="36037"/>
                </a:lnTo>
                <a:cubicBezTo>
                  <a:pt x="27741" y="36125"/>
                  <a:pt x="27711" y="36228"/>
                  <a:pt x="27682" y="36302"/>
                </a:cubicBezTo>
                <a:cubicBezTo>
                  <a:pt x="27682" y="36228"/>
                  <a:pt x="27667" y="36170"/>
                  <a:pt x="27667" y="36111"/>
                </a:cubicBezTo>
                <a:cubicBezTo>
                  <a:pt x="27711" y="36022"/>
                  <a:pt x="27726" y="35934"/>
                  <a:pt x="27755" y="35831"/>
                </a:cubicBezTo>
                <a:close/>
                <a:moveTo>
                  <a:pt x="27535" y="35905"/>
                </a:moveTo>
                <a:cubicBezTo>
                  <a:pt x="27549" y="35978"/>
                  <a:pt x="27549" y="36052"/>
                  <a:pt x="27579" y="36111"/>
                </a:cubicBezTo>
                <a:lnTo>
                  <a:pt x="27461" y="36449"/>
                </a:lnTo>
                <a:cubicBezTo>
                  <a:pt x="27446" y="36376"/>
                  <a:pt x="27446" y="36317"/>
                  <a:pt x="27432" y="36258"/>
                </a:cubicBezTo>
                <a:cubicBezTo>
                  <a:pt x="27461" y="36170"/>
                  <a:pt x="27490" y="36081"/>
                  <a:pt x="27520" y="35978"/>
                </a:cubicBezTo>
                <a:cubicBezTo>
                  <a:pt x="27520" y="35949"/>
                  <a:pt x="27535" y="35934"/>
                  <a:pt x="27535" y="35905"/>
                </a:cubicBezTo>
                <a:close/>
                <a:moveTo>
                  <a:pt x="27873" y="36390"/>
                </a:moveTo>
                <a:lnTo>
                  <a:pt x="27873" y="36449"/>
                </a:lnTo>
                <a:cubicBezTo>
                  <a:pt x="27873" y="36464"/>
                  <a:pt x="27858" y="36479"/>
                  <a:pt x="27858" y="36493"/>
                </a:cubicBezTo>
                <a:lnTo>
                  <a:pt x="27858" y="36464"/>
                </a:lnTo>
                <a:cubicBezTo>
                  <a:pt x="27858" y="36449"/>
                  <a:pt x="27873" y="36420"/>
                  <a:pt x="27873" y="36390"/>
                </a:cubicBezTo>
                <a:close/>
                <a:moveTo>
                  <a:pt x="16998" y="22748"/>
                </a:moveTo>
                <a:cubicBezTo>
                  <a:pt x="17719" y="24190"/>
                  <a:pt x="18970" y="25250"/>
                  <a:pt x="20294" y="26383"/>
                </a:cubicBezTo>
                <a:cubicBezTo>
                  <a:pt x="21118" y="27090"/>
                  <a:pt x="21986" y="27811"/>
                  <a:pt x="22796" y="28694"/>
                </a:cubicBezTo>
                <a:cubicBezTo>
                  <a:pt x="25342" y="31475"/>
                  <a:pt x="26710" y="33682"/>
                  <a:pt x="27314" y="36052"/>
                </a:cubicBezTo>
                <a:lnTo>
                  <a:pt x="27373" y="36273"/>
                </a:lnTo>
                <a:cubicBezTo>
                  <a:pt x="27299" y="36376"/>
                  <a:pt x="27270" y="36479"/>
                  <a:pt x="27225" y="36611"/>
                </a:cubicBezTo>
                <a:cubicBezTo>
                  <a:pt x="27211" y="36567"/>
                  <a:pt x="27211" y="36537"/>
                  <a:pt x="27181" y="36493"/>
                </a:cubicBezTo>
                <a:cubicBezTo>
                  <a:pt x="26343" y="33697"/>
                  <a:pt x="24415" y="31416"/>
                  <a:pt x="22325" y="29135"/>
                </a:cubicBezTo>
                <a:cubicBezTo>
                  <a:pt x="21633" y="28370"/>
                  <a:pt x="20912" y="27693"/>
                  <a:pt x="20220" y="27045"/>
                </a:cubicBezTo>
                <a:cubicBezTo>
                  <a:pt x="18764" y="25691"/>
                  <a:pt x="17513" y="24529"/>
                  <a:pt x="16880" y="22925"/>
                </a:cubicBezTo>
                <a:lnTo>
                  <a:pt x="16998" y="22748"/>
                </a:lnTo>
                <a:close/>
                <a:moveTo>
                  <a:pt x="27785" y="36302"/>
                </a:moveTo>
                <a:lnTo>
                  <a:pt x="27770" y="36464"/>
                </a:lnTo>
                <a:lnTo>
                  <a:pt x="27726" y="36685"/>
                </a:lnTo>
                <a:cubicBezTo>
                  <a:pt x="27726" y="36626"/>
                  <a:pt x="27711" y="36567"/>
                  <a:pt x="27711" y="36523"/>
                </a:cubicBezTo>
                <a:cubicBezTo>
                  <a:pt x="27726" y="36449"/>
                  <a:pt x="27755" y="36361"/>
                  <a:pt x="27785" y="36302"/>
                </a:cubicBezTo>
                <a:close/>
                <a:moveTo>
                  <a:pt x="27593" y="36302"/>
                </a:moveTo>
                <a:cubicBezTo>
                  <a:pt x="27593" y="36376"/>
                  <a:pt x="27608" y="36420"/>
                  <a:pt x="27608" y="36493"/>
                </a:cubicBezTo>
                <a:cubicBezTo>
                  <a:pt x="27593" y="36596"/>
                  <a:pt x="27564" y="36699"/>
                  <a:pt x="27535" y="36788"/>
                </a:cubicBezTo>
                <a:cubicBezTo>
                  <a:pt x="27520" y="36729"/>
                  <a:pt x="27520" y="36670"/>
                  <a:pt x="27505" y="36611"/>
                </a:cubicBezTo>
                <a:cubicBezTo>
                  <a:pt x="27535" y="36493"/>
                  <a:pt x="27549" y="36405"/>
                  <a:pt x="27593" y="36302"/>
                </a:cubicBezTo>
                <a:close/>
                <a:moveTo>
                  <a:pt x="27387" y="36405"/>
                </a:moveTo>
                <a:cubicBezTo>
                  <a:pt x="27402" y="36479"/>
                  <a:pt x="27432" y="36537"/>
                  <a:pt x="27432" y="36611"/>
                </a:cubicBezTo>
                <a:cubicBezTo>
                  <a:pt x="27387" y="36714"/>
                  <a:pt x="27358" y="36846"/>
                  <a:pt x="27314" y="36964"/>
                </a:cubicBezTo>
                <a:lnTo>
                  <a:pt x="27270" y="36743"/>
                </a:lnTo>
                <a:cubicBezTo>
                  <a:pt x="27299" y="36626"/>
                  <a:pt x="27343" y="36523"/>
                  <a:pt x="27387" y="36405"/>
                </a:cubicBezTo>
                <a:close/>
                <a:moveTo>
                  <a:pt x="27770" y="36758"/>
                </a:moveTo>
                <a:lnTo>
                  <a:pt x="27770" y="36861"/>
                </a:lnTo>
                <a:cubicBezTo>
                  <a:pt x="27755" y="36920"/>
                  <a:pt x="27755" y="36979"/>
                  <a:pt x="27741" y="37038"/>
                </a:cubicBezTo>
                <a:lnTo>
                  <a:pt x="27741" y="36920"/>
                </a:lnTo>
                <a:cubicBezTo>
                  <a:pt x="27755" y="36861"/>
                  <a:pt x="27770" y="36817"/>
                  <a:pt x="27770" y="36758"/>
                </a:cubicBezTo>
                <a:close/>
                <a:moveTo>
                  <a:pt x="16821" y="22954"/>
                </a:moveTo>
                <a:cubicBezTo>
                  <a:pt x="17454" y="24573"/>
                  <a:pt x="18734" y="25736"/>
                  <a:pt x="20162" y="27075"/>
                </a:cubicBezTo>
                <a:cubicBezTo>
                  <a:pt x="20868" y="27722"/>
                  <a:pt x="21574" y="28399"/>
                  <a:pt x="22281" y="29179"/>
                </a:cubicBezTo>
                <a:cubicBezTo>
                  <a:pt x="24356" y="31460"/>
                  <a:pt x="26269" y="33741"/>
                  <a:pt x="27122" y="36523"/>
                </a:cubicBezTo>
                <a:lnTo>
                  <a:pt x="27167" y="36743"/>
                </a:lnTo>
                <a:cubicBezTo>
                  <a:pt x="27137" y="36846"/>
                  <a:pt x="27078" y="36964"/>
                  <a:pt x="27034" y="37067"/>
                </a:cubicBezTo>
                <a:cubicBezTo>
                  <a:pt x="27019" y="37038"/>
                  <a:pt x="27019" y="36994"/>
                  <a:pt x="27005" y="36964"/>
                </a:cubicBezTo>
                <a:cubicBezTo>
                  <a:pt x="26107" y="34345"/>
                  <a:pt x="24209" y="32255"/>
                  <a:pt x="22207" y="30018"/>
                </a:cubicBezTo>
                <a:lnTo>
                  <a:pt x="21839" y="29606"/>
                </a:lnTo>
                <a:cubicBezTo>
                  <a:pt x="21280" y="28973"/>
                  <a:pt x="20721" y="28399"/>
                  <a:pt x="20162" y="27855"/>
                </a:cubicBezTo>
                <a:cubicBezTo>
                  <a:pt x="18616" y="26295"/>
                  <a:pt x="17277" y="24926"/>
                  <a:pt x="16718" y="23131"/>
                </a:cubicBezTo>
                <a:cubicBezTo>
                  <a:pt x="16762" y="23072"/>
                  <a:pt x="16792" y="23013"/>
                  <a:pt x="16821" y="22954"/>
                </a:cubicBezTo>
                <a:close/>
                <a:moveTo>
                  <a:pt x="27638" y="36743"/>
                </a:moveTo>
                <a:cubicBezTo>
                  <a:pt x="27652" y="36773"/>
                  <a:pt x="27652" y="36846"/>
                  <a:pt x="27652" y="36905"/>
                </a:cubicBezTo>
                <a:cubicBezTo>
                  <a:pt x="27638" y="36979"/>
                  <a:pt x="27608" y="37067"/>
                  <a:pt x="27579" y="37156"/>
                </a:cubicBezTo>
                <a:cubicBezTo>
                  <a:pt x="27579" y="37111"/>
                  <a:pt x="27564" y="37053"/>
                  <a:pt x="27564" y="36994"/>
                </a:cubicBezTo>
                <a:cubicBezTo>
                  <a:pt x="27579" y="36905"/>
                  <a:pt x="27608" y="36817"/>
                  <a:pt x="27638" y="36743"/>
                </a:cubicBezTo>
                <a:close/>
                <a:moveTo>
                  <a:pt x="27446" y="36788"/>
                </a:moveTo>
                <a:cubicBezTo>
                  <a:pt x="27461" y="36846"/>
                  <a:pt x="27461" y="36920"/>
                  <a:pt x="27490" y="36979"/>
                </a:cubicBezTo>
                <a:cubicBezTo>
                  <a:pt x="27461" y="37067"/>
                  <a:pt x="27432" y="37156"/>
                  <a:pt x="27402" y="37259"/>
                </a:cubicBezTo>
                <a:cubicBezTo>
                  <a:pt x="27402" y="37273"/>
                  <a:pt x="27387" y="37288"/>
                  <a:pt x="27387" y="37303"/>
                </a:cubicBezTo>
                <a:cubicBezTo>
                  <a:pt x="27373" y="37229"/>
                  <a:pt x="27373" y="37185"/>
                  <a:pt x="27358" y="37111"/>
                </a:cubicBezTo>
                <a:cubicBezTo>
                  <a:pt x="27387" y="36994"/>
                  <a:pt x="27432" y="36891"/>
                  <a:pt x="27446" y="36788"/>
                </a:cubicBezTo>
                <a:close/>
                <a:moveTo>
                  <a:pt x="27211" y="36861"/>
                </a:moveTo>
                <a:cubicBezTo>
                  <a:pt x="27225" y="36935"/>
                  <a:pt x="27240" y="37023"/>
                  <a:pt x="27270" y="37097"/>
                </a:cubicBezTo>
                <a:lnTo>
                  <a:pt x="27152" y="37435"/>
                </a:lnTo>
                <a:cubicBezTo>
                  <a:pt x="27137" y="37362"/>
                  <a:pt x="27093" y="37273"/>
                  <a:pt x="27078" y="37200"/>
                </a:cubicBezTo>
                <a:cubicBezTo>
                  <a:pt x="27122" y="37082"/>
                  <a:pt x="27167" y="36979"/>
                  <a:pt x="27211" y="36861"/>
                </a:cubicBezTo>
                <a:close/>
                <a:moveTo>
                  <a:pt x="16674" y="23234"/>
                </a:moveTo>
                <a:cubicBezTo>
                  <a:pt x="17233" y="25015"/>
                  <a:pt x="18587" y="26383"/>
                  <a:pt x="20103" y="27928"/>
                </a:cubicBezTo>
                <a:cubicBezTo>
                  <a:pt x="20662" y="28473"/>
                  <a:pt x="21236" y="29047"/>
                  <a:pt x="21780" y="29680"/>
                </a:cubicBezTo>
                <a:lnTo>
                  <a:pt x="22148" y="30092"/>
                </a:lnTo>
                <a:cubicBezTo>
                  <a:pt x="24150" y="32329"/>
                  <a:pt x="26033" y="34418"/>
                  <a:pt x="26931" y="36994"/>
                </a:cubicBezTo>
                <a:cubicBezTo>
                  <a:pt x="26946" y="37053"/>
                  <a:pt x="26975" y="37126"/>
                  <a:pt x="26990" y="37185"/>
                </a:cubicBezTo>
                <a:cubicBezTo>
                  <a:pt x="26931" y="37288"/>
                  <a:pt x="26902" y="37406"/>
                  <a:pt x="26843" y="37509"/>
                </a:cubicBezTo>
                <a:cubicBezTo>
                  <a:pt x="26843" y="37494"/>
                  <a:pt x="26828" y="37450"/>
                  <a:pt x="26828" y="37435"/>
                </a:cubicBezTo>
                <a:cubicBezTo>
                  <a:pt x="25945" y="35139"/>
                  <a:pt x="24267" y="33315"/>
                  <a:pt x="22487" y="31372"/>
                </a:cubicBezTo>
                <a:cubicBezTo>
                  <a:pt x="22119" y="30960"/>
                  <a:pt x="21707" y="30518"/>
                  <a:pt x="21339" y="30092"/>
                </a:cubicBezTo>
                <a:cubicBezTo>
                  <a:pt x="20956" y="29650"/>
                  <a:pt x="20574" y="29253"/>
                  <a:pt x="20206" y="28841"/>
                </a:cubicBezTo>
                <a:cubicBezTo>
                  <a:pt x="18513" y="27031"/>
                  <a:pt x="17042" y="25427"/>
                  <a:pt x="16571" y="23366"/>
                </a:cubicBezTo>
                <a:cubicBezTo>
                  <a:pt x="16615" y="23322"/>
                  <a:pt x="16630" y="23293"/>
                  <a:pt x="16674" y="23234"/>
                </a:cubicBezTo>
                <a:close/>
                <a:moveTo>
                  <a:pt x="27652" y="37156"/>
                </a:moveTo>
                <a:cubicBezTo>
                  <a:pt x="27667" y="37214"/>
                  <a:pt x="27667" y="37259"/>
                  <a:pt x="27667" y="37303"/>
                </a:cubicBezTo>
                <a:cubicBezTo>
                  <a:pt x="27652" y="37376"/>
                  <a:pt x="27638" y="37435"/>
                  <a:pt x="27608" y="37509"/>
                </a:cubicBezTo>
                <a:cubicBezTo>
                  <a:pt x="27608" y="37450"/>
                  <a:pt x="27608" y="37420"/>
                  <a:pt x="27593" y="37362"/>
                </a:cubicBezTo>
                <a:cubicBezTo>
                  <a:pt x="27608" y="37288"/>
                  <a:pt x="27638" y="37229"/>
                  <a:pt x="27652" y="37156"/>
                </a:cubicBezTo>
                <a:close/>
                <a:moveTo>
                  <a:pt x="27505" y="37156"/>
                </a:moveTo>
                <a:cubicBezTo>
                  <a:pt x="27505" y="37214"/>
                  <a:pt x="27520" y="37288"/>
                  <a:pt x="27520" y="37347"/>
                </a:cubicBezTo>
                <a:cubicBezTo>
                  <a:pt x="27505" y="37450"/>
                  <a:pt x="27490" y="37553"/>
                  <a:pt x="27461" y="37641"/>
                </a:cubicBezTo>
                <a:cubicBezTo>
                  <a:pt x="27446" y="37582"/>
                  <a:pt x="27446" y="37523"/>
                  <a:pt x="27432" y="37450"/>
                </a:cubicBezTo>
                <a:cubicBezTo>
                  <a:pt x="27446" y="37376"/>
                  <a:pt x="27461" y="37332"/>
                  <a:pt x="27490" y="37259"/>
                </a:cubicBezTo>
                <a:cubicBezTo>
                  <a:pt x="27490" y="37214"/>
                  <a:pt x="27505" y="37200"/>
                  <a:pt x="27505" y="37156"/>
                </a:cubicBezTo>
                <a:close/>
                <a:moveTo>
                  <a:pt x="27299" y="37259"/>
                </a:moveTo>
                <a:cubicBezTo>
                  <a:pt x="27314" y="37332"/>
                  <a:pt x="27343" y="37406"/>
                  <a:pt x="27343" y="37479"/>
                </a:cubicBezTo>
                <a:cubicBezTo>
                  <a:pt x="27314" y="37582"/>
                  <a:pt x="27284" y="37671"/>
                  <a:pt x="27240" y="37788"/>
                </a:cubicBezTo>
                <a:lnTo>
                  <a:pt x="27196" y="37568"/>
                </a:lnTo>
                <a:cubicBezTo>
                  <a:pt x="27225" y="37479"/>
                  <a:pt x="27270" y="37362"/>
                  <a:pt x="27299" y="37259"/>
                </a:cubicBezTo>
                <a:close/>
                <a:moveTo>
                  <a:pt x="27684" y="37684"/>
                </a:moveTo>
                <a:cubicBezTo>
                  <a:pt x="27682" y="37697"/>
                  <a:pt x="27682" y="37709"/>
                  <a:pt x="27682" y="37715"/>
                </a:cubicBezTo>
                <a:cubicBezTo>
                  <a:pt x="27682" y="37744"/>
                  <a:pt x="27667" y="37803"/>
                  <a:pt x="27667" y="37832"/>
                </a:cubicBezTo>
                <a:lnTo>
                  <a:pt x="27667" y="37744"/>
                </a:lnTo>
                <a:cubicBezTo>
                  <a:pt x="27674" y="37729"/>
                  <a:pt x="27678" y="37707"/>
                  <a:pt x="27684" y="37684"/>
                </a:cubicBezTo>
                <a:close/>
                <a:moveTo>
                  <a:pt x="27034" y="37303"/>
                </a:moveTo>
                <a:cubicBezTo>
                  <a:pt x="27064" y="37406"/>
                  <a:pt x="27093" y="37479"/>
                  <a:pt x="27122" y="37568"/>
                </a:cubicBezTo>
                <a:cubicBezTo>
                  <a:pt x="27064" y="37656"/>
                  <a:pt x="27019" y="37774"/>
                  <a:pt x="26990" y="37877"/>
                </a:cubicBezTo>
                <a:cubicBezTo>
                  <a:pt x="26946" y="37788"/>
                  <a:pt x="26931" y="37715"/>
                  <a:pt x="26902" y="37626"/>
                </a:cubicBezTo>
                <a:cubicBezTo>
                  <a:pt x="26946" y="37509"/>
                  <a:pt x="26990" y="37420"/>
                  <a:pt x="27034" y="37303"/>
                </a:cubicBezTo>
                <a:close/>
                <a:moveTo>
                  <a:pt x="16527" y="23499"/>
                </a:moveTo>
                <a:cubicBezTo>
                  <a:pt x="17012" y="25530"/>
                  <a:pt x="18469" y="27119"/>
                  <a:pt x="20147" y="28914"/>
                </a:cubicBezTo>
                <a:cubicBezTo>
                  <a:pt x="20515" y="29326"/>
                  <a:pt x="20897" y="29724"/>
                  <a:pt x="21280" y="30165"/>
                </a:cubicBezTo>
                <a:cubicBezTo>
                  <a:pt x="21677" y="30607"/>
                  <a:pt x="22060" y="31034"/>
                  <a:pt x="22443" y="31446"/>
                </a:cubicBezTo>
                <a:cubicBezTo>
                  <a:pt x="24209" y="33373"/>
                  <a:pt x="25886" y="35198"/>
                  <a:pt x="26769" y="37479"/>
                </a:cubicBezTo>
                <a:cubicBezTo>
                  <a:pt x="26784" y="37523"/>
                  <a:pt x="26799" y="37568"/>
                  <a:pt x="26828" y="37626"/>
                </a:cubicBezTo>
                <a:cubicBezTo>
                  <a:pt x="26769" y="37729"/>
                  <a:pt x="26710" y="37818"/>
                  <a:pt x="26681" y="37935"/>
                </a:cubicBezTo>
                <a:lnTo>
                  <a:pt x="26681" y="37921"/>
                </a:lnTo>
                <a:cubicBezTo>
                  <a:pt x="25798" y="35831"/>
                  <a:pt x="24223" y="34198"/>
                  <a:pt x="22590" y="32446"/>
                </a:cubicBezTo>
                <a:cubicBezTo>
                  <a:pt x="22016" y="31858"/>
                  <a:pt x="21457" y="31240"/>
                  <a:pt x="20883" y="30592"/>
                </a:cubicBezTo>
                <a:cubicBezTo>
                  <a:pt x="20736" y="30415"/>
                  <a:pt x="20574" y="30239"/>
                  <a:pt x="20426" y="30077"/>
                </a:cubicBezTo>
                <a:cubicBezTo>
                  <a:pt x="18454" y="27884"/>
                  <a:pt x="16792" y="26001"/>
                  <a:pt x="16424" y="23616"/>
                </a:cubicBezTo>
                <a:cubicBezTo>
                  <a:pt x="16468" y="23558"/>
                  <a:pt x="16482" y="23528"/>
                  <a:pt x="16527" y="23499"/>
                </a:cubicBezTo>
                <a:close/>
                <a:moveTo>
                  <a:pt x="27579" y="37582"/>
                </a:moveTo>
                <a:lnTo>
                  <a:pt x="27579" y="37582"/>
                </a:lnTo>
                <a:cubicBezTo>
                  <a:pt x="27564" y="37641"/>
                  <a:pt x="27564" y="37700"/>
                  <a:pt x="27579" y="37744"/>
                </a:cubicBezTo>
                <a:cubicBezTo>
                  <a:pt x="27564" y="37818"/>
                  <a:pt x="27535" y="37921"/>
                  <a:pt x="27520" y="37994"/>
                </a:cubicBezTo>
                <a:cubicBezTo>
                  <a:pt x="27520" y="37935"/>
                  <a:pt x="27505" y="37877"/>
                  <a:pt x="27505" y="37847"/>
                </a:cubicBezTo>
                <a:cubicBezTo>
                  <a:pt x="27520" y="37744"/>
                  <a:pt x="27535" y="37671"/>
                  <a:pt x="27579" y="37582"/>
                </a:cubicBezTo>
                <a:close/>
                <a:moveTo>
                  <a:pt x="27373" y="37656"/>
                </a:moveTo>
                <a:cubicBezTo>
                  <a:pt x="27387" y="37715"/>
                  <a:pt x="27387" y="37788"/>
                  <a:pt x="27417" y="37847"/>
                </a:cubicBezTo>
                <a:cubicBezTo>
                  <a:pt x="27417" y="37862"/>
                  <a:pt x="27387" y="37877"/>
                  <a:pt x="27387" y="37921"/>
                </a:cubicBezTo>
                <a:cubicBezTo>
                  <a:pt x="27373" y="37994"/>
                  <a:pt x="27358" y="38068"/>
                  <a:pt x="27343" y="38156"/>
                </a:cubicBezTo>
                <a:cubicBezTo>
                  <a:pt x="27314" y="38083"/>
                  <a:pt x="27314" y="38024"/>
                  <a:pt x="27299" y="37950"/>
                </a:cubicBezTo>
                <a:cubicBezTo>
                  <a:pt x="27314" y="37847"/>
                  <a:pt x="27343" y="37744"/>
                  <a:pt x="27373" y="37656"/>
                </a:cubicBezTo>
                <a:close/>
                <a:moveTo>
                  <a:pt x="27152" y="37715"/>
                </a:moveTo>
                <a:cubicBezTo>
                  <a:pt x="27167" y="37788"/>
                  <a:pt x="27196" y="37877"/>
                  <a:pt x="27211" y="37950"/>
                </a:cubicBezTo>
                <a:cubicBezTo>
                  <a:pt x="27167" y="38039"/>
                  <a:pt x="27137" y="38142"/>
                  <a:pt x="27093" y="38245"/>
                </a:cubicBezTo>
                <a:cubicBezTo>
                  <a:pt x="27078" y="38156"/>
                  <a:pt x="27049" y="38083"/>
                  <a:pt x="27019" y="38009"/>
                </a:cubicBezTo>
                <a:cubicBezTo>
                  <a:pt x="27064" y="37921"/>
                  <a:pt x="27122" y="37803"/>
                  <a:pt x="27152" y="37715"/>
                </a:cubicBezTo>
                <a:close/>
                <a:moveTo>
                  <a:pt x="26843" y="37715"/>
                </a:moveTo>
                <a:cubicBezTo>
                  <a:pt x="26872" y="37803"/>
                  <a:pt x="26902" y="37891"/>
                  <a:pt x="26931" y="37994"/>
                </a:cubicBezTo>
                <a:cubicBezTo>
                  <a:pt x="26902" y="38097"/>
                  <a:pt x="26843" y="38186"/>
                  <a:pt x="26799" y="38303"/>
                </a:cubicBezTo>
                <a:lnTo>
                  <a:pt x="26696" y="38024"/>
                </a:lnTo>
                <a:cubicBezTo>
                  <a:pt x="26755" y="37935"/>
                  <a:pt x="26799" y="37818"/>
                  <a:pt x="26843" y="37715"/>
                </a:cubicBezTo>
                <a:close/>
                <a:moveTo>
                  <a:pt x="16365" y="23734"/>
                </a:moveTo>
                <a:cubicBezTo>
                  <a:pt x="16762" y="26089"/>
                  <a:pt x="18410" y="27987"/>
                  <a:pt x="20323" y="30136"/>
                </a:cubicBezTo>
                <a:cubicBezTo>
                  <a:pt x="20471" y="30298"/>
                  <a:pt x="20647" y="30489"/>
                  <a:pt x="20780" y="30651"/>
                </a:cubicBezTo>
                <a:cubicBezTo>
                  <a:pt x="21354" y="31298"/>
                  <a:pt x="21928" y="31902"/>
                  <a:pt x="22502" y="32505"/>
                </a:cubicBezTo>
                <a:cubicBezTo>
                  <a:pt x="24135" y="34242"/>
                  <a:pt x="25680" y="35875"/>
                  <a:pt x="26578" y="37950"/>
                </a:cubicBezTo>
                <a:cubicBezTo>
                  <a:pt x="26593" y="37965"/>
                  <a:pt x="26593" y="38009"/>
                  <a:pt x="26622" y="38024"/>
                </a:cubicBezTo>
                <a:cubicBezTo>
                  <a:pt x="26563" y="38142"/>
                  <a:pt x="26504" y="38230"/>
                  <a:pt x="26446" y="38333"/>
                </a:cubicBezTo>
                <a:cubicBezTo>
                  <a:pt x="25548" y="36420"/>
                  <a:pt x="24076" y="34948"/>
                  <a:pt x="22516" y="33373"/>
                </a:cubicBezTo>
                <a:cubicBezTo>
                  <a:pt x="21795" y="32652"/>
                  <a:pt x="21059" y="31902"/>
                  <a:pt x="20368" y="31107"/>
                </a:cubicBezTo>
                <a:cubicBezTo>
                  <a:pt x="18190" y="28605"/>
                  <a:pt x="16497" y="26457"/>
                  <a:pt x="16321" y="23881"/>
                </a:cubicBezTo>
                <a:cubicBezTo>
                  <a:pt x="16321" y="23808"/>
                  <a:pt x="16335" y="23764"/>
                  <a:pt x="16365" y="23734"/>
                </a:cubicBezTo>
                <a:close/>
                <a:moveTo>
                  <a:pt x="27593" y="38024"/>
                </a:moveTo>
                <a:lnTo>
                  <a:pt x="27593" y="38156"/>
                </a:lnTo>
                <a:cubicBezTo>
                  <a:pt x="27579" y="38230"/>
                  <a:pt x="27549" y="38289"/>
                  <a:pt x="27549" y="38362"/>
                </a:cubicBezTo>
                <a:cubicBezTo>
                  <a:pt x="27549" y="38318"/>
                  <a:pt x="27549" y="38289"/>
                  <a:pt x="27535" y="38230"/>
                </a:cubicBezTo>
                <a:cubicBezTo>
                  <a:pt x="27549" y="38186"/>
                  <a:pt x="27549" y="38156"/>
                  <a:pt x="27579" y="38112"/>
                </a:cubicBezTo>
                <a:cubicBezTo>
                  <a:pt x="27579" y="38083"/>
                  <a:pt x="27593" y="38068"/>
                  <a:pt x="27593" y="38024"/>
                </a:cubicBezTo>
                <a:close/>
                <a:moveTo>
                  <a:pt x="27432" y="38068"/>
                </a:moveTo>
                <a:cubicBezTo>
                  <a:pt x="27432" y="38112"/>
                  <a:pt x="27446" y="38171"/>
                  <a:pt x="27446" y="38230"/>
                </a:cubicBezTo>
                <a:cubicBezTo>
                  <a:pt x="27432" y="38303"/>
                  <a:pt x="27402" y="38392"/>
                  <a:pt x="27387" y="38480"/>
                </a:cubicBezTo>
                <a:cubicBezTo>
                  <a:pt x="27373" y="38436"/>
                  <a:pt x="27373" y="38377"/>
                  <a:pt x="27358" y="38318"/>
                </a:cubicBezTo>
                <a:cubicBezTo>
                  <a:pt x="27373" y="38230"/>
                  <a:pt x="27402" y="38142"/>
                  <a:pt x="27432" y="38068"/>
                </a:cubicBezTo>
                <a:close/>
                <a:moveTo>
                  <a:pt x="27240" y="38068"/>
                </a:moveTo>
                <a:cubicBezTo>
                  <a:pt x="27270" y="38142"/>
                  <a:pt x="27284" y="38215"/>
                  <a:pt x="27284" y="38289"/>
                </a:cubicBezTo>
                <a:cubicBezTo>
                  <a:pt x="27240" y="38406"/>
                  <a:pt x="27211" y="38509"/>
                  <a:pt x="27196" y="38598"/>
                </a:cubicBezTo>
                <a:cubicBezTo>
                  <a:pt x="27167" y="38524"/>
                  <a:pt x="27152" y="38451"/>
                  <a:pt x="27137" y="38362"/>
                </a:cubicBezTo>
                <a:cubicBezTo>
                  <a:pt x="27167" y="38259"/>
                  <a:pt x="27211" y="38171"/>
                  <a:pt x="27240" y="38068"/>
                </a:cubicBezTo>
                <a:close/>
                <a:moveTo>
                  <a:pt x="26975" y="38097"/>
                </a:moveTo>
                <a:cubicBezTo>
                  <a:pt x="26990" y="38186"/>
                  <a:pt x="27019" y="38259"/>
                  <a:pt x="27049" y="38362"/>
                </a:cubicBezTo>
                <a:cubicBezTo>
                  <a:pt x="27005" y="38451"/>
                  <a:pt x="26975" y="38554"/>
                  <a:pt x="26931" y="38657"/>
                </a:cubicBezTo>
                <a:cubicBezTo>
                  <a:pt x="26902" y="38554"/>
                  <a:pt x="26872" y="38480"/>
                  <a:pt x="26843" y="38392"/>
                </a:cubicBezTo>
                <a:cubicBezTo>
                  <a:pt x="26872" y="38303"/>
                  <a:pt x="26931" y="38215"/>
                  <a:pt x="26975" y="38097"/>
                </a:cubicBezTo>
                <a:close/>
                <a:moveTo>
                  <a:pt x="26637" y="38112"/>
                </a:moveTo>
                <a:lnTo>
                  <a:pt x="26755" y="38392"/>
                </a:lnTo>
                <a:cubicBezTo>
                  <a:pt x="26696" y="38509"/>
                  <a:pt x="26652" y="38598"/>
                  <a:pt x="26607" y="38686"/>
                </a:cubicBezTo>
                <a:cubicBezTo>
                  <a:pt x="26563" y="38598"/>
                  <a:pt x="26504" y="38509"/>
                  <a:pt x="26475" y="38406"/>
                </a:cubicBezTo>
                <a:cubicBezTo>
                  <a:pt x="26534" y="38318"/>
                  <a:pt x="26578" y="38215"/>
                  <a:pt x="26637" y="38112"/>
                </a:cubicBezTo>
                <a:close/>
                <a:moveTo>
                  <a:pt x="27593" y="38480"/>
                </a:moveTo>
                <a:lnTo>
                  <a:pt x="27593" y="38554"/>
                </a:lnTo>
                <a:cubicBezTo>
                  <a:pt x="27593" y="38598"/>
                  <a:pt x="27579" y="38627"/>
                  <a:pt x="27579" y="38686"/>
                </a:cubicBezTo>
                <a:lnTo>
                  <a:pt x="27579" y="38612"/>
                </a:lnTo>
                <a:cubicBezTo>
                  <a:pt x="27593" y="38583"/>
                  <a:pt x="27593" y="38539"/>
                  <a:pt x="27593" y="38480"/>
                </a:cubicBezTo>
                <a:close/>
                <a:moveTo>
                  <a:pt x="16232" y="23970"/>
                </a:moveTo>
                <a:cubicBezTo>
                  <a:pt x="16468" y="26530"/>
                  <a:pt x="18145" y="28664"/>
                  <a:pt x="20294" y="31151"/>
                </a:cubicBezTo>
                <a:cubicBezTo>
                  <a:pt x="20986" y="31961"/>
                  <a:pt x="21722" y="32696"/>
                  <a:pt x="22443" y="33432"/>
                </a:cubicBezTo>
                <a:cubicBezTo>
                  <a:pt x="24003" y="35007"/>
                  <a:pt x="25489" y="36523"/>
                  <a:pt x="26401" y="38436"/>
                </a:cubicBezTo>
                <a:cubicBezTo>
                  <a:pt x="26343" y="38539"/>
                  <a:pt x="26284" y="38627"/>
                  <a:pt x="26210" y="38745"/>
                </a:cubicBezTo>
                <a:cubicBezTo>
                  <a:pt x="25298" y="36994"/>
                  <a:pt x="23870" y="35610"/>
                  <a:pt x="22369" y="34183"/>
                </a:cubicBezTo>
                <a:cubicBezTo>
                  <a:pt x="21516" y="33373"/>
                  <a:pt x="20662" y="32520"/>
                  <a:pt x="19853" y="31607"/>
                </a:cubicBezTo>
                <a:cubicBezTo>
                  <a:pt x="17939" y="29371"/>
                  <a:pt x="16173" y="26913"/>
                  <a:pt x="16173" y="24102"/>
                </a:cubicBezTo>
                <a:cubicBezTo>
                  <a:pt x="16188" y="24043"/>
                  <a:pt x="16203" y="23999"/>
                  <a:pt x="16232" y="23970"/>
                </a:cubicBezTo>
                <a:close/>
                <a:moveTo>
                  <a:pt x="27461" y="38436"/>
                </a:moveTo>
                <a:cubicBezTo>
                  <a:pt x="27490" y="38509"/>
                  <a:pt x="27490" y="38554"/>
                  <a:pt x="27490" y="38598"/>
                </a:cubicBezTo>
                <a:lnTo>
                  <a:pt x="27432" y="38818"/>
                </a:lnTo>
                <a:cubicBezTo>
                  <a:pt x="27432" y="38760"/>
                  <a:pt x="27417" y="38730"/>
                  <a:pt x="27417" y="38671"/>
                </a:cubicBezTo>
                <a:cubicBezTo>
                  <a:pt x="27417" y="38627"/>
                  <a:pt x="27432" y="38598"/>
                  <a:pt x="27432" y="38554"/>
                </a:cubicBezTo>
                <a:cubicBezTo>
                  <a:pt x="27446" y="38524"/>
                  <a:pt x="27446" y="38465"/>
                  <a:pt x="27461" y="38436"/>
                </a:cubicBezTo>
                <a:close/>
                <a:moveTo>
                  <a:pt x="27299" y="38480"/>
                </a:moveTo>
                <a:cubicBezTo>
                  <a:pt x="27314" y="38554"/>
                  <a:pt x="27314" y="38612"/>
                  <a:pt x="27343" y="38686"/>
                </a:cubicBezTo>
                <a:cubicBezTo>
                  <a:pt x="27314" y="38774"/>
                  <a:pt x="27284" y="38877"/>
                  <a:pt x="27270" y="38966"/>
                </a:cubicBezTo>
                <a:cubicBezTo>
                  <a:pt x="27240" y="38892"/>
                  <a:pt x="27225" y="38818"/>
                  <a:pt x="27225" y="38760"/>
                </a:cubicBezTo>
                <a:cubicBezTo>
                  <a:pt x="27240" y="38671"/>
                  <a:pt x="27284" y="38583"/>
                  <a:pt x="27299" y="38480"/>
                </a:cubicBezTo>
                <a:close/>
                <a:moveTo>
                  <a:pt x="27078" y="38509"/>
                </a:moveTo>
                <a:cubicBezTo>
                  <a:pt x="27093" y="38598"/>
                  <a:pt x="27108" y="38671"/>
                  <a:pt x="27137" y="38760"/>
                </a:cubicBezTo>
                <a:cubicBezTo>
                  <a:pt x="27093" y="38833"/>
                  <a:pt x="27064" y="38921"/>
                  <a:pt x="27034" y="39039"/>
                </a:cubicBezTo>
                <a:cubicBezTo>
                  <a:pt x="27019" y="38951"/>
                  <a:pt x="26990" y="38877"/>
                  <a:pt x="26961" y="38774"/>
                </a:cubicBezTo>
                <a:lnTo>
                  <a:pt x="27078" y="38509"/>
                </a:lnTo>
                <a:close/>
                <a:moveTo>
                  <a:pt x="26784" y="38509"/>
                </a:moveTo>
                <a:cubicBezTo>
                  <a:pt x="26828" y="38598"/>
                  <a:pt x="26843" y="38686"/>
                  <a:pt x="26872" y="38774"/>
                </a:cubicBezTo>
                <a:cubicBezTo>
                  <a:pt x="26843" y="38877"/>
                  <a:pt x="26784" y="38980"/>
                  <a:pt x="26755" y="39069"/>
                </a:cubicBezTo>
                <a:lnTo>
                  <a:pt x="26637" y="38804"/>
                </a:lnTo>
                <a:cubicBezTo>
                  <a:pt x="26696" y="38701"/>
                  <a:pt x="26725" y="38598"/>
                  <a:pt x="26784" y="38509"/>
                </a:cubicBezTo>
                <a:close/>
                <a:moveTo>
                  <a:pt x="26416" y="38524"/>
                </a:moveTo>
                <a:cubicBezTo>
                  <a:pt x="26460" y="38612"/>
                  <a:pt x="26504" y="38701"/>
                  <a:pt x="26549" y="38804"/>
                </a:cubicBezTo>
                <a:cubicBezTo>
                  <a:pt x="26490" y="38892"/>
                  <a:pt x="26431" y="38980"/>
                  <a:pt x="26387" y="39098"/>
                </a:cubicBezTo>
                <a:lnTo>
                  <a:pt x="26269" y="38877"/>
                </a:lnTo>
                <a:cubicBezTo>
                  <a:pt x="26254" y="38848"/>
                  <a:pt x="26254" y="38833"/>
                  <a:pt x="26239" y="38818"/>
                </a:cubicBezTo>
                <a:cubicBezTo>
                  <a:pt x="26284" y="38730"/>
                  <a:pt x="26343" y="38612"/>
                  <a:pt x="26416" y="38524"/>
                </a:cubicBezTo>
                <a:close/>
                <a:moveTo>
                  <a:pt x="16085" y="24235"/>
                </a:moveTo>
                <a:cubicBezTo>
                  <a:pt x="16159" y="27001"/>
                  <a:pt x="17881" y="29429"/>
                  <a:pt x="19779" y="31637"/>
                </a:cubicBezTo>
                <a:cubicBezTo>
                  <a:pt x="20559" y="32579"/>
                  <a:pt x="21442" y="33403"/>
                  <a:pt x="22295" y="34242"/>
                </a:cubicBezTo>
                <a:cubicBezTo>
                  <a:pt x="23811" y="35684"/>
                  <a:pt x="25224" y="37053"/>
                  <a:pt x="26136" y="38818"/>
                </a:cubicBezTo>
                <a:cubicBezTo>
                  <a:pt x="26092" y="38921"/>
                  <a:pt x="26019" y="39025"/>
                  <a:pt x="25960" y="39113"/>
                </a:cubicBezTo>
                <a:cubicBezTo>
                  <a:pt x="25003" y="37465"/>
                  <a:pt x="23620" y="36228"/>
                  <a:pt x="22163" y="34889"/>
                </a:cubicBezTo>
                <a:cubicBezTo>
                  <a:pt x="21206" y="34006"/>
                  <a:pt x="20220" y="33109"/>
                  <a:pt x="19337" y="32078"/>
                </a:cubicBezTo>
                <a:cubicBezTo>
                  <a:pt x="16909" y="29209"/>
                  <a:pt x="15864" y="26751"/>
                  <a:pt x="16026" y="24323"/>
                </a:cubicBezTo>
                <a:cubicBezTo>
                  <a:pt x="16041" y="24279"/>
                  <a:pt x="16056" y="24249"/>
                  <a:pt x="16085" y="24235"/>
                </a:cubicBezTo>
                <a:close/>
                <a:moveTo>
                  <a:pt x="27505" y="38892"/>
                </a:moveTo>
                <a:cubicBezTo>
                  <a:pt x="27520" y="38921"/>
                  <a:pt x="27520" y="38966"/>
                  <a:pt x="27520" y="38995"/>
                </a:cubicBezTo>
                <a:cubicBezTo>
                  <a:pt x="27505" y="39054"/>
                  <a:pt x="27505" y="39113"/>
                  <a:pt x="27490" y="39172"/>
                </a:cubicBezTo>
                <a:cubicBezTo>
                  <a:pt x="27490" y="39128"/>
                  <a:pt x="27490" y="39098"/>
                  <a:pt x="27461" y="39054"/>
                </a:cubicBezTo>
                <a:cubicBezTo>
                  <a:pt x="27490" y="38995"/>
                  <a:pt x="27490" y="38951"/>
                  <a:pt x="27505" y="38892"/>
                </a:cubicBezTo>
                <a:close/>
                <a:moveTo>
                  <a:pt x="27373" y="38877"/>
                </a:moveTo>
                <a:cubicBezTo>
                  <a:pt x="27373" y="38951"/>
                  <a:pt x="27387" y="38995"/>
                  <a:pt x="27387" y="39054"/>
                </a:cubicBezTo>
                <a:cubicBezTo>
                  <a:pt x="27373" y="39113"/>
                  <a:pt x="27373" y="39172"/>
                  <a:pt x="27358" y="39216"/>
                </a:cubicBezTo>
                <a:cubicBezTo>
                  <a:pt x="27358" y="39260"/>
                  <a:pt x="27343" y="39289"/>
                  <a:pt x="27343" y="39319"/>
                </a:cubicBezTo>
                <a:cubicBezTo>
                  <a:pt x="27314" y="39260"/>
                  <a:pt x="27314" y="39201"/>
                  <a:pt x="27299" y="39128"/>
                </a:cubicBezTo>
                <a:cubicBezTo>
                  <a:pt x="27314" y="39054"/>
                  <a:pt x="27358" y="38966"/>
                  <a:pt x="27373" y="38877"/>
                </a:cubicBezTo>
                <a:close/>
                <a:moveTo>
                  <a:pt x="27167" y="38892"/>
                </a:moveTo>
                <a:cubicBezTo>
                  <a:pt x="27181" y="38966"/>
                  <a:pt x="27211" y="39039"/>
                  <a:pt x="27225" y="39128"/>
                </a:cubicBezTo>
                <a:cubicBezTo>
                  <a:pt x="27196" y="39216"/>
                  <a:pt x="27152" y="39319"/>
                  <a:pt x="27137" y="39407"/>
                </a:cubicBezTo>
                <a:cubicBezTo>
                  <a:pt x="27122" y="39334"/>
                  <a:pt x="27093" y="39245"/>
                  <a:pt x="27078" y="39172"/>
                </a:cubicBezTo>
                <a:cubicBezTo>
                  <a:pt x="27122" y="39069"/>
                  <a:pt x="27152" y="38980"/>
                  <a:pt x="27167" y="38892"/>
                </a:cubicBezTo>
                <a:close/>
                <a:moveTo>
                  <a:pt x="26916" y="38892"/>
                </a:moveTo>
                <a:cubicBezTo>
                  <a:pt x="26931" y="38980"/>
                  <a:pt x="26975" y="39069"/>
                  <a:pt x="26990" y="39142"/>
                </a:cubicBezTo>
                <a:lnTo>
                  <a:pt x="26872" y="39422"/>
                </a:lnTo>
                <a:cubicBezTo>
                  <a:pt x="26843" y="39334"/>
                  <a:pt x="26828" y="39245"/>
                  <a:pt x="26784" y="39172"/>
                </a:cubicBezTo>
                <a:cubicBezTo>
                  <a:pt x="26828" y="39069"/>
                  <a:pt x="26872" y="38980"/>
                  <a:pt x="26916" y="38892"/>
                </a:cubicBezTo>
                <a:close/>
                <a:moveTo>
                  <a:pt x="26195" y="38892"/>
                </a:moveTo>
                <a:lnTo>
                  <a:pt x="26195" y="38907"/>
                </a:lnTo>
                <a:cubicBezTo>
                  <a:pt x="26254" y="38980"/>
                  <a:pt x="26284" y="39069"/>
                  <a:pt x="26343" y="39172"/>
                </a:cubicBezTo>
                <a:cubicBezTo>
                  <a:pt x="26284" y="39260"/>
                  <a:pt x="26239" y="39363"/>
                  <a:pt x="26181" y="39466"/>
                </a:cubicBezTo>
                <a:cubicBezTo>
                  <a:pt x="26166" y="39422"/>
                  <a:pt x="26136" y="39363"/>
                  <a:pt x="26107" y="39334"/>
                </a:cubicBezTo>
                <a:cubicBezTo>
                  <a:pt x="26063" y="39275"/>
                  <a:pt x="26048" y="39245"/>
                  <a:pt x="26004" y="39186"/>
                </a:cubicBezTo>
                <a:cubicBezTo>
                  <a:pt x="26078" y="39098"/>
                  <a:pt x="26136" y="38980"/>
                  <a:pt x="26195" y="38892"/>
                </a:cubicBezTo>
                <a:close/>
                <a:moveTo>
                  <a:pt x="26578" y="38892"/>
                </a:moveTo>
                <a:lnTo>
                  <a:pt x="26696" y="39172"/>
                </a:lnTo>
                <a:cubicBezTo>
                  <a:pt x="26637" y="39260"/>
                  <a:pt x="26593" y="39363"/>
                  <a:pt x="26549" y="39466"/>
                </a:cubicBezTo>
                <a:cubicBezTo>
                  <a:pt x="26504" y="39363"/>
                  <a:pt x="26475" y="39275"/>
                  <a:pt x="26416" y="39186"/>
                </a:cubicBezTo>
                <a:cubicBezTo>
                  <a:pt x="26490" y="39069"/>
                  <a:pt x="26534" y="38980"/>
                  <a:pt x="26578" y="38892"/>
                </a:cubicBezTo>
                <a:close/>
                <a:moveTo>
                  <a:pt x="15953" y="24485"/>
                </a:moveTo>
                <a:lnTo>
                  <a:pt x="15953" y="24485"/>
                </a:lnTo>
                <a:cubicBezTo>
                  <a:pt x="15835" y="26883"/>
                  <a:pt x="16909" y="29326"/>
                  <a:pt x="19293" y="32123"/>
                </a:cubicBezTo>
                <a:cubicBezTo>
                  <a:pt x="20176" y="33153"/>
                  <a:pt x="21177" y="34065"/>
                  <a:pt x="22134" y="34948"/>
                </a:cubicBezTo>
                <a:cubicBezTo>
                  <a:pt x="23605" y="36302"/>
                  <a:pt x="24989" y="37553"/>
                  <a:pt x="25916" y="39186"/>
                </a:cubicBezTo>
                <a:cubicBezTo>
                  <a:pt x="25842" y="39289"/>
                  <a:pt x="25798" y="39392"/>
                  <a:pt x="25724" y="39481"/>
                </a:cubicBezTo>
                <a:cubicBezTo>
                  <a:pt x="24738" y="37950"/>
                  <a:pt x="23399" y="36788"/>
                  <a:pt x="21972" y="35551"/>
                </a:cubicBezTo>
                <a:cubicBezTo>
                  <a:pt x="20897" y="34639"/>
                  <a:pt x="19794" y="33682"/>
                  <a:pt x="18852" y="32564"/>
                </a:cubicBezTo>
                <a:cubicBezTo>
                  <a:pt x="16571" y="29856"/>
                  <a:pt x="15585" y="27075"/>
                  <a:pt x="15909" y="24544"/>
                </a:cubicBezTo>
                <a:cubicBezTo>
                  <a:pt x="15909" y="24529"/>
                  <a:pt x="15923" y="24499"/>
                  <a:pt x="15953" y="24485"/>
                </a:cubicBezTo>
                <a:close/>
                <a:moveTo>
                  <a:pt x="27520" y="39348"/>
                </a:moveTo>
                <a:lnTo>
                  <a:pt x="27520" y="39407"/>
                </a:lnTo>
                <a:cubicBezTo>
                  <a:pt x="27520" y="39437"/>
                  <a:pt x="27505" y="39466"/>
                  <a:pt x="27505" y="39495"/>
                </a:cubicBezTo>
                <a:lnTo>
                  <a:pt x="27505" y="39437"/>
                </a:lnTo>
                <a:cubicBezTo>
                  <a:pt x="27505" y="39407"/>
                  <a:pt x="27520" y="39392"/>
                  <a:pt x="27520" y="39348"/>
                </a:cubicBezTo>
                <a:close/>
                <a:moveTo>
                  <a:pt x="27417" y="39275"/>
                </a:moveTo>
                <a:cubicBezTo>
                  <a:pt x="27432" y="39334"/>
                  <a:pt x="27432" y="39392"/>
                  <a:pt x="27432" y="39422"/>
                </a:cubicBezTo>
                <a:lnTo>
                  <a:pt x="27373" y="39643"/>
                </a:lnTo>
                <a:cubicBezTo>
                  <a:pt x="27373" y="39584"/>
                  <a:pt x="27358" y="39554"/>
                  <a:pt x="27358" y="39495"/>
                </a:cubicBezTo>
                <a:lnTo>
                  <a:pt x="27417" y="39275"/>
                </a:lnTo>
                <a:close/>
                <a:moveTo>
                  <a:pt x="27240" y="39289"/>
                </a:moveTo>
                <a:cubicBezTo>
                  <a:pt x="27270" y="39363"/>
                  <a:pt x="27270" y="39437"/>
                  <a:pt x="27284" y="39495"/>
                </a:cubicBezTo>
                <a:cubicBezTo>
                  <a:pt x="27270" y="39584"/>
                  <a:pt x="27240" y="39657"/>
                  <a:pt x="27211" y="39760"/>
                </a:cubicBezTo>
                <a:lnTo>
                  <a:pt x="27152" y="39540"/>
                </a:lnTo>
                <a:cubicBezTo>
                  <a:pt x="27196" y="39466"/>
                  <a:pt x="27225" y="39392"/>
                  <a:pt x="27240" y="39289"/>
                </a:cubicBezTo>
                <a:close/>
                <a:moveTo>
                  <a:pt x="27019" y="39289"/>
                </a:moveTo>
                <a:cubicBezTo>
                  <a:pt x="27034" y="39392"/>
                  <a:pt x="27064" y="39466"/>
                  <a:pt x="27078" y="39554"/>
                </a:cubicBezTo>
                <a:cubicBezTo>
                  <a:pt x="27034" y="39643"/>
                  <a:pt x="27019" y="39731"/>
                  <a:pt x="26990" y="39804"/>
                </a:cubicBezTo>
                <a:cubicBezTo>
                  <a:pt x="26975" y="39716"/>
                  <a:pt x="26931" y="39643"/>
                  <a:pt x="26916" y="39554"/>
                </a:cubicBezTo>
                <a:cubicBezTo>
                  <a:pt x="26946" y="39466"/>
                  <a:pt x="26990" y="39363"/>
                  <a:pt x="27019" y="39289"/>
                </a:cubicBezTo>
                <a:close/>
                <a:moveTo>
                  <a:pt x="26725" y="39275"/>
                </a:moveTo>
                <a:cubicBezTo>
                  <a:pt x="26769" y="39363"/>
                  <a:pt x="26784" y="39466"/>
                  <a:pt x="26813" y="39554"/>
                </a:cubicBezTo>
                <a:cubicBezTo>
                  <a:pt x="26784" y="39643"/>
                  <a:pt x="26725" y="39731"/>
                  <a:pt x="26696" y="39834"/>
                </a:cubicBezTo>
                <a:lnTo>
                  <a:pt x="26578" y="39554"/>
                </a:lnTo>
                <a:cubicBezTo>
                  <a:pt x="26637" y="39466"/>
                  <a:pt x="26666" y="39363"/>
                  <a:pt x="26725" y="39275"/>
                </a:cubicBezTo>
                <a:close/>
                <a:moveTo>
                  <a:pt x="15806" y="24764"/>
                </a:moveTo>
                <a:lnTo>
                  <a:pt x="15806" y="24764"/>
                </a:lnTo>
                <a:cubicBezTo>
                  <a:pt x="15541" y="27266"/>
                  <a:pt x="16571" y="29974"/>
                  <a:pt x="18778" y="32623"/>
                </a:cubicBezTo>
                <a:cubicBezTo>
                  <a:pt x="19720" y="33741"/>
                  <a:pt x="20824" y="34698"/>
                  <a:pt x="21913" y="35610"/>
                </a:cubicBezTo>
                <a:cubicBezTo>
                  <a:pt x="23340" y="36846"/>
                  <a:pt x="24709" y="38024"/>
                  <a:pt x="25666" y="39554"/>
                </a:cubicBezTo>
                <a:cubicBezTo>
                  <a:pt x="25592" y="39657"/>
                  <a:pt x="25518" y="39760"/>
                  <a:pt x="25445" y="39849"/>
                </a:cubicBezTo>
                <a:cubicBezTo>
                  <a:pt x="24444" y="38436"/>
                  <a:pt x="23120" y="37332"/>
                  <a:pt x="21707" y="36184"/>
                </a:cubicBezTo>
                <a:cubicBezTo>
                  <a:pt x="20529" y="35228"/>
                  <a:pt x="19337" y="34242"/>
                  <a:pt x="18337" y="33035"/>
                </a:cubicBezTo>
                <a:cubicBezTo>
                  <a:pt x="16159" y="30386"/>
                  <a:pt x="15246" y="27472"/>
                  <a:pt x="15806" y="24764"/>
                </a:cubicBezTo>
                <a:close/>
                <a:moveTo>
                  <a:pt x="25975" y="39260"/>
                </a:moveTo>
                <a:cubicBezTo>
                  <a:pt x="25989" y="39289"/>
                  <a:pt x="26019" y="39334"/>
                  <a:pt x="26048" y="39363"/>
                </a:cubicBezTo>
                <a:cubicBezTo>
                  <a:pt x="26048" y="39422"/>
                  <a:pt x="26092" y="39495"/>
                  <a:pt x="26122" y="39554"/>
                </a:cubicBezTo>
                <a:cubicBezTo>
                  <a:pt x="26063" y="39643"/>
                  <a:pt x="25989" y="39760"/>
                  <a:pt x="25930" y="39849"/>
                </a:cubicBezTo>
                <a:cubicBezTo>
                  <a:pt x="25930" y="39834"/>
                  <a:pt x="25916" y="39834"/>
                  <a:pt x="25916" y="39804"/>
                </a:cubicBezTo>
                <a:cubicBezTo>
                  <a:pt x="25872" y="39716"/>
                  <a:pt x="25813" y="39643"/>
                  <a:pt x="25769" y="39554"/>
                </a:cubicBezTo>
                <a:cubicBezTo>
                  <a:pt x="25842" y="39466"/>
                  <a:pt x="25901" y="39348"/>
                  <a:pt x="25975" y="39260"/>
                </a:cubicBezTo>
                <a:close/>
                <a:moveTo>
                  <a:pt x="26387" y="39275"/>
                </a:moveTo>
                <a:cubicBezTo>
                  <a:pt x="26416" y="39363"/>
                  <a:pt x="26460" y="39466"/>
                  <a:pt x="26504" y="39569"/>
                </a:cubicBezTo>
                <a:cubicBezTo>
                  <a:pt x="26460" y="39643"/>
                  <a:pt x="26401" y="39731"/>
                  <a:pt x="26343" y="39849"/>
                </a:cubicBezTo>
                <a:cubicBezTo>
                  <a:pt x="26298" y="39760"/>
                  <a:pt x="26254" y="39657"/>
                  <a:pt x="26210" y="39569"/>
                </a:cubicBezTo>
                <a:cubicBezTo>
                  <a:pt x="26269" y="39481"/>
                  <a:pt x="26328" y="39392"/>
                  <a:pt x="26387" y="39275"/>
                </a:cubicBezTo>
                <a:close/>
                <a:moveTo>
                  <a:pt x="27432" y="39701"/>
                </a:moveTo>
                <a:cubicBezTo>
                  <a:pt x="27446" y="39760"/>
                  <a:pt x="27446" y="39790"/>
                  <a:pt x="27446" y="39804"/>
                </a:cubicBezTo>
                <a:cubicBezTo>
                  <a:pt x="27432" y="39863"/>
                  <a:pt x="27432" y="39922"/>
                  <a:pt x="27402" y="39981"/>
                </a:cubicBezTo>
                <a:cubicBezTo>
                  <a:pt x="27402" y="39937"/>
                  <a:pt x="27402" y="39922"/>
                  <a:pt x="27387" y="39878"/>
                </a:cubicBezTo>
                <a:lnTo>
                  <a:pt x="27387" y="39863"/>
                </a:lnTo>
                <a:cubicBezTo>
                  <a:pt x="27402" y="39804"/>
                  <a:pt x="27402" y="39760"/>
                  <a:pt x="27432" y="39701"/>
                </a:cubicBezTo>
                <a:close/>
                <a:moveTo>
                  <a:pt x="27314" y="39701"/>
                </a:moveTo>
                <a:cubicBezTo>
                  <a:pt x="27314" y="39775"/>
                  <a:pt x="27314" y="39834"/>
                  <a:pt x="27343" y="39878"/>
                </a:cubicBezTo>
                <a:lnTo>
                  <a:pt x="27284" y="40099"/>
                </a:lnTo>
                <a:cubicBezTo>
                  <a:pt x="27270" y="40040"/>
                  <a:pt x="27270" y="39981"/>
                  <a:pt x="27240" y="39922"/>
                </a:cubicBezTo>
                <a:cubicBezTo>
                  <a:pt x="27270" y="39849"/>
                  <a:pt x="27284" y="39775"/>
                  <a:pt x="27314" y="39701"/>
                </a:cubicBezTo>
                <a:close/>
                <a:moveTo>
                  <a:pt x="27122" y="39672"/>
                </a:moveTo>
                <a:cubicBezTo>
                  <a:pt x="27137" y="39760"/>
                  <a:pt x="27152" y="39849"/>
                  <a:pt x="27167" y="39922"/>
                </a:cubicBezTo>
                <a:cubicBezTo>
                  <a:pt x="27137" y="40010"/>
                  <a:pt x="27122" y="40084"/>
                  <a:pt x="27078" y="40172"/>
                </a:cubicBezTo>
                <a:cubicBezTo>
                  <a:pt x="27064" y="40099"/>
                  <a:pt x="27034" y="40010"/>
                  <a:pt x="27019" y="39937"/>
                </a:cubicBezTo>
                <a:cubicBezTo>
                  <a:pt x="27064" y="39849"/>
                  <a:pt x="27078" y="39775"/>
                  <a:pt x="27122" y="39672"/>
                </a:cubicBezTo>
                <a:close/>
                <a:moveTo>
                  <a:pt x="15658" y="25162"/>
                </a:moveTo>
                <a:lnTo>
                  <a:pt x="15658" y="25162"/>
                </a:lnTo>
                <a:cubicBezTo>
                  <a:pt x="15276" y="27781"/>
                  <a:pt x="16203" y="30563"/>
                  <a:pt x="18293" y="33094"/>
                </a:cubicBezTo>
                <a:cubicBezTo>
                  <a:pt x="19279" y="34286"/>
                  <a:pt x="20500" y="35287"/>
                  <a:pt x="21677" y="36243"/>
                </a:cubicBezTo>
                <a:cubicBezTo>
                  <a:pt x="23075" y="37406"/>
                  <a:pt x="24415" y="38480"/>
                  <a:pt x="25401" y="39907"/>
                </a:cubicBezTo>
                <a:cubicBezTo>
                  <a:pt x="25327" y="39996"/>
                  <a:pt x="25253" y="40099"/>
                  <a:pt x="25180" y="40202"/>
                </a:cubicBezTo>
                <a:cubicBezTo>
                  <a:pt x="24179" y="38848"/>
                  <a:pt x="22811" y="37803"/>
                  <a:pt x="21486" y="36773"/>
                </a:cubicBezTo>
                <a:cubicBezTo>
                  <a:pt x="20220" y="35802"/>
                  <a:pt x="18911" y="34786"/>
                  <a:pt x="17881" y="33521"/>
                </a:cubicBezTo>
                <a:cubicBezTo>
                  <a:pt x="15806" y="31034"/>
                  <a:pt x="14981" y="27928"/>
                  <a:pt x="15658" y="25162"/>
                </a:cubicBezTo>
                <a:close/>
                <a:moveTo>
                  <a:pt x="26858" y="39657"/>
                </a:moveTo>
                <a:cubicBezTo>
                  <a:pt x="26872" y="39760"/>
                  <a:pt x="26916" y="39849"/>
                  <a:pt x="26931" y="39922"/>
                </a:cubicBezTo>
                <a:lnTo>
                  <a:pt x="26828" y="40202"/>
                </a:lnTo>
                <a:cubicBezTo>
                  <a:pt x="26784" y="40099"/>
                  <a:pt x="26769" y="40010"/>
                  <a:pt x="26725" y="39922"/>
                </a:cubicBezTo>
                <a:cubicBezTo>
                  <a:pt x="26784" y="39849"/>
                  <a:pt x="26828" y="39760"/>
                  <a:pt x="26858" y="39657"/>
                </a:cubicBezTo>
                <a:close/>
                <a:moveTo>
                  <a:pt x="25724" y="39628"/>
                </a:moveTo>
                <a:cubicBezTo>
                  <a:pt x="25754" y="39701"/>
                  <a:pt x="25798" y="39775"/>
                  <a:pt x="25842" y="39849"/>
                </a:cubicBezTo>
                <a:cubicBezTo>
                  <a:pt x="25857" y="39863"/>
                  <a:pt x="25857" y="39907"/>
                  <a:pt x="25886" y="39922"/>
                </a:cubicBezTo>
                <a:cubicBezTo>
                  <a:pt x="25813" y="40010"/>
                  <a:pt x="25754" y="40128"/>
                  <a:pt x="25680" y="40217"/>
                </a:cubicBezTo>
                <a:cubicBezTo>
                  <a:pt x="25621" y="40128"/>
                  <a:pt x="25548" y="40010"/>
                  <a:pt x="25504" y="39922"/>
                </a:cubicBezTo>
                <a:cubicBezTo>
                  <a:pt x="25577" y="39834"/>
                  <a:pt x="25651" y="39716"/>
                  <a:pt x="25724" y="39628"/>
                </a:cubicBezTo>
                <a:close/>
                <a:moveTo>
                  <a:pt x="26181" y="39628"/>
                </a:moveTo>
                <a:cubicBezTo>
                  <a:pt x="26210" y="39731"/>
                  <a:pt x="26254" y="39834"/>
                  <a:pt x="26298" y="39922"/>
                </a:cubicBezTo>
                <a:cubicBezTo>
                  <a:pt x="26254" y="40010"/>
                  <a:pt x="26195" y="40099"/>
                  <a:pt x="26136" y="40217"/>
                </a:cubicBezTo>
                <a:cubicBezTo>
                  <a:pt x="26078" y="40128"/>
                  <a:pt x="26048" y="40025"/>
                  <a:pt x="25989" y="39922"/>
                </a:cubicBezTo>
                <a:cubicBezTo>
                  <a:pt x="26048" y="39834"/>
                  <a:pt x="26122" y="39731"/>
                  <a:pt x="26181" y="39628"/>
                </a:cubicBezTo>
                <a:close/>
                <a:moveTo>
                  <a:pt x="26534" y="39657"/>
                </a:moveTo>
                <a:lnTo>
                  <a:pt x="26637" y="39937"/>
                </a:lnTo>
                <a:cubicBezTo>
                  <a:pt x="26593" y="40025"/>
                  <a:pt x="26549" y="40128"/>
                  <a:pt x="26490" y="40217"/>
                </a:cubicBezTo>
                <a:cubicBezTo>
                  <a:pt x="26475" y="40128"/>
                  <a:pt x="26431" y="40025"/>
                  <a:pt x="26387" y="39937"/>
                </a:cubicBezTo>
                <a:cubicBezTo>
                  <a:pt x="26431" y="39849"/>
                  <a:pt x="26490" y="39760"/>
                  <a:pt x="26534" y="39657"/>
                </a:cubicBezTo>
                <a:close/>
                <a:moveTo>
                  <a:pt x="27461" y="40172"/>
                </a:moveTo>
                <a:lnTo>
                  <a:pt x="27461" y="40202"/>
                </a:lnTo>
                <a:cubicBezTo>
                  <a:pt x="27461" y="40231"/>
                  <a:pt x="27446" y="40275"/>
                  <a:pt x="27446" y="40305"/>
                </a:cubicBezTo>
                <a:lnTo>
                  <a:pt x="27446" y="40275"/>
                </a:lnTo>
                <a:cubicBezTo>
                  <a:pt x="27446" y="40231"/>
                  <a:pt x="27461" y="40217"/>
                  <a:pt x="27461" y="40172"/>
                </a:cubicBezTo>
                <a:close/>
                <a:moveTo>
                  <a:pt x="27373" y="40128"/>
                </a:moveTo>
                <a:lnTo>
                  <a:pt x="27373" y="40128"/>
                </a:lnTo>
                <a:cubicBezTo>
                  <a:pt x="27358" y="40172"/>
                  <a:pt x="27373" y="40217"/>
                  <a:pt x="27373" y="40275"/>
                </a:cubicBezTo>
                <a:cubicBezTo>
                  <a:pt x="27358" y="40320"/>
                  <a:pt x="27358" y="40393"/>
                  <a:pt x="27343" y="40452"/>
                </a:cubicBezTo>
                <a:cubicBezTo>
                  <a:pt x="27343" y="40393"/>
                  <a:pt x="27314" y="40364"/>
                  <a:pt x="27314" y="40305"/>
                </a:cubicBezTo>
                <a:cubicBezTo>
                  <a:pt x="27343" y="40246"/>
                  <a:pt x="27358" y="40172"/>
                  <a:pt x="27373" y="40128"/>
                </a:cubicBezTo>
                <a:close/>
                <a:moveTo>
                  <a:pt x="27167" y="40084"/>
                </a:moveTo>
                <a:cubicBezTo>
                  <a:pt x="27211" y="40158"/>
                  <a:pt x="27211" y="40231"/>
                  <a:pt x="27225" y="40305"/>
                </a:cubicBezTo>
                <a:cubicBezTo>
                  <a:pt x="27211" y="40378"/>
                  <a:pt x="27181" y="40467"/>
                  <a:pt x="27152" y="40540"/>
                </a:cubicBezTo>
                <a:lnTo>
                  <a:pt x="27093" y="40320"/>
                </a:lnTo>
                <a:cubicBezTo>
                  <a:pt x="27108" y="40246"/>
                  <a:pt x="27152" y="40172"/>
                  <a:pt x="27167" y="40084"/>
                </a:cubicBezTo>
                <a:close/>
                <a:moveTo>
                  <a:pt x="15467" y="25633"/>
                </a:moveTo>
                <a:cubicBezTo>
                  <a:pt x="14996" y="28296"/>
                  <a:pt x="15820" y="31225"/>
                  <a:pt x="17792" y="33594"/>
                </a:cubicBezTo>
                <a:cubicBezTo>
                  <a:pt x="18837" y="34860"/>
                  <a:pt x="20147" y="35890"/>
                  <a:pt x="21412" y="36861"/>
                </a:cubicBezTo>
                <a:cubicBezTo>
                  <a:pt x="22737" y="37891"/>
                  <a:pt x="24091" y="38951"/>
                  <a:pt x="25106" y="40290"/>
                </a:cubicBezTo>
                <a:cubicBezTo>
                  <a:pt x="25033" y="40378"/>
                  <a:pt x="24944" y="40496"/>
                  <a:pt x="24871" y="40584"/>
                </a:cubicBezTo>
                <a:cubicBezTo>
                  <a:pt x="23826" y="39334"/>
                  <a:pt x="22487" y="38333"/>
                  <a:pt x="21177" y="37376"/>
                </a:cubicBezTo>
                <a:cubicBezTo>
                  <a:pt x="19808" y="36390"/>
                  <a:pt x="18410" y="35360"/>
                  <a:pt x="17351" y="34036"/>
                </a:cubicBezTo>
                <a:cubicBezTo>
                  <a:pt x="15393" y="31622"/>
                  <a:pt x="14702" y="28429"/>
                  <a:pt x="15467" y="25633"/>
                </a:cubicBezTo>
                <a:close/>
                <a:moveTo>
                  <a:pt x="25445" y="39996"/>
                </a:moveTo>
                <a:cubicBezTo>
                  <a:pt x="25518" y="40084"/>
                  <a:pt x="25563" y="40172"/>
                  <a:pt x="25621" y="40290"/>
                </a:cubicBezTo>
                <a:cubicBezTo>
                  <a:pt x="25548" y="40378"/>
                  <a:pt x="25474" y="40496"/>
                  <a:pt x="25430" y="40584"/>
                </a:cubicBezTo>
                <a:cubicBezTo>
                  <a:pt x="25357" y="40496"/>
                  <a:pt x="25298" y="40378"/>
                  <a:pt x="25224" y="40290"/>
                </a:cubicBezTo>
                <a:cubicBezTo>
                  <a:pt x="25298" y="40202"/>
                  <a:pt x="25371" y="40084"/>
                  <a:pt x="25445" y="39996"/>
                </a:cubicBezTo>
                <a:close/>
                <a:moveTo>
                  <a:pt x="25930" y="39996"/>
                </a:moveTo>
                <a:cubicBezTo>
                  <a:pt x="25975" y="40099"/>
                  <a:pt x="26033" y="40202"/>
                  <a:pt x="26092" y="40290"/>
                </a:cubicBezTo>
                <a:cubicBezTo>
                  <a:pt x="26033" y="40378"/>
                  <a:pt x="25975" y="40467"/>
                  <a:pt x="25901" y="40584"/>
                </a:cubicBezTo>
                <a:cubicBezTo>
                  <a:pt x="25842" y="40496"/>
                  <a:pt x="25798" y="40378"/>
                  <a:pt x="25739" y="40290"/>
                </a:cubicBezTo>
                <a:cubicBezTo>
                  <a:pt x="25813" y="40202"/>
                  <a:pt x="25872" y="40099"/>
                  <a:pt x="25930" y="39996"/>
                </a:cubicBezTo>
                <a:close/>
                <a:moveTo>
                  <a:pt x="26343" y="40025"/>
                </a:moveTo>
                <a:cubicBezTo>
                  <a:pt x="26387" y="40128"/>
                  <a:pt x="26416" y="40217"/>
                  <a:pt x="26475" y="40320"/>
                </a:cubicBezTo>
                <a:cubicBezTo>
                  <a:pt x="26416" y="40393"/>
                  <a:pt x="26357" y="40496"/>
                  <a:pt x="26298" y="40584"/>
                </a:cubicBezTo>
                <a:cubicBezTo>
                  <a:pt x="26269" y="40496"/>
                  <a:pt x="26210" y="40393"/>
                  <a:pt x="26181" y="40305"/>
                </a:cubicBezTo>
                <a:lnTo>
                  <a:pt x="26343" y="40025"/>
                </a:lnTo>
                <a:close/>
                <a:moveTo>
                  <a:pt x="26681" y="40025"/>
                </a:moveTo>
                <a:cubicBezTo>
                  <a:pt x="26710" y="40128"/>
                  <a:pt x="26725" y="40217"/>
                  <a:pt x="26769" y="40305"/>
                </a:cubicBezTo>
                <a:cubicBezTo>
                  <a:pt x="26725" y="40393"/>
                  <a:pt x="26696" y="40496"/>
                  <a:pt x="26637" y="40584"/>
                </a:cubicBezTo>
                <a:cubicBezTo>
                  <a:pt x="26622" y="40496"/>
                  <a:pt x="26578" y="40393"/>
                  <a:pt x="26549" y="40305"/>
                </a:cubicBezTo>
                <a:cubicBezTo>
                  <a:pt x="26607" y="40217"/>
                  <a:pt x="26637" y="40128"/>
                  <a:pt x="26681" y="40025"/>
                </a:cubicBezTo>
                <a:close/>
                <a:moveTo>
                  <a:pt x="26975" y="40069"/>
                </a:moveTo>
                <a:cubicBezTo>
                  <a:pt x="26990" y="40158"/>
                  <a:pt x="27005" y="40231"/>
                  <a:pt x="27019" y="40320"/>
                </a:cubicBezTo>
                <a:cubicBezTo>
                  <a:pt x="26990" y="40423"/>
                  <a:pt x="26975" y="40496"/>
                  <a:pt x="26931" y="40584"/>
                </a:cubicBezTo>
                <a:cubicBezTo>
                  <a:pt x="26916" y="40496"/>
                  <a:pt x="26872" y="40423"/>
                  <a:pt x="26858" y="40320"/>
                </a:cubicBezTo>
                <a:cubicBezTo>
                  <a:pt x="26902" y="40231"/>
                  <a:pt x="26931" y="40158"/>
                  <a:pt x="26975" y="40069"/>
                </a:cubicBezTo>
                <a:close/>
                <a:moveTo>
                  <a:pt x="27387" y="40584"/>
                </a:moveTo>
                <a:lnTo>
                  <a:pt x="27387" y="40658"/>
                </a:lnTo>
                <a:cubicBezTo>
                  <a:pt x="27387" y="40717"/>
                  <a:pt x="27373" y="40746"/>
                  <a:pt x="27373" y="40805"/>
                </a:cubicBezTo>
                <a:cubicBezTo>
                  <a:pt x="27373" y="40761"/>
                  <a:pt x="27373" y="40732"/>
                  <a:pt x="27358" y="40717"/>
                </a:cubicBezTo>
                <a:cubicBezTo>
                  <a:pt x="27373" y="40673"/>
                  <a:pt x="27373" y="40614"/>
                  <a:pt x="27387" y="40584"/>
                </a:cubicBezTo>
                <a:close/>
                <a:moveTo>
                  <a:pt x="25165" y="40364"/>
                </a:moveTo>
                <a:cubicBezTo>
                  <a:pt x="25239" y="40452"/>
                  <a:pt x="25312" y="40540"/>
                  <a:pt x="25371" y="40658"/>
                </a:cubicBezTo>
                <a:cubicBezTo>
                  <a:pt x="25312" y="40732"/>
                  <a:pt x="25239" y="40820"/>
                  <a:pt x="25180" y="40893"/>
                </a:cubicBezTo>
                <a:cubicBezTo>
                  <a:pt x="25165" y="40879"/>
                  <a:pt x="25150" y="40879"/>
                  <a:pt x="25150" y="40864"/>
                </a:cubicBezTo>
                <a:lnTo>
                  <a:pt x="25106" y="40893"/>
                </a:lnTo>
                <a:cubicBezTo>
                  <a:pt x="25062" y="40820"/>
                  <a:pt x="24974" y="40732"/>
                  <a:pt x="24930" y="40658"/>
                </a:cubicBezTo>
                <a:cubicBezTo>
                  <a:pt x="25003" y="40570"/>
                  <a:pt x="25092" y="40452"/>
                  <a:pt x="25165" y="40364"/>
                </a:cubicBezTo>
                <a:close/>
                <a:moveTo>
                  <a:pt x="27240" y="40511"/>
                </a:moveTo>
                <a:cubicBezTo>
                  <a:pt x="27270" y="40570"/>
                  <a:pt x="27270" y="40643"/>
                  <a:pt x="27284" y="40687"/>
                </a:cubicBezTo>
                <a:lnTo>
                  <a:pt x="27225" y="40908"/>
                </a:lnTo>
                <a:cubicBezTo>
                  <a:pt x="27211" y="40835"/>
                  <a:pt x="27211" y="40790"/>
                  <a:pt x="27196" y="40717"/>
                </a:cubicBezTo>
                <a:cubicBezTo>
                  <a:pt x="27211" y="40643"/>
                  <a:pt x="27225" y="40584"/>
                  <a:pt x="27240" y="40511"/>
                </a:cubicBezTo>
                <a:close/>
                <a:moveTo>
                  <a:pt x="15261" y="26074"/>
                </a:moveTo>
                <a:lnTo>
                  <a:pt x="15261" y="26074"/>
                </a:lnTo>
                <a:cubicBezTo>
                  <a:pt x="14672" y="28767"/>
                  <a:pt x="15408" y="31769"/>
                  <a:pt x="17277" y="34065"/>
                </a:cubicBezTo>
                <a:cubicBezTo>
                  <a:pt x="18366" y="35390"/>
                  <a:pt x="19764" y="36449"/>
                  <a:pt x="21118" y="37435"/>
                </a:cubicBezTo>
                <a:cubicBezTo>
                  <a:pt x="22428" y="38392"/>
                  <a:pt x="23767" y="39392"/>
                  <a:pt x="24797" y="40643"/>
                </a:cubicBezTo>
                <a:cubicBezTo>
                  <a:pt x="24709" y="40746"/>
                  <a:pt x="24635" y="40835"/>
                  <a:pt x="24547" y="40938"/>
                </a:cubicBezTo>
                <a:cubicBezTo>
                  <a:pt x="23517" y="39775"/>
                  <a:pt x="22192" y="38833"/>
                  <a:pt x="20883" y="37935"/>
                </a:cubicBezTo>
                <a:cubicBezTo>
                  <a:pt x="19440" y="36920"/>
                  <a:pt x="17954" y="35890"/>
                  <a:pt x="16850" y="34507"/>
                </a:cubicBezTo>
                <a:cubicBezTo>
                  <a:pt x="14967" y="32181"/>
                  <a:pt x="14378" y="28914"/>
                  <a:pt x="15261" y="26074"/>
                </a:cubicBezTo>
                <a:close/>
                <a:moveTo>
                  <a:pt x="25680" y="40349"/>
                </a:moveTo>
                <a:cubicBezTo>
                  <a:pt x="25739" y="40452"/>
                  <a:pt x="25798" y="40540"/>
                  <a:pt x="25842" y="40658"/>
                </a:cubicBezTo>
                <a:cubicBezTo>
                  <a:pt x="25798" y="40746"/>
                  <a:pt x="25710" y="40835"/>
                  <a:pt x="25666" y="40938"/>
                </a:cubicBezTo>
                <a:cubicBezTo>
                  <a:pt x="25621" y="40879"/>
                  <a:pt x="25592" y="40805"/>
                  <a:pt x="25548" y="40746"/>
                </a:cubicBezTo>
                <a:cubicBezTo>
                  <a:pt x="25533" y="40717"/>
                  <a:pt x="25504" y="40673"/>
                  <a:pt x="25474" y="40643"/>
                </a:cubicBezTo>
                <a:cubicBezTo>
                  <a:pt x="25548" y="40540"/>
                  <a:pt x="25621" y="40452"/>
                  <a:pt x="25680" y="40349"/>
                </a:cubicBezTo>
                <a:close/>
                <a:moveTo>
                  <a:pt x="26136" y="40378"/>
                </a:moveTo>
                <a:cubicBezTo>
                  <a:pt x="26195" y="40467"/>
                  <a:pt x="26239" y="40584"/>
                  <a:pt x="26269" y="40673"/>
                </a:cubicBezTo>
                <a:lnTo>
                  <a:pt x="26107" y="40952"/>
                </a:lnTo>
                <a:cubicBezTo>
                  <a:pt x="26048" y="40864"/>
                  <a:pt x="26019" y="40746"/>
                  <a:pt x="25960" y="40658"/>
                </a:cubicBezTo>
                <a:cubicBezTo>
                  <a:pt x="26019" y="40570"/>
                  <a:pt x="26063" y="40467"/>
                  <a:pt x="26136" y="40378"/>
                </a:cubicBezTo>
                <a:close/>
                <a:moveTo>
                  <a:pt x="26490" y="40393"/>
                </a:moveTo>
                <a:lnTo>
                  <a:pt x="26593" y="40673"/>
                </a:lnTo>
                <a:cubicBezTo>
                  <a:pt x="26563" y="40761"/>
                  <a:pt x="26504" y="40864"/>
                  <a:pt x="26475" y="40952"/>
                </a:cubicBezTo>
                <a:cubicBezTo>
                  <a:pt x="26431" y="40864"/>
                  <a:pt x="26401" y="40761"/>
                  <a:pt x="26343" y="40673"/>
                </a:cubicBezTo>
                <a:cubicBezTo>
                  <a:pt x="26401" y="40584"/>
                  <a:pt x="26431" y="40496"/>
                  <a:pt x="26490" y="40393"/>
                </a:cubicBezTo>
                <a:close/>
                <a:moveTo>
                  <a:pt x="27078" y="40467"/>
                </a:moveTo>
                <a:cubicBezTo>
                  <a:pt x="27078" y="40540"/>
                  <a:pt x="27093" y="40643"/>
                  <a:pt x="27122" y="40717"/>
                </a:cubicBezTo>
                <a:cubicBezTo>
                  <a:pt x="27093" y="40790"/>
                  <a:pt x="27064" y="40879"/>
                  <a:pt x="27034" y="40952"/>
                </a:cubicBezTo>
                <a:cubicBezTo>
                  <a:pt x="27019" y="40879"/>
                  <a:pt x="27005" y="40790"/>
                  <a:pt x="26990" y="40717"/>
                </a:cubicBezTo>
                <a:cubicBezTo>
                  <a:pt x="27019" y="40643"/>
                  <a:pt x="27034" y="40540"/>
                  <a:pt x="27078" y="40467"/>
                </a:cubicBezTo>
                <a:close/>
                <a:moveTo>
                  <a:pt x="26799" y="40437"/>
                </a:moveTo>
                <a:cubicBezTo>
                  <a:pt x="26813" y="40526"/>
                  <a:pt x="26858" y="40614"/>
                  <a:pt x="26872" y="40717"/>
                </a:cubicBezTo>
                <a:cubicBezTo>
                  <a:pt x="26843" y="40805"/>
                  <a:pt x="26799" y="40879"/>
                  <a:pt x="26769" y="40967"/>
                </a:cubicBezTo>
                <a:cubicBezTo>
                  <a:pt x="26725" y="40879"/>
                  <a:pt x="26710" y="40790"/>
                  <a:pt x="26681" y="40687"/>
                </a:cubicBezTo>
                <a:cubicBezTo>
                  <a:pt x="26725" y="40599"/>
                  <a:pt x="26769" y="40526"/>
                  <a:pt x="26799" y="40437"/>
                </a:cubicBezTo>
                <a:close/>
                <a:moveTo>
                  <a:pt x="24871" y="40717"/>
                </a:moveTo>
                <a:cubicBezTo>
                  <a:pt x="24944" y="40805"/>
                  <a:pt x="25003" y="40879"/>
                  <a:pt x="25062" y="40952"/>
                </a:cubicBezTo>
                <a:lnTo>
                  <a:pt x="25003" y="41011"/>
                </a:lnTo>
                <a:cubicBezTo>
                  <a:pt x="24944" y="41085"/>
                  <a:pt x="24871" y="41158"/>
                  <a:pt x="24797" y="41232"/>
                </a:cubicBezTo>
                <a:cubicBezTo>
                  <a:pt x="24738" y="41158"/>
                  <a:pt x="24665" y="41085"/>
                  <a:pt x="24621" y="41011"/>
                </a:cubicBezTo>
                <a:cubicBezTo>
                  <a:pt x="24709" y="40908"/>
                  <a:pt x="24783" y="40820"/>
                  <a:pt x="24871" y="40717"/>
                </a:cubicBezTo>
                <a:close/>
                <a:moveTo>
                  <a:pt x="27299" y="40938"/>
                </a:moveTo>
                <a:cubicBezTo>
                  <a:pt x="27314" y="40967"/>
                  <a:pt x="27314" y="41026"/>
                  <a:pt x="27314" y="41085"/>
                </a:cubicBezTo>
                <a:cubicBezTo>
                  <a:pt x="27314" y="41114"/>
                  <a:pt x="27299" y="41158"/>
                  <a:pt x="27299" y="41173"/>
                </a:cubicBezTo>
                <a:cubicBezTo>
                  <a:pt x="27299" y="41188"/>
                  <a:pt x="27284" y="41232"/>
                  <a:pt x="27284" y="41247"/>
                </a:cubicBezTo>
                <a:cubicBezTo>
                  <a:pt x="27284" y="41188"/>
                  <a:pt x="27270" y="41129"/>
                  <a:pt x="27270" y="41100"/>
                </a:cubicBezTo>
                <a:cubicBezTo>
                  <a:pt x="27284" y="41041"/>
                  <a:pt x="27299" y="40982"/>
                  <a:pt x="27299" y="40938"/>
                </a:cubicBezTo>
                <a:close/>
                <a:moveTo>
                  <a:pt x="25430" y="40717"/>
                </a:moveTo>
                <a:cubicBezTo>
                  <a:pt x="25445" y="40746"/>
                  <a:pt x="25460" y="40761"/>
                  <a:pt x="25474" y="40805"/>
                </a:cubicBezTo>
                <a:cubicBezTo>
                  <a:pt x="25518" y="40879"/>
                  <a:pt x="25563" y="40952"/>
                  <a:pt x="25607" y="41011"/>
                </a:cubicBezTo>
                <a:cubicBezTo>
                  <a:pt x="25533" y="41100"/>
                  <a:pt x="25474" y="41188"/>
                  <a:pt x="25401" y="41276"/>
                </a:cubicBezTo>
                <a:cubicBezTo>
                  <a:pt x="25386" y="41261"/>
                  <a:pt x="25386" y="41247"/>
                  <a:pt x="25371" y="41232"/>
                </a:cubicBezTo>
                <a:cubicBezTo>
                  <a:pt x="25401" y="41188"/>
                  <a:pt x="25430" y="41158"/>
                  <a:pt x="25460" y="41114"/>
                </a:cubicBezTo>
                <a:cubicBezTo>
                  <a:pt x="25445" y="41114"/>
                  <a:pt x="25430" y="41100"/>
                  <a:pt x="25401" y="41085"/>
                </a:cubicBezTo>
                <a:cubicBezTo>
                  <a:pt x="25386" y="41114"/>
                  <a:pt x="25357" y="41129"/>
                  <a:pt x="25327" y="41173"/>
                </a:cubicBezTo>
                <a:cubicBezTo>
                  <a:pt x="25298" y="41114"/>
                  <a:pt x="25253" y="41055"/>
                  <a:pt x="25195" y="41011"/>
                </a:cubicBezTo>
                <a:cubicBezTo>
                  <a:pt x="25283" y="40908"/>
                  <a:pt x="25342" y="40820"/>
                  <a:pt x="25430" y="40717"/>
                </a:cubicBezTo>
                <a:close/>
                <a:moveTo>
                  <a:pt x="25886" y="40732"/>
                </a:moveTo>
                <a:cubicBezTo>
                  <a:pt x="25930" y="40820"/>
                  <a:pt x="25989" y="40938"/>
                  <a:pt x="26033" y="41026"/>
                </a:cubicBezTo>
                <a:cubicBezTo>
                  <a:pt x="25975" y="41114"/>
                  <a:pt x="25916" y="41203"/>
                  <a:pt x="25842" y="41306"/>
                </a:cubicBezTo>
                <a:cubicBezTo>
                  <a:pt x="25827" y="41203"/>
                  <a:pt x="25754" y="41114"/>
                  <a:pt x="25695" y="41011"/>
                </a:cubicBezTo>
                <a:cubicBezTo>
                  <a:pt x="25754" y="40908"/>
                  <a:pt x="25827" y="40820"/>
                  <a:pt x="25886" y="40732"/>
                </a:cubicBezTo>
                <a:close/>
                <a:moveTo>
                  <a:pt x="26298" y="40761"/>
                </a:moveTo>
                <a:cubicBezTo>
                  <a:pt x="26343" y="40864"/>
                  <a:pt x="26387" y="40952"/>
                  <a:pt x="26431" y="41055"/>
                </a:cubicBezTo>
                <a:cubicBezTo>
                  <a:pt x="26387" y="41158"/>
                  <a:pt x="26343" y="41247"/>
                  <a:pt x="26284" y="41335"/>
                </a:cubicBezTo>
                <a:cubicBezTo>
                  <a:pt x="26254" y="41247"/>
                  <a:pt x="26195" y="41144"/>
                  <a:pt x="26166" y="41041"/>
                </a:cubicBezTo>
                <a:cubicBezTo>
                  <a:pt x="26195" y="40952"/>
                  <a:pt x="26254" y="40864"/>
                  <a:pt x="26298" y="40761"/>
                </a:cubicBezTo>
                <a:close/>
                <a:moveTo>
                  <a:pt x="26637" y="40805"/>
                </a:moveTo>
                <a:cubicBezTo>
                  <a:pt x="26681" y="40893"/>
                  <a:pt x="26696" y="40982"/>
                  <a:pt x="26725" y="41085"/>
                </a:cubicBezTo>
                <a:cubicBezTo>
                  <a:pt x="26696" y="41173"/>
                  <a:pt x="26652" y="41261"/>
                  <a:pt x="26622" y="41335"/>
                </a:cubicBezTo>
                <a:lnTo>
                  <a:pt x="26504" y="41055"/>
                </a:lnTo>
                <a:cubicBezTo>
                  <a:pt x="26549" y="40967"/>
                  <a:pt x="26607" y="40893"/>
                  <a:pt x="26637" y="40805"/>
                </a:cubicBezTo>
                <a:close/>
                <a:moveTo>
                  <a:pt x="26916" y="40835"/>
                </a:moveTo>
                <a:cubicBezTo>
                  <a:pt x="26931" y="40938"/>
                  <a:pt x="26946" y="41026"/>
                  <a:pt x="26975" y="41100"/>
                </a:cubicBezTo>
                <a:cubicBezTo>
                  <a:pt x="26931" y="41173"/>
                  <a:pt x="26916" y="41261"/>
                  <a:pt x="26872" y="41335"/>
                </a:cubicBezTo>
                <a:cubicBezTo>
                  <a:pt x="26858" y="41247"/>
                  <a:pt x="26828" y="41144"/>
                  <a:pt x="26799" y="41070"/>
                </a:cubicBezTo>
                <a:cubicBezTo>
                  <a:pt x="26858" y="41011"/>
                  <a:pt x="26902" y="40908"/>
                  <a:pt x="26916" y="40835"/>
                </a:cubicBezTo>
                <a:close/>
                <a:moveTo>
                  <a:pt x="27137" y="40893"/>
                </a:moveTo>
                <a:cubicBezTo>
                  <a:pt x="27152" y="40952"/>
                  <a:pt x="27167" y="41026"/>
                  <a:pt x="27167" y="41100"/>
                </a:cubicBezTo>
                <a:cubicBezTo>
                  <a:pt x="27152" y="41173"/>
                  <a:pt x="27137" y="41247"/>
                  <a:pt x="27122" y="41335"/>
                </a:cubicBezTo>
                <a:lnTo>
                  <a:pt x="27064" y="41114"/>
                </a:lnTo>
                <a:cubicBezTo>
                  <a:pt x="27078" y="41041"/>
                  <a:pt x="27122" y="40967"/>
                  <a:pt x="27137" y="40893"/>
                </a:cubicBezTo>
                <a:close/>
                <a:moveTo>
                  <a:pt x="25150" y="41085"/>
                </a:moveTo>
                <a:cubicBezTo>
                  <a:pt x="25180" y="41129"/>
                  <a:pt x="25224" y="41188"/>
                  <a:pt x="25283" y="41247"/>
                </a:cubicBezTo>
                <a:lnTo>
                  <a:pt x="25062" y="41512"/>
                </a:lnTo>
                <a:cubicBezTo>
                  <a:pt x="25018" y="41467"/>
                  <a:pt x="24959" y="41409"/>
                  <a:pt x="24930" y="41350"/>
                </a:cubicBezTo>
                <a:lnTo>
                  <a:pt x="25150" y="41085"/>
                </a:lnTo>
                <a:close/>
                <a:moveTo>
                  <a:pt x="27343" y="41379"/>
                </a:moveTo>
                <a:cubicBezTo>
                  <a:pt x="27343" y="41394"/>
                  <a:pt x="27343" y="41423"/>
                  <a:pt x="27358" y="41467"/>
                </a:cubicBezTo>
                <a:cubicBezTo>
                  <a:pt x="27358" y="41497"/>
                  <a:pt x="27343" y="41556"/>
                  <a:pt x="27343" y="41600"/>
                </a:cubicBezTo>
                <a:cubicBezTo>
                  <a:pt x="27343" y="41556"/>
                  <a:pt x="27343" y="41526"/>
                  <a:pt x="27314" y="41497"/>
                </a:cubicBezTo>
                <a:cubicBezTo>
                  <a:pt x="27343" y="41467"/>
                  <a:pt x="27343" y="41409"/>
                  <a:pt x="27343" y="41379"/>
                </a:cubicBezTo>
                <a:close/>
                <a:moveTo>
                  <a:pt x="25312" y="41320"/>
                </a:moveTo>
                <a:cubicBezTo>
                  <a:pt x="25327" y="41335"/>
                  <a:pt x="25327" y="41350"/>
                  <a:pt x="25357" y="41379"/>
                </a:cubicBezTo>
                <a:cubicBezTo>
                  <a:pt x="25283" y="41467"/>
                  <a:pt x="25209" y="41556"/>
                  <a:pt x="25136" y="41673"/>
                </a:cubicBezTo>
                <a:lnTo>
                  <a:pt x="25077" y="41615"/>
                </a:lnTo>
                <a:cubicBezTo>
                  <a:pt x="25165" y="41497"/>
                  <a:pt x="25239" y="41409"/>
                  <a:pt x="25312" y="41320"/>
                </a:cubicBezTo>
                <a:close/>
                <a:moveTo>
                  <a:pt x="25666" y="41100"/>
                </a:moveTo>
                <a:cubicBezTo>
                  <a:pt x="25724" y="41188"/>
                  <a:pt x="25769" y="41306"/>
                  <a:pt x="25827" y="41394"/>
                </a:cubicBezTo>
                <a:cubicBezTo>
                  <a:pt x="25769" y="41482"/>
                  <a:pt x="25695" y="41570"/>
                  <a:pt x="25651" y="41673"/>
                </a:cubicBezTo>
                <a:cubicBezTo>
                  <a:pt x="25621" y="41629"/>
                  <a:pt x="25592" y="41600"/>
                  <a:pt x="25577" y="41541"/>
                </a:cubicBezTo>
                <a:cubicBezTo>
                  <a:pt x="25607" y="41482"/>
                  <a:pt x="25651" y="41423"/>
                  <a:pt x="25695" y="41379"/>
                </a:cubicBezTo>
                <a:cubicBezTo>
                  <a:pt x="25666" y="41350"/>
                  <a:pt x="25651" y="41335"/>
                  <a:pt x="25621" y="41320"/>
                </a:cubicBezTo>
                <a:cubicBezTo>
                  <a:pt x="25592" y="41379"/>
                  <a:pt x="25548" y="41423"/>
                  <a:pt x="25518" y="41467"/>
                </a:cubicBezTo>
                <a:cubicBezTo>
                  <a:pt x="25504" y="41423"/>
                  <a:pt x="25474" y="41394"/>
                  <a:pt x="25460" y="41379"/>
                </a:cubicBezTo>
                <a:cubicBezTo>
                  <a:pt x="25533" y="41276"/>
                  <a:pt x="25592" y="41188"/>
                  <a:pt x="25666" y="41100"/>
                </a:cubicBezTo>
                <a:close/>
                <a:moveTo>
                  <a:pt x="26092" y="41114"/>
                </a:moveTo>
                <a:cubicBezTo>
                  <a:pt x="26136" y="41203"/>
                  <a:pt x="26181" y="41320"/>
                  <a:pt x="26210" y="41409"/>
                </a:cubicBezTo>
                <a:lnTo>
                  <a:pt x="26048" y="41688"/>
                </a:lnTo>
                <a:cubicBezTo>
                  <a:pt x="25989" y="41600"/>
                  <a:pt x="25960" y="41482"/>
                  <a:pt x="25901" y="41394"/>
                </a:cubicBezTo>
                <a:cubicBezTo>
                  <a:pt x="25975" y="41306"/>
                  <a:pt x="26033" y="41203"/>
                  <a:pt x="26092" y="41114"/>
                </a:cubicBezTo>
                <a:close/>
                <a:moveTo>
                  <a:pt x="26475" y="41158"/>
                </a:moveTo>
                <a:lnTo>
                  <a:pt x="26578" y="41423"/>
                </a:lnTo>
                <a:cubicBezTo>
                  <a:pt x="26534" y="41512"/>
                  <a:pt x="26475" y="41615"/>
                  <a:pt x="26431" y="41688"/>
                </a:cubicBezTo>
                <a:lnTo>
                  <a:pt x="26328" y="41409"/>
                </a:lnTo>
                <a:cubicBezTo>
                  <a:pt x="26387" y="41320"/>
                  <a:pt x="26416" y="41247"/>
                  <a:pt x="26475" y="41158"/>
                </a:cubicBezTo>
                <a:close/>
                <a:moveTo>
                  <a:pt x="27181" y="41306"/>
                </a:moveTo>
                <a:cubicBezTo>
                  <a:pt x="27211" y="41350"/>
                  <a:pt x="27225" y="41423"/>
                  <a:pt x="27225" y="41482"/>
                </a:cubicBezTo>
                <a:cubicBezTo>
                  <a:pt x="27211" y="41556"/>
                  <a:pt x="27181" y="41615"/>
                  <a:pt x="27167" y="41688"/>
                </a:cubicBezTo>
                <a:cubicBezTo>
                  <a:pt x="27152" y="41615"/>
                  <a:pt x="27152" y="41556"/>
                  <a:pt x="27137" y="41482"/>
                </a:cubicBezTo>
                <a:cubicBezTo>
                  <a:pt x="27152" y="41423"/>
                  <a:pt x="27167" y="41350"/>
                  <a:pt x="27181" y="41306"/>
                </a:cubicBezTo>
                <a:close/>
                <a:moveTo>
                  <a:pt x="26769" y="41188"/>
                </a:moveTo>
                <a:cubicBezTo>
                  <a:pt x="26784" y="41276"/>
                  <a:pt x="26813" y="41379"/>
                  <a:pt x="26843" y="41467"/>
                </a:cubicBezTo>
                <a:cubicBezTo>
                  <a:pt x="26799" y="41556"/>
                  <a:pt x="26769" y="41629"/>
                  <a:pt x="26725" y="41718"/>
                </a:cubicBezTo>
                <a:cubicBezTo>
                  <a:pt x="26696" y="41629"/>
                  <a:pt x="26681" y="41541"/>
                  <a:pt x="26637" y="41453"/>
                </a:cubicBezTo>
                <a:cubicBezTo>
                  <a:pt x="26696" y="41350"/>
                  <a:pt x="26725" y="41276"/>
                  <a:pt x="26769" y="41188"/>
                </a:cubicBezTo>
                <a:close/>
                <a:moveTo>
                  <a:pt x="27019" y="41247"/>
                </a:moveTo>
                <a:cubicBezTo>
                  <a:pt x="27034" y="41320"/>
                  <a:pt x="27034" y="41394"/>
                  <a:pt x="27064" y="41482"/>
                </a:cubicBezTo>
                <a:cubicBezTo>
                  <a:pt x="27049" y="41556"/>
                  <a:pt x="27005" y="41629"/>
                  <a:pt x="26990" y="41718"/>
                </a:cubicBezTo>
                <a:cubicBezTo>
                  <a:pt x="26975" y="41629"/>
                  <a:pt x="26946" y="41556"/>
                  <a:pt x="26931" y="41482"/>
                </a:cubicBezTo>
                <a:cubicBezTo>
                  <a:pt x="26975" y="41409"/>
                  <a:pt x="26990" y="41335"/>
                  <a:pt x="27019" y="41247"/>
                </a:cubicBezTo>
                <a:close/>
                <a:moveTo>
                  <a:pt x="25401" y="41453"/>
                </a:moveTo>
                <a:cubicBezTo>
                  <a:pt x="25430" y="41482"/>
                  <a:pt x="25445" y="41497"/>
                  <a:pt x="25460" y="41541"/>
                </a:cubicBezTo>
                <a:lnTo>
                  <a:pt x="25239" y="41821"/>
                </a:lnTo>
                <a:cubicBezTo>
                  <a:pt x="25224" y="41776"/>
                  <a:pt x="25195" y="41762"/>
                  <a:pt x="25180" y="41718"/>
                </a:cubicBezTo>
                <a:lnTo>
                  <a:pt x="25401" y="41453"/>
                </a:lnTo>
                <a:close/>
                <a:moveTo>
                  <a:pt x="25518" y="41615"/>
                </a:moveTo>
                <a:cubicBezTo>
                  <a:pt x="25533" y="41644"/>
                  <a:pt x="25563" y="41703"/>
                  <a:pt x="25592" y="41732"/>
                </a:cubicBezTo>
                <a:cubicBezTo>
                  <a:pt x="25518" y="41835"/>
                  <a:pt x="25460" y="41924"/>
                  <a:pt x="25386" y="42012"/>
                </a:cubicBezTo>
                <a:cubicBezTo>
                  <a:pt x="25357" y="41982"/>
                  <a:pt x="25327" y="41924"/>
                  <a:pt x="25298" y="41879"/>
                </a:cubicBezTo>
                <a:lnTo>
                  <a:pt x="25518" y="41615"/>
                </a:lnTo>
                <a:close/>
                <a:moveTo>
                  <a:pt x="25842" y="41453"/>
                </a:moveTo>
                <a:cubicBezTo>
                  <a:pt x="25901" y="41541"/>
                  <a:pt x="25960" y="41644"/>
                  <a:pt x="25989" y="41747"/>
                </a:cubicBezTo>
                <a:cubicBezTo>
                  <a:pt x="25960" y="41850"/>
                  <a:pt x="25901" y="41938"/>
                  <a:pt x="25842" y="42041"/>
                </a:cubicBezTo>
                <a:cubicBezTo>
                  <a:pt x="25813" y="41968"/>
                  <a:pt x="25769" y="41909"/>
                  <a:pt x="25739" y="41835"/>
                </a:cubicBezTo>
                <a:cubicBezTo>
                  <a:pt x="25798" y="41762"/>
                  <a:pt x="25842" y="41688"/>
                  <a:pt x="25886" y="41615"/>
                </a:cubicBezTo>
                <a:cubicBezTo>
                  <a:pt x="25872" y="41585"/>
                  <a:pt x="25842" y="41570"/>
                  <a:pt x="25827" y="41541"/>
                </a:cubicBezTo>
                <a:cubicBezTo>
                  <a:pt x="25769" y="41615"/>
                  <a:pt x="25739" y="41688"/>
                  <a:pt x="25680" y="41747"/>
                </a:cubicBezTo>
                <a:cubicBezTo>
                  <a:pt x="25680" y="41747"/>
                  <a:pt x="25680" y="41718"/>
                  <a:pt x="25666" y="41718"/>
                </a:cubicBezTo>
                <a:cubicBezTo>
                  <a:pt x="25724" y="41629"/>
                  <a:pt x="25798" y="41541"/>
                  <a:pt x="25842" y="41453"/>
                </a:cubicBezTo>
                <a:close/>
                <a:moveTo>
                  <a:pt x="27270" y="41718"/>
                </a:moveTo>
                <a:cubicBezTo>
                  <a:pt x="27270" y="41776"/>
                  <a:pt x="27270" y="41821"/>
                  <a:pt x="27284" y="41865"/>
                </a:cubicBezTo>
                <a:cubicBezTo>
                  <a:pt x="27270" y="41924"/>
                  <a:pt x="27270" y="41982"/>
                  <a:pt x="27240" y="42041"/>
                </a:cubicBezTo>
                <a:cubicBezTo>
                  <a:pt x="27240" y="41982"/>
                  <a:pt x="27225" y="41938"/>
                  <a:pt x="27225" y="41879"/>
                </a:cubicBezTo>
                <a:cubicBezTo>
                  <a:pt x="27240" y="41835"/>
                  <a:pt x="27270" y="41776"/>
                  <a:pt x="27270" y="41718"/>
                </a:cubicBezTo>
                <a:close/>
                <a:moveTo>
                  <a:pt x="26269" y="41497"/>
                </a:moveTo>
                <a:cubicBezTo>
                  <a:pt x="26313" y="41600"/>
                  <a:pt x="26343" y="41703"/>
                  <a:pt x="26387" y="41791"/>
                </a:cubicBezTo>
                <a:cubicBezTo>
                  <a:pt x="26328" y="41894"/>
                  <a:pt x="26284" y="41982"/>
                  <a:pt x="26239" y="42056"/>
                </a:cubicBezTo>
                <a:cubicBezTo>
                  <a:pt x="26195" y="41968"/>
                  <a:pt x="26136" y="41850"/>
                  <a:pt x="26107" y="41762"/>
                </a:cubicBezTo>
                <a:cubicBezTo>
                  <a:pt x="26166" y="41673"/>
                  <a:pt x="26210" y="41600"/>
                  <a:pt x="26269" y="41497"/>
                </a:cubicBezTo>
                <a:close/>
                <a:moveTo>
                  <a:pt x="27093" y="41629"/>
                </a:moveTo>
                <a:cubicBezTo>
                  <a:pt x="27122" y="41718"/>
                  <a:pt x="27122" y="41791"/>
                  <a:pt x="27137" y="41865"/>
                </a:cubicBezTo>
                <a:cubicBezTo>
                  <a:pt x="27122" y="41938"/>
                  <a:pt x="27093" y="42012"/>
                  <a:pt x="27078" y="42071"/>
                </a:cubicBezTo>
                <a:lnTo>
                  <a:pt x="27019" y="41850"/>
                </a:lnTo>
                <a:cubicBezTo>
                  <a:pt x="27034" y="41776"/>
                  <a:pt x="27078" y="41703"/>
                  <a:pt x="27093" y="41629"/>
                </a:cubicBezTo>
                <a:close/>
                <a:moveTo>
                  <a:pt x="26607" y="41541"/>
                </a:moveTo>
                <a:cubicBezTo>
                  <a:pt x="26637" y="41629"/>
                  <a:pt x="26652" y="41718"/>
                  <a:pt x="26696" y="41835"/>
                </a:cubicBezTo>
                <a:cubicBezTo>
                  <a:pt x="26652" y="41924"/>
                  <a:pt x="26622" y="41997"/>
                  <a:pt x="26578" y="42086"/>
                </a:cubicBezTo>
                <a:cubicBezTo>
                  <a:pt x="26549" y="41982"/>
                  <a:pt x="26504" y="41879"/>
                  <a:pt x="26475" y="41791"/>
                </a:cubicBezTo>
                <a:cubicBezTo>
                  <a:pt x="26504" y="41703"/>
                  <a:pt x="26563" y="41629"/>
                  <a:pt x="26607" y="41541"/>
                </a:cubicBezTo>
                <a:close/>
                <a:moveTo>
                  <a:pt x="26872" y="41600"/>
                </a:moveTo>
                <a:cubicBezTo>
                  <a:pt x="26902" y="41688"/>
                  <a:pt x="26916" y="41776"/>
                  <a:pt x="26931" y="41850"/>
                </a:cubicBezTo>
                <a:cubicBezTo>
                  <a:pt x="26902" y="41924"/>
                  <a:pt x="26872" y="42012"/>
                  <a:pt x="26843" y="42086"/>
                </a:cubicBezTo>
                <a:cubicBezTo>
                  <a:pt x="26828" y="41997"/>
                  <a:pt x="26784" y="41909"/>
                  <a:pt x="26769" y="41835"/>
                </a:cubicBezTo>
                <a:cubicBezTo>
                  <a:pt x="26828" y="41747"/>
                  <a:pt x="26843" y="41673"/>
                  <a:pt x="26872" y="41600"/>
                </a:cubicBezTo>
                <a:close/>
                <a:moveTo>
                  <a:pt x="25621" y="41821"/>
                </a:moveTo>
                <a:cubicBezTo>
                  <a:pt x="25621" y="41821"/>
                  <a:pt x="25621" y="41835"/>
                  <a:pt x="25651" y="41835"/>
                </a:cubicBezTo>
                <a:cubicBezTo>
                  <a:pt x="25592" y="41924"/>
                  <a:pt x="25518" y="42012"/>
                  <a:pt x="25445" y="42115"/>
                </a:cubicBezTo>
                <a:cubicBezTo>
                  <a:pt x="25445" y="42115"/>
                  <a:pt x="25445" y="42086"/>
                  <a:pt x="25430" y="42086"/>
                </a:cubicBezTo>
                <a:cubicBezTo>
                  <a:pt x="25504" y="41997"/>
                  <a:pt x="25563" y="41909"/>
                  <a:pt x="25621" y="41821"/>
                </a:cubicBezTo>
                <a:close/>
                <a:moveTo>
                  <a:pt x="26063" y="41865"/>
                </a:moveTo>
                <a:cubicBezTo>
                  <a:pt x="26107" y="41938"/>
                  <a:pt x="26122" y="42012"/>
                  <a:pt x="26166" y="42086"/>
                </a:cubicBezTo>
                <a:cubicBezTo>
                  <a:pt x="26107" y="42189"/>
                  <a:pt x="26063" y="42247"/>
                  <a:pt x="26019" y="42350"/>
                </a:cubicBezTo>
                <a:lnTo>
                  <a:pt x="25901" y="42130"/>
                </a:lnTo>
                <a:cubicBezTo>
                  <a:pt x="25960" y="42041"/>
                  <a:pt x="26019" y="41968"/>
                  <a:pt x="26063" y="41865"/>
                </a:cubicBezTo>
                <a:close/>
                <a:moveTo>
                  <a:pt x="27284" y="42159"/>
                </a:moveTo>
                <a:cubicBezTo>
                  <a:pt x="27299" y="42203"/>
                  <a:pt x="27299" y="42218"/>
                  <a:pt x="27299" y="42247"/>
                </a:cubicBezTo>
                <a:cubicBezTo>
                  <a:pt x="27299" y="42292"/>
                  <a:pt x="27284" y="42321"/>
                  <a:pt x="27284" y="42365"/>
                </a:cubicBezTo>
                <a:cubicBezTo>
                  <a:pt x="27284" y="42336"/>
                  <a:pt x="27284" y="42292"/>
                  <a:pt x="27270" y="42277"/>
                </a:cubicBezTo>
                <a:cubicBezTo>
                  <a:pt x="27270" y="42233"/>
                  <a:pt x="27284" y="42203"/>
                  <a:pt x="27284" y="42159"/>
                </a:cubicBezTo>
                <a:close/>
                <a:moveTo>
                  <a:pt x="25680" y="41909"/>
                </a:moveTo>
                <a:cubicBezTo>
                  <a:pt x="25724" y="41982"/>
                  <a:pt x="25754" y="42041"/>
                  <a:pt x="25798" y="42115"/>
                </a:cubicBezTo>
                <a:cubicBezTo>
                  <a:pt x="25739" y="42203"/>
                  <a:pt x="25666" y="42292"/>
                  <a:pt x="25607" y="42380"/>
                </a:cubicBezTo>
                <a:cubicBezTo>
                  <a:pt x="25563" y="42306"/>
                  <a:pt x="25518" y="42233"/>
                  <a:pt x="25474" y="42189"/>
                </a:cubicBezTo>
                <a:cubicBezTo>
                  <a:pt x="25548" y="42086"/>
                  <a:pt x="25621" y="41997"/>
                  <a:pt x="25680" y="41909"/>
                </a:cubicBezTo>
                <a:close/>
                <a:moveTo>
                  <a:pt x="26431" y="41894"/>
                </a:moveTo>
                <a:cubicBezTo>
                  <a:pt x="26475" y="41982"/>
                  <a:pt x="26504" y="42086"/>
                  <a:pt x="26549" y="42189"/>
                </a:cubicBezTo>
                <a:cubicBezTo>
                  <a:pt x="26504" y="42277"/>
                  <a:pt x="26460" y="42350"/>
                  <a:pt x="26416" y="42439"/>
                </a:cubicBezTo>
                <a:cubicBezTo>
                  <a:pt x="26416" y="42424"/>
                  <a:pt x="26401" y="42409"/>
                  <a:pt x="26401" y="42380"/>
                </a:cubicBezTo>
                <a:cubicBezTo>
                  <a:pt x="26401" y="42365"/>
                  <a:pt x="26416" y="42365"/>
                  <a:pt x="26416" y="42350"/>
                </a:cubicBezTo>
                <a:cubicBezTo>
                  <a:pt x="26387" y="42336"/>
                  <a:pt x="26387" y="42292"/>
                  <a:pt x="26357" y="42277"/>
                </a:cubicBezTo>
                <a:cubicBezTo>
                  <a:pt x="26357" y="42277"/>
                  <a:pt x="26357" y="42292"/>
                  <a:pt x="26343" y="42292"/>
                </a:cubicBezTo>
                <a:cubicBezTo>
                  <a:pt x="26328" y="42233"/>
                  <a:pt x="26313" y="42203"/>
                  <a:pt x="26284" y="42144"/>
                </a:cubicBezTo>
                <a:cubicBezTo>
                  <a:pt x="26343" y="42056"/>
                  <a:pt x="26387" y="41982"/>
                  <a:pt x="26431" y="41894"/>
                </a:cubicBezTo>
                <a:close/>
                <a:moveTo>
                  <a:pt x="26725" y="41938"/>
                </a:moveTo>
                <a:cubicBezTo>
                  <a:pt x="26755" y="42041"/>
                  <a:pt x="26784" y="42130"/>
                  <a:pt x="26799" y="42218"/>
                </a:cubicBezTo>
                <a:cubicBezTo>
                  <a:pt x="26769" y="42292"/>
                  <a:pt x="26725" y="42380"/>
                  <a:pt x="26710" y="42453"/>
                </a:cubicBezTo>
                <a:cubicBezTo>
                  <a:pt x="26681" y="42365"/>
                  <a:pt x="26652" y="42277"/>
                  <a:pt x="26622" y="42189"/>
                </a:cubicBezTo>
                <a:cubicBezTo>
                  <a:pt x="26652" y="42115"/>
                  <a:pt x="26696" y="42012"/>
                  <a:pt x="26725" y="41938"/>
                </a:cubicBezTo>
                <a:close/>
                <a:moveTo>
                  <a:pt x="27167" y="42071"/>
                </a:moveTo>
                <a:cubicBezTo>
                  <a:pt x="27167" y="42130"/>
                  <a:pt x="27167" y="42203"/>
                  <a:pt x="27196" y="42277"/>
                </a:cubicBezTo>
                <a:cubicBezTo>
                  <a:pt x="27167" y="42336"/>
                  <a:pt x="27152" y="42409"/>
                  <a:pt x="27152" y="42453"/>
                </a:cubicBezTo>
                <a:cubicBezTo>
                  <a:pt x="27137" y="42380"/>
                  <a:pt x="27137" y="42336"/>
                  <a:pt x="27122" y="42247"/>
                </a:cubicBezTo>
                <a:cubicBezTo>
                  <a:pt x="27137" y="42203"/>
                  <a:pt x="27152" y="42130"/>
                  <a:pt x="27167" y="42071"/>
                </a:cubicBezTo>
                <a:close/>
                <a:moveTo>
                  <a:pt x="26990" y="42012"/>
                </a:moveTo>
                <a:cubicBezTo>
                  <a:pt x="27005" y="42115"/>
                  <a:pt x="27019" y="42189"/>
                  <a:pt x="27034" y="42277"/>
                </a:cubicBezTo>
                <a:cubicBezTo>
                  <a:pt x="27005" y="42336"/>
                  <a:pt x="26975" y="42409"/>
                  <a:pt x="26946" y="42483"/>
                </a:cubicBezTo>
                <a:cubicBezTo>
                  <a:pt x="26931" y="42409"/>
                  <a:pt x="26916" y="42306"/>
                  <a:pt x="26902" y="42233"/>
                </a:cubicBezTo>
                <a:cubicBezTo>
                  <a:pt x="26931" y="42159"/>
                  <a:pt x="26946" y="42086"/>
                  <a:pt x="26990" y="42012"/>
                </a:cubicBezTo>
                <a:close/>
                <a:moveTo>
                  <a:pt x="26239" y="42233"/>
                </a:moveTo>
                <a:cubicBezTo>
                  <a:pt x="26254" y="42292"/>
                  <a:pt x="26269" y="42336"/>
                  <a:pt x="26284" y="42380"/>
                </a:cubicBezTo>
                <a:cubicBezTo>
                  <a:pt x="26254" y="42483"/>
                  <a:pt x="26195" y="42556"/>
                  <a:pt x="26136" y="42645"/>
                </a:cubicBezTo>
                <a:cubicBezTo>
                  <a:pt x="26122" y="42586"/>
                  <a:pt x="26092" y="42556"/>
                  <a:pt x="26063" y="42498"/>
                </a:cubicBezTo>
                <a:cubicBezTo>
                  <a:pt x="26136" y="42409"/>
                  <a:pt x="26181" y="42336"/>
                  <a:pt x="26239" y="42233"/>
                </a:cubicBezTo>
                <a:close/>
                <a:moveTo>
                  <a:pt x="25842" y="42203"/>
                </a:moveTo>
                <a:lnTo>
                  <a:pt x="25960" y="42424"/>
                </a:lnTo>
                <a:cubicBezTo>
                  <a:pt x="25901" y="42512"/>
                  <a:pt x="25842" y="42601"/>
                  <a:pt x="25783" y="42674"/>
                </a:cubicBezTo>
                <a:cubicBezTo>
                  <a:pt x="25754" y="42601"/>
                  <a:pt x="25710" y="42527"/>
                  <a:pt x="25666" y="42453"/>
                </a:cubicBezTo>
                <a:cubicBezTo>
                  <a:pt x="25739" y="42380"/>
                  <a:pt x="25798" y="42292"/>
                  <a:pt x="25842" y="42203"/>
                </a:cubicBezTo>
                <a:close/>
                <a:moveTo>
                  <a:pt x="26328" y="42483"/>
                </a:moveTo>
                <a:cubicBezTo>
                  <a:pt x="26328" y="42498"/>
                  <a:pt x="26343" y="42512"/>
                  <a:pt x="26343" y="42527"/>
                </a:cubicBezTo>
                <a:cubicBezTo>
                  <a:pt x="26298" y="42630"/>
                  <a:pt x="26254" y="42704"/>
                  <a:pt x="26210" y="42792"/>
                </a:cubicBezTo>
                <a:cubicBezTo>
                  <a:pt x="26210" y="42777"/>
                  <a:pt x="26195" y="42748"/>
                  <a:pt x="26195" y="42733"/>
                </a:cubicBezTo>
                <a:cubicBezTo>
                  <a:pt x="26239" y="42645"/>
                  <a:pt x="26284" y="42571"/>
                  <a:pt x="26328" y="42483"/>
                </a:cubicBezTo>
                <a:close/>
                <a:moveTo>
                  <a:pt x="26563" y="42292"/>
                </a:moveTo>
                <a:cubicBezTo>
                  <a:pt x="26607" y="42380"/>
                  <a:pt x="26622" y="42468"/>
                  <a:pt x="26652" y="42586"/>
                </a:cubicBezTo>
                <a:cubicBezTo>
                  <a:pt x="26622" y="42659"/>
                  <a:pt x="26578" y="42748"/>
                  <a:pt x="26549" y="42821"/>
                </a:cubicBezTo>
                <a:cubicBezTo>
                  <a:pt x="26534" y="42792"/>
                  <a:pt x="26504" y="42733"/>
                  <a:pt x="26490" y="42704"/>
                </a:cubicBezTo>
                <a:cubicBezTo>
                  <a:pt x="26504" y="42659"/>
                  <a:pt x="26534" y="42630"/>
                  <a:pt x="26549" y="42601"/>
                </a:cubicBezTo>
                <a:cubicBezTo>
                  <a:pt x="26534" y="42571"/>
                  <a:pt x="26504" y="42556"/>
                  <a:pt x="26490" y="42512"/>
                </a:cubicBezTo>
                <a:cubicBezTo>
                  <a:pt x="26475" y="42527"/>
                  <a:pt x="26475" y="42571"/>
                  <a:pt x="26460" y="42586"/>
                </a:cubicBezTo>
                <a:cubicBezTo>
                  <a:pt x="26460" y="42571"/>
                  <a:pt x="26431" y="42556"/>
                  <a:pt x="26431" y="42527"/>
                </a:cubicBezTo>
                <a:cubicBezTo>
                  <a:pt x="26475" y="42453"/>
                  <a:pt x="26534" y="42365"/>
                  <a:pt x="26563" y="42292"/>
                </a:cubicBezTo>
                <a:close/>
                <a:moveTo>
                  <a:pt x="27211" y="42512"/>
                </a:moveTo>
                <a:cubicBezTo>
                  <a:pt x="27225" y="42556"/>
                  <a:pt x="27225" y="42601"/>
                  <a:pt x="27225" y="42659"/>
                </a:cubicBezTo>
                <a:cubicBezTo>
                  <a:pt x="27211" y="42718"/>
                  <a:pt x="27211" y="42777"/>
                  <a:pt x="27181" y="42821"/>
                </a:cubicBezTo>
                <a:cubicBezTo>
                  <a:pt x="27181" y="42777"/>
                  <a:pt x="27167" y="42718"/>
                  <a:pt x="27167" y="42659"/>
                </a:cubicBezTo>
                <a:cubicBezTo>
                  <a:pt x="27181" y="42601"/>
                  <a:pt x="27211" y="42571"/>
                  <a:pt x="27211" y="42512"/>
                </a:cubicBezTo>
                <a:close/>
                <a:moveTo>
                  <a:pt x="26843" y="42350"/>
                </a:moveTo>
                <a:cubicBezTo>
                  <a:pt x="26858" y="42439"/>
                  <a:pt x="26872" y="42527"/>
                  <a:pt x="26902" y="42601"/>
                </a:cubicBezTo>
                <a:cubicBezTo>
                  <a:pt x="26872" y="42674"/>
                  <a:pt x="26843" y="42748"/>
                  <a:pt x="26799" y="42836"/>
                </a:cubicBezTo>
                <a:cubicBezTo>
                  <a:pt x="26784" y="42748"/>
                  <a:pt x="26755" y="42659"/>
                  <a:pt x="26725" y="42586"/>
                </a:cubicBezTo>
                <a:cubicBezTo>
                  <a:pt x="26784" y="42512"/>
                  <a:pt x="26799" y="42424"/>
                  <a:pt x="26843" y="42350"/>
                </a:cubicBezTo>
                <a:close/>
                <a:moveTo>
                  <a:pt x="27064" y="42424"/>
                </a:moveTo>
                <a:cubicBezTo>
                  <a:pt x="27064" y="42498"/>
                  <a:pt x="27078" y="42571"/>
                  <a:pt x="27093" y="42645"/>
                </a:cubicBezTo>
                <a:cubicBezTo>
                  <a:pt x="27078" y="42718"/>
                  <a:pt x="27064" y="42777"/>
                  <a:pt x="27049" y="42851"/>
                </a:cubicBezTo>
                <a:lnTo>
                  <a:pt x="26990" y="42630"/>
                </a:lnTo>
                <a:cubicBezTo>
                  <a:pt x="27005" y="42556"/>
                  <a:pt x="27049" y="42498"/>
                  <a:pt x="27064" y="42424"/>
                </a:cubicBezTo>
                <a:close/>
                <a:moveTo>
                  <a:pt x="26401" y="42645"/>
                </a:moveTo>
                <a:cubicBezTo>
                  <a:pt x="26401" y="42659"/>
                  <a:pt x="26416" y="42674"/>
                  <a:pt x="26416" y="42704"/>
                </a:cubicBezTo>
                <a:cubicBezTo>
                  <a:pt x="26372" y="42792"/>
                  <a:pt x="26328" y="42865"/>
                  <a:pt x="26284" y="42954"/>
                </a:cubicBezTo>
                <a:cubicBezTo>
                  <a:pt x="26284" y="42939"/>
                  <a:pt x="26269" y="42924"/>
                  <a:pt x="26269" y="42895"/>
                </a:cubicBezTo>
                <a:cubicBezTo>
                  <a:pt x="26298" y="42792"/>
                  <a:pt x="26343" y="42718"/>
                  <a:pt x="26401" y="42645"/>
                </a:cubicBezTo>
                <a:close/>
                <a:moveTo>
                  <a:pt x="27240" y="42939"/>
                </a:moveTo>
                <a:cubicBezTo>
                  <a:pt x="27270" y="42968"/>
                  <a:pt x="27270" y="43013"/>
                  <a:pt x="27270" y="43042"/>
                </a:cubicBezTo>
                <a:cubicBezTo>
                  <a:pt x="27270" y="43086"/>
                  <a:pt x="27270" y="43101"/>
                  <a:pt x="27240" y="43145"/>
                </a:cubicBezTo>
                <a:lnTo>
                  <a:pt x="27240" y="43160"/>
                </a:lnTo>
                <a:cubicBezTo>
                  <a:pt x="27240" y="43116"/>
                  <a:pt x="27240" y="43086"/>
                  <a:pt x="27225" y="43042"/>
                </a:cubicBezTo>
                <a:cubicBezTo>
                  <a:pt x="27225" y="43013"/>
                  <a:pt x="27240" y="42968"/>
                  <a:pt x="27240" y="42939"/>
                </a:cubicBezTo>
                <a:close/>
                <a:moveTo>
                  <a:pt x="26460" y="42807"/>
                </a:moveTo>
                <a:cubicBezTo>
                  <a:pt x="26475" y="42836"/>
                  <a:pt x="26490" y="42895"/>
                  <a:pt x="26490" y="42939"/>
                </a:cubicBezTo>
                <a:cubicBezTo>
                  <a:pt x="26460" y="43013"/>
                  <a:pt x="26416" y="43101"/>
                  <a:pt x="26387" y="43175"/>
                </a:cubicBezTo>
                <a:cubicBezTo>
                  <a:pt x="26357" y="43145"/>
                  <a:pt x="26343" y="43086"/>
                  <a:pt x="26328" y="43042"/>
                </a:cubicBezTo>
                <a:cubicBezTo>
                  <a:pt x="26357" y="42968"/>
                  <a:pt x="26416" y="42880"/>
                  <a:pt x="26460" y="42807"/>
                </a:cubicBezTo>
                <a:close/>
                <a:moveTo>
                  <a:pt x="26696" y="42704"/>
                </a:moveTo>
                <a:cubicBezTo>
                  <a:pt x="26710" y="42792"/>
                  <a:pt x="26755" y="42880"/>
                  <a:pt x="26769" y="42968"/>
                </a:cubicBezTo>
                <a:cubicBezTo>
                  <a:pt x="26769" y="42998"/>
                  <a:pt x="26769" y="42998"/>
                  <a:pt x="26755" y="43013"/>
                </a:cubicBezTo>
                <a:cubicBezTo>
                  <a:pt x="26725" y="43086"/>
                  <a:pt x="26696" y="43160"/>
                  <a:pt x="26681" y="43219"/>
                </a:cubicBezTo>
                <a:cubicBezTo>
                  <a:pt x="26652" y="43160"/>
                  <a:pt x="26637" y="43086"/>
                  <a:pt x="26622" y="43027"/>
                </a:cubicBezTo>
                <a:cubicBezTo>
                  <a:pt x="26637" y="42968"/>
                  <a:pt x="26681" y="42924"/>
                  <a:pt x="26696" y="42865"/>
                </a:cubicBezTo>
                <a:cubicBezTo>
                  <a:pt x="26666" y="42821"/>
                  <a:pt x="26652" y="42807"/>
                  <a:pt x="26652" y="42792"/>
                </a:cubicBezTo>
                <a:cubicBezTo>
                  <a:pt x="26666" y="42748"/>
                  <a:pt x="26696" y="42733"/>
                  <a:pt x="26696" y="42704"/>
                </a:cubicBezTo>
                <a:close/>
                <a:moveTo>
                  <a:pt x="26931" y="42748"/>
                </a:moveTo>
                <a:cubicBezTo>
                  <a:pt x="26946" y="42851"/>
                  <a:pt x="26975" y="42924"/>
                  <a:pt x="26990" y="43013"/>
                </a:cubicBezTo>
                <a:cubicBezTo>
                  <a:pt x="26975" y="43086"/>
                  <a:pt x="26931" y="43160"/>
                  <a:pt x="26916" y="43233"/>
                </a:cubicBezTo>
                <a:cubicBezTo>
                  <a:pt x="26902" y="43145"/>
                  <a:pt x="26872" y="43072"/>
                  <a:pt x="26858" y="42968"/>
                </a:cubicBezTo>
                <a:cubicBezTo>
                  <a:pt x="26902" y="42895"/>
                  <a:pt x="26916" y="42821"/>
                  <a:pt x="26931" y="42748"/>
                </a:cubicBezTo>
                <a:close/>
                <a:moveTo>
                  <a:pt x="27137" y="42836"/>
                </a:moveTo>
                <a:cubicBezTo>
                  <a:pt x="27137" y="42924"/>
                  <a:pt x="27137" y="42968"/>
                  <a:pt x="27152" y="43042"/>
                </a:cubicBezTo>
                <a:cubicBezTo>
                  <a:pt x="27137" y="43101"/>
                  <a:pt x="27122" y="43160"/>
                  <a:pt x="27122" y="43233"/>
                </a:cubicBezTo>
                <a:cubicBezTo>
                  <a:pt x="27093" y="43160"/>
                  <a:pt x="27093" y="43101"/>
                  <a:pt x="27078" y="43027"/>
                </a:cubicBezTo>
                <a:cubicBezTo>
                  <a:pt x="27093" y="42968"/>
                  <a:pt x="27122" y="42910"/>
                  <a:pt x="27137" y="42836"/>
                </a:cubicBezTo>
                <a:close/>
                <a:moveTo>
                  <a:pt x="26799" y="43116"/>
                </a:moveTo>
                <a:cubicBezTo>
                  <a:pt x="26813" y="43175"/>
                  <a:pt x="26813" y="43219"/>
                  <a:pt x="26843" y="43263"/>
                </a:cubicBezTo>
                <a:cubicBezTo>
                  <a:pt x="26799" y="43322"/>
                  <a:pt x="26784" y="43410"/>
                  <a:pt x="26755" y="43484"/>
                </a:cubicBezTo>
                <a:cubicBezTo>
                  <a:pt x="26725" y="43439"/>
                  <a:pt x="26710" y="43381"/>
                  <a:pt x="26710" y="43336"/>
                </a:cubicBezTo>
                <a:cubicBezTo>
                  <a:pt x="26755" y="43263"/>
                  <a:pt x="26769" y="43189"/>
                  <a:pt x="26799" y="43116"/>
                </a:cubicBezTo>
                <a:close/>
                <a:moveTo>
                  <a:pt x="26563" y="43116"/>
                </a:moveTo>
                <a:cubicBezTo>
                  <a:pt x="26578" y="43189"/>
                  <a:pt x="26607" y="43248"/>
                  <a:pt x="26622" y="43322"/>
                </a:cubicBezTo>
                <a:cubicBezTo>
                  <a:pt x="26578" y="43395"/>
                  <a:pt x="26549" y="43469"/>
                  <a:pt x="26504" y="43557"/>
                </a:cubicBezTo>
                <a:cubicBezTo>
                  <a:pt x="26490" y="43484"/>
                  <a:pt x="26460" y="43439"/>
                  <a:pt x="26431" y="43366"/>
                </a:cubicBezTo>
                <a:cubicBezTo>
                  <a:pt x="26490" y="43292"/>
                  <a:pt x="26534" y="43189"/>
                  <a:pt x="26563" y="43116"/>
                </a:cubicBezTo>
                <a:close/>
                <a:moveTo>
                  <a:pt x="27167" y="43263"/>
                </a:moveTo>
                <a:cubicBezTo>
                  <a:pt x="27167" y="43322"/>
                  <a:pt x="27196" y="43381"/>
                  <a:pt x="27196" y="43439"/>
                </a:cubicBezTo>
                <a:cubicBezTo>
                  <a:pt x="27167" y="43484"/>
                  <a:pt x="27167" y="43528"/>
                  <a:pt x="27152" y="43587"/>
                </a:cubicBezTo>
                <a:cubicBezTo>
                  <a:pt x="27152" y="43528"/>
                  <a:pt x="27137" y="43469"/>
                  <a:pt x="27137" y="43410"/>
                </a:cubicBezTo>
                <a:cubicBezTo>
                  <a:pt x="27152" y="43366"/>
                  <a:pt x="27152" y="43322"/>
                  <a:pt x="27167" y="43263"/>
                </a:cubicBezTo>
                <a:close/>
                <a:moveTo>
                  <a:pt x="27019" y="43189"/>
                </a:moveTo>
                <a:cubicBezTo>
                  <a:pt x="27019" y="43263"/>
                  <a:pt x="27034" y="43336"/>
                  <a:pt x="27064" y="43410"/>
                </a:cubicBezTo>
                <a:cubicBezTo>
                  <a:pt x="27049" y="43484"/>
                  <a:pt x="27019" y="43542"/>
                  <a:pt x="27005" y="43616"/>
                </a:cubicBezTo>
                <a:lnTo>
                  <a:pt x="27005" y="43601"/>
                </a:lnTo>
                <a:lnTo>
                  <a:pt x="27005" y="43572"/>
                </a:lnTo>
                <a:cubicBezTo>
                  <a:pt x="27005" y="43557"/>
                  <a:pt x="26990" y="43557"/>
                  <a:pt x="26990" y="43542"/>
                </a:cubicBezTo>
                <a:cubicBezTo>
                  <a:pt x="26990" y="43528"/>
                  <a:pt x="26990" y="43528"/>
                  <a:pt x="26975" y="43513"/>
                </a:cubicBezTo>
                <a:cubicBezTo>
                  <a:pt x="26975" y="43469"/>
                  <a:pt x="26946" y="43439"/>
                  <a:pt x="26946" y="43395"/>
                </a:cubicBezTo>
                <a:cubicBezTo>
                  <a:pt x="26975" y="43322"/>
                  <a:pt x="26990" y="43263"/>
                  <a:pt x="27019" y="43189"/>
                </a:cubicBezTo>
                <a:close/>
                <a:moveTo>
                  <a:pt x="26902" y="43528"/>
                </a:moveTo>
                <a:cubicBezTo>
                  <a:pt x="26902" y="43542"/>
                  <a:pt x="26902" y="43557"/>
                  <a:pt x="26916" y="43587"/>
                </a:cubicBezTo>
                <a:cubicBezTo>
                  <a:pt x="26902" y="43660"/>
                  <a:pt x="26858" y="43734"/>
                  <a:pt x="26843" y="43807"/>
                </a:cubicBezTo>
                <a:cubicBezTo>
                  <a:pt x="26843" y="43778"/>
                  <a:pt x="26813" y="43748"/>
                  <a:pt x="26813" y="43734"/>
                </a:cubicBezTo>
                <a:cubicBezTo>
                  <a:pt x="26843" y="43675"/>
                  <a:pt x="26872" y="43601"/>
                  <a:pt x="26902" y="43528"/>
                </a:cubicBezTo>
                <a:close/>
                <a:moveTo>
                  <a:pt x="27093" y="43616"/>
                </a:moveTo>
                <a:cubicBezTo>
                  <a:pt x="27093" y="43675"/>
                  <a:pt x="27093" y="43748"/>
                  <a:pt x="27122" y="43822"/>
                </a:cubicBezTo>
                <a:cubicBezTo>
                  <a:pt x="27078" y="43763"/>
                  <a:pt x="27078" y="43748"/>
                  <a:pt x="27064" y="43704"/>
                </a:cubicBezTo>
                <a:cubicBezTo>
                  <a:pt x="27078" y="43675"/>
                  <a:pt x="27078" y="43645"/>
                  <a:pt x="27093" y="43616"/>
                </a:cubicBezTo>
                <a:close/>
                <a:moveTo>
                  <a:pt x="26652" y="43454"/>
                </a:moveTo>
                <a:lnTo>
                  <a:pt x="26710" y="43616"/>
                </a:lnTo>
                <a:cubicBezTo>
                  <a:pt x="26666" y="43690"/>
                  <a:pt x="26637" y="43763"/>
                  <a:pt x="26607" y="43851"/>
                </a:cubicBezTo>
                <a:cubicBezTo>
                  <a:pt x="26578" y="43807"/>
                  <a:pt x="26563" y="43748"/>
                  <a:pt x="26549" y="43675"/>
                </a:cubicBezTo>
                <a:lnTo>
                  <a:pt x="26652" y="43454"/>
                </a:lnTo>
                <a:close/>
                <a:moveTo>
                  <a:pt x="27211" y="43719"/>
                </a:moveTo>
                <a:cubicBezTo>
                  <a:pt x="27211" y="43763"/>
                  <a:pt x="27225" y="43807"/>
                  <a:pt x="27225" y="43837"/>
                </a:cubicBezTo>
                <a:cubicBezTo>
                  <a:pt x="27225" y="43881"/>
                  <a:pt x="27211" y="43910"/>
                  <a:pt x="27211" y="43925"/>
                </a:cubicBezTo>
                <a:cubicBezTo>
                  <a:pt x="27211" y="43896"/>
                  <a:pt x="27211" y="43851"/>
                  <a:pt x="27196" y="43822"/>
                </a:cubicBezTo>
                <a:cubicBezTo>
                  <a:pt x="27196" y="43778"/>
                  <a:pt x="27211" y="43763"/>
                  <a:pt x="27211" y="43719"/>
                </a:cubicBezTo>
                <a:close/>
                <a:moveTo>
                  <a:pt x="26946" y="43763"/>
                </a:moveTo>
                <a:lnTo>
                  <a:pt x="26946" y="43778"/>
                </a:lnTo>
                <a:cubicBezTo>
                  <a:pt x="26931" y="43851"/>
                  <a:pt x="26902" y="43910"/>
                  <a:pt x="26872" y="43984"/>
                </a:cubicBezTo>
                <a:lnTo>
                  <a:pt x="26872" y="43969"/>
                </a:lnTo>
                <a:cubicBezTo>
                  <a:pt x="26902" y="43896"/>
                  <a:pt x="26931" y="43822"/>
                  <a:pt x="26946" y="43763"/>
                </a:cubicBezTo>
                <a:close/>
                <a:moveTo>
                  <a:pt x="27078" y="43822"/>
                </a:moveTo>
                <a:cubicBezTo>
                  <a:pt x="27078" y="43837"/>
                  <a:pt x="27078" y="43837"/>
                  <a:pt x="27093" y="43851"/>
                </a:cubicBezTo>
                <a:cubicBezTo>
                  <a:pt x="27078" y="43910"/>
                  <a:pt x="27078" y="43954"/>
                  <a:pt x="27064" y="43984"/>
                </a:cubicBezTo>
                <a:cubicBezTo>
                  <a:pt x="27064" y="43969"/>
                  <a:pt x="27064" y="43954"/>
                  <a:pt x="27049" y="43925"/>
                </a:cubicBezTo>
                <a:cubicBezTo>
                  <a:pt x="27064" y="43896"/>
                  <a:pt x="27064" y="43851"/>
                  <a:pt x="27078" y="43822"/>
                </a:cubicBezTo>
                <a:close/>
                <a:moveTo>
                  <a:pt x="26769" y="43851"/>
                </a:moveTo>
                <a:cubicBezTo>
                  <a:pt x="26769" y="43896"/>
                  <a:pt x="26784" y="43910"/>
                  <a:pt x="26784" y="43940"/>
                </a:cubicBezTo>
                <a:cubicBezTo>
                  <a:pt x="26769" y="44028"/>
                  <a:pt x="26725" y="44087"/>
                  <a:pt x="26710" y="44175"/>
                </a:cubicBezTo>
                <a:cubicBezTo>
                  <a:pt x="26696" y="44131"/>
                  <a:pt x="26696" y="44102"/>
                  <a:pt x="26666" y="44058"/>
                </a:cubicBezTo>
                <a:cubicBezTo>
                  <a:pt x="26710" y="43984"/>
                  <a:pt x="26725" y="43910"/>
                  <a:pt x="26769" y="43851"/>
                </a:cubicBezTo>
                <a:close/>
                <a:moveTo>
                  <a:pt x="26799" y="44116"/>
                </a:moveTo>
                <a:lnTo>
                  <a:pt x="26799" y="44146"/>
                </a:lnTo>
                <a:cubicBezTo>
                  <a:pt x="26799" y="44205"/>
                  <a:pt x="26784" y="44278"/>
                  <a:pt x="26755" y="44352"/>
                </a:cubicBezTo>
                <a:cubicBezTo>
                  <a:pt x="26755" y="44337"/>
                  <a:pt x="26755" y="44337"/>
                  <a:pt x="26725" y="44322"/>
                </a:cubicBezTo>
                <a:cubicBezTo>
                  <a:pt x="26755" y="44249"/>
                  <a:pt x="26784" y="44190"/>
                  <a:pt x="26799" y="44116"/>
                </a:cubicBezTo>
                <a:close/>
                <a:moveTo>
                  <a:pt x="27137" y="44175"/>
                </a:moveTo>
                <a:cubicBezTo>
                  <a:pt x="27152" y="44175"/>
                  <a:pt x="27152" y="44205"/>
                  <a:pt x="27152" y="44219"/>
                </a:cubicBezTo>
                <a:cubicBezTo>
                  <a:pt x="27137" y="44278"/>
                  <a:pt x="27137" y="44322"/>
                  <a:pt x="27122" y="44367"/>
                </a:cubicBezTo>
                <a:cubicBezTo>
                  <a:pt x="27122" y="44352"/>
                  <a:pt x="27122" y="44322"/>
                  <a:pt x="27093" y="44293"/>
                </a:cubicBezTo>
                <a:cubicBezTo>
                  <a:pt x="27122" y="44264"/>
                  <a:pt x="27122" y="44205"/>
                  <a:pt x="27137" y="44175"/>
                </a:cubicBezTo>
                <a:close/>
                <a:moveTo>
                  <a:pt x="26990" y="44131"/>
                </a:moveTo>
                <a:cubicBezTo>
                  <a:pt x="27005" y="44131"/>
                  <a:pt x="27005" y="44175"/>
                  <a:pt x="27005" y="44190"/>
                </a:cubicBezTo>
                <a:cubicBezTo>
                  <a:pt x="26990" y="44264"/>
                  <a:pt x="26975" y="44308"/>
                  <a:pt x="26946" y="44396"/>
                </a:cubicBezTo>
                <a:cubicBezTo>
                  <a:pt x="26946" y="44367"/>
                  <a:pt x="26931" y="44337"/>
                  <a:pt x="26931" y="44322"/>
                </a:cubicBezTo>
                <a:cubicBezTo>
                  <a:pt x="26946" y="44264"/>
                  <a:pt x="26975" y="44190"/>
                  <a:pt x="26990" y="44131"/>
                </a:cubicBezTo>
                <a:close/>
                <a:moveTo>
                  <a:pt x="26858" y="44278"/>
                </a:moveTo>
                <a:cubicBezTo>
                  <a:pt x="26843" y="44352"/>
                  <a:pt x="26813" y="44425"/>
                  <a:pt x="26784" y="44499"/>
                </a:cubicBezTo>
                <a:lnTo>
                  <a:pt x="26784" y="44484"/>
                </a:lnTo>
                <a:cubicBezTo>
                  <a:pt x="26799" y="44411"/>
                  <a:pt x="26843" y="44352"/>
                  <a:pt x="26858" y="44278"/>
                </a:cubicBezTo>
                <a:close/>
                <a:moveTo>
                  <a:pt x="27184" y="44596"/>
                </a:moveTo>
                <a:cubicBezTo>
                  <a:pt x="27188" y="44608"/>
                  <a:pt x="27196" y="44617"/>
                  <a:pt x="27196" y="44617"/>
                </a:cubicBezTo>
                <a:cubicBezTo>
                  <a:pt x="27196" y="44646"/>
                  <a:pt x="27167" y="44676"/>
                  <a:pt x="27167" y="44705"/>
                </a:cubicBezTo>
                <a:lnTo>
                  <a:pt x="27167" y="44646"/>
                </a:lnTo>
                <a:cubicBezTo>
                  <a:pt x="27167" y="44629"/>
                  <a:pt x="27176" y="44613"/>
                  <a:pt x="27184" y="44596"/>
                </a:cubicBezTo>
                <a:close/>
                <a:moveTo>
                  <a:pt x="26902" y="44455"/>
                </a:moveTo>
                <a:cubicBezTo>
                  <a:pt x="26902" y="44499"/>
                  <a:pt x="26916" y="44514"/>
                  <a:pt x="26916" y="44558"/>
                </a:cubicBezTo>
                <a:cubicBezTo>
                  <a:pt x="26902" y="44617"/>
                  <a:pt x="26858" y="44690"/>
                  <a:pt x="26843" y="44734"/>
                </a:cubicBezTo>
                <a:cubicBezTo>
                  <a:pt x="26843" y="44705"/>
                  <a:pt x="26828" y="44676"/>
                  <a:pt x="26828" y="44646"/>
                </a:cubicBezTo>
                <a:cubicBezTo>
                  <a:pt x="26843" y="44587"/>
                  <a:pt x="26872" y="44514"/>
                  <a:pt x="26902" y="44455"/>
                </a:cubicBezTo>
                <a:close/>
                <a:moveTo>
                  <a:pt x="27064" y="44484"/>
                </a:moveTo>
                <a:cubicBezTo>
                  <a:pt x="27064" y="44514"/>
                  <a:pt x="27064" y="44558"/>
                  <a:pt x="27078" y="44587"/>
                </a:cubicBezTo>
                <a:lnTo>
                  <a:pt x="27019" y="44764"/>
                </a:lnTo>
                <a:cubicBezTo>
                  <a:pt x="27019" y="44720"/>
                  <a:pt x="27005" y="44690"/>
                  <a:pt x="27005" y="44646"/>
                </a:cubicBezTo>
                <a:lnTo>
                  <a:pt x="27064" y="44484"/>
                </a:lnTo>
                <a:close/>
                <a:moveTo>
                  <a:pt x="26975" y="44808"/>
                </a:moveTo>
                <a:cubicBezTo>
                  <a:pt x="26975" y="44852"/>
                  <a:pt x="26990" y="44911"/>
                  <a:pt x="26990" y="44940"/>
                </a:cubicBezTo>
                <a:cubicBezTo>
                  <a:pt x="26975" y="45014"/>
                  <a:pt x="26946" y="45073"/>
                  <a:pt x="26931" y="45132"/>
                </a:cubicBezTo>
                <a:cubicBezTo>
                  <a:pt x="26931" y="45073"/>
                  <a:pt x="26916" y="45029"/>
                  <a:pt x="26916" y="44985"/>
                </a:cubicBezTo>
                <a:lnTo>
                  <a:pt x="26975" y="44808"/>
                </a:lnTo>
                <a:close/>
                <a:moveTo>
                  <a:pt x="27093" y="44882"/>
                </a:moveTo>
                <a:cubicBezTo>
                  <a:pt x="27093" y="44926"/>
                  <a:pt x="27093" y="44955"/>
                  <a:pt x="27122" y="44999"/>
                </a:cubicBezTo>
                <a:cubicBezTo>
                  <a:pt x="27093" y="45058"/>
                  <a:pt x="27093" y="45088"/>
                  <a:pt x="27078" y="45147"/>
                </a:cubicBezTo>
                <a:cubicBezTo>
                  <a:pt x="27078" y="45102"/>
                  <a:pt x="27064" y="45073"/>
                  <a:pt x="27064" y="45014"/>
                </a:cubicBezTo>
                <a:cubicBezTo>
                  <a:pt x="27078" y="44985"/>
                  <a:pt x="27078" y="44926"/>
                  <a:pt x="27093" y="44882"/>
                </a:cubicBezTo>
                <a:close/>
                <a:moveTo>
                  <a:pt x="27137" y="45323"/>
                </a:moveTo>
                <a:lnTo>
                  <a:pt x="27137" y="45426"/>
                </a:lnTo>
                <a:cubicBezTo>
                  <a:pt x="27137" y="45442"/>
                  <a:pt x="27133" y="45454"/>
                  <a:pt x="27129" y="45468"/>
                </a:cubicBezTo>
                <a:lnTo>
                  <a:pt x="27129" y="45468"/>
                </a:lnTo>
                <a:cubicBezTo>
                  <a:pt x="27128" y="45445"/>
                  <a:pt x="27122" y="45424"/>
                  <a:pt x="27122" y="45397"/>
                </a:cubicBezTo>
                <a:cubicBezTo>
                  <a:pt x="27122" y="45382"/>
                  <a:pt x="27137" y="45353"/>
                  <a:pt x="27137" y="45323"/>
                </a:cubicBezTo>
                <a:close/>
                <a:moveTo>
                  <a:pt x="26990" y="45220"/>
                </a:moveTo>
                <a:cubicBezTo>
                  <a:pt x="26990" y="45279"/>
                  <a:pt x="27005" y="45323"/>
                  <a:pt x="27005" y="45367"/>
                </a:cubicBezTo>
                <a:cubicBezTo>
                  <a:pt x="27019" y="45426"/>
                  <a:pt x="27005" y="45470"/>
                  <a:pt x="26990" y="45529"/>
                </a:cubicBezTo>
                <a:cubicBezTo>
                  <a:pt x="26975" y="45470"/>
                  <a:pt x="26975" y="45411"/>
                  <a:pt x="26946" y="45353"/>
                </a:cubicBezTo>
                <a:cubicBezTo>
                  <a:pt x="26961" y="45308"/>
                  <a:pt x="26990" y="45250"/>
                  <a:pt x="26990" y="45220"/>
                </a:cubicBezTo>
                <a:close/>
                <a:moveTo>
                  <a:pt x="24577" y="41085"/>
                </a:moveTo>
                <a:cubicBezTo>
                  <a:pt x="24635" y="41158"/>
                  <a:pt x="24709" y="41232"/>
                  <a:pt x="24768" y="41306"/>
                </a:cubicBezTo>
                <a:cubicBezTo>
                  <a:pt x="23855" y="42306"/>
                  <a:pt x="22855" y="43204"/>
                  <a:pt x="21854" y="44072"/>
                </a:cubicBezTo>
                <a:cubicBezTo>
                  <a:pt x="21236" y="44631"/>
                  <a:pt x="20588" y="45205"/>
                  <a:pt x="19985" y="45794"/>
                </a:cubicBezTo>
                <a:cubicBezTo>
                  <a:pt x="20691" y="45014"/>
                  <a:pt x="21457" y="44264"/>
                  <a:pt x="22207" y="43528"/>
                </a:cubicBezTo>
                <a:cubicBezTo>
                  <a:pt x="22987" y="42733"/>
                  <a:pt x="23811" y="41924"/>
                  <a:pt x="24577" y="41085"/>
                </a:cubicBezTo>
                <a:close/>
                <a:moveTo>
                  <a:pt x="27064" y="45617"/>
                </a:moveTo>
                <a:cubicBezTo>
                  <a:pt x="27064" y="45676"/>
                  <a:pt x="27078" y="45735"/>
                  <a:pt x="27078" y="45779"/>
                </a:cubicBezTo>
                <a:cubicBezTo>
                  <a:pt x="27078" y="45823"/>
                  <a:pt x="27064" y="45853"/>
                  <a:pt x="27064" y="45897"/>
                </a:cubicBezTo>
                <a:cubicBezTo>
                  <a:pt x="27034" y="45838"/>
                  <a:pt x="27034" y="45794"/>
                  <a:pt x="27019" y="45735"/>
                </a:cubicBezTo>
                <a:cubicBezTo>
                  <a:pt x="27034" y="45691"/>
                  <a:pt x="27034" y="45662"/>
                  <a:pt x="27064" y="45617"/>
                </a:cubicBezTo>
                <a:close/>
                <a:moveTo>
                  <a:pt x="27314" y="45529"/>
                </a:moveTo>
                <a:cubicBezTo>
                  <a:pt x="27314" y="45647"/>
                  <a:pt x="27299" y="45765"/>
                  <a:pt x="27284" y="45897"/>
                </a:cubicBezTo>
                <a:lnTo>
                  <a:pt x="27284" y="45823"/>
                </a:lnTo>
                <a:lnTo>
                  <a:pt x="27284" y="45735"/>
                </a:lnTo>
                <a:cubicBezTo>
                  <a:pt x="27299" y="45662"/>
                  <a:pt x="27299" y="45588"/>
                  <a:pt x="27314" y="45529"/>
                </a:cubicBezTo>
                <a:close/>
                <a:moveTo>
                  <a:pt x="27093" y="46059"/>
                </a:moveTo>
                <a:cubicBezTo>
                  <a:pt x="27093" y="46118"/>
                  <a:pt x="27093" y="46162"/>
                  <a:pt x="27122" y="46206"/>
                </a:cubicBezTo>
                <a:lnTo>
                  <a:pt x="27122" y="46250"/>
                </a:lnTo>
                <a:cubicBezTo>
                  <a:pt x="27093" y="46250"/>
                  <a:pt x="27093" y="46265"/>
                  <a:pt x="27093" y="46265"/>
                </a:cubicBezTo>
                <a:cubicBezTo>
                  <a:pt x="27093" y="46236"/>
                  <a:pt x="27078" y="46191"/>
                  <a:pt x="27078" y="46133"/>
                </a:cubicBezTo>
                <a:cubicBezTo>
                  <a:pt x="27078" y="46118"/>
                  <a:pt x="27093" y="46088"/>
                  <a:pt x="27093" y="46059"/>
                </a:cubicBezTo>
                <a:close/>
                <a:moveTo>
                  <a:pt x="24812" y="41350"/>
                </a:moveTo>
                <a:lnTo>
                  <a:pt x="24812" y="41350"/>
                </a:lnTo>
                <a:cubicBezTo>
                  <a:pt x="24797" y="41379"/>
                  <a:pt x="24783" y="41394"/>
                  <a:pt x="24768" y="41423"/>
                </a:cubicBezTo>
                <a:lnTo>
                  <a:pt x="24812" y="41482"/>
                </a:lnTo>
                <a:lnTo>
                  <a:pt x="24871" y="41423"/>
                </a:lnTo>
                <a:cubicBezTo>
                  <a:pt x="24915" y="41482"/>
                  <a:pt x="24959" y="41541"/>
                  <a:pt x="25003" y="41585"/>
                </a:cubicBezTo>
                <a:cubicBezTo>
                  <a:pt x="24003" y="42762"/>
                  <a:pt x="22869" y="43675"/>
                  <a:pt x="21648" y="44631"/>
                </a:cubicBezTo>
                <a:cubicBezTo>
                  <a:pt x="20897" y="45220"/>
                  <a:pt x="20147" y="45823"/>
                  <a:pt x="19411" y="46500"/>
                </a:cubicBezTo>
                <a:cubicBezTo>
                  <a:pt x="20206" y="45662"/>
                  <a:pt x="21059" y="44882"/>
                  <a:pt x="21913" y="44131"/>
                </a:cubicBezTo>
                <a:cubicBezTo>
                  <a:pt x="22899" y="43263"/>
                  <a:pt x="23914" y="42365"/>
                  <a:pt x="24812" y="41350"/>
                </a:cubicBezTo>
                <a:close/>
                <a:moveTo>
                  <a:pt x="27019" y="46353"/>
                </a:moveTo>
                <a:cubicBezTo>
                  <a:pt x="27019" y="46412"/>
                  <a:pt x="27019" y="46471"/>
                  <a:pt x="27034" y="46500"/>
                </a:cubicBezTo>
                <a:cubicBezTo>
                  <a:pt x="27019" y="46545"/>
                  <a:pt x="27019" y="46574"/>
                  <a:pt x="27005" y="46618"/>
                </a:cubicBezTo>
                <a:cubicBezTo>
                  <a:pt x="27005" y="46574"/>
                  <a:pt x="26990" y="46545"/>
                  <a:pt x="26990" y="46500"/>
                </a:cubicBezTo>
                <a:cubicBezTo>
                  <a:pt x="27005" y="46456"/>
                  <a:pt x="27005" y="46412"/>
                  <a:pt x="27019" y="46353"/>
                </a:cubicBezTo>
                <a:close/>
                <a:moveTo>
                  <a:pt x="27343" y="46000"/>
                </a:moveTo>
                <a:cubicBezTo>
                  <a:pt x="27343" y="46265"/>
                  <a:pt x="27299" y="46545"/>
                  <a:pt x="27240" y="46824"/>
                </a:cubicBezTo>
                <a:lnTo>
                  <a:pt x="27240" y="46633"/>
                </a:lnTo>
                <a:lnTo>
                  <a:pt x="27240" y="46515"/>
                </a:lnTo>
                <a:cubicBezTo>
                  <a:pt x="27284" y="46353"/>
                  <a:pt x="27314" y="46177"/>
                  <a:pt x="27343" y="46000"/>
                </a:cubicBezTo>
                <a:close/>
                <a:moveTo>
                  <a:pt x="27064" y="46868"/>
                </a:moveTo>
                <a:cubicBezTo>
                  <a:pt x="27064" y="46898"/>
                  <a:pt x="27078" y="46927"/>
                  <a:pt x="27078" y="46971"/>
                </a:cubicBezTo>
                <a:cubicBezTo>
                  <a:pt x="27078" y="46986"/>
                  <a:pt x="27064" y="47001"/>
                  <a:pt x="27064" y="47030"/>
                </a:cubicBezTo>
                <a:cubicBezTo>
                  <a:pt x="27064" y="47015"/>
                  <a:pt x="27064" y="46986"/>
                  <a:pt x="27049" y="46971"/>
                </a:cubicBezTo>
                <a:cubicBezTo>
                  <a:pt x="27049" y="46927"/>
                  <a:pt x="27064" y="46912"/>
                  <a:pt x="27064" y="46868"/>
                </a:cubicBezTo>
                <a:close/>
                <a:moveTo>
                  <a:pt x="25033" y="41644"/>
                </a:moveTo>
                <a:cubicBezTo>
                  <a:pt x="25062" y="41673"/>
                  <a:pt x="25077" y="41688"/>
                  <a:pt x="25092" y="41718"/>
                </a:cubicBezTo>
                <a:lnTo>
                  <a:pt x="25062" y="41762"/>
                </a:lnTo>
                <a:lnTo>
                  <a:pt x="25106" y="41821"/>
                </a:lnTo>
                <a:cubicBezTo>
                  <a:pt x="25106" y="41791"/>
                  <a:pt x="25121" y="41791"/>
                  <a:pt x="25121" y="41776"/>
                </a:cubicBezTo>
                <a:cubicBezTo>
                  <a:pt x="25150" y="41821"/>
                  <a:pt x="25165" y="41835"/>
                  <a:pt x="25180" y="41865"/>
                </a:cubicBezTo>
                <a:cubicBezTo>
                  <a:pt x="25121" y="41938"/>
                  <a:pt x="25077" y="42012"/>
                  <a:pt x="25018" y="42071"/>
                </a:cubicBezTo>
                <a:cubicBezTo>
                  <a:pt x="23988" y="43307"/>
                  <a:pt x="22737" y="44190"/>
                  <a:pt x="21427" y="45132"/>
                </a:cubicBezTo>
                <a:cubicBezTo>
                  <a:pt x="20544" y="45750"/>
                  <a:pt x="19647" y="46397"/>
                  <a:pt x="18778" y="47163"/>
                </a:cubicBezTo>
                <a:cubicBezTo>
                  <a:pt x="19720" y="46250"/>
                  <a:pt x="20721" y="45456"/>
                  <a:pt x="21692" y="44690"/>
                </a:cubicBezTo>
                <a:cubicBezTo>
                  <a:pt x="22899" y="43734"/>
                  <a:pt x="24047" y="42821"/>
                  <a:pt x="25033" y="41644"/>
                </a:cubicBezTo>
                <a:close/>
                <a:moveTo>
                  <a:pt x="25253" y="41938"/>
                </a:moveTo>
                <a:cubicBezTo>
                  <a:pt x="25298" y="41982"/>
                  <a:pt x="25312" y="42041"/>
                  <a:pt x="25342" y="42071"/>
                </a:cubicBezTo>
                <a:cubicBezTo>
                  <a:pt x="25371" y="42086"/>
                  <a:pt x="25386" y="42115"/>
                  <a:pt x="25401" y="42144"/>
                </a:cubicBezTo>
                <a:cubicBezTo>
                  <a:pt x="25401" y="42144"/>
                  <a:pt x="25401" y="42159"/>
                  <a:pt x="25415" y="42159"/>
                </a:cubicBezTo>
                <a:cubicBezTo>
                  <a:pt x="25312" y="42306"/>
                  <a:pt x="25180" y="42453"/>
                  <a:pt x="25077" y="42630"/>
                </a:cubicBezTo>
                <a:cubicBezTo>
                  <a:pt x="24003" y="43910"/>
                  <a:pt x="22678" y="44764"/>
                  <a:pt x="21280" y="45662"/>
                </a:cubicBezTo>
                <a:cubicBezTo>
                  <a:pt x="20323" y="46265"/>
                  <a:pt x="19337" y="46912"/>
                  <a:pt x="18410" y="47707"/>
                </a:cubicBezTo>
                <a:cubicBezTo>
                  <a:pt x="18396" y="47678"/>
                  <a:pt x="18410" y="47663"/>
                  <a:pt x="18440" y="47634"/>
                </a:cubicBezTo>
                <a:cubicBezTo>
                  <a:pt x="19411" y="46677"/>
                  <a:pt x="20456" y="45941"/>
                  <a:pt x="21486" y="45205"/>
                </a:cubicBezTo>
                <a:cubicBezTo>
                  <a:pt x="22811" y="44264"/>
                  <a:pt x="24047" y="43381"/>
                  <a:pt x="25092" y="42130"/>
                </a:cubicBezTo>
                <a:cubicBezTo>
                  <a:pt x="25150" y="42071"/>
                  <a:pt x="25195" y="41997"/>
                  <a:pt x="25253" y="41938"/>
                </a:cubicBezTo>
                <a:close/>
                <a:moveTo>
                  <a:pt x="25460" y="42218"/>
                </a:moveTo>
                <a:cubicBezTo>
                  <a:pt x="25518" y="42292"/>
                  <a:pt x="25548" y="42350"/>
                  <a:pt x="25607" y="42424"/>
                </a:cubicBezTo>
                <a:cubicBezTo>
                  <a:pt x="25445" y="42659"/>
                  <a:pt x="25253" y="42895"/>
                  <a:pt x="25062" y="43145"/>
                </a:cubicBezTo>
                <a:cubicBezTo>
                  <a:pt x="23958" y="44484"/>
                  <a:pt x="22575" y="45294"/>
                  <a:pt x="21089" y="46133"/>
                </a:cubicBezTo>
                <a:cubicBezTo>
                  <a:pt x="20095" y="46717"/>
                  <a:pt x="19073" y="47301"/>
                  <a:pt x="18108" y="48087"/>
                </a:cubicBezTo>
                <a:lnTo>
                  <a:pt x="18108" y="48087"/>
                </a:lnTo>
                <a:cubicBezTo>
                  <a:pt x="18130" y="48063"/>
                  <a:pt x="18153" y="48024"/>
                  <a:pt x="18175" y="48001"/>
                </a:cubicBezTo>
                <a:cubicBezTo>
                  <a:pt x="19190" y="47074"/>
                  <a:pt x="20250" y="46397"/>
                  <a:pt x="21309" y="45720"/>
                </a:cubicBezTo>
                <a:cubicBezTo>
                  <a:pt x="22708" y="44808"/>
                  <a:pt x="24032" y="43969"/>
                  <a:pt x="25106" y="42659"/>
                </a:cubicBezTo>
                <a:cubicBezTo>
                  <a:pt x="25224" y="42512"/>
                  <a:pt x="25357" y="42365"/>
                  <a:pt x="25460" y="42218"/>
                </a:cubicBezTo>
                <a:close/>
                <a:moveTo>
                  <a:pt x="25651" y="42512"/>
                </a:moveTo>
                <a:cubicBezTo>
                  <a:pt x="25695" y="42586"/>
                  <a:pt x="25739" y="42645"/>
                  <a:pt x="25769" y="42718"/>
                </a:cubicBezTo>
                <a:cubicBezTo>
                  <a:pt x="25548" y="43042"/>
                  <a:pt x="25312" y="43381"/>
                  <a:pt x="25062" y="43690"/>
                </a:cubicBezTo>
                <a:cubicBezTo>
                  <a:pt x="23929" y="45073"/>
                  <a:pt x="22457" y="45838"/>
                  <a:pt x="20897" y="46677"/>
                </a:cubicBezTo>
                <a:cubicBezTo>
                  <a:pt x="19867" y="47222"/>
                  <a:pt x="18808" y="47781"/>
                  <a:pt x="17792" y="48531"/>
                </a:cubicBezTo>
                <a:cubicBezTo>
                  <a:pt x="17836" y="48472"/>
                  <a:pt x="17881" y="48414"/>
                  <a:pt x="17925" y="48369"/>
                </a:cubicBezTo>
                <a:cubicBezTo>
                  <a:pt x="18940" y="47501"/>
                  <a:pt x="20044" y="46854"/>
                  <a:pt x="21118" y="46236"/>
                </a:cubicBezTo>
                <a:cubicBezTo>
                  <a:pt x="22605" y="45367"/>
                  <a:pt x="24003" y="44558"/>
                  <a:pt x="25106" y="43219"/>
                </a:cubicBezTo>
                <a:cubicBezTo>
                  <a:pt x="25298" y="42998"/>
                  <a:pt x="25474" y="42748"/>
                  <a:pt x="25651" y="42512"/>
                </a:cubicBezTo>
                <a:close/>
                <a:moveTo>
                  <a:pt x="17704" y="48561"/>
                </a:moveTo>
                <a:cubicBezTo>
                  <a:pt x="17675" y="48605"/>
                  <a:pt x="17645" y="48634"/>
                  <a:pt x="17630" y="48693"/>
                </a:cubicBezTo>
                <a:cubicBezTo>
                  <a:pt x="17601" y="48708"/>
                  <a:pt x="17571" y="48723"/>
                  <a:pt x="17557" y="48752"/>
                </a:cubicBezTo>
                <a:cubicBezTo>
                  <a:pt x="17571" y="48693"/>
                  <a:pt x="17601" y="48664"/>
                  <a:pt x="17630" y="48620"/>
                </a:cubicBezTo>
                <a:cubicBezTo>
                  <a:pt x="17645" y="48605"/>
                  <a:pt x="17675" y="48590"/>
                  <a:pt x="17704" y="48561"/>
                </a:cubicBezTo>
                <a:close/>
                <a:moveTo>
                  <a:pt x="26048" y="42586"/>
                </a:moveTo>
                <a:cubicBezTo>
                  <a:pt x="26063" y="42645"/>
                  <a:pt x="26107" y="42704"/>
                  <a:pt x="26122" y="42733"/>
                </a:cubicBezTo>
                <a:cubicBezTo>
                  <a:pt x="25827" y="43248"/>
                  <a:pt x="25474" y="43748"/>
                  <a:pt x="25092" y="44249"/>
                </a:cubicBezTo>
                <a:cubicBezTo>
                  <a:pt x="23929" y="45676"/>
                  <a:pt x="22413" y="46412"/>
                  <a:pt x="20765" y="47192"/>
                </a:cubicBezTo>
                <a:cubicBezTo>
                  <a:pt x="19705" y="47707"/>
                  <a:pt x="18616" y="48222"/>
                  <a:pt x="17586" y="48958"/>
                </a:cubicBezTo>
                <a:cubicBezTo>
                  <a:pt x="17586" y="48855"/>
                  <a:pt x="17645" y="48811"/>
                  <a:pt x="17675" y="48737"/>
                </a:cubicBezTo>
                <a:cubicBezTo>
                  <a:pt x="18734" y="47898"/>
                  <a:pt x="19853" y="47310"/>
                  <a:pt x="20956" y="46751"/>
                </a:cubicBezTo>
                <a:cubicBezTo>
                  <a:pt x="22516" y="45912"/>
                  <a:pt x="23988" y="45147"/>
                  <a:pt x="25136" y="43748"/>
                </a:cubicBezTo>
                <a:cubicBezTo>
                  <a:pt x="25386" y="43439"/>
                  <a:pt x="25621" y="43116"/>
                  <a:pt x="25827" y="42792"/>
                </a:cubicBezTo>
                <a:cubicBezTo>
                  <a:pt x="25872" y="42865"/>
                  <a:pt x="25901" y="42924"/>
                  <a:pt x="25960" y="42998"/>
                </a:cubicBezTo>
                <a:cubicBezTo>
                  <a:pt x="25945" y="42939"/>
                  <a:pt x="25901" y="42895"/>
                  <a:pt x="25886" y="42851"/>
                </a:cubicBezTo>
                <a:cubicBezTo>
                  <a:pt x="25930" y="42748"/>
                  <a:pt x="25989" y="42659"/>
                  <a:pt x="26048" y="42586"/>
                </a:cubicBezTo>
                <a:close/>
                <a:moveTo>
                  <a:pt x="17498" y="48870"/>
                </a:moveTo>
                <a:cubicBezTo>
                  <a:pt x="17454" y="48929"/>
                  <a:pt x="17424" y="48987"/>
                  <a:pt x="17395" y="49046"/>
                </a:cubicBezTo>
                <a:cubicBezTo>
                  <a:pt x="17365" y="49076"/>
                  <a:pt x="17321" y="49090"/>
                  <a:pt x="17292" y="49135"/>
                </a:cubicBezTo>
                <a:cubicBezTo>
                  <a:pt x="17307" y="49076"/>
                  <a:pt x="17351" y="49032"/>
                  <a:pt x="17380" y="48973"/>
                </a:cubicBezTo>
                <a:cubicBezTo>
                  <a:pt x="17424" y="48929"/>
                  <a:pt x="17454" y="48914"/>
                  <a:pt x="17498" y="48870"/>
                </a:cubicBezTo>
                <a:close/>
                <a:moveTo>
                  <a:pt x="17159" y="49149"/>
                </a:moveTo>
                <a:cubicBezTo>
                  <a:pt x="17145" y="49194"/>
                  <a:pt x="17101" y="49223"/>
                  <a:pt x="17086" y="49267"/>
                </a:cubicBezTo>
                <a:lnTo>
                  <a:pt x="17027" y="49326"/>
                </a:lnTo>
                <a:cubicBezTo>
                  <a:pt x="17056" y="49282"/>
                  <a:pt x="17071" y="49238"/>
                  <a:pt x="17101" y="49208"/>
                </a:cubicBezTo>
                <a:lnTo>
                  <a:pt x="17159" y="49149"/>
                </a:lnTo>
                <a:close/>
                <a:moveTo>
                  <a:pt x="26136" y="42836"/>
                </a:moveTo>
                <a:cubicBezTo>
                  <a:pt x="26166" y="42851"/>
                  <a:pt x="26166" y="42865"/>
                  <a:pt x="26181" y="42880"/>
                </a:cubicBezTo>
                <a:cubicBezTo>
                  <a:pt x="26122" y="42968"/>
                  <a:pt x="26092" y="43042"/>
                  <a:pt x="26033" y="43145"/>
                </a:cubicBezTo>
                <a:cubicBezTo>
                  <a:pt x="26048" y="43160"/>
                  <a:pt x="26063" y="43189"/>
                  <a:pt x="26063" y="43204"/>
                </a:cubicBezTo>
                <a:cubicBezTo>
                  <a:pt x="26122" y="43145"/>
                  <a:pt x="26166" y="43042"/>
                  <a:pt x="26210" y="42968"/>
                </a:cubicBezTo>
                <a:cubicBezTo>
                  <a:pt x="26239" y="42983"/>
                  <a:pt x="26239" y="43013"/>
                  <a:pt x="26239" y="43042"/>
                </a:cubicBezTo>
                <a:cubicBezTo>
                  <a:pt x="25916" y="43631"/>
                  <a:pt x="25533" y="44205"/>
                  <a:pt x="25077" y="44779"/>
                </a:cubicBezTo>
                <a:cubicBezTo>
                  <a:pt x="23900" y="46250"/>
                  <a:pt x="22281" y="46942"/>
                  <a:pt x="20574" y="47678"/>
                </a:cubicBezTo>
                <a:cubicBezTo>
                  <a:pt x="19485" y="48163"/>
                  <a:pt x="18381" y="48634"/>
                  <a:pt x="17307" y="49341"/>
                </a:cubicBezTo>
                <a:cubicBezTo>
                  <a:pt x="17351" y="49267"/>
                  <a:pt x="17410" y="49194"/>
                  <a:pt x="17439" y="49120"/>
                </a:cubicBezTo>
                <a:cubicBezTo>
                  <a:pt x="18528" y="48325"/>
                  <a:pt x="19661" y="47795"/>
                  <a:pt x="20765" y="47251"/>
                </a:cubicBezTo>
                <a:cubicBezTo>
                  <a:pt x="22413" y="46471"/>
                  <a:pt x="23958" y="45735"/>
                  <a:pt x="25136" y="44293"/>
                </a:cubicBezTo>
                <a:cubicBezTo>
                  <a:pt x="25518" y="43822"/>
                  <a:pt x="25842" y="43336"/>
                  <a:pt x="26136" y="42836"/>
                </a:cubicBezTo>
                <a:close/>
                <a:moveTo>
                  <a:pt x="17292" y="49223"/>
                </a:moveTo>
                <a:cubicBezTo>
                  <a:pt x="17248" y="49297"/>
                  <a:pt x="17218" y="49355"/>
                  <a:pt x="17189" y="49429"/>
                </a:cubicBezTo>
                <a:cubicBezTo>
                  <a:pt x="17130" y="49458"/>
                  <a:pt x="17086" y="49503"/>
                  <a:pt x="17042" y="49517"/>
                </a:cubicBezTo>
                <a:cubicBezTo>
                  <a:pt x="17071" y="49473"/>
                  <a:pt x="17101" y="49400"/>
                  <a:pt x="17145" y="49341"/>
                </a:cubicBezTo>
                <a:cubicBezTo>
                  <a:pt x="17189" y="49297"/>
                  <a:pt x="17233" y="49267"/>
                  <a:pt x="17292" y="49223"/>
                </a:cubicBezTo>
                <a:close/>
                <a:moveTo>
                  <a:pt x="16968" y="49488"/>
                </a:moveTo>
                <a:cubicBezTo>
                  <a:pt x="16924" y="49547"/>
                  <a:pt x="16909" y="49591"/>
                  <a:pt x="16865" y="49650"/>
                </a:cubicBezTo>
                <a:cubicBezTo>
                  <a:pt x="16836" y="49664"/>
                  <a:pt x="16792" y="49709"/>
                  <a:pt x="16777" y="49723"/>
                </a:cubicBezTo>
                <a:cubicBezTo>
                  <a:pt x="16792" y="49664"/>
                  <a:pt x="16836" y="49606"/>
                  <a:pt x="16865" y="49561"/>
                </a:cubicBezTo>
                <a:cubicBezTo>
                  <a:pt x="16909" y="49547"/>
                  <a:pt x="16924" y="49503"/>
                  <a:pt x="16968" y="49488"/>
                </a:cubicBezTo>
                <a:close/>
                <a:moveTo>
                  <a:pt x="26254" y="43145"/>
                </a:moveTo>
                <a:cubicBezTo>
                  <a:pt x="26269" y="43175"/>
                  <a:pt x="26284" y="43233"/>
                  <a:pt x="26298" y="43263"/>
                </a:cubicBezTo>
                <a:lnTo>
                  <a:pt x="26195" y="43484"/>
                </a:lnTo>
                <a:cubicBezTo>
                  <a:pt x="26210" y="43513"/>
                  <a:pt x="26210" y="43542"/>
                  <a:pt x="26225" y="43557"/>
                </a:cubicBezTo>
                <a:cubicBezTo>
                  <a:pt x="25930" y="44116"/>
                  <a:pt x="25548" y="44705"/>
                  <a:pt x="25077" y="45294"/>
                </a:cubicBezTo>
                <a:cubicBezTo>
                  <a:pt x="23855" y="46795"/>
                  <a:pt x="22178" y="47457"/>
                  <a:pt x="20397" y="48178"/>
                </a:cubicBezTo>
                <a:cubicBezTo>
                  <a:pt x="19293" y="48620"/>
                  <a:pt x="18175" y="49061"/>
                  <a:pt x="17086" y="49723"/>
                </a:cubicBezTo>
                <a:cubicBezTo>
                  <a:pt x="17130" y="49650"/>
                  <a:pt x="17174" y="49561"/>
                  <a:pt x="17218" y="49488"/>
                </a:cubicBezTo>
                <a:cubicBezTo>
                  <a:pt x="18337" y="48737"/>
                  <a:pt x="19485" y="48237"/>
                  <a:pt x="20603" y="47751"/>
                </a:cubicBezTo>
                <a:cubicBezTo>
                  <a:pt x="22310" y="47001"/>
                  <a:pt x="23929" y="46309"/>
                  <a:pt x="25121" y="44808"/>
                </a:cubicBezTo>
                <a:cubicBezTo>
                  <a:pt x="25563" y="44264"/>
                  <a:pt x="25930" y="43704"/>
                  <a:pt x="26254" y="43145"/>
                </a:cubicBezTo>
                <a:close/>
                <a:moveTo>
                  <a:pt x="16644" y="49767"/>
                </a:moveTo>
                <a:lnTo>
                  <a:pt x="16644" y="49767"/>
                </a:lnTo>
                <a:cubicBezTo>
                  <a:pt x="16630" y="49797"/>
                  <a:pt x="16600" y="49826"/>
                  <a:pt x="16571" y="49870"/>
                </a:cubicBezTo>
                <a:cubicBezTo>
                  <a:pt x="16556" y="49885"/>
                  <a:pt x="16527" y="49915"/>
                  <a:pt x="16497" y="49929"/>
                </a:cubicBezTo>
                <a:cubicBezTo>
                  <a:pt x="16541" y="49885"/>
                  <a:pt x="16556" y="49856"/>
                  <a:pt x="16571" y="49812"/>
                </a:cubicBezTo>
                <a:cubicBezTo>
                  <a:pt x="16600" y="49797"/>
                  <a:pt x="16615" y="49782"/>
                  <a:pt x="16644" y="49767"/>
                </a:cubicBezTo>
                <a:close/>
                <a:moveTo>
                  <a:pt x="17086" y="49591"/>
                </a:moveTo>
                <a:lnTo>
                  <a:pt x="16983" y="49812"/>
                </a:lnTo>
                <a:lnTo>
                  <a:pt x="16821" y="49929"/>
                </a:lnTo>
                <a:cubicBezTo>
                  <a:pt x="16836" y="49856"/>
                  <a:pt x="16895" y="49782"/>
                  <a:pt x="16924" y="49709"/>
                </a:cubicBezTo>
                <a:lnTo>
                  <a:pt x="17086" y="49591"/>
                </a:lnTo>
                <a:close/>
                <a:moveTo>
                  <a:pt x="16762" y="49812"/>
                </a:moveTo>
                <a:lnTo>
                  <a:pt x="16762" y="49812"/>
                </a:lnTo>
                <a:cubicBezTo>
                  <a:pt x="16718" y="49885"/>
                  <a:pt x="16688" y="49944"/>
                  <a:pt x="16644" y="50018"/>
                </a:cubicBezTo>
                <a:cubicBezTo>
                  <a:pt x="16615" y="50062"/>
                  <a:pt x="16556" y="50076"/>
                  <a:pt x="16527" y="50106"/>
                </a:cubicBezTo>
                <a:cubicBezTo>
                  <a:pt x="16556" y="50032"/>
                  <a:pt x="16600" y="49973"/>
                  <a:pt x="16630" y="49915"/>
                </a:cubicBezTo>
                <a:cubicBezTo>
                  <a:pt x="16674" y="49870"/>
                  <a:pt x="16718" y="49841"/>
                  <a:pt x="16762" y="49812"/>
                </a:cubicBezTo>
                <a:close/>
                <a:moveTo>
                  <a:pt x="26387" y="43454"/>
                </a:moveTo>
                <a:cubicBezTo>
                  <a:pt x="26401" y="43528"/>
                  <a:pt x="26431" y="43601"/>
                  <a:pt x="26460" y="43660"/>
                </a:cubicBezTo>
                <a:cubicBezTo>
                  <a:pt x="26122" y="44352"/>
                  <a:pt x="25680" y="45073"/>
                  <a:pt x="25092" y="45823"/>
                </a:cubicBezTo>
                <a:cubicBezTo>
                  <a:pt x="23855" y="47369"/>
                  <a:pt x="22089" y="48016"/>
                  <a:pt x="20250" y="48678"/>
                </a:cubicBezTo>
                <a:cubicBezTo>
                  <a:pt x="19146" y="49076"/>
                  <a:pt x="18013" y="49488"/>
                  <a:pt x="16909" y="50106"/>
                </a:cubicBezTo>
                <a:cubicBezTo>
                  <a:pt x="16939" y="50018"/>
                  <a:pt x="16998" y="49944"/>
                  <a:pt x="17042" y="49856"/>
                </a:cubicBezTo>
                <a:cubicBezTo>
                  <a:pt x="18160" y="49179"/>
                  <a:pt x="19308" y="48708"/>
                  <a:pt x="20441" y="48252"/>
                </a:cubicBezTo>
                <a:cubicBezTo>
                  <a:pt x="22222" y="47531"/>
                  <a:pt x="23929" y="46868"/>
                  <a:pt x="25150" y="45353"/>
                </a:cubicBezTo>
                <a:cubicBezTo>
                  <a:pt x="25666" y="44705"/>
                  <a:pt x="26063" y="44058"/>
                  <a:pt x="26387" y="43454"/>
                </a:cubicBezTo>
                <a:close/>
                <a:moveTo>
                  <a:pt x="16468" y="50062"/>
                </a:moveTo>
                <a:lnTo>
                  <a:pt x="16468" y="50062"/>
                </a:lnTo>
                <a:cubicBezTo>
                  <a:pt x="16424" y="50106"/>
                  <a:pt x="16409" y="50165"/>
                  <a:pt x="16365" y="50209"/>
                </a:cubicBezTo>
                <a:cubicBezTo>
                  <a:pt x="16335" y="50238"/>
                  <a:pt x="16291" y="50253"/>
                  <a:pt x="16262" y="50297"/>
                </a:cubicBezTo>
                <a:cubicBezTo>
                  <a:pt x="16276" y="50253"/>
                  <a:pt x="16321" y="50209"/>
                  <a:pt x="16350" y="50150"/>
                </a:cubicBezTo>
                <a:cubicBezTo>
                  <a:pt x="16394" y="50106"/>
                  <a:pt x="16424" y="50091"/>
                  <a:pt x="16468" y="50062"/>
                </a:cubicBezTo>
                <a:close/>
                <a:moveTo>
                  <a:pt x="16909" y="49929"/>
                </a:moveTo>
                <a:lnTo>
                  <a:pt x="16909" y="49929"/>
                </a:lnTo>
                <a:cubicBezTo>
                  <a:pt x="16865" y="50032"/>
                  <a:pt x="16821" y="50106"/>
                  <a:pt x="16777" y="50180"/>
                </a:cubicBezTo>
                <a:cubicBezTo>
                  <a:pt x="16718" y="50224"/>
                  <a:pt x="16644" y="50253"/>
                  <a:pt x="16600" y="50297"/>
                </a:cubicBezTo>
                <a:cubicBezTo>
                  <a:pt x="16630" y="50224"/>
                  <a:pt x="16674" y="50135"/>
                  <a:pt x="16718" y="50062"/>
                </a:cubicBezTo>
                <a:cubicBezTo>
                  <a:pt x="16777" y="50018"/>
                  <a:pt x="16850" y="49988"/>
                  <a:pt x="16909" y="49929"/>
                </a:cubicBezTo>
                <a:close/>
                <a:moveTo>
                  <a:pt x="16600" y="50150"/>
                </a:moveTo>
                <a:lnTo>
                  <a:pt x="16600" y="50150"/>
                </a:lnTo>
                <a:cubicBezTo>
                  <a:pt x="16541" y="50238"/>
                  <a:pt x="16497" y="50312"/>
                  <a:pt x="16468" y="50386"/>
                </a:cubicBezTo>
                <a:cubicBezTo>
                  <a:pt x="16409" y="50430"/>
                  <a:pt x="16350" y="50459"/>
                  <a:pt x="16321" y="50474"/>
                </a:cubicBezTo>
                <a:cubicBezTo>
                  <a:pt x="16350" y="50400"/>
                  <a:pt x="16394" y="50327"/>
                  <a:pt x="16453" y="50253"/>
                </a:cubicBezTo>
                <a:cubicBezTo>
                  <a:pt x="16497" y="50224"/>
                  <a:pt x="16541" y="50180"/>
                  <a:pt x="16600" y="50150"/>
                </a:cubicBezTo>
                <a:close/>
                <a:moveTo>
                  <a:pt x="16129" y="50327"/>
                </a:moveTo>
                <a:cubicBezTo>
                  <a:pt x="16115" y="50371"/>
                  <a:pt x="16100" y="50400"/>
                  <a:pt x="16056" y="50444"/>
                </a:cubicBezTo>
                <a:cubicBezTo>
                  <a:pt x="16041" y="50459"/>
                  <a:pt x="16012" y="50474"/>
                  <a:pt x="15982" y="50503"/>
                </a:cubicBezTo>
                <a:cubicBezTo>
                  <a:pt x="15997" y="50474"/>
                  <a:pt x="16026" y="50444"/>
                  <a:pt x="16056" y="50400"/>
                </a:cubicBezTo>
                <a:cubicBezTo>
                  <a:pt x="16085" y="50386"/>
                  <a:pt x="16115" y="50371"/>
                  <a:pt x="16129" y="50327"/>
                </a:cubicBezTo>
                <a:close/>
                <a:moveTo>
                  <a:pt x="26504" y="43763"/>
                </a:moveTo>
                <a:cubicBezTo>
                  <a:pt x="26534" y="43822"/>
                  <a:pt x="26549" y="43896"/>
                  <a:pt x="26563" y="43940"/>
                </a:cubicBezTo>
                <a:cubicBezTo>
                  <a:pt x="26195" y="44793"/>
                  <a:pt x="25724" y="45603"/>
                  <a:pt x="25106" y="46383"/>
                </a:cubicBezTo>
                <a:cubicBezTo>
                  <a:pt x="23841" y="47972"/>
                  <a:pt x="22016" y="48561"/>
                  <a:pt x="20088" y="49208"/>
                </a:cubicBezTo>
                <a:cubicBezTo>
                  <a:pt x="18970" y="49576"/>
                  <a:pt x="17822" y="49944"/>
                  <a:pt x="16718" y="50533"/>
                </a:cubicBezTo>
                <a:cubicBezTo>
                  <a:pt x="16762" y="50444"/>
                  <a:pt x="16792" y="50341"/>
                  <a:pt x="16850" y="50253"/>
                </a:cubicBezTo>
                <a:cubicBezTo>
                  <a:pt x="17969" y="49606"/>
                  <a:pt x="19146" y="49194"/>
                  <a:pt x="20294" y="48767"/>
                </a:cubicBezTo>
                <a:cubicBezTo>
                  <a:pt x="22148" y="48090"/>
                  <a:pt x="23914" y="47457"/>
                  <a:pt x="25165" y="45882"/>
                </a:cubicBezTo>
                <a:cubicBezTo>
                  <a:pt x="25695" y="45220"/>
                  <a:pt x="26107" y="44573"/>
                  <a:pt x="26416" y="43940"/>
                </a:cubicBezTo>
                <a:cubicBezTo>
                  <a:pt x="26460" y="43896"/>
                  <a:pt x="26475" y="43822"/>
                  <a:pt x="26504" y="43763"/>
                </a:cubicBezTo>
                <a:close/>
                <a:moveTo>
                  <a:pt x="16262" y="50386"/>
                </a:moveTo>
                <a:lnTo>
                  <a:pt x="16262" y="50386"/>
                </a:lnTo>
                <a:cubicBezTo>
                  <a:pt x="16232" y="50444"/>
                  <a:pt x="16188" y="50518"/>
                  <a:pt x="16159" y="50562"/>
                </a:cubicBezTo>
                <a:cubicBezTo>
                  <a:pt x="16100" y="50606"/>
                  <a:pt x="16056" y="50636"/>
                  <a:pt x="16012" y="50665"/>
                </a:cubicBezTo>
                <a:cubicBezTo>
                  <a:pt x="16041" y="50621"/>
                  <a:pt x="16085" y="50547"/>
                  <a:pt x="16115" y="50503"/>
                </a:cubicBezTo>
                <a:cubicBezTo>
                  <a:pt x="16159" y="50459"/>
                  <a:pt x="16203" y="50430"/>
                  <a:pt x="16262" y="50386"/>
                </a:cubicBezTo>
                <a:close/>
                <a:moveTo>
                  <a:pt x="16718" y="50312"/>
                </a:moveTo>
                <a:lnTo>
                  <a:pt x="16718" y="50312"/>
                </a:lnTo>
                <a:cubicBezTo>
                  <a:pt x="16688" y="50400"/>
                  <a:pt x="16644" y="50474"/>
                  <a:pt x="16615" y="50577"/>
                </a:cubicBezTo>
                <a:cubicBezTo>
                  <a:pt x="16541" y="50621"/>
                  <a:pt x="16468" y="50665"/>
                  <a:pt x="16394" y="50695"/>
                </a:cubicBezTo>
                <a:cubicBezTo>
                  <a:pt x="16424" y="50606"/>
                  <a:pt x="16468" y="50533"/>
                  <a:pt x="16527" y="50444"/>
                </a:cubicBezTo>
                <a:cubicBezTo>
                  <a:pt x="16600" y="50400"/>
                  <a:pt x="16644" y="50371"/>
                  <a:pt x="16718" y="50312"/>
                </a:cubicBezTo>
                <a:close/>
                <a:moveTo>
                  <a:pt x="15923" y="50650"/>
                </a:moveTo>
                <a:cubicBezTo>
                  <a:pt x="15894" y="50695"/>
                  <a:pt x="15879" y="50739"/>
                  <a:pt x="15835" y="50798"/>
                </a:cubicBezTo>
                <a:cubicBezTo>
                  <a:pt x="15806" y="50827"/>
                  <a:pt x="15761" y="50842"/>
                  <a:pt x="15732" y="50886"/>
                </a:cubicBezTo>
                <a:cubicBezTo>
                  <a:pt x="15761" y="50827"/>
                  <a:pt x="15806" y="50798"/>
                  <a:pt x="15820" y="50739"/>
                </a:cubicBezTo>
                <a:cubicBezTo>
                  <a:pt x="15864" y="50695"/>
                  <a:pt x="15894" y="50680"/>
                  <a:pt x="15923" y="50650"/>
                </a:cubicBezTo>
                <a:close/>
                <a:moveTo>
                  <a:pt x="16394" y="50533"/>
                </a:moveTo>
                <a:lnTo>
                  <a:pt x="16394" y="50533"/>
                </a:lnTo>
                <a:cubicBezTo>
                  <a:pt x="16350" y="50606"/>
                  <a:pt x="16321" y="50695"/>
                  <a:pt x="16276" y="50768"/>
                </a:cubicBezTo>
                <a:cubicBezTo>
                  <a:pt x="16232" y="50812"/>
                  <a:pt x="16173" y="50842"/>
                  <a:pt x="16100" y="50886"/>
                </a:cubicBezTo>
                <a:cubicBezTo>
                  <a:pt x="16129" y="50812"/>
                  <a:pt x="16173" y="50739"/>
                  <a:pt x="16232" y="50650"/>
                </a:cubicBezTo>
                <a:cubicBezTo>
                  <a:pt x="16276" y="50606"/>
                  <a:pt x="16335" y="50547"/>
                  <a:pt x="16394" y="50533"/>
                </a:cubicBezTo>
                <a:close/>
                <a:moveTo>
                  <a:pt x="26622" y="44205"/>
                </a:moveTo>
                <a:cubicBezTo>
                  <a:pt x="26637" y="44249"/>
                  <a:pt x="26637" y="44278"/>
                  <a:pt x="26652" y="44322"/>
                </a:cubicBezTo>
                <a:cubicBezTo>
                  <a:pt x="26328" y="45147"/>
                  <a:pt x="25827" y="46015"/>
                  <a:pt x="25136" y="46927"/>
                </a:cubicBezTo>
                <a:cubicBezTo>
                  <a:pt x="23841" y="48561"/>
                  <a:pt x="21942" y="49135"/>
                  <a:pt x="19941" y="49738"/>
                </a:cubicBezTo>
                <a:cubicBezTo>
                  <a:pt x="18822" y="50076"/>
                  <a:pt x="17675" y="50430"/>
                  <a:pt x="16556" y="50959"/>
                </a:cubicBezTo>
                <a:cubicBezTo>
                  <a:pt x="16600" y="50827"/>
                  <a:pt x="16630" y="50739"/>
                  <a:pt x="16674" y="50650"/>
                </a:cubicBezTo>
                <a:cubicBezTo>
                  <a:pt x="17807" y="50032"/>
                  <a:pt x="18970" y="49650"/>
                  <a:pt x="20103" y="49282"/>
                </a:cubicBezTo>
                <a:cubicBezTo>
                  <a:pt x="22060" y="48634"/>
                  <a:pt x="23885" y="48046"/>
                  <a:pt x="25165" y="46427"/>
                </a:cubicBezTo>
                <a:cubicBezTo>
                  <a:pt x="25724" y="45735"/>
                  <a:pt x="26181" y="44999"/>
                  <a:pt x="26504" y="44278"/>
                </a:cubicBezTo>
                <a:cubicBezTo>
                  <a:pt x="26534" y="44322"/>
                  <a:pt x="26534" y="44337"/>
                  <a:pt x="26549" y="44367"/>
                </a:cubicBezTo>
                <a:cubicBezTo>
                  <a:pt x="26563" y="44322"/>
                  <a:pt x="26607" y="44264"/>
                  <a:pt x="26622" y="44205"/>
                </a:cubicBezTo>
                <a:close/>
                <a:moveTo>
                  <a:pt x="15599" y="50915"/>
                </a:moveTo>
                <a:cubicBezTo>
                  <a:pt x="15585" y="50959"/>
                  <a:pt x="15570" y="50974"/>
                  <a:pt x="15541" y="51018"/>
                </a:cubicBezTo>
                <a:cubicBezTo>
                  <a:pt x="15526" y="51033"/>
                  <a:pt x="15496" y="51048"/>
                  <a:pt x="15467" y="51062"/>
                </a:cubicBezTo>
                <a:cubicBezTo>
                  <a:pt x="15496" y="51048"/>
                  <a:pt x="15511" y="51033"/>
                  <a:pt x="15526" y="50989"/>
                </a:cubicBezTo>
                <a:cubicBezTo>
                  <a:pt x="15541" y="50974"/>
                  <a:pt x="15585" y="50959"/>
                  <a:pt x="15599" y="50915"/>
                </a:cubicBezTo>
                <a:close/>
                <a:moveTo>
                  <a:pt x="16085" y="50753"/>
                </a:moveTo>
                <a:lnTo>
                  <a:pt x="16085" y="50753"/>
                </a:lnTo>
                <a:cubicBezTo>
                  <a:pt x="16041" y="50812"/>
                  <a:pt x="15997" y="50886"/>
                  <a:pt x="15967" y="50959"/>
                </a:cubicBezTo>
                <a:lnTo>
                  <a:pt x="15806" y="51062"/>
                </a:lnTo>
                <a:cubicBezTo>
                  <a:pt x="15835" y="50989"/>
                  <a:pt x="15879" y="50915"/>
                  <a:pt x="15909" y="50871"/>
                </a:cubicBezTo>
                <a:lnTo>
                  <a:pt x="16085" y="50753"/>
                </a:lnTo>
                <a:close/>
                <a:moveTo>
                  <a:pt x="16571" y="50680"/>
                </a:moveTo>
                <a:lnTo>
                  <a:pt x="16468" y="50959"/>
                </a:lnTo>
                <a:cubicBezTo>
                  <a:pt x="16365" y="51018"/>
                  <a:pt x="16306" y="51048"/>
                  <a:pt x="16232" y="51077"/>
                </a:cubicBezTo>
                <a:cubicBezTo>
                  <a:pt x="16262" y="50989"/>
                  <a:pt x="16306" y="50901"/>
                  <a:pt x="16350" y="50812"/>
                </a:cubicBezTo>
                <a:cubicBezTo>
                  <a:pt x="16424" y="50768"/>
                  <a:pt x="16497" y="50739"/>
                  <a:pt x="16571" y="50680"/>
                </a:cubicBezTo>
                <a:close/>
                <a:moveTo>
                  <a:pt x="16232" y="50886"/>
                </a:moveTo>
                <a:cubicBezTo>
                  <a:pt x="16188" y="50974"/>
                  <a:pt x="16144" y="51048"/>
                  <a:pt x="16115" y="51136"/>
                </a:cubicBezTo>
                <a:cubicBezTo>
                  <a:pt x="16041" y="51180"/>
                  <a:pt x="15967" y="51210"/>
                  <a:pt x="15909" y="51254"/>
                </a:cubicBezTo>
                <a:cubicBezTo>
                  <a:pt x="15953" y="51166"/>
                  <a:pt x="15982" y="51092"/>
                  <a:pt x="16041" y="50989"/>
                </a:cubicBezTo>
                <a:cubicBezTo>
                  <a:pt x="16100" y="50959"/>
                  <a:pt x="16173" y="50915"/>
                  <a:pt x="16232" y="50886"/>
                </a:cubicBezTo>
                <a:close/>
                <a:moveTo>
                  <a:pt x="15747" y="50974"/>
                </a:moveTo>
                <a:lnTo>
                  <a:pt x="15747" y="50974"/>
                </a:lnTo>
                <a:cubicBezTo>
                  <a:pt x="15717" y="51033"/>
                  <a:pt x="15673" y="51107"/>
                  <a:pt x="15644" y="51151"/>
                </a:cubicBezTo>
                <a:cubicBezTo>
                  <a:pt x="15585" y="51195"/>
                  <a:pt x="15541" y="51224"/>
                  <a:pt x="15496" y="51269"/>
                </a:cubicBezTo>
                <a:cubicBezTo>
                  <a:pt x="15526" y="51195"/>
                  <a:pt x="15570" y="51136"/>
                  <a:pt x="15599" y="51077"/>
                </a:cubicBezTo>
                <a:cubicBezTo>
                  <a:pt x="15658" y="51048"/>
                  <a:pt x="15688" y="51018"/>
                  <a:pt x="15747" y="50974"/>
                </a:cubicBezTo>
                <a:close/>
                <a:moveTo>
                  <a:pt x="26681" y="44425"/>
                </a:moveTo>
                <a:cubicBezTo>
                  <a:pt x="26681" y="44440"/>
                  <a:pt x="26681" y="44440"/>
                  <a:pt x="26696" y="44470"/>
                </a:cubicBezTo>
                <a:lnTo>
                  <a:pt x="26637" y="44631"/>
                </a:lnTo>
                <a:cubicBezTo>
                  <a:pt x="26652" y="44661"/>
                  <a:pt x="26652" y="44720"/>
                  <a:pt x="26681" y="44764"/>
                </a:cubicBezTo>
                <a:cubicBezTo>
                  <a:pt x="26696" y="44705"/>
                  <a:pt x="26710" y="44661"/>
                  <a:pt x="26725" y="44617"/>
                </a:cubicBezTo>
                <a:lnTo>
                  <a:pt x="26725" y="44646"/>
                </a:lnTo>
                <a:cubicBezTo>
                  <a:pt x="26416" y="45514"/>
                  <a:pt x="25901" y="46471"/>
                  <a:pt x="25136" y="47442"/>
                </a:cubicBezTo>
                <a:cubicBezTo>
                  <a:pt x="23811" y="49135"/>
                  <a:pt x="21839" y="49664"/>
                  <a:pt x="19764" y="50224"/>
                </a:cubicBezTo>
                <a:cubicBezTo>
                  <a:pt x="18631" y="50518"/>
                  <a:pt x="17513" y="50827"/>
                  <a:pt x="16394" y="51327"/>
                </a:cubicBezTo>
                <a:cubicBezTo>
                  <a:pt x="16424" y="51239"/>
                  <a:pt x="16468" y="51121"/>
                  <a:pt x="16497" y="51033"/>
                </a:cubicBezTo>
                <a:cubicBezTo>
                  <a:pt x="17645" y="50474"/>
                  <a:pt x="18808" y="50135"/>
                  <a:pt x="19941" y="49782"/>
                </a:cubicBezTo>
                <a:cubicBezTo>
                  <a:pt x="21972" y="49179"/>
                  <a:pt x="23855" y="48605"/>
                  <a:pt x="25165" y="46942"/>
                </a:cubicBezTo>
                <a:cubicBezTo>
                  <a:pt x="25813" y="46118"/>
                  <a:pt x="26313" y="45279"/>
                  <a:pt x="26681" y="44425"/>
                </a:cubicBezTo>
                <a:close/>
                <a:moveTo>
                  <a:pt x="15894" y="51077"/>
                </a:moveTo>
                <a:lnTo>
                  <a:pt x="15894" y="51077"/>
                </a:lnTo>
                <a:cubicBezTo>
                  <a:pt x="15864" y="51151"/>
                  <a:pt x="15820" y="51254"/>
                  <a:pt x="15791" y="51327"/>
                </a:cubicBezTo>
                <a:cubicBezTo>
                  <a:pt x="15717" y="51357"/>
                  <a:pt x="15658" y="51401"/>
                  <a:pt x="15585" y="51430"/>
                </a:cubicBezTo>
                <a:cubicBezTo>
                  <a:pt x="15614" y="51357"/>
                  <a:pt x="15658" y="51283"/>
                  <a:pt x="15717" y="51210"/>
                </a:cubicBezTo>
                <a:cubicBezTo>
                  <a:pt x="15761" y="51166"/>
                  <a:pt x="15835" y="51121"/>
                  <a:pt x="15894" y="51077"/>
                </a:cubicBezTo>
                <a:close/>
                <a:moveTo>
                  <a:pt x="15408" y="51239"/>
                </a:moveTo>
                <a:lnTo>
                  <a:pt x="15408" y="51239"/>
                </a:lnTo>
                <a:cubicBezTo>
                  <a:pt x="15379" y="51283"/>
                  <a:pt x="15364" y="51327"/>
                  <a:pt x="15320" y="51386"/>
                </a:cubicBezTo>
                <a:cubicBezTo>
                  <a:pt x="15290" y="51416"/>
                  <a:pt x="15246" y="51430"/>
                  <a:pt x="15187" y="51475"/>
                </a:cubicBezTo>
                <a:cubicBezTo>
                  <a:pt x="15246" y="51416"/>
                  <a:pt x="15290" y="51357"/>
                  <a:pt x="15305" y="51327"/>
                </a:cubicBezTo>
                <a:cubicBezTo>
                  <a:pt x="15349" y="51283"/>
                  <a:pt x="15379" y="51254"/>
                  <a:pt x="15408" y="51239"/>
                </a:cubicBezTo>
                <a:close/>
                <a:moveTo>
                  <a:pt x="16409" y="51092"/>
                </a:moveTo>
                <a:cubicBezTo>
                  <a:pt x="16365" y="51180"/>
                  <a:pt x="16335" y="51269"/>
                  <a:pt x="16306" y="51386"/>
                </a:cubicBezTo>
                <a:cubicBezTo>
                  <a:pt x="16232" y="51416"/>
                  <a:pt x="16129" y="51445"/>
                  <a:pt x="16056" y="51489"/>
                </a:cubicBezTo>
                <a:lnTo>
                  <a:pt x="16173" y="51210"/>
                </a:lnTo>
                <a:cubicBezTo>
                  <a:pt x="16247" y="51180"/>
                  <a:pt x="16335" y="51136"/>
                  <a:pt x="16409" y="51092"/>
                </a:cubicBezTo>
                <a:close/>
                <a:moveTo>
                  <a:pt x="15541" y="51327"/>
                </a:moveTo>
                <a:lnTo>
                  <a:pt x="15541" y="51327"/>
                </a:lnTo>
                <a:cubicBezTo>
                  <a:pt x="15526" y="51386"/>
                  <a:pt x="15496" y="51445"/>
                  <a:pt x="15452" y="51533"/>
                </a:cubicBezTo>
                <a:cubicBezTo>
                  <a:pt x="15393" y="51563"/>
                  <a:pt x="15349" y="51607"/>
                  <a:pt x="15261" y="51636"/>
                </a:cubicBezTo>
                <a:cubicBezTo>
                  <a:pt x="15305" y="51563"/>
                  <a:pt x="15349" y="51504"/>
                  <a:pt x="15379" y="51430"/>
                </a:cubicBezTo>
                <a:lnTo>
                  <a:pt x="15541" y="51327"/>
                </a:lnTo>
                <a:close/>
                <a:moveTo>
                  <a:pt x="16056" y="51269"/>
                </a:moveTo>
                <a:lnTo>
                  <a:pt x="15953" y="51548"/>
                </a:lnTo>
                <a:lnTo>
                  <a:pt x="15732" y="51651"/>
                </a:lnTo>
                <a:cubicBezTo>
                  <a:pt x="15761" y="51563"/>
                  <a:pt x="15806" y="51475"/>
                  <a:pt x="15835" y="51401"/>
                </a:cubicBezTo>
                <a:cubicBezTo>
                  <a:pt x="15909" y="51342"/>
                  <a:pt x="15982" y="51313"/>
                  <a:pt x="16056" y="51269"/>
                </a:cubicBezTo>
                <a:close/>
                <a:moveTo>
                  <a:pt x="15084" y="51504"/>
                </a:moveTo>
                <a:cubicBezTo>
                  <a:pt x="15070" y="51548"/>
                  <a:pt x="15040" y="51563"/>
                  <a:pt x="15026" y="51607"/>
                </a:cubicBezTo>
                <a:cubicBezTo>
                  <a:pt x="14996" y="51622"/>
                  <a:pt x="14981" y="51636"/>
                  <a:pt x="14937" y="51666"/>
                </a:cubicBezTo>
                <a:lnTo>
                  <a:pt x="14937" y="51666"/>
                </a:lnTo>
                <a:cubicBezTo>
                  <a:pt x="14981" y="51636"/>
                  <a:pt x="14996" y="51622"/>
                  <a:pt x="15011" y="51578"/>
                </a:cubicBezTo>
                <a:lnTo>
                  <a:pt x="15070" y="51533"/>
                </a:lnTo>
                <a:lnTo>
                  <a:pt x="15084" y="51504"/>
                </a:lnTo>
                <a:close/>
                <a:moveTo>
                  <a:pt x="26784" y="44779"/>
                </a:moveTo>
                <a:cubicBezTo>
                  <a:pt x="26784" y="44808"/>
                  <a:pt x="26799" y="44852"/>
                  <a:pt x="26799" y="44882"/>
                </a:cubicBezTo>
                <a:cubicBezTo>
                  <a:pt x="26784" y="44940"/>
                  <a:pt x="26769" y="44999"/>
                  <a:pt x="26755" y="45029"/>
                </a:cubicBezTo>
                <a:cubicBezTo>
                  <a:pt x="26755" y="45073"/>
                  <a:pt x="26769" y="45088"/>
                  <a:pt x="26769" y="45132"/>
                </a:cubicBezTo>
                <a:cubicBezTo>
                  <a:pt x="26431" y="46015"/>
                  <a:pt x="25916" y="46971"/>
                  <a:pt x="25150" y="47972"/>
                </a:cubicBezTo>
                <a:cubicBezTo>
                  <a:pt x="23782" y="49709"/>
                  <a:pt x="21766" y="50224"/>
                  <a:pt x="19617" y="50739"/>
                </a:cubicBezTo>
                <a:cubicBezTo>
                  <a:pt x="18513" y="51018"/>
                  <a:pt x="17380" y="51283"/>
                  <a:pt x="16276" y="51725"/>
                </a:cubicBezTo>
                <a:cubicBezTo>
                  <a:pt x="16321" y="51622"/>
                  <a:pt x="16335" y="51519"/>
                  <a:pt x="16379" y="51416"/>
                </a:cubicBezTo>
                <a:cubicBezTo>
                  <a:pt x="17513" y="50915"/>
                  <a:pt x="18661" y="50592"/>
                  <a:pt x="19794" y="50297"/>
                </a:cubicBezTo>
                <a:cubicBezTo>
                  <a:pt x="21898" y="49723"/>
                  <a:pt x="23855" y="49194"/>
                  <a:pt x="25209" y="47472"/>
                </a:cubicBezTo>
                <a:cubicBezTo>
                  <a:pt x="25901" y="46589"/>
                  <a:pt x="26416" y="45691"/>
                  <a:pt x="26784" y="44779"/>
                </a:cubicBezTo>
                <a:close/>
                <a:moveTo>
                  <a:pt x="15702" y="51460"/>
                </a:moveTo>
                <a:lnTo>
                  <a:pt x="15702" y="51460"/>
                </a:lnTo>
                <a:cubicBezTo>
                  <a:pt x="15688" y="51548"/>
                  <a:pt x="15658" y="51622"/>
                  <a:pt x="15614" y="51710"/>
                </a:cubicBezTo>
                <a:lnTo>
                  <a:pt x="15393" y="51828"/>
                </a:lnTo>
                <a:cubicBezTo>
                  <a:pt x="15438" y="51725"/>
                  <a:pt x="15467" y="51651"/>
                  <a:pt x="15511" y="51578"/>
                </a:cubicBezTo>
                <a:cubicBezTo>
                  <a:pt x="15585" y="51548"/>
                  <a:pt x="15629" y="51489"/>
                  <a:pt x="15702" y="51460"/>
                </a:cubicBezTo>
                <a:close/>
                <a:moveTo>
                  <a:pt x="15232" y="51548"/>
                </a:moveTo>
                <a:lnTo>
                  <a:pt x="15232" y="51548"/>
                </a:lnTo>
                <a:cubicBezTo>
                  <a:pt x="15187" y="51607"/>
                  <a:pt x="15158" y="51666"/>
                  <a:pt x="15143" y="51725"/>
                </a:cubicBezTo>
                <a:cubicBezTo>
                  <a:pt x="15084" y="51769"/>
                  <a:pt x="15026" y="51798"/>
                  <a:pt x="14996" y="51842"/>
                </a:cubicBezTo>
                <a:cubicBezTo>
                  <a:pt x="15026" y="51769"/>
                  <a:pt x="15055" y="51710"/>
                  <a:pt x="15084" y="51651"/>
                </a:cubicBezTo>
                <a:cubicBezTo>
                  <a:pt x="15143" y="51622"/>
                  <a:pt x="15173" y="51578"/>
                  <a:pt x="15232" y="51548"/>
                </a:cubicBezTo>
                <a:close/>
                <a:moveTo>
                  <a:pt x="16276" y="51489"/>
                </a:moveTo>
                <a:cubicBezTo>
                  <a:pt x="16247" y="51578"/>
                  <a:pt x="16203" y="51695"/>
                  <a:pt x="16188" y="51784"/>
                </a:cubicBezTo>
                <a:cubicBezTo>
                  <a:pt x="16100" y="51813"/>
                  <a:pt x="16026" y="51857"/>
                  <a:pt x="15938" y="51901"/>
                </a:cubicBezTo>
                <a:cubicBezTo>
                  <a:pt x="15953" y="51784"/>
                  <a:pt x="15982" y="51695"/>
                  <a:pt x="16026" y="51607"/>
                </a:cubicBezTo>
                <a:cubicBezTo>
                  <a:pt x="16115" y="51563"/>
                  <a:pt x="16188" y="51533"/>
                  <a:pt x="16276" y="51489"/>
                </a:cubicBezTo>
                <a:close/>
                <a:moveTo>
                  <a:pt x="15393" y="51651"/>
                </a:moveTo>
                <a:lnTo>
                  <a:pt x="15393" y="51651"/>
                </a:lnTo>
                <a:cubicBezTo>
                  <a:pt x="15364" y="51725"/>
                  <a:pt x="15320" y="51798"/>
                  <a:pt x="15290" y="51901"/>
                </a:cubicBezTo>
                <a:cubicBezTo>
                  <a:pt x="15217" y="51931"/>
                  <a:pt x="15158" y="51975"/>
                  <a:pt x="15084" y="52004"/>
                </a:cubicBezTo>
                <a:lnTo>
                  <a:pt x="15202" y="51784"/>
                </a:lnTo>
                <a:cubicBezTo>
                  <a:pt x="15261" y="51754"/>
                  <a:pt x="15320" y="51695"/>
                  <a:pt x="15393" y="51651"/>
                </a:cubicBezTo>
                <a:close/>
                <a:moveTo>
                  <a:pt x="14893" y="51798"/>
                </a:moveTo>
                <a:lnTo>
                  <a:pt x="14893" y="51798"/>
                </a:lnTo>
                <a:cubicBezTo>
                  <a:pt x="14864" y="51857"/>
                  <a:pt x="14849" y="51901"/>
                  <a:pt x="14820" y="51945"/>
                </a:cubicBezTo>
                <a:cubicBezTo>
                  <a:pt x="14790" y="51990"/>
                  <a:pt x="14731" y="52004"/>
                  <a:pt x="14702" y="52048"/>
                </a:cubicBezTo>
                <a:cubicBezTo>
                  <a:pt x="14731" y="51990"/>
                  <a:pt x="14761" y="51945"/>
                  <a:pt x="14790" y="51901"/>
                </a:cubicBezTo>
                <a:cubicBezTo>
                  <a:pt x="14834" y="51857"/>
                  <a:pt x="14864" y="51828"/>
                  <a:pt x="14893" y="51798"/>
                </a:cubicBezTo>
                <a:close/>
                <a:moveTo>
                  <a:pt x="15894" y="51651"/>
                </a:moveTo>
                <a:lnTo>
                  <a:pt x="15894" y="51651"/>
                </a:lnTo>
                <a:cubicBezTo>
                  <a:pt x="15864" y="51754"/>
                  <a:pt x="15820" y="51842"/>
                  <a:pt x="15806" y="51945"/>
                </a:cubicBezTo>
                <a:cubicBezTo>
                  <a:pt x="15732" y="51975"/>
                  <a:pt x="15658" y="52004"/>
                  <a:pt x="15570" y="52048"/>
                </a:cubicBezTo>
                <a:lnTo>
                  <a:pt x="15673" y="51769"/>
                </a:lnTo>
                <a:lnTo>
                  <a:pt x="15894" y="51651"/>
                </a:lnTo>
                <a:close/>
                <a:moveTo>
                  <a:pt x="26843" y="45147"/>
                </a:moveTo>
                <a:cubicBezTo>
                  <a:pt x="26858" y="45205"/>
                  <a:pt x="26858" y="45250"/>
                  <a:pt x="26872" y="45308"/>
                </a:cubicBezTo>
                <a:cubicBezTo>
                  <a:pt x="26858" y="45367"/>
                  <a:pt x="26843" y="45426"/>
                  <a:pt x="26828" y="45456"/>
                </a:cubicBezTo>
                <a:lnTo>
                  <a:pt x="26828" y="45500"/>
                </a:lnTo>
                <a:cubicBezTo>
                  <a:pt x="26490" y="46427"/>
                  <a:pt x="25960" y="47442"/>
                  <a:pt x="25136" y="48502"/>
                </a:cubicBezTo>
                <a:cubicBezTo>
                  <a:pt x="23752" y="50297"/>
                  <a:pt x="21648" y="50753"/>
                  <a:pt x="19426" y="51269"/>
                </a:cubicBezTo>
                <a:cubicBezTo>
                  <a:pt x="18381" y="51504"/>
                  <a:pt x="17262" y="51769"/>
                  <a:pt x="16129" y="52166"/>
                </a:cubicBezTo>
                <a:lnTo>
                  <a:pt x="16247" y="51842"/>
                </a:lnTo>
                <a:cubicBezTo>
                  <a:pt x="17365" y="51386"/>
                  <a:pt x="18513" y="51107"/>
                  <a:pt x="19632" y="50827"/>
                </a:cubicBezTo>
                <a:cubicBezTo>
                  <a:pt x="21795" y="50297"/>
                  <a:pt x="23841" y="49782"/>
                  <a:pt x="25209" y="48031"/>
                </a:cubicBezTo>
                <a:cubicBezTo>
                  <a:pt x="25989" y="47015"/>
                  <a:pt x="26504" y="46044"/>
                  <a:pt x="26843" y="45147"/>
                </a:cubicBezTo>
                <a:close/>
                <a:moveTo>
                  <a:pt x="15055" y="51857"/>
                </a:moveTo>
                <a:lnTo>
                  <a:pt x="15055" y="51857"/>
                </a:lnTo>
                <a:cubicBezTo>
                  <a:pt x="15026" y="51945"/>
                  <a:pt x="14996" y="52019"/>
                  <a:pt x="14952" y="52078"/>
                </a:cubicBezTo>
                <a:cubicBezTo>
                  <a:pt x="14908" y="52122"/>
                  <a:pt x="14834" y="52152"/>
                  <a:pt x="14775" y="52196"/>
                </a:cubicBezTo>
                <a:cubicBezTo>
                  <a:pt x="14805" y="52122"/>
                  <a:pt x="14849" y="52063"/>
                  <a:pt x="14878" y="51990"/>
                </a:cubicBezTo>
                <a:cubicBezTo>
                  <a:pt x="14937" y="51945"/>
                  <a:pt x="14996" y="51916"/>
                  <a:pt x="15055" y="51857"/>
                </a:cubicBezTo>
                <a:close/>
                <a:moveTo>
                  <a:pt x="15570" y="51813"/>
                </a:moveTo>
                <a:lnTo>
                  <a:pt x="15452" y="52093"/>
                </a:lnTo>
                <a:cubicBezTo>
                  <a:pt x="15379" y="52137"/>
                  <a:pt x="15290" y="52166"/>
                  <a:pt x="15217" y="52210"/>
                </a:cubicBezTo>
                <a:cubicBezTo>
                  <a:pt x="15246" y="52122"/>
                  <a:pt x="15290" y="52019"/>
                  <a:pt x="15320" y="51945"/>
                </a:cubicBezTo>
                <a:cubicBezTo>
                  <a:pt x="15423" y="51916"/>
                  <a:pt x="15496" y="51857"/>
                  <a:pt x="15570" y="51813"/>
                </a:cubicBezTo>
                <a:close/>
                <a:moveTo>
                  <a:pt x="14569" y="52093"/>
                </a:moveTo>
                <a:lnTo>
                  <a:pt x="14569" y="52093"/>
                </a:lnTo>
                <a:cubicBezTo>
                  <a:pt x="14555" y="52122"/>
                  <a:pt x="14525" y="52152"/>
                  <a:pt x="14510" y="52166"/>
                </a:cubicBezTo>
                <a:cubicBezTo>
                  <a:pt x="14481" y="52196"/>
                  <a:pt x="14466" y="52225"/>
                  <a:pt x="14422" y="52240"/>
                </a:cubicBezTo>
                <a:cubicBezTo>
                  <a:pt x="14437" y="52225"/>
                  <a:pt x="14466" y="52210"/>
                  <a:pt x="14481" y="52166"/>
                </a:cubicBezTo>
                <a:cubicBezTo>
                  <a:pt x="14510" y="52152"/>
                  <a:pt x="14525" y="52122"/>
                  <a:pt x="14569" y="52093"/>
                </a:cubicBezTo>
                <a:close/>
                <a:moveTo>
                  <a:pt x="16129" y="51872"/>
                </a:moveTo>
                <a:cubicBezTo>
                  <a:pt x="16100" y="51990"/>
                  <a:pt x="16085" y="52093"/>
                  <a:pt x="16041" y="52181"/>
                </a:cubicBezTo>
                <a:cubicBezTo>
                  <a:pt x="15967" y="52225"/>
                  <a:pt x="15879" y="52269"/>
                  <a:pt x="15791" y="52299"/>
                </a:cubicBezTo>
                <a:cubicBezTo>
                  <a:pt x="15820" y="52181"/>
                  <a:pt x="15835" y="52093"/>
                  <a:pt x="15879" y="51990"/>
                </a:cubicBezTo>
                <a:cubicBezTo>
                  <a:pt x="15967" y="51945"/>
                  <a:pt x="16056" y="51916"/>
                  <a:pt x="16129" y="51872"/>
                </a:cubicBezTo>
                <a:close/>
                <a:moveTo>
                  <a:pt x="15217" y="52004"/>
                </a:moveTo>
                <a:cubicBezTo>
                  <a:pt x="15202" y="52093"/>
                  <a:pt x="15158" y="52181"/>
                  <a:pt x="15129" y="52269"/>
                </a:cubicBezTo>
                <a:lnTo>
                  <a:pt x="14893" y="52372"/>
                </a:lnTo>
                <a:cubicBezTo>
                  <a:pt x="14937" y="52299"/>
                  <a:pt x="14981" y="52210"/>
                  <a:pt x="15011" y="52137"/>
                </a:cubicBezTo>
                <a:cubicBezTo>
                  <a:pt x="15084" y="52093"/>
                  <a:pt x="15158" y="52048"/>
                  <a:pt x="15217" y="52004"/>
                </a:cubicBezTo>
                <a:close/>
                <a:moveTo>
                  <a:pt x="14731" y="52122"/>
                </a:moveTo>
                <a:cubicBezTo>
                  <a:pt x="14702" y="52166"/>
                  <a:pt x="14658" y="52225"/>
                  <a:pt x="14643" y="52299"/>
                </a:cubicBezTo>
                <a:lnTo>
                  <a:pt x="14481" y="52416"/>
                </a:lnTo>
                <a:lnTo>
                  <a:pt x="14584" y="52240"/>
                </a:lnTo>
                <a:cubicBezTo>
                  <a:pt x="14628" y="52181"/>
                  <a:pt x="14687" y="52152"/>
                  <a:pt x="14731" y="52122"/>
                </a:cubicBezTo>
                <a:close/>
                <a:moveTo>
                  <a:pt x="15776" y="52034"/>
                </a:moveTo>
                <a:lnTo>
                  <a:pt x="15776" y="52034"/>
                </a:lnTo>
                <a:cubicBezTo>
                  <a:pt x="15747" y="52152"/>
                  <a:pt x="15732" y="52240"/>
                  <a:pt x="15688" y="52358"/>
                </a:cubicBezTo>
                <a:cubicBezTo>
                  <a:pt x="15599" y="52372"/>
                  <a:pt x="15511" y="52416"/>
                  <a:pt x="15438" y="52446"/>
                </a:cubicBezTo>
                <a:cubicBezTo>
                  <a:pt x="15467" y="52358"/>
                  <a:pt x="15511" y="52240"/>
                  <a:pt x="15541" y="52152"/>
                </a:cubicBezTo>
                <a:cubicBezTo>
                  <a:pt x="15614" y="52122"/>
                  <a:pt x="15717" y="52078"/>
                  <a:pt x="15776" y="52034"/>
                </a:cubicBezTo>
                <a:close/>
                <a:moveTo>
                  <a:pt x="14878" y="52225"/>
                </a:moveTo>
                <a:lnTo>
                  <a:pt x="14878" y="52225"/>
                </a:lnTo>
                <a:cubicBezTo>
                  <a:pt x="14849" y="52299"/>
                  <a:pt x="14805" y="52372"/>
                  <a:pt x="14775" y="52461"/>
                </a:cubicBezTo>
                <a:cubicBezTo>
                  <a:pt x="14702" y="52505"/>
                  <a:pt x="14643" y="52534"/>
                  <a:pt x="14569" y="52593"/>
                </a:cubicBezTo>
                <a:lnTo>
                  <a:pt x="14687" y="52372"/>
                </a:lnTo>
                <a:cubicBezTo>
                  <a:pt x="14761" y="52299"/>
                  <a:pt x="14834" y="52269"/>
                  <a:pt x="14878" y="52225"/>
                </a:cubicBezTo>
                <a:close/>
                <a:moveTo>
                  <a:pt x="26902" y="45529"/>
                </a:moveTo>
                <a:cubicBezTo>
                  <a:pt x="26931" y="45588"/>
                  <a:pt x="26931" y="45647"/>
                  <a:pt x="26946" y="45720"/>
                </a:cubicBezTo>
                <a:cubicBezTo>
                  <a:pt x="26946" y="45750"/>
                  <a:pt x="26931" y="45765"/>
                  <a:pt x="26931" y="45809"/>
                </a:cubicBezTo>
                <a:cubicBezTo>
                  <a:pt x="26622" y="46824"/>
                  <a:pt x="26063" y="47898"/>
                  <a:pt x="25165" y="49061"/>
                </a:cubicBezTo>
                <a:cubicBezTo>
                  <a:pt x="23752" y="50886"/>
                  <a:pt x="21574" y="51327"/>
                  <a:pt x="19279" y="51798"/>
                </a:cubicBezTo>
                <a:cubicBezTo>
                  <a:pt x="18248" y="52004"/>
                  <a:pt x="17145" y="52240"/>
                  <a:pt x="16041" y="52593"/>
                </a:cubicBezTo>
                <a:cubicBezTo>
                  <a:pt x="16056" y="52475"/>
                  <a:pt x="16100" y="52372"/>
                  <a:pt x="16115" y="52255"/>
                </a:cubicBezTo>
                <a:cubicBezTo>
                  <a:pt x="17218" y="51857"/>
                  <a:pt x="18337" y="51592"/>
                  <a:pt x="19440" y="51357"/>
                </a:cubicBezTo>
                <a:cubicBezTo>
                  <a:pt x="21692" y="50871"/>
                  <a:pt x="23811" y="50386"/>
                  <a:pt x="25209" y="48575"/>
                </a:cubicBezTo>
                <a:cubicBezTo>
                  <a:pt x="26033" y="47516"/>
                  <a:pt x="26563" y="46486"/>
                  <a:pt x="26902" y="45529"/>
                </a:cubicBezTo>
                <a:close/>
                <a:moveTo>
                  <a:pt x="14393" y="52387"/>
                </a:moveTo>
                <a:cubicBezTo>
                  <a:pt x="14363" y="52431"/>
                  <a:pt x="14334" y="52490"/>
                  <a:pt x="14304" y="52519"/>
                </a:cubicBezTo>
                <a:cubicBezTo>
                  <a:pt x="14275" y="52549"/>
                  <a:pt x="14216" y="52593"/>
                  <a:pt x="14187" y="52608"/>
                </a:cubicBezTo>
                <a:cubicBezTo>
                  <a:pt x="14201" y="52578"/>
                  <a:pt x="14246" y="52534"/>
                  <a:pt x="14260" y="52505"/>
                </a:cubicBezTo>
                <a:cubicBezTo>
                  <a:pt x="14290" y="52461"/>
                  <a:pt x="14349" y="52431"/>
                  <a:pt x="14393" y="52387"/>
                </a:cubicBezTo>
                <a:close/>
                <a:moveTo>
                  <a:pt x="15408" y="52210"/>
                </a:moveTo>
                <a:cubicBezTo>
                  <a:pt x="15379" y="52299"/>
                  <a:pt x="15335" y="52416"/>
                  <a:pt x="15320" y="52505"/>
                </a:cubicBezTo>
                <a:cubicBezTo>
                  <a:pt x="15246" y="52534"/>
                  <a:pt x="15158" y="52578"/>
                  <a:pt x="15070" y="52608"/>
                </a:cubicBezTo>
                <a:lnTo>
                  <a:pt x="15173" y="52343"/>
                </a:lnTo>
                <a:cubicBezTo>
                  <a:pt x="15246" y="52299"/>
                  <a:pt x="15349" y="52240"/>
                  <a:pt x="15408" y="52210"/>
                </a:cubicBezTo>
                <a:close/>
                <a:moveTo>
                  <a:pt x="16041" y="52299"/>
                </a:moveTo>
                <a:cubicBezTo>
                  <a:pt x="16026" y="52416"/>
                  <a:pt x="15982" y="52519"/>
                  <a:pt x="15967" y="52637"/>
                </a:cubicBezTo>
                <a:cubicBezTo>
                  <a:pt x="15864" y="52652"/>
                  <a:pt x="15761" y="52681"/>
                  <a:pt x="15673" y="52725"/>
                </a:cubicBezTo>
                <a:cubicBezTo>
                  <a:pt x="15688" y="52608"/>
                  <a:pt x="15732" y="52505"/>
                  <a:pt x="15761" y="52416"/>
                </a:cubicBezTo>
                <a:lnTo>
                  <a:pt x="16041" y="52299"/>
                </a:lnTo>
                <a:close/>
                <a:moveTo>
                  <a:pt x="14555" y="52431"/>
                </a:moveTo>
                <a:cubicBezTo>
                  <a:pt x="14510" y="52519"/>
                  <a:pt x="14481" y="52578"/>
                  <a:pt x="14437" y="52652"/>
                </a:cubicBezTo>
                <a:cubicBezTo>
                  <a:pt x="14393" y="52681"/>
                  <a:pt x="14304" y="52725"/>
                  <a:pt x="14260" y="52755"/>
                </a:cubicBezTo>
                <a:cubicBezTo>
                  <a:pt x="14290" y="52681"/>
                  <a:pt x="14334" y="52637"/>
                  <a:pt x="14363" y="52549"/>
                </a:cubicBezTo>
                <a:cubicBezTo>
                  <a:pt x="14422" y="52519"/>
                  <a:pt x="14481" y="52461"/>
                  <a:pt x="14555" y="52431"/>
                </a:cubicBezTo>
                <a:close/>
                <a:moveTo>
                  <a:pt x="14039" y="52667"/>
                </a:moveTo>
                <a:cubicBezTo>
                  <a:pt x="14025" y="52681"/>
                  <a:pt x="13995" y="52725"/>
                  <a:pt x="13981" y="52740"/>
                </a:cubicBezTo>
                <a:cubicBezTo>
                  <a:pt x="13970" y="52746"/>
                  <a:pt x="13957" y="52755"/>
                  <a:pt x="13944" y="52766"/>
                </a:cubicBezTo>
                <a:lnTo>
                  <a:pt x="13944" y="52766"/>
                </a:lnTo>
                <a:cubicBezTo>
                  <a:pt x="13946" y="52763"/>
                  <a:pt x="13949" y="52759"/>
                  <a:pt x="13951" y="52755"/>
                </a:cubicBezTo>
                <a:lnTo>
                  <a:pt x="14039" y="52667"/>
                </a:lnTo>
                <a:close/>
                <a:moveTo>
                  <a:pt x="15070" y="52387"/>
                </a:moveTo>
                <a:lnTo>
                  <a:pt x="14952" y="52667"/>
                </a:lnTo>
                <a:cubicBezTo>
                  <a:pt x="14878" y="52711"/>
                  <a:pt x="14790" y="52740"/>
                  <a:pt x="14716" y="52784"/>
                </a:cubicBezTo>
                <a:cubicBezTo>
                  <a:pt x="14761" y="52681"/>
                  <a:pt x="14790" y="52593"/>
                  <a:pt x="14834" y="52519"/>
                </a:cubicBezTo>
                <a:cubicBezTo>
                  <a:pt x="14923" y="52461"/>
                  <a:pt x="14996" y="52431"/>
                  <a:pt x="15070" y="52387"/>
                </a:cubicBezTo>
                <a:close/>
                <a:moveTo>
                  <a:pt x="15658" y="52431"/>
                </a:moveTo>
                <a:lnTo>
                  <a:pt x="15658" y="52431"/>
                </a:lnTo>
                <a:cubicBezTo>
                  <a:pt x="15614" y="52534"/>
                  <a:pt x="15599" y="52637"/>
                  <a:pt x="15585" y="52740"/>
                </a:cubicBezTo>
                <a:lnTo>
                  <a:pt x="15305" y="52858"/>
                </a:lnTo>
                <a:cubicBezTo>
                  <a:pt x="15349" y="52740"/>
                  <a:pt x="15364" y="52652"/>
                  <a:pt x="15393" y="52534"/>
                </a:cubicBezTo>
                <a:cubicBezTo>
                  <a:pt x="15496" y="52505"/>
                  <a:pt x="15585" y="52461"/>
                  <a:pt x="15658" y="52431"/>
                </a:cubicBezTo>
                <a:close/>
                <a:moveTo>
                  <a:pt x="14216" y="52681"/>
                </a:moveTo>
                <a:cubicBezTo>
                  <a:pt x="14187" y="52740"/>
                  <a:pt x="14172" y="52799"/>
                  <a:pt x="14128" y="52858"/>
                </a:cubicBezTo>
                <a:lnTo>
                  <a:pt x="13966" y="52961"/>
                </a:lnTo>
                <a:cubicBezTo>
                  <a:pt x="13995" y="52902"/>
                  <a:pt x="14025" y="52858"/>
                  <a:pt x="14054" y="52799"/>
                </a:cubicBezTo>
                <a:cubicBezTo>
                  <a:pt x="14113" y="52784"/>
                  <a:pt x="14157" y="52740"/>
                  <a:pt x="14216" y="52681"/>
                </a:cubicBezTo>
                <a:close/>
                <a:moveTo>
                  <a:pt x="14731" y="52593"/>
                </a:moveTo>
                <a:cubicBezTo>
                  <a:pt x="14687" y="52667"/>
                  <a:pt x="14658" y="52740"/>
                  <a:pt x="14628" y="52828"/>
                </a:cubicBezTo>
                <a:cubicBezTo>
                  <a:pt x="14555" y="52873"/>
                  <a:pt x="14481" y="52902"/>
                  <a:pt x="14407" y="52961"/>
                </a:cubicBezTo>
                <a:cubicBezTo>
                  <a:pt x="14437" y="52873"/>
                  <a:pt x="14481" y="52799"/>
                  <a:pt x="14510" y="52725"/>
                </a:cubicBezTo>
                <a:cubicBezTo>
                  <a:pt x="14584" y="52681"/>
                  <a:pt x="14658" y="52622"/>
                  <a:pt x="14731" y="52593"/>
                </a:cubicBezTo>
                <a:close/>
                <a:moveTo>
                  <a:pt x="15305" y="52593"/>
                </a:moveTo>
                <a:cubicBezTo>
                  <a:pt x="15261" y="52711"/>
                  <a:pt x="15246" y="52799"/>
                  <a:pt x="15217" y="52902"/>
                </a:cubicBezTo>
                <a:cubicBezTo>
                  <a:pt x="15129" y="52917"/>
                  <a:pt x="15026" y="52961"/>
                  <a:pt x="14937" y="53020"/>
                </a:cubicBezTo>
                <a:cubicBezTo>
                  <a:pt x="14981" y="52917"/>
                  <a:pt x="15011" y="52814"/>
                  <a:pt x="15040" y="52725"/>
                </a:cubicBezTo>
                <a:cubicBezTo>
                  <a:pt x="15143" y="52681"/>
                  <a:pt x="15217" y="52652"/>
                  <a:pt x="15305" y="52593"/>
                </a:cubicBezTo>
                <a:close/>
                <a:moveTo>
                  <a:pt x="26975" y="45941"/>
                </a:moveTo>
                <a:cubicBezTo>
                  <a:pt x="26990" y="45985"/>
                  <a:pt x="26990" y="46059"/>
                  <a:pt x="27005" y="46133"/>
                </a:cubicBezTo>
                <a:cubicBezTo>
                  <a:pt x="26990" y="46191"/>
                  <a:pt x="26975" y="46236"/>
                  <a:pt x="26975" y="46280"/>
                </a:cubicBezTo>
                <a:lnTo>
                  <a:pt x="26975" y="46309"/>
                </a:lnTo>
                <a:cubicBezTo>
                  <a:pt x="26652" y="47310"/>
                  <a:pt x="26092" y="48443"/>
                  <a:pt x="25180" y="49620"/>
                </a:cubicBezTo>
                <a:cubicBezTo>
                  <a:pt x="23752" y="51489"/>
                  <a:pt x="21604" y="51872"/>
                  <a:pt x="19131" y="52343"/>
                </a:cubicBezTo>
                <a:cubicBezTo>
                  <a:pt x="18116" y="52519"/>
                  <a:pt x="17071" y="52725"/>
                  <a:pt x="15982" y="53034"/>
                </a:cubicBezTo>
                <a:lnTo>
                  <a:pt x="16041" y="52711"/>
                </a:lnTo>
                <a:cubicBezTo>
                  <a:pt x="17159" y="52343"/>
                  <a:pt x="18263" y="52093"/>
                  <a:pt x="19293" y="51901"/>
                </a:cubicBezTo>
                <a:cubicBezTo>
                  <a:pt x="21619" y="51416"/>
                  <a:pt x="23811" y="50974"/>
                  <a:pt x="25224" y="49135"/>
                </a:cubicBezTo>
                <a:cubicBezTo>
                  <a:pt x="26048" y="48075"/>
                  <a:pt x="26578" y="47045"/>
                  <a:pt x="26916" y="46088"/>
                </a:cubicBezTo>
                <a:lnTo>
                  <a:pt x="26916" y="46103"/>
                </a:lnTo>
                <a:lnTo>
                  <a:pt x="26975" y="45941"/>
                </a:lnTo>
                <a:close/>
                <a:moveTo>
                  <a:pt x="15938" y="52681"/>
                </a:moveTo>
                <a:lnTo>
                  <a:pt x="15938" y="52681"/>
                </a:lnTo>
                <a:cubicBezTo>
                  <a:pt x="15909" y="52814"/>
                  <a:pt x="15894" y="52917"/>
                  <a:pt x="15879" y="53034"/>
                </a:cubicBezTo>
                <a:cubicBezTo>
                  <a:pt x="15761" y="53079"/>
                  <a:pt x="15673" y="53093"/>
                  <a:pt x="15570" y="53123"/>
                </a:cubicBezTo>
                <a:cubicBezTo>
                  <a:pt x="15585" y="53020"/>
                  <a:pt x="15599" y="52902"/>
                  <a:pt x="15644" y="52799"/>
                </a:cubicBezTo>
                <a:cubicBezTo>
                  <a:pt x="15732" y="52755"/>
                  <a:pt x="15835" y="52725"/>
                  <a:pt x="15938" y="52681"/>
                </a:cubicBezTo>
                <a:close/>
                <a:moveTo>
                  <a:pt x="14393" y="52799"/>
                </a:moveTo>
                <a:lnTo>
                  <a:pt x="14393" y="52799"/>
                </a:lnTo>
                <a:cubicBezTo>
                  <a:pt x="14349" y="52873"/>
                  <a:pt x="14304" y="52946"/>
                  <a:pt x="14275" y="53034"/>
                </a:cubicBezTo>
                <a:cubicBezTo>
                  <a:pt x="14201" y="53079"/>
                  <a:pt x="14128" y="53108"/>
                  <a:pt x="14069" y="53167"/>
                </a:cubicBezTo>
                <a:lnTo>
                  <a:pt x="14187" y="52946"/>
                </a:lnTo>
                <a:cubicBezTo>
                  <a:pt x="14246" y="52873"/>
                  <a:pt x="14319" y="52828"/>
                  <a:pt x="14393" y="52799"/>
                </a:cubicBezTo>
                <a:close/>
                <a:moveTo>
                  <a:pt x="14923" y="52755"/>
                </a:moveTo>
                <a:lnTo>
                  <a:pt x="14923" y="52755"/>
                </a:lnTo>
                <a:cubicBezTo>
                  <a:pt x="14878" y="52858"/>
                  <a:pt x="14849" y="52946"/>
                  <a:pt x="14820" y="53049"/>
                </a:cubicBezTo>
                <a:cubicBezTo>
                  <a:pt x="14761" y="53093"/>
                  <a:pt x="14658" y="53123"/>
                  <a:pt x="14569" y="53167"/>
                </a:cubicBezTo>
                <a:lnTo>
                  <a:pt x="14672" y="52887"/>
                </a:lnTo>
                <a:cubicBezTo>
                  <a:pt x="14761" y="52858"/>
                  <a:pt x="14849" y="52799"/>
                  <a:pt x="14923" y="52755"/>
                </a:cubicBezTo>
                <a:close/>
                <a:moveTo>
                  <a:pt x="13878" y="52961"/>
                </a:moveTo>
                <a:lnTo>
                  <a:pt x="13878" y="52961"/>
                </a:lnTo>
                <a:cubicBezTo>
                  <a:pt x="13848" y="53005"/>
                  <a:pt x="13819" y="53049"/>
                  <a:pt x="13804" y="53093"/>
                </a:cubicBezTo>
                <a:cubicBezTo>
                  <a:pt x="13745" y="53123"/>
                  <a:pt x="13701" y="53167"/>
                  <a:pt x="13657" y="53196"/>
                </a:cubicBezTo>
                <a:cubicBezTo>
                  <a:pt x="13672" y="53167"/>
                  <a:pt x="13701" y="53123"/>
                  <a:pt x="13730" y="53093"/>
                </a:cubicBezTo>
                <a:cubicBezTo>
                  <a:pt x="13745" y="53079"/>
                  <a:pt x="13775" y="53049"/>
                  <a:pt x="13804" y="53020"/>
                </a:cubicBezTo>
                <a:cubicBezTo>
                  <a:pt x="13819" y="53005"/>
                  <a:pt x="13833" y="52976"/>
                  <a:pt x="13878" y="52961"/>
                </a:cubicBezTo>
                <a:close/>
                <a:moveTo>
                  <a:pt x="15541" y="52858"/>
                </a:moveTo>
                <a:lnTo>
                  <a:pt x="15541" y="52858"/>
                </a:lnTo>
                <a:cubicBezTo>
                  <a:pt x="15526" y="52961"/>
                  <a:pt x="15496" y="53079"/>
                  <a:pt x="15467" y="53167"/>
                </a:cubicBezTo>
                <a:lnTo>
                  <a:pt x="15202" y="53270"/>
                </a:lnTo>
                <a:cubicBezTo>
                  <a:pt x="15217" y="53167"/>
                  <a:pt x="15246" y="53079"/>
                  <a:pt x="15276" y="52961"/>
                </a:cubicBezTo>
                <a:lnTo>
                  <a:pt x="15541" y="52858"/>
                </a:lnTo>
                <a:close/>
                <a:moveTo>
                  <a:pt x="14040" y="53020"/>
                </a:moveTo>
                <a:cubicBezTo>
                  <a:pt x="13995" y="53093"/>
                  <a:pt x="13966" y="53167"/>
                  <a:pt x="13951" y="53226"/>
                </a:cubicBezTo>
                <a:cubicBezTo>
                  <a:pt x="13878" y="53255"/>
                  <a:pt x="13819" y="53285"/>
                  <a:pt x="13745" y="53344"/>
                </a:cubicBezTo>
                <a:cubicBezTo>
                  <a:pt x="13775" y="53270"/>
                  <a:pt x="13819" y="53226"/>
                  <a:pt x="13848" y="53138"/>
                </a:cubicBezTo>
                <a:cubicBezTo>
                  <a:pt x="13907" y="53093"/>
                  <a:pt x="13981" y="53049"/>
                  <a:pt x="14040" y="53020"/>
                </a:cubicBezTo>
                <a:close/>
                <a:moveTo>
                  <a:pt x="14569" y="52946"/>
                </a:moveTo>
                <a:lnTo>
                  <a:pt x="14466" y="53226"/>
                </a:lnTo>
                <a:cubicBezTo>
                  <a:pt x="14393" y="53255"/>
                  <a:pt x="14290" y="53285"/>
                  <a:pt x="14216" y="53344"/>
                </a:cubicBezTo>
                <a:cubicBezTo>
                  <a:pt x="14260" y="53255"/>
                  <a:pt x="14290" y="53167"/>
                  <a:pt x="14334" y="53093"/>
                </a:cubicBezTo>
                <a:cubicBezTo>
                  <a:pt x="14422" y="53034"/>
                  <a:pt x="14496" y="52976"/>
                  <a:pt x="14569" y="52946"/>
                </a:cubicBezTo>
                <a:close/>
                <a:moveTo>
                  <a:pt x="15173" y="53020"/>
                </a:moveTo>
                <a:lnTo>
                  <a:pt x="15173" y="53020"/>
                </a:lnTo>
                <a:cubicBezTo>
                  <a:pt x="15143" y="53123"/>
                  <a:pt x="15129" y="53226"/>
                  <a:pt x="15099" y="53329"/>
                </a:cubicBezTo>
                <a:cubicBezTo>
                  <a:pt x="15011" y="53329"/>
                  <a:pt x="14893" y="53373"/>
                  <a:pt x="14805" y="53417"/>
                </a:cubicBezTo>
                <a:cubicBezTo>
                  <a:pt x="14849" y="53314"/>
                  <a:pt x="14864" y="53226"/>
                  <a:pt x="14893" y="53123"/>
                </a:cubicBezTo>
                <a:lnTo>
                  <a:pt x="15173" y="53020"/>
                </a:lnTo>
                <a:close/>
                <a:moveTo>
                  <a:pt x="13524" y="53270"/>
                </a:moveTo>
                <a:cubicBezTo>
                  <a:pt x="13510" y="53299"/>
                  <a:pt x="13480" y="53329"/>
                  <a:pt x="13466" y="53344"/>
                </a:cubicBezTo>
                <a:cubicBezTo>
                  <a:pt x="13421" y="53388"/>
                  <a:pt x="13392" y="53402"/>
                  <a:pt x="13363" y="53447"/>
                </a:cubicBezTo>
                <a:cubicBezTo>
                  <a:pt x="13377" y="53417"/>
                  <a:pt x="13392" y="53388"/>
                  <a:pt x="13407" y="53373"/>
                </a:cubicBezTo>
                <a:cubicBezTo>
                  <a:pt x="13451" y="53329"/>
                  <a:pt x="13480" y="53314"/>
                  <a:pt x="13524" y="53270"/>
                </a:cubicBezTo>
                <a:close/>
                <a:moveTo>
                  <a:pt x="26961" y="46456"/>
                </a:moveTo>
                <a:lnTo>
                  <a:pt x="26961" y="46471"/>
                </a:lnTo>
                <a:cubicBezTo>
                  <a:pt x="26975" y="46486"/>
                  <a:pt x="26990" y="46530"/>
                  <a:pt x="26990" y="46545"/>
                </a:cubicBezTo>
                <a:cubicBezTo>
                  <a:pt x="26990" y="46574"/>
                  <a:pt x="26990" y="46618"/>
                  <a:pt x="27005" y="46648"/>
                </a:cubicBezTo>
                <a:cubicBezTo>
                  <a:pt x="26666" y="47751"/>
                  <a:pt x="26107" y="48929"/>
                  <a:pt x="25180" y="50135"/>
                </a:cubicBezTo>
                <a:cubicBezTo>
                  <a:pt x="23708" y="52034"/>
                  <a:pt x="21501" y="52402"/>
                  <a:pt x="18940" y="52858"/>
                </a:cubicBezTo>
                <a:cubicBezTo>
                  <a:pt x="17969" y="53020"/>
                  <a:pt x="16939" y="53182"/>
                  <a:pt x="15909" y="53461"/>
                </a:cubicBezTo>
                <a:cubicBezTo>
                  <a:pt x="15923" y="53344"/>
                  <a:pt x="15953" y="53226"/>
                  <a:pt x="15953" y="53108"/>
                </a:cubicBezTo>
                <a:cubicBezTo>
                  <a:pt x="17027" y="52784"/>
                  <a:pt x="18101" y="52578"/>
                  <a:pt x="19117" y="52387"/>
                </a:cubicBezTo>
                <a:cubicBezTo>
                  <a:pt x="21501" y="51945"/>
                  <a:pt x="23752" y="51533"/>
                  <a:pt x="25224" y="49635"/>
                </a:cubicBezTo>
                <a:cubicBezTo>
                  <a:pt x="26033" y="48590"/>
                  <a:pt x="26593" y="47516"/>
                  <a:pt x="26961" y="46456"/>
                </a:cubicBezTo>
                <a:close/>
                <a:moveTo>
                  <a:pt x="14201" y="53167"/>
                </a:moveTo>
                <a:cubicBezTo>
                  <a:pt x="14187" y="53226"/>
                  <a:pt x="14143" y="53314"/>
                  <a:pt x="14113" y="53402"/>
                </a:cubicBezTo>
                <a:cubicBezTo>
                  <a:pt x="14040" y="53447"/>
                  <a:pt x="13966" y="53491"/>
                  <a:pt x="13878" y="53535"/>
                </a:cubicBezTo>
                <a:cubicBezTo>
                  <a:pt x="13907" y="53461"/>
                  <a:pt x="13951" y="53373"/>
                  <a:pt x="13981" y="53285"/>
                </a:cubicBezTo>
                <a:cubicBezTo>
                  <a:pt x="14054" y="53255"/>
                  <a:pt x="14128" y="53196"/>
                  <a:pt x="14201" y="53167"/>
                </a:cubicBezTo>
                <a:close/>
                <a:moveTo>
                  <a:pt x="14805" y="53152"/>
                </a:moveTo>
                <a:lnTo>
                  <a:pt x="14805" y="53152"/>
                </a:lnTo>
                <a:cubicBezTo>
                  <a:pt x="14775" y="53241"/>
                  <a:pt x="14761" y="53344"/>
                  <a:pt x="14716" y="53447"/>
                </a:cubicBezTo>
                <a:lnTo>
                  <a:pt x="14437" y="53550"/>
                </a:lnTo>
                <a:cubicBezTo>
                  <a:pt x="14481" y="53461"/>
                  <a:pt x="14496" y="53373"/>
                  <a:pt x="14525" y="53255"/>
                </a:cubicBezTo>
                <a:cubicBezTo>
                  <a:pt x="14628" y="53241"/>
                  <a:pt x="14716" y="53196"/>
                  <a:pt x="14805" y="53152"/>
                </a:cubicBezTo>
                <a:close/>
                <a:moveTo>
                  <a:pt x="13686" y="53270"/>
                </a:moveTo>
                <a:cubicBezTo>
                  <a:pt x="13657" y="53329"/>
                  <a:pt x="13627" y="53388"/>
                  <a:pt x="13598" y="53447"/>
                </a:cubicBezTo>
                <a:cubicBezTo>
                  <a:pt x="13539" y="53476"/>
                  <a:pt x="13480" y="53505"/>
                  <a:pt x="13407" y="53564"/>
                </a:cubicBezTo>
                <a:cubicBezTo>
                  <a:pt x="13451" y="53505"/>
                  <a:pt x="13480" y="53461"/>
                  <a:pt x="13510" y="53402"/>
                </a:cubicBezTo>
                <a:cubicBezTo>
                  <a:pt x="13583" y="53373"/>
                  <a:pt x="13627" y="53314"/>
                  <a:pt x="13686" y="53270"/>
                </a:cubicBezTo>
                <a:close/>
                <a:moveTo>
                  <a:pt x="15879" y="53138"/>
                </a:moveTo>
                <a:lnTo>
                  <a:pt x="15879" y="53138"/>
                </a:lnTo>
                <a:cubicBezTo>
                  <a:pt x="15864" y="53255"/>
                  <a:pt x="15835" y="53358"/>
                  <a:pt x="15835" y="53491"/>
                </a:cubicBezTo>
                <a:cubicBezTo>
                  <a:pt x="15717" y="53491"/>
                  <a:pt x="15599" y="53535"/>
                  <a:pt x="15511" y="53564"/>
                </a:cubicBezTo>
                <a:lnTo>
                  <a:pt x="15570" y="53241"/>
                </a:lnTo>
                <a:cubicBezTo>
                  <a:pt x="15673" y="53196"/>
                  <a:pt x="15761" y="53167"/>
                  <a:pt x="15879" y="53138"/>
                </a:cubicBezTo>
                <a:close/>
                <a:moveTo>
                  <a:pt x="13142" y="53594"/>
                </a:moveTo>
                <a:cubicBezTo>
                  <a:pt x="13142" y="53608"/>
                  <a:pt x="13112" y="53608"/>
                  <a:pt x="13112" y="53623"/>
                </a:cubicBezTo>
                <a:cubicBezTo>
                  <a:pt x="13100" y="53635"/>
                  <a:pt x="13078" y="53648"/>
                  <a:pt x="13053" y="53669"/>
                </a:cubicBezTo>
                <a:lnTo>
                  <a:pt x="13053" y="53669"/>
                </a:lnTo>
                <a:cubicBezTo>
                  <a:pt x="13054" y="53665"/>
                  <a:pt x="13054" y="53659"/>
                  <a:pt x="13054" y="53653"/>
                </a:cubicBezTo>
                <a:lnTo>
                  <a:pt x="13142" y="53594"/>
                </a:lnTo>
                <a:close/>
                <a:moveTo>
                  <a:pt x="15467" y="53255"/>
                </a:moveTo>
                <a:lnTo>
                  <a:pt x="15423" y="53594"/>
                </a:lnTo>
                <a:cubicBezTo>
                  <a:pt x="15305" y="53623"/>
                  <a:pt x="15217" y="53653"/>
                  <a:pt x="15099" y="53697"/>
                </a:cubicBezTo>
                <a:cubicBezTo>
                  <a:pt x="15129" y="53594"/>
                  <a:pt x="15143" y="53476"/>
                  <a:pt x="15173" y="53373"/>
                </a:cubicBezTo>
                <a:cubicBezTo>
                  <a:pt x="15276" y="53329"/>
                  <a:pt x="15379" y="53299"/>
                  <a:pt x="15467" y="53255"/>
                </a:cubicBezTo>
                <a:close/>
                <a:moveTo>
                  <a:pt x="13878" y="53373"/>
                </a:moveTo>
                <a:cubicBezTo>
                  <a:pt x="13833" y="53447"/>
                  <a:pt x="13789" y="53520"/>
                  <a:pt x="13760" y="53608"/>
                </a:cubicBezTo>
                <a:cubicBezTo>
                  <a:pt x="13686" y="53638"/>
                  <a:pt x="13613" y="53697"/>
                  <a:pt x="13539" y="53741"/>
                </a:cubicBezTo>
                <a:lnTo>
                  <a:pt x="13657" y="53520"/>
                </a:lnTo>
                <a:cubicBezTo>
                  <a:pt x="13730" y="53461"/>
                  <a:pt x="13789" y="53402"/>
                  <a:pt x="13878" y="53373"/>
                </a:cubicBezTo>
                <a:close/>
                <a:moveTo>
                  <a:pt x="14437" y="53329"/>
                </a:moveTo>
                <a:lnTo>
                  <a:pt x="14437" y="53329"/>
                </a:lnTo>
                <a:cubicBezTo>
                  <a:pt x="14407" y="53417"/>
                  <a:pt x="14363" y="53520"/>
                  <a:pt x="14349" y="53608"/>
                </a:cubicBezTo>
                <a:cubicBezTo>
                  <a:pt x="14260" y="53638"/>
                  <a:pt x="14157" y="53682"/>
                  <a:pt x="14069" y="53741"/>
                </a:cubicBezTo>
                <a:lnTo>
                  <a:pt x="14187" y="53461"/>
                </a:lnTo>
                <a:cubicBezTo>
                  <a:pt x="14275" y="53417"/>
                  <a:pt x="14349" y="53373"/>
                  <a:pt x="14437" y="53329"/>
                </a:cubicBezTo>
                <a:close/>
                <a:moveTo>
                  <a:pt x="13333" y="53550"/>
                </a:moveTo>
                <a:lnTo>
                  <a:pt x="13333" y="53550"/>
                </a:lnTo>
                <a:cubicBezTo>
                  <a:pt x="13318" y="53594"/>
                  <a:pt x="13289" y="53638"/>
                  <a:pt x="13260" y="53682"/>
                </a:cubicBezTo>
                <a:cubicBezTo>
                  <a:pt x="13201" y="53711"/>
                  <a:pt x="13157" y="53756"/>
                  <a:pt x="13112" y="53785"/>
                </a:cubicBezTo>
                <a:cubicBezTo>
                  <a:pt x="13127" y="53756"/>
                  <a:pt x="13171" y="53711"/>
                  <a:pt x="13186" y="53682"/>
                </a:cubicBezTo>
                <a:cubicBezTo>
                  <a:pt x="13230" y="53638"/>
                  <a:pt x="13289" y="53608"/>
                  <a:pt x="13333" y="53550"/>
                </a:cubicBezTo>
                <a:close/>
                <a:moveTo>
                  <a:pt x="15084" y="53402"/>
                </a:moveTo>
                <a:cubicBezTo>
                  <a:pt x="15070" y="53520"/>
                  <a:pt x="15040" y="53623"/>
                  <a:pt x="15011" y="53711"/>
                </a:cubicBezTo>
                <a:cubicBezTo>
                  <a:pt x="14893" y="53756"/>
                  <a:pt x="14805" y="53785"/>
                  <a:pt x="14702" y="53829"/>
                </a:cubicBezTo>
                <a:cubicBezTo>
                  <a:pt x="14731" y="53711"/>
                  <a:pt x="14761" y="53608"/>
                  <a:pt x="14790" y="53520"/>
                </a:cubicBezTo>
                <a:cubicBezTo>
                  <a:pt x="14878" y="53476"/>
                  <a:pt x="14996" y="53447"/>
                  <a:pt x="15084" y="53402"/>
                </a:cubicBezTo>
                <a:close/>
                <a:moveTo>
                  <a:pt x="14069" y="53520"/>
                </a:moveTo>
                <a:lnTo>
                  <a:pt x="14069" y="53520"/>
                </a:lnTo>
                <a:cubicBezTo>
                  <a:pt x="14040" y="53608"/>
                  <a:pt x="13995" y="53697"/>
                  <a:pt x="13981" y="53770"/>
                </a:cubicBezTo>
                <a:cubicBezTo>
                  <a:pt x="13892" y="53814"/>
                  <a:pt x="13819" y="53859"/>
                  <a:pt x="13716" y="53903"/>
                </a:cubicBezTo>
                <a:cubicBezTo>
                  <a:pt x="13760" y="53814"/>
                  <a:pt x="13789" y="53741"/>
                  <a:pt x="13833" y="53638"/>
                </a:cubicBezTo>
                <a:cubicBezTo>
                  <a:pt x="13907" y="53608"/>
                  <a:pt x="13995" y="53550"/>
                  <a:pt x="14069" y="53520"/>
                </a:cubicBezTo>
                <a:close/>
                <a:moveTo>
                  <a:pt x="27005" y="46868"/>
                </a:moveTo>
                <a:cubicBezTo>
                  <a:pt x="27005" y="46927"/>
                  <a:pt x="27019" y="46986"/>
                  <a:pt x="27019" y="47015"/>
                </a:cubicBezTo>
                <a:cubicBezTo>
                  <a:pt x="27034" y="47030"/>
                  <a:pt x="27034" y="47060"/>
                  <a:pt x="27034" y="47089"/>
                </a:cubicBezTo>
                <a:cubicBezTo>
                  <a:pt x="26710" y="48237"/>
                  <a:pt x="26122" y="49429"/>
                  <a:pt x="25180" y="50665"/>
                </a:cubicBezTo>
                <a:cubicBezTo>
                  <a:pt x="23679" y="52622"/>
                  <a:pt x="21412" y="52976"/>
                  <a:pt x="18764" y="53358"/>
                </a:cubicBezTo>
                <a:cubicBezTo>
                  <a:pt x="17822" y="53505"/>
                  <a:pt x="16850" y="53653"/>
                  <a:pt x="15864" y="53903"/>
                </a:cubicBezTo>
                <a:cubicBezTo>
                  <a:pt x="15864" y="53785"/>
                  <a:pt x="15879" y="53653"/>
                  <a:pt x="15894" y="53550"/>
                </a:cubicBezTo>
                <a:cubicBezTo>
                  <a:pt x="16939" y="53270"/>
                  <a:pt x="17969" y="53093"/>
                  <a:pt x="18940" y="52917"/>
                </a:cubicBezTo>
                <a:cubicBezTo>
                  <a:pt x="21516" y="52505"/>
                  <a:pt x="23723" y="52122"/>
                  <a:pt x="25239" y="50180"/>
                </a:cubicBezTo>
                <a:cubicBezTo>
                  <a:pt x="26107" y="49046"/>
                  <a:pt x="26666" y="47943"/>
                  <a:pt x="27005" y="46868"/>
                </a:cubicBezTo>
                <a:close/>
                <a:moveTo>
                  <a:pt x="13524" y="53564"/>
                </a:moveTo>
                <a:lnTo>
                  <a:pt x="13524" y="53564"/>
                </a:lnTo>
                <a:cubicBezTo>
                  <a:pt x="13480" y="53653"/>
                  <a:pt x="13451" y="53741"/>
                  <a:pt x="13407" y="53785"/>
                </a:cubicBezTo>
                <a:cubicBezTo>
                  <a:pt x="13333" y="53829"/>
                  <a:pt x="13289" y="53888"/>
                  <a:pt x="13215" y="53917"/>
                </a:cubicBezTo>
                <a:cubicBezTo>
                  <a:pt x="13245" y="53844"/>
                  <a:pt x="13289" y="53785"/>
                  <a:pt x="13318" y="53711"/>
                </a:cubicBezTo>
                <a:cubicBezTo>
                  <a:pt x="13392" y="53653"/>
                  <a:pt x="13451" y="53623"/>
                  <a:pt x="13524" y="53564"/>
                </a:cubicBezTo>
                <a:close/>
                <a:moveTo>
                  <a:pt x="14687" y="53550"/>
                </a:moveTo>
                <a:lnTo>
                  <a:pt x="14687" y="53550"/>
                </a:lnTo>
                <a:cubicBezTo>
                  <a:pt x="14658" y="53667"/>
                  <a:pt x="14628" y="53756"/>
                  <a:pt x="14613" y="53859"/>
                </a:cubicBezTo>
                <a:cubicBezTo>
                  <a:pt x="14510" y="53903"/>
                  <a:pt x="14422" y="53932"/>
                  <a:pt x="14319" y="53976"/>
                </a:cubicBezTo>
                <a:cubicBezTo>
                  <a:pt x="14334" y="53859"/>
                  <a:pt x="14363" y="53770"/>
                  <a:pt x="14407" y="53682"/>
                </a:cubicBezTo>
                <a:cubicBezTo>
                  <a:pt x="14496" y="53638"/>
                  <a:pt x="14584" y="53608"/>
                  <a:pt x="14687" y="53550"/>
                </a:cubicBezTo>
                <a:close/>
                <a:moveTo>
                  <a:pt x="15820" y="53564"/>
                </a:moveTo>
                <a:lnTo>
                  <a:pt x="15820" y="53564"/>
                </a:lnTo>
                <a:cubicBezTo>
                  <a:pt x="15806" y="53682"/>
                  <a:pt x="15806" y="53814"/>
                  <a:pt x="15806" y="53917"/>
                </a:cubicBezTo>
                <a:cubicBezTo>
                  <a:pt x="15673" y="53932"/>
                  <a:pt x="15570" y="53976"/>
                  <a:pt x="15452" y="54006"/>
                </a:cubicBezTo>
                <a:cubicBezTo>
                  <a:pt x="15467" y="53903"/>
                  <a:pt x="15467" y="53770"/>
                  <a:pt x="15496" y="53667"/>
                </a:cubicBezTo>
                <a:cubicBezTo>
                  <a:pt x="15599" y="53623"/>
                  <a:pt x="15717" y="53608"/>
                  <a:pt x="15820" y="53564"/>
                </a:cubicBezTo>
                <a:close/>
                <a:moveTo>
                  <a:pt x="12965" y="53859"/>
                </a:moveTo>
                <a:cubicBezTo>
                  <a:pt x="12951" y="53888"/>
                  <a:pt x="12936" y="53917"/>
                  <a:pt x="12921" y="53932"/>
                </a:cubicBezTo>
                <a:cubicBezTo>
                  <a:pt x="12877" y="53976"/>
                  <a:pt x="12818" y="54006"/>
                  <a:pt x="12789" y="54050"/>
                </a:cubicBezTo>
                <a:cubicBezTo>
                  <a:pt x="12803" y="54020"/>
                  <a:pt x="12818" y="54006"/>
                  <a:pt x="12847" y="53976"/>
                </a:cubicBezTo>
                <a:cubicBezTo>
                  <a:pt x="12877" y="53932"/>
                  <a:pt x="12936" y="53903"/>
                  <a:pt x="12965" y="53859"/>
                </a:cubicBezTo>
                <a:close/>
                <a:moveTo>
                  <a:pt x="13716" y="53697"/>
                </a:moveTo>
                <a:lnTo>
                  <a:pt x="13716" y="53697"/>
                </a:lnTo>
                <a:cubicBezTo>
                  <a:pt x="13686" y="53785"/>
                  <a:pt x="13657" y="53888"/>
                  <a:pt x="13613" y="53962"/>
                </a:cubicBezTo>
                <a:cubicBezTo>
                  <a:pt x="13539" y="53991"/>
                  <a:pt x="13451" y="54050"/>
                  <a:pt x="13377" y="54079"/>
                </a:cubicBezTo>
                <a:cubicBezTo>
                  <a:pt x="13407" y="54006"/>
                  <a:pt x="13451" y="53917"/>
                  <a:pt x="13480" y="53844"/>
                </a:cubicBezTo>
                <a:cubicBezTo>
                  <a:pt x="13554" y="53785"/>
                  <a:pt x="13657" y="53756"/>
                  <a:pt x="13716" y="53697"/>
                </a:cubicBezTo>
                <a:close/>
                <a:moveTo>
                  <a:pt x="14319" y="53711"/>
                </a:moveTo>
                <a:cubicBezTo>
                  <a:pt x="14275" y="53814"/>
                  <a:pt x="14260" y="53917"/>
                  <a:pt x="14246" y="54006"/>
                </a:cubicBezTo>
                <a:cubicBezTo>
                  <a:pt x="14143" y="54050"/>
                  <a:pt x="14054" y="54079"/>
                  <a:pt x="13951" y="54123"/>
                </a:cubicBezTo>
                <a:cubicBezTo>
                  <a:pt x="13981" y="54035"/>
                  <a:pt x="13995" y="53932"/>
                  <a:pt x="14040" y="53829"/>
                </a:cubicBezTo>
                <a:lnTo>
                  <a:pt x="14319" y="53711"/>
                </a:lnTo>
                <a:close/>
                <a:moveTo>
                  <a:pt x="15393" y="53682"/>
                </a:moveTo>
                <a:lnTo>
                  <a:pt x="15393" y="53682"/>
                </a:lnTo>
                <a:cubicBezTo>
                  <a:pt x="15379" y="53785"/>
                  <a:pt x="15364" y="53903"/>
                  <a:pt x="15364" y="54020"/>
                </a:cubicBezTo>
                <a:cubicBezTo>
                  <a:pt x="15246" y="54065"/>
                  <a:pt x="15143" y="54079"/>
                  <a:pt x="15026" y="54123"/>
                </a:cubicBezTo>
                <a:cubicBezTo>
                  <a:pt x="15055" y="54006"/>
                  <a:pt x="15070" y="53903"/>
                  <a:pt x="15084" y="53770"/>
                </a:cubicBezTo>
                <a:cubicBezTo>
                  <a:pt x="15187" y="53741"/>
                  <a:pt x="15305" y="53697"/>
                  <a:pt x="15393" y="53682"/>
                </a:cubicBezTo>
                <a:close/>
                <a:moveTo>
                  <a:pt x="13157" y="53859"/>
                </a:moveTo>
                <a:cubicBezTo>
                  <a:pt x="13112" y="53917"/>
                  <a:pt x="13098" y="53976"/>
                  <a:pt x="13054" y="54020"/>
                </a:cubicBezTo>
                <a:cubicBezTo>
                  <a:pt x="13009" y="54065"/>
                  <a:pt x="12936" y="54123"/>
                  <a:pt x="12877" y="54153"/>
                </a:cubicBezTo>
                <a:cubicBezTo>
                  <a:pt x="12921" y="54094"/>
                  <a:pt x="12936" y="54050"/>
                  <a:pt x="12965" y="54006"/>
                </a:cubicBezTo>
                <a:cubicBezTo>
                  <a:pt x="13039" y="53962"/>
                  <a:pt x="13098" y="53903"/>
                  <a:pt x="13157" y="53859"/>
                </a:cubicBezTo>
                <a:close/>
                <a:moveTo>
                  <a:pt x="14996" y="53814"/>
                </a:moveTo>
                <a:lnTo>
                  <a:pt x="14937" y="54138"/>
                </a:lnTo>
                <a:cubicBezTo>
                  <a:pt x="14849" y="54182"/>
                  <a:pt x="14731" y="54212"/>
                  <a:pt x="14628" y="54256"/>
                </a:cubicBezTo>
                <a:lnTo>
                  <a:pt x="14672" y="53917"/>
                </a:lnTo>
                <a:cubicBezTo>
                  <a:pt x="14790" y="53888"/>
                  <a:pt x="14878" y="53844"/>
                  <a:pt x="14996" y="53814"/>
                </a:cubicBezTo>
                <a:close/>
                <a:moveTo>
                  <a:pt x="13363" y="53932"/>
                </a:moveTo>
                <a:lnTo>
                  <a:pt x="13245" y="54153"/>
                </a:lnTo>
                <a:cubicBezTo>
                  <a:pt x="13171" y="54197"/>
                  <a:pt x="13098" y="54241"/>
                  <a:pt x="13009" y="54285"/>
                </a:cubicBezTo>
                <a:lnTo>
                  <a:pt x="13112" y="54065"/>
                </a:lnTo>
                <a:cubicBezTo>
                  <a:pt x="13215" y="54020"/>
                  <a:pt x="13289" y="53976"/>
                  <a:pt x="13363" y="53932"/>
                </a:cubicBezTo>
                <a:close/>
                <a:moveTo>
                  <a:pt x="13951" y="53888"/>
                </a:moveTo>
                <a:cubicBezTo>
                  <a:pt x="13907" y="53976"/>
                  <a:pt x="13878" y="54065"/>
                  <a:pt x="13848" y="54153"/>
                </a:cubicBezTo>
                <a:cubicBezTo>
                  <a:pt x="13760" y="54197"/>
                  <a:pt x="13672" y="54227"/>
                  <a:pt x="13583" y="54285"/>
                </a:cubicBezTo>
                <a:lnTo>
                  <a:pt x="13686" y="54006"/>
                </a:lnTo>
                <a:cubicBezTo>
                  <a:pt x="13775" y="53976"/>
                  <a:pt x="13878" y="53917"/>
                  <a:pt x="13951" y="53888"/>
                </a:cubicBezTo>
                <a:close/>
                <a:moveTo>
                  <a:pt x="12568" y="54197"/>
                </a:moveTo>
                <a:cubicBezTo>
                  <a:pt x="12553" y="54212"/>
                  <a:pt x="12553" y="54227"/>
                  <a:pt x="12524" y="54256"/>
                </a:cubicBezTo>
                <a:cubicBezTo>
                  <a:pt x="12509" y="54271"/>
                  <a:pt x="12494" y="54285"/>
                  <a:pt x="12450" y="54300"/>
                </a:cubicBezTo>
                <a:cubicBezTo>
                  <a:pt x="12494" y="54285"/>
                  <a:pt x="12509" y="54271"/>
                  <a:pt x="12509" y="54256"/>
                </a:cubicBezTo>
                <a:lnTo>
                  <a:pt x="12568" y="54197"/>
                </a:lnTo>
                <a:close/>
                <a:moveTo>
                  <a:pt x="27075" y="47307"/>
                </a:moveTo>
                <a:lnTo>
                  <a:pt x="27075" y="47307"/>
                </a:lnTo>
                <a:cubicBezTo>
                  <a:pt x="27064" y="47345"/>
                  <a:pt x="27065" y="47371"/>
                  <a:pt x="27078" y="47398"/>
                </a:cubicBezTo>
                <a:lnTo>
                  <a:pt x="27078" y="47457"/>
                </a:lnTo>
                <a:lnTo>
                  <a:pt x="27078" y="47531"/>
                </a:lnTo>
                <a:cubicBezTo>
                  <a:pt x="26769" y="48664"/>
                  <a:pt x="26195" y="49885"/>
                  <a:pt x="25195" y="51195"/>
                </a:cubicBezTo>
                <a:cubicBezTo>
                  <a:pt x="23649" y="53211"/>
                  <a:pt x="21324" y="53535"/>
                  <a:pt x="18616" y="53903"/>
                </a:cubicBezTo>
                <a:cubicBezTo>
                  <a:pt x="17733" y="54020"/>
                  <a:pt x="16821" y="54138"/>
                  <a:pt x="15879" y="54344"/>
                </a:cubicBezTo>
                <a:cubicBezTo>
                  <a:pt x="15879" y="54212"/>
                  <a:pt x="15879" y="54094"/>
                  <a:pt x="15894" y="53976"/>
                </a:cubicBezTo>
                <a:cubicBezTo>
                  <a:pt x="16880" y="53726"/>
                  <a:pt x="17881" y="53579"/>
                  <a:pt x="18822" y="53432"/>
                </a:cubicBezTo>
                <a:cubicBezTo>
                  <a:pt x="21471" y="53034"/>
                  <a:pt x="23752" y="52681"/>
                  <a:pt x="25268" y="50695"/>
                </a:cubicBezTo>
                <a:cubicBezTo>
                  <a:pt x="26148" y="49536"/>
                  <a:pt x="26736" y="48393"/>
                  <a:pt x="27075" y="47307"/>
                </a:cubicBezTo>
                <a:close/>
                <a:moveTo>
                  <a:pt x="14584" y="53962"/>
                </a:moveTo>
                <a:cubicBezTo>
                  <a:pt x="14569" y="54065"/>
                  <a:pt x="14555" y="54182"/>
                  <a:pt x="14525" y="54271"/>
                </a:cubicBezTo>
                <a:cubicBezTo>
                  <a:pt x="14422" y="54300"/>
                  <a:pt x="14334" y="54344"/>
                  <a:pt x="14216" y="54374"/>
                </a:cubicBezTo>
                <a:cubicBezTo>
                  <a:pt x="14246" y="54271"/>
                  <a:pt x="14275" y="54182"/>
                  <a:pt x="14290" y="54065"/>
                </a:cubicBezTo>
                <a:cubicBezTo>
                  <a:pt x="14393" y="54035"/>
                  <a:pt x="14496" y="53991"/>
                  <a:pt x="14584" y="53962"/>
                </a:cubicBezTo>
                <a:close/>
                <a:moveTo>
                  <a:pt x="12789" y="54153"/>
                </a:moveTo>
                <a:lnTo>
                  <a:pt x="12789" y="54153"/>
                </a:lnTo>
                <a:cubicBezTo>
                  <a:pt x="12774" y="54197"/>
                  <a:pt x="12730" y="54227"/>
                  <a:pt x="12715" y="54285"/>
                </a:cubicBezTo>
                <a:cubicBezTo>
                  <a:pt x="12656" y="54330"/>
                  <a:pt x="12583" y="54374"/>
                  <a:pt x="12524" y="54418"/>
                </a:cubicBezTo>
                <a:cubicBezTo>
                  <a:pt x="12538" y="54374"/>
                  <a:pt x="12583" y="54344"/>
                  <a:pt x="12597" y="54300"/>
                </a:cubicBezTo>
                <a:cubicBezTo>
                  <a:pt x="12671" y="54256"/>
                  <a:pt x="12730" y="54197"/>
                  <a:pt x="12789" y="54153"/>
                </a:cubicBezTo>
                <a:close/>
                <a:moveTo>
                  <a:pt x="15806" y="53991"/>
                </a:moveTo>
                <a:lnTo>
                  <a:pt x="15806" y="54359"/>
                </a:lnTo>
                <a:cubicBezTo>
                  <a:pt x="15673" y="54374"/>
                  <a:pt x="15570" y="54418"/>
                  <a:pt x="15438" y="54433"/>
                </a:cubicBezTo>
                <a:cubicBezTo>
                  <a:pt x="15423" y="54359"/>
                  <a:pt x="15423" y="54271"/>
                  <a:pt x="15438" y="54197"/>
                </a:cubicBezTo>
                <a:cubicBezTo>
                  <a:pt x="15438" y="54153"/>
                  <a:pt x="15438" y="54123"/>
                  <a:pt x="15452" y="54079"/>
                </a:cubicBezTo>
                <a:cubicBezTo>
                  <a:pt x="15555" y="54050"/>
                  <a:pt x="15688" y="54020"/>
                  <a:pt x="15806" y="53991"/>
                </a:cubicBezTo>
                <a:close/>
                <a:moveTo>
                  <a:pt x="13554" y="54065"/>
                </a:moveTo>
                <a:lnTo>
                  <a:pt x="13554" y="54065"/>
                </a:lnTo>
                <a:cubicBezTo>
                  <a:pt x="13524" y="54153"/>
                  <a:pt x="13480" y="54256"/>
                  <a:pt x="13466" y="54330"/>
                </a:cubicBezTo>
                <a:cubicBezTo>
                  <a:pt x="13377" y="54359"/>
                  <a:pt x="13289" y="54418"/>
                  <a:pt x="13201" y="54447"/>
                </a:cubicBezTo>
                <a:cubicBezTo>
                  <a:pt x="13245" y="54359"/>
                  <a:pt x="13289" y="54285"/>
                  <a:pt x="13318" y="54197"/>
                </a:cubicBezTo>
                <a:cubicBezTo>
                  <a:pt x="13392" y="54182"/>
                  <a:pt x="13480" y="54123"/>
                  <a:pt x="13554" y="54065"/>
                </a:cubicBezTo>
                <a:close/>
                <a:moveTo>
                  <a:pt x="12980" y="54197"/>
                </a:moveTo>
                <a:cubicBezTo>
                  <a:pt x="12951" y="54256"/>
                  <a:pt x="12921" y="54300"/>
                  <a:pt x="12892" y="54374"/>
                </a:cubicBezTo>
                <a:cubicBezTo>
                  <a:pt x="12818" y="54418"/>
                  <a:pt x="12744" y="54477"/>
                  <a:pt x="12671" y="54521"/>
                </a:cubicBezTo>
                <a:cubicBezTo>
                  <a:pt x="12715" y="54477"/>
                  <a:pt x="12744" y="54403"/>
                  <a:pt x="12789" y="54344"/>
                </a:cubicBezTo>
                <a:cubicBezTo>
                  <a:pt x="12862" y="54285"/>
                  <a:pt x="12936" y="54227"/>
                  <a:pt x="12980" y="54197"/>
                </a:cubicBezTo>
                <a:close/>
                <a:moveTo>
                  <a:pt x="14201" y="54109"/>
                </a:moveTo>
                <a:lnTo>
                  <a:pt x="14201" y="54109"/>
                </a:lnTo>
                <a:cubicBezTo>
                  <a:pt x="14187" y="54212"/>
                  <a:pt x="14143" y="54300"/>
                  <a:pt x="14128" y="54418"/>
                </a:cubicBezTo>
                <a:cubicBezTo>
                  <a:pt x="14025" y="54447"/>
                  <a:pt x="13922" y="54491"/>
                  <a:pt x="13819" y="54521"/>
                </a:cubicBezTo>
                <a:cubicBezTo>
                  <a:pt x="13848" y="54418"/>
                  <a:pt x="13892" y="54330"/>
                  <a:pt x="13907" y="54227"/>
                </a:cubicBezTo>
                <a:cubicBezTo>
                  <a:pt x="13995" y="54197"/>
                  <a:pt x="14113" y="54138"/>
                  <a:pt x="14201" y="54109"/>
                </a:cubicBezTo>
                <a:close/>
                <a:moveTo>
                  <a:pt x="15349" y="54094"/>
                </a:moveTo>
                <a:lnTo>
                  <a:pt x="15349" y="54168"/>
                </a:lnTo>
                <a:cubicBezTo>
                  <a:pt x="15349" y="54271"/>
                  <a:pt x="15320" y="54359"/>
                  <a:pt x="15320" y="54447"/>
                </a:cubicBezTo>
                <a:cubicBezTo>
                  <a:pt x="15217" y="54491"/>
                  <a:pt x="15099" y="54521"/>
                  <a:pt x="14981" y="54550"/>
                </a:cubicBezTo>
                <a:lnTo>
                  <a:pt x="14981" y="54433"/>
                </a:lnTo>
                <a:cubicBezTo>
                  <a:pt x="14981" y="54359"/>
                  <a:pt x="14996" y="54271"/>
                  <a:pt x="15011" y="54197"/>
                </a:cubicBezTo>
                <a:cubicBezTo>
                  <a:pt x="15129" y="54153"/>
                  <a:pt x="15232" y="54123"/>
                  <a:pt x="15349" y="54094"/>
                </a:cubicBezTo>
                <a:close/>
                <a:moveTo>
                  <a:pt x="14937" y="54212"/>
                </a:moveTo>
                <a:cubicBezTo>
                  <a:pt x="14937" y="54285"/>
                  <a:pt x="14923" y="54359"/>
                  <a:pt x="14923" y="54433"/>
                </a:cubicBezTo>
                <a:cubicBezTo>
                  <a:pt x="14923" y="54462"/>
                  <a:pt x="14923" y="54521"/>
                  <a:pt x="14908" y="54565"/>
                </a:cubicBezTo>
                <a:cubicBezTo>
                  <a:pt x="14790" y="54594"/>
                  <a:pt x="14687" y="54624"/>
                  <a:pt x="14555" y="54653"/>
                </a:cubicBezTo>
                <a:cubicBezTo>
                  <a:pt x="14569" y="54565"/>
                  <a:pt x="14584" y="54447"/>
                  <a:pt x="14613" y="54330"/>
                </a:cubicBezTo>
                <a:lnTo>
                  <a:pt x="14937" y="54212"/>
                </a:lnTo>
                <a:close/>
                <a:moveTo>
                  <a:pt x="12406" y="54462"/>
                </a:moveTo>
                <a:cubicBezTo>
                  <a:pt x="12377" y="54506"/>
                  <a:pt x="12362" y="54521"/>
                  <a:pt x="12347" y="54565"/>
                </a:cubicBezTo>
                <a:cubicBezTo>
                  <a:pt x="12303" y="54594"/>
                  <a:pt x="12259" y="54639"/>
                  <a:pt x="12215" y="54668"/>
                </a:cubicBezTo>
                <a:cubicBezTo>
                  <a:pt x="12229" y="54639"/>
                  <a:pt x="12259" y="54624"/>
                  <a:pt x="12274" y="54580"/>
                </a:cubicBezTo>
                <a:cubicBezTo>
                  <a:pt x="12303" y="54550"/>
                  <a:pt x="12362" y="54506"/>
                  <a:pt x="12406" y="54462"/>
                </a:cubicBezTo>
                <a:close/>
                <a:moveTo>
                  <a:pt x="13186" y="54285"/>
                </a:moveTo>
                <a:lnTo>
                  <a:pt x="13186" y="54285"/>
                </a:lnTo>
                <a:cubicBezTo>
                  <a:pt x="13157" y="54359"/>
                  <a:pt x="13112" y="54447"/>
                  <a:pt x="13098" y="54521"/>
                </a:cubicBezTo>
                <a:cubicBezTo>
                  <a:pt x="13009" y="54565"/>
                  <a:pt x="12936" y="54624"/>
                  <a:pt x="12833" y="54668"/>
                </a:cubicBezTo>
                <a:cubicBezTo>
                  <a:pt x="12877" y="54594"/>
                  <a:pt x="12921" y="54506"/>
                  <a:pt x="12951" y="54433"/>
                </a:cubicBezTo>
                <a:cubicBezTo>
                  <a:pt x="13024" y="54374"/>
                  <a:pt x="13112" y="54330"/>
                  <a:pt x="13186" y="54285"/>
                </a:cubicBezTo>
                <a:close/>
                <a:moveTo>
                  <a:pt x="13819" y="54271"/>
                </a:moveTo>
                <a:cubicBezTo>
                  <a:pt x="13775" y="54359"/>
                  <a:pt x="13760" y="54477"/>
                  <a:pt x="13745" y="54565"/>
                </a:cubicBezTo>
                <a:cubicBezTo>
                  <a:pt x="13657" y="54594"/>
                  <a:pt x="13539" y="54639"/>
                  <a:pt x="13451" y="54697"/>
                </a:cubicBezTo>
                <a:cubicBezTo>
                  <a:pt x="13480" y="54594"/>
                  <a:pt x="13510" y="54506"/>
                  <a:pt x="13539" y="54388"/>
                </a:cubicBezTo>
                <a:cubicBezTo>
                  <a:pt x="13627" y="54359"/>
                  <a:pt x="13730" y="54300"/>
                  <a:pt x="13819" y="54271"/>
                </a:cubicBezTo>
                <a:close/>
                <a:moveTo>
                  <a:pt x="12597" y="54447"/>
                </a:moveTo>
                <a:lnTo>
                  <a:pt x="12597" y="54447"/>
                </a:lnTo>
                <a:cubicBezTo>
                  <a:pt x="12568" y="54506"/>
                  <a:pt x="12553" y="54565"/>
                  <a:pt x="12509" y="54624"/>
                </a:cubicBezTo>
                <a:cubicBezTo>
                  <a:pt x="12435" y="54668"/>
                  <a:pt x="12362" y="54712"/>
                  <a:pt x="12303" y="54771"/>
                </a:cubicBezTo>
                <a:cubicBezTo>
                  <a:pt x="12347" y="54712"/>
                  <a:pt x="12362" y="54668"/>
                  <a:pt x="12406" y="54624"/>
                </a:cubicBezTo>
                <a:cubicBezTo>
                  <a:pt x="12435" y="54580"/>
                  <a:pt x="12494" y="54550"/>
                  <a:pt x="12524" y="54506"/>
                </a:cubicBezTo>
                <a:cubicBezTo>
                  <a:pt x="12553" y="54491"/>
                  <a:pt x="12583" y="54477"/>
                  <a:pt x="12597" y="54447"/>
                </a:cubicBezTo>
                <a:close/>
                <a:moveTo>
                  <a:pt x="14510" y="54359"/>
                </a:moveTo>
                <a:lnTo>
                  <a:pt x="14466" y="54697"/>
                </a:lnTo>
                <a:lnTo>
                  <a:pt x="14128" y="54800"/>
                </a:lnTo>
                <a:cubicBezTo>
                  <a:pt x="14157" y="54697"/>
                  <a:pt x="14187" y="54580"/>
                  <a:pt x="14201" y="54477"/>
                </a:cubicBezTo>
                <a:cubicBezTo>
                  <a:pt x="14304" y="54433"/>
                  <a:pt x="14422" y="54403"/>
                  <a:pt x="14510" y="54359"/>
                </a:cubicBezTo>
                <a:close/>
                <a:moveTo>
                  <a:pt x="27078" y="47737"/>
                </a:moveTo>
                <a:cubicBezTo>
                  <a:pt x="27122" y="47766"/>
                  <a:pt x="27122" y="47766"/>
                  <a:pt x="27122" y="47795"/>
                </a:cubicBezTo>
                <a:lnTo>
                  <a:pt x="27122" y="47810"/>
                </a:lnTo>
                <a:lnTo>
                  <a:pt x="27122" y="47854"/>
                </a:lnTo>
                <a:lnTo>
                  <a:pt x="27122" y="47869"/>
                </a:lnTo>
                <a:lnTo>
                  <a:pt x="27122" y="47898"/>
                </a:lnTo>
                <a:lnTo>
                  <a:pt x="27122" y="47928"/>
                </a:lnTo>
                <a:lnTo>
                  <a:pt x="27122" y="47943"/>
                </a:lnTo>
                <a:lnTo>
                  <a:pt x="27122" y="47957"/>
                </a:lnTo>
                <a:cubicBezTo>
                  <a:pt x="26828" y="49105"/>
                  <a:pt x="26210" y="50371"/>
                  <a:pt x="25180" y="51725"/>
                </a:cubicBezTo>
                <a:cubicBezTo>
                  <a:pt x="23620" y="53785"/>
                  <a:pt x="21192" y="54109"/>
                  <a:pt x="18410" y="54433"/>
                </a:cubicBezTo>
                <a:cubicBezTo>
                  <a:pt x="17586" y="54550"/>
                  <a:pt x="16718" y="54639"/>
                  <a:pt x="15864" y="54800"/>
                </a:cubicBezTo>
                <a:cubicBezTo>
                  <a:pt x="15864" y="54668"/>
                  <a:pt x="15864" y="54550"/>
                  <a:pt x="15835" y="54418"/>
                </a:cubicBezTo>
                <a:cubicBezTo>
                  <a:pt x="16777" y="54212"/>
                  <a:pt x="17719" y="54079"/>
                  <a:pt x="18602" y="53976"/>
                </a:cubicBezTo>
                <a:cubicBezTo>
                  <a:pt x="21324" y="53608"/>
                  <a:pt x="23694" y="53270"/>
                  <a:pt x="25239" y="51239"/>
                </a:cubicBezTo>
                <a:cubicBezTo>
                  <a:pt x="26195" y="49988"/>
                  <a:pt x="26769" y="48826"/>
                  <a:pt x="27078" y="47737"/>
                </a:cubicBezTo>
                <a:close/>
                <a:moveTo>
                  <a:pt x="13421" y="54447"/>
                </a:moveTo>
                <a:cubicBezTo>
                  <a:pt x="13392" y="54550"/>
                  <a:pt x="13377" y="54639"/>
                  <a:pt x="13333" y="54727"/>
                </a:cubicBezTo>
                <a:cubicBezTo>
                  <a:pt x="13245" y="54771"/>
                  <a:pt x="13157" y="54815"/>
                  <a:pt x="13054" y="54859"/>
                </a:cubicBezTo>
                <a:cubicBezTo>
                  <a:pt x="13098" y="54771"/>
                  <a:pt x="13142" y="54668"/>
                  <a:pt x="13157" y="54580"/>
                </a:cubicBezTo>
                <a:cubicBezTo>
                  <a:pt x="13245" y="54550"/>
                  <a:pt x="13333" y="54491"/>
                  <a:pt x="13421" y="54447"/>
                </a:cubicBezTo>
                <a:close/>
                <a:moveTo>
                  <a:pt x="12818" y="54506"/>
                </a:moveTo>
                <a:lnTo>
                  <a:pt x="12818" y="54506"/>
                </a:lnTo>
                <a:cubicBezTo>
                  <a:pt x="12789" y="54580"/>
                  <a:pt x="12744" y="54653"/>
                  <a:pt x="12730" y="54727"/>
                </a:cubicBezTo>
                <a:cubicBezTo>
                  <a:pt x="12656" y="54786"/>
                  <a:pt x="12568" y="54815"/>
                  <a:pt x="12494" y="54874"/>
                </a:cubicBezTo>
                <a:cubicBezTo>
                  <a:pt x="12524" y="54800"/>
                  <a:pt x="12568" y="54727"/>
                  <a:pt x="12597" y="54668"/>
                </a:cubicBezTo>
                <a:cubicBezTo>
                  <a:pt x="12656" y="54624"/>
                  <a:pt x="12744" y="54565"/>
                  <a:pt x="12818" y="54506"/>
                </a:cubicBezTo>
                <a:close/>
                <a:moveTo>
                  <a:pt x="15761" y="54447"/>
                </a:moveTo>
                <a:cubicBezTo>
                  <a:pt x="15791" y="54580"/>
                  <a:pt x="15791" y="54697"/>
                  <a:pt x="15791" y="54815"/>
                </a:cubicBezTo>
                <a:cubicBezTo>
                  <a:pt x="15658" y="54845"/>
                  <a:pt x="15526" y="54874"/>
                  <a:pt x="15393" y="54889"/>
                </a:cubicBezTo>
                <a:lnTo>
                  <a:pt x="15393" y="54521"/>
                </a:lnTo>
                <a:cubicBezTo>
                  <a:pt x="15526" y="54491"/>
                  <a:pt x="15644" y="54462"/>
                  <a:pt x="15761" y="54447"/>
                </a:cubicBezTo>
                <a:close/>
                <a:moveTo>
                  <a:pt x="12009" y="54800"/>
                </a:moveTo>
                <a:lnTo>
                  <a:pt x="12009" y="54800"/>
                </a:lnTo>
                <a:cubicBezTo>
                  <a:pt x="11994" y="54815"/>
                  <a:pt x="11994" y="54845"/>
                  <a:pt x="11979" y="54859"/>
                </a:cubicBezTo>
                <a:cubicBezTo>
                  <a:pt x="11935" y="54874"/>
                  <a:pt x="11906" y="54918"/>
                  <a:pt x="11891" y="54933"/>
                </a:cubicBezTo>
                <a:lnTo>
                  <a:pt x="11891" y="54933"/>
                </a:lnTo>
                <a:cubicBezTo>
                  <a:pt x="11906" y="54918"/>
                  <a:pt x="11920" y="54889"/>
                  <a:pt x="11920" y="54874"/>
                </a:cubicBezTo>
                <a:cubicBezTo>
                  <a:pt x="11965" y="54859"/>
                  <a:pt x="11979" y="54815"/>
                  <a:pt x="12009" y="54800"/>
                </a:cubicBezTo>
                <a:close/>
                <a:moveTo>
                  <a:pt x="14113" y="54506"/>
                </a:moveTo>
                <a:lnTo>
                  <a:pt x="14113" y="54506"/>
                </a:lnTo>
                <a:cubicBezTo>
                  <a:pt x="14098" y="54624"/>
                  <a:pt x="14069" y="54727"/>
                  <a:pt x="14054" y="54815"/>
                </a:cubicBezTo>
                <a:lnTo>
                  <a:pt x="13730" y="54933"/>
                </a:lnTo>
                <a:cubicBezTo>
                  <a:pt x="13745" y="54815"/>
                  <a:pt x="13775" y="54727"/>
                  <a:pt x="13789" y="54624"/>
                </a:cubicBezTo>
                <a:cubicBezTo>
                  <a:pt x="13907" y="54580"/>
                  <a:pt x="13995" y="54550"/>
                  <a:pt x="14113" y="54506"/>
                </a:cubicBezTo>
                <a:close/>
                <a:moveTo>
                  <a:pt x="15320" y="54550"/>
                </a:moveTo>
                <a:lnTo>
                  <a:pt x="15320" y="54918"/>
                </a:lnTo>
                <a:cubicBezTo>
                  <a:pt x="15202" y="54933"/>
                  <a:pt x="15084" y="54962"/>
                  <a:pt x="14952" y="54992"/>
                </a:cubicBezTo>
                <a:cubicBezTo>
                  <a:pt x="14952" y="54874"/>
                  <a:pt x="14981" y="54771"/>
                  <a:pt x="14981" y="54639"/>
                </a:cubicBezTo>
                <a:cubicBezTo>
                  <a:pt x="15084" y="54594"/>
                  <a:pt x="15217" y="54580"/>
                  <a:pt x="15320" y="54550"/>
                </a:cubicBezTo>
                <a:close/>
                <a:moveTo>
                  <a:pt x="12215" y="54742"/>
                </a:moveTo>
                <a:cubicBezTo>
                  <a:pt x="12200" y="54800"/>
                  <a:pt x="12185" y="54845"/>
                  <a:pt x="12141" y="54889"/>
                </a:cubicBezTo>
                <a:cubicBezTo>
                  <a:pt x="12097" y="54918"/>
                  <a:pt x="12082" y="54933"/>
                  <a:pt x="12053" y="54948"/>
                </a:cubicBezTo>
                <a:cubicBezTo>
                  <a:pt x="12009" y="54962"/>
                  <a:pt x="11979" y="55006"/>
                  <a:pt x="11935" y="55021"/>
                </a:cubicBezTo>
                <a:cubicBezTo>
                  <a:pt x="11950" y="54992"/>
                  <a:pt x="11994" y="54948"/>
                  <a:pt x="12038" y="54889"/>
                </a:cubicBezTo>
                <a:cubicBezTo>
                  <a:pt x="12082" y="54845"/>
                  <a:pt x="12141" y="54800"/>
                  <a:pt x="12215" y="54742"/>
                </a:cubicBezTo>
                <a:close/>
                <a:moveTo>
                  <a:pt x="13039" y="54639"/>
                </a:moveTo>
                <a:lnTo>
                  <a:pt x="13039" y="54639"/>
                </a:lnTo>
                <a:cubicBezTo>
                  <a:pt x="13024" y="54727"/>
                  <a:pt x="12995" y="54815"/>
                  <a:pt x="12951" y="54918"/>
                </a:cubicBezTo>
                <a:cubicBezTo>
                  <a:pt x="12862" y="54948"/>
                  <a:pt x="12774" y="55006"/>
                  <a:pt x="12671" y="55036"/>
                </a:cubicBezTo>
                <a:cubicBezTo>
                  <a:pt x="12715" y="54948"/>
                  <a:pt x="12744" y="54874"/>
                  <a:pt x="12789" y="54786"/>
                </a:cubicBezTo>
                <a:cubicBezTo>
                  <a:pt x="12877" y="54727"/>
                  <a:pt x="12965" y="54697"/>
                  <a:pt x="13039" y="54639"/>
                </a:cubicBezTo>
                <a:close/>
                <a:moveTo>
                  <a:pt x="13701" y="54653"/>
                </a:moveTo>
                <a:lnTo>
                  <a:pt x="13701" y="54653"/>
                </a:lnTo>
                <a:cubicBezTo>
                  <a:pt x="13686" y="54771"/>
                  <a:pt x="13657" y="54859"/>
                  <a:pt x="13627" y="54962"/>
                </a:cubicBezTo>
                <a:cubicBezTo>
                  <a:pt x="13524" y="55006"/>
                  <a:pt x="13421" y="55036"/>
                  <a:pt x="13318" y="55080"/>
                </a:cubicBezTo>
                <a:cubicBezTo>
                  <a:pt x="13363" y="54992"/>
                  <a:pt x="13377" y="54874"/>
                  <a:pt x="13407" y="54786"/>
                </a:cubicBezTo>
                <a:cubicBezTo>
                  <a:pt x="13510" y="54742"/>
                  <a:pt x="13613" y="54697"/>
                  <a:pt x="13701" y="54653"/>
                </a:cubicBezTo>
                <a:close/>
                <a:moveTo>
                  <a:pt x="12435" y="54771"/>
                </a:moveTo>
                <a:lnTo>
                  <a:pt x="12435" y="54771"/>
                </a:lnTo>
                <a:cubicBezTo>
                  <a:pt x="12421" y="54845"/>
                  <a:pt x="12377" y="54889"/>
                  <a:pt x="12347" y="54948"/>
                </a:cubicBezTo>
                <a:cubicBezTo>
                  <a:pt x="12274" y="55006"/>
                  <a:pt x="12185" y="55065"/>
                  <a:pt x="12112" y="55095"/>
                </a:cubicBezTo>
                <a:cubicBezTo>
                  <a:pt x="12141" y="55036"/>
                  <a:pt x="12156" y="54992"/>
                  <a:pt x="12200" y="54933"/>
                </a:cubicBezTo>
                <a:cubicBezTo>
                  <a:pt x="12274" y="54874"/>
                  <a:pt x="12362" y="54815"/>
                  <a:pt x="12435" y="54771"/>
                </a:cubicBezTo>
                <a:close/>
                <a:moveTo>
                  <a:pt x="14908" y="54653"/>
                </a:moveTo>
                <a:cubicBezTo>
                  <a:pt x="14908" y="54771"/>
                  <a:pt x="14878" y="54889"/>
                  <a:pt x="14878" y="55006"/>
                </a:cubicBezTo>
                <a:cubicBezTo>
                  <a:pt x="14761" y="55036"/>
                  <a:pt x="14643" y="55065"/>
                  <a:pt x="14510" y="55095"/>
                </a:cubicBezTo>
                <a:cubicBezTo>
                  <a:pt x="14510" y="54992"/>
                  <a:pt x="14525" y="54874"/>
                  <a:pt x="14555" y="54742"/>
                </a:cubicBezTo>
                <a:cubicBezTo>
                  <a:pt x="14658" y="54712"/>
                  <a:pt x="14790" y="54668"/>
                  <a:pt x="14908" y="54653"/>
                </a:cubicBezTo>
                <a:close/>
                <a:moveTo>
                  <a:pt x="14452" y="54786"/>
                </a:moveTo>
                <a:lnTo>
                  <a:pt x="14452" y="54786"/>
                </a:lnTo>
                <a:cubicBezTo>
                  <a:pt x="14437" y="54889"/>
                  <a:pt x="14437" y="55021"/>
                  <a:pt x="14422" y="55139"/>
                </a:cubicBezTo>
                <a:cubicBezTo>
                  <a:pt x="14304" y="55168"/>
                  <a:pt x="14187" y="55183"/>
                  <a:pt x="14069" y="55227"/>
                </a:cubicBezTo>
                <a:cubicBezTo>
                  <a:pt x="14098" y="55139"/>
                  <a:pt x="14098" y="55065"/>
                  <a:pt x="14113" y="54962"/>
                </a:cubicBezTo>
                <a:cubicBezTo>
                  <a:pt x="14113" y="54948"/>
                  <a:pt x="14113" y="54918"/>
                  <a:pt x="14128" y="54889"/>
                </a:cubicBezTo>
                <a:lnTo>
                  <a:pt x="14452" y="54786"/>
                </a:lnTo>
                <a:close/>
                <a:moveTo>
                  <a:pt x="12671" y="54859"/>
                </a:moveTo>
                <a:lnTo>
                  <a:pt x="12671" y="54859"/>
                </a:lnTo>
                <a:cubicBezTo>
                  <a:pt x="12641" y="54933"/>
                  <a:pt x="12597" y="55021"/>
                  <a:pt x="12583" y="55095"/>
                </a:cubicBezTo>
                <a:cubicBezTo>
                  <a:pt x="12494" y="55154"/>
                  <a:pt x="12406" y="55183"/>
                  <a:pt x="12303" y="55242"/>
                </a:cubicBezTo>
                <a:cubicBezTo>
                  <a:pt x="12347" y="55168"/>
                  <a:pt x="12377" y="55095"/>
                  <a:pt x="12421" y="55006"/>
                </a:cubicBezTo>
                <a:cubicBezTo>
                  <a:pt x="12494" y="54962"/>
                  <a:pt x="12583" y="54918"/>
                  <a:pt x="12671" y="54859"/>
                </a:cubicBezTo>
                <a:close/>
                <a:moveTo>
                  <a:pt x="13318" y="54845"/>
                </a:moveTo>
                <a:lnTo>
                  <a:pt x="13318" y="54845"/>
                </a:lnTo>
                <a:cubicBezTo>
                  <a:pt x="13289" y="54933"/>
                  <a:pt x="13260" y="55036"/>
                  <a:pt x="13245" y="55139"/>
                </a:cubicBezTo>
                <a:cubicBezTo>
                  <a:pt x="13142" y="55168"/>
                  <a:pt x="13039" y="55227"/>
                  <a:pt x="12936" y="55257"/>
                </a:cubicBezTo>
                <a:cubicBezTo>
                  <a:pt x="12951" y="55154"/>
                  <a:pt x="12995" y="55065"/>
                  <a:pt x="13024" y="54962"/>
                </a:cubicBezTo>
                <a:cubicBezTo>
                  <a:pt x="13112" y="54918"/>
                  <a:pt x="13230" y="54874"/>
                  <a:pt x="13318" y="54845"/>
                </a:cubicBezTo>
                <a:close/>
                <a:moveTo>
                  <a:pt x="11832" y="55065"/>
                </a:moveTo>
                <a:lnTo>
                  <a:pt x="11832" y="55065"/>
                </a:lnTo>
                <a:cubicBezTo>
                  <a:pt x="11817" y="55095"/>
                  <a:pt x="11788" y="55139"/>
                  <a:pt x="11758" y="55168"/>
                </a:cubicBezTo>
                <a:cubicBezTo>
                  <a:pt x="11714" y="55183"/>
                  <a:pt x="11700" y="55227"/>
                  <a:pt x="11655" y="55242"/>
                </a:cubicBezTo>
                <a:cubicBezTo>
                  <a:pt x="11641" y="55257"/>
                  <a:pt x="11611" y="55286"/>
                  <a:pt x="11582" y="55301"/>
                </a:cubicBezTo>
                <a:cubicBezTo>
                  <a:pt x="11626" y="55257"/>
                  <a:pt x="11670" y="55227"/>
                  <a:pt x="11685" y="55183"/>
                </a:cubicBezTo>
                <a:cubicBezTo>
                  <a:pt x="11729" y="55154"/>
                  <a:pt x="11788" y="55095"/>
                  <a:pt x="11832" y="55065"/>
                </a:cubicBezTo>
                <a:close/>
                <a:moveTo>
                  <a:pt x="14040" y="54903"/>
                </a:moveTo>
                <a:lnTo>
                  <a:pt x="14040" y="54948"/>
                </a:lnTo>
                <a:cubicBezTo>
                  <a:pt x="14025" y="55036"/>
                  <a:pt x="14025" y="55154"/>
                  <a:pt x="13995" y="55242"/>
                </a:cubicBezTo>
                <a:cubicBezTo>
                  <a:pt x="13892" y="55271"/>
                  <a:pt x="13775" y="55316"/>
                  <a:pt x="13657" y="55360"/>
                </a:cubicBezTo>
                <a:cubicBezTo>
                  <a:pt x="13657" y="55316"/>
                  <a:pt x="13672" y="55257"/>
                  <a:pt x="13672" y="55227"/>
                </a:cubicBezTo>
                <a:cubicBezTo>
                  <a:pt x="13686" y="55154"/>
                  <a:pt x="13686" y="55095"/>
                  <a:pt x="13701" y="55021"/>
                </a:cubicBezTo>
                <a:lnTo>
                  <a:pt x="14040" y="54903"/>
                </a:lnTo>
                <a:close/>
                <a:moveTo>
                  <a:pt x="12053" y="55065"/>
                </a:moveTo>
                <a:cubicBezTo>
                  <a:pt x="12009" y="55109"/>
                  <a:pt x="11994" y="55168"/>
                  <a:pt x="11950" y="55213"/>
                </a:cubicBezTo>
                <a:lnTo>
                  <a:pt x="11729" y="55374"/>
                </a:lnTo>
                <a:cubicBezTo>
                  <a:pt x="11773" y="55316"/>
                  <a:pt x="11788" y="55286"/>
                  <a:pt x="11832" y="55227"/>
                </a:cubicBezTo>
                <a:lnTo>
                  <a:pt x="12053" y="55065"/>
                </a:lnTo>
                <a:close/>
                <a:moveTo>
                  <a:pt x="12921" y="55006"/>
                </a:moveTo>
                <a:lnTo>
                  <a:pt x="12921" y="55006"/>
                </a:lnTo>
                <a:cubicBezTo>
                  <a:pt x="12877" y="55095"/>
                  <a:pt x="12862" y="55183"/>
                  <a:pt x="12818" y="55286"/>
                </a:cubicBezTo>
                <a:cubicBezTo>
                  <a:pt x="12730" y="55316"/>
                  <a:pt x="12627" y="55374"/>
                  <a:pt x="12524" y="55404"/>
                </a:cubicBezTo>
                <a:cubicBezTo>
                  <a:pt x="12568" y="55330"/>
                  <a:pt x="12597" y="55242"/>
                  <a:pt x="12641" y="55154"/>
                </a:cubicBezTo>
                <a:cubicBezTo>
                  <a:pt x="12730" y="55095"/>
                  <a:pt x="12818" y="55065"/>
                  <a:pt x="12921" y="55006"/>
                </a:cubicBezTo>
                <a:close/>
                <a:moveTo>
                  <a:pt x="12288" y="55095"/>
                </a:moveTo>
                <a:lnTo>
                  <a:pt x="12288" y="55095"/>
                </a:lnTo>
                <a:cubicBezTo>
                  <a:pt x="12259" y="55168"/>
                  <a:pt x="12215" y="55242"/>
                  <a:pt x="12200" y="55316"/>
                </a:cubicBezTo>
                <a:cubicBezTo>
                  <a:pt x="12112" y="55374"/>
                  <a:pt x="12009" y="55433"/>
                  <a:pt x="11935" y="55477"/>
                </a:cubicBezTo>
                <a:cubicBezTo>
                  <a:pt x="11979" y="55404"/>
                  <a:pt x="12009" y="55360"/>
                  <a:pt x="12053" y="55271"/>
                </a:cubicBezTo>
                <a:cubicBezTo>
                  <a:pt x="12112" y="55213"/>
                  <a:pt x="12200" y="55154"/>
                  <a:pt x="12288" y="55095"/>
                </a:cubicBezTo>
                <a:close/>
                <a:moveTo>
                  <a:pt x="13613" y="55065"/>
                </a:moveTo>
                <a:lnTo>
                  <a:pt x="13613" y="55065"/>
                </a:lnTo>
                <a:cubicBezTo>
                  <a:pt x="13598" y="55109"/>
                  <a:pt x="13598" y="55154"/>
                  <a:pt x="13583" y="55213"/>
                </a:cubicBezTo>
                <a:cubicBezTo>
                  <a:pt x="13554" y="55257"/>
                  <a:pt x="13554" y="55316"/>
                  <a:pt x="13554" y="55374"/>
                </a:cubicBezTo>
                <a:lnTo>
                  <a:pt x="13230" y="55477"/>
                </a:lnTo>
                <a:cubicBezTo>
                  <a:pt x="13245" y="55389"/>
                  <a:pt x="13260" y="55286"/>
                  <a:pt x="13304" y="55183"/>
                </a:cubicBezTo>
                <a:cubicBezTo>
                  <a:pt x="13407" y="55154"/>
                  <a:pt x="13524" y="55109"/>
                  <a:pt x="13613" y="55065"/>
                </a:cubicBezTo>
                <a:close/>
                <a:moveTo>
                  <a:pt x="11420" y="55404"/>
                </a:moveTo>
                <a:lnTo>
                  <a:pt x="11420" y="55404"/>
                </a:lnTo>
                <a:cubicBezTo>
                  <a:pt x="11405" y="55433"/>
                  <a:pt x="11391" y="55463"/>
                  <a:pt x="11376" y="55477"/>
                </a:cubicBezTo>
                <a:cubicBezTo>
                  <a:pt x="11332" y="55507"/>
                  <a:pt x="11302" y="55536"/>
                  <a:pt x="11258" y="55551"/>
                </a:cubicBezTo>
                <a:cubicBezTo>
                  <a:pt x="11317" y="55522"/>
                  <a:pt x="11317" y="55507"/>
                  <a:pt x="11332" y="55477"/>
                </a:cubicBezTo>
                <a:cubicBezTo>
                  <a:pt x="11376" y="55463"/>
                  <a:pt x="11405" y="55433"/>
                  <a:pt x="11420" y="55404"/>
                </a:cubicBezTo>
                <a:close/>
                <a:moveTo>
                  <a:pt x="12524" y="55227"/>
                </a:moveTo>
                <a:lnTo>
                  <a:pt x="12524" y="55227"/>
                </a:lnTo>
                <a:cubicBezTo>
                  <a:pt x="12494" y="55316"/>
                  <a:pt x="12465" y="55389"/>
                  <a:pt x="12435" y="55477"/>
                </a:cubicBezTo>
                <a:cubicBezTo>
                  <a:pt x="12318" y="55522"/>
                  <a:pt x="12229" y="55580"/>
                  <a:pt x="12141" y="55625"/>
                </a:cubicBezTo>
                <a:cubicBezTo>
                  <a:pt x="12185" y="55536"/>
                  <a:pt x="12215" y="55463"/>
                  <a:pt x="12244" y="55374"/>
                </a:cubicBezTo>
                <a:cubicBezTo>
                  <a:pt x="12347" y="55316"/>
                  <a:pt x="12435" y="55257"/>
                  <a:pt x="12524" y="55227"/>
                </a:cubicBezTo>
                <a:close/>
                <a:moveTo>
                  <a:pt x="11641" y="55374"/>
                </a:moveTo>
                <a:lnTo>
                  <a:pt x="11641" y="55374"/>
                </a:lnTo>
                <a:cubicBezTo>
                  <a:pt x="11626" y="55404"/>
                  <a:pt x="11582" y="55463"/>
                  <a:pt x="11567" y="55507"/>
                </a:cubicBezTo>
                <a:cubicBezTo>
                  <a:pt x="11494" y="55551"/>
                  <a:pt x="11420" y="55610"/>
                  <a:pt x="11346" y="55654"/>
                </a:cubicBezTo>
                <a:cubicBezTo>
                  <a:pt x="11391" y="55610"/>
                  <a:pt x="11405" y="55551"/>
                  <a:pt x="11449" y="55522"/>
                </a:cubicBezTo>
                <a:cubicBezTo>
                  <a:pt x="11523" y="55463"/>
                  <a:pt x="11567" y="55404"/>
                  <a:pt x="11641" y="55374"/>
                </a:cubicBezTo>
                <a:close/>
                <a:moveTo>
                  <a:pt x="13215" y="55227"/>
                </a:moveTo>
                <a:lnTo>
                  <a:pt x="13215" y="55227"/>
                </a:lnTo>
                <a:cubicBezTo>
                  <a:pt x="13186" y="55301"/>
                  <a:pt x="13171" y="55389"/>
                  <a:pt x="13157" y="55463"/>
                </a:cubicBezTo>
                <a:cubicBezTo>
                  <a:pt x="13157" y="55477"/>
                  <a:pt x="13157" y="55507"/>
                  <a:pt x="13142" y="55522"/>
                </a:cubicBezTo>
                <a:cubicBezTo>
                  <a:pt x="13024" y="55551"/>
                  <a:pt x="12921" y="55595"/>
                  <a:pt x="12803" y="55654"/>
                </a:cubicBezTo>
                <a:cubicBezTo>
                  <a:pt x="12847" y="55551"/>
                  <a:pt x="12862" y="55448"/>
                  <a:pt x="12892" y="55360"/>
                </a:cubicBezTo>
                <a:cubicBezTo>
                  <a:pt x="13009" y="55316"/>
                  <a:pt x="13098" y="55257"/>
                  <a:pt x="13215" y="55227"/>
                </a:cubicBezTo>
                <a:close/>
                <a:moveTo>
                  <a:pt x="11876" y="55374"/>
                </a:moveTo>
                <a:lnTo>
                  <a:pt x="11876" y="55374"/>
                </a:lnTo>
                <a:cubicBezTo>
                  <a:pt x="11847" y="55433"/>
                  <a:pt x="11832" y="55507"/>
                  <a:pt x="11788" y="55551"/>
                </a:cubicBezTo>
                <a:cubicBezTo>
                  <a:pt x="11700" y="55610"/>
                  <a:pt x="11626" y="55669"/>
                  <a:pt x="11538" y="55728"/>
                </a:cubicBezTo>
                <a:cubicBezTo>
                  <a:pt x="11567" y="55669"/>
                  <a:pt x="11582" y="55610"/>
                  <a:pt x="11626" y="55551"/>
                </a:cubicBezTo>
                <a:cubicBezTo>
                  <a:pt x="11641" y="55536"/>
                  <a:pt x="11670" y="55522"/>
                  <a:pt x="11685" y="55522"/>
                </a:cubicBezTo>
                <a:cubicBezTo>
                  <a:pt x="11758" y="55463"/>
                  <a:pt x="11817" y="55433"/>
                  <a:pt x="11876" y="55374"/>
                </a:cubicBezTo>
                <a:close/>
                <a:moveTo>
                  <a:pt x="12803" y="55389"/>
                </a:moveTo>
                <a:lnTo>
                  <a:pt x="12803" y="55389"/>
                </a:lnTo>
                <a:cubicBezTo>
                  <a:pt x="12774" y="55477"/>
                  <a:pt x="12744" y="55595"/>
                  <a:pt x="12730" y="55683"/>
                </a:cubicBezTo>
                <a:cubicBezTo>
                  <a:pt x="12627" y="55728"/>
                  <a:pt x="12509" y="55772"/>
                  <a:pt x="12406" y="55816"/>
                </a:cubicBezTo>
                <a:cubicBezTo>
                  <a:pt x="12435" y="55728"/>
                  <a:pt x="12450" y="55625"/>
                  <a:pt x="12494" y="55536"/>
                </a:cubicBezTo>
                <a:cubicBezTo>
                  <a:pt x="12597" y="55477"/>
                  <a:pt x="12686" y="55448"/>
                  <a:pt x="12803" y="55389"/>
                </a:cubicBezTo>
                <a:close/>
                <a:moveTo>
                  <a:pt x="12126" y="55448"/>
                </a:moveTo>
                <a:cubicBezTo>
                  <a:pt x="12082" y="55522"/>
                  <a:pt x="12053" y="55610"/>
                  <a:pt x="12038" y="55683"/>
                </a:cubicBezTo>
                <a:cubicBezTo>
                  <a:pt x="11935" y="55728"/>
                  <a:pt x="11847" y="55772"/>
                  <a:pt x="11744" y="55831"/>
                </a:cubicBezTo>
                <a:lnTo>
                  <a:pt x="11847" y="55610"/>
                </a:lnTo>
                <a:lnTo>
                  <a:pt x="12126" y="55448"/>
                </a:lnTo>
                <a:close/>
                <a:moveTo>
                  <a:pt x="11258" y="55669"/>
                </a:moveTo>
                <a:cubicBezTo>
                  <a:pt x="11243" y="55698"/>
                  <a:pt x="11199" y="55742"/>
                  <a:pt x="11185" y="55772"/>
                </a:cubicBezTo>
                <a:cubicBezTo>
                  <a:pt x="11126" y="55816"/>
                  <a:pt x="11082" y="55875"/>
                  <a:pt x="11023" y="55904"/>
                </a:cubicBezTo>
                <a:cubicBezTo>
                  <a:pt x="11037" y="55875"/>
                  <a:pt x="11052" y="55831"/>
                  <a:pt x="11096" y="55801"/>
                </a:cubicBezTo>
                <a:cubicBezTo>
                  <a:pt x="11155" y="55757"/>
                  <a:pt x="11199" y="55728"/>
                  <a:pt x="11258" y="55669"/>
                </a:cubicBezTo>
                <a:close/>
                <a:moveTo>
                  <a:pt x="11479" y="55669"/>
                </a:moveTo>
                <a:lnTo>
                  <a:pt x="11479" y="55669"/>
                </a:lnTo>
                <a:cubicBezTo>
                  <a:pt x="11449" y="55728"/>
                  <a:pt x="11420" y="55772"/>
                  <a:pt x="11391" y="55816"/>
                </a:cubicBezTo>
                <a:cubicBezTo>
                  <a:pt x="11332" y="55845"/>
                  <a:pt x="11273" y="55889"/>
                  <a:pt x="11214" y="55948"/>
                </a:cubicBezTo>
                <a:cubicBezTo>
                  <a:pt x="11199" y="55963"/>
                  <a:pt x="11170" y="55978"/>
                  <a:pt x="11140" y="55992"/>
                </a:cubicBezTo>
                <a:cubicBezTo>
                  <a:pt x="11185" y="55948"/>
                  <a:pt x="11199" y="55889"/>
                  <a:pt x="11243" y="55845"/>
                </a:cubicBezTo>
                <a:cubicBezTo>
                  <a:pt x="11317" y="55801"/>
                  <a:pt x="11391" y="55728"/>
                  <a:pt x="11479" y="55669"/>
                </a:cubicBezTo>
                <a:close/>
                <a:moveTo>
                  <a:pt x="12377" y="55595"/>
                </a:moveTo>
                <a:lnTo>
                  <a:pt x="12377" y="55595"/>
                </a:lnTo>
                <a:cubicBezTo>
                  <a:pt x="12347" y="55683"/>
                  <a:pt x="12318" y="55772"/>
                  <a:pt x="12288" y="55875"/>
                </a:cubicBezTo>
                <a:cubicBezTo>
                  <a:pt x="12185" y="55919"/>
                  <a:pt x="12082" y="55963"/>
                  <a:pt x="11979" y="56022"/>
                </a:cubicBezTo>
                <a:cubicBezTo>
                  <a:pt x="12038" y="55904"/>
                  <a:pt x="12068" y="55831"/>
                  <a:pt x="12082" y="55742"/>
                </a:cubicBezTo>
                <a:cubicBezTo>
                  <a:pt x="12185" y="55683"/>
                  <a:pt x="12288" y="55625"/>
                  <a:pt x="12377" y="55595"/>
                </a:cubicBezTo>
                <a:close/>
                <a:moveTo>
                  <a:pt x="11714" y="55683"/>
                </a:moveTo>
                <a:lnTo>
                  <a:pt x="11714" y="55683"/>
                </a:lnTo>
                <a:cubicBezTo>
                  <a:pt x="11685" y="55757"/>
                  <a:pt x="11641" y="55831"/>
                  <a:pt x="11626" y="55904"/>
                </a:cubicBezTo>
                <a:lnTo>
                  <a:pt x="11346" y="56066"/>
                </a:lnTo>
                <a:cubicBezTo>
                  <a:pt x="11391" y="55992"/>
                  <a:pt x="11420" y="55934"/>
                  <a:pt x="11449" y="55860"/>
                </a:cubicBezTo>
                <a:cubicBezTo>
                  <a:pt x="11538" y="55816"/>
                  <a:pt x="11626" y="55757"/>
                  <a:pt x="11714" y="55683"/>
                </a:cubicBezTo>
                <a:close/>
                <a:moveTo>
                  <a:pt x="10861" y="55963"/>
                </a:moveTo>
                <a:cubicBezTo>
                  <a:pt x="10831" y="55992"/>
                  <a:pt x="10817" y="56022"/>
                  <a:pt x="10802" y="56051"/>
                </a:cubicBezTo>
                <a:cubicBezTo>
                  <a:pt x="10758" y="56095"/>
                  <a:pt x="10714" y="56125"/>
                  <a:pt x="10669" y="56140"/>
                </a:cubicBezTo>
                <a:cubicBezTo>
                  <a:pt x="10684" y="56125"/>
                  <a:pt x="10714" y="56110"/>
                  <a:pt x="10728" y="56066"/>
                </a:cubicBezTo>
                <a:cubicBezTo>
                  <a:pt x="10758" y="56037"/>
                  <a:pt x="10817" y="55992"/>
                  <a:pt x="10861" y="55963"/>
                </a:cubicBezTo>
                <a:close/>
                <a:moveTo>
                  <a:pt x="11994" y="55801"/>
                </a:moveTo>
                <a:cubicBezTo>
                  <a:pt x="11950" y="55889"/>
                  <a:pt x="11935" y="55963"/>
                  <a:pt x="11906" y="56051"/>
                </a:cubicBezTo>
                <a:cubicBezTo>
                  <a:pt x="11788" y="56110"/>
                  <a:pt x="11700" y="56169"/>
                  <a:pt x="11582" y="56199"/>
                </a:cubicBezTo>
                <a:cubicBezTo>
                  <a:pt x="11626" y="56125"/>
                  <a:pt x="11670" y="56037"/>
                  <a:pt x="11700" y="55963"/>
                </a:cubicBezTo>
                <a:cubicBezTo>
                  <a:pt x="11788" y="55904"/>
                  <a:pt x="11891" y="55845"/>
                  <a:pt x="11994" y="55801"/>
                </a:cubicBezTo>
                <a:close/>
                <a:moveTo>
                  <a:pt x="11052" y="55978"/>
                </a:moveTo>
                <a:cubicBezTo>
                  <a:pt x="11023" y="56037"/>
                  <a:pt x="10993" y="56066"/>
                  <a:pt x="10964" y="56125"/>
                </a:cubicBezTo>
                <a:cubicBezTo>
                  <a:pt x="10890" y="56184"/>
                  <a:pt x="10817" y="56213"/>
                  <a:pt x="10743" y="56272"/>
                </a:cubicBezTo>
                <a:cubicBezTo>
                  <a:pt x="10787" y="56213"/>
                  <a:pt x="10817" y="56169"/>
                  <a:pt x="10846" y="56125"/>
                </a:cubicBezTo>
                <a:cubicBezTo>
                  <a:pt x="10934" y="56066"/>
                  <a:pt x="10993" y="56037"/>
                  <a:pt x="11052" y="55978"/>
                </a:cubicBezTo>
                <a:close/>
                <a:moveTo>
                  <a:pt x="11309" y="55989"/>
                </a:moveTo>
                <a:cubicBezTo>
                  <a:pt x="11271" y="56044"/>
                  <a:pt x="11255" y="56100"/>
                  <a:pt x="11214" y="56169"/>
                </a:cubicBezTo>
                <a:cubicBezTo>
                  <a:pt x="11126" y="56213"/>
                  <a:pt x="11037" y="56287"/>
                  <a:pt x="10949" y="56346"/>
                </a:cubicBezTo>
                <a:cubicBezTo>
                  <a:pt x="10964" y="56287"/>
                  <a:pt x="11008" y="56243"/>
                  <a:pt x="11037" y="56184"/>
                </a:cubicBezTo>
                <a:cubicBezTo>
                  <a:pt x="11111" y="56125"/>
                  <a:pt x="11199" y="56066"/>
                  <a:pt x="11273" y="56022"/>
                </a:cubicBezTo>
                <a:cubicBezTo>
                  <a:pt x="11283" y="56002"/>
                  <a:pt x="11299" y="55996"/>
                  <a:pt x="11309" y="55989"/>
                </a:cubicBezTo>
                <a:close/>
                <a:moveTo>
                  <a:pt x="10449" y="56316"/>
                </a:moveTo>
                <a:cubicBezTo>
                  <a:pt x="10449" y="56331"/>
                  <a:pt x="10434" y="56331"/>
                  <a:pt x="10434" y="56346"/>
                </a:cubicBezTo>
                <a:cubicBezTo>
                  <a:pt x="10419" y="56360"/>
                  <a:pt x="10390" y="56360"/>
                  <a:pt x="10375" y="56390"/>
                </a:cubicBezTo>
                <a:cubicBezTo>
                  <a:pt x="10375" y="56360"/>
                  <a:pt x="10375" y="56360"/>
                  <a:pt x="10390" y="56346"/>
                </a:cubicBezTo>
                <a:cubicBezTo>
                  <a:pt x="10405" y="56331"/>
                  <a:pt x="10434" y="56331"/>
                  <a:pt x="10449" y="56316"/>
                </a:cubicBezTo>
                <a:close/>
                <a:moveTo>
                  <a:pt x="11567" y="56037"/>
                </a:moveTo>
                <a:cubicBezTo>
                  <a:pt x="11538" y="56110"/>
                  <a:pt x="11494" y="56199"/>
                  <a:pt x="11479" y="56272"/>
                </a:cubicBezTo>
                <a:cubicBezTo>
                  <a:pt x="11376" y="56331"/>
                  <a:pt x="11273" y="56390"/>
                  <a:pt x="11170" y="56434"/>
                </a:cubicBezTo>
                <a:lnTo>
                  <a:pt x="11273" y="56213"/>
                </a:lnTo>
                <a:cubicBezTo>
                  <a:pt x="11376" y="56140"/>
                  <a:pt x="11479" y="56095"/>
                  <a:pt x="11567" y="56037"/>
                </a:cubicBezTo>
                <a:close/>
                <a:moveTo>
                  <a:pt x="10655" y="56272"/>
                </a:moveTo>
                <a:cubicBezTo>
                  <a:pt x="10611" y="56316"/>
                  <a:pt x="10596" y="56360"/>
                  <a:pt x="10566" y="56405"/>
                </a:cubicBezTo>
                <a:cubicBezTo>
                  <a:pt x="10478" y="56434"/>
                  <a:pt x="10434" y="56493"/>
                  <a:pt x="10360" y="56537"/>
                </a:cubicBezTo>
                <a:cubicBezTo>
                  <a:pt x="10390" y="56493"/>
                  <a:pt x="10434" y="56434"/>
                  <a:pt x="10463" y="56405"/>
                </a:cubicBezTo>
                <a:cubicBezTo>
                  <a:pt x="10522" y="56360"/>
                  <a:pt x="10596" y="56316"/>
                  <a:pt x="10655" y="56272"/>
                </a:cubicBezTo>
                <a:close/>
                <a:moveTo>
                  <a:pt x="10875" y="56287"/>
                </a:moveTo>
                <a:cubicBezTo>
                  <a:pt x="10831" y="56346"/>
                  <a:pt x="10817" y="56405"/>
                  <a:pt x="10787" y="56463"/>
                </a:cubicBezTo>
                <a:cubicBezTo>
                  <a:pt x="10684" y="56508"/>
                  <a:pt x="10596" y="56581"/>
                  <a:pt x="10508" y="56640"/>
                </a:cubicBezTo>
                <a:lnTo>
                  <a:pt x="10611" y="56478"/>
                </a:lnTo>
                <a:cubicBezTo>
                  <a:pt x="10714" y="56405"/>
                  <a:pt x="10802" y="56346"/>
                  <a:pt x="10875" y="56287"/>
                </a:cubicBezTo>
                <a:close/>
                <a:moveTo>
                  <a:pt x="11155" y="56287"/>
                </a:moveTo>
                <a:lnTo>
                  <a:pt x="11155" y="56287"/>
                </a:lnTo>
                <a:cubicBezTo>
                  <a:pt x="11111" y="56360"/>
                  <a:pt x="11096" y="56419"/>
                  <a:pt x="11052" y="56493"/>
                </a:cubicBezTo>
                <a:cubicBezTo>
                  <a:pt x="10949" y="56552"/>
                  <a:pt x="10861" y="56625"/>
                  <a:pt x="10743" y="56684"/>
                </a:cubicBezTo>
                <a:cubicBezTo>
                  <a:pt x="10787" y="56625"/>
                  <a:pt x="10802" y="56552"/>
                  <a:pt x="10831" y="56493"/>
                </a:cubicBezTo>
                <a:cubicBezTo>
                  <a:pt x="10949" y="56434"/>
                  <a:pt x="11052" y="56360"/>
                  <a:pt x="11155" y="56287"/>
                </a:cubicBezTo>
                <a:close/>
                <a:moveTo>
                  <a:pt x="10243" y="56552"/>
                </a:moveTo>
                <a:cubicBezTo>
                  <a:pt x="10228" y="56581"/>
                  <a:pt x="10199" y="56625"/>
                  <a:pt x="10169" y="56655"/>
                </a:cubicBezTo>
                <a:cubicBezTo>
                  <a:pt x="10140" y="56699"/>
                  <a:pt x="10081" y="56714"/>
                  <a:pt x="10037" y="56758"/>
                </a:cubicBezTo>
                <a:lnTo>
                  <a:pt x="10022" y="56772"/>
                </a:lnTo>
                <a:cubicBezTo>
                  <a:pt x="10051" y="56728"/>
                  <a:pt x="10081" y="56699"/>
                  <a:pt x="10110" y="56655"/>
                </a:cubicBezTo>
                <a:cubicBezTo>
                  <a:pt x="10154" y="56625"/>
                  <a:pt x="10213" y="56581"/>
                  <a:pt x="10243" y="56552"/>
                </a:cubicBezTo>
                <a:close/>
                <a:moveTo>
                  <a:pt x="10449" y="56581"/>
                </a:moveTo>
                <a:lnTo>
                  <a:pt x="10449" y="56581"/>
                </a:lnTo>
                <a:cubicBezTo>
                  <a:pt x="10434" y="56625"/>
                  <a:pt x="10390" y="56684"/>
                  <a:pt x="10360" y="56728"/>
                </a:cubicBezTo>
                <a:cubicBezTo>
                  <a:pt x="10287" y="56787"/>
                  <a:pt x="10199" y="56846"/>
                  <a:pt x="10096" y="56905"/>
                </a:cubicBezTo>
                <a:cubicBezTo>
                  <a:pt x="10140" y="56846"/>
                  <a:pt x="10169" y="56787"/>
                  <a:pt x="10228" y="56728"/>
                </a:cubicBezTo>
                <a:cubicBezTo>
                  <a:pt x="10302" y="56684"/>
                  <a:pt x="10375" y="56625"/>
                  <a:pt x="10449" y="56581"/>
                </a:cubicBezTo>
                <a:close/>
                <a:moveTo>
                  <a:pt x="10699" y="56581"/>
                </a:moveTo>
                <a:lnTo>
                  <a:pt x="10699" y="56581"/>
                </a:lnTo>
                <a:cubicBezTo>
                  <a:pt x="10669" y="56655"/>
                  <a:pt x="10655" y="56714"/>
                  <a:pt x="10611" y="56772"/>
                </a:cubicBezTo>
                <a:cubicBezTo>
                  <a:pt x="10522" y="56831"/>
                  <a:pt x="10449" y="56875"/>
                  <a:pt x="10360" y="56934"/>
                </a:cubicBezTo>
                <a:cubicBezTo>
                  <a:pt x="10349" y="56946"/>
                  <a:pt x="10327" y="56948"/>
                  <a:pt x="10312" y="56964"/>
                </a:cubicBezTo>
                <a:lnTo>
                  <a:pt x="10312" y="56964"/>
                </a:lnTo>
                <a:cubicBezTo>
                  <a:pt x="10350" y="56908"/>
                  <a:pt x="10378" y="56841"/>
                  <a:pt x="10405" y="56787"/>
                </a:cubicBezTo>
                <a:cubicBezTo>
                  <a:pt x="10508" y="56714"/>
                  <a:pt x="10611" y="56655"/>
                  <a:pt x="10699" y="56581"/>
                </a:cubicBezTo>
                <a:close/>
                <a:moveTo>
                  <a:pt x="9831" y="56876"/>
                </a:moveTo>
                <a:lnTo>
                  <a:pt x="9831" y="56876"/>
                </a:lnTo>
                <a:cubicBezTo>
                  <a:pt x="9801" y="56905"/>
                  <a:pt x="9786" y="56920"/>
                  <a:pt x="9786" y="56934"/>
                </a:cubicBezTo>
                <a:cubicBezTo>
                  <a:pt x="9772" y="56949"/>
                  <a:pt x="9728" y="56978"/>
                  <a:pt x="9713" y="56993"/>
                </a:cubicBezTo>
                <a:cubicBezTo>
                  <a:pt x="9728" y="56978"/>
                  <a:pt x="9728" y="56949"/>
                  <a:pt x="9742" y="56934"/>
                </a:cubicBezTo>
                <a:cubicBezTo>
                  <a:pt x="9772" y="56920"/>
                  <a:pt x="9801" y="56905"/>
                  <a:pt x="9831" y="56876"/>
                </a:cubicBezTo>
                <a:close/>
                <a:moveTo>
                  <a:pt x="10037" y="56861"/>
                </a:moveTo>
                <a:cubicBezTo>
                  <a:pt x="10007" y="56920"/>
                  <a:pt x="9963" y="56949"/>
                  <a:pt x="9948" y="57008"/>
                </a:cubicBezTo>
                <a:cubicBezTo>
                  <a:pt x="9875" y="57052"/>
                  <a:pt x="9801" y="57096"/>
                  <a:pt x="9728" y="57140"/>
                </a:cubicBezTo>
                <a:cubicBezTo>
                  <a:pt x="9772" y="57081"/>
                  <a:pt x="9801" y="57052"/>
                  <a:pt x="9845" y="56993"/>
                </a:cubicBezTo>
                <a:cubicBezTo>
                  <a:pt x="9919" y="56949"/>
                  <a:pt x="9978" y="56905"/>
                  <a:pt x="10037" y="56861"/>
                </a:cubicBezTo>
                <a:close/>
                <a:moveTo>
                  <a:pt x="10272" y="56905"/>
                </a:moveTo>
                <a:cubicBezTo>
                  <a:pt x="10228" y="56949"/>
                  <a:pt x="10199" y="57023"/>
                  <a:pt x="10169" y="57081"/>
                </a:cubicBezTo>
                <a:cubicBezTo>
                  <a:pt x="10081" y="57140"/>
                  <a:pt x="9978" y="57214"/>
                  <a:pt x="9875" y="57273"/>
                </a:cubicBezTo>
                <a:cubicBezTo>
                  <a:pt x="9919" y="57199"/>
                  <a:pt x="9978" y="57140"/>
                  <a:pt x="10007" y="57067"/>
                </a:cubicBezTo>
                <a:cubicBezTo>
                  <a:pt x="10081" y="57008"/>
                  <a:pt x="10169" y="56949"/>
                  <a:pt x="10272" y="56905"/>
                </a:cubicBezTo>
                <a:close/>
                <a:moveTo>
                  <a:pt x="9639" y="57140"/>
                </a:moveTo>
                <a:lnTo>
                  <a:pt x="9639" y="57140"/>
                </a:lnTo>
                <a:cubicBezTo>
                  <a:pt x="9610" y="57170"/>
                  <a:pt x="9580" y="57214"/>
                  <a:pt x="9551" y="57258"/>
                </a:cubicBezTo>
                <a:lnTo>
                  <a:pt x="9374" y="57376"/>
                </a:lnTo>
                <a:cubicBezTo>
                  <a:pt x="9404" y="57317"/>
                  <a:pt x="9433" y="57288"/>
                  <a:pt x="9477" y="57243"/>
                </a:cubicBezTo>
                <a:lnTo>
                  <a:pt x="9639" y="57140"/>
                </a:lnTo>
                <a:close/>
                <a:moveTo>
                  <a:pt x="9831" y="57170"/>
                </a:moveTo>
                <a:cubicBezTo>
                  <a:pt x="9801" y="57229"/>
                  <a:pt x="9772" y="57288"/>
                  <a:pt x="9728" y="57346"/>
                </a:cubicBezTo>
                <a:lnTo>
                  <a:pt x="9463" y="57508"/>
                </a:lnTo>
                <a:cubicBezTo>
                  <a:pt x="9492" y="57449"/>
                  <a:pt x="9551" y="57376"/>
                  <a:pt x="9580" y="57317"/>
                </a:cubicBezTo>
                <a:cubicBezTo>
                  <a:pt x="9654" y="57258"/>
                  <a:pt x="9757" y="57229"/>
                  <a:pt x="9831" y="57170"/>
                </a:cubicBezTo>
                <a:close/>
                <a:moveTo>
                  <a:pt x="9170" y="57449"/>
                </a:moveTo>
                <a:cubicBezTo>
                  <a:pt x="9159" y="57462"/>
                  <a:pt x="9147" y="57478"/>
                  <a:pt x="9139" y="57494"/>
                </a:cubicBezTo>
                <a:cubicBezTo>
                  <a:pt x="9126" y="57500"/>
                  <a:pt x="9111" y="57506"/>
                  <a:pt x="9097" y="57512"/>
                </a:cubicBezTo>
                <a:lnTo>
                  <a:pt x="9097" y="57512"/>
                </a:lnTo>
                <a:cubicBezTo>
                  <a:pt x="9101" y="57507"/>
                  <a:pt x="9106" y="57501"/>
                  <a:pt x="9110" y="57494"/>
                </a:cubicBezTo>
                <a:cubicBezTo>
                  <a:pt x="9128" y="57475"/>
                  <a:pt x="9151" y="57463"/>
                  <a:pt x="9170" y="57449"/>
                </a:cubicBezTo>
                <a:close/>
                <a:moveTo>
                  <a:pt x="9408" y="57434"/>
                </a:moveTo>
                <a:lnTo>
                  <a:pt x="9301" y="57582"/>
                </a:lnTo>
                <a:cubicBezTo>
                  <a:pt x="9227" y="57611"/>
                  <a:pt x="9154" y="57670"/>
                  <a:pt x="9065" y="57714"/>
                </a:cubicBezTo>
                <a:cubicBezTo>
                  <a:pt x="9124" y="57670"/>
                  <a:pt x="9168" y="57611"/>
                  <a:pt x="9198" y="57567"/>
                </a:cubicBezTo>
                <a:cubicBezTo>
                  <a:pt x="9271" y="57523"/>
                  <a:pt x="9330" y="57494"/>
                  <a:pt x="9404" y="57435"/>
                </a:cubicBezTo>
                <a:cubicBezTo>
                  <a:pt x="9404" y="57435"/>
                  <a:pt x="9406" y="57435"/>
                  <a:pt x="9408" y="57434"/>
                </a:cubicBezTo>
                <a:close/>
                <a:moveTo>
                  <a:pt x="8992" y="57685"/>
                </a:moveTo>
                <a:lnTo>
                  <a:pt x="8992" y="57685"/>
                </a:lnTo>
                <a:cubicBezTo>
                  <a:pt x="8962" y="57729"/>
                  <a:pt x="8918" y="57773"/>
                  <a:pt x="8889" y="57832"/>
                </a:cubicBezTo>
                <a:cubicBezTo>
                  <a:pt x="8830" y="57876"/>
                  <a:pt x="8771" y="57891"/>
                  <a:pt x="8742" y="57935"/>
                </a:cubicBezTo>
                <a:cubicBezTo>
                  <a:pt x="8727" y="57935"/>
                  <a:pt x="8727" y="57950"/>
                  <a:pt x="8697" y="57950"/>
                </a:cubicBezTo>
                <a:cubicBezTo>
                  <a:pt x="8756" y="57876"/>
                  <a:pt x="8800" y="57832"/>
                  <a:pt x="8830" y="57803"/>
                </a:cubicBezTo>
                <a:lnTo>
                  <a:pt x="8992" y="57685"/>
                </a:lnTo>
                <a:close/>
                <a:moveTo>
                  <a:pt x="8565" y="57950"/>
                </a:moveTo>
                <a:cubicBezTo>
                  <a:pt x="8550" y="57979"/>
                  <a:pt x="8521" y="58009"/>
                  <a:pt x="8491" y="58038"/>
                </a:cubicBezTo>
                <a:cubicBezTo>
                  <a:pt x="8462" y="58053"/>
                  <a:pt x="8418" y="58082"/>
                  <a:pt x="8374" y="58112"/>
                </a:cubicBezTo>
                <a:cubicBezTo>
                  <a:pt x="8403" y="58082"/>
                  <a:pt x="8447" y="58053"/>
                  <a:pt x="8462" y="58023"/>
                </a:cubicBezTo>
                <a:cubicBezTo>
                  <a:pt x="8506" y="58009"/>
                  <a:pt x="8536" y="57964"/>
                  <a:pt x="8565" y="57950"/>
                </a:cubicBezTo>
                <a:close/>
                <a:moveTo>
                  <a:pt x="15791" y="54903"/>
                </a:moveTo>
                <a:cubicBezTo>
                  <a:pt x="15879" y="56493"/>
                  <a:pt x="16335" y="58038"/>
                  <a:pt x="16777" y="59554"/>
                </a:cubicBezTo>
                <a:cubicBezTo>
                  <a:pt x="17277" y="61246"/>
                  <a:pt x="17792" y="62968"/>
                  <a:pt x="17778" y="64734"/>
                </a:cubicBezTo>
                <a:cubicBezTo>
                  <a:pt x="17778" y="67736"/>
                  <a:pt x="16188" y="70635"/>
                  <a:pt x="13701" y="72313"/>
                </a:cubicBezTo>
                <a:cubicBezTo>
                  <a:pt x="15864" y="70562"/>
                  <a:pt x="17159" y="67766"/>
                  <a:pt x="17145" y="64808"/>
                </a:cubicBezTo>
                <a:cubicBezTo>
                  <a:pt x="17145" y="63100"/>
                  <a:pt x="16688" y="61408"/>
                  <a:pt x="16262" y="59789"/>
                </a:cubicBezTo>
                <a:cubicBezTo>
                  <a:pt x="15835" y="58215"/>
                  <a:pt x="15423" y="56596"/>
                  <a:pt x="15393" y="54977"/>
                </a:cubicBezTo>
                <a:cubicBezTo>
                  <a:pt x="15526" y="54962"/>
                  <a:pt x="15658" y="54933"/>
                  <a:pt x="15791" y="54903"/>
                </a:cubicBezTo>
                <a:close/>
                <a:moveTo>
                  <a:pt x="15320" y="55006"/>
                </a:moveTo>
                <a:cubicBezTo>
                  <a:pt x="15335" y="56640"/>
                  <a:pt x="15776" y="58244"/>
                  <a:pt x="16188" y="59819"/>
                </a:cubicBezTo>
                <a:cubicBezTo>
                  <a:pt x="16630" y="61438"/>
                  <a:pt x="17071" y="63130"/>
                  <a:pt x="17071" y="64822"/>
                </a:cubicBezTo>
                <a:cubicBezTo>
                  <a:pt x="17086" y="67927"/>
                  <a:pt x="15629" y="70856"/>
                  <a:pt x="13260" y="72548"/>
                </a:cubicBezTo>
                <a:cubicBezTo>
                  <a:pt x="15320" y="70782"/>
                  <a:pt x="16497" y="67972"/>
                  <a:pt x="16468" y="64881"/>
                </a:cubicBezTo>
                <a:cubicBezTo>
                  <a:pt x="16453" y="63248"/>
                  <a:pt x="16056" y="61629"/>
                  <a:pt x="15688" y="60069"/>
                </a:cubicBezTo>
                <a:cubicBezTo>
                  <a:pt x="15305" y="58421"/>
                  <a:pt x="14893" y="56758"/>
                  <a:pt x="14952" y="55080"/>
                </a:cubicBezTo>
                <a:cubicBezTo>
                  <a:pt x="15084" y="55036"/>
                  <a:pt x="15217" y="55021"/>
                  <a:pt x="15320" y="55006"/>
                </a:cubicBezTo>
                <a:close/>
                <a:moveTo>
                  <a:pt x="14864" y="55095"/>
                </a:moveTo>
                <a:lnTo>
                  <a:pt x="14864" y="55095"/>
                </a:lnTo>
                <a:cubicBezTo>
                  <a:pt x="14834" y="56772"/>
                  <a:pt x="15217" y="58450"/>
                  <a:pt x="15614" y="60084"/>
                </a:cubicBezTo>
                <a:cubicBezTo>
                  <a:pt x="15982" y="61644"/>
                  <a:pt x="16365" y="63248"/>
                  <a:pt x="16394" y="64881"/>
                </a:cubicBezTo>
                <a:cubicBezTo>
                  <a:pt x="16424" y="68119"/>
                  <a:pt x="15099" y="71062"/>
                  <a:pt x="12862" y="72799"/>
                </a:cubicBezTo>
                <a:cubicBezTo>
                  <a:pt x="14790" y="71003"/>
                  <a:pt x="15820" y="68251"/>
                  <a:pt x="15761" y="64955"/>
                </a:cubicBezTo>
                <a:cubicBezTo>
                  <a:pt x="15747" y="63395"/>
                  <a:pt x="15408" y="61864"/>
                  <a:pt x="15099" y="60378"/>
                </a:cubicBezTo>
                <a:cubicBezTo>
                  <a:pt x="14731" y="58597"/>
                  <a:pt x="14363" y="56905"/>
                  <a:pt x="14496" y="55183"/>
                </a:cubicBezTo>
                <a:cubicBezTo>
                  <a:pt x="14628" y="55154"/>
                  <a:pt x="14731" y="55139"/>
                  <a:pt x="14864" y="55095"/>
                </a:cubicBezTo>
                <a:close/>
                <a:moveTo>
                  <a:pt x="14407" y="55213"/>
                </a:moveTo>
                <a:lnTo>
                  <a:pt x="14407" y="55213"/>
                </a:lnTo>
                <a:cubicBezTo>
                  <a:pt x="14290" y="56934"/>
                  <a:pt x="14643" y="58627"/>
                  <a:pt x="15011" y="60393"/>
                </a:cubicBezTo>
                <a:cubicBezTo>
                  <a:pt x="15320" y="61864"/>
                  <a:pt x="15644" y="63395"/>
                  <a:pt x="15673" y="64955"/>
                </a:cubicBezTo>
                <a:cubicBezTo>
                  <a:pt x="15747" y="68398"/>
                  <a:pt x="14613" y="71253"/>
                  <a:pt x="12480" y="73019"/>
                </a:cubicBezTo>
                <a:cubicBezTo>
                  <a:pt x="14246" y="71224"/>
                  <a:pt x="15143" y="68472"/>
                  <a:pt x="15070" y="65028"/>
                </a:cubicBezTo>
                <a:cubicBezTo>
                  <a:pt x="15026" y="63557"/>
                  <a:pt x="14775" y="62129"/>
                  <a:pt x="14510" y="60731"/>
                </a:cubicBezTo>
                <a:cubicBezTo>
                  <a:pt x="14157" y="58862"/>
                  <a:pt x="13848" y="57096"/>
                  <a:pt x="14054" y="55301"/>
                </a:cubicBezTo>
                <a:cubicBezTo>
                  <a:pt x="14157" y="55257"/>
                  <a:pt x="14290" y="55227"/>
                  <a:pt x="14407" y="55213"/>
                </a:cubicBezTo>
                <a:close/>
                <a:moveTo>
                  <a:pt x="13995" y="55316"/>
                </a:moveTo>
                <a:lnTo>
                  <a:pt x="13995" y="55316"/>
                </a:lnTo>
                <a:cubicBezTo>
                  <a:pt x="13804" y="57096"/>
                  <a:pt x="14128" y="58862"/>
                  <a:pt x="14466" y="60716"/>
                </a:cubicBezTo>
                <a:cubicBezTo>
                  <a:pt x="14716" y="62100"/>
                  <a:pt x="14981" y="63557"/>
                  <a:pt x="15011" y="65014"/>
                </a:cubicBezTo>
                <a:cubicBezTo>
                  <a:pt x="15084" y="68546"/>
                  <a:pt x="14128" y="71342"/>
                  <a:pt x="12274" y="73108"/>
                </a:cubicBezTo>
                <a:cubicBezTo>
                  <a:pt x="12229" y="73122"/>
                  <a:pt x="12215" y="73137"/>
                  <a:pt x="12200" y="73137"/>
                </a:cubicBezTo>
                <a:cubicBezTo>
                  <a:pt x="13775" y="71342"/>
                  <a:pt x="14481" y="68766"/>
                  <a:pt x="14393" y="65087"/>
                </a:cubicBezTo>
                <a:cubicBezTo>
                  <a:pt x="14349" y="63719"/>
                  <a:pt x="14143" y="62394"/>
                  <a:pt x="13951" y="61114"/>
                </a:cubicBezTo>
                <a:cubicBezTo>
                  <a:pt x="13627" y="59156"/>
                  <a:pt x="13363" y="57302"/>
                  <a:pt x="13657" y="55433"/>
                </a:cubicBezTo>
                <a:cubicBezTo>
                  <a:pt x="13760" y="55389"/>
                  <a:pt x="13892" y="55360"/>
                  <a:pt x="13995" y="55316"/>
                </a:cubicBezTo>
                <a:close/>
                <a:moveTo>
                  <a:pt x="13524" y="55477"/>
                </a:moveTo>
                <a:lnTo>
                  <a:pt x="13524" y="55477"/>
                </a:lnTo>
                <a:cubicBezTo>
                  <a:pt x="13245" y="57346"/>
                  <a:pt x="13524" y="59201"/>
                  <a:pt x="13833" y="61143"/>
                </a:cubicBezTo>
                <a:cubicBezTo>
                  <a:pt x="14040" y="62438"/>
                  <a:pt x="14246" y="63763"/>
                  <a:pt x="14275" y="65117"/>
                </a:cubicBezTo>
                <a:cubicBezTo>
                  <a:pt x="14407" y="68840"/>
                  <a:pt x="13672" y="71430"/>
                  <a:pt x="12009" y="73211"/>
                </a:cubicBezTo>
                <a:cubicBezTo>
                  <a:pt x="11979" y="73240"/>
                  <a:pt x="11965" y="73240"/>
                  <a:pt x="11920" y="73255"/>
                </a:cubicBezTo>
                <a:cubicBezTo>
                  <a:pt x="13613" y="71047"/>
                  <a:pt x="13760" y="68060"/>
                  <a:pt x="13672" y="65161"/>
                </a:cubicBezTo>
                <a:cubicBezTo>
                  <a:pt x="13627" y="63925"/>
                  <a:pt x="13466" y="62733"/>
                  <a:pt x="13318" y="61570"/>
                </a:cubicBezTo>
                <a:cubicBezTo>
                  <a:pt x="13039" y="59495"/>
                  <a:pt x="12803" y="57538"/>
                  <a:pt x="13186" y="55595"/>
                </a:cubicBezTo>
                <a:lnTo>
                  <a:pt x="13524" y="55477"/>
                </a:lnTo>
                <a:close/>
                <a:moveTo>
                  <a:pt x="13112" y="55610"/>
                </a:moveTo>
                <a:cubicBezTo>
                  <a:pt x="12730" y="57567"/>
                  <a:pt x="12980" y="59510"/>
                  <a:pt x="13260" y="61570"/>
                </a:cubicBezTo>
                <a:cubicBezTo>
                  <a:pt x="13407" y="62733"/>
                  <a:pt x="13569" y="63939"/>
                  <a:pt x="13613" y="65161"/>
                </a:cubicBezTo>
                <a:cubicBezTo>
                  <a:pt x="13701" y="68104"/>
                  <a:pt x="13539" y="71121"/>
                  <a:pt x="11788" y="73314"/>
                </a:cubicBezTo>
                <a:cubicBezTo>
                  <a:pt x="11744" y="73343"/>
                  <a:pt x="11700" y="73343"/>
                  <a:pt x="11670" y="73358"/>
                </a:cubicBezTo>
                <a:cubicBezTo>
                  <a:pt x="13083" y="71209"/>
                  <a:pt x="13112" y="68501"/>
                  <a:pt x="12995" y="65234"/>
                </a:cubicBezTo>
                <a:cubicBezTo>
                  <a:pt x="12951" y="64160"/>
                  <a:pt x="12847" y="63115"/>
                  <a:pt x="12730" y="62100"/>
                </a:cubicBezTo>
                <a:cubicBezTo>
                  <a:pt x="12509" y="59878"/>
                  <a:pt x="12288" y="57803"/>
                  <a:pt x="12789" y="55742"/>
                </a:cubicBezTo>
                <a:cubicBezTo>
                  <a:pt x="12892" y="55698"/>
                  <a:pt x="13009" y="55654"/>
                  <a:pt x="13112" y="55610"/>
                </a:cubicBezTo>
                <a:close/>
                <a:moveTo>
                  <a:pt x="11881" y="73374"/>
                </a:moveTo>
                <a:cubicBezTo>
                  <a:pt x="11888" y="73374"/>
                  <a:pt x="11881" y="73387"/>
                  <a:pt x="11861" y="73387"/>
                </a:cubicBezTo>
                <a:cubicBezTo>
                  <a:pt x="11871" y="73377"/>
                  <a:pt x="11878" y="73374"/>
                  <a:pt x="11881" y="73374"/>
                </a:cubicBezTo>
                <a:close/>
                <a:moveTo>
                  <a:pt x="11861" y="73387"/>
                </a:moveTo>
                <a:lnTo>
                  <a:pt x="11861" y="73387"/>
                </a:lnTo>
                <a:cubicBezTo>
                  <a:pt x="11847" y="73402"/>
                  <a:pt x="11832" y="73402"/>
                  <a:pt x="11817" y="73417"/>
                </a:cubicBezTo>
                <a:lnTo>
                  <a:pt x="11832" y="73402"/>
                </a:lnTo>
                <a:cubicBezTo>
                  <a:pt x="11847" y="73387"/>
                  <a:pt x="11861" y="73387"/>
                  <a:pt x="11861" y="73387"/>
                </a:cubicBezTo>
                <a:close/>
                <a:moveTo>
                  <a:pt x="12686" y="55801"/>
                </a:moveTo>
                <a:lnTo>
                  <a:pt x="12686" y="55801"/>
                </a:lnTo>
                <a:cubicBezTo>
                  <a:pt x="12215" y="57861"/>
                  <a:pt x="12421" y="59936"/>
                  <a:pt x="12656" y="62144"/>
                </a:cubicBezTo>
                <a:cubicBezTo>
                  <a:pt x="12759" y="63159"/>
                  <a:pt x="12877" y="64204"/>
                  <a:pt x="12906" y="65249"/>
                </a:cubicBezTo>
                <a:cubicBezTo>
                  <a:pt x="13039" y="68560"/>
                  <a:pt x="13009" y="71283"/>
                  <a:pt x="11538" y="73431"/>
                </a:cubicBezTo>
                <a:cubicBezTo>
                  <a:pt x="11494" y="73461"/>
                  <a:pt x="11435" y="73476"/>
                  <a:pt x="11405" y="73490"/>
                </a:cubicBezTo>
                <a:cubicBezTo>
                  <a:pt x="12568" y="71401"/>
                  <a:pt x="12450" y="68869"/>
                  <a:pt x="12318" y="66000"/>
                </a:cubicBezTo>
                <a:cubicBezTo>
                  <a:pt x="12303" y="65764"/>
                  <a:pt x="12303" y="65543"/>
                  <a:pt x="12288" y="65308"/>
                </a:cubicBezTo>
                <a:cubicBezTo>
                  <a:pt x="12244" y="64454"/>
                  <a:pt x="12185" y="63616"/>
                  <a:pt x="12126" y="62791"/>
                </a:cubicBezTo>
                <a:cubicBezTo>
                  <a:pt x="11935" y="60407"/>
                  <a:pt x="11758" y="58171"/>
                  <a:pt x="12347" y="55992"/>
                </a:cubicBezTo>
                <a:cubicBezTo>
                  <a:pt x="12347" y="55978"/>
                  <a:pt x="12362" y="55948"/>
                  <a:pt x="12362" y="55919"/>
                </a:cubicBezTo>
                <a:cubicBezTo>
                  <a:pt x="12465" y="55875"/>
                  <a:pt x="12583" y="55831"/>
                  <a:pt x="12686" y="55801"/>
                </a:cubicBezTo>
                <a:close/>
                <a:moveTo>
                  <a:pt x="11660" y="73469"/>
                </a:moveTo>
                <a:cubicBezTo>
                  <a:pt x="11649" y="73474"/>
                  <a:pt x="11641" y="73482"/>
                  <a:pt x="11641" y="73490"/>
                </a:cubicBezTo>
                <a:cubicBezTo>
                  <a:pt x="11611" y="73505"/>
                  <a:pt x="11597" y="73505"/>
                  <a:pt x="11552" y="73534"/>
                </a:cubicBezTo>
                <a:cubicBezTo>
                  <a:pt x="11567" y="73505"/>
                  <a:pt x="11567" y="73490"/>
                  <a:pt x="11597" y="73490"/>
                </a:cubicBezTo>
                <a:cubicBezTo>
                  <a:pt x="11620" y="73479"/>
                  <a:pt x="11634" y="73476"/>
                  <a:pt x="11660" y="73469"/>
                </a:cubicBezTo>
                <a:close/>
                <a:moveTo>
                  <a:pt x="12288" y="55963"/>
                </a:moveTo>
                <a:lnTo>
                  <a:pt x="12288" y="55978"/>
                </a:lnTo>
                <a:cubicBezTo>
                  <a:pt x="11685" y="58171"/>
                  <a:pt x="11861" y="60407"/>
                  <a:pt x="12053" y="62806"/>
                </a:cubicBezTo>
                <a:cubicBezTo>
                  <a:pt x="12126" y="63616"/>
                  <a:pt x="12185" y="64454"/>
                  <a:pt x="12215" y="65323"/>
                </a:cubicBezTo>
                <a:cubicBezTo>
                  <a:pt x="12229" y="65558"/>
                  <a:pt x="12229" y="65779"/>
                  <a:pt x="12259" y="66029"/>
                </a:cubicBezTo>
                <a:cubicBezTo>
                  <a:pt x="12377" y="68928"/>
                  <a:pt x="12494" y="71445"/>
                  <a:pt x="11302" y="73534"/>
                </a:cubicBezTo>
                <a:cubicBezTo>
                  <a:pt x="11243" y="73549"/>
                  <a:pt x="11199" y="73564"/>
                  <a:pt x="11155" y="73579"/>
                </a:cubicBezTo>
                <a:cubicBezTo>
                  <a:pt x="12009" y="71665"/>
                  <a:pt x="11861" y="69517"/>
                  <a:pt x="11700" y="67074"/>
                </a:cubicBezTo>
                <a:cubicBezTo>
                  <a:pt x="11670" y="66515"/>
                  <a:pt x="11626" y="65970"/>
                  <a:pt x="11597" y="65382"/>
                </a:cubicBezTo>
                <a:cubicBezTo>
                  <a:pt x="11552" y="64808"/>
                  <a:pt x="11523" y="64219"/>
                  <a:pt x="11494" y="63674"/>
                </a:cubicBezTo>
                <a:cubicBezTo>
                  <a:pt x="11332" y="61055"/>
                  <a:pt x="11170" y="58597"/>
                  <a:pt x="11920" y="56257"/>
                </a:cubicBezTo>
                <a:cubicBezTo>
                  <a:pt x="11935" y="56199"/>
                  <a:pt x="11965" y="56169"/>
                  <a:pt x="11979" y="56110"/>
                </a:cubicBezTo>
                <a:cubicBezTo>
                  <a:pt x="12082" y="56051"/>
                  <a:pt x="12185" y="56022"/>
                  <a:pt x="12288" y="55963"/>
                </a:cubicBezTo>
                <a:close/>
                <a:moveTo>
                  <a:pt x="11449" y="73549"/>
                </a:moveTo>
                <a:cubicBezTo>
                  <a:pt x="11420" y="73564"/>
                  <a:pt x="11420" y="73579"/>
                  <a:pt x="11405" y="73608"/>
                </a:cubicBezTo>
                <a:cubicBezTo>
                  <a:pt x="11376" y="73608"/>
                  <a:pt x="11332" y="73623"/>
                  <a:pt x="11302" y="73637"/>
                </a:cubicBezTo>
                <a:cubicBezTo>
                  <a:pt x="11317" y="73623"/>
                  <a:pt x="11317" y="73608"/>
                  <a:pt x="11332" y="73579"/>
                </a:cubicBezTo>
                <a:cubicBezTo>
                  <a:pt x="11376" y="73564"/>
                  <a:pt x="11405" y="73549"/>
                  <a:pt x="11449" y="73549"/>
                </a:cubicBezTo>
                <a:close/>
                <a:moveTo>
                  <a:pt x="11861" y="56169"/>
                </a:moveTo>
                <a:cubicBezTo>
                  <a:pt x="11861" y="56184"/>
                  <a:pt x="11847" y="56213"/>
                  <a:pt x="11847" y="56243"/>
                </a:cubicBezTo>
                <a:cubicBezTo>
                  <a:pt x="11111" y="58568"/>
                  <a:pt x="11258" y="61055"/>
                  <a:pt x="11420" y="63689"/>
                </a:cubicBezTo>
                <a:cubicBezTo>
                  <a:pt x="11464" y="64234"/>
                  <a:pt x="11494" y="64822"/>
                  <a:pt x="11523" y="65396"/>
                </a:cubicBezTo>
                <a:cubicBezTo>
                  <a:pt x="11552" y="65970"/>
                  <a:pt x="11597" y="66544"/>
                  <a:pt x="11626" y="67089"/>
                </a:cubicBezTo>
                <a:cubicBezTo>
                  <a:pt x="11788" y="69576"/>
                  <a:pt x="11935" y="71724"/>
                  <a:pt x="11023" y="73623"/>
                </a:cubicBezTo>
                <a:cubicBezTo>
                  <a:pt x="10964" y="73623"/>
                  <a:pt x="10905" y="73637"/>
                  <a:pt x="10846" y="73652"/>
                </a:cubicBezTo>
                <a:cubicBezTo>
                  <a:pt x="11508" y="71916"/>
                  <a:pt x="11332" y="70017"/>
                  <a:pt x="11111" y="67839"/>
                </a:cubicBezTo>
                <a:cubicBezTo>
                  <a:pt x="11037" y="67074"/>
                  <a:pt x="10949" y="66265"/>
                  <a:pt x="10905" y="65440"/>
                </a:cubicBezTo>
                <a:lnTo>
                  <a:pt x="10875" y="64881"/>
                </a:lnTo>
                <a:cubicBezTo>
                  <a:pt x="10714" y="61908"/>
                  <a:pt x="10537" y="59083"/>
                  <a:pt x="11479" y="56508"/>
                </a:cubicBezTo>
                <a:cubicBezTo>
                  <a:pt x="11494" y="56463"/>
                  <a:pt x="11538" y="56390"/>
                  <a:pt x="11552" y="56331"/>
                </a:cubicBezTo>
                <a:cubicBezTo>
                  <a:pt x="11670" y="56272"/>
                  <a:pt x="11758" y="56213"/>
                  <a:pt x="11861" y="56169"/>
                </a:cubicBezTo>
                <a:close/>
                <a:moveTo>
                  <a:pt x="11491" y="73646"/>
                </a:moveTo>
                <a:cubicBezTo>
                  <a:pt x="11493" y="73646"/>
                  <a:pt x="11494" y="73648"/>
                  <a:pt x="11494" y="73652"/>
                </a:cubicBezTo>
                <a:cubicBezTo>
                  <a:pt x="11479" y="73682"/>
                  <a:pt x="11464" y="73682"/>
                  <a:pt x="11449" y="73696"/>
                </a:cubicBezTo>
                <a:lnTo>
                  <a:pt x="11464" y="73682"/>
                </a:lnTo>
                <a:cubicBezTo>
                  <a:pt x="11475" y="73660"/>
                  <a:pt x="11486" y="73646"/>
                  <a:pt x="11491" y="73646"/>
                </a:cubicBezTo>
                <a:close/>
                <a:moveTo>
                  <a:pt x="11199" y="73623"/>
                </a:moveTo>
                <a:lnTo>
                  <a:pt x="11199" y="73623"/>
                </a:lnTo>
                <a:cubicBezTo>
                  <a:pt x="11185" y="73637"/>
                  <a:pt x="11170" y="73682"/>
                  <a:pt x="11170" y="73696"/>
                </a:cubicBezTo>
                <a:cubicBezTo>
                  <a:pt x="11126" y="73711"/>
                  <a:pt x="11082" y="73726"/>
                  <a:pt x="11037" y="73755"/>
                </a:cubicBezTo>
                <a:cubicBezTo>
                  <a:pt x="11052" y="73726"/>
                  <a:pt x="11052" y="73696"/>
                  <a:pt x="11082" y="73682"/>
                </a:cubicBezTo>
                <a:cubicBezTo>
                  <a:pt x="11111" y="73652"/>
                  <a:pt x="11170" y="73637"/>
                  <a:pt x="11199" y="73623"/>
                </a:cubicBezTo>
                <a:close/>
                <a:moveTo>
                  <a:pt x="11449" y="56375"/>
                </a:moveTo>
                <a:lnTo>
                  <a:pt x="11449" y="56375"/>
                </a:lnTo>
                <a:cubicBezTo>
                  <a:pt x="11420" y="56419"/>
                  <a:pt x="11420" y="56449"/>
                  <a:pt x="11405" y="56493"/>
                </a:cubicBezTo>
                <a:cubicBezTo>
                  <a:pt x="10463" y="59083"/>
                  <a:pt x="10625" y="61923"/>
                  <a:pt x="10802" y="64896"/>
                </a:cubicBezTo>
                <a:lnTo>
                  <a:pt x="10831" y="65455"/>
                </a:lnTo>
                <a:cubicBezTo>
                  <a:pt x="10875" y="66294"/>
                  <a:pt x="10964" y="67089"/>
                  <a:pt x="11037" y="67869"/>
                </a:cubicBezTo>
                <a:cubicBezTo>
                  <a:pt x="11258" y="70032"/>
                  <a:pt x="11464" y="71945"/>
                  <a:pt x="10758" y="73696"/>
                </a:cubicBezTo>
                <a:cubicBezTo>
                  <a:pt x="10684" y="73711"/>
                  <a:pt x="10640" y="73726"/>
                  <a:pt x="10581" y="73770"/>
                </a:cubicBezTo>
                <a:cubicBezTo>
                  <a:pt x="11082" y="72136"/>
                  <a:pt x="10817" y="70415"/>
                  <a:pt x="10537" y="68487"/>
                </a:cubicBezTo>
                <a:cubicBezTo>
                  <a:pt x="10405" y="67545"/>
                  <a:pt x="10257" y="66574"/>
                  <a:pt x="10213" y="65529"/>
                </a:cubicBezTo>
                <a:cubicBezTo>
                  <a:pt x="10022" y="62453"/>
                  <a:pt x="9948" y="59480"/>
                  <a:pt x="11037" y="56772"/>
                </a:cubicBezTo>
                <a:cubicBezTo>
                  <a:pt x="11082" y="56699"/>
                  <a:pt x="11096" y="56625"/>
                  <a:pt x="11126" y="56566"/>
                </a:cubicBezTo>
                <a:cubicBezTo>
                  <a:pt x="11243" y="56508"/>
                  <a:pt x="11332" y="56434"/>
                  <a:pt x="11449" y="56375"/>
                </a:cubicBezTo>
                <a:close/>
                <a:moveTo>
                  <a:pt x="11296" y="73750"/>
                </a:moveTo>
                <a:cubicBezTo>
                  <a:pt x="11291" y="73757"/>
                  <a:pt x="11284" y="73764"/>
                  <a:pt x="11273" y="73770"/>
                </a:cubicBezTo>
                <a:cubicBezTo>
                  <a:pt x="11258" y="73785"/>
                  <a:pt x="11229" y="73799"/>
                  <a:pt x="11199" y="73799"/>
                </a:cubicBezTo>
                <a:cubicBezTo>
                  <a:pt x="11214" y="73785"/>
                  <a:pt x="11214" y="73770"/>
                  <a:pt x="11243" y="73770"/>
                </a:cubicBezTo>
                <a:cubicBezTo>
                  <a:pt x="11261" y="73761"/>
                  <a:pt x="11279" y="73757"/>
                  <a:pt x="11296" y="73750"/>
                </a:cubicBezTo>
                <a:close/>
                <a:moveTo>
                  <a:pt x="11008" y="56625"/>
                </a:moveTo>
                <a:lnTo>
                  <a:pt x="10949" y="56728"/>
                </a:lnTo>
                <a:cubicBezTo>
                  <a:pt x="9860" y="59436"/>
                  <a:pt x="9934" y="62438"/>
                  <a:pt x="10125" y="65514"/>
                </a:cubicBezTo>
                <a:cubicBezTo>
                  <a:pt x="10169" y="66559"/>
                  <a:pt x="10316" y="67530"/>
                  <a:pt x="10449" y="68472"/>
                </a:cubicBezTo>
                <a:cubicBezTo>
                  <a:pt x="10728" y="70415"/>
                  <a:pt x="10978" y="72136"/>
                  <a:pt x="10463" y="73770"/>
                </a:cubicBezTo>
                <a:cubicBezTo>
                  <a:pt x="10419" y="73785"/>
                  <a:pt x="10346" y="73799"/>
                  <a:pt x="10287" y="73829"/>
                </a:cubicBezTo>
                <a:cubicBezTo>
                  <a:pt x="10640" y="72254"/>
                  <a:pt x="10316" y="70635"/>
                  <a:pt x="9992" y="68928"/>
                </a:cubicBezTo>
                <a:cubicBezTo>
                  <a:pt x="9786" y="67869"/>
                  <a:pt x="9566" y="66735"/>
                  <a:pt x="9492" y="65543"/>
                </a:cubicBezTo>
                <a:cubicBezTo>
                  <a:pt x="9242" y="61776"/>
                  <a:pt x="9566" y="59215"/>
                  <a:pt x="10581" y="56993"/>
                </a:cubicBezTo>
                <a:cubicBezTo>
                  <a:pt x="10611" y="56920"/>
                  <a:pt x="10640" y="56861"/>
                  <a:pt x="10669" y="56787"/>
                </a:cubicBezTo>
                <a:cubicBezTo>
                  <a:pt x="10802" y="56758"/>
                  <a:pt x="10890" y="56699"/>
                  <a:pt x="11008" y="56625"/>
                </a:cubicBezTo>
                <a:close/>
                <a:moveTo>
                  <a:pt x="10964" y="73711"/>
                </a:moveTo>
                <a:cubicBezTo>
                  <a:pt x="10949" y="73755"/>
                  <a:pt x="10934" y="73770"/>
                  <a:pt x="10934" y="73799"/>
                </a:cubicBezTo>
                <a:cubicBezTo>
                  <a:pt x="10875" y="73829"/>
                  <a:pt x="10831" y="73843"/>
                  <a:pt x="10787" y="73858"/>
                </a:cubicBezTo>
                <a:cubicBezTo>
                  <a:pt x="10787" y="73829"/>
                  <a:pt x="10802" y="73785"/>
                  <a:pt x="10817" y="73770"/>
                </a:cubicBezTo>
                <a:cubicBezTo>
                  <a:pt x="10875" y="73755"/>
                  <a:pt x="10934" y="73726"/>
                  <a:pt x="10964" y="73711"/>
                </a:cubicBezTo>
                <a:close/>
                <a:moveTo>
                  <a:pt x="10558" y="56925"/>
                </a:moveTo>
                <a:lnTo>
                  <a:pt x="10558" y="56925"/>
                </a:lnTo>
                <a:cubicBezTo>
                  <a:pt x="10537" y="56943"/>
                  <a:pt x="10536" y="56980"/>
                  <a:pt x="10522" y="56993"/>
                </a:cubicBezTo>
                <a:cubicBezTo>
                  <a:pt x="9507" y="59230"/>
                  <a:pt x="9183" y="61805"/>
                  <a:pt x="9433" y="65588"/>
                </a:cubicBezTo>
                <a:cubicBezTo>
                  <a:pt x="9507" y="66780"/>
                  <a:pt x="9728" y="67898"/>
                  <a:pt x="9934" y="68972"/>
                </a:cubicBezTo>
                <a:cubicBezTo>
                  <a:pt x="10272" y="70679"/>
                  <a:pt x="10581" y="72298"/>
                  <a:pt x="10213" y="73858"/>
                </a:cubicBezTo>
                <a:cubicBezTo>
                  <a:pt x="10140" y="73873"/>
                  <a:pt x="10081" y="73902"/>
                  <a:pt x="10007" y="73917"/>
                </a:cubicBezTo>
                <a:cubicBezTo>
                  <a:pt x="10228" y="72445"/>
                  <a:pt x="9860" y="70959"/>
                  <a:pt x="9492" y="69370"/>
                </a:cubicBezTo>
                <a:cubicBezTo>
                  <a:pt x="9213" y="68192"/>
                  <a:pt x="8918" y="66986"/>
                  <a:pt x="8830" y="65661"/>
                </a:cubicBezTo>
                <a:cubicBezTo>
                  <a:pt x="8594" y="62291"/>
                  <a:pt x="9021" y="59554"/>
                  <a:pt x="10169" y="57288"/>
                </a:cubicBezTo>
                <a:cubicBezTo>
                  <a:pt x="10199" y="57229"/>
                  <a:pt x="10228" y="57170"/>
                  <a:pt x="10243" y="57140"/>
                </a:cubicBezTo>
                <a:cubicBezTo>
                  <a:pt x="10302" y="57096"/>
                  <a:pt x="10375" y="57052"/>
                  <a:pt x="10434" y="57008"/>
                </a:cubicBezTo>
                <a:cubicBezTo>
                  <a:pt x="10462" y="56980"/>
                  <a:pt x="10515" y="56953"/>
                  <a:pt x="10558" y="56925"/>
                </a:cubicBezTo>
                <a:close/>
                <a:moveTo>
                  <a:pt x="11096" y="73799"/>
                </a:moveTo>
                <a:cubicBezTo>
                  <a:pt x="11082" y="73829"/>
                  <a:pt x="11052" y="73843"/>
                  <a:pt x="11052" y="73858"/>
                </a:cubicBezTo>
                <a:cubicBezTo>
                  <a:pt x="11023" y="73902"/>
                  <a:pt x="10978" y="73917"/>
                  <a:pt x="10949" y="73932"/>
                </a:cubicBezTo>
                <a:cubicBezTo>
                  <a:pt x="10964" y="73917"/>
                  <a:pt x="10964" y="73902"/>
                  <a:pt x="10978" y="73858"/>
                </a:cubicBezTo>
                <a:lnTo>
                  <a:pt x="11096" y="73799"/>
                </a:lnTo>
                <a:close/>
                <a:moveTo>
                  <a:pt x="10714" y="73799"/>
                </a:moveTo>
                <a:lnTo>
                  <a:pt x="10714" y="73799"/>
                </a:lnTo>
                <a:cubicBezTo>
                  <a:pt x="10684" y="73843"/>
                  <a:pt x="10669" y="73873"/>
                  <a:pt x="10669" y="73902"/>
                </a:cubicBezTo>
                <a:cubicBezTo>
                  <a:pt x="10611" y="73917"/>
                  <a:pt x="10566" y="73932"/>
                  <a:pt x="10508" y="73976"/>
                </a:cubicBezTo>
                <a:cubicBezTo>
                  <a:pt x="10522" y="73932"/>
                  <a:pt x="10522" y="73902"/>
                  <a:pt x="10537" y="73858"/>
                </a:cubicBezTo>
                <a:lnTo>
                  <a:pt x="10714" y="73799"/>
                </a:lnTo>
                <a:close/>
                <a:moveTo>
                  <a:pt x="11136" y="73926"/>
                </a:moveTo>
                <a:cubicBezTo>
                  <a:pt x="11140" y="73926"/>
                  <a:pt x="11146" y="73927"/>
                  <a:pt x="11155" y="73932"/>
                </a:cubicBezTo>
                <a:cubicBezTo>
                  <a:pt x="11126" y="73946"/>
                  <a:pt x="11111" y="73946"/>
                  <a:pt x="11096" y="73976"/>
                </a:cubicBezTo>
                <a:lnTo>
                  <a:pt x="11111" y="73946"/>
                </a:lnTo>
                <a:cubicBezTo>
                  <a:pt x="11121" y="73936"/>
                  <a:pt x="11124" y="73926"/>
                  <a:pt x="11136" y="73926"/>
                </a:cubicBezTo>
                <a:close/>
                <a:moveTo>
                  <a:pt x="10096" y="57214"/>
                </a:moveTo>
                <a:cubicBezTo>
                  <a:pt x="10096" y="57229"/>
                  <a:pt x="10081" y="57229"/>
                  <a:pt x="10081" y="57243"/>
                </a:cubicBezTo>
                <a:cubicBezTo>
                  <a:pt x="8918" y="59524"/>
                  <a:pt x="8506" y="62276"/>
                  <a:pt x="8742" y="65661"/>
                </a:cubicBezTo>
                <a:cubicBezTo>
                  <a:pt x="8830" y="66971"/>
                  <a:pt x="9124" y="68192"/>
                  <a:pt x="9419" y="69370"/>
                </a:cubicBezTo>
                <a:cubicBezTo>
                  <a:pt x="9801" y="70959"/>
                  <a:pt x="10154" y="72460"/>
                  <a:pt x="9934" y="73946"/>
                </a:cubicBezTo>
                <a:cubicBezTo>
                  <a:pt x="9860" y="73961"/>
                  <a:pt x="9801" y="73991"/>
                  <a:pt x="9728" y="74020"/>
                </a:cubicBezTo>
                <a:cubicBezTo>
                  <a:pt x="9845" y="72593"/>
                  <a:pt x="9433" y="71165"/>
                  <a:pt x="8992" y="69679"/>
                </a:cubicBezTo>
                <a:cubicBezTo>
                  <a:pt x="8624" y="68428"/>
                  <a:pt x="8241" y="67147"/>
                  <a:pt x="8138" y="65705"/>
                </a:cubicBezTo>
                <a:cubicBezTo>
                  <a:pt x="7888" y="62585"/>
                  <a:pt x="8433" y="59833"/>
                  <a:pt x="9713" y="57523"/>
                </a:cubicBezTo>
                <a:cubicBezTo>
                  <a:pt x="9728" y="57479"/>
                  <a:pt x="9772" y="57435"/>
                  <a:pt x="9786" y="57391"/>
                </a:cubicBezTo>
                <a:cubicBezTo>
                  <a:pt x="9904" y="57346"/>
                  <a:pt x="9992" y="57288"/>
                  <a:pt x="10096" y="57214"/>
                </a:cubicBezTo>
                <a:close/>
                <a:moveTo>
                  <a:pt x="10861" y="73917"/>
                </a:moveTo>
                <a:cubicBezTo>
                  <a:pt x="10861" y="73917"/>
                  <a:pt x="10861" y="73932"/>
                  <a:pt x="10831" y="73932"/>
                </a:cubicBezTo>
                <a:cubicBezTo>
                  <a:pt x="10817" y="73946"/>
                  <a:pt x="10817" y="73976"/>
                  <a:pt x="10802" y="73991"/>
                </a:cubicBezTo>
                <a:cubicBezTo>
                  <a:pt x="10787" y="74005"/>
                  <a:pt x="10728" y="74020"/>
                  <a:pt x="10684" y="74049"/>
                </a:cubicBezTo>
                <a:cubicBezTo>
                  <a:pt x="10714" y="74020"/>
                  <a:pt x="10714" y="73991"/>
                  <a:pt x="10728" y="73976"/>
                </a:cubicBezTo>
                <a:cubicBezTo>
                  <a:pt x="10758" y="73946"/>
                  <a:pt x="10817" y="73932"/>
                  <a:pt x="10861" y="73917"/>
                </a:cubicBezTo>
                <a:close/>
                <a:moveTo>
                  <a:pt x="10463" y="73873"/>
                </a:moveTo>
                <a:lnTo>
                  <a:pt x="10463" y="73873"/>
                </a:lnTo>
                <a:cubicBezTo>
                  <a:pt x="10449" y="73917"/>
                  <a:pt x="10449" y="73946"/>
                  <a:pt x="10434" y="73991"/>
                </a:cubicBezTo>
                <a:cubicBezTo>
                  <a:pt x="10360" y="74020"/>
                  <a:pt x="10302" y="74049"/>
                  <a:pt x="10243" y="74064"/>
                </a:cubicBezTo>
                <a:cubicBezTo>
                  <a:pt x="10257" y="74020"/>
                  <a:pt x="10257" y="73991"/>
                  <a:pt x="10287" y="73932"/>
                </a:cubicBezTo>
                <a:cubicBezTo>
                  <a:pt x="10346" y="73917"/>
                  <a:pt x="10419" y="73902"/>
                  <a:pt x="10463" y="73873"/>
                </a:cubicBezTo>
                <a:close/>
                <a:moveTo>
                  <a:pt x="10949" y="73991"/>
                </a:moveTo>
                <a:cubicBezTo>
                  <a:pt x="10949" y="74020"/>
                  <a:pt x="10949" y="74049"/>
                  <a:pt x="10934" y="74049"/>
                </a:cubicBezTo>
                <a:cubicBezTo>
                  <a:pt x="10905" y="74064"/>
                  <a:pt x="10875" y="74079"/>
                  <a:pt x="10831" y="74079"/>
                </a:cubicBezTo>
                <a:cubicBezTo>
                  <a:pt x="10831" y="74064"/>
                  <a:pt x="10846" y="74049"/>
                  <a:pt x="10846" y="74020"/>
                </a:cubicBezTo>
                <a:cubicBezTo>
                  <a:pt x="10890" y="74005"/>
                  <a:pt x="10905" y="74005"/>
                  <a:pt x="10949" y="73991"/>
                </a:cubicBezTo>
                <a:close/>
                <a:moveTo>
                  <a:pt x="9639" y="57494"/>
                </a:moveTo>
                <a:lnTo>
                  <a:pt x="9639" y="57494"/>
                </a:lnTo>
                <a:cubicBezTo>
                  <a:pt x="8315" y="59819"/>
                  <a:pt x="7785" y="62585"/>
                  <a:pt x="8035" y="65735"/>
                </a:cubicBezTo>
                <a:cubicBezTo>
                  <a:pt x="8153" y="67162"/>
                  <a:pt x="8536" y="68472"/>
                  <a:pt x="8903" y="69723"/>
                </a:cubicBezTo>
                <a:cubicBezTo>
                  <a:pt x="9345" y="71209"/>
                  <a:pt x="9742" y="72622"/>
                  <a:pt x="9639" y="74064"/>
                </a:cubicBezTo>
                <a:cubicBezTo>
                  <a:pt x="9610" y="74079"/>
                  <a:pt x="9580" y="74079"/>
                  <a:pt x="9551" y="74094"/>
                </a:cubicBezTo>
                <a:cubicBezTo>
                  <a:pt x="9507" y="74123"/>
                  <a:pt x="9477" y="74123"/>
                  <a:pt x="9419" y="74138"/>
                </a:cubicBezTo>
                <a:cubicBezTo>
                  <a:pt x="9433" y="72740"/>
                  <a:pt x="8977" y="71401"/>
                  <a:pt x="8477" y="69973"/>
                </a:cubicBezTo>
                <a:cubicBezTo>
                  <a:pt x="8020" y="68663"/>
                  <a:pt x="7564" y="67309"/>
                  <a:pt x="7432" y="65808"/>
                </a:cubicBezTo>
                <a:cubicBezTo>
                  <a:pt x="7196" y="62880"/>
                  <a:pt x="7814" y="60113"/>
                  <a:pt x="9271" y="57803"/>
                </a:cubicBezTo>
                <a:cubicBezTo>
                  <a:pt x="9316" y="57744"/>
                  <a:pt x="9330" y="57714"/>
                  <a:pt x="9360" y="57655"/>
                </a:cubicBezTo>
                <a:lnTo>
                  <a:pt x="9639" y="57494"/>
                </a:lnTo>
                <a:close/>
                <a:moveTo>
                  <a:pt x="10611" y="74005"/>
                </a:moveTo>
                <a:lnTo>
                  <a:pt x="10611" y="74005"/>
                </a:lnTo>
                <a:cubicBezTo>
                  <a:pt x="10596" y="74020"/>
                  <a:pt x="10596" y="74064"/>
                  <a:pt x="10581" y="74079"/>
                </a:cubicBezTo>
                <a:lnTo>
                  <a:pt x="10581" y="74094"/>
                </a:lnTo>
                <a:cubicBezTo>
                  <a:pt x="10522" y="74123"/>
                  <a:pt x="10478" y="74138"/>
                  <a:pt x="10434" y="74152"/>
                </a:cubicBezTo>
                <a:cubicBezTo>
                  <a:pt x="10449" y="74138"/>
                  <a:pt x="10463" y="74094"/>
                  <a:pt x="10463" y="74064"/>
                </a:cubicBezTo>
                <a:cubicBezTo>
                  <a:pt x="10522" y="74049"/>
                  <a:pt x="10566" y="74020"/>
                  <a:pt x="10611" y="74005"/>
                </a:cubicBezTo>
                <a:close/>
                <a:moveTo>
                  <a:pt x="10169" y="73991"/>
                </a:moveTo>
                <a:cubicBezTo>
                  <a:pt x="10154" y="74020"/>
                  <a:pt x="10154" y="74079"/>
                  <a:pt x="10140" y="74123"/>
                </a:cubicBezTo>
                <a:cubicBezTo>
                  <a:pt x="10081" y="74123"/>
                  <a:pt x="10022" y="74138"/>
                  <a:pt x="9978" y="74167"/>
                </a:cubicBezTo>
                <a:cubicBezTo>
                  <a:pt x="9978" y="74138"/>
                  <a:pt x="9992" y="74079"/>
                  <a:pt x="9992" y="74049"/>
                </a:cubicBezTo>
                <a:cubicBezTo>
                  <a:pt x="10037" y="74020"/>
                  <a:pt x="10110" y="74005"/>
                  <a:pt x="10169" y="73991"/>
                </a:cubicBezTo>
                <a:close/>
                <a:moveTo>
                  <a:pt x="9198" y="57758"/>
                </a:moveTo>
                <a:lnTo>
                  <a:pt x="9198" y="57758"/>
                </a:lnTo>
                <a:cubicBezTo>
                  <a:pt x="7726" y="60098"/>
                  <a:pt x="7079" y="62880"/>
                  <a:pt x="7344" y="65808"/>
                </a:cubicBezTo>
                <a:cubicBezTo>
                  <a:pt x="7476" y="67324"/>
                  <a:pt x="7947" y="68693"/>
                  <a:pt x="8403" y="70002"/>
                </a:cubicBezTo>
                <a:cubicBezTo>
                  <a:pt x="8903" y="71415"/>
                  <a:pt x="9360" y="72754"/>
                  <a:pt x="9345" y="74152"/>
                </a:cubicBezTo>
                <a:cubicBezTo>
                  <a:pt x="9271" y="74167"/>
                  <a:pt x="9198" y="74211"/>
                  <a:pt x="9124" y="74226"/>
                </a:cubicBezTo>
                <a:cubicBezTo>
                  <a:pt x="9051" y="72872"/>
                  <a:pt x="8536" y="71577"/>
                  <a:pt x="7976" y="70223"/>
                </a:cubicBezTo>
                <a:cubicBezTo>
                  <a:pt x="7432" y="68855"/>
                  <a:pt x="6858" y="67457"/>
                  <a:pt x="6711" y="65867"/>
                </a:cubicBezTo>
                <a:cubicBezTo>
                  <a:pt x="6461" y="63100"/>
                  <a:pt x="7196" y="60393"/>
                  <a:pt x="8815" y="58053"/>
                </a:cubicBezTo>
                <a:cubicBezTo>
                  <a:pt x="8845" y="57994"/>
                  <a:pt x="8903" y="57950"/>
                  <a:pt x="8933" y="57891"/>
                </a:cubicBezTo>
                <a:cubicBezTo>
                  <a:pt x="9036" y="57832"/>
                  <a:pt x="9124" y="57788"/>
                  <a:pt x="9198" y="57758"/>
                </a:cubicBezTo>
                <a:close/>
                <a:moveTo>
                  <a:pt x="10743" y="74094"/>
                </a:moveTo>
                <a:lnTo>
                  <a:pt x="10743" y="74094"/>
                </a:lnTo>
                <a:cubicBezTo>
                  <a:pt x="10728" y="74123"/>
                  <a:pt x="10728" y="74138"/>
                  <a:pt x="10714" y="74152"/>
                </a:cubicBezTo>
                <a:cubicBezTo>
                  <a:pt x="10669" y="74197"/>
                  <a:pt x="10640" y="74211"/>
                  <a:pt x="10596" y="74226"/>
                </a:cubicBezTo>
                <a:cubicBezTo>
                  <a:pt x="10611" y="74211"/>
                  <a:pt x="10611" y="74197"/>
                  <a:pt x="10640" y="74152"/>
                </a:cubicBezTo>
                <a:lnTo>
                  <a:pt x="10743" y="74094"/>
                </a:lnTo>
                <a:close/>
                <a:moveTo>
                  <a:pt x="10798" y="74220"/>
                </a:moveTo>
                <a:cubicBezTo>
                  <a:pt x="10801" y="74220"/>
                  <a:pt x="10802" y="74222"/>
                  <a:pt x="10802" y="74226"/>
                </a:cubicBezTo>
                <a:cubicBezTo>
                  <a:pt x="10788" y="74240"/>
                  <a:pt x="10760" y="74241"/>
                  <a:pt x="10758" y="74267"/>
                </a:cubicBezTo>
                <a:lnTo>
                  <a:pt x="10758" y="74267"/>
                </a:lnTo>
                <a:cubicBezTo>
                  <a:pt x="10758" y="74259"/>
                  <a:pt x="10761" y="74241"/>
                  <a:pt x="10772" y="74241"/>
                </a:cubicBezTo>
                <a:cubicBezTo>
                  <a:pt x="10783" y="74230"/>
                  <a:pt x="10793" y="74220"/>
                  <a:pt x="10798" y="74220"/>
                </a:cubicBezTo>
                <a:close/>
                <a:moveTo>
                  <a:pt x="9904" y="74064"/>
                </a:moveTo>
                <a:cubicBezTo>
                  <a:pt x="9904" y="74094"/>
                  <a:pt x="9875" y="74152"/>
                  <a:pt x="9875" y="74197"/>
                </a:cubicBezTo>
                <a:cubicBezTo>
                  <a:pt x="9831" y="74211"/>
                  <a:pt x="9757" y="74241"/>
                  <a:pt x="9698" y="74270"/>
                </a:cubicBezTo>
                <a:cubicBezTo>
                  <a:pt x="9698" y="74211"/>
                  <a:pt x="9713" y="74167"/>
                  <a:pt x="9713" y="74123"/>
                </a:cubicBezTo>
                <a:cubicBezTo>
                  <a:pt x="9772" y="74094"/>
                  <a:pt x="9845" y="74079"/>
                  <a:pt x="9904" y="74064"/>
                </a:cubicBezTo>
                <a:close/>
                <a:moveTo>
                  <a:pt x="10375" y="74094"/>
                </a:moveTo>
                <a:lnTo>
                  <a:pt x="10375" y="74094"/>
                </a:lnTo>
                <a:cubicBezTo>
                  <a:pt x="10360" y="74138"/>
                  <a:pt x="10360" y="74167"/>
                  <a:pt x="10346" y="74211"/>
                </a:cubicBezTo>
                <a:cubicBezTo>
                  <a:pt x="10287" y="74226"/>
                  <a:pt x="10228" y="74241"/>
                  <a:pt x="10199" y="74285"/>
                </a:cubicBezTo>
                <a:cubicBezTo>
                  <a:pt x="10199" y="74226"/>
                  <a:pt x="10213" y="74197"/>
                  <a:pt x="10213" y="74152"/>
                </a:cubicBezTo>
                <a:lnTo>
                  <a:pt x="10375" y="74094"/>
                </a:lnTo>
                <a:close/>
                <a:moveTo>
                  <a:pt x="8756" y="57979"/>
                </a:moveTo>
                <a:cubicBezTo>
                  <a:pt x="8771" y="57979"/>
                  <a:pt x="8771" y="58009"/>
                  <a:pt x="8756" y="58023"/>
                </a:cubicBezTo>
                <a:cubicBezTo>
                  <a:pt x="7123" y="60363"/>
                  <a:pt x="6387" y="63086"/>
                  <a:pt x="6637" y="65882"/>
                </a:cubicBezTo>
                <a:cubicBezTo>
                  <a:pt x="6784" y="67471"/>
                  <a:pt x="7358" y="68869"/>
                  <a:pt x="7917" y="70253"/>
                </a:cubicBezTo>
                <a:cubicBezTo>
                  <a:pt x="8462" y="71621"/>
                  <a:pt x="8977" y="72902"/>
                  <a:pt x="9036" y="74270"/>
                </a:cubicBezTo>
                <a:cubicBezTo>
                  <a:pt x="8962" y="74285"/>
                  <a:pt x="8889" y="74314"/>
                  <a:pt x="8815" y="74344"/>
                </a:cubicBezTo>
                <a:cubicBezTo>
                  <a:pt x="8668" y="72990"/>
                  <a:pt x="8094" y="71739"/>
                  <a:pt x="7491" y="70444"/>
                </a:cubicBezTo>
                <a:cubicBezTo>
                  <a:pt x="6843" y="69046"/>
                  <a:pt x="6181" y="67589"/>
                  <a:pt x="6019" y="65955"/>
                </a:cubicBezTo>
                <a:cubicBezTo>
                  <a:pt x="5754" y="63321"/>
                  <a:pt x="6608" y="60613"/>
                  <a:pt x="8374" y="58332"/>
                </a:cubicBezTo>
                <a:lnTo>
                  <a:pt x="8536" y="58112"/>
                </a:lnTo>
                <a:cubicBezTo>
                  <a:pt x="8609" y="58082"/>
                  <a:pt x="8683" y="58023"/>
                  <a:pt x="8756" y="57979"/>
                </a:cubicBezTo>
                <a:close/>
                <a:moveTo>
                  <a:pt x="10522" y="74211"/>
                </a:moveTo>
                <a:cubicBezTo>
                  <a:pt x="10508" y="74226"/>
                  <a:pt x="10508" y="74270"/>
                  <a:pt x="10493" y="74285"/>
                </a:cubicBezTo>
                <a:cubicBezTo>
                  <a:pt x="10449" y="74300"/>
                  <a:pt x="10390" y="74344"/>
                  <a:pt x="10360" y="74359"/>
                </a:cubicBezTo>
                <a:cubicBezTo>
                  <a:pt x="10375" y="74314"/>
                  <a:pt x="10375" y="74300"/>
                  <a:pt x="10390" y="74270"/>
                </a:cubicBezTo>
                <a:cubicBezTo>
                  <a:pt x="10434" y="74241"/>
                  <a:pt x="10463" y="74226"/>
                  <a:pt x="10522" y="74211"/>
                </a:cubicBezTo>
                <a:close/>
                <a:moveTo>
                  <a:pt x="9625" y="74152"/>
                </a:moveTo>
                <a:cubicBezTo>
                  <a:pt x="9625" y="74211"/>
                  <a:pt x="9610" y="74241"/>
                  <a:pt x="9610" y="74300"/>
                </a:cubicBezTo>
                <a:cubicBezTo>
                  <a:pt x="9551" y="74314"/>
                  <a:pt x="9477" y="74344"/>
                  <a:pt x="9419" y="74373"/>
                </a:cubicBezTo>
                <a:lnTo>
                  <a:pt x="9419" y="74226"/>
                </a:lnTo>
                <a:cubicBezTo>
                  <a:pt x="9477" y="74211"/>
                  <a:pt x="9507" y="74197"/>
                  <a:pt x="9566" y="74167"/>
                </a:cubicBezTo>
                <a:cubicBezTo>
                  <a:pt x="9580" y="74167"/>
                  <a:pt x="9610" y="74152"/>
                  <a:pt x="9625" y="74152"/>
                </a:cubicBezTo>
                <a:close/>
                <a:moveTo>
                  <a:pt x="10096" y="74197"/>
                </a:moveTo>
                <a:lnTo>
                  <a:pt x="10096" y="74197"/>
                </a:lnTo>
                <a:cubicBezTo>
                  <a:pt x="10081" y="74226"/>
                  <a:pt x="10081" y="74270"/>
                  <a:pt x="10066" y="74300"/>
                </a:cubicBezTo>
                <a:cubicBezTo>
                  <a:pt x="10022" y="74344"/>
                  <a:pt x="9978" y="74359"/>
                  <a:pt x="9919" y="74373"/>
                </a:cubicBezTo>
                <a:cubicBezTo>
                  <a:pt x="9934" y="74344"/>
                  <a:pt x="9934" y="74300"/>
                  <a:pt x="9934" y="74241"/>
                </a:cubicBezTo>
                <a:lnTo>
                  <a:pt x="10096" y="74197"/>
                </a:lnTo>
                <a:close/>
                <a:moveTo>
                  <a:pt x="10611" y="74314"/>
                </a:moveTo>
                <a:cubicBezTo>
                  <a:pt x="10611" y="74314"/>
                  <a:pt x="10596" y="74344"/>
                  <a:pt x="10596" y="74359"/>
                </a:cubicBezTo>
                <a:cubicBezTo>
                  <a:pt x="10581" y="74373"/>
                  <a:pt x="10537" y="74388"/>
                  <a:pt x="10522" y="74388"/>
                </a:cubicBezTo>
                <a:cubicBezTo>
                  <a:pt x="10522" y="74373"/>
                  <a:pt x="10537" y="74359"/>
                  <a:pt x="10537" y="74359"/>
                </a:cubicBezTo>
                <a:cubicBezTo>
                  <a:pt x="10552" y="74329"/>
                  <a:pt x="10596" y="74329"/>
                  <a:pt x="10611" y="74314"/>
                </a:cubicBezTo>
                <a:close/>
                <a:moveTo>
                  <a:pt x="8374" y="58200"/>
                </a:moveTo>
                <a:lnTo>
                  <a:pt x="8315" y="58259"/>
                </a:lnTo>
                <a:cubicBezTo>
                  <a:pt x="6534" y="60555"/>
                  <a:pt x="5681" y="63277"/>
                  <a:pt x="5945" y="65926"/>
                </a:cubicBezTo>
                <a:cubicBezTo>
                  <a:pt x="6107" y="67589"/>
                  <a:pt x="6770" y="69031"/>
                  <a:pt x="7417" y="70444"/>
                </a:cubicBezTo>
                <a:cubicBezTo>
                  <a:pt x="8020" y="71739"/>
                  <a:pt x="8594" y="72990"/>
                  <a:pt x="8742" y="74329"/>
                </a:cubicBezTo>
                <a:cubicBezTo>
                  <a:pt x="8668" y="74359"/>
                  <a:pt x="8594" y="74388"/>
                  <a:pt x="8521" y="74403"/>
                </a:cubicBezTo>
                <a:cubicBezTo>
                  <a:pt x="8300" y="73078"/>
                  <a:pt x="7667" y="71871"/>
                  <a:pt x="7005" y="70576"/>
                </a:cubicBezTo>
                <a:cubicBezTo>
                  <a:pt x="6269" y="69149"/>
                  <a:pt x="5519" y="67677"/>
                  <a:pt x="5327" y="65985"/>
                </a:cubicBezTo>
                <a:cubicBezTo>
                  <a:pt x="5077" y="63424"/>
                  <a:pt x="5990" y="60790"/>
                  <a:pt x="7947" y="58553"/>
                </a:cubicBezTo>
                <a:lnTo>
                  <a:pt x="8182" y="58318"/>
                </a:lnTo>
                <a:cubicBezTo>
                  <a:pt x="8241" y="58274"/>
                  <a:pt x="8315" y="58244"/>
                  <a:pt x="8374" y="58200"/>
                </a:cubicBezTo>
                <a:close/>
                <a:moveTo>
                  <a:pt x="9330" y="74226"/>
                </a:moveTo>
                <a:lnTo>
                  <a:pt x="9330" y="74388"/>
                </a:lnTo>
                <a:lnTo>
                  <a:pt x="9316" y="74388"/>
                </a:lnTo>
                <a:cubicBezTo>
                  <a:pt x="9257" y="74432"/>
                  <a:pt x="9183" y="74447"/>
                  <a:pt x="9124" y="74462"/>
                </a:cubicBezTo>
                <a:lnTo>
                  <a:pt x="9124" y="74300"/>
                </a:lnTo>
                <a:cubicBezTo>
                  <a:pt x="9198" y="74285"/>
                  <a:pt x="9271" y="74270"/>
                  <a:pt x="9330" y="74226"/>
                </a:cubicBezTo>
                <a:close/>
                <a:moveTo>
                  <a:pt x="10287" y="74314"/>
                </a:moveTo>
                <a:lnTo>
                  <a:pt x="10287" y="74314"/>
                </a:lnTo>
                <a:cubicBezTo>
                  <a:pt x="10257" y="74359"/>
                  <a:pt x="10257" y="74373"/>
                  <a:pt x="10243" y="74417"/>
                </a:cubicBezTo>
                <a:cubicBezTo>
                  <a:pt x="10213" y="74432"/>
                  <a:pt x="10154" y="74447"/>
                  <a:pt x="10110" y="74462"/>
                </a:cubicBezTo>
                <a:cubicBezTo>
                  <a:pt x="10110" y="74447"/>
                  <a:pt x="10140" y="74417"/>
                  <a:pt x="10140" y="74388"/>
                </a:cubicBezTo>
                <a:lnTo>
                  <a:pt x="10140" y="74373"/>
                </a:lnTo>
                <a:cubicBezTo>
                  <a:pt x="10184" y="74359"/>
                  <a:pt x="10228" y="74344"/>
                  <a:pt x="10287" y="74314"/>
                </a:cubicBezTo>
                <a:close/>
                <a:moveTo>
                  <a:pt x="9860" y="74285"/>
                </a:moveTo>
                <a:cubicBezTo>
                  <a:pt x="9860" y="74314"/>
                  <a:pt x="9845" y="74373"/>
                  <a:pt x="9816" y="74417"/>
                </a:cubicBezTo>
                <a:cubicBezTo>
                  <a:pt x="9772" y="74447"/>
                  <a:pt x="9713" y="74462"/>
                  <a:pt x="9654" y="74491"/>
                </a:cubicBezTo>
                <a:cubicBezTo>
                  <a:pt x="9654" y="74447"/>
                  <a:pt x="9669" y="74388"/>
                  <a:pt x="9669" y="74359"/>
                </a:cubicBezTo>
                <a:cubicBezTo>
                  <a:pt x="9728" y="74344"/>
                  <a:pt x="9801" y="74314"/>
                  <a:pt x="9860" y="74285"/>
                </a:cubicBezTo>
                <a:close/>
                <a:moveTo>
                  <a:pt x="7947" y="58450"/>
                </a:moveTo>
                <a:cubicBezTo>
                  <a:pt x="7932" y="58465"/>
                  <a:pt x="7903" y="58494"/>
                  <a:pt x="7873" y="58509"/>
                </a:cubicBezTo>
                <a:cubicBezTo>
                  <a:pt x="5901" y="60775"/>
                  <a:pt x="4959" y="63424"/>
                  <a:pt x="5239" y="66000"/>
                </a:cubicBezTo>
                <a:cubicBezTo>
                  <a:pt x="5430" y="67692"/>
                  <a:pt x="6181" y="69178"/>
                  <a:pt x="6917" y="70621"/>
                </a:cubicBezTo>
                <a:cubicBezTo>
                  <a:pt x="7579" y="71886"/>
                  <a:pt x="8197" y="73122"/>
                  <a:pt x="8418" y="74432"/>
                </a:cubicBezTo>
                <a:cubicBezTo>
                  <a:pt x="8344" y="74447"/>
                  <a:pt x="8271" y="74491"/>
                  <a:pt x="8197" y="74506"/>
                </a:cubicBezTo>
                <a:cubicBezTo>
                  <a:pt x="7903" y="73181"/>
                  <a:pt x="7226" y="71974"/>
                  <a:pt x="6505" y="70724"/>
                </a:cubicBezTo>
                <a:cubicBezTo>
                  <a:pt x="5681" y="69281"/>
                  <a:pt x="4812" y="67766"/>
                  <a:pt x="4636" y="66058"/>
                </a:cubicBezTo>
                <a:cubicBezTo>
                  <a:pt x="4268" y="62718"/>
                  <a:pt x="6269" y="60084"/>
                  <a:pt x="7505" y="58818"/>
                </a:cubicBezTo>
                <a:lnTo>
                  <a:pt x="7814" y="58494"/>
                </a:lnTo>
                <a:cubicBezTo>
                  <a:pt x="7859" y="58494"/>
                  <a:pt x="7903" y="58480"/>
                  <a:pt x="7947" y="58450"/>
                </a:cubicBezTo>
                <a:close/>
                <a:moveTo>
                  <a:pt x="10419" y="74388"/>
                </a:moveTo>
                <a:cubicBezTo>
                  <a:pt x="10390" y="74417"/>
                  <a:pt x="10390" y="74432"/>
                  <a:pt x="10375" y="74447"/>
                </a:cubicBezTo>
                <a:cubicBezTo>
                  <a:pt x="10346" y="74506"/>
                  <a:pt x="10316" y="74520"/>
                  <a:pt x="10287" y="74520"/>
                </a:cubicBezTo>
                <a:cubicBezTo>
                  <a:pt x="10302" y="74506"/>
                  <a:pt x="10302" y="74491"/>
                  <a:pt x="10316" y="74447"/>
                </a:cubicBezTo>
                <a:cubicBezTo>
                  <a:pt x="10360" y="74432"/>
                  <a:pt x="10390" y="74417"/>
                  <a:pt x="10419" y="74388"/>
                </a:cubicBezTo>
                <a:close/>
                <a:moveTo>
                  <a:pt x="10455" y="74549"/>
                </a:moveTo>
                <a:cubicBezTo>
                  <a:pt x="10450" y="74556"/>
                  <a:pt x="10445" y="74561"/>
                  <a:pt x="10441" y="74565"/>
                </a:cubicBezTo>
                <a:lnTo>
                  <a:pt x="10441" y="74565"/>
                </a:lnTo>
                <a:lnTo>
                  <a:pt x="10449" y="74550"/>
                </a:lnTo>
                <a:cubicBezTo>
                  <a:pt x="10451" y="74550"/>
                  <a:pt x="10453" y="74550"/>
                  <a:pt x="10455" y="74549"/>
                </a:cubicBezTo>
                <a:close/>
                <a:moveTo>
                  <a:pt x="9051" y="74344"/>
                </a:moveTo>
                <a:lnTo>
                  <a:pt x="9051" y="74506"/>
                </a:lnTo>
                <a:cubicBezTo>
                  <a:pt x="8977" y="74520"/>
                  <a:pt x="8918" y="74565"/>
                  <a:pt x="8845" y="74579"/>
                </a:cubicBezTo>
                <a:cubicBezTo>
                  <a:pt x="8845" y="74520"/>
                  <a:pt x="8845" y="74462"/>
                  <a:pt x="8830" y="74417"/>
                </a:cubicBezTo>
                <a:cubicBezTo>
                  <a:pt x="8903" y="74373"/>
                  <a:pt x="8977" y="74359"/>
                  <a:pt x="9051" y="74344"/>
                </a:cubicBezTo>
                <a:close/>
                <a:moveTo>
                  <a:pt x="9580" y="74373"/>
                </a:moveTo>
                <a:cubicBezTo>
                  <a:pt x="9580" y="74432"/>
                  <a:pt x="9566" y="74462"/>
                  <a:pt x="9566" y="74520"/>
                </a:cubicBezTo>
                <a:cubicBezTo>
                  <a:pt x="9507" y="74535"/>
                  <a:pt x="9463" y="74579"/>
                  <a:pt x="9389" y="74594"/>
                </a:cubicBezTo>
                <a:cubicBezTo>
                  <a:pt x="9404" y="74565"/>
                  <a:pt x="9404" y="74506"/>
                  <a:pt x="9404" y="74447"/>
                </a:cubicBezTo>
                <a:cubicBezTo>
                  <a:pt x="9463" y="74432"/>
                  <a:pt x="9536" y="74417"/>
                  <a:pt x="9580" y="74373"/>
                </a:cubicBezTo>
                <a:close/>
                <a:moveTo>
                  <a:pt x="10037" y="74417"/>
                </a:moveTo>
                <a:lnTo>
                  <a:pt x="10037" y="74417"/>
                </a:lnTo>
                <a:cubicBezTo>
                  <a:pt x="10022" y="74447"/>
                  <a:pt x="10022" y="74491"/>
                  <a:pt x="10007" y="74520"/>
                </a:cubicBezTo>
                <a:cubicBezTo>
                  <a:pt x="9948" y="74535"/>
                  <a:pt x="9919" y="74579"/>
                  <a:pt x="9860" y="74594"/>
                </a:cubicBezTo>
                <a:cubicBezTo>
                  <a:pt x="9875" y="74579"/>
                  <a:pt x="9875" y="74565"/>
                  <a:pt x="9875" y="74520"/>
                </a:cubicBezTo>
                <a:cubicBezTo>
                  <a:pt x="9875" y="74506"/>
                  <a:pt x="9875" y="74491"/>
                  <a:pt x="9889" y="74462"/>
                </a:cubicBezTo>
                <a:cubicBezTo>
                  <a:pt x="9948" y="74447"/>
                  <a:pt x="10007" y="74432"/>
                  <a:pt x="10037" y="74417"/>
                </a:cubicBezTo>
                <a:close/>
                <a:moveTo>
                  <a:pt x="7440" y="58780"/>
                </a:moveTo>
                <a:lnTo>
                  <a:pt x="7440" y="58780"/>
                </a:lnTo>
                <a:cubicBezTo>
                  <a:pt x="6204" y="60048"/>
                  <a:pt x="4195" y="62694"/>
                  <a:pt x="4562" y="66073"/>
                </a:cubicBezTo>
                <a:cubicBezTo>
                  <a:pt x="4739" y="67810"/>
                  <a:pt x="5607" y="69340"/>
                  <a:pt x="6461" y="70782"/>
                </a:cubicBezTo>
                <a:cubicBezTo>
                  <a:pt x="7167" y="72033"/>
                  <a:pt x="7859" y="73240"/>
                  <a:pt x="8153" y="74535"/>
                </a:cubicBezTo>
                <a:cubicBezTo>
                  <a:pt x="8079" y="74565"/>
                  <a:pt x="8006" y="74594"/>
                  <a:pt x="7932" y="74609"/>
                </a:cubicBezTo>
                <a:cubicBezTo>
                  <a:pt x="7564" y="73270"/>
                  <a:pt x="6799" y="72063"/>
                  <a:pt x="6048" y="70856"/>
                </a:cubicBezTo>
                <a:cubicBezTo>
                  <a:pt x="5136" y="69384"/>
                  <a:pt x="4179" y="67869"/>
                  <a:pt x="3973" y="66117"/>
                </a:cubicBezTo>
                <a:cubicBezTo>
                  <a:pt x="3694" y="63704"/>
                  <a:pt x="4842" y="61128"/>
                  <a:pt x="7093" y="59053"/>
                </a:cubicBezTo>
                <a:cubicBezTo>
                  <a:pt x="7185" y="58975"/>
                  <a:pt x="7310" y="58874"/>
                  <a:pt x="7440" y="58780"/>
                </a:cubicBezTo>
                <a:close/>
                <a:moveTo>
                  <a:pt x="8756" y="74417"/>
                </a:moveTo>
                <a:lnTo>
                  <a:pt x="8756" y="74594"/>
                </a:lnTo>
                <a:cubicBezTo>
                  <a:pt x="8683" y="74609"/>
                  <a:pt x="8609" y="74653"/>
                  <a:pt x="8550" y="74668"/>
                </a:cubicBezTo>
                <a:cubicBezTo>
                  <a:pt x="8550" y="74609"/>
                  <a:pt x="8536" y="74550"/>
                  <a:pt x="8536" y="74491"/>
                </a:cubicBezTo>
                <a:cubicBezTo>
                  <a:pt x="8609" y="74462"/>
                  <a:pt x="8683" y="74432"/>
                  <a:pt x="8756" y="74417"/>
                </a:cubicBezTo>
                <a:close/>
                <a:moveTo>
                  <a:pt x="10199" y="74520"/>
                </a:moveTo>
                <a:cubicBezTo>
                  <a:pt x="10169" y="74535"/>
                  <a:pt x="10169" y="74579"/>
                  <a:pt x="10154" y="74594"/>
                </a:cubicBezTo>
                <a:cubicBezTo>
                  <a:pt x="10110" y="74609"/>
                  <a:pt x="10081" y="74653"/>
                  <a:pt x="10051" y="74668"/>
                </a:cubicBezTo>
                <a:cubicBezTo>
                  <a:pt x="10066" y="74638"/>
                  <a:pt x="10066" y="74609"/>
                  <a:pt x="10081" y="74579"/>
                </a:cubicBezTo>
                <a:lnTo>
                  <a:pt x="10199" y="74520"/>
                </a:lnTo>
                <a:close/>
                <a:moveTo>
                  <a:pt x="9330" y="74491"/>
                </a:moveTo>
                <a:cubicBezTo>
                  <a:pt x="9330" y="74535"/>
                  <a:pt x="9316" y="74579"/>
                  <a:pt x="9316" y="74638"/>
                </a:cubicBezTo>
                <a:cubicBezTo>
                  <a:pt x="9257" y="74668"/>
                  <a:pt x="9183" y="74682"/>
                  <a:pt x="9124" y="74712"/>
                </a:cubicBezTo>
                <a:lnTo>
                  <a:pt x="9124" y="74565"/>
                </a:lnTo>
                <a:cubicBezTo>
                  <a:pt x="9198" y="74535"/>
                  <a:pt x="9257" y="74506"/>
                  <a:pt x="9330" y="74491"/>
                </a:cubicBezTo>
                <a:close/>
                <a:moveTo>
                  <a:pt x="9801" y="74506"/>
                </a:moveTo>
                <a:lnTo>
                  <a:pt x="9801" y="74506"/>
                </a:lnTo>
                <a:cubicBezTo>
                  <a:pt x="9786" y="74535"/>
                  <a:pt x="9786" y="74579"/>
                  <a:pt x="9772" y="74609"/>
                </a:cubicBezTo>
                <a:cubicBezTo>
                  <a:pt x="9728" y="74653"/>
                  <a:pt x="9683" y="74682"/>
                  <a:pt x="9625" y="74712"/>
                </a:cubicBezTo>
                <a:lnTo>
                  <a:pt x="9625" y="74668"/>
                </a:lnTo>
                <a:cubicBezTo>
                  <a:pt x="9625" y="74638"/>
                  <a:pt x="9639" y="74609"/>
                  <a:pt x="9639" y="74579"/>
                </a:cubicBezTo>
                <a:cubicBezTo>
                  <a:pt x="9698" y="74565"/>
                  <a:pt x="9742" y="74535"/>
                  <a:pt x="9801" y="74506"/>
                </a:cubicBezTo>
                <a:close/>
                <a:moveTo>
                  <a:pt x="10287" y="74638"/>
                </a:moveTo>
                <a:cubicBezTo>
                  <a:pt x="10287" y="74638"/>
                  <a:pt x="10287" y="74653"/>
                  <a:pt x="10272" y="74668"/>
                </a:cubicBezTo>
                <a:cubicBezTo>
                  <a:pt x="10243" y="74682"/>
                  <a:pt x="10213" y="74712"/>
                  <a:pt x="10199" y="74726"/>
                </a:cubicBezTo>
                <a:cubicBezTo>
                  <a:pt x="10199" y="74712"/>
                  <a:pt x="10213" y="74682"/>
                  <a:pt x="10213" y="74668"/>
                </a:cubicBezTo>
                <a:cubicBezTo>
                  <a:pt x="10228" y="74653"/>
                  <a:pt x="10257" y="74653"/>
                  <a:pt x="10287" y="74638"/>
                </a:cubicBezTo>
                <a:close/>
                <a:moveTo>
                  <a:pt x="6887" y="59142"/>
                </a:moveTo>
                <a:cubicBezTo>
                  <a:pt x="4680" y="61217"/>
                  <a:pt x="3576" y="63777"/>
                  <a:pt x="3841" y="66176"/>
                </a:cubicBezTo>
                <a:cubicBezTo>
                  <a:pt x="4047" y="67942"/>
                  <a:pt x="5018" y="69458"/>
                  <a:pt x="5945" y="70959"/>
                </a:cubicBezTo>
                <a:cubicBezTo>
                  <a:pt x="6681" y="72122"/>
                  <a:pt x="7447" y="73358"/>
                  <a:pt x="7814" y="74682"/>
                </a:cubicBezTo>
                <a:cubicBezTo>
                  <a:pt x="7741" y="74726"/>
                  <a:pt x="7667" y="74741"/>
                  <a:pt x="7594" y="74785"/>
                </a:cubicBezTo>
                <a:cubicBezTo>
                  <a:pt x="7167" y="73402"/>
                  <a:pt x="6343" y="72210"/>
                  <a:pt x="5533" y="71033"/>
                </a:cubicBezTo>
                <a:cubicBezTo>
                  <a:pt x="4533" y="69532"/>
                  <a:pt x="3458" y="68016"/>
                  <a:pt x="3238" y="66220"/>
                </a:cubicBezTo>
                <a:cubicBezTo>
                  <a:pt x="2943" y="63895"/>
                  <a:pt x="4209" y="61335"/>
                  <a:pt x="6608" y="59363"/>
                </a:cubicBezTo>
                <a:lnTo>
                  <a:pt x="6887" y="59142"/>
                </a:lnTo>
                <a:close/>
                <a:moveTo>
                  <a:pt x="8447" y="74520"/>
                </a:moveTo>
                <a:cubicBezTo>
                  <a:pt x="8462" y="74594"/>
                  <a:pt x="8462" y="74653"/>
                  <a:pt x="8477" y="74712"/>
                </a:cubicBezTo>
                <a:cubicBezTo>
                  <a:pt x="8403" y="74726"/>
                  <a:pt x="8330" y="74756"/>
                  <a:pt x="8256" y="74785"/>
                </a:cubicBezTo>
                <a:cubicBezTo>
                  <a:pt x="8241" y="74726"/>
                  <a:pt x="8241" y="74653"/>
                  <a:pt x="8227" y="74594"/>
                </a:cubicBezTo>
                <a:cubicBezTo>
                  <a:pt x="8300" y="74579"/>
                  <a:pt x="8374" y="74535"/>
                  <a:pt x="8447" y="74520"/>
                </a:cubicBezTo>
                <a:close/>
                <a:moveTo>
                  <a:pt x="9978" y="74653"/>
                </a:moveTo>
                <a:lnTo>
                  <a:pt x="9978" y="74653"/>
                </a:lnTo>
                <a:cubicBezTo>
                  <a:pt x="9948" y="74682"/>
                  <a:pt x="9948" y="74712"/>
                  <a:pt x="9934" y="74741"/>
                </a:cubicBezTo>
                <a:cubicBezTo>
                  <a:pt x="9904" y="74741"/>
                  <a:pt x="9860" y="74756"/>
                  <a:pt x="9801" y="74800"/>
                </a:cubicBezTo>
                <a:cubicBezTo>
                  <a:pt x="9831" y="74756"/>
                  <a:pt x="9831" y="74726"/>
                  <a:pt x="9845" y="74712"/>
                </a:cubicBezTo>
                <a:cubicBezTo>
                  <a:pt x="9875" y="74682"/>
                  <a:pt x="9934" y="74668"/>
                  <a:pt x="9978" y="74653"/>
                </a:cubicBezTo>
                <a:close/>
                <a:moveTo>
                  <a:pt x="9051" y="74579"/>
                </a:moveTo>
                <a:lnTo>
                  <a:pt x="9051" y="74741"/>
                </a:lnTo>
                <a:cubicBezTo>
                  <a:pt x="8992" y="74756"/>
                  <a:pt x="8918" y="74800"/>
                  <a:pt x="8874" y="74815"/>
                </a:cubicBezTo>
                <a:lnTo>
                  <a:pt x="8874" y="74653"/>
                </a:lnTo>
                <a:cubicBezTo>
                  <a:pt x="8903" y="74638"/>
                  <a:pt x="8977" y="74609"/>
                  <a:pt x="9051" y="74579"/>
                </a:cubicBezTo>
                <a:close/>
                <a:moveTo>
                  <a:pt x="9551" y="74609"/>
                </a:moveTo>
                <a:lnTo>
                  <a:pt x="9551" y="74653"/>
                </a:lnTo>
                <a:cubicBezTo>
                  <a:pt x="9551" y="74682"/>
                  <a:pt x="9536" y="74712"/>
                  <a:pt x="9536" y="74741"/>
                </a:cubicBezTo>
                <a:cubicBezTo>
                  <a:pt x="9477" y="74785"/>
                  <a:pt x="9419" y="74800"/>
                  <a:pt x="9360" y="74815"/>
                </a:cubicBezTo>
                <a:cubicBezTo>
                  <a:pt x="9360" y="74756"/>
                  <a:pt x="9374" y="74726"/>
                  <a:pt x="9374" y="74682"/>
                </a:cubicBezTo>
                <a:cubicBezTo>
                  <a:pt x="9433" y="74668"/>
                  <a:pt x="9492" y="74638"/>
                  <a:pt x="9551" y="74609"/>
                </a:cubicBezTo>
                <a:close/>
                <a:moveTo>
                  <a:pt x="10096" y="74726"/>
                </a:moveTo>
                <a:cubicBezTo>
                  <a:pt x="10081" y="74741"/>
                  <a:pt x="10081" y="74785"/>
                  <a:pt x="10066" y="74800"/>
                </a:cubicBezTo>
                <a:cubicBezTo>
                  <a:pt x="10022" y="74815"/>
                  <a:pt x="10007" y="74829"/>
                  <a:pt x="9978" y="74859"/>
                </a:cubicBezTo>
                <a:cubicBezTo>
                  <a:pt x="9992" y="74829"/>
                  <a:pt x="9992" y="74800"/>
                  <a:pt x="10007" y="74785"/>
                </a:cubicBezTo>
                <a:cubicBezTo>
                  <a:pt x="10051" y="74756"/>
                  <a:pt x="10066" y="74741"/>
                  <a:pt x="10096" y="74726"/>
                </a:cubicBezTo>
                <a:close/>
                <a:moveTo>
                  <a:pt x="8138" y="74653"/>
                </a:moveTo>
                <a:cubicBezTo>
                  <a:pt x="8168" y="74682"/>
                  <a:pt x="8168" y="74756"/>
                  <a:pt x="8182" y="74815"/>
                </a:cubicBezTo>
                <a:cubicBezTo>
                  <a:pt x="8109" y="74829"/>
                  <a:pt x="8035" y="74874"/>
                  <a:pt x="7962" y="74903"/>
                </a:cubicBezTo>
                <a:cubicBezTo>
                  <a:pt x="7947" y="74859"/>
                  <a:pt x="7932" y="74785"/>
                  <a:pt x="7903" y="74726"/>
                </a:cubicBezTo>
                <a:cubicBezTo>
                  <a:pt x="7991" y="74697"/>
                  <a:pt x="8050" y="74668"/>
                  <a:pt x="8138" y="74653"/>
                </a:cubicBezTo>
                <a:close/>
                <a:moveTo>
                  <a:pt x="9742" y="74726"/>
                </a:moveTo>
                <a:cubicBezTo>
                  <a:pt x="9728" y="74756"/>
                  <a:pt x="9728" y="74800"/>
                  <a:pt x="9713" y="74829"/>
                </a:cubicBezTo>
                <a:cubicBezTo>
                  <a:pt x="9669" y="74859"/>
                  <a:pt x="9625" y="74888"/>
                  <a:pt x="9580" y="74903"/>
                </a:cubicBezTo>
                <a:cubicBezTo>
                  <a:pt x="9580" y="74888"/>
                  <a:pt x="9580" y="74859"/>
                  <a:pt x="9610" y="74800"/>
                </a:cubicBezTo>
                <a:cubicBezTo>
                  <a:pt x="9654" y="74785"/>
                  <a:pt x="9698" y="74756"/>
                  <a:pt x="9742" y="74726"/>
                </a:cubicBezTo>
                <a:close/>
                <a:moveTo>
                  <a:pt x="8771" y="74682"/>
                </a:moveTo>
                <a:lnTo>
                  <a:pt x="8771" y="74859"/>
                </a:lnTo>
                <a:cubicBezTo>
                  <a:pt x="8727" y="74874"/>
                  <a:pt x="8639" y="74903"/>
                  <a:pt x="8580" y="74918"/>
                </a:cubicBezTo>
                <a:cubicBezTo>
                  <a:pt x="8580" y="74874"/>
                  <a:pt x="8550" y="74815"/>
                  <a:pt x="8550" y="74756"/>
                </a:cubicBezTo>
                <a:cubicBezTo>
                  <a:pt x="8624" y="74741"/>
                  <a:pt x="8697" y="74712"/>
                  <a:pt x="8771" y="74682"/>
                </a:cubicBezTo>
                <a:close/>
                <a:moveTo>
                  <a:pt x="9286" y="74726"/>
                </a:moveTo>
                <a:lnTo>
                  <a:pt x="9286" y="74800"/>
                </a:lnTo>
                <a:cubicBezTo>
                  <a:pt x="9286" y="74815"/>
                  <a:pt x="9286" y="74829"/>
                  <a:pt x="9271" y="74874"/>
                </a:cubicBezTo>
                <a:cubicBezTo>
                  <a:pt x="9213" y="74888"/>
                  <a:pt x="9168" y="74918"/>
                  <a:pt x="9110" y="74947"/>
                </a:cubicBezTo>
                <a:lnTo>
                  <a:pt x="9110" y="74800"/>
                </a:lnTo>
                <a:cubicBezTo>
                  <a:pt x="9183" y="74785"/>
                  <a:pt x="9242" y="74741"/>
                  <a:pt x="9286" y="74726"/>
                </a:cubicBezTo>
                <a:close/>
                <a:moveTo>
                  <a:pt x="9889" y="74859"/>
                </a:moveTo>
                <a:lnTo>
                  <a:pt x="9889" y="74859"/>
                </a:lnTo>
                <a:cubicBezTo>
                  <a:pt x="9875" y="74888"/>
                  <a:pt x="9875" y="74903"/>
                  <a:pt x="9860" y="74947"/>
                </a:cubicBezTo>
                <a:cubicBezTo>
                  <a:pt x="9831" y="74947"/>
                  <a:pt x="9786" y="74962"/>
                  <a:pt x="9742" y="75006"/>
                </a:cubicBezTo>
                <a:cubicBezTo>
                  <a:pt x="9772" y="74962"/>
                  <a:pt x="9772" y="74947"/>
                  <a:pt x="9786" y="74903"/>
                </a:cubicBezTo>
                <a:lnTo>
                  <a:pt x="9889" y="74859"/>
                </a:lnTo>
                <a:close/>
                <a:moveTo>
                  <a:pt x="7844" y="74741"/>
                </a:moveTo>
                <a:cubicBezTo>
                  <a:pt x="7859" y="74800"/>
                  <a:pt x="7873" y="74874"/>
                  <a:pt x="7888" y="74932"/>
                </a:cubicBezTo>
                <a:cubicBezTo>
                  <a:pt x="7814" y="74962"/>
                  <a:pt x="7741" y="74977"/>
                  <a:pt x="7667" y="75021"/>
                </a:cubicBezTo>
                <a:cubicBezTo>
                  <a:pt x="7653" y="74947"/>
                  <a:pt x="7638" y="74888"/>
                  <a:pt x="7623" y="74829"/>
                </a:cubicBezTo>
                <a:cubicBezTo>
                  <a:pt x="7697" y="74800"/>
                  <a:pt x="7770" y="74785"/>
                  <a:pt x="7844" y="74741"/>
                </a:cubicBezTo>
                <a:close/>
                <a:moveTo>
                  <a:pt x="9992" y="74932"/>
                </a:moveTo>
                <a:lnTo>
                  <a:pt x="9992" y="74932"/>
                </a:lnTo>
                <a:cubicBezTo>
                  <a:pt x="9978" y="74962"/>
                  <a:pt x="9978" y="74962"/>
                  <a:pt x="9948" y="74977"/>
                </a:cubicBezTo>
                <a:cubicBezTo>
                  <a:pt x="9934" y="75006"/>
                  <a:pt x="9919" y="75021"/>
                  <a:pt x="9904" y="75021"/>
                </a:cubicBezTo>
                <a:cubicBezTo>
                  <a:pt x="9904" y="75006"/>
                  <a:pt x="9919" y="74977"/>
                  <a:pt x="9919" y="74962"/>
                </a:cubicBezTo>
                <a:cubicBezTo>
                  <a:pt x="9934" y="74947"/>
                  <a:pt x="9948" y="74947"/>
                  <a:pt x="9992" y="74932"/>
                </a:cubicBezTo>
                <a:close/>
                <a:moveTo>
                  <a:pt x="8477" y="74800"/>
                </a:moveTo>
                <a:cubicBezTo>
                  <a:pt x="8477" y="74859"/>
                  <a:pt x="8506" y="74903"/>
                  <a:pt x="8506" y="74962"/>
                </a:cubicBezTo>
                <a:cubicBezTo>
                  <a:pt x="8418" y="74977"/>
                  <a:pt x="8374" y="75021"/>
                  <a:pt x="8300" y="75035"/>
                </a:cubicBezTo>
                <a:cubicBezTo>
                  <a:pt x="8300" y="74977"/>
                  <a:pt x="8285" y="74918"/>
                  <a:pt x="8256" y="74859"/>
                </a:cubicBezTo>
                <a:cubicBezTo>
                  <a:pt x="8359" y="74859"/>
                  <a:pt x="8403" y="74815"/>
                  <a:pt x="8477" y="74800"/>
                </a:cubicBezTo>
                <a:close/>
                <a:moveTo>
                  <a:pt x="9492" y="74829"/>
                </a:moveTo>
                <a:lnTo>
                  <a:pt x="9492" y="74829"/>
                </a:lnTo>
                <a:cubicBezTo>
                  <a:pt x="9477" y="74874"/>
                  <a:pt x="9477" y="74903"/>
                  <a:pt x="9448" y="74962"/>
                </a:cubicBezTo>
                <a:cubicBezTo>
                  <a:pt x="9433" y="75006"/>
                  <a:pt x="9374" y="75021"/>
                  <a:pt x="9330" y="75035"/>
                </a:cubicBezTo>
                <a:cubicBezTo>
                  <a:pt x="9330" y="75006"/>
                  <a:pt x="9345" y="74962"/>
                  <a:pt x="9345" y="74903"/>
                </a:cubicBezTo>
                <a:cubicBezTo>
                  <a:pt x="9404" y="74888"/>
                  <a:pt x="9448" y="74859"/>
                  <a:pt x="9492" y="74829"/>
                </a:cubicBezTo>
                <a:close/>
                <a:moveTo>
                  <a:pt x="9036" y="74829"/>
                </a:moveTo>
                <a:lnTo>
                  <a:pt x="9036" y="74947"/>
                </a:lnTo>
                <a:lnTo>
                  <a:pt x="9036" y="74977"/>
                </a:lnTo>
                <a:cubicBezTo>
                  <a:pt x="8977" y="75006"/>
                  <a:pt x="8918" y="75035"/>
                  <a:pt x="8874" y="75050"/>
                </a:cubicBezTo>
                <a:lnTo>
                  <a:pt x="8874" y="74903"/>
                </a:lnTo>
                <a:cubicBezTo>
                  <a:pt x="8918" y="74888"/>
                  <a:pt x="8977" y="74859"/>
                  <a:pt x="9036" y="74829"/>
                </a:cubicBezTo>
                <a:close/>
                <a:moveTo>
                  <a:pt x="9698" y="74947"/>
                </a:moveTo>
                <a:lnTo>
                  <a:pt x="9698" y="74947"/>
                </a:lnTo>
                <a:cubicBezTo>
                  <a:pt x="9683" y="74977"/>
                  <a:pt x="9683" y="75021"/>
                  <a:pt x="9654" y="75035"/>
                </a:cubicBezTo>
                <a:cubicBezTo>
                  <a:pt x="9610" y="75080"/>
                  <a:pt x="9566" y="75109"/>
                  <a:pt x="9536" y="75124"/>
                </a:cubicBezTo>
                <a:cubicBezTo>
                  <a:pt x="9551" y="75094"/>
                  <a:pt x="9551" y="75050"/>
                  <a:pt x="9566" y="75021"/>
                </a:cubicBezTo>
                <a:cubicBezTo>
                  <a:pt x="9610" y="75006"/>
                  <a:pt x="9654" y="74977"/>
                  <a:pt x="9698" y="74947"/>
                </a:cubicBezTo>
                <a:close/>
                <a:moveTo>
                  <a:pt x="9271" y="74962"/>
                </a:moveTo>
                <a:cubicBezTo>
                  <a:pt x="9271" y="75006"/>
                  <a:pt x="9257" y="75050"/>
                  <a:pt x="9257" y="75094"/>
                </a:cubicBezTo>
                <a:cubicBezTo>
                  <a:pt x="9198" y="75109"/>
                  <a:pt x="9139" y="75153"/>
                  <a:pt x="9095" y="75168"/>
                </a:cubicBezTo>
                <a:cubicBezTo>
                  <a:pt x="9095" y="75124"/>
                  <a:pt x="9095" y="75080"/>
                  <a:pt x="9110" y="75035"/>
                </a:cubicBezTo>
                <a:cubicBezTo>
                  <a:pt x="9154" y="75021"/>
                  <a:pt x="9213" y="74977"/>
                  <a:pt x="9271" y="74962"/>
                </a:cubicBezTo>
                <a:close/>
                <a:moveTo>
                  <a:pt x="8182" y="74903"/>
                </a:moveTo>
                <a:cubicBezTo>
                  <a:pt x="8197" y="74962"/>
                  <a:pt x="8197" y="75021"/>
                  <a:pt x="8197" y="75094"/>
                </a:cubicBezTo>
                <a:cubicBezTo>
                  <a:pt x="8124" y="75124"/>
                  <a:pt x="8079" y="75153"/>
                  <a:pt x="8006" y="75183"/>
                </a:cubicBezTo>
                <a:cubicBezTo>
                  <a:pt x="8020" y="75109"/>
                  <a:pt x="8006" y="75035"/>
                  <a:pt x="7991" y="74977"/>
                </a:cubicBezTo>
                <a:cubicBezTo>
                  <a:pt x="8065" y="74947"/>
                  <a:pt x="8138" y="74932"/>
                  <a:pt x="8182" y="74903"/>
                </a:cubicBezTo>
                <a:close/>
                <a:moveTo>
                  <a:pt x="8771" y="74947"/>
                </a:moveTo>
                <a:lnTo>
                  <a:pt x="8771" y="75094"/>
                </a:lnTo>
                <a:lnTo>
                  <a:pt x="8771" y="75109"/>
                </a:lnTo>
                <a:cubicBezTo>
                  <a:pt x="8727" y="75124"/>
                  <a:pt x="8639" y="75168"/>
                  <a:pt x="8594" y="75183"/>
                </a:cubicBezTo>
                <a:cubicBezTo>
                  <a:pt x="8594" y="75124"/>
                  <a:pt x="8594" y="75080"/>
                  <a:pt x="8580" y="75021"/>
                </a:cubicBezTo>
                <a:cubicBezTo>
                  <a:pt x="8639" y="75006"/>
                  <a:pt x="8697" y="74962"/>
                  <a:pt x="8771" y="74947"/>
                </a:cubicBezTo>
                <a:close/>
                <a:moveTo>
                  <a:pt x="9786" y="75050"/>
                </a:moveTo>
                <a:cubicBezTo>
                  <a:pt x="9786" y="75080"/>
                  <a:pt x="9772" y="75109"/>
                  <a:pt x="9772" y="75124"/>
                </a:cubicBezTo>
                <a:cubicBezTo>
                  <a:pt x="9728" y="75153"/>
                  <a:pt x="9713" y="75168"/>
                  <a:pt x="9683" y="75183"/>
                </a:cubicBezTo>
                <a:cubicBezTo>
                  <a:pt x="9683" y="75168"/>
                  <a:pt x="9698" y="75124"/>
                  <a:pt x="9698" y="75109"/>
                </a:cubicBezTo>
                <a:cubicBezTo>
                  <a:pt x="9728" y="75094"/>
                  <a:pt x="9742" y="75080"/>
                  <a:pt x="9786" y="75050"/>
                </a:cubicBezTo>
                <a:close/>
                <a:moveTo>
                  <a:pt x="9433" y="75080"/>
                </a:moveTo>
                <a:lnTo>
                  <a:pt x="9433" y="75080"/>
                </a:lnTo>
                <a:cubicBezTo>
                  <a:pt x="9419" y="75109"/>
                  <a:pt x="9419" y="75153"/>
                  <a:pt x="9404" y="75183"/>
                </a:cubicBezTo>
                <a:cubicBezTo>
                  <a:pt x="9360" y="75197"/>
                  <a:pt x="9316" y="75241"/>
                  <a:pt x="9271" y="75256"/>
                </a:cubicBezTo>
                <a:cubicBezTo>
                  <a:pt x="9316" y="75227"/>
                  <a:pt x="9316" y="75183"/>
                  <a:pt x="9316" y="75153"/>
                </a:cubicBezTo>
                <a:cubicBezTo>
                  <a:pt x="9345" y="75124"/>
                  <a:pt x="9404" y="75094"/>
                  <a:pt x="9433" y="75080"/>
                </a:cubicBezTo>
                <a:close/>
                <a:moveTo>
                  <a:pt x="7903" y="75006"/>
                </a:moveTo>
                <a:cubicBezTo>
                  <a:pt x="7932" y="75050"/>
                  <a:pt x="7932" y="75124"/>
                  <a:pt x="7947" y="75183"/>
                </a:cubicBezTo>
                <a:cubicBezTo>
                  <a:pt x="7873" y="75227"/>
                  <a:pt x="7814" y="75241"/>
                  <a:pt x="7741" y="75271"/>
                </a:cubicBezTo>
                <a:cubicBezTo>
                  <a:pt x="7726" y="75227"/>
                  <a:pt x="7711" y="75168"/>
                  <a:pt x="7711" y="75094"/>
                </a:cubicBezTo>
                <a:cubicBezTo>
                  <a:pt x="7785" y="75050"/>
                  <a:pt x="7859" y="75035"/>
                  <a:pt x="7903" y="75006"/>
                </a:cubicBezTo>
                <a:close/>
                <a:moveTo>
                  <a:pt x="9006" y="75080"/>
                </a:moveTo>
                <a:cubicBezTo>
                  <a:pt x="9006" y="75124"/>
                  <a:pt x="8992" y="75168"/>
                  <a:pt x="8992" y="75227"/>
                </a:cubicBezTo>
                <a:cubicBezTo>
                  <a:pt x="8948" y="75241"/>
                  <a:pt x="8889" y="75271"/>
                  <a:pt x="8830" y="75300"/>
                </a:cubicBezTo>
                <a:lnTo>
                  <a:pt x="8830" y="75153"/>
                </a:lnTo>
                <a:cubicBezTo>
                  <a:pt x="8903" y="75124"/>
                  <a:pt x="8962" y="75094"/>
                  <a:pt x="9006" y="75080"/>
                </a:cubicBezTo>
                <a:close/>
                <a:moveTo>
                  <a:pt x="8506" y="75050"/>
                </a:moveTo>
                <a:cubicBezTo>
                  <a:pt x="8506" y="75109"/>
                  <a:pt x="8506" y="75168"/>
                  <a:pt x="8521" y="75227"/>
                </a:cubicBezTo>
                <a:cubicBezTo>
                  <a:pt x="8462" y="75256"/>
                  <a:pt x="8388" y="75271"/>
                  <a:pt x="8330" y="75315"/>
                </a:cubicBezTo>
                <a:cubicBezTo>
                  <a:pt x="8330" y="75256"/>
                  <a:pt x="8315" y="75197"/>
                  <a:pt x="8315" y="75153"/>
                </a:cubicBezTo>
                <a:cubicBezTo>
                  <a:pt x="8374" y="75109"/>
                  <a:pt x="8447" y="75080"/>
                  <a:pt x="8506" y="75050"/>
                </a:cubicBezTo>
                <a:close/>
                <a:moveTo>
                  <a:pt x="9580" y="75183"/>
                </a:moveTo>
                <a:lnTo>
                  <a:pt x="9580" y="75183"/>
                </a:lnTo>
                <a:cubicBezTo>
                  <a:pt x="9566" y="75227"/>
                  <a:pt x="9566" y="75241"/>
                  <a:pt x="9551" y="75256"/>
                </a:cubicBezTo>
                <a:cubicBezTo>
                  <a:pt x="9536" y="75271"/>
                  <a:pt x="9492" y="75315"/>
                  <a:pt x="9463" y="75330"/>
                </a:cubicBezTo>
                <a:cubicBezTo>
                  <a:pt x="9477" y="75300"/>
                  <a:pt x="9477" y="75271"/>
                  <a:pt x="9477" y="75241"/>
                </a:cubicBezTo>
                <a:lnTo>
                  <a:pt x="9580" y="75183"/>
                </a:lnTo>
                <a:close/>
                <a:moveTo>
                  <a:pt x="9669" y="75256"/>
                </a:moveTo>
                <a:cubicBezTo>
                  <a:pt x="9683" y="75300"/>
                  <a:pt x="9683" y="75300"/>
                  <a:pt x="9654" y="75315"/>
                </a:cubicBezTo>
                <a:cubicBezTo>
                  <a:pt x="9639" y="75330"/>
                  <a:pt x="9625" y="75345"/>
                  <a:pt x="9610" y="75345"/>
                </a:cubicBezTo>
                <a:cubicBezTo>
                  <a:pt x="9610" y="75330"/>
                  <a:pt x="9625" y="75315"/>
                  <a:pt x="9625" y="75300"/>
                </a:cubicBezTo>
                <a:cubicBezTo>
                  <a:pt x="9639" y="75271"/>
                  <a:pt x="9654" y="75256"/>
                  <a:pt x="9669" y="75256"/>
                </a:cubicBezTo>
                <a:close/>
                <a:moveTo>
                  <a:pt x="9242" y="75183"/>
                </a:moveTo>
                <a:cubicBezTo>
                  <a:pt x="9242" y="75227"/>
                  <a:pt x="9213" y="75271"/>
                  <a:pt x="9198" y="75315"/>
                </a:cubicBezTo>
                <a:cubicBezTo>
                  <a:pt x="9139" y="75345"/>
                  <a:pt x="9110" y="75374"/>
                  <a:pt x="9065" y="75389"/>
                </a:cubicBezTo>
                <a:cubicBezTo>
                  <a:pt x="9065" y="75345"/>
                  <a:pt x="9095" y="75300"/>
                  <a:pt x="9095" y="75256"/>
                </a:cubicBezTo>
                <a:cubicBezTo>
                  <a:pt x="9139" y="75241"/>
                  <a:pt x="9183" y="75197"/>
                  <a:pt x="9242" y="75183"/>
                </a:cubicBezTo>
                <a:close/>
                <a:moveTo>
                  <a:pt x="8241" y="75168"/>
                </a:moveTo>
                <a:cubicBezTo>
                  <a:pt x="8241" y="75227"/>
                  <a:pt x="8256" y="75271"/>
                  <a:pt x="8256" y="75330"/>
                </a:cubicBezTo>
                <a:cubicBezTo>
                  <a:pt x="8212" y="75374"/>
                  <a:pt x="8138" y="75389"/>
                  <a:pt x="8079" y="75418"/>
                </a:cubicBezTo>
                <a:cubicBezTo>
                  <a:pt x="8079" y="75374"/>
                  <a:pt x="8065" y="75315"/>
                  <a:pt x="8065" y="75241"/>
                </a:cubicBezTo>
                <a:cubicBezTo>
                  <a:pt x="8109" y="75227"/>
                  <a:pt x="8168" y="75183"/>
                  <a:pt x="8241" y="75168"/>
                </a:cubicBezTo>
                <a:close/>
                <a:moveTo>
                  <a:pt x="8756" y="75197"/>
                </a:moveTo>
                <a:lnTo>
                  <a:pt x="8756" y="75345"/>
                </a:lnTo>
                <a:cubicBezTo>
                  <a:pt x="8697" y="75374"/>
                  <a:pt x="8639" y="75389"/>
                  <a:pt x="8594" y="75418"/>
                </a:cubicBezTo>
                <a:lnTo>
                  <a:pt x="8594" y="75271"/>
                </a:lnTo>
                <a:cubicBezTo>
                  <a:pt x="8639" y="75256"/>
                  <a:pt x="8697" y="75227"/>
                  <a:pt x="8756" y="75197"/>
                </a:cubicBezTo>
                <a:close/>
                <a:moveTo>
                  <a:pt x="9360" y="75315"/>
                </a:moveTo>
                <a:lnTo>
                  <a:pt x="9360" y="75315"/>
                </a:lnTo>
                <a:cubicBezTo>
                  <a:pt x="9345" y="75345"/>
                  <a:pt x="9345" y="75389"/>
                  <a:pt x="9330" y="75403"/>
                </a:cubicBezTo>
                <a:cubicBezTo>
                  <a:pt x="9316" y="75418"/>
                  <a:pt x="9271" y="75448"/>
                  <a:pt x="9242" y="75477"/>
                </a:cubicBezTo>
                <a:cubicBezTo>
                  <a:pt x="9242" y="75448"/>
                  <a:pt x="9257" y="75403"/>
                  <a:pt x="9257" y="75389"/>
                </a:cubicBezTo>
                <a:cubicBezTo>
                  <a:pt x="9286" y="75374"/>
                  <a:pt x="9330" y="75345"/>
                  <a:pt x="9360" y="75315"/>
                </a:cubicBezTo>
                <a:close/>
                <a:moveTo>
                  <a:pt x="9492" y="75389"/>
                </a:moveTo>
                <a:cubicBezTo>
                  <a:pt x="9492" y="75418"/>
                  <a:pt x="9477" y="75448"/>
                  <a:pt x="9477" y="75462"/>
                </a:cubicBezTo>
                <a:cubicBezTo>
                  <a:pt x="9463" y="75477"/>
                  <a:pt x="9419" y="75492"/>
                  <a:pt x="9404" y="75521"/>
                </a:cubicBezTo>
                <a:cubicBezTo>
                  <a:pt x="9404" y="75492"/>
                  <a:pt x="9419" y="75462"/>
                  <a:pt x="9419" y="75448"/>
                </a:cubicBezTo>
                <a:cubicBezTo>
                  <a:pt x="9433" y="75418"/>
                  <a:pt x="9477" y="75403"/>
                  <a:pt x="9492" y="75389"/>
                </a:cubicBezTo>
                <a:close/>
                <a:moveTo>
                  <a:pt x="8992" y="75330"/>
                </a:moveTo>
                <a:cubicBezTo>
                  <a:pt x="8992" y="75374"/>
                  <a:pt x="8977" y="75418"/>
                  <a:pt x="8977" y="75462"/>
                </a:cubicBezTo>
                <a:cubicBezTo>
                  <a:pt x="8918" y="75477"/>
                  <a:pt x="8874" y="75492"/>
                  <a:pt x="8830" y="75536"/>
                </a:cubicBezTo>
                <a:cubicBezTo>
                  <a:pt x="8830" y="75492"/>
                  <a:pt x="8830" y="75448"/>
                  <a:pt x="8845" y="75403"/>
                </a:cubicBezTo>
                <a:cubicBezTo>
                  <a:pt x="8903" y="75389"/>
                  <a:pt x="8962" y="75345"/>
                  <a:pt x="8992" y="75330"/>
                </a:cubicBezTo>
                <a:close/>
                <a:moveTo>
                  <a:pt x="7962" y="75271"/>
                </a:moveTo>
                <a:cubicBezTo>
                  <a:pt x="7976" y="75330"/>
                  <a:pt x="7976" y="75389"/>
                  <a:pt x="7976" y="75462"/>
                </a:cubicBezTo>
                <a:cubicBezTo>
                  <a:pt x="7932" y="75492"/>
                  <a:pt x="7859" y="75521"/>
                  <a:pt x="7800" y="75551"/>
                </a:cubicBezTo>
                <a:cubicBezTo>
                  <a:pt x="7785" y="75477"/>
                  <a:pt x="7785" y="75418"/>
                  <a:pt x="7770" y="75374"/>
                </a:cubicBezTo>
                <a:cubicBezTo>
                  <a:pt x="7844" y="75330"/>
                  <a:pt x="7888" y="75315"/>
                  <a:pt x="7962" y="75271"/>
                </a:cubicBezTo>
                <a:close/>
                <a:moveTo>
                  <a:pt x="8521" y="75300"/>
                </a:moveTo>
                <a:lnTo>
                  <a:pt x="8521" y="75462"/>
                </a:lnTo>
                <a:cubicBezTo>
                  <a:pt x="8462" y="75492"/>
                  <a:pt x="8403" y="75521"/>
                  <a:pt x="8359" y="75551"/>
                </a:cubicBezTo>
                <a:lnTo>
                  <a:pt x="8359" y="75389"/>
                </a:lnTo>
                <a:cubicBezTo>
                  <a:pt x="8388" y="75345"/>
                  <a:pt x="8462" y="75330"/>
                  <a:pt x="8521" y="75300"/>
                </a:cubicBezTo>
                <a:close/>
                <a:moveTo>
                  <a:pt x="9183" y="75418"/>
                </a:moveTo>
                <a:lnTo>
                  <a:pt x="9183" y="75418"/>
                </a:lnTo>
                <a:cubicBezTo>
                  <a:pt x="9168" y="75462"/>
                  <a:pt x="9168" y="75492"/>
                  <a:pt x="9139" y="75536"/>
                </a:cubicBezTo>
                <a:cubicBezTo>
                  <a:pt x="9110" y="75551"/>
                  <a:pt x="9065" y="75595"/>
                  <a:pt x="9036" y="75609"/>
                </a:cubicBezTo>
                <a:cubicBezTo>
                  <a:pt x="9036" y="75565"/>
                  <a:pt x="9036" y="75536"/>
                  <a:pt x="9051" y="75492"/>
                </a:cubicBezTo>
                <a:cubicBezTo>
                  <a:pt x="9095" y="75477"/>
                  <a:pt x="9139" y="75448"/>
                  <a:pt x="9183" y="75418"/>
                </a:cubicBezTo>
                <a:close/>
                <a:moveTo>
                  <a:pt x="8756" y="75418"/>
                </a:moveTo>
                <a:cubicBezTo>
                  <a:pt x="8756" y="75477"/>
                  <a:pt x="8756" y="75521"/>
                  <a:pt x="8742" y="75565"/>
                </a:cubicBezTo>
                <a:cubicBezTo>
                  <a:pt x="8683" y="75609"/>
                  <a:pt x="8653" y="75624"/>
                  <a:pt x="8594" y="75668"/>
                </a:cubicBezTo>
                <a:lnTo>
                  <a:pt x="8594" y="75521"/>
                </a:lnTo>
                <a:cubicBezTo>
                  <a:pt x="8639" y="75477"/>
                  <a:pt x="8697" y="75462"/>
                  <a:pt x="8756" y="75418"/>
                </a:cubicBezTo>
                <a:close/>
                <a:moveTo>
                  <a:pt x="8256" y="75418"/>
                </a:moveTo>
                <a:lnTo>
                  <a:pt x="8256" y="75595"/>
                </a:lnTo>
                <a:cubicBezTo>
                  <a:pt x="8212" y="75624"/>
                  <a:pt x="8153" y="75639"/>
                  <a:pt x="8094" y="75683"/>
                </a:cubicBezTo>
                <a:cubicBezTo>
                  <a:pt x="8094" y="75624"/>
                  <a:pt x="8079" y="75565"/>
                  <a:pt x="8079" y="75521"/>
                </a:cubicBezTo>
                <a:cubicBezTo>
                  <a:pt x="8138" y="75477"/>
                  <a:pt x="8212" y="75448"/>
                  <a:pt x="8256" y="75418"/>
                </a:cubicBezTo>
                <a:close/>
                <a:moveTo>
                  <a:pt x="9286" y="75536"/>
                </a:moveTo>
                <a:cubicBezTo>
                  <a:pt x="9271" y="75551"/>
                  <a:pt x="9271" y="75595"/>
                  <a:pt x="9257" y="75609"/>
                </a:cubicBezTo>
                <a:cubicBezTo>
                  <a:pt x="9257" y="75624"/>
                  <a:pt x="9213" y="75639"/>
                  <a:pt x="9183" y="75683"/>
                </a:cubicBezTo>
                <a:cubicBezTo>
                  <a:pt x="9183" y="75639"/>
                  <a:pt x="9198" y="75624"/>
                  <a:pt x="9198" y="75595"/>
                </a:cubicBezTo>
                <a:cubicBezTo>
                  <a:pt x="9242" y="75565"/>
                  <a:pt x="9271" y="75551"/>
                  <a:pt x="9286" y="75536"/>
                </a:cubicBezTo>
                <a:close/>
                <a:moveTo>
                  <a:pt x="9404" y="75609"/>
                </a:moveTo>
                <a:lnTo>
                  <a:pt x="9404" y="75609"/>
                </a:lnTo>
                <a:cubicBezTo>
                  <a:pt x="9374" y="75624"/>
                  <a:pt x="9374" y="75639"/>
                  <a:pt x="9374" y="75668"/>
                </a:cubicBezTo>
                <a:cubicBezTo>
                  <a:pt x="9360" y="75683"/>
                  <a:pt x="9345" y="75683"/>
                  <a:pt x="9330" y="75698"/>
                </a:cubicBezTo>
                <a:cubicBezTo>
                  <a:pt x="9330" y="75683"/>
                  <a:pt x="9345" y="75668"/>
                  <a:pt x="9345" y="75639"/>
                </a:cubicBezTo>
                <a:cubicBezTo>
                  <a:pt x="9360" y="75624"/>
                  <a:pt x="9374" y="75624"/>
                  <a:pt x="9404" y="75609"/>
                </a:cubicBezTo>
                <a:close/>
                <a:moveTo>
                  <a:pt x="8948" y="75551"/>
                </a:moveTo>
                <a:cubicBezTo>
                  <a:pt x="8948" y="75595"/>
                  <a:pt x="8918" y="75624"/>
                  <a:pt x="8918" y="75683"/>
                </a:cubicBezTo>
                <a:cubicBezTo>
                  <a:pt x="8889" y="75698"/>
                  <a:pt x="8845" y="75712"/>
                  <a:pt x="8800" y="75757"/>
                </a:cubicBezTo>
                <a:cubicBezTo>
                  <a:pt x="8800" y="75712"/>
                  <a:pt x="8815" y="75668"/>
                  <a:pt x="8815" y="75624"/>
                </a:cubicBezTo>
                <a:cubicBezTo>
                  <a:pt x="8845" y="75609"/>
                  <a:pt x="8903" y="75565"/>
                  <a:pt x="8948" y="75551"/>
                </a:cubicBezTo>
                <a:close/>
                <a:moveTo>
                  <a:pt x="8006" y="75536"/>
                </a:moveTo>
                <a:cubicBezTo>
                  <a:pt x="8006" y="75595"/>
                  <a:pt x="8020" y="75639"/>
                  <a:pt x="8020" y="75698"/>
                </a:cubicBezTo>
                <a:cubicBezTo>
                  <a:pt x="7962" y="75727"/>
                  <a:pt x="7903" y="75757"/>
                  <a:pt x="7829" y="75786"/>
                </a:cubicBezTo>
                <a:cubicBezTo>
                  <a:pt x="7844" y="75757"/>
                  <a:pt x="7844" y="75698"/>
                  <a:pt x="7814" y="75639"/>
                </a:cubicBezTo>
                <a:cubicBezTo>
                  <a:pt x="7873" y="75595"/>
                  <a:pt x="7947" y="75565"/>
                  <a:pt x="8006" y="75536"/>
                </a:cubicBezTo>
                <a:close/>
                <a:moveTo>
                  <a:pt x="8521" y="75565"/>
                </a:moveTo>
                <a:lnTo>
                  <a:pt x="8521" y="75712"/>
                </a:lnTo>
                <a:cubicBezTo>
                  <a:pt x="8462" y="75742"/>
                  <a:pt x="8403" y="75757"/>
                  <a:pt x="8359" y="75786"/>
                </a:cubicBezTo>
                <a:lnTo>
                  <a:pt x="8359" y="75639"/>
                </a:lnTo>
                <a:cubicBezTo>
                  <a:pt x="8403" y="75624"/>
                  <a:pt x="8462" y="75595"/>
                  <a:pt x="8521" y="75565"/>
                </a:cubicBezTo>
                <a:close/>
                <a:moveTo>
                  <a:pt x="9110" y="75668"/>
                </a:moveTo>
                <a:lnTo>
                  <a:pt x="9110" y="75668"/>
                </a:lnTo>
                <a:cubicBezTo>
                  <a:pt x="9095" y="75698"/>
                  <a:pt x="9095" y="75742"/>
                  <a:pt x="9065" y="75757"/>
                </a:cubicBezTo>
                <a:cubicBezTo>
                  <a:pt x="9051" y="75771"/>
                  <a:pt x="9006" y="75786"/>
                  <a:pt x="8977" y="75830"/>
                </a:cubicBezTo>
                <a:cubicBezTo>
                  <a:pt x="8977" y="75786"/>
                  <a:pt x="8992" y="75757"/>
                  <a:pt x="8992" y="75742"/>
                </a:cubicBezTo>
                <a:cubicBezTo>
                  <a:pt x="9036" y="75712"/>
                  <a:pt x="9065" y="75683"/>
                  <a:pt x="9110" y="75668"/>
                </a:cubicBezTo>
                <a:close/>
                <a:moveTo>
                  <a:pt x="9213" y="75742"/>
                </a:moveTo>
                <a:cubicBezTo>
                  <a:pt x="9213" y="75771"/>
                  <a:pt x="9198" y="75786"/>
                  <a:pt x="9198" y="75815"/>
                </a:cubicBezTo>
                <a:cubicBezTo>
                  <a:pt x="9183" y="75830"/>
                  <a:pt x="9139" y="75845"/>
                  <a:pt x="9124" y="75860"/>
                </a:cubicBezTo>
                <a:cubicBezTo>
                  <a:pt x="9124" y="75845"/>
                  <a:pt x="9139" y="75830"/>
                  <a:pt x="9139" y="75786"/>
                </a:cubicBezTo>
                <a:cubicBezTo>
                  <a:pt x="9154" y="75771"/>
                  <a:pt x="9198" y="75757"/>
                  <a:pt x="9213" y="75742"/>
                </a:cubicBezTo>
                <a:close/>
                <a:moveTo>
                  <a:pt x="8742" y="75683"/>
                </a:moveTo>
                <a:cubicBezTo>
                  <a:pt x="8742" y="75712"/>
                  <a:pt x="8727" y="75771"/>
                  <a:pt x="8727" y="75815"/>
                </a:cubicBezTo>
                <a:cubicBezTo>
                  <a:pt x="8668" y="75830"/>
                  <a:pt x="8624" y="75860"/>
                  <a:pt x="8580" y="75889"/>
                </a:cubicBezTo>
                <a:cubicBezTo>
                  <a:pt x="8580" y="75845"/>
                  <a:pt x="8580" y="75786"/>
                  <a:pt x="8594" y="75757"/>
                </a:cubicBezTo>
                <a:cubicBezTo>
                  <a:pt x="8639" y="75742"/>
                  <a:pt x="8683" y="75698"/>
                  <a:pt x="8742" y="75683"/>
                </a:cubicBezTo>
                <a:close/>
                <a:moveTo>
                  <a:pt x="8271" y="75683"/>
                </a:moveTo>
                <a:lnTo>
                  <a:pt x="8271" y="75845"/>
                </a:lnTo>
                <a:cubicBezTo>
                  <a:pt x="8256" y="75860"/>
                  <a:pt x="8241" y="75860"/>
                  <a:pt x="8227" y="75889"/>
                </a:cubicBezTo>
                <a:lnTo>
                  <a:pt x="8109" y="75933"/>
                </a:lnTo>
                <a:cubicBezTo>
                  <a:pt x="8109" y="75889"/>
                  <a:pt x="8109" y="75830"/>
                  <a:pt x="8094" y="75771"/>
                </a:cubicBezTo>
                <a:cubicBezTo>
                  <a:pt x="8168" y="75742"/>
                  <a:pt x="8227" y="75698"/>
                  <a:pt x="8271" y="75683"/>
                </a:cubicBezTo>
                <a:close/>
                <a:moveTo>
                  <a:pt x="8903" y="75786"/>
                </a:moveTo>
                <a:cubicBezTo>
                  <a:pt x="8903" y="75830"/>
                  <a:pt x="8889" y="75860"/>
                  <a:pt x="8889" y="75904"/>
                </a:cubicBezTo>
                <a:cubicBezTo>
                  <a:pt x="8845" y="75918"/>
                  <a:pt x="8815" y="75963"/>
                  <a:pt x="8771" y="75977"/>
                </a:cubicBezTo>
                <a:lnTo>
                  <a:pt x="8771" y="75860"/>
                </a:lnTo>
                <a:cubicBezTo>
                  <a:pt x="8815" y="75845"/>
                  <a:pt x="8845" y="75815"/>
                  <a:pt x="8903" y="75786"/>
                </a:cubicBezTo>
                <a:close/>
                <a:moveTo>
                  <a:pt x="8506" y="75815"/>
                </a:moveTo>
                <a:cubicBezTo>
                  <a:pt x="8506" y="75860"/>
                  <a:pt x="8506" y="75904"/>
                  <a:pt x="8477" y="75963"/>
                </a:cubicBezTo>
                <a:cubicBezTo>
                  <a:pt x="8447" y="75977"/>
                  <a:pt x="8388" y="75992"/>
                  <a:pt x="8359" y="76036"/>
                </a:cubicBezTo>
                <a:lnTo>
                  <a:pt x="8359" y="75889"/>
                </a:lnTo>
                <a:cubicBezTo>
                  <a:pt x="8403" y="75860"/>
                  <a:pt x="8447" y="75830"/>
                  <a:pt x="8506" y="75815"/>
                </a:cubicBezTo>
                <a:close/>
                <a:moveTo>
                  <a:pt x="9036" y="75889"/>
                </a:moveTo>
                <a:lnTo>
                  <a:pt x="9036" y="75889"/>
                </a:lnTo>
                <a:cubicBezTo>
                  <a:pt x="9006" y="75918"/>
                  <a:pt x="9006" y="75933"/>
                  <a:pt x="8992" y="75977"/>
                </a:cubicBezTo>
                <a:cubicBezTo>
                  <a:pt x="8977" y="75977"/>
                  <a:pt x="8962" y="76007"/>
                  <a:pt x="8918" y="76036"/>
                </a:cubicBezTo>
                <a:cubicBezTo>
                  <a:pt x="8918" y="75992"/>
                  <a:pt x="8933" y="75977"/>
                  <a:pt x="8933" y="75933"/>
                </a:cubicBezTo>
                <a:cubicBezTo>
                  <a:pt x="8977" y="75918"/>
                  <a:pt x="8992" y="75904"/>
                  <a:pt x="9036" y="75889"/>
                </a:cubicBezTo>
                <a:close/>
                <a:moveTo>
                  <a:pt x="8020" y="75786"/>
                </a:moveTo>
                <a:lnTo>
                  <a:pt x="8020" y="75963"/>
                </a:lnTo>
                <a:cubicBezTo>
                  <a:pt x="7962" y="75992"/>
                  <a:pt x="7917" y="76007"/>
                  <a:pt x="7859" y="76051"/>
                </a:cubicBezTo>
                <a:cubicBezTo>
                  <a:pt x="7859" y="75992"/>
                  <a:pt x="7844" y="75933"/>
                  <a:pt x="7844" y="75889"/>
                </a:cubicBezTo>
                <a:cubicBezTo>
                  <a:pt x="7903" y="75860"/>
                  <a:pt x="7962" y="75830"/>
                  <a:pt x="8020" y="75786"/>
                </a:cubicBezTo>
                <a:close/>
                <a:moveTo>
                  <a:pt x="9124" y="75977"/>
                </a:moveTo>
                <a:lnTo>
                  <a:pt x="9124" y="75977"/>
                </a:lnTo>
                <a:cubicBezTo>
                  <a:pt x="9124" y="75978"/>
                  <a:pt x="9110" y="75992"/>
                  <a:pt x="9110" y="76007"/>
                </a:cubicBezTo>
                <a:cubicBezTo>
                  <a:pt x="9095" y="76036"/>
                  <a:pt x="9065" y="76051"/>
                  <a:pt x="9051" y="76051"/>
                </a:cubicBezTo>
                <a:cubicBezTo>
                  <a:pt x="9051" y="76021"/>
                  <a:pt x="9065" y="76007"/>
                  <a:pt x="9065" y="76007"/>
                </a:cubicBezTo>
                <a:cubicBezTo>
                  <a:pt x="9080" y="75992"/>
                  <a:pt x="9109" y="75992"/>
                  <a:pt x="9124" y="75977"/>
                </a:cubicBezTo>
                <a:close/>
                <a:moveTo>
                  <a:pt x="8697" y="75918"/>
                </a:moveTo>
                <a:cubicBezTo>
                  <a:pt x="8697" y="75963"/>
                  <a:pt x="8683" y="75992"/>
                  <a:pt x="8683" y="76051"/>
                </a:cubicBezTo>
                <a:cubicBezTo>
                  <a:pt x="8624" y="76066"/>
                  <a:pt x="8594" y="76080"/>
                  <a:pt x="8550" y="76124"/>
                </a:cubicBezTo>
                <a:cubicBezTo>
                  <a:pt x="8550" y="76080"/>
                  <a:pt x="8565" y="76036"/>
                  <a:pt x="8565" y="75992"/>
                </a:cubicBezTo>
                <a:cubicBezTo>
                  <a:pt x="8609" y="75977"/>
                  <a:pt x="8668" y="75933"/>
                  <a:pt x="8697" y="75918"/>
                </a:cubicBezTo>
                <a:close/>
                <a:moveTo>
                  <a:pt x="8271" y="75933"/>
                </a:moveTo>
                <a:lnTo>
                  <a:pt x="8271" y="76080"/>
                </a:lnTo>
                <a:cubicBezTo>
                  <a:pt x="8227" y="76110"/>
                  <a:pt x="8168" y="76139"/>
                  <a:pt x="8109" y="76154"/>
                </a:cubicBezTo>
                <a:lnTo>
                  <a:pt x="8109" y="76007"/>
                </a:lnTo>
                <a:cubicBezTo>
                  <a:pt x="8168" y="75992"/>
                  <a:pt x="8212" y="75963"/>
                  <a:pt x="8256" y="75933"/>
                </a:cubicBezTo>
                <a:close/>
                <a:moveTo>
                  <a:pt x="8845" y="76007"/>
                </a:moveTo>
                <a:cubicBezTo>
                  <a:pt x="8845" y="76051"/>
                  <a:pt x="8830" y="76080"/>
                  <a:pt x="8830" y="76110"/>
                </a:cubicBezTo>
                <a:cubicBezTo>
                  <a:pt x="8800" y="76139"/>
                  <a:pt x="8756" y="76154"/>
                  <a:pt x="8727" y="76183"/>
                </a:cubicBezTo>
                <a:cubicBezTo>
                  <a:pt x="8727" y="76139"/>
                  <a:pt x="8742" y="76110"/>
                  <a:pt x="8742" y="76080"/>
                </a:cubicBezTo>
                <a:cubicBezTo>
                  <a:pt x="8771" y="76066"/>
                  <a:pt x="8815" y="76036"/>
                  <a:pt x="8845" y="76007"/>
                </a:cubicBezTo>
                <a:close/>
                <a:moveTo>
                  <a:pt x="8962" y="76110"/>
                </a:moveTo>
                <a:lnTo>
                  <a:pt x="8962" y="76110"/>
                </a:lnTo>
                <a:cubicBezTo>
                  <a:pt x="8948" y="76124"/>
                  <a:pt x="8948" y="76139"/>
                  <a:pt x="8918" y="76183"/>
                </a:cubicBezTo>
                <a:lnTo>
                  <a:pt x="8874" y="76227"/>
                </a:lnTo>
                <a:cubicBezTo>
                  <a:pt x="8874" y="76213"/>
                  <a:pt x="8889" y="76198"/>
                  <a:pt x="8889" y="76154"/>
                </a:cubicBezTo>
                <a:cubicBezTo>
                  <a:pt x="8903" y="76139"/>
                  <a:pt x="8918" y="76124"/>
                  <a:pt x="8962" y="76110"/>
                </a:cubicBezTo>
                <a:close/>
                <a:moveTo>
                  <a:pt x="8477" y="76051"/>
                </a:moveTo>
                <a:cubicBezTo>
                  <a:pt x="8477" y="76080"/>
                  <a:pt x="8462" y="76139"/>
                  <a:pt x="8462" y="76183"/>
                </a:cubicBezTo>
                <a:cubicBezTo>
                  <a:pt x="8433" y="76213"/>
                  <a:pt x="8374" y="76227"/>
                  <a:pt x="8330" y="76272"/>
                </a:cubicBezTo>
                <a:cubicBezTo>
                  <a:pt x="8330" y="76213"/>
                  <a:pt x="8359" y="76183"/>
                  <a:pt x="8359" y="76124"/>
                </a:cubicBezTo>
                <a:cubicBezTo>
                  <a:pt x="8388" y="76110"/>
                  <a:pt x="8447" y="76066"/>
                  <a:pt x="8477" y="76051"/>
                </a:cubicBezTo>
                <a:close/>
                <a:moveTo>
                  <a:pt x="8035" y="76051"/>
                </a:moveTo>
                <a:lnTo>
                  <a:pt x="8035" y="76213"/>
                </a:lnTo>
                <a:cubicBezTo>
                  <a:pt x="8006" y="76227"/>
                  <a:pt x="7947" y="76272"/>
                  <a:pt x="7903" y="76286"/>
                </a:cubicBezTo>
                <a:lnTo>
                  <a:pt x="7888" y="76286"/>
                </a:lnTo>
                <a:cubicBezTo>
                  <a:pt x="7888" y="76227"/>
                  <a:pt x="7888" y="76169"/>
                  <a:pt x="7873" y="76124"/>
                </a:cubicBezTo>
                <a:cubicBezTo>
                  <a:pt x="7932" y="76124"/>
                  <a:pt x="7991" y="76080"/>
                  <a:pt x="8035" y="76051"/>
                </a:cubicBezTo>
                <a:close/>
                <a:moveTo>
                  <a:pt x="8639" y="76154"/>
                </a:moveTo>
                <a:cubicBezTo>
                  <a:pt x="8639" y="76198"/>
                  <a:pt x="8624" y="76227"/>
                  <a:pt x="8624" y="76272"/>
                </a:cubicBezTo>
                <a:cubicBezTo>
                  <a:pt x="8594" y="76286"/>
                  <a:pt x="8550" y="76301"/>
                  <a:pt x="8521" y="76345"/>
                </a:cubicBezTo>
                <a:cubicBezTo>
                  <a:pt x="8521" y="76301"/>
                  <a:pt x="8536" y="76272"/>
                  <a:pt x="8536" y="76227"/>
                </a:cubicBezTo>
                <a:cubicBezTo>
                  <a:pt x="8580" y="76213"/>
                  <a:pt x="8609" y="76169"/>
                  <a:pt x="8639" y="76154"/>
                </a:cubicBezTo>
                <a:close/>
                <a:moveTo>
                  <a:pt x="8771" y="76227"/>
                </a:moveTo>
                <a:cubicBezTo>
                  <a:pt x="8771" y="76257"/>
                  <a:pt x="8756" y="76286"/>
                  <a:pt x="8756" y="76301"/>
                </a:cubicBezTo>
                <a:lnTo>
                  <a:pt x="8668" y="76404"/>
                </a:lnTo>
                <a:cubicBezTo>
                  <a:pt x="8668" y="76360"/>
                  <a:pt x="8683" y="76345"/>
                  <a:pt x="8683" y="76301"/>
                </a:cubicBezTo>
                <a:cubicBezTo>
                  <a:pt x="8727" y="76286"/>
                  <a:pt x="8742" y="76272"/>
                  <a:pt x="8771" y="76227"/>
                </a:cubicBezTo>
                <a:close/>
                <a:moveTo>
                  <a:pt x="8256" y="76183"/>
                </a:moveTo>
                <a:cubicBezTo>
                  <a:pt x="8256" y="76227"/>
                  <a:pt x="8256" y="76272"/>
                  <a:pt x="8241" y="76331"/>
                </a:cubicBezTo>
                <a:cubicBezTo>
                  <a:pt x="8212" y="76360"/>
                  <a:pt x="8153" y="76375"/>
                  <a:pt x="8109" y="76419"/>
                </a:cubicBezTo>
                <a:lnTo>
                  <a:pt x="8109" y="76272"/>
                </a:lnTo>
                <a:cubicBezTo>
                  <a:pt x="8168" y="76227"/>
                  <a:pt x="8227" y="76198"/>
                  <a:pt x="8256" y="76183"/>
                </a:cubicBezTo>
                <a:close/>
                <a:moveTo>
                  <a:pt x="8845" y="76365"/>
                </a:moveTo>
                <a:cubicBezTo>
                  <a:pt x="8845" y="76368"/>
                  <a:pt x="8845" y="76371"/>
                  <a:pt x="8845" y="76375"/>
                </a:cubicBezTo>
                <a:lnTo>
                  <a:pt x="8815" y="76419"/>
                </a:lnTo>
                <a:cubicBezTo>
                  <a:pt x="8815" y="76389"/>
                  <a:pt x="8830" y="76375"/>
                  <a:pt x="8830" y="76375"/>
                </a:cubicBezTo>
                <a:lnTo>
                  <a:pt x="8845" y="76365"/>
                </a:lnTo>
                <a:close/>
                <a:moveTo>
                  <a:pt x="8447" y="76286"/>
                </a:moveTo>
                <a:cubicBezTo>
                  <a:pt x="8447" y="76331"/>
                  <a:pt x="8418" y="76360"/>
                  <a:pt x="8418" y="76419"/>
                </a:cubicBezTo>
                <a:cubicBezTo>
                  <a:pt x="8388" y="76434"/>
                  <a:pt x="8359" y="76448"/>
                  <a:pt x="8315" y="76492"/>
                </a:cubicBezTo>
                <a:cubicBezTo>
                  <a:pt x="8315" y="76448"/>
                  <a:pt x="8330" y="76404"/>
                  <a:pt x="8330" y="76360"/>
                </a:cubicBezTo>
                <a:cubicBezTo>
                  <a:pt x="8374" y="76345"/>
                  <a:pt x="8403" y="76301"/>
                  <a:pt x="8447" y="76286"/>
                </a:cubicBezTo>
                <a:close/>
                <a:moveTo>
                  <a:pt x="8035" y="76301"/>
                </a:moveTo>
                <a:lnTo>
                  <a:pt x="8035" y="76448"/>
                </a:lnTo>
                <a:cubicBezTo>
                  <a:pt x="8006" y="76492"/>
                  <a:pt x="7947" y="76507"/>
                  <a:pt x="7903" y="76551"/>
                </a:cubicBezTo>
                <a:lnTo>
                  <a:pt x="7903" y="76404"/>
                </a:lnTo>
                <a:cubicBezTo>
                  <a:pt x="7903" y="76375"/>
                  <a:pt x="7932" y="76375"/>
                  <a:pt x="7947" y="76360"/>
                </a:cubicBezTo>
                <a:cubicBezTo>
                  <a:pt x="7991" y="76345"/>
                  <a:pt x="8006" y="76331"/>
                  <a:pt x="8035" y="76301"/>
                </a:cubicBezTo>
                <a:close/>
                <a:moveTo>
                  <a:pt x="8594" y="76375"/>
                </a:moveTo>
                <a:cubicBezTo>
                  <a:pt x="8594" y="76419"/>
                  <a:pt x="8580" y="76448"/>
                  <a:pt x="8580" y="76478"/>
                </a:cubicBezTo>
                <a:cubicBezTo>
                  <a:pt x="8536" y="76492"/>
                  <a:pt x="8521" y="76522"/>
                  <a:pt x="8477" y="76551"/>
                </a:cubicBezTo>
                <a:cubicBezTo>
                  <a:pt x="8477" y="76522"/>
                  <a:pt x="8506" y="76492"/>
                  <a:pt x="8506" y="76448"/>
                </a:cubicBezTo>
                <a:cubicBezTo>
                  <a:pt x="8536" y="76434"/>
                  <a:pt x="8550" y="76404"/>
                  <a:pt x="8594" y="76375"/>
                </a:cubicBezTo>
                <a:close/>
                <a:moveTo>
                  <a:pt x="8727" y="76448"/>
                </a:moveTo>
                <a:cubicBezTo>
                  <a:pt x="8697" y="76492"/>
                  <a:pt x="8683" y="76507"/>
                  <a:pt x="8683" y="76522"/>
                </a:cubicBezTo>
                <a:lnTo>
                  <a:pt x="8624" y="76581"/>
                </a:lnTo>
                <a:cubicBezTo>
                  <a:pt x="8624" y="76566"/>
                  <a:pt x="8639" y="76551"/>
                  <a:pt x="8639" y="76507"/>
                </a:cubicBezTo>
                <a:cubicBezTo>
                  <a:pt x="8668" y="76492"/>
                  <a:pt x="8683" y="76478"/>
                  <a:pt x="8727" y="76448"/>
                </a:cubicBezTo>
                <a:close/>
                <a:moveTo>
                  <a:pt x="8241" y="76419"/>
                </a:moveTo>
                <a:cubicBezTo>
                  <a:pt x="8241" y="76448"/>
                  <a:pt x="8227" y="76507"/>
                  <a:pt x="8227" y="76551"/>
                </a:cubicBezTo>
                <a:cubicBezTo>
                  <a:pt x="8182" y="76581"/>
                  <a:pt x="8153" y="76625"/>
                  <a:pt x="8109" y="76640"/>
                </a:cubicBezTo>
                <a:lnTo>
                  <a:pt x="8109" y="76507"/>
                </a:lnTo>
                <a:cubicBezTo>
                  <a:pt x="8153" y="76478"/>
                  <a:pt x="8212" y="76448"/>
                  <a:pt x="8241" y="76419"/>
                </a:cubicBezTo>
                <a:close/>
                <a:moveTo>
                  <a:pt x="8388" y="76522"/>
                </a:moveTo>
                <a:cubicBezTo>
                  <a:pt x="8388" y="76566"/>
                  <a:pt x="8374" y="76595"/>
                  <a:pt x="8374" y="76640"/>
                </a:cubicBezTo>
                <a:cubicBezTo>
                  <a:pt x="8330" y="76654"/>
                  <a:pt x="8315" y="76698"/>
                  <a:pt x="8285" y="76713"/>
                </a:cubicBezTo>
                <a:cubicBezTo>
                  <a:pt x="8300" y="76669"/>
                  <a:pt x="8300" y="76640"/>
                  <a:pt x="8300" y="76595"/>
                </a:cubicBezTo>
                <a:cubicBezTo>
                  <a:pt x="8330" y="76581"/>
                  <a:pt x="8374" y="76551"/>
                  <a:pt x="8388" y="76522"/>
                </a:cubicBezTo>
                <a:close/>
                <a:moveTo>
                  <a:pt x="8521" y="76625"/>
                </a:moveTo>
                <a:cubicBezTo>
                  <a:pt x="8521" y="76640"/>
                  <a:pt x="8506" y="76669"/>
                  <a:pt x="8506" y="76698"/>
                </a:cubicBezTo>
                <a:cubicBezTo>
                  <a:pt x="8477" y="76728"/>
                  <a:pt x="8462" y="76743"/>
                  <a:pt x="8433" y="76772"/>
                </a:cubicBezTo>
                <a:cubicBezTo>
                  <a:pt x="8433" y="76728"/>
                  <a:pt x="8447" y="76713"/>
                  <a:pt x="8447" y="76669"/>
                </a:cubicBezTo>
                <a:cubicBezTo>
                  <a:pt x="8462" y="76654"/>
                  <a:pt x="8506" y="76640"/>
                  <a:pt x="8521" y="76625"/>
                </a:cubicBezTo>
                <a:close/>
                <a:moveTo>
                  <a:pt x="8609" y="76731"/>
                </a:moveTo>
                <a:cubicBezTo>
                  <a:pt x="8609" y="76735"/>
                  <a:pt x="8609" y="76739"/>
                  <a:pt x="8609" y="76743"/>
                </a:cubicBezTo>
                <a:lnTo>
                  <a:pt x="8580" y="76787"/>
                </a:lnTo>
                <a:cubicBezTo>
                  <a:pt x="8580" y="76757"/>
                  <a:pt x="8594" y="76743"/>
                  <a:pt x="8594" y="76743"/>
                </a:cubicBezTo>
                <a:cubicBezTo>
                  <a:pt x="8600" y="76737"/>
                  <a:pt x="8605" y="76734"/>
                  <a:pt x="8609" y="76731"/>
                </a:cubicBezTo>
                <a:close/>
                <a:moveTo>
                  <a:pt x="8035" y="76566"/>
                </a:moveTo>
                <a:cubicBezTo>
                  <a:pt x="8035" y="76625"/>
                  <a:pt x="8035" y="76654"/>
                  <a:pt x="8020" y="76713"/>
                </a:cubicBezTo>
                <a:cubicBezTo>
                  <a:pt x="7991" y="76743"/>
                  <a:pt x="7947" y="76772"/>
                  <a:pt x="7888" y="76801"/>
                </a:cubicBezTo>
                <a:lnTo>
                  <a:pt x="7888" y="76654"/>
                </a:lnTo>
                <a:cubicBezTo>
                  <a:pt x="7947" y="76625"/>
                  <a:pt x="7991" y="76581"/>
                  <a:pt x="8035" y="76566"/>
                </a:cubicBezTo>
                <a:close/>
                <a:moveTo>
                  <a:pt x="8227" y="76669"/>
                </a:moveTo>
                <a:cubicBezTo>
                  <a:pt x="8227" y="76713"/>
                  <a:pt x="8197" y="76743"/>
                  <a:pt x="8197" y="76801"/>
                </a:cubicBezTo>
                <a:cubicBezTo>
                  <a:pt x="8168" y="76816"/>
                  <a:pt x="8138" y="76846"/>
                  <a:pt x="8094" y="76875"/>
                </a:cubicBezTo>
                <a:cubicBezTo>
                  <a:pt x="8094" y="76846"/>
                  <a:pt x="8094" y="76801"/>
                  <a:pt x="8109" y="76743"/>
                </a:cubicBezTo>
                <a:cubicBezTo>
                  <a:pt x="8153" y="76728"/>
                  <a:pt x="8182" y="76698"/>
                  <a:pt x="8227" y="76669"/>
                </a:cubicBezTo>
                <a:close/>
                <a:moveTo>
                  <a:pt x="8359" y="76772"/>
                </a:moveTo>
                <a:cubicBezTo>
                  <a:pt x="8359" y="76801"/>
                  <a:pt x="8330" y="76846"/>
                  <a:pt x="8330" y="76860"/>
                </a:cubicBezTo>
                <a:cubicBezTo>
                  <a:pt x="8300" y="76875"/>
                  <a:pt x="8271" y="76890"/>
                  <a:pt x="8256" y="76934"/>
                </a:cubicBezTo>
                <a:cubicBezTo>
                  <a:pt x="8256" y="76890"/>
                  <a:pt x="8271" y="76860"/>
                  <a:pt x="8271" y="76846"/>
                </a:cubicBezTo>
                <a:cubicBezTo>
                  <a:pt x="8300" y="76816"/>
                  <a:pt x="8330" y="76801"/>
                  <a:pt x="8359" y="76772"/>
                </a:cubicBezTo>
                <a:close/>
                <a:moveTo>
                  <a:pt x="8447" y="76846"/>
                </a:moveTo>
                <a:cubicBezTo>
                  <a:pt x="8447" y="76875"/>
                  <a:pt x="8447" y="76890"/>
                  <a:pt x="8433" y="76919"/>
                </a:cubicBezTo>
                <a:lnTo>
                  <a:pt x="8374" y="76963"/>
                </a:lnTo>
                <a:cubicBezTo>
                  <a:pt x="8374" y="76949"/>
                  <a:pt x="8388" y="76934"/>
                  <a:pt x="8388" y="76890"/>
                </a:cubicBezTo>
                <a:lnTo>
                  <a:pt x="8447" y="76846"/>
                </a:lnTo>
                <a:close/>
                <a:moveTo>
                  <a:pt x="8006" y="76801"/>
                </a:moveTo>
                <a:cubicBezTo>
                  <a:pt x="8006" y="76846"/>
                  <a:pt x="7991" y="76890"/>
                  <a:pt x="7991" y="76934"/>
                </a:cubicBezTo>
                <a:cubicBezTo>
                  <a:pt x="7962" y="76963"/>
                  <a:pt x="7932" y="77007"/>
                  <a:pt x="7888" y="77022"/>
                </a:cubicBezTo>
                <a:lnTo>
                  <a:pt x="7888" y="76890"/>
                </a:lnTo>
                <a:cubicBezTo>
                  <a:pt x="7932" y="76860"/>
                  <a:pt x="7962" y="76846"/>
                  <a:pt x="8006" y="76801"/>
                </a:cubicBezTo>
                <a:close/>
                <a:moveTo>
                  <a:pt x="8168" y="76919"/>
                </a:moveTo>
                <a:cubicBezTo>
                  <a:pt x="8168" y="76949"/>
                  <a:pt x="8153" y="76993"/>
                  <a:pt x="8153" y="77022"/>
                </a:cubicBezTo>
                <a:cubicBezTo>
                  <a:pt x="8109" y="77037"/>
                  <a:pt x="8094" y="77081"/>
                  <a:pt x="8065" y="77096"/>
                </a:cubicBezTo>
                <a:cubicBezTo>
                  <a:pt x="8079" y="77066"/>
                  <a:pt x="8079" y="77022"/>
                  <a:pt x="8079" y="76993"/>
                </a:cubicBezTo>
                <a:cubicBezTo>
                  <a:pt x="8109" y="76963"/>
                  <a:pt x="8153" y="76934"/>
                  <a:pt x="8168" y="76919"/>
                </a:cubicBezTo>
                <a:close/>
                <a:moveTo>
                  <a:pt x="8271" y="77007"/>
                </a:moveTo>
                <a:cubicBezTo>
                  <a:pt x="8271" y="77022"/>
                  <a:pt x="8271" y="77066"/>
                  <a:pt x="8256" y="77081"/>
                </a:cubicBezTo>
                <a:lnTo>
                  <a:pt x="8212" y="77140"/>
                </a:lnTo>
                <a:cubicBezTo>
                  <a:pt x="8212" y="77110"/>
                  <a:pt x="8227" y="77081"/>
                  <a:pt x="8227" y="77066"/>
                </a:cubicBezTo>
                <a:lnTo>
                  <a:pt x="8271" y="77007"/>
                </a:lnTo>
                <a:close/>
                <a:moveTo>
                  <a:pt x="8374" y="77096"/>
                </a:moveTo>
                <a:cubicBezTo>
                  <a:pt x="8374" y="77110"/>
                  <a:pt x="8359" y="77110"/>
                  <a:pt x="8359" y="77140"/>
                </a:cubicBezTo>
                <a:cubicBezTo>
                  <a:pt x="8359" y="77155"/>
                  <a:pt x="8330" y="77155"/>
                  <a:pt x="8330" y="77169"/>
                </a:cubicBezTo>
                <a:cubicBezTo>
                  <a:pt x="8330" y="77155"/>
                  <a:pt x="8330" y="77140"/>
                  <a:pt x="8359" y="77140"/>
                </a:cubicBezTo>
                <a:cubicBezTo>
                  <a:pt x="8359" y="77110"/>
                  <a:pt x="8359" y="77096"/>
                  <a:pt x="8374" y="77096"/>
                </a:cubicBezTo>
                <a:close/>
                <a:moveTo>
                  <a:pt x="8006" y="77066"/>
                </a:moveTo>
                <a:cubicBezTo>
                  <a:pt x="8006" y="77096"/>
                  <a:pt x="7991" y="77140"/>
                  <a:pt x="7991" y="77184"/>
                </a:cubicBezTo>
                <a:cubicBezTo>
                  <a:pt x="7932" y="77213"/>
                  <a:pt x="7903" y="77228"/>
                  <a:pt x="7873" y="77258"/>
                </a:cubicBezTo>
                <a:cubicBezTo>
                  <a:pt x="7873" y="77228"/>
                  <a:pt x="7873" y="77184"/>
                  <a:pt x="7888" y="77140"/>
                </a:cubicBezTo>
                <a:cubicBezTo>
                  <a:pt x="7932" y="77110"/>
                  <a:pt x="7962" y="77081"/>
                  <a:pt x="8006" y="77066"/>
                </a:cubicBezTo>
                <a:close/>
                <a:moveTo>
                  <a:pt x="8109" y="77155"/>
                </a:moveTo>
                <a:cubicBezTo>
                  <a:pt x="8109" y="77184"/>
                  <a:pt x="8094" y="77213"/>
                  <a:pt x="8094" y="77243"/>
                </a:cubicBezTo>
                <a:lnTo>
                  <a:pt x="8020" y="77317"/>
                </a:lnTo>
                <a:cubicBezTo>
                  <a:pt x="8020" y="77287"/>
                  <a:pt x="8035" y="77243"/>
                  <a:pt x="8035" y="77228"/>
                </a:cubicBezTo>
                <a:lnTo>
                  <a:pt x="8109" y="77155"/>
                </a:lnTo>
                <a:close/>
                <a:moveTo>
                  <a:pt x="8227" y="77243"/>
                </a:moveTo>
                <a:cubicBezTo>
                  <a:pt x="8212" y="77258"/>
                  <a:pt x="8212" y="77287"/>
                  <a:pt x="8212" y="77302"/>
                </a:cubicBezTo>
                <a:lnTo>
                  <a:pt x="8168" y="77331"/>
                </a:lnTo>
                <a:cubicBezTo>
                  <a:pt x="8168" y="77317"/>
                  <a:pt x="8168" y="77302"/>
                  <a:pt x="8182" y="77272"/>
                </a:cubicBezTo>
                <a:lnTo>
                  <a:pt x="8227" y="77243"/>
                </a:lnTo>
                <a:close/>
                <a:moveTo>
                  <a:pt x="7947" y="77302"/>
                </a:moveTo>
                <a:cubicBezTo>
                  <a:pt x="7947" y="77331"/>
                  <a:pt x="7932" y="77375"/>
                  <a:pt x="7932" y="77405"/>
                </a:cubicBezTo>
                <a:cubicBezTo>
                  <a:pt x="7917" y="77434"/>
                  <a:pt x="7873" y="77464"/>
                  <a:pt x="7844" y="77478"/>
                </a:cubicBezTo>
                <a:cubicBezTo>
                  <a:pt x="7844" y="77449"/>
                  <a:pt x="7859" y="77405"/>
                  <a:pt x="7859" y="77375"/>
                </a:cubicBezTo>
                <a:cubicBezTo>
                  <a:pt x="7888" y="77361"/>
                  <a:pt x="7932" y="77317"/>
                  <a:pt x="7947" y="77302"/>
                </a:cubicBezTo>
                <a:close/>
                <a:moveTo>
                  <a:pt x="8094" y="77390"/>
                </a:moveTo>
                <a:lnTo>
                  <a:pt x="8094" y="77390"/>
                </a:lnTo>
                <a:cubicBezTo>
                  <a:pt x="8065" y="77405"/>
                  <a:pt x="8065" y="77434"/>
                  <a:pt x="8065" y="77464"/>
                </a:cubicBezTo>
                <a:lnTo>
                  <a:pt x="8006" y="77523"/>
                </a:lnTo>
                <a:cubicBezTo>
                  <a:pt x="8006" y="77508"/>
                  <a:pt x="8020" y="77464"/>
                  <a:pt x="8020" y="77449"/>
                </a:cubicBezTo>
                <a:cubicBezTo>
                  <a:pt x="8035" y="77434"/>
                  <a:pt x="8065" y="77405"/>
                  <a:pt x="8094" y="77390"/>
                </a:cubicBezTo>
                <a:close/>
                <a:moveTo>
                  <a:pt x="7903" y="77537"/>
                </a:moveTo>
                <a:cubicBezTo>
                  <a:pt x="7888" y="77581"/>
                  <a:pt x="7888" y="77596"/>
                  <a:pt x="7888" y="77626"/>
                </a:cubicBezTo>
                <a:cubicBezTo>
                  <a:pt x="7873" y="77655"/>
                  <a:pt x="7859" y="77684"/>
                  <a:pt x="7814" y="77699"/>
                </a:cubicBezTo>
                <a:cubicBezTo>
                  <a:pt x="7814" y="77670"/>
                  <a:pt x="7829" y="77626"/>
                  <a:pt x="7829" y="77611"/>
                </a:cubicBezTo>
                <a:cubicBezTo>
                  <a:pt x="7859" y="77596"/>
                  <a:pt x="7888" y="77581"/>
                  <a:pt x="7903" y="77537"/>
                </a:cubicBezTo>
                <a:close/>
                <a:moveTo>
                  <a:pt x="8020" y="77611"/>
                </a:moveTo>
                <a:cubicBezTo>
                  <a:pt x="8006" y="77655"/>
                  <a:pt x="8006" y="77655"/>
                  <a:pt x="7991" y="77670"/>
                </a:cubicBezTo>
                <a:cubicBezTo>
                  <a:pt x="7962" y="77684"/>
                  <a:pt x="7947" y="77699"/>
                  <a:pt x="7947" y="77729"/>
                </a:cubicBezTo>
                <a:cubicBezTo>
                  <a:pt x="7947" y="77699"/>
                  <a:pt x="7947" y="77684"/>
                  <a:pt x="7962" y="77670"/>
                </a:cubicBezTo>
                <a:lnTo>
                  <a:pt x="8020" y="77611"/>
                </a:lnTo>
                <a:close/>
                <a:moveTo>
                  <a:pt x="7859" y="77773"/>
                </a:moveTo>
                <a:lnTo>
                  <a:pt x="7859" y="77773"/>
                </a:lnTo>
                <a:cubicBezTo>
                  <a:pt x="7844" y="77817"/>
                  <a:pt x="7844" y="77832"/>
                  <a:pt x="7844" y="77846"/>
                </a:cubicBezTo>
                <a:lnTo>
                  <a:pt x="7785" y="77905"/>
                </a:lnTo>
                <a:cubicBezTo>
                  <a:pt x="7785" y="77890"/>
                  <a:pt x="7800" y="77846"/>
                  <a:pt x="7800" y="77832"/>
                </a:cubicBezTo>
                <a:lnTo>
                  <a:pt x="7859" y="77773"/>
                </a:lnTo>
                <a:close/>
                <a:moveTo>
                  <a:pt x="7800" y="78023"/>
                </a:moveTo>
                <a:cubicBezTo>
                  <a:pt x="7785" y="78038"/>
                  <a:pt x="7785" y="78052"/>
                  <a:pt x="7785" y="78067"/>
                </a:cubicBezTo>
                <a:cubicBezTo>
                  <a:pt x="7770" y="78096"/>
                  <a:pt x="7770" y="78111"/>
                  <a:pt x="7741" y="78111"/>
                </a:cubicBezTo>
                <a:cubicBezTo>
                  <a:pt x="7741" y="78096"/>
                  <a:pt x="7741" y="78067"/>
                  <a:pt x="7770" y="78052"/>
                </a:cubicBezTo>
                <a:cubicBezTo>
                  <a:pt x="7785" y="78038"/>
                  <a:pt x="7785" y="78023"/>
                  <a:pt x="7800" y="78023"/>
                </a:cubicBezTo>
                <a:close/>
                <a:moveTo>
                  <a:pt x="7535" y="74859"/>
                </a:moveTo>
                <a:cubicBezTo>
                  <a:pt x="7564" y="74918"/>
                  <a:pt x="7579" y="74977"/>
                  <a:pt x="7594" y="75050"/>
                </a:cubicBezTo>
                <a:cubicBezTo>
                  <a:pt x="7064" y="75271"/>
                  <a:pt x="6534" y="75521"/>
                  <a:pt x="6019" y="75815"/>
                </a:cubicBezTo>
                <a:cubicBezTo>
                  <a:pt x="3723" y="77110"/>
                  <a:pt x="1987" y="79392"/>
                  <a:pt x="1266" y="81893"/>
                </a:cubicBezTo>
                <a:cubicBezTo>
                  <a:pt x="1913" y="79230"/>
                  <a:pt x="3694" y="76816"/>
                  <a:pt x="6107" y="75521"/>
                </a:cubicBezTo>
                <a:cubicBezTo>
                  <a:pt x="6564" y="75256"/>
                  <a:pt x="7049" y="75050"/>
                  <a:pt x="7535" y="74859"/>
                </a:cubicBezTo>
                <a:close/>
                <a:moveTo>
                  <a:pt x="7638" y="75109"/>
                </a:moveTo>
                <a:cubicBezTo>
                  <a:pt x="7638" y="75183"/>
                  <a:pt x="7653" y="75256"/>
                  <a:pt x="7667" y="75315"/>
                </a:cubicBezTo>
                <a:cubicBezTo>
                  <a:pt x="7108" y="75565"/>
                  <a:pt x="6519" y="75845"/>
                  <a:pt x="5975" y="76183"/>
                </a:cubicBezTo>
                <a:cubicBezTo>
                  <a:pt x="3738" y="77508"/>
                  <a:pt x="2075" y="79642"/>
                  <a:pt x="1339" y="82026"/>
                </a:cubicBezTo>
                <a:cubicBezTo>
                  <a:pt x="2016" y="79495"/>
                  <a:pt x="3753" y="77184"/>
                  <a:pt x="6063" y="75860"/>
                </a:cubicBezTo>
                <a:cubicBezTo>
                  <a:pt x="6564" y="75565"/>
                  <a:pt x="7093" y="75330"/>
                  <a:pt x="7638" y="75109"/>
                </a:cubicBezTo>
                <a:close/>
                <a:moveTo>
                  <a:pt x="7682" y="75403"/>
                </a:moveTo>
                <a:cubicBezTo>
                  <a:pt x="7711" y="75462"/>
                  <a:pt x="7711" y="75536"/>
                  <a:pt x="7726" y="75595"/>
                </a:cubicBezTo>
                <a:cubicBezTo>
                  <a:pt x="7123" y="75889"/>
                  <a:pt x="6519" y="76198"/>
                  <a:pt x="5931" y="76537"/>
                </a:cubicBezTo>
                <a:cubicBezTo>
                  <a:pt x="3635" y="77964"/>
                  <a:pt x="1957" y="80201"/>
                  <a:pt x="1251" y="82629"/>
                </a:cubicBezTo>
                <a:cubicBezTo>
                  <a:pt x="1884" y="80039"/>
                  <a:pt x="3606" y="77670"/>
                  <a:pt x="6019" y="76257"/>
                </a:cubicBezTo>
                <a:cubicBezTo>
                  <a:pt x="6549" y="75933"/>
                  <a:pt x="7123" y="75668"/>
                  <a:pt x="7682" y="75403"/>
                </a:cubicBezTo>
                <a:close/>
                <a:moveTo>
                  <a:pt x="7741" y="75668"/>
                </a:moveTo>
                <a:cubicBezTo>
                  <a:pt x="7770" y="75712"/>
                  <a:pt x="7770" y="75771"/>
                  <a:pt x="7770" y="75845"/>
                </a:cubicBezTo>
                <a:cubicBezTo>
                  <a:pt x="7123" y="76183"/>
                  <a:pt x="6490" y="76522"/>
                  <a:pt x="5872" y="76919"/>
                </a:cubicBezTo>
                <a:cubicBezTo>
                  <a:pt x="3606" y="78361"/>
                  <a:pt x="1913" y="80628"/>
                  <a:pt x="1221" y="83041"/>
                </a:cubicBezTo>
                <a:cubicBezTo>
                  <a:pt x="1854" y="80466"/>
                  <a:pt x="3591" y="78096"/>
                  <a:pt x="5960" y="76625"/>
                </a:cubicBezTo>
                <a:cubicBezTo>
                  <a:pt x="6534" y="76272"/>
                  <a:pt x="7137" y="75963"/>
                  <a:pt x="7741" y="75668"/>
                </a:cubicBezTo>
                <a:close/>
                <a:moveTo>
                  <a:pt x="7785" y="75933"/>
                </a:moveTo>
                <a:cubicBezTo>
                  <a:pt x="7785" y="75992"/>
                  <a:pt x="7800" y="76051"/>
                  <a:pt x="7800" y="76110"/>
                </a:cubicBezTo>
                <a:cubicBezTo>
                  <a:pt x="7137" y="76478"/>
                  <a:pt x="6475" y="76860"/>
                  <a:pt x="5828" y="77272"/>
                </a:cubicBezTo>
                <a:cubicBezTo>
                  <a:pt x="3591" y="78788"/>
                  <a:pt x="1943" y="80981"/>
                  <a:pt x="1236" y="83321"/>
                </a:cubicBezTo>
                <a:cubicBezTo>
                  <a:pt x="1884" y="80834"/>
                  <a:pt x="3591" y="78494"/>
                  <a:pt x="5931" y="76993"/>
                </a:cubicBezTo>
                <a:cubicBezTo>
                  <a:pt x="6534" y="76595"/>
                  <a:pt x="7152" y="76257"/>
                  <a:pt x="7785" y="75933"/>
                </a:cubicBezTo>
                <a:close/>
                <a:moveTo>
                  <a:pt x="7800" y="76198"/>
                </a:moveTo>
                <a:cubicBezTo>
                  <a:pt x="7800" y="76257"/>
                  <a:pt x="7800" y="76301"/>
                  <a:pt x="7814" y="76360"/>
                </a:cubicBezTo>
                <a:cubicBezTo>
                  <a:pt x="7137" y="76757"/>
                  <a:pt x="6461" y="77184"/>
                  <a:pt x="5784" y="77670"/>
                </a:cubicBezTo>
                <a:cubicBezTo>
                  <a:pt x="3517" y="79244"/>
                  <a:pt x="1884" y="81496"/>
                  <a:pt x="1177" y="83836"/>
                </a:cubicBezTo>
                <a:cubicBezTo>
                  <a:pt x="1781" y="81305"/>
                  <a:pt x="3473" y="78950"/>
                  <a:pt x="5872" y="77361"/>
                </a:cubicBezTo>
                <a:cubicBezTo>
                  <a:pt x="6490" y="76934"/>
                  <a:pt x="7152" y="76551"/>
                  <a:pt x="7800" y="76198"/>
                </a:cubicBezTo>
                <a:close/>
                <a:moveTo>
                  <a:pt x="7800" y="76448"/>
                </a:moveTo>
                <a:lnTo>
                  <a:pt x="7800" y="76625"/>
                </a:lnTo>
                <a:cubicBezTo>
                  <a:pt x="7726" y="76669"/>
                  <a:pt x="7638" y="76728"/>
                  <a:pt x="7564" y="76787"/>
                </a:cubicBezTo>
                <a:cubicBezTo>
                  <a:pt x="6961" y="77184"/>
                  <a:pt x="6313" y="77596"/>
                  <a:pt x="5710" y="78052"/>
                </a:cubicBezTo>
                <a:cubicBezTo>
                  <a:pt x="3458" y="79701"/>
                  <a:pt x="1854" y="81864"/>
                  <a:pt x="1163" y="84145"/>
                </a:cubicBezTo>
                <a:cubicBezTo>
                  <a:pt x="1825" y="81673"/>
                  <a:pt x="3473" y="79362"/>
                  <a:pt x="5813" y="77729"/>
                </a:cubicBezTo>
                <a:cubicBezTo>
                  <a:pt x="6475" y="77258"/>
                  <a:pt x="7152" y="76846"/>
                  <a:pt x="7800" y="76448"/>
                </a:cubicBezTo>
                <a:close/>
                <a:moveTo>
                  <a:pt x="7829" y="76698"/>
                </a:moveTo>
                <a:lnTo>
                  <a:pt x="7829" y="76846"/>
                </a:lnTo>
                <a:cubicBezTo>
                  <a:pt x="7653" y="76963"/>
                  <a:pt x="7447" y="77110"/>
                  <a:pt x="7270" y="77243"/>
                </a:cubicBezTo>
                <a:cubicBezTo>
                  <a:pt x="6755" y="77611"/>
                  <a:pt x="6210" y="77979"/>
                  <a:pt x="5695" y="78391"/>
                </a:cubicBezTo>
                <a:cubicBezTo>
                  <a:pt x="3414" y="80113"/>
                  <a:pt x="1825" y="82335"/>
                  <a:pt x="1148" y="84616"/>
                </a:cubicBezTo>
                <a:cubicBezTo>
                  <a:pt x="1737" y="82188"/>
                  <a:pt x="3370" y="79833"/>
                  <a:pt x="5784" y="78096"/>
                </a:cubicBezTo>
                <a:cubicBezTo>
                  <a:pt x="6387" y="77655"/>
                  <a:pt x="7005" y="77228"/>
                  <a:pt x="7638" y="76816"/>
                </a:cubicBezTo>
                <a:cubicBezTo>
                  <a:pt x="7711" y="76787"/>
                  <a:pt x="7770" y="76728"/>
                  <a:pt x="7829" y="76698"/>
                </a:cubicBezTo>
                <a:close/>
                <a:moveTo>
                  <a:pt x="7800" y="76949"/>
                </a:moveTo>
                <a:lnTo>
                  <a:pt x="7800" y="77096"/>
                </a:lnTo>
                <a:cubicBezTo>
                  <a:pt x="7505" y="77331"/>
                  <a:pt x="7196" y="77552"/>
                  <a:pt x="6902" y="77802"/>
                </a:cubicBezTo>
                <a:cubicBezTo>
                  <a:pt x="6475" y="78111"/>
                  <a:pt x="6048" y="78435"/>
                  <a:pt x="5622" y="78773"/>
                </a:cubicBezTo>
                <a:cubicBezTo>
                  <a:pt x="4253" y="79862"/>
                  <a:pt x="2016" y="81996"/>
                  <a:pt x="1118" y="84910"/>
                </a:cubicBezTo>
                <a:cubicBezTo>
                  <a:pt x="1751" y="82541"/>
                  <a:pt x="3385" y="80245"/>
                  <a:pt x="5725" y="78464"/>
                </a:cubicBezTo>
                <a:cubicBezTo>
                  <a:pt x="6240" y="78067"/>
                  <a:pt x="6770" y="77684"/>
                  <a:pt x="7285" y="77317"/>
                </a:cubicBezTo>
                <a:cubicBezTo>
                  <a:pt x="7476" y="77184"/>
                  <a:pt x="7638" y="77081"/>
                  <a:pt x="7800" y="76949"/>
                </a:cubicBezTo>
                <a:close/>
                <a:moveTo>
                  <a:pt x="7785" y="77213"/>
                </a:moveTo>
                <a:cubicBezTo>
                  <a:pt x="7785" y="77243"/>
                  <a:pt x="7785" y="77302"/>
                  <a:pt x="7770" y="77331"/>
                </a:cubicBezTo>
                <a:cubicBezTo>
                  <a:pt x="7358" y="77670"/>
                  <a:pt x="6946" y="78008"/>
                  <a:pt x="6534" y="78347"/>
                </a:cubicBezTo>
                <a:cubicBezTo>
                  <a:pt x="6210" y="78597"/>
                  <a:pt x="5887" y="78862"/>
                  <a:pt x="5578" y="79141"/>
                </a:cubicBezTo>
                <a:cubicBezTo>
                  <a:pt x="3355" y="80981"/>
                  <a:pt x="1795" y="83129"/>
                  <a:pt x="1104" y="85278"/>
                </a:cubicBezTo>
                <a:lnTo>
                  <a:pt x="1104" y="85263"/>
                </a:lnTo>
                <a:cubicBezTo>
                  <a:pt x="1928" y="82188"/>
                  <a:pt x="4268" y="79965"/>
                  <a:pt x="5666" y="78832"/>
                </a:cubicBezTo>
                <a:cubicBezTo>
                  <a:pt x="6093" y="78494"/>
                  <a:pt x="6505" y="78170"/>
                  <a:pt x="6931" y="77846"/>
                </a:cubicBezTo>
                <a:cubicBezTo>
                  <a:pt x="7226" y="77626"/>
                  <a:pt x="7505" y="77405"/>
                  <a:pt x="7785" y="77213"/>
                </a:cubicBezTo>
                <a:close/>
                <a:moveTo>
                  <a:pt x="7770" y="77449"/>
                </a:moveTo>
                <a:cubicBezTo>
                  <a:pt x="7770" y="77478"/>
                  <a:pt x="7741" y="77523"/>
                  <a:pt x="7741" y="77581"/>
                </a:cubicBezTo>
                <a:cubicBezTo>
                  <a:pt x="7255" y="78038"/>
                  <a:pt x="6711" y="78494"/>
                  <a:pt x="6181" y="78950"/>
                </a:cubicBezTo>
                <a:cubicBezTo>
                  <a:pt x="5960" y="79141"/>
                  <a:pt x="5739" y="79318"/>
                  <a:pt x="5519" y="79524"/>
                </a:cubicBezTo>
                <a:cubicBezTo>
                  <a:pt x="3959" y="80869"/>
                  <a:pt x="2107" y="82854"/>
                  <a:pt x="1194" y="85316"/>
                </a:cubicBezTo>
                <a:lnTo>
                  <a:pt x="1194" y="85316"/>
                </a:lnTo>
                <a:cubicBezTo>
                  <a:pt x="1869" y="83161"/>
                  <a:pt x="3422" y="81026"/>
                  <a:pt x="5636" y="79200"/>
                </a:cubicBezTo>
                <a:cubicBezTo>
                  <a:pt x="5945" y="78935"/>
                  <a:pt x="6269" y="78656"/>
                  <a:pt x="6593" y="78406"/>
                </a:cubicBezTo>
                <a:cubicBezTo>
                  <a:pt x="6990" y="78067"/>
                  <a:pt x="7373" y="77758"/>
                  <a:pt x="7770" y="77449"/>
                </a:cubicBezTo>
                <a:close/>
                <a:moveTo>
                  <a:pt x="7726" y="77684"/>
                </a:moveTo>
                <a:cubicBezTo>
                  <a:pt x="7726" y="77714"/>
                  <a:pt x="7711" y="77758"/>
                  <a:pt x="7711" y="77802"/>
                </a:cubicBezTo>
                <a:cubicBezTo>
                  <a:pt x="7123" y="78376"/>
                  <a:pt x="6475" y="78965"/>
                  <a:pt x="5813" y="79568"/>
                </a:cubicBezTo>
                <a:lnTo>
                  <a:pt x="5460" y="79877"/>
                </a:lnTo>
                <a:cubicBezTo>
                  <a:pt x="3318" y="81799"/>
                  <a:pt x="1892" y="83751"/>
                  <a:pt x="1169" y="85702"/>
                </a:cubicBezTo>
                <a:lnTo>
                  <a:pt x="1169" y="85702"/>
                </a:lnTo>
                <a:cubicBezTo>
                  <a:pt x="1168" y="85693"/>
                  <a:pt x="1163" y="85684"/>
                  <a:pt x="1163" y="85675"/>
                </a:cubicBezTo>
                <a:cubicBezTo>
                  <a:pt x="2001" y="83071"/>
                  <a:pt x="3959" y="80951"/>
                  <a:pt x="5578" y="79568"/>
                </a:cubicBezTo>
                <a:cubicBezTo>
                  <a:pt x="5798" y="79377"/>
                  <a:pt x="6019" y="79200"/>
                  <a:pt x="6240" y="78994"/>
                </a:cubicBezTo>
                <a:cubicBezTo>
                  <a:pt x="6755" y="78553"/>
                  <a:pt x="7255" y="78126"/>
                  <a:pt x="7726" y="77684"/>
                </a:cubicBezTo>
                <a:close/>
                <a:moveTo>
                  <a:pt x="7711" y="77964"/>
                </a:moveTo>
                <a:cubicBezTo>
                  <a:pt x="7697" y="77979"/>
                  <a:pt x="7697" y="77993"/>
                  <a:pt x="7667" y="78038"/>
                </a:cubicBezTo>
                <a:cubicBezTo>
                  <a:pt x="6990" y="78788"/>
                  <a:pt x="6210" y="79509"/>
                  <a:pt x="5460" y="80216"/>
                </a:cubicBezTo>
                <a:lnTo>
                  <a:pt x="5430" y="80260"/>
                </a:lnTo>
                <a:cubicBezTo>
                  <a:pt x="3296" y="82246"/>
                  <a:pt x="1928" y="84101"/>
                  <a:pt x="1192" y="85940"/>
                </a:cubicBezTo>
                <a:lnTo>
                  <a:pt x="1192" y="85881"/>
                </a:lnTo>
                <a:cubicBezTo>
                  <a:pt x="1898" y="83895"/>
                  <a:pt x="3355" y="81893"/>
                  <a:pt x="5533" y="79951"/>
                </a:cubicBezTo>
                <a:lnTo>
                  <a:pt x="5887" y="79627"/>
                </a:lnTo>
                <a:cubicBezTo>
                  <a:pt x="6519" y="79068"/>
                  <a:pt x="7137" y="78509"/>
                  <a:pt x="7711" y="77964"/>
                </a:cubicBezTo>
                <a:close/>
                <a:moveTo>
                  <a:pt x="7638" y="78199"/>
                </a:moveTo>
                <a:lnTo>
                  <a:pt x="7638" y="78258"/>
                </a:lnTo>
                <a:cubicBezTo>
                  <a:pt x="6990" y="79024"/>
                  <a:pt x="6210" y="79804"/>
                  <a:pt x="5386" y="80613"/>
                </a:cubicBezTo>
                <a:cubicBezTo>
                  <a:pt x="3900" y="82070"/>
                  <a:pt x="2193" y="83939"/>
                  <a:pt x="1251" y="86161"/>
                </a:cubicBezTo>
                <a:cubicBezTo>
                  <a:pt x="1251" y="86146"/>
                  <a:pt x="1236" y="86117"/>
                  <a:pt x="1236" y="86087"/>
                </a:cubicBezTo>
                <a:cubicBezTo>
                  <a:pt x="1928" y="84218"/>
                  <a:pt x="3311" y="82335"/>
                  <a:pt x="5475" y="80319"/>
                </a:cubicBezTo>
                <a:lnTo>
                  <a:pt x="5519" y="80274"/>
                </a:lnTo>
                <a:cubicBezTo>
                  <a:pt x="6240" y="79598"/>
                  <a:pt x="6976" y="78921"/>
                  <a:pt x="7638" y="78199"/>
                </a:cubicBezTo>
                <a:close/>
                <a:moveTo>
                  <a:pt x="7579" y="78435"/>
                </a:moveTo>
                <a:cubicBezTo>
                  <a:pt x="7579" y="78464"/>
                  <a:pt x="7579" y="78464"/>
                  <a:pt x="7564" y="78479"/>
                </a:cubicBezTo>
                <a:cubicBezTo>
                  <a:pt x="6902" y="79347"/>
                  <a:pt x="6107" y="80171"/>
                  <a:pt x="5342" y="80981"/>
                </a:cubicBezTo>
                <a:cubicBezTo>
                  <a:pt x="3738" y="82600"/>
                  <a:pt x="2193" y="84366"/>
                  <a:pt x="1310" y="86367"/>
                </a:cubicBezTo>
                <a:cubicBezTo>
                  <a:pt x="1310" y="86352"/>
                  <a:pt x="1295" y="86308"/>
                  <a:pt x="1295" y="86293"/>
                </a:cubicBezTo>
                <a:cubicBezTo>
                  <a:pt x="2207" y="84027"/>
                  <a:pt x="3944" y="82143"/>
                  <a:pt x="5445" y="80672"/>
                </a:cubicBezTo>
                <a:cubicBezTo>
                  <a:pt x="6225" y="79907"/>
                  <a:pt x="6961" y="79171"/>
                  <a:pt x="7579" y="78435"/>
                </a:cubicBezTo>
                <a:close/>
                <a:moveTo>
                  <a:pt x="1118" y="86382"/>
                </a:moveTo>
                <a:cubicBezTo>
                  <a:pt x="1118" y="86411"/>
                  <a:pt x="1118" y="86426"/>
                  <a:pt x="1148" y="86441"/>
                </a:cubicBezTo>
                <a:lnTo>
                  <a:pt x="1148" y="86455"/>
                </a:lnTo>
                <a:cubicBezTo>
                  <a:pt x="1118" y="86441"/>
                  <a:pt x="1118" y="86426"/>
                  <a:pt x="1118" y="86411"/>
                </a:cubicBezTo>
                <a:lnTo>
                  <a:pt x="1118" y="86382"/>
                </a:lnTo>
                <a:close/>
                <a:moveTo>
                  <a:pt x="1221" y="86455"/>
                </a:moveTo>
                <a:cubicBezTo>
                  <a:pt x="1236" y="86455"/>
                  <a:pt x="1236" y="86500"/>
                  <a:pt x="1236" y="86514"/>
                </a:cubicBezTo>
                <a:lnTo>
                  <a:pt x="1236" y="86529"/>
                </a:lnTo>
                <a:cubicBezTo>
                  <a:pt x="1236" y="86500"/>
                  <a:pt x="1236" y="86485"/>
                  <a:pt x="1221" y="86455"/>
                </a:cubicBezTo>
                <a:close/>
                <a:moveTo>
                  <a:pt x="7478" y="78754"/>
                </a:moveTo>
                <a:lnTo>
                  <a:pt x="7478" y="78754"/>
                </a:lnTo>
                <a:cubicBezTo>
                  <a:pt x="6821" y="79681"/>
                  <a:pt x="6038" y="80551"/>
                  <a:pt x="5298" y="81349"/>
                </a:cubicBezTo>
                <a:cubicBezTo>
                  <a:pt x="3797" y="82953"/>
                  <a:pt x="2281" y="84660"/>
                  <a:pt x="1369" y="86603"/>
                </a:cubicBezTo>
                <a:cubicBezTo>
                  <a:pt x="1369" y="86573"/>
                  <a:pt x="1339" y="86558"/>
                  <a:pt x="1339" y="86514"/>
                </a:cubicBezTo>
                <a:cubicBezTo>
                  <a:pt x="2222" y="84454"/>
                  <a:pt x="3797" y="82688"/>
                  <a:pt x="5416" y="81040"/>
                </a:cubicBezTo>
                <a:cubicBezTo>
                  <a:pt x="6135" y="80292"/>
                  <a:pt x="6854" y="79543"/>
                  <a:pt x="7478" y="78754"/>
                </a:cubicBezTo>
                <a:close/>
                <a:moveTo>
                  <a:pt x="1177" y="86588"/>
                </a:moveTo>
                <a:cubicBezTo>
                  <a:pt x="1177" y="86603"/>
                  <a:pt x="1177" y="86632"/>
                  <a:pt x="1192" y="86647"/>
                </a:cubicBezTo>
                <a:cubicBezTo>
                  <a:pt x="1192" y="86661"/>
                  <a:pt x="1192" y="86661"/>
                  <a:pt x="1177" y="86676"/>
                </a:cubicBezTo>
                <a:cubicBezTo>
                  <a:pt x="1163" y="86661"/>
                  <a:pt x="1163" y="86647"/>
                  <a:pt x="1163" y="86632"/>
                </a:cubicBezTo>
                <a:cubicBezTo>
                  <a:pt x="1163" y="86603"/>
                  <a:pt x="1163" y="86603"/>
                  <a:pt x="1177" y="86588"/>
                </a:cubicBezTo>
                <a:close/>
                <a:moveTo>
                  <a:pt x="1280" y="86647"/>
                </a:moveTo>
                <a:cubicBezTo>
                  <a:pt x="1280" y="86661"/>
                  <a:pt x="1310" y="86706"/>
                  <a:pt x="1310" y="86720"/>
                </a:cubicBezTo>
                <a:cubicBezTo>
                  <a:pt x="1310" y="86720"/>
                  <a:pt x="1310" y="86735"/>
                  <a:pt x="1280" y="86735"/>
                </a:cubicBezTo>
                <a:cubicBezTo>
                  <a:pt x="1280" y="86720"/>
                  <a:pt x="1266" y="86676"/>
                  <a:pt x="1266" y="86661"/>
                </a:cubicBezTo>
                <a:cubicBezTo>
                  <a:pt x="1266" y="86661"/>
                  <a:pt x="1266" y="86647"/>
                  <a:pt x="1280" y="86647"/>
                </a:cubicBezTo>
                <a:close/>
                <a:moveTo>
                  <a:pt x="7299" y="79141"/>
                </a:moveTo>
                <a:lnTo>
                  <a:pt x="7299" y="79141"/>
                </a:lnTo>
                <a:cubicBezTo>
                  <a:pt x="6681" y="80054"/>
                  <a:pt x="5960" y="80922"/>
                  <a:pt x="5239" y="81717"/>
                </a:cubicBezTo>
                <a:cubicBezTo>
                  <a:pt x="3885" y="83218"/>
                  <a:pt x="2369" y="84895"/>
                  <a:pt x="1413" y="86809"/>
                </a:cubicBezTo>
                <a:cubicBezTo>
                  <a:pt x="1413" y="86779"/>
                  <a:pt x="1398" y="86750"/>
                  <a:pt x="1398" y="86720"/>
                </a:cubicBezTo>
                <a:cubicBezTo>
                  <a:pt x="2296" y="84748"/>
                  <a:pt x="3826" y="83012"/>
                  <a:pt x="5357" y="81408"/>
                </a:cubicBezTo>
                <a:cubicBezTo>
                  <a:pt x="6019" y="80701"/>
                  <a:pt x="6696" y="79951"/>
                  <a:pt x="7299" y="79141"/>
                </a:cubicBezTo>
                <a:close/>
                <a:moveTo>
                  <a:pt x="1104" y="86794"/>
                </a:moveTo>
                <a:cubicBezTo>
                  <a:pt x="1104" y="86809"/>
                  <a:pt x="1104" y="86823"/>
                  <a:pt x="1118" y="86853"/>
                </a:cubicBezTo>
                <a:cubicBezTo>
                  <a:pt x="1118" y="86853"/>
                  <a:pt x="1118" y="86867"/>
                  <a:pt x="1104" y="86867"/>
                </a:cubicBezTo>
                <a:lnTo>
                  <a:pt x="1104" y="86809"/>
                </a:lnTo>
                <a:lnTo>
                  <a:pt x="1104" y="86794"/>
                </a:lnTo>
                <a:close/>
                <a:moveTo>
                  <a:pt x="1207" y="86794"/>
                </a:moveTo>
                <a:cubicBezTo>
                  <a:pt x="1207" y="86809"/>
                  <a:pt x="1236" y="86853"/>
                  <a:pt x="1236" y="86867"/>
                </a:cubicBezTo>
                <a:cubicBezTo>
                  <a:pt x="1236" y="86882"/>
                  <a:pt x="1207" y="86897"/>
                  <a:pt x="1207" y="86897"/>
                </a:cubicBezTo>
                <a:cubicBezTo>
                  <a:pt x="1221" y="86882"/>
                  <a:pt x="1192" y="86867"/>
                  <a:pt x="1192" y="86823"/>
                </a:cubicBezTo>
                <a:cubicBezTo>
                  <a:pt x="1192" y="86809"/>
                  <a:pt x="1207" y="86794"/>
                  <a:pt x="1207" y="86794"/>
                </a:cubicBezTo>
                <a:close/>
                <a:moveTo>
                  <a:pt x="1339" y="86823"/>
                </a:moveTo>
                <a:cubicBezTo>
                  <a:pt x="1339" y="86867"/>
                  <a:pt x="1354" y="86882"/>
                  <a:pt x="1354" y="86926"/>
                </a:cubicBezTo>
                <a:cubicBezTo>
                  <a:pt x="1354" y="86941"/>
                  <a:pt x="1339" y="86941"/>
                  <a:pt x="1339" y="86956"/>
                </a:cubicBezTo>
                <a:cubicBezTo>
                  <a:pt x="1324" y="86941"/>
                  <a:pt x="1324" y="86897"/>
                  <a:pt x="1324" y="86867"/>
                </a:cubicBezTo>
                <a:cubicBezTo>
                  <a:pt x="1324" y="86838"/>
                  <a:pt x="1324" y="86838"/>
                  <a:pt x="1339" y="86823"/>
                </a:cubicBezTo>
                <a:close/>
                <a:moveTo>
                  <a:pt x="7137" y="79480"/>
                </a:moveTo>
                <a:cubicBezTo>
                  <a:pt x="6564" y="80451"/>
                  <a:pt x="5857" y="81334"/>
                  <a:pt x="5195" y="82085"/>
                </a:cubicBezTo>
                <a:lnTo>
                  <a:pt x="4930" y="82379"/>
                </a:lnTo>
                <a:cubicBezTo>
                  <a:pt x="3664" y="83851"/>
                  <a:pt x="2340" y="85352"/>
                  <a:pt x="1457" y="87044"/>
                </a:cubicBezTo>
                <a:cubicBezTo>
                  <a:pt x="1428" y="87015"/>
                  <a:pt x="1428" y="86970"/>
                  <a:pt x="1413" y="86941"/>
                </a:cubicBezTo>
                <a:cubicBezTo>
                  <a:pt x="2355" y="84984"/>
                  <a:pt x="3885" y="83291"/>
                  <a:pt x="5283" y="81761"/>
                </a:cubicBezTo>
                <a:cubicBezTo>
                  <a:pt x="5916" y="81054"/>
                  <a:pt x="6564" y="80289"/>
                  <a:pt x="7137" y="79480"/>
                </a:cubicBezTo>
                <a:close/>
                <a:moveTo>
                  <a:pt x="1148" y="86970"/>
                </a:moveTo>
                <a:cubicBezTo>
                  <a:pt x="1148" y="87000"/>
                  <a:pt x="1163" y="87015"/>
                  <a:pt x="1163" y="87044"/>
                </a:cubicBezTo>
                <a:cubicBezTo>
                  <a:pt x="1163" y="87073"/>
                  <a:pt x="1148" y="87073"/>
                  <a:pt x="1148" y="87088"/>
                </a:cubicBezTo>
                <a:cubicBezTo>
                  <a:pt x="1148" y="87044"/>
                  <a:pt x="1148" y="87029"/>
                  <a:pt x="1118" y="87015"/>
                </a:cubicBezTo>
                <a:cubicBezTo>
                  <a:pt x="1118" y="87000"/>
                  <a:pt x="1118" y="87000"/>
                  <a:pt x="1148" y="86970"/>
                </a:cubicBezTo>
                <a:close/>
                <a:moveTo>
                  <a:pt x="1266" y="87000"/>
                </a:moveTo>
                <a:cubicBezTo>
                  <a:pt x="1266" y="87029"/>
                  <a:pt x="1280" y="87044"/>
                  <a:pt x="1280" y="87088"/>
                </a:cubicBezTo>
                <a:cubicBezTo>
                  <a:pt x="1280" y="87103"/>
                  <a:pt x="1266" y="87118"/>
                  <a:pt x="1266" y="87147"/>
                </a:cubicBezTo>
                <a:cubicBezTo>
                  <a:pt x="1251" y="87103"/>
                  <a:pt x="1251" y="87073"/>
                  <a:pt x="1251" y="87044"/>
                </a:cubicBezTo>
                <a:cubicBezTo>
                  <a:pt x="1251" y="87029"/>
                  <a:pt x="1266" y="87015"/>
                  <a:pt x="1266" y="87000"/>
                </a:cubicBezTo>
                <a:close/>
                <a:moveTo>
                  <a:pt x="1383" y="87044"/>
                </a:moveTo>
                <a:cubicBezTo>
                  <a:pt x="1383" y="87088"/>
                  <a:pt x="1398" y="87118"/>
                  <a:pt x="1413" y="87147"/>
                </a:cubicBezTo>
                <a:cubicBezTo>
                  <a:pt x="1413" y="87162"/>
                  <a:pt x="1398" y="87162"/>
                  <a:pt x="1398" y="87176"/>
                </a:cubicBezTo>
                <a:cubicBezTo>
                  <a:pt x="1383" y="87162"/>
                  <a:pt x="1383" y="87118"/>
                  <a:pt x="1369" y="87088"/>
                </a:cubicBezTo>
                <a:cubicBezTo>
                  <a:pt x="1369" y="87073"/>
                  <a:pt x="1383" y="87073"/>
                  <a:pt x="1383" y="87044"/>
                </a:cubicBezTo>
                <a:close/>
                <a:moveTo>
                  <a:pt x="7005" y="79848"/>
                </a:moveTo>
                <a:lnTo>
                  <a:pt x="7005" y="79848"/>
                </a:lnTo>
                <a:cubicBezTo>
                  <a:pt x="6461" y="80819"/>
                  <a:pt x="5784" y="81673"/>
                  <a:pt x="5136" y="82453"/>
                </a:cubicBezTo>
                <a:cubicBezTo>
                  <a:pt x="4945" y="82673"/>
                  <a:pt x="4783" y="82879"/>
                  <a:pt x="4592" y="83100"/>
                </a:cubicBezTo>
                <a:cubicBezTo>
                  <a:pt x="3488" y="84425"/>
                  <a:pt x="2355" y="85764"/>
                  <a:pt x="1531" y="87265"/>
                </a:cubicBezTo>
                <a:cubicBezTo>
                  <a:pt x="1516" y="87235"/>
                  <a:pt x="1516" y="87191"/>
                  <a:pt x="1486" y="87162"/>
                </a:cubicBezTo>
                <a:cubicBezTo>
                  <a:pt x="2369" y="85425"/>
                  <a:pt x="3694" y="83924"/>
                  <a:pt x="4989" y="82423"/>
                </a:cubicBezTo>
                <a:lnTo>
                  <a:pt x="5239" y="82129"/>
                </a:lnTo>
                <a:cubicBezTo>
                  <a:pt x="5828" y="81452"/>
                  <a:pt x="6461" y="80687"/>
                  <a:pt x="7005" y="79848"/>
                </a:cubicBezTo>
                <a:close/>
                <a:moveTo>
                  <a:pt x="1192" y="87176"/>
                </a:moveTo>
                <a:cubicBezTo>
                  <a:pt x="1192" y="87191"/>
                  <a:pt x="1207" y="87235"/>
                  <a:pt x="1207" y="87250"/>
                </a:cubicBezTo>
                <a:cubicBezTo>
                  <a:pt x="1207" y="87265"/>
                  <a:pt x="1192" y="87294"/>
                  <a:pt x="1192" y="87294"/>
                </a:cubicBezTo>
                <a:cubicBezTo>
                  <a:pt x="1177" y="87265"/>
                  <a:pt x="1177" y="87250"/>
                  <a:pt x="1177" y="87221"/>
                </a:cubicBezTo>
                <a:cubicBezTo>
                  <a:pt x="1177" y="87191"/>
                  <a:pt x="1192" y="87176"/>
                  <a:pt x="1192" y="87176"/>
                </a:cubicBezTo>
                <a:close/>
                <a:moveTo>
                  <a:pt x="1310" y="87191"/>
                </a:moveTo>
                <a:cubicBezTo>
                  <a:pt x="1310" y="87235"/>
                  <a:pt x="1324" y="87250"/>
                  <a:pt x="1324" y="87294"/>
                </a:cubicBezTo>
                <a:cubicBezTo>
                  <a:pt x="1324" y="87309"/>
                  <a:pt x="1310" y="87324"/>
                  <a:pt x="1310" y="87338"/>
                </a:cubicBezTo>
                <a:cubicBezTo>
                  <a:pt x="1310" y="87324"/>
                  <a:pt x="1310" y="87294"/>
                  <a:pt x="1280" y="87250"/>
                </a:cubicBezTo>
                <a:cubicBezTo>
                  <a:pt x="1280" y="87235"/>
                  <a:pt x="1310" y="87221"/>
                  <a:pt x="1310" y="87191"/>
                </a:cubicBezTo>
                <a:close/>
                <a:moveTo>
                  <a:pt x="1457" y="87265"/>
                </a:moveTo>
                <a:cubicBezTo>
                  <a:pt x="1472" y="87309"/>
                  <a:pt x="1472" y="87338"/>
                  <a:pt x="1486" y="87383"/>
                </a:cubicBezTo>
                <a:cubicBezTo>
                  <a:pt x="1486" y="87397"/>
                  <a:pt x="1472" y="87412"/>
                  <a:pt x="1472" y="87412"/>
                </a:cubicBezTo>
                <a:cubicBezTo>
                  <a:pt x="1457" y="87383"/>
                  <a:pt x="1442" y="87338"/>
                  <a:pt x="1442" y="87309"/>
                </a:cubicBezTo>
                <a:cubicBezTo>
                  <a:pt x="1442" y="87294"/>
                  <a:pt x="1457" y="87294"/>
                  <a:pt x="1457" y="87265"/>
                </a:cubicBezTo>
                <a:close/>
                <a:moveTo>
                  <a:pt x="1118" y="87368"/>
                </a:moveTo>
                <a:lnTo>
                  <a:pt x="1118" y="87368"/>
                </a:lnTo>
                <a:cubicBezTo>
                  <a:pt x="1148" y="87383"/>
                  <a:pt x="1148" y="87397"/>
                  <a:pt x="1148" y="87412"/>
                </a:cubicBezTo>
                <a:lnTo>
                  <a:pt x="1148" y="87441"/>
                </a:lnTo>
                <a:cubicBezTo>
                  <a:pt x="1118" y="87412"/>
                  <a:pt x="1118" y="87397"/>
                  <a:pt x="1118" y="87368"/>
                </a:cubicBezTo>
                <a:close/>
                <a:moveTo>
                  <a:pt x="6755" y="80436"/>
                </a:moveTo>
                <a:lnTo>
                  <a:pt x="6755" y="80436"/>
                </a:lnTo>
                <a:cubicBezTo>
                  <a:pt x="6240" y="81349"/>
                  <a:pt x="5636" y="82158"/>
                  <a:pt x="5092" y="82835"/>
                </a:cubicBezTo>
                <a:cubicBezTo>
                  <a:pt x="4842" y="83144"/>
                  <a:pt x="4577" y="83483"/>
                  <a:pt x="4327" y="83792"/>
                </a:cubicBezTo>
                <a:cubicBezTo>
                  <a:pt x="3355" y="84969"/>
                  <a:pt x="2369" y="86190"/>
                  <a:pt x="1619" y="87515"/>
                </a:cubicBezTo>
                <a:cubicBezTo>
                  <a:pt x="1604" y="87471"/>
                  <a:pt x="1604" y="87441"/>
                  <a:pt x="1575" y="87397"/>
                </a:cubicBezTo>
                <a:cubicBezTo>
                  <a:pt x="2414" y="85867"/>
                  <a:pt x="3547" y="84513"/>
                  <a:pt x="4665" y="83159"/>
                </a:cubicBezTo>
                <a:cubicBezTo>
                  <a:pt x="4856" y="82953"/>
                  <a:pt x="5033" y="82747"/>
                  <a:pt x="5210" y="82526"/>
                </a:cubicBezTo>
                <a:cubicBezTo>
                  <a:pt x="5725" y="81893"/>
                  <a:pt x="6269" y="81202"/>
                  <a:pt x="6755" y="80436"/>
                </a:cubicBezTo>
                <a:close/>
                <a:moveTo>
                  <a:pt x="1236" y="87383"/>
                </a:moveTo>
                <a:cubicBezTo>
                  <a:pt x="1236" y="87412"/>
                  <a:pt x="1251" y="87441"/>
                  <a:pt x="1251" y="87471"/>
                </a:cubicBezTo>
                <a:cubicBezTo>
                  <a:pt x="1251" y="87486"/>
                  <a:pt x="1236" y="87515"/>
                  <a:pt x="1236" y="87530"/>
                </a:cubicBezTo>
                <a:cubicBezTo>
                  <a:pt x="1236" y="87486"/>
                  <a:pt x="1221" y="87456"/>
                  <a:pt x="1221" y="87441"/>
                </a:cubicBezTo>
                <a:cubicBezTo>
                  <a:pt x="1221" y="87412"/>
                  <a:pt x="1236" y="87397"/>
                  <a:pt x="1236" y="87383"/>
                </a:cubicBezTo>
                <a:close/>
                <a:moveTo>
                  <a:pt x="1383" y="87412"/>
                </a:moveTo>
                <a:cubicBezTo>
                  <a:pt x="1398" y="87456"/>
                  <a:pt x="1398" y="87486"/>
                  <a:pt x="1413" y="87515"/>
                </a:cubicBezTo>
                <a:cubicBezTo>
                  <a:pt x="1398" y="87530"/>
                  <a:pt x="1398" y="87544"/>
                  <a:pt x="1383" y="87559"/>
                </a:cubicBezTo>
                <a:cubicBezTo>
                  <a:pt x="1369" y="87544"/>
                  <a:pt x="1369" y="87515"/>
                  <a:pt x="1339" y="87471"/>
                </a:cubicBezTo>
                <a:cubicBezTo>
                  <a:pt x="1369" y="87456"/>
                  <a:pt x="1369" y="87441"/>
                  <a:pt x="1383" y="87412"/>
                </a:cubicBezTo>
                <a:close/>
                <a:moveTo>
                  <a:pt x="1045" y="87530"/>
                </a:moveTo>
                <a:cubicBezTo>
                  <a:pt x="1045" y="87544"/>
                  <a:pt x="1045" y="87559"/>
                  <a:pt x="1060" y="87589"/>
                </a:cubicBezTo>
                <a:lnTo>
                  <a:pt x="1060" y="87603"/>
                </a:lnTo>
                <a:cubicBezTo>
                  <a:pt x="1045" y="87589"/>
                  <a:pt x="1045" y="87559"/>
                  <a:pt x="1045" y="87544"/>
                </a:cubicBezTo>
                <a:lnTo>
                  <a:pt x="1045" y="87530"/>
                </a:lnTo>
                <a:close/>
                <a:moveTo>
                  <a:pt x="1163" y="87559"/>
                </a:moveTo>
                <a:cubicBezTo>
                  <a:pt x="1163" y="87589"/>
                  <a:pt x="1177" y="87618"/>
                  <a:pt x="1177" y="87633"/>
                </a:cubicBezTo>
                <a:cubicBezTo>
                  <a:pt x="1177" y="87633"/>
                  <a:pt x="1177" y="87662"/>
                  <a:pt x="1163" y="87662"/>
                </a:cubicBezTo>
                <a:lnTo>
                  <a:pt x="1163" y="87589"/>
                </a:lnTo>
                <a:lnTo>
                  <a:pt x="1163" y="87559"/>
                </a:lnTo>
                <a:close/>
                <a:moveTo>
                  <a:pt x="1516" y="87486"/>
                </a:moveTo>
                <a:cubicBezTo>
                  <a:pt x="1531" y="87530"/>
                  <a:pt x="1531" y="87559"/>
                  <a:pt x="1545" y="87603"/>
                </a:cubicBezTo>
                <a:cubicBezTo>
                  <a:pt x="1545" y="87618"/>
                  <a:pt x="1531" y="87633"/>
                  <a:pt x="1531" y="87662"/>
                </a:cubicBezTo>
                <a:cubicBezTo>
                  <a:pt x="1516" y="87603"/>
                  <a:pt x="1516" y="87559"/>
                  <a:pt x="1486" y="87530"/>
                </a:cubicBezTo>
                <a:cubicBezTo>
                  <a:pt x="1486" y="87515"/>
                  <a:pt x="1516" y="87486"/>
                  <a:pt x="1516" y="87486"/>
                </a:cubicBezTo>
                <a:close/>
                <a:moveTo>
                  <a:pt x="1280" y="87589"/>
                </a:moveTo>
                <a:cubicBezTo>
                  <a:pt x="1280" y="87618"/>
                  <a:pt x="1310" y="87633"/>
                  <a:pt x="1310" y="87677"/>
                </a:cubicBezTo>
                <a:cubicBezTo>
                  <a:pt x="1280" y="87692"/>
                  <a:pt x="1280" y="87706"/>
                  <a:pt x="1266" y="87736"/>
                </a:cubicBezTo>
                <a:cubicBezTo>
                  <a:pt x="1280" y="87706"/>
                  <a:pt x="1266" y="87677"/>
                  <a:pt x="1266" y="87633"/>
                </a:cubicBezTo>
                <a:cubicBezTo>
                  <a:pt x="1266" y="87618"/>
                  <a:pt x="1280" y="87603"/>
                  <a:pt x="1280" y="87589"/>
                </a:cubicBezTo>
                <a:close/>
                <a:moveTo>
                  <a:pt x="6534" y="80996"/>
                </a:moveTo>
                <a:cubicBezTo>
                  <a:pt x="6107" y="81702"/>
                  <a:pt x="5636" y="82438"/>
                  <a:pt x="5048" y="83203"/>
                </a:cubicBezTo>
                <a:cubicBezTo>
                  <a:pt x="4724" y="83630"/>
                  <a:pt x="4386" y="84057"/>
                  <a:pt x="4062" y="84454"/>
                </a:cubicBezTo>
                <a:cubicBezTo>
                  <a:pt x="3223" y="85499"/>
                  <a:pt x="2369" y="86573"/>
                  <a:pt x="1692" y="87736"/>
                </a:cubicBezTo>
                <a:cubicBezTo>
                  <a:pt x="1678" y="87692"/>
                  <a:pt x="1648" y="87662"/>
                  <a:pt x="1648" y="87603"/>
                </a:cubicBezTo>
                <a:cubicBezTo>
                  <a:pt x="2414" y="86264"/>
                  <a:pt x="3414" y="85043"/>
                  <a:pt x="4400" y="83851"/>
                </a:cubicBezTo>
                <a:cubicBezTo>
                  <a:pt x="4650" y="83542"/>
                  <a:pt x="4915" y="83203"/>
                  <a:pt x="5165" y="82894"/>
                </a:cubicBezTo>
                <a:cubicBezTo>
                  <a:pt x="5607" y="82335"/>
                  <a:pt x="6093" y="81702"/>
                  <a:pt x="6534" y="80996"/>
                </a:cubicBezTo>
                <a:close/>
                <a:moveTo>
                  <a:pt x="1442" y="87618"/>
                </a:moveTo>
                <a:cubicBezTo>
                  <a:pt x="1457" y="87662"/>
                  <a:pt x="1457" y="87692"/>
                  <a:pt x="1472" y="87736"/>
                </a:cubicBezTo>
                <a:cubicBezTo>
                  <a:pt x="1457" y="87750"/>
                  <a:pt x="1457" y="87765"/>
                  <a:pt x="1442" y="87809"/>
                </a:cubicBezTo>
                <a:cubicBezTo>
                  <a:pt x="1413" y="87765"/>
                  <a:pt x="1413" y="87736"/>
                  <a:pt x="1398" y="87692"/>
                </a:cubicBezTo>
                <a:cubicBezTo>
                  <a:pt x="1413" y="87677"/>
                  <a:pt x="1413" y="87662"/>
                  <a:pt x="1442" y="87618"/>
                </a:cubicBezTo>
                <a:close/>
                <a:moveTo>
                  <a:pt x="1104" y="87706"/>
                </a:moveTo>
                <a:cubicBezTo>
                  <a:pt x="1104" y="87736"/>
                  <a:pt x="1104" y="87750"/>
                  <a:pt x="1118" y="87780"/>
                </a:cubicBezTo>
                <a:cubicBezTo>
                  <a:pt x="1118" y="87809"/>
                  <a:pt x="1118" y="87809"/>
                  <a:pt x="1104" y="87824"/>
                </a:cubicBezTo>
                <a:cubicBezTo>
                  <a:pt x="1104" y="87809"/>
                  <a:pt x="1089" y="87765"/>
                  <a:pt x="1089" y="87750"/>
                </a:cubicBezTo>
                <a:cubicBezTo>
                  <a:pt x="1089" y="87736"/>
                  <a:pt x="1089" y="87736"/>
                  <a:pt x="1104" y="87706"/>
                </a:cubicBezTo>
                <a:close/>
                <a:moveTo>
                  <a:pt x="1575" y="87692"/>
                </a:moveTo>
                <a:cubicBezTo>
                  <a:pt x="1604" y="87736"/>
                  <a:pt x="1604" y="87765"/>
                  <a:pt x="1619" y="87809"/>
                </a:cubicBezTo>
                <a:cubicBezTo>
                  <a:pt x="1619" y="87824"/>
                  <a:pt x="1604" y="87839"/>
                  <a:pt x="1604" y="87853"/>
                </a:cubicBezTo>
                <a:cubicBezTo>
                  <a:pt x="1589" y="87824"/>
                  <a:pt x="1589" y="87780"/>
                  <a:pt x="1560" y="87750"/>
                </a:cubicBezTo>
                <a:cubicBezTo>
                  <a:pt x="1560" y="87736"/>
                  <a:pt x="1575" y="87706"/>
                  <a:pt x="1575" y="87692"/>
                </a:cubicBezTo>
                <a:close/>
                <a:moveTo>
                  <a:pt x="1207" y="87750"/>
                </a:moveTo>
                <a:cubicBezTo>
                  <a:pt x="1207" y="87780"/>
                  <a:pt x="1236" y="87809"/>
                  <a:pt x="1236" y="87839"/>
                </a:cubicBezTo>
                <a:cubicBezTo>
                  <a:pt x="1236" y="87848"/>
                  <a:pt x="1223" y="87852"/>
                  <a:pt x="1215" y="87861"/>
                </a:cubicBezTo>
                <a:lnTo>
                  <a:pt x="1215" y="87861"/>
                </a:lnTo>
                <a:cubicBezTo>
                  <a:pt x="1220" y="87838"/>
                  <a:pt x="1214" y="87813"/>
                  <a:pt x="1192" y="87780"/>
                </a:cubicBezTo>
                <a:cubicBezTo>
                  <a:pt x="1192" y="87765"/>
                  <a:pt x="1192" y="87765"/>
                  <a:pt x="1207" y="87750"/>
                </a:cubicBezTo>
                <a:close/>
                <a:moveTo>
                  <a:pt x="1369" y="87809"/>
                </a:moveTo>
                <a:cubicBezTo>
                  <a:pt x="1383" y="87839"/>
                  <a:pt x="1383" y="87883"/>
                  <a:pt x="1398" y="87912"/>
                </a:cubicBezTo>
                <a:cubicBezTo>
                  <a:pt x="1383" y="87927"/>
                  <a:pt x="1383" y="87956"/>
                  <a:pt x="1369" y="87971"/>
                </a:cubicBezTo>
                <a:cubicBezTo>
                  <a:pt x="1339" y="87927"/>
                  <a:pt x="1324" y="87898"/>
                  <a:pt x="1324" y="87853"/>
                </a:cubicBezTo>
                <a:cubicBezTo>
                  <a:pt x="1339" y="87839"/>
                  <a:pt x="1339" y="87824"/>
                  <a:pt x="1369" y="87809"/>
                </a:cubicBezTo>
                <a:close/>
                <a:moveTo>
                  <a:pt x="1148" y="87912"/>
                </a:moveTo>
                <a:cubicBezTo>
                  <a:pt x="1148" y="87927"/>
                  <a:pt x="1163" y="87971"/>
                  <a:pt x="1163" y="87986"/>
                </a:cubicBezTo>
                <a:cubicBezTo>
                  <a:pt x="1163" y="88001"/>
                  <a:pt x="1148" y="88001"/>
                  <a:pt x="1148" y="88030"/>
                </a:cubicBezTo>
                <a:cubicBezTo>
                  <a:pt x="1148" y="88001"/>
                  <a:pt x="1148" y="87986"/>
                  <a:pt x="1118" y="87956"/>
                </a:cubicBezTo>
                <a:cubicBezTo>
                  <a:pt x="1118" y="87927"/>
                  <a:pt x="1148" y="87927"/>
                  <a:pt x="1148" y="87912"/>
                </a:cubicBezTo>
                <a:close/>
                <a:moveTo>
                  <a:pt x="1516" y="87839"/>
                </a:moveTo>
                <a:cubicBezTo>
                  <a:pt x="1531" y="87883"/>
                  <a:pt x="1531" y="87912"/>
                  <a:pt x="1545" y="87956"/>
                </a:cubicBezTo>
                <a:cubicBezTo>
                  <a:pt x="1531" y="87971"/>
                  <a:pt x="1516" y="88001"/>
                  <a:pt x="1516" y="88030"/>
                </a:cubicBezTo>
                <a:cubicBezTo>
                  <a:pt x="1486" y="87986"/>
                  <a:pt x="1486" y="87956"/>
                  <a:pt x="1472" y="87912"/>
                </a:cubicBezTo>
                <a:cubicBezTo>
                  <a:pt x="1486" y="87898"/>
                  <a:pt x="1486" y="87853"/>
                  <a:pt x="1516" y="87839"/>
                </a:cubicBezTo>
                <a:close/>
                <a:moveTo>
                  <a:pt x="1266" y="87971"/>
                </a:moveTo>
                <a:cubicBezTo>
                  <a:pt x="1266" y="88001"/>
                  <a:pt x="1280" y="88030"/>
                  <a:pt x="1280" y="88059"/>
                </a:cubicBezTo>
                <a:cubicBezTo>
                  <a:pt x="1280" y="88074"/>
                  <a:pt x="1266" y="88074"/>
                  <a:pt x="1266" y="88104"/>
                </a:cubicBezTo>
                <a:cubicBezTo>
                  <a:pt x="1266" y="88059"/>
                  <a:pt x="1266" y="88045"/>
                  <a:pt x="1251" y="88001"/>
                </a:cubicBezTo>
                <a:cubicBezTo>
                  <a:pt x="1251" y="87986"/>
                  <a:pt x="1266" y="87986"/>
                  <a:pt x="1266" y="87971"/>
                </a:cubicBezTo>
                <a:close/>
                <a:moveTo>
                  <a:pt x="1089" y="88104"/>
                </a:moveTo>
                <a:cubicBezTo>
                  <a:pt x="1089" y="88118"/>
                  <a:pt x="1104" y="88148"/>
                  <a:pt x="1104" y="88162"/>
                </a:cubicBezTo>
                <a:cubicBezTo>
                  <a:pt x="1104" y="88162"/>
                  <a:pt x="1104" y="88192"/>
                  <a:pt x="1089" y="88192"/>
                </a:cubicBezTo>
                <a:cubicBezTo>
                  <a:pt x="1089" y="88177"/>
                  <a:pt x="1074" y="88133"/>
                  <a:pt x="1074" y="88118"/>
                </a:cubicBezTo>
                <a:cubicBezTo>
                  <a:pt x="1074" y="88118"/>
                  <a:pt x="1074" y="88104"/>
                  <a:pt x="1089" y="88104"/>
                </a:cubicBezTo>
                <a:close/>
                <a:moveTo>
                  <a:pt x="1413" y="88001"/>
                </a:moveTo>
                <a:cubicBezTo>
                  <a:pt x="1428" y="88045"/>
                  <a:pt x="1428" y="88074"/>
                  <a:pt x="1457" y="88118"/>
                </a:cubicBezTo>
                <a:cubicBezTo>
                  <a:pt x="1442" y="88133"/>
                  <a:pt x="1413" y="88148"/>
                  <a:pt x="1413" y="88192"/>
                </a:cubicBezTo>
                <a:cubicBezTo>
                  <a:pt x="1398" y="88148"/>
                  <a:pt x="1398" y="88118"/>
                  <a:pt x="1383" y="88074"/>
                </a:cubicBezTo>
                <a:cubicBezTo>
                  <a:pt x="1398" y="88059"/>
                  <a:pt x="1398" y="88045"/>
                  <a:pt x="1413" y="88001"/>
                </a:cubicBezTo>
                <a:close/>
                <a:moveTo>
                  <a:pt x="1192" y="88133"/>
                </a:moveTo>
                <a:cubicBezTo>
                  <a:pt x="1192" y="88177"/>
                  <a:pt x="1207" y="88192"/>
                  <a:pt x="1207" y="88221"/>
                </a:cubicBezTo>
                <a:cubicBezTo>
                  <a:pt x="1207" y="88251"/>
                  <a:pt x="1192" y="88265"/>
                  <a:pt x="1192" y="88265"/>
                </a:cubicBezTo>
                <a:cubicBezTo>
                  <a:pt x="1192" y="88221"/>
                  <a:pt x="1177" y="88207"/>
                  <a:pt x="1177" y="88177"/>
                </a:cubicBezTo>
                <a:cubicBezTo>
                  <a:pt x="1177" y="88148"/>
                  <a:pt x="1192" y="88133"/>
                  <a:pt x="1192" y="88133"/>
                </a:cubicBezTo>
                <a:close/>
                <a:moveTo>
                  <a:pt x="1324" y="88177"/>
                </a:moveTo>
                <a:cubicBezTo>
                  <a:pt x="1339" y="88207"/>
                  <a:pt x="1339" y="88251"/>
                  <a:pt x="1369" y="88280"/>
                </a:cubicBezTo>
                <a:cubicBezTo>
                  <a:pt x="1339" y="88295"/>
                  <a:pt x="1339" y="88324"/>
                  <a:pt x="1339" y="88324"/>
                </a:cubicBezTo>
                <a:cubicBezTo>
                  <a:pt x="1324" y="88280"/>
                  <a:pt x="1324" y="88251"/>
                  <a:pt x="1310" y="88207"/>
                </a:cubicBezTo>
                <a:cubicBezTo>
                  <a:pt x="1310" y="88192"/>
                  <a:pt x="1324" y="88192"/>
                  <a:pt x="1324" y="88177"/>
                </a:cubicBezTo>
                <a:close/>
                <a:moveTo>
                  <a:pt x="1001" y="88251"/>
                </a:moveTo>
                <a:cubicBezTo>
                  <a:pt x="1015" y="88280"/>
                  <a:pt x="1030" y="88295"/>
                  <a:pt x="1030" y="88324"/>
                </a:cubicBezTo>
                <a:cubicBezTo>
                  <a:pt x="1030" y="88324"/>
                  <a:pt x="1030" y="88339"/>
                  <a:pt x="1015" y="88339"/>
                </a:cubicBezTo>
                <a:cubicBezTo>
                  <a:pt x="1015" y="88324"/>
                  <a:pt x="1015" y="88295"/>
                  <a:pt x="1001" y="88265"/>
                </a:cubicBezTo>
                <a:lnTo>
                  <a:pt x="1001" y="88251"/>
                </a:lnTo>
                <a:close/>
                <a:moveTo>
                  <a:pt x="1118" y="88280"/>
                </a:moveTo>
                <a:cubicBezTo>
                  <a:pt x="1118" y="88295"/>
                  <a:pt x="1133" y="88339"/>
                  <a:pt x="1133" y="88354"/>
                </a:cubicBezTo>
                <a:cubicBezTo>
                  <a:pt x="1133" y="88368"/>
                  <a:pt x="1118" y="88368"/>
                  <a:pt x="1118" y="88398"/>
                </a:cubicBezTo>
                <a:cubicBezTo>
                  <a:pt x="1118" y="88368"/>
                  <a:pt x="1118" y="88354"/>
                  <a:pt x="1104" y="88324"/>
                </a:cubicBezTo>
                <a:cubicBezTo>
                  <a:pt x="1104" y="88295"/>
                  <a:pt x="1104" y="88295"/>
                  <a:pt x="1118" y="88280"/>
                </a:cubicBezTo>
                <a:close/>
                <a:moveTo>
                  <a:pt x="1251" y="88339"/>
                </a:moveTo>
                <a:cubicBezTo>
                  <a:pt x="1251" y="88368"/>
                  <a:pt x="1266" y="88413"/>
                  <a:pt x="1295" y="88427"/>
                </a:cubicBezTo>
                <a:cubicBezTo>
                  <a:pt x="1266" y="88442"/>
                  <a:pt x="1266" y="88472"/>
                  <a:pt x="1251" y="88486"/>
                </a:cubicBezTo>
                <a:cubicBezTo>
                  <a:pt x="1251" y="88442"/>
                  <a:pt x="1236" y="88413"/>
                  <a:pt x="1236" y="88398"/>
                </a:cubicBezTo>
                <a:cubicBezTo>
                  <a:pt x="1236" y="88368"/>
                  <a:pt x="1251" y="88354"/>
                  <a:pt x="1251" y="88339"/>
                </a:cubicBezTo>
                <a:close/>
                <a:moveTo>
                  <a:pt x="1060" y="88442"/>
                </a:moveTo>
                <a:cubicBezTo>
                  <a:pt x="1060" y="88472"/>
                  <a:pt x="1089" y="88501"/>
                  <a:pt x="1089" y="88516"/>
                </a:cubicBezTo>
                <a:cubicBezTo>
                  <a:pt x="1089" y="88545"/>
                  <a:pt x="1060" y="88545"/>
                  <a:pt x="1060" y="88560"/>
                </a:cubicBezTo>
                <a:cubicBezTo>
                  <a:pt x="1045" y="88545"/>
                  <a:pt x="1045" y="88516"/>
                  <a:pt x="1045" y="88486"/>
                </a:cubicBezTo>
                <a:cubicBezTo>
                  <a:pt x="1045" y="88472"/>
                  <a:pt x="1045" y="88472"/>
                  <a:pt x="1060" y="88442"/>
                </a:cubicBezTo>
                <a:close/>
                <a:moveTo>
                  <a:pt x="1177" y="88501"/>
                </a:moveTo>
                <a:cubicBezTo>
                  <a:pt x="1177" y="88545"/>
                  <a:pt x="1192" y="88560"/>
                  <a:pt x="1192" y="88589"/>
                </a:cubicBezTo>
                <a:cubicBezTo>
                  <a:pt x="1192" y="88619"/>
                  <a:pt x="1192" y="88619"/>
                  <a:pt x="1177" y="88633"/>
                </a:cubicBezTo>
                <a:cubicBezTo>
                  <a:pt x="1177" y="88589"/>
                  <a:pt x="1163" y="88575"/>
                  <a:pt x="1163" y="88545"/>
                </a:cubicBezTo>
                <a:cubicBezTo>
                  <a:pt x="1163" y="88516"/>
                  <a:pt x="1177" y="88516"/>
                  <a:pt x="1177" y="88501"/>
                </a:cubicBezTo>
                <a:close/>
                <a:moveTo>
                  <a:pt x="957" y="88633"/>
                </a:moveTo>
                <a:cubicBezTo>
                  <a:pt x="1001" y="88663"/>
                  <a:pt x="1001" y="88678"/>
                  <a:pt x="1001" y="88707"/>
                </a:cubicBezTo>
                <a:cubicBezTo>
                  <a:pt x="1001" y="88707"/>
                  <a:pt x="1001" y="88722"/>
                  <a:pt x="971" y="88722"/>
                </a:cubicBezTo>
                <a:cubicBezTo>
                  <a:pt x="971" y="88707"/>
                  <a:pt x="971" y="88678"/>
                  <a:pt x="957" y="88648"/>
                </a:cubicBezTo>
                <a:lnTo>
                  <a:pt x="957" y="88633"/>
                </a:lnTo>
                <a:close/>
                <a:moveTo>
                  <a:pt x="1104" y="88663"/>
                </a:moveTo>
                <a:cubicBezTo>
                  <a:pt x="1104" y="88707"/>
                  <a:pt x="1118" y="88722"/>
                  <a:pt x="1118" y="88751"/>
                </a:cubicBezTo>
                <a:cubicBezTo>
                  <a:pt x="1118" y="88766"/>
                  <a:pt x="1104" y="88781"/>
                  <a:pt x="1104" y="88795"/>
                </a:cubicBezTo>
                <a:cubicBezTo>
                  <a:pt x="1104" y="88751"/>
                  <a:pt x="1089" y="88736"/>
                  <a:pt x="1089" y="88707"/>
                </a:cubicBezTo>
                <a:cubicBezTo>
                  <a:pt x="1089" y="88678"/>
                  <a:pt x="1104" y="88663"/>
                  <a:pt x="1104" y="88663"/>
                </a:cubicBezTo>
                <a:close/>
                <a:moveTo>
                  <a:pt x="1030" y="88854"/>
                </a:moveTo>
                <a:cubicBezTo>
                  <a:pt x="1030" y="88869"/>
                  <a:pt x="1030" y="88884"/>
                  <a:pt x="1045" y="88928"/>
                </a:cubicBezTo>
                <a:cubicBezTo>
                  <a:pt x="1045" y="88942"/>
                  <a:pt x="1030" y="88942"/>
                  <a:pt x="1030" y="88957"/>
                </a:cubicBezTo>
                <a:cubicBezTo>
                  <a:pt x="1030" y="88942"/>
                  <a:pt x="1015" y="88913"/>
                  <a:pt x="1015" y="88884"/>
                </a:cubicBezTo>
                <a:cubicBezTo>
                  <a:pt x="1015" y="88869"/>
                  <a:pt x="1015" y="88869"/>
                  <a:pt x="1030" y="88854"/>
                </a:cubicBezTo>
                <a:close/>
                <a:moveTo>
                  <a:pt x="957" y="89001"/>
                </a:moveTo>
                <a:cubicBezTo>
                  <a:pt x="957" y="89031"/>
                  <a:pt x="971" y="89045"/>
                  <a:pt x="971" y="89075"/>
                </a:cubicBezTo>
                <a:cubicBezTo>
                  <a:pt x="957" y="89075"/>
                  <a:pt x="957" y="89031"/>
                  <a:pt x="957" y="89016"/>
                </a:cubicBezTo>
                <a:lnTo>
                  <a:pt x="957" y="89001"/>
                </a:lnTo>
                <a:close/>
                <a:moveTo>
                  <a:pt x="883" y="89178"/>
                </a:moveTo>
                <a:cubicBezTo>
                  <a:pt x="898" y="89207"/>
                  <a:pt x="898" y="89222"/>
                  <a:pt x="898" y="89237"/>
                </a:cubicBezTo>
                <a:cubicBezTo>
                  <a:pt x="898" y="89237"/>
                  <a:pt x="898" y="89251"/>
                  <a:pt x="883" y="89251"/>
                </a:cubicBezTo>
                <a:lnTo>
                  <a:pt x="883" y="89207"/>
                </a:lnTo>
                <a:lnTo>
                  <a:pt x="883" y="89178"/>
                </a:lnTo>
                <a:close/>
                <a:moveTo>
                  <a:pt x="9151" y="1"/>
                </a:moveTo>
                <a:cubicBezTo>
                  <a:pt x="8699" y="1"/>
                  <a:pt x="8245" y="78"/>
                  <a:pt x="7800" y="247"/>
                </a:cubicBezTo>
                <a:lnTo>
                  <a:pt x="7844" y="320"/>
                </a:lnTo>
                <a:cubicBezTo>
                  <a:pt x="8284" y="155"/>
                  <a:pt x="8730" y="79"/>
                  <a:pt x="9173" y="79"/>
                </a:cubicBezTo>
                <a:cubicBezTo>
                  <a:pt x="10580" y="79"/>
                  <a:pt x="11953" y="849"/>
                  <a:pt x="12995" y="1969"/>
                </a:cubicBezTo>
                <a:cubicBezTo>
                  <a:pt x="12597" y="1601"/>
                  <a:pt x="12185" y="1248"/>
                  <a:pt x="11714" y="997"/>
                </a:cubicBezTo>
                <a:cubicBezTo>
                  <a:pt x="10828" y="465"/>
                  <a:pt x="9902" y="191"/>
                  <a:pt x="9007" y="191"/>
                </a:cubicBezTo>
                <a:cubicBezTo>
                  <a:pt x="8565" y="191"/>
                  <a:pt x="8130" y="258"/>
                  <a:pt x="7711" y="394"/>
                </a:cubicBezTo>
                <a:lnTo>
                  <a:pt x="7726" y="468"/>
                </a:lnTo>
                <a:cubicBezTo>
                  <a:pt x="8149" y="330"/>
                  <a:pt x="8578" y="266"/>
                  <a:pt x="9006" y="266"/>
                </a:cubicBezTo>
                <a:cubicBezTo>
                  <a:pt x="10494" y="266"/>
                  <a:pt x="11959" y="1043"/>
                  <a:pt x="13068" y="2175"/>
                </a:cubicBezTo>
                <a:cubicBezTo>
                  <a:pt x="11931" y="1095"/>
                  <a:pt x="10445" y="356"/>
                  <a:pt x="8903" y="356"/>
                </a:cubicBezTo>
                <a:cubicBezTo>
                  <a:pt x="8469" y="356"/>
                  <a:pt x="8030" y="415"/>
                  <a:pt x="7594" y="541"/>
                </a:cubicBezTo>
                <a:lnTo>
                  <a:pt x="7623" y="615"/>
                </a:lnTo>
                <a:cubicBezTo>
                  <a:pt x="8046" y="495"/>
                  <a:pt x="8471" y="439"/>
                  <a:pt x="8892" y="439"/>
                </a:cubicBezTo>
                <a:cubicBezTo>
                  <a:pt x="10538" y="439"/>
                  <a:pt x="12123" y="1291"/>
                  <a:pt x="13260" y="2498"/>
                </a:cubicBezTo>
                <a:cubicBezTo>
                  <a:pt x="12818" y="2086"/>
                  <a:pt x="12332" y="1719"/>
                  <a:pt x="11817" y="1424"/>
                </a:cubicBezTo>
                <a:cubicBezTo>
                  <a:pt x="10796" y="845"/>
                  <a:pt x="9729" y="545"/>
                  <a:pt x="8698" y="545"/>
                </a:cubicBezTo>
                <a:cubicBezTo>
                  <a:pt x="8288" y="545"/>
                  <a:pt x="7884" y="592"/>
                  <a:pt x="7491" y="688"/>
                </a:cubicBezTo>
                <a:lnTo>
                  <a:pt x="7505" y="762"/>
                </a:lnTo>
                <a:cubicBezTo>
                  <a:pt x="7888" y="668"/>
                  <a:pt x="8283" y="623"/>
                  <a:pt x="8681" y="623"/>
                </a:cubicBezTo>
                <a:cubicBezTo>
                  <a:pt x="10351" y="623"/>
                  <a:pt x="12097" y="1412"/>
                  <a:pt x="13392" y="2719"/>
                </a:cubicBezTo>
                <a:cubicBezTo>
                  <a:pt x="12043" y="1478"/>
                  <a:pt x="10270" y="721"/>
                  <a:pt x="8541" y="721"/>
                </a:cubicBezTo>
                <a:cubicBezTo>
                  <a:pt x="8157" y="721"/>
                  <a:pt x="7776" y="758"/>
                  <a:pt x="7402" y="836"/>
                </a:cubicBezTo>
                <a:lnTo>
                  <a:pt x="7417" y="909"/>
                </a:lnTo>
                <a:cubicBezTo>
                  <a:pt x="7782" y="835"/>
                  <a:pt x="8155" y="799"/>
                  <a:pt x="8531" y="799"/>
                </a:cubicBezTo>
                <a:cubicBezTo>
                  <a:pt x="10386" y="799"/>
                  <a:pt x="12316" y="1673"/>
                  <a:pt x="13686" y="3117"/>
                </a:cubicBezTo>
                <a:cubicBezTo>
                  <a:pt x="13157" y="2616"/>
                  <a:pt x="12568" y="2175"/>
                  <a:pt x="11906" y="1822"/>
                </a:cubicBezTo>
                <a:cubicBezTo>
                  <a:pt x="10775" y="1206"/>
                  <a:pt x="9550" y="888"/>
                  <a:pt x="8374" y="888"/>
                </a:cubicBezTo>
                <a:cubicBezTo>
                  <a:pt x="8005" y="888"/>
                  <a:pt x="7640" y="919"/>
                  <a:pt x="7285" y="983"/>
                </a:cubicBezTo>
                <a:lnTo>
                  <a:pt x="7299" y="1056"/>
                </a:lnTo>
                <a:cubicBezTo>
                  <a:pt x="7645" y="995"/>
                  <a:pt x="7996" y="966"/>
                  <a:pt x="8349" y="966"/>
                </a:cubicBezTo>
                <a:cubicBezTo>
                  <a:pt x="10296" y="966"/>
                  <a:pt x="12300" y="1861"/>
                  <a:pt x="13745" y="3293"/>
                </a:cubicBezTo>
                <a:cubicBezTo>
                  <a:pt x="12225" y="1900"/>
                  <a:pt x="10172" y="1063"/>
                  <a:pt x="8146" y="1063"/>
                </a:cubicBezTo>
                <a:cubicBezTo>
                  <a:pt x="7818" y="1063"/>
                  <a:pt x="7491" y="1085"/>
                  <a:pt x="7167" y="1130"/>
                </a:cubicBezTo>
                <a:lnTo>
                  <a:pt x="7196" y="1203"/>
                </a:lnTo>
                <a:cubicBezTo>
                  <a:pt x="7513" y="1158"/>
                  <a:pt x="7833" y="1137"/>
                  <a:pt x="8155" y="1137"/>
                </a:cubicBezTo>
                <a:cubicBezTo>
                  <a:pt x="10254" y="1137"/>
                  <a:pt x="12405" y="2069"/>
                  <a:pt x="13937" y="3587"/>
                </a:cubicBezTo>
                <a:cubicBezTo>
                  <a:pt x="12339" y="2133"/>
                  <a:pt x="10145" y="1228"/>
                  <a:pt x="7952" y="1228"/>
                </a:cubicBezTo>
                <a:cubicBezTo>
                  <a:pt x="7660" y="1228"/>
                  <a:pt x="7369" y="1244"/>
                  <a:pt x="7079" y="1277"/>
                </a:cubicBezTo>
                <a:lnTo>
                  <a:pt x="7079" y="1351"/>
                </a:lnTo>
                <a:cubicBezTo>
                  <a:pt x="7363" y="1320"/>
                  <a:pt x="7648" y="1305"/>
                  <a:pt x="7934" y="1305"/>
                </a:cubicBezTo>
                <a:cubicBezTo>
                  <a:pt x="10237" y="1305"/>
                  <a:pt x="12545" y="2286"/>
                  <a:pt x="14143" y="3897"/>
                </a:cubicBezTo>
                <a:cubicBezTo>
                  <a:pt x="13539" y="3337"/>
                  <a:pt x="12818" y="2852"/>
                  <a:pt x="12038" y="2454"/>
                </a:cubicBezTo>
                <a:cubicBezTo>
                  <a:pt x="10678" y="1762"/>
                  <a:pt x="9157" y="1392"/>
                  <a:pt x="7695" y="1392"/>
                </a:cubicBezTo>
                <a:cubicBezTo>
                  <a:pt x="7448" y="1392"/>
                  <a:pt x="7203" y="1403"/>
                  <a:pt x="6961" y="1424"/>
                </a:cubicBezTo>
                <a:lnTo>
                  <a:pt x="6961" y="1498"/>
                </a:lnTo>
                <a:cubicBezTo>
                  <a:pt x="7195" y="1478"/>
                  <a:pt x="7429" y="1469"/>
                  <a:pt x="7664" y="1469"/>
                </a:cubicBezTo>
                <a:cubicBezTo>
                  <a:pt x="10108" y="1469"/>
                  <a:pt x="12583" y="2497"/>
                  <a:pt x="14275" y="4161"/>
                </a:cubicBezTo>
                <a:cubicBezTo>
                  <a:pt x="12492" y="2542"/>
                  <a:pt x="9992" y="1552"/>
                  <a:pt x="7460" y="1552"/>
                </a:cubicBezTo>
                <a:cubicBezTo>
                  <a:pt x="7255" y="1552"/>
                  <a:pt x="7049" y="1558"/>
                  <a:pt x="6843" y="1571"/>
                </a:cubicBezTo>
                <a:lnTo>
                  <a:pt x="6843" y="1645"/>
                </a:lnTo>
                <a:cubicBezTo>
                  <a:pt x="7017" y="1636"/>
                  <a:pt x="7190" y="1631"/>
                  <a:pt x="7363" y="1631"/>
                </a:cubicBezTo>
                <a:cubicBezTo>
                  <a:pt x="9997" y="1631"/>
                  <a:pt x="12584" y="2670"/>
                  <a:pt x="14393" y="4382"/>
                </a:cubicBezTo>
                <a:cubicBezTo>
                  <a:pt x="12488" y="2690"/>
                  <a:pt x="9800" y="1685"/>
                  <a:pt x="7032" y="1685"/>
                </a:cubicBezTo>
                <a:cubicBezTo>
                  <a:pt x="6935" y="1685"/>
                  <a:pt x="6838" y="1687"/>
                  <a:pt x="6740" y="1689"/>
                </a:cubicBezTo>
                <a:lnTo>
                  <a:pt x="6740" y="1763"/>
                </a:lnTo>
                <a:cubicBezTo>
                  <a:pt x="6853" y="1759"/>
                  <a:pt x="6966" y="1758"/>
                  <a:pt x="7078" y="1758"/>
                </a:cubicBezTo>
                <a:cubicBezTo>
                  <a:pt x="9873" y="1758"/>
                  <a:pt x="12570" y="2803"/>
                  <a:pt x="14437" y="4529"/>
                </a:cubicBezTo>
                <a:lnTo>
                  <a:pt x="14437" y="4544"/>
                </a:lnTo>
                <a:cubicBezTo>
                  <a:pt x="13760" y="3970"/>
                  <a:pt x="13009" y="3484"/>
                  <a:pt x="12141" y="3072"/>
                </a:cubicBezTo>
                <a:cubicBezTo>
                  <a:pt x="10518" y="2289"/>
                  <a:pt x="8632" y="1864"/>
                  <a:pt x="6805" y="1864"/>
                </a:cubicBezTo>
                <a:cubicBezTo>
                  <a:pt x="6744" y="1864"/>
                  <a:pt x="6683" y="1865"/>
                  <a:pt x="6622" y="1866"/>
                </a:cubicBezTo>
                <a:lnTo>
                  <a:pt x="6622" y="1939"/>
                </a:lnTo>
                <a:cubicBezTo>
                  <a:pt x="6665" y="1939"/>
                  <a:pt x="6707" y="1939"/>
                  <a:pt x="6749" y="1939"/>
                </a:cubicBezTo>
                <a:cubicBezTo>
                  <a:pt x="9733" y="1939"/>
                  <a:pt x="12522" y="2964"/>
                  <a:pt x="14496" y="4691"/>
                </a:cubicBezTo>
                <a:cubicBezTo>
                  <a:pt x="14496" y="4706"/>
                  <a:pt x="14496" y="4706"/>
                  <a:pt x="14510" y="4735"/>
                </a:cubicBezTo>
                <a:cubicBezTo>
                  <a:pt x="13833" y="4176"/>
                  <a:pt x="13054" y="3676"/>
                  <a:pt x="12200" y="3278"/>
                </a:cubicBezTo>
                <a:cubicBezTo>
                  <a:pt x="10463" y="2469"/>
                  <a:pt x="8521" y="2028"/>
                  <a:pt x="6534" y="1983"/>
                </a:cubicBezTo>
                <a:lnTo>
                  <a:pt x="6534" y="2057"/>
                </a:lnTo>
                <a:cubicBezTo>
                  <a:pt x="9625" y="2116"/>
                  <a:pt x="12524" y="3161"/>
                  <a:pt x="14569" y="4883"/>
                </a:cubicBezTo>
                <a:lnTo>
                  <a:pt x="14569" y="4897"/>
                </a:lnTo>
                <a:cubicBezTo>
                  <a:pt x="13892" y="4367"/>
                  <a:pt x="13112" y="3882"/>
                  <a:pt x="12259" y="3484"/>
                </a:cubicBezTo>
                <a:cubicBezTo>
                  <a:pt x="10508" y="2675"/>
                  <a:pt x="8506" y="2204"/>
                  <a:pt x="6416" y="2131"/>
                </a:cubicBezTo>
                <a:lnTo>
                  <a:pt x="6416" y="2204"/>
                </a:lnTo>
                <a:cubicBezTo>
                  <a:pt x="9051" y="2307"/>
                  <a:pt x="12229" y="3131"/>
                  <a:pt x="14613" y="5030"/>
                </a:cubicBezTo>
                <a:cubicBezTo>
                  <a:pt x="14613" y="5044"/>
                  <a:pt x="14613" y="5044"/>
                  <a:pt x="14628" y="5059"/>
                </a:cubicBezTo>
                <a:cubicBezTo>
                  <a:pt x="13951" y="4544"/>
                  <a:pt x="13171" y="4088"/>
                  <a:pt x="12303" y="3676"/>
                </a:cubicBezTo>
                <a:cubicBezTo>
                  <a:pt x="10537" y="2896"/>
                  <a:pt x="8477" y="2395"/>
                  <a:pt x="6328" y="2263"/>
                </a:cubicBezTo>
                <a:lnTo>
                  <a:pt x="6328" y="2337"/>
                </a:lnTo>
                <a:cubicBezTo>
                  <a:pt x="9639" y="2528"/>
                  <a:pt x="12568" y="3558"/>
                  <a:pt x="14658" y="5192"/>
                </a:cubicBezTo>
                <a:cubicBezTo>
                  <a:pt x="14658" y="5206"/>
                  <a:pt x="14658" y="5221"/>
                  <a:pt x="14687" y="5250"/>
                </a:cubicBezTo>
                <a:cubicBezTo>
                  <a:pt x="12553" y="3676"/>
                  <a:pt x="9625" y="2690"/>
                  <a:pt x="6240" y="2425"/>
                </a:cubicBezTo>
                <a:lnTo>
                  <a:pt x="6240" y="2498"/>
                </a:lnTo>
                <a:cubicBezTo>
                  <a:pt x="9654" y="2763"/>
                  <a:pt x="12597" y="3764"/>
                  <a:pt x="14716" y="5368"/>
                </a:cubicBezTo>
                <a:cubicBezTo>
                  <a:pt x="14716" y="5383"/>
                  <a:pt x="14716" y="5412"/>
                  <a:pt x="14731" y="5427"/>
                </a:cubicBezTo>
                <a:cubicBezTo>
                  <a:pt x="11935" y="3440"/>
                  <a:pt x="8374" y="2793"/>
                  <a:pt x="6137" y="2572"/>
                </a:cubicBezTo>
                <a:lnTo>
                  <a:pt x="6137" y="2646"/>
                </a:lnTo>
                <a:cubicBezTo>
                  <a:pt x="8388" y="2866"/>
                  <a:pt x="11994" y="3514"/>
                  <a:pt x="14775" y="5530"/>
                </a:cubicBezTo>
                <a:cubicBezTo>
                  <a:pt x="14775" y="5559"/>
                  <a:pt x="14775" y="5574"/>
                  <a:pt x="14790" y="5589"/>
                </a:cubicBezTo>
                <a:cubicBezTo>
                  <a:pt x="14084" y="5118"/>
                  <a:pt x="13318" y="4691"/>
                  <a:pt x="12465" y="4323"/>
                </a:cubicBezTo>
                <a:cubicBezTo>
                  <a:pt x="10669" y="3529"/>
                  <a:pt x="8506" y="2999"/>
                  <a:pt x="6048" y="2719"/>
                </a:cubicBezTo>
                <a:lnTo>
                  <a:pt x="6048" y="2793"/>
                </a:lnTo>
                <a:cubicBezTo>
                  <a:pt x="8786" y="3102"/>
                  <a:pt x="12200" y="3867"/>
                  <a:pt x="14820" y="5707"/>
                </a:cubicBezTo>
                <a:lnTo>
                  <a:pt x="14820" y="5751"/>
                </a:lnTo>
                <a:cubicBezTo>
                  <a:pt x="12656" y="4309"/>
                  <a:pt x="9713" y="3352"/>
                  <a:pt x="5960" y="2866"/>
                </a:cubicBezTo>
                <a:lnTo>
                  <a:pt x="5945" y="2940"/>
                </a:lnTo>
                <a:cubicBezTo>
                  <a:pt x="9728" y="3440"/>
                  <a:pt x="12671" y="4397"/>
                  <a:pt x="14849" y="5869"/>
                </a:cubicBezTo>
                <a:cubicBezTo>
                  <a:pt x="14849" y="5883"/>
                  <a:pt x="14864" y="5927"/>
                  <a:pt x="14864" y="5942"/>
                </a:cubicBezTo>
                <a:cubicBezTo>
                  <a:pt x="12068" y="4117"/>
                  <a:pt x="8550" y="3396"/>
                  <a:pt x="5842" y="3014"/>
                </a:cubicBezTo>
                <a:lnTo>
                  <a:pt x="5828" y="3087"/>
                </a:lnTo>
                <a:cubicBezTo>
                  <a:pt x="8550" y="3470"/>
                  <a:pt x="12068" y="4206"/>
                  <a:pt x="14878" y="6045"/>
                </a:cubicBezTo>
                <a:cubicBezTo>
                  <a:pt x="14878" y="6089"/>
                  <a:pt x="14893" y="6104"/>
                  <a:pt x="14893" y="6148"/>
                </a:cubicBezTo>
                <a:cubicBezTo>
                  <a:pt x="12141" y="4412"/>
                  <a:pt x="8727" y="3646"/>
                  <a:pt x="5739" y="3161"/>
                </a:cubicBezTo>
                <a:lnTo>
                  <a:pt x="5725" y="3234"/>
                </a:lnTo>
                <a:cubicBezTo>
                  <a:pt x="8697" y="3720"/>
                  <a:pt x="12156" y="4485"/>
                  <a:pt x="14908" y="6236"/>
                </a:cubicBezTo>
                <a:cubicBezTo>
                  <a:pt x="14908" y="6251"/>
                  <a:pt x="14908" y="6266"/>
                  <a:pt x="14923" y="6295"/>
                </a:cubicBezTo>
                <a:cubicBezTo>
                  <a:pt x="12274" y="4676"/>
                  <a:pt x="8962" y="3882"/>
                  <a:pt x="5636" y="3308"/>
                </a:cubicBezTo>
                <a:lnTo>
                  <a:pt x="5607" y="3381"/>
                </a:lnTo>
                <a:cubicBezTo>
                  <a:pt x="8948" y="3970"/>
                  <a:pt x="12274" y="4765"/>
                  <a:pt x="14923" y="6398"/>
                </a:cubicBezTo>
                <a:cubicBezTo>
                  <a:pt x="15129" y="7737"/>
                  <a:pt x="15129" y="9136"/>
                  <a:pt x="15129" y="10504"/>
                </a:cubicBezTo>
                <a:cubicBezTo>
                  <a:pt x="15129" y="11019"/>
                  <a:pt x="15129" y="11564"/>
                  <a:pt x="15143" y="12079"/>
                </a:cubicBezTo>
                <a:cubicBezTo>
                  <a:pt x="15173" y="13668"/>
                  <a:pt x="15364" y="15022"/>
                  <a:pt x="15702" y="16199"/>
                </a:cubicBezTo>
                <a:cubicBezTo>
                  <a:pt x="15747" y="16376"/>
                  <a:pt x="15776" y="16523"/>
                  <a:pt x="15820" y="16670"/>
                </a:cubicBezTo>
                <a:cubicBezTo>
                  <a:pt x="15850" y="16862"/>
                  <a:pt x="15909" y="17068"/>
                  <a:pt x="15967" y="17274"/>
                </a:cubicBezTo>
                <a:cubicBezTo>
                  <a:pt x="15982" y="17377"/>
                  <a:pt x="15997" y="17480"/>
                  <a:pt x="16041" y="17583"/>
                </a:cubicBezTo>
                <a:lnTo>
                  <a:pt x="16100" y="17921"/>
                </a:lnTo>
                <a:cubicBezTo>
                  <a:pt x="16115" y="18113"/>
                  <a:pt x="16144" y="18319"/>
                  <a:pt x="16188" y="18525"/>
                </a:cubicBezTo>
                <a:cubicBezTo>
                  <a:pt x="16203" y="18657"/>
                  <a:pt x="16218" y="18775"/>
                  <a:pt x="16247" y="18893"/>
                </a:cubicBezTo>
                <a:lnTo>
                  <a:pt x="16291" y="19393"/>
                </a:lnTo>
                <a:cubicBezTo>
                  <a:pt x="16291" y="19496"/>
                  <a:pt x="16321" y="19614"/>
                  <a:pt x="16321" y="19731"/>
                </a:cubicBezTo>
                <a:cubicBezTo>
                  <a:pt x="16321" y="19908"/>
                  <a:pt x="16335" y="20085"/>
                  <a:pt x="16335" y="20246"/>
                </a:cubicBezTo>
                <a:lnTo>
                  <a:pt x="16335" y="20688"/>
                </a:lnTo>
                <a:cubicBezTo>
                  <a:pt x="16335" y="20850"/>
                  <a:pt x="16321" y="21012"/>
                  <a:pt x="16321" y="21159"/>
                </a:cubicBezTo>
                <a:cubicBezTo>
                  <a:pt x="16291" y="21306"/>
                  <a:pt x="16291" y="21424"/>
                  <a:pt x="16291" y="21586"/>
                </a:cubicBezTo>
                <a:cubicBezTo>
                  <a:pt x="16276" y="21733"/>
                  <a:pt x="16262" y="21880"/>
                  <a:pt x="16262" y="22027"/>
                </a:cubicBezTo>
                <a:lnTo>
                  <a:pt x="16203" y="22469"/>
                </a:lnTo>
                <a:cubicBezTo>
                  <a:pt x="16173" y="22616"/>
                  <a:pt x="16144" y="22763"/>
                  <a:pt x="16129" y="22910"/>
                </a:cubicBezTo>
                <a:cubicBezTo>
                  <a:pt x="16100" y="23057"/>
                  <a:pt x="16056" y="23204"/>
                  <a:pt x="16041" y="23352"/>
                </a:cubicBezTo>
                <a:lnTo>
                  <a:pt x="15923" y="23793"/>
                </a:lnTo>
                <a:cubicBezTo>
                  <a:pt x="15894" y="23940"/>
                  <a:pt x="15835" y="24087"/>
                  <a:pt x="15806" y="24205"/>
                </a:cubicBezTo>
                <a:cubicBezTo>
                  <a:pt x="15747" y="24352"/>
                  <a:pt x="15702" y="24499"/>
                  <a:pt x="15658" y="24647"/>
                </a:cubicBezTo>
                <a:lnTo>
                  <a:pt x="15482" y="25088"/>
                </a:lnTo>
                <a:lnTo>
                  <a:pt x="15379" y="25368"/>
                </a:lnTo>
                <a:cubicBezTo>
                  <a:pt x="14201" y="28385"/>
                  <a:pt x="14746" y="31961"/>
                  <a:pt x="16762" y="34477"/>
                </a:cubicBezTo>
                <a:cubicBezTo>
                  <a:pt x="17866" y="35860"/>
                  <a:pt x="19367" y="36905"/>
                  <a:pt x="20809" y="37921"/>
                </a:cubicBezTo>
                <a:cubicBezTo>
                  <a:pt x="22089" y="38818"/>
                  <a:pt x="23414" y="39731"/>
                  <a:pt x="24488" y="40908"/>
                </a:cubicBezTo>
                <a:cubicBezTo>
                  <a:pt x="24459" y="40952"/>
                  <a:pt x="24429" y="40967"/>
                  <a:pt x="24415" y="41011"/>
                </a:cubicBezTo>
                <a:cubicBezTo>
                  <a:pt x="23679" y="41821"/>
                  <a:pt x="22884" y="42601"/>
                  <a:pt x="22104" y="43366"/>
                </a:cubicBezTo>
                <a:cubicBezTo>
                  <a:pt x="21133" y="44337"/>
                  <a:pt x="20117" y="45323"/>
                  <a:pt x="19205" y="46397"/>
                </a:cubicBezTo>
                <a:cubicBezTo>
                  <a:pt x="19087" y="46530"/>
                  <a:pt x="18984" y="46648"/>
                  <a:pt x="18867" y="46795"/>
                </a:cubicBezTo>
                <a:lnTo>
                  <a:pt x="18778" y="46898"/>
                </a:lnTo>
                <a:cubicBezTo>
                  <a:pt x="18616" y="47074"/>
                  <a:pt x="18469" y="47266"/>
                  <a:pt x="18322" y="47442"/>
                </a:cubicBezTo>
                <a:cubicBezTo>
                  <a:pt x="18131" y="47648"/>
                  <a:pt x="17954" y="47869"/>
                  <a:pt x="17763" y="48075"/>
                </a:cubicBezTo>
                <a:cubicBezTo>
                  <a:pt x="17586" y="48252"/>
                  <a:pt x="17424" y="48472"/>
                  <a:pt x="17233" y="48693"/>
                </a:cubicBezTo>
                <a:cubicBezTo>
                  <a:pt x="17056" y="48870"/>
                  <a:pt x="16880" y="49090"/>
                  <a:pt x="16703" y="49297"/>
                </a:cubicBezTo>
                <a:cubicBezTo>
                  <a:pt x="16512" y="49503"/>
                  <a:pt x="16321" y="49723"/>
                  <a:pt x="16144" y="49929"/>
                </a:cubicBezTo>
                <a:cubicBezTo>
                  <a:pt x="15967" y="50106"/>
                  <a:pt x="15806" y="50312"/>
                  <a:pt x="15629" y="50503"/>
                </a:cubicBezTo>
                <a:cubicBezTo>
                  <a:pt x="15452" y="50695"/>
                  <a:pt x="15290" y="50886"/>
                  <a:pt x="15114" y="51077"/>
                </a:cubicBezTo>
                <a:lnTo>
                  <a:pt x="14569" y="51695"/>
                </a:lnTo>
                <a:lnTo>
                  <a:pt x="14069" y="52240"/>
                </a:lnTo>
                <a:cubicBezTo>
                  <a:pt x="13848" y="52461"/>
                  <a:pt x="13642" y="52681"/>
                  <a:pt x="13466" y="52902"/>
                </a:cubicBezTo>
                <a:cubicBezTo>
                  <a:pt x="13274" y="53093"/>
                  <a:pt x="13112" y="53270"/>
                  <a:pt x="12951" y="53461"/>
                </a:cubicBezTo>
                <a:cubicBezTo>
                  <a:pt x="12730" y="53682"/>
                  <a:pt x="12524" y="53903"/>
                  <a:pt x="12318" y="54123"/>
                </a:cubicBezTo>
                <a:cubicBezTo>
                  <a:pt x="12141" y="54300"/>
                  <a:pt x="11979" y="54477"/>
                  <a:pt x="11832" y="54639"/>
                </a:cubicBezTo>
                <a:cubicBezTo>
                  <a:pt x="11611" y="54845"/>
                  <a:pt x="11391" y="55065"/>
                  <a:pt x="11185" y="55301"/>
                </a:cubicBezTo>
                <a:cubicBezTo>
                  <a:pt x="10978" y="55507"/>
                  <a:pt x="10772" y="55683"/>
                  <a:pt x="10581" y="55904"/>
                </a:cubicBezTo>
                <a:cubicBezTo>
                  <a:pt x="10360" y="56095"/>
                  <a:pt x="10154" y="56287"/>
                  <a:pt x="9963" y="56478"/>
                </a:cubicBezTo>
                <a:cubicBezTo>
                  <a:pt x="9742" y="56655"/>
                  <a:pt x="9551" y="56846"/>
                  <a:pt x="9345" y="57052"/>
                </a:cubicBezTo>
                <a:cubicBezTo>
                  <a:pt x="9124" y="57229"/>
                  <a:pt x="8903" y="57420"/>
                  <a:pt x="8697" y="57597"/>
                </a:cubicBezTo>
                <a:cubicBezTo>
                  <a:pt x="8477" y="57758"/>
                  <a:pt x="8256" y="57935"/>
                  <a:pt x="8050" y="58112"/>
                </a:cubicBezTo>
                <a:cubicBezTo>
                  <a:pt x="7829" y="58259"/>
                  <a:pt x="7608" y="58421"/>
                  <a:pt x="7417" y="58597"/>
                </a:cubicBezTo>
                <a:cubicBezTo>
                  <a:pt x="7123" y="58774"/>
                  <a:pt x="6828" y="58980"/>
                  <a:pt x="6549" y="59201"/>
                </a:cubicBezTo>
                <a:cubicBezTo>
                  <a:pt x="5445" y="60098"/>
                  <a:pt x="4562" y="61143"/>
                  <a:pt x="3959" y="62276"/>
                </a:cubicBezTo>
                <a:cubicBezTo>
                  <a:pt x="3252" y="63557"/>
                  <a:pt x="2973" y="64866"/>
                  <a:pt x="3149" y="66147"/>
                </a:cubicBezTo>
                <a:cubicBezTo>
                  <a:pt x="3370" y="67957"/>
                  <a:pt x="4430" y="69502"/>
                  <a:pt x="5445" y="70988"/>
                </a:cubicBezTo>
                <a:cubicBezTo>
                  <a:pt x="6255" y="72166"/>
                  <a:pt x="7079" y="73358"/>
                  <a:pt x="7505" y="74712"/>
                </a:cubicBezTo>
                <a:cubicBezTo>
                  <a:pt x="7005" y="74888"/>
                  <a:pt x="6505" y="75109"/>
                  <a:pt x="6048" y="75374"/>
                </a:cubicBezTo>
                <a:cubicBezTo>
                  <a:pt x="3149" y="76949"/>
                  <a:pt x="1133" y="80098"/>
                  <a:pt x="957" y="83409"/>
                </a:cubicBezTo>
                <a:cubicBezTo>
                  <a:pt x="957" y="83483"/>
                  <a:pt x="957" y="83556"/>
                  <a:pt x="942" y="83615"/>
                </a:cubicBezTo>
                <a:lnTo>
                  <a:pt x="942" y="83718"/>
                </a:lnTo>
                <a:cubicBezTo>
                  <a:pt x="942" y="83792"/>
                  <a:pt x="942" y="83880"/>
                  <a:pt x="912" y="83954"/>
                </a:cubicBezTo>
                <a:lnTo>
                  <a:pt x="912" y="84027"/>
                </a:lnTo>
                <a:cubicBezTo>
                  <a:pt x="912" y="84130"/>
                  <a:pt x="898" y="84233"/>
                  <a:pt x="898" y="84321"/>
                </a:cubicBezTo>
                <a:lnTo>
                  <a:pt x="898" y="84351"/>
                </a:lnTo>
                <a:cubicBezTo>
                  <a:pt x="883" y="84469"/>
                  <a:pt x="883" y="84601"/>
                  <a:pt x="883" y="84734"/>
                </a:cubicBezTo>
                <a:cubicBezTo>
                  <a:pt x="868" y="84837"/>
                  <a:pt x="868" y="84969"/>
                  <a:pt x="868" y="85087"/>
                </a:cubicBezTo>
                <a:cubicBezTo>
                  <a:pt x="839" y="85204"/>
                  <a:pt x="839" y="85352"/>
                  <a:pt x="839" y="85484"/>
                </a:cubicBezTo>
                <a:cubicBezTo>
                  <a:pt x="824" y="85602"/>
                  <a:pt x="824" y="85705"/>
                  <a:pt x="824" y="85823"/>
                </a:cubicBezTo>
                <a:cubicBezTo>
                  <a:pt x="809" y="85940"/>
                  <a:pt x="809" y="86073"/>
                  <a:pt x="809" y="86205"/>
                </a:cubicBezTo>
                <a:cubicBezTo>
                  <a:pt x="795" y="86308"/>
                  <a:pt x="795" y="86441"/>
                  <a:pt x="795" y="86558"/>
                </a:cubicBezTo>
                <a:cubicBezTo>
                  <a:pt x="780" y="86676"/>
                  <a:pt x="780" y="86809"/>
                  <a:pt x="751" y="86956"/>
                </a:cubicBezTo>
                <a:cubicBezTo>
                  <a:pt x="736" y="87088"/>
                  <a:pt x="736" y="87221"/>
                  <a:pt x="721" y="87324"/>
                </a:cubicBezTo>
                <a:cubicBezTo>
                  <a:pt x="706" y="87456"/>
                  <a:pt x="706" y="87559"/>
                  <a:pt x="677" y="87692"/>
                </a:cubicBezTo>
                <a:cubicBezTo>
                  <a:pt x="662" y="87809"/>
                  <a:pt x="662" y="87912"/>
                  <a:pt x="648" y="88045"/>
                </a:cubicBezTo>
                <a:cubicBezTo>
                  <a:pt x="633" y="88192"/>
                  <a:pt x="603" y="88324"/>
                  <a:pt x="603" y="88472"/>
                </a:cubicBezTo>
                <a:cubicBezTo>
                  <a:pt x="589" y="88589"/>
                  <a:pt x="589" y="88707"/>
                  <a:pt x="574" y="88839"/>
                </a:cubicBezTo>
                <a:cubicBezTo>
                  <a:pt x="545" y="88942"/>
                  <a:pt x="545" y="89075"/>
                  <a:pt x="530" y="89178"/>
                </a:cubicBezTo>
                <a:cubicBezTo>
                  <a:pt x="515" y="89310"/>
                  <a:pt x="515" y="89428"/>
                  <a:pt x="500" y="89546"/>
                </a:cubicBezTo>
                <a:cubicBezTo>
                  <a:pt x="471" y="89693"/>
                  <a:pt x="456" y="89840"/>
                  <a:pt x="456" y="89987"/>
                </a:cubicBezTo>
                <a:cubicBezTo>
                  <a:pt x="441" y="90105"/>
                  <a:pt x="441" y="90193"/>
                  <a:pt x="427" y="90311"/>
                </a:cubicBezTo>
                <a:cubicBezTo>
                  <a:pt x="397" y="90414"/>
                  <a:pt x="397" y="90502"/>
                  <a:pt x="383" y="90620"/>
                </a:cubicBezTo>
                <a:cubicBezTo>
                  <a:pt x="368" y="90753"/>
                  <a:pt x="353" y="90900"/>
                  <a:pt x="353" y="91017"/>
                </a:cubicBezTo>
                <a:cubicBezTo>
                  <a:pt x="0" y="93490"/>
                  <a:pt x="986" y="96271"/>
                  <a:pt x="3326" y="97051"/>
                </a:cubicBezTo>
                <a:lnTo>
                  <a:pt x="3341" y="96978"/>
                </a:lnTo>
                <a:cubicBezTo>
                  <a:pt x="1486" y="96359"/>
                  <a:pt x="515" y="94461"/>
                  <a:pt x="383" y="92460"/>
                </a:cubicBezTo>
                <a:lnTo>
                  <a:pt x="383" y="92460"/>
                </a:lnTo>
                <a:cubicBezTo>
                  <a:pt x="441" y="92989"/>
                  <a:pt x="574" y="93519"/>
                  <a:pt x="751" y="94020"/>
                </a:cubicBezTo>
                <a:cubicBezTo>
                  <a:pt x="1280" y="95477"/>
                  <a:pt x="2266" y="96536"/>
                  <a:pt x="3517" y="97007"/>
                </a:cubicBezTo>
                <a:lnTo>
                  <a:pt x="3547" y="96933"/>
                </a:lnTo>
                <a:cubicBezTo>
                  <a:pt x="1692" y="96212"/>
                  <a:pt x="662" y="94255"/>
                  <a:pt x="471" y="92254"/>
                </a:cubicBezTo>
                <a:lnTo>
                  <a:pt x="471" y="92254"/>
                </a:lnTo>
                <a:cubicBezTo>
                  <a:pt x="751" y="94240"/>
                  <a:pt x="1795" y="96153"/>
                  <a:pt x="3694" y="96963"/>
                </a:cubicBezTo>
                <a:lnTo>
                  <a:pt x="3738" y="96889"/>
                </a:lnTo>
                <a:cubicBezTo>
                  <a:pt x="1751" y="96050"/>
                  <a:pt x="692" y="93961"/>
                  <a:pt x="515" y="91871"/>
                </a:cubicBezTo>
                <a:lnTo>
                  <a:pt x="515" y="91871"/>
                </a:lnTo>
                <a:cubicBezTo>
                  <a:pt x="589" y="92474"/>
                  <a:pt x="751" y="93063"/>
                  <a:pt x="971" y="93637"/>
                </a:cubicBezTo>
                <a:cubicBezTo>
                  <a:pt x="1560" y="95138"/>
                  <a:pt x="2605" y="96301"/>
                  <a:pt x="3885" y="96904"/>
                </a:cubicBezTo>
                <a:lnTo>
                  <a:pt x="3915" y="96830"/>
                </a:lnTo>
                <a:cubicBezTo>
                  <a:pt x="2060" y="95977"/>
                  <a:pt x="809" y="93872"/>
                  <a:pt x="574" y="91606"/>
                </a:cubicBezTo>
                <a:lnTo>
                  <a:pt x="574" y="91606"/>
                </a:lnTo>
                <a:cubicBezTo>
                  <a:pt x="898" y="93843"/>
                  <a:pt x="2193" y="95903"/>
                  <a:pt x="4062" y="96860"/>
                </a:cubicBezTo>
                <a:lnTo>
                  <a:pt x="4106" y="96786"/>
                </a:lnTo>
                <a:cubicBezTo>
                  <a:pt x="2119" y="95771"/>
                  <a:pt x="809" y="93505"/>
                  <a:pt x="589" y="91120"/>
                </a:cubicBezTo>
                <a:lnTo>
                  <a:pt x="589" y="91120"/>
                </a:lnTo>
                <a:cubicBezTo>
                  <a:pt x="677" y="91827"/>
                  <a:pt x="883" y="92548"/>
                  <a:pt x="1163" y="93225"/>
                </a:cubicBezTo>
                <a:cubicBezTo>
                  <a:pt x="1825" y="94800"/>
                  <a:pt x="2899" y="96050"/>
                  <a:pt x="4224" y="96786"/>
                </a:cubicBezTo>
                <a:lnTo>
                  <a:pt x="4268" y="96713"/>
                </a:lnTo>
                <a:cubicBezTo>
                  <a:pt x="2281" y="95609"/>
                  <a:pt x="912" y="93328"/>
                  <a:pt x="648" y="90929"/>
                </a:cubicBezTo>
                <a:lnTo>
                  <a:pt x="648" y="90929"/>
                </a:lnTo>
                <a:cubicBezTo>
                  <a:pt x="1015" y="93298"/>
                  <a:pt x="2384" y="95535"/>
                  <a:pt x="4400" y="96727"/>
                </a:cubicBezTo>
                <a:lnTo>
                  <a:pt x="4430" y="96654"/>
                </a:lnTo>
                <a:cubicBezTo>
                  <a:pt x="2355" y="95418"/>
                  <a:pt x="957" y="93034"/>
                  <a:pt x="677" y="90561"/>
                </a:cubicBezTo>
                <a:lnTo>
                  <a:pt x="677" y="90561"/>
                </a:lnTo>
                <a:cubicBezTo>
                  <a:pt x="1060" y="93004"/>
                  <a:pt x="2487" y="95329"/>
                  <a:pt x="4577" y="96669"/>
                </a:cubicBezTo>
                <a:lnTo>
                  <a:pt x="4621" y="96595"/>
                </a:lnTo>
                <a:cubicBezTo>
                  <a:pt x="2443" y="95197"/>
                  <a:pt x="986" y="92739"/>
                  <a:pt x="721" y="90179"/>
                </a:cubicBezTo>
                <a:lnTo>
                  <a:pt x="721" y="90179"/>
                </a:lnTo>
                <a:cubicBezTo>
                  <a:pt x="839" y="91003"/>
                  <a:pt x="1089" y="91812"/>
                  <a:pt x="1457" y="92622"/>
                </a:cubicBezTo>
                <a:cubicBezTo>
                  <a:pt x="2193" y="94240"/>
                  <a:pt x="3370" y="95653"/>
                  <a:pt x="4768" y="96610"/>
                </a:cubicBezTo>
                <a:lnTo>
                  <a:pt x="4798" y="96536"/>
                </a:lnTo>
                <a:cubicBezTo>
                  <a:pt x="2575" y="95035"/>
                  <a:pt x="1089" y="92460"/>
                  <a:pt x="765" y="89870"/>
                </a:cubicBezTo>
                <a:lnTo>
                  <a:pt x="765" y="89870"/>
                </a:lnTo>
                <a:cubicBezTo>
                  <a:pt x="1177" y="92415"/>
                  <a:pt x="2708" y="94947"/>
                  <a:pt x="4930" y="96536"/>
                </a:cubicBezTo>
                <a:lnTo>
                  <a:pt x="4989" y="96463"/>
                </a:lnTo>
                <a:cubicBezTo>
                  <a:pt x="2708" y="94829"/>
                  <a:pt x="1177" y="92224"/>
                  <a:pt x="809" y="89605"/>
                </a:cubicBezTo>
                <a:lnTo>
                  <a:pt x="809" y="89605"/>
                </a:lnTo>
                <a:cubicBezTo>
                  <a:pt x="1251" y="92195"/>
                  <a:pt x="2796" y="94755"/>
                  <a:pt x="5092" y="96492"/>
                </a:cubicBezTo>
                <a:lnTo>
                  <a:pt x="5151" y="96433"/>
                </a:lnTo>
                <a:cubicBezTo>
                  <a:pt x="2811" y="94667"/>
                  <a:pt x="1266" y="92077"/>
                  <a:pt x="868" y="89458"/>
                </a:cubicBezTo>
                <a:lnTo>
                  <a:pt x="868" y="89443"/>
                </a:lnTo>
                <a:cubicBezTo>
                  <a:pt x="1030" y="90311"/>
                  <a:pt x="1324" y="91165"/>
                  <a:pt x="1722" y="92033"/>
                </a:cubicBezTo>
                <a:cubicBezTo>
                  <a:pt x="2531" y="93711"/>
                  <a:pt x="3782" y="95270"/>
                  <a:pt x="5254" y="96448"/>
                </a:cubicBezTo>
                <a:lnTo>
                  <a:pt x="5313" y="96389"/>
                </a:lnTo>
                <a:cubicBezTo>
                  <a:pt x="2943" y="94520"/>
                  <a:pt x="1383" y="91930"/>
                  <a:pt x="912" y="89310"/>
                </a:cubicBezTo>
                <a:cubicBezTo>
                  <a:pt x="912" y="89296"/>
                  <a:pt x="912" y="89296"/>
                  <a:pt x="942" y="89281"/>
                </a:cubicBezTo>
                <a:cubicBezTo>
                  <a:pt x="1118" y="90134"/>
                  <a:pt x="1413" y="91003"/>
                  <a:pt x="1840" y="91856"/>
                </a:cubicBezTo>
                <a:cubicBezTo>
                  <a:pt x="2664" y="93563"/>
                  <a:pt x="3915" y="95138"/>
                  <a:pt x="5460" y="96418"/>
                </a:cubicBezTo>
                <a:lnTo>
                  <a:pt x="5519" y="96359"/>
                </a:lnTo>
                <a:cubicBezTo>
                  <a:pt x="3149" y="94387"/>
                  <a:pt x="1531" y="91739"/>
                  <a:pt x="1015" y="89148"/>
                </a:cubicBezTo>
                <a:cubicBezTo>
                  <a:pt x="1015" y="89148"/>
                  <a:pt x="1015" y="89134"/>
                  <a:pt x="1030" y="89134"/>
                </a:cubicBezTo>
                <a:cubicBezTo>
                  <a:pt x="1236" y="89973"/>
                  <a:pt x="1531" y="90841"/>
                  <a:pt x="1943" y="91680"/>
                </a:cubicBezTo>
                <a:cubicBezTo>
                  <a:pt x="2796" y="93401"/>
                  <a:pt x="4076" y="95035"/>
                  <a:pt x="5651" y="96374"/>
                </a:cubicBezTo>
                <a:lnTo>
                  <a:pt x="5695" y="96315"/>
                </a:lnTo>
                <a:cubicBezTo>
                  <a:pt x="3709" y="94594"/>
                  <a:pt x="1722" y="91959"/>
                  <a:pt x="1089" y="89016"/>
                </a:cubicBezTo>
                <a:cubicBezTo>
                  <a:pt x="1089" y="89001"/>
                  <a:pt x="1104" y="89001"/>
                  <a:pt x="1104" y="88987"/>
                </a:cubicBezTo>
                <a:cubicBezTo>
                  <a:pt x="1310" y="89811"/>
                  <a:pt x="1619" y="90650"/>
                  <a:pt x="2060" y="91503"/>
                </a:cubicBezTo>
                <a:cubicBezTo>
                  <a:pt x="2929" y="93225"/>
                  <a:pt x="4224" y="94903"/>
                  <a:pt x="5828" y="96345"/>
                </a:cubicBezTo>
                <a:lnTo>
                  <a:pt x="5887" y="96286"/>
                </a:lnTo>
                <a:cubicBezTo>
                  <a:pt x="3414" y="94064"/>
                  <a:pt x="1781" y="91430"/>
                  <a:pt x="1177" y="88854"/>
                </a:cubicBezTo>
                <a:cubicBezTo>
                  <a:pt x="1177" y="88839"/>
                  <a:pt x="1192" y="88810"/>
                  <a:pt x="1192" y="88810"/>
                </a:cubicBezTo>
                <a:cubicBezTo>
                  <a:pt x="1869" y="91371"/>
                  <a:pt x="3532" y="93990"/>
                  <a:pt x="6019" y="96301"/>
                </a:cubicBezTo>
                <a:lnTo>
                  <a:pt x="6063" y="96242"/>
                </a:lnTo>
                <a:cubicBezTo>
                  <a:pt x="3561" y="93887"/>
                  <a:pt x="1913" y="91282"/>
                  <a:pt x="1251" y="88707"/>
                </a:cubicBezTo>
                <a:cubicBezTo>
                  <a:pt x="1251" y="88692"/>
                  <a:pt x="1266" y="88663"/>
                  <a:pt x="1266" y="88648"/>
                </a:cubicBezTo>
                <a:cubicBezTo>
                  <a:pt x="2207" y="91945"/>
                  <a:pt x="4577" y="94682"/>
                  <a:pt x="6181" y="96242"/>
                </a:cubicBezTo>
                <a:lnTo>
                  <a:pt x="6240" y="96198"/>
                </a:lnTo>
                <a:cubicBezTo>
                  <a:pt x="4621" y="94623"/>
                  <a:pt x="2222" y="91856"/>
                  <a:pt x="1324" y="88545"/>
                </a:cubicBezTo>
                <a:cubicBezTo>
                  <a:pt x="1324" y="88516"/>
                  <a:pt x="1339" y="88501"/>
                  <a:pt x="1339" y="88486"/>
                </a:cubicBezTo>
                <a:cubicBezTo>
                  <a:pt x="1575" y="89296"/>
                  <a:pt x="1913" y="90105"/>
                  <a:pt x="2355" y="90929"/>
                </a:cubicBezTo>
                <a:cubicBezTo>
                  <a:pt x="3267" y="92680"/>
                  <a:pt x="4621" y="94446"/>
                  <a:pt x="6358" y="96198"/>
                </a:cubicBezTo>
                <a:lnTo>
                  <a:pt x="6416" y="96139"/>
                </a:lnTo>
                <a:cubicBezTo>
                  <a:pt x="4474" y="94181"/>
                  <a:pt x="2310" y="91459"/>
                  <a:pt x="1413" y="88368"/>
                </a:cubicBezTo>
                <a:cubicBezTo>
                  <a:pt x="1413" y="88354"/>
                  <a:pt x="1428" y="88339"/>
                  <a:pt x="1428" y="88339"/>
                </a:cubicBezTo>
                <a:cubicBezTo>
                  <a:pt x="2222" y="90826"/>
                  <a:pt x="3900" y="93416"/>
                  <a:pt x="6549" y="96153"/>
                </a:cubicBezTo>
                <a:lnTo>
                  <a:pt x="6608" y="96095"/>
                </a:lnTo>
                <a:cubicBezTo>
                  <a:pt x="3959" y="93343"/>
                  <a:pt x="2266" y="90753"/>
                  <a:pt x="1486" y="88251"/>
                </a:cubicBezTo>
                <a:cubicBezTo>
                  <a:pt x="1501" y="88221"/>
                  <a:pt x="1501" y="88192"/>
                  <a:pt x="1531" y="88177"/>
                </a:cubicBezTo>
                <a:cubicBezTo>
                  <a:pt x="2575" y="91356"/>
                  <a:pt x="4856" y="94093"/>
                  <a:pt x="6711" y="96095"/>
                </a:cubicBezTo>
                <a:lnTo>
                  <a:pt x="6770" y="96050"/>
                </a:lnTo>
                <a:cubicBezTo>
                  <a:pt x="4886" y="94034"/>
                  <a:pt x="2590" y="91268"/>
                  <a:pt x="1575" y="88074"/>
                </a:cubicBezTo>
                <a:cubicBezTo>
                  <a:pt x="1604" y="88059"/>
                  <a:pt x="1604" y="88030"/>
                  <a:pt x="1619" y="88001"/>
                </a:cubicBezTo>
                <a:cubicBezTo>
                  <a:pt x="2678" y="91076"/>
                  <a:pt x="4871" y="93843"/>
                  <a:pt x="6902" y="96050"/>
                </a:cubicBezTo>
                <a:lnTo>
                  <a:pt x="6946" y="95992"/>
                </a:lnTo>
                <a:cubicBezTo>
                  <a:pt x="4930" y="93769"/>
                  <a:pt x="2723" y="90988"/>
                  <a:pt x="1678" y="87898"/>
                </a:cubicBezTo>
                <a:cubicBezTo>
                  <a:pt x="1692" y="87883"/>
                  <a:pt x="1692" y="87853"/>
                  <a:pt x="1707" y="87839"/>
                </a:cubicBezTo>
                <a:cubicBezTo>
                  <a:pt x="2752" y="90767"/>
                  <a:pt x="4856" y="93446"/>
                  <a:pt x="7079" y="95992"/>
                </a:cubicBezTo>
                <a:lnTo>
                  <a:pt x="7137" y="95933"/>
                </a:lnTo>
                <a:cubicBezTo>
                  <a:pt x="4915" y="93401"/>
                  <a:pt x="2796" y="90694"/>
                  <a:pt x="1766" y="87750"/>
                </a:cubicBezTo>
                <a:cubicBezTo>
                  <a:pt x="2458" y="86573"/>
                  <a:pt x="3326" y="85484"/>
                  <a:pt x="4179" y="84439"/>
                </a:cubicBezTo>
                <a:cubicBezTo>
                  <a:pt x="4503" y="84027"/>
                  <a:pt x="4842" y="83615"/>
                  <a:pt x="5151" y="83188"/>
                </a:cubicBezTo>
                <a:cubicBezTo>
                  <a:pt x="6107" y="81937"/>
                  <a:pt x="6828" y="80745"/>
                  <a:pt x="7285" y="79612"/>
                </a:cubicBezTo>
                <a:cubicBezTo>
                  <a:pt x="7358" y="79465"/>
                  <a:pt x="7417" y="79318"/>
                  <a:pt x="7491" y="79171"/>
                </a:cubicBezTo>
                <a:cubicBezTo>
                  <a:pt x="7579" y="78994"/>
                  <a:pt x="7667" y="78788"/>
                  <a:pt x="7756" y="78612"/>
                </a:cubicBezTo>
                <a:cubicBezTo>
                  <a:pt x="7814" y="78509"/>
                  <a:pt x="7859" y="78420"/>
                  <a:pt x="7903" y="78317"/>
                </a:cubicBezTo>
                <a:cubicBezTo>
                  <a:pt x="7962" y="78214"/>
                  <a:pt x="8020" y="78111"/>
                  <a:pt x="8079" y="78023"/>
                </a:cubicBezTo>
                <a:cubicBezTo>
                  <a:pt x="8182" y="77832"/>
                  <a:pt x="8271" y="77670"/>
                  <a:pt x="8374" y="77478"/>
                </a:cubicBezTo>
                <a:cubicBezTo>
                  <a:pt x="8447" y="77375"/>
                  <a:pt x="8491" y="77258"/>
                  <a:pt x="8565" y="77155"/>
                </a:cubicBezTo>
                <a:cubicBezTo>
                  <a:pt x="8668" y="77007"/>
                  <a:pt x="8756" y="76875"/>
                  <a:pt x="8845" y="76728"/>
                </a:cubicBezTo>
                <a:cubicBezTo>
                  <a:pt x="8918" y="76640"/>
                  <a:pt x="8977" y="76551"/>
                  <a:pt x="9051" y="76448"/>
                </a:cubicBezTo>
                <a:cubicBezTo>
                  <a:pt x="9154" y="76331"/>
                  <a:pt x="9257" y="76183"/>
                  <a:pt x="9345" y="76051"/>
                </a:cubicBezTo>
                <a:cubicBezTo>
                  <a:pt x="9433" y="75933"/>
                  <a:pt x="9522" y="75815"/>
                  <a:pt x="9625" y="75698"/>
                </a:cubicBezTo>
                <a:lnTo>
                  <a:pt x="9889" y="75374"/>
                </a:lnTo>
                <a:cubicBezTo>
                  <a:pt x="10007" y="75256"/>
                  <a:pt x="10096" y="75153"/>
                  <a:pt x="10184" y="75035"/>
                </a:cubicBezTo>
                <a:lnTo>
                  <a:pt x="10508" y="74726"/>
                </a:lnTo>
                <a:cubicBezTo>
                  <a:pt x="10611" y="74638"/>
                  <a:pt x="10728" y="74520"/>
                  <a:pt x="10817" y="74417"/>
                </a:cubicBezTo>
                <a:cubicBezTo>
                  <a:pt x="10920" y="74314"/>
                  <a:pt x="11052" y="74211"/>
                  <a:pt x="11170" y="74123"/>
                </a:cubicBezTo>
                <a:cubicBezTo>
                  <a:pt x="11288" y="74020"/>
                  <a:pt x="11405" y="73932"/>
                  <a:pt x="11508" y="73829"/>
                </a:cubicBezTo>
                <a:cubicBezTo>
                  <a:pt x="11641" y="73726"/>
                  <a:pt x="11758" y="73637"/>
                  <a:pt x="11861" y="73549"/>
                </a:cubicBezTo>
                <a:cubicBezTo>
                  <a:pt x="11994" y="73461"/>
                  <a:pt x="12097" y="73387"/>
                  <a:pt x="12229" y="73284"/>
                </a:cubicBezTo>
                <a:cubicBezTo>
                  <a:pt x="12362" y="73211"/>
                  <a:pt x="12494" y="73122"/>
                  <a:pt x="12612" y="73034"/>
                </a:cubicBezTo>
                <a:cubicBezTo>
                  <a:pt x="12744" y="72960"/>
                  <a:pt x="12892" y="72872"/>
                  <a:pt x="13024" y="72799"/>
                </a:cubicBezTo>
                <a:cubicBezTo>
                  <a:pt x="13112" y="72740"/>
                  <a:pt x="13201" y="72696"/>
                  <a:pt x="13304" y="72651"/>
                </a:cubicBezTo>
                <a:cubicBezTo>
                  <a:pt x="16100" y="71047"/>
                  <a:pt x="17910" y="67898"/>
                  <a:pt x="17939" y="64675"/>
                </a:cubicBezTo>
                <a:cubicBezTo>
                  <a:pt x="17939" y="62894"/>
                  <a:pt x="17424" y="61143"/>
                  <a:pt x="16924" y="59480"/>
                </a:cubicBezTo>
                <a:cubicBezTo>
                  <a:pt x="16482" y="57964"/>
                  <a:pt x="16026" y="56405"/>
                  <a:pt x="15953" y="54845"/>
                </a:cubicBezTo>
                <a:cubicBezTo>
                  <a:pt x="16836" y="54668"/>
                  <a:pt x="17689" y="54565"/>
                  <a:pt x="18499" y="54477"/>
                </a:cubicBezTo>
                <a:cubicBezTo>
                  <a:pt x="21324" y="54123"/>
                  <a:pt x="23752" y="53829"/>
                  <a:pt x="25327" y="51725"/>
                </a:cubicBezTo>
                <a:cubicBezTo>
                  <a:pt x="26210" y="50577"/>
                  <a:pt x="26813" y="49414"/>
                  <a:pt x="27167" y="48237"/>
                </a:cubicBezTo>
                <a:cubicBezTo>
                  <a:pt x="27167" y="48193"/>
                  <a:pt x="27167" y="48178"/>
                  <a:pt x="27181" y="48163"/>
                </a:cubicBezTo>
                <a:cubicBezTo>
                  <a:pt x="27211" y="48105"/>
                  <a:pt x="27225" y="48031"/>
                  <a:pt x="27240" y="47972"/>
                </a:cubicBezTo>
                <a:cubicBezTo>
                  <a:pt x="27240" y="47957"/>
                  <a:pt x="27255" y="47957"/>
                  <a:pt x="27255" y="47943"/>
                </a:cubicBezTo>
                <a:cubicBezTo>
                  <a:pt x="27314" y="47737"/>
                  <a:pt x="27358" y="47516"/>
                  <a:pt x="27387" y="47310"/>
                </a:cubicBezTo>
                <a:cubicBezTo>
                  <a:pt x="27432" y="47045"/>
                  <a:pt x="27432" y="46780"/>
                  <a:pt x="27432" y="46500"/>
                </a:cubicBezTo>
                <a:lnTo>
                  <a:pt x="27432" y="46486"/>
                </a:lnTo>
                <a:cubicBezTo>
                  <a:pt x="27402" y="46839"/>
                  <a:pt x="27358" y="47207"/>
                  <a:pt x="27255" y="47575"/>
                </a:cubicBezTo>
                <a:lnTo>
                  <a:pt x="27255" y="47428"/>
                </a:lnTo>
                <a:cubicBezTo>
                  <a:pt x="27255" y="47369"/>
                  <a:pt x="27255" y="47310"/>
                  <a:pt x="27284" y="47266"/>
                </a:cubicBezTo>
                <a:cubicBezTo>
                  <a:pt x="27358" y="46986"/>
                  <a:pt x="27387" y="46721"/>
                  <a:pt x="27432" y="46471"/>
                </a:cubicBezTo>
                <a:cubicBezTo>
                  <a:pt x="27432" y="46118"/>
                  <a:pt x="27446" y="45765"/>
                  <a:pt x="27446" y="45426"/>
                </a:cubicBezTo>
                <a:cubicBezTo>
                  <a:pt x="27446" y="45102"/>
                  <a:pt x="27387" y="44852"/>
                  <a:pt x="27402" y="44558"/>
                </a:cubicBezTo>
                <a:cubicBezTo>
                  <a:pt x="27402" y="44543"/>
                  <a:pt x="27402" y="44543"/>
                  <a:pt x="27387" y="44514"/>
                </a:cubicBezTo>
                <a:cubicBezTo>
                  <a:pt x="27387" y="44411"/>
                  <a:pt x="27387" y="44293"/>
                  <a:pt x="27402" y="44190"/>
                </a:cubicBezTo>
                <a:cubicBezTo>
                  <a:pt x="27432" y="43925"/>
                  <a:pt x="27446" y="43660"/>
                  <a:pt x="27446" y="43395"/>
                </a:cubicBezTo>
                <a:cubicBezTo>
                  <a:pt x="27461" y="43116"/>
                  <a:pt x="27476" y="42851"/>
                  <a:pt x="27476" y="42571"/>
                </a:cubicBezTo>
                <a:cubicBezTo>
                  <a:pt x="27505" y="42336"/>
                  <a:pt x="27520" y="42071"/>
                  <a:pt x="27520" y="41835"/>
                </a:cubicBezTo>
                <a:cubicBezTo>
                  <a:pt x="27549" y="41526"/>
                  <a:pt x="27579" y="41232"/>
                  <a:pt x="27579" y="40938"/>
                </a:cubicBezTo>
                <a:cubicBezTo>
                  <a:pt x="27593" y="40673"/>
                  <a:pt x="27608" y="40437"/>
                  <a:pt x="27623" y="40172"/>
                </a:cubicBezTo>
                <a:cubicBezTo>
                  <a:pt x="27667" y="39863"/>
                  <a:pt x="27682" y="39569"/>
                  <a:pt x="27696" y="39275"/>
                </a:cubicBezTo>
                <a:cubicBezTo>
                  <a:pt x="27726" y="39039"/>
                  <a:pt x="27755" y="38804"/>
                  <a:pt x="27755" y="38554"/>
                </a:cubicBezTo>
                <a:cubicBezTo>
                  <a:pt x="27799" y="38259"/>
                  <a:pt x="27829" y="37950"/>
                  <a:pt x="27844" y="37641"/>
                </a:cubicBezTo>
                <a:cubicBezTo>
                  <a:pt x="27888" y="37362"/>
                  <a:pt x="27917" y="37067"/>
                  <a:pt x="27947" y="36788"/>
                </a:cubicBezTo>
                <a:cubicBezTo>
                  <a:pt x="27991" y="36523"/>
                  <a:pt x="28035" y="36243"/>
                  <a:pt x="28050" y="35963"/>
                </a:cubicBezTo>
                <a:cubicBezTo>
                  <a:pt x="28108" y="35684"/>
                  <a:pt x="28138" y="35419"/>
                  <a:pt x="28182" y="35139"/>
                </a:cubicBezTo>
                <a:lnTo>
                  <a:pt x="28344" y="34315"/>
                </a:lnTo>
                <a:cubicBezTo>
                  <a:pt x="28418" y="34036"/>
                  <a:pt x="28476" y="33771"/>
                  <a:pt x="28535" y="33506"/>
                </a:cubicBezTo>
                <a:cubicBezTo>
                  <a:pt x="28609" y="33241"/>
                  <a:pt x="28682" y="32991"/>
                  <a:pt x="28727" y="32726"/>
                </a:cubicBezTo>
                <a:cubicBezTo>
                  <a:pt x="28844" y="32402"/>
                  <a:pt x="28947" y="32049"/>
                  <a:pt x="29021" y="31710"/>
                </a:cubicBezTo>
                <a:cubicBezTo>
                  <a:pt x="29315" y="30342"/>
                  <a:pt x="29359" y="28944"/>
                  <a:pt x="29124" y="27708"/>
                </a:cubicBezTo>
                <a:cubicBezTo>
                  <a:pt x="28844" y="26310"/>
                  <a:pt x="28241" y="25118"/>
                  <a:pt x="27314" y="24205"/>
                </a:cubicBezTo>
                <a:cubicBezTo>
                  <a:pt x="26019" y="22940"/>
                  <a:pt x="24223" y="22410"/>
                  <a:pt x="22502" y="21895"/>
                </a:cubicBezTo>
                <a:cubicBezTo>
                  <a:pt x="21133" y="21483"/>
                  <a:pt x="19735" y="21071"/>
                  <a:pt x="18557" y="20291"/>
                </a:cubicBezTo>
                <a:cubicBezTo>
                  <a:pt x="18837" y="19834"/>
                  <a:pt x="19073" y="19349"/>
                  <a:pt x="19279" y="18863"/>
                </a:cubicBezTo>
                <a:cubicBezTo>
                  <a:pt x="20559" y="15802"/>
                  <a:pt x="20147" y="12094"/>
                  <a:pt x="18204" y="9400"/>
                </a:cubicBezTo>
                <a:cubicBezTo>
                  <a:pt x="18175" y="9371"/>
                  <a:pt x="18131" y="9312"/>
                  <a:pt x="18116" y="9268"/>
                </a:cubicBezTo>
                <a:cubicBezTo>
                  <a:pt x="18087" y="9239"/>
                  <a:pt x="18072" y="9180"/>
                  <a:pt x="18028" y="9150"/>
                </a:cubicBezTo>
                <a:lnTo>
                  <a:pt x="17925" y="8974"/>
                </a:lnTo>
                <a:cubicBezTo>
                  <a:pt x="17895" y="8944"/>
                  <a:pt x="17881" y="8900"/>
                  <a:pt x="17836" y="8885"/>
                </a:cubicBezTo>
                <a:cubicBezTo>
                  <a:pt x="17792" y="8812"/>
                  <a:pt x="17733" y="8723"/>
                  <a:pt x="17675" y="8650"/>
                </a:cubicBezTo>
                <a:cubicBezTo>
                  <a:pt x="17675" y="8650"/>
                  <a:pt x="17675" y="8635"/>
                  <a:pt x="17660" y="8635"/>
                </a:cubicBezTo>
                <a:cubicBezTo>
                  <a:pt x="17586" y="8517"/>
                  <a:pt x="17513" y="8429"/>
                  <a:pt x="17439" y="8311"/>
                </a:cubicBezTo>
                <a:cubicBezTo>
                  <a:pt x="17365" y="8223"/>
                  <a:pt x="17307" y="8120"/>
                  <a:pt x="17233" y="8017"/>
                </a:cubicBezTo>
                <a:cubicBezTo>
                  <a:pt x="17159" y="7914"/>
                  <a:pt x="17086" y="7796"/>
                  <a:pt x="16998" y="7693"/>
                </a:cubicBezTo>
                <a:cubicBezTo>
                  <a:pt x="16939" y="7605"/>
                  <a:pt x="16865" y="7502"/>
                  <a:pt x="16792" y="7414"/>
                </a:cubicBezTo>
                <a:cubicBezTo>
                  <a:pt x="16718" y="7311"/>
                  <a:pt x="16644" y="7193"/>
                  <a:pt x="16571" y="7105"/>
                </a:cubicBezTo>
                <a:cubicBezTo>
                  <a:pt x="16497" y="7016"/>
                  <a:pt x="16453" y="6899"/>
                  <a:pt x="16379" y="6810"/>
                </a:cubicBezTo>
                <a:lnTo>
                  <a:pt x="16159" y="6472"/>
                </a:lnTo>
                <a:cubicBezTo>
                  <a:pt x="16085" y="6369"/>
                  <a:pt x="16012" y="6281"/>
                  <a:pt x="15938" y="6163"/>
                </a:cubicBezTo>
                <a:cubicBezTo>
                  <a:pt x="15864" y="6060"/>
                  <a:pt x="15806" y="5957"/>
                  <a:pt x="15732" y="5869"/>
                </a:cubicBezTo>
                <a:cubicBezTo>
                  <a:pt x="15673" y="5780"/>
                  <a:pt x="15599" y="5692"/>
                  <a:pt x="15526" y="5574"/>
                </a:cubicBezTo>
                <a:cubicBezTo>
                  <a:pt x="15452" y="5471"/>
                  <a:pt x="15379" y="5339"/>
                  <a:pt x="15290" y="5221"/>
                </a:cubicBezTo>
                <a:cubicBezTo>
                  <a:pt x="15217" y="5118"/>
                  <a:pt x="15158" y="5030"/>
                  <a:pt x="15084" y="4927"/>
                </a:cubicBezTo>
                <a:cubicBezTo>
                  <a:pt x="15026" y="4838"/>
                  <a:pt x="14952" y="4735"/>
                  <a:pt x="14878" y="4632"/>
                </a:cubicBezTo>
                <a:cubicBezTo>
                  <a:pt x="14805" y="4529"/>
                  <a:pt x="14761" y="4441"/>
                  <a:pt x="14687" y="4323"/>
                </a:cubicBezTo>
                <a:cubicBezTo>
                  <a:pt x="14613" y="4191"/>
                  <a:pt x="14510" y="4073"/>
                  <a:pt x="14437" y="3955"/>
                </a:cubicBezTo>
                <a:cubicBezTo>
                  <a:pt x="14393" y="3867"/>
                  <a:pt x="14334" y="3794"/>
                  <a:pt x="14275" y="3705"/>
                </a:cubicBezTo>
                <a:lnTo>
                  <a:pt x="14113" y="3426"/>
                </a:lnTo>
                <a:cubicBezTo>
                  <a:pt x="14040" y="3308"/>
                  <a:pt x="13966" y="3190"/>
                  <a:pt x="13892" y="3072"/>
                </a:cubicBezTo>
                <a:cubicBezTo>
                  <a:pt x="12872" y="1341"/>
                  <a:pt x="11030" y="1"/>
                  <a:pt x="9151" y="1"/>
                </a:cubicBezTo>
                <a:close/>
              </a:path>
            </a:pathLst>
          </a:custGeom>
          <a:gradFill>
            <a:gsLst>
              <a:gs pos="0">
                <a:schemeClr val="accent1"/>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1"/>
          <p:cNvSpPr/>
          <p:nvPr/>
        </p:nvSpPr>
        <p:spPr>
          <a:xfrm flipH="1" rot="10800000">
            <a:off x="-18475" y="3403050"/>
            <a:ext cx="2957675" cy="1737700"/>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1"/>
          <p:cNvSpPr/>
          <p:nvPr/>
        </p:nvSpPr>
        <p:spPr>
          <a:xfrm flipH="1" rot="10800000">
            <a:off x="-18850" y="4134400"/>
            <a:ext cx="2027950" cy="1006350"/>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11"/>
          <p:cNvSpPr/>
          <p:nvPr/>
        </p:nvSpPr>
        <p:spPr>
          <a:xfrm flipH="1" rot="-10203261">
            <a:off x="-231162" y="3648247"/>
            <a:ext cx="3816097" cy="1347157"/>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11"/>
          <p:cNvSpPr/>
          <p:nvPr/>
        </p:nvSpPr>
        <p:spPr>
          <a:xfrm flipH="1" rot="10800000">
            <a:off x="1581943" y="465438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1"/>
          <p:cNvSpPr/>
          <p:nvPr/>
        </p:nvSpPr>
        <p:spPr>
          <a:xfrm flipH="1" rot="10800000">
            <a:off x="7163493" y="288858"/>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11"/>
          <p:cNvSpPr/>
          <p:nvPr/>
        </p:nvSpPr>
        <p:spPr>
          <a:xfrm flipH="1" rot="10800000">
            <a:off x="240357" y="2012730"/>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1"/>
          <p:cNvSpPr/>
          <p:nvPr/>
        </p:nvSpPr>
        <p:spPr>
          <a:xfrm flipH="1" rot="10800000">
            <a:off x="8441751" y="3612258"/>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11"/>
          <p:cNvSpPr/>
          <p:nvPr/>
        </p:nvSpPr>
        <p:spPr>
          <a:xfrm flipH="1" rot="10800000">
            <a:off x="6766405" y="475918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11"/>
          <p:cNvSpPr/>
          <p:nvPr/>
        </p:nvSpPr>
        <p:spPr>
          <a:xfrm flipH="1" rot="10800000">
            <a:off x="1077180" y="21358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358" name="Shape 35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359" name="Shape 359"/>
        <p:cNvGrpSpPr/>
        <p:nvPr/>
      </p:nvGrpSpPr>
      <p:grpSpPr>
        <a:xfrm>
          <a:off x="0" y="0"/>
          <a:ext cx="0" cy="0"/>
          <a:chOff x="0" y="0"/>
          <a:chExt cx="0" cy="0"/>
        </a:xfrm>
      </p:grpSpPr>
      <p:sp>
        <p:nvSpPr>
          <p:cNvPr id="360" name="Google Shape;360;p13"/>
          <p:cNvSpPr txBox="1"/>
          <p:nvPr>
            <p:ph type="title"/>
          </p:nvPr>
        </p:nvSpPr>
        <p:spPr>
          <a:xfrm>
            <a:off x="720000" y="1849000"/>
            <a:ext cx="2336400" cy="3729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61" name="Google Shape;361;p13"/>
          <p:cNvSpPr txBox="1"/>
          <p:nvPr>
            <p:ph hasCustomPrompt="1" idx="2" type="title"/>
          </p:nvPr>
        </p:nvSpPr>
        <p:spPr>
          <a:xfrm>
            <a:off x="1250550" y="1388288"/>
            <a:ext cx="1275300" cy="5934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3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62" name="Google Shape;362;p13"/>
          <p:cNvSpPr txBox="1"/>
          <p:nvPr>
            <p:ph idx="1" type="subTitle"/>
          </p:nvPr>
        </p:nvSpPr>
        <p:spPr>
          <a:xfrm>
            <a:off x="720000" y="2186565"/>
            <a:ext cx="23364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63" name="Google Shape;363;p13"/>
          <p:cNvSpPr txBox="1"/>
          <p:nvPr>
            <p:ph idx="3" type="title"/>
          </p:nvPr>
        </p:nvSpPr>
        <p:spPr>
          <a:xfrm>
            <a:off x="3403800" y="1849000"/>
            <a:ext cx="2336400" cy="3729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64" name="Google Shape;364;p13"/>
          <p:cNvSpPr txBox="1"/>
          <p:nvPr>
            <p:ph hasCustomPrompt="1" idx="4" type="title"/>
          </p:nvPr>
        </p:nvSpPr>
        <p:spPr>
          <a:xfrm>
            <a:off x="3934350" y="1388288"/>
            <a:ext cx="1275300" cy="5934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3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65" name="Google Shape;365;p13"/>
          <p:cNvSpPr txBox="1"/>
          <p:nvPr>
            <p:ph idx="5" type="subTitle"/>
          </p:nvPr>
        </p:nvSpPr>
        <p:spPr>
          <a:xfrm>
            <a:off x="3403800" y="2186565"/>
            <a:ext cx="23364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66" name="Google Shape;366;p13"/>
          <p:cNvSpPr txBox="1"/>
          <p:nvPr>
            <p:ph idx="6" type="title"/>
          </p:nvPr>
        </p:nvSpPr>
        <p:spPr>
          <a:xfrm>
            <a:off x="5965900" y="1849000"/>
            <a:ext cx="2458200" cy="3729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67" name="Google Shape;367;p13"/>
          <p:cNvSpPr txBox="1"/>
          <p:nvPr>
            <p:ph hasCustomPrompt="1" idx="7" type="title"/>
          </p:nvPr>
        </p:nvSpPr>
        <p:spPr>
          <a:xfrm>
            <a:off x="6524200" y="1388288"/>
            <a:ext cx="1341600" cy="5934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3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68" name="Google Shape;368;p13"/>
          <p:cNvSpPr txBox="1"/>
          <p:nvPr>
            <p:ph idx="8" type="subTitle"/>
          </p:nvPr>
        </p:nvSpPr>
        <p:spPr>
          <a:xfrm>
            <a:off x="5965900" y="2186565"/>
            <a:ext cx="2458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69" name="Google Shape;369;p13"/>
          <p:cNvSpPr txBox="1"/>
          <p:nvPr>
            <p:ph idx="9" type="title"/>
          </p:nvPr>
        </p:nvSpPr>
        <p:spPr>
          <a:xfrm>
            <a:off x="720000" y="3400479"/>
            <a:ext cx="2336400" cy="3729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70" name="Google Shape;370;p13"/>
          <p:cNvSpPr txBox="1"/>
          <p:nvPr>
            <p:ph hasCustomPrompt="1" idx="13" type="title"/>
          </p:nvPr>
        </p:nvSpPr>
        <p:spPr>
          <a:xfrm>
            <a:off x="1250550" y="2939767"/>
            <a:ext cx="1275300" cy="5934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3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71" name="Google Shape;371;p13"/>
          <p:cNvSpPr txBox="1"/>
          <p:nvPr>
            <p:ph idx="14" type="subTitle"/>
          </p:nvPr>
        </p:nvSpPr>
        <p:spPr>
          <a:xfrm>
            <a:off x="720000" y="3758925"/>
            <a:ext cx="23364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72" name="Google Shape;372;p13"/>
          <p:cNvSpPr txBox="1"/>
          <p:nvPr>
            <p:ph idx="15" type="title"/>
          </p:nvPr>
        </p:nvSpPr>
        <p:spPr>
          <a:xfrm>
            <a:off x="3403800" y="3400479"/>
            <a:ext cx="2336400" cy="3729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73" name="Google Shape;373;p13"/>
          <p:cNvSpPr txBox="1"/>
          <p:nvPr>
            <p:ph hasCustomPrompt="1" idx="16" type="title"/>
          </p:nvPr>
        </p:nvSpPr>
        <p:spPr>
          <a:xfrm>
            <a:off x="3934350" y="2939767"/>
            <a:ext cx="1275300" cy="5934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3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74" name="Google Shape;374;p13"/>
          <p:cNvSpPr txBox="1"/>
          <p:nvPr>
            <p:ph idx="17" type="subTitle"/>
          </p:nvPr>
        </p:nvSpPr>
        <p:spPr>
          <a:xfrm>
            <a:off x="3403800" y="3758925"/>
            <a:ext cx="23364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75" name="Google Shape;375;p13"/>
          <p:cNvSpPr txBox="1"/>
          <p:nvPr>
            <p:ph idx="18" type="title"/>
          </p:nvPr>
        </p:nvSpPr>
        <p:spPr>
          <a:xfrm>
            <a:off x="5965900" y="3400479"/>
            <a:ext cx="2458200" cy="3729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76" name="Google Shape;376;p13"/>
          <p:cNvSpPr txBox="1"/>
          <p:nvPr>
            <p:ph hasCustomPrompt="1" idx="19" type="title"/>
          </p:nvPr>
        </p:nvSpPr>
        <p:spPr>
          <a:xfrm>
            <a:off x="6524200" y="2939767"/>
            <a:ext cx="1341600" cy="5934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3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77" name="Google Shape;377;p13"/>
          <p:cNvSpPr txBox="1"/>
          <p:nvPr>
            <p:ph idx="20" type="subTitle"/>
          </p:nvPr>
        </p:nvSpPr>
        <p:spPr>
          <a:xfrm>
            <a:off x="5965900" y="3758925"/>
            <a:ext cx="2458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78" name="Google Shape;378;p13"/>
          <p:cNvSpPr txBox="1"/>
          <p:nvPr>
            <p:ph idx="21"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79" name="Google Shape;379;p13"/>
          <p:cNvSpPr/>
          <p:nvPr/>
        </p:nvSpPr>
        <p:spPr>
          <a:xfrm rot="5400000">
            <a:off x="7118113" y="467288"/>
            <a:ext cx="2561051" cy="1504674"/>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13"/>
          <p:cNvSpPr/>
          <p:nvPr/>
        </p:nvSpPr>
        <p:spPr>
          <a:xfrm rot="5400000">
            <a:off x="7701318" y="369377"/>
            <a:ext cx="1879934" cy="1019381"/>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13"/>
          <p:cNvSpPr/>
          <p:nvPr/>
        </p:nvSpPr>
        <p:spPr>
          <a:xfrm rot="6809793">
            <a:off x="6606205" y="2030452"/>
            <a:ext cx="4896304" cy="1728491"/>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13"/>
          <p:cNvSpPr/>
          <p:nvPr/>
        </p:nvSpPr>
        <p:spPr>
          <a:xfrm rot="-5400000">
            <a:off x="-467696" y="3386218"/>
            <a:ext cx="2233932" cy="1312485"/>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13"/>
          <p:cNvSpPr/>
          <p:nvPr/>
        </p:nvSpPr>
        <p:spPr>
          <a:xfrm rot="-5400000">
            <a:off x="-382290" y="3894931"/>
            <a:ext cx="1639813" cy="889177"/>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13"/>
          <p:cNvSpPr/>
          <p:nvPr/>
        </p:nvSpPr>
        <p:spPr>
          <a:xfrm rot="-3851446">
            <a:off x="-2377246" y="1540323"/>
            <a:ext cx="4896242" cy="1728469"/>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13"/>
          <p:cNvSpPr/>
          <p:nvPr/>
        </p:nvSpPr>
        <p:spPr>
          <a:xfrm rot="466407">
            <a:off x="8067322" y="-434757"/>
            <a:ext cx="1986495" cy="6360921"/>
          </a:xfrm>
          <a:custGeom>
            <a:rect b="b" l="l" r="r" t="t"/>
            <a:pathLst>
              <a:path extrusionOk="0" h="90683" w="28320">
                <a:moveTo>
                  <a:pt x="25887" y="280"/>
                </a:moveTo>
                <a:lnTo>
                  <a:pt x="25843" y="309"/>
                </a:lnTo>
                <a:cubicBezTo>
                  <a:pt x="26608" y="1913"/>
                  <a:pt x="27270" y="3576"/>
                  <a:pt x="27844" y="5239"/>
                </a:cubicBezTo>
                <a:cubicBezTo>
                  <a:pt x="27985" y="5653"/>
                  <a:pt x="28126" y="6081"/>
                  <a:pt x="28214" y="6518"/>
                </a:cubicBezTo>
                <a:lnTo>
                  <a:pt x="28214" y="6518"/>
                </a:lnTo>
                <a:cubicBezTo>
                  <a:pt x="28174" y="6090"/>
                  <a:pt x="28038" y="5647"/>
                  <a:pt x="27903" y="5225"/>
                </a:cubicBezTo>
                <a:cubicBezTo>
                  <a:pt x="27329" y="3547"/>
                  <a:pt x="26652" y="1869"/>
                  <a:pt x="25887" y="280"/>
                </a:cubicBezTo>
                <a:close/>
                <a:moveTo>
                  <a:pt x="13138" y="23081"/>
                </a:moveTo>
                <a:cubicBezTo>
                  <a:pt x="13154" y="23094"/>
                  <a:pt x="13170" y="23107"/>
                  <a:pt x="13187" y="23120"/>
                </a:cubicBezTo>
                <a:cubicBezTo>
                  <a:pt x="14099" y="23885"/>
                  <a:pt x="15217" y="24326"/>
                  <a:pt x="16100" y="24636"/>
                </a:cubicBezTo>
                <a:cubicBezTo>
                  <a:pt x="16233" y="24694"/>
                  <a:pt x="16380" y="24724"/>
                  <a:pt x="16513" y="24783"/>
                </a:cubicBezTo>
                <a:cubicBezTo>
                  <a:pt x="17478" y="25123"/>
                  <a:pt x="18494" y="25463"/>
                  <a:pt x="19235" y="26151"/>
                </a:cubicBezTo>
                <a:lnTo>
                  <a:pt x="19235" y="26151"/>
                </a:lnTo>
                <a:cubicBezTo>
                  <a:pt x="18455" y="25342"/>
                  <a:pt x="17351" y="24959"/>
                  <a:pt x="16292" y="24591"/>
                </a:cubicBezTo>
                <a:cubicBezTo>
                  <a:pt x="16159" y="24533"/>
                  <a:pt x="16012" y="24503"/>
                  <a:pt x="15880" y="24444"/>
                </a:cubicBezTo>
                <a:cubicBezTo>
                  <a:pt x="15047" y="24153"/>
                  <a:pt x="14018" y="23744"/>
                  <a:pt x="13138" y="23081"/>
                </a:cubicBezTo>
                <a:close/>
                <a:moveTo>
                  <a:pt x="25357" y="280"/>
                </a:moveTo>
                <a:lnTo>
                  <a:pt x="25298" y="309"/>
                </a:lnTo>
                <a:cubicBezTo>
                  <a:pt x="26064" y="1899"/>
                  <a:pt x="26726" y="3532"/>
                  <a:pt x="27270" y="5210"/>
                </a:cubicBezTo>
                <a:cubicBezTo>
                  <a:pt x="27506" y="5931"/>
                  <a:pt x="27727" y="6711"/>
                  <a:pt x="27697" y="7491"/>
                </a:cubicBezTo>
                <a:cubicBezTo>
                  <a:pt x="27653" y="8109"/>
                  <a:pt x="27476" y="8727"/>
                  <a:pt x="27123" y="9316"/>
                </a:cubicBezTo>
                <a:cubicBezTo>
                  <a:pt x="26549" y="10272"/>
                  <a:pt x="25563" y="11170"/>
                  <a:pt x="24165" y="11979"/>
                </a:cubicBezTo>
                <a:cubicBezTo>
                  <a:pt x="22658" y="12845"/>
                  <a:pt x="21058" y="13577"/>
                  <a:pt x="19391" y="14090"/>
                </a:cubicBezTo>
                <a:lnTo>
                  <a:pt x="19391" y="14090"/>
                </a:lnTo>
                <a:cubicBezTo>
                  <a:pt x="20000" y="13918"/>
                  <a:pt x="20603" y="13718"/>
                  <a:pt x="21196" y="13495"/>
                </a:cubicBezTo>
                <a:lnTo>
                  <a:pt x="21196" y="13495"/>
                </a:lnTo>
                <a:cubicBezTo>
                  <a:pt x="20526" y="13767"/>
                  <a:pt x="19842" y="14008"/>
                  <a:pt x="19147" y="14216"/>
                </a:cubicBezTo>
                <a:cubicBezTo>
                  <a:pt x="18705" y="14349"/>
                  <a:pt x="18264" y="14481"/>
                  <a:pt x="17822" y="14584"/>
                </a:cubicBezTo>
                <a:cubicBezTo>
                  <a:pt x="16513" y="14923"/>
                  <a:pt x="15188" y="15291"/>
                  <a:pt x="14011" y="15953"/>
                </a:cubicBezTo>
                <a:cubicBezTo>
                  <a:pt x="13525" y="16203"/>
                  <a:pt x="13113" y="16542"/>
                  <a:pt x="12716" y="16909"/>
                </a:cubicBezTo>
                <a:cubicBezTo>
                  <a:pt x="11946" y="17679"/>
                  <a:pt x="11481" y="18538"/>
                  <a:pt x="11337" y="19408"/>
                </a:cubicBezTo>
                <a:lnTo>
                  <a:pt x="11337" y="19408"/>
                </a:lnTo>
                <a:cubicBezTo>
                  <a:pt x="11408" y="18856"/>
                  <a:pt x="11611" y="18330"/>
                  <a:pt x="11901" y="17850"/>
                </a:cubicBezTo>
                <a:lnTo>
                  <a:pt x="11901" y="17850"/>
                </a:lnTo>
                <a:cubicBezTo>
                  <a:pt x="11392" y="18637"/>
                  <a:pt x="11161" y="19484"/>
                  <a:pt x="11244" y="20324"/>
                </a:cubicBezTo>
                <a:cubicBezTo>
                  <a:pt x="11376" y="21560"/>
                  <a:pt x="12171" y="22502"/>
                  <a:pt x="12819" y="23090"/>
                </a:cubicBezTo>
                <a:cubicBezTo>
                  <a:pt x="13437" y="23635"/>
                  <a:pt x="14217" y="24135"/>
                  <a:pt x="15203" y="24562"/>
                </a:cubicBezTo>
                <a:cubicBezTo>
                  <a:pt x="15394" y="24636"/>
                  <a:pt x="15585" y="24724"/>
                  <a:pt x="15806" y="24812"/>
                </a:cubicBezTo>
                <a:lnTo>
                  <a:pt x="15953" y="24871"/>
                </a:lnTo>
                <a:cubicBezTo>
                  <a:pt x="17131" y="25357"/>
                  <a:pt x="18337" y="25842"/>
                  <a:pt x="19147" y="26784"/>
                </a:cubicBezTo>
                <a:cubicBezTo>
                  <a:pt x="19844" y="27606"/>
                  <a:pt x="20131" y="28754"/>
                  <a:pt x="19917" y="29766"/>
                </a:cubicBezTo>
                <a:lnTo>
                  <a:pt x="19917" y="29766"/>
                </a:lnTo>
                <a:cubicBezTo>
                  <a:pt x="19960" y="29653"/>
                  <a:pt x="19997" y="29537"/>
                  <a:pt x="20028" y="29419"/>
                </a:cubicBezTo>
                <a:lnTo>
                  <a:pt x="20028" y="29419"/>
                </a:lnTo>
                <a:cubicBezTo>
                  <a:pt x="20120" y="28476"/>
                  <a:pt x="19820" y="27479"/>
                  <a:pt x="19176" y="26725"/>
                </a:cubicBezTo>
                <a:cubicBezTo>
                  <a:pt x="18367" y="25769"/>
                  <a:pt x="17131" y="25283"/>
                  <a:pt x="15953" y="24797"/>
                </a:cubicBezTo>
                <a:lnTo>
                  <a:pt x="15806" y="24739"/>
                </a:lnTo>
                <a:cubicBezTo>
                  <a:pt x="15585" y="24650"/>
                  <a:pt x="15394" y="24577"/>
                  <a:pt x="15203" y="24488"/>
                </a:cubicBezTo>
                <a:cubicBezTo>
                  <a:pt x="14231" y="24062"/>
                  <a:pt x="13452" y="23591"/>
                  <a:pt x="12833" y="23017"/>
                </a:cubicBezTo>
                <a:cubicBezTo>
                  <a:pt x="12201" y="22443"/>
                  <a:pt x="11421" y="21501"/>
                  <a:pt x="11303" y="20294"/>
                </a:cubicBezTo>
                <a:cubicBezTo>
                  <a:pt x="11277" y="20000"/>
                  <a:pt x="11288" y="19703"/>
                  <a:pt x="11337" y="19408"/>
                </a:cubicBezTo>
                <a:lnTo>
                  <a:pt x="11337" y="19408"/>
                </a:lnTo>
                <a:cubicBezTo>
                  <a:pt x="11303" y="19673"/>
                  <a:pt x="11300" y="19945"/>
                  <a:pt x="11332" y="20221"/>
                </a:cubicBezTo>
                <a:cubicBezTo>
                  <a:pt x="11465" y="21207"/>
                  <a:pt x="12053" y="22207"/>
                  <a:pt x="12981" y="22958"/>
                </a:cubicBezTo>
                <a:cubicBezTo>
                  <a:pt x="13033" y="23000"/>
                  <a:pt x="13085" y="23041"/>
                  <a:pt x="13138" y="23081"/>
                </a:cubicBezTo>
                <a:lnTo>
                  <a:pt x="13138" y="23081"/>
                </a:lnTo>
                <a:cubicBezTo>
                  <a:pt x="12224" y="22334"/>
                  <a:pt x="11639" y="21337"/>
                  <a:pt x="11524" y="20353"/>
                </a:cubicBezTo>
                <a:cubicBezTo>
                  <a:pt x="11303" y="18455"/>
                  <a:pt x="12760" y="16748"/>
                  <a:pt x="14290" y="15879"/>
                </a:cubicBezTo>
                <a:cubicBezTo>
                  <a:pt x="15497" y="15202"/>
                  <a:pt x="16880" y="14849"/>
                  <a:pt x="18205" y="14511"/>
                </a:cubicBezTo>
                <a:cubicBezTo>
                  <a:pt x="18646" y="14408"/>
                  <a:pt x="19103" y="14290"/>
                  <a:pt x="19544" y="14172"/>
                </a:cubicBezTo>
                <a:cubicBezTo>
                  <a:pt x="21325" y="13672"/>
                  <a:pt x="23061" y="12951"/>
                  <a:pt x="24680" y="12038"/>
                </a:cubicBezTo>
                <a:cubicBezTo>
                  <a:pt x="26284" y="11126"/>
                  <a:pt x="28212" y="9610"/>
                  <a:pt x="28300" y="7550"/>
                </a:cubicBezTo>
                <a:cubicBezTo>
                  <a:pt x="28320" y="7202"/>
                  <a:pt x="28283" y="6857"/>
                  <a:pt x="28214" y="6518"/>
                </a:cubicBezTo>
                <a:lnTo>
                  <a:pt x="28214" y="6518"/>
                </a:lnTo>
                <a:cubicBezTo>
                  <a:pt x="28244" y="6835"/>
                  <a:pt x="28222" y="7144"/>
                  <a:pt x="28109" y="7432"/>
                </a:cubicBezTo>
                <a:cubicBezTo>
                  <a:pt x="28021" y="9551"/>
                  <a:pt x="26078" y="11067"/>
                  <a:pt x="24459" y="11979"/>
                </a:cubicBezTo>
                <a:cubicBezTo>
                  <a:pt x="23415" y="12558"/>
                  <a:pt x="22322" y="13070"/>
                  <a:pt x="21196" y="13495"/>
                </a:cubicBezTo>
                <a:lnTo>
                  <a:pt x="21196" y="13495"/>
                </a:lnTo>
                <a:cubicBezTo>
                  <a:pt x="22227" y="13075"/>
                  <a:pt x="23225" y="12580"/>
                  <a:pt x="24180" y="12009"/>
                </a:cubicBezTo>
                <a:cubicBezTo>
                  <a:pt x="25578" y="11185"/>
                  <a:pt x="26593" y="10287"/>
                  <a:pt x="27167" y="9330"/>
                </a:cubicBezTo>
                <a:cubicBezTo>
                  <a:pt x="27535" y="8742"/>
                  <a:pt x="27712" y="8109"/>
                  <a:pt x="27756" y="7491"/>
                </a:cubicBezTo>
                <a:cubicBezTo>
                  <a:pt x="27785" y="6696"/>
                  <a:pt x="27565" y="5902"/>
                  <a:pt x="27329" y="5195"/>
                </a:cubicBezTo>
                <a:cubicBezTo>
                  <a:pt x="26770" y="3518"/>
                  <a:pt x="26108" y="1855"/>
                  <a:pt x="25357" y="280"/>
                </a:cubicBezTo>
                <a:close/>
                <a:moveTo>
                  <a:pt x="24886" y="236"/>
                </a:moveTo>
                <a:lnTo>
                  <a:pt x="24827" y="280"/>
                </a:lnTo>
                <a:cubicBezTo>
                  <a:pt x="25578" y="1825"/>
                  <a:pt x="26225" y="3459"/>
                  <a:pt x="26741" y="5151"/>
                </a:cubicBezTo>
                <a:cubicBezTo>
                  <a:pt x="26961" y="5872"/>
                  <a:pt x="27182" y="6637"/>
                  <a:pt x="27138" y="7417"/>
                </a:cubicBezTo>
                <a:cubicBezTo>
                  <a:pt x="27108" y="8021"/>
                  <a:pt x="26917" y="8624"/>
                  <a:pt x="26579" y="9213"/>
                </a:cubicBezTo>
                <a:cubicBezTo>
                  <a:pt x="26019" y="10169"/>
                  <a:pt x="25048" y="11082"/>
                  <a:pt x="23679" y="11906"/>
                </a:cubicBezTo>
                <a:cubicBezTo>
                  <a:pt x="22120" y="12862"/>
                  <a:pt x="20471" y="13613"/>
                  <a:pt x="18749" y="14172"/>
                </a:cubicBezTo>
                <a:cubicBezTo>
                  <a:pt x="18308" y="14319"/>
                  <a:pt x="17852" y="14437"/>
                  <a:pt x="17410" y="14570"/>
                </a:cubicBezTo>
                <a:cubicBezTo>
                  <a:pt x="17061" y="14668"/>
                  <a:pt x="16710" y="14768"/>
                  <a:pt x="16360" y="14875"/>
                </a:cubicBezTo>
                <a:lnTo>
                  <a:pt x="16360" y="14875"/>
                </a:lnTo>
                <a:cubicBezTo>
                  <a:pt x="16890" y="14720"/>
                  <a:pt x="17426" y="14587"/>
                  <a:pt x="17955" y="14452"/>
                </a:cubicBezTo>
                <a:cubicBezTo>
                  <a:pt x="18032" y="14434"/>
                  <a:pt x="18109" y="14415"/>
                  <a:pt x="18188" y="14397"/>
                </a:cubicBezTo>
                <a:lnTo>
                  <a:pt x="18188" y="14397"/>
                </a:lnTo>
                <a:cubicBezTo>
                  <a:pt x="17924" y="14476"/>
                  <a:pt x="17665" y="14552"/>
                  <a:pt x="17410" y="14628"/>
                </a:cubicBezTo>
                <a:cubicBezTo>
                  <a:pt x="16159" y="14982"/>
                  <a:pt x="14879" y="15349"/>
                  <a:pt x="13731" y="16012"/>
                </a:cubicBezTo>
                <a:cubicBezTo>
                  <a:pt x="13692" y="16033"/>
                  <a:pt x="13652" y="16056"/>
                  <a:pt x="13613" y="16079"/>
                </a:cubicBezTo>
                <a:lnTo>
                  <a:pt x="13613" y="16079"/>
                </a:lnTo>
                <a:cubicBezTo>
                  <a:pt x="13759" y="15980"/>
                  <a:pt x="13907" y="15889"/>
                  <a:pt x="14055" y="15806"/>
                </a:cubicBezTo>
                <a:cubicBezTo>
                  <a:pt x="14354" y="15634"/>
                  <a:pt x="14662" y="15486"/>
                  <a:pt x="14978" y="15354"/>
                </a:cubicBezTo>
                <a:lnTo>
                  <a:pt x="14978" y="15354"/>
                </a:lnTo>
                <a:cubicBezTo>
                  <a:pt x="14551" y="15525"/>
                  <a:pt x="14133" y="15721"/>
                  <a:pt x="13731" y="15953"/>
                </a:cubicBezTo>
                <a:cubicBezTo>
                  <a:pt x="13275" y="16232"/>
                  <a:pt x="12848" y="16542"/>
                  <a:pt x="12466" y="16924"/>
                </a:cubicBezTo>
                <a:cubicBezTo>
                  <a:pt x="11435" y="17940"/>
                  <a:pt x="10920" y="19132"/>
                  <a:pt x="11023" y="20294"/>
                </a:cubicBezTo>
                <a:cubicBezTo>
                  <a:pt x="11097" y="21207"/>
                  <a:pt x="11597" y="22134"/>
                  <a:pt x="12480" y="23031"/>
                </a:cubicBezTo>
                <a:cubicBezTo>
                  <a:pt x="13113" y="23664"/>
                  <a:pt x="13922" y="24209"/>
                  <a:pt x="14923" y="24694"/>
                </a:cubicBezTo>
                <a:cubicBezTo>
                  <a:pt x="15114" y="24783"/>
                  <a:pt x="15321" y="24871"/>
                  <a:pt x="15556" y="24989"/>
                </a:cubicBezTo>
                <a:cubicBezTo>
                  <a:pt x="16910" y="25607"/>
                  <a:pt x="18087" y="26210"/>
                  <a:pt x="18897" y="27240"/>
                </a:cubicBezTo>
                <a:cubicBezTo>
                  <a:pt x="19635" y="28184"/>
                  <a:pt x="19878" y="29407"/>
                  <a:pt x="19555" y="30449"/>
                </a:cubicBezTo>
                <a:lnTo>
                  <a:pt x="19555" y="30449"/>
                </a:lnTo>
                <a:cubicBezTo>
                  <a:pt x="19566" y="30432"/>
                  <a:pt x="19576" y="30416"/>
                  <a:pt x="19587" y="30399"/>
                </a:cubicBezTo>
                <a:lnTo>
                  <a:pt x="19587" y="30399"/>
                </a:lnTo>
                <a:cubicBezTo>
                  <a:pt x="19883" y="29355"/>
                  <a:pt x="19637" y="28135"/>
                  <a:pt x="18926" y="27196"/>
                </a:cubicBezTo>
                <a:cubicBezTo>
                  <a:pt x="18117" y="26137"/>
                  <a:pt x="16910" y="25533"/>
                  <a:pt x="15556" y="24915"/>
                </a:cubicBezTo>
                <a:cubicBezTo>
                  <a:pt x="15321" y="24797"/>
                  <a:pt x="15114" y="24709"/>
                  <a:pt x="14923" y="24621"/>
                </a:cubicBezTo>
                <a:cubicBezTo>
                  <a:pt x="13937" y="24135"/>
                  <a:pt x="13128" y="23591"/>
                  <a:pt x="12495" y="22973"/>
                </a:cubicBezTo>
                <a:cubicBezTo>
                  <a:pt x="11612" y="22090"/>
                  <a:pt x="11141" y="21192"/>
                  <a:pt x="11067" y="20294"/>
                </a:cubicBezTo>
                <a:cubicBezTo>
                  <a:pt x="10979" y="19146"/>
                  <a:pt x="11465" y="17969"/>
                  <a:pt x="12480" y="16968"/>
                </a:cubicBezTo>
                <a:cubicBezTo>
                  <a:pt x="12816" y="16632"/>
                  <a:pt x="13201" y="16321"/>
                  <a:pt x="13613" y="16079"/>
                </a:cubicBezTo>
                <a:lnTo>
                  <a:pt x="13613" y="16079"/>
                </a:lnTo>
                <a:cubicBezTo>
                  <a:pt x="12949" y="16530"/>
                  <a:pt x="12330" y="17140"/>
                  <a:pt x="11901" y="17850"/>
                </a:cubicBezTo>
                <a:lnTo>
                  <a:pt x="11901" y="17850"/>
                </a:lnTo>
                <a:cubicBezTo>
                  <a:pt x="12115" y="17520"/>
                  <a:pt x="12377" y="17199"/>
                  <a:pt x="12686" y="16895"/>
                </a:cubicBezTo>
                <a:cubicBezTo>
                  <a:pt x="13069" y="16497"/>
                  <a:pt x="13496" y="16188"/>
                  <a:pt x="13967" y="15909"/>
                </a:cubicBezTo>
                <a:cubicBezTo>
                  <a:pt x="15173" y="15232"/>
                  <a:pt x="16513" y="14879"/>
                  <a:pt x="17793" y="14540"/>
                </a:cubicBezTo>
                <a:cubicBezTo>
                  <a:pt x="18234" y="14422"/>
                  <a:pt x="18676" y="14290"/>
                  <a:pt x="19117" y="14172"/>
                </a:cubicBezTo>
                <a:cubicBezTo>
                  <a:pt x="19209" y="14146"/>
                  <a:pt x="19300" y="14118"/>
                  <a:pt x="19391" y="14090"/>
                </a:cubicBezTo>
                <a:lnTo>
                  <a:pt x="19391" y="14090"/>
                </a:lnTo>
                <a:cubicBezTo>
                  <a:pt x="19364" y="14098"/>
                  <a:pt x="19336" y="14106"/>
                  <a:pt x="19309" y="14113"/>
                </a:cubicBezTo>
                <a:cubicBezTo>
                  <a:pt x="18944" y="14211"/>
                  <a:pt x="18559" y="14308"/>
                  <a:pt x="18188" y="14397"/>
                </a:cubicBezTo>
                <a:lnTo>
                  <a:pt x="18188" y="14397"/>
                </a:lnTo>
                <a:cubicBezTo>
                  <a:pt x="18382" y="14338"/>
                  <a:pt x="18579" y="14279"/>
                  <a:pt x="18779" y="14216"/>
                </a:cubicBezTo>
                <a:cubicBezTo>
                  <a:pt x="20501" y="13672"/>
                  <a:pt x="22164" y="12921"/>
                  <a:pt x="23724" y="11965"/>
                </a:cubicBezTo>
                <a:cubicBezTo>
                  <a:pt x="25078" y="11111"/>
                  <a:pt x="26064" y="10213"/>
                  <a:pt x="26623" y="9257"/>
                </a:cubicBezTo>
                <a:cubicBezTo>
                  <a:pt x="26976" y="8668"/>
                  <a:pt x="27182" y="8035"/>
                  <a:pt x="27197" y="7417"/>
                </a:cubicBezTo>
                <a:cubicBezTo>
                  <a:pt x="27241" y="6623"/>
                  <a:pt x="27035" y="5857"/>
                  <a:pt x="26799" y="5122"/>
                </a:cubicBezTo>
                <a:cubicBezTo>
                  <a:pt x="26255" y="3444"/>
                  <a:pt x="25622" y="1810"/>
                  <a:pt x="24886" y="236"/>
                </a:cubicBezTo>
                <a:close/>
                <a:moveTo>
                  <a:pt x="19235" y="26151"/>
                </a:moveTo>
                <a:lnTo>
                  <a:pt x="19235" y="26151"/>
                </a:lnTo>
                <a:cubicBezTo>
                  <a:pt x="19235" y="26151"/>
                  <a:pt x="19235" y="26151"/>
                  <a:pt x="19235" y="26151"/>
                </a:cubicBezTo>
                <a:cubicBezTo>
                  <a:pt x="20024" y="26992"/>
                  <a:pt x="20319" y="28291"/>
                  <a:pt x="20028" y="29419"/>
                </a:cubicBezTo>
                <a:lnTo>
                  <a:pt x="20028" y="29419"/>
                </a:lnTo>
                <a:cubicBezTo>
                  <a:pt x="19997" y="29727"/>
                  <a:pt x="19925" y="30030"/>
                  <a:pt x="19809" y="30316"/>
                </a:cubicBezTo>
                <a:cubicBezTo>
                  <a:pt x="19750" y="30463"/>
                  <a:pt x="19691" y="30581"/>
                  <a:pt x="19618" y="30699"/>
                </a:cubicBezTo>
                <a:cubicBezTo>
                  <a:pt x="19809" y="30463"/>
                  <a:pt x="19956" y="30213"/>
                  <a:pt x="20074" y="29919"/>
                </a:cubicBezTo>
                <a:cubicBezTo>
                  <a:pt x="20560" y="28741"/>
                  <a:pt x="20295" y="27270"/>
                  <a:pt x="19412" y="26328"/>
                </a:cubicBezTo>
                <a:cubicBezTo>
                  <a:pt x="19355" y="26266"/>
                  <a:pt x="19296" y="26207"/>
                  <a:pt x="19235" y="26151"/>
                </a:cubicBezTo>
                <a:close/>
                <a:moveTo>
                  <a:pt x="24386" y="236"/>
                </a:moveTo>
                <a:lnTo>
                  <a:pt x="24327" y="280"/>
                </a:lnTo>
                <a:cubicBezTo>
                  <a:pt x="25063" y="1810"/>
                  <a:pt x="25710" y="3444"/>
                  <a:pt x="26211" y="5122"/>
                </a:cubicBezTo>
                <a:cubicBezTo>
                  <a:pt x="26402" y="5799"/>
                  <a:pt x="26623" y="6593"/>
                  <a:pt x="26579" y="7359"/>
                </a:cubicBezTo>
                <a:cubicBezTo>
                  <a:pt x="26534" y="7962"/>
                  <a:pt x="26358" y="8580"/>
                  <a:pt x="26019" y="9139"/>
                </a:cubicBezTo>
                <a:cubicBezTo>
                  <a:pt x="25475" y="10096"/>
                  <a:pt x="24533" y="11008"/>
                  <a:pt x="23223" y="11847"/>
                </a:cubicBezTo>
                <a:cubicBezTo>
                  <a:pt x="21693" y="12818"/>
                  <a:pt x="20074" y="13613"/>
                  <a:pt x="18411" y="14187"/>
                </a:cubicBezTo>
                <a:cubicBezTo>
                  <a:pt x="17969" y="14334"/>
                  <a:pt x="17499" y="14481"/>
                  <a:pt x="17042" y="14614"/>
                </a:cubicBezTo>
                <a:cubicBezTo>
                  <a:pt x="15836" y="14982"/>
                  <a:pt x="14585" y="15349"/>
                  <a:pt x="13481" y="16012"/>
                </a:cubicBezTo>
                <a:cubicBezTo>
                  <a:pt x="13010" y="16277"/>
                  <a:pt x="12598" y="16600"/>
                  <a:pt x="12230" y="16968"/>
                </a:cubicBezTo>
                <a:cubicBezTo>
                  <a:pt x="11215" y="17954"/>
                  <a:pt x="10700" y="19132"/>
                  <a:pt x="10788" y="20279"/>
                </a:cubicBezTo>
                <a:cubicBezTo>
                  <a:pt x="10847" y="21162"/>
                  <a:pt x="11288" y="22045"/>
                  <a:pt x="12156" y="22973"/>
                </a:cubicBezTo>
                <a:cubicBezTo>
                  <a:pt x="12775" y="23664"/>
                  <a:pt x="13599" y="24282"/>
                  <a:pt x="14629" y="24812"/>
                </a:cubicBezTo>
                <a:cubicBezTo>
                  <a:pt x="14850" y="24930"/>
                  <a:pt x="15056" y="25033"/>
                  <a:pt x="15276" y="25151"/>
                </a:cubicBezTo>
                <a:cubicBezTo>
                  <a:pt x="16748" y="25901"/>
                  <a:pt x="17866" y="26622"/>
                  <a:pt x="18646" y="27711"/>
                </a:cubicBezTo>
                <a:cubicBezTo>
                  <a:pt x="19330" y="28668"/>
                  <a:pt x="19556" y="29841"/>
                  <a:pt x="19255" y="30840"/>
                </a:cubicBezTo>
                <a:lnTo>
                  <a:pt x="19255" y="30840"/>
                </a:lnTo>
                <a:cubicBezTo>
                  <a:pt x="19267" y="30826"/>
                  <a:pt x="19280" y="30811"/>
                  <a:pt x="19292" y="30797"/>
                </a:cubicBezTo>
                <a:lnTo>
                  <a:pt x="19292" y="30797"/>
                </a:lnTo>
                <a:cubicBezTo>
                  <a:pt x="19576" y="29785"/>
                  <a:pt x="19343" y="28617"/>
                  <a:pt x="18661" y="27667"/>
                </a:cubicBezTo>
                <a:cubicBezTo>
                  <a:pt x="17896" y="26578"/>
                  <a:pt x="16748" y="25842"/>
                  <a:pt x="15276" y="25092"/>
                </a:cubicBezTo>
                <a:cubicBezTo>
                  <a:pt x="15056" y="24989"/>
                  <a:pt x="14850" y="24871"/>
                  <a:pt x="14629" y="24768"/>
                </a:cubicBezTo>
                <a:cubicBezTo>
                  <a:pt x="13599" y="24223"/>
                  <a:pt x="12775" y="23605"/>
                  <a:pt x="12171" y="22943"/>
                </a:cubicBezTo>
                <a:cubicBezTo>
                  <a:pt x="11318" y="22001"/>
                  <a:pt x="10876" y="21133"/>
                  <a:pt x="10832" y="20279"/>
                </a:cubicBezTo>
                <a:cubicBezTo>
                  <a:pt x="10758" y="19146"/>
                  <a:pt x="11244" y="17998"/>
                  <a:pt x="12245" y="17012"/>
                </a:cubicBezTo>
                <a:cubicBezTo>
                  <a:pt x="12613" y="16645"/>
                  <a:pt x="13010" y="16335"/>
                  <a:pt x="13481" y="16056"/>
                </a:cubicBezTo>
                <a:cubicBezTo>
                  <a:pt x="14000" y="15758"/>
                  <a:pt x="14552" y="15512"/>
                  <a:pt x="15115" y="15297"/>
                </a:cubicBezTo>
                <a:lnTo>
                  <a:pt x="15115" y="15297"/>
                </a:lnTo>
                <a:cubicBezTo>
                  <a:pt x="15069" y="15316"/>
                  <a:pt x="15024" y="15335"/>
                  <a:pt x="14978" y="15354"/>
                </a:cubicBezTo>
                <a:lnTo>
                  <a:pt x="14978" y="15354"/>
                </a:lnTo>
                <a:cubicBezTo>
                  <a:pt x="15431" y="15172"/>
                  <a:pt x="15894" y="15017"/>
                  <a:pt x="16360" y="14875"/>
                </a:cubicBezTo>
                <a:lnTo>
                  <a:pt x="16360" y="14875"/>
                </a:lnTo>
                <a:cubicBezTo>
                  <a:pt x="16242" y="14909"/>
                  <a:pt x="16124" y="14945"/>
                  <a:pt x="16007" y="14982"/>
                </a:cubicBezTo>
                <a:lnTo>
                  <a:pt x="16007" y="14982"/>
                </a:lnTo>
                <a:cubicBezTo>
                  <a:pt x="15709" y="15081"/>
                  <a:pt x="15411" y="15185"/>
                  <a:pt x="15115" y="15297"/>
                </a:cubicBezTo>
                <a:lnTo>
                  <a:pt x="15115" y="15297"/>
                </a:lnTo>
                <a:cubicBezTo>
                  <a:pt x="15408" y="15180"/>
                  <a:pt x="15706" y="15076"/>
                  <a:pt x="16007" y="14982"/>
                </a:cubicBezTo>
                <a:lnTo>
                  <a:pt x="16007" y="14982"/>
                </a:lnTo>
                <a:cubicBezTo>
                  <a:pt x="16349" y="14868"/>
                  <a:pt x="16690" y="14762"/>
                  <a:pt x="17028" y="14658"/>
                </a:cubicBezTo>
                <a:cubicBezTo>
                  <a:pt x="17469" y="14540"/>
                  <a:pt x="17925" y="14393"/>
                  <a:pt x="18382" y="14246"/>
                </a:cubicBezTo>
                <a:cubicBezTo>
                  <a:pt x="20074" y="13672"/>
                  <a:pt x="21693" y="12877"/>
                  <a:pt x="23223" y="11906"/>
                </a:cubicBezTo>
                <a:cubicBezTo>
                  <a:pt x="24548" y="11052"/>
                  <a:pt x="25504" y="10140"/>
                  <a:pt x="26064" y="9183"/>
                </a:cubicBezTo>
                <a:cubicBezTo>
                  <a:pt x="26387" y="8595"/>
                  <a:pt x="26593" y="7991"/>
                  <a:pt x="26623" y="7359"/>
                </a:cubicBezTo>
                <a:cubicBezTo>
                  <a:pt x="26682" y="6564"/>
                  <a:pt x="26461" y="5784"/>
                  <a:pt x="26255" y="5077"/>
                </a:cubicBezTo>
                <a:cubicBezTo>
                  <a:pt x="25769" y="3400"/>
                  <a:pt x="25122" y="1766"/>
                  <a:pt x="24386" y="236"/>
                </a:cubicBezTo>
                <a:close/>
                <a:moveTo>
                  <a:pt x="19917" y="29766"/>
                </a:moveTo>
                <a:lnTo>
                  <a:pt x="19917" y="29766"/>
                </a:lnTo>
                <a:cubicBezTo>
                  <a:pt x="19910" y="29783"/>
                  <a:pt x="19904" y="29799"/>
                  <a:pt x="19897" y="29816"/>
                </a:cubicBezTo>
                <a:cubicBezTo>
                  <a:pt x="19811" y="30022"/>
                  <a:pt x="19706" y="30217"/>
                  <a:pt x="19587" y="30399"/>
                </a:cubicBezTo>
                <a:lnTo>
                  <a:pt x="19587" y="30399"/>
                </a:lnTo>
                <a:cubicBezTo>
                  <a:pt x="19558" y="30501"/>
                  <a:pt x="19524" y="30601"/>
                  <a:pt x="19485" y="30699"/>
                </a:cubicBezTo>
                <a:cubicBezTo>
                  <a:pt x="19441" y="30831"/>
                  <a:pt x="19382" y="30964"/>
                  <a:pt x="19309" y="31096"/>
                </a:cubicBezTo>
                <a:cubicBezTo>
                  <a:pt x="19471" y="30846"/>
                  <a:pt x="19632" y="30596"/>
                  <a:pt x="19750" y="30301"/>
                </a:cubicBezTo>
                <a:cubicBezTo>
                  <a:pt x="19823" y="30129"/>
                  <a:pt x="19878" y="29950"/>
                  <a:pt x="19917" y="29766"/>
                </a:cubicBezTo>
                <a:close/>
                <a:moveTo>
                  <a:pt x="23856" y="236"/>
                </a:moveTo>
                <a:lnTo>
                  <a:pt x="23797" y="280"/>
                </a:lnTo>
                <a:cubicBezTo>
                  <a:pt x="24533" y="1781"/>
                  <a:pt x="25136" y="3400"/>
                  <a:pt x="25622" y="5077"/>
                </a:cubicBezTo>
                <a:cubicBezTo>
                  <a:pt x="25799" y="5740"/>
                  <a:pt x="26005" y="6534"/>
                  <a:pt x="25961" y="7300"/>
                </a:cubicBezTo>
                <a:cubicBezTo>
                  <a:pt x="25931" y="7918"/>
                  <a:pt x="25740" y="8506"/>
                  <a:pt x="25416" y="9095"/>
                </a:cubicBezTo>
                <a:cubicBezTo>
                  <a:pt x="24886" y="10022"/>
                  <a:pt x="23959" y="10949"/>
                  <a:pt x="22693" y="11818"/>
                </a:cubicBezTo>
                <a:cubicBezTo>
                  <a:pt x="21207" y="12804"/>
                  <a:pt x="19618" y="13613"/>
                  <a:pt x="17969" y="14202"/>
                </a:cubicBezTo>
                <a:cubicBezTo>
                  <a:pt x="17528" y="14363"/>
                  <a:pt x="17057" y="14511"/>
                  <a:pt x="16601" y="14643"/>
                </a:cubicBezTo>
                <a:cubicBezTo>
                  <a:pt x="15424" y="15011"/>
                  <a:pt x="14217" y="15394"/>
                  <a:pt x="13142" y="16056"/>
                </a:cubicBezTo>
                <a:cubicBezTo>
                  <a:pt x="12701" y="16335"/>
                  <a:pt x="12274" y="16645"/>
                  <a:pt x="11936" y="17012"/>
                </a:cubicBezTo>
                <a:cubicBezTo>
                  <a:pt x="10935" y="17998"/>
                  <a:pt x="10435" y="19146"/>
                  <a:pt x="10494" y="20279"/>
                </a:cubicBezTo>
                <a:cubicBezTo>
                  <a:pt x="10552" y="21383"/>
                  <a:pt x="11200" y="22281"/>
                  <a:pt x="11759" y="22958"/>
                </a:cubicBezTo>
                <a:cubicBezTo>
                  <a:pt x="12392" y="23694"/>
                  <a:pt x="13231" y="24371"/>
                  <a:pt x="14305" y="24989"/>
                </a:cubicBezTo>
                <a:lnTo>
                  <a:pt x="14805" y="25254"/>
                </a:lnTo>
                <a:lnTo>
                  <a:pt x="14967" y="25357"/>
                </a:lnTo>
                <a:cubicBezTo>
                  <a:pt x="16159" y="26019"/>
                  <a:pt x="17499" y="26872"/>
                  <a:pt x="18352" y="28182"/>
                </a:cubicBezTo>
                <a:cubicBezTo>
                  <a:pt x="18993" y="29178"/>
                  <a:pt x="19192" y="30300"/>
                  <a:pt x="18901" y="31255"/>
                </a:cubicBezTo>
                <a:lnTo>
                  <a:pt x="18901" y="31255"/>
                </a:lnTo>
                <a:cubicBezTo>
                  <a:pt x="18940" y="31210"/>
                  <a:pt x="18978" y="31164"/>
                  <a:pt x="19016" y="31117"/>
                </a:cubicBezTo>
                <a:lnTo>
                  <a:pt x="19016" y="31117"/>
                </a:lnTo>
                <a:cubicBezTo>
                  <a:pt x="19257" y="30173"/>
                  <a:pt x="19036" y="29073"/>
                  <a:pt x="18411" y="28123"/>
                </a:cubicBezTo>
                <a:cubicBezTo>
                  <a:pt x="17543" y="26799"/>
                  <a:pt x="16203" y="25945"/>
                  <a:pt x="14997" y="25254"/>
                </a:cubicBezTo>
                <a:lnTo>
                  <a:pt x="14835" y="25165"/>
                </a:lnTo>
                <a:lnTo>
                  <a:pt x="14335" y="24886"/>
                </a:lnTo>
                <a:cubicBezTo>
                  <a:pt x="13290" y="24297"/>
                  <a:pt x="12421" y="23620"/>
                  <a:pt x="11818" y="22884"/>
                </a:cubicBezTo>
                <a:cubicBezTo>
                  <a:pt x="11273" y="22222"/>
                  <a:pt x="10626" y="21324"/>
                  <a:pt x="10567" y="20235"/>
                </a:cubicBezTo>
                <a:cubicBezTo>
                  <a:pt x="10508" y="19132"/>
                  <a:pt x="11023" y="17998"/>
                  <a:pt x="11980" y="17042"/>
                </a:cubicBezTo>
                <a:cubicBezTo>
                  <a:pt x="12348" y="16689"/>
                  <a:pt x="12760" y="16350"/>
                  <a:pt x="13201" y="16100"/>
                </a:cubicBezTo>
                <a:cubicBezTo>
                  <a:pt x="14261" y="15453"/>
                  <a:pt x="15482" y="15070"/>
                  <a:pt x="16645" y="14702"/>
                </a:cubicBezTo>
                <a:cubicBezTo>
                  <a:pt x="17086" y="14555"/>
                  <a:pt x="17557" y="14408"/>
                  <a:pt x="17999" y="14260"/>
                </a:cubicBezTo>
                <a:cubicBezTo>
                  <a:pt x="19662" y="13672"/>
                  <a:pt x="21237" y="12862"/>
                  <a:pt x="22723" y="11847"/>
                </a:cubicBezTo>
                <a:cubicBezTo>
                  <a:pt x="24018" y="10979"/>
                  <a:pt x="24930" y="10066"/>
                  <a:pt x="25475" y="9110"/>
                </a:cubicBezTo>
                <a:cubicBezTo>
                  <a:pt x="25799" y="8521"/>
                  <a:pt x="25990" y="7918"/>
                  <a:pt x="26019" y="7300"/>
                </a:cubicBezTo>
                <a:cubicBezTo>
                  <a:pt x="26078" y="6520"/>
                  <a:pt x="25872" y="5725"/>
                  <a:pt x="25666" y="5048"/>
                </a:cubicBezTo>
                <a:cubicBezTo>
                  <a:pt x="25195" y="3370"/>
                  <a:pt x="24592" y="1752"/>
                  <a:pt x="23856" y="236"/>
                </a:cubicBezTo>
                <a:close/>
                <a:moveTo>
                  <a:pt x="19555" y="30449"/>
                </a:moveTo>
                <a:cubicBezTo>
                  <a:pt x="19473" y="30570"/>
                  <a:pt x="19385" y="30686"/>
                  <a:pt x="19292" y="30797"/>
                </a:cubicBezTo>
                <a:lnTo>
                  <a:pt x="19292" y="30797"/>
                </a:lnTo>
                <a:cubicBezTo>
                  <a:pt x="19263" y="30898"/>
                  <a:pt x="19230" y="30998"/>
                  <a:pt x="19191" y="31096"/>
                </a:cubicBezTo>
                <a:cubicBezTo>
                  <a:pt x="19162" y="31184"/>
                  <a:pt x="19117" y="31258"/>
                  <a:pt x="19088" y="31346"/>
                </a:cubicBezTo>
                <a:lnTo>
                  <a:pt x="19162" y="31273"/>
                </a:lnTo>
                <a:cubicBezTo>
                  <a:pt x="19294" y="31096"/>
                  <a:pt x="19382" y="30905"/>
                  <a:pt x="19471" y="30684"/>
                </a:cubicBezTo>
                <a:cubicBezTo>
                  <a:pt x="19502" y="30607"/>
                  <a:pt x="19530" y="30528"/>
                  <a:pt x="19555" y="30449"/>
                </a:cubicBezTo>
                <a:close/>
                <a:moveTo>
                  <a:pt x="19255" y="30840"/>
                </a:moveTo>
                <a:cubicBezTo>
                  <a:pt x="19205" y="30898"/>
                  <a:pt x="19155" y="30953"/>
                  <a:pt x="19103" y="31008"/>
                </a:cubicBezTo>
                <a:cubicBezTo>
                  <a:pt x="19073" y="31045"/>
                  <a:pt x="19044" y="31081"/>
                  <a:pt x="19016" y="31117"/>
                </a:cubicBezTo>
                <a:lnTo>
                  <a:pt x="19016" y="31117"/>
                </a:lnTo>
                <a:cubicBezTo>
                  <a:pt x="18984" y="31240"/>
                  <a:pt x="18944" y="31361"/>
                  <a:pt x="18897" y="31479"/>
                </a:cubicBezTo>
                <a:cubicBezTo>
                  <a:pt x="18882" y="31508"/>
                  <a:pt x="18882" y="31538"/>
                  <a:pt x="18867" y="31567"/>
                </a:cubicBezTo>
                <a:cubicBezTo>
                  <a:pt x="18926" y="31552"/>
                  <a:pt x="18955" y="31508"/>
                  <a:pt x="19000" y="31479"/>
                </a:cubicBezTo>
                <a:cubicBezTo>
                  <a:pt x="19073" y="31346"/>
                  <a:pt x="19117" y="31214"/>
                  <a:pt x="19176" y="31067"/>
                </a:cubicBezTo>
                <a:cubicBezTo>
                  <a:pt x="19206" y="30992"/>
                  <a:pt x="19232" y="30917"/>
                  <a:pt x="19255" y="30840"/>
                </a:cubicBezTo>
                <a:close/>
                <a:moveTo>
                  <a:pt x="23297" y="206"/>
                </a:moveTo>
                <a:lnTo>
                  <a:pt x="23238" y="236"/>
                </a:lnTo>
                <a:cubicBezTo>
                  <a:pt x="23974" y="1737"/>
                  <a:pt x="24562" y="3356"/>
                  <a:pt x="25033" y="5004"/>
                </a:cubicBezTo>
                <a:cubicBezTo>
                  <a:pt x="25210" y="5666"/>
                  <a:pt x="25401" y="6446"/>
                  <a:pt x="25342" y="7211"/>
                </a:cubicBezTo>
                <a:cubicBezTo>
                  <a:pt x="25298" y="7815"/>
                  <a:pt x="25122" y="8403"/>
                  <a:pt x="24813" y="8977"/>
                </a:cubicBezTo>
                <a:cubicBezTo>
                  <a:pt x="24298" y="9919"/>
                  <a:pt x="23415" y="10861"/>
                  <a:pt x="22164" y="11715"/>
                </a:cubicBezTo>
                <a:cubicBezTo>
                  <a:pt x="20707" y="12745"/>
                  <a:pt x="19162" y="13584"/>
                  <a:pt x="17543" y="14187"/>
                </a:cubicBezTo>
                <a:cubicBezTo>
                  <a:pt x="17101" y="14349"/>
                  <a:pt x="16616" y="14511"/>
                  <a:pt x="16174" y="14658"/>
                </a:cubicBezTo>
                <a:cubicBezTo>
                  <a:pt x="15041" y="15055"/>
                  <a:pt x="13878" y="15438"/>
                  <a:pt x="12833" y="16085"/>
                </a:cubicBezTo>
                <a:cubicBezTo>
                  <a:pt x="12392" y="16350"/>
                  <a:pt x="11980" y="16674"/>
                  <a:pt x="11641" y="17012"/>
                </a:cubicBezTo>
                <a:cubicBezTo>
                  <a:pt x="10685" y="17969"/>
                  <a:pt x="10170" y="19117"/>
                  <a:pt x="10184" y="20221"/>
                </a:cubicBezTo>
                <a:cubicBezTo>
                  <a:pt x="10214" y="21251"/>
                  <a:pt x="10788" y="22148"/>
                  <a:pt x="11362" y="22884"/>
                </a:cubicBezTo>
                <a:cubicBezTo>
                  <a:pt x="11965" y="23694"/>
                  <a:pt x="12848" y="24429"/>
                  <a:pt x="13952" y="25092"/>
                </a:cubicBezTo>
                <a:lnTo>
                  <a:pt x="14187" y="25239"/>
                </a:lnTo>
                <a:cubicBezTo>
                  <a:pt x="14335" y="25327"/>
                  <a:pt x="14511" y="25430"/>
                  <a:pt x="14658" y="25519"/>
                </a:cubicBezTo>
                <a:cubicBezTo>
                  <a:pt x="16292" y="26505"/>
                  <a:pt x="17381" y="27505"/>
                  <a:pt x="18058" y="28638"/>
                </a:cubicBezTo>
                <a:cubicBezTo>
                  <a:pt x="18660" y="29650"/>
                  <a:pt x="18842" y="30726"/>
                  <a:pt x="18569" y="31641"/>
                </a:cubicBezTo>
                <a:lnTo>
                  <a:pt x="18569" y="31641"/>
                </a:lnTo>
                <a:cubicBezTo>
                  <a:pt x="18603" y="31602"/>
                  <a:pt x="18635" y="31564"/>
                  <a:pt x="18666" y="31525"/>
                </a:cubicBezTo>
                <a:lnTo>
                  <a:pt x="18666" y="31525"/>
                </a:lnTo>
                <a:cubicBezTo>
                  <a:pt x="18891" y="30623"/>
                  <a:pt x="18693" y="29573"/>
                  <a:pt x="18117" y="28609"/>
                </a:cubicBezTo>
                <a:cubicBezTo>
                  <a:pt x="17410" y="27446"/>
                  <a:pt x="16321" y="26460"/>
                  <a:pt x="14688" y="25460"/>
                </a:cubicBezTo>
                <a:cubicBezTo>
                  <a:pt x="14541" y="25371"/>
                  <a:pt x="14379" y="25283"/>
                  <a:pt x="14231" y="25180"/>
                </a:cubicBezTo>
                <a:lnTo>
                  <a:pt x="13996" y="25033"/>
                </a:lnTo>
                <a:cubicBezTo>
                  <a:pt x="12892" y="24371"/>
                  <a:pt x="12024" y="23635"/>
                  <a:pt x="11421" y="22855"/>
                </a:cubicBezTo>
                <a:cubicBezTo>
                  <a:pt x="10861" y="22119"/>
                  <a:pt x="10273" y="21251"/>
                  <a:pt x="10258" y="20235"/>
                </a:cubicBezTo>
                <a:cubicBezTo>
                  <a:pt x="10214" y="19146"/>
                  <a:pt x="10729" y="18028"/>
                  <a:pt x="11671" y="17086"/>
                </a:cubicBezTo>
                <a:cubicBezTo>
                  <a:pt x="12024" y="16748"/>
                  <a:pt x="12421" y="16424"/>
                  <a:pt x="12848" y="16159"/>
                </a:cubicBezTo>
                <a:cubicBezTo>
                  <a:pt x="13878" y="15511"/>
                  <a:pt x="15056" y="15129"/>
                  <a:pt x="16174" y="14731"/>
                </a:cubicBezTo>
                <a:cubicBezTo>
                  <a:pt x="16616" y="14584"/>
                  <a:pt x="17101" y="14422"/>
                  <a:pt x="17543" y="14260"/>
                </a:cubicBezTo>
                <a:cubicBezTo>
                  <a:pt x="19162" y="13657"/>
                  <a:pt x="20721" y="12818"/>
                  <a:pt x="22178" y="11788"/>
                </a:cubicBezTo>
                <a:cubicBezTo>
                  <a:pt x="23429" y="10905"/>
                  <a:pt x="24327" y="9978"/>
                  <a:pt x="24842" y="9036"/>
                </a:cubicBezTo>
                <a:cubicBezTo>
                  <a:pt x="25151" y="8448"/>
                  <a:pt x="25342" y="7844"/>
                  <a:pt x="25401" y="7226"/>
                </a:cubicBezTo>
                <a:cubicBezTo>
                  <a:pt x="25445" y="6446"/>
                  <a:pt x="25269" y="5666"/>
                  <a:pt x="25078" y="4989"/>
                </a:cubicBezTo>
                <a:cubicBezTo>
                  <a:pt x="24621" y="3312"/>
                  <a:pt x="24033" y="1707"/>
                  <a:pt x="23297" y="206"/>
                </a:cubicBezTo>
                <a:close/>
                <a:moveTo>
                  <a:pt x="18749" y="31655"/>
                </a:moveTo>
                <a:cubicBezTo>
                  <a:pt x="18743" y="31668"/>
                  <a:pt x="18733" y="31679"/>
                  <a:pt x="18722" y="31687"/>
                </a:cubicBezTo>
                <a:lnTo>
                  <a:pt x="18722" y="31687"/>
                </a:lnTo>
                <a:cubicBezTo>
                  <a:pt x="18727" y="31672"/>
                  <a:pt x="18738" y="31655"/>
                  <a:pt x="18749" y="31655"/>
                </a:cubicBezTo>
                <a:close/>
                <a:moveTo>
                  <a:pt x="18901" y="31255"/>
                </a:moveTo>
                <a:cubicBezTo>
                  <a:pt x="18854" y="31311"/>
                  <a:pt x="18804" y="31365"/>
                  <a:pt x="18749" y="31420"/>
                </a:cubicBezTo>
                <a:cubicBezTo>
                  <a:pt x="18723" y="31454"/>
                  <a:pt x="18695" y="31489"/>
                  <a:pt x="18666" y="31525"/>
                </a:cubicBezTo>
                <a:lnTo>
                  <a:pt x="18666" y="31525"/>
                </a:lnTo>
                <a:cubicBezTo>
                  <a:pt x="18644" y="31614"/>
                  <a:pt x="18618" y="31702"/>
                  <a:pt x="18588" y="31788"/>
                </a:cubicBezTo>
                <a:cubicBezTo>
                  <a:pt x="18619" y="31772"/>
                  <a:pt x="18641" y="31753"/>
                  <a:pt x="18665" y="31733"/>
                </a:cubicBezTo>
                <a:lnTo>
                  <a:pt x="18665" y="31733"/>
                </a:lnTo>
                <a:cubicBezTo>
                  <a:pt x="18659" y="31747"/>
                  <a:pt x="18656" y="31763"/>
                  <a:pt x="18646" y="31773"/>
                </a:cubicBezTo>
                <a:lnTo>
                  <a:pt x="18720" y="31699"/>
                </a:lnTo>
                <a:cubicBezTo>
                  <a:pt x="18720" y="31697"/>
                  <a:pt x="18720" y="31695"/>
                  <a:pt x="18721" y="31692"/>
                </a:cubicBezTo>
                <a:lnTo>
                  <a:pt x="18721" y="31692"/>
                </a:lnTo>
                <a:cubicBezTo>
                  <a:pt x="18725" y="31690"/>
                  <a:pt x="18730" y="31687"/>
                  <a:pt x="18735" y="31685"/>
                </a:cubicBezTo>
                <a:cubicBezTo>
                  <a:pt x="18779" y="31611"/>
                  <a:pt x="18808" y="31552"/>
                  <a:pt x="18823" y="31479"/>
                </a:cubicBezTo>
                <a:cubicBezTo>
                  <a:pt x="18852" y="31405"/>
                  <a:pt x="18878" y="31331"/>
                  <a:pt x="18901" y="31255"/>
                </a:cubicBezTo>
                <a:close/>
                <a:moveTo>
                  <a:pt x="18569" y="31641"/>
                </a:moveTo>
                <a:lnTo>
                  <a:pt x="18569" y="31641"/>
                </a:lnTo>
                <a:cubicBezTo>
                  <a:pt x="18515" y="31703"/>
                  <a:pt x="18457" y="31763"/>
                  <a:pt x="18396" y="31817"/>
                </a:cubicBezTo>
                <a:cubicBezTo>
                  <a:pt x="18372" y="31851"/>
                  <a:pt x="18348" y="31886"/>
                  <a:pt x="18322" y="31920"/>
                </a:cubicBezTo>
                <a:lnTo>
                  <a:pt x="18322" y="31920"/>
                </a:lnTo>
                <a:cubicBezTo>
                  <a:pt x="18318" y="31939"/>
                  <a:pt x="18313" y="31959"/>
                  <a:pt x="18308" y="31979"/>
                </a:cubicBezTo>
                <a:cubicBezTo>
                  <a:pt x="18338" y="31956"/>
                  <a:pt x="18373" y="31930"/>
                  <a:pt x="18407" y="31905"/>
                </a:cubicBezTo>
                <a:lnTo>
                  <a:pt x="18407" y="31905"/>
                </a:lnTo>
                <a:cubicBezTo>
                  <a:pt x="18398" y="31935"/>
                  <a:pt x="18378" y="31960"/>
                  <a:pt x="18367" y="31994"/>
                </a:cubicBezTo>
                <a:cubicBezTo>
                  <a:pt x="18426" y="31979"/>
                  <a:pt x="18455" y="31935"/>
                  <a:pt x="18499" y="31905"/>
                </a:cubicBezTo>
                <a:cubicBezTo>
                  <a:pt x="18514" y="31861"/>
                  <a:pt x="18529" y="31832"/>
                  <a:pt x="18529" y="31788"/>
                </a:cubicBezTo>
                <a:lnTo>
                  <a:pt x="18529" y="31788"/>
                </a:lnTo>
                <a:cubicBezTo>
                  <a:pt x="18525" y="31794"/>
                  <a:pt x="18520" y="31799"/>
                  <a:pt x="18515" y="31804"/>
                </a:cubicBezTo>
                <a:lnTo>
                  <a:pt x="18515" y="31804"/>
                </a:lnTo>
                <a:cubicBezTo>
                  <a:pt x="18535" y="31750"/>
                  <a:pt x="18553" y="31696"/>
                  <a:pt x="18569" y="31641"/>
                </a:cubicBezTo>
                <a:close/>
                <a:moveTo>
                  <a:pt x="18411" y="32082"/>
                </a:moveTo>
                <a:cubicBezTo>
                  <a:pt x="18387" y="32082"/>
                  <a:pt x="18373" y="32092"/>
                  <a:pt x="18368" y="32112"/>
                </a:cubicBezTo>
                <a:lnTo>
                  <a:pt x="18368" y="32112"/>
                </a:lnTo>
                <a:cubicBezTo>
                  <a:pt x="18381" y="32101"/>
                  <a:pt x="18396" y="32089"/>
                  <a:pt x="18411" y="32082"/>
                </a:cubicBezTo>
                <a:close/>
                <a:moveTo>
                  <a:pt x="22267" y="162"/>
                </a:moveTo>
                <a:lnTo>
                  <a:pt x="22208" y="206"/>
                </a:lnTo>
                <a:cubicBezTo>
                  <a:pt x="22929" y="1678"/>
                  <a:pt x="23503" y="3253"/>
                  <a:pt x="23900" y="4901"/>
                </a:cubicBezTo>
                <a:cubicBezTo>
                  <a:pt x="24077" y="5593"/>
                  <a:pt x="24224" y="6328"/>
                  <a:pt x="24165" y="7079"/>
                </a:cubicBezTo>
                <a:cubicBezTo>
                  <a:pt x="24121" y="7668"/>
                  <a:pt x="23944" y="8256"/>
                  <a:pt x="23650" y="8830"/>
                </a:cubicBezTo>
                <a:cubicBezTo>
                  <a:pt x="23150" y="9787"/>
                  <a:pt x="22340" y="10684"/>
                  <a:pt x="21163" y="11612"/>
                </a:cubicBezTo>
                <a:cubicBezTo>
                  <a:pt x="19780" y="12671"/>
                  <a:pt x="18293" y="13539"/>
                  <a:pt x="16748" y="14202"/>
                </a:cubicBezTo>
                <a:cubicBezTo>
                  <a:pt x="16307" y="14393"/>
                  <a:pt x="15836" y="14570"/>
                  <a:pt x="15394" y="14731"/>
                </a:cubicBezTo>
                <a:cubicBezTo>
                  <a:pt x="14335" y="15143"/>
                  <a:pt x="13231" y="15541"/>
                  <a:pt x="12259" y="16174"/>
                </a:cubicBezTo>
                <a:cubicBezTo>
                  <a:pt x="11833" y="16453"/>
                  <a:pt x="11450" y="16762"/>
                  <a:pt x="11126" y="17086"/>
                </a:cubicBezTo>
                <a:cubicBezTo>
                  <a:pt x="10199" y="18028"/>
                  <a:pt x="9684" y="19117"/>
                  <a:pt x="9669" y="20176"/>
                </a:cubicBezTo>
                <a:cubicBezTo>
                  <a:pt x="9655" y="21177"/>
                  <a:pt x="10170" y="22045"/>
                  <a:pt x="10641" y="22796"/>
                </a:cubicBezTo>
                <a:cubicBezTo>
                  <a:pt x="11229" y="23694"/>
                  <a:pt x="12127" y="24562"/>
                  <a:pt x="13334" y="25371"/>
                </a:cubicBezTo>
                <a:cubicBezTo>
                  <a:pt x="13555" y="25519"/>
                  <a:pt x="13805" y="25680"/>
                  <a:pt x="14070" y="25872"/>
                </a:cubicBezTo>
                <a:cubicBezTo>
                  <a:pt x="15688" y="26975"/>
                  <a:pt x="16822" y="28182"/>
                  <a:pt x="17499" y="29580"/>
                </a:cubicBezTo>
                <a:cubicBezTo>
                  <a:pt x="17774" y="30132"/>
                  <a:pt x="18179" y="31155"/>
                  <a:pt x="17978" y="32185"/>
                </a:cubicBezTo>
                <a:lnTo>
                  <a:pt x="17978" y="32185"/>
                </a:lnTo>
                <a:cubicBezTo>
                  <a:pt x="18001" y="32171"/>
                  <a:pt x="18024" y="32156"/>
                  <a:pt x="18048" y="32141"/>
                </a:cubicBezTo>
                <a:lnTo>
                  <a:pt x="18048" y="32141"/>
                </a:lnTo>
                <a:cubicBezTo>
                  <a:pt x="18213" y="31107"/>
                  <a:pt x="17834" y="30105"/>
                  <a:pt x="17557" y="29551"/>
                </a:cubicBezTo>
                <a:cubicBezTo>
                  <a:pt x="16866" y="28153"/>
                  <a:pt x="15718" y="26931"/>
                  <a:pt x="14099" y="25813"/>
                </a:cubicBezTo>
                <a:cubicBezTo>
                  <a:pt x="13849" y="25651"/>
                  <a:pt x="13584" y="25460"/>
                  <a:pt x="13363" y="25312"/>
                </a:cubicBezTo>
                <a:cubicBezTo>
                  <a:pt x="12171" y="24518"/>
                  <a:pt x="11273" y="23664"/>
                  <a:pt x="10700" y="22752"/>
                </a:cubicBezTo>
                <a:cubicBezTo>
                  <a:pt x="10199" y="21987"/>
                  <a:pt x="9728" y="21162"/>
                  <a:pt x="9728" y="20176"/>
                </a:cubicBezTo>
                <a:cubicBezTo>
                  <a:pt x="9728" y="19132"/>
                  <a:pt x="10243" y="18072"/>
                  <a:pt x="11156" y="17145"/>
                </a:cubicBezTo>
                <a:cubicBezTo>
                  <a:pt x="11494" y="16792"/>
                  <a:pt x="11877" y="16497"/>
                  <a:pt x="12304" y="16232"/>
                </a:cubicBezTo>
                <a:cubicBezTo>
                  <a:pt x="13275" y="15600"/>
                  <a:pt x="14364" y="15202"/>
                  <a:pt x="15409" y="14790"/>
                </a:cubicBezTo>
                <a:cubicBezTo>
                  <a:pt x="15850" y="14628"/>
                  <a:pt x="16321" y="14437"/>
                  <a:pt x="16763" y="14260"/>
                </a:cubicBezTo>
                <a:cubicBezTo>
                  <a:pt x="18308" y="13598"/>
                  <a:pt x="19809" y="12730"/>
                  <a:pt x="21207" y="11670"/>
                </a:cubicBezTo>
                <a:cubicBezTo>
                  <a:pt x="22399" y="10743"/>
                  <a:pt x="23209" y="9831"/>
                  <a:pt x="23709" y="8845"/>
                </a:cubicBezTo>
                <a:cubicBezTo>
                  <a:pt x="24003" y="8286"/>
                  <a:pt x="24180" y="7668"/>
                  <a:pt x="24224" y="7079"/>
                </a:cubicBezTo>
                <a:cubicBezTo>
                  <a:pt x="24268" y="6328"/>
                  <a:pt x="24121" y="5578"/>
                  <a:pt x="23959" y="4871"/>
                </a:cubicBezTo>
                <a:cubicBezTo>
                  <a:pt x="23562" y="3223"/>
                  <a:pt x="22988" y="1634"/>
                  <a:pt x="22267" y="162"/>
                </a:cubicBezTo>
                <a:close/>
                <a:moveTo>
                  <a:pt x="18368" y="32112"/>
                </a:moveTo>
                <a:lnTo>
                  <a:pt x="18368" y="32112"/>
                </a:lnTo>
                <a:cubicBezTo>
                  <a:pt x="18356" y="32123"/>
                  <a:pt x="18345" y="32134"/>
                  <a:pt x="18337" y="32141"/>
                </a:cubicBezTo>
                <a:cubicBezTo>
                  <a:pt x="18308" y="32156"/>
                  <a:pt x="18308" y="32170"/>
                  <a:pt x="18293" y="32200"/>
                </a:cubicBezTo>
                <a:lnTo>
                  <a:pt x="18367" y="32126"/>
                </a:lnTo>
                <a:cubicBezTo>
                  <a:pt x="18367" y="32121"/>
                  <a:pt x="18367" y="32116"/>
                  <a:pt x="18368" y="32112"/>
                </a:cubicBezTo>
                <a:close/>
                <a:moveTo>
                  <a:pt x="17978" y="32185"/>
                </a:moveTo>
                <a:cubicBezTo>
                  <a:pt x="17942" y="32207"/>
                  <a:pt x="17907" y="32228"/>
                  <a:pt x="17866" y="32244"/>
                </a:cubicBezTo>
                <a:cubicBezTo>
                  <a:pt x="17861" y="32266"/>
                  <a:pt x="17858" y="32285"/>
                  <a:pt x="17855" y="32303"/>
                </a:cubicBezTo>
                <a:lnTo>
                  <a:pt x="17855" y="32303"/>
                </a:lnTo>
                <a:cubicBezTo>
                  <a:pt x="17895" y="32281"/>
                  <a:pt x="17932" y="32259"/>
                  <a:pt x="17969" y="32229"/>
                </a:cubicBezTo>
                <a:cubicBezTo>
                  <a:pt x="17973" y="32214"/>
                  <a:pt x="17976" y="32200"/>
                  <a:pt x="17978" y="32185"/>
                </a:cubicBezTo>
                <a:close/>
                <a:moveTo>
                  <a:pt x="21722" y="162"/>
                </a:moveTo>
                <a:lnTo>
                  <a:pt x="21663" y="206"/>
                </a:lnTo>
                <a:cubicBezTo>
                  <a:pt x="22384" y="1663"/>
                  <a:pt x="22929" y="3223"/>
                  <a:pt x="23297" y="4871"/>
                </a:cubicBezTo>
                <a:cubicBezTo>
                  <a:pt x="23444" y="5563"/>
                  <a:pt x="23591" y="6299"/>
                  <a:pt x="23532" y="7049"/>
                </a:cubicBezTo>
                <a:cubicBezTo>
                  <a:pt x="23488" y="7638"/>
                  <a:pt x="23312" y="8212"/>
                  <a:pt x="23047" y="8771"/>
                </a:cubicBezTo>
                <a:cubicBezTo>
                  <a:pt x="22561" y="9728"/>
                  <a:pt x="21766" y="10655"/>
                  <a:pt x="20633" y="11567"/>
                </a:cubicBezTo>
                <a:cubicBezTo>
                  <a:pt x="19294" y="12656"/>
                  <a:pt x="17837" y="13554"/>
                  <a:pt x="16321" y="14216"/>
                </a:cubicBezTo>
                <a:cubicBezTo>
                  <a:pt x="15880" y="14422"/>
                  <a:pt x="15409" y="14614"/>
                  <a:pt x="14967" y="14790"/>
                </a:cubicBezTo>
                <a:cubicBezTo>
                  <a:pt x="13952" y="15202"/>
                  <a:pt x="12892" y="15614"/>
                  <a:pt x="11950" y="16247"/>
                </a:cubicBezTo>
                <a:cubicBezTo>
                  <a:pt x="11538" y="16527"/>
                  <a:pt x="11156" y="16821"/>
                  <a:pt x="10832" y="17160"/>
                </a:cubicBezTo>
                <a:cubicBezTo>
                  <a:pt x="9920" y="18087"/>
                  <a:pt x="9404" y="19146"/>
                  <a:pt x="9375" y="20206"/>
                </a:cubicBezTo>
                <a:cubicBezTo>
                  <a:pt x="9331" y="21162"/>
                  <a:pt x="9802" y="22001"/>
                  <a:pt x="10258" y="22796"/>
                </a:cubicBezTo>
                <a:cubicBezTo>
                  <a:pt x="10832" y="23753"/>
                  <a:pt x="11744" y="24665"/>
                  <a:pt x="12995" y="25548"/>
                </a:cubicBezTo>
                <a:cubicBezTo>
                  <a:pt x="13290" y="25754"/>
                  <a:pt x="13525" y="25916"/>
                  <a:pt x="13746" y="26092"/>
                </a:cubicBezTo>
                <a:cubicBezTo>
                  <a:pt x="15394" y="27270"/>
                  <a:pt x="16527" y="28594"/>
                  <a:pt x="17204" y="30081"/>
                </a:cubicBezTo>
                <a:cubicBezTo>
                  <a:pt x="17476" y="30681"/>
                  <a:pt x="17747" y="31517"/>
                  <a:pt x="17682" y="32361"/>
                </a:cubicBezTo>
                <a:lnTo>
                  <a:pt x="17682" y="32361"/>
                </a:lnTo>
                <a:cubicBezTo>
                  <a:pt x="17696" y="32352"/>
                  <a:pt x="17710" y="32344"/>
                  <a:pt x="17724" y="32335"/>
                </a:cubicBezTo>
                <a:lnTo>
                  <a:pt x="17724" y="32335"/>
                </a:lnTo>
                <a:cubicBezTo>
                  <a:pt x="17814" y="31481"/>
                  <a:pt x="17538" y="30645"/>
                  <a:pt x="17263" y="30036"/>
                </a:cubicBezTo>
                <a:cubicBezTo>
                  <a:pt x="16571" y="28535"/>
                  <a:pt x="15424" y="27211"/>
                  <a:pt x="13790" y="26019"/>
                </a:cubicBezTo>
                <a:cubicBezTo>
                  <a:pt x="13569" y="25872"/>
                  <a:pt x="13334" y="25680"/>
                  <a:pt x="13039" y="25474"/>
                </a:cubicBezTo>
                <a:cubicBezTo>
                  <a:pt x="11789" y="24621"/>
                  <a:pt x="10861" y="23694"/>
                  <a:pt x="10317" y="22737"/>
                </a:cubicBezTo>
                <a:cubicBezTo>
                  <a:pt x="9846" y="21972"/>
                  <a:pt x="9404" y="21118"/>
                  <a:pt x="9434" y="20176"/>
                </a:cubicBezTo>
                <a:cubicBezTo>
                  <a:pt x="9463" y="19146"/>
                  <a:pt x="9964" y="18101"/>
                  <a:pt x="10861" y="17204"/>
                </a:cubicBezTo>
                <a:cubicBezTo>
                  <a:pt x="11200" y="16865"/>
                  <a:pt x="11568" y="16556"/>
                  <a:pt x="11965" y="16277"/>
                </a:cubicBezTo>
                <a:cubicBezTo>
                  <a:pt x="12907" y="15673"/>
                  <a:pt x="13952" y="15246"/>
                  <a:pt x="14967" y="14849"/>
                </a:cubicBezTo>
                <a:cubicBezTo>
                  <a:pt x="15409" y="14658"/>
                  <a:pt x="15880" y="14481"/>
                  <a:pt x="16321" y="14275"/>
                </a:cubicBezTo>
                <a:cubicBezTo>
                  <a:pt x="17852" y="13598"/>
                  <a:pt x="19309" y="12701"/>
                  <a:pt x="20648" y="11612"/>
                </a:cubicBezTo>
                <a:cubicBezTo>
                  <a:pt x="21810" y="10670"/>
                  <a:pt x="22605" y="9757"/>
                  <a:pt x="23076" y="8771"/>
                </a:cubicBezTo>
                <a:cubicBezTo>
                  <a:pt x="23370" y="8212"/>
                  <a:pt x="23532" y="7623"/>
                  <a:pt x="23591" y="7035"/>
                </a:cubicBezTo>
                <a:cubicBezTo>
                  <a:pt x="23650" y="6269"/>
                  <a:pt x="23518" y="5534"/>
                  <a:pt x="23356" y="4842"/>
                </a:cubicBezTo>
                <a:cubicBezTo>
                  <a:pt x="22988" y="3179"/>
                  <a:pt x="22414" y="1619"/>
                  <a:pt x="21722" y="162"/>
                </a:cubicBezTo>
                <a:close/>
                <a:moveTo>
                  <a:pt x="18190" y="32214"/>
                </a:moveTo>
                <a:lnTo>
                  <a:pt x="18190" y="32214"/>
                </a:lnTo>
                <a:cubicBezTo>
                  <a:pt x="18146" y="32244"/>
                  <a:pt x="18087" y="32273"/>
                  <a:pt x="18058" y="32303"/>
                </a:cubicBezTo>
                <a:cubicBezTo>
                  <a:pt x="18058" y="32347"/>
                  <a:pt x="18043" y="32376"/>
                  <a:pt x="18014" y="32420"/>
                </a:cubicBezTo>
                <a:cubicBezTo>
                  <a:pt x="18072" y="32376"/>
                  <a:pt x="18117" y="32347"/>
                  <a:pt x="18146" y="32303"/>
                </a:cubicBezTo>
                <a:cubicBezTo>
                  <a:pt x="18161" y="32288"/>
                  <a:pt x="18190" y="32244"/>
                  <a:pt x="18190" y="32214"/>
                </a:cubicBezTo>
                <a:close/>
                <a:moveTo>
                  <a:pt x="18058" y="32479"/>
                </a:moveTo>
                <a:lnTo>
                  <a:pt x="18058" y="32479"/>
                </a:lnTo>
                <a:cubicBezTo>
                  <a:pt x="18052" y="32485"/>
                  <a:pt x="18049" y="32491"/>
                  <a:pt x="18045" y="32497"/>
                </a:cubicBezTo>
                <a:lnTo>
                  <a:pt x="18045" y="32497"/>
                </a:lnTo>
                <a:cubicBezTo>
                  <a:pt x="18050" y="32491"/>
                  <a:pt x="18055" y="32486"/>
                  <a:pt x="18058" y="32479"/>
                </a:cubicBezTo>
                <a:close/>
                <a:moveTo>
                  <a:pt x="17682" y="32361"/>
                </a:moveTo>
                <a:cubicBezTo>
                  <a:pt x="17640" y="32385"/>
                  <a:pt x="17599" y="32410"/>
                  <a:pt x="17557" y="32435"/>
                </a:cubicBezTo>
                <a:cubicBezTo>
                  <a:pt x="17557" y="32460"/>
                  <a:pt x="17557" y="32480"/>
                  <a:pt x="17556" y="32499"/>
                </a:cubicBezTo>
                <a:lnTo>
                  <a:pt x="17556" y="32499"/>
                </a:lnTo>
                <a:cubicBezTo>
                  <a:pt x="17593" y="32480"/>
                  <a:pt x="17631" y="32460"/>
                  <a:pt x="17675" y="32435"/>
                </a:cubicBezTo>
                <a:cubicBezTo>
                  <a:pt x="17678" y="32410"/>
                  <a:pt x="17680" y="32385"/>
                  <a:pt x="17682" y="32361"/>
                </a:cubicBezTo>
                <a:close/>
                <a:moveTo>
                  <a:pt x="18045" y="32497"/>
                </a:moveTo>
                <a:cubicBezTo>
                  <a:pt x="18025" y="32515"/>
                  <a:pt x="17996" y="32527"/>
                  <a:pt x="17984" y="32538"/>
                </a:cubicBezTo>
                <a:cubicBezTo>
                  <a:pt x="17979" y="32549"/>
                  <a:pt x="17975" y="32558"/>
                  <a:pt x="17972" y="32565"/>
                </a:cubicBezTo>
                <a:lnTo>
                  <a:pt x="17972" y="32565"/>
                </a:lnTo>
                <a:lnTo>
                  <a:pt x="18014" y="32523"/>
                </a:lnTo>
                <a:cubicBezTo>
                  <a:pt x="18032" y="32515"/>
                  <a:pt x="18039" y="32506"/>
                  <a:pt x="18045" y="32497"/>
                </a:cubicBezTo>
                <a:close/>
                <a:moveTo>
                  <a:pt x="21178" y="192"/>
                </a:moveTo>
                <a:lnTo>
                  <a:pt x="21134" y="221"/>
                </a:lnTo>
                <a:cubicBezTo>
                  <a:pt x="21825" y="1663"/>
                  <a:pt x="22384" y="3223"/>
                  <a:pt x="22723" y="4857"/>
                </a:cubicBezTo>
                <a:cubicBezTo>
                  <a:pt x="22855" y="5504"/>
                  <a:pt x="23003" y="6255"/>
                  <a:pt x="22929" y="7005"/>
                </a:cubicBezTo>
                <a:cubicBezTo>
                  <a:pt x="22870" y="7579"/>
                  <a:pt x="22708" y="8168"/>
                  <a:pt x="22429" y="8727"/>
                </a:cubicBezTo>
                <a:cubicBezTo>
                  <a:pt x="21972" y="9684"/>
                  <a:pt x="21207" y="10596"/>
                  <a:pt x="20103" y="11538"/>
                </a:cubicBezTo>
                <a:cubicBezTo>
                  <a:pt x="18794" y="12642"/>
                  <a:pt x="17381" y="13554"/>
                  <a:pt x="15909" y="14260"/>
                </a:cubicBezTo>
                <a:cubicBezTo>
                  <a:pt x="15468" y="14467"/>
                  <a:pt x="14997" y="14658"/>
                  <a:pt x="14541" y="14849"/>
                </a:cubicBezTo>
                <a:cubicBezTo>
                  <a:pt x="13569" y="15276"/>
                  <a:pt x="12539" y="15688"/>
                  <a:pt x="11641" y="16306"/>
                </a:cubicBezTo>
                <a:cubicBezTo>
                  <a:pt x="11229" y="16571"/>
                  <a:pt x="10861" y="16865"/>
                  <a:pt x="10538" y="17218"/>
                </a:cubicBezTo>
                <a:cubicBezTo>
                  <a:pt x="9655" y="18116"/>
                  <a:pt x="9140" y="19176"/>
                  <a:pt x="9081" y="20206"/>
                </a:cubicBezTo>
                <a:cubicBezTo>
                  <a:pt x="9022" y="21133"/>
                  <a:pt x="9434" y="21942"/>
                  <a:pt x="9875" y="22752"/>
                </a:cubicBezTo>
                <a:cubicBezTo>
                  <a:pt x="10420" y="23767"/>
                  <a:pt x="11347" y="24724"/>
                  <a:pt x="12672" y="25695"/>
                </a:cubicBezTo>
                <a:cubicBezTo>
                  <a:pt x="12966" y="25916"/>
                  <a:pt x="13216" y="26107"/>
                  <a:pt x="13437" y="26269"/>
                </a:cubicBezTo>
                <a:cubicBezTo>
                  <a:pt x="15070" y="27520"/>
                  <a:pt x="16248" y="28962"/>
                  <a:pt x="16910" y="30552"/>
                </a:cubicBezTo>
                <a:cubicBezTo>
                  <a:pt x="17221" y="31287"/>
                  <a:pt x="17369" y="31954"/>
                  <a:pt x="17341" y="32567"/>
                </a:cubicBezTo>
                <a:lnTo>
                  <a:pt x="17341" y="32567"/>
                </a:lnTo>
                <a:cubicBezTo>
                  <a:pt x="17364" y="32554"/>
                  <a:pt x="17388" y="32541"/>
                  <a:pt x="17411" y="32529"/>
                </a:cubicBezTo>
                <a:lnTo>
                  <a:pt x="17411" y="32529"/>
                </a:lnTo>
                <a:cubicBezTo>
                  <a:pt x="17418" y="31911"/>
                  <a:pt x="17298" y="31251"/>
                  <a:pt x="16983" y="30522"/>
                </a:cubicBezTo>
                <a:cubicBezTo>
                  <a:pt x="16321" y="28903"/>
                  <a:pt x="15129" y="27446"/>
                  <a:pt x="13496" y="26195"/>
                </a:cubicBezTo>
                <a:cubicBezTo>
                  <a:pt x="13275" y="26034"/>
                  <a:pt x="13010" y="25842"/>
                  <a:pt x="12716" y="25622"/>
                </a:cubicBezTo>
                <a:cubicBezTo>
                  <a:pt x="11391" y="24665"/>
                  <a:pt x="10494" y="23708"/>
                  <a:pt x="9949" y="22722"/>
                </a:cubicBezTo>
                <a:cubicBezTo>
                  <a:pt x="9507" y="21913"/>
                  <a:pt x="9110" y="21118"/>
                  <a:pt x="9154" y="20206"/>
                </a:cubicBezTo>
                <a:cubicBezTo>
                  <a:pt x="9213" y="19205"/>
                  <a:pt x="9699" y="18160"/>
                  <a:pt x="10582" y="17277"/>
                </a:cubicBezTo>
                <a:cubicBezTo>
                  <a:pt x="10920" y="16939"/>
                  <a:pt x="11288" y="16630"/>
                  <a:pt x="11671" y="16380"/>
                </a:cubicBezTo>
                <a:cubicBezTo>
                  <a:pt x="12569" y="15762"/>
                  <a:pt x="13584" y="15349"/>
                  <a:pt x="14555" y="14923"/>
                </a:cubicBezTo>
                <a:cubicBezTo>
                  <a:pt x="14997" y="14731"/>
                  <a:pt x="15482" y="14540"/>
                  <a:pt x="15924" y="14334"/>
                </a:cubicBezTo>
                <a:cubicBezTo>
                  <a:pt x="17410" y="13628"/>
                  <a:pt x="18823" y="12715"/>
                  <a:pt x="20133" y="11612"/>
                </a:cubicBezTo>
                <a:cubicBezTo>
                  <a:pt x="21251" y="10655"/>
                  <a:pt x="22017" y="9728"/>
                  <a:pt x="22487" y="8757"/>
                </a:cubicBezTo>
                <a:cubicBezTo>
                  <a:pt x="22767" y="8183"/>
                  <a:pt x="22929" y="7594"/>
                  <a:pt x="22988" y="7005"/>
                </a:cubicBezTo>
                <a:cubicBezTo>
                  <a:pt x="23061" y="6255"/>
                  <a:pt x="22914" y="5490"/>
                  <a:pt x="22782" y="4842"/>
                </a:cubicBezTo>
                <a:cubicBezTo>
                  <a:pt x="22429" y="3208"/>
                  <a:pt x="21899" y="1634"/>
                  <a:pt x="21178" y="192"/>
                </a:cubicBezTo>
                <a:close/>
                <a:moveTo>
                  <a:pt x="17972" y="32565"/>
                </a:moveTo>
                <a:lnTo>
                  <a:pt x="17940" y="32597"/>
                </a:lnTo>
                <a:cubicBezTo>
                  <a:pt x="17959" y="32588"/>
                  <a:pt x="17966" y="32578"/>
                  <a:pt x="17972" y="32565"/>
                </a:cubicBezTo>
                <a:close/>
                <a:moveTo>
                  <a:pt x="17938" y="32397"/>
                </a:moveTo>
                <a:cubicBezTo>
                  <a:pt x="17883" y="32469"/>
                  <a:pt x="17827" y="32539"/>
                  <a:pt x="17766" y="32606"/>
                </a:cubicBezTo>
                <a:lnTo>
                  <a:pt x="17766" y="32606"/>
                </a:lnTo>
                <a:cubicBezTo>
                  <a:pt x="17780" y="32575"/>
                  <a:pt x="17793" y="32522"/>
                  <a:pt x="17793" y="32494"/>
                </a:cubicBezTo>
                <a:lnTo>
                  <a:pt x="17938" y="32397"/>
                </a:lnTo>
                <a:close/>
                <a:moveTo>
                  <a:pt x="17341" y="32567"/>
                </a:moveTo>
                <a:lnTo>
                  <a:pt x="17341" y="32567"/>
                </a:lnTo>
                <a:cubicBezTo>
                  <a:pt x="17309" y="32584"/>
                  <a:pt x="17278" y="32600"/>
                  <a:pt x="17248" y="32612"/>
                </a:cubicBezTo>
                <a:cubicBezTo>
                  <a:pt x="17248" y="32637"/>
                  <a:pt x="17248" y="32661"/>
                  <a:pt x="17245" y="32687"/>
                </a:cubicBezTo>
                <a:lnTo>
                  <a:pt x="17245" y="32687"/>
                </a:lnTo>
                <a:cubicBezTo>
                  <a:pt x="17276" y="32672"/>
                  <a:pt x="17306" y="32656"/>
                  <a:pt x="17337" y="32641"/>
                </a:cubicBezTo>
                <a:cubicBezTo>
                  <a:pt x="17338" y="32616"/>
                  <a:pt x="17340" y="32592"/>
                  <a:pt x="17341" y="32567"/>
                </a:cubicBezTo>
                <a:close/>
                <a:moveTo>
                  <a:pt x="17719" y="32538"/>
                </a:moveTo>
                <a:cubicBezTo>
                  <a:pt x="17719" y="32568"/>
                  <a:pt x="17705" y="32597"/>
                  <a:pt x="17690" y="32612"/>
                </a:cubicBezTo>
                <a:cubicBezTo>
                  <a:pt x="17690" y="32641"/>
                  <a:pt x="17675" y="32656"/>
                  <a:pt x="17675" y="32671"/>
                </a:cubicBezTo>
                <a:cubicBezTo>
                  <a:pt x="17616" y="32715"/>
                  <a:pt x="17557" y="32759"/>
                  <a:pt x="17484" y="32803"/>
                </a:cubicBezTo>
                <a:cubicBezTo>
                  <a:pt x="17499" y="32744"/>
                  <a:pt x="17499" y="32715"/>
                  <a:pt x="17528" y="32656"/>
                </a:cubicBezTo>
                <a:cubicBezTo>
                  <a:pt x="17602" y="32641"/>
                  <a:pt x="17646" y="32597"/>
                  <a:pt x="17719" y="32538"/>
                </a:cubicBezTo>
                <a:close/>
                <a:moveTo>
                  <a:pt x="17852" y="32641"/>
                </a:moveTo>
                <a:lnTo>
                  <a:pt x="17852" y="32641"/>
                </a:lnTo>
                <a:cubicBezTo>
                  <a:pt x="17822" y="32671"/>
                  <a:pt x="17763" y="32685"/>
                  <a:pt x="17719" y="32730"/>
                </a:cubicBezTo>
                <a:cubicBezTo>
                  <a:pt x="17705" y="32744"/>
                  <a:pt x="17705" y="32788"/>
                  <a:pt x="17690" y="32818"/>
                </a:cubicBezTo>
                <a:cubicBezTo>
                  <a:pt x="17719" y="32803"/>
                  <a:pt x="17763" y="32759"/>
                  <a:pt x="17793" y="32730"/>
                </a:cubicBezTo>
                <a:cubicBezTo>
                  <a:pt x="17822" y="32715"/>
                  <a:pt x="17837" y="32671"/>
                  <a:pt x="17852" y="32641"/>
                </a:cubicBezTo>
                <a:close/>
                <a:moveTo>
                  <a:pt x="16983" y="32764"/>
                </a:moveTo>
                <a:cubicBezTo>
                  <a:pt x="16960" y="32776"/>
                  <a:pt x="16935" y="32789"/>
                  <a:pt x="16910" y="32803"/>
                </a:cubicBezTo>
                <a:cubicBezTo>
                  <a:pt x="16910" y="32824"/>
                  <a:pt x="16910" y="32843"/>
                  <a:pt x="16909" y="32862"/>
                </a:cubicBezTo>
                <a:lnTo>
                  <a:pt x="16909" y="32862"/>
                </a:lnTo>
                <a:cubicBezTo>
                  <a:pt x="16934" y="32849"/>
                  <a:pt x="16959" y="32834"/>
                  <a:pt x="16983" y="32818"/>
                </a:cubicBezTo>
                <a:cubicBezTo>
                  <a:pt x="16983" y="32800"/>
                  <a:pt x="16983" y="32782"/>
                  <a:pt x="16983" y="32764"/>
                </a:cubicBezTo>
                <a:close/>
                <a:moveTo>
                  <a:pt x="20133" y="192"/>
                </a:moveTo>
                <a:lnTo>
                  <a:pt x="20074" y="221"/>
                </a:lnTo>
                <a:cubicBezTo>
                  <a:pt x="20780" y="1619"/>
                  <a:pt x="21281" y="3164"/>
                  <a:pt x="21590" y="4783"/>
                </a:cubicBezTo>
                <a:cubicBezTo>
                  <a:pt x="21693" y="5416"/>
                  <a:pt x="21810" y="6152"/>
                  <a:pt x="21737" y="6902"/>
                </a:cubicBezTo>
                <a:cubicBezTo>
                  <a:pt x="21678" y="7476"/>
                  <a:pt x="21516" y="8035"/>
                  <a:pt x="21251" y="8595"/>
                </a:cubicBezTo>
                <a:cubicBezTo>
                  <a:pt x="20810" y="9551"/>
                  <a:pt x="20103" y="10493"/>
                  <a:pt x="19088" y="11450"/>
                </a:cubicBezTo>
                <a:cubicBezTo>
                  <a:pt x="17866" y="12583"/>
                  <a:pt x="16527" y="13539"/>
                  <a:pt x="15100" y="14290"/>
                </a:cubicBezTo>
                <a:cubicBezTo>
                  <a:pt x="14658" y="14540"/>
                  <a:pt x="14187" y="14761"/>
                  <a:pt x="13731" y="14952"/>
                </a:cubicBezTo>
                <a:cubicBezTo>
                  <a:pt x="12833" y="15379"/>
                  <a:pt x="11892" y="15820"/>
                  <a:pt x="11053" y="16424"/>
                </a:cubicBezTo>
                <a:cubicBezTo>
                  <a:pt x="10655" y="16703"/>
                  <a:pt x="10317" y="16998"/>
                  <a:pt x="9993" y="17336"/>
                </a:cubicBezTo>
                <a:cubicBezTo>
                  <a:pt x="9154" y="18190"/>
                  <a:pt x="8639" y="19205"/>
                  <a:pt x="8551" y="20176"/>
                </a:cubicBezTo>
                <a:cubicBezTo>
                  <a:pt x="8448" y="21089"/>
                  <a:pt x="8801" y="21913"/>
                  <a:pt x="9154" y="22708"/>
                </a:cubicBezTo>
                <a:cubicBezTo>
                  <a:pt x="9669" y="23826"/>
                  <a:pt x="10582" y="24871"/>
                  <a:pt x="12053" y="26019"/>
                </a:cubicBezTo>
                <a:cubicBezTo>
                  <a:pt x="12348" y="26254"/>
                  <a:pt x="12627" y="26460"/>
                  <a:pt x="12863" y="26652"/>
                </a:cubicBezTo>
                <a:cubicBezTo>
                  <a:pt x="14599" y="28079"/>
                  <a:pt x="15777" y="29713"/>
                  <a:pt x="16380" y="31538"/>
                </a:cubicBezTo>
                <a:cubicBezTo>
                  <a:pt x="16553" y="32028"/>
                  <a:pt x="16653" y="32483"/>
                  <a:pt x="16682" y="32902"/>
                </a:cubicBezTo>
                <a:lnTo>
                  <a:pt x="16682" y="32902"/>
                </a:lnTo>
                <a:cubicBezTo>
                  <a:pt x="16692" y="32897"/>
                  <a:pt x="16701" y="32893"/>
                  <a:pt x="16711" y="32888"/>
                </a:cubicBezTo>
                <a:lnTo>
                  <a:pt x="16711" y="32888"/>
                </a:lnTo>
                <a:cubicBezTo>
                  <a:pt x="16663" y="32453"/>
                  <a:pt x="16562" y="31979"/>
                  <a:pt x="16395" y="31479"/>
                </a:cubicBezTo>
                <a:cubicBezTo>
                  <a:pt x="15777" y="29654"/>
                  <a:pt x="14599" y="28006"/>
                  <a:pt x="12863" y="26578"/>
                </a:cubicBezTo>
                <a:cubicBezTo>
                  <a:pt x="12627" y="26387"/>
                  <a:pt x="12348" y="26181"/>
                  <a:pt x="12053" y="25945"/>
                </a:cubicBezTo>
                <a:cubicBezTo>
                  <a:pt x="10611" y="24797"/>
                  <a:pt x="9684" y="23767"/>
                  <a:pt x="9169" y="22664"/>
                </a:cubicBezTo>
                <a:cubicBezTo>
                  <a:pt x="8816" y="21898"/>
                  <a:pt x="8492" y="21089"/>
                  <a:pt x="8580" y="20176"/>
                </a:cubicBezTo>
                <a:cubicBezTo>
                  <a:pt x="8669" y="19220"/>
                  <a:pt x="9184" y="18219"/>
                  <a:pt x="10023" y="17366"/>
                </a:cubicBezTo>
                <a:cubicBezTo>
                  <a:pt x="10332" y="17057"/>
                  <a:pt x="10685" y="16748"/>
                  <a:pt x="11067" y="16483"/>
                </a:cubicBezTo>
                <a:cubicBezTo>
                  <a:pt x="11906" y="15894"/>
                  <a:pt x="12848" y="15453"/>
                  <a:pt x="13746" y="15026"/>
                </a:cubicBezTo>
                <a:cubicBezTo>
                  <a:pt x="14187" y="14834"/>
                  <a:pt x="14673" y="14614"/>
                  <a:pt x="15114" y="14363"/>
                </a:cubicBezTo>
                <a:cubicBezTo>
                  <a:pt x="16542" y="13613"/>
                  <a:pt x="17896" y="12656"/>
                  <a:pt x="19117" y="11494"/>
                </a:cubicBezTo>
                <a:cubicBezTo>
                  <a:pt x="20148" y="10523"/>
                  <a:pt x="20869" y="9581"/>
                  <a:pt x="21310" y="8609"/>
                </a:cubicBezTo>
                <a:cubicBezTo>
                  <a:pt x="21575" y="8035"/>
                  <a:pt x="21737" y="7476"/>
                  <a:pt x="21796" y="6902"/>
                </a:cubicBezTo>
                <a:cubicBezTo>
                  <a:pt x="21869" y="6122"/>
                  <a:pt x="21752" y="5387"/>
                  <a:pt x="21649" y="4768"/>
                </a:cubicBezTo>
                <a:cubicBezTo>
                  <a:pt x="21354" y="3135"/>
                  <a:pt x="20839" y="1604"/>
                  <a:pt x="20133" y="192"/>
                </a:cubicBezTo>
                <a:close/>
                <a:moveTo>
                  <a:pt x="17454" y="32730"/>
                </a:moveTo>
                <a:lnTo>
                  <a:pt x="17454" y="32730"/>
                </a:lnTo>
                <a:cubicBezTo>
                  <a:pt x="17425" y="32788"/>
                  <a:pt x="17425" y="32818"/>
                  <a:pt x="17410" y="32877"/>
                </a:cubicBezTo>
                <a:cubicBezTo>
                  <a:pt x="17337" y="32936"/>
                  <a:pt x="17263" y="32965"/>
                  <a:pt x="17204" y="33009"/>
                </a:cubicBezTo>
                <a:cubicBezTo>
                  <a:pt x="17234" y="32950"/>
                  <a:pt x="17234" y="32891"/>
                  <a:pt x="17234" y="32862"/>
                </a:cubicBezTo>
                <a:cubicBezTo>
                  <a:pt x="17307" y="32818"/>
                  <a:pt x="17381" y="32759"/>
                  <a:pt x="17454" y="32730"/>
                </a:cubicBezTo>
                <a:close/>
                <a:moveTo>
                  <a:pt x="17690" y="32906"/>
                </a:moveTo>
                <a:lnTo>
                  <a:pt x="17690" y="32906"/>
                </a:lnTo>
                <a:cubicBezTo>
                  <a:pt x="17660" y="32950"/>
                  <a:pt x="17631" y="32965"/>
                  <a:pt x="17616" y="32980"/>
                </a:cubicBezTo>
                <a:cubicBezTo>
                  <a:pt x="17616" y="32997"/>
                  <a:pt x="17616" y="33009"/>
                  <a:pt x="17613" y="33019"/>
                </a:cubicBezTo>
                <a:lnTo>
                  <a:pt x="17613" y="33019"/>
                </a:lnTo>
                <a:cubicBezTo>
                  <a:pt x="17629" y="32997"/>
                  <a:pt x="17652" y="32976"/>
                  <a:pt x="17675" y="32965"/>
                </a:cubicBezTo>
                <a:cubicBezTo>
                  <a:pt x="17675" y="32950"/>
                  <a:pt x="17690" y="32936"/>
                  <a:pt x="17690" y="32906"/>
                </a:cubicBezTo>
                <a:close/>
                <a:moveTo>
                  <a:pt x="17586" y="32822"/>
                </a:moveTo>
                <a:cubicBezTo>
                  <a:pt x="17531" y="32894"/>
                  <a:pt x="17475" y="32965"/>
                  <a:pt x="17413" y="33032"/>
                </a:cubicBezTo>
                <a:lnTo>
                  <a:pt x="17413" y="33032"/>
                </a:lnTo>
                <a:cubicBezTo>
                  <a:pt x="17429" y="33001"/>
                  <a:pt x="17454" y="32947"/>
                  <a:pt x="17454" y="32906"/>
                </a:cubicBezTo>
                <a:lnTo>
                  <a:pt x="17586" y="32822"/>
                </a:lnTo>
                <a:close/>
                <a:moveTo>
                  <a:pt x="17613" y="33019"/>
                </a:moveTo>
                <a:cubicBezTo>
                  <a:pt x="17609" y="33026"/>
                  <a:pt x="17605" y="33032"/>
                  <a:pt x="17602" y="33039"/>
                </a:cubicBezTo>
                <a:cubicBezTo>
                  <a:pt x="17608" y="33032"/>
                  <a:pt x="17611" y="33026"/>
                  <a:pt x="17613" y="33019"/>
                </a:cubicBezTo>
                <a:close/>
                <a:moveTo>
                  <a:pt x="19632" y="221"/>
                </a:moveTo>
                <a:lnTo>
                  <a:pt x="19588" y="265"/>
                </a:lnTo>
                <a:cubicBezTo>
                  <a:pt x="20280" y="1663"/>
                  <a:pt x="20766" y="3164"/>
                  <a:pt x="21031" y="4783"/>
                </a:cubicBezTo>
                <a:cubicBezTo>
                  <a:pt x="21134" y="5357"/>
                  <a:pt x="21237" y="6108"/>
                  <a:pt x="21148" y="6888"/>
                </a:cubicBezTo>
                <a:cubicBezTo>
                  <a:pt x="21089" y="7432"/>
                  <a:pt x="20927" y="8006"/>
                  <a:pt x="20692" y="8551"/>
                </a:cubicBezTo>
                <a:cubicBezTo>
                  <a:pt x="20265" y="9507"/>
                  <a:pt x="19559" y="10449"/>
                  <a:pt x="18588" y="11420"/>
                </a:cubicBezTo>
                <a:cubicBezTo>
                  <a:pt x="17410" y="12583"/>
                  <a:pt x="16100" y="13554"/>
                  <a:pt x="14702" y="14334"/>
                </a:cubicBezTo>
                <a:cubicBezTo>
                  <a:pt x="14261" y="14570"/>
                  <a:pt x="13805" y="14805"/>
                  <a:pt x="13349" y="15026"/>
                </a:cubicBezTo>
                <a:cubicBezTo>
                  <a:pt x="12480" y="15467"/>
                  <a:pt x="11583" y="15909"/>
                  <a:pt x="10773" y="16497"/>
                </a:cubicBezTo>
                <a:cubicBezTo>
                  <a:pt x="10405" y="16777"/>
                  <a:pt x="10052" y="17071"/>
                  <a:pt x="9743" y="17380"/>
                </a:cubicBezTo>
                <a:cubicBezTo>
                  <a:pt x="8919" y="18234"/>
                  <a:pt x="8404" y="19220"/>
                  <a:pt x="8286" y="20176"/>
                </a:cubicBezTo>
                <a:cubicBezTo>
                  <a:pt x="8183" y="21089"/>
                  <a:pt x="8477" y="21913"/>
                  <a:pt x="8801" y="22664"/>
                </a:cubicBezTo>
                <a:cubicBezTo>
                  <a:pt x="9434" y="24150"/>
                  <a:pt x="10714" y="25312"/>
                  <a:pt x="11744" y="26166"/>
                </a:cubicBezTo>
                <a:cubicBezTo>
                  <a:pt x="12053" y="26401"/>
                  <a:pt x="12333" y="26637"/>
                  <a:pt x="12569" y="26843"/>
                </a:cubicBezTo>
                <a:cubicBezTo>
                  <a:pt x="14335" y="28344"/>
                  <a:pt x="15541" y="30081"/>
                  <a:pt x="16100" y="31994"/>
                </a:cubicBezTo>
                <a:cubicBezTo>
                  <a:pt x="16216" y="32380"/>
                  <a:pt x="16298" y="32732"/>
                  <a:pt x="16347" y="33080"/>
                </a:cubicBezTo>
                <a:lnTo>
                  <a:pt x="16347" y="33080"/>
                </a:lnTo>
                <a:cubicBezTo>
                  <a:pt x="16358" y="33073"/>
                  <a:pt x="16371" y="33067"/>
                  <a:pt x="16383" y="33060"/>
                </a:cubicBezTo>
                <a:lnTo>
                  <a:pt x="16383" y="33060"/>
                </a:lnTo>
                <a:cubicBezTo>
                  <a:pt x="16345" y="32728"/>
                  <a:pt x="16262" y="32371"/>
                  <a:pt x="16145" y="31979"/>
                </a:cubicBezTo>
                <a:cubicBezTo>
                  <a:pt x="15556" y="30036"/>
                  <a:pt x="14364" y="28300"/>
                  <a:pt x="12598" y="26784"/>
                </a:cubicBezTo>
                <a:cubicBezTo>
                  <a:pt x="12333" y="26563"/>
                  <a:pt x="12053" y="26343"/>
                  <a:pt x="11759" y="26107"/>
                </a:cubicBezTo>
                <a:cubicBezTo>
                  <a:pt x="10714" y="25283"/>
                  <a:pt x="9449" y="24120"/>
                  <a:pt x="8845" y="22649"/>
                </a:cubicBezTo>
                <a:cubicBezTo>
                  <a:pt x="8521" y="21898"/>
                  <a:pt x="8227" y="21089"/>
                  <a:pt x="8345" y="20206"/>
                </a:cubicBezTo>
                <a:cubicBezTo>
                  <a:pt x="8448" y="19264"/>
                  <a:pt x="8963" y="18293"/>
                  <a:pt x="9772" y="17439"/>
                </a:cubicBezTo>
                <a:cubicBezTo>
                  <a:pt x="10096" y="17130"/>
                  <a:pt x="10420" y="16836"/>
                  <a:pt x="10788" y="16556"/>
                </a:cubicBezTo>
                <a:cubicBezTo>
                  <a:pt x="11597" y="15968"/>
                  <a:pt x="12495" y="15526"/>
                  <a:pt x="13363" y="15099"/>
                </a:cubicBezTo>
                <a:cubicBezTo>
                  <a:pt x="13805" y="14879"/>
                  <a:pt x="14290" y="14643"/>
                  <a:pt x="14732" y="14408"/>
                </a:cubicBezTo>
                <a:cubicBezTo>
                  <a:pt x="16145" y="13628"/>
                  <a:pt x="17454" y="12642"/>
                  <a:pt x="18632" y="11479"/>
                </a:cubicBezTo>
                <a:cubicBezTo>
                  <a:pt x="19618" y="10508"/>
                  <a:pt x="20324" y="9551"/>
                  <a:pt x="20736" y="8580"/>
                </a:cubicBezTo>
                <a:cubicBezTo>
                  <a:pt x="21001" y="8006"/>
                  <a:pt x="21148" y="7432"/>
                  <a:pt x="21207" y="6888"/>
                </a:cubicBezTo>
                <a:cubicBezTo>
                  <a:pt x="21281" y="6108"/>
                  <a:pt x="21178" y="5357"/>
                  <a:pt x="21089" y="4768"/>
                </a:cubicBezTo>
                <a:cubicBezTo>
                  <a:pt x="20810" y="3150"/>
                  <a:pt x="20324" y="1619"/>
                  <a:pt x="19632" y="221"/>
                </a:cubicBezTo>
                <a:close/>
                <a:moveTo>
                  <a:pt x="16682" y="32902"/>
                </a:moveTo>
                <a:lnTo>
                  <a:pt x="16682" y="32902"/>
                </a:lnTo>
                <a:cubicBezTo>
                  <a:pt x="16645" y="32921"/>
                  <a:pt x="16608" y="32940"/>
                  <a:pt x="16571" y="32965"/>
                </a:cubicBezTo>
                <a:cubicBezTo>
                  <a:pt x="16571" y="33016"/>
                  <a:pt x="16571" y="33059"/>
                  <a:pt x="16576" y="33101"/>
                </a:cubicBezTo>
                <a:lnTo>
                  <a:pt x="16576" y="33101"/>
                </a:lnTo>
                <a:lnTo>
                  <a:pt x="16616" y="33083"/>
                </a:lnTo>
                <a:cubicBezTo>
                  <a:pt x="16660" y="33053"/>
                  <a:pt x="16674" y="33053"/>
                  <a:pt x="16689" y="33039"/>
                </a:cubicBezTo>
                <a:cubicBezTo>
                  <a:pt x="16688" y="32994"/>
                  <a:pt x="16685" y="32948"/>
                  <a:pt x="16682" y="32902"/>
                </a:cubicBezTo>
                <a:close/>
                <a:moveTo>
                  <a:pt x="16513" y="33009"/>
                </a:moveTo>
                <a:cubicBezTo>
                  <a:pt x="16498" y="33009"/>
                  <a:pt x="16498" y="33024"/>
                  <a:pt x="16468" y="33024"/>
                </a:cubicBezTo>
                <a:cubicBezTo>
                  <a:pt x="16440" y="33033"/>
                  <a:pt x="16411" y="33046"/>
                  <a:pt x="16383" y="33060"/>
                </a:cubicBezTo>
                <a:lnTo>
                  <a:pt x="16383" y="33060"/>
                </a:lnTo>
                <a:cubicBezTo>
                  <a:pt x="16387" y="33103"/>
                  <a:pt x="16392" y="33144"/>
                  <a:pt x="16395" y="33186"/>
                </a:cubicBezTo>
                <a:lnTo>
                  <a:pt x="16513" y="33131"/>
                </a:lnTo>
                <a:lnTo>
                  <a:pt x="16513" y="33009"/>
                </a:lnTo>
                <a:close/>
                <a:moveTo>
                  <a:pt x="17131" y="32891"/>
                </a:moveTo>
                <a:cubicBezTo>
                  <a:pt x="17131" y="32950"/>
                  <a:pt x="17116" y="33009"/>
                  <a:pt x="17101" y="33053"/>
                </a:cubicBezTo>
                <a:cubicBezTo>
                  <a:pt x="17028" y="33112"/>
                  <a:pt x="16954" y="33156"/>
                  <a:pt x="16866" y="33200"/>
                </a:cubicBezTo>
                <a:cubicBezTo>
                  <a:pt x="16895" y="33156"/>
                  <a:pt x="16895" y="33097"/>
                  <a:pt x="16895" y="33039"/>
                </a:cubicBezTo>
                <a:cubicBezTo>
                  <a:pt x="16969" y="32980"/>
                  <a:pt x="17057" y="32950"/>
                  <a:pt x="17131" y="32891"/>
                </a:cubicBezTo>
                <a:close/>
                <a:moveTo>
                  <a:pt x="17381" y="32980"/>
                </a:moveTo>
                <a:cubicBezTo>
                  <a:pt x="17381" y="33009"/>
                  <a:pt x="17351" y="33024"/>
                  <a:pt x="17351" y="33024"/>
                </a:cubicBezTo>
                <a:cubicBezTo>
                  <a:pt x="17337" y="33053"/>
                  <a:pt x="17337" y="33097"/>
                  <a:pt x="17322" y="33112"/>
                </a:cubicBezTo>
                <a:cubicBezTo>
                  <a:pt x="17263" y="33142"/>
                  <a:pt x="17204" y="33200"/>
                  <a:pt x="17131" y="33245"/>
                </a:cubicBezTo>
                <a:cubicBezTo>
                  <a:pt x="17160" y="33186"/>
                  <a:pt x="17160" y="33142"/>
                  <a:pt x="17175" y="33097"/>
                </a:cubicBezTo>
                <a:cubicBezTo>
                  <a:pt x="17248" y="33053"/>
                  <a:pt x="17307" y="33024"/>
                  <a:pt x="17381" y="32980"/>
                </a:cubicBezTo>
                <a:close/>
                <a:moveTo>
                  <a:pt x="17499" y="33053"/>
                </a:moveTo>
                <a:lnTo>
                  <a:pt x="17499" y="33053"/>
                </a:lnTo>
                <a:cubicBezTo>
                  <a:pt x="17469" y="33083"/>
                  <a:pt x="17410" y="33112"/>
                  <a:pt x="17381" y="33156"/>
                </a:cubicBezTo>
                <a:cubicBezTo>
                  <a:pt x="17351" y="33186"/>
                  <a:pt x="17351" y="33200"/>
                  <a:pt x="17337" y="33245"/>
                </a:cubicBezTo>
                <a:cubicBezTo>
                  <a:pt x="17366" y="33230"/>
                  <a:pt x="17410" y="33186"/>
                  <a:pt x="17454" y="33156"/>
                </a:cubicBezTo>
                <a:cubicBezTo>
                  <a:pt x="17469" y="33127"/>
                  <a:pt x="17484" y="33097"/>
                  <a:pt x="17499" y="33053"/>
                </a:cubicBezTo>
                <a:close/>
                <a:moveTo>
                  <a:pt x="16347" y="33080"/>
                </a:moveTo>
                <a:cubicBezTo>
                  <a:pt x="16301" y="33105"/>
                  <a:pt x="16258" y="33133"/>
                  <a:pt x="16218" y="33156"/>
                </a:cubicBezTo>
                <a:lnTo>
                  <a:pt x="16218" y="33303"/>
                </a:lnTo>
                <a:lnTo>
                  <a:pt x="16218" y="33303"/>
                </a:lnTo>
                <a:cubicBezTo>
                  <a:pt x="16270" y="33278"/>
                  <a:pt x="16321" y="33252"/>
                  <a:pt x="16365" y="33230"/>
                </a:cubicBezTo>
                <a:cubicBezTo>
                  <a:pt x="16360" y="33180"/>
                  <a:pt x="16354" y="33130"/>
                  <a:pt x="16347" y="33080"/>
                </a:cubicBezTo>
                <a:close/>
                <a:moveTo>
                  <a:pt x="16822" y="33083"/>
                </a:moveTo>
                <a:cubicBezTo>
                  <a:pt x="16822" y="33127"/>
                  <a:pt x="16807" y="33186"/>
                  <a:pt x="16807" y="33245"/>
                </a:cubicBezTo>
                <a:cubicBezTo>
                  <a:pt x="16733" y="33303"/>
                  <a:pt x="16645" y="33333"/>
                  <a:pt x="16571" y="33392"/>
                </a:cubicBezTo>
                <a:lnTo>
                  <a:pt x="16571" y="33230"/>
                </a:lnTo>
                <a:cubicBezTo>
                  <a:pt x="16660" y="33171"/>
                  <a:pt x="16733" y="33127"/>
                  <a:pt x="16822" y="33083"/>
                </a:cubicBezTo>
                <a:close/>
                <a:moveTo>
                  <a:pt x="17184" y="33317"/>
                </a:moveTo>
                <a:cubicBezTo>
                  <a:pt x="17156" y="33350"/>
                  <a:pt x="17128" y="33381"/>
                  <a:pt x="17099" y="33412"/>
                </a:cubicBezTo>
                <a:lnTo>
                  <a:pt x="17099" y="33412"/>
                </a:lnTo>
                <a:cubicBezTo>
                  <a:pt x="17101" y="33397"/>
                  <a:pt x="17101" y="33385"/>
                  <a:pt x="17101" y="33377"/>
                </a:cubicBezTo>
                <a:lnTo>
                  <a:pt x="17184" y="33317"/>
                </a:lnTo>
                <a:close/>
                <a:moveTo>
                  <a:pt x="17086" y="33171"/>
                </a:moveTo>
                <a:lnTo>
                  <a:pt x="17086" y="33171"/>
                </a:lnTo>
                <a:cubicBezTo>
                  <a:pt x="17057" y="33230"/>
                  <a:pt x="17057" y="33259"/>
                  <a:pt x="17042" y="33318"/>
                </a:cubicBezTo>
                <a:cubicBezTo>
                  <a:pt x="16983" y="33348"/>
                  <a:pt x="16910" y="33406"/>
                  <a:pt x="16836" y="33451"/>
                </a:cubicBezTo>
                <a:cubicBezTo>
                  <a:pt x="16866" y="33392"/>
                  <a:pt x="16866" y="33333"/>
                  <a:pt x="16866" y="33289"/>
                </a:cubicBezTo>
                <a:cubicBezTo>
                  <a:pt x="16939" y="33259"/>
                  <a:pt x="16998" y="33200"/>
                  <a:pt x="17086" y="33171"/>
                </a:cubicBezTo>
                <a:close/>
                <a:moveTo>
                  <a:pt x="17337" y="33348"/>
                </a:moveTo>
                <a:cubicBezTo>
                  <a:pt x="17322" y="33377"/>
                  <a:pt x="17278" y="33392"/>
                  <a:pt x="17263" y="33406"/>
                </a:cubicBezTo>
                <a:cubicBezTo>
                  <a:pt x="17263" y="33421"/>
                  <a:pt x="17248" y="33451"/>
                  <a:pt x="17248" y="33465"/>
                </a:cubicBezTo>
                <a:lnTo>
                  <a:pt x="17322" y="33392"/>
                </a:lnTo>
                <a:cubicBezTo>
                  <a:pt x="17322" y="33377"/>
                  <a:pt x="17336" y="33348"/>
                  <a:pt x="17337" y="33348"/>
                </a:cubicBezTo>
                <a:close/>
                <a:moveTo>
                  <a:pt x="17160" y="33524"/>
                </a:moveTo>
                <a:cubicBezTo>
                  <a:pt x="17152" y="33528"/>
                  <a:pt x="17145" y="33532"/>
                  <a:pt x="17139" y="33537"/>
                </a:cubicBezTo>
                <a:lnTo>
                  <a:pt x="17139" y="33537"/>
                </a:lnTo>
                <a:cubicBezTo>
                  <a:pt x="17146" y="33533"/>
                  <a:pt x="17153" y="33529"/>
                  <a:pt x="17160" y="33524"/>
                </a:cubicBezTo>
                <a:close/>
                <a:moveTo>
                  <a:pt x="16050" y="33248"/>
                </a:moveTo>
                <a:cubicBezTo>
                  <a:pt x="16058" y="33292"/>
                  <a:pt x="16065" y="33335"/>
                  <a:pt x="16071" y="33377"/>
                </a:cubicBezTo>
                <a:cubicBezTo>
                  <a:pt x="16100" y="33363"/>
                  <a:pt x="16131" y="33347"/>
                  <a:pt x="16164" y="33331"/>
                </a:cubicBezTo>
                <a:lnTo>
                  <a:pt x="16164" y="33331"/>
                </a:lnTo>
                <a:cubicBezTo>
                  <a:pt x="16166" y="33352"/>
                  <a:pt x="16169" y="33373"/>
                  <a:pt x="16174" y="33392"/>
                </a:cubicBezTo>
                <a:lnTo>
                  <a:pt x="15894" y="33554"/>
                </a:lnTo>
                <a:cubicBezTo>
                  <a:pt x="15865" y="33480"/>
                  <a:pt x="15865" y="33406"/>
                  <a:pt x="15865" y="33348"/>
                </a:cubicBezTo>
                <a:cubicBezTo>
                  <a:pt x="15922" y="33310"/>
                  <a:pt x="15985" y="33278"/>
                  <a:pt x="16050" y="33248"/>
                </a:cubicBezTo>
                <a:close/>
                <a:moveTo>
                  <a:pt x="16513" y="33274"/>
                </a:moveTo>
                <a:lnTo>
                  <a:pt x="16513" y="33465"/>
                </a:lnTo>
                <a:cubicBezTo>
                  <a:pt x="16424" y="33524"/>
                  <a:pt x="16321" y="33568"/>
                  <a:pt x="16248" y="33613"/>
                </a:cubicBezTo>
                <a:cubicBezTo>
                  <a:pt x="16233" y="33539"/>
                  <a:pt x="16233" y="33480"/>
                  <a:pt x="16233" y="33421"/>
                </a:cubicBezTo>
                <a:cubicBezTo>
                  <a:pt x="16248" y="33406"/>
                  <a:pt x="16292" y="33392"/>
                  <a:pt x="16307" y="33392"/>
                </a:cubicBezTo>
                <a:cubicBezTo>
                  <a:pt x="16380" y="33348"/>
                  <a:pt x="16439" y="33318"/>
                  <a:pt x="16513" y="33274"/>
                </a:cubicBezTo>
                <a:close/>
                <a:moveTo>
                  <a:pt x="16807" y="33333"/>
                </a:moveTo>
                <a:cubicBezTo>
                  <a:pt x="16807" y="33392"/>
                  <a:pt x="16792" y="33451"/>
                  <a:pt x="16763" y="33495"/>
                </a:cubicBezTo>
                <a:cubicBezTo>
                  <a:pt x="16689" y="33554"/>
                  <a:pt x="16616" y="33598"/>
                  <a:pt x="16542" y="33642"/>
                </a:cubicBezTo>
                <a:cubicBezTo>
                  <a:pt x="16542" y="33598"/>
                  <a:pt x="16571" y="33539"/>
                  <a:pt x="16571" y="33480"/>
                </a:cubicBezTo>
                <a:cubicBezTo>
                  <a:pt x="16645" y="33421"/>
                  <a:pt x="16733" y="33392"/>
                  <a:pt x="16807" y="33333"/>
                </a:cubicBezTo>
                <a:close/>
                <a:moveTo>
                  <a:pt x="17013" y="33406"/>
                </a:moveTo>
                <a:lnTo>
                  <a:pt x="17013" y="33406"/>
                </a:lnTo>
                <a:cubicBezTo>
                  <a:pt x="16983" y="33465"/>
                  <a:pt x="16969" y="33495"/>
                  <a:pt x="16954" y="33554"/>
                </a:cubicBezTo>
                <a:cubicBezTo>
                  <a:pt x="16895" y="33598"/>
                  <a:pt x="16836" y="33642"/>
                  <a:pt x="16763" y="33686"/>
                </a:cubicBezTo>
                <a:cubicBezTo>
                  <a:pt x="16807" y="33627"/>
                  <a:pt x="16822" y="33598"/>
                  <a:pt x="16822" y="33539"/>
                </a:cubicBezTo>
                <a:cubicBezTo>
                  <a:pt x="16895" y="33495"/>
                  <a:pt x="16954" y="33451"/>
                  <a:pt x="17013" y="33406"/>
                </a:cubicBezTo>
                <a:close/>
                <a:moveTo>
                  <a:pt x="15791" y="33377"/>
                </a:moveTo>
                <a:cubicBezTo>
                  <a:pt x="15791" y="33451"/>
                  <a:pt x="15806" y="33495"/>
                  <a:pt x="15806" y="33554"/>
                </a:cubicBezTo>
                <a:cubicBezTo>
                  <a:pt x="15762" y="33568"/>
                  <a:pt x="15718" y="33613"/>
                  <a:pt x="15659" y="33627"/>
                </a:cubicBezTo>
                <a:cubicBezTo>
                  <a:pt x="15615" y="33642"/>
                  <a:pt x="15571" y="33686"/>
                  <a:pt x="15512" y="33701"/>
                </a:cubicBezTo>
                <a:cubicBezTo>
                  <a:pt x="15512" y="33671"/>
                  <a:pt x="15512" y="33613"/>
                  <a:pt x="15497" y="33539"/>
                </a:cubicBezTo>
                <a:cubicBezTo>
                  <a:pt x="15585" y="33480"/>
                  <a:pt x="15688" y="33421"/>
                  <a:pt x="15791" y="33377"/>
                </a:cubicBezTo>
                <a:close/>
                <a:moveTo>
                  <a:pt x="17139" y="33537"/>
                </a:moveTo>
                <a:lnTo>
                  <a:pt x="17139" y="33537"/>
                </a:lnTo>
                <a:cubicBezTo>
                  <a:pt x="17099" y="33559"/>
                  <a:pt x="17053" y="33575"/>
                  <a:pt x="17028" y="33613"/>
                </a:cubicBezTo>
                <a:cubicBezTo>
                  <a:pt x="17028" y="33627"/>
                  <a:pt x="17013" y="33671"/>
                  <a:pt x="16983" y="33701"/>
                </a:cubicBezTo>
                <a:lnTo>
                  <a:pt x="17101" y="33598"/>
                </a:lnTo>
                <a:cubicBezTo>
                  <a:pt x="17112" y="33566"/>
                  <a:pt x="17123" y="33549"/>
                  <a:pt x="17139" y="33537"/>
                </a:cubicBezTo>
                <a:close/>
                <a:moveTo>
                  <a:pt x="16159" y="33465"/>
                </a:moveTo>
                <a:lnTo>
                  <a:pt x="16159" y="33642"/>
                </a:lnTo>
                <a:cubicBezTo>
                  <a:pt x="16145" y="33657"/>
                  <a:pt x="16130" y="33657"/>
                  <a:pt x="16100" y="33686"/>
                </a:cubicBezTo>
                <a:cubicBezTo>
                  <a:pt x="16027" y="33716"/>
                  <a:pt x="15953" y="33774"/>
                  <a:pt x="15880" y="33804"/>
                </a:cubicBezTo>
                <a:lnTo>
                  <a:pt x="15880" y="33613"/>
                </a:lnTo>
                <a:cubicBezTo>
                  <a:pt x="15983" y="33554"/>
                  <a:pt x="16071" y="33495"/>
                  <a:pt x="16159" y="33465"/>
                </a:cubicBezTo>
                <a:close/>
                <a:moveTo>
                  <a:pt x="16802" y="33751"/>
                </a:moveTo>
                <a:lnTo>
                  <a:pt x="16802" y="33751"/>
                </a:lnTo>
                <a:cubicBezTo>
                  <a:pt x="16784" y="33773"/>
                  <a:pt x="16766" y="33794"/>
                  <a:pt x="16748" y="33816"/>
                </a:cubicBezTo>
                <a:lnTo>
                  <a:pt x="16748" y="33816"/>
                </a:lnTo>
                <a:cubicBezTo>
                  <a:pt x="16748" y="33789"/>
                  <a:pt x="16748" y="33789"/>
                  <a:pt x="16763" y="33774"/>
                </a:cubicBezTo>
                <a:lnTo>
                  <a:pt x="16802" y="33751"/>
                </a:lnTo>
                <a:close/>
                <a:moveTo>
                  <a:pt x="16498" y="33524"/>
                </a:moveTo>
                <a:cubicBezTo>
                  <a:pt x="16498" y="33568"/>
                  <a:pt x="16468" y="33627"/>
                  <a:pt x="16468" y="33686"/>
                </a:cubicBezTo>
                <a:cubicBezTo>
                  <a:pt x="16395" y="33745"/>
                  <a:pt x="16307" y="33789"/>
                  <a:pt x="16233" y="33833"/>
                </a:cubicBezTo>
                <a:lnTo>
                  <a:pt x="16233" y="33671"/>
                </a:lnTo>
                <a:cubicBezTo>
                  <a:pt x="16307" y="33627"/>
                  <a:pt x="16395" y="33568"/>
                  <a:pt x="16498" y="33524"/>
                </a:cubicBezTo>
                <a:close/>
                <a:moveTo>
                  <a:pt x="16748" y="33583"/>
                </a:moveTo>
                <a:cubicBezTo>
                  <a:pt x="16733" y="33642"/>
                  <a:pt x="16719" y="33701"/>
                  <a:pt x="16719" y="33745"/>
                </a:cubicBezTo>
                <a:cubicBezTo>
                  <a:pt x="16645" y="33789"/>
                  <a:pt x="16571" y="33833"/>
                  <a:pt x="16498" y="33892"/>
                </a:cubicBezTo>
                <a:cubicBezTo>
                  <a:pt x="16513" y="33833"/>
                  <a:pt x="16513" y="33774"/>
                  <a:pt x="16527" y="33745"/>
                </a:cubicBezTo>
                <a:cubicBezTo>
                  <a:pt x="16601" y="33686"/>
                  <a:pt x="16674" y="33642"/>
                  <a:pt x="16748" y="33583"/>
                </a:cubicBezTo>
                <a:close/>
                <a:moveTo>
                  <a:pt x="16983" y="33774"/>
                </a:moveTo>
                <a:cubicBezTo>
                  <a:pt x="16969" y="33789"/>
                  <a:pt x="16939" y="33819"/>
                  <a:pt x="16910" y="33833"/>
                </a:cubicBezTo>
                <a:cubicBezTo>
                  <a:pt x="16895" y="33848"/>
                  <a:pt x="16895" y="33863"/>
                  <a:pt x="16880" y="33892"/>
                </a:cubicBezTo>
                <a:lnTo>
                  <a:pt x="16954" y="33819"/>
                </a:lnTo>
                <a:cubicBezTo>
                  <a:pt x="16969" y="33819"/>
                  <a:pt x="16983" y="33789"/>
                  <a:pt x="16983" y="33774"/>
                </a:cubicBezTo>
                <a:close/>
                <a:moveTo>
                  <a:pt x="15424" y="33568"/>
                </a:moveTo>
                <a:cubicBezTo>
                  <a:pt x="15424" y="33642"/>
                  <a:pt x="15438" y="33701"/>
                  <a:pt x="15438" y="33774"/>
                </a:cubicBezTo>
                <a:cubicBezTo>
                  <a:pt x="15394" y="33819"/>
                  <a:pt x="15335" y="33833"/>
                  <a:pt x="15276" y="33863"/>
                </a:cubicBezTo>
                <a:cubicBezTo>
                  <a:pt x="15232" y="33892"/>
                  <a:pt x="15203" y="33922"/>
                  <a:pt x="15144" y="33936"/>
                </a:cubicBezTo>
                <a:cubicBezTo>
                  <a:pt x="15173" y="33892"/>
                  <a:pt x="15173" y="33819"/>
                  <a:pt x="15144" y="33745"/>
                </a:cubicBezTo>
                <a:lnTo>
                  <a:pt x="15424" y="33568"/>
                </a:lnTo>
                <a:close/>
                <a:moveTo>
                  <a:pt x="16807" y="33966"/>
                </a:moveTo>
                <a:cubicBezTo>
                  <a:pt x="16788" y="33966"/>
                  <a:pt x="16775" y="33971"/>
                  <a:pt x="16765" y="33981"/>
                </a:cubicBezTo>
                <a:lnTo>
                  <a:pt x="16765" y="33981"/>
                </a:lnTo>
                <a:cubicBezTo>
                  <a:pt x="16778" y="33975"/>
                  <a:pt x="16791" y="33970"/>
                  <a:pt x="16807" y="33966"/>
                </a:cubicBezTo>
                <a:close/>
                <a:moveTo>
                  <a:pt x="15806" y="33642"/>
                </a:moveTo>
                <a:lnTo>
                  <a:pt x="15806" y="33833"/>
                </a:lnTo>
                <a:lnTo>
                  <a:pt x="15541" y="33995"/>
                </a:lnTo>
                <a:lnTo>
                  <a:pt x="15541" y="33819"/>
                </a:lnTo>
                <a:cubicBezTo>
                  <a:pt x="15585" y="33774"/>
                  <a:pt x="15644" y="33745"/>
                  <a:pt x="15703" y="33716"/>
                </a:cubicBezTo>
                <a:cubicBezTo>
                  <a:pt x="15733" y="33701"/>
                  <a:pt x="15777" y="33686"/>
                  <a:pt x="15806" y="33642"/>
                </a:cubicBezTo>
                <a:close/>
                <a:moveTo>
                  <a:pt x="16159" y="33716"/>
                </a:moveTo>
                <a:cubicBezTo>
                  <a:pt x="16159" y="33774"/>
                  <a:pt x="16159" y="33833"/>
                  <a:pt x="16145" y="33907"/>
                </a:cubicBezTo>
                <a:cubicBezTo>
                  <a:pt x="16086" y="33936"/>
                  <a:pt x="16012" y="33980"/>
                  <a:pt x="15953" y="34010"/>
                </a:cubicBezTo>
                <a:cubicBezTo>
                  <a:pt x="15939" y="34025"/>
                  <a:pt x="15924" y="34025"/>
                  <a:pt x="15880" y="34054"/>
                </a:cubicBezTo>
                <a:cubicBezTo>
                  <a:pt x="15880" y="33995"/>
                  <a:pt x="15909" y="33922"/>
                  <a:pt x="15880" y="33863"/>
                </a:cubicBezTo>
                <a:cubicBezTo>
                  <a:pt x="15983" y="33819"/>
                  <a:pt x="16056" y="33774"/>
                  <a:pt x="16145" y="33716"/>
                </a:cubicBezTo>
                <a:close/>
                <a:moveTo>
                  <a:pt x="16454" y="33774"/>
                </a:moveTo>
                <a:cubicBezTo>
                  <a:pt x="16439" y="33833"/>
                  <a:pt x="16439" y="33877"/>
                  <a:pt x="16410" y="33936"/>
                </a:cubicBezTo>
                <a:cubicBezTo>
                  <a:pt x="16351" y="33995"/>
                  <a:pt x="16277" y="34054"/>
                  <a:pt x="16203" y="34083"/>
                </a:cubicBezTo>
                <a:cubicBezTo>
                  <a:pt x="16203" y="34025"/>
                  <a:pt x="16218" y="33980"/>
                  <a:pt x="16218" y="33922"/>
                </a:cubicBezTo>
                <a:cubicBezTo>
                  <a:pt x="16292" y="33863"/>
                  <a:pt x="16380" y="33833"/>
                  <a:pt x="16454" y="33774"/>
                </a:cubicBezTo>
                <a:close/>
                <a:moveTo>
                  <a:pt x="16660" y="33848"/>
                </a:moveTo>
                <a:lnTo>
                  <a:pt x="16660" y="33848"/>
                </a:lnTo>
                <a:cubicBezTo>
                  <a:pt x="16645" y="33907"/>
                  <a:pt x="16616" y="33936"/>
                  <a:pt x="16601" y="33980"/>
                </a:cubicBezTo>
                <a:cubicBezTo>
                  <a:pt x="16542" y="34010"/>
                  <a:pt x="16498" y="34069"/>
                  <a:pt x="16424" y="34113"/>
                </a:cubicBezTo>
                <a:cubicBezTo>
                  <a:pt x="16454" y="34069"/>
                  <a:pt x="16454" y="34039"/>
                  <a:pt x="16468" y="33980"/>
                </a:cubicBezTo>
                <a:cubicBezTo>
                  <a:pt x="16527" y="33936"/>
                  <a:pt x="16601" y="33892"/>
                  <a:pt x="16660" y="33848"/>
                </a:cubicBezTo>
                <a:close/>
                <a:moveTo>
                  <a:pt x="16765" y="33981"/>
                </a:moveTo>
                <a:cubicBezTo>
                  <a:pt x="16731" y="33997"/>
                  <a:pt x="16707" y="34022"/>
                  <a:pt x="16674" y="34054"/>
                </a:cubicBezTo>
                <a:cubicBezTo>
                  <a:pt x="16674" y="34069"/>
                  <a:pt x="16660" y="34113"/>
                  <a:pt x="16645" y="34142"/>
                </a:cubicBezTo>
                <a:lnTo>
                  <a:pt x="16748" y="34039"/>
                </a:lnTo>
                <a:cubicBezTo>
                  <a:pt x="16748" y="34014"/>
                  <a:pt x="16753" y="33993"/>
                  <a:pt x="16765" y="33981"/>
                </a:cubicBezTo>
                <a:close/>
                <a:moveTo>
                  <a:pt x="15100" y="33789"/>
                </a:moveTo>
                <a:cubicBezTo>
                  <a:pt x="15100" y="33863"/>
                  <a:pt x="15114" y="33922"/>
                  <a:pt x="15114" y="33995"/>
                </a:cubicBezTo>
                <a:cubicBezTo>
                  <a:pt x="15026" y="34054"/>
                  <a:pt x="14923" y="34113"/>
                  <a:pt x="14835" y="34186"/>
                </a:cubicBezTo>
                <a:cubicBezTo>
                  <a:pt x="14835" y="34083"/>
                  <a:pt x="14820" y="34039"/>
                  <a:pt x="14820" y="33966"/>
                </a:cubicBezTo>
                <a:lnTo>
                  <a:pt x="15100" y="33789"/>
                </a:lnTo>
                <a:close/>
                <a:moveTo>
                  <a:pt x="15468" y="33848"/>
                </a:moveTo>
                <a:cubicBezTo>
                  <a:pt x="15468" y="33907"/>
                  <a:pt x="15482" y="33980"/>
                  <a:pt x="15482" y="34039"/>
                </a:cubicBezTo>
                <a:lnTo>
                  <a:pt x="15203" y="34201"/>
                </a:lnTo>
                <a:cubicBezTo>
                  <a:pt x="15203" y="34142"/>
                  <a:pt x="15203" y="34083"/>
                  <a:pt x="15188" y="34010"/>
                </a:cubicBezTo>
                <a:cubicBezTo>
                  <a:pt x="15247" y="33980"/>
                  <a:pt x="15276" y="33966"/>
                  <a:pt x="15335" y="33922"/>
                </a:cubicBezTo>
                <a:cubicBezTo>
                  <a:pt x="15365" y="33907"/>
                  <a:pt x="15424" y="33863"/>
                  <a:pt x="15468" y="33848"/>
                </a:cubicBezTo>
                <a:close/>
                <a:moveTo>
                  <a:pt x="16417" y="34219"/>
                </a:moveTo>
                <a:lnTo>
                  <a:pt x="16417" y="34219"/>
                </a:lnTo>
                <a:cubicBezTo>
                  <a:pt x="16409" y="34227"/>
                  <a:pt x="16402" y="34236"/>
                  <a:pt x="16395" y="34244"/>
                </a:cubicBezTo>
                <a:lnTo>
                  <a:pt x="16395" y="34244"/>
                </a:lnTo>
                <a:cubicBezTo>
                  <a:pt x="16395" y="34240"/>
                  <a:pt x="16395" y="34235"/>
                  <a:pt x="16395" y="34231"/>
                </a:cubicBezTo>
                <a:cubicBezTo>
                  <a:pt x="16402" y="34227"/>
                  <a:pt x="16409" y="34223"/>
                  <a:pt x="16417" y="34219"/>
                </a:cubicBezTo>
                <a:close/>
                <a:moveTo>
                  <a:pt x="15836" y="33907"/>
                </a:moveTo>
                <a:lnTo>
                  <a:pt x="15836" y="34083"/>
                </a:lnTo>
                <a:lnTo>
                  <a:pt x="15556" y="34260"/>
                </a:lnTo>
                <a:lnTo>
                  <a:pt x="15556" y="34069"/>
                </a:lnTo>
                <a:lnTo>
                  <a:pt x="15836" y="33907"/>
                </a:lnTo>
                <a:close/>
                <a:moveTo>
                  <a:pt x="16159" y="33995"/>
                </a:moveTo>
                <a:cubicBezTo>
                  <a:pt x="16159" y="34054"/>
                  <a:pt x="16145" y="34113"/>
                  <a:pt x="16145" y="34157"/>
                </a:cubicBezTo>
                <a:cubicBezTo>
                  <a:pt x="16027" y="34201"/>
                  <a:pt x="15953" y="34260"/>
                  <a:pt x="15880" y="34304"/>
                </a:cubicBezTo>
                <a:cubicBezTo>
                  <a:pt x="15880" y="34260"/>
                  <a:pt x="15894" y="34201"/>
                  <a:pt x="15894" y="34142"/>
                </a:cubicBezTo>
                <a:lnTo>
                  <a:pt x="16012" y="34083"/>
                </a:lnTo>
                <a:cubicBezTo>
                  <a:pt x="16071" y="34054"/>
                  <a:pt x="16100" y="34025"/>
                  <a:pt x="16159" y="33995"/>
                </a:cubicBezTo>
                <a:close/>
                <a:moveTo>
                  <a:pt x="16395" y="34054"/>
                </a:moveTo>
                <a:lnTo>
                  <a:pt x="16395" y="34054"/>
                </a:lnTo>
                <a:cubicBezTo>
                  <a:pt x="16380" y="34113"/>
                  <a:pt x="16365" y="34142"/>
                  <a:pt x="16365" y="34201"/>
                </a:cubicBezTo>
                <a:cubicBezTo>
                  <a:pt x="16277" y="34231"/>
                  <a:pt x="16218" y="34289"/>
                  <a:pt x="16145" y="34348"/>
                </a:cubicBezTo>
                <a:cubicBezTo>
                  <a:pt x="16159" y="34289"/>
                  <a:pt x="16159" y="34231"/>
                  <a:pt x="16174" y="34201"/>
                </a:cubicBezTo>
                <a:cubicBezTo>
                  <a:pt x="16248" y="34142"/>
                  <a:pt x="16321" y="34113"/>
                  <a:pt x="16395" y="34054"/>
                </a:cubicBezTo>
                <a:close/>
                <a:moveTo>
                  <a:pt x="16616" y="34231"/>
                </a:moveTo>
                <a:lnTo>
                  <a:pt x="16616" y="34231"/>
                </a:lnTo>
                <a:cubicBezTo>
                  <a:pt x="16601" y="34260"/>
                  <a:pt x="16557" y="34275"/>
                  <a:pt x="16542" y="34289"/>
                </a:cubicBezTo>
                <a:cubicBezTo>
                  <a:pt x="16542" y="34304"/>
                  <a:pt x="16527" y="34334"/>
                  <a:pt x="16527" y="34348"/>
                </a:cubicBezTo>
                <a:cubicBezTo>
                  <a:pt x="16571" y="34334"/>
                  <a:pt x="16586" y="34289"/>
                  <a:pt x="16601" y="34275"/>
                </a:cubicBezTo>
                <a:cubicBezTo>
                  <a:pt x="16601" y="34260"/>
                  <a:pt x="16615" y="34231"/>
                  <a:pt x="16616" y="34231"/>
                </a:cubicBezTo>
                <a:close/>
                <a:moveTo>
                  <a:pt x="14747" y="33995"/>
                </a:moveTo>
                <a:cubicBezTo>
                  <a:pt x="14747" y="34069"/>
                  <a:pt x="14761" y="34128"/>
                  <a:pt x="14761" y="34201"/>
                </a:cubicBezTo>
                <a:cubicBezTo>
                  <a:pt x="14673" y="34260"/>
                  <a:pt x="14585" y="34304"/>
                  <a:pt x="14511" y="34378"/>
                </a:cubicBezTo>
                <a:cubicBezTo>
                  <a:pt x="14511" y="34334"/>
                  <a:pt x="14511" y="34275"/>
                  <a:pt x="14482" y="34201"/>
                </a:cubicBezTo>
                <a:lnTo>
                  <a:pt x="14482" y="34157"/>
                </a:lnTo>
                <a:cubicBezTo>
                  <a:pt x="14585" y="34113"/>
                  <a:pt x="14673" y="34054"/>
                  <a:pt x="14747" y="33995"/>
                </a:cubicBezTo>
                <a:close/>
                <a:moveTo>
                  <a:pt x="15129" y="34054"/>
                </a:moveTo>
                <a:cubicBezTo>
                  <a:pt x="15129" y="34128"/>
                  <a:pt x="15144" y="34186"/>
                  <a:pt x="15144" y="34260"/>
                </a:cubicBezTo>
                <a:cubicBezTo>
                  <a:pt x="15056" y="34304"/>
                  <a:pt x="14967" y="34363"/>
                  <a:pt x="14879" y="34437"/>
                </a:cubicBezTo>
                <a:cubicBezTo>
                  <a:pt x="14850" y="34363"/>
                  <a:pt x="14850" y="34304"/>
                  <a:pt x="14850" y="34231"/>
                </a:cubicBezTo>
                <a:cubicBezTo>
                  <a:pt x="14953" y="34186"/>
                  <a:pt x="15041" y="34128"/>
                  <a:pt x="15129" y="34054"/>
                </a:cubicBezTo>
                <a:close/>
                <a:moveTo>
                  <a:pt x="15482" y="34128"/>
                </a:moveTo>
                <a:lnTo>
                  <a:pt x="15482" y="34304"/>
                </a:lnTo>
                <a:cubicBezTo>
                  <a:pt x="15438" y="34334"/>
                  <a:pt x="15394" y="34363"/>
                  <a:pt x="15350" y="34378"/>
                </a:cubicBezTo>
                <a:cubicBezTo>
                  <a:pt x="15291" y="34422"/>
                  <a:pt x="15262" y="34437"/>
                  <a:pt x="15203" y="34481"/>
                </a:cubicBezTo>
                <a:cubicBezTo>
                  <a:pt x="15217" y="34422"/>
                  <a:pt x="15217" y="34348"/>
                  <a:pt x="15203" y="34289"/>
                </a:cubicBezTo>
                <a:lnTo>
                  <a:pt x="15482" y="34128"/>
                </a:lnTo>
                <a:close/>
                <a:moveTo>
                  <a:pt x="16290" y="34361"/>
                </a:moveTo>
                <a:cubicBezTo>
                  <a:pt x="16281" y="34372"/>
                  <a:pt x="16272" y="34382"/>
                  <a:pt x="16262" y="34392"/>
                </a:cubicBezTo>
                <a:cubicBezTo>
                  <a:pt x="16239" y="34433"/>
                  <a:pt x="16213" y="34472"/>
                  <a:pt x="16187" y="34510"/>
                </a:cubicBezTo>
                <a:lnTo>
                  <a:pt x="16187" y="34510"/>
                </a:lnTo>
                <a:cubicBezTo>
                  <a:pt x="16209" y="34490"/>
                  <a:pt x="16230" y="34469"/>
                  <a:pt x="16248" y="34451"/>
                </a:cubicBezTo>
                <a:cubicBezTo>
                  <a:pt x="16267" y="34423"/>
                  <a:pt x="16280" y="34394"/>
                  <a:pt x="16290" y="34361"/>
                </a:cubicBezTo>
                <a:close/>
                <a:moveTo>
                  <a:pt x="15806" y="34157"/>
                </a:moveTo>
                <a:cubicBezTo>
                  <a:pt x="15806" y="34216"/>
                  <a:pt x="15806" y="34275"/>
                  <a:pt x="15791" y="34348"/>
                </a:cubicBezTo>
                <a:cubicBezTo>
                  <a:pt x="15718" y="34407"/>
                  <a:pt x="15630" y="34451"/>
                  <a:pt x="15556" y="34510"/>
                </a:cubicBezTo>
                <a:lnTo>
                  <a:pt x="15556" y="34334"/>
                </a:lnTo>
                <a:cubicBezTo>
                  <a:pt x="15644" y="34275"/>
                  <a:pt x="15733" y="34216"/>
                  <a:pt x="15806" y="34157"/>
                </a:cubicBezTo>
                <a:close/>
                <a:moveTo>
                  <a:pt x="16100" y="34231"/>
                </a:moveTo>
                <a:cubicBezTo>
                  <a:pt x="16086" y="34289"/>
                  <a:pt x="16086" y="34348"/>
                  <a:pt x="16071" y="34392"/>
                </a:cubicBezTo>
                <a:cubicBezTo>
                  <a:pt x="15997" y="34451"/>
                  <a:pt x="15924" y="34495"/>
                  <a:pt x="15850" y="34554"/>
                </a:cubicBezTo>
                <a:cubicBezTo>
                  <a:pt x="15850" y="34495"/>
                  <a:pt x="15865" y="34437"/>
                  <a:pt x="15865" y="34378"/>
                </a:cubicBezTo>
                <a:cubicBezTo>
                  <a:pt x="15939" y="34319"/>
                  <a:pt x="16012" y="34275"/>
                  <a:pt x="16100" y="34231"/>
                </a:cubicBezTo>
                <a:close/>
                <a:moveTo>
                  <a:pt x="16439" y="34378"/>
                </a:moveTo>
                <a:cubicBezTo>
                  <a:pt x="16380" y="34407"/>
                  <a:pt x="16351" y="34437"/>
                  <a:pt x="16307" y="34481"/>
                </a:cubicBezTo>
                <a:cubicBezTo>
                  <a:pt x="16292" y="34510"/>
                  <a:pt x="16292" y="34525"/>
                  <a:pt x="16277" y="34569"/>
                </a:cubicBezTo>
                <a:cubicBezTo>
                  <a:pt x="16307" y="34554"/>
                  <a:pt x="16351" y="34510"/>
                  <a:pt x="16380" y="34481"/>
                </a:cubicBezTo>
                <a:cubicBezTo>
                  <a:pt x="16395" y="34451"/>
                  <a:pt x="16424" y="34422"/>
                  <a:pt x="16439" y="34378"/>
                </a:cubicBezTo>
                <a:close/>
                <a:moveTo>
                  <a:pt x="14438" y="34201"/>
                </a:moveTo>
                <a:cubicBezTo>
                  <a:pt x="14438" y="34275"/>
                  <a:pt x="14452" y="34348"/>
                  <a:pt x="14452" y="34407"/>
                </a:cubicBezTo>
                <a:cubicBezTo>
                  <a:pt x="14364" y="34451"/>
                  <a:pt x="14290" y="34525"/>
                  <a:pt x="14187" y="34584"/>
                </a:cubicBezTo>
                <a:cubicBezTo>
                  <a:pt x="14187" y="34525"/>
                  <a:pt x="14187" y="34451"/>
                  <a:pt x="14173" y="34378"/>
                </a:cubicBezTo>
                <a:cubicBezTo>
                  <a:pt x="14261" y="34334"/>
                  <a:pt x="14335" y="34275"/>
                  <a:pt x="14438" y="34201"/>
                </a:cubicBezTo>
                <a:close/>
                <a:moveTo>
                  <a:pt x="14776" y="34275"/>
                </a:moveTo>
                <a:cubicBezTo>
                  <a:pt x="14776" y="34348"/>
                  <a:pt x="14805" y="34392"/>
                  <a:pt x="14805" y="34481"/>
                </a:cubicBezTo>
                <a:cubicBezTo>
                  <a:pt x="14702" y="34525"/>
                  <a:pt x="14614" y="34599"/>
                  <a:pt x="14541" y="34657"/>
                </a:cubicBezTo>
                <a:cubicBezTo>
                  <a:pt x="14541" y="34584"/>
                  <a:pt x="14526" y="34525"/>
                  <a:pt x="14526" y="34451"/>
                </a:cubicBezTo>
                <a:cubicBezTo>
                  <a:pt x="14614" y="34392"/>
                  <a:pt x="14702" y="34334"/>
                  <a:pt x="14776" y="34275"/>
                </a:cubicBezTo>
                <a:close/>
                <a:moveTo>
                  <a:pt x="15144" y="34334"/>
                </a:moveTo>
                <a:lnTo>
                  <a:pt x="15144" y="34510"/>
                </a:lnTo>
                <a:cubicBezTo>
                  <a:pt x="15114" y="34525"/>
                  <a:pt x="15070" y="34569"/>
                  <a:pt x="15041" y="34584"/>
                </a:cubicBezTo>
                <a:cubicBezTo>
                  <a:pt x="14982" y="34628"/>
                  <a:pt x="14923" y="34657"/>
                  <a:pt x="14894" y="34702"/>
                </a:cubicBezTo>
                <a:cubicBezTo>
                  <a:pt x="14879" y="34643"/>
                  <a:pt x="14879" y="34569"/>
                  <a:pt x="14879" y="34510"/>
                </a:cubicBezTo>
                <a:cubicBezTo>
                  <a:pt x="14967" y="34451"/>
                  <a:pt x="15056" y="34378"/>
                  <a:pt x="15144" y="34334"/>
                </a:cubicBezTo>
                <a:close/>
                <a:moveTo>
                  <a:pt x="16054" y="34682"/>
                </a:moveTo>
                <a:cubicBezTo>
                  <a:pt x="16045" y="34693"/>
                  <a:pt x="16036" y="34704"/>
                  <a:pt x="16026" y="34714"/>
                </a:cubicBezTo>
                <a:lnTo>
                  <a:pt x="16026" y="34714"/>
                </a:lnTo>
                <a:cubicBezTo>
                  <a:pt x="16027" y="34710"/>
                  <a:pt x="16027" y="34706"/>
                  <a:pt x="16027" y="34702"/>
                </a:cubicBezTo>
                <a:cubicBezTo>
                  <a:pt x="16036" y="34695"/>
                  <a:pt x="16045" y="34688"/>
                  <a:pt x="16054" y="34682"/>
                </a:cubicBezTo>
                <a:close/>
                <a:moveTo>
                  <a:pt x="15497" y="34378"/>
                </a:moveTo>
                <a:lnTo>
                  <a:pt x="15497" y="34569"/>
                </a:lnTo>
                <a:cubicBezTo>
                  <a:pt x="15409" y="34628"/>
                  <a:pt x="15321" y="34672"/>
                  <a:pt x="15247" y="34746"/>
                </a:cubicBezTo>
                <a:lnTo>
                  <a:pt x="15247" y="34569"/>
                </a:lnTo>
                <a:cubicBezTo>
                  <a:pt x="15276" y="34510"/>
                  <a:pt x="15335" y="34481"/>
                  <a:pt x="15409" y="34437"/>
                </a:cubicBezTo>
                <a:cubicBezTo>
                  <a:pt x="15438" y="34422"/>
                  <a:pt x="15468" y="34407"/>
                  <a:pt x="15497" y="34378"/>
                </a:cubicBezTo>
                <a:close/>
                <a:moveTo>
                  <a:pt x="15791" y="34437"/>
                </a:moveTo>
                <a:cubicBezTo>
                  <a:pt x="15791" y="34495"/>
                  <a:pt x="15777" y="34554"/>
                  <a:pt x="15762" y="34599"/>
                </a:cubicBezTo>
                <a:cubicBezTo>
                  <a:pt x="15718" y="34643"/>
                  <a:pt x="15674" y="34657"/>
                  <a:pt x="15630" y="34702"/>
                </a:cubicBezTo>
                <a:cubicBezTo>
                  <a:pt x="15585" y="34716"/>
                  <a:pt x="15556" y="34746"/>
                  <a:pt x="15512" y="34775"/>
                </a:cubicBezTo>
                <a:cubicBezTo>
                  <a:pt x="15512" y="34716"/>
                  <a:pt x="15527" y="34657"/>
                  <a:pt x="15527" y="34599"/>
                </a:cubicBezTo>
                <a:cubicBezTo>
                  <a:pt x="15630" y="34554"/>
                  <a:pt x="15718" y="34495"/>
                  <a:pt x="15791" y="34437"/>
                </a:cubicBezTo>
                <a:close/>
                <a:moveTo>
                  <a:pt x="16248" y="34672"/>
                </a:moveTo>
                <a:cubicBezTo>
                  <a:pt x="16218" y="34702"/>
                  <a:pt x="16189" y="34716"/>
                  <a:pt x="16174" y="34731"/>
                </a:cubicBezTo>
                <a:cubicBezTo>
                  <a:pt x="16174" y="34746"/>
                  <a:pt x="16159" y="34775"/>
                  <a:pt x="16159" y="34790"/>
                </a:cubicBezTo>
                <a:cubicBezTo>
                  <a:pt x="16203" y="34775"/>
                  <a:pt x="16218" y="34731"/>
                  <a:pt x="16233" y="34716"/>
                </a:cubicBezTo>
                <a:cubicBezTo>
                  <a:pt x="16248" y="34702"/>
                  <a:pt x="16248" y="34702"/>
                  <a:pt x="16248" y="34672"/>
                </a:cubicBezTo>
                <a:close/>
                <a:moveTo>
                  <a:pt x="16027" y="34510"/>
                </a:moveTo>
                <a:lnTo>
                  <a:pt x="16027" y="34510"/>
                </a:lnTo>
                <a:cubicBezTo>
                  <a:pt x="16027" y="34525"/>
                  <a:pt x="16012" y="34569"/>
                  <a:pt x="16012" y="34584"/>
                </a:cubicBezTo>
                <a:cubicBezTo>
                  <a:pt x="16012" y="34599"/>
                  <a:pt x="15997" y="34643"/>
                  <a:pt x="15983" y="34657"/>
                </a:cubicBezTo>
                <a:cubicBezTo>
                  <a:pt x="15924" y="34702"/>
                  <a:pt x="15850" y="34746"/>
                  <a:pt x="15791" y="34805"/>
                </a:cubicBezTo>
                <a:cubicBezTo>
                  <a:pt x="15806" y="34746"/>
                  <a:pt x="15806" y="34702"/>
                  <a:pt x="15836" y="34657"/>
                </a:cubicBezTo>
                <a:cubicBezTo>
                  <a:pt x="15909" y="34599"/>
                  <a:pt x="15983" y="34569"/>
                  <a:pt x="16027" y="34510"/>
                </a:cubicBezTo>
                <a:close/>
                <a:moveTo>
                  <a:pt x="14114" y="34422"/>
                </a:moveTo>
                <a:cubicBezTo>
                  <a:pt x="14114" y="34495"/>
                  <a:pt x="14143" y="34569"/>
                  <a:pt x="14143" y="34643"/>
                </a:cubicBezTo>
                <a:cubicBezTo>
                  <a:pt x="14055" y="34702"/>
                  <a:pt x="13967" y="34760"/>
                  <a:pt x="13893" y="34819"/>
                </a:cubicBezTo>
                <a:cubicBezTo>
                  <a:pt x="13878" y="34746"/>
                  <a:pt x="13878" y="34672"/>
                  <a:pt x="13878" y="34599"/>
                </a:cubicBezTo>
                <a:cubicBezTo>
                  <a:pt x="13952" y="34554"/>
                  <a:pt x="14040" y="34495"/>
                  <a:pt x="14114" y="34422"/>
                </a:cubicBezTo>
                <a:close/>
                <a:moveTo>
                  <a:pt x="14467" y="34495"/>
                </a:moveTo>
                <a:cubicBezTo>
                  <a:pt x="14467" y="34569"/>
                  <a:pt x="14482" y="34643"/>
                  <a:pt x="14482" y="34702"/>
                </a:cubicBezTo>
                <a:cubicBezTo>
                  <a:pt x="14393" y="34746"/>
                  <a:pt x="14320" y="34819"/>
                  <a:pt x="14231" y="34878"/>
                </a:cubicBezTo>
                <a:cubicBezTo>
                  <a:pt x="14217" y="34819"/>
                  <a:pt x="14217" y="34746"/>
                  <a:pt x="14217" y="34672"/>
                </a:cubicBezTo>
                <a:cubicBezTo>
                  <a:pt x="14305" y="34628"/>
                  <a:pt x="14379" y="34554"/>
                  <a:pt x="14467" y="34495"/>
                </a:cubicBezTo>
                <a:close/>
                <a:moveTo>
                  <a:pt x="14805" y="34554"/>
                </a:moveTo>
                <a:cubicBezTo>
                  <a:pt x="14805" y="34628"/>
                  <a:pt x="14805" y="34672"/>
                  <a:pt x="14820" y="34746"/>
                </a:cubicBezTo>
                <a:cubicBezTo>
                  <a:pt x="14732" y="34805"/>
                  <a:pt x="14629" y="34878"/>
                  <a:pt x="14555" y="34937"/>
                </a:cubicBezTo>
                <a:cubicBezTo>
                  <a:pt x="14541" y="34878"/>
                  <a:pt x="14541" y="34805"/>
                  <a:pt x="14541" y="34731"/>
                </a:cubicBezTo>
                <a:cubicBezTo>
                  <a:pt x="14629" y="34672"/>
                  <a:pt x="14732" y="34599"/>
                  <a:pt x="14805" y="34554"/>
                </a:cubicBezTo>
                <a:close/>
                <a:moveTo>
                  <a:pt x="15144" y="34599"/>
                </a:moveTo>
                <a:lnTo>
                  <a:pt x="15144" y="34790"/>
                </a:lnTo>
                <a:cubicBezTo>
                  <a:pt x="15056" y="34849"/>
                  <a:pt x="14982" y="34893"/>
                  <a:pt x="14894" y="34966"/>
                </a:cubicBezTo>
                <a:cubicBezTo>
                  <a:pt x="14894" y="34966"/>
                  <a:pt x="14879" y="34966"/>
                  <a:pt x="14879" y="34996"/>
                </a:cubicBezTo>
                <a:lnTo>
                  <a:pt x="14879" y="34805"/>
                </a:lnTo>
                <a:cubicBezTo>
                  <a:pt x="14953" y="34731"/>
                  <a:pt x="14997" y="34702"/>
                  <a:pt x="15070" y="34657"/>
                </a:cubicBezTo>
                <a:cubicBezTo>
                  <a:pt x="15100" y="34643"/>
                  <a:pt x="15129" y="34628"/>
                  <a:pt x="15144" y="34599"/>
                </a:cubicBezTo>
                <a:close/>
                <a:moveTo>
                  <a:pt x="15482" y="34657"/>
                </a:moveTo>
                <a:cubicBezTo>
                  <a:pt x="15482" y="34716"/>
                  <a:pt x="15468" y="34760"/>
                  <a:pt x="15468" y="34849"/>
                </a:cubicBezTo>
                <a:cubicBezTo>
                  <a:pt x="15365" y="34878"/>
                  <a:pt x="15291" y="34937"/>
                  <a:pt x="15203" y="35011"/>
                </a:cubicBezTo>
                <a:cubicBezTo>
                  <a:pt x="15203" y="34952"/>
                  <a:pt x="15203" y="34893"/>
                  <a:pt x="15217" y="34819"/>
                </a:cubicBezTo>
                <a:cubicBezTo>
                  <a:pt x="15247" y="34819"/>
                  <a:pt x="15247" y="34805"/>
                  <a:pt x="15262" y="34805"/>
                </a:cubicBezTo>
                <a:cubicBezTo>
                  <a:pt x="15335" y="34746"/>
                  <a:pt x="15409" y="34716"/>
                  <a:pt x="15482" y="34657"/>
                </a:cubicBezTo>
                <a:close/>
                <a:moveTo>
                  <a:pt x="15762" y="34716"/>
                </a:moveTo>
                <a:cubicBezTo>
                  <a:pt x="15733" y="34775"/>
                  <a:pt x="15733" y="34819"/>
                  <a:pt x="15718" y="34878"/>
                </a:cubicBezTo>
                <a:cubicBezTo>
                  <a:pt x="15630" y="34922"/>
                  <a:pt x="15556" y="34966"/>
                  <a:pt x="15482" y="35025"/>
                </a:cubicBezTo>
                <a:cubicBezTo>
                  <a:pt x="15497" y="34966"/>
                  <a:pt x="15497" y="34922"/>
                  <a:pt x="15512" y="34863"/>
                </a:cubicBezTo>
                <a:lnTo>
                  <a:pt x="15688" y="34746"/>
                </a:lnTo>
                <a:cubicBezTo>
                  <a:pt x="15703" y="34731"/>
                  <a:pt x="15718" y="34716"/>
                  <a:pt x="15762" y="34716"/>
                </a:cubicBezTo>
                <a:close/>
                <a:moveTo>
                  <a:pt x="15925" y="34829"/>
                </a:moveTo>
                <a:cubicBezTo>
                  <a:pt x="15915" y="34840"/>
                  <a:pt x="15905" y="34852"/>
                  <a:pt x="15894" y="34863"/>
                </a:cubicBezTo>
                <a:cubicBezTo>
                  <a:pt x="15859" y="34920"/>
                  <a:pt x="15819" y="34976"/>
                  <a:pt x="15777" y="35032"/>
                </a:cubicBezTo>
                <a:lnTo>
                  <a:pt x="15777" y="35032"/>
                </a:lnTo>
                <a:cubicBezTo>
                  <a:pt x="15815" y="35002"/>
                  <a:pt x="15851" y="34976"/>
                  <a:pt x="15880" y="34937"/>
                </a:cubicBezTo>
                <a:cubicBezTo>
                  <a:pt x="15891" y="34893"/>
                  <a:pt x="15910" y="34865"/>
                  <a:pt x="15925" y="34829"/>
                </a:cubicBezTo>
                <a:close/>
                <a:moveTo>
                  <a:pt x="16056" y="34863"/>
                </a:moveTo>
                <a:lnTo>
                  <a:pt x="16056" y="34863"/>
                </a:lnTo>
                <a:cubicBezTo>
                  <a:pt x="16012" y="34878"/>
                  <a:pt x="15983" y="34922"/>
                  <a:pt x="15939" y="34952"/>
                </a:cubicBezTo>
                <a:cubicBezTo>
                  <a:pt x="15939" y="34996"/>
                  <a:pt x="15924" y="35011"/>
                  <a:pt x="15909" y="35040"/>
                </a:cubicBezTo>
                <a:lnTo>
                  <a:pt x="16012" y="34937"/>
                </a:lnTo>
                <a:cubicBezTo>
                  <a:pt x="16027" y="34922"/>
                  <a:pt x="16056" y="34878"/>
                  <a:pt x="16056" y="34863"/>
                </a:cubicBezTo>
                <a:close/>
                <a:moveTo>
                  <a:pt x="13819" y="34657"/>
                </a:moveTo>
                <a:cubicBezTo>
                  <a:pt x="13819" y="34731"/>
                  <a:pt x="13834" y="34805"/>
                  <a:pt x="13834" y="34878"/>
                </a:cubicBezTo>
                <a:cubicBezTo>
                  <a:pt x="13761" y="34937"/>
                  <a:pt x="13687" y="35011"/>
                  <a:pt x="13599" y="35069"/>
                </a:cubicBezTo>
                <a:cubicBezTo>
                  <a:pt x="13584" y="34996"/>
                  <a:pt x="13584" y="34922"/>
                  <a:pt x="13584" y="34849"/>
                </a:cubicBezTo>
                <a:cubicBezTo>
                  <a:pt x="13658" y="34790"/>
                  <a:pt x="13731" y="34716"/>
                  <a:pt x="13819" y="34657"/>
                </a:cubicBezTo>
                <a:close/>
                <a:moveTo>
                  <a:pt x="14143" y="34731"/>
                </a:moveTo>
                <a:cubicBezTo>
                  <a:pt x="14143" y="34805"/>
                  <a:pt x="14158" y="34878"/>
                  <a:pt x="14158" y="34952"/>
                </a:cubicBezTo>
                <a:cubicBezTo>
                  <a:pt x="14084" y="35011"/>
                  <a:pt x="13981" y="35084"/>
                  <a:pt x="13922" y="35128"/>
                </a:cubicBezTo>
                <a:cubicBezTo>
                  <a:pt x="13922" y="35069"/>
                  <a:pt x="13893" y="34996"/>
                  <a:pt x="13893" y="34922"/>
                </a:cubicBezTo>
                <a:cubicBezTo>
                  <a:pt x="13967" y="34863"/>
                  <a:pt x="14070" y="34790"/>
                  <a:pt x="14143" y="34731"/>
                </a:cubicBezTo>
                <a:close/>
                <a:moveTo>
                  <a:pt x="15909" y="35158"/>
                </a:moveTo>
                <a:cubicBezTo>
                  <a:pt x="15892" y="35158"/>
                  <a:pt x="15885" y="35163"/>
                  <a:pt x="15879" y="35170"/>
                </a:cubicBezTo>
                <a:lnTo>
                  <a:pt x="15879" y="35170"/>
                </a:lnTo>
                <a:cubicBezTo>
                  <a:pt x="15887" y="35166"/>
                  <a:pt x="15897" y="35162"/>
                  <a:pt x="15909" y="35158"/>
                </a:cubicBezTo>
                <a:close/>
                <a:moveTo>
                  <a:pt x="14482" y="34790"/>
                </a:moveTo>
                <a:lnTo>
                  <a:pt x="14482" y="34996"/>
                </a:lnTo>
                <a:cubicBezTo>
                  <a:pt x="14393" y="35069"/>
                  <a:pt x="14320" y="35114"/>
                  <a:pt x="14231" y="35187"/>
                </a:cubicBezTo>
                <a:lnTo>
                  <a:pt x="14231" y="34966"/>
                </a:lnTo>
                <a:cubicBezTo>
                  <a:pt x="14320" y="34922"/>
                  <a:pt x="14393" y="34849"/>
                  <a:pt x="14482" y="34790"/>
                </a:cubicBezTo>
                <a:close/>
                <a:moveTo>
                  <a:pt x="14820" y="34849"/>
                </a:moveTo>
                <a:lnTo>
                  <a:pt x="14820" y="35025"/>
                </a:lnTo>
                <a:cubicBezTo>
                  <a:pt x="14732" y="35099"/>
                  <a:pt x="14629" y="35158"/>
                  <a:pt x="14555" y="35231"/>
                </a:cubicBezTo>
                <a:lnTo>
                  <a:pt x="14555" y="35025"/>
                </a:lnTo>
                <a:cubicBezTo>
                  <a:pt x="14658" y="34966"/>
                  <a:pt x="14732" y="34893"/>
                  <a:pt x="14820" y="34849"/>
                </a:cubicBezTo>
                <a:close/>
                <a:moveTo>
                  <a:pt x="15129" y="34863"/>
                </a:moveTo>
                <a:cubicBezTo>
                  <a:pt x="15144" y="34937"/>
                  <a:pt x="15144" y="34996"/>
                  <a:pt x="15129" y="35040"/>
                </a:cubicBezTo>
                <a:cubicBezTo>
                  <a:pt x="15114" y="35069"/>
                  <a:pt x="15070" y="35084"/>
                  <a:pt x="15056" y="35099"/>
                </a:cubicBezTo>
                <a:cubicBezTo>
                  <a:pt x="14997" y="35143"/>
                  <a:pt x="14923" y="35187"/>
                  <a:pt x="14879" y="35231"/>
                </a:cubicBezTo>
                <a:lnTo>
                  <a:pt x="14879" y="35040"/>
                </a:lnTo>
                <a:cubicBezTo>
                  <a:pt x="14894" y="35025"/>
                  <a:pt x="14908" y="35025"/>
                  <a:pt x="14923" y="35011"/>
                </a:cubicBezTo>
                <a:cubicBezTo>
                  <a:pt x="14997" y="34952"/>
                  <a:pt x="15056" y="34922"/>
                  <a:pt x="15129" y="34863"/>
                </a:cubicBezTo>
                <a:close/>
                <a:moveTo>
                  <a:pt x="15438" y="34922"/>
                </a:moveTo>
                <a:cubicBezTo>
                  <a:pt x="15424" y="34966"/>
                  <a:pt x="15424" y="35025"/>
                  <a:pt x="15409" y="35084"/>
                </a:cubicBezTo>
                <a:cubicBezTo>
                  <a:pt x="15335" y="35143"/>
                  <a:pt x="15262" y="35187"/>
                  <a:pt x="15173" y="35246"/>
                </a:cubicBezTo>
                <a:cubicBezTo>
                  <a:pt x="15173" y="35187"/>
                  <a:pt x="15188" y="35143"/>
                  <a:pt x="15188" y="35084"/>
                </a:cubicBezTo>
                <a:cubicBezTo>
                  <a:pt x="15276" y="35025"/>
                  <a:pt x="15350" y="34966"/>
                  <a:pt x="15438" y="34922"/>
                </a:cubicBezTo>
                <a:close/>
                <a:moveTo>
                  <a:pt x="15879" y="35170"/>
                </a:moveTo>
                <a:cubicBezTo>
                  <a:pt x="15857" y="35182"/>
                  <a:pt x="15846" y="35195"/>
                  <a:pt x="15836" y="35217"/>
                </a:cubicBezTo>
                <a:cubicBezTo>
                  <a:pt x="15836" y="35231"/>
                  <a:pt x="15806" y="35246"/>
                  <a:pt x="15806" y="35261"/>
                </a:cubicBezTo>
                <a:cubicBezTo>
                  <a:pt x="15836" y="35231"/>
                  <a:pt x="15850" y="35217"/>
                  <a:pt x="15865" y="35187"/>
                </a:cubicBezTo>
                <a:cubicBezTo>
                  <a:pt x="15871" y="35181"/>
                  <a:pt x="15874" y="35175"/>
                  <a:pt x="15879" y="35170"/>
                </a:cubicBezTo>
                <a:close/>
                <a:moveTo>
                  <a:pt x="13510" y="34878"/>
                </a:moveTo>
                <a:cubicBezTo>
                  <a:pt x="13510" y="34952"/>
                  <a:pt x="13525" y="35025"/>
                  <a:pt x="13525" y="35099"/>
                </a:cubicBezTo>
                <a:cubicBezTo>
                  <a:pt x="13452" y="35158"/>
                  <a:pt x="13378" y="35231"/>
                  <a:pt x="13304" y="35290"/>
                </a:cubicBezTo>
                <a:cubicBezTo>
                  <a:pt x="13304" y="35231"/>
                  <a:pt x="13304" y="35158"/>
                  <a:pt x="13290" y="35069"/>
                </a:cubicBezTo>
                <a:cubicBezTo>
                  <a:pt x="13363" y="35011"/>
                  <a:pt x="13437" y="34937"/>
                  <a:pt x="13510" y="34878"/>
                </a:cubicBezTo>
                <a:close/>
                <a:moveTo>
                  <a:pt x="15659" y="34966"/>
                </a:moveTo>
                <a:lnTo>
                  <a:pt x="15659" y="34966"/>
                </a:lnTo>
                <a:cubicBezTo>
                  <a:pt x="15644" y="35025"/>
                  <a:pt x="15630" y="35084"/>
                  <a:pt x="15615" y="35114"/>
                </a:cubicBezTo>
                <a:cubicBezTo>
                  <a:pt x="15556" y="35172"/>
                  <a:pt x="15497" y="35231"/>
                  <a:pt x="15424" y="35290"/>
                </a:cubicBezTo>
                <a:cubicBezTo>
                  <a:pt x="15438" y="35231"/>
                  <a:pt x="15438" y="35172"/>
                  <a:pt x="15468" y="35114"/>
                </a:cubicBezTo>
                <a:cubicBezTo>
                  <a:pt x="15482" y="35099"/>
                  <a:pt x="15497" y="35084"/>
                  <a:pt x="15512" y="35084"/>
                </a:cubicBezTo>
                <a:cubicBezTo>
                  <a:pt x="15571" y="35040"/>
                  <a:pt x="15615" y="35011"/>
                  <a:pt x="15659" y="34966"/>
                </a:cubicBezTo>
                <a:close/>
                <a:moveTo>
                  <a:pt x="15836" y="35040"/>
                </a:moveTo>
                <a:cubicBezTo>
                  <a:pt x="15791" y="35099"/>
                  <a:pt x="15733" y="35143"/>
                  <a:pt x="15688" y="35172"/>
                </a:cubicBezTo>
                <a:cubicBezTo>
                  <a:pt x="15659" y="35231"/>
                  <a:pt x="15644" y="35261"/>
                  <a:pt x="15630" y="35305"/>
                </a:cubicBezTo>
                <a:cubicBezTo>
                  <a:pt x="15688" y="35246"/>
                  <a:pt x="15718" y="35217"/>
                  <a:pt x="15777" y="35172"/>
                </a:cubicBezTo>
                <a:cubicBezTo>
                  <a:pt x="15791" y="35114"/>
                  <a:pt x="15806" y="35084"/>
                  <a:pt x="15836" y="35040"/>
                </a:cubicBezTo>
                <a:close/>
                <a:moveTo>
                  <a:pt x="13849" y="34966"/>
                </a:moveTo>
                <a:cubicBezTo>
                  <a:pt x="13849" y="35025"/>
                  <a:pt x="13849" y="35099"/>
                  <a:pt x="13864" y="35158"/>
                </a:cubicBezTo>
                <a:lnTo>
                  <a:pt x="13864" y="35187"/>
                </a:lnTo>
                <a:cubicBezTo>
                  <a:pt x="13790" y="35246"/>
                  <a:pt x="13716" y="35320"/>
                  <a:pt x="13628" y="35378"/>
                </a:cubicBezTo>
                <a:cubicBezTo>
                  <a:pt x="13628" y="35305"/>
                  <a:pt x="13599" y="35231"/>
                  <a:pt x="13599" y="35158"/>
                </a:cubicBezTo>
                <a:cubicBezTo>
                  <a:pt x="13672" y="35099"/>
                  <a:pt x="13746" y="35025"/>
                  <a:pt x="13849" y="34966"/>
                </a:cubicBezTo>
                <a:close/>
                <a:moveTo>
                  <a:pt x="14158" y="35011"/>
                </a:moveTo>
                <a:lnTo>
                  <a:pt x="14158" y="35231"/>
                </a:lnTo>
                <a:cubicBezTo>
                  <a:pt x="14070" y="35305"/>
                  <a:pt x="13996" y="35364"/>
                  <a:pt x="13922" y="35437"/>
                </a:cubicBezTo>
                <a:lnTo>
                  <a:pt x="13922" y="35217"/>
                </a:lnTo>
                <a:cubicBezTo>
                  <a:pt x="13996" y="35143"/>
                  <a:pt x="14084" y="35084"/>
                  <a:pt x="14158" y="35011"/>
                </a:cubicBezTo>
                <a:close/>
                <a:moveTo>
                  <a:pt x="14482" y="35069"/>
                </a:moveTo>
                <a:lnTo>
                  <a:pt x="14482" y="35261"/>
                </a:lnTo>
                <a:cubicBezTo>
                  <a:pt x="14393" y="35334"/>
                  <a:pt x="14320" y="35393"/>
                  <a:pt x="14231" y="35467"/>
                </a:cubicBezTo>
                <a:lnTo>
                  <a:pt x="14231" y="35261"/>
                </a:lnTo>
                <a:cubicBezTo>
                  <a:pt x="14320" y="35187"/>
                  <a:pt x="14393" y="35143"/>
                  <a:pt x="14482" y="35069"/>
                </a:cubicBezTo>
                <a:close/>
                <a:moveTo>
                  <a:pt x="14820" y="35099"/>
                </a:moveTo>
                <a:cubicBezTo>
                  <a:pt x="14820" y="35158"/>
                  <a:pt x="14820" y="35231"/>
                  <a:pt x="14805" y="35290"/>
                </a:cubicBezTo>
                <a:lnTo>
                  <a:pt x="14761" y="35320"/>
                </a:lnTo>
                <a:lnTo>
                  <a:pt x="14541" y="35481"/>
                </a:lnTo>
                <a:lnTo>
                  <a:pt x="14541" y="35290"/>
                </a:lnTo>
                <a:cubicBezTo>
                  <a:pt x="14629" y="35231"/>
                  <a:pt x="14732" y="35172"/>
                  <a:pt x="14820" y="35099"/>
                </a:cubicBezTo>
                <a:close/>
                <a:moveTo>
                  <a:pt x="15114" y="35128"/>
                </a:moveTo>
                <a:cubicBezTo>
                  <a:pt x="15114" y="35187"/>
                  <a:pt x="15100" y="35261"/>
                  <a:pt x="15100" y="35320"/>
                </a:cubicBezTo>
                <a:cubicBezTo>
                  <a:pt x="15041" y="35378"/>
                  <a:pt x="14967" y="35408"/>
                  <a:pt x="14908" y="35467"/>
                </a:cubicBezTo>
                <a:cubicBezTo>
                  <a:pt x="14894" y="35481"/>
                  <a:pt x="14879" y="35481"/>
                  <a:pt x="14850" y="35496"/>
                </a:cubicBezTo>
                <a:cubicBezTo>
                  <a:pt x="14850" y="35452"/>
                  <a:pt x="14879" y="35378"/>
                  <a:pt x="14879" y="35320"/>
                </a:cubicBezTo>
                <a:lnTo>
                  <a:pt x="15100" y="35158"/>
                </a:lnTo>
                <a:lnTo>
                  <a:pt x="15114" y="35128"/>
                </a:lnTo>
                <a:close/>
                <a:moveTo>
                  <a:pt x="15577" y="35278"/>
                </a:moveTo>
                <a:cubicBezTo>
                  <a:pt x="15560" y="35297"/>
                  <a:pt x="15543" y="35316"/>
                  <a:pt x="15527" y="35334"/>
                </a:cubicBezTo>
                <a:lnTo>
                  <a:pt x="15381" y="35525"/>
                </a:lnTo>
                <a:lnTo>
                  <a:pt x="15381" y="35525"/>
                </a:lnTo>
                <a:cubicBezTo>
                  <a:pt x="15434" y="35476"/>
                  <a:pt x="15488" y="35447"/>
                  <a:pt x="15541" y="35393"/>
                </a:cubicBezTo>
                <a:cubicBezTo>
                  <a:pt x="15553" y="35346"/>
                  <a:pt x="15565" y="35318"/>
                  <a:pt x="15577" y="35278"/>
                </a:cubicBezTo>
                <a:close/>
                <a:moveTo>
                  <a:pt x="15394" y="35187"/>
                </a:moveTo>
                <a:lnTo>
                  <a:pt x="15394" y="35187"/>
                </a:lnTo>
                <a:cubicBezTo>
                  <a:pt x="15365" y="35246"/>
                  <a:pt x="15365" y="35305"/>
                  <a:pt x="15350" y="35364"/>
                </a:cubicBezTo>
                <a:lnTo>
                  <a:pt x="15335" y="35364"/>
                </a:lnTo>
                <a:cubicBezTo>
                  <a:pt x="15262" y="35408"/>
                  <a:pt x="15203" y="35467"/>
                  <a:pt x="15129" y="35526"/>
                </a:cubicBezTo>
                <a:cubicBezTo>
                  <a:pt x="15144" y="35467"/>
                  <a:pt x="15144" y="35408"/>
                  <a:pt x="15173" y="35364"/>
                </a:cubicBezTo>
                <a:lnTo>
                  <a:pt x="15394" y="35187"/>
                </a:lnTo>
                <a:close/>
                <a:moveTo>
                  <a:pt x="15688" y="35334"/>
                </a:moveTo>
                <a:lnTo>
                  <a:pt x="15571" y="35452"/>
                </a:lnTo>
                <a:cubicBezTo>
                  <a:pt x="15571" y="35481"/>
                  <a:pt x="15556" y="35511"/>
                  <a:pt x="15541" y="35540"/>
                </a:cubicBezTo>
                <a:lnTo>
                  <a:pt x="15644" y="35437"/>
                </a:lnTo>
                <a:cubicBezTo>
                  <a:pt x="15659" y="35393"/>
                  <a:pt x="15688" y="35364"/>
                  <a:pt x="15688" y="35334"/>
                </a:cubicBezTo>
                <a:close/>
                <a:moveTo>
                  <a:pt x="13555" y="35217"/>
                </a:moveTo>
                <a:cubicBezTo>
                  <a:pt x="13555" y="35290"/>
                  <a:pt x="13555" y="35364"/>
                  <a:pt x="13569" y="35452"/>
                </a:cubicBezTo>
                <a:cubicBezTo>
                  <a:pt x="13496" y="35526"/>
                  <a:pt x="13422" y="35585"/>
                  <a:pt x="13349" y="35658"/>
                </a:cubicBezTo>
                <a:cubicBezTo>
                  <a:pt x="13334" y="35540"/>
                  <a:pt x="13334" y="35467"/>
                  <a:pt x="13334" y="35393"/>
                </a:cubicBezTo>
                <a:cubicBezTo>
                  <a:pt x="13407" y="35334"/>
                  <a:pt x="13481" y="35261"/>
                  <a:pt x="13555" y="35217"/>
                </a:cubicBezTo>
                <a:close/>
                <a:moveTo>
                  <a:pt x="13864" y="35261"/>
                </a:moveTo>
                <a:lnTo>
                  <a:pt x="13864" y="35481"/>
                </a:lnTo>
                <a:cubicBezTo>
                  <a:pt x="13790" y="35555"/>
                  <a:pt x="13687" y="35614"/>
                  <a:pt x="13628" y="35688"/>
                </a:cubicBezTo>
                <a:lnTo>
                  <a:pt x="13628" y="35599"/>
                </a:lnTo>
                <a:lnTo>
                  <a:pt x="13628" y="35467"/>
                </a:lnTo>
                <a:cubicBezTo>
                  <a:pt x="13702" y="35393"/>
                  <a:pt x="13775" y="35334"/>
                  <a:pt x="13864" y="35261"/>
                </a:cubicBezTo>
                <a:close/>
                <a:moveTo>
                  <a:pt x="14173" y="35305"/>
                </a:moveTo>
                <a:lnTo>
                  <a:pt x="14173" y="35526"/>
                </a:lnTo>
                <a:cubicBezTo>
                  <a:pt x="14084" y="35599"/>
                  <a:pt x="14011" y="35673"/>
                  <a:pt x="13937" y="35732"/>
                </a:cubicBezTo>
                <a:lnTo>
                  <a:pt x="13937" y="35511"/>
                </a:lnTo>
                <a:cubicBezTo>
                  <a:pt x="14011" y="35437"/>
                  <a:pt x="14099" y="35378"/>
                  <a:pt x="14173" y="35305"/>
                </a:cubicBezTo>
                <a:close/>
                <a:moveTo>
                  <a:pt x="15512" y="35629"/>
                </a:moveTo>
                <a:lnTo>
                  <a:pt x="15468" y="35688"/>
                </a:lnTo>
                <a:cubicBezTo>
                  <a:pt x="15468" y="35688"/>
                  <a:pt x="15438" y="35702"/>
                  <a:pt x="15438" y="35732"/>
                </a:cubicBezTo>
                <a:lnTo>
                  <a:pt x="15497" y="35673"/>
                </a:lnTo>
                <a:cubicBezTo>
                  <a:pt x="15497" y="35673"/>
                  <a:pt x="15497" y="35658"/>
                  <a:pt x="15512" y="35629"/>
                </a:cubicBezTo>
                <a:close/>
                <a:moveTo>
                  <a:pt x="14482" y="35364"/>
                </a:moveTo>
                <a:lnTo>
                  <a:pt x="14482" y="35555"/>
                </a:lnTo>
                <a:cubicBezTo>
                  <a:pt x="14393" y="35629"/>
                  <a:pt x="14320" y="35702"/>
                  <a:pt x="14231" y="35776"/>
                </a:cubicBezTo>
                <a:lnTo>
                  <a:pt x="14231" y="35585"/>
                </a:lnTo>
                <a:cubicBezTo>
                  <a:pt x="14320" y="35481"/>
                  <a:pt x="14393" y="35437"/>
                  <a:pt x="14482" y="35364"/>
                </a:cubicBezTo>
                <a:close/>
                <a:moveTo>
                  <a:pt x="14805" y="35393"/>
                </a:moveTo>
                <a:cubicBezTo>
                  <a:pt x="14805" y="35452"/>
                  <a:pt x="14776" y="35526"/>
                  <a:pt x="14776" y="35585"/>
                </a:cubicBezTo>
                <a:cubicBezTo>
                  <a:pt x="14732" y="35614"/>
                  <a:pt x="14688" y="35658"/>
                  <a:pt x="14629" y="35688"/>
                </a:cubicBezTo>
                <a:cubicBezTo>
                  <a:pt x="14599" y="35732"/>
                  <a:pt x="14555" y="35746"/>
                  <a:pt x="14526" y="35776"/>
                </a:cubicBezTo>
                <a:cubicBezTo>
                  <a:pt x="14526" y="35732"/>
                  <a:pt x="14541" y="35658"/>
                  <a:pt x="14541" y="35599"/>
                </a:cubicBezTo>
                <a:cubicBezTo>
                  <a:pt x="14629" y="35526"/>
                  <a:pt x="14702" y="35467"/>
                  <a:pt x="14805" y="35393"/>
                </a:cubicBezTo>
                <a:close/>
                <a:moveTo>
                  <a:pt x="15070" y="35408"/>
                </a:moveTo>
                <a:lnTo>
                  <a:pt x="15070" y="35408"/>
                </a:lnTo>
                <a:cubicBezTo>
                  <a:pt x="15056" y="35467"/>
                  <a:pt x="15056" y="35526"/>
                  <a:pt x="15041" y="35599"/>
                </a:cubicBezTo>
                <a:cubicBezTo>
                  <a:pt x="14967" y="35658"/>
                  <a:pt x="14894" y="35732"/>
                  <a:pt x="14820" y="35776"/>
                </a:cubicBezTo>
                <a:cubicBezTo>
                  <a:pt x="14835" y="35732"/>
                  <a:pt x="14835" y="35673"/>
                  <a:pt x="14835" y="35599"/>
                </a:cubicBezTo>
                <a:cubicBezTo>
                  <a:pt x="14879" y="35585"/>
                  <a:pt x="14908" y="35540"/>
                  <a:pt x="14953" y="35526"/>
                </a:cubicBezTo>
                <a:cubicBezTo>
                  <a:pt x="14982" y="35481"/>
                  <a:pt x="15041" y="35452"/>
                  <a:pt x="15070" y="35408"/>
                </a:cubicBezTo>
                <a:close/>
                <a:moveTo>
                  <a:pt x="15321" y="35452"/>
                </a:moveTo>
                <a:lnTo>
                  <a:pt x="15262" y="35614"/>
                </a:lnTo>
                <a:cubicBezTo>
                  <a:pt x="15217" y="35658"/>
                  <a:pt x="15203" y="35673"/>
                  <a:pt x="15173" y="35688"/>
                </a:cubicBezTo>
                <a:cubicBezTo>
                  <a:pt x="15129" y="35732"/>
                  <a:pt x="15100" y="35761"/>
                  <a:pt x="15056" y="35776"/>
                </a:cubicBezTo>
                <a:cubicBezTo>
                  <a:pt x="15056" y="35761"/>
                  <a:pt x="15056" y="35761"/>
                  <a:pt x="15070" y="35746"/>
                </a:cubicBezTo>
                <a:cubicBezTo>
                  <a:pt x="15100" y="35702"/>
                  <a:pt x="15100" y="35658"/>
                  <a:pt x="15114" y="35614"/>
                </a:cubicBezTo>
                <a:cubicBezTo>
                  <a:pt x="15188" y="35555"/>
                  <a:pt x="15247" y="35511"/>
                  <a:pt x="15321" y="35452"/>
                </a:cubicBezTo>
                <a:close/>
                <a:moveTo>
                  <a:pt x="15468" y="35540"/>
                </a:moveTo>
                <a:lnTo>
                  <a:pt x="15468" y="35540"/>
                </a:lnTo>
                <a:cubicBezTo>
                  <a:pt x="15409" y="35585"/>
                  <a:pt x="15365" y="35629"/>
                  <a:pt x="15321" y="35673"/>
                </a:cubicBezTo>
                <a:cubicBezTo>
                  <a:pt x="15291" y="35732"/>
                  <a:pt x="15276" y="35761"/>
                  <a:pt x="15262" y="35805"/>
                </a:cubicBezTo>
                <a:cubicBezTo>
                  <a:pt x="15291" y="35746"/>
                  <a:pt x="15350" y="35702"/>
                  <a:pt x="15409" y="35673"/>
                </a:cubicBezTo>
                <a:cubicBezTo>
                  <a:pt x="15424" y="35614"/>
                  <a:pt x="15438" y="35585"/>
                  <a:pt x="15468" y="35540"/>
                </a:cubicBezTo>
                <a:close/>
                <a:moveTo>
                  <a:pt x="13555" y="35526"/>
                </a:moveTo>
                <a:lnTo>
                  <a:pt x="13555" y="35614"/>
                </a:lnTo>
                <a:lnTo>
                  <a:pt x="13555" y="35761"/>
                </a:lnTo>
                <a:cubicBezTo>
                  <a:pt x="13481" y="35835"/>
                  <a:pt x="13407" y="35894"/>
                  <a:pt x="13334" y="35967"/>
                </a:cubicBezTo>
                <a:lnTo>
                  <a:pt x="13334" y="35732"/>
                </a:lnTo>
                <a:cubicBezTo>
                  <a:pt x="13407" y="35658"/>
                  <a:pt x="13481" y="35585"/>
                  <a:pt x="13555" y="35526"/>
                </a:cubicBezTo>
                <a:close/>
                <a:moveTo>
                  <a:pt x="13849" y="35585"/>
                </a:moveTo>
                <a:cubicBezTo>
                  <a:pt x="13864" y="35658"/>
                  <a:pt x="13864" y="35732"/>
                  <a:pt x="13849" y="35805"/>
                </a:cubicBezTo>
                <a:cubicBezTo>
                  <a:pt x="13775" y="35879"/>
                  <a:pt x="13672" y="35952"/>
                  <a:pt x="13599" y="36026"/>
                </a:cubicBezTo>
                <a:lnTo>
                  <a:pt x="13599" y="35776"/>
                </a:lnTo>
                <a:cubicBezTo>
                  <a:pt x="13672" y="35702"/>
                  <a:pt x="13746" y="35658"/>
                  <a:pt x="13849" y="35585"/>
                </a:cubicBezTo>
                <a:close/>
                <a:moveTo>
                  <a:pt x="14158" y="35614"/>
                </a:moveTo>
                <a:lnTo>
                  <a:pt x="14158" y="35820"/>
                </a:lnTo>
                <a:cubicBezTo>
                  <a:pt x="14070" y="35894"/>
                  <a:pt x="13996" y="35967"/>
                  <a:pt x="13893" y="36041"/>
                </a:cubicBezTo>
                <a:cubicBezTo>
                  <a:pt x="13893" y="35967"/>
                  <a:pt x="13893" y="35894"/>
                  <a:pt x="13922" y="35820"/>
                </a:cubicBezTo>
                <a:cubicBezTo>
                  <a:pt x="13996" y="35761"/>
                  <a:pt x="14084" y="35688"/>
                  <a:pt x="14158" y="35614"/>
                </a:cubicBezTo>
                <a:close/>
                <a:moveTo>
                  <a:pt x="15291" y="35835"/>
                </a:moveTo>
                <a:lnTo>
                  <a:pt x="15188" y="35952"/>
                </a:lnTo>
                <a:cubicBezTo>
                  <a:pt x="15173" y="35982"/>
                  <a:pt x="15173" y="35997"/>
                  <a:pt x="15144" y="36041"/>
                </a:cubicBezTo>
                <a:lnTo>
                  <a:pt x="15262" y="35923"/>
                </a:lnTo>
                <a:cubicBezTo>
                  <a:pt x="15276" y="35894"/>
                  <a:pt x="15291" y="35879"/>
                  <a:pt x="15291" y="35835"/>
                </a:cubicBezTo>
                <a:close/>
                <a:moveTo>
                  <a:pt x="14482" y="35629"/>
                </a:moveTo>
                <a:cubicBezTo>
                  <a:pt x="14482" y="35702"/>
                  <a:pt x="14467" y="35761"/>
                  <a:pt x="14467" y="35835"/>
                </a:cubicBezTo>
                <a:cubicBezTo>
                  <a:pt x="14379" y="35908"/>
                  <a:pt x="14290" y="35982"/>
                  <a:pt x="14217" y="36055"/>
                </a:cubicBezTo>
                <a:cubicBezTo>
                  <a:pt x="14217" y="35982"/>
                  <a:pt x="14231" y="35923"/>
                  <a:pt x="14231" y="35849"/>
                </a:cubicBezTo>
                <a:cubicBezTo>
                  <a:pt x="14305" y="35776"/>
                  <a:pt x="14393" y="35702"/>
                  <a:pt x="14482" y="35629"/>
                </a:cubicBezTo>
                <a:close/>
                <a:moveTo>
                  <a:pt x="14761" y="35673"/>
                </a:moveTo>
                <a:lnTo>
                  <a:pt x="14761" y="35673"/>
                </a:lnTo>
                <a:cubicBezTo>
                  <a:pt x="14747" y="35732"/>
                  <a:pt x="14747" y="35805"/>
                  <a:pt x="14732" y="35849"/>
                </a:cubicBezTo>
                <a:cubicBezTo>
                  <a:pt x="14658" y="35923"/>
                  <a:pt x="14555" y="35982"/>
                  <a:pt x="14482" y="36055"/>
                </a:cubicBezTo>
                <a:cubicBezTo>
                  <a:pt x="14511" y="35997"/>
                  <a:pt x="14526" y="35923"/>
                  <a:pt x="14526" y="35879"/>
                </a:cubicBezTo>
                <a:cubicBezTo>
                  <a:pt x="14585" y="35835"/>
                  <a:pt x="14629" y="35776"/>
                  <a:pt x="14673" y="35746"/>
                </a:cubicBezTo>
                <a:cubicBezTo>
                  <a:pt x="14702" y="35732"/>
                  <a:pt x="14732" y="35688"/>
                  <a:pt x="14761" y="35673"/>
                </a:cubicBezTo>
                <a:close/>
                <a:moveTo>
                  <a:pt x="15026" y="35702"/>
                </a:moveTo>
                <a:cubicBezTo>
                  <a:pt x="15026" y="35732"/>
                  <a:pt x="15026" y="35732"/>
                  <a:pt x="14997" y="35746"/>
                </a:cubicBezTo>
                <a:cubicBezTo>
                  <a:pt x="14982" y="35805"/>
                  <a:pt x="14967" y="35835"/>
                  <a:pt x="14967" y="35894"/>
                </a:cubicBezTo>
                <a:cubicBezTo>
                  <a:pt x="14894" y="35952"/>
                  <a:pt x="14820" y="35997"/>
                  <a:pt x="14761" y="36055"/>
                </a:cubicBezTo>
                <a:cubicBezTo>
                  <a:pt x="14776" y="35997"/>
                  <a:pt x="14805" y="35952"/>
                  <a:pt x="14805" y="35894"/>
                </a:cubicBezTo>
                <a:cubicBezTo>
                  <a:pt x="14879" y="35835"/>
                  <a:pt x="14953" y="35761"/>
                  <a:pt x="15026" y="35702"/>
                </a:cubicBezTo>
                <a:close/>
                <a:moveTo>
                  <a:pt x="15129" y="36173"/>
                </a:moveTo>
                <a:lnTo>
                  <a:pt x="15070" y="36217"/>
                </a:lnTo>
                <a:cubicBezTo>
                  <a:pt x="15070" y="36247"/>
                  <a:pt x="15056" y="36247"/>
                  <a:pt x="15056" y="36261"/>
                </a:cubicBezTo>
                <a:lnTo>
                  <a:pt x="15114" y="36203"/>
                </a:lnTo>
                <a:cubicBezTo>
                  <a:pt x="15114" y="36188"/>
                  <a:pt x="15114" y="36188"/>
                  <a:pt x="15129" y="36173"/>
                </a:cubicBezTo>
                <a:close/>
                <a:moveTo>
                  <a:pt x="13569" y="35849"/>
                </a:moveTo>
                <a:lnTo>
                  <a:pt x="13569" y="35849"/>
                </a:lnTo>
                <a:cubicBezTo>
                  <a:pt x="13555" y="35923"/>
                  <a:pt x="13555" y="35997"/>
                  <a:pt x="13555" y="36100"/>
                </a:cubicBezTo>
                <a:lnTo>
                  <a:pt x="13334" y="36320"/>
                </a:lnTo>
                <a:cubicBezTo>
                  <a:pt x="13334" y="36232"/>
                  <a:pt x="13349" y="36158"/>
                  <a:pt x="13349" y="36070"/>
                </a:cubicBezTo>
                <a:lnTo>
                  <a:pt x="13349" y="36055"/>
                </a:lnTo>
                <a:cubicBezTo>
                  <a:pt x="13422" y="35982"/>
                  <a:pt x="13496" y="35908"/>
                  <a:pt x="13569" y="35849"/>
                </a:cubicBezTo>
                <a:close/>
                <a:moveTo>
                  <a:pt x="15070" y="36041"/>
                </a:moveTo>
                <a:lnTo>
                  <a:pt x="15056" y="36055"/>
                </a:lnTo>
                <a:cubicBezTo>
                  <a:pt x="14997" y="36100"/>
                  <a:pt x="14953" y="36144"/>
                  <a:pt x="14908" y="36188"/>
                </a:cubicBezTo>
                <a:cubicBezTo>
                  <a:pt x="14908" y="36247"/>
                  <a:pt x="14894" y="36276"/>
                  <a:pt x="14879" y="36320"/>
                </a:cubicBezTo>
                <a:cubicBezTo>
                  <a:pt x="14923" y="36276"/>
                  <a:pt x="14967" y="36217"/>
                  <a:pt x="15026" y="36173"/>
                </a:cubicBezTo>
                <a:cubicBezTo>
                  <a:pt x="15041" y="36114"/>
                  <a:pt x="15056" y="36070"/>
                  <a:pt x="15070" y="36041"/>
                </a:cubicBezTo>
                <a:close/>
                <a:moveTo>
                  <a:pt x="13849" y="35894"/>
                </a:moveTo>
                <a:cubicBezTo>
                  <a:pt x="13849" y="35967"/>
                  <a:pt x="13849" y="36041"/>
                  <a:pt x="13819" y="36114"/>
                </a:cubicBezTo>
                <a:cubicBezTo>
                  <a:pt x="13746" y="36188"/>
                  <a:pt x="13658" y="36261"/>
                  <a:pt x="13584" y="36350"/>
                </a:cubicBezTo>
                <a:cubicBezTo>
                  <a:pt x="13584" y="36276"/>
                  <a:pt x="13599" y="36188"/>
                  <a:pt x="13599" y="36114"/>
                </a:cubicBezTo>
                <a:cubicBezTo>
                  <a:pt x="13702" y="36041"/>
                  <a:pt x="13775" y="35967"/>
                  <a:pt x="13849" y="35894"/>
                </a:cubicBezTo>
                <a:close/>
                <a:moveTo>
                  <a:pt x="14452" y="35923"/>
                </a:moveTo>
                <a:cubicBezTo>
                  <a:pt x="14452" y="35997"/>
                  <a:pt x="14438" y="36055"/>
                  <a:pt x="14408" y="36114"/>
                </a:cubicBezTo>
                <a:cubicBezTo>
                  <a:pt x="14335" y="36203"/>
                  <a:pt x="14246" y="36276"/>
                  <a:pt x="14173" y="36350"/>
                </a:cubicBezTo>
                <a:cubicBezTo>
                  <a:pt x="14173" y="36276"/>
                  <a:pt x="14187" y="36217"/>
                  <a:pt x="14187" y="36144"/>
                </a:cubicBezTo>
                <a:cubicBezTo>
                  <a:pt x="14261" y="36070"/>
                  <a:pt x="14364" y="35997"/>
                  <a:pt x="14452" y="35923"/>
                </a:cubicBezTo>
                <a:close/>
                <a:moveTo>
                  <a:pt x="14702" y="35967"/>
                </a:moveTo>
                <a:lnTo>
                  <a:pt x="14702" y="35967"/>
                </a:lnTo>
                <a:cubicBezTo>
                  <a:pt x="14688" y="36026"/>
                  <a:pt x="14688" y="36070"/>
                  <a:pt x="14673" y="36129"/>
                </a:cubicBezTo>
                <a:lnTo>
                  <a:pt x="14673" y="36144"/>
                </a:lnTo>
                <a:cubicBezTo>
                  <a:pt x="14658" y="36144"/>
                  <a:pt x="14614" y="36188"/>
                  <a:pt x="14599" y="36203"/>
                </a:cubicBezTo>
                <a:cubicBezTo>
                  <a:pt x="14541" y="36261"/>
                  <a:pt x="14482" y="36291"/>
                  <a:pt x="14423" y="36350"/>
                </a:cubicBezTo>
                <a:cubicBezTo>
                  <a:pt x="14452" y="36291"/>
                  <a:pt x="14452" y="36217"/>
                  <a:pt x="14467" y="36173"/>
                </a:cubicBezTo>
                <a:cubicBezTo>
                  <a:pt x="14482" y="36144"/>
                  <a:pt x="14511" y="36129"/>
                  <a:pt x="14541" y="36114"/>
                </a:cubicBezTo>
                <a:cubicBezTo>
                  <a:pt x="14599" y="36055"/>
                  <a:pt x="14658" y="36026"/>
                  <a:pt x="14702" y="35967"/>
                </a:cubicBezTo>
                <a:close/>
                <a:moveTo>
                  <a:pt x="14923" y="35997"/>
                </a:moveTo>
                <a:lnTo>
                  <a:pt x="14879" y="36173"/>
                </a:lnTo>
                <a:cubicBezTo>
                  <a:pt x="14820" y="36217"/>
                  <a:pt x="14747" y="36276"/>
                  <a:pt x="14688" y="36350"/>
                </a:cubicBezTo>
                <a:cubicBezTo>
                  <a:pt x="14688" y="36276"/>
                  <a:pt x="14702" y="36217"/>
                  <a:pt x="14732" y="36173"/>
                </a:cubicBezTo>
                <a:cubicBezTo>
                  <a:pt x="14805" y="36114"/>
                  <a:pt x="14850" y="36055"/>
                  <a:pt x="14923" y="35997"/>
                </a:cubicBezTo>
                <a:close/>
                <a:moveTo>
                  <a:pt x="14158" y="35923"/>
                </a:moveTo>
                <a:cubicBezTo>
                  <a:pt x="14158" y="35997"/>
                  <a:pt x="14143" y="36055"/>
                  <a:pt x="14143" y="36129"/>
                </a:cubicBezTo>
                <a:cubicBezTo>
                  <a:pt x="14040" y="36203"/>
                  <a:pt x="13967" y="36276"/>
                  <a:pt x="13878" y="36364"/>
                </a:cubicBezTo>
                <a:cubicBezTo>
                  <a:pt x="13878" y="36291"/>
                  <a:pt x="13893" y="36217"/>
                  <a:pt x="13893" y="36144"/>
                </a:cubicBezTo>
                <a:cubicBezTo>
                  <a:pt x="13967" y="36070"/>
                  <a:pt x="14070" y="35997"/>
                  <a:pt x="14158" y="35923"/>
                </a:cubicBezTo>
                <a:close/>
                <a:moveTo>
                  <a:pt x="14923" y="36364"/>
                </a:moveTo>
                <a:lnTo>
                  <a:pt x="14820" y="36482"/>
                </a:lnTo>
                <a:cubicBezTo>
                  <a:pt x="14791" y="36512"/>
                  <a:pt x="14791" y="36541"/>
                  <a:pt x="14776" y="36570"/>
                </a:cubicBezTo>
                <a:cubicBezTo>
                  <a:pt x="14791" y="36541"/>
                  <a:pt x="14835" y="36497"/>
                  <a:pt x="14879" y="36467"/>
                </a:cubicBezTo>
                <a:cubicBezTo>
                  <a:pt x="14894" y="36438"/>
                  <a:pt x="14894" y="36409"/>
                  <a:pt x="14923" y="36364"/>
                </a:cubicBezTo>
                <a:close/>
                <a:moveTo>
                  <a:pt x="14820" y="36320"/>
                </a:moveTo>
                <a:lnTo>
                  <a:pt x="14820" y="36320"/>
                </a:lnTo>
                <a:cubicBezTo>
                  <a:pt x="14802" y="36331"/>
                  <a:pt x="14786" y="36342"/>
                  <a:pt x="14769" y="36355"/>
                </a:cubicBezTo>
                <a:lnTo>
                  <a:pt x="14769" y="36355"/>
                </a:lnTo>
                <a:cubicBezTo>
                  <a:pt x="14767" y="36358"/>
                  <a:pt x="14764" y="36361"/>
                  <a:pt x="14761" y="36364"/>
                </a:cubicBezTo>
                <a:cubicBezTo>
                  <a:pt x="14710" y="36444"/>
                  <a:pt x="14660" y="36523"/>
                  <a:pt x="14608" y="36600"/>
                </a:cubicBezTo>
                <a:lnTo>
                  <a:pt x="14608" y="36600"/>
                </a:lnTo>
                <a:cubicBezTo>
                  <a:pt x="14649" y="36551"/>
                  <a:pt x="14700" y="36504"/>
                  <a:pt x="14761" y="36467"/>
                </a:cubicBezTo>
                <a:cubicBezTo>
                  <a:pt x="14776" y="36409"/>
                  <a:pt x="14805" y="36364"/>
                  <a:pt x="14820" y="36320"/>
                </a:cubicBezTo>
                <a:close/>
                <a:moveTo>
                  <a:pt x="14658" y="36247"/>
                </a:moveTo>
                <a:lnTo>
                  <a:pt x="14599" y="36409"/>
                </a:lnTo>
                <a:cubicBezTo>
                  <a:pt x="14541" y="36482"/>
                  <a:pt x="14482" y="36512"/>
                  <a:pt x="14452" y="36556"/>
                </a:cubicBezTo>
                <a:lnTo>
                  <a:pt x="14379" y="36629"/>
                </a:lnTo>
                <a:cubicBezTo>
                  <a:pt x="14393" y="36585"/>
                  <a:pt x="14393" y="36556"/>
                  <a:pt x="14408" y="36512"/>
                </a:cubicBezTo>
                <a:cubicBezTo>
                  <a:pt x="14408" y="36497"/>
                  <a:pt x="14423" y="36467"/>
                  <a:pt x="14423" y="36438"/>
                </a:cubicBezTo>
                <a:cubicBezTo>
                  <a:pt x="14511" y="36364"/>
                  <a:pt x="14570" y="36320"/>
                  <a:pt x="14658" y="36247"/>
                </a:cubicBezTo>
                <a:close/>
                <a:moveTo>
                  <a:pt x="14393" y="36217"/>
                </a:moveTo>
                <a:lnTo>
                  <a:pt x="14393" y="36217"/>
                </a:lnTo>
                <a:cubicBezTo>
                  <a:pt x="14379" y="36276"/>
                  <a:pt x="14379" y="36350"/>
                  <a:pt x="14364" y="36409"/>
                </a:cubicBezTo>
                <a:cubicBezTo>
                  <a:pt x="14290" y="36482"/>
                  <a:pt x="14187" y="36556"/>
                  <a:pt x="14114" y="36644"/>
                </a:cubicBezTo>
                <a:cubicBezTo>
                  <a:pt x="14143" y="36585"/>
                  <a:pt x="14143" y="36541"/>
                  <a:pt x="14158" y="36467"/>
                </a:cubicBezTo>
                <a:cubicBezTo>
                  <a:pt x="14231" y="36394"/>
                  <a:pt x="14320" y="36320"/>
                  <a:pt x="14393" y="36217"/>
                </a:cubicBezTo>
                <a:close/>
                <a:moveTo>
                  <a:pt x="13525" y="36188"/>
                </a:moveTo>
                <a:cubicBezTo>
                  <a:pt x="13525" y="36261"/>
                  <a:pt x="13510" y="36350"/>
                  <a:pt x="13510" y="36423"/>
                </a:cubicBezTo>
                <a:lnTo>
                  <a:pt x="13275" y="36659"/>
                </a:lnTo>
                <a:cubicBezTo>
                  <a:pt x="13290" y="36570"/>
                  <a:pt x="13290" y="36497"/>
                  <a:pt x="13290" y="36409"/>
                </a:cubicBezTo>
                <a:cubicBezTo>
                  <a:pt x="13378" y="36335"/>
                  <a:pt x="13452" y="36261"/>
                  <a:pt x="13525" y="36188"/>
                </a:cubicBezTo>
                <a:close/>
                <a:moveTo>
                  <a:pt x="14143" y="36217"/>
                </a:moveTo>
                <a:cubicBezTo>
                  <a:pt x="14143" y="36291"/>
                  <a:pt x="14114" y="36364"/>
                  <a:pt x="14114" y="36423"/>
                </a:cubicBezTo>
                <a:cubicBezTo>
                  <a:pt x="14011" y="36512"/>
                  <a:pt x="13922" y="36615"/>
                  <a:pt x="13849" y="36688"/>
                </a:cubicBezTo>
                <a:cubicBezTo>
                  <a:pt x="13864" y="36615"/>
                  <a:pt x="13864" y="36541"/>
                  <a:pt x="13878" y="36467"/>
                </a:cubicBezTo>
                <a:cubicBezTo>
                  <a:pt x="13952" y="36394"/>
                  <a:pt x="14040" y="36291"/>
                  <a:pt x="14143" y="36217"/>
                </a:cubicBezTo>
                <a:close/>
                <a:moveTo>
                  <a:pt x="13819" y="36217"/>
                </a:moveTo>
                <a:cubicBezTo>
                  <a:pt x="13819" y="36291"/>
                  <a:pt x="13805" y="36364"/>
                  <a:pt x="13805" y="36438"/>
                </a:cubicBezTo>
                <a:cubicBezTo>
                  <a:pt x="13716" y="36512"/>
                  <a:pt x="13643" y="36615"/>
                  <a:pt x="13569" y="36703"/>
                </a:cubicBezTo>
                <a:cubicBezTo>
                  <a:pt x="13584" y="36629"/>
                  <a:pt x="13584" y="36541"/>
                  <a:pt x="13584" y="36467"/>
                </a:cubicBezTo>
                <a:lnTo>
                  <a:pt x="13819" y="36217"/>
                </a:lnTo>
                <a:close/>
                <a:moveTo>
                  <a:pt x="14702" y="36732"/>
                </a:moveTo>
                <a:cubicBezTo>
                  <a:pt x="14702" y="36762"/>
                  <a:pt x="14688" y="36777"/>
                  <a:pt x="14673" y="36791"/>
                </a:cubicBezTo>
                <a:lnTo>
                  <a:pt x="14702" y="36762"/>
                </a:lnTo>
                <a:lnTo>
                  <a:pt x="14702" y="36732"/>
                </a:lnTo>
                <a:close/>
                <a:moveTo>
                  <a:pt x="14673" y="36791"/>
                </a:moveTo>
                <a:lnTo>
                  <a:pt x="14673" y="36791"/>
                </a:lnTo>
                <a:cubicBezTo>
                  <a:pt x="14658" y="36791"/>
                  <a:pt x="14658" y="36806"/>
                  <a:pt x="14658" y="36806"/>
                </a:cubicBezTo>
                <a:lnTo>
                  <a:pt x="14673" y="36791"/>
                </a:lnTo>
                <a:close/>
                <a:moveTo>
                  <a:pt x="14673" y="36629"/>
                </a:moveTo>
                <a:lnTo>
                  <a:pt x="14526" y="36777"/>
                </a:lnTo>
                <a:cubicBezTo>
                  <a:pt x="14511" y="36835"/>
                  <a:pt x="14482" y="36865"/>
                  <a:pt x="14467" y="36909"/>
                </a:cubicBezTo>
                <a:lnTo>
                  <a:pt x="14614" y="36762"/>
                </a:lnTo>
                <a:cubicBezTo>
                  <a:pt x="14629" y="36703"/>
                  <a:pt x="14658" y="36659"/>
                  <a:pt x="14673" y="36629"/>
                </a:cubicBezTo>
                <a:close/>
                <a:moveTo>
                  <a:pt x="14541" y="36570"/>
                </a:moveTo>
                <a:lnTo>
                  <a:pt x="14482" y="36732"/>
                </a:lnTo>
                <a:cubicBezTo>
                  <a:pt x="14438" y="36791"/>
                  <a:pt x="14379" y="36865"/>
                  <a:pt x="14320" y="36924"/>
                </a:cubicBezTo>
                <a:lnTo>
                  <a:pt x="14305" y="36938"/>
                </a:lnTo>
                <a:cubicBezTo>
                  <a:pt x="14305" y="36880"/>
                  <a:pt x="14320" y="36835"/>
                  <a:pt x="14335" y="36777"/>
                </a:cubicBezTo>
                <a:lnTo>
                  <a:pt x="14511" y="36615"/>
                </a:lnTo>
                <a:lnTo>
                  <a:pt x="14541" y="36570"/>
                </a:lnTo>
                <a:close/>
                <a:moveTo>
                  <a:pt x="14335" y="36556"/>
                </a:moveTo>
                <a:lnTo>
                  <a:pt x="14335" y="36556"/>
                </a:lnTo>
                <a:cubicBezTo>
                  <a:pt x="14320" y="36615"/>
                  <a:pt x="14305" y="36688"/>
                  <a:pt x="14290" y="36732"/>
                </a:cubicBezTo>
                <a:lnTo>
                  <a:pt x="14246" y="36777"/>
                </a:lnTo>
                <a:lnTo>
                  <a:pt x="14040" y="36983"/>
                </a:lnTo>
                <a:cubicBezTo>
                  <a:pt x="14040" y="36953"/>
                  <a:pt x="14055" y="36938"/>
                  <a:pt x="14055" y="36924"/>
                </a:cubicBezTo>
                <a:cubicBezTo>
                  <a:pt x="14084" y="36880"/>
                  <a:pt x="14084" y="36835"/>
                  <a:pt x="14099" y="36791"/>
                </a:cubicBezTo>
                <a:cubicBezTo>
                  <a:pt x="14173" y="36718"/>
                  <a:pt x="14246" y="36629"/>
                  <a:pt x="14335" y="36556"/>
                </a:cubicBezTo>
                <a:close/>
                <a:moveTo>
                  <a:pt x="14070" y="36541"/>
                </a:moveTo>
                <a:cubicBezTo>
                  <a:pt x="14040" y="36615"/>
                  <a:pt x="14040" y="36688"/>
                  <a:pt x="14025" y="36732"/>
                </a:cubicBezTo>
                <a:cubicBezTo>
                  <a:pt x="13952" y="36850"/>
                  <a:pt x="13864" y="36938"/>
                  <a:pt x="13790" y="37012"/>
                </a:cubicBezTo>
                <a:cubicBezTo>
                  <a:pt x="13805" y="36938"/>
                  <a:pt x="13805" y="36865"/>
                  <a:pt x="13819" y="36791"/>
                </a:cubicBezTo>
                <a:cubicBezTo>
                  <a:pt x="13893" y="36703"/>
                  <a:pt x="13996" y="36629"/>
                  <a:pt x="14070" y="36541"/>
                </a:cubicBezTo>
                <a:close/>
                <a:moveTo>
                  <a:pt x="14511" y="36997"/>
                </a:moveTo>
                <a:lnTo>
                  <a:pt x="14511" y="36997"/>
                </a:lnTo>
                <a:cubicBezTo>
                  <a:pt x="14491" y="37007"/>
                  <a:pt x="14478" y="37017"/>
                  <a:pt x="14467" y="37035"/>
                </a:cubicBezTo>
                <a:lnTo>
                  <a:pt x="14467" y="37035"/>
                </a:lnTo>
                <a:lnTo>
                  <a:pt x="14511" y="36997"/>
                </a:lnTo>
                <a:close/>
                <a:moveTo>
                  <a:pt x="13510" y="36541"/>
                </a:moveTo>
                <a:cubicBezTo>
                  <a:pt x="13510" y="36615"/>
                  <a:pt x="13496" y="36703"/>
                  <a:pt x="13481" y="36777"/>
                </a:cubicBezTo>
                <a:cubicBezTo>
                  <a:pt x="13378" y="36865"/>
                  <a:pt x="13304" y="36953"/>
                  <a:pt x="13231" y="37056"/>
                </a:cubicBezTo>
                <a:cubicBezTo>
                  <a:pt x="13260" y="36953"/>
                  <a:pt x="13260" y="36865"/>
                  <a:pt x="13275" y="36777"/>
                </a:cubicBezTo>
                <a:cubicBezTo>
                  <a:pt x="13349" y="36703"/>
                  <a:pt x="13422" y="36615"/>
                  <a:pt x="13510" y="36541"/>
                </a:cubicBezTo>
                <a:close/>
                <a:moveTo>
                  <a:pt x="13790" y="36556"/>
                </a:moveTo>
                <a:cubicBezTo>
                  <a:pt x="13775" y="36629"/>
                  <a:pt x="13775" y="36703"/>
                  <a:pt x="13746" y="36777"/>
                </a:cubicBezTo>
                <a:cubicBezTo>
                  <a:pt x="13658" y="36865"/>
                  <a:pt x="13584" y="36953"/>
                  <a:pt x="13496" y="37056"/>
                </a:cubicBezTo>
                <a:cubicBezTo>
                  <a:pt x="13510" y="36968"/>
                  <a:pt x="13510" y="36880"/>
                  <a:pt x="13525" y="36806"/>
                </a:cubicBezTo>
                <a:lnTo>
                  <a:pt x="13790" y="36556"/>
                </a:lnTo>
                <a:close/>
                <a:moveTo>
                  <a:pt x="14467" y="37035"/>
                </a:moveTo>
                <a:lnTo>
                  <a:pt x="14393" y="37100"/>
                </a:lnTo>
                <a:cubicBezTo>
                  <a:pt x="14382" y="37133"/>
                  <a:pt x="14380" y="37150"/>
                  <a:pt x="14373" y="37174"/>
                </a:cubicBezTo>
                <a:lnTo>
                  <a:pt x="14373" y="37174"/>
                </a:lnTo>
                <a:cubicBezTo>
                  <a:pt x="14389" y="37130"/>
                  <a:pt x="14416" y="37095"/>
                  <a:pt x="14452" y="37071"/>
                </a:cubicBezTo>
                <a:cubicBezTo>
                  <a:pt x="14457" y="37056"/>
                  <a:pt x="14462" y="37045"/>
                  <a:pt x="14467" y="37035"/>
                </a:cubicBezTo>
                <a:close/>
                <a:moveTo>
                  <a:pt x="14373" y="37174"/>
                </a:moveTo>
                <a:cubicBezTo>
                  <a:pt x="14369" y="37184"/>
                  <a:pt x="14366" y="37193"/>
                  <a:pt x="14364" y="37203"/>
                </a:cubicBezTo>
                <a:cubicBezTo>
                  <a:pt x="14368" y="37192"/>
                  <a:pt x="14370" y="37183"/>
                  <a:pt x="14373" y="37174"/>
                </a:cubicBezTo>
                <a:close/>
                <a:moveTo>
                  <a:pt x="14308" y="37022"/>
                </a:moveTo>
                <a:lnTo>
                  <a:pt x="14308" y="37022"/>
                </a:lnTo>
                <a:cubicBezTo>
                  <a:pt x="14269" y="37085"/>
                  <a:pt x="14227" y="37151"/>
                  <a:pt x="14185" y="37216"/>
                </a:cubicBezTo>
                <a:lnTo>
                  <a:pt x="14185" y="37216"/>
                </a:lnTo>
                <a:cubicBezTo>
                  <a:pt x="14200" y="37182"/>
                  <a:pt x="14220" y="37145"/>
                  <a:pt x="14231" y="37100"/>
                </a:cubicBezTo>
                <a:cubicBezTo>
                  <a:pt x="14251" y="37081"/>
                  <a:pt x="14276" y="37049"/>
                  <a:pt x="14308" y="37022"/>
                </a:cubicBezTo>
                <a:close/>
                <a:moveTo>
                  <a:pt x="14231" y="36880"/>
                </a:moveTo>
                <a:lnTo>
                  <a:pt x="14231" y="36880"/>
                </a:lnTo>
                <a:cubicBezTo>
                  <a:pt x="14217" y="36938"/>
                  <a:pt x="14187" y="37012"/>
                  <a:pt x="14173" y="37071"/>
                </a:cubicBezTo>
                <a:cubicBezTo>
                  <a:pt x="14158" y="37086"/>
                  <a:pt x="14143" y="37130"/>
                  <a:pt x="14099" y="37144"/>
                </a:cubicBezTo>
                <a:cubicBezTo>
                  <a:pt x="14040" y="37203"/>
                  <a:pt x="14011" y="37247"/>
                  <a:pt x="13952" y="37306"/>
                </a:cubicBezTo>
                <a:cubicBezTo>
                  <a:pt x="13967" y="37247"/>
                  <a:pt x="13996" y="37174"/>
                  <a:pt x="14011" y="37130"/>
                </a:cubicBezTo>
                <a:cubicBezTo>
                  <a:pt x="14084" y="37056"/>
                  <a:pt x="14158" y="36953"/>
                  <a:pt x="14231" y="36880"/>
                </a:cubicBezTo>
                <a:close/>
                <a:moveTo>
                  <a:pt x="14011" y="36865"/>
                </a:moveTo>
                <a:lnTo>
                  <a:pt x="14011" y="36880"/>
                </a:lnTo>
                <a:cubicBezTo>
                  <a:pt x="13996" y="36953"/>
                  <a:pt x="13967" y="37012"/>
                  <a:pt x="13952" y="37071"/>
                </a:cubicBezTo>
                <a:cubicBezTo>
                  <a:pt x="13882" y="37155"/>
                  <a:pt x="13799" y="37238"/>
                  <a:pt x="13728" y="37322"/>
                </a:cubicBezTo>
                <a:lnTo>
                  <a:pt x="13728" y="37322"/>
                </a:lnTo>
                <a:cubicBezTo>
                  <a:pt x="13730" y="37317"/>
                  <a:pt x="13731" y="37311"/>
                  <a:pt x="13731" y="37306"/>
                </a:cubicBezTo>
                <a:cubicBezTo>
                  <a:pt x="13746" y="37247"/>
                  <a:pt x="13746" y="37203"/>
                  <a:pt x="13775" y="37144"/>
                </a:cubicBezTo>
                <a:cubicBezTo>
                  <a:pt x="13849" y="37056"/>
                  <a:pt x="13937" y="36953"/>
                  <a:pt x="14011" y="36865"/>
                </a:cubicBezTo>
                <a:close/>
                <a:moveTo>
                  <a:pt x="13746" y="36880"/>
                </a:moveTo>
                <a:cubicBezTo>
                  <a:pt x="13731" y="36953"/>
                  <a:pt x="13731" y="37027"/>
                  <a:pt x="13716" y="37100"/>
                </a:cubicBezTo>
                <a:cubicBezTo>
                  <a:pt x="13628" y="37218"/>
                  <a:pt x="13525" y="37321"/>
                  <a:pt x="13452" y="37424"/>
                </a:cubicBezTo>
                <a:cubicBezTo>
                  <a:pt x="13481" y="37321"/>
                  <a:pt x="13496" y="37247"/>
                  <a:pt x="13496" y="37159"/>
                </a:cubicBezTo>
                <a:cubicBezTo>
                  <a:pt x="13569" y="37071"/>
                  <a:pt x="13658" y="36983"/>
                  <a:pt x="13746" y="36880"/>
                </a:cubicBezTo>
                <a:close/>
                <a:moveTo>
                  <a:pt x="14261" y="37395"/>
                </a:moveTo>
                <a:cubicBezTo>
                  <a:pt x="14261" y="37424"/>
                  <a:pt x="14246" y="37424"/>
                  <a:pt x="14246" y="37439"/>
                </a:cubicBezTo>
                <a:cubicBezTo>
                  <a:pt x="14261" y="37424"/>
                  <a:pt x="14261" y="37424"/>
                  <a:pt x="14261" y="37395"/>
                </a:cubicBezTo>
                <a:close/>
                <a:moveTo>
                  <a:pt x="13481" y="36909"/>
                </a:moveTo>
                <a:lnTo>
                  <a:pt x="13481" y="36909"/>
                </a:lnTo>
                <a:cubicBezTo>
                  <a:pt x="13452" y="36997"/>
                  <a:pt x="13452" y="37071"/>
                  <a:pt x="13437" y="37159"/>
                </a:cubicBezTo>
                <a:cubicBezTo>
                  <a:pt x="13349" y="37277"/>
                  <a:pt x="13275" y="37365"/>
                  <a:pt x="13187" y="37468"/>
                </a:cubicBezTo>
                <a:lnTo>
                  <a:pt x="13231" y="37203"/>
                </a:lnTo>
                <a:cubicBezTo>
                  <a:pt x="13290" y="37086"/>
                  <a:pt x="13378" y="36997"/>
                  <a:pt x="13481" y="36909"/>
                </a:cubicBezTo>
                <a:close/>
                <a:moveTo>
                  <a:pt x="14246" y="37277"/>
                </a:moveTo>
                <a:lnTo>
                  <a:pt x="14187" y="37321"/>
                </a:lnTo>
                <a:cubicBezTo>
                  <a:pt x="14158" y="37365"/>
                  <a:pt x="14143" y="37395"/>
                  <a:pt x="14099" y="37439"/>
                </a:cubicBezTo>
                <a:cubicBezTo>
                  <a:pt x="14084" y="37498"/>
                  <a:pt x="14055" y="37527"/>
                  <a:pt x="14040" y="37571"/>
                </a:cubicBezTo>
                <a:cubicBezTo>
                  <a:pt x="14099" y="37512"/>
                  <a:pt x="14143" y="37453"/>
                  <a:pt x="14187" y="37395"/>
                </a:cubicBezTo>
                <a:cubicBezTo>
                  <a:pt x="14202" y="37350"/>
                  <a:pt x="14231" y="37306"/>
                  <a:pt x="14246" y="37277"/>
                </a:cubicBezTo>
                <a:close/>
                <a:moveTo>
                  <a:pt x="14099" y="37247"/>
                </a:moveTo>
                <a:lnTo>
                  <a:pt x="14040" y="37424"/>
                </a:lnTo>
                <a:cubicBezTo>
                  <a:pt x="14025" y="37453"/>
                  <a:pt x="13996" y="37468"/>
                  <a:pt x="13967" y="37512"/>
                </a:cubicBezTo>
                <a:cubicBezTo>
                  <a:pt x="13937" y="37571"/>
                  <a:pt x="13893" y="37615"/>
                  <a:pt x="13864" y="37660"/>
                </a:cubicBezTo>
                <a:cubicBezTo>
                  <a:pt x="13864" y="37601"/>
                  <a:pt x="13878" y="37542"/>
                  <a:pt x="13893" y="37498"/>
                </a:cubicBezTo>
                <a:cubicBezTo>
                  <a:pt x="13967" y="37424"/>
                  <a:pt x="14025" y="37321"/>
                  <a:pt x="14099" y="37247"/>
                </a:cubicBezTo>
                <a:close/>
                <a:moveTo>
                  <a:pt x="13922" y="37247"/>
                </a:moveTo>
                <a:lnTo>
                  <a:pt x="13864" y="37468"/>
                </a:lnTo>
                <a:cubicBezTo>
                  <a:pt x="13775" y="37542"/>
                  <a:pt x="13702" y="37660"/>
                  <a:pt x="13628" y="37748"/>
                </a:cubicBezTo>
                <a:lnTo>
                  <a:pt x="13672" y="37527"/>
                </a:lnTo>
                <a:cubicBezTo>
                  <a:pt x="13746" y="37439"/>
                  <a:pt x="13819" y="37350"/>
                  <a:pt x="13922" y="37247"/>
                </a:cubicBezTo>
                <a:close/>
                <a:moveTo>
                  <a:pt x="13672" y="37247"/>
                </a:moveTo>
                <a:lnTo>
                  <a:pt x="13672" y="37292"/>
                </a:lnTo>
                <a:cubicBezTo>
                  <a:pt x="13658" y="37365"/>
                  <a:pt x="13643" y="37424"/>
                  <a:pt x="13628" y="37498"/>
                </a:cubicBezTo>
                <a:cubicBezTo>
                  <a:pt x="13525" y="37601"/>
                  <a:pt x="13437" y="37733"/>
                  <a:pt x="13363" y="37836"/>
                </a:cubicBezTo>
                <a:cubicBezTo>
                  <a:pt x="13378" y="37792"/>
                  <a:pt x="13378" y="37748"/>
                  <a:pt x="13407" y="37689"/>
                </a:cubicBezTo>
                <a:cubicBezTo>
                  <a:pt x="13407" y="37660"/>
                  <a:pt x="13422" y="37615"/>
                  <a:pt x="13422" y="37571"/>
                </a:cubicBezTo>
                <a:cubicBezTo>
                  <a:pt x="13496" y="37453"/>
                  <a:pt x="13584" y="37365"/>
                  <a:pt x="13672" y="37247"/>
                </a:cubicBezTo>
                <a:close/>
                <a:moveTo>
                  <a:pt x="14025" y="37674"/>
                </a:moveTo>
                <a:lnTo>
                  <a:pt x="14025" y="37674"/>
                </a:lnTo>
                <a:cubicBezTo>
                  <a:pt x="13996" y="37718"/>
                  <a:pt x="13967" y="37763"/>
                  <a:pt x="13937" y="37807"/>
                </a:cubicBezTo>
                <a:cubicBezTo>
                  <a:pt x="13937" y="37836"/>
                  <a:pt x="13922" y="37866"/>
                  <a:pt x="13922" y="37880"/>
                </a:cubicBezTo>
                <a:cubicBezTo>
                  <a:pt x="13952" y="37836"/>
                  <a:pt x="13967" y="37792"/>
                  <a:pt x="14011" y="37748"/>
                </a:cubicBezTo>
                <a:cubicBezTo>
                  <a:pt x="14025" y="37733"/>
                  <a:pt x="14040" y="37718"/>
                  <a:pt x="14025" y="37674"/>
                </a:cubicBezTo>
                <a:close/>
                <a:moveTo>
                  <a:pt x="13407" y="37277"/>
                </a:moveTo>
                <a:lnTo>
                  <a:pt x="13407" y="37277"/>
                </a:lnTo>
                <a:cubicBezTo>
                  <a:pt x="13378" y="37365"/>
                  <a:pt x="13363" y="37453"/>
                  <a:pt x="13349" y="37527"/>
                </a:cubicBezTo>
                <a:cubicBezTo>
                  <a:pt x="13260" y="37660"/>
                  <a:pt x="13157" y="37763"/>
                  <a:pt x="13084" y="37895"/>
                </a:cubicBezTo>
                <a:cubicBezTo>
                  <a:pt x="13098" y="37807"/>
                  <a:pt x="13128" y="37689"/>
                  <a:pt x="13142" y="37601"/>
                </a:cubicBezTo>
                <a:cubicBezTo>
                  <a:pt x="13231" y="37498"/>
                  <a:pt x="13304" y="37380"/>
                  <a:pt x="13407" y="37277"/>
                </a:cubicBezTo>
                <a:close/>
                <a:moveTo>
                  <a:pt x="13813" y="37821"/>
                </a:moveTo>
                <a:lnTo>
                  <a:pt x="13813" y="37821"/>
                </a:lnTo>
                <a:cubicBezTo>
                  <a:pt x="13797" y="37849"/>
                  <a:pt x="13782" y="37877"/>
                  <a:pt x="13766" y="37905"/>
                </a:cubicBezTo>
                <a:lnTo>
                  <a:pt x="13766" y="37905"/>
                </a:lnTo>
                <a:lnTo>
                  <a:pt x="13775" y="37880"/>
                </a:lnTo>
                <a:cubicBezTo>
                  <a:pt x="13787" y="37861"/>
                  <a:pt x="13799" y="37841"/>
                  <a:pt x="13813" y="37821"/>
                </a:cubicBezTo>
                <a:close/>
                <a:moveTo>
                  <a:pt x="13775" y="37660"/>
                </a:moveTo>
                <a:cubicBezTo>
                  <a:pt x="13746" y="37733"/>
                  <a:pt x="13716" y="37807"/>
                  <a:pt x="13687" y="37880"/>
                </a:cubicBezTo>
                <a:cubicBezTo>
                  <a:pt x="13643" y="37954"/>
                  <a:pt x="13569" y="38057"/>
                  <a:pt x="13496" y="38175"/>
                </a:cubicBezTo>
                <a:lnTo>
                  <a:pt x="13555" y="37954"/>
                </a:lnTo>
                <a:cubicBezTo>
                  <a:pt x="13628" y="37836"/>
                  <a:pt x="13687" y="37748"/>
                  <a:pt x="13775" y="37660"/>
                </a:cubicBezTo>
                <a:close/>
                <a:moveTo>
                  <a:pt x="13790" y="38101"/>
                </a:moveTo>
                <a:cubicBezTo>
                  <a:pt x="13756" y="38124"/>
                  <a:pt x="13740" y="38155"/>
                  <a:pt x="13727" y="38181"/>
                </a:cubicBezTo>
                <a:lnTo>
                  <a:pt x="13727" y="38181"/>
                </a:lnTo>
                <a:cubicBezTo>
                  <a:pt x="13747" y="38155"/>
                  <a:pt x="13769" y="38128"/>
                  <a:pt x="13790" y="38101"/>
                </a:cubicBezTo>
                <a:close/>
                <a:moveTo>
                  <a:pt x="13569" y="37660"/>
                </a:moveTo>
                <a:lnTo>
                  <a:pt x="13569" y="37660"/>
                </a:lnTo>
                <a:cubicBezTo>
                  <a:pt x="13555" y="37733"/>
                  <a:pt x="13525" y="37821"/>
                  <a:pt x="13496" y="37895"/>
                </a:cubicBezTo>
                <a:cubicBezTo>
                  <a:pt x="13407" y="38027"/>
                  <a:pt x="13319" y="38145"/>
                  <a:pt x="13260" y="38263"/>
                </a:cubicBezTo>
                <a:cubicBezTo>
                  <a:pt x="13275" y="38175"/>
                  <a:pt x="13290" y="38072"/>
                  <a:pt x="13334" y="37983"/>
                </a:cubicBezTo>
                <a:cubicBezTo>
                  <a:pt x="13407" y="37895"/>
                  <a:pt x="13496" y="37792"/>
                  <a:pt x="13569" y="37660"/>
                </a:cubicBezTo>
                <a:close/>
                <a:moveTo>
                  <a:pt x="13727" y="38181"/>
                </a:moveTo>
                <a:cubicBezTo>
                  <a:pt x="13692" y="38228"/>
                  <a:pt x="13662" y="38275"/>
                  <a:pt x="13643" y="38322"/>
                </a:cubicBezTo>
                <a:cubicBezTo>
                  <a:pt x="13637" y="38328"/>
                  <a:pt x="13633" y="38339"/>
                  <a:pt x="13629" y="38352"/>
                </a:cubicBezTo>
                <a:lnTo>
                  <a:pt x="13629" y="38352"/>
                </a:lnTo>
                <a:cubicBezTo>
                  <a:pt x="13652" y="38314"/>
                  <a:pt x="13674" y="38280"/>
                  <a:pt x="13702" y="38233"/>
                </a:cubicBezTo>
                <a:lnTo>
                  <a:pt x="13716" y="38204"/>
                </a:lnTo>
                <a:cubicBezTo>
                  <a:pt x="13720" y="38197"/>
                  <a:pt x="13723" y="38190"/>
                  <a:pt x="13727" y="38181"/>
                </a:cubicBezTo>
                <a:close/>
                <a:moveTo>
                  <a:pt x="13629" y="38352"/>
                </a:moveTo>
                <a:cubicBezTo>
                  <a:pt x="13621" y="38365"/>
                  <a:pt x="13612" y="38378"/>
                  <a:pt x="13604" y="38392"/>
                </a:cubicBezTo>
                <a:lnTo>
                  <a:pt x="13604" y="38392"/>
                </a:lnTo>
                <a:cubicBezTo>
                  <a:pt x="13617" y="38383"/>
                  <a:pt x="13623" y="38367"/>
                  <a:pt x="13629" y="38352"/>
                </a:cubicBezTo>
                <a:close/>
                <a:moveTo>
                  <a:pt x="13334" y="37689"/>
                </a:moveTo>
                <a:lnTo>
                  <a:pt x="13275" y="37969"/>
                </a:lnTo>
                <a:cubicBezTo>
                  <a:pt x="13187" y="38116"/>
                  <a:pt x="13084" y="38248"/>
                  <a:pt x="13010" y="38395"/>
                </a:cubicBezTo>
                <a:cubicBezTo>
                  <a:pt x="13010" y="38381"/>
                  <a:pt x="13010" y="38351"/>
                  <a:pt x="13039" y="38322"/>
                </a:cubicBezTo>
                <a:cubicBezTo>
                  <a:pt x="13054" y="38233"/>
                  <a:pt x="13069" y="38160"/>
                  <a:pt x="13084" y="38057"/>
                </a:cubicBezTo>
                <a:cubicBezTo>
                  <a:pt x="13142" y="37954"/>
                  <a:pt x="13231" y="37821"/>
                  <a:pt x="13334" y="37689"/>
                </a:cubicBezTo>
                <a:close/>
                <a:moveTo>
                  <a:pt x="13604" y="38392"/>
                </a:moveTo>
                <a:cubicBezTo>
                  <a:pt x="13602" y="38394"/>
                  <a:pt x="13600" y="38394"/>
                  <a:pt x="13599" y="38395"/>
                </a:cubicBezTo>
                <a:cubicBezTo>
                  <a:pt x="13584" y="38410"/>
                  <a:pt x="13584" y="38410"/>
                  <a:pt x="13584" y="38425"/>
                </a:cubicBezTo>
                <a:cubicBezTo>
                  <a:pt x="13591" y="38413"/>
                  <a:pt x="13597" y="38403"/>
                  <a:pt x="13604" y="38392"/>
                </a:cubicBezTo>
                <a:close/>
                <a:moveTo>
                  <a:pt x="13613" y="38086"/>
                </a:moveTo>
                <a:cubicBezTo>
                  <a:pt x="13599" y="38160"/>
                  <a:pt x="13569" y="38204"/>
                  <a:pt x="13540" y="38278"/>
                </a:cubicBezTo>
                <a:cubicBezTo>
                  <a:pt x="13485" y="38365"/>
                  <a:pt x="13447" y="38444"/>
                  <a:pt x="13401" y="38532"/>
                </a:cubicBezTo>
                <a:lnTo>
                  <a:pt x="13401" y="38532"/>
                </a:lnTo>
                <a:cubicBezTo>
                  <a:pt x="13405" y="38517"/>
                  <a:pt x="13407" y="38500"/>
                  <a:pt x="13407" y="38484"/>
                </a:cubicBezTo>
                <a:cubicBezTo>
                  <a:pt x="13407" y="38454"/>
                  <a:pt x="13422" y="38425"/>
                  <a:pt x="13422" y="38395"/>
                </a:cubicBezTo>
                <a:cubicBezTo>
                  <a:pt x="13466" y="38278"/>
                  <a:pt x="13555" y="38175"/>
                  <a:pt x="13613" y="38086"/>
                </a:cubicBezTo>
                <a:close/>
                <a:moveTo>
                  <a:pt x="13510" y="38749"/>
                </a:moveTo>
                <a:cubicBezTo>
                  <a:pt x="13497" y="38749"/>
                  <a:pt x="13496" y="38749"/>
                  <a:pt x="13496" y="38760"/>
                </a:cubicBezTo>
                <a:lnTo>
                  <a:pt x="13496" y="38760"/>
                </a:lnTo>
                <a:cubicBezTo>
                  <a:pt x="13500" y="38756"/>
                  <a:pt x="13505" y="38752"/>
                  <a:pt x="13510" y="38749"/>
                </a:cubicBezTo>
                <a:close/>
                <a:moveTo>
                  <a:pt x="13452" y="38116"/>
                </a:moveTo>
                <a:lnTo>
                  <a:pt x="13452" y="38116"/>
                </a:lnTo>
                <a:cubicBezTo>
                  <a:pt x="13437" y="38204"/>
                  <a:pt x="13407" y="38292"/>
                  <a:pt x="13378" y="38366"/>
                </a:cubicBezTo>
                <a:cubicBezTo>
                  <a:pt x="13290" y="38528"/>
                  <a:pt x="13216" y="38646"/>
                  <a:pt x="13142" y="38793"/>
                </a:cubicBezTo>
                <a:cubicBezTo>
                  <a:pt x="13157" y="38704"/>
                  <a:pt x="13201" y="38601"/>
                  <a:pt x="13216" y="38498"/>
                </a:cubicBezTo>
                <a:cubicBezTo>
                  <a:pt x="13290" y="38381"/>
                  <a:pt x="13363" y="38248"/>
                  <a:pt x="13452" y="38116"/>
                </a:cubicBezTo>
                <a:close/>
                <a:moveTo>
                  <a:pt x="13496" y="38760"/>
                </a:moveTo>
                <a:cubicBezTo>
                  <a:pt x="13463" y="38792"/>
                  <a:pt x="13450" y="38840"/>
                  <a:pt x="13437" y="38866"/>
                </a:cubicBezTo>
                <a:cubicBezTo>
                  <a:pt x="13422" y="38896"/>
                  <a:pt x="13422" y="38896"/>
                  <a:pt x="13422" y="38910"/>
                </a:cubicBezTo>
                <a:cubicBezTo>
                  <a:pt x="13452" y="38852"/>
                  <a:pt x="13481" y="38822"/>
                  <a:pt x="13496" y="38763"/>
                </a:cubicBezTo>
                <a:cubicBezTo>
                  <a:pt x="13496" y="38762"/>
                  <a:pt x="13496" y="38761"/>
                  <a:pt x="13496" y="38760"/>
                </a:cubicBezTo>
                <a:close/>
                <a:moveTo>
                  <a:pt x="13216" y="38175"/>
                </a:moveTo>
                <a:cubicBezTo>
                  <a:pt x="13201" y="38278"/>
                  <a:pt x="13157" y="38381"/>
                  <a:pt x="13142" y="38484"/>
                </a:cubicBezTo>
                <a:cubicBezTo>
                  <a:pt x="13054" y="38646"/>
                  <a:pt x="12951" y="38807"/>
                  <a:pt x="12878" y="38969"/>
                </a:cubicBezTo>
                <a:cubicBezTo>
                  <a:pt x="12907" y="38852"/>
                  <a:pt x="12922" y="38719"/>
                  <a:pt x="12951" y="38616"/>
                </a:cubicBezTo>
                <a:cubicBezTo>
                  <a:pt x="13039" y="38469"/>
                  <a:pt x="13128" y="38322"/>
                  <a:pt x="13216" y="38175"/>
                </a:cubicBezTo>
                <a:close/>
                <a:moveTo>
                  <a:pt x="13422" y="38631"/>
                </a:moveTo>
                <a:lnTo>
                  <a:pt x="13260" y="38969"/>
                </a:lnTo>
                <a:lnTo>
                  <a:pt x="13201" y="39175"/>
                </a:lnTo>
                <a:cubicBezTo>
                  <a:pt x="13260" y="39072"/>
                  <a:pt x="13304" y="38940"/>
                  <a:pt x="13363" y="38837"/>
                </a:cubicBezTo>
                <a:cubicBezTo>
                  <a:pt x="13407" y="38778"/>
                  <a:pt x="13422" y="38704"/>
                  <a:pt x="13422" y="38631"/>
                </a:cubicBezTo>
                <a:close/>
                <a:moveTo>
                  <a:pt x="13290" y="38646"/>
                </a:moveTo>
                <a:lnTo>
                  <a:pt x="13290" y="38646"/>
                </a:lnTo>
                <a:cubicBezTo>
                  <a:pt x="13260" y="38749"/>
                  <a:pt x="13231" y="38852"/>
                  <a:pt x="13201" y="38940"/>
                </a:cubicBezTo>
                <a:cubicBezTo>
                  <a:pt x="13128" y="39116"/>
                  <a:pt x="13054" y="39264"/>
                  <a:pt x="12995" y="39425"/>
                </a:cubicBezTo>
                <a:cubicBezTo>
                  <a:pt x="13010" y="39308"/>
                  <a:pt x="13054" y="39205"/>
                  <a:pt x="13069" y="39087"/>
                </a:cubicBezTo>
                <a:lnTo>
                  <a:pt x="13290" y="38646"/>
                </a:lnTo>
                <a:close/>
                <a:moveTo>
                  <a:pt x="13187" y="39484"/>
                </a:moveTo>
                <a:lnTo>
                  <a:pt x="13187" y="39484"/>
                </a:lnTo>
                <a:cubicBezTo>
                  <a:pt x="13166" y="39515"/>
                  <a:pt x="13153" y="39552"/>
                  <a:pt x="13142" y="39596"/>
                </a:cubicBezTo>
                <a:lnTo>
                  <a:pt x="13142" y="39596"/>
                </a:lnTo>
                <a:cubicBezTo>
                  <a:pt x="13155" y="39559"/>
                  <a:pt x="13168" y="39522"/>
                  <a:pt x="13187" y="39484"/>
                </a:cubicBezTo>
                <a:close/>
                <a:moveTo>
                  <a:pt x="13069" y="38704"/>
                </a:moveTo>
                <a:lnTo>
                  <a:pt x="13069" y="38704"/>
                </a:lnTo>
                <a:cubicBezTo>
                  <a:pt x="13039" y="38822"/>
                  <a:pt x="13010" y="38940"/>
                  <a:pt x="12995" y="39058"/>
                </a:cubicBezTo>
                <a:cubicBezTo>
                  <a:pt x="12922" y="39264"/>
                  <a:pt x="12848" y="39440"/>
                  <a:pt x="12775" y="39632"/>
                </a:cubicBezTo>
                <a:cubicBezTo>
                  <a:pt x="12789" y="39499"/>
                  <a:pt x="12819" y="39352"/>
                  <a:pt x="12833" y="39219"/>
                </a:cubicBezTo>
                <a:cubicBezTo>
                  <a:pt x="12907" y="39058"/>
                  <a:pt x="12995" y="38866"/>
                  <a:pt x="13069" y="38704"/>
                </a:cubicBezTo>
                <a:close/>
                <a:moveTo>
                  <a:pt x="13142" y="39596"/>
                </a:moveTo>
                <a:lnTo>
                  <a:pt x="13142" y="39596"/>
                </a:lnTo>
                <a:cubicBezTo>
                  <a:pt x="13125" y="39647"/>
                  <a:pt x="13109" y="39698"/>
                  <a:pt x="13084" y="39749"/>
                </a:cubicBezTo>
                <a:cubicBezTo>
                  <a:pt x="13074" y="39786"/>
                  <a:pt x="13071" y="39829"/>
                  <a:pt x="13066" y="39870"/>
                </a:cubicBezTo>
                <a:lnTo>
                  <a:pt x="13066" y="39870"/>
                </a:lnTo>
                <a:cubicBezTo>
                  <a:pt x="13078" y="39800"/>
                  <a:pt x="13095" y="39727"/>
                  <a:pt x="13128" y="39661"/>
                </a:cubicBezTo>
                <a:cubicBezTo>
                  <a:pt x="13132" y="39638"/>
                  <a:pt x="13137" y="39616"/>
                  <a:pt x="13142" y="39596"/>
                </a:cubicBezTo>
                <a:close/>
                <a:moveTo>
                  <a:pt x="13066" y="39870"/>
                </a:moveTo>
                <a:lnTo>
                  <a:pt x="13066" y="39870"/>
                </a:lnTo>
                <a:cubicBezTo>
                  <a:pt x="13062" y="39894"/>
                  <a:pt x="13058" y="39918"/>
                  <a:pt x="13054" y="39941"/>
                </a:cubicBezTo>
                <a:cubicBezTo>
                  <a:pt x="13060" y="39919"/>
                  <a:pt x="13063" y="39894"/>
                  <a:pt x="13066" y="39870"/>
                </a:cubicBezTo>
                <a:close/>
                <a:moveTo>
                  <a:pt x="13071" y="39420"/>
                </a:moveTo>
                <a:cubicBezTo>
                  <a:pt x="13015" y="39605"/>
                  <a:pt x="12969" y="39793"/>
                  <a:pt x="12931" y="39983"/>
                </a:cubicBezTo>
                <a:lnTo>
                  <a:pt x="12931" y="39983"/>
                </a:lnTo>
                <a:cubicBezTo>
                  <a:pt x="12958" y="39894"/>
                  <a:pt x="12986" y="39807"/>
                  <a:pt x="13010" y="39720"/>
                </a:cubicBezTo>
                <a:cubicBezTo>
                  <a:pt x="13035" y="39620"/>
                  <a:pt x="13049" y="39520"/>
                  <a:pt x="13071" y="39420"/>
                </a:cubicBezTo>
                <a:close/>
                <a:moveTo>
                  <a:pt x="12936" y="39411"/>
                </a:moveTo>
                <a:lnTo>
                  <a:pt x="12936" y="39411"/>
                </a:lnTo>
                <a:cubicBezTo>
                  <a:pt x="12907" y="39558"/>
                  <a:pt x="12892" y="39705"/>
                  <a:pt x="12863" y="39823"/>
                </a:cubicBezTo>
                <a:cubicBezTo>
                  <a:pt x="12789" y="40029"/>
                  <a:pt x="12745" y="40235"/>
                  <a:pt x="12701" y="40456"/>
                </a:cubicBezTo>
                <a:cubicBezTo>
                  <a:pt x="12701" y="40308"/>
                  <a:pt x="12716" y="40147"/>
                  <a:pt x="12745" y="39999"/>
                </a:cubicBezTo>
                <a:cubicBezTo>
                  <a:pt x="12789" y="39793"/>
                  <a:pt x="12863" y="39602"/>
                  <a:pt x="12936" y="39411"/>
                </a:cubicBezTo>
                <a:close/>
                <a:moveTo>
                  <a:pt x="12936" y="40603"/>
                </a:moveTo>
                <a:lnTo>
                  <a:pt x="12936" y="40706"/>
                </a:lnTo>
                <a:cubicBezTo>
                  <a:pt x="12966" y="40691"/>
                  <a:pt x="12966" y="40647"/>
                  <a:pt x="12936" y="40603"/>
                </a:cubicBezTo>
                <a:close/>
                <a:moveTo>
                  <a:pt x="12936" y="40707"/>
                </a:moveTo>
                <a:lnTo>
                  <a:pt x="12936" y="40707"/>
                </a:lnTo>
                <a:cubicBezTo>
                  <a:pt x="12936" y="40736"/>
                  <a:pt x="12936" y="40765"/>
                  <a:pt x="12922" y="40779"/>
                </a:cubicBezTo>
                <a:cubicBezTo>
                  <a:pt x="12936" y="40765"/>
                  <a:pt x="12936" y="40750"/>
                  <a:pt x="12936" y="40707"/>
                </a:cubicBezTo>
                <a:close/>
                <a:moveTo>
                  <a:pt x="12907" y="40382"/>
                </a:moveTo>
                <a:cubicBezTo>
                  <a:pt x="12863" y="40529"/>
                  <a:pt x="12848" y="40647"/>
                  <a:pt x="12833" y="40809"/>
                </a:cubicBezTo>
                <a:lnTo>
                  <a:pt x="12833" y="41118"/>
                </a:lnTo>
                <a:cubicBezTo>
                  <a:pt x="12833" y="40985"/>
                  <a:pt x="12848" y="40838"/>
                  <a:pt x="12863" y="40706"/>
                </a:cubicBezTo>
                <a:cubicBezTo>
                  <a:pt x="12892" y="40618"/>
                  <a:pt x="12892" y="40529"/>
                  <a:pt x="12907" y="40441"/>
                </a:cubicBezTo>
                <a:lnTo>
                  <a:pt x="12907" y="40382"/>
                </a:lnTo>
                <a:close/>
                <a:moveTo>
                  <a:pt x="12775" y="40323"/>
                </a:moveTo>
                <a:cubicBezTo>
                  <a:pt x="12775" y="40411"/>
                  <a:pt x="12760" y="40485"/>
                  <a:pt x="12760" y="40588"/>
                </a:cubicBezTo>
                <a:cubicBezTo>
                  <a:pt x="12775" y="40632"/>
                  <a:pt x="12760" y="40706"/>
                  <a:pt x="12760" y="40779"/>
                </a:cubicBezTo>
                <a:cubicBezTo>
                  <a:pt x="12745" y="40985"/>
                  <a:pt x="12716" y="41191"/>
                  <a:pt x="12701" y="41368"/>
                </a:cubicBezTo>
                <a:cubicBezTo>
                  <a:pt x="12701" y="41294"/>
                  <a:pt x="12686" y="41221"/>
                  <a:pt x="12686" y="41147"/>
                </a:cubicBezTo>
                <a:cubicBezTo>
                  <a:pt x="12686" y="41074"/>
                  <a:pt x="12686" y="40985"/>
                  <a:pt x="12672" y="40912"/>
                </a:cubicBezTo>
                <a:cubicBezTo>
                  <a:pt x="12686" y="40706"/>
                  <a:pt x="12716" y="40514"/>
                  <a:pt x="12775" y="40323"/>
                </a:cubicBezTo>
                <a:close/>
                <a:moveTo>
                  <a:pt x="12907" y="41442"/>
                </a:moveTo>
                <a:lnTo>
                  <a:pt x="12907" y="41721"/>
                </a:lnTo>
                <a:cubicBezTo>
                  <a:pt x="12922" y="41780"/>
                  <a:pt x="12922" y="41854"/>
                  <a:pt x="12936" y="41913"/>
                </a:cubicBezTo>
                <a:cubicBezTo>
                  <a:pt x="12922" y="41810"/>
                  <a:pt x="12922" y="41736"/>
                  <a:pt x="12922" y="41633"/>
                </a:cubicBezTo>
                <a:cubicBezTo>
                  <a:pt x="12922" y="41574"/>
                  <a:pt x="12907" y="41515"/>
                  <a:pt x="12907" y="41442"/>
                </a:cubicBezTo>
                <a:close/>
                <a:moveTo>
                  <a:pt x="12789" y="41368"/>
                </a:moveTo>
                <a:cubicBezTo>
                  <a:pt x="12819" y="41500"/>
                  <a:pt x="12819" y="41603"/>
                  <a:pt x="12848" y="41736"/>
                </a:cubicBezTo>
                <a:cubicBezTo>
                  <a:pt x="12848" y="41883"/>
                  <a:pt x="12863" y="42030"/>
                  <a:pt x="12892" y="42177"/>
                </a:cubicBezTo>
                <a:cubicBezTo>
                  <a:pt x="12848" y="42074"/>
                  <a:pt x="12819" y="41957"/>
                  <a:pt x="12789" y="41854"/>
                </a:cubicBezTo>
                <a:cubicBezTo>
                  <a:pt x="12775" y="41692"/>
                  <a:pt x="12775" y="41515"/>
                  <a:pt x="12789" y="41368"/>
                </a:cubicBezTo>
                <a:close/>
                <a:moveTo>
                  <a:pt x="13069" y="42442"/>
                </a:moveTo>
                <a:lnTo>
                  <a:pt x="13069" y="42442"/>
                </a:lnTo>
                <a:cubicBezTo>
                  <a:pt x="13074" y="42453"/>
                  <a:pt x="13078" y="42465"/>
                  <a:pt x="13080" y="42479"/>
                </a:cubicBezTo>
                <a:lnTo>
                  <a:pt x="13080" y="42479"/>
                </a:lnTo>
                <a:cubicBezTo>
                  <a:pt x="13081" y="42464"/>
                  <a:pt x="13077" y="42451"/>
                  <a:pt x="13069" y="42442"/>
                </a:cubicBezTo>
                <a:close/>
                <a:moveTo>
                  <a:pt x="13080" y="42479"/>
                </a:moveTo>
                <a:cubicBezTo>
                  <a:pt x="13079" y="42490"/>
                  <a:pt x="13075" y="42503"/>
                  <a:pt x="13069" y="42516"/>
                </a:cubicBezTo>
                <a:cubicBezTo>
                  <a:pt x="13084" y="42531"/>
                  <a:pt x="13084" y="42531"/>
                  <a:pt x="13084" y="42545"/>
                </a:cubicBezTo>
                <a:cubicBezTo>
                  <a:pt x="13084" y="42527"/>
                  <a:pt x="13084" y="42502"/>
                  <a:pt x="13080" y="42479"/>
                </a:cubicBezTo>
                <a:close/>
                <a:moveTo>
                  <a:pt x="13288" y="43187"/>
                </a:moveTo>
                <a:cubicBezTo>
                  <a:pt x="13291" y="43195"/>
                  <a:pt x="13295" y="43203"/>
                  <a:pt x="13299" y="43211"/>
                </a:cubicBezTo>
                <a:lnTo>
                  <a:pt x="13299" y="43211"/>
                </a:lnTo>
                <a:cubicBezTo>
                  <a:pt x="13296" y="43202"/>
                  <a:pt x="13292" y="43194"/>
                  <a:pt x="13288" y="43187"/>
                </a:cubicBezTo>
                <a:close/>
                <a:moveTo>
                  <a:pt x="13231" y="35114"/>
                </a:moveTo>
                <a:cubicBezTo>
                  <a:pt x="13231" y="35187"/>
                  <a:pt x="13260" y="35290"/>
                  <a:pt x="13260" y="35364"/>
                </a:cubicBezTo>
                <a:cubicBezTo>
                  <a:pt x="12201" y="36276"/>
                  <a:pt x="11435" y="37306"/>
                  <a:pt x="10950" y="38395"/>
                </a:cubicBezTo>
                <a:cubicBezTo>
                  <a:pt x="9993" y="40559"/>
                  <a:pt x="10287" y="43090"/>
                  <a:pt x="11671" y="44606"/>
                </a:cubicBezTo>
                <a:cubicBezTo>
                  <a:pt x="11612" y="44606"/>
                  <a:pt x="11583" y="44606"/>
                  <a:pt x="11538" y="44591"/>
                </a:cubicBezTo>
                <a:cubicBezTo>
                  <a:pt x="10096" y="43016"/>
                  <a:pt x="9817" y="40382"/>
                  <a:pt x="10861" y="38130"/>
                </a:cubicBezTo>
                <a:cubicBezTo>
                  <a:pt x="11376" y="37056"/>
                  <a:pt x="12171" y="36041"/>
                  <a:pt x="13231" y="35114"/>
                </a:cubicBezTo>
                <a:close/>
                <a:moveTo>
                  <a:pt x="13260" y="35452"/>
                </a:moveTo>
                <a:cubicBezTo>
                  <a:pt x="13260" y="35526"/>
                  <a:pt x="13260" y="35614"/>
                  <a:pt x="13275" y="35688"/>
                </a:cubicBezTo>
                <a:cubicBezTo>
                  <a:pt x="12274" y="36615"/>
                  <a:pt x="11538" y="37615"/>
                  <a:pt x="11097" y="38690"/>
                </a:cubicBezTo>
                <a:cubicBezTo>
                  <a:pt x="10243" y="40779"/>
                  <a:pt x="10567" y="43208"/>
                  <a:pt x="11906" y="44679"/>
                </a:cubicBezTo>
                <a:cubicBezTo>
                  <a:pt x="11877" y="44679"/>
                  <a:pt x="11818" y="44665"/>
                  <a:pt x="11789" y="44665"/>
                </a:cubicBezTo>
                <a:cubicBezTo>
                  <a:pt x="10361" y="43163"/>
                  <a:pt x="10052" y="40618"/>
                  <a:pt x="11009" y="38425"/>
                </a:cubicBezTo>
                <a:cubicBezTo>
                  <a:pt x="11480" y="37365"/>
                  <a:pt x="12245" y="36350"/>
                  <a:pt x="13260" y="35452"/>
                </a:cubicBezTo>
                <a:close/>
                <a:moveTo>
                  <a:pt x="13275" y="35776"/>
                </a:moveTo>
                <a:lnTo>
                  <a:pt x="13275" y="36041"/>
                </a:lnTo>
                <a:cubicBezTo>
                  <a:pt x="12333" y="36953"/>
                  <a:pt x="11656" y="37954"/>
                  <a:pt x="11244" y="38999"/>
                </a:cubicBezTo>
                <a:cubicBezTo>
                  <a:pt x="10861" y="39999"/>
                  <a:pt x="10758" y="41118"/>
                  <a:pt x="10920" y="42148"/>
                </a:cubicBezTo>
                <a:cubicBezTo>
                  <a:pt x="11082" y="43193"/>
                  <a:pt x="11524" y="44091"/>
                  <a:pt x="12186" y="44797"/>
                </a:cubicBezTo>
                <a:cubicBezTo>
                  <a:pt x="12127" y="44782"/>
                  <a:pt x="12098" y="44753"/>
                  <a:pt x="12039" y="44738"/>
                </a:cubicBezTo>
                <a:cubicBezTo>
                  <a:pt x="10641" y="43311"/>
                  <a:pt x="10273" y="40838"/>
                  <a:pt x="11156" y="38719"/>
                </a:cubicBezTo>
                <a:cubicBezTo>
                  <a:pt x="11597" y="37674"/>
                  <a:pt x="12304" y="36688"/>
                  <a:pt x="13275" y="35776"/>
                </a:cubicBezTo>
                <a:close/>
                <a:moveTo>
                  <a:pt x="13245" y="36129"/>
                </a:moveTo>
                <a:cubicBezTo>
                  <a:pt x="13245" y="36217"/>
                  <a:pt x="13245" y="36291"/>
                  <a:pt x="13231" y="36394"/>
                </a:cubicBezTo>
                <a:cubicBezTo>
                  <a:pt x="12362" y="37292"/>
                  <a:pt x="11744" y="38263"/>
                  <a:pt x="11376" y="39293"/>
                </a:cubicBezTo>
                <a:cubicBezTo>
                  <a:pt x="10788" y="40985"/>
                  <a:pt x="10906" y="43340"/>
                  <a:pt x="12421" y="44871"/>
                </a:cubicBezTo>
                <a:cubicBezTo>
                  <a:pt x="12407" y="44856"/>
                  <a:pt x="12348" y="44826"/>
                  <a:pt x="12304" y="44812"/>
                </a:cubicBezTo>
                <a:cubicBezTo>
                  <a:pt x="10920" y="43428"/>
                  <a:pt x="10508" y="41074"/>
                  <a:pt x="11303" y="39013"/>
                </a:cubicBezTo>
                <a:cubicBezTo>
                  <a:pt x="11686" y="37983"/>
                  <a:pt x="12348" y="37012"/>
                  <a:pt x="13245" y="36129"/>
                </a:cubicBezTo>
                <a:close/>
                <a:moveTo>
                  <a:pt x="13231" y="36497"/>
                </a:moveTo>
                <a:cubicBezTo>
                  <a:pt x="13231" y="36585"/>
                  <a:pt x="13216" y="36674"/>
                  <a:pt x="13216" y="36777"/>
                </a:cubicBezTo>
                <a:cubicBezTo>
                  <a:pt x="12421" y="37660"/>
                  <a:pt x="11862" y="38616"/>
                  <a:pt x="11538" y="39602"/>
                </a:cubicBezTo>
                <a:cubicBezTo>
                  <a:pt x="11024" y="41234"/>
                  <a:pt x="11199" y="43496"/>
                  <a:pt x="12710" y="44968"/>
                </a:cubicBezTo>
                <a:lnTo>
                  <a:pt x="12710" y="44968"/>
                </a:lnTo>
                <a:cubicBezTo>
                  <a:pt x="12667" y="44927"/>
                  <a:pt x="12610" y="44899"/>
                  <a:pt x="12554" y="44885"/>
                </a:cubicBezTo>
                <a:cubicBezTo>
                  <a:pt x="10994" y="43384"/>
                  <a:pt x="10861" y="41000"/>
                  <a:pt x="11450" y="39308"/>
                </a:cubicBezTo>
                <a:cubicBezTo>
                  <a:pt x="11803" y="38322"/>
                  <a:pt x="12392" y="37365"/>
                  <a:pt x="13231" y="36497"/>
                </a:cubicBezTo>
                <a:close/>
                <a:moveTo>
                  <a:pt x="13201" y="36850"/>
                </a:moveTo>
                <a:lnTo>
                  <a:pt x="13201" y="36850"/>
                </a:lnTo>
                <a:cubicBezTo>
                  <a:pt x="13187" y="36938"/>
                  <a:pt x="13187" y="37027"/>
                  <a:pt x="13157" y="37115"/>
                </a:cubicBezTo>
                <a:cubicBezTo>
                  <a:pt x="12451" y="37983"/>
                  <a:pt x="11965" y="38881"/>
                  <a:pt x="11686" y="39838"/>
                </a:cubicBezTo>
                <a:cubicBezTo>
                  <a:pt x="11244" y="41442"/>
                  <a:pt x="11494" y="43620"/>
                  <a:pt x="12981" y="44988"/>
                </a:cubicBezTo>
                <a:cubicBezTo>
                  <a:pt x="12970" y="44991"/>
                  <a:pt x="12959" y="44992"/>
                  <a:pt x="12948" y="44992"/>
                </a:cubicBezTo>
                <a:cubicBezTo>
                  <a:pt x="12901" y="44992"/>
                  <a:pt x="12855" y="44968"/>
                  <a:pt x="12819" y="44944"/>
                </a:cubicBezTo>
                <a:cubicBezTo>
                  <a:pt x="11273" y="43502"/>
                  <a:pt x="11097" y="41236"/>
                  <a:pt x="11612" y="39587"/>
                </a:cubicBezTo>
                <a:cubicBezTo>
                  <a:pt x="11906" y="38631"/>
                  <a:pt x="12451" y="37704"/>
                  <a:pt x="13201" y="36850"/>
                </a:cubicBezTo>
                <a:close/>
                <a:moveTo>
                  <a:pt x="13142" y="37292"/>
                </a:moveTo>
                <a:lnTo>
                  <a:pt x="13142" y="37292"/>
                </a:lnTo>
                <a:cubicBezTo>
                  <a:pt x="13128" y="37380"/>
                  <a:pt x="13113" y="37498"/>
                  <a:pt x="13084" y="37586"/>
                </a:cubicBezTo>
                <a:cubicBezTo>
                  <a:pt x="12480" y="38410"/>
                  <a:pt x="12053" y="39278"/>
                  <a:pt x="11833" y="40176"/>
                </a:cubicBezTo>
                <a:cubicBezTo>
                  <a:pt x="11465" y="41721"/>
                  <a:pt x="11789" y="43826"/>
                  <a:pt x="13231" y="45121"/>
                </a:cubicBezTo>
                <a:lnTo>
                  <a:pt x="13069" y="45018"/>
                </a:lnTo>
                <a:cubicBezTo>
                  <a:pt x="11568" y="43649"/>
                  <a:pt x="11318" y="41486"/>
                  <a:pt x="11759" y="39896"/>
                </a:cubicBezTo>
                <a:cubicBezTo>
                  <a:pt x="12024" y="38999"/>
                  <a:pt x="12480" y="38116"/>
                  <a:pt x="13142" y="37292"/>
                </a:cubicBezTo>
                <a:close/>
                <a:moveTo>
                  <a:pt x="13069" y="37733"/>
                </a:moveTo>
                <a:cubicBezTo>
                  <a:pt x="13054" y="37836"/>
                  <a:pt x="13039" y="37954"/>
                  <a:pt x="13010" y="38042"/>
                </a:cubicBezTo>
                <a:cubicBezTo>
                  <a:pt x="12495" y="38807"/>
                  <a:pt x="12171" y="39632"/>
                  <a:pt x="12009" y="40456"/>
                </a:cubicBezTo>
                <a:cubicBezTo>
                  <a:pt x="11656" y="42280"/>
                  <a:pt x="12245" y="44120"/>
                  <a:pt x="13525" y="45180"/>
                </a:cubicBezTo>
                <a:cubicBezTo>
                  <a:pt x="13452" y="45165"/>
                  <a:pt x="13378" y="45121"/>
                  <a:pt x="13334" y="45091"/>
                </a:cubicBezTo>
                <a:cubicBezTo>
                  <a:pt x="11862" y="43826"/>
                  <a:pt x="11538" y="41721"/>
                  <a:pt x="11906" y="40191"/>
                </a:cubicBezTo>
                <a:cubicBezTo>
                  <a:pt x="12112" y="39352"/>
                  <a:pt x="12495" y="38513"/>
                  <a:pt x="13069" y="37733"/>
                </a:cubicBezTo>
                <a:close/>
                <a:moveTo>
                  <a:pt x="12863" y="38793"/>
                </a:moveTo>
                <a:lnTo>
                  <a:pt x="12863" y="38793"/>
                </a:lnTo>
                <a:cubicBezTo>
                  <a:pt x="12848" y="38925"/>
                  <a:pt x="12804" y="39072"/>
                  <a:pt x="12789" y="39205"/>
                </a:cubicBezTo>
                <a:cubicBezTo>
                  <a:pt x="12524" y="39808"/>
                  <a:pt x="12348" y="40441"/>
                  <a:pt x="12274" y="41059"/>
                </a:cubicBezTo>
                <a:cubicBezTo>
                  <a:pt x="12123" y="42693"/>
                  <a:pt x="12754" y="44289"/>
                  <a:pt x="13903" y="45248"/>
                </a:cubicBezTo>
                <a:lnTo>
                  <a:pt x="13903" y="45248"/>
                </a:lnTo>
                <a:cubicBezTo>
                  <a:pt x="13890" y="45240"/>
                  <a:pt x="13877" y="45232"/>
                  <a:pt x="13864" y="45224"/>
                </a:cubicBezTo>
                <a:lnTo>
                  <a:pt x="13864" y="45238"/>
                </a:lnTo>
                <a:cubicBezTo>
                  <a:pt x="12613" y="44238"/>
                  <a:pt x="11965" y="42516"/>
                  <a:pt x="12215" y="40765"/>
                </a:cubicBezTo>
                <a:cubicBezTo>
                  <a:pt x="12318" y="40102"/>
                  <a:pt x="12539" y="39440"/>
                  <a:pt x="12863" y="38793"/>
                </a:cubicBezTo>
                <a:close/>
                <a:moveTo>
                  <a:pt x="12966" y="38233"/>
                </a:moveTo>
                <a:cubicBezTo>
                  <a:pt x="12966" y="38263"/>
                  <a:pt x="12936" y="38278"/>
                  <a:pt x="12936" y="38322"/>
                </a:cubicBezTo>
                <a:cubicBezTo>
                  <a:pt x="12922" y="38410"/>
                  <a:pt x="12907" y="38484"/>
                  <a:pt x="12892" y="38572"/>
                </a:cubicBezTo>
                <a:cubicBezTo>
                  <a:pt x="12495" y="39293"/>
                  <a:pt x="12245" y="40014"/>
                  <a:pt x="12127" y="40765"/>
                </a:cubicBezTo>
                <a:cubicBezTo>
                  <a:pt x="11877" y="42531"/>
                  <a:pt x="12524" y="44297"/>
                  <a:pt x="13805" y="45283"/>
                </a:cubicBezTo>
                <a:cubicBezTo>
                  <a:pt x="13731" y="45238"/>
                  <a:pt x="13658" y="45194"/>
                  <a:pt x="13584" y="45165"/>
                </a:cubicBezTo>
                <a:cubicBezTo>
                  <a:pt x="12318" y="44091"/>
                  <a:pt x="11715" y="42280"/>
                  <a:pt x="12053" y="40470"/>
                </a:cubicBezTo>
                <a:cubicBezTo>
                  <a:pt x="12201" y="39705"/>
                  <a:pt x="12524" y="38940"/>
                  <a:pt x="12966" y="38233"/>
                </a:cubicBezTo>
                <a:close/>
                <a:moveTo>
                  <a:pt x="12716" y="39499"/>
                </a:moveTo>
                <a:lnTo>
                  <a:pt x="12716" y="39499"/>
                </a:lnTo>
                <a:cubicBezTo>
                  <a:pt x="12701" y="39661"/>
                  <a:pt x="12686" y="39808"/>
                  <a:pt x="12672" y="39970"/>
                </a:cubicBezTo>
                <a:cubicBezTo>
                  <a:pt x="12539" y="40441"/>
                  <a:pt x="12451" y="40897"/>
                  <a:pt x="12421" y="41353"/>
                </a:cubicBezTo>
                <a:cubicBezTo>
                  <a:pt x="12380" y="42586"/>
                  <a:pt x="12785" y="44239"/>
                  <a:pt x="14099" y="45293"/>
                </a:cubicBezTo>
                <a:lnTo>
                  <a:pt x="14099" y="45293"/>
                </a:lnTo>
                <a:lnTo>
                  <a:pt x="14099" y="45312"/>
                </a:lnTo>
                <a:cubicBezTo>
                  <a:pt x="12863" y="44385"/>
                  <a:pt x="12186" y="42737"/>
                  <a:pt x="12348" y="41059"/>
                </a:cubicBezTo>
                <a:cubicBezTo>
                  <a:pt x="12407" y="40529"/>
                  <a:pt x="12539" y="40014"/>
                  <a:pt x="12716" y="39499"/>
                </a:cubicBezTo>
                <a:close/>
                <a:moveTo>
                  <a:pt x="13599" y="43899"/>
                </a:moveTo>
                <a:cubicBezTo>
                  <a:pt x="13628" y="43929"/>
                  <a:pt x="13643" y="43943"/>
                  <a:pt x="13672" y="43988"/>
                </a:cubicBezTo>
                <a:cubicBezTo>
                  <a:pt x="13996" y="44517"/>
                  <a:pt x="14379" y="44959"/>
                  <a:pt x="14835" y="45327"/>
                </a:cubicBezTo>
                <a:cubicBezTo>
                  <a:pt x="14335" y="44944"/>
                  <a:pt x="13922" y="44458"/>
                  <a:pt x="13599" y="43899"/>
                </a:cubicBezTo>
                <a:close/>
                <a:moveTo>
                  <a:pt x="12613" y="40367"/>
                </a:moveTo>
                <a:cubicBezTo>
                  <a:pt x="12598" y="40544"/>
                  <a:pt x="12598" y="40735"/>
                  <a:pt x="12598" y="40912"/>
                </a:cubicBezTo>
                <a:cubicBezTo>
                  <a:pt x="12598" y="41147"/>
                  <a:pt x="12569" y="41412"/>
                  <a:pt x="12569" y="41648"/>
                </a:cubicBezTo>
                <a:cubicBezTo>
                  <a:pt x="12582" y="42820"/>
                  <a:pt x="13063" y="44385"/>
                  <a:pt x="14351" y="45369"/>
                </a:cubicBezTo>
                <a:lnTo>
                  <a:pt x="14351" y="45369"/>
                </a:lnTo>
                <a:lnTo>
                  <a:pt x="14335" y="45386"/>
                </a:lnTo>
                <a:cubicBezTo>
                  <a:pt x="12892" y="44355"/>
                  <a:pt x="12421" y="42648"/>
                  <a:pt x="12480" y="41353"/>
                </a:cubicBezTo>
                <a:cubicBezTo>
                  <a:pt x="12495" y="41015"/>
                  <a:pt x="12539" y="40691"/>
                  <a:pt x="12613" y="40367"/>
                </a:cubicBezTo>
                <a:close/>
                <a:moveTo>
                  <a:pt x="12642" y="41412"/>
                </a:moveTo>
                <a:cubicBezTo>
                  <a:pt x="12672" y="41559"/>
                  <a:pt x="12701" y="41707"/>
                  <a:pt x="12716" y="41868"/>
                </a:cubicBezTo>
                <a:lnTo>
                  <a:pt x="12716" y="41957"/>
                </a:lnTo>
                <a:cubicBezTo>
                  <a:pt x="12833" y="43384"/>
                  <a:pt x="13525" y="44679"/>
                  <a:pt x="14614" y="45459"/>
                </a:cubicBezTo>
                <a:lnTo>
                  <a:pt x="14614" y="45474"/>
                </a:lnTo>
                <a:cubicBezTo>
                  <a:pt x="13201" y="44517"/>
                  <a:pt x="12672" y="42899"/>
                  <a:pt x="12642" y="41662"/>
                </a:cubicBezTo>
                <a:lnTo>
                  <a:pt x="12642" y="41412"/>
                </a:lnTo>
                <a:close/>
                <a:moveTo>
                  <a:pt x="12848" y="42310"/>
                </a:moveTo>
                <a:lnTo>
                  <a:pt x="12951" y="42648"/>
                </a:lnTo>
                <a:cubicBezTo>
                  <a:pt x="13216" y="43855"/>
                  <a:pt x="13922" y="44885"/>
                  <a:pt x="14879" y="45533"/>
                </a:cubicBezTo>
                <a:cubicBezTo>
                  <a:pt x="13805" y="44856"/>
                  <a:pt x="13054" y="43649"/>
                  <a:pt x="12848" y="42310"/>
                </a:cubicBezTo>
                <a:close/>
                <a:moveTo>
                  <a:pt x="13157" y="43119"/>
                </a:moveTo>
                <a:cubicBezTo>
                  <a:pt x="13201" y="43208"/>
                  <a:pt x="13231" y="43281"/>
                  <a:pt x="13290" y="43355"/>
                </a:cubicBezTo>
                <a:cubicBezTo>
                  <a:pt x="13658" y="44297"/>
                  <a:pt x="14305" y="45091"/>
                  <a:pt x="15114" y="45606"/>
                </a:cubicBezTo>
                <a:cubicBezTo>
                  <a:pt x="14187" y="45077"/>
                  <a:pt x="13510" y="44164"/>
                  <a:pt x="13157" y="43119"/>
                </a:cubicBezTo>
                <a:close/>
                <a:moveTo>
                  <a:pt x="13982" y="45753"/>
                </a:moveTo>
                <a:cubicBezTo>
                  <a:pt x="14331" y="46075"/>
                  <a:pt x="14633" y="46440"/>
                  <a:pt x="14871" y="46863"/>
                </a:cubicBezTo>
                <a:lnTo>
                  <a:pt x="14871" y="46863"/>
                </a:lnTo>
                <a:cubicBezTo>
                  <a:pt x="14862" y="46854"/>
                  <a:pt x="14850" y="46848"/>
                  <a:pt x="14835" y="46843"/>
                </a:cubicBezTo>
                <a:cubicBezTo>
                  <a:pt x="14597" y="46423"/>
                  <a:pt x="14315" y="46064"/>
                  <a:pt x="13982" y="45753"/>
                </a:cubicBezTo>
                <a:close/>
                <a:moveTo>
                  <a:pt x="15129" y="47372"/>
                </a:moveTo>
                <a:cubicBezTo>
                  <a:pt x="15144" y="47402"/>
                  <a:pt x="15173" y="47431"/>
                  <a:pt x="15188" y="47461"/>
                </a:cubicBezTo>
                <a:cubicBezTo>
                  <a:pt x="15203" y="47519"/>
                  <a:pt x="15247" y="47593"/>
                  <a:pt x="15262" y="47637"/>
                </a:cubicBezTo>
                <a:cubicBezTo>
                  <a:pt x="15217" y="47622"/>
                  <a:pt x="15203" y="47593"/>
                  <a:pt x="15203" y="47549"/>
                </a:cubicBezTo>
                <a:cubicBezTo>
                  <a:pt x="15188" y="47490"/>
                  <a:pt x="15144" y="47446"/>
                  <a:pt x="15129" y="47372"/>
                </a:cubicBezTo>
                <a:close/>
                <a:moveTo>
                  <a:pt x="13407" y="45224"/>
                </a:moveTo>
                <a:lnTo>
                  <a:pt x="13407" y="45224"/>
                </a:lnTo>
                <a:cubicBezTo>
                  <a:pt x="14320" y="45754"/>
                  <a:pt x="14997" y="46651"/>
                  <a:pt x="15350" y="47696"/>
                </a:cubicBezTo>
                <a:cubicBezTo>
                  <a:pt x="15306" y="47608"/>
                  <a:pt x="15276" y="47534"/>
                  <a:pt x="15217" y="47461"/>
                </a:cubicBezTo>
                <a:cubicBezTo>
                  <a:pt x="14850" y="46504"/>
                  <a:pt x="14217" y="45709"/>
                  <a:pt x="13407" y="45224"/>
                </a:cubicBezTo>
                <a:close/>
                <a:moveTo>
                  <a:pt x="15424" y="48256"/>
                </a:moveTo>
                <a:lnTo>
                  <a:pt x="15424" y="48256"/>
                </a:lnTo>
                <a:cubicBezTo>
                  <a:pt x="15424" y="48270"/>
                  <a:pt x="15424" y="48270"/>
                  <a:pt x="15438" y="48285"/>
                </a:cubicBezTo>
                <a:cubicBezTo>
                  <a:pt x="15433" y="48302"/>
                  <a:pt x="15429" y="48314"/>
                  <a:pt x="15428" y="48324"/>
                </a:cubicBezTo>
                <a:lnTo>
                  <a:pt x="15428" y="48324"/>
                </a:lnTo>
                <a:cubicBezTo>
                  <a:pt x="15424" y="48301"/>
                  <a:pt x="15424" y="48275"/>
                  <a:pt x="15424" y="48256"/>
                </a:cubicBezTo>
                <a:close/>
                <a:moveTo>
                  <a:pt x="13658" y="45268"/>
                </a:moveTo>
                <a:cubicBezTo>
                  <a:pt x="14732" y="45960"/>
                  <a:pt x="15482" y="47152"/>
                  <a:pt x="15688" y="48491"/>
                </a:cubicBezTo>
                <a:lnTo>
                  <a:pt x="15571" y="48167"/>
                </a:lnTo>
                <a:cubicBezTo>
                  <a:pt x="15291" y="46960"/>
                  <a:pt x="14599" y="45915"/>
                  <a:pt x="13658" y="45268"/>
                </a:cubicBezTo>
                <a:close/>
                <a:moveTo>
                  <a:pt x="15409" y="47961"/>
                </a:moveTo>
                <a:lnTo>
                  <a:pt x="15409" y="47961"/>
                </a:lnTo>
                <a:cubicBezTo>
                  <a:pt x="15438" y="48035"/>
                  <a:pt x="15468" y="48108"/>
                  <a:pt x="15497" y="48182"/>
                </a:cubicBezTo>
                <a:lnTo>
                  <a:pt x="15556" y="48505"/>
                </a:lnTo>
                <a:cubicBezTo>
                  <a:pt x="15541" y="48432"/>
                  <a:pt x="15512" y="48344"/>
                  <a:pt x="15482" y="48270"/>
                </a:cubicBezTo>
                <a:cubicBezTo>
                  <a:pt x="15468" y="48167"/>
                  <a:pt x="15424" y="48064"/>
                  <a:pt x="15409" y="47961"/>
                </a:cubicBezTo>
                <a:close/>
                <a:moveTo>
                  <a:pt x="15585" y="48903"/>
                </a:moveTo>
                <a:lnTo>
                  <a:pt x="15585" y="48903"/>
                </a:lnTo>
                <a:cubicBezTo>
                  <a:pt x="15615" y="48947"/>
                  <a:pt x="15615" y="49021"/>
                  <a:pt x="15630" y="49079"/>
                </a:cubicBezTo>
                <a:lnTo>
                  <a:pt x="15630" y="49359"/>
                </a:lnTo>
                <a:cubicBezTo>
                  <a:pt x="15630" y="49300"/>
                  <a:pt x="15615" y="49227"/>
                  <a:pt x="15615" y="49168"/>
                </a:cubicBezTo>
                <a:cubicBezTo>
                  <a:pt x="15585" y="49079"/>
                  <a:pt x="15585" y="48991"/>
                  <a:pt x="15585" y="48903"/>
                </a:cubicBezTo>
                <a:close/>
                <a:moveTo>
                  <a:pt x="13893" y="45341"/>
                </a:moveTo>
                <a:cubicBezTo>
                  <a:pt x="15321" y="46298"/>
                  <a:pt x="15850" y="47917"/>
                  <a:pt x="15865" y="49153"/>
                </a:cubicBezTo>
                <a:lnTo>
                  <a:pt x="15865" y="49403"/>
                </a:lnTo>
                <a:cubicBezTo>
                  <a:pt x="15850" y="49271"/>
                  <a:pt x="15806" y="49094"/>
                  <a:pt x="15791" y="48947"/>
                </a:cubicBezTo>
                <a:lnTo>
                  <a:pt x="15791" y="48859"/>
                </a:lnTo>
                <a:cubicBezTo>
                  <a:pt x="15688" y="47446"/>
                  <a:pt x="14982" y="46136"/>
                  <a:pt x="13893" y="45371"/>
                </a:cubicBezTo>
                <a:lnTo>
                  <a:pt x="13893" y="45341"/>
                </a:lnTo>
                <a:close/>
                <a:moveTo>
                  <a:pt x="15630" y="48623"/>
                </a:moveTo>
                <a:cubicBezTo>
                  <a:pt x="15659" y="48726"/>
                  <a:pt x="15703" y="48844"/>
                  <a:pt x="15718" y="48947"/>
                </a:cubicBezTo>
                <a:cubicBezTo>
                  <a:pt x="15733" y="49109"/>
                  <a:pt x="15733" y="49285"/>
                  <a:pt x="15718" y="49433"/>
                </a:cubicBezTo>
                <a:cubicBezTo>
                  <a:pt x="15703" y="49300"/>
                  <a:pt x="15703" y="49197"/>
                  <a:pt x="15659" y="49065"/>
                </a:cubicBezTo>
                <a:cubicBezTo>
                  <a:pt x="15659" y="48918"/>
                  <a:pt x="15644" y="48770"/>
                  <a:pt x="15630" y="48623"/>
                </a:cubicBezTo>
                <a:close/>
                <a:moveTo>
                  <a:pt x="15585" y="50021"/>
                </a:moveTo>
                <a:lnTo>
                  <a:pt x="15585" y="50021"/>
                </a:lnTo>
                <a:cubicBezTo>
                  <a:pt x="15571" y="50036"/>
                  <a:pt x="15571" y="50080"/>
                  <a:pt x="15571" y="50095"/>
                </a:cubicBezTo>
                <a:lnTo>
                  <a:pt x="15571" y="50198"/>
                </a:lnTo>
                <a:cubicBezTo>
                  <a:pt x="15556" y="50168"/>
                  <a:pt x="15556" y="50124"/>
                  <a:pt x="15571" y="50095"/>
                </a:cubicBezTo>
                <a:cubicBezTo>
                  <a:pt x="15571" y="50065"/>
                  <a:pt x="15571" y="50036"/>
                  <a:pt x="15585" y="50021"/>
                </a:cubicBezTo>
                <a:close/>
                <a:moveTo>
                  <a:pt x="14173" y="45415"/>
                </a:moveTo>
                <a:cubicBezTo>
                  <a:pt x="15630" y="46445"/>
                  <a:pt x="16086" y="48167"/>
                  <a:pt x="16027" y="49447"/>
                </a:cubicBezTo>
                <a:cubicBezTo>
                  <a:pt x="16012" y="49786"/>
                  <a:pt x="15983" y="50110"/>
                  <a:pt x="15894" y="50433"/>
                </a:cubicBezTo>
                <a:cubicBezTo>
                  <a:pt x="15924" y="50257"/>
                  <a:pt x="15924" y="50065"/>
                  <a:pt x="15924" y="49889"/>
                </a:cubicBezTo>
                <a:cubicBezTo>
                  <a:pt x="15953" y="49653"/>
                  <a:pt x="15953" y="49388"/>
                  <a:pt x="15953" y="49153"/>
                </a:cubicBezTo>
                <a:cubicBezTo>
                  <a:pt x="15940" y="47974"/>
                  <a:pt x="15467" y="46400"/>
                  <a:pt x="14166" y="45429"/>
                </a:cubicBezTo>
                <a:lnTo>
                  <a:pt x="14166" y="45429"/>
                </a:lnTo>
                <a:lnTo>
                  <a:pt x="14173" y="45415"/>
                </a:lnTo>
                <a:close/>
                <a:moveTo>
                  <a:pt x="15688" y="49712"/>
                </a:moveTo>
                <a:lnTo>
                  <a:pt x="15688" y="50021"/>
                </a:lnTo>
                <a:cubicBezTo>
                  <a:pt x="15659" y="50168"/>
                  <a:pt x="15644" y="50301"/>
                  <a:pt x="15615" y="50448"/>
                </a:cubicBezTo>
                <a:lnTo>
                  <a:pt x="15615" y="50389"/>
                </a:lnTo>
                <a:cubicBezTo>
                  <a:pt x="15630" y="50271"/>
                  <a:pt x="15630" y="50198"/>
                  <a:pt x="15644" y="50110"/>
                </a:cubicBezTo>
                <a:cubicBezTo>
                  <a:pt x="15659" y="49977"/>
                  <a:pt x="15688" y="49830"/>
                  <a:pt x="15688" y="49712"/>
                </a:cubicBezTo>
                <a:close/>
                <a:moveTo>
                  <a:pt x="15806" y="49433"/>
                </a:moveTo>
                <a:cubicBezTo>
                  <a:pt x="15806" y="49506"/>
                  <a:pt x="15836" y="49580"/>
                  <a:pt x="15836" y="49653"/>
                </a:cubicBezTo>
                <a:cubicBezTo>
                  <a:pt x="15836" y="49727"/>
                  <a:pt x="15836" y="49815"/>
                  <a:pt x="15850" y="49889"/>
                </a:cubicBezTo>
                <a:cubicBezTo>
                  <a:pt x="15836" y="50095"/>
                  <a:pt x="15791" y="50301"/>
                  <a:pt x="15733" y="50477"/>
                </a:cubicBezTo>
                <a:cubicBezTo>
                  <a:pt x="15733" y="50389"/>
                  <a:pt x="15762" y="50316"/>
                  <a:pt x="15762" y="50227"/>
                </a:cubicBezTo>
                <a:cubicBezTo>
                  <a:pt x="15733" y="50168"/>
                  <a:pt x="15762" y="50095"/>
                  <a:pt x="15762" y="50021"/>
                </a:cubicBezTo>
                <a:cubicBezTo>
                  <a:pt x="15777" y="49815"/>
                  <a:pt x="15791" y="49609"/>
                  <a:pt x="15806" y="49433"/>
                </a:cubicBezTo>
                <a:close/>
                <a:moveTo>
                  <a:pt x="14408" y="45489"/>
                </a:moveTo>
                <a:cubicBezTo>
                  <a:pt x="15644" y="46416"/>
                  <a:pt x="16321" y="48064"/>
                  <a:pt x="16159" y="49742"/>
                </a:cubicBezTo>
                <a:cubicBezTo>
                  <a:pt x="16100" y="50271"/>
                  <a:pt x="15983" y="50787"/>
                  <a:pt x="15791" y="51302"/>
                </a:cubicBezTo>
                <a:cubicBezTo>
                  <a:pt x="15806" y="51140"/>
                  <a:pt x="15836" y="50993"/>
                  <a:pt x="15850" y="50831"/>
                </a:cubicBezTo>
                <a:cubicBezTo>
                  <a:pt x="15983" y="50374"/>
                  <a:pt x="16071" y="49904"/>
                  <a:pt x="16086" y="49447"/>
                </a:cubicBezTo>
                <a:cubicBezTo>
                  <a:pt x="16141" y="48215"/>
                  <a:pt x="15724" y="46574"/>
                  <a:pt x="14408" y="45510"/>
                </a:cubicBezTo>
                <a:lnTo>
                  <a:pt x="14408" y="45510"/>
                </a:lnTo>
                <a:lnTo>
                  <a:pt x="14408" y="45489"/>
                </a:lnTo>
                <a:close/>
                <a:moveTo>
                  <a:pt x="15434" y="51008"/>
                </a:moveTo>
                <a:cubicBezTo>
                  <a:pt x="15431" y="51028"/>
                  <a:pt x="15428" y="51048"/>
                  <a:pt x="15424" y="51066"/>
                </a:cubicBezTo>
                <a:cubicBezTo>
                  <a:pt x="15394" y="51154"/>
                  <a:pt x="15365" y="51257"/>
                  <a:pt x="15335" y="51346"/>
                </a:cubicBezTo>
                <a:cubicBezTo>
                  <a:pt x="15350" y="51287"/>
                  <a:pt x="15365" y="51213"/>
                  <a:pt x="15394" y="51154"/>
                </a:cubicBezTo>
                <a:cubicBezTo>
                  <a:pt x="15410" y="51106"/>
                  <a:pt x="15422" y="51057"/>
                  <a:pt x="15434" y="51008"/>
                </a:cubicBezTo>
                <a:close/>
                <a:moveTo>
                  <a:pt x="15644" y="50580"/>
                </a:moveTo>
                <a:lnTo>
                  <a:pt x="15644" y="50580"/>
                </a:lnTo>
                <a:cubicBezTo>
                  <a:pt x="15630" y="50713"/>
                  <a:pt x="15615" y="50845"/>
                  <a:pt x="15585" y="50948"/>
                </a:cubicBezTo>
                <a:cubicBezTo>
                  <a:pt x="15546" y="51105"/>
                  <a:pt x="15496" y="51238"/>
                  <a:pt x="15444" y="51379"/>
                </a:cubicBezTo>
                <a:lnTo>
                  <a:pt x="15444" y="51379"/>
                </a:lnTo>
                <a:cubicBezTo>
                  <a:pt x="15473" y="51287"/>
                  <a:pt x="15485" y="51179"/>
                  <a:pt x="15497" y="51081"/>
                </a:cubicBezTo>
                <a:cubicBezTo>
                  <a:pt x="15556" y="50919"/>
                  <a:pt x="15615" y="50757"/>
                  <a:pt x="15644" y="50580"/>
                </a:cubicBezTo>
                <a:close/>
                <a:moveTo>
                  <a:pt x="15806" y="50374"/>
                </a:moveTo>
                <a:cubicBezTo>
                  <a:pt x="15806" y="50522"/>
                  <a:pt x="15791" y="50683"/>
                  <a:pt x="15777" y="50831"/>
                </a:cubicBezTo>
                <a:cubicBezTo>
                  <a:pt x="15718" y="51037"/>
                  <a:pt x="15644" y="51213"/>
                  <a:pt x="15571" y="51419"/>
                </a:cubicBezTo>
                <a:cubicBezTo>
                  <a:pt x="15615" y="51272"/>
                  <a:pt x="15630" y="51125"/>
                  <a:pt x="15644" y="50993"/>
                </a:cubicBezTo>
                <a:cubicBezTo>
                  <a:pt x="15718" y="50772"/>
                  <a:pt x="15777" y="50566"/>
                  <a:pt x="15806" y="50374"/>
                </a:cubicBezTo>
                <a:close/>
                <a:moveTo>
                  <a:pt x="15100" y="51920"/>
                </a:moveTo>
                <a:cubicBezTo>
                  <a:pt x="15100" y="51933"/>
                  <a:pt x="15100" y="51934"/>
                  <a:pt x="15077" y="51946"/>
                </a:cubicBezTo>
                <a:lnTo>
                  <a:pt x="15077" y="51946"/>
                </a:lnTo>
                <a:cubicBezTo>
                  <a:pt x="15084" y="51937"/>
                  <a:pt x="15091" y="51928"/>
                  <a:pt x="15100" y="51920"/>
                </a:cubicBezTo>
                <a:close/>
                <a:moveTo>
                  <a:pt x="14673" y="45562"/>
                </a:moveTo>
                <a:cubicBezTo>
                  <a:pt x="15924" y="46563"/>
                  <a:pt x="16571" y="48285"/>
                  <a:pt x="16307" y="50036"/>
                </a:cubicBezTo>
                <a:cubicBezTo>
                  <a:pt x="16218" y="50698"/>
                  <a:pt x="15997" y="51360"/>
                  <a:pt x="15659" y="52008"/>
                </a:cubicBezTo>
                <a:cubicBezTo>
                  <a:pt x="15688" y="51876"/>
                  <a:pt x="15718" y="51728"/>
                  <a:pt x="15733" y="51596"/>
                </a:cubicBezTo>
                <a:cubicBezTo>
                  <a:pt x="15997" y="50993"/>
                  <a:pt x="16159" y="50374"/>
                  <a:pt x="16233" y="49742"/>
                </a:cubicBezTo>
                <a:cubicBezTo>
                  <a:pt x="16383" y="48115"/>
                  <a:pt x="15759" y="46526"/>
                  <a:pt x="14631" y="45565"/>
                </a:cubicBezTo>
                <a:lnTo>
                  <a:pt x="14631" y="45565"/>
                </a:lnTo>
                <a:cubicBezTo>
                  <a:pt x="14645" y="45574"/>
                  <a:pt x="14659" y="45583"/>
                  <a:pt x="14673" y="45592"/>
                </a:cubicBezTo>
                <a:lnTo>
                  <a:pt x="14673" y="45562"/>
                </a:lnTo>
                <a:close/>
                <a:moveTo>
                  <a:pt x="15062" y="51969"/>
                </a:moveTo>
                <a:lnTo>
                  <a:pt x="15062" y="51969"/>
                </a:lnTo>
                <a:cubicBezTo>
                  <a:pt x="15056" y="51984"/>
                  <a:pt x="15048" y="52003"/>
                  <a:pt x="15039" y="52022"/>
                </a:cubicBezTo>
                <a:lnTo>
                  <a:pt x="15039" y="52022"/>
                </a:lnTo>
                <a:cubicBezTo>
                  <a:pt x="15045" y="52003"/>
                  <a:pt x="15052" y="51985"/>
                  <a:pt x="15062" y="51969"/>
                </a:cubicBezTo>
                <a:close/>
                <a:moveTo>
                  <a:pt x="15733" y="51184"/>
                </a:moveTo>
                <a:lnTo>
                  <a:pt x="15733" y="51184"/>
                </a:lnTo>
                <a:cubicBezTo>
                  <a:pt x="15718" y="51302"/>
                  <a:pt x="15703" y="51449"/>
                  <a:pt x="15688" y="51581"/>
                </a:cubicBezTo>
                <a:cubicBezTo>
                  <a:pt x="15616" y="51741"/>
                  <a:pt x="15515" y="51915"/>
                  <a:pt x="15441" y="52089"/>
                </a:cubicBezTo>
                <a:lnTo>
                  <a:pt x="15441" y="52089"/>
                </a:lnTo>
                <a:cubicBezTo>
                  <a:pt x="15483" y="51987"/>
                  <a:pt x="15497" y="51858"/>
                  <a:pt x="15512" y="51743"/>
                </a:cubicBezTo>
                <a:cubicBezTo>
                  <a:pt x="15585" y="51566"/>
                  <a:pt x="15659" y="51375"/>
                  <a:pt x="15733" y="51184"/>
                </a:cubicBezTo>
                <a:close/>
                <a:moveTo>
                  <a:pt x="15321" y="51625"/>
                </a:moveTo>
                <a:lnTo>
                  <a:pt x="15262" y="51846"/>
                </a:lnTo>
                <a:lnTo>
                  <a:pt x="15100" y="52170"/>
                </a:lnTo>
                <a:cubicBezTo>
                  <a:pt x="15100" y="52096"/>
                  <a:pt x="15129" y="52037"/>
                  <a:pt x="15144" y="51964"/>
                </a:cubicBezTo>
                <a:cubicBezTo>
                  <a:pt x="15203" y="51861"/>
                  <a:pt x="15262" y="51728"/>
                  <a:pt x="15321" y="51625"/>
                </a:cubicBezTo>
                <a:close/>
                <a:moveTo>
                  <a:pt x="15512" y="51390"/>
                </a:moveTo>
                <a:lnTo>
                  <a:pt x="15512" y="51390"/>
                </a:lnTo>
                <a:cubicBezTo>
                  <a:pt x="15497" y="51508"/>
                  <a:pt x="15468" y="51625"/>
                  <a:pt x="15438" y="51728"/>
                </a:cubicBezTo>
                <a:lnTo>
                  <a:pt x="15217" y="52170"/>
                </a:lnTo>
                <a:cubicBezTo>
                  <a:pt x="15262" y="52082"/>
                  <a:pt x="15276" y="51964"/>
                  <a:pt x="15321" y="51876"/>
                </a:cubicBezTo>
                <a:cubicBezTo>
                  <a:pt x="15394" y="51714"/>
                  <a:pt x="15468" y="51566"/>
                  <a:pt x="15512" y="51390"/>
                </a:cubicBezTo>
                <a:close/>
                <a:moveTo>
                  <a:pt x="14923" y="52376"/>
                </a:moveTo>
                <a:cubicBezTo>
                  <a:pt x="14923" y="52389"/>
                  <a:pt x="14923" y="52390"/>
                  <a:pt x="14912" y="52402"/>
                </a:cubicBezTo>
                <a:lnTo>
                  <a:pt x="14912" y="52402"/>
                </a:lnTo>
                <a:cubicBezTo>
                  <a:pt x="14916" y="52393"/>
                  <a:pt x="14920" y="52385"/>
                  <a:pt x="14923" y="52376"/>
                </a:cubicBezTo>
                <a:close/>
                <a:moveTo>
                  <a:pt x="14702" y="45518"/>
                </a:moveTo>
                <a:lnTo>
                  <a:pt x="14702" y="45518"/>
                </a:lnTo>
                <a:cubicBezTo>
                  <a:pt x="14776" y="45562"/>
                  <a:pt x="14850" y="45606"/>
                  <a:pt x="14923" y="45636"/>
                </a:cubicBezTo>
                <a:cubicBezTo>
                  <a:pt x="16203" y="46710"/>
                  <a:pt x="16807" y="48535"/>
                  <a:pt x="16454" y="50330"/>
                </a:cubicBezTo>
                <a:cubicBezTo>
                  <a:pt x="16307" y="51110"/>
                  <a:pt x="15997" y="51861"/>
                  <a:pt x="15556" y="52582"/>
                </a:cubicBezTo>
                <a:cubicBezTo>
                  <a:pt x="15556" y="52552"/>
                  <a:pt x="15571" y="52523"/>
                  <a:pt x="15571" y="52479"/>
                </a:cubicBezTo>
                <a:cubicBezTo>
                  <a:pt x="15585" y="52391"/>
                  <a:pt x="15615" y="52317"/>
                  <a:pt x="15630" y="52229"/>
                </a:cubicBezTo>
                <a:cubicBezTo>
                  <a:pt x="16012" y="51508"/>
                  <a:pt x="16277" y="50787"/>
                  <a:pt x="16380" y="50036"/>
                </a:cubicBezTo>
                <a:cubicBezTo>
                  <a:pt x="16645" y="48270"/>
                  <a:pt x="15997" y="46504"/>
                  <a:pt x="14702" y="45518"/>
                </a:cubicBezTo>
                <a:close/>
                <a:moveTo>
                  <a:pt x="15630" y="51861"/>
                </a:moveTo>
                <a:lnTo>
                  <a:pt x="15630" y="51861"/>
                </a:lnTo>
                <a:cubicBezTo>
                  <a:pt x="15615" y="51964"/>
                  <a:pt x="15585" y="52096"/>
                  <a:pt x="15556" y="52214"/>
                </a:cubicBezTo>
                <a:cubicBezTo>
                  <a:pt x="15482" y="52361"/>
                  <a:pt x="15394" y="52508"/>
                  <a:pt x="15291" y="52655"/>
                </a:cubicBezTo>
                <a:cubicBezTo>
                  <a:pt x="15321" y="52538"/>
                  <a:pt x="15350" y="52449"/>
                  <a:pt x="15365" y="52332"/>
                </a:cubicBezTo>
                <a:cubicBezTo>
                  <a:pt x="15468" y="52170"/>
                  <a:pt x="15556" y="52008"/>
                  <a:pt x="15630" y="51861"/>
                </a:cubicBezTo>
                <a:close/>
                <a:moveTo>
                  <a:pt x="15365" y="52008"/>
                </a:moveTo>
                <a:lnTo>
                  <a:pt x="15365" y="52008"/>
                </a:lnTo>
                <a:cubicBezTo>
                  <a:pt x="15350" y="52096"/>
                  <a:pt x="15321" y="52214"/>
                  <a:pt x="15291" y="52302"/>
                </a:cubicBezTo>
                <a:cubicBezTo>
                  <a:pt x="15217" y="52435"/>
                  <a:pt x="15144" y="52552"/>
                  <a:pt x="15056" y="52685"/>
                </a:cubicBezTo>
                <a:cubicBezTo>
                  <a:pt x="15070" y="52597"/>
                  <a:pt x="15114" y="52508"/>
                  <a:pt x="15129" y="52435"/>
                </a:cubicBezTo>
                <a:cubicBezTo>
                  <a:pt x="15217" y="52302"/>
                  <a:pt x="15291" y="52155"/>
                  <a:pt x="15365" y="52008"/>
                </a:cubicBezTo>
                <a:close/>
                <a:moveTo>
                  <a:pt x="14900" y="52426"/>
                </a:moveTo>
                <a:lnTo>
                  <a:pt x="14900" y="52426"/>
                </a:lnTo>
                <a:cubicBezTo>
                  <a:pt x="14893" y="52449"/>
                  <a:pt x="14890" y="52471"/>
                  <a:pt x="14879" y="52494"/>
                </a:cubicBezTo>
                <a:cubicBezTo>
                  <a:pt x="14835" y="52567"/>
                  <a:pt x="14776" y="52655"/>
                  <a:pt x="14732" y="52714"/>
                </a:cubicBezTo>
                <a:cubicBezTo>
                  <a:pt x="14761" y="52670"/>
                  <a:pt x="14776" y="52626"/>
                  <a:pt x="14805" y="52597"/>
                </a:cubicBezTo>
                <a:lnTo>
                  <a:pt x="14820" y="52582"/>
                </a:lnTo>
                <a:cubicBezTo>
                  <a:pt x="14843" y="52526"/>
                  <a:pt x="14874" y="52478"/>
                  <a:pt x="14900" y="52426"/>
                </a:cubicBezTo>
                <a:close/>
                <a:moveTo>
                  <a:pt x="15120" y="52265"/>
                </a:moveTo>
                <a:lnTo>
                  <a:pt x="15120" y="52265"/>
                </a:lnTo>
                <a:cubicBezTo>
                  <a:pt x="15116" y="52280"/>
                  <a:pt x="15114" y="52297"/>
                  <a:pt x="15114" y="52317"/>
                </a:cubicBezTo>
                <a:cubicBezTo>
                  <a:pt x="15114" y="52361"/>
                  <a:pt x="15100" y="52376"/>
                  <a:pt x="15100" y="52405"/>
                </a:cubicBezTo>
                <a:cubicBezTo>
                  <a:pt x="15041" y="52523"/>
                  <a:pt x="14967" y="52626"/>
                  <a:pt x="14894" y="52729"/>
                </a:cubicBezTo>
                <a:cubicBezTo>
                  <a:pt x="14908" y="52655"/>
                  <a:pt x="14953" y="52597"/>
                  <a:pt x="14967" y="52523"/>
                </a:cubicBezTo>
                <a:cubicBezTo>
                  <a:pt x="15022" y="52435"/>
                  <a:pt x="15069" y="52355"/>
                  <a:pt x="15120" y="52265"/>
                </a:cubicBezTo>
                <a:close/>
                <a:moveTo>
                  <a:pt x="14982" y="45621"/>
                </a:moveTo>
                <a:lnTo>
                  <a:pt x="14982" y="45621"/>
                </a:lnTo>
                <a:cubicBezTo>
                  <a:pt x="15056" y="45665"/>
                  <a:pt x="15129" y="45695"/>
                  <a:pt x="15188" y="45709"/>
                </a:cubicBezTo>
                <a:cubicBezTo>
                  <a:pt x="16660" y="46975"/>
                  <a:pt x="16969" y="49079"/>
                  <a:pt x="16601" y="50610"/>
                </a:cubicBezTo>
                <a:cubicBezTo>
                  <a:pt x="16395" y="51449"/>
                  <a:pt x="16012" y="52288"/>
                  <a:pt x="15438" y="53068"/>
                </a:cubicBezTo>
                <a:cubicBezTo>
                  <a:pt x="15468" y="52965"/>
                  <a:pt x="15482" y="52847"/>
                  <a:pt x="15497" y="52759"/>
                </a:cubicBezTo>
                <a:cubicBezTo>
                  <a:pt x="16012" y="51993"/>
                  <a:pt x="16351" y="51184"/>
                  <a:pt x="16513" y="50345"/>
                </a:cubicBezTo>
                <a:cubicBezTo>
                  <a:pt x="16866" y="48535"/>
                  <a:pt x="16277" y="46695"/>
                  <a:pt x="14982" y="45621"/>
                </a:cubicBezTo>
                <a:close/>
                <a:moveTo>
                  <a:pt x="15497" y="52405"/>
                </a:moveTo>
                <a:cubicBezTo>
                  <a:pt x="15497" y="52435"/>
                  <a:pt x="15497" y="52449"/>
                  <a:pt x="15482" y="52479"/>
                </a:cubicBezTo>
                <a:cubicBezTo>
                  <a:pt x="15468" y="52582"/>
                  <a:pt x="15438" y="52655"/>
                  <a:pt x="15424" y="52744"/>
                </a:cubicBezTo>
                <a:cubicBezTo>
                  <a:pt x="15365" y="52876"/>
                  <a:pt x="15276" y="52979"/>
                  <a:pt x="15188" y="53112"/>
                </a:cubicBezTo>
                <a:lnTo>
                  <a:pt x="15247" y="52832"/>
                </a:lnTo>
                <a:cubicBezTo>
                  <a:pt x="15335" y="52685"/>
                  <a:pt x="15424" y="52552"/>
                  <a:pt x="15497" y="52405"/>
                </a:cubicBezTo>
                <a:close/>
                <a:moveTo>
                  <a:pt x="14599" y="52920"/>
                </a:moveTo>
                <a:cubicBezTo>
                  <a:pt x="14599" y="52950"/>
                  <a:pt x="14585" y="52965"/>
                  <a:pt x="14585" y="52994"/>
                </a:cubicBezTo>
                <a:cubicBezTo>
                  <a:pt x="14541" y="53038"/>
                  <a:pt x="14526" y="53097"/>
                  <a:pt x="14482" y="53126"/>
                </a:cubicBezTo>
                <a:cubicBezTo>
                  <a:pt x="14467" y="53097"/>
                  <a:pt x="14482" y="53068"/>
                  <a:pt x="14511" y="53053"/>
                </a:cubicBezTo>
                <a:cubicBezTo>
                  <a:pt x="14541" y="53023"/>
                  <a:pt x="14555" y="52965"/>
                  <a:pt x="14599" y="52920"/>
                </a:cubicBezTo>
                <a:close/>
                <a:moveTo>
                  <a:pt x="15262" y="52538"/>
                </a:moveTo>
                <a:lnTo>
                  <a:pt x="15262" y="52538"/>
                </a:lnTo>
                <a:cubicBezTo>
                  <a:pt x="15247" y="52626"/>
                  <a:pt x="15217" y="52729"/>
                  <a:pt x="15188" y="52817"/>
                </a:cubicBezTo>
                <a:cubicBezTo>
                  <a:pt x="15114" y="52920"/>
                  <a:pt x="15026" y="53038"/>
                  <a:pt x="14953" y="53141"/>
                </a:cubicBezTo>
                <a:cubicBezTo>
                  <a:pt x="14967" y="53068"/>
                  <a:pt x="14982" y="52979"/>
                  <a:pt x="15026" y="52906"/>
                </a:cubicBezTo>
                <a:cubicBezTo>
                  <a:pt x="15114" y="52773"/>
                  <a:pt x="15188" y="52655"/>
                  <a:pt x="15262" y="52538"/>
                </a:cubicBezTo>
                <a:close/>
                <a:moveTo>
                  <a:pt x="15026" y="52655"/>
                </a:moveTo>
                <a:lnTo>
                  <a:pt x="14967" y="52876"/>
                </a:lnTo>
                <a:cubicBezTo>
                  <a:pt x="14894" y="52979"/>
                  <a:pt x="14820" y="53068"/>
                  <a:pt x="14747" y="53171"/>
                </a:cubicBezTo>
                <a:cubicBezTo>
                  <a:pt x="14761" y="53097"/>
                  <a:pt x="14805" y="53023"/>
                  <a:pt x="14820" y="52950"/>
                </a:cubicBezTo>
                <a:cubicBezTo>
                  <a:pt x="14879" y="52847"/>
                  <a:pt x="14953" y="52744"/>
                  <a:pt x="15026" y="52655"/>
                </a:cubicBezTo>
                <a:close/>
                <a:moveTo>
                  <a:pt x="14791" y="52773"/>
                </a:moveTo>
                <a:lnTo>
                  <a:pt x="14747" y="52950"/>
                </a:lnTo>
                <a:cubicBezTo>
                  <a:pt x="14688" y="53023"/>
                  <a:pt x="14629" y="53112"/>
                  <a:pt x="14555" y="53185"/>
                </a:cubicBezTo>
                <a:cubicBezTo>
                  <a:pt x="14570" y="53126"/>
                  <a:pt x="14599" y="53068"/>
                  <a:pt x="14614" y="53038"/>
                </a:cubicBezTo>
                <a:cubicBezTo>
                  <a:pt x="14629" y="52994"/>
                  <a:pt x="14673" y="52965"/>
                  <a:pt x="14688" y="52950"/>
                </a:cubicBezTo>
                <a:lnTo>
                  <a:pt x="14791" y="52773"/>
                </a:lnTo>
                <a:close/>
                <a:moveTo>
                  <a:pt x="14467" y="53244"/>
                </a:moveTo>
                <a:cubicBezTo>
                  <a:pt x="14452" y="53274"/>
                  <a:pt x="14438" y="53318"/>
                  <a:pt x="14408" y="53362"/>
                </a:cubicBezTo>
                <a:cubicBezTo>
                  <a:pt x="14379" y="53406"/>
                  <a:pt x="14364" y="53435"/>
                  <a:pt x="14320" y="53480"/>
                </a:cubicBezTo>
                <a:lnTo>
                  <a:pt x="14261" y="53538"/>
                </a:lnTo>
                <a:cubicBezTo>
                  <a:pt x="14290" y="53494"/>
                  <a:pt x="14305" y="53465"/>
                  <a:pt x="14320" y="53406"/>
                </a:cubicBezTo>
                <a:cubicBezTo>
                  <a:pt x="14379" y="53347"/>
                  <a:pt x="14408" y="53288"/>
                  <a:pt x="14467" y="53244"/>
                </a:cubicBezTo>
                <a:close/>
                <a:moveTo>
                  <a:pt x="15424" y="52906"/>
                </a:moveTo>
                <a:lnTo>
                  <a:pt x="15424" y="52906"/>
                </a:lnTo>
                <a:cubicBezTo>
                  <a:pt x="15409" y="52994"/>
                  <a:pt x="15394" y="53112"/>
                  <a:pt x="15365" y="53200"/>
                </a:cubicBezTo>
                <a:cubicBezTo>
                  <a:pt x="15276" y="53318"/>
                  <a:pt x="15203" y="53421"/>
                  <a:pt x="15114" y="53538"/>
                </a:cubicBezTo>
                <a:cubicBezTo>
                  <a:pt x="15129" y="53435"/>
                  <a:pt x="15144" y="53347"/>
                  <a:pt x="15173" y="53274"/>
                </a:cubicBezTo>
                <a:cubicBezTo>
                  <a:pt x="15262" y="53141"/>
                  <a:pt x="15350" y="53038"/>
                  <a:pt x="15424" y="52906"/>
                </a:cubicBezTo>
                <a:close/>
                <a:moveTo>
                  <a:pt x="15276" y="45695"/>
                </a:moveTo>
                <a:cubicBezTo>
                  <a:pt x="15335" y="45739"/>
                  <a:pt x="15394" y="45768"/>
                  <a:pt x="15438" y="45783"/>
                </a:cubicBezTo>
                <a:cubicBezTo>
                  <a:pt x="16954" y="47152"/>
                  <a:pt x="17190" y="49315"/>
                  <a:pt x="16748" y="50919"/>
                </a:cubicBezTo>
                <a:cubicBezTo>
                  <a:pt x="16498" y="51817"/>
                  <a:pt x="16027" y="52700"/>
                  <a:pt x="15365" y="53538"/>
                </a:cubicBezTo>
                <a:cubicBezTo>
                  <a:pt x="15394" y="53435"/>
                  <a:pt x="15409" y="53332"/>
                  <a:pt x="15424" y="53229"/>
                </a:cubicBezTo>
                <a:cubicBezTo>
                  <a:pt x="16027" y="52405"/>
                  <a:pt x="16454" y="51552"/>
                  <a:pt x="16674" y="50639"/>
                </a:cubicBezTo>
                <a:cubicBezTo>
                  <a:pt x="17042" y="49094"/>
                  <a:pt x="16733" y="47004"/>
                  <a:pt x="15276" y="45695"/>
                </a:cubicBezTo>
                <a:close/>
                <a:moveTo>
                  <a:pt x="14894" y="53053"/>
                </a:moveTo>
                <a:lnTo>
                  <a:pt x="14835" y="53274"/>
                </a:lnTo>
                <a:cubicBezTo>
                  <a:pt x="14761" y="53362"/>
                  <a:pt x="14688" y="53465"/>
                  <a:pt x="14599" y="53553"/>
                </a:cubicBezTo>
                <a:lnTo>
                  <a:pt x="14658" y="53332"/>
                </a:lnTo>
                <a:cubicBezTo>
                  <a:pt x="14747" y="53259"/>
                  <a:pt x="14820" y="53141"/>
                  <a:pt x="14894" y="53053"/>
                </a:cubicBezTo>
                <a:close/>
                <a:moveTo>
                  <a:pt x="15144" y="52979"/>
                </a:moveTo>
                <a:cubicBezTo>
                  <a:pt x="15129" y="53038"/>
                  <a:pt x="15129" y="53068"/>
                  <a:pt x="15114" y="53126"/>
                </a:cubicBezTo>
                <a:cubicBezTo>
                  <a:pt x="15114" y="53171"/>
                  <a:pt x="15100" y="53200"/>
                  <a:pt x="15100" y="53259"/>
                </a:cubicBezTo>
                <a:cubicBezTo>
                  <a:pt x="15026" y="53347"/>
                  <a:pt x="14923" y="53435"/>
                  <a:pt x="14835" y="53553"/>
                </a:cubicBezTo>
                <a:lnTo>
                  <a:pt x="14835" y="53509"/>
                </a:lnTo>
                <a:cubicBezTo>
                  <a:pt x="14850" y="53435"/>
                  <a:pt x="14879" y="53391"/>
                  <a:pt x="14894" y="53318"/>
                </a:cubicBezTo>
                <a:cubicBezTo>
                  <a:pt x="14982" y="53200"/>
                  <a:pt x="15056" y="53097"/>
                  <a:pt x="15144" y="52979"/>
                </a:cubicBezTo>
                <a:close/>
                <a:moveTo>
                  <a:pt x="14658" y="53171"/>
                </a:moveTo>
                <a:cubicBezTo>
                  <a:pt x="14658" y="53200"/>
                  <a:pt x="14629" y="53259"/>
                  <a:pt x="14614" y="53332"/>
                </a:cubicBezTo>
                <a:cubicBezTo>
                  <a:pt x="14541" y="53406"/>
                  <a:pt x="14482" y="53494"/>
                  <a:pt x="14408" y="53568"/>
                </a:cubicBezTo>
                <a:lnTo>
                  <a:pt x="14467" y="53406"/>
                </a:lnTo>
                <a:cubicBezTo>
                  <a:pt x="14482" y="53362"/>
                  <a:pt x="14526" y="53347"/>
                  <a:pt x="14541" y="53318"/>
                </a:cubicBezTo>
                <a:cubicBezTo>
                  <a:pt x="14585" y="53259"/>
                  <a:pt x="14614" y="53200"/>
                  <a:pt x="14658" y="53171"/>
                </a:cubicBezTo>
                <a:close/>
                <a:moveTo>
                  <a:pt x="14145" y="53661"/>
                </a:moveTo>
                <a:lnTo>
                  <a:pt x="14145" y="53661"/>
                </a:lnTo>
                <a:cubicBezTo>
                  <a:pt x="14139" y="53679"/>
                  <a:pt x="14132" y="53697"/>
                  <a:pt x="14114" y="53715"/>
                </a:cubicBezTo>
                <a:lnTo>
                  <a:pt x="14011" y="53833"/>
                </a:lnTo>
                <a:cubicBezTo>
                  <a:pt x="14025" y="53803"/>
                  <a:pt x="14040" y="53774"/>
                  <a:pt x="14070" y="53759"/>
                </a:cubicBezTo>
                <a:cubicBezTo>
                  <a:pt x="14093" y="53724"/>
                  <a:pt x="14125" y="53699"/>
                  <a:pt x="14145" y="53661"/>
                </a:cubicBezTo>
                <a:close/>
                <a:moveTo>
                  <a:pt x="14335" y="53553"/>
                </a:moveTo>
                <a:lnTo>
                  <a:pt x="14335" y="53553"/>
                </a:lnTo>
                <a:cubicBezTo>
                  <a:pt x="14320" y="53612"/>
                  <a:pt x="14305" y="53641"/>
                  <a:pt x="14290" y="53700"/>
                </a:cubicBezTo>
                <a:cubicBezTo>
                  <a:pt x="14246" y="53730"/>
                  <a:pt x="14217" y="53789"/>
                  <a:pt x="14158" y="53833"/>
                </a:cubicBezTo>
                <a:lnTo>
                  <a:pt x="14099" y="53877"/>
                </a:lnTo>
                <a:cubicBezTo>
                  <a:pt x="14114" y="53833"/>
                  <a:pt x="14143" y="53789"/>
                  <a:pt x="14158" y="53730"/>
                </a:cubicBezTo>
                <a:cubicBezTo>
                  <a:pt x="14231" y="53686"/>
                  <a:pt x="14290" y="53627"/>
                  <a:pt x="14335" y="53553"/>
                </a:cubicBezTo>
                <a:close/>
                <a:moveTo>
                  <a:pt x="14555" y="53494"/>
                </a:moveTo>
                <a:lnTo>
                  <a:pt x="14555" y="53494"/>
                </a:lnTo>
                <a:cubicBezTo>
                  <a:pt x="14541" y="53553"/>
                  <a:pt x="14526" y="53627"/>
                  <a:pt x="14511" y="53686"/>
                </a:cubicBezTo>
                <a:cubicBezTo>
                  <a:pt x="14438" y="53759"/>
                  <a:pt x="14364" y="53848"/>
                  <a:pt x="14290" y="53921"/>
                </a:cubicBezTo>
                <a:cubicBezTo>
                  <a:pt x="14305" y="53862"/>
                  <a:pt x="14320" y="53789"/>
                  <a:pt x="14335" y="53730"/>
                </a:cubicBezTo>
                <a:cubicBezTo>
                  <a:pt x="14364" y="53715"/>
                  <a:pt x="14379" y="53686"/>
                  <a:pt x="14408" y="53656"/>
                </a:cubicBezTo>
                <a:cubicBezTo>
                  <a:pt x="14467" y="53612"/>
                  <a:pt x="14511" y="53553"/>
                  <a:pt x="14555" y="53494"/>
                </a:cubicBezTo>
                <a:close/>
                <a:moveTo>
                  <a:pt x="14791" y="53435"/>
                </a:moveTo>
                <a:cubicBezTo>
                  <a:pt x="14791" y="53465"/>
                  <a:pt x="14776" y="53480"/>
                  <a:pt x="14776" y="53509"/>
                </a:cubicBezTo>
                <a:cubicBezTo>
                  <a:pt x="14761" y="53568"/>
                  <a:pt x="14761" y="53627"/>
                  <a:pt x="14747" y="53671"/>
                </a:cubicBezTo>
                <a:cubicBezTo>
                  <a:pt x="14673" y="53759"/>
                  <a:pt x="14599" y="53848"/>
                  <a:pt x="14511" y="53921"/>
                </a:cubicBezTo>
                <a:lnTo>
                  <a:pt x="14511" y="53906"/>
                </a:lnTo>
                <a:cubicBezTo>
                  <a:pt x="14526" y="53833"/>
                  <a:pt x="14541" y="53774"/>
                  <a:pt x="14555" y="53715"/>
                </a:cubicBezTo>
                <a:cubicBezTo>
                  <a:pt x="14629" y="53627"/>
                  <a:pt x="14732" y="53538"/>
                  <a:pt x="14791" y="53435"/>
                </a:cubicBezTo>
                <a:close/>
                <a:moveTo>
                  <a:pt x="15056" y="53391"/>
                </a:moveTo>
                <a:lnTo>
                  <a:pt x="15056" y="53391"/>
                </a:lnTo>
                <a:cubicBezTo>
                  <a:pt x="15041" y="53480"/>
                  <a:pt x="15026" y="53553"/>
                  <a:pt x="15026" y="53641"/>
                </a:cubicBezTo>
                <a:cubicBezTo>
                  <a:pt x="14953" y="53730"/>
                  <a:pt x="14850" y="53833"/>
                  <a:pt x="14761" y="53921"/>
                </a:cubicBezTo>
                <a:cubicBezTo>
                  <a:pt x="14776" y="53848"/>
                  <a:pt x="14776" y="53774"/>
                  <a:pt x="14805" y="53700"/>
                </a:cubicBezTo>
                <a:cubicBezTo>
                  <a:pt x="14894" y="53612"/>
                  <a:pt x="14967" y="53494"/>
                  <a:pt x="15056" y="53391"/>
                </a:cubicBezTo>
                <a:close/>
                <a:moveTo>
                  <a:pt x="15335" y="53347"/>
                </a:moveTo>
                <a:lnTo>
                  <a:pt x="15276" y="53627"/>
                </a:lnTo>
                <a:cubicBezTo>
                  <a:pt x="15217" y="53730"/>
                  <a:pt x="15129" y="53833"/>
                  <a:pt x="15041" y="53921"/>
                </a:cubicBezTo>
                <a:cubicBezTo>
                  <a:pt x="15056" y="53833"/>
                  <a:pt x="15056" y="53759"/>
                  <a:pt x="15070" y="53656"/>
                </a:cubicBezTo>
                <a:cubicBezTo>
                  <a:pt x="15173" y="53553"/>
                  <a:pt x="15247" y="53465"/>
                  <a:pt x="15335" y="53347"/>
                </a:cubicBezTo>
                <a:close/>
                <a:moveTo>
                  <a:pt x="15541" y="45798"/>
                </a:moveTo>
                <a:cubicBezTo>
                  <a:pt x="15585" y="45798"/>
                  <a:pt x="15644" y="45842"/>
                  <a:pt x="15703" y="45857"/>
                </a:cubicBezTo>
                <a:cubicBezTo>
                  <a:pt x="17248" y="47299"/>
                  <a:pt x="17410" y="49565"/>
                  <a:pt x="16895" y="51213"/>
                </a:cubicBezTo>
                <a:cubicBezTo>
                  <a:pt x="16601" y="52170"/>
                  <a:pt x="16071" y="53097"/>
                  <a:pt x="15321" y="53951"/>
                </a:cubicBezTo>
                <a:cubicBezTo>
                  <a:pt x="15335" y="53862"/>
                  <a:pt x="15335" y="53774"/>
                  <a:pt x="15350" y="53686"/>
                </a:cubicBezTo>
                <a:cubicBezTo>
                  <a:pt x="16071" y="52817"/>
                  <a:pt x="16542" y="51920"/>
                  <a:pt x="16822" y="50948"/>
                </a:cubicBezTo>
                <a:cubicBezTo>
                  <a:pt x="17263" y="49359"/>
                  <a:pt x="17028" y="47181"/>
                  <a:pt x="15541" y="45798"/>
                </a:cubicBezTo>
                <a:close/>
                <a:moveTo>
                  <a:pt x="13864" y="53995"/>
                </a:moveTo>
                <a:cubicBezTo>
                  <a:pt x="13864" y="53995"/>
                  <a:pt x="13864" y="54009"/>
                  <a:pt x="13849" y="54009"/>
                </a:cubicBezTo>
                <a:lnTo>
                  <a:pt x="13864" y="53995"/>
                </a:lnTo>
                <a:close/>
                <a:moveTo>
                  <a:pt x="13811" y="54048"/>
                </a:moveTo>
                <a:cubicBezTo>
                  <a:pt x="13807" y="54056"/>
                  <a:pt x="13805" y="54063"/>
                  <a:pt x="13805" y="54068"/>
                </a:cubicBezTo>
                <a:lnTo>
                  <a:pt x="13805" y="54054"/>
                </a:lnTo>
                <a:lnTo>
                  <a:pt x="13811" y="54048"/>
                </a:lnTo>
                <a:close/>
                <a:moveTo>
                  <a:pt x="14040" y="53906"/>
                </a:moveTo>
                <a:cubicBezTo>
                  <a:pt x="14025" y="53936"/>
                  <a:pt x="14011" y="53965"/>
                  <a:pt x="13996" y="54024"/>
                </a:cubicBezTo>
                <a:lnTo>
                  <a:pt x="13849" y="54171"/>
                </a:lnTo>
                <a:cubicBezTo>
                  <a:pt x="13864" y="54142"/>
                  <a:pt x="13878" y="54098"/>
                  <a:pt x="13893" y="54054"/>
                </a:cubicBezTo>
                <a:cubicBezTo>
                  <a:pt x="13952" y="54009"/>
                  <a:pt x="13996" y="53951"/>
                  <a:pt x="14040" y="53906"/>
                </a:cubicBezTo>
                <a:close/>
                <a:moveTo>
                  <a:pt x="14202" y="53862"/>
                </a:moveTo>
                <a:lnTo>
                  <a:pt x="14202" y="53862"/>
                </a:lnTo>
                <a:cubicBezTo>
                  <a:pt x="14217" y="53921"/>
                  <a:pt x="14187" y="53980"/>
                  <a:pt x="14173" y="54024"/>
                </a:cubicBezTo>
                <a:lnTo>
                  <a:pt x="14011" y="54201"/>
                </a:lnTo>
                <a:lnTo>
                  <a:pt x="13967" y="54230"/>
                </a:lnTo>
                <a:lnTo>
                  <a:pt x="14025" y="54068"/>
                </a:lnTo>
                <a:cubicBezTo>
                  <a:pt x="14084" y="54009"/>
                  <a:pt x="14128" y="53936"/>
                  <a:pt x="14187" y="53877"/>
                </a:cubicBezTo>
                <a:lnTo>
                  <a:pt x="14202" y="53862"/>
                </a:lnTo>
                <a:close/>
                <a:moveTo>
                  <a:pt x="14467" y="53833"/>
                </a:moveTo>
                <a:cubicBezTo>
                  <a:pt x="14467" y="53848"/>
                  <a:pt x="14452" y="53862"/>
                  <a:pt x="14452" y="53877"/>
                </a:cubicBezTo>
                <a:cubicBezTo>
                  <a:pt x="14438" y="53921"/>
                  <a:pt x="14438" y="53980"/>
                  <a:pt x="14408" y="54009"/>
                </a:cubicBezTo>
                <a:cubicBezTo>
                  <a:pt x="14335" y="54083"/>
                  <a:pt x="14261" y="54171"/>
                  <a:pt x="14173" y="54245"/>
                </a:cubicBezTo>
                <a:cubicBezTo>
                  <a:pt x="14187" y="54201"/>
                  <a:pt x="14217" y="54127"/>
                  <a:pt x="14231" y="54068"/>
                </a:cubicBezTo>
                <a:lnTo>
                  <a:pt x="14261" y="54024"/>
                </a:lnTo>
                <a:cubicBezTo>
                  <a:pt x="14335" y="53951"/>
                  <a:pt x="14408" y="53906"/>
                  <a:pt x="14467" y="53833"/>
                </a:cubicBezTo>
                <a:close/>
                <a:moveTo>
                  <a:pt x="14732" y="53789"/>
                </a:moveTo>
                <a:cubicBezTo>
                  <a:pt x="14702" y="53862"/>
                  <a:pt x="14702" y="53936"/>
                  <a:pt x="14688" y="54009"/>
                </a:cubicBezTo>
                <a:cubicBezTo>
                  <a:pt x="14614" y="54098"/>
                  <a:pt x="14526" y="54171"/>
                  <a:pt x="14452" y="54274"/>
                </a:cubicBezTo>
                <a:cubicBezTo>
                  <a:pt x="14467" y="54201"/>
                  <a:pt x="14467" y="54127"/>
                  <a:pt x="14482" y="54068"/>
                </a:cubicBezTo>
                <a:cubicBezTo>
                  <a:pt x="14555" y="53980"/>
                  <a:pt x="14658" y="53877"/>
                  <a:pt x="14732" y="53789"/>
                </a:cubicBezTo>
                <a:close/>
                <a:moveTo>
                  <a:pt x="15026" y="53774"/>
                </a:moveTo>
                <a:lnTo>
                  <a:pt x="15026" y="53774"/>
                </a:lnTo>
                <a:cubicBezTo>
                  <a:pt x="14997" y="53848"/>
                  <a:pt x="14997" y="53936"/>
                  <a:pt x="14982" y="54009"/>
                </a:cubicBezTo>
                <a:cubicBezTo>
                  <a:pt x="14894" y="54083"/>
                  <a:pt x="14805" y="54171"/>
                  <a:pt x="14732" y="54274"/>
                </a:cubicBezTo>
                <a:cubicBezTo>
                  <a:pt x="14747" y="54201"/>
                  <a:pt x="14747" y="54127"/>
                  <a:pt x="14761" y="54054"/>
                </a:cubicBezTo>
                <a:cubicBezTo>
                  <a:pt x="14850" y="53951"/>
                  <a:pt x="14923" y="53862"/>
                  <a:pt x="15026" y="53774"/>
                </a:cubicBezTo>
                <a:close/>
                <a:moveTo>
                  <a:pt x="15276" y="53774"/>
                </a:moveTo>
                <a:lnTo>
                  <a:pt x="15276" y="53774"/>
                </a:lnTo>
                <a:cubicBezTo>
                  <a:pt x="15262" y="53862"/>
                  <a:pt x="15262" y="53951"/>
                  <a:pt x="15247" y="54054"/>
                </a:cubicBezTo>
                <a:cubicBezTo>
                  <a:pt x="15173" y="54098"/>
                  <a:pt x="15100" y="54201"/>
                  <a:pt x="14997" y="54289"/>
                </a:cubicBezTo>
                <a:cubicBezTo>
                  <a:pt x="14997" y="54215"/>
                  <a:pt x="15026" y="54127"/>
                  <a:pt x="15041" y="54054"/>
                </a:cubicBezTo>
                <a:cubicBezTo>
                  <a:pt x="15129" y="53951"/>
                  <a:pt x="15203" y="53862"/>
                  <a:pt x="15276" y="53774"/>
                </a:cubicBezTo>
                <a:close/>
                <a:moveTo>
                  <a:pt x="15791" y="45842"/>
                </a:moveTo>
                <a:lnTo>
                  <a:pt x="15791" y="45842"/>
                </a:lnTo>
                <a:cubicBezTo>
                  <a:pt x="15850" y="45886"/>
                  <a:pt x="15909" y="45915"/>
                  <a:pt x="15953" y="45930"/>
                </a:cubicBezTo>
                <a:cubicBezTo>
                  <a:pt x="17528" y="47446"/>
                  <a:pt x="17646" y="49815"/>
                  <a:pt x="17057" y="51508"/>
                </a:cubicBezTo>
                <a:cubicBezTo>
                  <a:pt x="16719" y="52508"/>
                  <a:pt x="16130" y="53465"/>
                  <a:pt x="15276" y="54318"/>
                </a:cubicBezTo>
                <a:cubicBezTo>
                  <a:pt x="15276" y="54230"/>
                  <a:pt x="15291" y="54142"/>
                  <a:pt x="15291" y="54054"/>
                </a:cubicBezTo>
                <a:cubicBezTo>
                  <a:pt x="16086" y="53171"/>
                  <a:pt x="16660" y="52214"/>
                  <a:pt x="16969" y="51213"/>
                </a:cubicBezTo>
                <a:cubicBezTo>
                  <a:pt x="17484" y="49580"/>
                  <a:pt x="17322" y="47313"/>
                  <a:pt x="15791" y="45842"/>
                </a:cubicBezTo>
                <a:close/>
                <a:moveTo>
                  <a:pt x="13731" y="54230"/>
                </a:moveTo>
                <a:cubicBezTo>
                  <a:pt x="13716" y="54274"/>
                  <a:pt x="13716" y="54289"/>
                  <a:pt x="13702" y="54318"/>
                </a:cubicBezTo>
                <a:lnTo>
                  <a:pt x="13584" y="54436"/>
                </a:lnTo>
                <a:cubicBezTo>
                  <a:pt x="13628" y="54392"/>
                  <a:pt x="13628" y="54377"/>
                  <a:pt x="13643" y="54348"/>
                </a:cubicBezTo>
                <a:cubicBezTo>
                  <a:pt x="13672" y="54304"/>
                  <a:pt x="13716" y="54274"/>
                  <a:pt x="13731" y="54230"/>
                </a:cubicBezTo>
                <a:close/>
                <a:moveTo>
                  <a:pt x="13937" y="54201"/>
                </a:moveTo>
                <a:cubicBezTo>
                  <a:pt x="13922" y="54245"/>
                  <a:pt x="13893" y="54289"/>
                  <a:pt x="13878" y="54348"/>
                </a:cubicBezTo>
                <a:cubicBezTo>
                  <a:pt x="13819" y="54392"/>
                  <a:pt x="13775" y="54451"/>
                  <a:pt x="13702" y="54510"/>
                </a:cubicBezTo>
                <a:cubicBezTo>
                  <a:pt x="13716" y="54451"/>
                  <a:pt x="13731" y="54421"/>
                  <a:pt x="13746" y="54363"/>
                </a:cubicBezTo>
                <a:cubicBezTo>
                  <a:pt x="13819" y="54304"/>
                  <a:pt x="13878" y="54245"/>
                  <a:pt x="13937" y="54201"/>
                </a:cubicBezTo>
                <a:close/>
                <a:moveTo>
                  <a:pt x="14143" y="54171"/>
                </a:moveTo>
                <a:lnTo>
                  <a:pt x="14143" y="54171"/>
                </a:lnTo>
                <a:cubicBezTo>
                  <a:pt x="14114" y="54215"/>
                  <a:pt x="14114" y="54245"/>
                  <a:pt x="14099" y="54289"/>
                </a:cubicBezTo>
                <a:cubicBezTo>
                  <a:pt x="14099" y="54304"/>
                  <a:pt x="14084" y="54348"/>
                  <a:pt x="14084" y="54363"/>
                </a:cubicBezTo>
                <a:cubicBezTo>
                  <a:pt x="14011" y="54436"/>
                  <a:pt x="13937" y="54495"/>
                  <a:pt x="13864" y="54569"/>
                </a:cubicBezTo>
                <a:lnTo>
                  <a:pt x="13922" y="54392"/>
                </a:lnTo>
                <a:cubicBezTo>
                  <a:pt x="13967" y="54318"/>
                  <a:pt x="14025" y="54289"/>
                  <a:pt x="14070" y="54245"/>
                </a:cubicBezTo>
                <a:lnTo>
                  <a:pt x="14143" y="54171"/>
                </a:lnTo>
                <a:close/>
                <a:moveTo>
                  <a:pt x="14393" y="54157"/>
                </a:moveTo>
                <a:lnTo>
                  <a:pt x="14393" y="54157"/>
                </a:lnTo>
                <a:cubicBezTo>
                  <a:pt x="14379" y="54215"/>
                  <a:pt x="14379" y="54289"/>
                  <a:pt x="14364" y="54363"/>
                </a:cubicBezTo>
                <a:cubicBezTo>
                  <a:pt x="14290" y="54421"/>
                  <a:pt x="14187" y="54495"/>
                  <a:pt x="14114" y="54583"/>
                </a:cubicBezTo>
                <a:cubicBezTo>
                  <a:pt x="14143" y="54524"/>
                  <a:pt x="14143" y="54451"/>
                  <a:pt x="14158" y="54392"/>
                </a:cubicBezTo>
                <a:cubicBezTo>
                  <a:pt x="14231" y="54318"/>
                  <a:pt x="14320" y="54245"/>
                  <a:pt x="14393" y="54157"/>
                </a:cubicBezTo>
                <a:close/>
                <a:moveTo>
                  <a:pt x="14673" y="54127"/>
                </a:moveTo>
                <a:lnTo>
                  <a:pt x="14673" y="54127"/>
                </a:lnTo>
                <a:cubicBezTo>
                  <a:pt x="14658" y="54201"/>
                  <a:pt x="14658" y="54274"/>
                  <a:pt x="14629" y="54348"/>
                </a:cubicBezTo>
                <a:cubicBezTo>
                  <a:pt x="14555" y="54421"/>
                  <a:pt x="14482" y="54510"/>
                  <a:pt x="14393" y="54583"/>
                </a:cubicBezTo>
                <a:cubicBezTo>
                  <a:pt x="14393" y="54510"/>
                  <a:pt x="14408" y="54436"/>
                  <a:pt x="14408" y="54377"/>
                </a:cubicBezTo>
                <a:lnTo>
                  <a:pt x="14673" y="54127"/>
                </a:lnTo>
                <a:close/>
                <a:moveTo>
                  <a:pt x="14953" y="54127"/>
                </a:moveTo>
                <a:lnTo>
                  <a:pt x="14953" y="54127"/>
                </a:lnTo>
                <a:cubicBezTo>
                  <a:pt x="14923" y="54201"/>
                  <a:pt x="14923" y="54289"/>
                  <a:pt x="14923" y="54363"/>
                </a:cubicBezTo>
                <a:lnTo>
                  <a:pt x="14688" y="54598"/>
                </a:lnTo>
                <a:cubicBezTo>
                  <a:pt x="14688" y="54524"/>
                  <a:pt x="14702" y="54451"/>
                  <a:pt x="14702" y="54377"/>
                </a:cubicBezTo>
                <a:cubicBezTo>
                  <a:pt x="14805" y="54289"/>
                  <a:pt x="14879" y="54215"/>
                  <a:pt x="14953" y="54127"/>
                </a:cubicBezTo>
                <a:close/>
                <a:moveTo>
                  <a:pt x="15247" y="54142"/>
                </a:moveTo>
                <a:lnTo>
                  <a:pt x="15247" y="54142"/>
                </a:lnTo>
                <a:cubicBezTo>
                  <a:pt x="15217" y="54230"/>
                  <a:pt x="15217" y="54304"/>
                  <a:pt x="15217" y="54392"/>
                </a:cubicBezTo>
                <a:cubicBezTo>
                  <a:pt x="15129" y="54466"/>
                  <a:pt x="15056" y="54539"/>
                  <a:pt x="14982" y="54613"/>
                </a:cubicBezTo>
                <a:cubicBezTo>
                  <a:pt x="14982" y="54539"/>
                  <a:pt x="14997" y="54451"/>
                  <a:pt x="14997" y="54377"/>
                </a:cubicBezTo>
                <a:lnTo>
                  <a:pt x="15247" y="54142"/>
                </a:lnTo>
                <a:close/>
                <a:moveTo>
                  <a:pt x="13452" y="54569"/>
                </a:moveTo>
                <a:cubicBezTo>
                  <a:pt x="13452" y="54583"/>
                  <a:pt x="13437" y="54583"/>
                  <a:pt x="13437" y="54598"/>
                </a:cubicBezTo>
                <a:lnTo>
                  <a:pt x="13402" y="54633"/>
                </a:lnTo>
                <a:lnTo>
                  <a:pt x="13402" y="54633"/>
                </a:lnTo>
                <a:cubicBezTo>
                  <a:pt x="13407" y="54622"/>
                  <a:pt x="13407" y="54613"/>
                  <a:pt x="13407" y="54613"/>
                </a:cubicBezTo>
                <a:lnTo>
                  <a:pt x="13452" y="54569"/>
                </a:lnTo>
                <a:close/>
                <a:moveTo>
                  <a:pt x="16086" y="45960"/>
                </a:moveTo>
                <a:cubicBezTo>
                  <a:pt x="16100" y="45960"/>
                  <a:pt x="16159" y="45989"/>
                  <a:pt x="16218" y="46004"/>
                </a:cubicBezTo>
                <a:cubicBezTo>
                  <a:pt x="17602" y="47387"/>
                  <a:pt x="17999" y="49742"/>
                  <a:pt x="17204" y="51802"/>
                </a:cubicBezTo>
                <a:cubicBezTo>
                  <a:pt x="16822" y="52832"/>
                  <a:pt x="16159" y="53803"/>
                  <a:pt x="15262" y="54686"/>
                </a:cubicBezTo>
                <a:cubicBezTo>
                  <a:pt x="15262" y="54598"/>
                  <a:pt x="15262" y="54524"/>
                  <a:pt x="15276" y="54436"/>
                </a:cubicBezTo>
                <a:cubicBezTo>
                  <a:pt x="16145" y="53538"/>
                  <a:pt x="16763" y="52552"/>
                  <a:pt x="17131" y="51522"/>
                </a:cubicBezTo>
                <a:cubicBezTo>
                  <a:pt x="17719" y="49830"/>
                  <a:pt x="17616" y="47475"/>
                  <a:pt x="16086" y="45960"/>
                </a:cubicBezTo>
                <a:close/>
                <a:moveTo>
                  <a:pt x="13643" y="54495"/>
                </a:moveTo>
                <a:lnTo>
                  <a:pt x="13643" y="54495"/>
                </a:lnTo>
                <a:cubicBezTo>
                  <a:pt x="13628" y="54524"/>
                  <a:pt x="13599" y="54569"/>
                  <a:pt x="13599" y="54613"/>
                </a:cubicBezTo>
                <a:cubicBezTo>
                  <a:pt x="13569" y="54657"/>
                  <a:pt x="13510" y="54716"/>
                  <a:pt x="13452" y="54745"/>
                </a:cubicBezTo>
                <a:lnTo>
                  <a:pt x="13437" y="54760"/>
                </a:lnTo>
                <a:cubicBezTo>
                  <a:pt x="13452" y="54731"/>
                  <a:pt x="13481" y="54686"/>
                  <a:pt x="13496" y="54642"/>
                </a:cubicBezTo>
                <a:cubicBezTo>
                  <a:pt x="13555" y="54583"/>
                  <a:pt x="13584" y="54524"/>
                  <a:pt x="13643" y="54495"/>
                </a:cubicBezTo>
                <a:close/>
                <a:moveTo>
                  <a:pt x="13819" y="54451"/>
                </a:moveTo>
                <a:cubicBezTo>
                  <a:pt x="13819" y="54524"/>
                  <a:pt x="13805" y="54583"/>
                  <a:pt x="13790" y="54642"/>
                </a:cubicBezTo>
                <a:cubicBezTo>
                  <a:pt x="13716" y="54686"/>
                  <a:pt x="13658" y="54745"/>
                  <a:pt x="13584" y="54804"/>
                </a:cubicBezTo>
                <a:lnTo>
                  <a:pt x="13643" y="54642"/>
                </a:lnTo>
                <a:cubicBezTo>
                  <a:pt x="13702" y="54583"/>
                  <a:pt x="13775" y="54524"/>
                  <a:pt x="13819" y="54451"/>
                </a:cubicBezTo>
                <a:close/>
                <a:moveTo>
                  <a:pt x="14084" y="54466"/>
                </a:moveTo>
                <a:cubicBezTo>
                  <a:pt x="14070" y="54524"/>
                  <a:pt x="14070" y="54598"/>
                  <a:pt x="14040" y="54657"/>
                </a:cubicBezTo>
                <a:cubicBezTo>
                  <a:pt x="14025" y="54672"/>
                  <a:pt x="14011" y="54686"/>
                  <a:pt x="13967" y="54716"/>
                </a:cubicBezTo>
                <a:cubicBezTo>
                  <a:pt x="13922" y="54760"/>
                  <a:pt x="13864" y="54804"/>
                  <a:pt x="13805" y="54863"/>
                </a:cubicBezTo>
                <a:cubicBezTo>
                  <a:pt x="13819" y="54804"/>
                  <a:pt x="13819" y="54745"/>
                  <a:pt x="13849" y="54686"/>
                </a:cubicBezTo>
                <a:lnTo>
                  <a:pt x="13849" y="54672"/>
                </a:lnTo>
                <a:cubicBezTo>
                  <a:pt x="13864" y="54657"/>
                  <a:pt x="13893" y="54642"/>
                  <a:pt x="13922" y="54613"/>
                </a:cubicBezTo>
                <a:cubicBezTo>
                  <a:pt x="13967" y="54569"/>
                  <a:pt x="14025" y="54524"/>
                  <a:pt x="14084" y="54466"/>
                </a:cubicBezTo>
                <a:close/>
                <a:moveTo>
                  <a:pt x="14335" y="54451"/>
                </a:moveTo>
                <a:cubicBezTo>
                  <a:pt x="14335" y="54524"/>
                  <a:pt x="14320" y="54583"/>
                  <a:pt x="14320" y="54657"/>
                </a:cubicBezTo>
                <a:cubicBezTo>
                  <a:pt x="14231" y="54731"/>
                  <a:pt x="14158" y="54804"/>
                  <a:pt x="14070" y="54878"/>
                </a:cubicBezTo>
                <a:cubicBezTo>
                  <a:pt x="14070" y="54804"/>
                  <a:pt x="14084" y="54745"/>
                  <a:pt x="14099" y="54686"/>
                </a:cubicBezTo>
                <a:cubicBezTo>
                  <a:pt x="14187" y="54613"/>
                  <a:pt x="14261" y="54539"/>
                  <a:pt x="14335" y="54451"/>
                </a:cubicBezTo>
                <a:close/>
                <a:moveTo>
                  <a:pt x="14629" y="54451"/>
                </a:moveTo>
                <a:cubicBezTo>
                  <a:pt x="14629" y="54524"/>
                  <a:pt x="14614" y="54598"/>
                  <a:pt x="14614" y="54672"/>
                </a:cubicBezTo>
                <a:cubicBezTo>
                  <a:pt x="14541" y="54745"/>
                  <a:pt x="14452" y="54819"/>
                  <a:pt x="14364" y="54892"/>
                </a:cubicBezTo>
                <a:cubicBezTo>
                  <a:pt x="14379" y="54819"/>
                  <a:pt x="14379" y="54745"/>
                  <a:pt x="14379" y="54686"/>
                </a:cubicBezTo>
                <a:cubicBezTo>
                  <a:pt x="14467" y="54613"/>
                  <a:pt x="14541" y="54524"/>
                  <a:pt x="14629" y="54451"/>
                </a:cubicBezTo>
                <a:close/>
                <a:moveTo>
                  <a:pt x="14923" y="54451"/>
                </a:moveTo>
                <a:cubicBezTo>
                  <a:pt x="14923" y="54524"/>
                  <a:pt x="14908" y="54613"/>
                  <a:pt x="14908" y="54686"/>
                </a:cubicBezTo>
                <a:cubicBezTo>
                  <a:pt x="14820" y="54760"/>
                  <a:pt x="14747" y="54834"/>
                  <a:pt x="14673" y="54907"/>
                </a:cubicBezTo>
                <a:cubicBezTo>
                  <a:pt x="14673" y="54834"/>
                  <a:pt x="14673" y="54760"/>
                  <a:pt x="14688" y="54686"/>
                </a:cubicBezTo>
                <a:cubicBezTo>
                  <a:pt x="14761" y="54613"/>
                  <a:pt x="14850" y="54539"/>
                  <a:pt x="14923" y="54451"/>
                </a:cubicBezTo>
                <a:close/>
                <a:moveTo>
                  <a:pt x="13363" y="54760"/>
                </a:moveTo>
                <a:lnTo>
                  <a:pt x="13363" y="54760"/>
                </a:lnTo>
                <a:cubicBezTo>
                  <a:pt x="13349" y="54804"/>
                  <a:pt x="13349" y="54819"/>
                  <a:pt x="13319" y="54863"/>
                </a:cubicBezTo>
                <a:lnTo>
                  <a:pt x="13216" y="54966"/>
                </a:lnTo>
                <a:cubicBezTo>
                  <a:pt x="13216" y="54951"/>
                  <a:pt x="13231" y="54907"/>
                  <a:pt x="13260" y="54878"/>
                </a:cubicBezTo>
                <a:lnTo>
                  <a:pt x="13363" y="54760"/>
                </a:lnTo>
                <a:close/>
                <a:moveTo>
                  <a:pt x="15188" y="54510"/>
                </a:moveTo>
                <a:cubicBezTo>
                  <a:pt x="15188" y="54583"/>
                  <a:pt x="15173" y="54657"/>
                  <a:pt x="15173" y="54745"/>
                </a:cubicBezTo>
                <a:lnTo>
                  <a:pt x="15173" y="54760"/>
                </a:lnTo>
                <a:cubicBezTo>
                  <a:pt x="15100" y="54834"/>
                  <a:pt x="15026" y="54907"/>
                  <a:pt x="14953" y="54966"/>
                </a:cubicBezTo>
                <a:cubicBezTo>
                  <a:pt x="14967" y="54892"/>
                  <a:pt x="14967" y="54804"/>
                  <a:pt x="14967" y="54731"/>
                </a:cubicBezTo>
                <a:lnTo>
                  <a:pt x="15188" y="54510"/>
                </a:lnTo>
                <a:close/>
                <a:moveTo>
                  <a:pt x="16321" y="46004"/>
                </a:moveTo>
                <a:cubicBezTo>
                  <a:pt x="16380" y="46048"/>
                  <a:pt x="16424" y="46063"/>
                  <a:pt x="16468" y="46063"/>
                </a:cubicBezTo>
                <a:cubicBezTo>
                  <a:pt x="17866" y="47505"/>
                  <a:pt x="18234" y="49962"/>
                  <a:pt x="17351" y="52082"/>
                </a:cubicBezTo>
                <a:cubicBezTo>
                  <a:pt x="16910" y="53126"/>
                  <a:pt x="16218" y="54127"/>
                  <a:pt x="15247" y="55025"/>
                </a:cubicBezTo>
                <a:lnTo>
                  <a:pt x="15247" y="54760"/>
                </a:lnTo>
                <a:cubicBezTo>
                  <a:pt x="16174" y="53848"/>
                  <a:pt x="16866" y="52847"/>
                  <a:pt x="17263" y="51802"/>
                </a:cubicBezTo>
                <a:cubicBezTo>
                  <a:pt x="17646" y="50816"/>
                  <a:pt x="17763" y="49683"/>
                  <a:pt x="17602" y="48653"/>
                </a:cubicBezTo>
                <a:cubicBezTo>
                  <a:pt x="17425" y="47608"/>
                  <a:pt x="16983" y="46710"/>
                  <a:pt x="16321" y="46004"/>
                </a:cubicBezTo>
                <a:close/>
                <a:moveTo>
                  <a:pt x="13525" y="54745"/>
                </a:moveTo>
                <a:cubicBezTo>
                  <a:pt x="13525" y="54804"/>
                  <a:pt x="13510" y="54834"/>
                  <a:pt x="13496" y="54892"/>
                </a:cubicBezTo>
                <a:cubicBezTo>
                  <a:pt x="13437" y="54951"/>
                  <a:pt x="13378" y="55010"/>
                  <a:pt x="13304" y="55040"/>
                </a:cubicBezTo>
                <a:cubicBezTo>
                  <a:pt x="13319" y="54981"/>
                  <a:pt x="13349" y="54951"/>
                  <a:pt x="13363" y="54892"/>
                </a:cubicBezTo>
                <a:cubicBezTo>
                  <a:pt x="13407" y="54863"/>
                  <a:pt x="13452" y="54819"/>
                  <a:pt x="13496" y="54789"/>
                </a:cubicBezTo>
                <a:lnTo>
                  <a:pt x="13525" y="54745"/>
                </a:lnTo>
                <a:close/>
                <a:moveTo>
                  <a:pt x="13746" y="54745"/>
                </a:moveTo>
                <a:lnTo>
                  <a:pt x="13746" y="54745"/>
                </a:lnTo>
                <a:cubicBezTo>
                  <a:pt x="13731" y="54804"/>
                  <a:pt x="13716" y="54863"/>
                  <a:pt x="13716" y="54907"/>
                </a:cubicBezTo>
                <a:cubicBezTo>
                  <a:pt x="13643" y="54966"/>
                  <a:pt x="13569" y="55040"/>
                  <a:pt x="13496" y="55098"/>
                </a:cubicBezTo>
                <a:cubicBezTo>
                  <a:pt x="13496" y="55069"/>
                  <a:pt x="13496" y="55069"/>
                  <a:pt x="13510" y="55054"/>
                </a:cubicBezTo>
                <a:cubicBezTo>
                  <a:pt x="13525" y="55010"/>
                  <a:pt x="13555" y="54966"/>
                  <a:pt x="13555" y="54907"/>
                </a:cubicBezTo>
                <a:cubicBezTo>
                  <a:pt x="13628" y="54878"/>
                  <a:pt x="13702" y="54819"/>
                  <a:pt x="13746" y="54745"/>
                </a:cubicBezTo>
                <a:close/>
                <a:moveTo>
                  <a:pt x="14025" y="54760"/>
                </a:moveTo>
                <a:cubicBezTo>
                  <a:pt x="14025" y="54819"/>
                  <a:pt x="14011" y="54892"/>
                  <a:pt x="14011" y="54951"/>
                </a:cubicBezTo>
                <a:cubicBezTo>
                  <a:pt x="13937" y="54981"/>
                  <a:pt x="13893" y="55025"/>
                  <a:pt x="13849" y="55084"/>
                </a:cubicBezTo>
                <a:cubicBezTo>
                  <a:pt x="13805" y="55098"/>
                  <a:pt x="13790" y="55128"/>
                  <a:pt x="13746" y="55157"/>
                </a:cubicBezTo>
                <a:cubicBezTo>
                  <a:pt x="13775" y="55098"/>
                  <a:pt x="13775" y="55025"/>
                  <a:pt x="13790" y="54966"/>
                </a:cubicBezTo>
                <a:cubicBezTo>
                  <a:pt x="13864" y="54892"/>
                  <a:pt x="13952" y="54834"/>
                  <a:pt x="14025" y="54760"/>
                </a:cubicBezTo>
                <a:close/>
                <a:moveTo>
                  <a:pt x="13069" y="55084"/>
                </a:moveTo>
                <a:cubicBezTo>
                  <a:pt x="13069" y="55098"/>
                  <a:pt x="13054" y="55113"/>
                  <a:pt x="13054" y="55113"/>
                </a:cubicBezTo>
                <a:lnTo>
                  <a:pt x="12995" y="55172"/>
                </a:lnTo>
                <a:cubicBezTo>
                  <a:pt x="13010" y="55157"/>
                  <a:pt x="13010" y="55157"/>
                  <a:pt x="13010" y="55128"/>
                </a:cubicBezTo>
                <a:lnTo>
                  <a:pt x="13069" y="55084"/>
                </a:lnTo>
                <a:close/>
                <a:moveTo>
                  <a:pt x="14320" y="54745"/>
                </a:moveTo>
                <a:cubicBezTo>
                  <a:pt x="14320" y="54819"/>
                  <a:pt x="14305" y="54878"/>
                  <a:pt x="14305" y="54951"/>
                </a:cubicBezTo>
                <a:cubicBezTo>
                  <a:pt x="14231" y="55025"/>
                  <a:pt x="14143" y="55098"/>
                  <a:pt x="14040" y="55172"/>
                </a:cubicBezTo>
                <a:cubicBezTo>
                  <a:pt x="14040" y="55098"/>
                  <a:pt x="14040" y="55040"/>
                  <a:pt x="14070" y="54966"/>
                </a:cubicBezTo>
                <a:cubicBezTo>
                  <a:pt x="14158" y="54892"/>
                  <a:pt x="14231" y="54819"/>
                  <a:pt x="14320" y="54745"/>
                </a:cubicBezTo>
                <a:close/>
                <a:moveTo>
                  <a:pt x="14614" y="54760"/>
                </a:moveTo>
                <a:cubicBezTo>
                  <a:pt x="14614" y="54834"/>
                  <a:pt x="14614" y="54907"/>
                  <a:pt x="14599" y="54981"/>
                </a:cubicBezTo>
                <a:cubicBezTo>
                  <a:pt x="14526" y="55040"/>
                  <a:pt x="14438" y="55113"/>
                  <a:pt x="14364" y="55187"/>
                </a:cubicBezTo>
                <a:lnTo>
                  <a:pt x="14364" y="54981"/>
                </a:lnTo>
                <a:cubicBezTo>
                  <a:pt x="14452" y="54907"/>
                  <a:pt x="14526" y="54834"/>
                  <a:pt x="14614" y="54760"/>
                </a:cubicBezTo>
                <a:close/>
                <a:moveTo>
                  <a:pt x="14908" y="54789"/>
                </a:moveTo>
                <a:lnTo>
                  <a:pt x="14908" y="55025"/>
                </a:lnTo>
                <a:cubicBezTo>
                  <a:pt x="14835" y="55098"/>
                  <a:pt x="14761" y="55157"/>
                  <a:pt x="14673" y="55231"/>
                </a:cubicBezTo>
                <a:cubicBezTo>
                  <a:pt x="14658" y="55157"/>
                  <a:pt x="14658" y="55084"/>
                  <a:pt x="14673" y="55010"/>
                </a:cubicBezTo>
                <a:cubicBezTo>
                  <a:pt x="14747" y="54937"/>
                  <a:pt x="14835" y="54863"/>
                  <a:pt x="14908" y="54789"/>
                </a:cubicBezTo>
                <a:close/>
                <a:moveTo>
                  <a:pt x="13260" y="55025"/>
                </a:moveTo>
                <a:cubicBezTo>
                  <a:pt x="13231" y="55054"/>
                  <a:pt x="13216" y="55098"/>
                  <a:pt x="13201" y="55157"/>
                </a:cubicBezTo>
                <a:cubicBezTo>
                  <a:pt x="13142" y="55187"/>
                  <a:pt x="13113" y="55246"/>
                  <a:pt x="13054" y="55275"/>
                </a:cubicBezTo>
                <a:cubicBezTo>
                  <a:pt x="13069" y="55246"/>
                  <a:pt x="13084" y="55201"/>
                  <a:pt x="13113" y="55157"/>
                </a:cubicBezTo>
                <a:cubicBezTo>
                  <a:pt x="13157" y="55098"/>
                  <a:pt x="13216" y="55054"/>
                  <a:pt x="13260" y="55025"/>
                </a:cubicBezTo>
                <a:close/>
                <a:moveTo>
                  <a:pt x="15188" y="54863"/>
                </a:moveTo>
                <a:lnTo>
                  <a:pt x="15188" y="55098"/>
                </a:lnTo>
                <a:cubicBezTo>
                  <a:pt x="15114" y="55157"/>
                  <a:pt x="15041" y="55231"/>
                  <a:pt x="14967" y="55304"/>
                </a:cubicBezTo>
                <a:lnTo>
                  <a:pt x="14967" y="55201"/>
                </a:lnTo>
                <a:lnTo>
                  <a:pt x="14967" y="55054"/>
                </a:lnTo>
                <a:cubicBezTo>
                  <a:pt x="15041" y="54981"/>
                  <a:pt x="15114" y="54937"/>
                  <a:pt x="15188" y="54863"/>
                </a:cubicBezTo>
                <a:close/>
                <a:moveTo>
                  <a:pt x="13452" y="55025"/>
                </a:moveTo>
                <a:cubicBezTo>
                  <a:pt x="13452" y="55040"/>
                  <a:pt x="13452" y="55040"/>
                  <a:pt x="13437" y="55054"/>
                </a:cubicBezTo>
                <a:cubicBezTo>
                  <a:pt x="13422" y="55098"/>
                  <a:pt x="13422" y="55157"/>
                  <a:pt x="13407" y="55187"/>
                </a:cubicBezTo>
                <a:cubicBezTo>
                  <a:pt x="13319" y="55246"/>
                  <a:pt x="13275" y="55304"/>
                  <a:pt x="13201" y="55349"/>
                </a:cubicBezTo>
                <a:lnTo>
                  <a:pt x="13260" y="55187"/>
                </a:lnTo>
                <a:cubicBezTo>
                  <a:pt x="13290" y="55157"/>
                  <a:pt x="13304" y="55128"/>
                  <a:pt x="13349" y="55113"/>
                </a:cubicBezTo>
                <a:cubicBezTo>
                  <a:pt x="13378" y="55084"/>
                  <a:pt x="13422" y="55040"/>
                  <a:pt x="13452" y="55025"/>
                </a:cubicBezTo>
                <a:close/>
                <a:moveTo>
                  <a:pt x="16640" y="46130"/>
                </a:moveTo>
                <a:cubicBezTo>
                  <a:pt x="16671" y="46130"/>
                  <a:pt x="16702" y="46140"/>
                  <a:pt x="16733" y="46151"/>
                </a:cubicBezTo>
                <a:cubicBezTo>
                  <a:pt x="18146" y="47667"/>
                  <a:pt x="18455" y="50198"/>
                  <a:pt x="17499" y="52391"/>
                </a:cubicBezTo>
                <a:cubicBezTo>
                  <a:pt x="17028" y="53465"/>
                  <a:pt x="16277" y="54466"/>
                  <a:pt x="15262" y="55378"/>
                </a:cubicBezTo>
                <a:cubicBezTo>
                  <a:pt x="15262" y="55304"/>
                  <a:pt x="15262" y="55201"/>
                  <a:pt x="15247" y="55128"/>
                </a:cubicBezTo>
                <a:cubicBezTo>
                  <a:pt x="16233" y="54215"/>
                  <a:pt x="16969" y="53200"/>
                  <a:pt x="17410" y="52126"/>
                </a:cubicBezTo>
                <a:cubicBezTo>
                  <a:pt x="18279" y="50036"/>
                  <a:pt x="17940" y="47608"/>
                  <a:pt x="16601" y="46136"/>
                </a:cubicBezTo>
                <a:cubicBezTo>
                  <a:pt x="16614" y="46132"/>
                  <a:pt x="16627" y="46130"/>
                  <a:pt x="16640" y="46130"/>
                </a:cubicBezTo>
                <a:close/>
                <a:moveTo>
                  <a:pt x="13702" y="55025"/>
                </a:moveTo>
                <a:cubicBezTo>
                  <a:pt x="13672" y="55084"/>
                  <a:pt x="13672" y="55128"/>
                  <a:pt x="13658" y="55201"/>
                </a:cubicBezTo>
                <a:cubicBezTo>
                  <a:pt x="13643" y="55231"/>
                  <a:pt x="13599" y="55260"/>
                  <a:pt x="13569" y="55275"/>
                </a:cubicBezTo>
                <a:cubicBezTo>
                  <a:pt x="13525" y="55319"/>
                  <a:pt x="13481" y="55349"/>
                  <a:pt x="13437" y="55393"/>
                </a:cubicBezTo>
                <a:cubicBezTo>
                  <a:pt x="13452" y="55334"/>
                  <a:pt x="13452" y="55275"/>
                  <a:pt x="13481" y="55201"/>
                </a:cubicBezTo>
                <a:cubicBezTo>
                  <a:pt x="13555" y="55157"/>
                  <a:pt x="13628" y="55084"/>
                  <a:pt x="13702" y="55025"/>
                </a:cubicBezTo>
                <a:close/>
                <a:moveTo>
                  <a:pt x="13996" y="55040"/>
                </a:moveTo>
                <a:cubicBezTo>
                  <a:pt x="13996" y="55098"/>
                  <a:pt x="13967" y="55172"/>
                  <a:pt x="13967" y="55231"/>
                </a:cubicBezTo>
                <a:cubicBezTo>
                  <a:pt x="13878" y="55290"/>
                  <a:pt x="13805" y="55349"/>
                  <a:pt x="13716" y="55422"/>
                </a:cubicBezTo>
                <a:cubicBezTo>
                  <a:pt x="13716" y="55378"/>
                  <a:pt x="13731" y="55304"/>
                  <a:pt x="13731" y="55246"/>
                </a:cubicBezTo>
                <a:cubicBezTo>
                  <a:pt x="13790" y="55201"/>
                  <a:pt x="13819" y="55172"/>
                  <a:pt x="13878" y="55128"/>
                </a:cubicBezTo>
                <a:cubicBezTo>
                  <a:pt x="13922" y="55098"/>
                  <a:pt x="13952" y="55069"/>
                  <a:pt x="13996" y="55040"/>
                </a:cubicBezTo>
                <a:close/>
                <a:moveTo>
                  <a:pt x="14290" y="55025"/>
                </a:moveTo>
                <a:lnTo>
                  <a:pt x="14290" y="55231"/>
                </a:lnTo>
                <a:cubicBezTo>
                  <a:pt x="14187" y="55319"/>
                  <a:pt x="14114" y="55393"/>
                  <a:pt x="14025" y="55452"/>
                </a:cubicBezTo>
                <a:lnTo>
                  <a:pt x="14025" y="55246"/>
                </a:lnTo>
                <a:cubicBezTo>
                  <a:pt x="14114" y="55172"/>
                  <a:pt x="14187" y="55098"/>
                  <a:pt x="14290" y="55025"/>
                </a:cubicBezTo>
                <a:close/>
                <a:moveTo>
                  <a:pt x="12981" y="55275"/>
                </a:moveTo>
                <a:lnTo>
                  <a:pt x="12981" y="55275"/>
                </a:lnTo>
                <a:cubicBezTo>
                  <a:pt x="12966" y="55319"/>
                  <a:pt x="12936" y="55334"/>
                  <a:pt x="12936" y="55378"/>
                </a:cubicBezTo>
                <a:lnTo>
                  <a:pt x="12833" y="55481"/>
                </a:lnTo>
                <a:cubicBezTo>
                  <a:pt x="12848" y="55452"/>
                  <a:pt x="12848" y="55407"/>
                  <a:pt x="12863" y="55393"/>
                </a:cubicBezTo>
                <a:lnTo>
                  <a:pt x="12981" y="55275"/>
                </a:lnTo>
                <a:close/>
                <a:moveTo>
                  <a:pt x="14585" y="55069"/>
                </a:moveTo>
                <a:lnTo>
                  <a:pt x="14585" y="55290"/>
                </a:lnTo>
                <a:cubicBezTo>
                  <a:pt x="14511" y="55363"/>
                  <a:pt x="14408" y="55422"/>
                  <a:pt x="14335" y="55496"/>
                </a:cubicBezTo>
                <a:lnTo>
                  <a:pt x="14335" y="55275"/>
                </a:lnTo>
                <a:cubicBezTo>
                  <a:pt x="14438" y="55201"/>
                  <a:pt x="14511" y="55128"/>
                  <a:pt x="14585" y="55069"/>
                </a:cubicBezTo>
                <a:close/>
                <a:moveTo>
                  <a:pt x="13142" y="55260"/>
                </a:moveTo>
                <a:cubicBezTo>
                  <a:pt x="13142" y="55319"/>
                  <a:pt x="13128" y="55378"/>
                  <a:pt x="13113" y="55407"/>
                </a:cubicBezTo>
                <a:cubicBezTo>
                  <a:pt x="13054" y="55466"/>
                  <a:pt x="12995" y="55496"/>
                  <a:pt x="12922" y="55555"/>
                </a:cubicBezTo>
                <a:cubicBezTo>
                  <a:pt x="12936" y="55496"/>
                  <a:pt x="12966" y="55466"/>
                  <a:pt x="12981" y="55407"/>
                </a:cubicBezTo>
                <a:cubicBezTo>
                  <a:pt x="13039" y="55349"/>
                  <a:pt x="13084" y="55319"/>
                  <a:pt x="13142" y="55260"/>
                </a:cubicBezTo>
                <a:close/>
                <a:moveTo>
                  <a:pt x="14894" y="55128"/>
                </a:moveTo>
                <a:lnTo>
                  <a:pt x="14894" y="55231"/>
                </a:lnTo>
                <a:lnTo>
                  <a:pt x="14894" y="55349"/>
                </a:lnTo>
                <a:cubicBezTo>
                  <a:pt x="14820" y="55422"/>
                  <a:pt x="14747" y="55481"/>
                  <a:pt x="14658" y="55555"/>
                </a:cubicBezTo>
                <a:lnTo>
                  <a:pt x="14658" y="55334"/>
                </a:lnTo>
                <a:cubicBezTo>
                  <a:pt x="14732" y="55260"/>
                  <a:pt x="14820" y="55201"/>
                  <a:pt x="14894" y="55128"/>
                </a:cubicBezTo>
                <a:close/>
                <a:moveTo>
                  <a:pt x="13378" y="55275"/>
                </a:moveTo>
                <a:lnTo>
                  <a:pt x="13378" y="55275"/>
                </a:lnTo>
                <a:cubicBezTo>
                  <a:pt x="13363" y="55334"/>
                  <a:pt x="13363" y="55393"/>
                  <a:pt x="13349" y="55437"/>
                </a:cubicBezTo>
                <a:lnTo>
                  <a:pt x="13128" y="55613"/>
                </a:lnTo>
                <a:cubicBezTo>
                  <a:pt x="13142" y="55555"/>
                  <a:pt x="13142" y="55496"/>
                  <a:pt x="13157" y="55437"/>
                </a:cubicBezTo>
                <a:lnTo>
                  <a:pt x="13187" y="55437"/>
                </a:lnTo>
                <a:cubicBezTo>
                  <a:pt x="13260" y="55393"/>
                  <a:pt x="13304" y="55334"/>
                  <a:pt x="13378" y="55275"/>
                </a:cubicBezTo>
                <a:close/>
                <a:moveTo>
                  <a:pt x="15173" y="55172"/>
                </a:moveTo>
                <a:cubicBezTo>
                  <a:pt x="15188" y="55260"/>
                  <a:pt x="15188" y="55334"/>
                  <a:pt x="15188" y="55422"/>
                </a:cubicBezTo>
                <a:cubicBezTo>
                  <a:pt x="15114" y="55481"/>
                  <a:pt x="15041" y="55555"/>
                  <a:pt x="14967" y="55613"/>
                </a:cubicBezTo>
                <a:cubicBezTo>
                  <a:pt x="14967" y="55540"/>
                  <a:pt x="14967" y="55466"/>
                  <a:pt x="14953" y="55378"/>
                </a:cubicBezTo>
                <a:cubicBezTo>
                  <a:pt x="15026" y="55304"/>
                  <a:pt x="15100" y="55246"/>
                  <a:pt x="15173" y="55172"/>
                </a:cubicBezTo>
                <a:close/>
                <a:moveTo>
                  <a:pt x="12701" y="55540"/>
                </a:moveTo>
                <a:cubicBezTo>
                  <a:pt x="12701" y="55555"/>
                  <a:pt x="12686" y="55569"/>
                  <a:pt x="12686" y="55599"/>
                </a:cubicBezTo>
                <a:cubicBezTo>
                  <a:pt x="12674" y="55611"/>
                  <a:pt x="12650" y="55624"/>
                  <a:pt x="12625" y="55637"/>
                </a:cubicBezTo>
                <a:lnTo>
                  <a:pt x="12625" y="55637"/>
                </a:lnTo>
                <a:cubicBezTo>
                  <a:pt x="12630" y="55631"/>
                  <a:pt x="12633" y="55622"/>
                  <a:pt x="12642" y="55613"/>
                </a:cubicBezTo>
                <a:cubicBezTo>
                  <a:pt x="12672" y="55599"/>
                  <a:pt x="12686" y="55569"/>
                  <a:pt x="12701" y="55540"/>
                </a:cubicBezTo>
                <a:close/>
                <a:moveTo>
                  <a:pt x="13658" y="55304"/>
                </a:moveTo>
                <a:cubicBezTo>
                  <a:pt x="13658" y="55349"/>
                  <a:pt x="13643" y="55422"/>
                  <a:pt x="13643" y="55481"/>
                </a:cubicBezTo>
                <a:lnTo>
                  <a:pt x="13422" y="55643"/>
                </a:lnTo>
                <a:lnTo>
                  <a:pt x="13407" y="55672"/>
                </a:lnTo>
                <a:cubicBezTo>
                  <a:pt x="13407" y="55613"/>
                  <a:pt x="13422" y="55540"/>
                  <a:pt x="13422" y="55481"/>
                </a:cubicBezTo>
                <a:cubicBezTo>
                  <a:pt x="13496" y="55422"/>
                  <a:pt x="13555" y="55393"/>
                  <a:pt x="13628" y="55334"/>
                </a:cubicBezTo>
                <a:lnTo>
                  <a:pt x="13658" y="55304"/>
                </a:lnTo>
                <a:close/>
                <a:moveTo>
                  <a:pt x="13967" y="55319"/>
                </a:moveTo>
                <a:lnTo>
                  <a:pt x="13967" y="55525"/>
                </a:lnTo>
                <a:cubicBezTo>
                  <a:pt x="13878" y="55569"/>
                  <a:pt x="13790" y="55628"/>
                  <a:pt x="13702" y="55702"/>
                </a:cubicBezTo>
                <a:cubicBezTo>
                  <a:pt x="13702" y="55643"/>
                  <a:pt x="13702" y="55569"/>
                  <a:pt x="13716" y="55525"/>
                </a:cubicBezTo>
                <a:lnTo>
                  <a:pt x="13746" y="55481"/>
                </a:lnTo>
                <a:lnTo>
                  <a:pt x="13967" y="55319"/>
                </a:lnTo>
                <a:close/>
                <a:moveTo>
                  <a:pt x="14290" y="55334"/>
                </a:moveTo>
                <a:lnTo>
                  <a:pt x="14290" y="55540"/>
                </a:lnTo>
                <a:cubicBezTo>
                  <a:pt x="14187" y="55613"/>
                  <a:pt x="14114" y="55672"/>
                  <a:pt x="14025" y="55746"/>
                </a:cubicBezTo>
                <a:lnTo>
                  <a:pt x="14025" y="55540"/>
                </a:lnTo>
                <a:cubicBezTo>
                  <a:pt x="14114" y="55466"/>
                  <a:pt x="14187" y="55407"/>
                  <a:pt x="14290" y="55334"/>
                </a:cubicBezTo>
                <a:close/>
                <a:moveTo>
                  <a:pt x="12892" y="55525"/>
                </a:moveTo>
                <a:lnTo>
                  <a:pt x="12892" y="55525"/>
                </a:lnTo>
                <a:cubicBezTo>
                  <a:pt x="12863" y="55555"/>
                  <a:pt x="12848" y="55599"/>
                  <a:pt x="12833" y="55643"/>
                </a:cubicBezTo>
                <a:cubicBezTo>
                  <a:pt x="12775" y="55687"/>
                  <a:pt x="12716" y="55716"/>
                  <a:pt x="12686" y="55775"/>
                </a:cubicBezTo>
                <a:cubicBezTo>
                  <a:pt x="12701" y="55746"/>
                  <a:pt x="12716" y="55702"/>
                  <a:pt x="12745" y="55643"/>
                </a:cubicBezTo>
                <a:cubicBezTo>
                  <a:pt x="12789" y="55599"/>
                  <a:pt x="12833" y="55555"/>
                  <a:pt x="12892" y="55525"/>
                </a:cubicBezTo>
                <a:close/>
                <a:moveTo>
                  <a:pt x="14599" y="55378"/>
                </a:moveTo>
                <a:lnTo>
                  <a:pt x="14599" y="55599"/>
                </a:lnTo>
                <a:cubicBezTo>
                  <a:pt x="14526" y="55672"/>
                  <a:pt x="14423" y="55716"/>
                  <a:pt x="14364" y="55790"/>
                </a:cubicBezTo>
                <a:lnTo>
                  <a:pt x="14364" y="55569"/>
                </a:lnTo>
                <a:cubicBezTo>
                  <a:pt x="14452" y="55496"/>
                  <a:pt x="14526" y="55452"/>
                  <a:pt x="14599" y="55378"/>
                </a:cubicBezTo>
                <a:close/>
                <a:moveTo>
                  <a:pt x="13084" y="55525"/>
                </a:moveTo>
                <a:lnTo>
                  <a:pt x="13084" y="55525"/>
                </a:lnTo>
                <a:cubicBezTo>
                  <a:pt x="13069" y="55569"/>
                  <a:pt x="13069" y="55628"/>
                  <a:pt x="13054" y="55687"/>
                </a:cubicBezTo>
                <a:cubicBezTo>
                  <a:pt x="13039" y="55702"/>
                  <a:pt x="13010" y="55716"/>
                  <a:pt x="12995" y="55716"/>
                </a:cubicBezTo>
                <a:cubicBezTo>
                  <a:pt x="12936" y="55761"/>
                  <a:pt x="12907" y="55790"/>
                  <a:pt x="12848" y="55834"/>
                </a:cubicBezTo>
                <a:cubicBezTo>
                  <a:pt x="12863" y="55775"/>
                  <a:pt x="12892" y="55716"/>
                  <a:pt x="12907" y="55687"/>
                </a:cubicBezTo>
                <a:cubicBezTo>
                  <a:pt x="12966" y="55628"/>
                  <a:pt x="13010" y="55569"/>
                  <a:pt x="13084" y="55525"/>
                </a:cubicBezTo>
                <a:close/>
                <a:moveTo>
                  <a:pt x="14894" y="55452"/>
                </a:moveTo>
                <a:cubicBezTo>
                  <a:pt x="14894" y="55525"/>
                  <a:pt x="14908" y="55599"/>
                  <a:pt x="14908" y="55672"/>
                </a:cubicBezTo>
                <a:cubicBezTo>
                  <a:pt x="14835" y="55716"/>
                  <a:pt x="14761" y="55790"/>
                  <a:pt x="14673" y="55849"/>
                </a:cubicBezTo>
                <a:cubicBezTo>
                  <a:pt x="14673" y="55790"/>
                  <a:pt x="14673" y="55716"/>
                  <a:pt x="14658" y="55672"/>
                </a:cubicBezTo>
                <a:lnTo>
                  <a:pt x="14658" y="55628"/>
                </a:lnTo>
                <a:cubicBezTo>
                  <a:pt x="14732" y="55569"/>
                  <a:pt x="14805" y="55496"/>
                  <a:pt x="14894" y="55452"/>
                </a:cubicBezTo>
                <a:close/>
                <a:moveTo>
                  <a:pt x="13349" y="55555"/>
                </a:moveTo>
                <a:cubicBezTo>
                  <a:pt x="13349" y="55613"/>
                  <a:pt x="13334" y="55672"/>
                  <a:pt x="13334" y="55716"/>
                </a:cubicBezTo>
                <a:cubicBezTo>
                  <a:pt x="13231" y="55775"/>
                  <a:pt x="13157" y="55834"/>
                  <a:pt x="13069" y="55893"/>
                </a:cubicBezTo>
                <a:cubicBezTo>
                  <a:pt x="13084" y="55834"/>
                  <a:pt x="13084" y="55775"/>
                  <a:pt x="13113" y="55716"/>
                </a:cubicBezTo>
                <a:cubicBezTo>
                  <a:pt x="13187" y="55672"/>
                  <a:pt x="13260" y="55613"/>
                  <a:pt x="13349" y="55555"/>
                </a:cubicBezTo>
                <a:close/>
                <a:moveTo>
                  <a:pt x="12613" y="55761"/>
                </a:moveTo>
                <a:cubicBezTo>
                  <a:pt x="12598" y="55790"/>
                  <a:pt x="12569" y="55820"/>
                  <a:pt x="12569" y="55849"/>
                </a:cubicBezTo>
                <a:cubicBezTo>
                  <a:pt x="12539" y="55893"/>
                  <a:pt x="12495" y="55923"/>
                  <a:pt x="12466" y="55937"/>
                </a:cubicBezTo>
                <a:cubicBezTo>
                  <a:pt x="12466" y="55923"/>
                  <a:pt x="12480" y="55908"/>
                  <a:pt x="12495" y="55864"/>
                </a:cubicBezTo>
                <a:lnTo>
                  <a:pt x="12613" y="55761"/>
                </a:lnTo>
                <a:close/>
                <a:moveTo>
                  <a:pt x="13643" y="55569"/>
                </a:moveTo>
                <a:lnTo>
                  <a:pt x="13643" y="55761"/>
                </a:lnTo>
                <a:cubicBezTo>
                  <a:pt x="13628" y="55775"/>
                  <a:pt x="13599" y="55775"/>
                  <a:pt x="13584" y="55790"/>
                </a:cubicBezTo>
                <a:cubicBezTo>
                  <a:pt x="13510" y="55849"/>
                  <a:pt x="13452" y="55893"/>
                  <a:pt x="13378" y="55937"/>
                </a:cubicBezTo>
                <a:cubicBezTo>
                  <a:pt x="13363" y="55893"/>
                  <a:pt x="13378" y="55820"/>
                  <a:pt x="13378" y="55761"/>
                </a:cubicBezTo>
                <a:cubicBezTo>
                  <a:pt x="13407" y="55746"/>
                  <a:pt x="13437" y="55716"/>
                  <a:pt x="13452" y="55702"/>
                </a:cubicBezTo>
                <a:cubicBezTo>
                  <a:pt x="13510" y="55672"/>
                  <a:pt x="13584" y="55613"/>
                  <a:pt x="13643" y="55569"/>
                </a:cubicBezTo>
                <a:close/>
                <a:moveTo>
                  <a:pt x="13952" y="55599"/>
                </a:moveTo>
                <a:lnTo>
                  <a:pt x="13952" y="55790"/>
                </a:lnTo>
                <a:cubicBezTo>
                  <a:pt x="13864" y="55849"/>
                  <a:pt x="13790" y="55923"/>
                  <a:pt x="13702" y="55981"/>
                </a:cubicBezTo>
                <a:lnTo>
                  <a:pt x="13702" y="55790"/>
                </a:lnTo>
                <a:cubicBezTo>
                  <a:pt x="13790" y="55716"/>
                  <a:pt x="13878" y="55672"/>
                  <a:pt x="13952" y="55599"/>
                </a:cubicBezTo>
                <a:close/>
                <a:moveTo>
                  <a:pt x="14290" y="55613"/>
                </a:moveTo>
                <a:lnTo>
                  <a:pt x="14290" y="55834"/>
                </a:lnTo>
                <a:cubicBezTo>
                  <a:pt x="14187" y="55893"/>
                  <a:pt x="14114" y="55967"/>
                  <a:pt x="14025" y="56011"/>
                </a:cubicBezTo>
                <a:lnTo>
                  <a:pt x="14025" y="55805"/>
                </a:lnTo>
                <a:cubicBezTo>
                  <a:pt x="14114" y="55746"/>
                  <a:pt x="14187" y="55687"/>
                  <a:pt x="14290" y="55613"/>
                </a:cubicBezTo>
                <a:close/>
                <a:moveTo>
                  <a:pt x="12789" y="55746"/>
                </a:moveTo>
                <a:cubicBezTo>
                  <a:pt x="12789" y="55761"/>
                  <a:pt x="12775" y="55790"/>
                  <a:pt x="12775" y="55805"/>
                </a:cubicBezTo>
                <a:cubicBezTo>
                  <a:pt x="12775" y="55834"/>
                  <a:pt x="12760" y="55864"/>
                  <a:pt x="12760" y="55878"/>
                </a:cubicBezTo>
                <a:cubicBezTo>
                  <a:pt x="12686" y="55937"/>
                  <a:pt x="12627" y="55996"/>
                  <a:pt x="12569" y="56040"/>
                </a:cubicBezTo>
                <a:cubicBezTo>
                  <a:pt x="12583" y="55981"/>
                  <a:pt x="12613" y="55937"/>
                  <a:pt x="12627" y="55893"/>
                </a:cubicBezTo>
                <a:cubicBezTo>
                  <a:pt x="12686" y="55834"/>
                  <a:pt x="12730" y="55790"/>
                  <a:pt x="12789" y="55746"/>
                </a:cubicBezTo>
                <a:close/>
                <a:moveTo>
                  <a:pt x="13010" y="55761"/>
                </a:moveTo>
                <a:cubicBezTo>
                  <a:pt x="12995" y="55820"/>
                  <a:pt x="12995" y="55864"/>
                  <a:pt x="12981" y="55923"/>
                </a:cubicBezTo>
                <a:cubicBezTo>
                  <a:pt x="12936" y="55981"/>
                  <a:pt x="12892" y="56011"/>
                  <a:pt x="12833" y="56055"/>
                </a:cubicBezTo>
                <a:cubicBezTo>
                  <a:pt x="12819" y="56070"/>
                  <a:pt x="12789" y="56084"/>
                  <a:pt x="12760" y="56084"/>
                </a:cubicBezTo>
                <a:cubicBezTo>
                  <a:pt x="12775" y="56040"/>
                  <a:pt x="12775" y="55981"/>
                  <a:pt x="12789" y="55923"/>
                </a:cubicBezTo>
                <a:lnTo>
                  <a:pt x="13010" y="55761"/>
                </a:lnTo>
                <a:close/>
                <a:moveTo>
                  <a:pt x="14599" y="55687"/>
                </a:moveTo>
                <a:cubicBezTo>
                  <a:pt x="14599" y="55761"/>
                  <a:pt x="14614" y="55834"/>
                  <a:pt x="14614" y="55908"/>
                </a:cubicBezTo>
                <a:cubicBezTo>
                  <a:pt x="14541" y="55967"/>
                  <a:pt x="14452" y="56040"/>
                  <a:pt x="14379" y="56084"/>
                </a:cubicBezTo>
                <a:cubicBezTo>
                  <a:pt x="14379" y="56011"/>
                  <a:pt x="14364" y="55937"/>
                  <a:pt x="14364" y="55864"/>
                </a:cubicBezTo>
                <a:cubicBezTo>
                  <a:pt x="14438" y="55820"/>
                  <a:pt x="14526" y="55746"/>
                  <a:pt x="14599" y="55687"/>
                </a:cubicBezTo>
                <a:close/>
                <a:moveTo>
                  <a:pt x="12348" y="56011"/>
                </a:moveTo>
                <a:cubicBezTo>
                  <a:pt x="12348" y="56040"/>
                  <a:pt x="12333" y="56055"/>
                  <a:pt x="12333" y="56070"/>
                </a:cubicBezTo>
                <a:cubicBezTo>
                  <a:pt x="12318" y="56084"/>
                  <a:pt x="12304" y="56114"/>
                  <a:pt x="12259" y="56129"/>
                </a:cubicBezTo>
                <a:cubicBezTo>
                  <a:pt x="12259" y="56129"/>
                  <a:pt x="12259" y="56114"/>
                  <a:pt x="12274" y="56084"/>
                </a:cubicBezTo>
                <a:cubicBezTo>
                  <a:pt x="12304" y="56070"/>
                  <a:pt x="12318" y="56040"/>
                  <a:pt x="12348" y="56011"/>
                </a:cubicBezTo>
                <a:close/>
                <a:moveTo>
                  <a:pt x="13304" y="55790"/>
                </a:moveTo>
                <a:cubicBezTo>
                  <a:pt x="13304" y="55849"/>
                  <a:pt x="13304" y="55908"/>
                  <a:pt x="13290" y="55981"/>
                </a:cubicBezTo>
                <a:cubicBezTo>
                  <a:pt x="13275" y="55981"/>
                  <a:pt x="13275" y="55996"/>
                  <a:pt x="13260" y="55996"/>
                </a:cubicBezTo>
                <a:cubicBezTo>
                  <a:pt x="13187" y="56055"/>
                  <a:pt x="13113" y="56084"/>
                  <a:pt x="13039" y="56143"/>
                </a:cubicBezTo>
                <a:cubicBezTo>
                  <a:pt x="13054" y="56114"/>
                  <a:pt x="13054" y="56040"/>
                  <a:pt x="13054" y="55981"/>
                </a:cubicBezTo>
                <a:cubicBezTo>
                  <a:pt x="13142" y="55923"/>
                  <a:pt x="13216" y="55864"/>
                  <a:pt x="13304" y="55790"/>
                </a:cubicBezTo>
                <a:close/>
                <a:moveTo>
                  <a:pt x="13643" y="55834"/>
                </a:moveTo>
                <a:lnTo>
                  <a:pt x="13643" y="56011"/>
                </a:lnTo>
                <a:cubicBezTo>
                  <a:pt x="13569" y="56070"/>
                  <a:pt x="13510" y="56114"/>
                  <a:pt x="13437" y="56158"/>
                </a:cubicBezTo>
                <a:cubicBezTo>
                  <a:pt x="13422" y="56187"/>
                  <a:pt x="13378" y="56202"/>
                  <a:pt x="13363" y="56217"/>
                </a:cubicBezTo>
                <a:lnTo>
                  <a:pt x="13363" y="56040"/>
                </a:lnTo>
                <a:cubicBezTo>
                  <a:pt x="13452" y="55981"/>
                  <a:pt x="13525" y="55923"/>
                  <a:pt x="13628" y="55849"/>
                </a:cubicBezTo>
                <a:cubicBezTo>
                  <a:pt x="13628" y="55849"/>
                  <a:pt x="13643" y="55849"/>
                  <a:pt x="13643" y="55834"/>
                </a:cubicBezTo>
                <a:close/>
                <a:moveTo>
                  <a:pt x="12524" y="55996"/>
                </a:moveTo>
                <a:cubicBezTo>
                  <a:pt x="12495" y="56040"/>
                  <a:pt x="12480" y="56070"/>
                  <a:pt x="12480" y="56129"/>
                </a:cubicBezTo>
                <a:cubicBezTo>
                  <a:pt x="12421" y="56158"/>
                  <a:pt x="12377" y="56202"/>
                  <a:pt x="12333" y="56261"/>
                </a:cubicBezTo>
                <a:cubicBezTo>
                  <a:pt x="12348" y="56217"/>
                  <a:pt x="12377" y="56187"/>
                  <a:pt x="12392" y="56129"/>
                </a:cubicBezTo>
                <a:cubicBezTo>
                  <a:pt x="12421" y="56070"/>
                  <a:pt x="12466" y="56040"/>
                  <a:pt x="12524" y="55996"/>
                </a:cubicBezTo>
                <a:close/>
                <a:moveTo>
                  <a:pt x="13952" y="55864"/>
                </a:moveTo>
                <a:cubicBezTo>
                  <a:pt x="13967" y="55937"/>
                  <a:pt x="13967" y="55996"/>
                  <a:pt x="13967" y="56070"/>
                </a:cubicBezTo>
                <a:cubicBezTo>
                  <a:pt x="13878" y="56129"/>
                  <a:pt x="13790" y="56202"/>
                  <a:pt x="13716" y="56261"/>
                </a:cubicBezTo>
                <a:cubicBezTo>
                  <a:pt x="13716" y="56187"/>
                  <a:pt x="13716" y="56129"/>
                  <a:pt x="13702" y="56055"/>
                </a:cubicBezTo>
                <a:cubicBezTo>
                  <a:pt x="13790" y="55996"/>
                  <a:pt x="13878" y="55923"/>
                  <a:pt x="13952" y="55864"/>
                </a:cubicBezTo>
                <a:close/>
                <a:moveTo>
                  <a:pt x="12716" y="56011"/>
                </a:moveTo>
                <a:lnTo>
                  <a:pt x="12716" y="56011"/>
                </a:lnTo>
                <a:cubicBezTo>
                  <a:pt x="12701" y="56070"/>
                  <a:pt x="12701" y="56129"/>
                  <a:pt x="12686" y="56158"/>
                </a:cubicBezTo>
                <a:cubicBezTo>
                  <a:pt x="12613" y="56217"/>
                  <a:pt x="12539" y="56261"/>
                  <a:pt x="12480" y="56305"/>
                </a:cubicBezTo>
                <a:cubicBezTo>
                  <a:pt x="12480" y="56290"/>
                  <a:pt x="12495" y="56261"/>
                  <a:pt x="12495" y="56232"/>
                </a:cubicBezTo>
                <a:cubicBezTo>
                  <a:pt x="12495" y="56217"/>
                  <a:pt x="12524" y="56187"/>
                  <a:pt x="12539" y="56158"/>
                </a:cubicBezTo>
                <a:cubicBezTo>
                  <a:pt x="12598" y="56114"/>
                  <a:pt x="12672" y="56055"/>
                  <a:pt x="12716" y="56011"/>
                </a:cubicBezTo>
                <a:close/>
                <a:moveTo>
                  <a:pt x="14290" y="55923"/>
                </a:moveTo>
                <a:cubicBezTo>
                  <a:pt x="14305" y="55981"/>
                  <a:pt x="14305" y="56055"/>
                  <a:pt x="14305" y="56129"/>
                </a:cubicBezTo>
                <a:cubicBezTo>
                  <a:pt x="14217" y="56187"/>
                  <a:pt x="14143" y="56261"/>
                  <a:pt x="14040" y="56305"/>
                </a:cubicBezTo>
                <a:cubicBezTo>
                  <a:pt x="14040" y="56232"/>
                  <a:pt x="14025" y="56158"/>
                  <a:pt x="14025" y="56114"/>
                </a:cubicBezTo>
                <a:cubicBezTo>
                  <a:pt x="14114" y="56055"/>
                  <a:pt x="14187" y="55981"/>
                  <a:pt x="14290" y="55923"/>
                </a:cubicBezTo>
                <a:close/>
                <a:moveTo>
                  <a:pt x="12995" y="56040"/>
                </a:moveTo>
                <a:cubicBezTo>
                  <a:pt x="12995" y="56084"/>
                  <a:pt x="12981" y="56143"/>
                  <a:pt x="12981" y="56202"/>
                </a:cubicBezTo>
                <a:cubicBezTo>
                  <a:pt x="12892" y="56261"/>
                  <a:pt x="12789" y="56305"/>
                  <a:pt x="12716" y="56364"/>
                </a:cubicBezTo>
                <a:cubicBezTo>
                  <a:pt x="12716" y="56305"/>
                  <a:pt x="12745" y="56261"/>
                  <a:pt x="12760" y="56202"/>
                </a:cubicBezTo>
                <a:cubicBezTo>
                  <a:pt x="12789" y="56158"/>
                  <a:pt x="12833" y="56143"/>
                  <a:pt x="12892" y="56114"/>
                </a:cubicBezTo>
                <a:cubicBezTo>
                  <a:pt x="12922" y="56084"/>
                  <a:pt x="12966" y="56055"/>
                  <a:pt x="12995" y="56040"/>
                </a:cubicBezTo>
                <a:close/>
                <a:moveTo>
                  <a:pt x="12245" y="56232"/>
                </a:moveTo>
                <a:lnTo>
                  <a:pt x="12245" y="56232"/>
                </a:lnTo>
                <a:cubicBezTo>
                  <a:pt x="12230" y="56276"/>
                  <a:pt x="12230" y="56290"/>
                  <a:pt x="12201" y="56335"/>
                </a:cubicBezTo>
                <a:cubicBezTo>
                  <a:pt x="12171" y="56364"/>
                  <a:pt x="12127" y="56408"/>
                  <a:pt x="12083" y="56423"/>
                </a:cubicBezTo>
                <a:cubicBezTo>
                  <a:pt x="12098" y="56379"/>
                  <a:pt x="12112" y="56364"/>
                  <a:pt x="12127" y="56335"/>
                </a:cubicBezTo>
                <a:cubicBezTo>
                  <a:pt x="12171" y="56290"/>
                  <a:pt x="12201" y="56261"/>
                  <a:pt x="12245" y="56232"/>
                </a:cubicBezTo>
                <a:close/>
                <a:moveTo>
                  <a:pt x="13275" y="56055"/>
                </a:moveTo>
                <a:lnTo>
                  <a:pt x="13275" y="56232"/>
                </a:lnTo>
                <a:cubicBezTo>
                  <a:pt x="13231" y="56290"/>
                  <a:pt x="13187" y="56335"/>
                  <a:pt x="13113" y="56364"/>
                </a:cubicBezTo>
                <a:cubicBezTo>
                  <a:pt x="13069" y="56379"/>
                  <a:pt x="13054" y="56408"/>
                  <a:pt x="13010" y="56423"/>
                </a:cubicBezTo>
                <a:lnTo>
                  <a:pt x="13010" y="56232"/>
                </a:lnTo>
                <a:cubicBezTo>
                  <a:pt x="13113" y="56187"/>
                  <a:pt x="13201" y="56129"/>
                  <a:pt x="13275" y="56055"/>
                </a:cubicBezTo>
                <a:close/>
                <a:moveTo>
                  <a:pt x="13628" y="56129"/>
                </a:moveTo>
                <a:cubicBezTo>
                  <a:pt x="13643" y="56158"/>
                  <a:pt x="13643" y="56232"/>
                  <a:pt x="13643" y="56305"/>
                </a:cubicBezTo>
                <a:cubicBezTo>
                  <a:pt x="13555" y="56364"/>
                  <a:pt x="13452" y="56438"/>
                  <a:pt x="13363" y="56496"/>
                </a:cubicBezTo>
                <a:lnTo>
                  <a:pt x="13363" y="56305"/>
                </a:lnTo>
                <a:cubicBezTo>
                  <a:pt x="13407" y="56290"/>
                  <a:pt x="13437" y="56261"/>
                  <a:pt x="13481" y="56232"/>
                </a:cubicBezTo>
                <a:cubicBezTo>
                  <a:pt x="13525" y="56202"/>
                  <a:pt x="13569" y="56158"/>
                  <a:pt x="13628" y="56129"/>
                </a:cubicBezTo>
                <a:close/>
                <a:moveTo>
                  <a:pt x="12421" y="56232"/>
                </a:moveTo>
                <a:lnTo>
                  <a:pt x="12421" y="56232"/>
                </a:lnTo>
                <a:cubicBezTo>
                  <a:pt x="12407" y="56290"/>
                  <a:pt x="12392" y="56335"/>
                  <a:pt x="12392" y="56379"/>
                </a:cubicBezTo>
                <a:cubicBezTo>
                  <a:pt x="12333" y="56423"/>
                  <a:pt x="12259" y="56452"/>
                  <a:pt x="12201" y="56511"/>
                </a:cubicBezTo>
                <a:cubicBezTo>
                  <a:pt x="12215" y="56452"/>
                  <a:pt x="12245" y="56423"/>
                  <a:pt x="12259" y="56364"/>
                </a:cubicBezTo>
                <a:cubicBezTo>
                  <a:pt x="12318" y="56335"/>
                  <a:pt x="12362" y="56276"/>
                  <a:pt x="12421" y="56232"/>
                </a:cubicBezTo>
                <a:close/>
                <a:moveTo>
                  <a:pt x="13967" y="56143"/>
                </a:moveTo>
                <a:cubicBezTo>
                  <a:pt x="13967" y="56217"/>
                  <a:pt x="13996" y="56290"/>
                  <a:pt x="13996" y="56349"/>
                </a:cubicBezTo>
                <a:cubicBezTo>
                  <a:pt x="13893" y="56408"/>
                  <a:pt x="13805" y="56482"/>
                  <a:pt x="13731" y="56526"/>
                </a:cubicBezTo>
                <a:cubicBezTo>
                  <a:pt x="13731" y="56452"/>
                  <a:pt x="13716" y="56408"/>
                  <a:pt x="13716" y="56335"/>
                </a:cubicBezTo>
                <a:cubicBezTo>
                  <a:pt x="13805" y="56276"/>
                  <a:pt x="13893" y="56202"/>
                  <a:pt x="13967" y="56143"/>
                </a:cubicBezTo>
                <a:close/>
                <a:moveTo>
                  <a:pt x="13984" y="56448"/>
                </a:moveTo>
                <a:lnTo>
                  <a:pt x="13984" y="56448"/>
                </a:lnTo>
                <a:cubicBezTo>
                  <a:pt x="13947" y="56480"/>
                  <a:pt x="13907" y="56506"/>
                  <a:pt x="13864" y="56532"/>
                </a:cubicBezTo>
                <a:lnTo>
                  <a:pt x="13864" y="56532"/>
                </a:lnTo>
                <a:cubicBezTo>
                  <a:pt x="13864" y="56530"/>
                  <a:pt x="13864" y="56528"/>
                  <a:pt x="13864" y="56526"/>
                </a:cubicBezTo>
                <a:cubicBezTo>
                  <a:pt x="13906" y="56498"/>
                  <a:pt x="13945" y="56473"/>
                  <a:pt x="13984" y="56448"/>
                </a:cubicBezTo>
                <a:close/>
                <a:moveTo>
                  <a:pt x="12672" y="56261"/>
                </a:moveTo>
                <a:cubicBezTo>
                  <a:pt x="12672" y="56305"/>
                  <a:pt x="12642" y="56364"/>
                  <a:pt x="12642" y="56423"/>
                </a:cubicBezTo>
                <a:cubicBezTo>
                  <a:pt x="12569" y="56482"/>
                  <a:pt x="12495" y="56526"/>
                  <a:pt x="12407" y="56570"/>
                </a:cubicBezTo>
                <a:cubicBezTo>
                  <a:pt x="12421" y="56511"/>
                  <a:pt x="12421" y="56452"/>
                  <a:pt x="12451" y="56408"/>
                </a:cubicBezTo>
                <a:cubicBezTo>
                  <a:pt x="12524" y="56349"/>
                  <a:pt x="12598" y="56290"/>
                  <a:pt x="12672" y="56261"/>
                </a:cubicBezTo>
                <a:close/>
                <a:moveTo>
                  <a:pt x="11980" y="56482"/>
                </a:moveTo>
                <a:lnTo>
                  <a:pt x="11980" y="56482"/>
                </a:lnTo>
                <a:cubicBezTo>
                  <a:pt x="11965" y="56496"/>
                  <a:pt x="11965" y="56511"/>
                  <a:pt x="11965" y="56526"/>
                </a:cubicBezTo>
                <a:cubicBezTo>
                  <a:pt x="11950" y="56555"/>
                  <a:pt x="11906" y="56570"/>
                  <a:pt x="11892" y="56585"/>
                </a:cubicBezTo>
                <a:cubicBezTo>
                  <a:pt x="11892" y="56585"/>
                  <a:pt x="11906" y="56570"/>
                  <a:pt x="11906" y="56555"/>
                </a:cubicBezTo>
                <a:cubicBezTo>
                  <a:pt x="11936" y="56526"/>
                  <a:pt x="11950" y="56496"/>
                  <a:pt x="11980" y="56482"/>
                </a:cubicBezTo>
                <a:close/>
                <a:moveTo>
                  <a:pt x="12966" y="56290"/>
                </a:moveTo>
                <a:lnTo>
                  <a:pt x="12966" y="56482"/>
                </a:lnTo>
                <a:cubicBezTo>
                  <a:pt x="12863" y="56526"/>
                  <a:pt x="12775" y="56585"/>
                  <a:pt x="12701" y="56644"/>
                </a:cubicBezTo>
                <a:lnTo>
                  <a:pt x="12701" y="56452"/>
                </a:lnTo>
                <a:cubicBezTo>
                  <a:pt x="12789" y="56408"/>
                  <a:pt x="12863" y="56349"/>
                  <a:pt x="12966" y="56290"/>
                </a:cubicBezTo>
                <a:close/>
                <a:moveTo>
                  <a:pt x="12156" y="56452"/>
                </a:moveTo>
                <a:cubicBezTo>
                  <a:pt x="12127" y="56496"/>
                  <a:pt x="12112" y="56526"/>
                  <a:pt x="12112" y="56585"/>
                </a:cubicBezTo>
                <a:cubicBezTo>
                  <a:pt x="12053" y="56629"/>
                  <a:pt x="12009" y="56658"/>
                  <a:pt x="11965" y="56702"/>
                </a:cubicBezTo>
                <a:cubicBezTo>
                  <a:pt x="11980" y="56658"/>
                  <a:pt x="12009" y="56629"/>
                  <a:pt x="12024" y="56570"/>
                </a:cubicBezTo>
                <a:cubicBezTo>
                  <a:pt x="12053" y="56526"/>
                  <a:pt x="12112" y="56496"/>
                  <a:pt x="12156" y="56452"/>
                </a:cubicBezTo>
                <a:close/>
                <a:moveTo>
                  <a:pt x="13304" y="56349"/>
                </a:moveTo>
                <a:lnTo>
                  <a:pt x="13304" y="56349"/>
                </a:lnTo>
                <a:cubicBezTo>
                  <a:pt x="13290" y="56408"/>
                  <a:pt x="13290" y="56452"/>
                  <a:pt x="13304" y="56526"/>
                </a:cubicBezTo>
                <a:lnTo>
                  <a:pt x="13039" y="56702"/>
                </a:lnTo>
                <a:lnTo>
                  <a:pt x="13039" y="56511"/>
                </a:lnTo>
                <a:cubicBezTo>
                  <a:pt x="13069" y="56496"/>
                  <a:pt x="13128" y="56452"/>
                  <a:pt x="13157" y="56438"/>
                </a:cubicBezTo>
                <a:cubicBezTo>
                  <a:pt x="13216" y="56408"/>
                  <a:pt x="13260" y="56379"/>
                  <a:pt x="13304" y="56349"/>
                </a:cubicBezTo>
                <a:close/>
                <a:moveTo>
                  <a:pt x="13643" y="56364"/>
                </a:moveTo>
                <a:cubicBezTo>
                  <a:pt x="13658" y="56438"/>
                  <a:pt x="13658" y="56511"/>
                  <a:pt x="13658" y="56570"/>
                </a:cubicBezTo>
                <a:cubicBezTo>
                  <a:pt x="13569" y="56629"/>
                  <a:pt x="13481" y="56673"/>
                  <a:pt x="13378" y="56747"/>
                </a:cubicBezTo>
                <a:cubicBezTo>
                  <a:pt x="13378" y="56673"/>
                  <a:pt x="13363" y="56629"/>
                  <a:pt x="13363" y="56541"/>
                </a:cubicBezTo>
                <a:cubicBezTo>
                  <a:pt x="13452" y="56496"/>
                  <a:pt x="13555" y="56438"/>
                  <a:pt x="13643" y="56364"/>
                </a:cubicBezTo>
                <a:close/>
                <a:moveTo>
                  <a:pt x="12348" y="56482"/>
                </a:moveTo>
                <a:lnTo>
                  <a:pt x="12348" y="56482"/>
                </a:lnTo>
                <a:cubicBezTo>
                  <a:pt x="12333" y="56526"/>
                  <a:pt x="12333" y="56585"/>
                  <a:pt x="12318" y="56629"/>
                </a:cubicBezTo>
                <a:cubicBezTo>
                  <a:pt x="12259" y="56673"/>
                  <a:pt x="12186" y="56717"/>
                  <a:pt x="12112" y="56776"/>
                </a:cubicBezTo>
                <a:cubicBezTo>
                  <a:pt x="12127" y="56717"/>
                  <a:pt x="12156" y="56673"/>
                  <a:pt x="12156" y="56629"/>
                </a:cubicBezTo>
                <a:cubicBezTo>
                  <a:pt x="12230" y="56570"/>
                  <a:pt x="12274" y="56526"/>
                  <a:pt x="12348" y="56482"/>
                </a:cubicBezTo>
                <a:close/>
                <a:moveTo>
                  <a:pt x="12627" y="56496"/>
                </a:moveTo>
                <a:cubicBezTo>
                  <a:pt x="12627" y="56555"/>
                  <a:pt x="12613" y="56599"/>
                  <a:pt x="12613" y="56658"/>
                </a:cubicBezTo>
                <a:lnTo>
                  <a:pt x="12495" y="56717"/>
                </a:lnTo>
                <a:cubicBezTo>
                  <a:pt x="12451" y="56747"/>
                  <a:pt x="12407" y="56776"/>
                  <a:pt x="12348" y="56806"/>
                </a:cubicBezTo>
                <a:cubicBezTo>
                  <a:pt x="12377" y="56776"/>
                  <a:pt x="12392" y="56717"/>
                  <a:pt x="12392" y="56658"/>
                </a:cubicBezTo>
                <a:cubicBezTo>
                  <a:pt x="12466" y="56599"/>
                  <a:pt x="12554" y="56541"/>
                  <a:pt x="12627" y="56496"/>
                </a:cubicBezTo>
                <a:close/>
                <a:moveTo>
                  <a:pt x="11877" y="56673"/>
                </a:moveTo>
                <a:lnTo>
                  <a:pt x="11877" y="56673"/>
                </a:lnTo>
                <a:cubicBezTo>
                  <a:pt x="11862" y="56717"/>
                  <a:pt x="11833" y="56747"/>
                  <a:pt x="11833" y="56776"/>
                </a:cubicBezTo>
                <a:cubicBezTo>
                  <a:pt x="11803" y="56806"/>
                  <a:pt x="11759" y="56850"/>
                  <a:pt x="11715" y="56864"/>
                </a:cubicBezTo>
                <a:cubicBezTo>
                  <a:pt x="11744" y="56850"/>
                  <a:pt x="11759" y="56806"/>
                  <a:pt x="11759" y="56791"/>
                </a:cubicBezTo>
                <a:lnTo>
                  <a:pt x="11877" y="56673"/>
                </a:lnTo>
                <a:close/>
                <a:moveTo>
                  <a:pt x="12966" y="56555"/>
                </a:moveTo>
                <a:lnTo>
                  <a:pt x="12966" y="56732"/>
                </a:lnTo>
                <a:lnTo>
                  <a:pt x="12686" y="56894"/>
                </a:lnTo>
                <a:lnTo>
                  <a:pt x="12686" y="56717"/>
                </a:lnTo>
                <a:lnTo>
                  <a:pt x="12966" y="56555"/>
                </a:lnTo>
                <a:close/>
                <a:moveTo>
                  <a:pt x="13323" y="56878"/>
                </a:moveTo>
                <a:lnTo>
                  <a:pt x="13265" y="56913"/>
                </a:lnTo>
                <a:lnTo>
                  <a:pt x="13265" y="56913"/>
                </a:lnTo>
                <a:cubicBezTo>
                  <a:pt x="13284" y="56900"/>
                  <a:pt x="13301" y="56888"/>
                  <a:pt x="13323" y="56878"/>
                </a:cubicBezTo>
                <a:close/>
                <a:moveTo>
                  <a:pt x="13675" y="56670"/>
                </a:moveTo>
                <a:cubicBezTo>
                  <a:pt x="13633" y="56695"/>
                  <a:pt x="13588" y="56719"/>
                  <a:pt x="13540" y="56747"/>
                </a:cubicBezTo>
                <a:cubicBezTo>
                  <a:pt x="13540" y="56806"/>
                  <a:pt x="13540" y="56864"/>
                  <a:pt x="13569" y="56909"/>
                </a:cubicBezTo>
                <a:cubicBezTo>
                  <a:pt x="13570" y="56914"/>
                  <a:pt x="13571" y="56919"/>
                  <a:pt x="13572" y="56925"/>
                </a:cubicBezTo>
                <a:lnTo>
                  <a:pt x="13572" y="56925"/>
                </a:lnTo>
                <a:lnTo>
                  <a:pt x="13702" y="56850"/>
                </a:lnTo>
                <a:cubicBezTo>
                  <a:pt x="13702" y="56802"/>
                  <a:pt x="13682" y="56745"/>
                  <a:pt x="13675" y="56670"/>
                </a:cubicBezTo>
                <a:close/>
                <a:moveTo>
                  <a:pt x="12098" y="56702"/>
                </a:moveTo>
                <a:cubicBezTo>
                  <a:pt x="12083" y="56747"/>
                  <a:pt x="12083" y="56791"/>
                  <a:pt x="12053" y="56850"/>
                </a:cubicBezTo>
                <a:cubicBezTo>
                  <a:pt x="11965" y="56864"/>
                  <a:pt x="11906" y="56923"/>
                  <a:pt x="11862" y="56953"/>
                </a:cubicBezTo>
                <a:cubicBezTo>
                  <a:pt x="11877" y="56894"/>
                  <a:pt x="11892" y="56864"/>
                  <a:pt x="11906" y="56820"/>
                </a:cubicBezTo>
                <a:cubicBezTo>
                  <a:pt x="11965" y="56791"/>
                  <a:pt x="12024" y="56732"/>
                  <a:pt x="12098" y="56702"/>
                </a:cubicBezTo>
                <a:close/>
                <a:moveTo>
                  <a:pt x="13304" y="56599"/>
                </a:moveTo>
                <a:cubicBezTo>
                  <a:pt x="13304" y="56658"/>
                  <a:pt x="13304" y="56732"/>
                  <a:pt x="13334" y="56791"/>
                </a:cubicBezTo>
                <a:cubicBezTo>
                  <a:pt x="13275" y="56820"/>
                  <a:pt x="13231" y="56850"/>
                  <a:pt x="13187" y="56879"/>
                </a:cubicBezTo>
                <a:cubicBezTo>
                  <a:pt x="13142" y="56894"/>
                  <a:pt x="13084" y="56938"/>
                  <a:pt x="13054" y="56953"/>
                </a:cubicBezTo>
                <a:cubicBezTo>
                  <a:pt x="13054" y="56894"/>
                  <a:pt x="13039" y="56820"/>
                  <a:pt x="13039" y="56776"/>
                </a:cubicBezTo>
                <a:lnTo>
                  <a:pt x="13304" y="56599"/>
                </a:lnTo>
                <a:close/>
                <a:moveTo>
                  <a:pt x="13265" y="56913"/>
                </a:moveTo>
                <a:cubicBezTo>
                  <a:pt x="13254" y="56921"/>
                  <a:pt x="13243" y="56930"/>
                  <a:pt x="13231" y="56938"/>
                </a:cubicBezTo>
                <a:cubicBezTo>
                  <a:pt x="13222" y="56944"/>
                  <a:pt x="13212" y="56950"/>
                  <a:pt x="13202" y="56956"/>
                </a:cubicBezTo>
                <a:lnTo>
                  <a:pt x="13202" y="56956"/>
                </a:lnTo>
                <a:cubicBezTo>
                  <a:pt x="13202" y="56955"/>
                  <a:pt x="13201" y="56954"/>
                  <a:pt x="13201" y="56953"/>
                </a:cubicBezTo>
                <a:lnTo>
                  <a:pt x="13265" y="56913"/>
                </a:lnTo>
                <a:close/>
                <a:moveTo>
                  <a:pt x="11597" y="56967"/>
                </a:moveTo>
                <a:cubicBezTo>
                  <a:pt x="11588" y="56985"/>
                  <a:pt x="11568" y="56998"/>
                  <a:pt x="11551" y="57008"/>
                </a:cubicBezTo>
                <a:lnTo>
                  <a:pt x="11551" y="57008"/>
                </a:lnTo>
                <a:lnTo>
                  <a:pt x="11568" y="56997"/>
                </a:lnTo>
                <a:lnTo>
                  <a:pt x="11597" y="56967"/>
                </a:lnTo>
                <a:close/>
                <a:moveTo>
                  <a:pt x="12318" y="56717"/>
                </a:moveTo>
                <a:cubicBezTo>
                  <a:pt x="12318" y="56776"/>
                  <a:pt x="12304" y="56820"/>
                  <a:pt x="12304" y="56879"/>
                </a:cubicBezTo>
                <a:cubicBezTo>
                  <a:pt x="12230" y="56938"/>
                  <a:pt x="12127" y="56967"/>
                  <a:pt x="12053" y="57026"/>
                </a:cubicBezTo>
                <a:cubicBezTo>
                  <a:pt x="12083" y="56967"/>
                  <a:pt x="12083" y="56923"/>
                  <a:pt x="12098" y="56864"/>
                </a:cubicBezTo>
                <a:cubicBezTo>
                  <a:pt x="12171" y="56806"/>
                  <a:pt x="12245" y="56747"/>
                  <a:pt x="12318" y="56717"/>
                </a:cubicBezTo>
                <a:close/>
                <a:moveTo>
                  <a:pt x="12627" y="56747"/>
                </a:moveTo>
                <a:lnTo>
                  <a:pt x="12627" y="56938"/>
                </a:lnTo>
                <a:cubicBezTo>
                  <a:pt x="12539" y="56997"/>
                  <a:pt x="12466" y="57026"/>
                  <a:pt x="12377" y="57085"/>
                </a:cubicBezTo>
                <a:lnTo>
                  <a:pt x="12348" y="57085"/>
                </a:lnTo>
                <a:cubicBezTo>
                  <a:pt x="12348" y="57026"/>
                  <a:pt x="12348" y="56967"/>
                  <a:pt x="12377" y="56894"/>
                </a:cubicBezTo>
                <a:cubicBezTo>
                  <a:pt x="12421" y="56864"/>
                  <a:pt x="12495" y="56820"/>
                  <a:pt x="12554" y="56791"/>
                </a:cubicBezTo>
                <a:cubicBezTo>
                  <a:pt x="12569" y="56761"/>
                  <a:pt x="12598" y="56761"/>
                  <a:pt x="12627" y="56747"/>
                </a:cubicBezTo>
                <a:close/>
                <a:moveTo>
                  <a:pt x="11803" y="56894"/>
                </a:moveTo>
                <a:lnTo>
                  <a:pt x="11803" y="56894"/>
                </a:lnTo>
                <a:cubicBezTo>
                  <a:pt x="11789" y="56938"/>
                  <a:pt x="11789" y="56953"/>
                  <a:pt x="11759" y="56997"/>
                </a:cubicBezTo>
                <a:cubicBezTo>
                  <a:pt x="11759" y="57012"/>
                  <a:pt x="11759" y="57012"/>
                  <a:pt x="11744" y="57026"/>
                </a:cubicBezTo>
                <a:lnTo>
                  <a:pt x="11583" y="57144"/>
                </a:lnTo>
                <a:lnTo>
                  <a:pt x="11641" y="57026"/>
                </a:lnTo>
                <a:cubicBezTo>
                  <a:pt x="11715" y="56967"/>
                  <a:pt x="11744" y="56938"/>
                  <a:pt x="11803" y="56894"/>
                </a:cubicBezTo>
                <a:close/>
                <a:moveTo>
                  <a:pt x="12981" y="56806"/>
                </a:moveTo>
                <a:lnTo>
                  <a:pt x="12981" y="56997"/>
                </a:lnTo>
                <a:cubicBezTo>
                  <a:pt x="12922" y="57026"/>
                  <a:pt x="12863" y="57070"/>
                  <a:pt x="12819" y="57085"/>
                </a:cubicBezTo>
                <a:cubicBezTo>
                  <a:pt x="12775" y="57100"/>
                  <a:pt x="12730" y="57115"/>
                  <a:pt x="12701" y="57159"/>
                </a:cubicBezTo>
                <a:lnTo>
                  <a:pt x="12701" y="56967"/>
                </a:lnTo>
                <a:lnTo>
                  <a:pt x="12981" y="56806"/>
                </a:lnTo>
                <a:close/>
                <a:moveTo>
                  <a:pt x="12009" y="56909"/>
                </a:moveTo>
                <a:cubicBezTo>
                  <a:pt x="11980" y="56967"/>
                  <a:pt x="11980" y="57026"/>
                  <a:pt x="11965" y="57070"/>
                </a:cubicBezTo>
                <a:cubicBezTo>
                  <a:pt x="11906" y="57115"/>
                  <a:pt x="11833" y="57173"/>
                  <a:pt x="11759" y="57218"/>
                </a:cubicBezTo>
                <a:cubicBezTo>
                  <a:pt x="11789" y="57159"/>
                  <a:pt x="11803" y="57100"/>
                  <a:pt x="11803" y="57070"/>
                </a:cubicBezTo>
                <a:cubicBezTo>
                  <a:pt x="11877" y="57012"/>
                  <a:pt x="11936" y="56967"/>
                  <a:pt x="12009" y="56909"/>
                </a:cubicBezTo>
                <a:close/>
                <a:moveTo>
                  <a:pt x="12274" y="56967"/>
                </a:moveTo>
                <a:lnTo>
                  <a:pt x="12274" y="57144"/>
                </a:lnTo>
                <a:cubicBezTo>
                  <a:pt x="12201" y="57188"/>
                  <a:pt x="12112" y="57232"/>
                  <a:pt x="12024" y="57291"/>
                </a:cubicBezTo>
                <a:cubicBezTo>
                  <a:pt x="12024" y="57232"/>
                  <a:pt x="12039" y="57173"/>
                  <a:pt x="12039" y="57115"/>
                </a:cubicBezTo>
                <a:cubicBezTo>
                  <a:pt x="12112" y="57070"/>
                  <a:pt x="12201" y="57012"/>
                  <a:pt x="12274" y="56967"/>
                </a:cubicBezTo>
                <a:close/>
                <a:moveTo>
                  <a:pt x="11524" y="57115"/>
                </a:moveTo>
                <a:lnTo>
                  <a:pt x="11524" y="57115"/>
                </a:lnTo>
                <a:cubicBezTo>
                  <a:pt x="11509" y="57159"/>
                  <a:pt x="11480" y="57188"/>
                  <a:pt x="11480" y="57218"/>
                </a:cubicBezTo>
                <a:cubicBezTo>
                  <a:pt x="11453" y="57244"/>
                  <a:pt x="11401" y="57259"/>
                  <a:pt x="11370" y="57295"/>
                </a:cubicBezTo>
                <a:lnTo>
                  <a:pt x="11370" y="57295"/>
                </a:lnTo>
                <a:cubicBezTo>
                  <a:pt x="11382" y="57276"/>
                  <a:pt x="11397" y="57244"/>
                  <a:pt x="11421" y="57232"/>
                </a:cubicBezTo>
                <a:lnTo>
                  <a:pt x="11524" y="57115"/>
                </a:lnTo>
                <a:close/>
                <a:moveTo>
                  <a:pt x="12627" y="56997"/>
                </a:moveTo>
                <a:lnTo>
                  <a:pt x="12627" y="57188"/>
                </a:lnTo>
                <a:cubicBezTo>
                  <a:pt x="12539" y="57247"/>
                  <a:pt x="12451" y="57306"/>
                  <a:pt x="12348" y="57335"/>
                </a:cubicBezTo>
                <a:lnTo>
                  <a:pt x="12348" y="57159"/>
                </a:lnTo>
                <a:cubicBezTo>
                  <a:pt x="12377" y="57144"/>
                  <a:pt x="12392" y="57144"/>
                  <a:pt x="12407" y="57115"/>
                </a:cubicBezTo>
                <a:cubicBezTo>
                  <a:pt x="12480" y="57085"/>
                  <a:pt x="12554" y="57026"/>
                  <a:pt x="12627" y="56997"/>
                </a:cubicBezTo>
                <a:close/>
                <a:moveTo>
                  <a:pt x="11730" y="57115"/>
                </a:moveTo>
                <a:cubicBezTo>
                  <a:pt x="11715" y="57173"/>
                  <a:pt x="11715" y="57218"/>
                  <a:pt x="11686" y="57262"/>
                </a:cubicBezTo>
                <a:cubicBezTo>
                  <a:pt x="11612" y="57321"/>
                  <a:pt x="11568" y="57365"/>
                  <a:pt x="11494" y="57394"/>
                </a:cubicBezTo>
                <a:cubicBezTo>
                  <a:pt x="11509" y="57335"/>
                  <a:pt x="11524" y="57306"/>
                  <a:pt x="11538" y="57247"/>
                </a:cubicBezTo>
                <a:cubicBezTo>
                  <a:pt x="11597" y="57218"/>
                  <a:pt x="11656" y="57159"/>
                  <a:pt x="11730" y="57115"/>
                </a:cubicBezTo>
                <a:close/>
                <a:moveTo>
                  <a:pt x="12336" y="57436"/>
                </a:moveTo>
                <a:lnTo>
                  <a:pt x="12333" y="57438"/>
                </a:lnTo>
                <a:cubicBezTo>
                  <a:pt x="12335" y="57444"/>
                  <a:pt x="12337" y="57451"/>
                  <a:pt x="12338" y="57458"/>
                </a:cubicBezTo>
                <a:lnTo>
                  <a:pt x="12338" y="57458"/>
                </a:lnTo>
                <a:cubicBezTo>
                  <a:pt x="12338" y="57451"/>
                  <a:pt x="12337" y="57444"/>
                  <a:pt x="12336" y="57436"/>
                </a:cubicBezTo>
                <a:close/>
                <a:moveTo>
                  <a:pt x="11273" y="57365"/>
                </a:moveTo>
                <a:lnTo>
                  <a:pt x="11273" y="57365"/>
                </a:lnTo>
                <a:cubicBezTo>
                  <a:pt x="11273" y="57379"/>
                  <a:pt x="11244" y="57394"/>
                  <a:pt x="11244" y="57409"/>
                </a:cubicBezTo>
                <a:cubicBezTo>
                  <a:pt x="11229" y="57438"/>
                  <a:pt x="11200" y="57453"/>
                  <a:pt x="11170" y="57468"/>
                </a:cubicBezTo>
                <a:cubicBezTo>
                  <a:pt x="11170" y="57453"/>
                  <a:pt x="11200" y="57453"/>
                  <a:pt x="11200" y="57438"/>
                </a:cubicBezTo>
                <a:lnTo>
                  <a:pt x="11273" y="57365"/>
                </a:lnTo>
                <a:close/>
                <a:moveTo>
                  <a:pt x="11965" y="57159"/>
                </a:moveTo>
                <a:cubicBezTo>
                  <a:pt x="11965" y="57218"/>
                  <a:pt x="11950" y="57262"/>
                  <a:pt x="11950" y="57321"/>
                </a:cubicBezTo>
                <a:cubicBezTo>
                  <a:pt x="11877" y="57379"/>
                  <a:pt x="11789" y="57409"/>
                  <a:pt x="11715" y="57468"/>
                </a:cubicBezTo>
                <a:cubicBezTo>
                  <a:pt x="11730" y="57409"/>
                  <a:pt x="11730" y="57365"/>
                  <a:pt x="11744" y="57306"/>
                </a:cubicBezTo>
                <a:cubicBezTo>
                  <a:pt x="11818" y="57247"/>
                  <a:pt x="11892" y="57218"/>
                  <a:pt x="11965" y="57159"/>
                </a:cubicBezTo>
                <a:close/>
                <a:moveTo>
                  <a:pt x="12338" y="57458"/>
                </a:moveTo>
                <a:cubicBezTo>
                  <a:pt x="12341" y="57478"/>
                  <a:pt x="12343" y="57497"/>
                  <a:pt x="12346" y="57517"/>
                </a:cubicBezTo>
                <a:lnTo>
                  <a:pt x="12346" y="57517"/>
                </a:lnTo>
                <a:cubicBezTo>
                  <a:pt x="12344" y="57496"/>
                  <a:pt x="12342" y="57476"/>
                  <a:pt x="12338" y="57458"/>
                </a:cubicBezTo>
                <a:close/>
                <a:moveTo>
                  <a:pt x="12259" y="57218"/>
                </a:moveTo>
                <a:cubicBezTo>
                  <a:pt x="12274" y="57262"/>
                  <a:pt x="12274" y="57321"/>
                  <a:pt x="12274" y="57394"/>
                </a:cubicBezTo>
                <a:cubicBezTo>
                  <a:pt x="12259" y="57409"/>
                  <a:pt x="12230" y="57438"/>
                  <a:pt x="12201" y="57438"/>
                </a:cubicBezTo>
                <a:cubicBezTo>
                  <a:pt x="12127" y="57468"/>
                  <a:pt x="12083" y="57497"/>
                  <a:pt x="12009" y="57541"/>
                </a:cubicBezTo>
                <a:lnTo>
                  <a:pt x="12009" y="57365"/>
                </a:lnTo>
                <a:cubicBezTo>
                  <a:pt x="12098" y="57306"/>
                  <a:pt x="12186" y="57247"/>
                  <a:pt x="12259" y="57218"/>
                </a:cubicBezTo>
                <a:close/>
                <a:moveTo>
                  <a:pt x="11450" y="57335"/>
                </a:moveTo>
                <a:cubicBezTo>
                  <a:pt x="11450" y="57365"/>
                  <a:pt x="11435" y="57379"/>
                  <a:pt x="11435" y="57379"/>
                </a:cubicBezTo>
                <a:cubicBezTo>
                  <a:pt x="11421" y="57394"/>
                  <a:pt x="11421" y="57438"/>
                  <a:pt x="11421" y="57453"/>
                </a:cubicBezTo>
                <a:lnTo>
                  <a:pt x="11244" y="57556"/>
                </a:lnTo>
                <a:cubicBezTo>
                  <a:pt x="11273" y="57527"/>
                  <a:pt x="11288" y="57482"/>
                  <a:pt x="11303" y="57438"/>
                </a:cubicBezTo>
                <a:cubicBezTo>
                  <a:pt x="11347" y="57409"/>
                  <a:pt x="11391" y="57379"/>
                  <a:pt x="11450" y="57335"/>
                </a:cubicBezTo>
                <a:close/>
                <a:moveTo>
                  <a:pt x="11671" y="57365"/>
                </a:moveTo>
                <a:lnTo>
                  <a:pt x="11671" y="57365"/>
                </a:lnTo>
                <a:cubicBezTo>
                  <a:pt x="11656" y="57409"/>
                  <a:pt x="11656" y="57468"/>
                  <a:pt x="11656" y="57512"/>
                </a:cubicBezTo>
                <a:cubicBezTo>
                  <a:pt x="11583" y="57541"/>
                  <a:pt x="11509" y="57600"/>
                  <a:pt x="11435" y="57630"/>
                </a:cubicBezTo>
                <a:cubicBezTo>
                  <a:pt x="11450" y="57585"/>
                  <a:pt x="11450" y="57541"/>
                  <a:pt x="11465" y="57482"/>
                </a:cubicBezTo>
                <a:cubicBezTo>
                  <a:pt x="11524" y="57453"/>
                  <a:pt x="11597" y="57409"/>
                  <a:pt x="11671" y="57365"/>
                </a:cubicBezTo>
                <a:close/>
                <a:moveTo>
                  <a:pt x="11950" y="57409"/>
                </a:moveTo>
                <a:lnTo>
                  <a:pt x="11950" y="57585"/>
                </a:lnTo>
                <a:cubicBezTo>
                  <a:pt x="11862" y="57630"/>
                  <a:pt x="11789" y="57674"/>
                  <a:pt x="11686" y="57733"/>
                </a:cubicBezTo>
                <a:cubicBezTo>
                  <a:pt x="11686" y="57674"/>
                  <a:pt x="11715" y="57615"/>
                  <a:pt x="11715" y="57556"/>
                </a:cubicBezTo>
                <a:cubicBezTo>
                  <a:pt x="11789" y="57512"/>
                  <a:pt x="11877" y="57468"/>
                  <a:pt x="11950" y="57409"/>
                </a:cubicBezTo>
                <a:close/>
                <a:moveTo>
                  <a:pt x="11170" y="57556"/>
                </a:moveTo>
                <a:lnTo>
                  <a:pt x="11170" y="57556"/>
                </a:lnTo>
                <a:cubicBezTo>
                  <a:pt x="11156" y="57600"/>
                  <a:pt x="11156" y="57615"/>
                  <a:pt x="11141" y="57659"/>
                </a:cubicBezTo>
                <a:cubicBezTo>
                  <a:pt x="11097" y="57688"/>
                  <a:pt x="11053" y="57733"/>
                  <a:pt x="11009" y="57747"/>
                </a:cubicBezTo>
                <a:cubicBezTo>
                  <a:pt x="11023" y="57703"/>
                  <a:pt x="11053" y="57688"/>
                  <a:pt x="11067" y="57659"/>
                </a:cubicBezTo>
                <a:cubicBezTo>
                  <a:pt x="11097" y="57615"/>
                  <a:pt x="11141" y="57585"/>
                  <a:pt x="11170" y="57556"/>
                </a:cubicBezTo>
                <a:close/>
                <a:moveTo>
                  <a:pt x="11376" y="57556"/>
                </a:moveTo>
                <a:cubicBezTo>
                  <a:pt x="11362" y="57615"/>
                  <a:pt x="11362" y="57659"/>
                  <a:pt x="11347" y="57703"/>
                </a:cubicBezTo>
                <a:cubicBezTo>
                  <a:pt x="11259" y="57747"/>
                  <a:pt x="11215" y="57806"/>
                  <a:pt x="11141" y="57836"/>
                </a:cubicBezTo>
                <a:cubicBezTo>
                  <a:pt x="11141" y="57821"/>
                  <a:pt x="11156" y="57806"/>
                  <a:pt x="11156" y="57806"/>
                </a:cubicBezTo>
                <a:cubicBezTo>
                  <a:pt x="11170" y="57762"/>
                  <a:pt x="11170" y="57733"/>
                  <a:pt x="11200" y="57703"/>
                </a:cubicBezTo>
                <a:cubicBezTo>
                  <a:pt x="11244" y="57659"/>
                  <a:pt x="11303" y="57615"/>
                  <a:pt x="11376" y="57556"/>
                </a:cubicBezTo>
                <a:close/>
                <a:moveTo>
                  <a:pt x="10913" y="57793"/>
                </a:moveTo>
                <a:cubicBezTo>
                  <a:pt x="10906" y="57812"/>
                  <a:pt x="10906" y="57824"/>
                  <a:pt x="10906" y="57836"/>
                </a:cubicBezTo>
                <a:cubicBezTo>
                  <a:pt x="10876" y="57850"/>
                  <a:pt x="10847" y="57880"/>
                  <a:pt x="10832" y="57909"/>
                </a:cubicBezTo>
                <a:cubicBezTo>
                  <a:pt x="10832" y="57895"/>
                  <a:pt x="10847" y="57880"/>
                  <a:pt x="10847" y="57850"/>
                </a:cubicBezTo>
                <a:cubicBezTo>
                  <a:pt x="10860" y="57838"/>
                  <a:pt x="10895" y="57825"/>
                  <a:pt x="10913" y="57793"/>
                </a:cubicBezTo>
                <a:close/>
                <a:moveTo>
                  <a:pt x="11656" y="57600"/>
                </a:moveTo>
                <a:lnTo>
                  <a:pt x="11656" y="57600"/>
                </a:lnTo>
                <a:cubicBezTo>
                  <a:pt x="11612" y="57659"/>
                  <a:pt x="11612" y="57703"/>
                  <a:pt x="11612" y="57762"/>
                </a:cubicBezTo>
                <a:cubicBezTo>
                  <a:pt x="11538" y="57821"/>
                  <a:pt x="11450" y="57850"/>
                  <a:pt x="11376" y="57909"/>
                </a:cubicBezTo>
                <a:cubicBezTo>
                  <a:pt x="11376" y="57850"/>
                  <a:pt x="11391" y="57806"/>
                  <a:pt x="11421" y="57747"/>
                </a:cubicBezTo>
                <a:cubicBezTo>
                  <a:pt x="11494" y="57688"/>
                  <a:pt x="11568" y="57659"/>
                  <a:pt x="11656" y="57600"/>
                </a:cubicBezTo>
                <a:close/>
                <a:moveTo>
                  <a:pt x="11097" y="57762"/>
                </a:moveTo>
                <a:lnTo>
                  <a:pt x="11097" y="57762"/>
                </a:lnTo>
                <a:cubicBezTo>
                  <a:pt x="11082" y="57806"/>
                  <a:pt x="11067" y="57850"/>
                  <a:pt x="11067" y="57895"/>
                </a:cubicBezTo>
                <a:lnTo>
                  <a:pt x="10891" y="57998"/>
                </a:lnTo>
                <a:cubicBezTo>
                  <a:pt x="10920" y="57968"/>
                  <a:pt x="10935" y="57924"/>
                  <a:pt x="10950" y="57880"/>
                </a:cubicBezTo>
                <a:cubicBezTo>
                  <a:pt x="10994" y="57836"/>
                  <a:pt x="11053" y="57806"/>
                  <a:pt x="11097" y="57762"/>
                </a:cubicBezTo>
                <a:close/>
                <a:moveTo>
                  <a:pt x="11303" y="57821"/>
                </a:moveTo>
                <a:lnTo>
                  <a:pt x="11303" y="57821"/>
                </a:lnTo>
                <a:cubicBezTo>
                  <a:pt x="11288" y="57880"/>
                  <a:pt x="11288" y="57924"/>
                  <a:pt x="11288" y="57968"/>
                </a:cubicBezTo>
                <a:cubicBezTo>
                  <a:pt x="11215" y="57998"/>
                  <a:pt x="11141" y="58042"/>
                  <a:pt x="11067" y="58101"/>
                </a:cubicBezTo>
                <a:cubicBezTo>
                  <a:pt x="11082" y="58042"/>
                  <a:pt x="11082" y="57998"/>
                  <a:pt x="11097" y="57953"/>
                </a:cubicBezTo>
                <a:cubicBezTo>
                  <a:pt x="11170" y="57895"/>
                  <a:pt x="11244" y="57850"/>
                  <a:pt x="11303" y="57821"/>
                </a:cubicBezTo>
                <a:close/>
                <a:moveTo>
                  <a:pt x="11605" y="57882"/>
                </a:moveTo>
                <a:cubicBezTo>
                  <a:pt x="11543" y="57915"/>
                  <a:pt x="11478" y="57942"/>
                  <a:pt x="11406" y="57983"/>
                </a:cubicBezTo>
                <a:cubicBezTo>
                  <a:pt x="11406" y="58031"/>
                  <a:pt x="11407" y="58080"/>
                  <a:pt x="11409" y="58130"/>
                </a:cubicBezTo>
                <a:lnTo>
                  <a:pt x="11409" y="58130"/>
                </a:lnTo>
                <a:cubicBezTo>
                  <a:pt x="11468" y="58092"/>
                  <a:pt x="11533" y="58059"/>
                  <a:pt x="11597" y="58027"/>
                </a:cubicBezTo>
                <a:cubicBezTo>
                  <a:pt x="11597" y="57979"/>
                  <a:pt x="11597" y="57931"/>
                  <a:pt x="11605" y="57882"/>
                </a:cubicBezTo>
                <a:close/>
                <a:moveTo>
                  <a:pt x="10832" y="57983"/>
                </a:moveTo>
                <a:lnTo>
                  <a:pt x="10832" y="57983"/>
                </a:lnTo>
                <a:cubicBezTo>
                  <a:pt x="10803" y="58027"/>
                  <a:pt x="10803" y="58056"/>
                  <a:pt x="10788" y="58071"/>
                </a:cubicBezTo>
                <a:cubicBezTo>
                  <a:pt x="10744" y="58115"/>
                  <a:pt x="10700" y="58130"/>
                  <a:pt x="10655" y="58174"/>
                </a:cubicBezTo>
                <a:cubicBezTo>
                  <a:pt x="10685" y="58145"/>
                  <a:pt x="10700" y="58115"/>
                  <a:pt x="10714" y="58071"/>
                </a:cubicBezTo>
                <a:cubicBezTo>
                  <a:pt x="10758" y="58042"/>
                  <a:pt x="10788" y="57998"/>
                  <a:pt x="10832" y="57983"/>
                </a:cubicBezTo>
                <a:close/>
                <a:moveTo>
                  <a:pt x="11128" y="58129"/>
                </a:moveTo>
                <a:cubicBezTo>
                  <a:pt x="11107" y="58143"/>
                  <a:pt x="11087" y="58158"/>
                  <a:pt x="11067" y="58174"/>
                </a:cubicBezTo>
                <a:cubicBezTo>
                  <a:pt x="11067" y="58175"/>
                  <a:pt x="11067" y="58177"/>
                  <a:pt x="11066" y="58178"/>
                </a:cubicBezTo>
                <a:lnTo>
                  <a:pt x="11066" y="58178"/>
                </a:lnTo>
                <a:cubicBezTo>
                  <a:pt x="11067" y="58172"/>
                  <a:pt x="11067" y="58166"/>
                  <a:pt x="11067" y="58159"/>
                </a:cubicBezTo>
                <a:cubicBezTo>
                  <a:pt x="11088" y="58149"/>
                  <a:pt x="11108" y="58139"/>
                  <a:pt x="11128" y="58129"/>
                </a:cubicBezTo>
                <a:close/>
                <a:moveTo>
                  <a:pt x="11023" y="57998"/>
                </a:moveTo>
                <a:lnTo>
                  <a:pt x="11023" y="57998"/>
                </a:lnTo>
                <a:cubicBezTo>
                  <a:pt x="11009" y="58056"/>
                  <a:pt x="11009" y="58101"/>
                  <a:pt x="10994" y="58145"/>
                </a:cubicBezTo>
                <a:cubicBezTo>
                  <a:pt x="10920" y="58189"/>
                  <a:pt x="10861" y="58218"/>
                  <a:pt x="10788" y="58262"/>
                </a:cubicBezTo>
                <a:cubicBezTo>
                  <a:pt x="10788" y="58248"/>
                  <a:pt x="10803" y="58204"/>
                  <a:pt x="10832" y="58189"/>
                </a:cubicBezTo>
                <a:cubicBezTo>
                  <a:pt x="10832" y="58174"/>
                  <a:pt x="10847" y="58145"/>
                  <a:pt x="10847" y="58130"/>
                </a:cubicBezTo>
                <a:cubicBezTo>
                  <a:pt x="10906" y="58101"/>
                  <a:pt x="10950" y="58042"/>
                  <a:pt x="11023" y="57998"/>
                </a:cubicBezTo>
                <a:close/>
                <a:moveTo>
                  <a:pt x="10567" y="58204"/>
                </a:moveTo>
                <a:lnTo>
                  <a:pt x="10567" y="58204"/>
                </a:lnTo>
                <a:cubicBezTo>
                  <a:pt x="10552" y="58218"/>
                  <a:pt x="10552" y="58248"/>
                  <a:pt x="10538" y="58262"/>
                </a:cubicBezTo>
                <a:cubicBezTo>
                  <a:pt x="10517" y="58273"/>
                  <a:pt x="10497" y="58283"/>
                  <a:pt x="10482" y="58298"/>
                </a:cubicBezTo>
                <a:lnTo>
                  <a:pt x="10482" y="58298"/>
                </a:lnTo>
                <a:cubicBezTo>
                  <a:pt x="10484" y="58290"/>
                  <a:pt x="10488" y="58283"/>
                  <a:pt x="10494" y="58277"/>
                </a:cubicBezTo>
                <a:lnTo>
                  <a:pt x="10567" y="58204"/>
                </a:lnTo>
                <a:close/>
                <a:moveTo>
                  <a:pt x="10758" y="58189"/>
                </a:moveTo>
                <a:lnTo>
                  <a:pt x="10758" y="58189"/>
                </a:lnTo>
                <a:cubicBezTo>
                  <a:pt x="10729" y="58218"/>
                  <a:pt x="10714" y="58277"/>
                  <a:pt x="10714" y="58321"/>
                </a:cubicBezTo>
                <a:lnTo>
                  <a:pt x="10552" y="58424"/>
                </a:lnTo>
                <a:lnTo>
                  <a:pt x="10552" y="58424"/>
                </a:lnTo>
                <a:lnTo>
                  <a:pt x="10611" y="58321"/>
                </a:lnTo>
                <a:cubicBezTo>
                  <a:pt x="10641" y="58277"/>
                  <a:pt x="10700" y="58248"/>
                  <a:pt x="10758" y="58189"/>
                </a:cubicBezTo>
                <a:close/>
                <a:moveTo>
                  <a:pt x="10979" y="58248"/>
                </a:moveTo>
                <a:lnTo>
                  <a:pt x="10979" y="58248"/>
                </a:lnTo>
                <a:cubicBezTo>
                  <a:pt x="10920" y="58277"/>
                  <a:pt x="10847" y="58336"/>
                  <a:pt x="10773" y="58365"/>
                </a:cubicBezTo>
                <a:cubicBezTo>
                  <a:pt x="10744" y="58424"/>
                  <a:pt x="10744" y="58468"/>
                  <a:pt x="10729" y="58513"/>
                </a:cubicBezTo>
                <a:cubicBezTo>
                  <a:pt x="10803" y="58483"/>
                  <a:pt x="10876" y="58424"/>
                  <a:pt x="10950" y="58395"/>
                </a:cubicBezTo>
                <a:cubicBezTo>
                  <a:pt x="10950" y="58336"/>
                  <a:pt x="10950" y="58277"/>
                  <a:pt x="10979" y="58248"/>
                </a:cubicBezTo>
                <a:close/>
                <a:moveTo>
                  <a:pt x="10494" y="58380"/>
                </a:moveTo>
                <a:lnTo>
                  <a:pt x="10494" y="58380"/>
                </a:lnTo>
                <a:cubicBezTo>
                  <a:pt x="10479" y="58424"/>
                  <a:pt x="10464" y="58454"/>
                  <a:pt x="10464" y="58498"/>
                </a:cubicBezTo>
                <a:cubicBezTo>
                  <a:pt x="10420" y="58542"/>
                  <a:pt x="10361" y="58557"/>
                  <a:pt x="10332" y="58586"/>
                </a:cubicBezTo>
                <a:cubicBezTo>
                  <a:pt x="10332" y="58557"/>
                  <a:pt x="10346" y="58542"/>
                  <a:pt x="10361" y="58498"/>
                </a:cubicBezTo>
                <a:cubicBezTo>
                  <a:pt x="10405" y="58468"/>
                  <a:pt x="10435" y="58424"/>
                  <a:pt x="10494" y="58380"/>
                </a:cubicBezTo>
                <a:close/>
                <a:moveTo>
                  <a:pt x="10214" y="58630"/>
                </a:moveTo>
                <a:cubicBezTo>
                  <a:pt x="10199" y="58645"/>
                  <a:pt x="10199" y="58660"/>
                  <a:pt x="10184" y="58689"/>
                </a:cubicBezTo>
                <a:cubicBezTo>
                  <a:pt x="10175" y="58698"/>
                  <a:pt x="10155" y="58708"/>
                  <a:pt x="10137" y="58717"/>
                </a:cubicBezTo>
                <a:lnTo>
                  <a:pt x="10137" y="58717"/>
                </a:lnTo>
                <a:cubicBezTo>
                  <a:pt x="10139" y="58713"/>
                  <a:pt x="10140" y="58708"/>
                  <a:pt x="10140" y="58704"/>
                </a:cubicBezTo>
                <a:lnTo>
                  <a:pt x="10214" y="58630"/>
                </a:lnTo>
                <a:close/>
                <a:moveTo>
                  <a:pt x="9817" y="59013"/>
                </a:moveTo>
                <a:lnTo>
                  <a:pt x="9817" y="59013"/>
                </a:lnTo>
                <a:cubicBezTo>
                  <a:pt x="9478" y="59970"/>
                  <a:pt x="9640" y="61132"/>
                  <a:pt x="10287" y="62192"/>
                </a:cubicBezTo>
                <a:cubicBezTo>
                  <a:pt x="10994" y="63354"/>
                  <a:pt x="12068" y="64355"/>
                  <a:pt x="13716" y="65341"/>
                </a:cubicBezTo>
                <a:cubicBezTo>
                  <a:pt x="13864" y="65429"/>
                  <a:pt x="14025" y="65532"/>
                  <a:pt x="14173" y="65621"/>
                </a:cubicBezTo>
                <a:lnTo>
                  <a:pt x="14393" y="65753"/>
                </a:lnTo>
                <a:cubicBezTo>
                  <a:pt x="15497" y="66415"/>
                  <a:pt x="16365" y="67151"/>
                  <a:pt x="16969" y="67931"/>
                </a:cubicBezTo>
                <a:cubicBezTo>
                  <a:pt x="17513" y="68667"/>
                  <a:pt x="18102" y="69535"/>
                  <a:pt x="18131" y="70551"/>
                </a:cubicBezTo>
                <a:cubicBezTo>
                  <a:pt x="18161" y="71640"/>
                  <a:pt x="17646" y="72758"/>
                  <a:pt x="16704" y="73700"/>
                </a:cubicBezTo>
                <a:cubicBezTo>
                  <a:pt x="16365" y="74038"/>
                  <a:pt x="15953" y="74362"/>
                  <a:pt x="15527" y="74627"/>
                </a:cubicBezTo>
                <a:cubicBezTo>
                  <a:pt x="15080" y="74907"/>
                  <a:pt x="14607" y="75138"/>
                  <a:pt x="14122" y="75342"/>
                </a:cubicBezTo>
                <a:lnTo>
                  <a:pt x="14122" y="75342"/>
                </a:lnTo>
                <a:cubicBezTo>
                  <a:pt x="14518" y="75169"/>
                  <a:pt x="14905" y="74974"/>
                  <a:pt x="15276" y="74745"/>
                </a:cubicBezTo>
                <a:cubicBezTo>
                  <a:pt x="15718" y="74465"/>
                  <a:pt x="16145" y="74156"/>
                  <a:pt x="16483" y="73788"/>
                </a:cubicBezTo>
                <a:cubicBezTo>
                  <a:pt x="17484" y="72817"/>
                  <a:pt x="17984" y="71654"/>
                  <a:pt x="17925" y="70536"/>
                </a:cubicBezTo>
                <a:cubicBezTo>
                  <a:pt x="17866" y="69432"/>
                  <a:pt x="17219" y="68520"/>
                  <a:pt x="16660" y="67843"/>
                </a:cubicBezTo>
                <a:cubicBezTo>
                  <a:pt x="16027" y="67107"/>
                  <a:pt x="15188" y="66430"/>
                  <a:pt x="14114" y="65827"/>
                </a:cubicBezTo>
                <a:lnTo>
                  <a:pt x="13613" y="65547"/>
                </a:lnTo>
                <a:lnTo>
                  <a:pt x="13437" y="65459"/>
                </a:lnTo>
                <a:cubicBezTo>
                  <a:pt x="12245" y="64797"/>
                  <a:pt x="10891" y="63928"/>
                  <a:pt x="10052" y="62618"/>
                </a:cubicBezTo>
                <a:cubicBezTo>
                  <a:pt x="9346" y="61559"/>
                  <a:pt x="9184" y="60323"/>
                  <a:pt x="9566" y="59322"/>
                </a:cubicBezTo>
                <a:cubicBezTo>
                  <a:pt x="9596" y="59248"/>
                  <a:pt x="9625" y="59204"/>
                  <a:pt x="9669" y="59131"/>
                </a:cubicBezTo>
                <a:cubicBezTo>
                  <a:pt x="9714" y="59087"/>
                  <a:pt x="9758" y="59057"/>
                  <a:pt x="9817" y="59013"/>
                </a:cubicBezTo>
                <a:close/>
                <a:moveTo>
                  <a:pt x="11996" y="57614"/>
                </a:moveTo>
                <a:cubicBezTo>
                  <a:pt x="11996" y="57615"/>
                  <a:pt x="11995" y="57615"/>
                  <a:pt x="11995" y="57615"/>
                </a:cubicBezTo>
                <a:lnTo>
                  <a:pt x="11995" y="57806"/>
                </a:lnTo>
                <a:cubicBezTo>
                  <a:pt x="12009" y="57806"/>
                  <a:pt x="12016" y="57800"/>
                  <a:pt x="12021" y="57793"/>
                </a:cubicBezTo>
                <a:lnTo>
                  <a:pt x="12021" y="57793"/>
                </a:lnTo>
                <a:cubicBezTo>
                  <a:pt x="12070" y="58106"/>
                  <a:pt x="12150" y="58441"/>
                  <a:pt x="12259" y="58807"/>
                </a:cubicBezTo>
                <a:cubicBezTo>
                  <a:pt x="12848" y="60735"/>
                  <a:pt x="14040" y="62486"/>
                  <a:pt x="15806" y="64002"/>
                </a:cubicBezTo>
                <a:cubicBezTo>
                  <a:pt x="16071" y="64223"/>
                  <a:pt x="16336" y="64443"/>
                  <a:pt x="16630" y="64679"/>
                </a:cubicBezTo>
                <a:cubicBezTo>
                  <a:pt x="17690" y="65503"/>
                  <a:pt x="18955" y="66665"/>
                  <a:pt x="19559" y="68137"/>
                </a:cubicBezTo>
                <a:cubicBezTo>
                  <a:pt x="19868" y="68888"/>
                  <a:pt x="20162" y="69697"/>
                  <a:pt x="20059" y="70580"/>
                </a:cubicBezTo>
                <a:cubicBezTo>
                  <a:pt x="19941" y="71522"/>
                  <a:pt x="19426" y="72493"/>
                  <a:pt x="18617" y="73347"/>
                </a:cubicBezTo>
                <a:cubicBezTo>
                  <a:pt x="18308" y="73656"/>
                  <a:pt x="17984" y="73950"/>
                  <a:pt x="17616" y="74230"/>
                </a:cubicBezTo>
                <a:cubicBezTo>
                  <a:pt x="16807" y="74818"/>
                  <a:pt x="15894" y="75260"/>
                  <a:pt x="15041" y="75672"/>
                </a:cubicBezTo>
                <a:cubicBezTo>
                  <a:pt x="14599" y="75893"/>
                  <a:pt x="14114" y="76143"/>
                  <a:pt x="13672" y="76378"/>
                </a:cubicBezTo>
                <a:cubicBezTo>
                  <a:pt x="12259" y="77144"/>
                  <a:pt x="10950" y="78144"/>
                  <a:pt x="9772" y="79307"/>
                </a:cubicBezTo>
                <a:cubicBezTo>
                  <a:pt x="8786" y="80278"/>
                  <a:pt x="8080" y="81235"/>
                  <a:pt x="7653" y="82206"/>
                </a:cubicBezTo>
                <a:cubicBezTo>
                  <a:pt x="7403" y="82780"/>
                  <a:pt x="7256" y="83354"/>
                  <a:pt x="7197" y="83898"/>
                </a:cubicBezTo>
                <a:cubicBezTo>
                  <a:pt x="7123" y="84678"/>
                  <a:pt x="7212" y="85429"/>
                  <a:pt x="7315" y="86018"/>
                </a:cubicBezTo>
                <a:cubicBezTo>
                  <a:pt x="7580" y="87636"/>
                  <a:pt x="8080" y="89167"/>
                  <a:pt x="8757" y="90565"/>
                </a:cubicBezTo>
                <a:lnTo>
                  <a:pt x="8816" y="90521"/>
                </a:lnTo>
                <a:cubicBezTo>
                  <a:pt x="8124" y="89123"/>
                  <a:pt x="7639" y="87622"/>
                  <a:pt x="7359" y="86003"/>
                </a:cubicBezTo>
                <a:cubicBezTo>
                  <a:pt x="7271" y="85429"/>
                  <a:pt x="7168" y="84678"/>
                  <a:pt x="7256" y="83898"/>
                </a:cubicBezTo>
                <a:cubicBezTo>
                  <a:pt x="7315" y="83354"/>
                  <a:pt x="7477" y="82780"/>
                  <a:pt x="7712" y="82221"/>
                </a:cubicBezTo>
                <a:cubicBezTo>
                  <a:pt x="8139" y="81264"/>
                  <a:pt x="8831" y="80337"/>
                  <a:pt x="9817" y="79351"/>
                </a:cubicBezTo>
                <a:cubicBezTo>
                  <a:pt x="10994" y="78203"/>
                  <a:pt x="12289" y="77217"/>
                  <a:pt x="13687" y="76452"/>
                </a:cubicBezTo>
                <a:cubicBezTo>
                  <a:pt x="14128" y="76216"/>
                  <a:pt x="14599" y="75966"/>
                  <a:pt x="15056" y="75745"/>
                </a:cubicBezTo>
                <a:cubicBezTo>
                  <a:pt x="15924" y="75304"/>
                  <a:pt x="16822" y="74862"/>
                  <a:pt x="17631" y="74274"/>
                </a:cubicBezTo>
                <a:cubicBezTo>
                  <a:pt x="17999" y="74009"/>
                  <a:pt x="18352" y="73715"/>
                  <a:pt x="18661" y="73391"/>
                </a:cubicBezTo>
                <a:cubicBezTo>
                  <a:pt x="19485" y="72552"/>
                  <a:pt x="20000" y="71551"/>
                  <a:pt x="20118" y="70595"/>
                </a:cubicBezTo>
                <a:cubicBezTo>
                  <a:pt x="20221" y="69697"/>
                  <a:pt x="19927" y="68873"/>
                  <a:pt x="19603" y="68122"/>
                </a:cubicBezTo>
                <a:cubicBezTo>
                  <a:pt x="18970" y="66621"/>
                  <a:pt x="17690" y="65473"/>
                  <a:pt x="16660" y="64620"/>
                </a:cubicBezTo>
                <a:cubicBezTo>
                  <a:pt x="16336" y="64384"/>
                  <a:pt x="16071" y="64149"/>
                  <a:pt x="15821" y="63943"/>
                </a:cubicBezTo>
                <a:cubicBezTo>
                  <a:pt x="14055" y="62427"/>
                  <a:pt x="12863" y="60705"/>
                  <a:pt x="12289" y="58792"/>
                </a:cubicBezTo>
                <a:cubicBezTo>
                  <a:pt x="12193" y="58431"/>
                  <a:pt x="12106" y="58090"/>
                  <a:pt x="12062" y="57768"/>
                </a:cubicBezTo>
                <a:lnTo>
                  <a:pt x="12062" y="57768"/>
                </a:lnTo>
                <a:cubicBezTo>
                  <a:pt x="12054" y="57771"/>
                  <a:pt x="12046" y="57774"/>
                  <a:pt x="12039" y="57777"/>
                </a:cubicBezTo>
                <a:cubicBezTo>
                  <a:pt x="12031" y="57777"/>
                  <a:pt x="12027" y="57785"/>
                  <a:pt x="12021" y="57793"/>
                </a:cubicBezTo>
                <a:lnTo>
                  <a:pt x="12021" y="57793"/>
                </a:lnTo>
                <a:cubicBezTo>
                  <a:pt x="12012" y="57732"/>
                  <a:pt x="12004" y="57673"/>
                  <a:pt x="11996" y="57614"/>
                </a:cubicBezTo>
                <a:close/>
                <a:moveTo>
                  <a:pt x="10132" y="58846"/>
                </a:moveTo>
                <a:lnTo>
                  <a:pt x="10132" y="58846"/>
                </a:lnTo>
                <a:cubicBezTo>
                  <a:pt x="10120" y="58863"/>
                  <a:pt x="10108" y="58889"/>
                  <a:pt x="10096" y="58925"/>
                </a:cubicBezTo>
                <a:cubicBezTo>
                  <a:pt x="10083" y="58933"/>
                  <a:pt x="10069" y="58942"/>
                  <a:pt x="10055" y="58950"/>
                </a:cubicBezTo>
                <a:lnTo>
                  <a:pt x="10055" y="58950"/>
                </a:lnTo>
                <a:cubicBezTo>
                  <a:pt x="10061" y="58923"/>
                  <a:pt x="10067" y="58897"/>
                  <a:pt x="10073" y="58870"/>
                </a:cubicBezTo>
                <a:lnTo>
                  <a:pt x="10073" y="58870"/>
                </a:lnTo>
                <a:cubicBezTo>
                  <a:pt x="10051" y="58885"/>
                  <a:pt x="10030" y="58903"/>
                  <a:pt x="10008" y="58925"/>
                </a:cubicBezTo>
                <a:cubicBezTo>
                  <a:pt x="9993" y="58954"/>
                  <a:pt x="9978" y="58984"/>
                  <a:pt x="9964" y="59013"/>
                </a:cubicBezTo>
                <a:cubicBezTo>
                  <a:pt x="9985" y="58992"/>
                  <a:pt x="10021" y="58971"/>
                  <a:pt x="10055" y="58950"/>
                </a:cubicBezTo>
                <a:lnTo>
                  <a:pt x="10055" y="58950"/>
                </a:lnTo>
                <a:cubicBezTo>
                  <a:pt x="9876" y="59807"/>
                  <a:pt x="10061" y="60792"/>
                  <a:pt x="10582" y="61735"/>
                </a:cubicBezTo>
                <a:cubicBezTo>
                  <a:pt x="11288" y="63001"/>
                  <a:pt x="12407" y="64134"/>
                  <a:pt x="14025" y="65179"/>
                </a:cubicBezTo>
                <a:cubicBezTo>
                  <a:pt x="14261" y="65326"/>
                  <a:pt x="14496" y="65473"/>
                  <a:pt x="14747" y="65635"/>
                </a:cubicBezTo>
                <a:cubicBezTo>
                  <a:pt x="15880" y="66356"/>
                  <a:pt x="16763" y="67166"/>
                  <a:pt x="17366" y="68005"/>
                </a:cubicBezTo>
                <a:cubicBezTo>
                  <a:pt x="17881" y="68726"/>
                  <a:pt x="18426" y="69594"/>
                  <a:pt x="18440" y="70609"/>
                </a:cubicBezTo>
                <a:cubicBezTo>
                  <a:pt x="18455" y="71669"/>
                  <a:pt x="17940" y="72773"/>
                  <a:pt x="16998" y="73700"/>
                </a:cubicBezTo>
                <a:cubicBezTo>
                  <a:pt x="16660" y="74038"/>
                  <a:pt x="16262" y="74362"/>
                  <a:pt x="15850" y="74612"/>
                </a:cubicBezTo>
                <a:cubicBezTo>
                  <a:pt x="14835" y="75245"/>
                  <a:pt x="13716" y="75642"/>
                  <a:pt x="12627" y="76025"/>
                </a:cubicBezTo>
                <a:cubicBezTo>
                  <a:pt x="12186" y="76202"/>
                  <a:pt x="11700" y="76364"/>
                  <a:pt x="11259" y="76525"/>
                </a:cubicBezTo>
                <a:cubicBezTo>
                  <a:pt x="9684" y="77158"/>
                  <a:pt x="8154" y="78012"/>
                  <a:pt x="6741" y="79071"/>
                </a:cubicBezTo>
                <a:cubicBezTo>
                  <a:pt x="5519" y="79969"/>
                  <a:pt x="4666" y="80911"/>
                  <a:pt x="4151" y="81838"/>
                </a:cubicBezTo>
                <a:cubicBezTo>
                  <a:pt x="3827" y="82427"/>
                  <a:pt x="3650" y="83015"/>
                  <a:pt x="3606" y="83633"/>
                </a:cubicBezTo>
                <a:cubicBezTo>
                  <a:pt x="3562" y="84340"/>
                  <a:pt x="3680" y="85032"/>
                  <a:pt x="3901" y="85856"/>
                </a:cubicBezTo>
                <a:cubicBezTo>
                  <a:pt x="4327" y="87504"/>
                  <a:pt x="4916" y="89108"/>
                  <a:pt x="5637" y="90594"/>
                </a:cubicBezTo>
                <a:lnTo>
                  <a:pt x="5696" y="90565"/>
                </a:lnTo>
                <a:cubicBezTo>
                  <a:pt x="4975" y="89079"/>
                  <a:pt x="4386" y="87489"/>
                  <a:pt x="3959" y="85841"/>
                </a:cubicBezTo>
                <a:cubicBezTo>
                  <a:pt x="3753" y="85032"/>
                  <a:pt x="3636" y="84340"/>
                  <a:pt x="3665" y="83633"/>
                </a:cubicBezTo>
                <a:cubicBezTo>
                  <a:pt x="3709" y="83045"/>
                  <a:pt x="3886" y="82456"/>
                  <a:pt x="4180" y="81882"/>
                </a:cubicBezTo>
                <a:cubicBezTo>
                  <a:pt x="4680" y="80940"/>
                  <a:pt x="5549" y="79999"/>
                  <a:pt x="6756" y="79116"/>
                </a:cubicBezTo>
                <a:cubicBezTo>
                  <a:pt x="8168" y="78071"/>
                  <a:pt x="9699" y="77232"/>
                  <a:pt x="11259" y="76599"/>
                </a:cubicBezTo>
                <a:cubicBezTo>
                  <a:pt x="11700" y="76422"/>
                  <a:pt x="12186" y="76246"/>
                  <a:pt x="12627" y="76099"/>
                </a:cubicBezTo>
                <a:cubicBezTo>
                  <a:pt x="13731" y="75716"/>
                  <a:pt x="14850" y="75319"/>
                  <a:pt x="15865" y="74671"/>
                </a:cubicBezTo>
                <a:cubicBezTo>
                  <a:pt x="16292" y="74392"/>
                  <a:pt x="16689" y="74083"/>
                  <a:pt x="17042" y="73729"/>
                </a:cubicBezTo>
                <a:cubicBezTo>
                  <a:pt x="17984" y="72773"/>
                  <a:pt x="18499" y="71669"/>
                  <a:pt x="18499" y="70580"/>
                </a:cubicBezTo>
                <a:cubicBezTo>
                  <a:pt x="18470" y="69609"/>
                  <a:pt x="17984" y="68740"/>
                  <a:pt x="17410" y="67961"/>
                </a:cubicBezTo>
                <a:cubicBezTo>
                  <a:pt x="16807" y="67092"/>
                  <a:pt x="15924" y="66298"/>
                  <a:pt x="14761" y="65562"/>
                </a:cubicBezTo>
                <a:cubicBezTo>
                  <a:pt x="14526" y="65415"/>
                  <a:pt x="14276" y="65267"/>
                  <a:pt x="14040" y="65106"/>
                </a:cubicBezTo>
                <a:cubicBezTo>
                  <a:pt x="12421" y="64061"/>
                  <a:pt x="11303" y="62928"/>
                  <a:pt x="10626" y="61677"/>
                </a:cubicBezTo>
                <a:cubicBezTo>
                  <a:pt x="10085" y="60722"/>
                  <a:pt x="9916" y="59686"/>
                  <a:pt x="10132" y="58846"/>
                </a:cubicBezTo>
                <a:close/>
                <a:moveTo>
                  <a:pt x="12346" y="57517"/>
                </a:moveTo>
                <a:cubicBezTo>
                  <a:pt x="12348" y="57549"/>
                  <a:pt x="12348" y="57584"/>
                  <a:pt x="12348" y="57615"/>
                </a:cubicBezTo>
                <a:cubicBezTo>
                  <a:pt x="12352" y="57614"/>
                  <a:pt x="12356" y="57613"/>
                  <a:pt x="12359" y="57612"/>
                </a:cubicBezTo>
                <a:lnTo>
                  <a:pt x="12359" y="57612"/>
                </a:lnTo>
                <a:cubicBezTo>
                  <a:pt x="12396" y="57845"/>
                  <a:pt x="12453" y="58089"/>
                  <a:pt x="12510" y="58351"/>
                </a:cubicBezTo>
                <a:cubicBezTo>
                  <a:pt x="13054" y="60367"/>
                  <a:pt x="14261" y="62206"/>
                  <a:pt x="16100" y="63825"/>
                </a:cubicBezTo>
                <a:cubicBezTo>
                  <a:pt x="16365" y="64046"/>
                  <a:pt x="16630" y="64296"/>
                  <a:pt x="16969" y="64561"/>
                </a:cubicBezTo>
                <a:cubicBezTo>
                  <a:pt x="18058" y="65473"/>
                  <a:pt x="19382" y="66680"/>
                  <a:pt x="19941" y="68211"/>
                </a:cubicBezTo>
                <a:cubicBezTo>
                  <a:pt x="20221" y="68932"/>
                  <a:pt x="20486" y="69756"/>
                  <a:pt x="20354" y="70639"/>
                </a:cubicBezTo>
                <a:cubicBezTo>
                  <a:pt x="20192" y="71816"/>
                  <a:pt x="19471" y="72758"/>
                  <a:pt x="18911" y="73347"/>
                </a:cubicBezTo>
                <a:cubicBezTo>
                  <a:pt x="18617" y="73656"/>
                  <a:pt x="18293" y="73950"/>
                  <a:pt x="17925" y="74200"/>
                </a:cubicBezTo>
                <a:cubicBezTo>
                  <a:pt x="17145" y="74774"/>
                  <a:pt x="16292" y="75230"/>
                  <a:pt x="15453" y="75657"/>
                </a:cubicBezTo>
                <a:cubicBezTo>
                  <a:pt x="15011" y="75893"/>
                  <a:pt x="14541" y="76143"/>
                  <a:pt x="14099" y="76393"/>
                </a:cubicBezTo>
                <a:cubicBezTo>
                  <a:pt x="12716" y="77202"/>
                  <a:pt x="11435" y="78218"/>
                  <a:pt x="10287" y="79395"/>
                </a:cubicBezTo>
                <a:cubicBezTo>
                  <a:pt x="9331" y="80381"/>
                  <a:pt x="8669" y="81338"/>
                  <a:pt x="8242" y="82324"/>
                </a:cubicBezTo>
                <a:cubicBezTo>
                  <a:pt x="8006" y="82868"/>
                  <a:pt x="7859" y="83442"/>
                  <a:pt x="7786" y="84016"/>
                </a:cubicBezTo>
                <a:cubicBezTo>
                  <a:pt x="7712" y="84619"/>
                  <a:pt x="7756" y="85267"/>
                  <a:pt x="7874" y="86106"/>
                </a:cubicBezTo>
                <a:cubicBezTo>
                  <a:pt x="8124" y="87725"/>
                  <a:pt x="8595" y="89240"/>
                  <a:pt x="9301" y="90609"/>
                </a:cubicBezTo>
                <a:lnTo>
                  <a:pt x="9346" y="90580"/>
                </a:lnTo>
                <a:cubicBezTo>
                  <a:pt x="8669" y="89196"/>
                  <a:pt x="8198" y="87695"/>
                  <a:pt x="7933" y="86091"/>
                </a:cubicBezTo>
                <a:cubicBezTo>
                  <a:pt x="7800" y="85238"/>
                  <a:pt x="7786" y="84619"/>
                  <a:pt x="7845" y="84016"/>
                </a:cubicBezTo>
                <a:cubicBezTo>
                  <a:pt x="7903" y="83457"/>
                  <a:pt x="8051" y="82883"/>
                  <a:pt x="8286" y="82338"/>
                </a:cubicBezTo>
                <a:cubicBezTo>
                  <a:pt x="8683" y="81367"/>
                  <a:pt x="9346" y="80425"/>
                  <a:pt x="10302" y="79425"/>
                </a:cubicBezTo>
                <a:cubicBezTo>
                  <a:pt x="11450" y="78247"/>
                  <a:pt x="12716" y="77261"/>
                  <a:pt x="14099" y="76452"/>
                </a:cubicBezTo>
                <a:cubicBezTo>
                  <a:pt x="14541" y="76187"/>
                  <a:pt x="14997" y="75952"/>
                  <a:pt x="15453" y="75716"/>
                </a:cubicBezTo>
                <a:cubicBezTo>
                  <a:pt x="16292" y="75275"/>
                  <a:pt x="17145" y="74833"/>
                  <a:pt x="17940" y="74244"/>
                </a:cubicBezTo>
                <a:cubicBezTo>
                  <a:pt x="18308" y="73965"/>
                  <a:pt x="18646" y="73670"/>
                  <a:pt x="18941" y="73361"/>
                </a:cubicBezTo>
                <a:cubicBezTo>
                  <a:pt x="19500" y="72773"/>
                  <a:pt x="20221" y="71816"/>
                  <a:pt x="20383" y="70624"/>
                </a:cubicBezTo>
                <a:cubicBezTo>
                  <a:pt x="20515" y="69712"/>
                  <a:pt x="20236" y="68873"/>
                  <a:pt x="19986" y="68152"/>
                </a:cubicBezTo>
                <a:cubicBezTo>
                  <a:pt x="19397" y="66607"/>
                  <a:pt x="18072" y="65370"/>
                  <a:pt x="16983" y="64487"/>
                </a:cubicBezTo>
                <a:cubicBezTo>
                  <a:pt x="16674" y="64237"/>
                  <a:pt x="16395" y="64002"/>
                  <a:pt x="16115" y="63781"/>
                </a:cubicBezTo>
                <a:cubicBezTo>
                  <a:pt x="14305" y="62162"/>
                  <a:pt x="13098" y="60337"/>
                  <a:pt x="12569" y="58336"/>
                </a:cubicBezTo>
                <a:cubicBezTo>
                  <a:pt x="12501" y="58067"/>
                  <a:pt x="12451" y="57824"/>
                  <a:pt x="12418" y="57593"/>
                </a:cubicBezTo>
                <a:lnTo>
                  <a:pt x="12418" y="57593"/>
                </a:lnTo>
                <a:cubicBezTo>
                  <a:pt x="12399" y="57600"/>
                  <a:pt x="12380" y="57606"/>
                  <a:pt x="12359" y="57612"/>
                </a:cubicBezTo>
                <a:lnTo>
                  <a:pt x="12359" y="57612"/>
                </a:lnTo>
                <a:cubicBezTo>
                  <a:pt x="12354" y="57580"/>
                  <a:pt x="12350" y="57548"/>
                  <a:pt x="12346" y="57517"/>
                </a:cubicBezTo>
                <a:close/>
                <a:moveTo>
                  <a:pt x="12713" y="57382"/>
                </a:moveTo>
                <a:lnTo>
                  <a:pt x="12713" y="57382"/>
                </a:lnTo>
                <a:cubicBezTo>
                  <a:pt x="12715" y="57400"/>
                  <a:pt x="12716" y="57419"/>
                  <a:pt x="12716" y="57438"/>
                </a:cubicBezTo>
                <a:cubicBezTo>
                  <a:pt x="12718" y="57437"/>
                  <a:pt x="12720" y="57436"/>
                  <a:pt x="12722" y="57435"/>
                </a:cubicBezTo>
                <a:lnTo>
                  <a:pt x="12722" y="57435"/>
                </a:lnTo>
                <a:cubicBezTo>
                  <a:pt x="12747" y="57578"/>
                  <a:pt x="12775" y="57722"/>
                  <a:pt x="12804" y="57865"/>
                </a:cubicBezTo>
                <a:cubicBezTo>
                  <a:pt x="13290" y="59970"/>
                  <a:pt x="14496" y="61912"/>
                  <a:pt x="16410" y="63649"/>
                </a:cubicBezTo>
                <a:cubicBezTo>
                  <a:pt x="16689" y="63884"/>
                  <a:pt x="16969" y="64149"/>
                  <a:pt x="17293" y="64414"/>
                </a:cubicBezTo>
                <a:cubicBezTo>
                  <a:pt x="18499" y="65429"/>
                  <a:pt x="19794" y="66680"/>
                  <a:pt x="20339" y="68240"/>
                </a:cubicBezTo>
                <a:cubicBezTo>
                  <a:pt x="20589" y="68976"/>
                  <a:pt x="20795" y="69785"/>
                  <a:pt x="20648" y="70654"/>
                </a:cubicBezTo>
                <a:cubicBezTo>
                  <a:pt x="20442" y="71816"/>
                  <a:pt x="19765" y="72729"/>
                  <a:pt x="19206" y="73303"/>
                </a:cubicBezTo>
                <a:cubicBezTo>
                  <a:pt x="18911" y="73612"/>
                  <a:pt x="18602" y="73891"/>
                  <a:pt x="18234" y="74171"/>
                </a:cubicBezTo>
                <a:cubicBezTo>
                  <a:pt x="17499" y="74745"/>
                  <a:pt x="16674" y="75186"/>
                  <a:pt x="15880" y="75628"/>
                </a:cubicBezTo>
                <a:cubicBezTo>
                  <a:pt x="15438" y="75878"/>
                  <a:pt x="14967" y="76113"/>
                  <a:pt x="14526" y="76393"/>
                </a:cubicBezTo>
                <a:cubicBezTo>
                  <a:pt x="13157" y="77217"/>
                  <a:pt x="11921" y="78247"/>
                  <a:pt x="10817" y="79454"/>
                </a:cubicBezTo>
                <a:cubicBezTo>
                  <a:pt x="9905" y="80440"/>
                  <a:pt x="9257" y="81397"/>
                  <a:pt x="8875" y="82397"/>
                </a:cubicBezTo>
                <a:cubicBezTo>
                  <a:pt x="8639" y="82942"/>
                  <a:pt x="8492" y="83516"/>
                  <a:pt x="8433" y="84060"/>
                </a:cubicBezTo>
                <a:cubicBezTo>
                  <a:pt x="8360" y="84678"/>
                  <a:pt x="8374" y="85341"/>
                  <a:pt x="8492" y="86150"/>
                </a:cubicBezTo>
                <a:cubicBezTo>
                  <a:pt x="8713" y="87739"/>
                  <a:pt x="9169" y="89255"/>
                  <a:pt x="9846" y="90638"/>
                </a:cubicBezTo>
                <a:lnTo>
                  <a:pt x="9905" y="90594"/>
                </a:lnTo>
                <a:cubicBezTo>
                  <a:pt x="9228" y="89240"/>
                  <a:pt x="8757" y="87725"/>
                  <a:pt x="8536" y="86121"/>
                </a:cubicBezTo>
                <a:cubicBezTo>
                  <a:pt x="8433" y="85311"/>
                  <a:pt x="8418" y="84649"/>
                  <a:pt x="8492" y="84060"/>
                </a:cubicBezTo>
                <a:cubicBezTo>
                  <a:pt x="8536" y="83516"/>
                  <a:pt x="8683" y="82957"/>
                  <a:pt x="8934" y="82412"/>
                </a:cubicBezTo>
                <a:cubicBezTo>
                  <a:pt x="9331" y="81441"/>
                  <a:pt x="9964" y="80484"/>
                  <a:pt x="10876" y="79483"/>
                </a:cubicBezTo>
                <a:cubicBezTo>
                  <a:pt x="11965" y="78291"/>
                  <a:pt x="13216" y="77276"/>
                  <a:pt x="14555" y="76437"/>
                </a:cubicBezTo>
                <a:cubicBezTo>
                  <a:pt x="14997" y="76158"/>
                  <a:pt x="15453" y="75893"/>
                  <a:pt x="15894" y="75657"/>
                </a:cubicBezTo>
                <a:cubicBezTo>
                  <a:pt x="16689" y="75216"/>
                  <a:pt x="17513" y="74759"/>
                  <a:pt x="18279" y="74186"/>
                </a:cubicBezTo>
                <a:cubicBezTo>
                  <a:pt x="18617" y="73906"/>
                  <a:pt x="18955" y="73612"/>
                  <a:pt x="19250" y="73317"/>
                </a:cubicBezTo>
                <a:cubicBezTo>
                  <a:pt x="19794" y="72729"/>
                  <a:pt x="20501" y="71816"/>
                  <a:pt x="20707" y="70639"/>
                </a:cubicBezTo>
                <a:cubicBezTo>
                  <a:pt x="20854" y="69771"/>
                  <a:pt x="20648" y="68947"/>
                  <a:pt x="20383" y="68196"/>
                </a:cubicBezTo>
                <a:cubicBezTo>
                  <a:pt x="19853" y="66621"/>
                  <a:pt x="18543" y="65356"/>
                  <a:pt x="17337" y="64340"/>
                </a:cubicBezTo>
                <a:cubicBezTo>
                  <a:pt x="17028" y="64075"/>
                  <a:pt x="16733" y="63825"/>
                  <a:pt x="16454" y="63575"/>
                </a:cubicBezTo>
                <a:cubicBezTo>
                  <a:pt x="14555" y="61868"/>
                  <a:pt x="13363" y="59925"/>
                  <a:pt x="12878" y="57836"/>
                </a:cubicBezTo>
                <a:cubicBezTo>
                  <a:pt x="12850" y="57688"/>
                  <a:pt x="12822" y="57535"/>
                  <a:pt x="12798" y="57395"/>
                </a:cubicBezTo>
                <a:lnTo>
                  <a:pt x="12798" y="57395"/>
                </a:lnTo>
                <a:cubicBezTo>
                  <a:pt x="12774" y="57408"/>
                  <a:pt x="12749" y="57422"/>
                  <a:pt x="12722" y="57435"/>
                </a:cubicBezTo>
                <a:lnTo>
                  <a:pt x="12722" y="57435"/>
                </a:lnTo>
                <a:cubicBezTo>
                  <a:pt x="12719" y="57417"/>
                  <a:pt x="12716" y="57400"/>
                  <a:pt x="12713" y="57382"/>
                </a:cubicBezTo>
                <a:close/>
                <a:moveTo>
                  <a:pt x="13226" y="57150"/>
                </a:moveTo>
                <a:lnTo>
                  <a:pt x="13088" y="57230"/>
                </a:lnTo>
                <a:lnTo>
                  <a:pt x="13088" y="57230"/>
                </a:lnTo>
                <a:cubicBezTo>
                  <a:pt x="13086" y="57219"/>
                  <a:pt x="13084" y="57209"/>
                  <a:pt x="13083" y="57199"/>
                </a:cubicBezTo>
                <a:lnTo>
                  <a:pt x="13083" y="57199"/>
                </a:lnTo>
                <a:cubicBezTo>
                  <a:pt x="13083" y="57210"/>
                  <a:pt x="13084" y="57221"/>
                  <a:pt x="13084" y="57232"/>
                </a:cubicBezTo>
                <a:lnTo>
                  <a:pt x="13088" y="57230"/>
                </a:lnTo>
                <a:lnTo>
                  <a:pt x="13088" y="57230"/>
                </a:lnTo>
                <a:cubicBezTo>
                  <a:pt x="13098" y="57283"/>
                  <a:pt x="13111" y="57337"/>
                  <a:pt x="13128" y="57394"/>
                </a:cubicBezTo>
                <a:cubicBezTo>
                  <a:pt x="13540" y="59557"/>
                  <a:pt x="14761" y="61603"/>
                  <a:pt x="16748" y="63443"/>
                </a:cubicBezTo>
                <a:cubicBezTo>
                  <a:pt x="17028" y="63707"/>
                  <a:pt x="17322" y="63958"/>
                  <a:pt x="17646" y="64252"/>
                </a:cubicBezTo>
                <a:cubicBezTo>
                  <a:pt x="18970" y="65400"/>
                  <a:pt x="20236" y="66665"/>
                  <a:pt x="20736" y="68270"/>
                </a:cubicBezTo>
                <a:cubicBezTo>
                  <a:pt x="20942" y="68902"/>
                  <a:pt x="21148" y="69771"/>
                  <a:pt x="20957" y="70639"/>
                </a:cubicBezTo>
                <a:cubicBezTo>
                  <a:pt x="20736" y="71757"/>
                  <a:pt x="20059" y="72684"/>
                  <a:pt x="19529" y="73229"/>
                </a:cubicBezTo>
                <a:cubicBezTo>
                  <a:pt x="19250" y="73523"/>
                  <a:pt x="18911" y="73818"/>
                  <a:pt x="18588" y="74097"/>
                </a:cubicBezTo>
                <a:cubicBezTo>
                  <a:pt x="17866" y="74642"/>
                  <a:pt x="17101" y="75113"/>
                  <a:pt x="16336" y="75554"/>
                </a:cubicBezTo>
                <a:cubicBezTo>
                  <a:pt x="15894" y="75804"/>
                  <a:pt x="15424" y="76084"/>
                  <a:pt x="14997" y="76378"/>
                </a:cubicBezTo>
                <a:cubicBezTo>
                  <a:pt x="13672" y="77247"/>
                  <a:pt x="12466" y="78291"/>
                  <a:pt x="11406" y="79498"/>
                </a:cubicBezTo>
                <a:cubicBezTo>
                  <a:pt x="10552" y="80514"/>
                  <a:pt x="9920" y="81470"/>
                  <a:pt x="9537" y="82471"/>
                </a:cubicBezTo>
                <a:cubicBezTo>
                  <a:pt x="9316" y="83015"/>
                  <a:pt x="9169" y="83575"/>
                  <a:pt x="9110" y="84119"/>
                </a:cubicBezTo>
                <a:cubicBezTo>
                  <a:pt x="9037" y="84722"/>
                  <a:pt x="9051" y="85385"/>
                  <a:pt x="9154" y="86179"/>
                </a:cubicBezTo>
                <a:cubicBezTo>
                  <a:pt x="9346" y="87783"/>
                  <a:pt x="9787" y="89270"/>
                  <a:pt x="10479" y="90638"/>
                </a:cubicBezTo>
                <a:lnTo>
                  <a:pt x="10523" y="90594"/>
                </a:lnTo>
                <a:cubicBezTo>
                  <a:pt x="9846" y="89255"/>
                  <a:pt x="9404" y="87769"/>
                  <a:pt x="9228" y="86165"/>
                </a:cubicBezTo>
                <a:cubicBezTo>
                  <a:pt x="9125" y="85370"/>
                  <a:pt x="9110" y="84722"/>
                  <a:pt x="9184" y="84119"/>
                </a:cubicBezTo>
                <a:cubicBezTo>
                  <a:pt x="9257" y="83575"/>
                  <a:pt x="9390" y="83015"/>
                  <a:pt x="9611" y="82486"/>
                </a:cubicBezTo>
                <a:cubicBezTo>
                  <a:pt x="9993" y="81514"/>
                  <a:pt x="10597" y="80558"/>
                  <a:pt x="11480" y="79542"/>
                </a:cubicBezTo>
                <a:cubicBezTo>
                  <a:pt x="12539" y="78350"/>
                  <a:pt x="13746" y="77291"/>
                  <a:pt x="15070" y="76437"/>
                </a:cubicBezTo>
                <a:cubicBezTo>
                  <a:pt x="15512" y="76143"/>
                  <a:pt x="15968" y="75878"/>
                  <a:pt x="16410" y="75598"/>
                </a:cubicBezTo>
                <a:cubicBezTo>
                  <a:pt x="17175" y="75157"/>
                  <a:pt x="17955" y="74701"/>
                  <a:pt x="18676" y="74156"/>
                </a:cubicBezTo>
                <a:cubicBezTo>
                  <a:pt x="19029" y="73877"/>
                  <a:pt x="19338" y="73582"/>
                  <a:pt x="19632" y="73288"/>
                </a:cubicBezTo>
                <a:cubicBezTo>
                  <a:pt x="20162" y="72714"/>
                  <a:pt x="20869" y="71801"/>
                  <a:pt x="21089" y="70654"/>
                </a:cubicBezTo>
                <a:cubicBezTo>
                  <a:pt x="21266" y="69756"/>
                  <a:pt x="21075" y="68888"/>
                  <a:pt x="20869" y="68240"/>
                </a:cubicBezTo>
                <a:cubicBezTo>
                  <a:pt x="20383" y="66651"/>
                  <a:pt x="19088" y="65356"/>
                  <a:pt x="17763" y="64223"/>
                </a:cubicBezTo>
                <a:cubicBezTo>
                  <a:pt x="17425" y="63943"/>
                  <a:pt x="17131" y="63663"/>
                  <a:pt x="16851" y="63413"/>
                </a:cubicBezTo>
                <a:cubicBezTo>
                  <a:pt x="14894" y="61574"/>
                  <a:pt x="13672" y="59543"/>
                  <a:pt x="13275" y="57379"/>
                </a:cubicBezTo>
                <a:cubicBezTo>
                  <a:pt x="13252" y="57302"/>
                  <a:pt x="13237" y="57225"/>
                  <a:pt x="13226" y="57150"/>
                </a:cubicBezTo>
                <a:close/>
                <a:moveTo>
                  <a:pt x="14399" y="56145"/>
                </a:moveTo>
                <a:cubicBezTo>
                  <a:pt x="14392" y="56150"/>
                  <a:pt x="14385" y="56154"/>
                  <a:pt x="14379" y="56158"/>
                </a:cubicBezTo>
                <a:cubicBezTo>
                  <a:pt x="14379" y="56232"/>
                  <a:pt x="14393" y="56305"/>
                  <a:pt x="14393" y="56379"/>
                </a:cubicBezTo>
                <a:cubicBezTo>
                  <a:pt x="14405" y="56367"/>
                  <a:pt x="14417" y="56357"/>
                  <a:pt x="14429" y="56346"/>
                </a:cubicBezTo>
                <a:lnTo>
                  <a:pt x="14429" y="56346"/>
                </a:lnTo>
                <a:cubicBezTo>
                  <a:pt x="14763" y="58469"/>
                  <a:pt x="15946" y="60568"/>
                  <a:pt x="18028" y="62721"/>
                </a:cubicBezTo>
                <a:cubicBezTo>
                  <a:pt x="18352" y="63045"/>
                  <a:pt x="18661" y="63354"/>
                  <a:pt x="19014" y="63678"/>
                </a:cubicBezTo>
                <a:cubicBezTo>
                  <a:pt x="20412" y="64988"/>
                  <a:pt x="21972" y="66459"/>
                  <a:pt x="22296" y="68417"/>
                </a:cubicBezTo>
                <a:cubicBezTo>
                  <a:pt x="22429" y="69197"/>
                  <a:pt x="22370" y="69977"/>
                  <a:pt x="22149" y="70698"/>
                </a:cubicBezTo>
                <a:cubicBezTo>
                  <a:pt x="21899" y="71507"/>
                  <a:pt x="21398" y="72331"/>
                  <a:pt x="20721" y="73067"/>
                </a:cubicBezTo>
                <a:cubicBezTo>
                  <a:pt x="20457" y="73347"/>
                  <a:pt x="20192" y="73612"/>
                  <a:pt x="19868" y="73891"/>
                </a:cubicBezTo>
                <a:cubicBezTo>
                  <a:pt x="19309" y="74392"/>
                  <a:pt x="18676" y="74848"/>
                  <a:pt x="18072" y="75289"/>
                </a:cubicBezTo>
                <a:cubicBezTo>
                  <a:pt x="17616" y="75628"/>
                  <a:pt x="17145" y="75966"/>
                  <a:pt x="16704" y="76319"/>
                </a:cubicBezTo>
                <a:cubicBezTo>
                  <a:pt x="15482" y="77320"/>
                  <a:pt x="14408" y="78453"/>
                  <a:pt x="13525" y="79704"/>
                </a:cubicBezTo>
                <a:cubicBezTo>
                  <a:pt x="12833" y="80705"/>
                  <a:pt x="12318" y="81735"/>
                  <a:pt x="11965" y="82736"/>
                </a:cubicBezTo>
                <a:cubicBezTo>
                  <a:pt x="11774" y="83280"/>
                  <a:pt x="11656" y="83810"/>
                  <a:pt x="11583" y="84340"/>
                </a:cubicBezTo>
                <a:cubicBezTo>
                  <a:pt x="11480" y="84973"/>
                  <a:pt x="11465" y="85635"/>
                  <a:pt x="11509" y="86327"/>
                </a:cubicBezTo>
                <a:cubicBezTo>
                  <a:pt x="11597" y="87886"/>
                  <a:pt x="11965" y="89343"/>
                  <a:pt x="12642" y="90653"/>
                </a:cubicBezTo>
                <a:lnTo>
                  <a:pt x="12701" y="90609"/>
                </a:lnTo>
                <a:cubicBezTo>
                  <a:pt x="12039" y="89329"/>
                  <a:pt x="11656" y="87872"/>
                  <a:pt x="11583" y="86327"/>
                </a:cubicBezTo>
                <a:cubicBezTo>
                  <a:pt x="11538" y="85635"/>
                  <a:pt x="11553" y="84973"/>
                  <a:pt x="11656" y="84340"/>
                </a:cubicBezTo>
                <a:cubicBezTo>
                  <a:pt x="11730" y="83810"/>
                  <a:pt x="11847" y="83280"/>
                  <a:pt x="12039" y="82736"/>
                </a:cubicBezTo>
                <a:cubicBezTo>
                  <a:pt x="12362" y="81735"/>
                  <a:pt x="12907" y="80720"/>
                  <a:pt x="13599" y="79719"/>
                </a:cubicBezTo>
                <a:cubicBezTo>
                  <a:pt x="14467" y="78468"/>
                  <a:pt x="15527" y="77350"/>
                  <a:pt x="16763" y="76364"/>
                </a:cubicBezTo>
                <a:cubicBezTo>
                  <a:pt x="17204" y="76010"/>
                  <a:pt x="17660" y="75657"/>
                  <a:pt x="18131" y="75333"/>
                </a:cubicBezTo>
                <a:cubicBezTo>
                  <a:pt x="18735" y="74892"/>
                  <a:pt x="19353" y="74421"/>
                  <a:pt x="19927" y="73935"/>
                </a:cubicBezTo>
                <a:cubicBezTo>
                  <a:pt x="20236" y="73656"/>
                  <a:pt x="20530" y="73376"/>
                  <a:pt x="20795" y="73097"/>
                </a:cubicBezTo>
                <a:cubicBezTo>
                  <a:pt x="21472" y="72346"/>
                  <a:pt x="21987" y="71522"/>
                  <a:pt x="22252" y="70712"/>
                </a:cubicBezTo>
                <a:cubicBezTo>
                  <a:pt x="22487" y="69977"/>
                  <a:pt x="22546" y="69197"/>
                  <a:pt x="22414" y="68387"/>
                </a:cubicBezTo>
                <a:cubicBezTo>
                  <a:pt x="22075" y="66430"/>
                  <a:pt x="20501" y="64929"/>
                  <a:pt x="19103" y="63634"/>
                </a:cubicBezTo>
                <a:cubicBezTo>
                  <a:pt x="18749" y="63295"/>
                  <a:pt x="18426" y="62986"/>
                  <a:pt x="18131" y="62677"/>
                </a:cubicBezTo>
                <a:cubicBezTo>
                  <a:pt x="16026" y="60501"/>
                  <a:pt x="14842" y="58406"/>
                  <a:pt x="14526" y="56275"/>
                </a:cubicBezTo>
                <a:lnTo>
                  <a:pt x="14526" y="56275"/>
                </a:lnTo>
                <a:cubicBezTo>
                  <a:pt x="14493" y="56297"/>
                  <a:pt x="14460" y="56320"/>
                  <a:pt x="14429" y="56346"/>
                </a:cubicBezTo>
                <a:lnTo>
                  <a:pt x="14429" y="56346"/>
                </a:lnTo>
                <a:cubicBezTo>
                  <a:pt x="14418" y="56279"/>
                  <a:pt x="14408" y="56212"/>
                  <a:pt x="14399" y="56145"/>
                </a:cubicBezTo>
                <a:close/>
                <a:moveTo>
                  <a:pt x="14423" y="0"/>
                </a:moveTo>
                <a:lnTo>
                  <a:pt x="14379" y="44"/>
                </a:lnTo>
                <a:cubicBezTo>
                  <a:pt x="15527" y="2281"/>
                  <a:pt x="15733" y="5122"/>
                  <a:pt x="14923" y="7785"/>
                </a:cubicBezTo>
                <a:cubicBezTo>
                  <a:pt x="14202" y="10155"/>
                  <a:pt x="12701" y="12421"/>
                  <a:pt x="10567" y="14334"/>
                </a:cubicBezTo>
                <a:cubicBezTo>
                  <a:pt x="10126" y="14731"/>
                  <a:pt x="9640" y="15129"/>
                  <a:pt x="9184" y="15511"/>
                </a:cubicBezTo>
                <a:cubicBezTo>
                  <a:pt x="8374" y="16174"/>
                  <a:pt x="7535" y="16865"/>
                  <a:pt x="6814" y="17660"/>
                </a:cubicBezTo>
                <a:cubicBezTo>
                  <a:pt x="6064" y="18514"/>
                  <a:pt x="4813" y="20221"/>
                  <a:pt x="5004" y="22207"/>
                </a:cubicBezTo>
                <a:cubicBezTo>
                  <a:pt x="5210" y="24223"/>
                  <a:pt x="6844" y="25813"/>
                  <a:pt x="8271" y="27196"/>
                </a:cubicBezTo>
                <a:lnTo>
                  <a:pt x="8418" y="27343"/>
                </a:lnTo>
                <a:cubicBezTo>
                  <a:pt x="10302" y="29183"/>
                  <a:pt x="12760" y="31905"/>
                  <a:pt x="13098" y="35099"/>
                </a:cubicBezTo>
                <a:cubicBezTo>
                  <a:pt x="12024" y="36026"/>
                  <a:pt x="11215" y="37056"/>
                  <a:pt x="10670" y="38175"/>
                </a:cubicBezTo>
                <a:cubicBezTo>
                  <a:pt x="9611" y="40456"/>
                  <a:pt x="9890" y="43119"/>
                  <a:pt x="11376" y="44723"/>
                </a:cubicBezTo>
                <a:cubicBezTo>
                  <a:pt x="11391" y="44738"/>
                  <a:pt x="11406" y="44782"/>
                  <a:pt x="11450" y="44797"/>
                </a:cubicBezTo>
                <a:lnTo>
                  <a:pt x="11509" y="44753"/>
                </a:lnTo>
                <a:cubicBezTo>
                  <a:pt x="11538" y="44782"/>
                  <a:pt x="11597" y="44782"/>
                  <a:pt x="11627" y="44797"/>
                </a:cubicBezTo>
                <a:cubicBezTo>
                  <a:pt x="11656" y="44812"/>
                  <a:pt x="11671" y="44856"/>
                  <a:pt x="11700" y="44871"/>
                </a:cubicBezTo>
                <a:lnTo>
                  <a:pt x="11744" y="44826"/>
                </a:lnTo>
                <a:cubicBezTo>
                  <a:pt x="11803" y="44856"/>
                  <a:pt x="11847" y="44871"/>
                  <a:pt x="11892" y="44885"/>
                </a:cubicBezTo>
                <a:lnTo>
                  <a:pt x="11950" y="44944"/>
                </a:lnTo>
                <a:lnTo>
                  <a:pt x="11980" y="44900"/>
                </a:lnTo>
                <a:cubicBezTo>
                  <a:pt x="12053" y="44929"/>
                  <a:pt x="12112" y="44959"/>
                  <a:pt x="12186" y="44974"/>
                </a:cubicBezTo>
                <a:lnTo>
                  <a:pt x="12201" y="45003"/>
                </a:lnTo>
                <a:lnTo>
                  <a:pt x="12215" y="44974"/>
                </a:lnTo>
                <a:cubicBezTo>
                  <a:pt x="12716" y="45180"/>
                  <a:pt x="13172" y="45474"/>
                  <a:pt x="13599" y="45827"/>
                </a:cubicBezTo>
                <a:cubicBezTo>
                  <a:pt x="13599" y="45827"/>
                  <a:pt x="13613" y="45827"/>
                  <a:pt x="13613" y="45842"/>
                </a:cubicBezTo>
                <a:lnTo>
                  <a:pt x="13672" y="45901"/>
                </a:lnTo>
                <a:cubicBezTo>
                  <a:pt x="14040" y="46224"/>
                  <a:pt x="14379" y="46636"/>
                  <a:pt x="14644" y="47078"/>
                </a:cubicBezTo>
                <a:cubicBezTo>
                  <a:pt x="14717" y="47210"/>
                  <a:pt x="14791" y="47328"/>
                  <a:pt x="14850" y="47461"/>
                </a:cubicBezTo>
                <a:cubicBezTo>
                  <a:pt x="14997" y="47770"/>
                  <a:pt x="15129" y="48108"/>
                  <a:pt x="15203" y="48432"/>
                </a:cubicBezTo>
                <a:cubicBezTo>
                  <a:pt x="15335" y="49006"/>
                  <a:pt x="15379" y="49609"/>
                  <a:pt x="15306" y="50198"/>
                </a:cubicBezTo>
                <a:cubicBezTo>
                  <a:pt x="15262" y="50639"/>
                  <a:pt x="15159" y="51066"/>
                  <a:pt x="15011" y="51493"/>
                </a:cubicBezTo>
                <a:cubicBezTo>
                  <a:pt x="14997" y="51566"/>
                  <a:pt x="14967" y="51640"/>
                  <a:pt x="14923" y="51714"/>
                </a:cubicBezTo>
                <a:cubicBezTo>
                  <a:pt x="14864" y="51861"/>
                  <a:pt x="14820" y="51993"/>
                  <a:pt x="14747" y="52140"/>
                </a:cubicBezTo>
                <a:cubicBezTo>
                  <a:pt x="14599" y="52435"/>
                  <a:pt x="14423" y="52729"/>
                  <a:pt x="14261" y="53023"/>
                </a:cubicBezTo>
                <a:cubicBezTo>
                  <a:pt x="14261" y="53038"/>
                  <a:pt x="14246" y="53053"/>
                  <a:pt x="14246" y="53053"/>
                </a:cubicBezTo>
                <a:cubicBezTo>
                  <a:pt x="14202" y="53126"/>
                  <a:pt x="14158" y="53200"/>
                  <a:pt x="14099" y="53274"/>
                </a:cubicBezTo>
                <a:cubicBezTo>
                  <a:pt x="14011" y="53421"/>
                  <a:pt x="13893" y="53583"/>
                  <a:pt x="13805" y="53730"/>
                </a:cubicBezTo>
                <a:cubicBezTo>
                  <a:pt x="13658" y="53921"/>
                  <a:pt x="13525" y="54127"/>
                  <a:pt x="13393" y="54318"/>
                </a:cubicBezTo>
                <a:cubicBezTo>
                  <a:pt x="13275" y="54495"/>
                  <a:pt x="13142" y="54672"/>
                  <a:pt x="13010" y="54863"/>
                </a:cubicBezTo>
                <a:lnTo>
                  <a:pt x="12627" y="55349"/>
                </a:lnTo>
                <a:cubicBezTo>
                  <a:pt x="12495" y="55496"/>
                  <a:pt x="12362" y="55672"/>
                  <a:pt x="12259" y="55834"/>
                </a:cubicBezTo>
                <a:cubicBezTo>
                  <a:pt x="12127" y="55981"/>
                  <a:pt x="11995" y="56129"/>
                  <a:pt x="11892" y="56290"/>
                </a:cubicBezTo>
                <a:cubicBezTo>
                  <a:pt x="11759" y="56438"/>
                  <a:pt x="11627" y="56585"/>
                  <a:pt x="11524" y="56732"/>
                </a:cubicBezTo>
                <a:cubicBezTo>
                  <a:pt x="11391" y="56879"/>
                  <a:pt x="11288" y="57026"/>
                  <a:pt x="11156" y="57173"/>
                </a:cubicBezTo>
                <a:cubicBezTo>
                  <a:pt x="11023" y="57306"/>
                  <a:pt x="10920" y="57453"/>
                  <a:pt x="10803" y="57600"/>
                </a:cubicBezTo>
                <a:cubicBezTo>
                  <a:pt x="10670" y="57733"/>
                  <a:pt x="10567" y="57880"/>
                  <a:pt x="10449" y="58027"/>
                </a:cubicBezTo>
                <a:cubicBezTo>
                  <a:pt x="10332" y="58145"/>
                  <a:pt x="10214" y="58292"/>
                  <a:pt x="10111" y="58439"/>
                </a:cubicBezTo>
                <a:cubicBezTo>
                  <a:pt x="9978" y="58571"/>
                  <a:pt x="9861" y="58719"/>
                  <a:pt x="9758" y="58866"/>
                </a:cubicBezTo>
                <a:cubicBezTo>
                  <a:pt x="9625" y="58998"/>
                  <a:pt x="9522" y="59145"/>
                  <a:pt x="9404" y="59278"/>
                </a:cubicBezTo>
                <a:cubicBezTo>
                  <a:pt x="9272" y="59396"/>
                  <a:pt x="9169" y="59528"/>
                  <a:pt x="9051" y="59675"/>
                </a:cubicBezTo>
                <a:cubicBezTo>
                  <a:pt x="8728" y="60028"/>
                  <a:pt x="8448" y="60411"/>
                  <a:pt x="8271" y="60867"/>
                </a:cubicBezTo>
                <a:cubicBezTo>
                  <a:pt x="7771" y="62089"/>
                  <a:pt x="8051" y="63590"/>
                  <a:pt x="8934" y="64532"/>
                </a:cubicBezTo>
                <a:cubicBezTo>
                  <a:pt x="9699" y="65341"/>
                  <a:pt x="10803" y="65724"/>
                  <a:pt x="11877" y="66092"/>
                </a:cubicBezTo>
                <a:cubicBezTo>
                  <a:pt x="11995" y="66150"/>
                  <a:pt x="12142" y="66195"/>
                  <a:pt x="12274" y="66239"/>
                </a:cubicBezTo>
                <a:cubicBezTo>
                  <a:pt x="13157" y="66562"/>
                  <a:pt x="14261" y="67004"/>
                  <a:pt x="15188" y="67740"/>
                </a:cubicBezTo>
                <a:cubicBezTo>
                  <a:pt x="16100" y="68490"/>
                  <a:pt x="16689" y="69476"/>
                  <a:pt x="16822" y="70477"/>
                </a:cubicBezTo>
                <a:cubicBezTo>
                  <a:pt x="17042" y="72346"/>
                  <a:pt x="15600" y="74038"/>
                  <a:pt x="14099" y="74892"/>
                </a:cubicBezTo>
                <a:cubicBezTo>
                  <a:pt x="12907" y="75569"/>
                  <a:pt x="11524" y="75907"/>
                  <a:pt x="10199" y="76231"/>
                </a:cubicBezTo>
                <a:cubicBezTo>
                  <a:pt x="9758" y="76349"/>
                  <a:pt x="9301" y="76452"/>
                  <a:pt x="8860" y="76584"/>
                </a:cubicBezTo>
                <a:cubicBezTo>
                  <a:pt x="7050" y="77085"/>
                  <a:pt x="5328" y="77820"/>
                  <a:pt x="3709" y="78718"/>
                </a:cubicBezTo>
                <a:cubicBezTo>
                  <a:pt x="2090" y="79616"/>
                  <a:pt x="133" y="81146"/>
                  <a:pt x="45" y="83266"/>
                </a:cubicBezTo>
                <a:cubicBezTo>
                  <a:pt x="1" y="84046"/>
                  <a:pt x="251" y="84840"/>
                  <a:pt x="501" y="85576"/>
                </a:cubicBezTo>
                <a:cubicBezTo>
                  <a:pt x="1075" y="87254"/>
                  <a:pt x="1752" y="88931"/>
                  <a:pt x="2502" y="90521"/>
                </a:cubicBezTo>
                <a:lnTo>
                  <a:pt x="2561" y="90491"/>
                </a:lnTo>
                <a:cubicBezTo>
                  <a:pt x="1796" y="88887"/>
                  <a:pt x="1134" y="87239"/>
                  <a:pt x="560" y="85561"/>
                </a:cubicBezTo>
                <a:cubicBezTo>
                  <a:pt x="295" y="84825"/>
                  <a:pt x="60" y="84046"/>
                  <a:pt x="104" y="83266"/>
                </a:cubicBezTo>
                <a:cubicBezTo>
                  <a:pt x="192" y="81205"/>
                  <a:pt x="2120" y="79675"/>
                  <a:pt x="3724" y="78777"/>
                </a:cubicBezTo>
                <a:cubicBezTo>
                  <a:pt x="5343" y="77850"/>
                  <a:pt x="7065" y="77129"/>
                  <a:pt x="8860" y="76643"/>
                </a:cubicBezTo>
                <a:cubicBezTo>
                  <a:pt x="9301" y="76511"/>
                  <a:pt x="9758" y="76393"/>
                  <a:pt x="10199" y="76290"/>
                </a:cubicBezTo>
                <a:cubicBezTo>
                  <a:pt x="11524" y="75952"/>
                  <a:pt x="12907" y="75613"/>
                  <a:pt x="14114" y="74921"/>
                </a:cubicBezTo>
                <a:cubicBezTo>
                  <a:pt x="15644" y="74068"/>
                  <a:pt x="17101" y="72346"/>
                  <a:pt x="16880" y="70462"/>
                </a:cubicBezTo>
                <a:cubicBezTo>
                  <a:pt x="16763" y="69447"/>
                  <a:pt x="16159" y="68431"/>
                  <a:pt x="15217" y="67681"/>
                </a:cubicBezTo>
                <a:cubicBezTo>
                  <a:pt x="14305" y="66930"/>
                  <a:pt x="13172" y="66489"/>
                  <a:pt x="12289" y="66165"/>
                </a:cubicBezTo>
                <a:cubicBezTo>
                  <a:pt x="12171" y="66121"/>
                  <a:pt x="12024" y="66077"/>
                  <a:pt x="11892" y="66018"/>
                </a:cubicBezTo>
                <a:cubicBezTo>
                  <a:pt x="10847" y="65650"/>
                  <a:pt x="9743" y="65282"/>
                  <a:pt x="8978" y="64473"/>
                </a:cubicBezTo>
                <a:cubicBezTo>
                  <a:pt x="8095" y="63546"/>
                  <a:pt x="7845" y="62074"/>
                  <a:pt x="8315" y="60897"/>
                </a:cubicBezTo>
                <a:cubicBezTo>
                  <a:pt x="8448" y="60602"/>
                  <a:pt x="8595" y="60337"/>
                  <a:pt x="8786" y="60102"/>
                </a:cubicBezTo>
                <a:lnTo>
                  <a:pt x="8786" y="60102"/>
                </a:lnTo>
                <a:cubicBezTo>
                  <a:pt x="8713" y="60234"/>
                  <a:pt x="8654" y="60337"/>
                  <a:pt x="8595" y="60485"/>
                </a:cubicBezTo>
                <a:cubicBezTo>
                  <a:pt x="8124" y="61647"/>
                  <a:pt x="8374" y="63075"/>
                  <a:pt x="9228" y="64075"/>
                </a:cubicBezTo>
                <a:cubicBezTo>
                  <a:pt x="10037" y="65032"/>
                  <a:pt x="11259" y="65532"/>
                  <a:pt x="12436" y="66003"/>
                </a:cubicBezTo>
                <a:lnTo>
                  <a:pt x="12583" y="66062"/>
                </a:lnTo>
                <a:cubicBezTo>
                  <a:pt x="12804" y="66150"/>
                  <a:pt x="13010" y="66224"/>
                  <a:pt x="13201" y="66312"/>
                </a:cubicBezTo>
                <a:cubicBezTo>
                  <a:pt x="14173" y="66739"/>
                  <a:pt x="14938" y="67225"/>
                  <a:pt x="15571" y="67784"/>
                </a:cubicBezTo>
                <a:cubicBezTo>
                  <a:pt x="16189" y="68358"/>
                  <a:pt x="16983" y="69300"/>
                  <a:pt x="17101" y="70506"/>
                </a:cubicBezTo>
                <a:cubicBezTo>
                  <a:pt x="17204" y="71669"/>
                  <a:pt x="16704" y="72861"/>
                  <a:pt x="15674" y="73891"/>
                </a:cubicBezTo>
                <a:cubicBezTo>
                  <a:pt x="15291" y="74259"/>
                  <a:pt x="14864" y="74598"/>
                  <a:pt x="14393" y="74848"/>
                </a:cubicBezTo>
                <a:cubicBezTo>
                  <a:pt x="13216" y="75510"/>
                  <a:pt x="11892" y="75878"/>
                  <a:pt x="10582" y="76216"/>
                </a:cubicBezTo>
                <a:cubicBezTo>
                  <a:pt x="10140" y="76319"/>
                  <a:pt x="9699" y="76452"/>
                  <a:pt x="9257" y="76584"/>
                </a:cubicBezTo>
                <a:cubicBezTo>
                  <a:pt x="7491" y="77114"/>
                  <a:pt x="5799" y="77850"/>
                  <a:pt x="4224" y="78792"/>
                </a:cubicBezTo>
                <a:cubicBezTo>
                  <a:pt x="2826" y="79616"/>
                  <a:pt x="1811" y="80514"/>
                  <a:pt x="1237" y="81470"/>
                </a:cubicBezTo>
                <a:cubicBezTo>
                  <a:pt x="869" y="82059"/>
                  <a:pt x="692" y="82692"/>
                  <a:pt x="648" y="83310"/>
                </a:cubicBezTo>
                <a:cubicBezTo>
                  <a:pt x="619" y="84104"/>
                  <a:pt x="839" y="84899"/>
                  <a:pt x="1075" y="85620"/>
                </a:cubicBezTo>
                <a:cubicBezTo>
                  <a:pt x="1619" y="87283"/>
                  <a:pt x="2282" y="88946"/>
                  <a:pt x="3047" y="90521"/>
                </a:cubicBezTo>
                <a:lnTo>
                  <a:pt x="3091" y="90491"/>
                </a:lnTo>
                <a:cubicBezTo>
                  <a:pt x="2341" y="88902"/>
                  <a:pt x="1678" y="87268"/>
                  <a:pt x="1134" y="85591"/>
                </a:cubicBezTo>
                <a:cubicBezTo>
                  <a:pt x="884" y="84884"/>
                  <a:pt x="663" y="84090"/>
                  <a:pt x="707" y="83310"/>
                </a:cubicBezTo>
                <a:cubicBezTo>
                  <a:pt x="736" y="82692"/>
                  <a:pt x="928" y="82088"/>
                  <a:pt x="1281" y="81500"/>
                </a:cubicBezTo>
                <a:cubicBezTo>
                  <a:pt x="1840" y="80543"/>
                  <a:pt x="2841" y="79631"/>
                  <a:pt x="4239" y="78821"/>
                </a:cubicBezTo>
                <a:cubicBezTo>
                  <a:pt x="5814" y="77909"/>
                  <a:pt x="7506" y="77158"/>
                  <a:pt x="9272" y="76643"/>
                </a:cubicBezTo>
                <a:cubicBezTo>
                  <a:pt x="9714" y="76511"/>
                  <a:pt x="10155" y="76378"/>
                  <a:pt x="10597" y="76275"/>
                </a:cubicBezTo>
                <a:cubicBezTo>
                  <a:pt x="11892" y="75922"/>
                  <a:pt x="13231" y="75569"/>
                  <a:pt x="14423" y="74892"/>
                </a:cubicBezTo>
                <a:cubicBezTo>
                  <a:pt x="14908" y="74612"/>
                  <a:pt x="15335" y="74303"/>
                  <a:pt x="15718" y="73921"/>
                </a:cubicBezTo>
                <a:cubicBezTo>
                  <a:pt x="16763" y="72891"/>
                  <a:pt x="17278" y="71669"/>
                  <a:pt x="17145" y="70477"/>
                </a:cubicBezTo>
                <a:cubicBezTo>
                  <a:pt x="17028" y="69241"/>
                  <a:pt x="16233" y="68299"/>
                  <a:pt x="15585" y="67710"/>
                </a:cubicBezTo>
                <a:cubicBezTo>
                  <a:pt x="14967" y="67166"/>
                  <a:pt x="14187" y="66665"/>
                  <a:pt x="13201" y="66239"/>
                </a:cubicBezTo>
                <a:cubicBezTo>
                  <a:pt x="13010" y="66165"/>
                  <a:pt x="12804" y="66077"/>
                  <a:pt x="12583" y="65989"/>
                </a:cubicBezTo>
                <a:lnTo>
                  <a:pt x="12436" y="65930"/>
                </a:lnTo>
                <a:cubicBezTo>
                  <a:pt x="11259" y="65459"/>
                  <a:pt x="10067" y="64958"/>
                  <a:pt x="9257" y="64017"/>
                </a:cubicBezTo>
                <a:cubicBezTo>
                  <a:pt x="8433" y="63045"/>
                  <a:pt x="8168" y="61632"/>
                  <a:pt x="8654" y="60499"/>
                </a:cubicBezTo>
                <a:cubicBezTo>
                  <a:pt x="8757" y="60205"/>
                  <a:pt x="8934" y="59955"/>
                  <a:pt x="9095" y="59719"/>
                </a:cubicBezTo>
                <a:lnTo>
                  <a:pt x="9095" y="59719"/>
                </a:lnTo>
                <a:cubicBezTo>
                  <a:pt x="9022" y="59837"/>
                  <a:pt x="8963" y="59970"/>
                  <a:pt x="8904" y="60102"/>
                </a:cubicBezTo>
                <a:cubicBezTo>
                  <a:pt x="8463" y="61206"/>
                  <a:pt x="8683" y="62589"/>
                  <a:pt x="9478" y="63619"/>
                </a:cubicBezTo>
                <a:cubicBezTo>
                  <a:pt x="10287" y="64664"/>
                  <a:pt x="11480" y="65267"/>
                  <a:pt x="12848" y="65900"/>
                </a:cubicBezTo>
                <a:cubicBezTo>
                  <a:pt x="13084" y="66003"/>
                  <a:pt x="13290" y="66092"/>
                  <a:pt x="13466" y="66195"/>
                </a:cubicBezTo>
                <a:cubicBezTo>
                  <a:pt x="14467" y="66665"/>
                  <a:pt x="15276" y="67225"/>
                  <a:pt x="15894" y="67828"/>
                </a:cubicBezTo>
                <a:cubicBezTo>
                  <a:pt x="16777" y="68711"/>
                  <a:pt x="17263" y="69609"/>
                  <a:pt x="17337" y="70506"/>
                </a:cubicBezTo>
                <a:cubicBezTo>
                  <a:pt x="17425" y="71654"/>
                  <a:pt x="16925" y="72832"/>
                  <a:pt x="15924" y="73847"/>
                </a:cubicBezTo>
                <a:cubicBezTo>
                  <a:pt x="15556" y="74215"/>
                  <a:pt x="15129" y="74539"/>
                  <a:pt x="14673" y="74804"/>
                </a:cubicBezTo>
                <a:cubicBezTo>
                  <a:pt x="13525" y="75466"/>
                  <a:pt x="12245" y="75834"/>
                  <a:pt x="10994" y="76172"/>
                </a:cubicBezTo>
                <a:cubicBezTo>
                  <a:pt x="10552" y="76305"/>
                  <a:pt x="10081" y="76437"/>
                  <a:pt x="9625" y="76584"/>
                </a:cubicBezTo>
                <a:cubicBezTo>
                  <a:pt x="7903" y="77129"/>
                  <a:pt x="6240" y="77894"/>
                  <a:pt x="4680" y="78851"/>
                </a:cubicBezTo>
                <a:cubicBezTo>
                  <a:pt x="3312" y="79689"/>
                  <a:pt x="2341" y="80587"/>
                  <a:pt x="1767" y="81544"/>
                </a:cubicBezTo>
                <a:cubicBezTo>
                  <a:pt x="1428" y="82132"/>
                  <a:pt x="1222" y="82765"/>
                  <a:pt x="1207" y="83383"/>
                </a:cubicBezTo>
                <a:cubicBezTo>
                  <a:pt x="1163" y="84178"/>
                  <a:pt x="1369" y="84958"/>
                  <a:pt x="1605" y="85694"/>
                </a:cubicBezTo>
                <a:cubicBezTo>
                  <a:pt x="2135" y="87357"/>
                  <a:pt x="2782" y="89005"/>
                  <a:pt x="3518" y="90565"/>
                </a:cubicBezTo>
                <a:lnTo>
                  <a:pt x="3577" y="90521"/>
                </a:lnTo>
                <a:cubicBezTo>
                  <a:pt x="2826" y="88975"/>
                  <a:pt x="2179" y="87342"/>
                  <a:pt x="1664" y="85650"/>
                </a:cubicBezTo>
                <a:cubicBezTo>
                  <a:pt x="1443" y="84928"/>
                  <a:pt x="1222" y="84163"/>
                  <a:pt x="1252" y="83383"/>
                </a:cubicBezTo>
                <a:cubicBezTo>
                  <a:pt x="1296" y="82780"/>
                  <a:pt x="1472" y="82177"/>
                  <a:pt x="1825" y="81588"/>
                </a:cubicBezTo>
                <a:cubicBezTo>
                  <a:pt x="2385" y="80631"/>
                  <a:pt x="3356" y="79734"/>
                  <a:pt x="4710" y="78895"/>
                </a:cubicBezTo>
                <a:cubicBezTo>
                  <a:pt x="6285" y="77938"/>
                  <a:pt x="7933" y="77188"/>
                  <a:pt x="9640" y="76643"/>
                </a:cubicBezTo>
                <a:cubicBezTo>
                  <a:pt x="10081" y="76496"/>
                  <a:pt x="10552" y="76364"/>
                  <a:pt x="10994" y="76231"/>
                </a:cubicBezTo>
                <a:cubicBezTo>
                  <a:pt x="12245" y="75878"/>
                  <a:pt x="13525" y="75510"/>
                  <a:pt x="14673" y="74848"/>
                </a:cubicBezTo>
                <a:cubicBezTo>
                  <a:pt x="15129" y="74583"/>
                  <a:pt x="15556" y="74259"/>
                  <a:pt x="15939" y="73877"/>
                </a:cubicBezTo>
                <a:cubicBezTo>
                  <a:pt x="16969" y="72861"/>
                  <a:pt x="17484" y="71669"/>
                  <a:pt x="17366" y="70506"/>
                </a:cubicBezTo>
                <a:cubicBezTo>
                  <a:pt x="17293" y="69594"/>
                  <a:pt x="16807" y="68667"/>
                  <a:pt x="15924" y="67769"/>
                </a:cubicBezTo>
                <a:cubicBezTo>
                  <a:pt x="15291" y="67151"/>
                  <a:pt x="14482" y="66592"/>
                  <a:pt x="13466" y="66121"/>
                </a:cubicBezTo>
                <a:cubicBezTo>
                  <a:pt x="13290" y="66018"/>
                  <a:pt x="13084" y="65930"/>
                  <a:pt x="12848" y="65827"/>
                </a:cubicBezTo>
                <a:cubicBezTo>
                  <a:pt x="11480" y="65194"/>
                  <a:pt x="10302" y="64590"/>
                  <a:pt x="9493" y="63560"/>
                </a:cubicBezTo>
                <a:cubicBezTo>
                  <a:pt x="8713" y="62545"/>
                  <a:pt x="8492" y="61206"/>
                  <a:pt x="8934" y="60117"/>
                </a:cubicBezTo>
                <a:cubicBezTo>
                  <a:pt x="9022" y="59896"/>
                  <a:pt x="9110" y="59719"/>
                  <a:pt x="9243" y="59528"/>
                </a:cubicBezTo>
                <a:lnTo>
                  <a:pt x="9316" y="59454"/>
                </a:lnTo>
                <a:lnTo>
                  <a:pt x="9316" y="59454"/>
                </a:lnTo>
                <a:cubicBezTo>
                  <a:pt x="9272" y="59543"/>
                  <a:pt x="9243" y="59616"/>
                  <a:pt x="9198" y="59719"/>
                </a:cubicBezTo>
                <a:cubicBezTo>
                  <a:pt x="8786" y="60779"/>
                  <a:pt x="8978" y="62089"/>
                  <a:pt x="9743" y="63134"/>
                </a:cubicBezTo>
                <a:cubicBezTo>
                  <a:pt x="10508" y="64223"/>
                  <a:pt x="11656" y="64958"/>
                  <a:pt x="13128" y="65709"/>
                </a:cubicBezTo>
                <a:cubicBezTo>
                  <a:pt x="13349" y="65827"/>
                  <a:pt x="13540" y="65930"/>
                  <a:pt x="13761" y="66047"/>
                </a:cubicBezTo>
                <a:cubicBezTo>
                  <a:pt x="14791" y="66577"/>
                  <a:pt x="15630" y="67195"/>
                  <a:pt x="16233" y="67858"/>
                </a:cubicBezTo>
                <a:cubicBezTo>
                  <a:pt x="17072" y="68799"/>
                  <a:pt x="17513" y="69668"/>
                  <a:pt x="17572" y="70536"/>
                </a:cubicBezTo>
                <a:cubicBezTo>
                  <a:pt x="17646" y="71654"/>
                  <a:pt x="17145" y="72817"/>
                  <a:pt x="16159" y="73788"/>
                </a:cubicBezTo>
                <a:cubicBezTo>
                  <a:pt x="15791" y="74156"/>
                  <a:pt x="15379" y="74465"/>
                  <a:pt x="14923" y="74745"/>
                </a:cubicBezTo>
                <a:cubicBezTo>
                  <a:pt x="13819" y="75392"/>
                  <a:pt x="12569" y="75775"/>
                  <a:pt x="11376" y="76143"/>
                </a:cubicBezTo>
                <a:cubicBezTo>
                  <a:pt x="10935" y="76275"/>
                  <a:pt x="10479" y="76422"/>
                  <a:pt x="10008" y="76570"/>
                </a:cubicBezTo>
                <a:cubicBezTo>
                  <a:pt x="8315" y="77129"/>
                  <a:pt x="6697" y="77924"/>
                  <a:pt x="5181" y="78895"/>
                </a:cubicBezTo>
                <a:cubicBezTo>
                  <a:pt x="3856" y="79748"/>
                  <a:pt x="2900" y="80661"/>
                  <a:pt x="2341" y="81617"/>
                </a:cubicBezTo>
                <a:cubicBezTo>
                  <a:pt x="2017" y="82206"/>
                  <a:pt x="1811" y="82824"/>
                  <a:pt x="1767" y="83442"/>
                </a:cubicBezTo>
                <a:cubicBezTo>
                  <a:pt x="1722" y="84237"/>
                  <a:pt x="1943" y="85032"/>
                  <a:pt x="2135" y="85723"/>
                </a:cubicBezTo>
                <a:cubicBezTo>
                  <a:pt x="2635" y="87401"/>
                  <a:pt x="3282" y="89034"/>
                  <a:pt x="4018" y="90565"/>
                </a:cubicBezTo>
                <a:lnTo>
                  <a:pt x="4077" y="90521"/>
                </a:lnTo>
                <a:cubicBezTo>
                  <a:pt x="3341" y="89005"/>
                  <a:pt x="2694" y="87357"/>
                  <a:pt x="2193" y="85694"/>
                </a:cubicBezTo>
                <a:cubicBezTo>
                  <a:pt x="1987" y="85002"/>
                  <a:pt x="1767" y="84222"/>
                  <a:pt x="1825" y="83442"/>
                </a:cubicBezTo>
                <a:cubicBezTo>
                  <a:pt x="1870" y="82839"/>
                  <a:pt x="2046" y="82235"/>
                  <a:pt x="2385" y="81661"/>
                </a:cubicBezTo>
                <a:cubicBezTo>
                  <a:pt x="2929" y="80705"/>
                  <a:pt x="3871" y="79807"/>
                  <a:pt x="5181" y="78954"/>
                </a:cubicBezTo>
                <a:cubicBezTo>
                  <a:pt x="6697" y="77982"/>
                  <a:pt x="8315" y="77188"/>
                  <a:pt x="9993" y="76614"/>
                </a:cubicBezTo>
                <a:cubicBezTo>
                  <a:pt x="10435" y="76467"/>
                  <a:pt x="10891" y="76319"/>
                  <a:pt x="11362" y="76202"/>
                </a:cubicBezTo>
                <a:cubicBezTo>
                  <a:pt x="12569" y="75834"/>
                  <a:pt x="13819" y="75466"/>
                  <a:pt x="14923" y="74804"/>
                </a:cubicBezTo>
                <a:cubicBezTo>
                  <a:pt x="15379" y="74524"/>
                  <a:pt x="15806" y="74215"/>
                  <a:pt x="16174" y="73847"/>
                </a:cubicBezTo>
                <a:cubicBezTo>
                  <a:pt x="17190" y="72846"/>
                  <a:pt x="17705" y="71669"/>
                  <a:pt x="17616" y="70536"/>
                </a:cubicBezTo>
                <a:cubicBezTo>
                  <a:pt x="17557" y="69653"/>
                  <a:pt x="17116" y="68770"/>
                  <a:pt x="16248" y="67828"/>
                </a:cubicBezTo>
                <a:cubicBezTo>
                  <a:pt x="15630" y="67151"/>
                  <a:pt x="14791" y="66518"/>
                  <a:pt x="13761" y="65989"/>
                </a:cubicBezTo>
                <a:cubicBezTo>
                  <a:pt x="13540" y="65871"/>
                  <a:pt x="13349" y="65768"/>
                  <a:pt x="13128" y="65650"/>
                </a:cubicBezTo>
                <a:cubicBezTo>
                  <a:pt x="11656" y="64900"/>
                  <a:pt x="10523" y="64178"/>
                  <a:pt x="9758" y="63104"/>
                </a:cubicBezTo>
                <a:cubicBezTo>
                  <a:pt x="9022" y="62074"/>
                  <a:pt x="8816" y="60779"/>
                  <a:pt x="9228" y="59734"/>
                </a:cubicBezTo>
                <a:cubicBezTo>
                  <a:pt x="9272" y="59587"/>
                  <a:pt x="9331" y="59454"/>
                  <a:pt x="9404" y="59322"/>
                </a:cubicBezTo>
                <a:cubicBezTo>
                  <a:pt x="9449" y="59293"/>
                  <a:pt x="9478" y="59248"/>
                  <a:pt x="9537" y="59234"/>
                </a:cubicBezTo>
                <a:lnTo>
                  <a:pt x="9537" y="59234"/>
                </a:lnTo>
                <a:cubicBezTo>
                  <a:pt x="9522" y="59278"/>
                  <a:pt x="9522" y="59293"/>
                  <a:pt x="9493" y="59322"/>
                </a:cubicBezTo>
                <a:cubicBezTo>
                  <a:pt x="9095" y="60337"/>
                  <a:pt x="9272" y="61603"/>
                  <a:pt x="9993" y="62677"/>
                </a:cubicBezTo>
                <a:cubicBezTo>
                  <a:pt x="10861" y="64002"/>
                  <a:pt x="12201" y="64870"/>
                  <a:pt x="13393" y="65547"/>
                </a:cubicBezTo>
                <a:lnTo>
                  <a:pt x="13584" y="65635"/>
                </a:lnTo>
                <a:lnTo>
                  <a:pt x="14084" y="65915"/>
                </a:lnTo>
                <a:cubicBezTo>
                  <a:pt x="15129" y="66504"/>
                  <a:pt x="15997" y="67181"/>
                  <a:pt x="16601" y="67916"/>
                </a:cubicBezTo>
                <a:cubicBezTo>
                  <a:pt x="17145" y="68579"/>
                  <a:pt x="17793" y="69476"/>
                  <a:pt x="17852" y="70565"/>
                </a:cubicBezTo>
                <a:cubicBezTo>
                  <a:pt x="17911" y="71669"/>
                  <a:pt x="17396" y="72817"/>
                  <a:pt x="16439" y="73773"/>
                </a:cubicBezTo>
                <a:cubicBezTo>
                  <a:pt x="16071" y="74112"/>
                  <a:pt x="15659" y="74450"/>
                  <a:pt x="15217" y="74701"/>
                </a:cubicBezTo>
                <a:cubicBezTo>
                  <a:pt x="14158" y="75348"/>
                  <a:pt x="12936" y="75731"/>
                  <a:pt x="11774" y="76099"/>
                </a:cubicBezTo>
                <a:cubicBezTo>
                  <a:pt x="11332" y="76246"/>
                  <a:pt x="10861" y="76393"/>
                  <a:pt x="10420" y="76540"/>
                </a:cubicBezTo>
                <a:cubicBezTo>
                  <a:pt x="8757" y="77129"/>
                  <a:pt x="7182" y="77938"/>
                  <a:pt x="5696" y="78954"/>
                </a:cubicBezTo>
                <a:cubicBezTo>
                  <a:pt x="4401" y="79822"/>
                  <a:pt x="3488" y="80734"/>
                  <a:pt x="2944" y="81691"/>
                </a:cubicBezTo>
                <a:cubicBezTo>
                  <a:pt x="2620" y="82280"/>
                  <a:pt x="2429" y="82898"/>
                  <a:pt x="2399" y="83501"/>
                </a:cubicBezTo>
                <a:cubicBezTo>
                  <a:pt x="2341" y="84296"/>
                  <a:pt x="2547" y="85076"/>
                  <a:pt x="2753" y="85767"/>
                </a:cubicBezTo>
                <a:cubicBezTo>
                  <a:pt x="3224" y="87430"/>
                  <a:pt x="3827" y="89049"/>
                  <a:pt x="4563" y="90565"/>
                </a:cubicBezTo>
                <a:lnTo>
                  <a:pt x="4622" y="90521"/>
                </a:lnTo>
                <a:cubicBezTo>
                  <a:pt x="3886" y="89020"/>
                  <a:pt x="3282" y="87401"/>
                  <a:pt x="2797" y="85723"/>
                </a:cubicBezTo>
                <a:cubicBezTo>
                  <a:pt x="2620" y="85061"/>
                  <a:pt x="2414" y="84266"/>
                  <a:pt x="2458" y="83501"/>
                </a:cubicBezTo>
                <a:cubicBezTo>
                  <a:pt x="2488" y="82898"/>
                  <a:pt x="2679" y="82309"/>
                  <a:pt x="3003" y="81720"/>
                </a:cubicBezTo>
                <a:cubicBezTo>
                  <a:pt x="3533" y="80778"/>
                  <a:pt x="4460" y="79851"/>
                  <a:pt x="5725" y="78998"/>
                </a:cubicBezTo>
                <a:cubicBezTo>
                  <a:pt x="7212" y="77997"/>
                  <a:pt x="8801" y="77188"/>
                  <a:pt x="10449" y="76599"/>
                </a:cubicBezTo>
                <a:cubicBezTo>
                  <a:pt x="10891" y="76437"/>
                  <a:pt x="11362" y="76290"/>
                  <a:pt x="11818" y="76158"/>
                </a:cubicBezTo>
                <a:cubicBezTo>
                  <a:pt x="12150" y="76054"/>
                  <a:pt x="12484" y="75949"/>
                  <a:pt x="12817" y="75837"/>
                </a:cubicBezTo>
                <a:lnTo>
                  <a:pt x="12817" y="75837"/>
                </a:lnTo>
                <a:cubicBezTo>
                  <a:pt x="12610" y="75910"/>
                  <a:pt x="12404" y="75982"/>
                  <a:pt x="12201" y="76055"/>
                </a:cubicBezTo>
                <a:cubicBezTo>
                  <a:pt x="11759" y="76202"/>
                  <a:pt x="11288" y="76364"/>
                  <a:pt x="10847" y="76525"/>
                </a:cubicBezTo>
                <a:cubicBezTo>
                  <a:pt x="9228" y="77129"/>
                  <a:pt x="7653" y="77968"/>
                  <a:pt x="6211" y="78998"/>
                </a:cubicBezTo>
                <a:cubicBezTo>
                  <a:pt x="4960" y="79881"/>
                  <a:pt x="4048" y="80808"/>
                  <a:pt x="3533" y="81750"/>
                </a:cubicBezTo>
                <a:cubicBezTo>
                  <a:pt x="3224" y="82338"/>
                  <a:pt x="3047" y="82942"/>
                  <a:pt x="2988" y="83560"/>
                </a:cubicBezTo>
                <a:cubicBezTo>
                  <a:pt x="2929" y="84340"/>
                  <a:pt x="3121" y="85120"/>
                  <a:pt x="3297" y="85797"/>
                </a:cubicBezTo>
                <a:cubicBezTo>
                  <a:pt x="3753" y="87474"/>
                  <a:pt x="4342" y="89079"/>
                  <a:pt x="5078" y="90580"/>
                </a:cubicBezTo>
                <a:lnTo>
                  <a:pt x="5137" y="90550"/>
                </a:lnTo>
                <a:cubicBezTo>
                  <a:pt x="4401" y="89049"/>
                  <a:pt x="3812" y="87430"/>
                  <a:pt x="3356" y="85782"/>
                </a:cubicBezTo>
                <a:cubicBezTo>
                  <a:pt x="3165" y="85120"/>
                  <a:pt x="2988" y="84340"/>
                  <a:pt x="3047" y="83575"/>
                </a:cubicBezTo>
                <a:cubicBezTo>
                  <a:pt x="3076" y="82971"/>
                  <a:pt x="3268" y="82383"/>
                  <a:pt x="3577" y="81809"/>
                </a:cubicBezTo>
                <a:cubicBezTo>
                  <a:pt x="4092" y="80867"/>
                  <a:pt x="4975" y="79925"/>
                  <a:pt x="6226" y="79071"/>
                </a:cubicBezTo>
                <a:cubicBezTo>
                  <a:pt x="7683" y="78041"/>
                  <a:pt x="9228" y="77202"/>
                  <a:pt x="10847" y="76599"/>
                </a:cubicBezTo>
                <a:cubicBezTo>
                  <a:pt x="11288" y="76437"/>
                  <a:pt x="11759" y="76275"/>
                  <a:pt x="12201" y="76128"/>
                </a:cubicBezTo>
                <a:cubicBezTo>
                  <a:pt x="13349" y="75731"/>
                  <a:pt x="14496" y="75348"/>
                  <a:pt x="15556" y="74701"/>
                </a:cubicBezTo>
                <a:cubicBezTo>
                  <a:pt x="15997" y="74436"/>
                  <a:pt x="16395" y="74112"/>
                  <a:pt x="16748" y="73773"/>
                </a:cubicBezTo>
                <a:cubicBezTo>
                  <a:pt x="17705" y="72817"/>
                  <a:pt x="18220" y="71669"/>
                  <a:pt x="18205" y="70565"/>
                </a:cubicBezTo>
                <a:cubicBezTo>
                  <a:pt x="18161" y="69535"/>
                  <a:pt x="17587" y="68637"/>
                  <a:pt x="17028" y="67902"/>
                </a:cubicBezTo>
                <a:cubicBezTo>
                  <a:pt x="16410" y="67092"/>
                  <a:pt x="15527" y="66356"/>
                  <a:pt x="14423" y="65694"/>
                </a:cubicBezTo>
                <a:lnTo>
                  <a:pt x="14202" y="65562"/>
                </a:lnTo>
                <a:cubicBezTo>
                  <a:pt x="14055" y="65473"/>
                  <a:pt x="13893" y="65385"/>
                  <a:pt x="13746" y="65282"/>
                </a:cubicBezTo>
                <a:cubicBezTo>
                  <a:pt x="12112" y="64296"/>
                  <a:pt x="11023" y="63295"/>
                  <a:pt x="10346" y="62162"/>
                </a:cubicBezTo>
                <a:cubicBezTo>
                  <a:pt x="9726" y="61120"/>
                  <a:pt x="9552" y="60010"/>
                  <a:pt x="9861" y="59078"/>
                </a:cubicBezTo>
                <a:lnTo>
                  <a:pt x="9861" y="59078"/>
                </a:lnTo>
                <a:cubicBezTo>
                  <a:pt x="9852" y="59088"/>
                  <a:pt x="9846" y="59094"/>
                  <a:pt x="9846" y="59101"/>
                </a:cubicBezTo>
                <a:cubicBezTo>
                  <a:pt x="9831" y="59131"/>
                  <a:pt x="9802" y="59145"/>
                  <a:pt x="9772" y="59160"/>
                </a:cubicBezTo>
                <a:cubicBezTo>
                  <a:pt x="9787" y="59145"/>
                  <a:pt x="9787" y="59131"/>
                  <a:pt x="9817" y="59101"/>
                </a:cubicBezTo>
                <a:lnTo>
                  <a:pt x="9871" y="59047"/>
                </a:lnTo>
                <a:lnTo>
                  <a:pt x="9871" y="59047"/>
                </a:lnTo>
                <a:cubicBezTo>
                  <a:pt x="9868" y="59057"/>
                  <a:pt x="9864" y="59067"/>
                  <a:pt x="9861" y="59078"/>
                </a:cubicBezTo>
                <a:lnTo>
                  <a:pt x="9861" y="59078"/>
                </a:lnTo>
                <a:cubicBezTo>
                  <a:pt x="9870" y="59067"/>
                  <a:pt x="9882" y="59051"/>
                  <a:pt x="9890" y="59028"/>
                </a:cubicBezTo>
                <a:lnTo>
                  <a:pt x="9890" y="59028"/>
                </a:lnTo>
                <a:lnTo>
                  <a:pt x="9871" y="59047"/>
                </a:lnTo>
                <a:lnTo>
                  <a:pt x="9871" y="59047"/>
                </a:lnTo>
                <a:cubicBezTo>
                  <a:pt x="9882" y="59016"/>
                  <a:pt x="9893" y="58985"/>
                  <a:pt x="9905" y="58954"/>
                </a:cubicBezTo>
                <a:cubicBezTo>
                  <a:pt x="9964" y="58925"/>
                  <a:pt x="10037" y="58866"/>
                  <a:pt x="10081" y="58836"/>
                </a:cubicBezTo>
                <a:lnTo>
                  <a:pt x="10081" y="58836"/>
                </a:lnTo>
                <a:cubicBezTo>
                  <a:pt x="10079" y="58848"/>
                  <a:pt x="10076" y="58859"/>
                  <a:pt x="10073" y="58870"/>
                </a:cubicBezTo>
                <a:lnTo>
                  <a:pt x="10073" y="58870"/>
                </a:lnTo>
                <a:cubicBezTo>
                  <a:pt x="10094" y="58856"/>
                  <a:pt x="10114" y="58846"/>
                  <a:pt x="10134" y="58839"/>
                </a:cubicBezTo>
                <a:lnTo>
                  <a:pt x="10134" y="58839"/>
                </a:lnTo>
                <a:cubicBezTo>
                  <a:pt x="10133" y="58841"/>
                  <a:pt x="10133" y="58844"/>
                  <a:pt x="10132" y="58846"/>
                </a:cubicBezTo>
                <a:lnTo>
                  <a:pt x="10132" y="58846"/>
                </a:lnTo>
                <a:cubicBezTo>
                  <a:pt x="10135" y="58842"/>
                  <a:pt x="10138" y="58839"/>
                  <a:pt x="10140" y="58836"/>
                </a:cubicBezTo>
                <a:lnTo>
                  <a:pt x="10140" y="58836"/>
                </a:lnTo>
                <a:cubicBezTo>
                  <a:pt x="10138" y="58837"/>
                  <a:pt x="10136" y="58838"/>
                  <a:pt x="10134" y="58839"/>
                </a:cubicBezTo>
                <a:lnTo>
                  <a:pt x="10134" y="58839"/>
                </a:lnTo>
                <a:cubicBezTo>
                  <a:pt x="10141" y="58813"/>
                  <a:pt x="10148" y="58788"/>
                  <a:pt x="10155" y="58763"/>
                </a:cubicBezTo>
                <a:cubicBezTo>
                  <a:pt x="10229" y="58719"/>
                  <a:pt x="10302" y="58660"/>
                  <a:pt x="10361" y="58630"/>
                </a:cubicBezTo>
                <a:lnTo>
                  <a:pt x="10361" y="58630"/>
                </a:lnTo>
                <a:cubicBezTo>
                  <a:pt x="10359" y="58642"/>
                  <a:pt x="10357" y="58653"/>
                  <a:pt x="10355" y="58665"/>
                </a:cubicBezTo>
                <a:lnTo>
                  <a:pt x="10355" y="58665"/>
                </a:lnTo>
                <a:cubicBezTo>
                  <a:pt x="10373" y="58652"/>
                  <a:pt x="10390" y="58641"/>
                  <a:pt x="10405" y="58630"/>
                </a:cubicBezTo>
                <a:lnTo>
                  <a:pt x="10405" y="58630"/>
                </a:lnTo>
                <a:cubicBezTo>
                  <a:pt x="10390" y="58660"/>
                  <a:pt x="10361" y="58704"/>
                  <a:pt x="10361" y="58733"/>
                </a:cubicBezTo>
                <a:lnTo>
                  <a:pt x="10344" y="58746"/>
                </a:lnTo>
                <a:lnTo>
                  <a:pt x="10344" y="58746"/>
                </a:lnTo>
                <a:cubicBezTo>
                  <a:pt x="10347" y="58719"/>
                  <a:pt x="10351" y="58692"/>
                  <a:pt x="10355" y="58665"/>
                </a:cubicBezTo>
                <a:lnTo>
                  <a:pt x="10355" y="58665"/>
                </a:lnTo>
                <a:cubicBezTo>
                  <a:pt x="10322" y="58689"/>
                  <a:pt x="10287" y="58714"/>
                  <a:pt x="10258" y="58733"/>
                </a:cubicBezTo>
                <a:lnTo>
                  <a:pt x="10199" y="58851"/>
                </a:lnTo>
                <a:lnTo>
                  <a:pt x="10199" y="58851"/>
                </a:lnTo>
                <a:lnTo>
                  <a:pt x="10344" y="58746"/>
                </a:lnTo>
                <a:lnTo>
                  <a:pt x="10344" y="58746"/>
                </a:lnTo>
                <a:cubicBezTo>
                  <a:pt x="10213" y="59750"/>
                  <a:pt x="10577" y="60712"/>
                  <a:pt x="10847" y="61265"/>
                </a:cubicBezTo>
                <a:cubicBezTo>
                  <a:pt x="11538" y="62663"/>
                  <a:pt x="12686" y="63869"/>
                  <a:pt x="14305" y="64988"/>
                </a:cubicBezTo>
                <a:cubicBezTo>
                  <a:pt x="14555" y="65179"/>
                  <a:pt x="14820" y="65341"/>
                  <a:pt x="15041" y="65488"/>
                </a:cubicBezTo>
                <a:cubicBezTo>
                  <a:pt x="16233" y="66283"/>
                  <a:pt x="17131" y="67151"/>
                  <a:pt x="17705" y="68049"/>
                </a:cubicBezTo>
                <a:cubicBezTo>
                  <a:pt x="18205" y="68814"/>
                  <a:pt x="18676" y="69653"/>
                  <a:pt x="18676" y="70624"/>
                </a:cubicBezTo>
                <a:cubicBezTo>
                  <a:pt x="18676" y="71669"/>
                  <a:pt x="18161" y="72743"/>
                  <a:pt x="17248" y="73656"/>
                </a:cubicBezTo>
                <a:cubicBezTo>
                  <a:pt x="16910" y="74009"/>
                  <a:pt x="16527" y="74303"/>
                  <a:pt x="16100" y="74583"/>
                </a:cubicBezTo>
                <a:cubicBezTo>
                  <a:pt x="15129" y="75201"/>
                  <a:pt x="14040" y="75613"/>
                  <a:pt x="12995" y="76010"/>
                </a:cubicBezTo>
                <a:cubicBezTo>
                  <a:pt x="12554" y="76172"/>
                  <a:pt x="12068" y="76364"/>
                  <a:pt x="11627" y="76540"/>
                </a:cubicBezTo>
                <a:cubicBezTo>
                  <a:pt x="10081" y="77202"/>
                  <a:pt x="8595" y="78071"/>
                  <a:pt x="7197" y="79145"/>
                </a:cubicBezTo>
                <a:cubicBezTo>
                  <a:pt x="6005" y="80057"/>
                  <a:pt x="5196" y="80985"/>
                  <a:pt x="4695" y="81956"/>
                </a:cubicBezTo>
                <a:cubicBezTo>
                  <a:pt x="4401" y="82530"/>
                  <a:pt x="4224" y="83133"/>
                  <a:pt x="4180" y="83722"/>
                </a:cubicBezTo>
                <a:cubicBezTo>
                  <a:pt x="4121" y="84472"/>
                  <a:pt x="4268" y="85223"/>
                  <a:pt x="4445" y="85929"/>
                </a:cubicBezTo>
                <a:cubicBezTo>
                  <a:pt x="4842" y="87577"/>
                  <a:pt x="5416" y="89167"/>
                  <a:pt x="6137" y="90638"/>
                </a:cubicBezTo>
                <a:lnTo>
                  <a:pt x="6182" y="90594"/>
                </a:lnTo>
                <a:cubicBezTo>
                  <a:pt x="5475" y="89123"/>
                  <a:pt x="4901" y="87548"/>
                  <a:pt x="4489" y="85914"/>
                </a:cubicBezTo>
                <a:cubicBezTo>
                  <a:pt x="4327" y="85208"/>
                  <a:pt x="4180" y="84472"/>
                  <a:pt x="4239" y="83722"/>
                </a:cubicBezTo>
                <a:cubicBezTo>
                  <a:pt x="4268" y="83133"/>
                  <a:pt x="4460" y="82544"/>
                  <a:pt x="4754" y="81971"/>
                </a:cubicBezTo>
                <a:cubicBezTo>
                  <a:pt x="5254" y="81014"/>
                  <a:pt x="6064" y="80116"/>
                  <a:pt x="7241" y="79189"/>
                </a:cubicBezTo>
                <a:cubicBezTo>
                  <a:pt x="8610" y="78130"/>
                  <a:pt x="10111" y="77261"/>
                  <a:pt x="11656" y="76599"/>
                </a:cubicBezTo>
                <a:cubicBezTo>
                  <a:pt x="12098" y="76422"/>
                  <a:pt x="12569" y="76231"/>
                  <a:pt x="13010" y="76069"/>
                </a:cubicBezTo>
                <a:cubicBezTo>
                  <a:pt x="14055" y="75657"/>
                  <a:pt x="15159" y="75260"/>
                  <a:pt x="16145" y="74627"/>
                </a:cubicBezTo>
                <a:cubicBezTo>
                  <a:pt x="16557" y="74362"/>
                  <a:pt x="16954" y="74038"/>
                  <a:pt x="17278" y="73715"/>
                </a:cubicBezTo>
                <a:cubicBezTo>
                  <a:pt x="18205" y="72773"/>
                  <a:pt x="18720" y="71684"/>
                  <a:pt x="18735" y="70624"/>
                </a:cubicBezTo>
                <a:cubicBezTo>
                  <a:pt x="18749" y="69623"/>
                  <a:pt x="18234" y="68770"/>
                  <a:pt x="17763" y="68005"/>
                </a:cubicBezTo>
                <a:cubicBezTo>
                  <a:pt x="17175" y="67107"/>
                  <a:pt x="16262" y="66239"/>
                  <a:pt x="15070" y="65429"/>
                </a:cubicBezTo>
                <a:cubicBezTo>
                  <a:pt x="14850" y="65282"/>
                  <a:pt x="14599" y="65120"/>
                  <a:pt x="14335" y="64944"/>
                </a:cubicBezTo>
                <a:cubicBezTo>
                  <a:pt x="12716" y="63840"/>
                  <a:pt x="11583" y="62618"/>
                  <a:pt x="10891" y="61220"/>
                </a:cubicBezTo>
                <a:cubicBezTo>
                  <a:pt x="10626" y="60676"/>
                  <a:pt x="10214" y="59616"/>
                  <a:pt x="10435" y="58571"/>
                </a:cubicBezTo>
                <a:cubicBezTo>
                  <a:pt x="10508" y="58513"/>
                  <a:pt x="10582" y="58483"/>
                  <a:pt x="10670" y="58424"/>
                </a:cubicBezTo>
                <a:lnTo>
                  <a:pt x="10670" y="58424"/>
                </a:lnTo>
                <a:cubicBezTo>
                  <a:pt x="10670" y="58427"/>
                  <a:pt x="10670" y="58430"/>
                  <a:pt x="10669" y="58433"/>
                </a:cubicBezTo>
                <a:lnTo>
                  <a:pt x="10669" y="58433"/>
                </a:lnTo>
                <a:cubicBezTo>
                  <a:pt x="10675" y="58430"/>
                  <a:pt x="10680" y="58427"/>
                  <a:pt x="10685" y="58424"/>
                </a:cubicBezTo>
                <a:lnTo>
                  <a:pt x="10685" y="58424"/>
                </a:lnTo>
                <a:cubicBezTo>
                  <a:pt x="10677" y="58436"/>
                  <a:pt x="10671" y="58448"/>
                  <a:pt x="10667" y="58460"/>
                </a:cubicBezTo>
                <a:lnTo>
                  <a:pt x="10667" y="58460"/>
                </a:lnTo>
                <a:cubicBezTo>
                  <a:pt x="10668" y="58451"/>
                  <a:pt x="10668" y="58442"/>
                  <a:pt x="10669" y="58433"/>
                </a:cubicBezTo>
                <a:lnTo>
                  <a:pt x="10669" y="58433"/>
                </a:lnTo>
                <a:cubicBezTo>
                  <a:pt x="10613" y="58464"/>
                  <a:pt x="10547" y="58516"/>
                  <a:pt x="10494" y="58557"/>
                </a:cubicBezTo>
                <a:cubicBezTo>
                  <a:pt x="10479" y="58557"/>
                  <a:pt x="10479" y="58571"/>
                  <a:pt x="10479" y="58571"/>
                </a:cubicBezTo>
                <a:cubicBezTo>
                  <a:pt x="10464" y="58616"/>
                  <a:pt x="10464" y="58645"/>
                  <a:pt x="10435" y="58689"/>
                </a:cubicBezTo>
                <a:cubicBezTo>
                  <a:pt x="10508" y="58630"/>
                  <a:pt x="10567" y="58586"/>
                  <a:pt x="10641" y="58557"/>
                </a:cubicBezTo>
                <a:cubicBezTo>
                  <a:pt x="10651" y="58524"/>
                  <a:pt x="10654" y="58492"/>
                  <a:pt x="10667" y="58460"/>
                </a:cubicBezTo>
                <a:lnTo>
                  <a:pt x="10667" y="58460"/>
                </a:lnTo>
                <a:cubicBezTo>
                  <a:pt x="10589" y="59316"/>
                  <a:pt x="10865" y="60169"/>
                  <a:pt x="11141" y="60764"/>
                </a:cubicBezTo>
                <a:cubicBezTo>
                  <a:pt x="11833" y="62265"/>
                  <a:pt x="12981" y="63590"/>
                  <a:pt x="14614" y="64797"/>
                </a:cubicBezTo>
                <a:cubicBezTo>
                  <a:pt x="14835" y="64944"/>
                  <a:pt x="15070" y="65120"/>
                  <a:pt x="15365" y="65326"/>
                </a:cubicBezTo>
                <a:cubicBezTo>
                  <a:pt x="16616" y="66195"/>
                  <a:pt x="17543" y="67107"/>
                  <a:pt x="18087" y="68064"/>
                </a:cubicBezTo>
                <a:cubicBezTo>
                  <a:pt x="18543" y="68844"/>
                  <a:pt x="18985" y="69682"/>
                  <a:pt x="18970" y="70624"/>
                </a:cubicBezTo>
                <a:cubicBezTo>
                  <a:pt x="18941" y="71654"/>
                  <a:pt x="18440" y="72699"/>
                  <a:pt x="17543" y="73597"/>
                </a:cubicBezTo>
                <a:cubicBezTo>
                  <a:pt x="17204" y="73935"/>
                  <a:pt x="16836" y="74244"/>
                  <a:pt x="16439" y="74524"/>
                </a:cubicBezTo>
                <a:cubicBezTo>
                  <a:pt x="15497" y="75127"/>
                  <a:pt x="14452" y="75554"/>
                  <a:pt x="13437" y="75952"/>
                </a:cubicBezTo>
                <a:cubicBezTo>
                  <a:pt x="12995" y="76143"/>
                  <a:pt x="12510" y="76319"/>
                  <a:pt x="12068" y="76525"/>
                </a:cubicBezTo>
                <a:cubicBezTo>
                  <a:pt x="10552" y="77202"/>
                  <a:pt x="9095" y="78115"/>
                  <a:pt x="7756" y="79189"/>
                </a:cubicBezTo>
                <a:cubicBezTo>
                  <a:pt x="6594" y="80131"/>
                  <a:pt x="5799" y="81058"/>
                  <a:pt x="5328" y="82029"/>
                </a:cubicBezTo>
                <a:cubicBezTo>
                  <a:pt x="5034" y="82603"/>
                  <a:pt x="4857" y="83192"/>
                  <a:pt x="4813" y="83781"/>
                </a:cubicBezTo>
                <a:cubicBezTo>
                  <a:pt x="4754" y="84531"/>
                  <a:pt x="4887" y="85267"/>
                  <a:pt x="5048" y="85959"/>
                </a:cubicBezTo>
                <a:cubicBezTo>
                  <a:pt x="5416" y="87622"/>
                  <a:pt x="5990" y="89182"/>
                  <a:pt x="6682" y="90638"/>
                </a:cubicBezTo>
                <a:lnTo>
                  <a:pt x="6741" y="90594"/>
                </a:lnTo>
                <a:cubicBezTo>
                  <a:pt x="6020" y="89152"/>
                  <a:pt x="5475" y="87577"/>
                  <a:pt x="5107" y="85929"/>
                </a:cubicBezTo>
                <a:cubicBezTo>
                  <a:pt x="4960" y="85238"/>
                  <a:pt x="4813" y="84516"/>
                  <a:pt x="4857" y="83751"/>
                </a:cubicBezTo>
                <a:cubicBezTo>
                  <a:pt x="4916" y="83163"/>
                  <a:pt x="5078" y="82603"/>
                  <a:pt x="5357" y="82029"/>
                </a:cubicBezTo>
                <a:cubicBezTo>
                  <a:pt x="5843" y="81073"/>
                  <a:pt x="6623" y="80146"/>
                  <a:pt x="7771" y="79233"/>
                </a:cubicBezTo>
                <a:cubicBezTo>
                  <a:pt x="9110" y="78144"/>
                  <a:pt x="10567" y="77247"/>
                  <a:pt x="12068" y="76584"/>
                </a:cubicBezTo>
                <a:cubicBezTo>
                  <a:pt x="12510" y="76378"/>
                  <a:pt x="12995" y="76202"/>
                  <a:pt x="13437" y="76010"/>
                </a:cubicBezTo>
                <a:cubicBezTo>
                  <a:pt x="14452" y="75613"/>
                  <a:pt x="15512" y="75186"/>
                  <a:pt x="16454" y="74553"/>
                </a:cubicBezTo>
                <a:cubicBezTo>
                  <a:pt x="16851" y="74289"/>
                  <a:pt x="17248" y="73965"/>
                  <a:pt x="17572" y="73641"/>
                </a:cubicBezTo>
                <a:cubicBezTo>
                  <a:pt x="18470" y="72714"/>
                  <a:pt x="18985" y="71654"/>
                  <a:pt x="19029" y="70609"/>
                </a:cubicBezTo>
                <a:cubicBezTo>
                  <a:pt x="19058" y="69653"/>
                  <a:pt x="18602" y="68799"/>
                  <a:pt x="18146" y="68005"/>
                </a:cubicBezTo>
                <a:cubicBezTo>
                  <a:pt x="17572" y="67048"/>
                  <a:pt x="16660" y="66136"/>
                  <a:pt x="15409" y="65253"/>
                </a:cubicBezTo>
                <a:cubicBezTo>
                  <a:pt x="15114" y="65047"/>
                  <a:pt x="14864" y="64885"/>
                  <a:pt x="14644" y="64723"/>
                </a:cubicBezTo>
                <a:cubicBezTo>
                  <a:pt x="13010" y="63546"/>
                  <a:pt x="11877" y="62221"/>
                  <a:pt x="11185" y="60720"/>
                </a:cubicBezTo>
                <a:cubicBezTo>
                  <a:pt x="10920" y="60102"/>
                  <a:pt x="10641" y="59234"/>
                  <a:pt x="10729" y="58365"/>
                </a:cubicBezTo>
                <a:cubicBezTo>
                  <a:pt x="10817" y="58321"/>
                  <a:pt x="10891" y="58277"/>
                  <a:pt x="10994" y="58218"/>
                </a:cubicBezTo>
                <a:lnTo>
                  <a:pt x="10994" y="58218"/>
                </a:lnTo>
                <a:cubicBezTo>
                  <a:pt x="10964" y="58851"/>
                  <a:pt x="11097" y="59528"/>
                  <a:pt x="11406" y="60279"/>
                </a:cubicBezTo>
                <a:cubicBezTo>
                  <a:pt x="12068" y="61897"/>
                  <a:pt x="13275" y="63354"/>
                  <a:pt x="14908" y="64605"/>
                </a:cubicBezTo>
                <a:cubicBezTo>
                  <a:pt x="15129" y="64767"/>
                  <a:pt x="15379" y="64958"/>
                  <a:pt x="15674" y="65179"/>
                </a:cubicBezTo>
                <a:cubicBezTo>
                  <a:pt x="16998" y="66136"/>
                  <a:pt x="17911" y="67092"/>
                  <a:pt x="18455" y="68078"/>
                </a:cubicBezTo>
                <a:cubicBezTo>
                  <a:pt x="18897" y="68888"/>
                  <a:pt x="19279" y="69682"/>
                  <a:pt x="19250" y="70609"/>
                </a:cubicBezTo>
                <a:cubicBezTo>
                  <a:pt x="19191" y="71595"/>
                  <a:pt x="18691" y="72640"/>
                  <a:pt x="17808" y="73523"/>
                </a:cubicBezTo>
                <a:cubicBezTo>
                  <a:pt x="17484" y="73862"/>
                  <a:pt x="17116" y="74171"/>
                  <a:pt x="16733" y="74436"/>
                </a:cubicBezTo>
                <a:cubicBezTo>
                  <a:pt x="15821" y="75039"/>
                  <a:pt x="14820" y="75466"/>
                  <a:pt x="13834" y="75878"/>
                </a:cubicBezTo>
                <a:cubicBezTo>
                  <a:pt x="13393" y="76069"/>
                  <a:pt x="12922" y="76275"/>
                  <a:pt x="12480" y="76467"/>
                </a:cubicBezTo>
                <a:cubicBezTo>
                  <a:pt x="10994" y="77173"/>
                  <a:pt x="9566" y="78085"/>
                  <a:pt x="8271" y="79189"/>
                </a:cubicBezTo>
                <a:cubicBezTo>
                  <a:pt x="7138" y="80146"/>
                  <a:pt x="6388" y="81073"/>
                  <a:pt x="5917" y="82044"/>
                </a:cubicBezTo>
                <a:cubicBezTo>
                  <a:pt x="5637" y="82618"/>
                  <a:pt x="5475" y="83207"/>
                  <a:pt x="5416" y="83795"/>
                </a:cubicBezTo>
                <a:cubicBezTo>
                  <a:pt x="5343" y="84546"/>
                  <a:pt x="5490" y="85311"/>
                  <a:pt x="5622" y="85959"/>
                </a:cubicBezTo>
                <a:cubicBezTo>
                  <a:pt x="5961" y="87592"/>
                  <a:pt x="6505" y="89167"/>
                  <a:pt x="7212" y="90609"/>
                </a:cubicBezTo>
                <a:lnTo>
                  <a:pt x="7271" y="90580"/>
                </a:lnTo>
                <a:cubicBezTo>
                  <a:pt x="6579" y="89137"/>
                  <a:pt x="6020" y="87577"/>
                  <a:pt x="5666" y="85944"/>
                </a:cubicBezTo>
                <a:cubicBezTo>
                  <a:pt x="5549" y="85296"/>
                  <a:pt x="5402" y="84546"/>
                  <a:pt x="5475" y="83795"/>
                </a:cubicBezTo>
                <a:cubicBezTo>
                  <a:pt x="5519" y="83221"/>
                  <a:pt x="5696" y="82633"/>
                  <a:pt x="5961" y="82074"/>
                </a:cubicBezTo>
                <a:cubicBezTo>
                  <a:pt x="6432" y="81117"/>
                  <a:pt x="7197" y="80205"/>
                  <a:pt x="8301" y="79263"/>
                </a:cubicBezTo>
                <a:cubicBezTo>
                  <a:pt x="9611" y="78159"/>
                  <a:pt x="11023" y="77247"/>
                  <a:pt x="12495" y="76540"/>
                </a:cubicBezTo>
                <a:cubicBezTo>
                  <a:pt x="12936" y="76334"/>
                  <a:pt x="13393" y="76143"/>
                  <a:pt x="13864" y="75952"/>
                </a:cubicBezTo>
                <a:cubicBezTo>
                  <a:pt x="14835" y="75525"/>
                  <a:pt x="15865" y="75113"/>
                  <a:pt x="16763" y="74495"/>
                </a:cubicBezTo>
                <a:cubicBezTo>
                  <a:pt x="17175" y="74230"/>
                  <a:pt x="17543" y="73935"/>
                  <a:pt x="17866" y="73582"/>
                </a:cubicBezTo>
                <a:cubicBezTo>
                  <a:pt x="18749" y="72684"/>
                  <a:pt x="19265" y="71625"/>
                  <a:pt x="19323" y="70595"/>
                </a:cubicBezTo>
                <a:cubicBezTo>
                  <a:pt x="19382" y="69668"/>
                  <a:pt x="18970" y="68858"/>
                  <a:pt x="18529" y="68049"/>
                </a:cubicBezTo>
                <a:cubicBezTo>
                  <a:pt x="17984" y="67033"/>
                  <a:pt x="17057" y="66077"/>
                  <a:pt x="15733" y="65106"/>
                </a:cubicBezTo>
                <a:cubicBezTo>
                  <a:pt x="15438" y="64885"/>
                  <a:pt x="15188" y="64693"/>
                  <a:pt x="14967" y="64532"/>
                </a:cubicBezTo>
                <a:cubicBezTo>
                  <a:pt x="13319" y="63281"/>
                  <a:pt x="12142" y="61839"/>
                  <a:pt x="11480" y="60249"/>
                </a:cubicBezTo>
                <a:cubicBezTo>
                  <a:pt x="11196" y="59546"/>
                  <a:pt x="11048" y="58905"/>
                  <a:pt x="11060" y="58315"/>
                </a:cubicBezTo>
                <a:lnTo>
                  <a:pt x="11060" y="58315"/>
                </a:lnTo>
                <a:cubicBezTo>
                  <a:pt x="11047" y="58322"/>
                  <a:pt x="11035" y="58329"/>
                  <a:pt x="11023" y="58336"/>
                </a:cubicBezTo>
                <a:cubicBezTo>
                  <a:pt x="11023" y="58279"/>
                  <a:pt x="11051" y="58221"/>
                  <a:pt x="11066" y="58178"/>
                </a:cubicBezTo>
                <a:lnTo>
                  <a:pt x="11066" y="58178"/>
                </a:lnTo>
                <a:cubicBezTo>
                  <a:pt x="11063" y="58223"/>
                  <a:pt x="11061" y="58269"/>
                  <a:pt x="11060" y="58315"/>
                </a:cubicBezTo>
                <a:lnTo>
                  <a:pt x="11060" y="58315"/>
                </a:lnTo>
                <a:cubicBezTo>
                  <a:pt x="11129" y="58278"/>
                  <a:pt x="11212" y="58241"/>
                  <a:pt x="11273" y="58204"/>
                </a:cubicBezTo>
                <a:cubicBezTo>
                  <a:pt x="11273" y="58146"/>
                  <a:pt x="11273" y="58103"/>
                  <a:pt x="11301" y="58033"/>
                </a:cubicBezTo>
                <a:lnTo>
                  <a:pt x="11301" y="58033"/>
                </a:lnTo>
                <a:cubicBezTo>
                  <a:pt x="11243" y="58069"/>
                  <a:pt x="11185" y="58100"/>
                  <a:pt x="11128" y="58129"/>
                </a:cubicBezTo>
                <a:lnTo>
                  <a:pt x="11128" y="58129"/>
                </a:lnTo>
                <a:cubicBezTo>
                  <a:pt x="11182" y="58091"/>
                  <a:pt x="11239" y="58059"/>
                  <a:pt x="11303" y="58027"/>
                </a:cubicBezTo>
                <a:lnTo>
                  <a:pt x="11303" y="58027"/>
                </a:lnTo>
                <a:cubicBezTo>
                  <a:pt x="11302" y="58029"/>
                  <a:pt x="11301" y="58031"/>
                  <a:pt x="11301" y="58033"/>
                </a:cubicBezTo>
                <a:lnTo>
                  <a:pt x="11301" y="58033"/>
                </a:lnTo>
                <a:cubicBezTo>
                  <a:pt x="11311" y="58026"/>
                  <a:pt x="11322" y="58019"/>
                  <a:pt x="11332" y="58012"/>
                </a:cubicBezTo>
                <a:cubicBezTo>
                  <a:pt x="11362" y="58557"/>
                  <a:pt x="11465" y="59160"/>
                  <a:pt x="11730" y="59808"/>
                </a:cubicBezTo>
                <a:cubicBezTo>
                  <a:pt x="12362" y="61529"/>
                  <a:pt x="13569" y="63075"/>
                  <a:pt x="15232" y="64399"/>
                </a:cubicBezTo>
                <a:cubicBezTo>
                  <a:pt x="15482" y="64590"/>
                  <a:pt x="15733" y="64782"/>
                  <a:pt x="16027" y="65003"/>
                </a:cubicBezTo>
                <a:cubicBezTo>
                  <a:pt x="17410" y="66033"/>
                  <a:pt x="18323" y="67048"/>
                  <a:pt x="18867" y="68093"/>
                </a:cubicBezTo>
                <a:cubicBezTo>
                  <a:pt x="19265" y="68902"/>
                  <a:pt x="19618" y="69697"/>
                  <a:pt x="19559" y="70595"/>
                </a:cubicBezTo>
                <a:cubicBezTo>
                  <a:pt x="19485" y="71581"/>
                  <a:pt x="18985" y="72611"/>
                  <a:pt x="18131" y="73464"/>
                </a:cubicBezTo>
                <a:cubicBezTo>
                  <a:pt x="17808" y="73803"/>
                  <a:pt x="17440" y="74097"/>
                  <a:pt x="17057" y="74377"/>
                </a:cubicBezTo>
                <a:cubicBezTo>
                  <a:pt x="16189" y="74980"/>
                  <a:pt x="15217" y="75407"/>
                  <a:pt x="14261" y="75819"/>
                </a:cubicBezTo>
                <a:cubicBezTo>
                  <a:pt x="13819" y="76025"/>
                  <a:pt x="13349" y="76231"/>
                  <a:pt x="12907" y="76452"/>
                </a:cubicBezTo>
                <a:cubicBezTo>
                  <a:pt x="11435" y="77188"/>
                  <a:pt x="10052" y="78130"/>
                  <a:pt x="8786" y="79248"/>
                </a:cubicBezTo>
                <a:cubicBezTo>
                  <a:pt x="7712" y="80205"/>
                  <a:pt x="6962" y="81146"/>
                  <a:pt x="6505" y="82118"/>
                </a:cubicBezTo>
                <a:cubicBezTo>
                  <a:pt x="6226" y="82692"/>
                  <a:pt x="6064" y="83251"/>
                  <a:pt x="6020" y="83839"/>
                </a:cubicBezTo>
                <a:cubicBezTo>
                  <a:pt x="5946" y="84605"/>
                  <a:pt x="6079" y="85355"/>
                  <a:pt x="6211" y="86003"/>
                </a:cubicBezTo>
                <a:cubicBezTo>
                  <a:pt x="6535" y="87636"/>
                  <a:pt x="7050" y="89182"/>
                  <a:pt x="7756" y="90609"/>
                </a:cubicBezTo>
                <a:lnTo>
                  <a:pt x="7800" y="90580"/>
                </a:lnTo>
                <a:cubicBezTo>
                  <a:pt x="7109" y="89167"/>
                  <a:pt x="6594" y="87622"/>
                  <a:pt x="6255" y="85973"/>
                </a:cubicBezTo>
                <a:cubicBezTo>
                  <a:pt x="6137" y="85355"/>
                  <a:pt x="6020" y="84605"/>
                  <a:pt x="6093" y="83839"/>
                </a:cubicBezTo>
                <a:cubicBezTo>
                  <a:pt x="6152" y="83280"/>
                  <a:pt x="6314" y="82706"/>
                  <a:pt x="6579" y="82132"/>
                </a:cubicBezTo>
                <a:cubicBezTo>
                  <a:pt x="7035" y="81176"/>
                  <a:pt x="7771" y="80234"/>
                  <a:pt x="8831" y="79307"/>
                </a:cubicBezTo>
                <a:cubicBezTo>
                  <a:pt x="10111" y="78174"/>
                  <a:pt x="11480" y="77247"/>
                  <a:pt x="12936" y="76525"/>
                </a:cubicBezTo>
                <a:cubicBezTo>
                  <a:pt x="13378" y="76305"/>
                  <a:pt x="13834" y="76099"/>
                  <a:pt x="14305" y="75893"/>
                </a:cubicBezTo>
                <a:cubicBezTo>
                  <a:pt x="15232" y="75481"/>
                  <a:pt x="16218" y="75039"/>
                  <a:pt x="17101" y="74450"/>
                </a:cubicBezTo>
                <a:cubicBezTo>
                  <a:pt x="17484" y="74171"/>
                  <a:pt x="17852" y="73877"/>
                  <a:pt x="18161" y="73538"/>
                </a:cubicBezTo>
                <a:cubicBezTo>
                  <a:pt x="19029" y="72655"/>
                  <a:pt x="19544" y="71625"/>
                  <a:pt x="19618" y="70624"/>
                </a:cubicBezTo>
                <a:cubicBezTo>
                  <a:pt x="19691" y="69697"/>
                  <a:pt x="19323" y="68888"/>
                  <a:pt x="18911" y="68078"/>
                </a:cubicBezTo>
                <a:cubicBezTo>
                  <a:pt x="18382" y="67019"/>
                  <a:pt x="17469" y="66003"/>
                  <a:pt x="16071" y="64958"/>
                </a:cubicBezTo>
                <a:cubicBezTo>
                  <a:pt x="15777" y="64738"/>
                  <a:pt x="15512" y="64532"/>
                  <a:pt x="15276" y="64340"/>
                </a:cubicBezTo>
                <a:cubicBezTo>
                  <a:pt x="13599" y="63016"/>
                  <a:pt x="12421" y="61471"/>
                  <a:pt x="11774" y="59763"/>
                </a:cubicBezTo>
                <a:cubicBezTo>
                  <a:pt x="11560" y="59175"/>
                  <a:pt x="11431" y="58623"/>
                  <a:pt x="11409" y="58130"/>
                </a:cubicBezTo>
                <a:lnTo>
                  <a:pt x="11409" y="58130"/>
                </a:lnTo>
                <a:cubicBezTo>
                  <a:pt x="11388" y="58144"/>
                  <a:pt x="11367" y="58158"/>
                  <a:pt x="11347" y="58174"/>
                </a:cubicBezTo>
                <a:cubicBezTo>
                  <a:pt x="11347" y="58115"/>
                  <a:pt x="11362" y="58056"/>
                  <a:pt x="11362" y="57998"/>
                </a:cubicBezTo>
                <a:cubicBezTo>
                  <a:pt x="11450" y="57953"/>
                  <a:pt x="11524" y="57909"/>
                  <a:pt x="11612" y="57850"/>
                </a:cubicBezTo>
                <a:lnTo>
                  <a:pt x="11612" y="57850"/>
                </a:lnTo>
                <a:cubicBezTo>
                  <a:pt x="11609" y="57861"/>
                  <a:pt x="11607" y="57872"/>
                  <a:pt x="11605" y="57882"/>
                </a:cubicBezTo>
                <a:lnTo>
                  <a:pt x="11605" y="57882"/>
                </a:lnTo>
                <a:cubicBezTo>
                  <a:pt x="11627" y="57871"/>
                  <a:pt x="11649" y="57859"/>
                  <a:pt x="11671" y="57845"/>
                </a:cubicBezTo>
                <a:lnTo>
                  <a:pt x="11671" y="57845"/>
                </a:lnTo>
                <a:lnTo>
                  <a:pt x="11671" y="57983"/>
                </a:lnTo>
                <a:cubicBezTo>
                  <a:pt x="11680" y="57977"/>
                  <a:pt x="11690" y="57971"/>
                  <a:pt x="11699" y="57965"/>
                </a:cubicBezTo>
                <a:lnTo>
                  <a:pt x="11699" y="57965"/>
                </a:lnTo>
                <a:cubicBezTo>
                  <a:pt x="11749" y="58386"/>
                  <a:pt x="11848" y="58842"/>
                  <a:pt x="11995" y="59322"/>
                </a:cubicBezTo>
                <a:cubicBezTo>
                  <a:pt x="12627" y="61147"/>
                  <a:pt x="13805" y="62795"/>
                  <a:pt x="15527" y="64223"/>
                </a:cubicBezTo>
                <a:cubicBezTo>
                  <a:pt x="15777" y="64414"/>
                  <a:pt x="16042" y="64620"/>
                  <a:pt x="16336" y="64855"/>
                </a:cubicBezTo>
                <a:cubicBezTo>
                  <a:pt x="17793" y="66003"/>
                  <a:pt x="18720" y="67033"/>
                  <a:pt x="19235" y="68137"/>
                </a:cubicBezTo>
                <a:cubicBezTo>
                  <a:pt x="19574" y="68902"/>
                  <a:pt x="19912" y="69712"/>
                  <a:pt x="19824" y="70624"/>
                </a:cubicBezTo>
                <a:cubicBezTo>
                  <a:pt x="19721" y="71581"/>
                  <a:pt x="19206" y="72581"/>
                  <a:pt x="18382" y="73435"/>
                </a:cubicBezTo>
                <a:cubicBezTo>
                  <a:pt x="18072" y="73744"/>
                  <a:pt x="17719" y="74053"/>
                  <a:pt x="17337" y="74318"/>
                </a:cubicBezTo>
                <a:cubicBezTo>
                  <a:pt x="16483" y="74907"/>
                  <a:pt x="15556" y="75348"/>
                  <a:pt x="14644" y="75775"/>
                </a:cubicBezTo>
                <a:cubicBezTo>
                  <a:pt x="14202" y="75966"/>
                  <a:pt x="13731" y="76187"/>
                  <a:pt x="13290" y="76437"/>
                </a:cubicBezTo>
                <a:cubicBezTo>
                  <a:pt x="11847" y="77188"/>
                  <a:pt x="10508" y="78144"/>
                  <a:pt x="9272" y="79277"/>
                </a:cubicBezTo>
                <a:cubicBezTo>
                  <a:pt x="8242" y="80263"/>
                  <a:pt x="7535" y="81191"/>
                  <a:pt x="7094" y="82177"/>
                </a:cubicBezTo>
                <a:cubicBezTo>
                  <a:pt x="6829" y="82736"/>
                  <a:pt x="6667" y="83310"/>
                  <a:pt x="6608" y="83884"/>
                </a:cubicBezTo>
                <a:cubicBezTo>
                  <a:pt x="6535" y="84649"/>
                  <a:pt x="6652" y="85385"/>
                  <a:pt x="6756" y="86018"/>
                </a:cubicBezTo>
                <a:cubicBezTo>
                  <a:pt x="7050" y="87651"/>
                  <a:pt x="7565" y="89182"/>
                  <a:pt x="8271" y="90594"/>
                </a:cubicBezTo>
                <a:lnTo>
                  <a:pt x="8315" y="90565"/>
                </a:lnTo>
                <a:cubicBezTo>
                  <a:pt x="7624" y="89167"/>
                  <a:pt x="7123" y="87622"/>
                  <a:pt x="6814" y="86003"/>
                </a:cubicBezTo>
                <a:cubicBezTo>
                  <a:pt x="6697" y="85370"/>
                  <a:pt x="6594" y="84634"/>
                  <a:pt x="6667" y="83884"/>
                </a:cubicBezTo>
                <a:cubicBezTo>
                  <a:pt x="6726" y="83310"/>
                  <a:pt x="6888" y="82736"/>
                  <a:pt x="7138" y="82191"/>
                </a:cubicBezTo>
                <a:cubicBezTo>
                  <a:pt x="7580" y="81235"/>
                  <a:pt x="8301" y="80293"/>
                  <a:pt x="9316" y="79336"/>
                </a:cubicBezTo>
                <a:cubicBezTo>
                  <a:pt x="10523" y="78203"/>
                  <a:pt x="11877" y="77247"/>
                  <a:pt x="13304" y="76481"/>
                </a:cubicBezTo>
                <a:cubicBezTo>
                  <a:pt x="13746" y="76246"/>
                  <a:pt x="14202" y="76025"/>
                  <a:pt x="14673" y="75819"/>
                </a:cubicBezTo>
                <a:cubicBezTo>
                  <a:pt x="15571" y="75407"/>
                  <a:pt x="16513" y="74966"/>
                  <a:pt x="17351" y="74347"/>
                </a:cubicBezTo>
                <a:cubicBezTo>
                  <a:pt x="17734" y="74083"/>
                  <a:pt x="18087" y="73788"/>
                  <a:pt x="18396" y="73450"/>
                </a:cubicBezTo>
                <a:cubicBezTo>
                  <a:pt x="19250" y="72581"/>
                  <a:pt x="19765" y="71581"/>
                  <a:pt x="19853" y="70595"/>
                </a:cubicBezTo>
                <a:cubicBezTo>
                  <a:pt x="19941" y="69697"/>
                  <a:pt x="19603" y="68873"/>
                  <a:pt x="19250" y="68078"/>
                </a:cubicBezTo>
                <a:cubicBezTo>
                  <a:pt x="18735" y="66960"/>
                  <a:pt x="17808" y="65915"/>
                  <a:pt x="16336" y="64767"/>
                </a:cubicBezTo>
                <a:cubicBezTo>
                  <a:pt x="16042" y="64532"/>
                  <a:pt x="15777" y="64326"/>
                  <a:pt x="15527" y="64120"/>
                </a:cubicBezTo>
                <a:cubicBezTo>
                  <a:pt x="13805" y="62707"/>
                  <a:pt x="12627" y="61073"/>
                  <a:pt x="12024" y="59248"/>
                </a:cubicBezTo>
                <a:cubicBezTo>
                  <a:pt x="11861" y="58785"/>
                  <a:pt x="11762" y="58354"/>
                  <a:pt x="11718" y="57954"/>
                </a:cubicBezTo>
                <a:lnTo>
                  <a:pt x="11718" y="57954"/>
                </a:lnTo>
                <a:cubicBezTo>
                  <a:pt x="11712" y="57958"/>
                  <a:pt x="11706" y="57961"/>
                  <a:pt x="11699" y="57965"/>
                </a:cubicBezTo>
                <a:lnTo>
                  <a:pt x="11699" y="57965"/>
                </a:lnTo>
                <a:cubicBezTo>
                  <a:pt x="11694" y="57921"/>
                  <a:pt x="11690" y="57878"/>
                  <a:pt x="11686" y="57836"/>
                </a:cubicBezTo>
                <a:cubicBezTo>
                  <a:pt x="11681" y="57839"/>
                  <a:pt x="11676" y="57842"/>
                  <a:pt x="11671" y="57845"/>
                </a:cubicBezTo>
                <a:lnTo>
                  <a:pt x="11671" y="57845"/>
                </a:lnTo>
                <a:lnTo>
                  <a:pt x="11671" y="57806"/>
                </a:lnTo>
                <a:cubicBezTo>
                  <a:pt x="11681" y="57799"/>
                  <a:pt x="11692" y="57792"/>
                  <a:pt x="11703" y="57786"/>
                </a:cubicBezTo>
                <a:lnTo>
                  <a:pt x="11703" y="57786"/>
                </a:lnTo>
                <a:cubicBezTo>
                  <a:pt x="11707" y="57841"/>
                  <a:pt x="11712" y="57897"/>
                  <a:pt x="11718" y="57954"/>
                </a:cubicBezTo>
                <a:lnTo>
                  <a:pt x="11718" y="57954"/>
                </a:lnTo>
                <a:cubicBezTo>
                  <a:pt x="11795" y="57913"/>
                  <a:pt x="11878" y="57884"/>
                  <a:pt x="11950" y="57836"/>
                </a:cubicBezTo>
                <a:cubicBezTo>
                  <a:pt x="11950" y="57777"/>
                  <a:pt x="11950" y="57703"/>
                  <a:pt x="11936" y="57659"/>
                </a:cubicBezTo>
                <a:cubicBezTo>
                  <a:pt x="11871" y="57698"/>
                  <a:pt x="11783" y="57737"/>
                  <a:pt x="11703" y="57786"/>
                </a:cubicBezTo>
                <a:lnTo>
                  <a:pt x="11703" y="57786"/>
                </a:lnTo>
                <a:cubicBezTo>
                  <a:pt x="11702" y="57773"/>
                  <a:pt x="11701" y="57760"/>
                  <a:pt x="11700" y="57747"/>
                </a:cubicBezTo>
                <a:cubicBezTo>
                  <a:pt x="11730" y="57718"/>
                  <a:pt x="11744" y="57718"/>
                  <a:pt x="11774" y="57703"/>
                </a:cubicBezTo>
                <a:lnTo>
                  <a:pt x="11995" y="57600"/>
                </a:lnTo>
                <a:cubicBezTo>
                  <a:pt x="11995" y="57605"/>
                  <a:pt x="11996" y="57610"/>
                  <a:pt x="11996" y="57614"/>
                </a:cubicBezTo>
                <a:lnTo>
                  <a:pt x="11996" y="57614"/>
                </a:lnTo>
                <a:cubicBezTo>
                  <a:pt x="12012" y="57609"/>
                  <a:pt x="12027" y="57602"/>
                  <a:pt x="12042" y="57595"/>
                </a:cubicBezTo>
                <a:lnTo>
                  <a:pt x="12042" y="57595"/>
                </a:lnTo>
                <a:cubicBezTo>
                  <a:pt x="12047" y="57652"/>
                  <a:pt x="12054" y="57710"/>
                  <a:pt x="12062" y="57768"/>
                </a:cubicBezTo>
                <a:lnTo>
                  <a:pt x="12062" y="57768"/>
                </a:lnTo>
                <a:cubicBezTo>
                  <a:pt x="12142" y="57737"/>
                  <a:pt x="12223" y="57686"/>
                  <a:pt x="12304" y="57659"/>
                </a:cubicBezTo>
                <a:lnTo>
                  <a:pt x="12289" y="57468"/>
                </a:lnTo>
                <a:cubicBezTo>
                  <a:pt x="12274" y="57468"/>
                  <a:pt x="12259" y="57482"/>
                  <a:pt x="12245" y="57482"/>
                </a:cubicBezTo>
                <a:cubicBezTo>
                  <a:pt x="12161" y="57518"/>
                  <a:pt x="12107" y="57564"/>
                  <a:pt x="12042" y="57595"/>
                </a:cubicBezTo>
                <a:lnTo>
                  <a:pt x="12042" y="57595"/>
                </a:lnTo>
                <a:cubicBezTo>
                  <a:pt x="12041" y="57582"/>
                  <a:pt x="12040" y="57569"/>
                  <a:pt x="12039" y="57556"/>
                </a:cubicBezTo>
                <a:cubicBezTo>
                  <a:pt x="12127" y="57497"/>
                  <a:pt x="12245" y="57453"/>
                  <a:pt x="12333" y="57409"/>
                </a:cubicBezTo>
                <a:cubicBezTo>
                  <a:pt x="12334" y="57418"/>
                  <a:pt x="12335" y="57427"/>
                  <a:pt x="12336" y="57436"/>
                </a:cubicBezTo>
                <a:lnTo>
                  <a:pt x="12336" y="57436"/>
                </a:lnTo>
                <a:lnTo>
                  <a:pt x="12394" y="57400"/>
                </a:lnTo>
                <a:lnTo>
                  <a:pt x="12394" y="57400"/>
                </a:lnTo>
                <a:cubicBezTo>
                  <a:pt x="12401" y="57463"/>
                  <a:pt x="12409" y="57528"/>
                  <a:pt x="12418" y="57593"/>
                </a:cubicBezTo>
                <a:lnTo>
                  <a:pt x="12418" y="57593"/>
                </a:lnTo>
                <a:cubicBezTo>
                  <a:pt x="12502" y="57561"/>
                  <a:pt x="12572" y="57514"/>
                  <a:pt x="12642" y="57468"/>
                </a:cubicBezTo>
                <a:cubicBezTo>
                  <a:pt x="12642" y="57394"/>
                  <a:pt x="12642" y="57335"/>
                  <a:pt x="12613" y="57262"/>
                </a:cubicBezTo>
                <a:lnTo>
                  <a:pt x="12394" y="57400"/>
                </a:lnTo>
                <a:lnTo>
                  <a:pt x="12394" y="57400"/>
                </a:lnTo>
                <a:cubicBezTo>
                  <a:pt x="12393" y="57393"/>
                  <a:pt x="12393" y="57386"/>
                  <a:pt x="12392" y="57379"/>
                </a:cubicBezTo>
                <a:cubicBezTo>
                  <a:pt x="12480" y="57321"/>
                  <a:pt x="12583" y="57262"/>
                  <a:pt x="12686" y="57203"/>
                </a:cubicBezTo>
                <a:cubicBezTo>
                  <a:pt x="12694" y="57263"/>
                  <a:pt x="12703" y="57322"/>
                  <a:pt x="12713" y="57382"/>
                </a:cubicBezTo>
                <a:lnTo>
                  <a:pt x="12713" y="57382"/>
                </a:lnTo>
                <a:cubicBezTo>
                  <a:pt x="12709" y="57333"/>
                  <a:pt x="12701" y="57290"/>
                  <a:pt x="12701" y="57247"/>
                </a:cubicBezTo>
                <a:cubicBezTo>
                  <a:pt x="12728" y="57240"/>
                  <a:pt x="12748" y="57228"/>
                  <a:pt x="12769" y="57214"/>
                </a:cubicBezTo>
                <a:lnTo>
                  <a:pt x="12769" y="57214"/>
                </a:lnTo>
                <a:cubicBezTo>
                  <a:pt x="12778" y="57271"/>
                  <a:pt x="12788" y="57331"/>
                  <a:pt x="12798" y="57395"/>
                </a:cubicBezTo>
                <a:lnTo>
                  <a:pt x="12798" y="57395"/>
                </a:lnTo>
                <a:cubicBezTo>
                  <a:pt x="12877" y="57350"/>
                  <a:pt x="12944" y="57306"/>
                  <a:pt x="13010" y="57262"/>
                </a:cubicBezTo>
                <a:cubicBezTo>
                  <a:pt x="12995" y="57188"/>
                  <a:pt x="12995" y="57144"/>
                  <a:pt x="12995" y="57100"/>
                </a:cubicBezTo>
                <a:cubicBezTo>
                  <a:pt x="12936" y="57115"/>
                  <a:pt x="12907" y="57159"/>
                  <a:pt x="12848" y="57173"/>
                </a:cubicBezTo>
                <a:cubicBezTo>
                  <a:pt x="12816" y="57181"/>
                  <a:pt x="12793" y="57198"/>
                  <a:pt x="12769" y="57214"/>
                </a:cubicBezTo>
                <a:lnTo>
                  <a:pt x="12769" y="57214"/>
                </a:lnTo>
                <a:cubicBezTo>
                  <a:pt x="12766" y="57195"/>
                  <a:pt x="12763" y="57177"/>
                  <a:pt x="12760" y="57159"/>
                </a:cubicBezTo>
                <a:cubicBezTo>
                  <a:pt x="12848" y="57100"/>
                  <a:pt x="12936" y="57041"/>
                  <a:pt x="13054" y="56982"/>
                </a:cubicBezTo>
                <a:cubicBezTo>
                  <a:pt x="13062" y="57054"/>
                  <a:pt x="13070" y="57125"/>
                  <a:pt x="13083" y="57199"/>
                </a:cubicBezTo>
                <a:lnTo>
                  <a:pt x="13083" y="57199"/>
                </a:lnTo>
                <a:cubicBezTo>
                  <a:pt x="13079" y="57140"/>
                  <a:pt x="13069" y="57088"/>
                  <a:pt x="13069" y="57026"/>
                </a:cubicBezTo>
                <a:cubicBezTo>
                  <a:pt x="13116" y="57003"/>
                  <a:pt x="13162" y="56980"/>
                  <a:pt x="13202" y="56956"/>
                </a:cubicBezTo>
                <a:lnTo>
                  <a:pt x="13202" y="56956"/>
                </a:lnTo>
                <a:cubicBezTo>
                  <a:pt x="13209" y="57018"/>
                  <a:pt x="13216" y="57083"/>
                  <a:pt x="13226" y="57150"/>
                </a:cubicBezTo>
                <a:lnTo>
                  <a:pt x="13226" y="57150"/>
                </a:lnTo>
                <a:lnTo>
                  <a:pt x="13363" y="57070"/>
                </a:lnTo>
                <a:cubicBezTo>
                  <a:pt x="13349" y="56997"/>
                  <a:pt x="13349" y="56938"/>
                  <a:pt x="13363" y="56864"/>
                </a:cubicBezTo>
                <a:lnTo>
                  <a:pt x="13363" y="56864"/>
                </a:lnTo>
                <a:cubicBezTo>
                  <a:pt x="13348" y="56868"/>
                  <a:pt x="13335" y="56873"/>
                  <a:pt x="13323" y="56878"/>
                </a:cubicBezTo>
                <a:lnTo>
                  <a:pt x="13323" y="56878"/>
                </a:lnTo>
                <a:lnTo>
                  <a:pt x="13408" y="56827"/>
                </a:lnTo>
                <a:lnTo>
                  <a:pt x="13408" y="56827"/>
                </a:lnTo>
                <a:cubicBezTo>
                  <a:pt x="13410" y="56891"/>
                  <a:pt x="13422" y="56945"/>
                  <a:pt x="13422" y="57012"/>
                </a:cubicBezTo>
                <a:lnTo>
                  <a:pt x="13500" y="56966"/>
                </a:lnTo>
                <a:lnTo>
                  <a:pt x="13500" y="56966"/>
                </a:lnTo>
                <a:cubicBezTo>
                  <a:pt x="13845" y="59193"/>
                  <a:pt x="15079" y="61317"/>
                  <a:pt x="17131" y="63281"/>
                </a:cubicBezTo>
                <a:cubicBezTo>
                  <a:pt x="17410" y="63560"/>
                  <a:pt x="17719" y="63825"/>
                  <a:pt x="18058" y="64120"/>
                </a:cubicBezTo>
                <a:cubicBezTo>
                  <a:pt x="19323" y="65253"/>
                  <a:pt x="20736" y="66607"/>
                  <a:pt x="21178" y="68314"/>
                </a:cubicBezTo>
                <a:cubicBezTo>
                  <a:pt x="21413" y="69241"/>
                  <a:pt x="21472" y="69991"/>
                  <a:pt x="21310" y="70683"/>
                </a:cubicBezTo>
                <a:cubicBezTo>
                  <a:pt x="21104" y="71537"/>
                  <a:pt x="20604" y="72420"/>
                  <a:pt x="19868" y="73214"/>
                </a:cubicBezTo>
                <a:cubicBezTo>
                  <a:pt x="19603" y="73509"/>
                  <a:pt x="19279" y="73788"/>
                  <a:pt x="18955" y="74068"/>
                </a:cubicBezTo>
                <a:cubicBezTo>
                  <a:pt x="18279" y="74598"/>
                  <a:pt x="17543" y="75069"/>
                  <a:pt x="16822" y="75510"/>
                </a:cubicBezTo>
                <a:cubicBezTo>
                  <a:pt x="16380" y="75790"/>
                  <a:pt x="15894" y="76084"/>
                  <a:pt x="15482" y="76378"/>
                </a:cubicBezTo>
                <a:cubicBezTo>
                  <a:pt x="14173" y="77276"/>
                  <a:pt x="12995" y="78350"/>
                  <a:pt x="11980" y="79557"/>
                </a:cubicBezTo>
                <a:cubicBezTo>
                  <a:pt x="11156" y="80572"/>
                  <a:pt x="10567" y="81544"/>
                  <a:pt x="10184" y="82544"/>
                </a:cubicBezTo>
                <a:cubicBezTo>
                  <a:pt x="9978" y="83089"/>
                  <a:pt x="9831" y="83648"/>
                  <a:pt x="9758" y="84193"/>
                </a:cubicBezTo>
                <a:cubicBezTo>
                  <a:pt x="9684" y="84811"/>
                  <a:pt x="9684" y="85473"/>
                  <a:pt x="9758" y="86238"/>
                </a:cubicBezTo>
                <a:cubicBezTo>
                  <a:pt x="9920" y="87813"/>
                  <a:pt x="10346" y="89314"/>
                  <a:pt x="11023" y="90653"/>
                </a:cubicBezTo>
                <a:lnTo>
                  <a:pt x="11082" y="90609"/>
                </a:lnTo>
                <a:cubicBezTo>
                  <a:pt x="10405" y="89270"/>
                  <a:pt x="9978" y="87798"/>
                  <a:pt x="9817" y="86224"/>
                </a:cubicBezTo>
                <a:cubicBezTo>
                  <a:pt x="9743" y="85444"/>
                  <a:pt x="9714" y="84781"/>
                  <a:pt x="9817" y="84193"/>
                </a:cubicBezTo>
                <a:cubicBezTo>
                  <a:pt x="9890" y="83663"/>
                  <a:pt x="10008" y="83104"/>
                  <a:pt x="10229" y="82559"/>
                </a:cubicBezTo>
                <a:cubicBezTo>
                  <a:pt x="10597" y="81558"/>
                  <a:pt x="11185" y="80602"/>
                  <a:pt x="12024" y="79601"/>
                </a:cubicBezTo>
                <a:cubicBezTo>
                  <a:pt x="13025" y="78380"/>
                  <a:pt x="14187" y="77320"/>
                  <a:pt x="15497" y="76408"/>
                </a:cubicBezTo>
                <a:cubicBezTo>
                  <a:pt x="15939" y="76113"/>
                  <a:pt x="16395" y="75819"/>
                  <a:pt x="16836" y="75554"/>
                </a:cubicBezTo>
                <a:cubicBezTo>
                  <a:pt x="17557" y="75113"/>
                  <a:pt x="18308" y="74642"/>
                  <a:pt x="18985" y="74097"/>
                </a:cubicBezTo>
                <a:cubicBezTo>
                  <a:pt x="19323" y="73818"/>
                  <a:pt x="19632" y="73538"/>
                  <a:pt x="19927" y="73244"/>
                </a:cubicBezTo>
                <a:cubicBezTo>
                  <a:pt x="20677" y="72464"/>
                  <a:pt x="21178" y="71551"/>
                  <a:pt x="21384" y="70668"/>
                </a:cubicBezTo>
                <a:cubicBezTo>
                  <a:pt x="21546" y="69977"/>
                  <a:pt x="21516" y="69226"/>
                  <a:pt x="21251" y="68284"/>
                </a:cubicBezTo>
                <a:cubicBezTo>
                  <a:pt x="20795" y="66548"/>
                  <a:pt x="19382" y="65209"/>
                  <a:pt x="18087" y="64075"/>
                </a:cubicBezTo>
                <a:cubicBezTo>
                  <a:pt x="17763" y="63781"/>
                  <a:pt x="17440" y="63501"/>
                  <a:pt x="17175" y="63222"/>
                </a:cubicBezTo>
                <a:cubicBezTo>
                  <a:pt x="15134" y="61255"/>
                  <a:pt x="13899" y="59156"/>
                  <a:pt x="13572" y="56925"/>
                </a:cubicBezTo>
                <a:lnTo>
                  <a:pt x="13572" y="56925"/>
                </a:lnTo>
                <a:lnTo>
                  <a:pt x="13500" y="56966"/>
                </a:lnTo>
                <a:lnTo>
                  <a:pt x="13500" y="56966"/>
                </a:lnTo>
                <a:cubicBezTo>
                  <a:pt x="13499" y="56957"/>
                  <a:pt x="13497" y="56947"/>
                  <a:pt x="13496" y="56938"/>
                </a:cubicBezTo>
                <a:cubicBezTo>
                  <a:pt x="13496" y="56879"/>
                  <a:pt x="13466" y="56835"/>
                  <a:pt x="13466" y="56791"/>
                </a:cubicBezTo>
                <a:lnTo>
                  <a:pt x="13408" y="56827"/>
                </a:lnTo>
                <a:lnTo>
                  <a:pt x="13408" y="56827"/>
                </a:lnTo>
                <a:cubicBezTo>
                  <a:pt x="13408" y="56820"/>
                  <a:pt x="13407" y="56813"/>
                  <a:pt x="13407" y="56806"/>
                </a:cubicBezTo>
                <a:cubicBezTo>
                  <a:pt x="13496" y="56747"/>
                  <a:pt x="13584" y="56688"/>
                  <a:pt x="13672" y="56614"/>
                </a:cubicBezTo>
                <a:cubicBezTo>
                  <a:pt x="13672" y="56634"/>
                  <a:pt x="13673" y="56653"/>
                  <a:pt x="13675" y="56670"/>
                </a:cubicBezTo>
                <a:lnTo>
                  <a:pt x="13675" y="56670"/>
                </a:lnTo>
                <a:cubicBezTo>
                  <a:pt x="13700" y="56656"/>
                  <a:pt x="13724" y="56641"/>
                  <a:pt x="13747" y="56626"/>
                </a:cubicBezTo>
                <a:lnTo>
                  <a:pt x="13747" y="56626"/>
                </a:lnTo>
                <a:cubicBezTo>
                  <a:pt x="13753" y="56688"/>
                  <a:pt x="13775" y="56741"/>
                  <a:pt x="13775" y="56806"/>
                </a:cubicBezTo>
                <a:cubicBezTo>
                  <a:pt x="13793" y="56791"/>
                  <a:pt x="13811" y="56778"/>
                  <a:pt x="13830" y="56766"/>
                </a:cubicBezTo>
                <a:lnTo>
                  <a:pt x="13830" y="56766"/>
                </a:lnTo>
                <a:cubicBezTo>
                  <a:pt x="14165" y="58967"/>
                  <a:pt x="15391" y="61085"/>
                  <a:pt x="17440" y="63119"/>
                </a:cubicBezTo>
                <a:cubicBezTo>
                  <a:pt x="17734" y="63413"/>
                  <a:pt x="18058" y="63693"/>
                  <a:pt x="18382" y="64002"/>
                </a:cubicBezTo>
                <a:cubicBezTo>
                  <a:pt x="19780" y="65253"/>
                  <a:pt x="21163" y="66636"/>
                  <a:pt x="21560" y="68358"/>
                </a:cubicBezTo>
                <a:cubicBezTo>
                  <a:pt x="21766" y="69241"/>
                  <a:pt x="21781" y="69991"/>
                  <a:pt x="21604" y="70698"/>
                </a:cubicBezTo>
                <a:cubicBezTo>
                  <a:pt x="21384" y="71537"/>
                  <a:pt x="20883" y="72405"/>
                  <a:pt x="20162" y="73170"/>
                </a:cubicBezTo>
                <a:cubicBezTo>
                  <a:pt x="19897" y="73464"/>
                  <a:pt x="19603" y="73744"/>
                  <a:pt x="19265" y="74024"/>
                </a:cubicBezTo>
                <a:cubicBezTo>
                  <a:pt x="18617" y="74553"/>
                  <a:pt x="17925" y="75010"/>
                  <a:pt x="17219" y="75466"/>
                </a:cubicBezTo>
                <a:cubicBezTo>
                  <a:pt x="16777" y="75760"/>
                  <a:pt x="16307" y="76040"/>
                  <a:pt x="15880" y="76378"/>
                </a:cubicBezTo>
                <a:cubicBezTo>
                  <a:pt x="14599" y="77305"/>
                  <a:pt x="13452" y="78409"/>
                  <a:pt x="12495" y="79631"/>
                </a:cubicBezTo>
                <a:cubicBezTo>
                  <a:pt x="11730" y="80631"/>
                  <a:pt x="11141" y="81632"/>
                  <a:pt x="10773" y="82633"/>
                </a:cubicBezTo>
                <a:cubicBezTo>
                  <a:pt x="10567" y="83163"/>
                  <a:pt x="10435" y="83722"/>
                  <a:pt x="10361" y="84266"/>
                </a:cubicBezTo>
                <a:cubicBezTo>
                  <a:pt x="10287" y="84870"/>
                  <a:pt x="10273" y="85547"/>
                  <a:pt x="10346" y="86297"/>
                </a:cubicBezTo>
                <a:cubicBezTo>
                  <a:pt x="10494" y="87872"/>
                  <a:pt x="10891" y="89343"/>
                  <a:pt x="11583" y="90668"/>
                </a:cubicBezTo>
                <a:lnTo>
                  <a:pt x="11627" y="90638"/>
                </a:lnTo>
                <a:cubicBezTo>
                  <a:pt x="10950" y="89314"/>
                  <a:pt x="10552" y="87842"/>
                  <a:pt x="10420" y="86268"/>
                </a:cubicBezTo>
                <a:cubicBezTo>
                  <a:pt x="10346" y="85517"/>
                  <a:pt x="10361" y="84870"/>
                  <a:pt x="10435" y="84266"/>
                </a:cubicBezTo>
                <a:cubicBezTo>
                  <a:pt x="10508" y="83736"/>
                  <a:pt x="10641" y="83177"/>
                  <a:pt x="10847" y="82647"/>
                </a:cubicBezTo>
                <a:cubicBezTo>
                  <a:pt x="11215" y="81676"/>
                  <a:pt x="11774" y="80661"/>
                  <a:pt x="12554" y="79675"/>
                </a:cubicBezTo>
                <a:cubicBezTo>
                  <a:pt x="13510" y="78439"/>
                  <a:pt x="14644" y="77350"/>
                  <a:pt x="15924" y="76437"/>
                </a:cubicBezTo>
                <a:cubicBezTo>
                  <a:pt x="16365" y="76113"/>
                  <a:pt x="16822" y="75804"/>
                  <a:pt x="17263" y="75510"/>
                </a:cubicBezTo>
                <a:cubicBezTo>
                  <a:pt x="17940" y="75069"/>
                  <a:pt x="18661" y="74612"/>
                  <a:pt x="19309" y="74083"/>
                </a:cubicBezTo>
                <a:cubicBezTo>
                  <a:pt x="19632" y="73803"/>
                  <a:pt x="19941" y="73523"/>
                  <a:pt x="20206" y="73229"/>
                </a:cubicBezTo>
                <a:cubicBezTo>
                  <a:pt x="20942" y="72434"/>
                  <a:pt x="21443" y="71581"/>
                  <a:pt x="21663" y="70712"/>
                </a:cubicBezTo>
                <a:cubicBezTo>
                  <a:pt x="21840" y="70006"/>
                  <a:pt x="21825" y="69241"/>
                  <a:pt x="21619" y="68343"/>
                </a:cubicBezTo>
                <a:cubicBezTo>
                  <a:pt x="21222" y="66592"/>
                  <a:pt x="19824" y="65194"/>
                  <a:pt x="18426" y="63943"/>
                </a:cubicBezTo>
                <a:cubicBezTo>
                  <a:pt x="18072" y="63634"/>
                  <a:pt x="17778" y="63354"/>
                  <a:pt x="17484" y="63060"/>
                </a:cubicBezTo>
                <a:cubicBezTo>
                  <a:pt x="15427" y="61046"/>
                  <a:pt x="14230" y="58922"/>
                  <a:pt x="13892" y="56726"/>
                </a:cubicBezTo>
                <a:lnTo>
                  <a:pt x="13892" y="56726"/>
                </a:lnTo>
                <a:cubicBezTo>
                  <a:pt x="13871" y="56739"/>
                  <a:pt x="13850" y="56752"/>
                  <a:pt x="13830" y="56766"/>
                </a:cubicBezTo>
                <a:lnTo>
                  <a:pt x="13830" y="56766"/>
                </a:lnTo>
                <a:cubicBezTo>
                  <a:pt x="13821" y="56705"/>
                  <a:pt x="13813" y="56645"/>
                  <a:pt x="13805" y="56585"/>
                </a:cubicBezTo>
                <a:cubicBezTo>
                  <a:pt x="13786" y="56599"/>
                  <a:pt x="13767" y="56613"/>
                  <a:pt x="13747" y="56626"/>
                </a:cubicBezTo>
                <a:lnTo>
                  <a:pt x="13747" y="56626"/>
                </a:lnTo>
                <a:cubicBezTo>
                  <a:pt x="13746" y="56618"/>
                  <a:pt x="13746" y="56609"/>
                  <a:pt x="13746" y="56599"/>
                </a:cubicBezTo>
                <a:cubicBezTo>
                  <a:pt x="13788" y="56576"/>
                  <a:pt x="13827" y="56554"/>
                  <a:pt x="13864" y="56532"/>
                </a:cubicBezTo>
                <a:lnTo>
                  <a:pt x="13864" y="56532"/>
                </a:lnTo>
                <a:cubicBezTo>
                  <a:pt x="13873" y="56597"/>
                  <a:pt x="13882" y="56662"/>
                  <a:pt x="13892" y="56726"/>
                </a:cubicBezTo>
                <a:lnTo>
                  <a:pt x="13892" y="56726"/>
                </a:lnTo>
                <a:cubicBezTo>
                  <a:pt x="13935" y="56700"/>
                  <a:pt x="13980" y="56674"/>
                  <a:pt x="14025" y="56644"/>
                </a:cubicBezTo>
                <a:lnTo>
                  <a:pt x="14025" y="56599"/>
                </a:lnTo>
                <a:cubicBezTo>
                  <a:pt x="14011" y="56557"/>
                  <a:pt x="14011" y="56501"/>
                  <a:pt x="14011" y="56431"/>
                </a:cubicBezTo>
                <a:lnTo>
                  <a:pt x="14011" y="56431"/>
                </a:lnTo>
                <a:cubicBezTo>
                  <a:pt x="14002" y="56437"/>
                  <a:pt x="13993" y="56442"/>
                  <a:pt x="13984" y="56448"/>
                </a:cubicBezTo>
                <a:lnTo>
                  <a:pt x="13984" y="56448"/>
                </a:lnTo>
                <a:cubicBezTo>
                  <a:pt x="13993" y="56440"/>
                  <a:pt x="14002" y="56432"/>
                  <a:pt x="14011" y="56423"/>
                </a:cubicBezTo>
                <a:cubicBezTo>
                  <a:pt x="14011" y="56426"/>
                  <a:pt x="14011" y="56428"/>
                  <a:pt x="14011" y="56431"/>
                </a:cubicBezTo>
                <a:lnTo>
                  <a:pt x="14011" y="56431"/>
                </a:lnTo>
                <a:cubicBezTo>
                  <a:pt x="14044" y="56410"/>
                  <a:pt x="14078" y="56388"/>
                  <a:pt x="14114" y="56364"/>
                </a:cubicBezTo>
                <a:cubicBezTo>
                  <a:pt x="14114" y="56368"/>
                  <a:pt x="14115" y="56372"/>
                  <a:pt x="14115" y="56376"/>
                </a:cubicBezTo>
                <a:lnTo>
                  <a:pt x="14115" y="56376"/>
                </a:lnTo>
                <a:cubicBezTo>
                  <a:pt x="14132" y="56363"/>
                  <a:pt x="14148" y="56351"/>
                  <a:pt x="14164" y="56338"/>
                </a:cubicBezTo>
                <a:lnTo>
                  <a:pt x="14164" y="56338"/>
                </a:lnTo>
                <a:cubicBezTo>
                  <a:pt x="14171" y="56399"/>
                  <a:pt x="14180" y="56459"/>
                  <a:pt x="14189" y="56520"/>
                </a:cubicBezTo>
                <a:lnTo>
                  <a:pt x="14189" y="56520"/>
                </a:lnTo>
                <a:cubicBezTo>
                  <a:pt x="14236" y="56487"/>
                  <a:pt x="14283" y="56457"/>
                  <a:pt x="14335" y="56423"/>
                </a:cubicBezTo>
                <a:cubicBezTo>
                  <a:pt x="14320" y="56349"/>
                  <a:pt x="14320" y="56276"/>
                  <a:pt x="14320" y="56217"/>
                </a:cubicBezTo>
                <a:cubicBezTo>
                  <a:pt x="14264" y="56254"/>
                  <a:pt x="14215" y="56297"/>
                  <a:pt x="14164" y="56338"/>
                </a:cubicBezTo>
                <a:lnTo>
                  <a:pt x="14164" y="56338"/>
                </a:lnTo>
                <a:cubicBezTo>
                  <a:pt x="14162" y="56322"/>
                  <a:pt x="14160" y="56306"/>
                  <a:pt x="14158" y="56290"/>
                </a:cubicBezTo>
                <a:cubicBezTo>
                  <a:pt x="14231" y="56232"/>
                  <a:pt x="14320" y="56173"/>
                  <a:pt x="14393" y="56099"/>
                </a:cubicBezTo>
                <a:cubicBezTo>
                  <a:pt x="14395" y="56114"/>
                  <a:pt x="14397" y="56130"/>
                  <a:pt x="14399" y="56145"/>
                </a:cubicBezTo>
                <a:lnTo>
                  <a:pt x="14399" y="56145"/>
                </a:lnTo>
                <a:cubicBezTo>
                  <a:pt x="14431" y="56125"/>
                  <a:pt x="14465" y="56100"/>
                  <a:pt x="14499" y="56073"/>
                </a:cubicBezTo>
                <a:lnTo>
                  <a:pt x="14499" y="56073"/>
                </a:lnTo>
                <a:cubicBezTo>
                  <a:pt x="14507" y="56141"/>
                  <a:pt x="14516" y="56208"/>
                  <a:pt x="14526" y="56275"/>
                </a:cubicBezTo>
                <a:lnTo>
                  <a:pt x="14526" y="56275"/>
                </a:lnTo>
                <a:cubicBezTo>
                  <a:pt x="14561" y="56251"/>
                  <a:pt x="14597" y="56228"/>
                  <a:pt x="14629" y="56202"/>
                </a:cubicBezTo>
                <a:cubicBezTo>
                  <a:pt x="14629" y="56129"/>
                  <a:pt x="14629" y="56055"/>
                  <a:pt x="14614" y="55981"/>
                </a:cubicBezTo>
                <a:cubicBezTo>
                  <a:pt x="14578" y="56010"/>
                  <a:pt x="14538" y="56043"/>
                  <a:pt x="14499" y="56073"/>
                </a:cubicBezTo>
                <a:lnTo>
                  <a:pt x="14499" y="56073"/>
                </a:lnTo>
                <a:cubicBezTo>
                  <a:pt x="14498" y="56067"/>
                  <a:pt x="14497" y="56061"/>
                  <a:pt x="14496" y="56055"/>
                </a:cubicBezTo>
                <a:cubicBezTo>
                  <a:pt x="14570" y="55996"/>
                  <a:pt x="14644" y="55937"/>
                  <a:pt x="14747" y="55864"/>
                </a:cubicBezTo>
                <a:cubicBezTo>
                  <a:pt x="14747" y="55870"/>
                  <a:pt x="14748" y="55877"/>
                  <a:pt x="14749" y="55884"/>
                </a:cubicBezTo>
                <a:lnTo>
                  <a:pt x="14749" y="55884"/>
                </a:lnTo>
                <a:cubicBezTo>
                  <a:pt x="14760" y="55875"/>
                  <a:pt x="14771" y="55866"/>
                  <a:pt x="14782" y="55857"/>
                </a:cubicBezTo>
                <a:lnTo>
                  <a:pt x="14782" y="55857"/>
                </a:lnTo>
                <a:cubicBezTo>
                  <a:pt x="14790" y="55930"/>
                  <a:pt x="14800" y="56003"/>
                  <a:pt x="14810" y="56076"/>
                </a:cubicBezTo>
                <a:lnTo>
                  <a:pt x="14810" y="56076"/>
                </a:lnTo>
                <a:cubicBezTo>
                  <a:pt x="14849" y="56044"/>
                  <a:pt x="14886" y="56011"/>
                  <a:pt x="14923" y="55981"/>
                </a:cubicBezTo>
                <a:cubicBezTo>
                  <a:pt x="14923" y="55908"/>
                  <a:pt x="14923" y="55820"/>
                  <a:pt x="14908" y="55761"/>
                </a:cubicBezTo>
                <a:cubicBezTo>
                  <a:pt x="14863" y="55791"/>
                  <a:pt x="14821" y="55825"/>
                  <a:pt x="14782" y="55857"/>
                </a:cubicBezTo>
                <a:lnTo>
                  <a:pt x="14782" y="55857"/>
                </a:lnTo>
                <a:cubicBezTo>
                  <a:pt x="14780" y="55840"/>
                  <a:pt x="14778" y="55822"/>
                  <a:pt x="14776" y="55805"/>
                </a:cubicBezTo>
                <a:cubicBezTo>
                  <a:pt x="14850" y="55761"/>
                  <a:pt x="14923" y="55687"/>
                  <a:pt x="14997" y="55628"/>
                </a:cubicBezTo>
                <a:cubicBezTo>
                  <a:pt x="14999" y="55647"/>
                  <a:pt x="15001" y="55665"/>
                  <a:pt x="15004" y="55684"/>
                </a:cubicBezTo>
                <a:lnTo>
                  <a:pt x="15004" y="55684"/>
                </a:lnTo>
                <a:cubicBezTo>
                  <a:pt x="15023" y="55668"/>
                  <a:pt x="15042" y="55651"/>
                  <a:pt x="15061" y="55635"/>
                </a:cubicBezTo>
                <a:lnTo>
                  <a:pt x="15061" y="55635"/>
                </a:lnTo>
                <a:cubicBezTo>
                  <a:pt x="15070" y="55705"/>
                  <a:pt x="15079" y="55775"/>
                  <a:pt x="15089" y="55844"/>
                </a:cubicBezTo>
                <a:lnTo>
                  <a:pt x="15089" y="55844"/>
                </a:lnTo>
                <a:cubicBezTo>
                  <a:pt x="15132" y="55807"/>
                  <a:pt x="15175" y="55772"/>
                  <a:pt x="15217" y="55746"/>
                </a:cubicBezTo>
                <a:cubicBezTo>
                  <a:pt x="15203" y="55672"/>
                  <a:pt x="15203" y="55569"/>
                  <a:pt x="15203" y="55525"/>
                </a:cubicBezTo>
                <a:cubicBezTo>
                  <a:pt x="15156" y="55553"/>
                  <a:pt x="15109" y="55594"/>
                  <a:pt x="15061" y="55635"/>
                </a:cubicBezTo>
                <a:lnTo>
                  <a:pt x="15061" y="55635"/>
                </a:lnTo>
                <a:cubicBezTo>
                  <a:pt x="15059" y="55618"/>
                  <a:pt x="15057" y="55601"/>
                  <a:pt x="15056" y="55584"/>
                </a:cubicBezTo>
                <a:cubicBezTo>
                  <a:pt x="16145" y="54672"/>
                  <a:pt x="16954" y="53641"/>
                  <a:pt x="17484" y="52523"/>
                </a:cubicBezTo>
                <a:cubicBezTo>
                  <a:pt x="17823" y="51793"/>
                  <a:pt x="18026" y="51022"/>
                  <a:pt x="18097" y="50259"/>
                </a:cubicBezTo>
                <a:lnTo>
                  <a:pt x="18097" y="50259"/>
                </a:lnTo>
                <a:cubicBezTo>
                  <a:pt x="18042" y="50981"/>
                  <a:pt x="17864" y="51712"/>
                  <a:pt x="17557" y="52405"/>
                </a:cubicBezTo>
                <a:cubicBezTo>
                  <a:pt x="17086" y="53494"/>
                  <a:pt x="16307" y="54524"/>
                  <a:pt x="15262" y="55452"/>
                </a:cubicBezTo>
                <a:cubicBezTo>
                  <a:pt x="15262" y="55525"/>
                  <a:pt x="15276" y="55613"/>
                  <a:pt x="15276" y="55687"/>
                </a:cubicBezTo>
                <a:cubicBezTo>
                  <a:pt x="16351" y="54760"/>
                  <a:pt x="17131" y="53759"/>
                  <a:pt x="17646" y="52670"/>
                </a:cubicBezTo>
                <a:cubicBezTo>
                  <a:pt x="18669" y="50497"/>
                  <a:pt x="18443" y="47980"/>
                  <a:pt x="17116" y="46379"/>
                </a:cubicBezTo>
                <a:lnTo>
                  <a:pt x="17116" y="46379"/>
                </a:lnTo>
                <a:cubicBezTo>
                  <a:pt x="17896" y="47431"/>
                  <a:pt x="18229" y="48831"/>
                  <a:pt x="18097" y="50259"/>
                </a:cubicBezTo>
                <a:lnTo>
                  <a:pt x="18097" y="50259"/>
                </a:lnTo>
                <a:cubicBezTo>
                  <a:pt x="18213" y="48729"/>
                  <a:pt x="17776" y="47235"/>
                  <a:pt x="16836" y="46195"/>
                </a:cubicBezTo>
                <a:cubicBezTo>
                  <a:pt x="16895" y="46195"/>
                  <a:pt x="16939" y="46210"/>
                  <a:pt x="16969" y="46210"/>
                </a:cubicBezTo>
                <a:cubicBezTo>
                  <a:pt x="17019" y="46265"/>
                  <a:pt x="17068" y="46321"/>
                  <a:pt x="17116" y="46379"/>
                </a:cubicBezTo>
                <a:lnTo>
                  <a:pt x="17116" y="46379"/>
                </a:lnTo>
                <a:cubicBezTo>
                  <a:pt x="17011" y="46237"/>
                  <a:pt x="16898" y="46102"/>
                  <a:pt x="16777" y="45974"/>
                </a:cubicBezTo>
                <a:cubicBezTo>
                  <a:pt x="16763" y="45945"/>
                  <a:pt x="16748" y="45915"/>
                  <a:pt x="16704" y="45901"/>
                </a:cubicBezTo>
                <a:lnTo>
                  <a:pt x="16660" y="45930"/>
                </a:lnTo>
                <a:cubicBezTo>
                  <a:pt x="16616" y="45915"/>
                  <a:pt x="16557" y="45915"/>
                  <a:pt x="16527" y="45901"/>
                </a:cubicBezTo>
                <a:cubicBezTo>
                  <a:pt x="16513" y="45871"/>
                  <a:pt x="16483" y="45842"/>
                  <a:pt x="16454" y="45827"/>
                </a:cubicBezTo>
                <a:lnTo>
                  <a:pt x="16410" y="45857"/>
                </a:lnTo>
                <a:cubicBezTo>
                  <a:pt x="16365" y="45842"/>
                  <a:pt x="16307" y="45827"/>
                  <a:pt x="16262" y="45798"/>
                </a:cubicBezTo>
                <a:lnTo>
                  <a:pt x="16218" y="45754"/>
                </a:lnTo>
                <a:lnTo>
                  <a:pt x="16174" y="45783"/>
                </a:lnTo>
                <a:cubicBezTo>
                  <a:pt x="16100" y="45768"/>
                  <a:pt x="16042" y="45724"/>
                  <a:pt x="15968" y="45709"/>
                </a:cubicBezTo>
                <a:lnTo>
                  <a:pt x="15953" y="45695"/>
                </a:lnTo>
                <a:lnTo>
                  <a:pt x="15939" y="45709"/>
                </a:lnTo>
                <a:cubicBezTo>
                  <a:pt x="15438" y="45503"/>
                  <a:pt x="14982" y="45209"/>
                  <a:pt x="14555" y="44871"/>
                </a:cubicBezTo>
                <a:cubicBezTo>
                  <a:pt x="14555" y="44871"/>
                  <a:pt x="14541" y="44871"/>
                  <a:pt x="14541" y="44841"/>
                </a:cubicBezTo>
                <a:lnTo>
                  <a:pt x="14482" y="44797"/>
                </a:lnTo>
                <a:cubicBezTo>
                  <a:pt x="14114" y="44458"/>
                  <a:pt x="13790" y="44061"/>
                  <a:pt x="13510" y="43620"/>
                </a:cubicBezTo>
                <a:cubicBezTo>
                  <a:pt x="13437" y="43487"/>
                  <a:pt x="13363" y="43355"/>
                  <a:pt x="13304" y="43222"/>
                </a:cubicBezTo>
                <a:cubicBezTo>
                  <a:pt x="13303" y="43219"/>
                  <a:pt x="13301" y="43215"/>
                  <a:pt x="13299" y="43211"/>
                </a:cubicBezTo>
                <a:lnTo>
                  <a:pt x="13299" y="43211"/>
                </a:lnTo>
                <a:cubicBezTo>
                  <a:pt x="13303" y="43223"/>
                  <a:pt x="13304" y="43236"/>
                  <a:pt x="13304" y="43252"/>
                </a:cubicBezTo>
                <a:cubicBezTo>
                  <a:pt x="13319" y="43311"/>
                  <a:pt x="13363" y="43355"/>
                  <a:pt x="13378" y="43428"/>
                </a:cubicBezTo>
                <a:cubicBezTo>
                  <a:pt x="13363" y="43399"/>
                  <a:pt x="13349" y="43384"/>
                  <a:pt x="13334" y="43340"/>
                </a:cubicBezTo>
                <a:cubicBezTo>
                  <a:pt x="13304" y="43281"/>
                  <a:pt x="13275" y="43208"/>
                  <a:pt x="13260" y="43163"/>
                </a:cubicBezTo>
                <a:lnTo>
                  <a:pt x="13260" y="43163"/>
                </a:lnTo>
                <a:cubicBezTo>
                  <a:pt x="13271" y="43169"/>
                  <a:pt x="13281" y="43177"/>
                  <a:pt x="13288" y="43187"/>
                </a:cubicBezTo>
                <a:lnTo>
                  <a:pt x="13288" y="43187"/>
                </a:lnTo>
                <a:cubicBezTo>
                  <a:pt x="13201" y="43002"/>
                  <a:pt x="13120" y="42813"/>
                  <a:pt x="13054" y="42618"/>
                </a:cubicBezTo>
                <a:lnTo>
                  <a:pt x="13054" y="42618"/>
                </a:lnTo>
                <a:cubicBezTo>
                  <a:pt x="13070" y="42695"/>
                  <a:pt x="13091" y="42764"/>
                  <a:pt x="13113" y="42840"/>
                </a:cubicBezTo>
                <a:cubicBezTo>
                  <a:pt x="13069" y="42766"/>
                  <a:pt x="13054" y="42693"/>
                  <a:pt x="13010" y="42619"/>
                </a:cubicBezTo>
                <a:lnTo>
                  <a:pt x="12972" y="42341"/>
                </a:lnTo>
                <a:lnTo>
                  <a:pt x="12972" y="42341"/>
                </a:lnTo>
                <a:cubicBezTo>
                  <a:pt x="12995" y="42434"/>
                  <a:pt x="13023" y="42526"/>
                  <a:pt x="13054" y="42618"/>
                </a:cubicBezTo>
                <a:lnTo>
                  <a:pt x="13054" y="42618"/>
                </a:lnTo>
                <a:cubicBezTo>
                  <a:pt x="13048" y="42590"/>
                  <a:pt x="13043" y="42561"/>
                  <a:pt x="13039" y="42531"/>
                </a:cubicBezTo>
                <a:cubicBezTo>
                  <a:pt x="12995" y="42457"/>
                  <a:pt x="12981" y="42369"/>
                  <a:pt x="12966" y="42295"/>
                </a:cubicBezTo>
                <a:lnTo>
                  <a:pt x="12966" y="42295"/>
                </a:lnTo>
                <a:lnTo>
                  <a:pt x="12972" y="42341"/>
                </a:lnTo>
                <a:lnTo>
                  <a:pt x="12972" y="42341"/>
                </a:lnTo>
                <a:cubicBezTo>
                  <a:pt x="12965" y="42311"/>
                  <a:pt x="12958" y="42281"/>
                  <a:pt x="12951" y="42251"/>
                </a:cubicBezTo>
                <a:cubicBezTo>
                  <a:pt x="12833" y="41677"/>
                  <a:pt x="12775" y="41074"/>
                  <a:pt x="12848" y="40485"/>
                </a:cubicBezTo>
                <a:cubicBezTo>
                  <a:pt x="12871" y="40316"/>
                  <a:pt x="12898" y="40148"/>
                  <a:pt x="12931" y="39983"/>
                </a:cubicBezTo>
                <a:lnTo>
                  <a:pt x="12931" y="39983"/>
                </a:lnTo>
                <a:cubicBezTo>
                  <a:pt x="12907" y="40060"/>
                  <a:pt x="12883" y="40139"/>
                  <a:pt x="12863" y="40220"/>
                </a:cubicBezTo>
                <a:cubicBezTo>
                  <a:pt x="12892" y="40088"/>
                  <a:pt x="12907" y="39955"/>
                  <a:pt x="12922" y="39852"/>
                </a:cubicBezTo>
                <a:cubicBezTo>
                  <a:pt x="12981" y="39676"/>
                  <a:pt x="13039" y="39528"/>
                  <a:pt x="13084" y="39367"/>
                </a:cubicBezTo>
                <a:lnTo>
                  <a:pt x="13084" y="39367"/>
                </a:lnTo>
                <a:cubicBezTo>
                  <a:pt x="13079" y="39385"/>
                  <a:pt x="13075" y="39402"/>
                  <a:pt x="13071" y="39420"/>
                </a:cubicBezTo>
                <a:lnTo>
                  <a:pt x="13071" y="39420"/>
                </a:lnTo>
                <a:cubicBezTo>
                  <a:pt x="13093" y="39348"/>
                  <a:pt x="13117" y="39276"/>
                  <a:pt x="13142" y="39205"/>
                </a:cubicBezTo>
                <a:cubicBezTo>
                  <a:pt x="13157" y="39131"/>
                  <a:pt x="13201" y="39058"/>
                  <a:pt x="13231" y="38984"/>
                </a:cubicBezTo>
                <a:cubicBezTo>
                  <a:pt x="13290" y="38837"/>
                  <a:pt x="13349" y="38704"/>
                  <a:pt x="13422" y="38557"/>
                </a:cubicBezTo>
                <a:cubicBezTo>
                  <a:pt x="13531" y="38340"/>
                  <a:pt x="13647" y="38123"/>
                  <a:pt x="13766" y="37905"/>
                </a:cubicBezTo>
                <a:lnTo>
                  <a:pt x="13766" y="37905"/>
                </a:lnTo>
                <a:lnTo>
                  <a:pt x="13716" y="38042"/>
                </a:lnTo>
                <a:lnTo>
                  <a:pt x="13819" y="37880"/>
                </a:lnTo>
                <a:cubicBezTo>
                  <a:pt x="13849" y="37836"/>
                  <a:pt x="13878" y="37821"/>
                  <a:pt x="13893" y="37792"/>
                </a:cubicBezTo>
                <a:cubicBezTo>
                  <a:pt x="13922" y="37748"/>
                  <a:pt x="13937" y="37689"/>
                  <a:pt x="13952" y="37645"/>
                </a:cubicBezTo>
                <a:lnTo>
                  <a:pt x="13952" y="37645"/>
                </a:lnTo>
                <a:cubicBezTo>
                  <a:pt x="13897" y="37699"/>
                  <a:pt x="13851" y="37762"/>
                  <a:pt x="13813" y="37821"/>
                </a:cubicBezTo>
                <a:lnTo>
                  <a:pt x="13813" y="37821"/>
                </a:lnTo>
                <a:cubicBezTo>
                  <a:pt x="13839" y="37772"/>
                  <a:pt x="13866" y="37723"/>
                  <a:pt x="13893" y="37674"/>
                </a:cubicBezTo>
                <a:cubicBezTo>
                  <a:pt x="13893" y="37660"/>
                  <a:pt x="13908" y="37660"/>
                  <a:pt x="13908" y="37630"/>
                </a:cubicBezTo>
                <a:cubicBezTo>
                  <a:pt x="13952" y="37556"/>
                  <a:pt x="14011" y="37483"/>
                  <a:pt x="14055" y="37409"/>
                </a:cubicBezTo>
                <a:cubicBezTo>
                  <a:pt x="14099" y="37347"/>
                  <a:pt x="14142" y="37282"/>
                  <a:pt x="14185" y="37216"/>
                </a:cubicBezTo>
                <a:lnTo>
                  <a:pt x="14185" y="37216"/>
                </a:lnTo>
                <a:cubicBezTo>
                  <a:pt x="14180" y="37227"/>
                  <a:pt x="14176" y="37237"/>
                  <a:pt x="14173" y="37247"/>
                </a:cubicBezTo>
                <a:cubicBezTo>
                  <a:pt x="14231" y="37203"/>
                  <a:pt x="14290" y="37130"/>
                  <a:pt x="14364" y="37071"/>
                </a:cubicBezTo>
                <a:cubicBezTo>
                  <a:pt x="14379" y="37012"/>
                  <a:pt x="14393" y="36983"/>
                  <a:pt x="14408" y="36924"/>
                </a:cubicBezTo>
                <a:lnTo>
                  <a:pt x="14408" y="36924"/>
                </a:lnTo>
                <a:lnTo>
                  <a:pt x="14364" y="36983"/>
                </a:lnTo>
                <a:cubicBezTo>
                  <a:pt x="14343" y="36993"/>
                  <a:pt x="14325" y="37007"/>
                  <a:pt x="14308" y="37022"/>
                </a:cubicBezTo>
                <a:lnTo>
                  <a:pt x="14308" y="37022"/>
                </a:lnTo>
                <a:cubicBezTo>
                  <a:pt x="14322" y="36999"/>
                  <a:pt x="14336" y="36976"/>
                  <a:pt x="14349" y="36953"/>
                </a:cubicBezTo>
                <a:cubicBezTo>
                  <a:pt x="14440" y="36844"/>
                  <a:pt x="14525" y="36724"/>
                  <a:pt x="14608" y="36600"/>
                </a:cubicBezTo>
                <a:lnTo>
                  <a:pt x="14608" y="36600"/>
                </a:lnTo>
                <a:cubicBezTo>
                  <a:pt x="14600" y="36610"/>
                  <a:pt x="14592" y="36620"/>
                  <a:pt x="14585" y="36629"/>
                </a:cubicBezTo>
                <a:cubicBezTo>
                  <a:pt x="14599" y="36570"/>
                  <a:pt x="14614" y="36541"/>
                  <a:pt x="14629" y="36482"/>
                </a:cubicBezTo>
                <a:cubicBezTo>
                  <a:pt x="14674" y="36438"/>
                  <a:pt x="14718" y="36393"/>
                  <a:pt x="14769" y="36355"/>
                </a:cubicBezTo>
                <a:lnTo>
                  <a:pt x="14769" y="36355"/>
                </a:lnTo>
                <a:cubicBezTo>
                  <a:pt x="14846" y="36260"/>
                  <a:pt x="14918" y="36155"/>
                  <a:pt x="14991" y="36049"/>
                </a:cubicBezTo>
                <a:lnTo>
                  <a:pt x="14991" y="36049"/>
                </a:lnTo>
                <a:lnTo>
                  <a:pt x="14982" y="36055"/>
                </a:lnTo>
                <a:cubicBezTo>
                  <a:pt x="14982" y="36026"/>
                  <a:pt x="14997" y="35967"/>
                  <a:pt x="15026" y="35908"/>
                </a:cubicBezTo>
                <a:cubicBezTo>
                  <a:pt x="15069" y="35851"/>
                  <a:pt x="15127" y="35807"/>
                  <a:pt x="15198" y="35764"/>
                </a:cubicBezTo>
                <a:lnTo>
                  <a:pt x="15198" y="35764"/>
                </a:lnTo>
                <a:lnTo>
                  <a:pt x="15144" y="35835"/>
                </a:lnTo>
                <a:cubicBezTo>
                  <a:pt x="15091" y="35905"/>
                  <a:pt x="15041" y="35977"/>
                  <a:pt x="14991" y="36049"/>
                </a:cubicBezTo>
                <a:lnTo>
                  <a:pt x="14991" y="36049"/>
                </a:lnTo>
                <a:lnTo>
                  <a:pt x="15026" y="36026"/>
                </a:lnTo>
                <a:cubicBezTo>
                  <a:pt x="15056" y="35982"/>
                  <a:pt x="15114" y="35952"/>
                  <a:pt x="15144" y="35908"/>
                </a:cubicBezTo>
                <a:cubicBezTo>
                  <a:pt x="15173" y="35849"/>
                  <a:pt x="15188" y="35820"/>
                  <a:pt x="15203" y="35761"/>
                </a:cubicBezTo>
                <a:lnTo>
                  <a:pt x="15203" y="35761"/>
                </a:lnTo>
                <a:cubicBezTo>
                  <a:pt x="15201" y="35762"/>
                  <a:pt x="15200" y="35763"/>
                  <a:pt x="15198" y="35764"/>
                </a:cubicBezTo>
                <a:lnTo>
                  <a:pt x="15198" y="35764"/>
                </a:lnTo>
                <a:lnTo>
                  <a:pt x="15381" y="35525"/>
                </a:lnTo>
                <a:lnTo>
                  <a:pt x="15381" y="35525"/>
                </a:lnTo>
                <a:cubicBezTo>
                  <a:pt x="15375" y="35530"/>
                  <a:pt x="15370" y="35535"/>
                  <a:pt x="15365" y="35540"/>
                </a:cubicBezTo>
                <a:cubicBezTo>
                  <a:pt x="15365" y="35481"/>
                  <a:pt x="15394" y="35452"/>
                  <a:pt x="15409" y="35393"/>
                </a:cubicBezTo>
                <a:cubicBezTo>
                  <a:pt x="15468" y="35334"/>
                  <a:pt x="15512" y="35305"/>
                  <a:pt x="15585" y="35246"/>
                </a:cubicBezTo>
                <a:lnTo>
                  <a:pt x="15585" y="35246"/>
                </a:lnTo>
                <a:cubicBezTo>
                  <a:pt x="15583" y="35258"/>
                  <a:pt x="15580" y="35268"/>
                  <a:pt x="15577" y="35278"/>
                </a:cubicBezTo>
                <a:lnTo>
                  <a:pt x="15577" y="35278"/>
                </a:lnTo>
                <a:cubicBezTo>
                  <a:pt x="15646" y="35199"/>
                  <a:pt x="15714" y="35116"/>
                  <a:pt x="15777" y="35032"/>
                </a:cubicBezTo>
                <a:lnTo>
                  <a:pt x="15777" y="35032"/>
                </a:lnTo>
                <a:cubicBezTo>
                  <a:pt x="15758" y="35048"/>
                  <a:pt x="15738" y="35064"/>
                  <a:pt x="15718" y="35084"/>
                </a:cubicBezTo>
                <a:cubicBezTo>
                  <a:pt x="15718" y="35025"/>
                  <a:pt x="15733" y="35011"/>
                  <a:pt x="15733" y="34996"/>
                </a:cubicBezTo>
                <a:cubicBezTo>
                  <a:pt x="15733" y="34966"/>
                  <a:pt x="15762" y="34937"/>
                  <a:pt x="15762" y="34922"/>
                </a:cubicBezTo>
                <a:cubicBezTo>
                  <a:pt x="15806" y="34878"/>
                  <a:pt x="15880" y="34819"/>
                  <a:pt x="15939" y="34790"/>
                </a:cubicBezTo>
                <a:lnTo>
                  <a:pt x="15939" y="34790"/>
                </a:lnTo>
                <a:cubicBezTo>
                  <a:pt x="15935" y="34804"/>
                  <a:pt x="15930" y="34817"/>
                  <a:pt x="15925" y="34829"/>
                </a:cubicBezTo>
                <a:lnTo>
                  <a:pt x="15925" y="34829"/>
                </a:lnTo>
                <a:cubicBezTo>
                  <a:pt x="15959" y="34791"/>
                  <a:pt x="15993" y="34753"/>
                  <a:pt x="16026" y="34714"/>
                </a:cubicBezTo>
                <a:lnTo>
                  <a:pt x="16026" y="34714"/>
                </a:lnTo>
                <a:cubicBezTo>
                  <a:pt x="16024" y="34754"/>
                  <a:pt x="16011" y="34793"/>
                  <a:pt x="15997" y="34819"/>
                </a:cubicBezTo>
                <a:lnTo>
                  <a:pt x="16130" y="34702"/>
                </a:lnTo>
                <a:cubicBezTo>
                  <a:pt x="16145" y="34643"/>
                  <a:pt x="16159" y="34599"/>
                  <a:pt x="16174" y="34569"/>
                </a:cubicBezTo>
                <a:lnTo>
                  <a:pt x="16174" y="34569"/>
                </a:lnTo>
                <a:cubicBezTo>
                  <a:pt x="16149" y="34619"/>
                  <a:pt x="16103" y="34648"/>
                  <a:pt x="16054" y="34682"/>
                </a:cubicBezTo>
                <a:lnTo>
                  <a:pt x="16054" y="34682"/>
                </a:lnTo>
                <a:cubicBezTo>
                  <a:pt x="16100" y="34627"/>
                  <a:pt x="16145" y="34570"/>
                  <a:pt x="16187" y="34510"/>
                </a:cubicBezTo>
                <a:lnTo>
                  <a:pt x="16187" y="34510"/>
                </a:lnTo>
                <a:cubicBezTo>
                  <a:pt x="16155" y="34539"/>
                  <a:pt x="16121" y="34566"/>
                  <a:pt x="16086" y="34584"/>
                </a:cubicBezTo>
                <a:cubicBezTo>
                  <a:pt x="16086" y="34525"/>
                  <a:pt x="16100" y="34495"/>
                  <a:pt x="16130" y="34437"/>
                </a:cubicBezTo>
                <a:cubicBezTo>
                  <a:pt x="16174" y="34407"/>
                  <a:pt x="16248" y="34348"/>
                  <a:pt x="16307" y="34304"/>
                </a:cubicBezTo>
                <a:lnTo>
                  <a:pt x="16307" y="34304"/>
                </a:lnTo>
                <a:cubicBezTo>
                  <a:pt x="16301" y="34325"/>
                  <a:pt x="16296" y="34344"/>
                  <a:pt x="16290" y="34361"/>
                </a:cubicBezTo>
                <a:lnTo>
                  <a:pt x="16290" y="34361"/>
                </a:lnTo>
                <a:cubicBezTo>
                  <a:pt x="16325" y="34322"/>
                  <a:pt x="16360" y="34283"/>
                  <a:pt x="16395" y="34244"/>
                </a:cubicBezTo>
                <a:lnTo>
                  <a:pt x="16395" y="34244"/>
                </a:lnTo>
                <a:cubicBezTo>
                  <a:pt x="16392" y="34296"/>
                  <a:pt x="16379" y="34336"/>
                  <a:pt x="16365" y="34363"/>
                </a:cubicBezTo>
                <a:cubicBezTo>
                  <a:pt x="16395" y="34334"/>
                  <a:pt x="16454" y="34275"/>
                  <a:pt x="16498" y="34260"/>
                </a:cubicBezTo>
                <a:cubicBezTo>
                  <a:pt x="16513" y="34201"/>
                  <a:pt x="16527" y="34157"/>
                  <a:pt x="16542" y="34128"/>
                </a:cubicBezTo>
                <a:lnTo>
                  <a:pt x="16542" y="34128"/>
                </a:lnTo>
                <a:cubicBezTo>
                  <a:pt x="16516" y="34153"/>
                  <a:pt x="16468" y="34190"/>
                  <a:pt x="16417" y="34219"/>
                </a:cubicBezTo>
                <a:lnTo>
                  <a:pt x="16417" y="34219"/>
                </a:lnTo>
                <a:cubicBezTo>
                  <a:pt x="16494" y="34130"/>
                  <a:pt x="16568" y="34040"/>
                  <a:pt x="16630" y="33951"/>
                </a:cubicBezTo>
                <a:cubicBezTo>
                  <a:pt x="16671" y="33906"/>
                  <a:pt x="16710" y="33861"/>
                  <a:pt x="16748" y="33816"/>
                </a:cubicBezTo>
                <a:lnTo>
                  <a:pt x="16748" y="33816"/>
                </a:lnTo>
                <a:cubicBezTo>
                  <a:pt x="16748" y="33817"/>
                  <a:pt x="16748" y="33818"/>
                  <a:pt x="16748" y="33819"/>
                </a:cubicBezTo>
                <a:cubicBezTo>
                  <a:pt x="16733" y="33848"/>
                  <a:pt x="16733" y="33863"/>
                  <a:pt x="16719" y="33907"/>
                </a:cubicBezTo>
                <a:cubicBezTo>
                  <a:pt x="16763" y="33863"/>
                  <a:pt x="16807" y="33833"/>
                  <a:pt x="16880" y="33774"/>
                </a:cubicBezTo>
                <a:lnTo>
                  <a:pt x="16939" y="33671"/>
                </a:lnTo>
                <a:lnTo>
                  <a:pt x="16802" y="33751"/>
                </a:lnTo>
                <a:lnTo>
                  <a:pt x="16802" y="33751"/>
                </a:lnTo>
                <a:cubicBezTo>
                  <a:pt x="16869" y="33671"/>
                  <a:pt x="16934" y="33590"/>
                  <a:pt x="16998" y="33509"/>
                </a:cubicBezTo>
                <a:cubicBezTo>
                  <a:pt x="17033" y="33479"/>
                  <a:pt x="17066" y="33446"/>
                  <a:pt x="17099" y="33412"/>
                </a:cubicBezTo>
                <a:lnTo>
                  <a:pt x="17099" y="33412"/>
                </a:lnTo>
                <a:cubicBezTo>
                  <a:pt x="17097" y="33424"/>
                  <a:pt x="17093" y="33437"/>
                  <a:pt x="17086" y="33451"/>
                </a:cubicBezTo>
                <a:cubicBezTo>
                  <a:pt x="17086" y="33451"/>
                  <a:pt x="17057" y="33465"/>
                  <a:pt x="17057" y="33480"/>
                </a:cubicBezTo>
                <a:cubicBezTo>
                  <a:pt x="17116" y="33421"/>
                  <a:pt x="17175" y="33392"/>
                  <a:pt x="17204" y="33392"/>
                </a:cubicBezTo>
                <a:cubicBezTo>
                  <a:pt x="17234" y="33333"/>
                  <a:pt x="17248" y="33303"/>
                  <a:pt x="17263" y="33259"/>
                </a:cubicBezTo>
                <a:lnTo>
                  <a:pt x="17263" y="33259"/>
                </a:lnTo>
                <a:lnTo>
                  <a:pt x="17184" y="33317"/>
                </a:lnTo>
                <a:lnTo>
                  <a:pt x="17184" y="33317"/>
                </a:lnTo>
                <a:cubicBezTo>
                  <a:pt x="17243" y="33246"/>
                  <a:pt x="17299" y="33172"/>
                  <a:pt x="17351" y="33097"/>
                </a:cubicBezTo>
                <a:cubicBezTo>
                  <a:pt x="17373" y="33076"/>
                  <a:pt x="17393" y="33054"/>
                  <a:pt x="17413" y="33032"/>
                </a:cubicBezTo>
                <a:lnTo>
                  <a:pt x="17413" y="33032"/>
                </a:lnTo>
                <a:cubicBezTo>
                  <a:pt x="17412" y="33034"/>
                  <a:pt x="17411" y="33037"/>
                  <a:pt x="17410" y="33039"/>
                </a:cubicBezTo>
                <a:cubicBezTo>
                  <a:pt x="17469" y="33009"/>
                  <a:pt x="17528" y="32965"/>
                  <a:pt x="17557" y="32936"/>
                </a:cubicBezTo>
                <a:cubicBezTo>
                  <a:pt x="17572" y="32877"/>
                  <a:pt x="17602" y="32833"/>
                  <a:pt x="17616" y="32803"/>
                </a:cubicBezTo>
                <a:lnTo>
                  <a:pt x="17616" y="32803"/>
                </a:lnTo>
                <a:lnTo>
                  <a:pt x="17586" y="32822"/>
                </a:lnTo>
                <a:lnTo>
                  <a:pt x="17586" y="32822"/>
                </a:lnTo>
                <a:cubicBezTo>
                  <a:pt x="17625" y="32772"/>
                  <a:pt x="17664" y="32721"/>
                  <a:pt x="17705" y="32671"/>
                </a:cubicBezTo>
                <a:cubicBezTo>
                  <a:pt x="17726" y="32649"/>
                  <a:pt x="17746" y="32628"/>
                  <a:pt x="17766" y="32606"/>
                </a:cubicBezTo>
                <a:lnTo>
                  <a:pt x="17766" y="32606"/>
                </a:lnTo>
                <a:cubicBezTo>
                  <a:pt x="17765" y="32608"/>
                  <a:pt x="17764" y="32610"/>
                  <a:pt x="17763" y="32612"/>
                </a:cubicBezTo>
                <a:cubicBezTo>
                  <a:pt x="17822" y="32582"/>
                  <a:pt x="17866" y="32538"/>
                  <a:pt x="17911" y="32494"/>
                </a:cubicBezTo>
                <a:lnTo>
                  <a:pt x="17969" y="32376"/>
                </a:lnTo>
                <a:lnTo>
                  <a:pt x="17938" y="32397"/>
                </a:lnTo>
                <a:lnTo>
                  <a:pt x="17938" y="32397"/>
                </a:lnTo>
                <a:cubicBezTo>
                  <a:pt x="17977" y="32347"/>
                  <a:pt x="18017" y="32295"/>
                  <a:pt x="18058" y="32244"/>
                </a:cubicBezTo>
                <a:cubicBezTo>
                  <a:pt x="18081" y="32218"/>
                  <a:pt x="18105" y="32191"/>
                  <a:pt x="18128" y="32163"/>
                </a:cubicBezTo>
                <a:lnTo>
                  <a:pt x="18128" y="32163"/>
                </a:lnTo>
                <a:cubicBezTo>
                  <a:pt x="18124" y="32176"/>
                  <a:pt x="18120" y="32188"/>
                  <a:pt x="18117" y="32200"/>
                </a:cubicBezTo>
                <a:cubicBezTo>
                  <a:pt x="18161" y="32156"/>
                  <a:pt x="18220" y="32126"/>
                  <a:pt x="18264" y="32067"/>
                </a:cubicBezTo>
                <a:lnTo>
                  <a:pt x="18308" y="31950"/>
                </a:lnTo>
                <a:lnTo>
                  <a:pt x="18289" y="31963"/>
                </a:lnTo>
                <a:lnTo>
                  <a:pt x="18289" y="31963"/>
                </a:lnTo>
                <a:cubicBezTo>
                  <a:pt x="18300" y="31949"/>
                  <a:pt x="18311" y="31934"/>
                  <a:pt x="18322" y="31920"/>
                </a:cubicBezTo>
                <a:lnTo>
                  <a:pt x="18322" y="31920"/>
                </a:lnTo>
                <a:cubicBezTo>
                  <a:pt x="18521" y="31050"/>
                  <a:pt x="18355" y="30044"/>
                  <a:pt x="17822" y="29065"/>
                </a:cubicBezTo>
                <a:cubicBezTo>
                  <a:pt x="17116" y="27800"/>
                  <a:pt x="15997" y="26681"/>
                  <a:pt x="14379" y="25622"/>
                </a:cubicBezTo>
                <a:cubicBezTo>
                  <a:pt x="14143" y="25474"/>
                  <a:pt x="13893" y="25327"/>
                  <a:pt x="13658" y="25165"/>
                </a:cubicBezTo>
                <a:cubicBezTo>
                  <a:pt x="12524" y="24444"/>
                  <a:pt x="11641" y="23635"/>
                  <a:pt x="11023" y="22796"/>
                </a:cubicBezTo>
                <a:cubicBezTo>
                  <a:pt x="10508" y="22075"/>
                  <a:pt x="9978" y="21207"/>
                  <a:pt x="9964" y="20206"/>
                </a:cubicBezTo>
                <a:cubicBezTo>
                  <a:pt x="9949" y="19132"/>
                  <a:pt x="10464" y="18028"/>
                  <a:pt x="11391" y="17115"/>
                </a:cubicBezTo>
                <a:cubicBezTo>
                  <a:pt x="11744" y="16762"/>
                  <a:pt x="12127" y="16453"/>
                  <a:pt x="12554" y="16188"/>
                </a:cubicBezTo>
                <a:cubicBezTo>
                  <a:pt x="13569" y="15570"/>
                  <a:pt x="14688" y="15158"/>
                  <a:pt x="15777" y="14776"/>
                </a:cubicBezTo>
                <a:cubicBezTo>
                  <a:pt x="16218" y="14614"/>
                  <a:pt x="16689" y="14437"/>
                  <a:pt x="17131" y="14275"/>
                </a:cubicBezTo>
                <a:cubicBezTo>
                  <a:pt x="18720" y="13657"/>
                  <a:pt x="20251" y="12789"/>
                  <a:pt x="21663" y="11744"/>
                </a:cubicBezTo>
                <a:cubicBezTo>
                  <a:pt x="22870" y="10832"/>
                  <a:pt x="23738" y="9904"/>
                  <a:pt x="24253" y="8963"/>
                </a:cubicBezTo>
                <a:cubicBezTo>
                  <a:pt x="24562" y="8374"/>
                  <a:pt x="24754" y="7785"/>
                  <a:pt x="24783" y="7182"/>
                </a:cubicBezTo>
                <a:cubicBezTo>
                  <a:pt x="24842" y="6461"/>
                  <a:pt x="24710" y="5784"/>
                  <a:pt x="24489" y="4945"/>
                </a:cubicBezTo>
                <a:cubicBezTo>
                  <a:pt x="24077" y="3297"/>
                  <a:pt x="23488" y="1693"/>
                  <a:pt x="22767" y="206"/>
                </a:cubicBezTo>
                <a:lnTo>
                  <a:pt x="22708" y="236"/>
                </a:lnTo>
                <a:cubicBezTo>
                  <a:pt x="23429" y="1737"/>
                  <a:pt x="24018" y="3312"/>
                  <a:pt x="24445" y="4974"/>
                </a:cubicBezTo>
                <a:cubicBezTo>
                  <a:pt x="24636" y="5784"/>
                  <a:pt x="24768" y="6461"/>
                  <a:pt x="24739" y="7182"/>
                </a:cubicBezTo>
                <a:cubicBezTo>
                  <a:pt x="24695" y="7771"/>
                  <a:pt x="24518" y="8359"/>
                  <a:pt x="24224" y="8918"/>
                </a:cubicBezTo>
                <a:cubicBezTo>
                  <a:pt x="23724" y="9860"/>
                  <a:pt x="22855" y="10802"/>
                  <a:pt x="21649" y="11685"/>
                </a:cubicBezTo>
                <a:cubicBezTo>
                  <a:pt x="20221" y="12730"/>
                  <a:pt x="18705" y="13584"/>
                  <a:pt x="17131" y="14202"/>
                </a:cubicBezTo>
                <a:cubicBezTo>
                  <a:pt x="16689" y="14393"/>
                  <a:pt x="16218" y="14555"/>
                  <a:pt x="15777" y="14702"/>
                </a:cubicBezTo>
                <a:cubicBezTo>
                  <a:pt x="14673" y="15085"/>
                  <a:pt x="13555" y="15497"/>
                  <a:pt x="12539" y="16129"/>
                </a:cubicBezTo>
                <a:cubicBezTo>
                  <a:pt x="12112" y="16409"/>
                  <a:pt x="11715" y="16718"/>
                  <a:pt x="11362" y="17071"/>
                </a:cubicBezTo>
                <a:cubicBezTo>
                  <a:pt x="10420" y="18028"/>
                  <a:pt x="9905" y="19132"/>
                  <a:pt x="9905" y="20221"/>
                </a:cubicBezTo>
                <a:cubicBezTo>
                  <a:pt x="9920" y="21192"/>
                  <a:pt x="10420" y="22060"/>
                  <a:pt x="10994" y="22855"/>
                </a:cubicBezTo>
                <a:cubicBezTo>
                  <a:pt x="11597" y="23708"/>
                  <a:pt x="12480" y="24503"/>
                  <a:pt x="13643" y="25239"/>
                </a:cubicBezTo>
                <a:cubicBezTo>
                  <a:pt x="13878" y="25386"/>
                  <a:pt x="14114" y="25533"/>
                  <a:pt x="14364" y="25695"/>
                </a:cubicBezTo>
                <a:cubicBezTo>
                  <a:pt x="15983" y="26755"/>
                  <a:pt x="17101" y="27873"/>
                  <a:pt x="17778" y="29124"/>
                </a:cubicBezTo>
                <a:cubicBezTo>
                  <a:pt x="18324" y="30086"/>
                  <a:pt x="18491" y="31133"/>
                  <a:pt x="18253" y="31990"/>
                </a:cubicBezTo>
                <a:lnTo>
                  <a:pt x="18253" y="31990"/>
                </a:lnTo>
                <a:lnTo>
                  <a:pt x="18289" y="31963"/>
                </a:lnTo>
                <a:lnTo>
                  <a:pt x="18289" y="31963"/>
                </a:lnTo>
                <a:cubicBezTo>
                  <a:pt x="18274" y="31983"/>
                  <a:pt x="18259" y="32003"/>
                  <a:pt x="18243" y="32022"/>
                </a:cubicBezTo>
                <a:lnTo>
                  <a:pt x="18243" y="32022"/>
                </a:lnTo>
                <a:cubicBezTo>
                  <a:pt x="18247" y="32011"/>
                  <a:pt x="18250" y="32001"/>
                  <a:pt x="18253" y="31990"/>
                </a:cubicBezTo>
                <a:lnTo>
                  <a:pt x="18253" y="31990"/>
                </a:lnTo>
                <a:lnTo>
                  <a:pt x="18146" y="32067"/>
                </a:lnTo>
                <a:cubicBezTo>
                  <a:pt x="18146" y="32076"/>
                  <a:pt x="18145" y="32088"/>
                  <a:pt x="18142" y="32102"/>
                </a:cubicBezTo>
                <a:lnTo>
                  <a:pt x="18142" y="32102"/>
                </a:lnTo>
                <a:cubicBezTo>
                  <a:pt x="18164" y="32088"/>
                  <a:pt x="18187" y="32074"/>
                  <a:pt x="18211" y="32063"/>
                </a:cubicBezTo>
                <a:lnTo>
                  <a:pt x="18211" y="32063"/>
                </a:lnTo>
                <a:cubicBezTo>
                  <a:pt x="18184" y="32097"/>
                  <a:pt x="18156" y="32130"/>
                  <a:pt x="18128" y="32163"/>
                </a:cubicBezTo>
                <a:lnTo>
                  <a:pt x="18128" y="32163"/>
                </a:lnTo>
                <a:cubicBezTo>
                  <a:pt x="18134" y="32142"/>
                  <a:pt x="18139" y="32121"/>
                  <a:pt x="18142" y="32102"/>
                </a:cubicBezTo>
                <a:lnTo>
                  <a:pt x="18142" y="32102"/>
                </a:lnTo>
                <a:cubicBezTo>
                  <a:pt x="18112" y="32121"/>
                  <a:pt x="18085" y="32141"/>
                  <a:pt x="18062" y="32157"/>
                </a:cubicBezTo>
                <a:lnTo>
                  <a:pt x="18062" y="32157"/>
                </a:lnTo>
                <a:cubicBezTo>
                  <a:pt x="18065" y="32146"/>
                  <a:pt x="18068" y="32135"/>
                  <a:pt x="18072" y="32126"/>
                </a:cubicBezTo>
                <a:lnTo>
                  <a:pt x="18072" y="32126"/>
                </a:lnTo>
                <a:cubicBezTo>
                  <a:pt x="18064" y="32131"/>
                  <a:pt x="18056" y="32136"/>
                  <a:pt x="18048" y="32141"/>
                </a:cubicBezTo>
                <a:lnTo>
                  <a:pt x="18048" y="32141"/>
                </a:lnTo>
                <a:cubicBezTo>
                  <a:pt x="18046" y="32151"/>
                  <a:pt x="18045" y="32161"/>
                  <a:pt x="18043" y="32170"/>
                </a:cubicBezTo>
                <a:cubicBezTo>
                  <a:pt x="18049" y="32166"/>
                  <a:pt x="18055" y="32162"/>
                  <a:pt x="18062" y="32157"/>
                </a:cubicBezTo>
                <a:lnTo>
                  <a:pt x="18062" y="32157"/>
                </a:lnTo>
                <a:cubicBezTo>
                  <a:pt x="18056" y="32182"/>
                  <a:pt x="18053" y="32209"/>
                  <a:pt x="18043" y="32229"/>
                </a:cubicBezTo>
                <a:cubicBezTo>
                  <a:pt x="18043" y="32229"/>
                  <a:pt x="18043" y="32244"/>
                  <a:pt x="18014" y="32244"/>
                </a:cubicBezTo>
                <a:cubicBezTo>
                  <a:pt x="17969" y="32288"/>
                  <a:pt x="17896" y="32347"/>
                  <a:pt x="17837" y="32376"/>
                </a:cubicBezTo>
                <a:cubicBezTo>
                  <a:pt x="17846" y="32358"/>
                  <a:pt x="17850" y="32333"/>
                  <a:pt x="17855" y="32303"/>
                </a:cubicBezTo>
                <a:lnTo>
                  <a:pt x="17855" y="32303"/>
                </a:lnTo>
                <a:cubicBezTo>
                  <a:pt x="17828" y="32318"/>
                  <a:pt x="17799" y="32332"/>
                  <a:pt x="17768" y="32349"/>
                </a:cubicBezTo>
                <a:lnTo>
                  <a:pt x="17768" y="32349"/>
                </a:lnTo>
                <a:cubicBezTo>
                  <a:pt x="17771" y="32335"/>
                  <a:pt x="17774" y="32320"/>
                  <a:pt x="17778" y="32303"/>
                </a:cubicBezTo>
                <a:lnTo>
                  <a:pt x="17778" y="32303"/>
                </a:lnTo>
                <a:cubicBezTo>
                  <a:pt x="17760" y="32314"/>
                  <a:pt x="17742" y="32324"/>
                  <a:pt x="17724" y="32335"/>
                </a:cubicBezTo>
                <a:lnTo>
                  <a:pt x="17724" y="32335"/>
                </a:lnTo>
                <a:cubicBezTo>
                  <a:pt x="17722" y="32349"/>
                  <a:pt x="17721" y="32363"/>
                  <a:pt x="17719" y="32376"/>
                </a:cubicBezTo>
                <a:cubicBezTo>
                  <a:pt x="17736" y="32367"/>
                  <a:pt x="17753" y="32358"/>
                  <a:pt x="17768" y="32349"/>
                </a:cubicBezTo>
                <a:lnTo>
                  <a:pt x="17768" y="32349"/>
                </a:lnTo>
                <a:cubicBezTo>
                  <a:pt x="17762" y="32382"/>
                  <a:pt x="17759" y="32409"/>
                  <a:pt x="17749" y="32450"/>
                </a:cubicBezTo>
                <a:cubicBezTo>
                  <a:pt x="17675" y="32494"/>
                  <a:pt x="17602" y="32538"/>
                  <a:pt x="17543" y="32582"/>
                </a:cubicBezTo>
                <a:cubicBezTo>
                  <a:pt x="17551" y="32549"/>
                  <a:pt x="17555" y="32524"/>
                  <a:pt x="17556" y="32499"/>
                </a:cubicBezTo>
                <a:lnTo>
                  <a:pt x="17556" y="32499"/>
                </a:lnTo>
                <a:cubicBezTo>
                  <a:pt x="17530" y="32512"/>
                  <a:pt x="17505" y="32525"/>
                  <a:pt x="17480" y="32540"/>
                </a:cubicBezTo>
                <a:lnTo>
                  <a:pt x="17480" y="32540"/>
                </a:lnTo>
                <a:cubicBezTo>
                  <a:pt x="17482" y="32523"/>
                  <a:pt x="17484" y="32508"/>
                  <a:pt x="17484" y="32494"/>
                </a:cubicBezTo>
                <a:lnTo>
                  <a:pt x="17484" y="32494"/>
                </a:lnTo>
                <a:cubicBezTo>
                  <a:pt x="17461" y="32503"/>
                  <a:pt x="17436" y="32515"/>
                  <a:pt x="17411" y="32529"/>
                </a:cubicBezTo>
                <a:lnTo>
                  <a:pt x="17411" y="32529"/>
                </a:lnTo>
                <a:cubicBezTo>
                  <a:pt x="17411" y="32547"/>
                  <a:pt x="17411" y="32564"/>
                  <a:pt x="17410" y="32582"/>
                </a:cubicBezTo>
                <a:cubicBezTo>
                  <a:pt x="17434" y="32566"/>
                  <a:pt x="17457" y="32553"/>
                  <a:pt x="17480" y="32540"/>
                </a:cubicBezTo>
                <a:lnTo>
                  <a:pt x="17480" y="32540"/>
                </a:lnTo>
                <a:cubicBezTo>
                  <a:pt x="17475" y="32575"/>
                  <a:pt x="17464" y="32616"/>
                  <a:pt x="17454" y="32656"/>
                </a:cubicBezTo>
                <a:cubicBezTo>
                  <a:pt x="17366" y="32715"/>
                  <a:pt x="17307" y="32744"/>
                  <a:pt x="17204" y="32803"/>
                </a:cubicBezTo>
                <a:cubicBezTo>
                  <a:pt x="17230" y="32761"/>
                  <a:pt x="17241" y="32723"/>
                  <a:pt x="17245" y="32687"/>
                </a:cubicBezTo>
                <a:lnTo>
                  <a:pt x="17245" y="32687"/>
                </a:lnTo>
                <a:cubicBezTo>
                  <a:pt x="17220" y="32700"/>
                  <a:pt x="17195" y="32713"/>
                  <a:pt x="17169" y="32727"/>
                </a:cubicBezTo>
                <a:lnTo>
                  <a:pt x="17169" y="32727"/>
                </a:lnTo>
                <a:cubicBezTo>
                  <a:pt x="17172" y="32704"/>
                  <a:pt x="17175" y="32682"/>
                  <a:pt x="17175" y="32656"/>
                </a:cubicBezTo>
                <a:lnTo>
                  <a:pt x="17175" y="32656"/>
                </a:lnTo>
                <a:cubicBezTo>
                  <a:pt x="17138" y="32685"/>
                  <a:pt x="17099" y="32707"/>
                  <a:pt x="17055" y="32729"/>
                </a:cubicBezTo>
                <a:lnTo>
                  <a:pt x="17055" y="32729"/>
                </a:lnTo>
                <a:cubicBezTo>
                  <a:pt x="17035" y="32200"/>
                  <a:pt x="16930" y="31617"/>
                  <a:pt x="16674" y="30993"/>
                </a:cubicBezTo>
                <a:cubicBezTo>
                  <a:pt x="16027" y="29271"/>
                  <a:pt x="14835" y="27726"/>
                  <a:pt x="13157" y="26401"/>
                </a:cubicBezTo>
                <a:cubicBezTo>
                  <a:pt x="12922" y="26210"/>
                  <a:pt x="12672" y="26019"/>
                  <a:pt x="12377" y="25798"/>
                </a:cubicBezTo>
                <a:cubicBezTo>
                  <a:pt x="10994" y="24768"/>
                  <a:pt x="10067" y="23753"/>
                  <a:pt x="9537" y="22708"/>
                </a:cubicBezTo>
                <a:cubicBezTo>
                  <a:pt x="9140" y="21898"/>
                  <a:pt x="8786" y="21104"/>
                  <a:pt x="8845" y="20206"/>
                </a:cubicBezTo>
                <a:cubicBezTo>
                  <a:pt x="8919" y="19220"/>
                  <a:pt x="9404" y="18190"/>
                  <a:pt x="10273" y="17336"/>
                </a:cubicBezTo>
                <a:cubicBezTo>
                  <a:pt x="10582" y="16998"/>
                  <a:pt x="10950" y="16703"/>
                  <a:pt x="11347" y="16424"/>
                </a:cubicBezTo>
                <a:cubicBezTo>
                  <a:pt x="12201" y="15820"/>
                  <a:pt x="13187" y="15394"/>
                  <a:pt x="14143" y="14982"/>
                </a:cubicBezTo>
                <a:cubicBezTo>
                  <a:pt x="14585" y="14776"/>
                  <a:pt x="15056" y="14570"/>
                  <a:pt x="15497" y="14349"/>
                </a:cubicBezTo>
                <a:cubicBezTo>
                  <a:pt x="16969" y="13613"/>
                  <a:pt x="18352" y="12671"/>
                  <a:pt x="19618" y="11553"/>
                </a:cubicBezTo>
                <a:cubicBezTo>
                  <a:pt x="20692" y="10596"/>
                  <a:pt x="21443" y="9654"/>
                  <a:pt x="21899" y="8683"/>
                </a:cubicBezTo>
                <a:cubicBezTo>
                  <a:pt x="22178" y="8109"/>
                  <a:pt x="22340" y="7550"/>
                  <a:pt x="22384" y="6961"/>
                </a:cubicBezTo>
                <a:cubicBezTo>
                  <a:pt x="22458" y="6196"/>
                  <a:pt x="22326" y="5445"/>
                  <a:pt x="22193" y="4798"/>
                </a:cubicBezTo>
                <a:cubicBezTo>
                  <a:pt x="21869" y="3164"/>
                  <a:pt x="21354" y="1619"/>
                  <a:pt x="20648" y="192"/>
                </a:cubicBezTo>
                <a:lnTo>
                  <a:pt x="20589" y="221"/>
                </a:lnTo>
                <a:cubicBezTo>
                  <a:pt x="21295" y="1634"/>
                  <a:pt x="21810" y="3179"/>
                  <a:pt x="22134" y="4827"/>
                </a:cubicBezTo>
                <a:cubicBezTo>
                  <a:pt x="22267" y="5445"/>
                  <a:pt x="22384" y="6196"/>
                  <a:pt x="22311" y="6961"/>
                </a:cubicBezTo>
                <a:cubicBezTo>
                  <a:pt x="22252" y="7520"/>
                  <a:pt x="22090" y="8094"/>
                  <a:pt x="21825" y="8668"/>
                </a:cubicBezTo>
                <a:cubicBezTo>
                  <a:pt x="21369" y="9625"/>
                  <a:pt x="20633" y="10567"/>
                  <a:pt x="19559" y="11494"/>
                </a:cubicBezTo>
                <a:cubicBezTo>
                  <a:pt x="18293" y="12627"/>
                  <a:pt x="16910" y="13554"/>
                  <a:pt x="15468" y="14275"/>
                </a:cubicBezTo>
                <a:cubicBezTo>
                  <a:pt x="15026" y="14496"/>
                  <a:pt x="14555" y="14702"/>
                  <a:pt x="14099" y="14908"/>
                </a:cubicBezTo>
                <a:cubicBezTo>
                  <a:pt x="13157" y="15320"/>
                  <a:pt x="12186" y="15762"/>
                  <a:pt x="11303" y="16350"/>
                </a:cubicBezTo>
                <a:cubicBezTo>
                  <a:pt x="10920" y="16630"/>
                  <a:pt x="10552" y="16924"/>
                  <a:pt x="10243" y="17263"/>
                </a:cubicBezTo>
                <a:cubicBezTo>
                  <a:pt x="9375" y="18146"/>
                  <a:pt x="8860" y="19176"/>
                  <a:pt x="8786" y="20176"/>
                </a:cubicBezTo>
                <a:cubicBezTo>
                  <a:pt x="8713" y="21104"/>
                  <a:pt x="9081" y="21913"/>
                  <a:pt x="9478" y="22722"/>
                </a:cubicBezTo>
                <a:cubicBezTo>
                  <a:pt x="10023" y="23782"/>
                  <a:pt x="10935" y="24797"/>
                  <a:pt x="12333" y="25842"/>
                </a:cubicBezTo>
                <a:cubicBezTo>
                  <a:pt x="12627" y="26063"/>
                  <a:pt x="12892" y="26269"/>
                  <a:pt x="13128" y="26460"/>
                </a:cubicBezTo>
                <a:cubicBezTo>
                  <a:pt x="14805" y="27785"/>
                  <a:pt x="15983" y="29330"/>
                  <a:pt x="16616" y="31037"/>
                </a:cubicBezTo>
                <a:cubicBezTo>
                  <a:pt x="16857" y="31663"/>
                  <a:pt x="16975" y="32247"/>
                  <a:pt x="16983" y="32764"/>
                </a:cubicBezTo>
                <a:lnTo>
                  <a:pt x="16983" y="32764"/>
                </a:lnTo>
                <a:cubicBezTo>
                  <a:pt x="17008" y="32752"/>
                  <a:pt x="17032" y="32740"/>
                  <a:pt x="17055" y="32729"/>
                </a:cubicBezTo>
                <a:lnTo>
                  <a:pt x="17055" y="32729"/>
                </a:lnTo>
                <a:cubicBezTo>
                  <a:pt x="17056" y="32749"/>
                  <a:pt x="17057" y="32769"/>
                  <a:pt x="17057" y="32788"/>
                </a:cubicBezTo>
                <a:cubicBezTo>
                  <a:pt x="17096" y="32766"/>
                  <a:pt x="17133" y="32746"/>
                  <a:pt x="17169" y="32727"/>
                </a:cubicBezTo>
                <a:lnTo>
                  <a:pt x="17169" y="32727"/>
                </a:lnTo>
                <a:cubicBezTo>
                  <a:pt x="17165" y="32756"/>
                  <a:pt x="17160" y="32785"/>
                  <a:pt x="17160" y="32818"/>
                </a:cubicBezTo>
                <a:cubicBezTo>
                  <a:pt x="17057" y="32877"/>
                  <a:pt x="16983" y="32906"/>
                  <a:pt x="16895" y="32965"/>
                </a:cubicBezTo>
                <a:cubicBezTo>
                  <a:pt x="16905" y="32927"/>
                  <a:pt x="16908" y="32895"/>
                  <a:pt x="16909" y="32862"/>
                </a:cubicBezTo>
                <a:lnTo>
                  <a:pt x="16909" y="32862"/>
                </a:lnTo>
                <a:cubicBezTo>
                  <a:pt x="16885" y="32875"/>
                  <a:pt x="16861" y="32887"/>
                  <a:pt x="16836" y="32899"/>
                </a:cubicBezTo>
                <a:lnTo>
                  <a:pt x="16836" y="32899"/>
                </a:lnTo>
                <a:lnTo>
                  <a:pt x="16836" y="32818"/>
                </a:lnTo>
                <a:cubicBezTo>
                  <a:pt x="16794" y="32846"/>
                  <a:pt x="16753" y="32867"/>
                  <a:pt x="16711" y="32888"/>
                </a:cubicBezTo>
                <a:lnTo>
                  <a:pt x="16711" y="32888"/>
                </a:lnTo>
                <a:cubicBezTo>
                  <a:pt x="16713" y="32914"/>
                  <a:pt x="16716" y="32939"/>
                  <a:pt x="16719" y="32965"/>
                </a:cubicBezTo>
                <a:cubicBezTo>
                  <a:pt x="16758" y="32939"/>
                  <a:pt x="16797" y="32918"/>
                  <a:pt x="16836" y="32899"/>
                </a:cubicBezTo>
                <a:lnTo>
                  <a:pt x="16836" y="32899"/>
                </a:lnTo>
                <a:lnTo>
                  <a:pt x="16836" y="33009"/>
                </a:lnTo>
                <a:cubicBezTo>
                  <a:pt x="16748" y="33053"/>
                  <a:pt x="16660" y="33097"/>
                  <a:pt x="16586" y="33156"/>
                </a:cubicBezTo>
                <a:cubicBezTo>
                  <a:pt x="16582" y="33138"/>
                  <a:pt x="16578" y="33120"/>
                  <a:pt x="16576" y="33101"/>
                </a:cubicBezTo>
                <a:lnTo>
                  <a:pt x="16576" y="33101"/>
                </a:lnTo>
                <a:lnTo>
                  <a:pt x="16513" y="33131"/>
                </a:lnTo>
                <a:lnTo>
                  <a:pt x="16513" y="33186"/>
                </a:lnTo>
                <a:cubicBezTo>
                  <a:pt x="16439" y="33230"/>
                  <a:pt x="16365" y="33274"/>
                  <a:pt x="16277" y="33318"/>
                </a:cubicBezTo>
                <a:cubicBezTo>
                  <a:pt x="16248" y="33318"/>
                  <a:pt x="16233" y="33333"/>
                  <a:pt x="16218" y="33333"/>
                </a:cubicBezTo>
                <a:lnTo>
                  <a:pt x="16218" y="33303"/>
                </a:lnTo>
                <a:lnTo>
                  <a:pt x="16218" y="33303"/>
                </a:lnTo>
                <a:cubicBezTo>
                  <a:pt x="16200" y="33313"/>
                  <a:pt x="16182" y="33322"/>
                  <a:pt x="16164" y="33331"/>
                </a:cubicBezTo>
                <a:lnTo>
                  <a:pt x="16164" y="33331"/>
                </a:lnTo>
                <a:cubicBezTo>
                  <a:pt x="16159" y="33287"/>
                  <a:pt x="16159" y="33240"/>
                  <a:pt x="16159" y="33200"/>
                </a:cubicBezTo>
                <a:cubicBezTo>
                  <a:pt x="16123" y="33216"/>
                  <a:pt x="16086" y="33232"/>
                  <a:pt x="16050" y="33248"/>
                </a:cubicBezTo>
                <a:lnTo>
                  <a:pt x="16050" y="33248"/>
                </a:lnTo>
                <a:cubicBezTo>
                  <a:pt x="16006" y="32989"/>
                  <a:pt x="15943" y="32712"/>
                  <a:pt x="15880" y="32435"/>
                </a:cubicBezTo>
                <a:cubicBezTo>
                  <a:pt x="15350" y="30404"/>
                  <a:pt x="14143" y="28565"/>
                  <a:pt x="12304" y="26946"/>
                </a:cubicBezTo>
                <a:cubicBezTo>
                  <a:pt x="12039" y="26725"/>
                  <a:pt x="11759" y="26490"/>
                  <a:pt x="11435" y="26210"/>
                </a:cubicBezTo>
                <a:cubicBezTo>
                  <a:pt x="10346" y="25312"/>
                  <a:pt x="9022" y="24106"/>
                  <a:pt x="8448" y="22575"/>
                </a:cubicBezTo>
                <a:cubicBezTo>
                  <a:pt x="8183" y="21854"/>
                  <a:pt x="7918" y="21030"/>
                  <a:pt x="8051" y="20147"/>
                </a:cubicBezTo>
                <a:cubicBezTo>
                  <a:pt x="8212" y="18970"/>
                  <a:pt x="8934" y="18028"/>
                  <a:pt x="9478" y="17439"/>
                </a:cubicBezTo>
                <a:cubicBezTo>
                  <a:pt x="9772" y="17130"/>
                  <a:pt x="10111" y="16836"/>
                  <a:pt x="10479" y="16571"/>
                </a:cubicBezTo>
                <a:cubicBezTo>
                  <a:pt x="11244" y="16012"/>
                  <a:pt x="12112" y="15541"/>
                  <a:pt x="12936" y="15129"/>
                </a:cubicBezTo>
                <a:cubicBezTo>
                  <a:pt x="13378" y="14879"/>
                  <a:pt x="13864" y="14643"/>
                  <a:pt x="14305" y="14393"/>
                </a:cubicBezTo>
                <a:cubicBezTo>
                  <a:pt x="15688" y="13584"/>
                  <a:pt x="16969" y="12568"/>
                  <a:pt x="18117" y="11391"/>
                </a:cubicBezTo>
                <a:cubicBezTo>
                  <a:pt x="19073" y="10390"/>
                  <a:pt x="19735" y="9434"/>
                  <a:pt x="20148" y="8462"/>
                </a:cubicBezTo>
                <a:cubicBezTo>
                  <a:pt x="20398" y="7918"/>
                  <a:pt x="20545" y="7344"/>
                  <a:pt x="20618" y="6770"/>
                </a:cubicBezTo>
                <a:cubicBezTo>
                  <a:pt x="20692" y="6166"/>
                  <a:pt x="20648" y="5519"/>
                  <a:pt x="20515" y="4680"/>
                </a:cubicBezTo>
                <a:cubicBezTo>
                  <a:pt x="20280" y="3061"/>
                  <a:pt x="19809" y="1546"/>
                  <a:pt x="19103" y="162"/>
                </a:cubicBezTo>
                <a:lnTo>
                  <a:pt x="18808" y="118"/>
                </a:lnTo>
                <a:lnTo>
                  <a:pt x="18808" y="118"/>
                </a:lnTo>
                <a:cubicBezTo>
                  <a:pt x="19485" y="1487"/>
                  <a:pt x="19971" y="3002"/>
                  <a:pt x="20221" y="4607"/>
                </a:cubicBezTo>
                <a:cubicBezTo>
                  <a:pt x="20354" y="5445"/>
                  <a:pt x="20368" y="6078"/>
                  <a:pt x="20324" y="6682"/>
                </a:cubicBezTo>
                <a:cubicBezTo>
                  <a:pt x="20265" y="7226"/>
                  <a:pt x="20118" y="7800"/>
                  <a:pt x="19883" y="8359"/>
                </a:cubicBezTo>
                <a:cubicBezTo>
                  <a:pt x="19471" y="9330"/>
                  <a:pt x="18808" y="10272"/>
                  <a:pt x="17852" y="11258"/>
                </a:cubicBezTo>
                <a:cubicBezTo>
                  <a:pt x="16719" y="12436"/>
                  <a:pt x="15438" y="13436"/>
                  <a:pt x="14070" y="14246"/>
                </a:cubicBezTo>
                <a:cubicBezTo>
                  <a:pt x="13628" y="14496"/>
                  <a:pt x="13157" y="14731"/>
                  <a:pt x="12701" y="14982"/>
                </a:cubicBezTo>
                <a:cubicBezTo>
                  <a:pt x="11877" y="15423"/>
                  <a:pt x="11009" y="15865"/>
                  <a:pt x="10214" y="16453"/>
                </a:cubicBezTo>
                <a:cubicBezTo>
                  <a:pt x="9846" y="16718"/>
                  <a:pt x="9522" y="17012"/>
                  <a:pt x="9228" y="17336"/>
                </a:cubicBezTo>
                <a:cubicBezTo>
                  <a:pt x="8654" y="17925"/>
                  <a:pt x="7933" y="18881"/>
                  <a:pt x="7771" y="20073"/>
                </a:cubicBezTo>
                <a:cubicBezTo>
                  <a:pt x="7639" y="20971"/>
                  <a:pt x="7918" y="21825"/>
                  <a:pt x="8168" y="22531"/>
                </a:cubicBezTo>
                <a:cubicBezTo>
                  <a:pt x="8772" y="24076"/>
                  <a:pt x="10096" y="25312"/>
                  <a:pt x="11170" y="26195"/>
                </a:cubicBezTo>
                <a:cubicBezTo>
                  <a:pt x="11480" y="26460"/>
                  <a:pt x="11759" y="26696"/>
                  <a:pt x="12039" y="26917"/>
                </a:cubicBezTo>
                <a:cubicBezTo>
                  <a:pt x="13864" y="28535"/>
                  <a:pt x="15056" y="30360"/>
                  <a:pt x="15585" y="32362"/>
                </a:cubicBezTo>
                <a:cubicBezTo>
                  <a:pt x="15674" y="32715"/>
                  <a:pt x="15733" y="33024"/>
                  <a:pt x="15777" y="33318"/>
                </a:cubicBezTo>
                <a:cubicBezTo>
                  <a:pt x="15674" y="33377"/>
                  <a:pt x="15571" y="33421"/>
                  <a:pt x="15482" y="33480"/>
                </a:cubicBezTo>
                <a:cubicBezTo>
                  <a:pt x="15438" y="33259"/>
                  <a:pt x="15409" y="33039"/>
                  <a:pt x="15350" y="32818"/>
                </a:cubicBezTo>
                <a:cubicBezTo>
                  <a:pt x="14879" y="30728"/>
                  <a:pt x="13658" y="28771"/>
                  <a:pt x="11744" y="27049"/>
                </a:cubicBezTo>
                <a:cubicBezTo>
                  <a:pt x="11465" y="26799"/>
                  <a:pt x="11200" y="26549"/>
                  <a:pt x="10861" y="26269"/>
                </a:cubicBezTo>
                <a:cubicBezTo>
                  <a:pt x="9669" y="25254"/>
                  <a:pt x="8360" y="24003"/>
                  <a:pt x="7830" y="22443"/>
                </a:cubicBezTo>
                <a:cubicBezTo>
                  <a:pt x="7565" y="21707"/>
                  <a:pt x="7374" y="20898"/>
                  <a:pt x="7521" y="20029"/>
                </a:cubicBezTo>
                <a:cubicBezTo>
                  <a:pt x="7712" y="18881"/>
                  <a:pt x="8404" y="17954"/>
                  <a:pt x="8948" y="17380"/>
                </a:cubicBezTo>
                <a:cubicBezTo>
                  <a:pt x="9243" y="17071"/>
                  <a:pt x="9552" y="16792"/>
                  <a:pt x="9920" y="16527"/>
                </a:cubicBezTo>
                <a:cubicBezTo>
                  <a:pt x="10655" y="15953"/>
                  <a:pt x="11480" y="15511"/>
                  <a:pt x="12274" y="15070"/>
                </a:cubicBezTo>
                <a:cubicBezTo>
                  <a:pt x="12716" y="14805"/>
                  <a:pt x="13201" y="14570"/>
                  <a:pt x="13643" y="14290"/>
                </a:cubicBezTo>
                <a:cubicBezTo>
                  <a:pt x="14997" y="13466"/>
                  <a:pt x="16233" y="12436"/>
                  <a:pt x="17337" y="11244"/>
                </a:cubicBezTo>
                <a:cubicBezTo>
                  <a:pt x="18249" y="10243"/>
                  <a:pt x="18897" y="9286"/>
                  <a:pt x="19279" y="8300"/>
                </a:cubicBezTo>
                <a:cubicBezTo>
                  <a:pt x="19529" y="7741"/>
                  <a:pt x="19677" y="7182"/>
                  <a:pt x="19721" y="6623"/>
                </a:cubicBezTo>
                <a:cubicBezTo>
                  <a:pt x="19809" y="6019"/>
                  <a:pt x="19780" y="5357"/>
                  <a:pt x="19677" y="4548"/>
                </a:cubicBezTo>
                <a:cubicBezTo>
                  <a:pt x="19456" y="2944"/>
                  <a:pt x="18985" y="1443"/>
                  <a:pt x="18308" y="59"/>
                </a:cubicBezTo>
                <a:lnTo>
                  <a:pt x="18249" y="89"/>
                </a:lnTo>
                <a:cubicBezTo>
                  <a:pt x="18941" y="1457"/>
                  <a:pt x="19397" y="2958"/>
                  <a:pt x="19618" y="4562"/>
                </a:cubicBezTo>
                <a:cubicBezTo>
                  <a:pt x="19721" y="5372"/>
                  <a:pt x="19750" y="6034"/>
                  <a:pt x="19677" y="6623"/>
                </a:cubicBezTo>
                <a:cubicBezTo>
                  <a:pt x="19618" y="7182"/>
                  <a:pt x="19471" y="7726"/>
                  <a:pt x="19235" y="8286"/>
                </a:cubicBezTo>
                <a:cubicBezTo>
                  <a:pt x="18823" y="9257"/>
                  <a:pt x="18205" y="10213"/>
                  <a:pt x="17278" y="11199"/>
                </a:cubicBezTo>
                <a:cubicBezTo>
                  <a:pt x="16189" y="12406"/>
                  <a:pt x="14938" y="13407"/>
                  <a:pt x="13599" y="14260"/>
                </a:cubicBezTo>
                <a:cubicBezTo>
                  <a:pt x="13157" y="14540"/>
                  <a:pt x="12701" y="14790"/>
                  <a:pt x="12259" y="15026"/>
                </a:cubicBezTo>
                <a:cubicBezTo>
                  <a:pt x="11465" y="15467"/>
                  <a:pt x="10641" y="15938"/>
                  <a:pt x="9890" y="16497"/>
                </a:cubicBezTo>
                <a:cubicBezTo>
                  <a:pt x="9537" y="16777"/>
                  <a:pt x="9198" y="17071"/>
                  <a:pt x="8904" y="17366"/>
                </a:cubicBezTo>
                <a:cubicBezTo>
                  <a:pt x="8360" y="17954"/>
                  <a:pt x="7668" y="18881"/>
                  <a:pt x="7462" y="20059"/>
                </a:cubicBezTo>
                <a:cubicBezTo>
                  <a:pt x="7315" y="20912"/>
                  <a:pt x="7506" y="21751"/>
                  <a:pt x="7771" y="22502"/>
                </a:cubicBezTo>
                <a:cubicBezTo>
                  <a:pt x="8301" y="24062"/>
                  <a:pt x="9611" y="25327"/>
                  <a:pt x="10817" y="26343"/>
                </a:cubicBezTo>
                <a:cubicBezTo>
                  <a:pt x="11141" y="26622"/>
                  <a:pt x="11435" y="26858"/>
                  <a:pt x="11700" y="27123"/>
                </a:cubicBezTo>
                <a:cubicBezTo>
                  <a:pt x="13599" y="28830"/>
                  <a:pt x="14791" y="30758"/>
                  <a:pt x="15276" y="32862"/>
                </a:cubicBezTo>
                <a:cubicBezTo>
                  <a:pt x="15335" y="33097"/>
                  <a:pt x="15365" y="33333"/>
                  <a:pt x="15409" y="33539"/>
                </a:cubicBezTo>
                <a:cubicBezTo>
                  <a:pt x="15306" y="33598"/>
                  <a:pt x="15217" y="33642"/>
                  <a:pt x="15114" y="33701"/>
                </a:cubicBezTo>
                <a:cubicBezTo>
                  <a:pt x="15100" y="33568"/>
                  <a:pt x="15070" y="33451"/>
                  <a:pt x="15041" y="33303"/>
                </a:cubicBezTo>
                <a:cubicBezTo>
                  <a:pt x="14614" y="31125"/>
                  <a:pt x="13393" y="29080"/>
                  <a:pt x="11406" y="27240"/>
                </a:cubicBezTo>
                <a:cubicBezTo>
                  <a:pt x="11141" y="26990"/>
                  <a:pt x="10847" y="26725"/>
                  <a:pt x="10508" y="26431"/>
                </a:cubicBezTo>
                <a:cubicBezTo>
                  <a:pt x="9184" y="25298"/>
                  <a:pt x="7918" y="24032"/>
                  <a:pt x="7418" y="22428"/>
                </a:cubicBezTo>
                <a:cubicBezTo>
                  <a:pt x="7212" y="21781"/>
                  <a:pt x="7020" y="20912"/>
                  <a:pt x="7197" y="20059"/>
                </a:cubicBezTo>
                <a:cubicBezTo>
                  <a:pt x="7418" y="18926"/>
                  <a:pt x="8095" y="18013"/>
                  <a:pt x="8639" y="17454"/>
                </a:cubicBezTo>
                <a:cubicBezTo>
                  <a:pt x="8904" y="17160"/>
                  <a:pt x="9243" y="16865"/>
                  <a:pt x="9566" y="16600"/>
                </a:cubicBezTo>
                <a:cubicBezTo>
                  <a:pt x="10287" y="16041"/>
                  <a:pt x="11067" y="15585"/>
                  <a:pt x="11818" y="15143"/>
                </a:cubicBezTo>
                <a:cubicBezTo>
                  <a:pt x="12259" y="14879"/>
                  <a:pt x="12730" y="14614"/>
                  <a:pt x="13157" y="14319"/>
                </a:cubicBezTo>
                <a:cubicBezTo>
                  <a:pt x="14482" y="13451"/>
                  <a:pt x="15703" y="12406"/>
                  <a:pt x="16748" y="11185"/>
                </a:cubicBezTo>
                <a:cubicBezTo>
                  <a:pt x="17616" y="10169"/>
                  <a:pt x="18234" y="9213"/>
                  <a:pt x="18617" y="8227"/>
                </a:cubicBezTo>
                <a:cubicBezTo>
                  <a:pt x="18838" y="7668"/>
                  <a:pt x="18985" y="7123"/>
                  <a:pt x="19044" y="6564"/>
                </a:cubicBezTo>
                <a:cubicBezTo>
                  <a:pt x="19117" y="5960"/>
                  <a:pt x="19103" y="5298"/>
                  <a:pt x="19014" y="4504"/>
                </a:cubicBezTo>
                <a:cubicBezTo>
                  <a:pt x="18808" y="2914"/>
                  <a:pt x="18367" y="1413"/>
                  <a:pt x="17690" y="59"/>
                </a:cubicBezTo>
                <a:lnTo>
                  <a:pt x="17631" y="89"/>
                </a:lnTo>
                <a:cubicBezTo>
                  <a:pt x="18308" y="1443"/>
                  <a:pt x="18749" y="2929"/>
                  <a:pt x="18941" y="4533"/>
                </a:cubicBezTo>
                <a:cubicBezTo>
                  <a:pt x="19029" y="5313"/>
                  <a:pt x="19044" y="5960"/>
                  <a:pt x="18970" y="6564"/>
                </a:cubicBezTo>
                <a:cubicBezTo>
                  <a:pt x="18897" y="7123"/>
                  <a:pt x="18764" y="7668"/>
                  <a:pt x="18543" y="8212"/>
                </a:cubicBezTo>
                <a:cubicBezTo>
                  <a:pt x="18161" y="9183"/>
                  <a:pt x="17557" y="10140"/>
                  <a:pt x="16674" y="11155"/>
                </a:cubicBezTo>
                <a:cubicBezTo>
                  <a:pt x="15630" y="12347"/>
                  <a:pt x="14408" y="13392"/>
                  <a:pt x="13084" y="14260"/>
                </a:cubicBezTo>
                <a:cubicBezTo>
                  <a:pt x="12642" y="14555"/>
                  <a:pt x="12186" y="14805"/>
                  <a:pt x="11744" y="15085"/>
                </a:cubicBezTo>
                <a:cubicBezTo>
                  <a:pt x="10994" y="15526"/>
                  <a:pt x="10199" y="15982"/>
                  <a:pt x="9478" y="16542"/>
                </a:cubicBezTo>
                <a:cubicBezTo>
                  <a:pt x="9125" y="16821"/>
                  <a:pt x="8816" y="17115"/>
                  <a:pt x="8521" y="17410"/>
                </a:cubicBezTo>
                <a:cubicBezTo>
                  <a:pt x="7992" y="17969"/>
                  <a:pt x="7285" y="18896"/>
                  <a:pt x="7065" y="20029"/>
                </a:cubicBezTo>
                <a:cubicBezTo>
                  <a:pt x="6888" y="20942"/>
                  <a:pt x="7094" y="21795"/>
                  <a:pt x="7285" y="22443"/>
                </a:cubicBezTo>
                <a:cubicBezTo>
                  <a:pt x="7771" y="24047"/>
                  <a:pt x="9081" y="25327"/>
                  <a:pt x="10405" y="26475"/>
                </a:cubicBezTo>
                <a:cubicBezTo>
                  <a:pt x="10729" y="26755"/>
                  <a:pt x="11023" y="27020"/>
                  <a:pt x="11303" y="27284"/>
                </a:cubicBezTo>
                <a:cubicBezTo>
                  <a:pt x="13275" y="29124"/>
                  <a:pt x="14482" y="31140"/>
                  <a:pt x="14894" y="33318"/>
                </a:cubicBezTo>
                <a:cubicBezTo>
                  <a:pt x="14923" y="33465"/>
                  <a:pt x="14938" y="33613"/>
                  <a:pt x="14967" y="33745"/>
                </a:cubicBezTo>
                <a:lnTo>
                  <a:pt x="14688" y="33907"/>
                </a:lnTo>
                <a:cubicBezTo>
                  <a:pt x="14688" y="33848"/>
                  <a:pt x="14673" y="33819"/>
                  <a:pt x="14673" y="33760"/>
                </a:cubicBezTo>
                <a:cubicBezTo>
                  <a:pt x="14320" y="31508"/>
                  <a:pt x="13084" y="29374"/>
                  <a:pt x="11023" y="27417"/>
                </a:cubicBezTo>
                <a:cubicBezTo>
                  <a:pt x="10744" y="27137"/>
                  <a:pt x="10435" y="26858"/>
                  <a:pt x="10111" y="26563"/>
                </a:cubicBezTo>
                <a:cubicBezTo>
                  <a:pt x="8831" y="25445"/>
                  <a:pt x="7418" y="24076"/>
                  <a:pt x="6976" y="22369"/>
                </a:cubicBezTo>
                <a:cubicBezTo>
                  <a:pt x="6741" y="21457"/>
                  <a:pt x="6682" y="20692"/>
                  <a:pt x="6844" y="20015"/>
                </a:cubicBezTo>
                <a:cubicBezTo>
                  <a:pt x="7050" y="19146"/>
                  <a:pt x="7550" y="18263"/>
                  <a:pt x="8286" y="17483"/>
                </a:cubicBezTo>
                <a:cubicBezTo>
                  <a:pt x="8566" y="17189"/>
                  <a:pt x="8875" y="16909"/>
                  <a:pt x="9198" y="16630"/>
                </a:cubicBezTo>
                <a:cubicBezTo>
                  <a:pt x="9890" y="16100"/>
                  <a:pt x="10626" y="15614"/>
                  <a:pt x="11332" y="15173"/>
                </a:cubicBezTo>
                <a:cubicBezTo>
                  <a:pt x="11774" y="14908"/>
                  <a:pt x="12259" y="14614"/>
                  <a:pt x="12686" y="14319"/>
                </a:cubicBezTo>
                <a:cubicBezTo>
                  <a:pt x="13981" y="13407"/>
                  <a:pt x="15159" y="12347"/>
                  <a:pt x="16174" y="11126"/>
                </a:cubicBezTo>
                <a:cubicBezTo>
                  <a:pt x="16998" y="10125"/>
                  <a:pt x="17587" y="9139"/>
                  <a:pt x="17984" y="8153"/>
                </a:cubicBezTo>
                <a:cubicBezTo>
                  <a:pt x="18176" y="7594"/>
                  <a:pt x="18323" y="7049"/>
                  <a:pt x="18396" y="6490"/>
                </a:cubicBezTo>
                <a:cubicBezTo>
                  <a:pt x="18470" y="5887"/>
                  <a:pt x="18470" y="5225"/>
                  <a:pt x="18396" y="4459"/>
                </a:cubicBezTo>
                <a:cubicBezTo>
                  <a:pt x="18234" y="2870"/>
                  <a:pt x="17808" y="1384"/>
                  <a:pt x="17131" y="44"/>
                </a:cubicBezTo>
                <a:lnTo>
                  <a:pt x="17072" y="74"/>
                </a:lnTo>
                <a:cubicBezTo>
                  <a:pt x="17763" y="1413"/>
                  <a:pt x="18176" y="2885"/>
                  <a:pt x="18352" y="4474"/>
                </a:cubicBezTo>
                <a:cubicBezTo>
                  <a:pt x="18426" y="5239"/>
                  <a:pt x="18440" y="5902"/>
                  <a:pt x="18352" y="6490"/>
                </a:cubicBezTo>
                <a:cubicBezTo>
                  <a:pt x="18279" y="7035"/>
                  <a:pt x="18146" y="7579"/>
                  <a:pt x="17925" y="8138"/>
                </a:cubicBezTo>
                <a:cubicBezTo>
                  <a:pt x="17557" y="9124"/>
                  <a:pt x="16969" y="10081"/>
                  <a:pt x="16145" y="11096"/>
                </a:cubicBezTo>
                <a:cubicBezTo>
                  <a:pt x="15129" y="12303"/>
                  <a:pt x="13967" y="13377"/>
                  <a:pt x="12657" y="14275"/>
                </a:cubicBezTo>
                <a:cubicBezTo>
                  <a:pt x="12215" y="14570"/>
                  <a:pt x="11759" y="14864"/>
                  <a:pt x="11318" y="15143"/>
                </a:cubicBezTo>
                <a:cubicBezTo>
                  <a:pt x="10597" y="15585"/>
                  <a:pt x="9846" y="16041"/>
                  <a:pt x="9169" y="16600"/>
                </a:cubicBezTo>
                <a:cubicBezTo>
                  <a:pt x="8831" y="16865"/>
                  <a:pt x="8521" y="17145"/>
                  <a:pt x="8227" y="17439"/>
                </a:cubicBezTo>
                <a:cubicBezTo>
                  <a:pt x="7477" y="18234"/>
                  <a:pt x="6976" y="19132"/>
                  <a:pt x="6770" y="20015"/>
                </a:cubicBezTo>
                <a:cubicBezTo>
                  <a:pt x="6608" y="20721"/>
                  <a:pt x="6652" y="21472"/>
                  <a:pt x="6903" y="22413"/>
                </a:cubicBezTo>
                <a:cubicBezTo>
                  <a:pt x="7359" y="24135"/>
                  <a:pt x="8786" y="25474"/>
                  <a:pt x="10067" y="26622"/>
                </a:cubicBezTo>
                <a:cubicBezTo>
                  <a:pt x="10405" y="26917"/>
                  <a:pt x="10714" y="27196"/>
                  <a:pt x="10994" y="27461"/>
                </a:cubicBezTo>
                <a:cubicBezTo>
                  <a:pt x="13025" y="29433"/>
                  <a:pt x="14261" y="31552"/>
                  <a:pt x="14599" y="33774"/>
                </a:cubicBezTo>
                <a:cubicBezTo>
                  <a:pt x="14614" y="33833"/>
                  <a:pt x="14614" y="33892"/>
                  <a:pt x="14614" y="33936"/>
                </a:cubicBezTo>
                <a:cubicBezTo>
                  <a:pt x="14526" y="33995"/>
                  <a:pt x="14423" y="34054"/>
                  <a:pt x="14349" y="34113"/>
                </a:cubicBezTo>
                <a:cubicBezTo>
                  <a:pt x="14055" y="31847"/>
                  <a:pt x="12833" y="29654"/>
                  <a:pt x="10714" y="27579"/>
                </a:cubicBezTo>
                <a:cubicBezTo>
                  <a:pt x="10420" y="27299"/>
                  <a:pt x="10111" y="27005"/>
                  <a:pt x="9772" y="26696"/>
                </a:cubicBezTo>
                <a:cubicBezTo>
                  <a:pt x="8374" y="25445"/>
                  <a:pt x="6991" y="24062"/>
                  <a:pt x="6594" y="22340"/>
                </a:cubicBezTo>
                <a:cubicBezTo>
                  <a:pt x="6388" y="21457"/>
                  <a:pt x="6373" y="20692"/>
                  <a:pt x="6549" y="20000"/>
                </a:cubicBezTo>
                <a:cubicBezTo>
                  <a:pt x="6770" y="19146"/>
                  <a:pt x="7271" y="18293"/>
                  <a:pt x="7992" y="17513"/>
                </a:cubicBezTo>
                <a:cubicBezTo>
                  <a:pt x="8271" y="17218"/>
                  <a:pt x="8566" y="16939"/>
                  <a:pt x="8889" y="16674"/>
                </a:cubicBezTo>
                <a:cubicBezTo>
                  <a:pt x="9537" y="16129"/>
                  <a:pt x="10229" y="15673"/>
                  <a:pt x="10935" y="15232"/>
                </a:cubicBezTo>
                <a:cubicBezTo>
                  <a:pt x="11376" y="14937"/>
                  <a:pt x="11847" y="14643"/>
                  <a:pt x="12274" y="14319"/>
                </a:cubicBezTo>
                <a:cubicBezTo>
                  <a:pt x="13569" y="13392"/>
                  <a:pt x="14702" y="12288"/>
                  <a:pt x="15659" y="11052"/>
                </a:cubicBezTo>
                <a:cubicBezTo>
                  <a:pt x="16439" y="10066"/>
                  <a:pt x="17028" y="9051"/>
                  <a:pt x="17396" y="8065"/>
                </a:cubicBezTo>
                <a:cubicBezTo>
                  <a:pt x="17587" y="7520"/>
                  <a:pt x="17719" y="6976"/>
                  <a:pt x="17793" y="6417"/>
                </a:cubicBezTo>
                <a:cubicBezTo>
                  <a:pt x="17866" y="5813"/>
                  <a:pt x="17881" y="5151"/>
                  <a:pt x="17808" y="4401"/>
                </a:cubicBezTo>
                <a:cubicBezTo>
                  <a:pt x="17660" y="2811"/>
                  <a:pt x="17263" y="1340"/>
                  <a:pt x="16586" y="15"/>
                </a:cubicBezTo>
                <a:lnTo>
                  <a:pt x="16527" y="59"/>
                </a:lnTo>
                <a:cubicBezTo>
                  <a:pt x="17204" y="1384"/>
                  <a:pt x="17616" y="2855"/>
                  <a:pt x="17734" y="4415"/>
                </a:cubicBezTo>
                <a:cubicBezTo>
                  <a:pt x="17808" y="5166"/>
                  <a:pt x="17793" y="5813"/>
                  <a:pt x="17719" y="6417"/>
                </a:cubicBezTo>
                <a:cubicBezTo>
                  <a:pt x="17646" y="6961"/>
                  <a:pt x="17513" y="7506"/>
                  <a:pt x="17322" y="8035"/>
                </a:cubicBezTo>
                <a:cubicBezTo>
                  <a:pt x="16954" y="9021"/>
                  <a:pt x="16380" y="10022"/>
                  <a:pt x="15600" y="11023"/>
                </a:cubicBezTo>
                <a:cubicBezTo>
                  <a:pt x="14644" y="12259"/>
                  <a:pt x="13510" y="13333"/>
                  <a:pt x="12245" y="14260"/>
                </a:cubicBezTo>
                <a:cubicBezTo>
                  <a:pt x="11803" y="14570"/>
                  <a:pt x="11332" y="14879"/>
                  <a:pt x="10891" y="15173"/>
                </a:cubicBezTo>
                <a:cubicBezTo>
                  <a:pt x="10214" y="15614"/>
                  <a:pt x="9493" y="16085"/>
                  <a:pt x="8860" y="16615"/>
                </a:cubicBezTo>
                <a:cubicBezTo>
                  <a:pt x="8521" y="16895"/>
                  <a:pt x="8212" y="17160"/>
                  <a:pt x="7948" y="17454"/>
                </a:cubicBezTo>
                <a:cubicBezTo>
                  <a:pt x="7212" y="18249"/>
                  <a:pt x="6726" y="19117"/>
                  <a:pt x="6505" y="19985"/>
                </a:cubicBezTo>
                <a:cubicBezTo>
                  <a:pt x="6314" y="20677"/>
                  <a:pt x="6329" y="21457"/>
                  <a:pt x="6535" y="22354"/>
                </a:cubicBezTo>
                <a:cubicBezTo>
                  <a:pt x="6947" y="24106"/>
                  <a:pt x="8345" y="25504"/>
                  <a:pt x="9743" y="26755"/>
                </a:cubicBezTo>
                <a:cubicBezTo>
                  <a:pt x="10081" y="27064"/>
                  <a:pt x="10376" y="27358"/>
                  <a:pt x="10670" y="27638"/>
                </a:cubicBezTo>
                <a:cubicBezTo>
                  <a:pt x="12789" y="29713"/>
                  <a:pt x="14011" y="31905"/>
                  <a:pt x="14305" y="34157"/>
                </a:cubicBezTo>
                <a:cubicBezTo>
                  <a:pt x="14202" y="34216"/>
                  <a:pt x="14128" y="34275"/>
                  <a:pt x="14040" y="34334"/>
                </a:cubicBezTo>
                <a:cubicBezTo>
                  <a:pt x="13746" y="32097"/>
                  <a:pt x="12539" y="29889"/>
                  <a:pt x="10420" y="27755"/>
                </a:cubicBezTo>
                <a:cubicBezTo>
                  <a:pt x="10126" y="27461"/>
                  <a:pt x="9817" y="27152"/>
                  <a:pt x="9463" y="26843"/>
                </a:cubicBezTo>
                <a:cubicBezTo>
                  <a:pt x="7903" y="25401"/>
                  <a:pt x="6579" y="24062"/>
                  <a:pt x="6226" y="22296"/>
                </a:cubicBezTo>
                <a:cubicBezTo>
                  <a:pt x="6064" y="21457"/>
                  <a:pt x="6079" y="20692"/>
                  <a:pt x="6285" y="19985"/>
                </a:cubicBezTo>
                <a:cubicBezTo>
                  <a:pt x="6520" y="19146"/>
                  <a:pt x="7020" y="18307"/>
                  <a:pt x="7712" y="17557"/>
                </a:cubicBezTo>
                <a:cubicBezTo>
                  <a:pt x="7977" y="17277"/>
                  <a:pt x="8271" y="16983"/>
                  <a:pt x="8595" y="16718"/>
                </a:cubicBezTo>
                <a:cubicBezTo>
                  <a:pt x="9198" y="16203"/>
                  <a:pt x="9861" y="15747"/>
                  <a:pt x="10508" y="15305"/>
                </a:cubicBezTo>
                <a:cubicBezTo>
                  <a:pt x="10950" y="14996"/>
                  <a:pt x="11435" y="14687"/>
                  <a:pt x="11877" y="14334"/>
                </a:cubicBezTo>
                <a:cubicBezTo>
                  <a:pt x="13128" y="13377"/>
                  <a:pt x="14231" y="12259"/>
                  <a:pt x="15144" y="11023"/>
                </a:cubicBezTo>
                <a:cubicBezTo>
                  <a:pt x="15880" y="10022"/>
                  <a:pt x="16439" y="9021"/>
                  <a:pt x="16777" y="8006"/>
                </a:cubicBezTo>
                <a:cubicBezTo>
                  <a:pt x="16969" y="7476"/>
                  <a:pt x="17116" y="6917"/>
                  <a:pt x="17190" y="6387"/>
                </a:cubicBezTo>
                <a:cubicBezTo>
                  <a:pt x="17278" y="5754"/>
                  <a:pt x="17293" y="5092"/>
                  <a:pt x="17248" y="4386"/>
                </a:cubicBezTo>
                <a:cubicBezTo>
                  <a:pt x="17131" y="2811"/>
                  <a:pt x="16733" y="1340"/>
                  <a:pt x="16071" y="15"/>
                </a:cubicBezTo>
                <a:lnTo>
                  <a:pt x="16012" y="59"/>
                </a:lnTo>
                <a:cubicBezTo>
                  <a:pt x="16674" y="1369"/>
                  <a:pt x="17072" y="2811"/>
                  <a:pt x="17190" y="4386"/>
                </a:cubicBezTo>
                <a:cubicBezTo>
                  <a:pt x="17248" y="5092"/>
                  <a:pt x="17219" y="5754"/>
                  <a:pt x="17131" y="6373"/>
                </a:cubicBezTo>
                <a:cubicBezTo>
                  <a:pt x="17057" y="6902"/>
                  <a:pt x="16925" y="7432"/>
                  <a:pt x="16748" y="7962"/>
                </a:cubicBezTo>
                <a:cubicBezTo>
                  <a:pt x="16395" y="8963"/>
                  <a:pt x="15850" y="9978"/>
                  <a:pt x="15114" y="10964"/>
                </a:cubicBezTo>
                <a:cubicBezTo>
                  <a:pt x="14187" y="12200"/>
                  <a:pt x="13084" y="13319"/>
                  <a:pt x="11833" y="14275"/>
                </a:cubicBezTo>
                <a:cubicBezTo>
                  <a:pt x="11391" y="14614"/>
                  <a:pt x="10935" y="14937"/>
                  <a:pt x="10494" y="15246"/>
                </a:cubicBezTo>
                <a:cubicBezTo>
                  <a:pt x="9846" y="15688"/>
                  <a:pt x="9184" y="16159"/>
                  <a:pt x="8566" y="16689"/>
                </a:cubicBezTo>
                <a:cubicBezTo>
                  <a:pt x="8227" y="16968"/>
                  <a:pt x="7933" y="17233"/>
                  <a:pt x="7683" y="17528"/>
                </a:cubicBezTo>
                <a:cubicBezTo>
                  <a:pt x="6962" y="18307"/>
                  <a:pt x="6461" y="19146"/>
                  <a:pt x="6226" y="20000"/>
                </a:cubicBezTo>
                <a:cubicBezTo>
                  <a:pt x="6020" y="20721"/>
                  <a:pt x="5990" y="21486"/>
                  <a:pt x="6167" y="22340"/>
                </a:cubicBezTo>
                <a:cubicBezTo>
                  <a:pt x="6520" y="24120"/>
                  <a:pt x="7859" y="25460"/>
                  <a:pt x="9419" y="26917"/>
                </a:cubicBezTo>
                <a:cubicBezTo>
                  <a:pt x="9772" y="27240"/>
                  <a:pt x="10081" y="27535"/>
                  <a:pt x="10376" y="27829"/>
                </a:cubicBezTo>
                <a:cubicBezTo>
                  <a:pt x="12510" y="29963"/>
                  <a:pt x="13731" y="32170"/>
                  <a:pt x="14011" y="34407"/>
                </a:cubicBezTo>
                <a:cubicBezTo>
                  <a:pt x="13937" y="34451"/>
                  <a:pt x="13834" y="34510"/>
                  <a:pt x="13775" y="34584"/>
                </a:cubicBezTo>
                <a:cubicBezTo>
                  <a:pt x="13496" y="32376"/>
                  <a:pt x="12304" y="30213"/>
                  <a:pt x="10126" y="27961"/>
                </a:cubicBezTo>
                <a:cubicBezTo>
                  <a:pt x="9817" y="27652"/>
                  <a:pt x="9507" y="27343"/>
                  <a:pt x="9154" y="27005"/>
                </a:cubicBezTo>
                <a:cubicBezTo>
                  <a:pt x="7756" y="25695"/>
                  <a:pt x="6196" y="24223"/>
                  <a:pt x="5858" y="22281"/>
                </a:cubicBezTo>
                <a:cubicBezTo>
                  <a:pt x="5725" y="21486"/>
                  <a:pt x="5784" y="20721"/>
                  <a:pt x="6005" y="20000"/>
                </a:cubicBezTo>
                <a:cubicBezTo>
                  <a:pt x="6270" y="19190"/>
                  <a:pt x="6756" y="18366"/>
                  <a:pt x="7432" y="17631"/>
                </a:cubicBezTo>
                <a:cubicBezTo>
                  <a:pt x="7697" y="17351"/>
                  <a:pt x="7977" y="17071"/>
                  <a:pt x="8286" y="16792"/>
                </a:cubicBezTo>
                <a:cubicBezTo>
                  <a:pt x="8860" y="16306"/>
                  <a:pt x="9478" y="15835"/>
                  <a:pt x="10081" y="15394"/>
                </a:cubicBezTo>
                <a:cubicBezTo>
                  <a:pt x="10552" y="15070"/>
                  <a:pt x="11009" y="14717"/>
                  <a:pt x="11450" y="14363"/>
                </a:cubicBezTo>
                <a:cubicBezTo>
                  <a:pt x="12686" y="13377"/>
                  <a:pt x="13746" y="12230"/>
                  <a:pt x="14629" y="10979"/>
                </a:cubicBezTo>
                <a:cubicBezTo>
                  <a:pt x="15335" y="9993"/>
                  <a:pt x="15850" y="8963"/>
                  <a:pt x="16189" y="7947"/>
                </a:cubicBezTo>
                <a:cubicBezTo>
                  <a:pt x="16380" y="7417"/>
                  <a:pt x="16513" y="6888"/>
                  <a:pt x="16586" y="6343"/>
                </a:cubicBezTo>
                <a:cubicBezTo>
                  <a:pt x="16674" y="5725"/>
                  <a:pt x="16689" y="5063"/>
                  <a:pt x="16660" y="4356"/>
                </a:cubicBezTo>
                <a:cubicBezTo>
                  <a:pt x="16557" y="2796"/>
                  <a:pt x="16189" y="1340"/>
                  <a:pt x="15512" y="44"/>
                </a:cubicBezTo>
                <a:lnTo>
                  <a:pt x="15453" y="74"/>
                </a:lnTo>
                <a:cubicBezTo>
                  <a:pt x="16115" y="1369"/>
                  <a:pt x="16513" y="2811"/>
                  <a:pt x="16586" y="4356"/>
                </a:cubicBezTo>
                <a:cubicBezTo>
                  <a:pt x="16616" y="5063"/>
                  <a:pt x="16601" y="5725"/>
                  <a:pt x="16513" y="6343"/>
                </a:cubicBezTo>
                <a:cubicBezTo>
                  <a:pt x="16439" y="6888"/>
                  <a:pt x="16307" y="7417"/>
                  <a:pt x="16115" y="7947"/>
                </a:cubicBezTo>
                <a:cubicBezTo>
                  <a:pt x="15791" y="8963"/>
                  <a:pt x="15262" y="9978"/>
                  <a:pt x="14555" y="10964"/>
                </a:cubicBezTo>
                <a:cubicBezTo>
                  <a:pt x="13687" y="12215"/>
                  <a:pt x="12627" y="13333"/>
                  <a:pt x="11391" y="14334"/>
                </a:cubicBezTo>
                <a:cubicBezTo>
                  <a:pt x="10950" y="14687"/>
                  <a:pt x="10494" y="15026"/>
                  <a:pt x="10037" y="15364"/>
                </a:cubicBezTo>
                <a:cubicBezTo>
                  <a:pt x="9419" y="15806"/>
                  <a:pt x="8801" y="16262"/>
                  <a:pt x="8227" y="16762"/>
                </a:cubicBezTo>
                <a:cubicBezTo>
                  <a:pt x="7918" y="17042"/>
                  <a:pt x="7624" y="17307"/>
                  <a:pt x="7359" y="17586"/>
                </a:cubicBezTo>
                <a:cubicBezTo>
                  <a:pt x="6682" y="18337"/>
                  <a:pt x="6167" y="19176"/>
                  <a:pt x="5917" y="19985"/>
                </a:cubicBezTo>
                <a:cubicBezTo>
                  <a:pt x="5666" y="20721"/>
                  <a:pt x="5622" y="21486"/>
                  <a:pt x="5740" y="22296"/>
                </a:cubicBezTo>
                <a:cubicBezTo>
                  <a:pt x="6079" y="24268"/>
                  <a:pt x="7653" y="25754"/>
                  <a:pt x="9051" y="27064"/>
                </a:cubicBezTo>
                <a:cubicBezTo>
                  <a:pt x="9404" y="27387"/>
                  <a:pt x="9743" y="27711"/>
                  <a:pt x="10037" y="28020"/>
                </a:cubicBezTo>
                <a:cubicBezTo>
                  <a:pt x="12201" y="30257"/>
                  <a:pt x="13393" y="32435"/>
                  <a:pt x="13658" y="34643"/>
                </a:cubicBezTo>
                <a:cubicBezTo>
                  <a:pt x="13584" y="34702"/>
                  <a:pt x="13510" y="34746"/>
                  <a:pt x="13422" y="34819"/>
                </a:cubicBezTo>
                <a:cubicBezTo>
                  <a:pt x="13157" y="32656"/>
                  <a:pt x="11965" y="30448"/>
                  <a:pt x="9758" y="28153"/>
                </a:cubicBezTo>
                <a:cubicBezTo>
                  <a:pt x="9449" y="27814"/>
                  <a:pt x="9110" y="27505"/>
                  <a:pt x="8742" y="27152"/>
                </a:cubicBezTo>
                <a:lnTo>
                  <a:pt x="8683" y="27123"/>
                </a:lnTo>
                <a:cubicBezTo>
                  <a:pt x="7271" y="25754"/>
                  <a:pt x="5652" y="24223"/>
                  <a:pt x="5402" y="22237"/>
                </a:cubicBezTo>
                <a:cubicBezTo>
                  <a:pt x="5284" y="21486"/>
                  <a:pt x="5372" y="20721"/>
                  <a:pt x="5652" y="19985"/>
                </a:cubicBezTo>
                <a:cubicBezTo>
                  <a:pt x="5931" y="19190"/>
                  <a:pt x="6446" y="18381"/>
                  <a:pt x="7109" y="17660"/>
                </a:cubicBezTo>
                <a:cubicBezTo>
                  <a:pt x="7344" y="17380"/>
                  <a:pt x="7624" y="17130"/>
                  <a:pt x="7933" y="16851"/>
                </a:cubicBezTo>
                <a:cubicBezTo>
                  <a:pt x="8463" y="16380"/>
                  <a:pt x="9051" y="15909"/>
                  <a:pt x="9625" y="15467"/>
                </a:cubicBezTo>
                <a:cubicBezTo>
                  <a:pt x="10081" y="15129"/>
                  <a:pt x="10552" y="14761"/>
                  <a:pt x="10994" y="14363"/>
                </a:cubicBezTo>
                <a:cubicBezTo>
                  <a:pt x="12201" y="13333"/>
                  <a:pt x="13231" y="12185"/>
                  <a:pt x="14055" y="10905"/>
                </a:cubicBezTo>
                <a:cubicBezTo>
                  <a:pt x="14717" y="9919"/>
                  <a:pt x="15217" y="8889"/>
                  <a:pt x="15556" y="7859"/>
                </a:cubicBezTo>
                <a:cubicBezTo>
                  <a:pt x="15718" y="7344"/>
                  <a:pt x="15850" y="6785"/>
                  <a:pt x="15924" y="6255"/>
                </a:cubicBezTo>
                <a:cubicBezTo>
                  <a:pt x="16012" y="5607"/>
                  <a:pt x="16042" y="4945"/>
                  <a:pt x="16027" y="4283"/>
                </a:cubicBezTo>
                <a:cubicBezTo>
                  <a:pt x="15968" y="2738"/>
                  <a:pt x="15600" y="1295"/>
                  <a:pt x="14938" y="0"/>
                </a:cubicBezTo>
                <a:lnTo>
                  <a:pt x="14894" y="44"/>
                </a:lnTo>
                <a:cubicBezTo>
                  <a:pt x="15527" y="1310"/>
                  <a:pt x="15924" y="2782"/>
                  <a:pt x="15968" y="4312"/>
                </a:cubicBezTo>
                <a:cubicBezTo>
                  <a:pt x="15997" y="4974"/>
                  <a:pt x="15953" y="5637"/>
                  <a:pt x="15865" y="6269"/>
                </a:cubicBezTo>
                <a:cubicBezTo>
                  <a:pt x="15791" y="6814"/>
                  <a:pt x="15659" y="7344"/>
                  <a:pt x="15497" y="7859"/>
                </a:cubicBezTo>
                <a:cubicBezTo>
                  <a:pt x="15159" y="8889"/>
                  <a:pt x="14673" y="9904"/>
                  <a:pt x="14025" y="10890"/>
                </a:cubicBezTo>
                <a:cubicBezTo>
                  <a:pt x="13201" y="12141"/>
                  <a:pt x="12171" y="13304"/>
                  <a:pt x="10964" y="14334"/>
                </a:cubicBezTo>
                <a:cubicBezTo>
                  <a:pt x="10523" y="14717"/>
                  <a:pt x="10052" y="15070"/>
                  <a:pt x="9611" y="15423"/>
                </a:cubicBezTo>
                <a:cubicBezTo>
                  <a:pt x="9037" y="15865"/>
                  <a:pt x="8448" y="16306"/>
                  <a:pt x="7918" y="16792"/>
                </a:cubicBezTo>
                <a:cubicBezTo>
                  <a:pt x="7609" y="17071"/>
                  <a:pt x="7329" y="17351"/>
                  <a:pt x="7094" y="17631"/>
                </a:cubicBezTo>
                <a:cubicBezTo>
                  <a:pt x="6432" y="18366"/>
                  <a:pt x="5917" y="19176"/>
                  <a:pt x="5637" y="19956"/>
                </a:cubicBezTo>
                <a:cubicBezTo>
                  <a:pt x="5357" y="20721"/>
                  <a:pt x="5284" y="21486"/>
                  <a:pt x="5372" y="22266"/>
                </a:cubicBezTo>
                <a:cubicBezTo>
                  <a:pt x="5652" y="24268"/>
                  <a:pt x="7271" y="25813"/>
                  <a:pt x="8683" y="27167"/>
                </a:cubicBezTo>
                <a:lnTo>
                  <a:pt x="8742" y="27211"/>
                </a:lnTo>
                <a:cubicBezTo>
                  <a:pt x="9110" y="27564"/>
                  <a:pt x="9449" y="27888"/>
                  <a:pt x="9743" y="28197"/>
                </a:cubicBezTo>
                <a:cubicBezTo>
                  <a:pt x="11950" y="30507"/>
                  <a:pt x="13142" y="32685"/>
                  <a:pt x="13378" y="34878"/>
                </a:cubicBezTo>
                <a:cubicBezTo>
                  <a:pt x="13304" y="34937"/>
                  <a:pt x="13231" y="35011"/>
                  <a:pt x="13157" y="35069"/>
                </a:cubicBezTo>
                <a:cubicBezTo>
                  <a:pt x="12775" y="31861"/>
                  <a:pt x="10346" y="29139"/>
                  <a:pt x="8448" y="27299"/>
                </a:cubicBezTo>
                <a:lnTo>
                  <a:pt x="8301" y="27152"/>
                </a:lnTo>
                <a:cubicBezTo>
                  <a:pt x="6814" y="25695"/>
                  <a:pt x="5269" y="24209"/>
                  <a:pt x="5063" y="22207"/>
                </a:cubicBezTo>
                <a:cubicBezTo>
                  <a:pt x="4857" y="20235"/>
                  <a:pt x="6093" y="18543"/>
                  <a:pt x="6844" y="17704"/>
                </a:cubicBezTo>
                <a:cubicBezTo>
                  <a:pt x="7565" y="16909"/>
                  <a:pt x="8389" y="16232"/>
                  <a:pt x="9228" y="15541"/>
                </a:cubicBezTo>
                <a:cubicBezTo>
                  <a:pt x="9684" y="15158"/>
                  <a:pt x="10155" y="14776"/>
                  <a:pt x="10597" y="14363"/>
                </a:cubicBezTo>
                <a:cubicBezTo>
                  <a:pt x="12730" y="12436"/>
                  <a:pt x="14246" y="10169"/>
                  <a:pt x="14982" y="7785"/>
                </a:cubicBezTo>
                <a:cubicBezTo>
                  <a:pt x="15806" y="5092"/>
                  <a:pt x="15600" y="2267"/>
                  <a:pt x="14423" y="0"/>
                </a:cubicBezTo>
                <a:close/>
                <a:moveTo>
                  <a:pt x="14115" y="56376"/>
                </a:moveTo>
                <a:lnTo>
                  <a:pt x="14115" y="56376"/>
                </a:lnTo>
                <a:cubicBezTo>
                  <a:pt x="14100" y="56387"/>
                  <a:pt x="14085" y="56398"/>
                  <a:pt x="14070" y="56408"/>
                </a:cubicBezTo>
                <a:cubicBezTo>
                  <a:pt x="14070" y="56452"/>
                  <a:pt x="14084" y="56526"/>
                  <a:pt x="14084" y="56599"/>
                </a:cubicBezTo>
                <a:cubicBezTo>
                  <a:pt x="14104" y="56583"/>
                  <a:pt x="14123" y="56568"/>
                  <a:pt x="14141" y="56554"/>
                </a:cubicBezTo>
                <a:lnTo>
                  <a:pt x="14141" y="56554"/>
                </a:lnTo>
                <a:cubicBezTo>
                  <a:pt x="14479" y="58712"/>
                  <a:pt x="15690" y="60855"/>
                  <a:pt x="17734" y="62928"/>
                </a:cubicBezTo>
                <a:cubicBezTo>
                  <a:pt x="18028" y="63222"/>
                  <a:pt x="18352" y="63531"/>
                  <a:pt x="18691" y="63855"/>
                </a:cubicBezTo>
                <a:cubicBezTo>
                  <a:pt x="20265" y="65282"/>
                  <a:pt x="21590" y="66621"/>
                  <a:pt x="21928" y="68387"/>
                </a:cubicBezTo>
                <a:cubicBezTo>
                  <a:pt x="22105" y="69241"/>
                  <a:pt x="22075" y="69991"/>
                  <a:pt x="21884" y="70712"/>
                </a:cubicBezTo>
                <a:cubicBezTo>
                  <a:pt x="21634" y="71537"/>
                  <a:pt x="21148" y="72390"/>
                  <a:pt x="20442" y="73141"/>
                </a:cubicBezTo>
                <a:cubicBezTo>
                  <a:pt x="20192" y="73420"/>
                  <a:pt x="19897" y="73715"/>
                  <a:pt x="19559" y="73965"/>
                </a:cubicBezTo>
                <a:cubicBezTo>
                  <a:pt x="18955" y="74480"/>
                  <a:pt x="18293" y="74936"/>
                  <a:pt x="17646" y="75378"/>
                </a:cubicBezTo>
                <a:cubicBezTo>
                  <a:pt x="17204" y="75701"/>
                  <a:pt x="16733" y="76010"/>
                  <a:pt x="16292" y="76364"/>
                </a:cubicBezTo>
                <a:cubicBezTo>
                  <a:pt x="15041" y="77320"/>
                  <a:pt x="13937" y="78439"/>
                  <a:pt x="13010" y="79675"/>
                </a:cubicBezTo>
                <a:cubicBezTo>
                  <a:pt x="12274" y="80661"/>
                  <a:pt x="11730" y="81676"/>
                  <a:pt x="11376" y="82692"/>
                </a:cubicBezTo>
                <a:cubicBezTo>
                  <a:pt x="11185" y="83221"/>
                  <a:pt x="11038" y="83766"/>
                  <a:pt x="10964" y="84310"/>
                </a:cubicBezTo>
                <a:cubicBezTo>
                  <a:pt x="10876" y="84928"/>
                  <a:pt x="10861" y="85591"/>
                  <a:pt x="10920" y="86312"/>
                </a:cubicBezTo>
                <a:cubicBezTo>
                  <a:pt x="11023" y="87872"/>
                  <a:pt x="11435" y="89343"/>
                  <a:pt x="12098" y="90668"/>
                </a:cubicBezTo>
                <a:lnTo>
                  <a:pt x="12142" y="90638"/>
                </a:lnTo>
                <a:cubicBezTo>
                  <a:pt x="11480" y="89329"/>
                  <a:pt x="11082" y="87872"/>
                  <a:pt x="10964" y="86312"/>
                </a:cubicBezTo>
                <a:cubicBezTo>
                  <a:pt x="10920" y="85591"/>
                  <a:pt x="10935" y="84928"/>
                  <a:pt x="11023" y="84325"/>
                </a:cubicBezTo>
                <a:cubicBezTo>
                  <a:pt x="11097" y="83795"/>
                  <a:pt x="11229" y="83251"/>
                  <a:pt x="11406" y="82721"/>
                </a:cubicBezTo>
                <a:cubicBezTo>
                  <a:pt x="11759" y="81735"/>
                  <a:pt x="12318" y="80720"/>
                  <a:pt x="13054" y="79719"/>
                </a:cubicBezTo>
                <a:cubicBezTo>
                  <a:pt x="13967" y="78497"/>
                  <a:pt x="15070" y="77364"/>
                  <a:pt x="16321" y="76408"/>
                </a:cubicBezTo>
                <a:cubicBezTo>
                  <a:pt x="16763" y="76084"/>
                  <a:pt x="17219" y="75745"/>
                  <a:pt x="17660" y="75436"/>
                </a:cubicBezTo>
                <a:cubicBezTo>
                  <a:pt x="18308" y="74995"/>
                  <a:pt x="18970" y="74539"/>
                  <a:pt x="19603" y="74009"/>
                </a:cubicBezTo>
                <a:cubicBezTo>
                  <a:pt x="19927" y="73729"/>
                  <a:pt x="20221" y="73450"/>
                  <a:pt x="20486" y="73155"/>
                </a:cubicBezTo>
                <a:cubicBezTo>
                  <a:pt x="21192" y="72390"/>
                  <a:pt x="21693" y="71537"/>
                  <a:pt x="21928" y="70698"/>
                </a:cubicBezTo>
                <a:cubicBezTo>
                  <a:pt x="22134" y="69977"/>
                  <a:pt x="22178" y="69197"/>
                  <a:pt x="21987" y="68358"/>
                </a:cubicBezTo>
                <a:cubicBezTo>
                  <a:pt x="21634" y="66577"/>
                  <a:pt x="20295" y="65223"/>
                  <a:pt x="18735" y="63781"/>
                </a:cubicBezTo>
                <a:cubicBezTo>
                  <a:pt x="18382" y="63443"/>
                  <a:pt x="18072" y="63148"/>
                  <a:pt x="17778" y="62854"/>
                </a:cubicBezTo>
                <a:cubicBezTo>
                  <a:pt x="15718" y="60794"/>
                  <a:pt x="14508" y="58665"/>
                  <a:pt x="14189" y="56520"/>
                </a:cubicBezTo>
                <a:lnTo>
                  <a:pt x="14189" y="56520"/>
                </a:lnTo>
                <a:cubicBezTo>
                  <a:pt x="14173" y="56531"/>
                  <a:pt x="14157" y="56542"/>
                  <a:pt x="14141" y="56554"/>
                </a:cubicBezTo>
                <a:lnTo>
                  <a:pt x="14141" y="56554"/>
                </a:lnTo>
                <a:cubicBezTo>
                  <a:pt x="14132" y="56495"/>
                  <a:pt x="14123" y="56435"/>
                  <a:pt x="14115" y="56376"/>
                </a:cubicBezTo>
                <a:close/>
                <a:moveTo>
                  <a:pt x="14749" y="55884"/>
                </a:moveTo>
                <a:cubicBezTo>
                  <a:pt x="14723" y="55904"/>
                  <a:pt x="14698" y="55922"/>
                  <a:pt x="14673" y="55937"/>
                </a:cubicBezTo>
                <a:cubicBezTo>
                  <a:pt x="14673" y="56011"/>
                  <a:pt x="14688" y="56084"/>
                  <a:pt x="14688" y="56158"/>
                </a:cubicBezTo>
                <a:cubicBezTo>
                  <a:pt x="14719" y="56142"/>
                  <a:pt x="14749" y="56123"/>
                  <a:pt x="14778" y="56101"/>
                </a:cubicBezTo>
                <a:lnTo>
                  <a:pt x="14778" y="56101"/>
                </a:lnTo>
                <a:cubicBezTo>
                  <a:pt x="15085" y="58202"/>
                  <a:pt x="16269" y="60333"/>
                  <a:pt x="18396" y="62545"/>
                </a:cubicBezTo>
                <a:cubicBezTo>
                  <a:pt x="18720" y="62869"/>
                  <a:pt x="19044" y="63192"/>
                  <a:pt x="19412" y="63531"/>
                </a:cubicBezTo>
                <a:lnTo>
                  <a:pt x="19471" y="63575"/>
                </a:lnTo>
                <a:cubicBezTo>
                  <a:pt x="20883" y="64929"/>
                  <a:pt x="22502" y="66459"/>
                  <a:pt x="22767" y="68446"/>
                </a:cubicBezTo>
                <a:cubicBezTo>
                  <a:pt x="22870" y="69197"/>
                  <a:pt x="22782" y="69977"/>
                  <a:pt x="22502" y="70712"/>
                </a:cubicBezTo>
                <a:cubicBezTo>
                  <a:pt x="22223" y="71507"/>
                  <a:pt x="21707" y="72317"/>
                  <a:pt x="21045" y="73023"/>
                </a:cubicBezTo>
                <a:cubicBezTo>
                  <a:pt x="20810" y="73303"/>
                  <a:pt x="20530" y="73567"/>
                  <a:pt x="20221" y="73832"/>
                </a:cubicBezTo>
                <a:cubicBezTo>
                  <a:pt x="19691" y="74318"/>
                  <a:pt x="19103" y="74774"/>
                  <a:pt x="18529" y="75216"/>
                </a:cubicBezTo>
                <a:cubicBezTo>
                  <a:pt x="18072" y="75569"/>
                  <a:pt x="17616" y="75937"/>
                  <a:pt x="17175" y="76319"/>
                </a:cubicBezTo>
                <a:cubicBezTo>
                  <a:pt x="15953" y="77350"/>
                  <a:pt x="14923" y="78512"/>
                  <a:pt x="14099" y="79778"/>
                </a:cubicBezTo>
                <a:cubicBezTo>
                  <a:pt x="13437" y="80778"/>
                  <a:pt x="12936" y="81809"/>
                  <a:pt x="12613" y="82839"/>
                </a:cubicBezTo>
                <a:cubicBezTo>
                  <a:pt x="12436" y="83354"/>
                  <a:pt x="12318" y="83898"/>
                  <a:pt x="12245" y="84428"/>
                </a:cubicBezTo>
                <a:cubicBezTo>
                  <a:pt x="12142" y="85076"/>
                  <a:pt x="12112" y="85738"/>
                  <a:pt x="12127" y="86400"/>
                </a:cubicBezTo>
                <a:cubicBezTo>
                  <a:pt x="12186" y="87945"/>
                  <a:pt x="12554" y="89402"/>
                  <a:pt x="13216" y="90683"/>
                </a:cubicBezTo>
                <a:lnTo>
                  <a:pt x="13275" y="90653"/>
                </a:lnTo>
                <a:cubicBezTo>
                  <a:pt x="12627" y="89388"/>
                  <a:pt x="12245" y="87916"/>
                  <a:pt x="12186" y="86385"/>
                </a:cubicBezTo>
                <a:cubicBezTo>
                  <a:pt x="12171" y="85723"/>
                  <a:pt x="12201" y="85061"/>
                  <a:pt x="12289" y="84413"/>
                </a:cubicBezTo>
                <a:cubicBezTo>
                  <a:pt x="12362" y="83884"/>
                  <a:pt x="12495" y="83354"/>
                  <a:pt x="12657" y="82839"/>
                </a:cubicBezTo>
                <a:cubicBezTo>
                  <a:pt x="12995" y="81809"/>
                  <a:pt x="13496" y="80793"/>
                  <a:pt x="14128" y="79792"/>
                </a:cubicBezTo>
                <a:cubicBezTo>
                  <a:pt x="14967" y="78542"/>
                  <a:pt x="15997" y="77394"/>
                  <a:pt x="17190" y="76364"/>
                </a:cubicBezTo>
                <a:cubicBezTo>
                  <a:pt x="17631" y="75966"/>
                  <a:pt x="18102" y="75628"/>
                  <a:pt x="18543" y="75275"/>
                </a:cubicBezTo>
                <a:cubicBezTo>
                  <a:pt x="19117" y="74833"/>
                  <a:pt x="19706" y="74392"/>
                  <a:pt x="20236" y="73891"/>
                </a:cubicBezTo>
                <a:cubicBezTo>
                  <a:pt x="20560" y="73612"/>
                  <a:pt x="20824" y="73347"/>
                  <a:pt x="21075" y="73067"/>
                </a:cubicBezTo>
                <a:cubicBezTo>
                  <a:pt x="21737" y="72331"/>
                  <a:pt x="22252" y="71522"/>
                  <a:pt x="22517" y="70727"/>
                </a:cubicBezTo>
                <a:cubicBezTo>
                  <a:pt x="22796" y="69977"/>
                  <a:pt x="22870" y="69197"/>
                  <a:pt x="22782" y="68431"/>
                </a:cubicBezTo>
                <a:cubicBezTo>
                  <a:pt x="22502" y="66430"/>
                  <a:pt x="20883" y="64885"/>
                  <a:pt x="19471" y="63516"/>
                </a:cubicBezTo>
                <a:lnTo>
                  <a:pt x="19412" y="63487"/>
                </a:lnTo>
                <a:cubicBezTo>
                  <a:pt x="19044" y="63134"/>
                  <a:pt x="18720" y="62795"/>
                  <a:pt x="18426" y="62486"/>
                </a:cubicBezTo>
                <a:cubicBezTo>
                  <a:pt x="16309" y="60285"/>
                  <a:pt x="15113" y="58178"/>
                  <a:pt x="14810" y="56076"/>
                </a:cubicBezTo>
                <a:lnTo>
                  <a:pt x="14810" y="56076"/>
                </a:lnTo>
                <a:cubicBezTo>
                  <a:pt x="14799" y="56085"/>
                  <a:pt x="14789" y="56093"/>
                  <a:pt x="14778" y="56101"/>
                </a:cubicBezTo>
                <a:lnTo>
                  <a:pt x="14778" y="56101"/>
                </a:lnTo>
                <a:cubicBezTo>
                  <a:pt x="14767" y="56029"/>
                  <a:pt x="14757" y="55956"/>
                  <a:pt x="14749" y="55884"/>
                </a:cubicBezTo>
                <a:close/>
                <a:moveTo>
                  <a:pt x="15004" y="55684"/>
                </a:moveTo>
                <a:lnTo>
                  <a:pt x="15004" y="55684"/>
                </a:lnTo>
                <a:cubicBezTo>
                  <a:pt x="14996" y="55690"/>
                  <a:pt x="14989" y="55696"/>
                  <a:pt x="14982" y="55702"/>
                </a:cubicBezTo>
                <a:cubicBezTo>
                  <a:pt x="14982" y="55775"/>
                  <a:pt x="14997" y="55849"/>
                  <a:pt x="14997" y="55923"/>
                </a:cubicBezTo>
                <a:cubicBezTo>
                  <a:pt x="15009" y="55913"/>
                  <a:pt x="15021" y="55903"/>
                  <a:pt x="15033" y="55892"/>
                </a:cubicBezTo>
                <a:lnTo>
                  <a:pt x="15033" y="55892"/>
                </a:lnTo>
                <a:cubicBezTo>
                  <a:pt x="15513" y="58972"/>
                  <a:pt x="17860" y="61595"/>
                  <a:pt x="19706" y="63384"/>
                </a:cubicBezTo>
                <a:lnTo>
                  <a:pt x="19853" y="63531"/>
                </a:lnTo>
                <a:cubicBezTo>
                  <a:pt x="21340" y="64988"/>
                  <a:pt x="22885" y="66474"/>
                  <a:pt x="23091" y="68490"/>
                </a:cubicBezTo>
                <a:cubicBezTo>
                  <a:pt x="23297" y="70448"/>
                  <a:pt x="22061" y="72140"/>
                  <a:pt x="21310" y="72994"/>
                </a:cubicBezTo>
                <a:cubicBezTo>
                  <a:pt x="20589" y="73788"/>
                  <a:pt x="19765" y="74465"/>
                  <a:pt x="18941" y="75142"/>
                </a:cubicBezTo>
                <a:cubicBezTo>
                  <a:pt x="18470" y="75525"/>
                  <a:pt x="17999" y="75922"/>
                  <a:pt x="17557" y="76319"/>
                </a:cubicBezTo>
                <a:cubicBezTo>
                  <a:pt x="15424" y="78247"/>
                  <a:pt x="13908" y="80514"/>
                  <a:pt x="13172" y="82912"/>
                </a:cubicBezTo>
                <a:cubicBezTo>
                  <a:pt x="12348" y="85591"/>
                  <a:pt x="12554" y="88431"/>
                  <a:pt x="13731" y="90683"/>
                </a:cubicBezTo>
                <a:lnTo>
                  <a:pt x="13790" y="90653"/>
                </a:lnTo>
                <a:cubicBezTo>
                  <a:pt x="12627" y="88402"/>
                  <a:pt x="12421" y="85576"/>
                  <a:pt x="13231" y="82912"/>
                </a:cubicBezTo>
                <a:cubicBezTo>
                  <a:pt x="13952" y="80528"/>
                  <a:pt x="15453" y="78277"/>
                  <a:pt x="17587" y="76364"/>
                </a:cubicBezTo>
                <a:cubicBezTo>
                  <a:pt x="18028" y="75952"/>
                  <a:pt x="18514" y="75569"/>
                  <a:pt x="18970" y="75186"/>
                </a:cubicBezTo>
                <a:cubicBezTo>
                  <a:pt x="19780" y="74524"/>
                  <a:pt x="20633" y="73818"/>
                  <a:pt x="21340" y="73023"/>
                </a:cubicBezTo>
                <a:cubicBezTo>
                  <a:pt x="22105" y="72184"/>
                  <a:pt x="23356" y="70477"/>
                  <a:pt x="23150" y="68490"/>
                </a:cubicBezTo>
                <a:cubicBezTo>
                  <a:pt x="22944" y="66459"/>
                  <a:pt x="21310" y="64885"/>
                  <a:pt x="19897" y="63501"/>
                </a:cubicBezTo>
                <a:lnTo>
                  <a:pt x="19750" y="63354"/>
                </a:lnTo>
                <a:cubicBezTo>
                  <a:pt x="17903" y="61565"/>
                  <a:pt x="15541" y="58939"/>
                  <a:pt x="15089" y="55844"/>
                </a:cubicBezTo>
                <a:lnTo>
                  <a:pt x="15089" y="55844"/>
                </a:lnTo>
                <a:cubicBezTo>
                  <a:pt x="15070" y="55860"/>
                  <a:pt x="15052" y="55877"/>
                  <a:pt x="15033" y="55892"/>
                </a:cubicBezTo>
                <a:lnTo>
                  <a:pt x="15033" y="55892"/>
                </a:lnTo>
                <a:cubicBezTo>
                  <a:pt x="15022" y="55823"/>
                  <a:pt x="15013" y="55754"/>
                  <a:pt x="15004" y="55684"/>
                </a:cubicBezTo>
                <a:close/>
              </a:path>
            </a:pathLst>
          </a:custGeom>
          <a:gradFill>
            <a:gsLst>
              <a:gs pos="0">
                <a:schemeClr val="accent1"/>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13"/>
          <p:cNvSpPr/>
          <p:nvPr/>
        </p:nvSpPr>
        <p:spPr>
          <a:xfrm rot="466407">
            <a:off x="-789328" y="-1276332"/>
            <a:ext cx="1986495" cy="6360921"/>
          </a:xfrm>
          <a:custGeom>
            <a:rect b="b" l="l" r="r" t="t"/>
            <a:pathLst>
              <a:path extrusionOk="0" h="90683" w="28320">
                <a:moveTo>
                  <a:pt x="25887" y="280"/>
                </a:moveTo>
                <a:lnTo>
                  <a:pt x="25843" y="309"/>
                </a:lnTo>
                <a:cubicBezTo>
                  <a:pt x="26608" y="1913"/>
                  <a:pt x="27270" y="3576"/>
                  <a:pt x="27844" y="5239"/>
                </a:cubicBezTo>
                <a:cubicBezTo>
                  <a:pt x="27985" y="5653"/>
                  <a:pt x="28126" y="6081"/>
                  <a:pt x="28214" y="6518"/>
                </a:cubicBezTo>
                <a:lnTo>
                  <a:pt x="28214" y="6518"/>
                </a:lnTo>
                <a:cubicBezTo>
                  <a:pt x="28174" y="6090"/>
                  <a:pt x="28038" y="5647"/>
                  <a:pt x="27903" y="5225"/>
                </a:cubicBezTo>
                <a:cubicBezTo>
                  <a:pt x="27329" y="3547"/>
                  <a:pt x="26652" y="1869"/>
                  <a:pt x="25887" y="280"/>
                </a:cubicBezTo>
                <a:close/>
                <a:moveTo>
                  <a:pt x="13138" y="23081"/>
                </a:moveTo>
                <a:cubicBezTo>
                  <a:pt x="13154" y="23094"/>
                  <a:pt x="13170" y="23107"/>
                  <a:pt x="13187" y="23120"/>
                </a:cubicBezTo>
                <a:cubicBezTo>
                  <a:pt x="14099" y="23885"/>
                  <a:pt x="15217" y="24326"/>
                  <a:pt x="16100" y="24636"/>
                </a:cubicBezTo>
                <a:cubicBezTo>
                  <a:pt x="16233" y="24694"/>
                  <a:pt x="16380" y="24724"/>
                  <a:pt x="16513" y="24783"/>
                </a:cubicBezTo>
                <a:cubicBezTo>
                  <a:pt x="17478" y="25123"/>
                  <a:pt x="18494" y="25463"/>
                  <a:pt x="19235" y="26151"/>
                </a:cubicBezTo>
                <a:lnTo>
                  <a:pt x="19235" y="26151"/>
                </a:lnTo>
                <a:cubicBezTo>
                  <a:pt x="18455" y="25342"/>
                  <a:pt x="17351" y="24959"/>
                  <a:pt x="16292" y="24591"/>
                </a:cubicBezTo>
                <a:cubicBezTo>
                  <a:pt x="16159" y="24533"/>
                  <a:pt x="16012" y="24503"/>
                  <a:pt x="15880" y="24444"/>
                </a:cubicBezTo>
                <a:cubicBezTo>
                  <a:pt x="15047" y="24153"/>
                  <a:pt x="14018" y="23744"/>
                  <a:pt x="13138" y="23081"/>
                </a:cubicBezTo>
                <a:close/>
                <a:moveTo>
                  <a:pt x="25357" y="280"/>
                </a:moveTo>
                <a:lnTo>
                  <a:pt x="25298" y="309"/>
                </a:lnTo>
                <a:cubicBezTo>
                  <a:pt x="26064" y="1899"/>
                  <a:pt x="26726" y="3532"/>
                  <a:pt x="27270" y="5210"/>
                </a:cubicBezTo>
                <a:cubicBezTo>
                  <a:pt x="27506" y="5931"/>
                  <a:pt x="27727" y="6711"/>
                  <a:pt x="27697" y="7491"/>
                </a:cubicBezTo>
                <a:cubicBezTo>
                  <a:pt x="27653" y="8109"/>
                  <a:pt x="27476" y="8727"/>
                  <a:pt x="27123" y="9316"/>
                </a:cubicBezTo>
                <a:cubicBezTo>
                  <a:pt x="26549" y="10272"/>
                  <a:pt x="25563" y="11170"/>
                  <a:pt x="24165" y="11979"/>
                </a:cubicBezTo>
                <a:cubicBezTo>
                  <a:pt x="22658" y="12845"/>
                  <a:pt x="21058" y="13577"/>
                  <a:pt x="19391" y="14090"/>
                </a:cubicBezTo>
                <a:lnTo>
                  <a:pt x="19391" y="14090"/>
                </a:lnTo>
                <a:cubicBezTo>
                  <a:pt x="20000" y="13918"/>
                  <a:pt x="20603" y="13718"/>
                  <a:pt x="21196" y="13495"/>
                </a:cubicBezTo>
                <a:lnTo>
                  <a:pt x="21196" y="13495"/>
                </a:lnTo>
                <a:cubicBezTo>
                  <a:pt x="20526" y="13767"/>
                  <a:pt x="19842" y="14008"/>
                  <a:pt x="19147" y="14216"/>
                </a:cubicBezTo>
                <a:cubicBezTo>
                  <a:pt x="18705" y="14349"/>
                  <a:pt x="18264" y="14481"/>
                  <a:pt x="17822" y="14584"/>
                </a:cubicBezTo>
                <a:cubicBezTo>
                  <a:pt x="16513" y="14923"/>
                  <a:pt x="15188" y="15291"/>
                  <a:pt x="14011" y="15953"/>
                </a:cubicBezTo>
                <a:cubicBezTo>
                  <a:pt x="13525" y="16203"/>
                  <a:pt x="13113" y="16542"/>
                  <a:pt x="12716" y="16909"/>
                </a:cubicBezTo>
                <a:cubicBezTo>
                  <a:pt x="11946" y="17679"/>
                  <a:pt x="11481" y="18538"/>
                  <a:pt x="11337" y="19408"/>
                </a:cubicBezTo>
                <a:lnTo>
                  <a:pt x="11337" y="19408"/>
                </a:lnTo>
                <a:cubicBezTo>
                  <a:pt x="11408" y="18856"/>
                  <a:pt x="11611" y="18330"/>
                  <a:pt x="11901" y="17850"/>
                </a:cubicBezTo>
                <a:lnTo>
                  <a:pt x="11901" y="17850"/>
                </a:lnTo>
                <a:cubicBezTo>
                  <a:pt x="11392" y="18637"/>
                  <a:pt x="11161" y="19484"/>
                  <a:pt x="11244" y="20324"/>
                </a:cubicBezTo>
                <a:cubicBezTo>
                  <a:pt x="11376" y="21560"/>
                  <a:pt x="12171" y="22502"/>
                  <a:pt x="12819" y="23090"/>
                </a:cubicBezTo>
                <a:cubicBezTo>
                  <a:pt x="13437" y="23635"/>
                  <a:pt x="14217" y="24135"/>
                  <a:pt x="15203" y="24562"/>
                </a:cubicBezTo>
                <a:cubicBezTo>
                  <a:pt x="15394" y="24636"/>
                  <a:pt x="15585" y="24724"/>
                  <a:pt x="15806" y="24812"/>
                </a:cubicBezTo>
                <a:lnTo>
                  <a:pt x="15953" y="24871"/>
                </a:lnTo>
                <a:cubicBezTo>
                  <a:pt x="17131" y="25357"/>
                  <a:pt x="18337" y="25842"/>
                  <a:pt x="19147" y="26784"/>
                </a:cubicBezTo>
                <a:cubicBezTo>
                  <a:pt x="19844" y="27606"/>
                  <a:pt x="20131" y="28754"/>
                  <a:pt x="19917" y="29766"/>
                </a:cubicBezTo>
                <a:lnTo>
                  <a:pt x="19917" y="29766"/>
                </a:lnTo>
                <a:cubicBezTo>
                  <a:pt x="19960" y="29653"/>
                  <a:pt x="19997" y="29537"/>
                  <a:pt x="20028" y="29419"/>
                </a:cubicBezTo>
                <a:lnTo>
                  <a:pt x="20028" y="29419"/>
                </a:lnTo>
                <a:cubicBezTo>
                  <a:pt x="20120" y="28476"/>
                  <a:pt x="19820" y="27479"/>
                  <a:pt x="19176" y="26725"/>
                </a:cubicBezTo>
                <a:cubicBezTo>
                  <a:pt x="18367" y="25769"/>
                  <a:pt x="17131" y="25283"/>
                  <a:pt x="15953" y="24797"/>
                </a:cubicBezTo>
                <a:lnTo>
                  <a:pt x="15806" y="24739"/>
                </a:lnTo>
                <a:cubicBezTo>
                  <a:pt x="15585" y="24650"/>
                  <a:pt x="15394" y="24577"/>
                  <a:pt x="15203" y="24488"/>
                </a:cubicBezTo>
                <a:cubicBezTo>
                  <a:pt x="14231" y="24062"/>
                  <a:pt x="13452" y="23591"/>
                  <a:pt x="12833" y="23017"/>
                </a:cubicBezTo>
                <a:cubicBezTo>
                  <a:pt x="12201" y="22443"/>
                  <a:pt x="11421" y="21501"/>
                  <a:pt x="11303" y="20294"/>
                </a:cubicBezTo>
                <a:cubicBezTo>
                  <a:pt x="11277" y="20000"/>
                  <a:pt x="11288" y="19703"/>
                  <a:pt x="11337" y="19408"/>
                </a:cubicBezTo>
                <a:lnTo>
                  <a:pt x="11337" y="19408"/>
                </a:lnTo>
                <a:cubicBezTo>
                  <a:pt x="11303" y="19673"/>
                  <a:pt x="11300" y="19945"/>
                  <a:pt x="11332" y="20221"/>
                </a:cubicBezTo>
                <a:cubicBezTo>
                  <a:pt x="11465" y="21207"/>
                  <a:pt x="12053" y="22207"/>
                  <a:pt x="12981" y="22958"/>
                </a:cubicBezTo>
                <a:cubicBezTo>
                  <a:pt x="13033" y="23000"/>
                  <a:pt x="13085" y="23041"/>
                  <a:pt x="13138" y="23081"/>
                </a:cubicBezTo>
                <a:lnTo>
                  <a:pt x="13138" y="23081"/>
                </a:lnTo>
                <a:cubicBezTo>
                  <a:pt x="12224" y="22334"/>
                  <a:pt x="11639" y="21337"/>
                  <a:pt x="11524" y="20353"/>
                </a:cubicBezTo>
                <a:cubicBezTo>
                  <a:pt x="11303" y="18455"/>
                  <a:pt x="12760" y="16748"/>
                  <a:pt x="14290" y="15879"/>
                </a:cubicBezTo>
                <a:cubicBezTo>
                  <a:pt x="15497" y="15202"/>
                  <a:pt x="16880" y="14849"/>
                  <a:pt x="18205" y="14511"/>
                </a:cubicBezTo>
                <a:cubicBezTo>
                  <a:pt x="18646" y="14408"/>
                  <a:pt x="19103" y="14290"/>
                  <a:pt x="19544" y="14172"/>
                </a:cubicBezTo>
                <a:cubicBezTo>
                  <a:pt x="21325" y="13672"/>
                  <a:pt x="23061" y="12951"/>
                  <a:pt x="24680" y="12038"/>
                </a:cubicBezTo>
                <a:cubicBezTo>
                  <a:pt x="26284" y="11126"/>
                  <a:pt x="28212" y="9610"/>
                  <a:pt x="28300" y="7550"/>
                </a:cubicBezTo>
                <a:cubicBezTo>
                  <a:pt x="28320" y="7202"/>
                  <a:pt x="28283" y="6857"/>
                  <a:pt x="28214" y="6518"/>
                </a:cubicBezTo>
                <a:lnTo>
                  <a:pt x="28214" y="6518"/>
                </a:lnTo>
                <a:cubicBezTo>
                  <a:pt x="28244" y="6835"/>
                  <a:pt x="28222" y="7144"/>
                  <a:pt x="28109" y="7432"/>
                </a:cubicBezTo>
                <a:cubicBezTo>
                  <a:pt x="28021" y="9551"/>
                  <a:pt x="26078" y="11067"/>
                  <a:pt x="24459" y="11979"/>
                </a:cubicBezTo>
                <a:cubicBezTo>
                  <a:pt x="23415" y="12558"/>
                  <a:pt x="22322" y="13070"/>
                  <a:pt x="21196" y="13495"/>
                </a:cubicBezTo>
                <a:lnTo>
                  <a:pt x="21196" y="13495"/>
                </a:lnTo>
                <a:cubicBezTo>
                  <a:pt x="22227" y="13075"/>
                  <a:pt x="23225" y="12580"/>
                  <a:pt x="24180" y="12009"/>
                </a:cubicBezTo>
                <a:cubicBezTo>
                  <a:pt x="25578" y="11185"/>
                  <a:pt x="26593" y="10287"/>
                  <a:pt x="27167" y="9330"/>
                </a:cubicBezTo>
                <a:cubicBezTo>
                  <a:pt x="27535" y="8742"/>
                  <a:pt x="27712" y="8109"/>
                  <a:pt x="27756" y="7491"/>
                </a:cubicBezTo>
                <a:cubicBezTo>
                  <a:pt x="27785" y="6696"/>
                  <a:pt x="27565" y="5902"/>
                  <a:pt x="27329" y="5195"/>
                </a:cubicBezTo>
                <a:cubicBezTo>
                  <a:pt x="26770" y="3518"/>
                  <a:pt x="26108" y="1855"/>
                  <a:pt x="25357" y="280"/>
                </a:cubicBezTo>
                <a:close/>
                <a:moveTo>
                  <a:pt x="24886" y="236"/>
                </a:moveTo>
                <a:lnTo>
                  <a:pt x="24827" y="280"/>
                </a:lnTo>
                <a:cubicBezTo>
                  <a:pt x="25578" y="1825"/>
                  <a:pt x="26225" y="3459"/>
                  <a:pt x="26741" y="5151"/>
                </a:cubicBezTo>
                <a:cubicBezTo>
                  <a:pt x="26961" y="5872"/>
                  <a:pt x="27182" y="6637"/>
                  <a:pt x="27138" y="7417"/>
                </a:cubicBezTo>
                <a:cubicBezTo>
                  <a:pt x="27108" y="8021"/>
                  <a:pt x="26917" y="8624"/>
                  <a:pt x="26579" y="9213"/>
                </a:cubicBezTo>
                <a:cubicBezTo>
                  <a:pt x="26019" y="10169"/>
                  <a:pt x="25048" y="11082"/>
                  <a:pt x="23679" y="11906"/>
                </a:cubicBezTo>
                <a:cubicBezTo>
                  <a:pt x="22120" y="12862"/>
                  <a:pt x="20471" y="13613"/>
                  <a:pt x="18749" y="14172"/>
                </a:cubicBezTo>
                <a:cubicBezTo>
                  <a:pt x="18308" y="14319"/>
                  <a:pt x="17852" y="14437"/>
                  <a:pt x="17410" y="14570"/>
                </a:cubicBezTo>
                <a:cubicBezTo>
                  <a:pt x="17061" y="14668"/>
                  <a:pt x="16710" y="14768"/>
                  <a:pt x="16360" y="14875"/>
                </a:cubicBezTo>
                <a:lnTo>
                  <a:pt x="16360" y="14875"/>
                </a:lnTo>
                <a:cubicBezTo>
                  <a:pt x="16890" y="14720"/>
                  <a:pt x="17426" y="14587"/>
                  <a:pt x="17955" y="14452"/>
                </a:cubicBezTo>
                <a:cubicBezTo>
                  <a:pt x="18032" y="14434"/>
                  <a:pt x="18109" y="14415"/>
                  <a:pt x="18188" y="14397"/>
                </a:cubicBezTo>
                <a:lnTo>
                  <a:pt x="18188" y="14397"/>
                </a:lnTo>
                <a:cubicBezTo>
                  <a:pt x="17924" y="14476"/>
                  <a:pt x="17665" y="14552"/>
                  <a:pt x="17410" y="14628"/>
                </a:cubicBezTo>
                <a:cubicBezTo>
                  <a:pt x="16159" y="14982"/>
                  <a:pt x="14879" y="15349"/>
                  <a:pt x="13731" y="16012"/>
                </a:cubicBezTo>
                <a:cubicBezTo>
                  <a:pt x="13692" y="16033"/>
                  <a:pt x="13652" y="16056"/>
                  <a:pt x="13613" y="16079"/>
                </a:cubicBezTo>
                <a:lnTo>
                  <a:pt x="13613" y="16079"/>
                </a:lnTo>
                <a:cubicBezTo>
                  <a:pt x="13759" y="15980"/>
                  <a:pt x="13907" y="15889"/>
                  <a:pt x="14055" y="15806"/>
                </a:cubicBezTo>
                <a:cubicBezTo>
                  <a:pt x="14354" y="15634"/>
                  <a:pt x="14662" y="15486"/>
                  <a:pt x="14978" y="15354"/>
                </a:cubicBezTo>
                <a:lnTo>
                  <a:pt x="14978" y="15354"/>
                </a:lnTo>
                <a:cubicBezTo>
                  <a:pt x="14551" y="15525"/>
                  <a:pt x="14133" y="15721"/>
                  <a:pt x="13731" y="15953"/>
                </a:cubicBezTo>
                <a:cubicBezTo>
                  <a:pt x="13275" y="16232"/>
                  <a:pt x="12848" y="16542"/>
                  <a:pt x="12466" y="16924"/>
                </a:cubicBezTo>
                <a:cubicBezTo>
                  <a:pt x="11435" y="17940"/>
                  <a:pt x="10920" y="19132"/>
                  <a:pt x="11023" y="20294"/>
                </a:cubicBezTo>
                <a:cubicBezTo>
                  <a:pt x="11097" y="21207"/>
                  <a:pt x="11597" y="22134"/>
                  <a:pt x="12480" y="23031"/>
                </a:cubicBezTo>
                <a:cubicBezTo>
                  <a:pt x="13113" y="23664"/>
                  <a:pt x="13922" y="24209"/>
                  <a:pt x="14923" y="24694"/>
                </a:cubicBezTo>
                <a:cubicBezTo>
                  <a:pt x="15114" y="24783"/>
                  <a:pt x="15321" y="24871"/>
                  <a:pt x="15556" y="24989"/>
                </a:cubicBezTo>
                <a:cubicBezTo>
                  <a:pt x="16910" y="25607"/>
                  <a:pt x="18087" y="26210"/>
                  <a:pt x="18897" y="27240"/>
                </a:cubicBezTo>
                <a:cubicBezTo>
                  <a:pt x="19635" y="28184"/>
                  <a:pt x="19878" y="29407"/>
                  <a:pt x="19555" y="30449"/>
                </a:cubicBezTo>
                <a:lnTo>
                  <a:pt x="19555" y="30449"/>
                </a:lnTo>
                <a:cubicBezTo>
                  <a:pt x="19566" y="30432"/>
                  <a:pt x="19576" y="30416"/>
                  <a:pt x="19587" y="30399"/>
                </a:cubicBezTo>
                <a:lnTo>
                  <a:pt x="19587" y="30399"/>
                </a:lnTo>
                <a:cubicBezTo>
                  <a:pt x="19883" y="29355"/>
                  <a:pt x="19637" y="28135"/>
                  <a:pt x="18926" y="27196"/>
                </a:cubicBezTo>
                <a:cubicBezTo>
                  <a:pt x="18117" y="26137"/>
                  <a:pt x="16910" y="25533"/>
                  <a:pt x="15556" y="24915"/>
                </a:cubicBezTo>
                <a:cubicBezTo>
                  <a:pt x="15321" y="24797"/>
                  <a:pt x="15114" y="24709"/>
                  <a:pt x="14923" y="24621"/>
                </a:cubicBezTo>
                <a:cubicBezTo>
                  <a:pt x="13937" y="24135"/>
                  <a:pt x="13128" y="23591"/>
                  <a:pt x="12495" y="22973"/>
                </a:cubicBezTo>
                <a:cubicBezTo>
                  <a:pt x="11612" y="22090"/>
                  <a:pt x="11141" y="21192"/>
                  <a:pt x="11067" y="20294"/>
                </a:cubicBezTo>
                <a:cubicBezTo>
                  <a:pt x="10979" y="19146"/>
                  <a:pt x="11465" y="17969"/>
                  <a:pt x="12480" y="16968"/>
                </a:cubicBezTo>
                <a:cubicBezTo>
                  <a:pt x="12816" y="16632"/>
                  <a:pt x="13201" y="16321"/>
                  <a:pt x="13613" y="16079"/>
                </a:cubicBezTo>
                <a:lnTo>
                  <a:pt x="13613" y="16079"/>
                </a:lnTo>
                <a:cubicBezTo>
                  <a:pt x="12949" y="16530"/>
                  <a:pt x="12330" y="17140"/>
                  <a:pt x="11901" y="17850"/>
                </a:cubicBezTo>
                <a:lnTo>
                  <a:pt x="11901" y="17850"/>
                </a:lnTo>
                <a:cubicBezTo>
                  <a:pt x="12115" y="17520"/>
                  <a:pt x="12377" y="17199"/>
                  <a:pt x="12686" y="16895"/>
                </a:cubicBezTo>
                <a:cubicBezTo>
                  <a:pt x="13069" y="16497"/>
                  <a:pt x="13496" y="16188"/>
                  <a:pt x="13967" y="15909"/>
                </a:cubicBezTo>
                <a:cubicBezTo>
                  <a:pt x="15173" y="15232"/>
                  <a:pt x="16513" y="14879"/>
                  <a:pt x="17793" y="14540"/>
                </a:cubicBezTo>
                <a:cubicBezTo>
                  <a:pt x="18234" y="14422"/>
                  <a:pt x="18676" y="14290"/>
                  <a:pt x="19117" y="14172"/>
                </a:cubicBezTo>
                <a:cubicBezTo>
                  <a:pt x="19209" y="14146"/>
                  <a:pt x="19300" y="14118"/>
                  <a:pt x="19391" y="14090"/>
                </a:cubicBezTo>
                <a:lnTo>
                  <a:pt x="19391" y="14090"/>
                </a:lnTo>
                <a:cubicBezTo>
                  <a:pt x="19364" y="14098"/>
                  <a:pt x="19336" y="14106"/>
                  <a:pt x="19309" y="14113"/>
                </a:cubicBezTo>
                <a:cubicBezTo>
                  <a:pt x="18944" y="14211"/>
                  <a:pt x="18559" y="14308"/>
                  <a:pt x="18188" y="14397"/>
                </a:cubicBezTo>
                <a:lnTo>
                  <a:pt x="18188" y="14397"/>
                </a:lnTo>
                <a:cubicBezTo>
                  <a:pt x="18382" y="14338"/>
                  <a:pt x="18579" y="14279"/>
                  <a:pt x="18779" y="14216"/>
                </a:cubicBezTo>
                <a:cubicBezTo>
                  <a:pt x="20501" y="13672"/>
                  <a:pt x="22164" y="12921"/>
                  <a:pt x="23724" y="11965"/>
                </a:cubicBezTo>
                <a:cubicBezTo>
                  <a:pt x="25078" y="11111"/>
                  <a:pt x="26064" y="10213"/>
                  <a:pt x="26623" y="9257"/>
                </a:cubicBezTo>
                <a:cubicBezTo>
                  <a:pt x="26976" y="8668"/>
                  <a:pt x="27182" y="8035"/>
                  <a:pt x="27197" y="7417"/>
                </a:cubicBezTo>
                <a:cubicBezTo>
                  <a:pt x="27241" y="6623"/>
                  <a:pt x="27035" y="5857"/>
                  <a:pt x="26799" y="5122"/>
                </a:cubicBezTo>
                <a:cubicBezTo>
                  <a:pt x="26255" y="3444"/>
                  <a:pt x="25622" y="1810"/>
                  <a:pt x="24886" y="236"/>
                </a:cubicBezTo>
                <a:close/>
                <a:moveTo>
                  <a:pt x="19235" y="26151"/>
                </a:moveTo>
                <a:lnTo>
                  <a:pt x="19235" y="26151"/>
                </a:lnTo>
                <a:cubicBezTo>
                  <a:pt x="19235" y="26151"/>
                  <a:pt x="19235" y="26151"/>
                  <a:pt x="19235" y="26151"/>
                </a:cubicBezTo>
                <a:cubicBezTo>
                  <a:pt x="20024" y="26992"/>
                  <a:pt x="20319" y="28291"/>
                  <a:pt x="20028" y="29419"/>
                </a:cubicBezTo>
                <a:lnTo>
                  <a:pt x="20028" y="29419"/>
                </a:lnTo>
                <a:cubicBezTo>
                  <a:pt x="19997" y="29727"/>
                  <a:pt x="19925" y="30030"/>
                  <a:pt x="19809" y="30316"/>
                </a:cubicBezTo>
                <a:cubicBezTo>
                  <a:pt x="19750" y="30463"/>
                  <a:pt x="19691" y="30581"/>
                  <a:pt x="19618" y="30699"/>
                </a:cubicBezTo>
                <a:cubicBezTo>
                  <a:pt x="19809" y="30463"/>
                  <a:pt x="19956" y="30213"/>
                  <a:pt x="20074" y="29919"/>
                </a:cubicBezTo>
                <a:cubicBezTo>
                  <a:pt x="20560" y="28741"/>
                  <a:pt x="20295" y="27270"/>
                  <a:pt x="19412" y="26328"/>
                </a:cubicBezTo>
                <a:cubicBezTo>
                  <a:pt x="19355" y="26266"/>
                  <a:pt x="19296" y="26207"/>
                  <a:pt x="19235" y="26151"/>
                </a:cubicBezTo>
                <a:close/>
                <a:moveTo>
                  <a:pt x="24386" y="236"/>
                </a:moveTo>
                <a:lnTo>
                  <a:pt x="24327" y="280"/>
                </a:lnTo>
                <a:cubicBezTo>
                  <a:pt x="25063" y="1810"/>
                  <a:pt x="25710" y="3444"/>
                  <a:pt x="26211" y="5122"/>
                </a:cubicBezTo>
                <a:cubicBezTo>
                  <a:pt x="26402" y="5799"/>
                  <a:pt x="26623" y="6593"/>
                  <a:pt x="26579" y="7359"/>
                </a:cubicBezTo>
                <a:cubicBezTo>
                  <a:pt x="26534" y="7962"/>
                  <a:pt x="26358" y="8580"/>
                  <a:pt x="26019" y="9139"/>
                </a:cubicBezTo>
                <a:cubicBezTo>
                  <a:pt x="25475" y="10096"/>
                  <a:pt x="24533" y="11008"/>
                  <a:pt x="23223" y="11847"/>
                </a:cubicBezTo>
                <a:cubicBezTo>
                  <a:pt x="21693" y="12818"/>
                  <a:pt x="20074" y="13613"/>
                  <a:pt x="18411" y="14187"/>
                </a:cubicBezTo>
                <a:cubicBezTo>
                  <a:pt x="17969" y="14334"/>
                  <a:pt x="17499" y="14481"/>
                  <a:pt x="17042" y="14614"/>
                </a:cubicBezTo>
                <a:cubicBezTo>
                  <a:pt x="15836" y="14982"/>
                  <a:pt x="14585" y="15349"/>
                  <a:pt x="13481" y="16012"/>
                </a:cubicBezTo>
                <a:cubicBezTo>
                  <a:pt x="13010" y="16277"/>
                  <a:pt x="12598" y="16600"/>
                  <a:pt x="12230" y="16968"/>
                </a:cubicBezTo>
                <a:cubicBezTo>
                  <a:pt x="11215" y="17954"/>
                  <a:pt x="10700" y="19132"/>
                  <a:pt x="10788" y="20279"/>
                </a:cubicBezTo>
                <a:cubicBezTo>
                  <a:pt x="10847" y="21162"/>
                  <a:pt x="11288" y="22045"/>
                  <a:pt x="12156" y="22973"/>
                </a:cubicBezTo>
                <a:cubicBezTo>
                  <a:pt x="12775" y="23664"/>
                  <a:pt x="13599" y="24282"/>
                  <a:pt x="14629" y="24812"/>
                </a:cubicBezTo>
                <a:cubicBezTo>
                  <a:pt x="14850" y="24930"/>
                  <a:pt x="15056" y="25033"/>
                  <a:pt x="15276" y="25151"/>
                </a:cubicBezTo>
                <a:cubicBezTo>
                  <a:pt x="16748" y="25901"/>
                  <a:pt x="17866" y="26622"/>
                  <a:pt x="18646" y="27711"/>
                </a:cubicBezTo>
                <a:cubicBezTo>
                  <a:pt x="19330" y="28668"/>
                  <a:pt x="19556" y="29841"/>
                  <a:pt x="19255" y="30840"/>
                </a:cubicBezTo>
                <a:lnTo>
                  <a:pt x="19255" y="30840"/>
                </a:lnTo>
                <a:cubicBezTo>
                  <a:pt x="19267" y="30826"/>
                  <a:pt x="19280" y="30811"/>
                  <a:pt x="19292" y="30797"/>
                </a:cubicBezTo>
                <a:lnTo>
                  <a:pt x="19292" y="30797"/>
                </a:lnTo>
                <a:cubicBezTo>
                  <a:pt x="19576" y="29785"/>
                  <a:pt x="19343" y="28617"/>
                  <a:pt x="18661" y="27667"/>
                </a:cubicBezTo>
                <a:cubicBezTo>
                  <a:pt x="17896" y="26578"/>
                  <a:pt x="16748" y="25842"/>
                  <a:pt x="15276" y="25092"/>
                </a:cubicBezTo>
                <a:cubicBezTo>
                  <a:pt x="15056" y="24989"/>
                  <a:pt x="14850" y="24871"/>
                  <a:pt x="14629" y="24768"/>
                </a:cubicBezTo>
                <a:cubicBezTo>
                  <a:pt x="13599" y="24223"/>
                  <a:pt x="12775" y="23605"/>
                  <a:pt x="12171" y="22943"/>
                </a:cubicBezTo>
                <a:cubicBezTo>
                  <a:pt x="11318" y="22001"/>
                  <a:pt x="10876" y="21133"/>
                  <a:pt x="10832" y="20279"/>
                </a:cubicBezTo>
                <a:cubicBezTo>
                  <a:pt x="10758" y="19146"/>
                  <a:pt x="11244" y="17998"/>
                  <a:pt x="12245" y="17012"/>
                </a:cubicBezTo>
                <a:cubicBezTo>
                  <a:pt x="12613" y="16645"/>
                  <a:pt x="13010" y="16335"/>
                  <a:pt x="13481" y="16056"/>
                </a:cubicBezTo>
                <a:cubicBezTo>
                  <a:pt x="14000" y="15758"/>
                  <a:pt x="14552" y="15512"/>
                  <a:pt x="15115" y="15297"/>
                </a:cubicBezTo>
                <a:lnTo>
                  <a:pt x="15115" y="15297"/>
                </a:lnTo>
                <a:cubicBezTo>
                  <a:pt x="15069" y="15316"/>
                  <a:pt x="15024" y="15335"/>
                  <a:pt x="14978" y="15354"/>
                </a:cubicBezTo>
                <a:lnTo>
                  <a:pt x="14978" y="15354"/>
                </a:lnTo>
                <a:cubicBezTo>
                  <a:pt x="15431" y="15172"/>
                  <a:pt x="15894" y="15017"/>
                  <a:pt x="16360" y="14875"/>
                </a:cubicBezTo>
                <a:lnTo>
                  <a:pt x="16360" y="14875"/>
                </a:lnTo>
                <a:cubicBezTo>
                  <a:pt x="16242" y="14909"/>
                  <a:pt x="16124" y="14945"/>
                  <a:pt x="16007" y="14982"/>
                </a:cubicBezTo>
                <a:lnTo>
                  <a:pt x="16007" y="14982"/>
                </a:lnTo>
                <a:cubicBezTo>
                  <a:pt x="15709" y="15081"/>
                  <a:pt x="15411" y="15185"/>
                  <a:pt x="15115" y="15297"/>
                </a:cubicBezTo>
                <a:lnTo>
                  <a:pt x="15115" y="15297"/>
                </a:lnTo>
                <a:cubicBezTo>
                  <a:pt x="15408" y="15180"/>
                  <a:pt x="15706" y="15076"/>
                  <a:pt x="16007" y="14982"/>
                </a:cubicBezTo>
                <a:lnTo>
                  <a:pt x="16007" y="14982"/>
                </a:lnTo>
                <a:cubicBezTo>
                  <a:pt x="16349" y="14868"/>
                  <a:pt x="16690" y="14762"/>
                  <a:pt x="17028" y="14658"/>
                </a:cubicBezTo>
                <a:cubicBezTo>
                  <a:pt x="17469" y="14540"/>
                  <a:pt x="17925" y="14393"/>
                  <a:pt x="18382" y="14246"/>
                </a:cubicBezTo>
                <a:cubicBezTo>
                  <a:pt x="20074" y="13672"/>
                  <a:pt x="21693" y="12877"/>
                  <a:pt x="23223" y="11906"/>
                </a:cubicBezTo>
                <a:cubicBezTo>
                  <a:pt x="24548" y="11052"/>
                  <a:pt x="25504" y="10140"/>
                  <a:pt x="26064" y="9183"/>
                </a:cubicBezTo>
                <a:cubicBezTo>
                  <a:pt x="26387" y="8595"/>
                  <a:pt x="26593" y="7991"/>
                  <a:pt x="26623" y="7359"/>
                </a:cubicBezTo>
                <a:cubicBezTo>
                  <a:pt x="26682" y="6564"/>
                  <a:pt x="26461" y="5784"/>
                  <a:pt x="26255" y="5077"/>
                </a:cubicBezTo>
                <a:cubicBezTo>
                  <a:pt x="25769" y="3400"/>
                  <a:pt x="25122" y="1766"/>
                  <a:pt x="24386" y="236"/>
                </a:cubicBezTo>
                <a:close/>
                <a:moveTo>
                  <a:pt x="19917" y="29766"/>
                </a:moveTo>
                <a:lnTo>
                  <a:pt x="19917" y="29766"/>
                </a:lnTo>
                <a:cubicBezTo>
                  <a:pt x="19910" y="29783"/>
                  <a:pt x="19904" y="29799"/>
                  <a:pt x="19897" y="29816"/>
                </a:cubicBezTo>
                <a:cubicBezTo>
                  <a:pt x="19811" y="30022"/>
                  <a:pt x="19706" y="30217"/>
                  <a:pt x="19587" y="30399"/>
                </a:cubicBezTo>
                <a:lnTo>
                  <a:pt x="19587" y="30399"/>
                </a:lnTo>
                <a:cubicBezTo>
                  <a:pt x="19558" y="30501"/>
                  <a:pt x="19524" y="30601"/>
                  <a:pt x="19485" y="30699"/>
                </a:cubicBezTo>
                <a:cubicBezTo>
                  <a:pt x="19441" y="30831"/>
                  <a:pt x="19382" y="30964"/>
                  <a:pt x="19309" y="31096"/>
                </a:cubicBezTo>
                <a:cubicBezTo>
                  <a:pt x="19471" y="30846"/>
                  <a:pt x="19632" y="30596"/>
                  <a:pt x="19750" y="30301"/>
                </a:cubicBezTo>
                <a:cubicBezTo>
                  <a:pt x="19823" y="30129"/>
                  <a:pt x="19878" y="29950"/>
                  <a:pt x="19917" y="29766"/>
                </a:cubicBezTo>
                <a:close/>
                <a:moveTo>
                  <a:pt x="23856" y="236"/>
                </a:moveTo>
                <a:lnTo>
                  <a:pt x="23797" y="280"/>
                </a:lnTo>
                <a:cubicBezTo>
                  <a:pt x="24533" y="1781"/>
                  <a:pt x="25136" y="3400"/>
                  <a:pt x="25622" y="5077"/>
                </a:cubicBezTo>
                <a:cubicBezTo>
                  <a:pt x="25799" y="5740"/>
                  <a:pt x="26005" y="6534"/>
                  <a:pt x="25961" y="7300"/>
                </a:cubicBezTo>
                <a:cubicBezTo>
                  <a:pt x="25931" y="7918"/>
                  <a:pt x="25740" y="8506"/>
                  <a:pt x="25416" y="9095"/>
                </a:cubicBezTo>
                <a:cubicBezTo>
                  <a:pt x="24886" y="10022"/>
                  <a:pt x="23959" y="10949"/>
                  <a:pt x="22693" y="11818"/>
                </a:cubicBezTo>
                <a:cubicBezTo>
                  <a:pt x="21207" y="12804"/>
                  <a:pt x="19618" y="13613"/>
                  <a:pt x="17969" y="14202"/>
                </a:cubicBezTo>
                <a:cubicBezTo>
                  <a:pt x="17528" y="14363"/>
                  <a:pt x="17057" y="14511"/>
                  <a:pt x="16601" y="14643"/>
                </a:cubicBezTo>
                <a:cubicBezTo>
                  <a:pt x="15424" y="15011"/>
                  <a:pt x="14217" y="15394"/>
                  <a:pt x="13142" y="16056"/>
                </a:cubicBezTo>
                <a:cubicBezTo>
                  <a:pt x="12701" y="16335"/>
                  <a:pt x="12274" y="16645"/>
                  <a:pt x="11936" y="17012"/>
                </a:cubicBezTo>
                <a:cubicBezTo>
                  <a:pt x="10935" y="17998"/>
                  <a:pt x="10435" y="19146"/>
                  <a:pt x="10494" y="20279"/>
                </a:cubicBezTo>
                <a:cubicBezTo>
                  <a:pt x="10552" y="21383"/>
                  <a:pt x="11200" y="22281"/>
                  <a:pt x="11759" y="22958"/>
                </a:cubicBezTo>
                <a:cubicBezTo>
                  <a:pt x="12392" y="23694"/>
                  <a:pt x="13231" y="24371"/>
                  <a:pt x="14305" y="24989"/>
                </a:cubicBezTo>
                <a:lnTo>
                  <a:pt x="14805" y="25254"/>
                </a:lnTo>
                <a:lnTo>
                  <a:pt x="14967" y="25357"/>
                </a:lnTo>
                <a:cubicBezTo>
                  <a:pt x="16159" y="26019"/>
                  <a:pt x="17499" y="26872"/>
                  <a:pt x="18352" y="28182"/>
                </a:cubicBezTo>
                <a:cubicBezTo>
                  <a:pt x="18993" y="29178"/>
                  <a:pt x="19192" y="30300"/>
                  <a:pt x="18901" y="31255"/>
                </a:cubicBezTo>
                <a:lnTo>
                  <a:pt x="18901" y="31255"/>
                </a:lnTo>
                <a:cubicBezTo>
                  <a:pt x="18940" y="31210"/>
                  <a:pt x="18978" y="31164"/>
                  <a:pt x="19016" y="31117"/>
                </a:cubicBezTo>
                <a:lnTo>
                  <a:pt x="19016" y="31117"/>
                </a:lnTo>
                <a:cubicBezTo>
                  <a:pt x="19257" y="30173"/>
                  <a:pt x="19036" y="29073"/>
                  <a:pt x="18411" y="28123"/>
                </a:cubicBezTo>
                <a:cubicBezTo>
                  <a:pt x="17543" y="26799"/>
                  <a:pt x="16203" y="25945"/>
                  <a:pt x="14997" y="25254"/>
                </a:cubicBezTo>
                <a:lnTo>
                  <a:pt x="14835" y="25165"/>
                </a:lnTo>
                <a:lnTo>
                  <a:pt x="14335" y="24886"/>
                </a:lnTo>
                <a:cubicBezTo>
                  <a:pt x="13290" y="24297"/>
                  <a:pt x="12421" y="23620"/>
                  <a:pt x="11818" y="22884"/>
                </a:cubicBezTo>
                <a:cubicBezTo>
                  <a:pt x="11273" y="22222"/>
                  <a:pt x="10626" y="21324"/>
                  <a:pt x="10567" y="20235"/>
                </a:cubicBezTo>
                <a:cubicBezTo>
                  <a:pt x="10508" y="19132"/>
                  <a:pt x="11023" y="17998"/>
                  <a:pt x="11980" y="17042"/>
                </a:cubicBezTo>
                <a:cubicBezTo>
                  <a:pt x="12348" y="16689"/>
                  <a:pt x="12760" y="16350"/>
                  <a:pt x="13201" y="16100"/>
                </a:cubicBezTo>
                <a:cubicBezTo>
                  <a:pt x="14261" y="15453"/>
                  <a:pt x="15482" y="15070"/>
                  <a:pt x="16645" y="14702"/>
                </a:cubicBezTo>
                <a:cubicBezTo>
                  <a:pt x="17086" y="14555"/>
                  <a:pt x="17557" y="14408"/>
                  <a:pt x="17999" y="14260"/>
                </a:cubicBezTo>
                <a:cubicBezTo>
                  <a:pt x="19662" y="13672"/>
                  <a:pt x="21237" y="12862"/>
                  <a:pt x="22723" y="11847"/>
                </a:cubicBezTo>
                <a:cubicBezTo>
                  <a:pt x="24018" y="10979"/>
                  <a:pt x="24930" y="10066"/>
                  <a:pt x="25475" y="9110"/>
                </a:cubicBezTo>
                <a:cubicBezTo>
                  <a:pt x="25799" y="8521"/>
                  <a:pt x="25990" y="7918"/>
                  <a:pt x="26019" y="7300"/>
                </a:cubicBezTo>
                <a:cubicBezTo>
                  <a:pt x="26078" y="6520"/>
                  <a:pt x="25872" y="5725"/>
                  <a:pt x="25666" y="5048"/>
                </a:cubicBezTo>
                <a:cubicBezTo>
                  <a:pt x="25195" y="3370"/>
                  <a:pt x="24592" y="1752"/>
                  <a:pt x="23856" y="236"/>
                </a:cubicBezTo>
                <a:close/>
                <a:moveTo>
                  <a:pt x="19555" y="30449"/>
                </a:moveTo>
                <a:cubicBezTo>
                  <a:pt x="19473" y="30570"/>
                  <a:pt x="19385" y="30686"/>
                  <a:pt x="19292" y="30797"/>
                </a:cubicBezTo>
                <a:lnTo>
                  <a:pt x="19292" y="30797"/>
                </a:lnTo>
                <a:cubicBezTo>
                  <a:pt x="19263" y="30898"/>
                  <a:pt x="19230" y="30998"/>
                  <a:pt x="19191" y="31096"/>
                </a:cubicBezTo>
                <a:cubicBezTo>
                  <a:pt x="19162" y="31184"/>
                  <a:pt x="19117" y="31258"/>
                  <a:pt x="19088" y="31346"/>
                </a:cubicBezTo>
                <a:lnTo>
                  <a:pt x="19162" y="31273"/>
                </a:lnTo>
                <a:cubicBezTo>
                  <a:pt x="19294" y="31096"/>
                  <a:pt x="19382" y="30905"/>
                  <a:pt x="19471" y="30684"/>
                </a:cubicBezTo>
                <a:cubicBezTo>
                  <a:pt x="19502" y="30607"/>
                  <a:pt x="19530" y="30528"/>
                  <a:pt x="19555" y="30449"/>
                </a:cubicBezTo>
                <a:close/>
                <a:moveTo>
                  <a:pt x="19255" y="30840"/>
                </a:moveTo>
                <a:cubicBezTo>
                  <a:pt x="19205" y="30898"/>
                  <a:pt x="19155" y="30953"/>
                  <a:pt x="19103" y="31008"/>
                </a:cubicBezTo>
                <a:cubicBezTo>
                  <a:pt x="19073" y="31045"/>
                  <a:pt x="19044" y="31081"/>
                  <a:pt x="19016" y="31117"/>
                </a:cubicBezTo>
                <a:lnTo>
                  <a:pt x="19016" y="31117"/>
                </a:lnTo>
                <a:cubicBezTo>
                  <a:pt x="18984" y="31240"/>
                  <a:pt x="18944" y="31361"/>
                  <a:pt x="18897" y="31479"/>
                </a:cubicBezTo>
                <a:cubicBezTo>
                  <a:pt x="18882" y="31508"/>
                  <a:pt x="18882" y="31538"/>
                  <a:pt x="18867" y="31567"/>
                </a:cubicBezTo>
                <a:cubicBezTo>
                  <a:pt x="18926" y="31552"/>
                  <a:pt x="18955" y="31508"/>
                  <a:pt x="19000" y="31479"/>
                </a:cubicBezTo>
                <a:cubicBezTo>
                  <a:pt x="19073" y="31346"/>
                  <a:pt x="19117" y="31214"/>
                  <a:pt x="19176" y="31067"/>
                </a:cubicBezTo>
                <a:cubicBezTo>
                  <a:pt x="19206" y="30992"/>
                  <a:pt x="19232" y="30917"/>
                  <a:pt x="19255" y="30840"/>
                </a:cubicBezTo>
                <a:close/>
                <a:moveTo>
                  <a:pt x="23297" y="206"/>
                </a:moveTo>
                <a:lnTo>
                  <a:pt x="23238" y="236"/>
                </a:lnTo>
                <a:cubicBezTo>
                  <a:pt x="23974" y="1737"/>
                  <a:pt x="24562" y="3356"/>
                  <a:pt x="25033" y="5004"/>
                </a:cubicBezTo>
                <a:cubicBezTo>
                  <a:pt x="25210" y="5666"/>
                  <a:pt x="25401" y="6446"/>
                  <a:pt x="25342" y="7211"/>
                </a:cubicBezTo>
                <a:cubicBezTo>
                  <a:pt x="25298" y="7815"/>
                  <a:pt x="25122" y="8403"/>
                  <a:pt x="24813" y="8977"/>
                </a:cubicBezTo>
                <a:cubicBezTo>
                  <a:pt x="24298" y="9919"/>
                  <a:pt x="23415" y="10861"/>
                  <a:pt x="22164" y="11715"/>
                </a:cubicBezTo>
                <a:cubicBezTo>
                  <a:pt x="20707" y="12745"/>
                  <a:pt x="19162" y="13584"/>
                  <a:pt x="17543" y="14187"/>
                </a:cubicBezTo>
                <a:cubicBezTo>
                  <a:pt x="17101" y="14349"/>
                  <a:pt x="16616" y="14511"/>
                  <a:pt x="16174" y="14658"/>
                </a:cubicBezTo>
                <a:cubicBezTo>
                  <a:pt x="15041" y="15055"/>
                  <a:pt x="13878" y="15438"/>
                  <a:pt x="12833" y="16085"/>
                </a:cubicBezTo>
                <a:cubicBezTo>
                  <a:pt x="12392" y="16350"/>
                  <a:pt x="11980" y="16674"/>
                  <a:pt x="11641" y="17012"/>
                </a:cubicBezTo>
                <a:cubicBezTo>
                  <a:pt x="10685" y="17969"/>
                  <a:pt x="10170" y="19117"/>
                  <a:pt x="10184" y="20221"/>
                </a:cubicBezTo>
                <a:cubicBezTo>
                  <a:pt x="10214" y="21251"/>
                  <a:pt x="10788" y="22148"/>
                  <a:pt x="11362" y="22884"/>
                </a:cubicBezTo>
                <a:cubicBezTo>
                  <a:pt x="11965" y="23694"/>
                  <a:pt x="12848" y="24429"/>
                  <a:pt x="13952" y="25092"/>
                </a:cubicBezTo>
                <a:lnTo>
                  <a:pt x="14187" y="25239"/>
                </a:lnTo>
                <a:cubicBezTo>
                  <a:pt x="14335" y="25327"/>
                  <a:pt x="14511" y="25430"/>
                  <a:pt x="14658" y="25519"/>
                </a:cubicBezTo>
                <a:cubicBezTo>
                  <a:pt x="16292" y="26505"/>
                  <a:pt x="17381" y="27505"/>
                  <a:pt x="18058" y="28638"/>
                </a:cubicBezTo>
                <a:cubicBezTo>
                  <a:pt x="18660" y="29650"/>
                  <a:pt x="18842" y="30726"/>
                  <a:pt x="18569" y="31641"/>
                </a:cubicBezTo>
                <a:lnTo>
                  <a:pt x="18569" y="31641"/>
                </a:lnTo>
                <a:cubicBezTo>
                  <a:pt x="18603" y="31602"/>
                  <a:pt x="18635" y="31564"/>
                  <a:pt x="18666" y="31525"/>
                </a:cubicBezTo>
                <a:lnTo>
                  <a:pt x="18666" y="31525"/>
                </a:lnTo>
                <a:cubicBezTo>
                  <a:pt x="18891" y="30623"/>
                  <a:pt x="18693" y="29573"/>
                  <a:pt x="18117" y="28609"/>
                </a:cubicBezTo>
                <a:cubicBezTo>
                  <a:pt x="17410" y="27446"/>
                  <a:pt x="16321" y="26460"/>
                  <a:pt x="14688" y="25460"/>
                </a:cubicBezTo>
                <a:cubicBezTo>
                  <a:pt x="14541" y="25371"/>
                  <a:pt x="14379" y="25283"/>
                  <a:pt x="14231" y="25180"/>
                </a:cubicBezTo>
                <a:lnTo>
                  <a:pt x="13996" y="25033"/>
                </a:lnTo>
                <a:cubicBezTo>
                  <a:pt x="12892" y="24371"/>
                  <a:pt x="12024" y="23635"/>
                  <a:pt x="11421" y="22855"/>
                </a:cubicBezTo>
                <a:cubicBezTo>
                  <a:pt x="10861" y="22119"/>
                  <a:pt x="10273" y="21251"/>
                  <a:pt x="10258" y="20235"/>
                </a:cubicBezTo>
                <a:cubicBezTo>
                  <a:pt x="10214" y="19146"/>
                  <a:pt x="10729" y="18028"/>
                  <a:pt x="11671" y="17086"/>
                </a:cubicBezTo>
                <a:cubicBezTo>
                  <a:pt x="12024" y="16748"/>
                  <a:pt x="12421" y="16424"/>
                  <a:pt x="12848" y="16159"/>
                </a:cubicBezTo>
                <a:cubicBezTo>
                  <a:pt x="13878" y="15511"/>
                  <a:pt x="15056" y="15129"/>
                  <a:pt x="16174" y="14731"/>
                </a:cubicBezTo>
                <a:cubicBezTo>
                  <a:pt x="16616" y="14584"/>
                  <a:pt x="17101" y="14422"/>
                  <a:pt x="17543" y="14260"/>
                </a:cubicBezTo>
                <a:cubicBezTo>
                  <a:pt x="19162" y="13657"/>
                  <a:pt x="20721" y="12818"/>
                  <a:pt x="22178" y="11788"/>
                </a:cubicBezTo>
                <a:cubicBezTo>
                  <a:pt x="23429" y="10905"/>
                  <a:pt x="24327" y="9978"/>
                  <a:pt x="24842" y="9036"/>
                </a:cubicBezTo>
                <a:cubicBezTo>
                  <a:pt x="25151" y="8448"/>
                  <a:pt x="25342" y="7844"/>
                  <a:pt x="25401" y="7226"/>
                </a:cubicBezTo>
                <a:cubicBezTo>
                  <a:pt x="25445" y="6446"/>
                  <a:pt x="25269" y="5666"/>
                  <a:pt x="25078" y="4989"/>
                </a:cubicBezTo>
                <a:cubicBezTo>
                  <a:pt x="24621" y="3312"/>
                  <a:pt x="24033" y="1707"/>
                  <a:pt x="23297" y="206"/>
                </a:cubicBezTo>
                <a:close/>
                <a:moveTo>
                  <a:pt x="18749" y="31655"/>
                </a:moveTo>
                <a:cubicBezTo>
                  <a:pt x="18743" y="31668"/>
                  <a:pt x="18733" y="31679"/>
                  <a:pt x="18722" y="31687"/>
                </a:cubicBezTo>
                <a:lnTo>
                  <a:pt x="18722" y="31687"/>
                </a:lnTo>
                <a:cubicBezTo>
                  <a:pt x="18727" y="31672"/>
                  <a:pt x="18738" y="31655"/>
                  <a:pt x="18749" y="31655"/>
                </a:cubicBezTo>
                <a:close/>
                <a:moveTo>
                  <a:pt x="18901" y="31255"/>
                </a:moveTo>
                <a:cubicBezTo>
                  <a:pt x="18854" y="31311"/>
                  <a:pt x="18804" y="31365"/>
                  <a:pt x="18749" y="31420"/>
                </a:cubicBezTo>
                <a:cubicBezTo>
                  <a:pt x="18723" y="31454"/>
                  <a:pt x="18695" y="31489"/>
                  <a:pt x="18666" y="31525"/>
                </a:cubicBezTo>
                <a:lnTo>
                  <a:pt x="18666" y="31525"/>
                </a:lnTo>
                <a:cubicBezTo>
                  <a:pt x="18644" y="31614"/>
                  <a:pt x="18618" y="31702"/>
                  <a:pt x="18588" y="31788"/>
                </a:cubicBezTo>
                <a:cubicBezTo>
                  <a:pt x="18619" y="31772"/>
                  <a:pt x="18641" y="31753"/>
                  <a:pt x="18665" y="31733"/>
                </a:cubicBezTo>
                <a:lnTo>
                  <a:pt x="18665" y="31733"/>
                </a:lnTo>
                <a:cubicBezTo>
                  <a:pt x="18659" y="31747"/>
                  <a:pt x="18656" y="31763"/>
                  <a:pt x="18646" y="31773"/>
                </a:cubicBezTo>
                <a:lnTo>
                  <a:pt x="18720" y="31699"/>
                </a:lnTo>
                <a:cubicBezTo>
                  <a:pt x="18720" y="31697"/>
                  <a:pt x="18720" y="31695"/>
                  <a:pt x="18721" y="31692"/>
                </a:cubicBezTo>
                <a:lnTo>
                  <a:pt x="18721" y="31692"/>
                </a:lnTo>
                <a:cubicBezTo>
                  <a:pt x="18725" y="31690"/>
                  <a:pt x="18730" y="31687"/>
                  <a:pt x="18735" y="31685"/>
                </a:cubicBezTo>
                <a:cubicBezTo>
                  <a:pt x="18779" y="31611"/>
                  <a:pt x="18808" y="31552"/>
                  <a:pt x="18823" y="31479"/>
                </a:cubicBezTo>
                <a:cubicBezTo>
                  <a:pt x="18852" y="31405"/>
                  <a:pt x="18878" y="31331"/>
                  <a:pt x="18901" y="31255"/>
                </a:cubicBezTo>
                <a:close/>
                <a:moveTo>
                  <a:pt x="18569" y="31641"/>
                </a:moveTo>
                <a:lnTo>
                  <a:pt x="18569" y="31641"/>
                </a:lnTo>
                <a:cubicBezTo>
                  <a:pt x="18515" y="31703"/>
                  <a:pt x="18457" y="31763"/>
                  <a:pt x="18396" y="31817"/>
                </a:cubicBezTo>
                <a:cubicBezTo>
                  <a:pt x="18372" y="31851"/>
                  <a:pt x="18348" y="31886"/>
                  <a:pt x="18322" y="31920"/>
                </a:cubicBezTo>
                <a:lnTo>
                  <a:pt x="18322" y="31920"/>
                </a:lnTo>
                <a:cubicBezTo>
                  <a:pt x="18318" y="31939"/>
                  <a:pt x="18313" y="31959"/>
                  <a:pt x="18308" y="31979"/>
                </a:cubicBezTo>
                <a:cubicBezTo>
                  <a:pt x="18338" y="31956"/>
                  <a:pt x="18373" y="31930"/>
                  <a:pt x="18407" y="31905"/>
                </a:cubicBezTo>
                <a:lnTo>
                  <a:pt x="18407" y="31905"/>
                </a:lnTo>
                <a:cubicBezTo>
                  <a:pt x="18398" y="31935"/>
                  <a:pt x="18378" y="31960"/>
                  <a:pt x="18367" y="31994"/>
                </a:cubicBezTo>
                <a:cubicBezTo>
                  <a:pt x="18426" y="31979"/>
                  <a:pt x="18455" y="31935"/>
                  <a:pt x="18499" y="31905"/>
                </a:cubicBezTo>
                <a:cubicBezTo>
                  <a:pt x="18514" y="31861"/>
                  <a:pt x="18529" y="31832"/>
                  <a:pt x="18529" y="31788"/>
                </a:cubicBezTo>
                <a:lnTo>
                  <a:pt x="18529" y="31788"/>
                </a:lnTo>
                <a:cubicBezTo>
                  <a:pt x="18525" y="31794"/>
                  <a:pt x="18520" y="31799"/>
                  <a:pt x="18515" y="31804"/>
                </a:cubicBezTo>
                <a:lnTo>
                  <a:pt x="18515" y="31804"/>
                </a:lnTo>
                <a:cubicBezTo>
                  <a:pt x="18535" y="31750"/>
                  <a:pt x="18553" y="31696"/>
                  <a:pt x="18569" y="31641"/>
                </a:cubicBezTo>
                <a:close/>
                <a:moveTo>
                  <a:pt x="18411" y="32082"/>
                </a:moveTo>
                <a:cubicBezTo>
                  <a:pt x="18387" y="32082"/>
                  <a:pt x="18373" y="32092"/>
                  <a:pt x="18368" y="32112"/>
                </a:cubicBezTo>
                <a:lnTo>
                  <a:pt x="18368" y="32112"/>
                </a:lnTo>
                <a:cubicBezTo>
                  <a:pt x="18381" y="32101"/>
                  <a:pt x="18396" y="32089"/>
                  <a:pt x="18411" y="32082"/>
                </a:cubicBezTo>
                <a:close/>
                <a:moveTo>
                  <a:pt x="22267" y="162"/>
                </a:moveTo>
                <a:lnTo>
                  <a:pt x="22208" y="206"/>
                </a:lnTo>
                <a:cubicBezTo>
                  <a:pt x="22929" y="1678"/>
                  <a:pt x="23503" y="3253"/>
                  <a:pt x="23900" y="4901"/>
                </a:cubicBezTo>
                <a:cubicBezTo>
                  <a:pt x="24077" y="5593"/>
                  <a:pt x="24224" y="6328"/>
                  <a:pt x="24165" y="7079"/>
                </a:cubicBezTo>
                <a:cubicBezTo>
                  <a:pt x="24121" y="7668"/>
                  <a:pt x="23944" y="8256"/>
                  <a:pt x="23650" y="8830"/>
                </a:cubicBezTo>
                <a:cubicBezTo>
                  <a:pt x="23150" y="9787"/>
                  <a:pt x="22340" y="10684"/>
                  <a:pt x="21163" y="11612"/>
                </a:cubicBezTo>
                <a:cubicBezTo>
                  <a:pt x="19780" y="12671"/>
                  <a:pt x="18293" y="13539"/>
                  <a:pt x="16748" y="14202"/>
                </a:cubicBezTo>
                <a:cubicBezTo>
                  <a:pt x="16307" y="14393"/>
                  <a:pt x="15836" y="14570"/>
                  <a:pt x="15394" y="14731"/>
                </a:cubicBezTo>
                <a:cubicBezTo>
                  <a:pt x="14335" y="15143"/>
                  <a:pt x="13231" y="15541"/>
                  <a:pt x="12259" y="16174"/>
                </a:cubicBezTo>
                <a:cubicBezTo>
                  <a:pt x="11833" y="16453"/>
                  <a:pt x="11450" y="16762"/>
                  <a:pt x="11126" y="17086"/>
                </a:cubicBezTo>
                <a:cubicBezTo>
                  <a:pt x="10199" y="18028"/>
                  <a:pt x="9684" y="19117"/>
                  <a:pt x="9669" y="20176"/>
                </a:cubicBezTo>
                <a:cubicBezTo>
                  <a:pt x="9655" y="21177"/>
                  <a:pt x="10170" y="22045"/>
                  <a:pt x="10641" y="22796"/>
                </a:cubicBezTo>
                <a:cubicBezTo>
                  <a:pt x="11229" y="23694"/>
                  <a:pt x="12127" y="24562"/>
                  <a:pt x="13334" y="25371"/>
                </a:cubicBezTo>
                <a:cubicBezTo>
                  <a:pt x="13555" y="25519"/>
                  <a:pt x="13805" y="25680"/>
                  <a:pt x="14070" y="25872"/>
                </a:cubicBezTo>
                <a:cubicBezTo>
                  <a:pt x="15688" y="26975"/>
                  <a:pt x="16822" y="28182"/>
                  <a:pt x="17499" y="29580"/>
                </a:cubicBezTo>
                <a:cubicBezTo>
                  <a:pt x="17774" y="30132"/>
                  <a:pt x="18179" y="31155"/>
                  <a:pt x="17978" y="32185"/>
                </a:cubicBezTo>
                <a:lnTo>
                  <a:pt x="17978" y="32185"/>
                </a:lnTo>
                <a:cubicBezTo>
                  <a:pt x="18001" y="32171"/>
                  <a:pt x="18024" y="32156"/>
                  <a:pt x="18048" y="32141"/>
                </a:cubicBezTo>
                <a:lnTo>
                  <a:pt x="18048" y="32141"/>
                </a:lnTo>
                <a:cubicBezTo>
                  <a:pt x="18213" y="31107"/>
                  <a:pt x="17834" y="30105"/>
                  <a:pt x="17557" y="29551"/>
                </a:cubicBezTo>
                <a:cubicBezTo>
                  <a:pt x="16866" y="28153"/>
                  <a:pt x="15718" y="26931"/>
                  <a:pt x="14099" y="25813"/>
                </a:cubicBezTo>
                <a:cubicBezTo>
                  <a:pt x="13849" y="25651"/>
                  <a:pt x="13584" y="25460"/>
                  <a:pt x="13363" y="25312"/>
                </a:cubicBezTo>
                <a:cubicBezTo>
                  <a:pt x="12171" y="24518"/>
                  <a:pt x="11273" y="23664"/>
                  <a:pt x="10700" y="22752"/>
                </a:cubicBezTo>
                <a:cubicBezTo>
                  <a:pt x="10199" y="21987"/>
                  <a:pt x="9728" y="21162"/>
                  <a:pt x="9728" y="20176"/>
                </a:cubicBezTo>
                <a:cubicBezTo>
                  <a:pt x="9728" y="19132"/>
                  <a:pt x="10243" y="18072"/>
                  <a:pt x="11156" y="17145"/>
                </a:cubicBezTo>
                <a:cubicBezTo>
                  <a:pt x="11494" y="16792"/>
                  <a:pt x="11877" y="16497"/>
                  <a:pt x="12304" y="16232"/>
                </a:cubicBezTo>
                <a:cubicBezTo>
                  <a:pt x="13275" y="15600"/>
                  <a:pt x="14364" y="15202"/>
                  <a:pt x="15409" y="14790"/>
                </a:cubicBezTo>
                <a:cubicBezTo>
                  <a:pt x="15850" y="14628"/>
                  <a:pt x="16321" y="14437"/>
                  <a:pt x="16763" y="14260"/>
                </a:cubicBezTo>
                <a:cubicBezTo>
                  <a:pt x="18308" y="13598"/>
                  <a:pt x="19809" y="12730"/>
                  <a:pt x="21207" y="11670"/>
                </a:cubicBezTo>
                <a:cubicBezTo>
                  <a:pt x="22399" y="10743"/>
                  <a:pt x="23209" y="9831"/>
                  <a:pt x="23709" y="8845"/>
                </a:cubicBezTo>
                <a:cubicBezTo>
                  <a:pt x="24003" y="8286"/>
                  <a:pt x="24180" y="7668"/>
                  <a:pt x="24224" y="7079"/>
                </a:cubicBezTo>
                <a:cubicBezTo>
                  <a:pt x="24268" y="6328"/>
                  <a:pt x="24121" y="5578"/>
                  <a:pt x="23959" y="4871"/>
                </a:cubicBezTo>
                <a:cubicBezTo>
                  <a:pt x="23562" y="3223"/>
                  <a:pt x="22988" y="1634"/>
                  <a:pt x="22267" y="162"/>
                </a:cubicBezTo>
                <a:close/>
                <a:moveTo>
                  <a:pt x="18368" y="32112"/>
                </a:moveTo>
                <a:lnTo>
                  <a:pt x="18368" y="32112"/>
                </a:lnTo>
                <a:cubicBezTo>
                  <a:pt x="18356" y="32123"/>
                  <a:pt x="18345" y="32134"/>
                  <a:pt x="18337" y="32141"/>
                </a:cubicBezTo>
                <a:cubicBezTo>
                  <a:pt x="18308" y="32156"/>
                  <a:pt x="18308" y="32170"/>
                  <a:pt x="18293" y="32200"/>
                </a:cubicBezTo>
                <a:lnTo>
                  <a:pt x="18367" y="32126"/>
                </a:lnTo>
                <a:cubicBezTo>
                  <a:pt x="18367" y="32121"/>
                  <a:pt x="18367" y="32116"/>
                  <a:pt x="18368" y="32112"/>
                </a:cubicBezTo>
                <a:close/>
                <a:moveTo>
                  <a:pt x="17978" y="32185"/>
                </a:moveTo>
                <a:cubicBezTo>
                  <a:pt x="17942" y="32207"/>
                  <a:pt x="17907" y="32228"/>
                  <a:pt x="17866" y="32244"/>
                </a:cubicBezTo>
                <a:cubicBezTo>
                  <a:pt x="17861" y="32266"/>
                  <a:pt x="17858" y="32285"/>
                  <a:pt x="17855" y="32303"/>
                </a:cubicBezTo>
                <a:lnTo>
                  <a:pt x="17855" y="32303"/>
                </a:lnTo>
                <a:cubicBezTo>
                  <a:pt x="17895" y="32281"/>
                  <a:pt x="17932" y="32259"/>
                  <a:pt x="17969" y="32229"/>
                </a:cubicBezTo>
                <a:cubicBezTo>
                  <a:pt x="17973" y="32214"/>
                  <a:pt x="17976" y="32200"/>
                  <a:pt x="17978" y="32185"/>
                </a:cubicBezTo>
                <a:close/>
                <a:moveTo>
                  <a:pt x="21722" y="162"/>
                </a:moveTo>
                <a:lnTo>
                  <a:pt x="21663" y="206"/>
                </a:lnTo>
                <a:cubicBezTo>
                  <a:pt x="22384" y="1663"/>
                  <a:pt x="22929" y="3223"/>
                  <a:pt x="23297" y="4871"/>
                </a:cubicBezTo>
                <a:cubicBezTo>
                  <a:pt x="23444" y="5563"/>
                  <a:pt x="23591" y="6299"/>
                  <a:pt x="23532" y="7049"/>
                </a:cubicBezTo>
                <a:cubicBezTo>
                  <a:pt x="23488" y="7638"/>
                  <a:pt x="23312" y="8212"/>
                  <a:pt x="23047" y="8771"/>
                </a:cubicBezTo>
                <a:cubicBezTo>
                  <a:pt x="22561" y="9728"/>
                  <a:pt x="21766" y="10655"/>
                  <a:pt x="20633" y="11567"/>
                </a:cubicBezTo>
                <a:cubicBezTo>
                  <a:pt x="19294" y="12656"/>
                  <a:pt x="17837" y="13554"/>
                  <a:pt x="16321" y="14216"/>
                </a:cubicBezTo>
                <a:cubicBezTo>
                  <a:pt x="15880" y="14422"/>
                  <a:pt x="15409" y="14614"/>
                  <a:pt x="14967" y="14790"/>
                </a:cubicBezTo>
                <a:cubicBezTo>
                  <a:pt x="13952" y="15202"/>
                  <a:pt x="12892" y="15614"/>
                  <a:pt x="11950" y="16247"/>
                </a:cubicBezTo>
                <a:cubicBezTo>
                  <a:pt x="11538" y="16527"/>
                  <a:pt x="11156" y="16821"/>
                  <a:pt x="10832" y="17160"/>
                </a:cubicBezTo>
                <a:cubicBezTo>
                  <a:pt x="9920" y="18087"/>
                  <a:pt x="9404" y="19146"/>
                  <a:pt x="9375" y="20206"/>
                </a:cubicBezTo>
                <a:cubicBezTo>
                  <a:pt x="9331" y="21162"/>
                  <a:pt x="9802" y="22001"/>
                  <a:pt x="10258" y="22796"/>
                </a:cubicBezTo>
                <a:cubicBezTo>
                  <a:pt x="10832" y="23753"/>
                  <a:pt x="11744" y="24665"/>
                  <a:pt x="12995" y="25548"/>
                </a:cubicBezTo>
                <a:cubicBezTo>
                  <a:pt x="13290" y="25754"/>
                  <a:pt x="13525" y="25916"/>
                  <a:pt x="13746" y="26092"/>
                </a:cubicBezTo>
                <a:cubicBezTo>
                  <a:pt x="15394" y="27270"/>
                  <a:pt x="16527" y="28594"/>
                  <a:pt x="17204" y="30081"/>
                </a:cubicBezTo>
                <a:cubicBezTo>
                  <a:pt x="17476" y="30681"/>
                  <a:pt x="17747" y="31517"/>
                  <a:pt x="17682" y="32361"/>
                </a:cubicBezTo>
                <a:lnTo>
                  <a:pt x="17682" y="32361"/>
                </a:lnTo>
                <a:cubicBezTo>
                  <a:pt x="17696" y="32352"/>
                  <a:pt x="17710" y="32344"/>
                  <a:pt x="17724" y="32335"/>
                </a:cubicBezTo>
                <a:lnTo>
                  <a:pt x="17724" y="32335"/>
                </a:lnTo>
                <a:cubicBezTo>
                  <a:pt x="17814" y="31481"/>
                  <a:pt x="17538" y="30645"/>
                  <a:pt x="17263" y="30036"/>
                </a:cubicBezTo>
                <a:cubicBezTo>
                  <a:pt x="16571" y="28535"/>
                  <a:pt x="15424" y="27211"/>
                  <a:pt x="13790" y="26019"/>
                </a:cubicBezTo>
                <a:cubicBezTo>
                  <a:pt x="13569" y="25872"/>
                  <a:pt x="13334" y="25680"/>
                  <a:pt x="13039" y="25474"/>
                </a:cubicBezTo>
                <a:cubicBezTo>
                  <a:pt x="11789" y="24621"/>
                  <a:pt x="10861" y="23694"/>
                  <a:pt x="10317" y="22737"/>
                </a:cubicBezTo>
                <a:cubicBezTo>
                  <a:pt x="9846" y="21972"/>
                  <a:pt x="9404" y="21118"/>
                  <a:pt x="9434" y="20176"/>
                </a:cubicBezTo>
                <a:cubicBezTo>
                  <a:pt x="9463" y="19146"/>
                  <a:pt x="9964" y="18101"/>
                  <a:pt x="10861" y="17204"/>
                </a:cubicBezTo>
                <a:cubicBezTo>
                  <a:pt x="11200" y="16865"/>
                  <a:pt x="11568" y="16556"/>
                  <a:pt x="11965" y="16277"/>
                </a:cubicBezTo>
                <a:cubicBezTo>
                  <a:pt x="12907" y="15673"/>
                  <a:pt x="13952" y="15246"/>
                  <a:pt x="14967" y="14849"/>
                </a:cubicBezTo>
                <a:cubicBezTo>
                  <a:pt x="15409" y="14658"/>
                  <a:pt x="15880" y="14481"/>
                  <a:pt x="16321" y="14275"/>
                </a:cubicBezTo>
                <a:cubicBezTo>
                  <a:pt x="17852" y="13598"/>
                  <a:pt x="19309" y="12701"/>
                  <a:pt x="20648" y="11612"/>
                </a:cubicBezTo>
                <a:cubicBezTo>
                  <a:pt x="21810" y="10670"/>
                  <a:pt x="22605" y="9757"/>
                  <a:pt x="23076" y="8771"/>
                </a:cubicBezTo>
                <a:cubicBezTo>
                  <a:pt x="23370" y="8212"/>
                  <a:pt x="23532" y="7623"/>
                  <a:pt x="23591" y="7035"/>
                </a:cubicBezTo>
                <a:cubicBezTo>
                  <a:pt x="23650" y="6269"/>
                  <a:pt x="23518" y="5534"/>
                  <a:pt x="23356" y="4842"/>
                </a:cubicBezTo>
                <a:cubicBezTo>
                  <a:pt x="22988" y="3179"/>
                  <a:pt x="22414" y="1619"/>
                  <a:pt x="21722" y="162"/>
                </a:cubicBezTo>
                <a:close/>
                <a:moveTo>
                  <a:pt x="18190" y="32214"/>
                </a:moveTo>
                <a:lnTo>
                  <a:pt x="18190" y="32214"/>
                </a:lnTo>
                <a:cubicBezTo>
                  <a:pt x="18146" y="32244"/>
                  <a:pt x="18087" y="32273"/>
                  <a:pt x="18058" y="32303"/>
                </a:cubicBezTo>
                <a:cubicBezTo>
                  <a:pt x="18058" y="32347"/>
                  <a:pt x="18043" y="32376"/>
                  <a:pt x="18014" y="32420"/>
                </a:cubicBezTo>
                <a:cubicBezTo>
                  <a:pt x="18072" y="32376"/>
                  <a:pt x="18117" y="32347"/>
                  <a:pt x="18146" y="32303"/>
                </a:cubicBezTo>
                <a:cubicBezTo>
                  <a:pt x="18161" y="32288"/>
                  <a:pt x="18190" y="32244"/>
                  <a:pt x="18190" y="32214"/>
                </a:cubicBezTo>
                <a:close/>
                <a:moveTo>
                  <a:pt x="18058" y="32479"/>
                </a:moveTo>
                <a:lnTo>
                  <a:pt x="18058" y="32479"/>
                </a:lnTo>
                <a:cubicBezTo>
                  <a:pt x="18052" y="32485"/>
                  <a:pt x="18049" y="32491"/>
                  <a:pt x="18045" y="32497"/>
                </a:cubicBezTo>
                <a:lnTo>
                  <a:pt x="18045" y="32497"/>
                </a:lnTo>
                <a:cubicBezTo>
                  <a:pt x="18050" y="32491"/>
                  <a:pt x="18055" y="32486"/>
                  <a:pt x="18058" y="32479"/>
                </a:cubicBezTo>
                <a:close/>
                <a:moveTo>
                  <a:pt x="17682" y="32361"/>
                </a:moveTo>
                <a:cubicBezTo>
                  <a:pt x="17640" y="32385"/>
                  <a:pt x="17599" y="32410"/>
                  <a:pt x="17557" y="32435"/>
                </a:cubicBezTo>
                <a:cubicBezTo>
                  <a:pt x="17557" y="32460"/>
                  <a:pt x="17557" y="32480"/>
                  <a:pt x="17556" y="32499"/>
                </a:cubicBezTo>
                <a:lnTo>
                  <a:pt x="17556" y="32499"/>
                </a:lnTo>
                <a:cubicBezTo>
                  <a:pt x="17593" y="32480"/>
                  <a:pt x="17631" y="32460"/>
                  <a:pt x="17675" y="32435"/>
                </a:cubicBezTo>
                <a:cubicBezTo>
                  <a:pt x="17678" y="32410"/>
                  <a:pt x="17680" y="32385"/>
                  <a:pt x="17682" y="32361"/>
                </a:cubicBezTo>
                <a:close/>
                <a:moveTo>
                  <a:pt x="18045" y="32497"/>
                </a:moveTo>
                <a:cubicBezTo>
                  <a:pt x="18025" y="32515"/>
                  <a:pt x="17996" y="32527"/>
                  <a:pt x="17984" y="32538"/>
                </a:cubicBezTo>
                <a:cubicBezTo>
                  <a:pt x="17979" y="32549"/>
                  <a:pt x="17975" y="32558"/>
                  <a:pt x="17972" y="32565"/>
                </a:cubicBezTo>
                <a:lnTo>
                  <a:pt x="17972" y="32565"/>
                </a:lnTo>
                <a:lnTo>
                  <a:pt x="18014" y="32523"/>
                </a:lnTo>
                <a:cubicBezTo>
                  <a:pt x="18032" y="32515"/>
                  <a:pt x="18039" y="32506"/>
                  <a:pt x="18045" y="32497"/>
                </a:cubicBezTo>
                <a:close/>
                <a:moveTo>
                  <a:pt x="21178" y="192"/>
                </a:moveTo>
                <a:lnTo>
                  <a:pt x="21134" y="221"/>
                </a:lnTo>
                <a:cubicBezTo>
                  <a:pt x="21825" y="1663"/>
                  <a:pt x="22384" y="3223"/>
                  <a:pt x="22723" y="4857"/>
                </a:cubicBezTo>
                <a:cubicBezTo>
                  <a:pt x="22855" y="5504"/>
                  <a:pt x="23003" y="6255"/>
                  <a:pt x="22929" y="7005"/>
                </a:cubicBezTo>
                <a:cubicBezTo>
                  <a:pt x="22870" y="7579"/>
                  <a:pt x="22708" y="8168"/>
                  <a:pt x="22429" y="8727"/>
                </a:cubicBezTo>
                <a:cubicBezTo>
                  <a:pt x="21972" y="9684"/>
                  <a:pt x="21207" y="10596"/>
                  <a:pt x="20103" y="11538"/>
                </a:cubicBezTo>
                <a:cubicBezTo>
                  <a:pt x="18794" y="12642"/>
                  <a:pt x="17381" y="13554"/>
                  <a:pt x="15909" y="14260"/>
                </a:cubicBezTo>
                <a:cubicBezTo>
                  <a:pt x="15468" y="14467"/>
                  <a:pt x="14997" y="14658"/>
                  <a:pt x="14541" y="14849"/>
                </a:cubicBezTo>
                <a:cubicBezTo>
                  <a:pt x="13569" y="15276"/>
                  <a:pt x="12539" y="15688"/>
                  <a:pt x="11641" y="16306"/>
                </a:cubicBezTo>
                <a:cubicBezTo>
                  <a:pt x="11229" y="16571"/>
                  <a:pt x="10861" y="16865"/>
                  <a:pt x="10538" y="17218"/>
                </a:cubicBezTo>
                <a:cubicBezTo>
                  <a:pt x="9655" y="18116"/>
                  <a:pt x="9140" y="19176"/>
                  <a:pt x="9081" y="20206"/>
                </a:cubicBezTo>
                <a:cubicBezTo>
                  <a:pt x="9022" y="21133"/>
                  <a:pt x="9434" y="21942"/>
                  <a:pt x="9875" y="22752"/>
                </a:cubicBezTo>
                <a:cubicBezTo>
                  <a:pt x="10420" y="23767"/>
                  <a:pt x="11347" y="24724"/>
                  <a:pt x="12672" y="25695"/>
                </a:cubicBezTo>
                <a:cubicBezTo>
                  <a:pt x="12966" y="25916"/>
                  <a:pt x="13216" y="26107"/>
                  <a:pt x="13437" y="26269"/>
                </a:cubicBezTo>
                <a:cubicBezTo>
                  <a:pt x="15070" y="27520"/>
                  <a:pt x="16248" y="28962"/>
                  <a:pt x="16910" y="30552"/>
                </a:cubicBezTo>
                <a:cubicBezTo>
                  <a:pt x="17221" y="31287"/>
                  <a:pt x="17369" y="31954"/>
                  <a:pt x="17341" y="32567"/>
                </a:cubicBezTo>
                <a:lnTo>
                  <a:pt x="17341" y="32567"/>
                </a:lnTo>
                <a:cubicBezTo>
                  <a:pt x="17364" y="32554"/>
                  <a:pt x="17388" y="32541"/>
                  <a:pt x="17411" y="32529"/>
                </a:cubicBezTo>
                <a:lnTo>
                  <a:pt x="17411" y="32529"/>
                </a:lnTo>
                <a:cubicBezTo>
                  <a:pt x="17418" y="31911"/>
                  <a:pt x="17298" y="31251"/>
                  <a:pt x="16983" y="30522"/>
                </a:cubicBezTo>
                <a:cubicBezTo>
                  <a:pt x="16321" y="28903"/>
                  <a:pt x="15129" y="27446"/>
                  <a:pt x="13496" y="26195"/>
                </a:cubicBezTo>
                <a:cubicBezTo>
                  <a:pt x="13275" y="26034"/>
                  <a:pt x="13010" y="25842"/>
                  <a:pt x="12716" y="25622"/>
                </a:cubicBezTo>
                <a:cubicBezTo>
                  <a:pt x="11391" y="24665"/>
                  <a:pt x="10494" y="23708"/>
                  <a:pt x="9949" y="22722"/>
                </a:cubicBezTo>
                <a:cubicBezTo>
                  <a:pt x="9507" y="21913"/>
                  <a:pt x="9110" y="21118"/>
                  <a:pt x="9154" y="20206"/>
                </a:cubicBezTo>
                <a:cubicBezTo>
                  <a:pt x="9213" y="19205"/>
                  <a:pt x="9699" y="18160"/>
                  <a:pt x="10582" y="17277"/>
                </a:cubicBezTo>
                <a:cubicBezTo>
                  <a:pt x="10920" y="16939"/>
                  <a:pt x="11288" y="16630"/>
                  <a:pt x="11671" y="16380"/>
                </a:cubicBezTo>
                <a:cubicBezTo>
                  <a:pt x="12569" y="15762"/>
                  <a:pt x="13584" y="15349"/>
                  <a:pt x="14555" y="14923"/>
                </a:cubicBezTo>
                <a:cubicBezTo>
                  <a:pt x="14997" y="14731"/>
                  <a:pt x="15482" y="14540"/>
                  <a:pt x="15924" y="14334"/>
                </a:cubicBezTo>
                <a:cubicBezTo>
                  <a:pt x="17410" y="13628"/>
                  <a:pt x="18823" y="12715"/>
                  <a:pt x="20133" y="11612"/>
                </a:cubicBezTo>
                <a:cubicBezTo>
                  <a:pt x="21251" y="10655"/>
                  <a:pt x="22017" y="9728"/>
                  <a:pt x="22487" y="8757"/>
                </a:cubicBezTo>
                <a:cubicBezTo>
                  <a:pt x="22767" y="8183"/>
                  <a:pt x="22929" y="7594"/>
                  <a:pt x="22988" y="7005"/>
                </a:cubicBezTo>
                <a:cubicBezTo>
                  <a:pt x="23061" y="6255"/>
                  <a:pt x="22914" y="5490"/>
                  <a:pt x="22782" y="4842"/>
                </a:cubicBezTo>
                <a:cubicBezTo>
                  <a:pt x="22429" y="3208"/>
                  <a:pt x="21899" y="1634"/>
                  <a:pt x="21178" y="192"/>
                </a:cubicBezTo>
                <a:close/>
                <a:moveTo>
                  <a:pt x="17972" y="32565"/>
                </a:moveTo>
                <a:lnTo>
                  <a:pt x="17940" y="32597"/>
                </a:lnTo>
                <a:cubicBezTo>
                  <a:pt x="17959" y="32588"/>
                  <a:pt x="17966" y="32578"/>
                  <a:pt x="17972" y="32565"/>
                </a:cubicBezTo>
                <a:close/>
                <a:moveTo>
                  <a:pt x="17938" y="32397"/>
                </a:moveTo>
                <a:cubicBezTo>
                  <a:pt x="17883" y="32469"/>
                  <a:pt x="17827" y="32539"/>
                  <a:pt x="17766" y="32606"/>
                </a:cubicBezTo>
                <a:lnTo>
                  <a:pt x="17766" y="32606"/>
                </a:lnTo>
                <a:cubicBezTo>
                  <a:pt x="17780" y="32575"/>
                  <a:pt x="17793" y="32522"/>
                  <a:pt x="17793" y="32494"/>
                </a:cubicBezTo>
                <a:lnTo>
                  <a:pt x="17938" y="32397"/>
                </a:lnTo>
                <a:close/>
                <a:moveTo>
                  <a:pt x="17341" y="32567"/>
                </a:moveTo>
                <a:lnTo>
                  <a:pt x="17341" y="32567"/>
                </a:lnTo>
                <a:cubicBezTo>
                  <a:pt x="17309" y="32584"/>
                  <a:pt x="17278" y="32600"/>
                  <a:pt x="17248" y="32612"/>
                </a:cubicBezTo>
                <a:cubicBezTo>
                  <a:pt x="17248" y="32637"/>
                  <a:pt x="17248" y="32661"/>
                  <a:pt x="17245" y="32687"/>
                </a:cubicBezTo>
                <a:lnTo>
                  <a:pt x="17245" y="32687"/>
                </a:lnTo>
                <a:cubicBezTo>
                  <a:pt x="17276" y="32672"/>
                  <a:pt x="17306" y="32656"/>
                  <a:pt x="17337" y="32641"/>
                </a:cubicBezTo>
                <a:cubicBezTo>
                  <a:pt x="17338" y="32616"/>
                  <a:pt x="17340" y="32592"/>
                  <a:pt x="17341" y="32567"/>
                </a:cubicBezTo>
                <a:close/>
                <a:moveTo>
                  <a:pt x="17719" y="32538"/>
                </a:moveTo>
                <a:cubicBezTo>
                  <a:pt x="17719" y="32568"/>
                  <a:pt x="17705" y="32597"/>
                  <a:pt x="17690" y="32612"/>
                </a:cubicBezTo>
                <a:cubicBezTo>
                  <a:pt x="17690" y="32641"/>
                  <a:pt x="17675" y="32656"/>
                  <a:pt x="17675" y="32671"/>
                </a:cubicBezTo>
                <a:cubicBezTo>
                  <a:pt x="17616" y="32715"/>
                  <a:pt x="17557" y="32759"/>
                  <a:pt x="17484" y="32803"/>
                </a:cubicBezTo>
                <a:cubicBezTo>
                  <a:pt x="17499" y="32744"/>
                  <a:pt x="17499" y="32715"/>
                  <a:pt x="17528" y="32656"/>
                </a:cubicBezTo>
                <a:cubicBezTo>
                  <a:pt x="17602" y="32641"/>
                  <a:pt x="17646" y="32597"/>
                  <a:pt x="17719" y="32538"/>
                </a:cubicBezTo>
                <a:close/>
                <a:moveTo>
                  <a:pt x="17852" y="32641"/>
                </a:moveTo>
                <a:lnTo>
                  <a:pt x="17852" y="32641"/>
                </a:lnTo>
                <a:cubicBezTo>
                  <a:pt x="17822" y="32671"/>
                  <a:pt x="17763" y="32685"/>
                  <a:pt x="17719" y="32730"/>
                </a:cubicBezTo>
                <a:cubicBezTo>
                  <a:pt x="17705" y="32744"/>
                  <a:pt x="17705" y="32788"/>
                  <a:pt x="17690" y="32818"/>
                </a:cubicBezTo>
                <a:cubicBezTo>
                  <a:pt x="17719" y="32803"/>
                  <a:pt x="17763" y="32759"/>
                  <a:pt x="17793" y="32730"/>
                </a:cubicBezTo>
                <a:cubicBezTo>
                  <a:pt x="17822" y="32715"/>
                  <a:pt x="17837" y="32671"/>
                  <a:pt x="17852" y="32641"/>
                </a:cubicBezTo>
                <a:close/>
                <a:moveTo>
                  <a:pt x="16983" y="32764"/>
                </a:moveTo>
                <a:cubicBezTo>
                  <a:pt x="16960" y="32776"/>
                  <a:pt x="16935" y="32789"/>
                  <a:pt x="16910" y="32803"/>
                </a:cubicBezTo>
                <a:cubicBezTo>
                  <a:pt x="16910" y="32824"/>
                  <a:pt x="16910" y="32843"/>
                  <a:pt x="16909" y="32862"/>
                </a:cubicBezTo>
                <a:lnTo>
                  <a:pt x="16909" y="32862"/>
                </a:lnTo>
                <a:cubicBezTo>
                  <a:pt x="16934" y="32849"/>
                  <a:pt x="16959" y="32834"/>
                  <a:pt x="16983" y="32818"/>
                </a:cubicBezTo>
                <a:cubicBezTo>
                  <a:pt x="16983" y="32800"/>
                  <a:pt x="16983" y="32782"/>
                  <a:pt x="16983" y="32764"/>
                </a:cubicBezTo>
                <a:close/>
                <a:moveTo>
                  <a:pt x="20133" y="192"/>
                </a:moveTo>
                <a:lnTo>
                  <a:pt x="20074" y="221"/>
                </a:lnTo>
                <a:cubicBezTo>
                  <a:pt x="20780" y="1619"/>
                  <a:pt x="21281" y="3164"/>
                  <a:pt x="21590" y="4783"/>
                </a:cubicBezTo>
                <a:cubicBezTo>
                  <a:pt x="21693" y="5416"/>
                  <a:pt x="21810" y="6152"/>
                  <a:pt x="21737" y="6902"/>
                </a:cubicBezTo>
                <a:cubicBezTo>
                  <a:pt x="21678" y="7476"/>
                  <a:pt x="21516" y="8035"/>
                  <a:pt x="21251" y="8595"/>
                </a:cubicBezTo>
                <a:cubicBezTo>
                  <a:pt x="20810" y="9551"/>
                  <a:pt x="20103" y="10493"/>
                  <a:pt x="19088" y="11450"/>
                </a:cubicBezTo>
                <a:cubicBezTo>
                  <a:pt x="17866" y="12583"/>
                  <a:pt x="16527" y="13539"/>
                  <a:pt x="15100" y="14290"/>
                </a:cubicBezTo>
                <a:cubicBezTo>
                  <a:pt x="14658" y="14540"/>
                  <a:pt x="14187" y="14761"/>
                  <a:pt x="13731" y="14952"/>
                </a:cubicBezTo>
                <a:cubicBezTo>
                  <a:pt x="12833" y="15379"/>
                  <a:pt x="11892" y="15820"/>
                  <a:pt x="11053" y="16424"/>
                </a:cubicBezTo>
                <a:cubicBezTo>
                  <a:pt x="10655" y="16703"/>
                  <a:pt x="10317" y="16998"/>
                  <a:pt x="9993" y="17336"/>
                </a:cubicBezTo>
                <a:cubicBezTo>
                  <a:pt x="9154" y="18190"/>
                  <a:pt x="8639" y="19205"/>
                  <a:pt x="8551" y="20176"/>
                </a:cubicBezTo>
                <a:cubicBezTo>
                  <a:pt x="8448" y="21089"/>
                  <a:pt x="8801" y="21913"/>
                  <a:pt x="9154" y="22708"/>
                </a:cubicBezTo>
                <a:cubicBezTo>
                  <a:pt x="9669" y="23826"/>
                  <a:pt x="10582" y="24871"/>
                  <a:pt x="12053" y="26019"/>
                </a:cubicBezTo>
                <a:cubicBezTo>
                  <a:pt x="12348" y="26254"/>
                  <a:pt x="12627" y="26460"/>
                  <a:pt x="12863" y="26652"/>
                </a:cubicBezTo>
                <a:cubicBezTo>
                  <a:pt x="14599" y="28079"/>
                  <a:pt x="15777" y="29713"/>
                  <a:pt x="16380" y="31538"/>
                </a:cubicBezTo>
                <a:cubicBezTo>
                  <a:pt x="16553" y="32028"/>
                  <a:pt x="16653" y="32483"/>
                  <a:pt x="16682" y="32902"/>
                </a:cubicBezTo>
                <a:lnTo>
                  <a:pt x="16682" y="32902"/>
                </a:lnTo>
                <a:cubicBezTo>
                  <a:pt x="16692" y="32897"/>
                  <a:pt x="16701" y="32893"/>
                  <a:pt x="16711" y="32888"/>
                </a:cubicBezTo>
                <a:lnTo>
                  <a:pt x="16711" y="32888"/>
                </a:lnTo>
                <a:cubicBezTo>
                  <a:pt x="16663" y="32453"/>
                  <a:pt x="16562" y="31979"/>
                  <a:pt x="16395" y="31479"/>
                </a:cubicBezTo>
                <a:cubicBezTo>
                  <a:pt x="15777" y="29654"/>
                  <a:pt x="14599" y="28006"/>
                  <a:pt x="12863" y="26578"/>
                </a:cubicBezTo>
                <a:cubicBezTo>
                  <a:pt x="12627" y="26387"/>
                  <a:pt x="12348" y="26181"/>
                  <a:pt x="12053" y="25945"/>
                </a:cubicBezTo>
                <a:cubicBezTo>
                  <a:pt x="10611" y="24797"/>
                  <a:pt x="9684" y="23767"/>
                  <a:pt x="9169" y="22664"/>
                </a:cubicBezTo>
                <a:cubicBezTo>
                  <a:pt x="8816" y="21898"/>
                  <a:pt x="8492" y="21089"/>
                  <a:pt x="8580" y="20176"/>
                </a:cubicBezTo>
                <a:cubicBezTo>
                  <a:pt x="8669" y="19220"/>
                  <a:pt x="9184" y="18219"/>
                  <a:pt x="10023" y="17366"/>
                </a:cubicBezTo>
                <a:cubicBezTo>
                  <a:pt x="10332" y="17057"/>
                  <a:pt x="10685" y="16748"/>
                  <a:pt x="11067" y="16483"/>
                </a:cubicBezTo>
                <a:cubicBezTo>
                  <a:pt x="11906" y="15894"/>
                  <a:pt x="12848" y="15453"/>
                  <a:pt x="13746" y="15026"/>
                </a:cubicBezTo>
                <a:cubicBezTo>
                  <a:pt x="14187" y="14834"/>
                  <a:pt x="14673" y="14614"/>
                  <a:pt x="15114" y="14363"/>
                </a:cubicBezTo>
                <a:cubicBezTo>
                  <a:pt x="16542" y="13613"/>
                  <a:pt x="17896" y="12656"/>
                  <a:pt x="19117" y="11494"/>
                </a:cubicBezTo>
                <a:cubicBezTo>
                  <a:pt x="20148" y="10523"/>
                  <a:pt x="20869" y="9581"/>
                  <a:pt x="21310" y="8609"/>
                </a:cubicBezTo>
                <a:cubicBezTo>
                  <a:pt x="21575" y="8035"/>
                  <a:pt x="21737" y="7476"/>
                  <a:pt x="21796" y="6902"/>
                </a:cubicBezTo>
                <a:cubicBezTo>
                  <a:pt x="21869" y="6122"/>
                  <a:pt x="21752" y="5387"/>
                  <a:pt x="21649" y="4768"/>
                </a:cubicBezTo>
                <a:cubicBezTo>
                  <a:pt x="21354" y="3135"/>
                  <a:pt x="20839" y="1604"/>
                  <a:pt x="20133" y="192"/>
                </a:cubicBezTo>
                <a:close/>
                <a:moveTo>
                  <a:pt x="17454" y="32730"/>
                </a:moveTo>
                <a:lnTo>
                  <a:pt x="17454" y="32730"/>
                </a:lnTo>
                <a:cubicBezTo>
                  <a:pt x="17425" y="32788"/>
                  <a:pt x="17425" y="32818"/>
                  <a:pt x="17410" y="32877"/>
                </a:cubicBezTo>
                <a:cubicBezTo>
                  <a:pt x="17337" y="32936"/>
                  <a:pt x="17263" y="32965"/>
                  <a:pt x="17204" y="33009"/>
                </a:cubicBezTo>
                <a:cubicBezTo>
                  <a:pt x="17234" y="32950"/>
                  <a:pt x="17234" y="32891"/>
                  <a:pt x="17234" y="32862"/>
                </a:cubicBezTo>
                <a:cubicBezTo>
                  <a:pt x="17307" y="32818"/>
                  <a:pt x="17381" y="32759"/>
                  <a:pt x="17454" y="32730"/>
                </a:cubicBezTo>
                <a:close/>
                <a:moveTo>
                  <a:pt x="17690" y="32906"/>
                </a:moveTo>
                <a:lnTo>
                  <a:pt x="17690" y="32906"/>
                </a:lnTo>
                <a:cubicBezTo>
                  <a:pt x="17660" y="32950"/>
                  <a:pt x="17631" y="32965"/>
                  <a:pt x="17616" y="32980"/>
                </a:cubicBezTo>
                <a:cubicBezTo>
                  <a:pt x="17616" y="32997"/>
                  <a:pt x="17616" y="33009"/>
                  <a:pt x="17613" y="33019"/>
                </a:cubicBezTo>
                <a:lnTo>
                  <a:pt x="17613" y="33019"/>
                </a:lnTo>
                <a:cubicBezTo>
                  <a:pt x="17629" y="32997"/>
                  <a:pt x="17652" y="32976"/>
                  <a:pt x="17675" y="32965"/>
                </a:cubicBezTo>
                <a:cubicBezTo>
                  <a:pt x="17675" y="32950"/>
                  <a:pt x="17690" y="32936"/>
                  <a:pt x="17690" y="32906"/>
                </a:cubicBezTo>
                <a:close/>
                <a:moveTo>
                  <a:pt x="17586" y="32822"/>
                </a:moveTo>
                <a:cubicBezTo>
                  <a:pt x="17531" y="32894"/>
                  <a:pt x="17475" y="32965"/>
                  <a:pt x="17413" y="33032"/>
                </a:cubicBezTo>
                <a:lnTo>
                  <a:pt x="17413" y="33032"/>
                </a:lnTo>
                <a:cubicBezTo>
                  <a:pt x="17429" y="33001"/>
                  <a:pt x="17454" y="32947"/>
                  <a:pt x="17454" y="32906"/>
                </a:cubicBezTo>
                <a:lnTo>
                  <a:pt x="17586" y="32822"/>
                </a:lnTo>
                <a:close/>
                <a:moveTo>
                  <a:pt x="17613" y="33019"/>
                </a:moveTo>
                <a:cubicBezTo>
                  <a:pt x="17609" y="33026"/>
                  <a:pt x="17605" y="33032"/>
                  <a:pt x="17602" y="33039"/>
                </a:cubicBezTo>
                <a:cubicBezTo>
                  <a:pt x="17608" y="33032"/>
                  <a:pt x="17611" y="33026"/>
                  <a:pt x="17613" y="33019"/>
                </a:cubicBezTo>
                <a:close/>
                <a:moveTo>
                  <a:pt x="19632" y="221"/>
                </a:moveTo>
                <a:lnTo>
                  <a:pt x="19588" y="265"/>
                </a:lnTo>
                <a:cubicBezTo>
                  <a:pt x="20280" y="1663"/>
                  <a:pt x="20766" y="3164"/>
                  <a:pt x="21031" y="4783"/>
                </a:cubicBezTo>
                <a:cubicBezTo>
                  <a:pt x="21134" y="5357"/>
                  <a:pt x="21237" y="6108"/>
                  <a:pt x="21148" y="6888"/>
                </a:cubicBezTo>
                <a:cubicBezTo>
                  <a:pt x="21089" y="7432"/>
                  <a:pt x="20927" y="8006"/>
                  <a:pt x="20692" y="8551"/>
                </a:cubicBezTo>
                <a:cubicBezTo>
                  <a:pt x="20265" y="9507"/>
                  <a:pt x="19559" y="10449"/>
                  <a:pt x="18588" y="11420"/>
                </a:cubicBezTo>
                <a:cubicBezTo>
                  <a:pt x="17410" y="12583"/>
                  <a:pt x="16100" y="13554"/>
                  <a:pt x="14702" y="14334"/>
                </a:cubicBezTo>
                <a:cubicBezTo>
                  <a:pt x="14261" y="14570"/>
                  <a:pt x="13805" y="14805"/>
                  <a:pt x="13349" y="15026"/>
                </a:cubicBezTo>
                <a:cubicBezTo>
                  <a:pt x="12480" y="15467"/>
                  <a:pt x="11583" y="15909"/>
                  <a:pt x="10773" y="16497"/>
                </a:cubicBezTo>
                <a:cubicBezTo>
                  <a:pt x="10405" y="16777"/>
                  <a:pt x="10052" y="17071"/>
                  <a:pt x="9743" y="17380"/>
                </a:cubicBezTo>
                <a:cubicBezTo>
                  <a:pt x="8919" y="18234"/>
                  <a:pt x="8404" y="19220"/>
                  <a:pt x="8286" y="20176"/>
                </a:cubicBezTo>
                <a:cubicBezTo>
                  <a:pt x="8183" y="21089"/>
                  <a:pt x="8477" y="21913"/>
                  <a:pt x="8801" y="22664"/>
                </a:cubicBezTo>
                <a:cubicBezTo>
                  <a:pt x="9434" y="24150"/>
                  <a:pt x="10714" y="25312"/>
                  <a:pt x="11744" y="26166"/>
                </a:cubicBezTo>
                <a:cubicBezTo>
                  <a:pt x="12053" y="26401"/>
                  <a:pt x="12333" y="26637"/>
                  <a:pt x="12569" y="26843"/>
                </a:cubicBezTo>
                <a:cubicBezTo>
                  <a:pt x="14335" y="28344"/>
                  <a:pt x="15541" y="30081"/>
                  <a:pt x="16100" y="31994"/>
                </a:cubicBezTo>
                <a:cubicBezTo>
                  <a:pt x="16216" y="32380"/>
                  <a:pt x="16298" y="32732"/>
                  <a:pt x="16347" y="33080"/>
                </a:cubicBezTo>
                <a:lnTo>
                  <a:pt x="16347" y="33080"/>
                </a:lnTo>
                <a:cubicBezTo>
                  <a:pt x="16358" y="33073"/>
                  <a:pt x="16371" y="33067"/>
                  <a:pt x="16383" y="33060"/>
                </a:cubicBezTo>
                <a:lnTo>
                  <a:pt x="16383" y="33060"/>
                </a:lnTo>
                <a:cubicBezTo>
                  <a:pt x="16345" y="32728"/>
                  <a:pt x="16262" y="32371"/>
                  <a:pt x="16145" y="31979"/>
                </a:cubicBezTo>
                <a:cubicBezTo>
                  <a:pt x="15556" y="30036"/>
                  <a:pt x="14364" y="28300"/>
                  <a:pt x="12598" y="26784"/>
                </a:cubicBezTo>
                <a:cubicBezTo>
                  <a:pt x="12333" y="26563"/>
                  <a:pt x="12053" y="26343"/>
                  <a:pt x="11759" y="26107"/>
                </a:cubicBezTo>
                <a:cubicBezTo>
                  <a:pt x="10714" y="25283"/>
                  <a:pt x="9449" y="24120"/>
                  <a:pt x="8845" y="22649"/>
                </a:cubicBezTo>
                <a:cubicBezTo>
                  <a:pt x="8521" y="21898"/>
                  <a:pt x="8227" y="21089"/>
                  <a:pt x="8345" y="20206"/>
                </a:cubicBezTo>
                <a:cubicBezTo>
                  <a:pt x="8448" y="19264"/>
                  <a:pt x="8963" y="18293"/>
                  <a:pt x="9772" y="17439"/>
                </a:cubicBezTo>
                <a:cubicBezTo>
                  <a:pt x="10096" y="17130"/>
                  <a:pt x="10420" y="16836"/>
                  <a:pt x="10788" y="16556"/>
                </a:cubicBezTo>
                <a:cubicBezTo>
                  <a:pt x="11597" y="15968"/>
                  <a:pt x="12495" y="15526"/>
                  <a:pt x="13363" y="15099"/>
                </a:cubicBezTo>
                <a:cubicBezTo>
                  <a:pt x="13805" y="14879"/>
                  <a:pt x="14290" y="14643"/>
                  <a:pt x="14732" y="14408"/>
                </a:cubicBezTo>
                <a:cubicBezTo>
                  <a:pt x="16145" y="13628"/>
                  <a:pt x="17454" y="12642"/>
                  <a:pt x="18632" y="11479"/>
                </a:cubicBezTo>
                <a:cubicBezTo>
                  <a:pt x="19618" y="10508"/>
                  <a:pt x="20324" y="9551"/>
                  <a:pt x="20736" y="8580"/>
                </a:cubicBezTo>
                <a:cubicBezTo>
                  <a:pt x="21001" y="8006"/>
                  <a:pt x="21148" y="7432"/>
                  <a:pt x="21207" y="6888"/>
                </a:cubicBezTo>
                <a:cubicBezTo>
                  <a:pt x="21281" y="6108"/>
                  <a:pt x="21178" y="5357"/>
                  <a:pt x="21089" y="4768"/>
                </a:cubicBezTo>
                <a:cubicBezTo>
                  <a:pt x="20810" y="3150"/>
                  <a:pt x="20324" y="1619"/>
                  <a:pt x="19632" y="221"/>
                </a:cubicBezTo>
                <a:close/>
                <a:moveTo>
                  <a:pt x="16682" y="32902"/>
                </a:moveTo>
                <a:lnTo>
                  <a:pt x="16682" y="32902"/>
                </a:lnTo>
                <a:cubicBezTo>
                  <a:pt x="16645" y="32921"/>
                  <a:pt x="16608" y="32940"/>
                  <a:pt x="16571" y="32965"/>
                </a:cubicBezTo>
                <a:cubicBezTo>
                  <a:pt x="16571" y="33016"/>
                  <a:pt x="16571" y="33059"/>
                  <a:pt x="16576" y="33101"/>
                </a:cubicBezTo>
                <a:lnTo>
                  <a:pt x="16576" y="33101"/>
                </a:lnTo>
                <a:lnTo>
                  <a:pt x="16616" y="33083"/>
                </a:lnTo>
                <a:cubicBezTo>
                  <a:pt x="16660" y="33053"/>
                  <a:pt x="16674" y="33053"/>
                  <a:pt x="16689" y="33039"/>
                </a:cubicBezTo>
                <a:cubicBezTo>
                  <a:pt x="16688" y="32994"/>
                  <a:pt x="16685" y="32948"/>
                  <a:pt x="16682" y="32902"/>
                </a:cubicBezTo>
                <a:close/>
                <a:moveTo>
                  <a:pt x="16513" y="33009"/>
                </a:moveTo>
                <a:cubicBezTo>
                  <a:pt x="16498" y="33009"/>
                  <a:pt x="16498" y="33024"/>
                  <a:pt x="16468" y="33024"/>
                </a:cubicBezTo>
                <a:cubicBezTo>
                  <a:pt x="16440" y="33033"/>
                  <a:pt x="16411" y="33046"/>
                  <a:pt x="16383" y="33060"/>
                </a:cubicBezTo>
                <a:lnTo>
                  <a:pt x="16383" y="33060"/>
                </a:lnTo>
                <a:cubicBezTo>
                  <a:pt x="16387" y="33103"/>
                  <a:pt x="16392" y="33144"/>
                  <a:pt x="16395" y="33186"/>
                </a:cubicBezTo>
                <a:lnTo>
                  <a:pt x="16513" y="33131"/>
                </a:lnTo>
                <a:lnTo>
                  <a:pt x="16513" y="33009"/>
                </a:lnTo>
                <a:close/>
                <a:moveTo>
                  <a:pt x="17131" y="32891"/>
                </a:moveTo>
                <a:cubicBezTo>
                  <a:pt x="17131" y="32950"/>
                  <a:pt x="17116" y="33009"/>
                  <a:pt x="17101" y="33053"/>
                </a:cubicBezTo>
                <a:cubicBezTo>
                  <a:pt x="17028" y="33112"/>
                  <a:pt x="16954" y="33156"/>
                  <a:pt x="16866" y="33200"/>
                </a:cubicBezTo>
                <a:cubicBezTo>
                  <a:pt x="16895" y="33156"/>
                  <a:pt x="16895" y="33097"/>
                  <a:pt x="16895" y="33039"/>
                </a:cubicBezTo>
                <a:cubicBezTo>
                  <a:pt x="16969" y="32980"/>
                  <a:pt x="17057" y="32950"/>
                  <a:pt x="17131" y="32891"/>
                </a:cubicBezTo>
                <a:close/>
                <a:moveTo>
                  <a:pt x="17381" y="32980"/>
                </a:moveTo>
                <a:cubicBezTo>
                  <a:pt x="17381" y="33009"/>
                  <a:pt x="17351" y="33024"/>
                  <a:pt x="17351" y="33024"/>
                </a:cubicBezTo>
                <a:cubicBezTo>
                  <a:pt x="17337" y="33053"/>
                  <a:pt x="17337" y="33097"/>
                  <a:pt x="17322" y="33112"/>
                </a:cubicBezTo>
                <a:cubicBezTo>
                  <a:pt x="17263" y="33142"/>
                  <a:pt x="17204" y="33200"/>
                  <a:pt x="17131" y="33245"/>
                </a:cubicBezTo>
                <a:cubicBezTo>
                  <a:pt x="17160" y="33186"/>
                  <a:pt x="17160" y="33142"/>
                  <a:pt x="17175" y="33097"/>
                </a:cubicBezTo>
                <a:cubicBezTo>
                  <a:pt x="17248" y="33053"/>
                  <a:pt x="17307" y="33024"/>
                  <a:pt x="17381" y="32980"/>
                </a:cubicBezTo>
                <a:close/>
                <a:moveTo>
                  <a:pt x="17499" y="33053"/>
                </a:moveTo>
                <a:lnTo>
                  <a:pt x="17499" y="33053"/>
                </a:lnTo>
                <a:cubicBezTo>
                  <a:pt x="17469" y="33083"/>
                  <a:pt x="17410" y="33112"/>
                  <a:pt x="17381" y="33156"/>
                </a:cubicBezTo>
                <a:cubicBezTo>
                  <a:pt x="17351" y="33186"/>
                  <a:pt x="17351" y="33200"/>
                  <a:pt x="17337" y="33245"/>
                </a:cubicBezTo>
                <a:cubicBezTo>
                  <a:pt x="17366" y="33230"/>
                  <a:pt x="17410" y="33186"/>
                  <a:pt x="17454" y="33156"/>
                </a:cubicBezTo>
                <a:cubicBezTo>
                  <a:pt x="17469" y="33127"/>
                  <a:pt x="17484" y="33097"/>
                  <a:pt x="17499" y="33053"/>
                </a:cubicBezTo>
                <a:close/>
                <a:moveTo>
                  <a:pt x="16347" y="33080"/>
                </a:moveTo>
                <a:cubicBezTo>
                  <a:pt x="16301" y="33105"/>
                  <a:pt x="16258" y="33133"/>
                  <a:pt x="16218" y="33156"/>
                </a:cubicBezTo>
                <a:lnTo>
                  <a:pt x="16218" y="33303"/>
                </a:lnTo>
                <a:lnTo>
                  <a:pt x="16218" y="33303"/>
                </a:lnTo>
                <a:cubicBezTo>
                  <a:pt x="16270" y="33278"/>
                  <a:pt x="16321" y="33252"/>
                  <a:pt x="16365" y="33230"/>
                </a:cubicBezTo>
                <a:cubicBezTo>
                  <a:pt x="16360" y="33180"/>
                  <a:pt x="16354" y="33130"/>
                  <a:pt x="16347" y="33080"/>
                </a:cubicBezTo>
                <a:close/>
                <a:moveTo>
                  <a:pt x="16822" y="33083"/>
                </a:moveTo>
                <a:cubicBezTo>
                  <a:pt x="16822" y="33127"/>
                  <a:pt x="16807" y="33186"/>
                  <a:pt x="16807" y="33245"/>
                </a:cubicBezTo>
                <a:cubicBezTo>
                  <a:pt x="16733" y="33303"/>
                  <a:pt x="16645" y="33333"/>
                  <a:pt x="16571" y="33392"/>
                </a:cubicBezTo>
                <a:lnTo>
                  <a:pt x="16571" y="33230"/>
                </a:lnTo>
                <a:cubicBezTo>
                  <a:pt x="16660" y="33171"/>
                  <a:pt x="16733" y="33127"/>
                  <a:pt x="16822" y="33083"/>
                </a:cubicBezTo>
                <a:close/>
                <a:moveTo>
                  <a:pt x="17184" y="33317"/>
                </a:moveTo>
                <a:cubicBezTo>
                  <a:pt x="17156" y="33350"/>
                  <a:pt x="17128" y="33381"/>
                  <a:pt x="17099" y="33412"/>
                </a:cubicBezTo>
                <a:lnTo>
                  <a:pt x="17099" y="33412"/>
                </a:lnTo>
                <a:cubicBezTo>
                  <a:pt x="17101" y="33397"/>
                  <a:pt x="17101" y="33385"/>
                  <a:pt x="17101" y="33377"/>
                </a:cubicBezTo>
                <a:lnTo>
                  <a:pt x="17184" y="33317"/>
                </a:lnTo>
                <a:close/>
                <a:moveTo>
                  <a:pt x="17086" y="33171"/>
                </a:moveTo>
                <a:lnTo>
                  <a:pt x="17086" y="33171"/>
                </a:lnTo>
                <a:cubicBezTo>
                  <a:pt x="17057" y="33230"/>
                  <a:pt x="17057" y="33259"/>
                  <a:pt x="17042" y="33318"/>
                </a:cubicBezTo>
                <a:cubicBezTo>
                  <a:pt x="16983" y="33348"/>
                  <a:pt x="16910" y="33406"/>
                  <a:pt x="16836" y="33451"/>
                </a:cubicBezTo>
                <a:cubicBezTo>
                  <a:pt x="16866" y="33392"/>
                  <a:pt x="16866" y="33333"/>
                  <a:pt x="16866" y="33289"/>
                </a:cubicBezTo>
                <a:cubicBezTo>
                  <a:pt x="16939" y="33259"/>
                  <a:pt x="16998" y="33200"/>
                  <a:pt x="17086" y="33171"/>
                </a:cubicBezTo>
                <a:close/>
                <a:moveTo>
                  <a:pt x="17337" y="33348"/>
                </a:moveTo>
                <a:cubicBezTo>
                  <a:pt x="17322" y="33377"/>
                  <a:pt x="17278" y="33392"/>
                  <a:pt x="17263" y="33406"/>
                </a:cubicBezTo>
                <a:cubicBezTo>
                  <a:pt x="17263" y="33421"/>
                  <a:pt x="17248" y="33451"/>
                  <a:pt x="17248" y="33465"/>
                </a:cubicBezTo>
                <a:lnTo>
                  <a:pt x="17322" y="33392"/>
                </a:lnTo>
                <a:cubicBezTo>
                  <a:pt x="17322" y="33377"/>
                  <a:pt x="17336" y="33348"/>
                  <a:pt x="17337" y="33348"/>
                </a:cubicBezTo>
                <a:close/>
                <a:moveTo>
                  <a:pt x="17160" y="33524"/>
                </a:moveTo>
                <a:cubicBezTo>
                  <a:pt x="17152" y="33528"/>
                  <a:pt x="17145" y="33532"/>
                  <a:pt x="17139" y="33537"/>
                </a:cubicBezTo>
                <a:lnTo>
                  <a:pt x="17139" y="33537"/>
                </a:lnTo>
                <a:cubicBezTo>
                  <a:pt x="17146" y="33533"/>
                  <a:pt x="17153" y="33529"/>
                  <a:pt x="17160" y="33524"/>
                </a:cubicBezTo>
                <a:close/>
                <a:moveTo>
                  <a:pt x="16050" y="33248"/>
                </a:moveTo>
                <a:cubicBezTo>
                  <a:pt x="16058" y="33292"/>
                  <a:pt x="16065" y="33335"/>
                  <a:pt x="16071" y="33377"/>
                </a:cubicBezTo>
                <a:cubicBezTo>
                  <a:pt x="16100" y="33363"/>
                  <a:pt x="16131" y="33347"/>
                  <a:pt x="16164" y="33331"/>
                </a:cubicBezTo>
                <a:lnTo>
                  <a:pt x="16164" y="33331"/>
                </a:lnTo>
                <a:cubicBezTo>
                  <a:pt x="16166" y="33352"/>
                  <a:pt x="16169" y="33373"/>
                  <a:pt x="16174" y="33392"/>
                </a:cubicBezTo>
                <a:lnTo>
                  <a:pt x="15894" y="33554"/>
                </a:lnTo>
                <a:cubicBezTo>
                  <a:pt x="15865" y="33480"/>
                  <a:pt x="15865" y="33406"/>
                  <a:pt x="15865" y="33348"/>
                </a:cubicBezTo>
                <a:cubicBezTo>
                  <a:pt x="15922" y="33310"/>
                  <a:pt x="15985" y="33278"/>
                  <a:pt x="16050" y="33248"/>
                </a:cubicBezTo>
                <a:close/>
                <a:moveTo>
                  <a:pt x="16513" y="33274"/>
                </a:moveTo>
                <a:lnTo>
                  <a:pt x="16513" y="33465"/>
                </a:lnTo>
                <a:cubicBezTo>
                  <a:pt x="16424" y="33524"/>
                  <a:pt x="16321" y="33568"/>
                  <a:pt x="16248" y="33613"/>
                </a:cubicBezTo>
                <a:cubicBezTo>
                  <a:pt x="16233" y="33539"/>
                  <a:pt x="16233" y="33480"/>
                  <a:pt x="16233" y="33421"/>
                </a:cubicBezTo>
                <a:cubicBezTo>
                  <a:pt x="16248" y="33406"/>
                  <a:pt x="16292" y="33392"/>
                  <a:pt x="16307" y="33392"/>
                </a:cubicBezTo>
                <a:cubicBezTo>
                  <a:pt x="16380" y="33348"/>
                  <a:pt x="16439" y="33318"/>
                  <a:pt x="16513" y="33274"/>
                </a:cubicBezTo>
                <a:close/>
                <a:moveTo>
                  <a:pt x="16807" y="33333"/>
                </a:moveTo>
                <a:cubicBezTo>
                  <a:pt x="16807" y="33392"/>
                  <a:pt x="16792" y="33451"/>
                  <a:pt x="16763" y="33495"/>
                </a:cubicBezTo>
                <a:cubicBezTo>
                  <a:pt x="16689" y="33554"/>
                  <a:pt x="16616" y="33598"/>
                  <a:pt x="16542" y="33642"/>
                </a:cubicBezTo>
                <a:cubicBezTo>
                  <a:pt x="16542" y="33598"/>
                  <a:pt x="16571" y="33539"/>
                  <a:pt x="16571" y="33480"/>
                </a:cubicBezTo>
                <a:cubicBezTo>
                  <a:pt x="16645" y="33421"/>
                  <a:pt x="16733" y="33392"/>
                  <a:pt x="16807" y="33333"/>
                </a:cubicBezTo>
                <a:close/>
                <a:moveTo>
                  <a:pt x="17013" y="33406"/>
                </a:moveTo>
                <a:lnTo>
                  <a:pt x="17013" y="33406"/>
                </a:lnTo>
                <a:cubicBezTo>
                  <a:pt x="16983" y="33465"/>
                  <a:pt x="16969" y="33495"/>
                  <a:pt x="16954" y="33554"/>
                </a:cubicBezTo>
                <a:cubicBezTo>
                  <a:pt x="16895" y="33598"/>
                  <a:pt x="16836" y="33642"/>
                  <a:pt x="16763" y="33686"/>
                </a:cubicBezTo>
                <a:cubicBezTo>
                  <a:pt x="16807" y="33627"/>
                  <a:pt x="16822" y="33598"/>
                  <a:pt x="16822" y="33539"/>
                </a:cubicBezTo>
                <a:cubicBezTo>
                  <a:pt x="16895" y="33495"/>
                  <a:pt x="16954" y="33451"/>
                  <a:pt x="17013" y="33406"/>
                </a:cubicBezTo>
                <a:close/>
                <a:moveTo>
                  <a:pt x="15791" y="33377"/>
                </a:moveTo>
                <a:cubicBezTo>
                  <a:pt x="15791" y="33451"/>
                  <a:pt x="15806" y="33495"/>
                  <a:pt x="15806" y="33554"/>
                </a:cubicBezTo>
                <a:cubicBezTo>
                  <a:pt x="15762" y="33568"/>
                  <a:pt x="15718" y="33613"/>
                  <a:pt x="15659" y="33627"/>
                </a:cubicBezTo>
                <a:cubicBezTo>
                  <a:pt x="15615" y="33642"/>
                  <a:pt x="15571" y="33686"/>
                  <a:pt x="15512" y="33701"/>
                </a:cubicBezTo>
                <a:cubicBezTo>
                  <a:pt x="15512" y="33671"/>
                  <a:pt x="15512" y="33613"/>
                  <a:pt x="15497" y="33539"/>
                </a:cubicBezTo>
                <a:cubicBezTo>
                  <a:pt x="15585" y="33480"/>
                  <a:pt x="15688" y="33421"/>
                  <a:pt x="15791" y="33377"/>
                </a:cubicBezTo>
                <a:close/>
                <a:moveTo>
                  <a:pt x="17139" y="33537"/>
                </a:moveTo>
                <a:lnTo>
                  <a:pt x="17139" y="33537"/>
                </a:lnTo>
                <a:cubicBezTo>
                  <a:pt x="17099" y="33559"/>
                  <a:pt x="17053" y="33575"/>
                  <a:pt x="17028" y="33613"/>
                </a:cubicBezTo>
                <a:cubicBezTo>
                  <a:pt x="17028" y="33627"/>
                  <a:pt x="17013" y="33671"/>
                  <a:pt x="16983" y="33701"/>
                </a:cubicBezTo>
                <a:lnTo>
                  <a:pt x="17101" y="33598"/>
                </a:lnTo>
                <a:cubicBezTo>
                  <a:pt x="17112" y="33566"/>
                  <a:pt x="17123" y="33549"/>
                  <a:pt x="17139" y="33537"/>
                </a:cubicBezTo>
                <a:close/>
                <a:moveTo>
                  <a:pt x="16159" y="33465"/>
                </a:moveTo>
                <a:lnTo>
                  <a:pt x="16159" y="33642"/>
                </a:lnTo>
                <a:cubicBezTo>
                  <a:pt x="16145" y="33657"/>
                  <a:pt x="16130" y="33657"/>
                  <a:pt x="16100" y="33686"/>
                </a:cubicBezTo>
                <a:cubicBezTo>
                  <a:pt x="16027" y="33716"/>
                  <a:pt x="15953" y="33774"/>
                  <a:pt x="15880" y="33804"/>
                </a:cubicBezTo>
                <a:lnTo>
                  <a:pt x="15880" y="33613"/>
                </a:lnTo>
                <a:cubicBezTo>
                  <a:pt x="15983" y="33554"/>
                  <a:pt x="16071" y="33495"/>
                  <a:pt x="16159" y="33465"/>
                </a:cubicBezTo>
                <a:close/>
                <a:moveTo>
                  <a:pt x="16802" y="33751"/>
                </a:moveTo>
                <a:lnTo>
                  <a:pt x="16802" y="33751"/>
                </a:lnTo>
                <a:cubicBezTo>
                  <a:pt x="16784" y="33773"/>
                  <a:pt x="16766" y="33794"/>
                  <a:pt x="16748" y="33816"/>
                </a:cubicBezTo>
                <a:lnTo>
                  <a:pt x="16748" y="33816"/>
                </a:lnTo>
                <a:cubicBezTo>
                  <a:pt x="16748" y="33789"/>
                  <a:pt x="16748" y="33789"/>
                  <a:pt x="16763" y="33774"/>
                </a:cubicBezTo>
                <a:lnTo>
                  <a:pt x="16802" y="33751"/>
                </a:lnTo>
                <a:close/>
                <a:moveTo>
                  <a:pt x="16498" y="33524"/>
                </a:moveTo>
                <a:cubicBezTo>
                  <a:pt x="16498" y="33568"/>
                  <a:pt x="16468" y="33627"/>
                  <a:pt x="16468" y="33686"/>
                </a:cubicBezTo>
                <a:cubicBezTo>
                  <a:pt x="16395" y="33745"/>
                  <a:pt x="16307" y="33789"/>
                  <a:pt x="16233" y="33833"/>
                </a:cubicBezTo>
                <a:lnTo>
                  <a:pt x="16233" y="33671"/>
                </a:lnTo>
                <a:cubicBezTo>
                  <a:pt x="16307" y="33627"/>
                  <a:pt x="16395" y="33568"/>
                  <a:pt x="16498" y="33524"/>
                </a:cubicBezTo>
                <a:close/>
                <a:moveTo>
                  <a:pt x="16748" y="33583"/>
                </a:moveTo>
                <a:cubicBezTo>
                  <a:pt x="16733" y="33642"/>
                  <a:pt x="16719" y="33701"/>
                  <a:pt x="16719" y="33745"/>
                </a:cubicBezTo>
                <a:cubicBezTo>
                  <a:pt x="16645" y="33789"/>
                  <a:pt x="16571" y="33833"/>
                  <a:pt x="16498" y="33892"/>
                </a:cubicBezTo>
                <a:cubicBezTo>
                  <a:pt x="16513" y="33833"/>
                  <a:pt x="16513" y="33774"/>
                  <a:pt x="16527" y="33745"/>
                </a:cubicBezTo>
                <a:cubicBezTo>
                  <a:pt x="16601" y="33686"/>
                  <a:pt x="16674" y="33642"/>
                  <a:pt x="16748" y="33583"/>
                </a:cubicBezTo>
                <a:close/>
                <a:moveTo>
                  <a:pt x="16983" y="33774"/>
                </a:moveTo>
                <a:cubicBezTo>
                  <a:pt x="16969" y="33789"/>
                  <a:pt x="16939" y="33819"/>
                  <a:pt x="16910" y="33833"/>
                </a:cubicBezTo>
                <a:cubicBezTo>
                  <a:pt x="16895" y="33848"/>
                  <a:pt x="16895" y="33863"/>
                  <a:pt x="16880" y="33892"/>
                </a:cubicBezTo>
                <a:lnTo>
                  <a:pt x="16954" y="33819"/>
                </a:lnTo>
                <a:cubicBezTo>
                  <a:pt x="16969" y="33819"/>
                  <a:pt x="16983" y="33789"/>
                  <a:pt x="16983" y="33774"/>
                </a:cubicBezTo>
                <a:close/>
                <a:moveTo>
                  <a:pt x="15424" y="33568"/>
                </a:moveTo>
                <a:cubicBezTo>
                  <a:pt x="15424" y="33642"/>
                  <a:pt x="15438" y="33701"/>
                  <a:pt x="15438" y="33774"/>
                </a:cubicBezTo>
                <a:cubicBezTo>
                  <a:pt x="15394" y="33819"/>
                  <a:pt x="15335" y="33833"/>
                  <a:pt x="15276" y="33863"/>
                </a:cubicBezTo>
                <a:cubicBezTo>
                  <a:pt x="15232" y="33892"/>
                  <a:pt x="15203" y="33922"/>
                  <a:pt x="15144" y="33936"/>
                </a:cubicBezTo>
                <a:cubicBezTo>
                  <a:pt x="15173" y="33892"/>
                  <a:pt x="15173" y="33819"/>
                  <a:pt x="15144" y="33745"/>
                </a:cubicBezTo>
                <a:lnTo>
                  <a:pt x="15424" y="33568"/>
                </a:lnTo>
                <a:close/>
                <a:moveTo>
                  <a:pt x="16807" y="33966"/>
                </a:moveTo>
                <a:cubicBezTo>
                  <a:pt x="16788" y="33966"/>
                  <a:pt x="16775" y="33971"/>
                  <a:pt x="16765" y="33981"/>
                </a:cubicBezTo>
                <a:lnTo>
                  <a:pt x="16765" y="33981"/>
                </a:lnTo>
                <a:cubicBezTo>
                  <a:pt x="16778" y="33975"/>
                  <a:pt x="16791" y="33970"/>
                  <a:pt x="16807" y="33966"/>
                </a:cubicBezTo>
                <a:close/>
                <a:moveTo>
                  <a:pt x="15806" y="33642"/>
                </a:moveTo>
                <a:lnTo>
                  <a:pt x="15806" y="33833"/>
                </a:lnTo>
                <a:lnTo>
                  <a:pt x="15541" y="33995"/>
                </a:lnTo>
                <a:lnTo>
                  <a:pt x="15541" y="33819"/>
                </a:lnTo>
                <a:cubicBezTo>
                  <a:pt x="15585" y="33774"/>
                  <a:pt x="15644" y="33745"/>
                  <a:pt x="15703" y="33716"/>
                </a:cubicBezTo>
                <a:cubicBezTo>
                  <a:pt x="15733" y="33701"/>
                  <a:pt x="15777" y="33686"/>
                  <a:pt x="15806" y="33642"/>
                </a:cubicBezTo>
                <a:close/>
                <a:moveTo>
                  <a:pt x="16159" y="33716"/>
                </a:moveTo>
                <a:cubicBezTo>
                  <a:pt x="16159" y="33774"/>
                  <a:pt x="16159" y="33833"/>
                  <a:pt x="16145" y="33907"/>
                </a:cubicBezTo>
                <a:cubicBezTo>
                  <a:pt x="16086" y="33936"/>
                  <a:pt x="16012" y="33980"/>
                  <a:pt x="15953" y="34010"/>
                </a:cubicBezTo>
                <a:cubicBezTo>
                  <a:pt x="15939" y="34025"/>
                  <a:pt x="15924" y="34025"/>
                  <a:pt x="15880" y="34054"/>
                </a:cubicBezTo>
                <a:cubicBezTo>
                  <a:pt x="15880" y="33995"/>
                  <a:pt x="15909" y="33922"/>
                  <a:pt x="15880" y="33863"/>
                </a:cubicBezTo>
                <a:cubicBezTo>
                  <a:pt x="15983" y="33819"/>
                  <a:pt x="16056" y="33774"/>
                  <a:pt x="16145" y="33716"/>
                </a:cubicBezTo>
                <a:close/>
                <a:moveTo>
                  <a:pt x="16454" y="33774"/>
                </a:moveTo>
                <a:cubicBezTo>
                  <a:pt x="16439" y="33833"/>
                  <a:pt x="16439" y="33877"/>
                  <a:pt x="16410" y="33936"/>
                </a:cubicBezTo>
                <a:cubicBezTo>
                  <a:pt x="16351" y="33995"/>
                  <a:pt x="16277" y="34054"/>
                  <a:pt x="16203" y="34083"/>
                </a:cubicBezTo>
                <a:cubicBezTo>
                  <a:pt x="16203" y="34025"/>
                  <a:pt x="16218" y="33980"/>
                  <a:pt x="16218" y="33922"/>
                </a:cubicBezTo>
                <a:cubicBezTo>
                  <a:pt x="16292" y="33863"/>
                  <a:pt x="16380" y="33833"/>
                  <a:pt x="16454" y="33774"/>
                </a:cubicBezTo>
                <a:close/>
                <a:moveTo>
                  <a:pt x="16660" y="33848"/>
                </a:moveTo>
                <a:lnTo>
                  <a:pt x="16660" y="33848"/>
                </a:lnTo>
                <a:cubicBezTo>
                  <a:pt x="16645" y="33907"/>
                  <a:pt x="16616" y="33936"/>
                  <a:pt x="16601" y="33980"/>
                </a:cubicBezTo>
                <a:cubicBezTo>
                  <a:pt x="16542" y="34010"/>
                  <a:pt x="16498" y="34069"/>
                  <a:pt x="16424" y="34113"/>
                </a:cubicBezTo>
                <a:cubicBezTo>
                  <a:pt x="16454" y="34069"/>
                  <a:pt x="16454" y="34039"/>
                  <a:pt x="16468" y="33980"/>
                </a:cubicBezTo>
                <a:cubicBezTo>
                  <a:pt x="16527" y="33936"/>
                  <a:pt x="16601" y="33892"/>
                  <a:pt x="16660" y="33848"/>
                </a:cubicBezTo>
                <a:close/>
                <a:moveTo>
                  <a:pt x="16765" y="33981"/>
                </a:moveTo>
                <a:cubicBezTo>
                  <a:pt x="16731" y="33997"/>
                  <a:pt x="16707" y="34022"/>
                  <a:pt x="16674" y="34054"/>
                </a:cubicBezTo>
                <a:cubicBezTo>
                  <a:pt x="16674" y="34069"/>
                  <a:pt x="16660" y="34113"/>
                  <a:pt x="16645" y="34142"/>
                </a:cubicBezTo>
                <a:lnTo>
                  <a:pt x="16748" y="34039"/>
                </a:lnTo>
                <a:cubicBezTo>
                  <a:pt x="16748" y="34014"/>
                  <a:pt x="16753" y="33993"/>
                  <a:pt x="16765" y="33981"/>
                </a:cubicBezTo>
                <a:close/>
                <a:moveTo>
                  <a:pt x="15100" y="33789"/>
                </a:moveTo>
                <a:cubicBezTo>
                  <a:pt x="15100" y="33863"/>
                  <a:pt x="15114" y="33922"/>
                  <a:pt x="15114" y="33995"/>
                </a:cubicBezTo>
                <a:cubicBezTo>
                  <a:pt x="15026" y="34054"/>
                  <a:pt x="14923" y="34113"/>
                  <a:pt x="14835" y="34186"/>
                </a:cubicBezTo>
                <a:cubicBezTo>
                  <a:pt x="14835" y="34083"/>
                  <a:pt x="14820" y="34039"/>
                  <a:pt x="14820" y="33966"/>
                </a:cubicBezTo>
                <a:lnTo>
                  <a:pt x="15100" y="33789"/>
                </a:lnTo>
                <a:close/>
                <a:moveTo>
                  <a:pt x="15468" y="33848"/>
                </a:moveTo>
                <a:cubicBezTo>
                  <a:pt x="15468" y="33907"/>
                  <a:pt x="15482" y="33980"/>
                  <a:pt x="15482" y="34039"/>
                </a:cubicBezTo>
                <a:lnTo>
                  <a:pt x="15203" y="34201"/>
                </a:lnTo>
                <a:cubicBezTo>
                  <a:pt x="15203" y="34142"/>
                  <a:pt x="15203" y="34083"/>
                  <a:pt x="15188" y="34010"/>
                </a:cubicBezTo>
                <a:cubicBezTo>
                  <a:pt x="15247" y="33980"/>
                  <a:pt x="15276" y="33966"/>
                  <a:pt x="15335" y="33922"/>
                </a:cubicBezTo>
                <a:cubicBezTo>
                  <a:pt x="15365" y="33907"/>
                  <a:pt x="15424" y="33863"/>
                  <a:pt x="15468" y="33848"/>
                </a:cubicBezTo>
                <a:close/>
                <a:moveTo>
                  <a:pt x="16417" y="34219"/>
                </a:moveTo>
                <a:lnTo>
                  <a:pt x="16417" y="34219"/>
                </a:lnTo>
                <a:cubicBezTo>
                  <a:pt x="16409" y="34227"/>
                  <a:pt x="16402" y="34236"/>
                  <a:pt x="16395" y="34244"/>
                </a:cubicBezTo>
                <a:lnTo>
                  <a:pt x="16395" y="34244"/>
                </a:lnTo>
                <a:cubicBezTo>
                  <a:pt x="16395" y="34240"/>
                  <a:pt x="16395" y="34235"/>
                  <a:pt x="16395" y="34231"/>
                </a:cubicBezTo>
                <a:cubicBezTo>
                  <a:pt x="16402" y="34227"/>
                  <a:pt x="16409" y="34223"/>
                  <a:pt x="16417" y="34219"/>
                </a:cubicBezTo>
                <a:close/>
                <a:moveTo>
                  <a:pt x="15836" y="33907"/>
                </a:moveTo>
                <a:lnTo>
                  <a:pt x="15836" y="34083"/>
                </a:lnTo>
                <a:lnTo>
                  <a:pt x="15556" y="34260"/>
                </a:lnTo>
                <a:lnTo>
                  <a:pt x="15556" y="34069"/>
                </a:lnTo>
                <a:lnTo>
                  <a:pt x="15836" y="33907"/>
                </a:lnTo>
                <a:close/>
                <a:moveTo>
                  <a:pt x="16159" y="33995"/>
                </a:moveTo>
                <a:cubicBezTo>
                  <a:pt x="16159" y="34054"/>
                  <a:pt x="16145" y="34113"/>
                  <a:pt x="16145" y="34157"/>
                </a:cubicBezTo>
                <a:cubicBezTo>
                  <a:pt x="16027" y="34201"/>
                  <a:pt x="15953" y="34260"/>
                  <a:pt x="15880" y="34304"/>
                </a:cubicBezTo>
                <a:cubicBezTo>
                  <a:pt x="15880" y="34260"/>
                  <a:pt x="15894" y="34201"/>
                  <a:pt x="15894" y="34142"/>
                </a:cubicBezTo>
                <a:lnTo>
                  <a:pt x="16012" y="34083"/>
                </a:lnTo>
                <a:cubicBezTo>
                  <a:pt x="16071" y="34054"/>
                  <a:pt x="16100" y="34025"/>
                  <a:pt x="16159" y="33995"/>
                </a:cubicBezTo>
                <a:close/>
                <a:moveTo>
                  <a:pt x="16395" y="34054"/>
                </a:moveTo>
                <a:lnTo>
                  <a:pt x="16395" y="34054"/>
                </a:lnTo>
                <a:cubicBezTo>
                  <a:pt x="16380" y="34113"/>
                  <a:pt x="16365" y="34142"/>
                  <a:pt x="16365" y="34201"/>
                </a:cubicBezTo>
                <a:cubicBezTo>
                  <a:pt x="16277" y="34231"/>
                  <a:pt x="16218" y="34289"/>
                  <a:pt x="16145" y="34348"/>
                </a:cubicBezTo>
                <a:cubicBezTo>
                  <a:pt x="16159" y="34289"/>
                  <a:pt x="16159" y="34231"/>
                  <a:pt x="16174" y="34201"/>
                </a:cubicBezTo>
                <a:cubicBezTo>
                  <a:pt x="16248" y="34142"/>
                  <a:pt x="16321" y="34113"/>
                  <a:pt x="16395" y="34054"/>
                </a:cubicBezTo>
                <a:close/>
                <a:moveTo>
                  <a:pt x="16616" y="34231"/>
                </a:moveTo>
                <a:lnTo>
                  <a:pt x="16616" y="34231"/>
                </a:lnTo>
                <a:cubicBezTo>
                  <a:pt x="16601" y="34260"/>
                  <a:pt x="16557" y="34275"/>
                  <a:pt x="16542" y="34289"/>
                </a:cubicBezTo>
                <a:cubicBezTo>
                  <a:pt x="16542" y="34304"/>
                  <a:pt x="16527" y="34334"/>
                  <a:pt x="16527" y="34348"/>
                </a:cubicBezTo>
                <a:cubicBezTo>
                  <a:pt x="16571" y="34334"/>
                  <a:pt x="16586" y="34289"/>
                  <a:pt x="16601" y="34275"/>
                </a:cubicBezTo>
                <a:cubicBezTo>
                  <a:pt x="16601" y="34260"/>
                  <a:pt x="16615" y="34231"/>
                  <a:pt x="16616" y="34231"/>
                </a:cubicBezTo>
                <a:close/>
                <a:moveTo>
                  <a:pt x="14747" y="33995"/>
                </a:moveTo>
                <a:cubicBezTo>
                  <a:pt x="14747" y="34069"/>
                  <a:pt x="14761" y="34128"/>
                  <a:pt x="14761" y="34201"/>
                </a:cubicBezTo>
                <a:cubicBezTo>
                  <a:pt x="14673" y="34260"/>
                  <a:pt x="14585" y="34304"/>
                  <a:pt x="14511" y="34378"/>
                </a:cubicBezTo>
                <a:cubicBezTo>
                  <a:pt x="14511" y="34334"/>
                  <a:pt x="14511" y="34275"/>
                  <a:pt x="14482" y="34201"/>
                </a:cubicBezTo>
                <a:lnTo>
                  <a:pt x="14482" y="34157"/>
                </a:lnTo>
                <a:cubicBezTo>
                  <a:pt x="14585" y="34113"/>
                  <a:pt x="14673" y="34054"/>
                  <a:pt x="14747" y="33995"/>
                </a:cubicBezTo>
                <a:close/>
                <a:moveTo>
                  <a:pt x="15129" y="34054"/>
                </a:moveTo>
                <a:cubicBezTo>
                  <a:pt x="15129" y="34128"/>
                  <a:pt x="15144" y="34186"/>
                  <a:pt x="15144" y="34260"/>
                </a:cubicBezTo>
                <a:cubicBezTo>
                  <a:pt x="15056" y="34304"/>
                  <a:pt x="14967" y="34363"/>
                  <a:pt x="14879" y="34437"/>
                </a:cubicBezTo>
                <a:cubicBezTo>
                  <a:pt x="14850" y="34363"/>
                  <a:pt x="14850" y="34304"/>
                  <a:pt x="14850" y="34231"/>
                </a:cubicBezTo>
                <a:cubicBezTo>
                  <a:pt x="14953" y="34186"/>
                  <a:pt x="15041" y="34128"/>
                  <a:pt x="15129" y="34054"/>
                </a:cubicBezTo>
                <a:close/>
                <a:moveTo>
                  <a:pt x="15482" y="34128"/>
                </a:moveTo>
                <a:lnTo>
                  <a:pt x="15482" y="34304"/>
                </a:lnTo>
                <a:cubicBezTo>
                  <a:pt x="15438" y="34334"/>
                  <a:pt x="15394" y="34363"/>
                  <a:pt x="15350" y="34378"/>
                </a:cubicBezTo>
                <a:cubicBezTo>
                  <a:pt x="15291" y="34422"/>
                  <a:pt x="15262" y="34437"/>
                  <a:pt x="15203" y="34481"/>
                </a:cubicBezTo>
                <a:cubicBezTo>
                  <a:pt x="15217" y="34422"/>
                  <a:pt x="15217" y="34348"/>
                  <a:pt x="15203" y="34289"/>
                </a:cubicBezTo>
                <a:lnTo>
                  <a:pt x="15482" y="34128"/>
                </a:lnTo>
                <a:close/>
                <a:moveTo>
                  <a:pt x="16290" y="34361"/>
                </a:moveTo>
                <a:cubicBezTo>
                  <a:pt x="16281" y="34372"/>
                  <a:pt x="16272" y="34382"/>
                  <a:pt x="16262" y="34392"/>
                </a:cubicBezTo>
                <a:cubicBezTo>
                  <a:pt x="16239" y="34433"/>
                  <a:pt x="16213" y="34472"/>
                  <a:pt x="16187" y="34510"/>
                </a:cubicBezTo>
                <a:lnTo>
                  <a:pt x="16187" y="34510"/>
                </a:lnTo>
                <a:cubicBezTo>
                  <a:pt x="16209" y="34490"/>
                  <a:pt x="16230" y="34469"/>
                  <a:pt x="16248" y="34451"/>
                </a:cubicBezTo>
                <a:cubicBezTo>
                  <a:pt x="16267" y="34423"/>
                  <a:pt x="16280" y="34394"/>
                  <a:pt x="16290" y="34361"/>
                </a:cubicBezTo>
                <a:close/>
                <a:moveTo>
                  <a:pt x="15806" y="34157"/>
                </a:moveTo>
                <a:cubicBezTo>
                  <a:pt x="15806" y="34216"/>
                  <a:pt x="15806" y="34275"/>
                  <a:pt x="15791" y="34348"/>
                </a:cubicBezTo>
                <a:cubicBezTo>
                  <a:pt x="15718" y="34407"/>
                  <a:pt x="15630" y="34451"/>
                  <a:pt x="15556" y="34510"/>
                </a:cubicBezTo>
                <a:lnTo>
                  <a:pt x="15556" y="34334"/>
                </a:lnTo>
                <a:cubicBezTo>
                  <a:pt x="15644" y="34275"/>
                  <a:pt x="15733" y="34216"/>
                  <a:pt x="15806" y="34157"/>
                </a:cubicBezTo>
                <a:close/>
                <a:moveTo>
                  <a:pt x="16100" y="34231"/>
                </a:moveTo>
                <a:cubicBezTo>
                  <a:pt x="16086" y="34289"/>
                  <a:pt x="16086" y="34348"/>
                  <a:pt x="16071" y="34392"/>
                </a:cubicBezTo>
                <a:cubicBezTo>
                  <a:pt x="15997" y="34451"/>
                  <a:pt x="15924" y="34495"/>
                  <a:pt x="15850" y="34554"/>
                </a:cubicBezTo>
                <a:cubicBezTo>
                  <a:pt x="15850" y="34495"/>
                  <a:pt x="15865" y="34437"/>
                  <a:pt x="15865" y="34378"/>
                </a:cubicBezTo>
                <a:cubicBezTo>
                  <a:pt x="15939" y="34319"/>
                  <a:pt x="16012" y="34275"/>
                  <a:pt x="16100" y="34231"/>
                </a:cubicBezTo>
                <a:close/>
                <a:moveTo>
                  <a:pt x="16439" y="34378"/>
                </a:moveTo>
                <a:cubicBezTo>
                  <a:pt x="16380" y="34407"/>
                  <a:pt x="16351" y="34437"/>
                  <a:pt x="16307" y="34481"/>
                </a:cubicBezTo>
                <a:cubicBezTo>
                  <a:pt x="16292" y="34510"/>
                  <a:pt x="16292" y="34525"/>
                  <a:pt x="16277" y="34569"/>
                </a:cubicBezTo>
                <a:cubicBezTo>
                  <a:pt x="16307" y="34554"/>
                  <a:pt x="16351" y="34510"/>
                  <a:pt x="16380" y="34481"/>
                </a:cubicBezTo>
                <a:cubicBezTo>
                  <a:pt x="16395" y="34451"/>
                  <a:pt x="16424" y="34422"/>
                  <a:pt x="16439" y="34378"/>
                </a:cubicBezTo>
                <a:close/>
                <a:moveTo>
                  <a:pt x="14438" y="34201"/>
                </a:moveTo>
                <a:cubicBezTo>
                  <a:pt x="14438" y="34275"/>
                  <a:pt x="14452" y="34348"/>
                  <a:pt x="14452" y="34407"/>
                </a:cubicBezTo>
                <a:cubicBezTo>
                  <a:pt x="14364" y="34451"/>
                  <a:pt x="14290" y="34525"/>
                  <a:pt x="14187" y="34584"/>
                </a:cubicBezTo>
                <a:cubicBezTo>
                  <a:pt x="14187" y="34525"/>
                  <a:pt x="14187" y="34451"/>
                  <a:pt x="14173" y="34378"/>
                </a:cubicBezTo>
                <a:cubicBezTo>
                  <a:pt x="14261" y="34334"/>
                  <a:pt x="14335" y="34275"/>
                  <a:pt x="14438" y="34201"/>
                </a:cubicBezTo>
                <a:close/>
                <a:moveTo>
                  <a:pt x="14776" y="34275"/>
                </a:moveTo>
                <a:cubicBezTo>
                  <a:pt x="14776" y="34348"/>
                  <a:pt x="14805" y="34392"/>
                  <a:pt x="14805" y="34481"/>
                </a:cubicBezTo>
                <a:cubicBezTo>
                  <a:pt x="14702" y="34525"/>
                  <a:pt x="14614" y="34599"/>
                  <a:pt x="14541" y="34657"/>
                </a:cubicBezTo>
                <a:cubicBezTo>
                  <a:pt x="14541" y="34584"/>
                  <a:pt x="14526" y="34525"/>
                  <a:pt x="14526" y="34451"/>
                </a:cubicBezTo>
                <a:cubicBezTo>
                  <a:pt x="14614" y="34392"/>
                  <a:pt x="14702" y="34334"/>
                  <a:pt x="14776" y="34275"/>
                </a:cubicBezTo>
                <a:close/>
                <a:moveTo>
                  <a:pt x="15144" y="34334"/>
                </a:moveTo>
                <a:lnTo>
                  <a:pt x="15144" y="34510"/>
                </a:lnTo>
                <a:cubicBezTo>
                  <a:pt x="15114" y="34525"/>
                  <a:pt x="15070" y="34569"/>
                  <a:pt x="15041" y="34584"/>
                </a:cubicBezTo>
                <a:cubicBezTo>
                  <a:pt x="14982" y="34628"/>
                  <a:pt x="14923" y="34657"/>
                  <a:pt x="14894" y="34702"/>
                </a:cubicBezTo>
                <a:cubicBezTo>
                  <a:pt x="14879" y="34643"/>
                  <a:pt x="14879" y="34569"/>
                  <a:pt x="14879" y="34510"/>
                </a:cubicBezTo>
                <a:cubicBezTo>
                  <a:pt x="14967" y="34451"/>
                  <a:pt x="15056" y="34378"/>
                  <a:pt x="15144" y="34334"/>
                </a:cubicBezTo>
                <a:close/>
                <a:moveTo>
                  <a:pt x="16054" y="34682"/>
                </a:moveTo>
                <a:cubicBezTo>
                  <a:pt x="16045" y="34693"/>
                  <a:pt x="16036" y="34704"/>
                  <a:pt x="16026" y="34714"/>
                </a:cubicBezTo>
                <a:lnTo>
                  <a:pt x="16026" y="34714"/>
                </a:lnTo>
                <a:cubicBezTo>
                  <a:pt x="16027" y="34710"/>
                  <a:pt x="16027" y="34706"/>
                  <a:pt x="16027" y="34702"/>
                </a:cubicBezTo>
                <a:cubicBezTo>
                  <a:pt x="16036" y="34695"/>
                  <a:pt x="16045" y="34688"/>
                  <a:pt x="16054" y="34682"/>
                </a:cubicBezTo>
                <a:close/>
                <a:moveTo>
                  <a:pt x="15497" y="34378"/>
                </a:moveTo>
                <a:lnTo>
                  <a:pt x="15497" y="34569"/>
                </a:lnTo>
                <a:cubicBezTo>
                  <a:pt x="15409" y="34628"/>
                  <a:pt x="15321" y="34672"/>
                  <a:pt x="15247" y="34746"/>
                </a:cubicBezTo>
                <a:lnTo>
                  <a:pt x="15247" y="34569"/>
                </a:lnTo>
                <a:cubicBezTo>
                  <a:pt x="15276" y="34510"/>
                  <a:pt x="15335" y="34481"/>
                  <a:pt x="15409" y="34437"/>
                </a:cubicBezTo>
                <a:cubicBezTo>
                  <a:pt x="15438" y="34422"/>
                  <a:pt x="15468" y="34407"/>
                  <a:pt x="15497" y="34378"/>
                </a:cubicBezTo>
                <a:close/>
                <a:moveTo>
                  <a:pt x="15791" y="34437"/>
                </a:moveTo>
                <a:cubicBezTo>
                  <a:pt x="15791" y="34495"/>
                  <a:pt x="15777" y="34554"/>
                  <a:pt x="15762" y="34599"/>
                </a:cubicBezTo>
                <a:cubicBezTo>
                  <a:pt x="15718" y="34643"/>
                  <a:pt x="15674" y="34657"/>
                  <a:pt x="15630" y="34702"/>
                </a:cubicBezTo>
                <a:cubicBezTo>
                  <a:pt x="15585" y="34716"/>
                  <a:pt x="15556" y="34746"/>
                  <a:pt x="15512" y="34775"/>
                </a:cubicBezTo>
                <a:cubicBezTo>
                  <a:pt x="15512" y="34716"/>
                  <a:pt x="15527" y="34657"/>
                  <a:pt x="15527" y="34599"/>
                </a:cubicBezTo>
                <a:cubicBezTo>
                  <a:pt x="15630" y="34554"/>
                  <a:pt x="15718" y="34495"/>
                  <a:pt x="15791" y="34437"/>
                </a:cubicBezTo>
                <a:close/>
                <a:moveTo>
                  <a:pt x="16248" y="34672"/>
                </a:moveTo>
                <a:cubicBezTo>
                  <a:pt x="16218" y="34702"/>
                  <a:pt x="16189" y="34716"/>
                  <a:pt x="16174" y="34731"/>
                </a:cubicBezTo>
                <a:cubicBezTo>
                  <a:pt x="16174" y="34746"/>
                  <a:pt x="16159" y="34775"/>
                  <a:pt x="16159" y="34790"/>
                </a:cubicBezTo>
                <a:cubicBezTo>
                  <a:pt x="16203" y="34775"/>
                  <a:pt x="16218" y="34731"/>
                  <a:pt x="16233" y="34716"/>
                </a:cubicBezTo>
                <a:cubicBezTo>
                  <a:pt x="16248" y="34702"/>
                  <a:pt x="16248" y="34702"/>
                  <a:pt x="16248" y="34672"/>
                </a:cubicBezTo>
                <a:close/>
                <a:moveTo>
                  <a:pt x="16027" y="34510"/>
                </a:moveTo>
                <a:lnTo>
                  <a:pt x="16027" y="34510"/>
                </a:lnTo>
                <a:cubicBezTo>
                  <a:pt x="16027" y="34525"/>
                  <a:pt x="16012" y="34569"/>
                  <a:pt x="16012" y="34584"/>
                </a:cubicBezTo>
                <a:cubicBezTo>
                  <a:pt x="16012" y="34599"/>
                  <a:pt x="15997" y="34643"/>
                  <a:pt x="15983" y="34657"/>
                </a:cubicBezTo>
                <a:cubicBezTo>
                  <a:pt x="15924" y="34702"/>
                  <a:pt x="15850" y="34746"/>
                  <a:pt x="15791" y="34805"/>
                </a:cubicBezTo>
                <a:cubicBezTo>
                  <a:pt x="15806" y="34746"/>
                  <a:pt x="15806" y="34702"/>
                  <a:pt x="15836" y="34657"/>
                </a:cubicBezTo>
                <a:cubicBezTo>
                  <a:pt x="15909" y="34599"/>
                  <a:pt x="15983" y="34569"/>
                  <a:pt x="16027" y="34510"/>
                </a:cubicBezTo>
                <a:close/>
                <a:moveTo>
                  <a:pt x="14114" y="34422"/>
                </a:moveTo>
                <a:cubicBezTo>
                  <a:pt x="14114" y="34495"/>
                  <a:pt x="14143" y="34569"/>
                  <a:pt x="14143" y="34643"/>
                </a:cubicBezTo>
                <a:cubicBezTo>
                  <a:pt x="14055" y="34702"/>
                  <a:pt x="13967" y="34760"/>
                  <a:pt x="13893" y="34819"/>
                </a:cubicBezTo>
                <a:cubicBezTo>
                  <a:pt x="13878" y="34746"/>
                  <a:pt x="13878" y="34672"/>
                  <a:pt x="13878" y="34599"/>
                </a:cubicBezTo>
                <a:cubicBezTo>
                  <a:pt x="13952" y="34554"/>
                  <a:pt x="14040" y="34495"/>
                  <a:pt x="14114" y="34422"/>
                </a:cubicBezTo>
                <a:close/>
                <a:moveTo>
                  <a:pt x="14467" y="34495"/>
                </a:moveTo>
                <a:cubicBezTo>
                  <a:pt x="14467" y="34569"/>
                  <a:pt x="14482" y="34643"/>
                  <a:pt x="14482" y="34702"/>
                </a:cubicBezTo>
                <a:cubicBezTo>
                  <a:pt x="14393" y="34746"/>
                  <a:pt x="14320" y="34819"/>
                  <a:pt x="14231" y="34878"/>
                </a:cubicBezTo>
                <a:cubicBezTo>
                  <a:pt x="14217" y="34819"/>
                  <a:pt x="14217" y="34746"/>
                  <a:pt x="14217" y="34672"/>
                </a:cubicBezTo>
                <a:cubicBezTo>
                  <a:pt x="14305" y="34628"/>
                  <a:pt x="14379" y="34554"/>
                  <a:pt x="14467" y="34495"/>
                </a:cubicBezTo>
                <a:close/>
                <a:moveTo>
                  <a:pt x="14805" y="34554"/>
                </a:moveTo>
                <a:cubicBezTo>
                  <a:pt x="14805" y="34628"/>
                  <a:pt x="14805" y="34672"/>
                  <a:pt x="14820" y="34746"/>
                </a:cubicBezTo>
                <a:cubicBezTo>
                  <a:pt x="14732" y="34805"/>
                  <a:pt x="14629" y="34878"/>
                  <a:pt x="14555" y="34937"/>
                </a:cubicBezTo>
                <a:cubicBezTo>
                  <a:pt x="14541" y="34878"/>
                  <a:pt x="14541" y="34805"/>
                  <a:pt x="14541" y="34731"/>
                </a:cubicBezTo>
                <a:cubicBezTo>
                  <a:pt x="14629" y="34672"/>
                  <a:pt x="14732" y="34599"/>
                  <a:pt x="14805" y="34554"/>
                </a:cubicBezTo>
                <a:close/>
                <a:moveTo>
                  <a:pt x="15144" y="34599"/>
                </a:moveTo>
                <a:lnTo>
                  <a:pt x="15144" y="34790"/>
                </a:lnTo>
                <a:cubicBezTo>
                  <a:pt x="15056" y="34849"/>
                  <a:pt x="14982" y="34893"/>
                  <a:pt x="14894" y="34966"/>
                </a:cubicBezTo>
                <a:cubicBezTo>
                  <a:pt x="14894" y="34966"/>
                  <a:pt x="14879" y="34966"/>
                  <a:pt x="14879" y="34996"/>
                </a:cubicBezTo>
                <a:lnTo>
                  <a:pt x="14879" y="34805"/>
                </a:lnTo>
                <a:cubicBezTo>
                  <a:pt x="14953" y="34731"/>
                  <a:pt x="14997" y="34702"/>
                  <a:pt x="15070" y="34657"/>
                </a:cubicBezTo>
                <a:cubicBezTo>
                  <a:pt x="15100" y="34643"/>
                  <a:pt x="15129" y="34628"/>
                  <a:pt x="15144" y="34599"/>
                </a:cubicBezTo>
                <a:close/>
                <a:moveTo>
                  <a:pt x="15482" y="34657"/>
                </a:moveTo>
                <a:cubicBezTo>
                  <a:pt x="15482" y="34716"/>
                  <a:pt x="15468" y="34760"/>
                  <a:pt x="15468" y="34849"/>
                </a:cubicBezTo>
                <a:cubicBezTo>
                  <a:pt x="15365" y="34878"/>
                  <a:pt x="15291" y="34937"/>
                  <a:pt x="15203" y="35011"/>
                </a:cubicBezTo>
                <a:cubicBezTo>
                  <a:pt x="15203" y="34952"/>
                  <a:pt x="15203" y="34893"/>
                  <a:pt x="15217" y="34819"/>
                </a:cubicBezTo>
                <a:cubicBezTo>
                  <a:pt x="15247" y="34819"/>
                  <a:pt x="15247" y="34805"/>
                  <a:pt x="15262" y="34805"/>
                </a:cubicBezTo>
                <a:cubicBezTo>
                  <a:pt x="15335" y="34746"/>
                  <a:pt x="15409" y="34716"/>
                  <a:pt x="15482" y="34657"/>
                </a:cubicBezTo>
                <a:close/>
                <a:moveTo>
                  <a:pt x="15762" y="34716"/>
                </a:moveTo>
                <a:cubicBezTo>
                  <a:pt x="15733" y="34775"/>
                  <a:pt x="15733" y="34819"/>
                  <a:pt x="15718" y="34878"/>
                </a:cubicBezTo>
                <a:cubicBezTo>
                  <a:pt x="15630" y="34922"/>
                  <a:pt x="15556" y="34966"/>
                  <a:pt x="15482" y="35025"/>
                </a:cubicBezTo>
                <a:cubicBezTo>
                  <a:pt x="15497" y="34966"/>
                  <a:pt x="15497" y="34922"/>
                  <a:pt x="15512" y="34863"/>
                </a:cubicBezTo>
                <a:lnTo>
                  <a:pt x="15688" y="34746"/>
                </a:lnTo>
                <a:cubicBezTo>
                  <a:pt x="15703" y="34731"/>
                  <a:pt x="15718" y="34716"/>
                  <a:pt x="15762" y="34716"/>
                </a:cubicBezTo>
                <a:close/>
                <a:moveTo>
                  <a:pt x="15925" y="34829"/>
                </a:moveTo>
                <a:cubicBezTo>
                  <a:pt x="15915" y="34840"/>
                  <a:pt x="15905" y="34852"/>
                  <a:pt x="15894" y="34863"/>
                </a:cubicBezTo>
                <a:cubicBezTo>
                  <a:pt x="15859" y="34920"/>
                  <a:pt x="15819" y="34976"/>
                  <a:pt x="15777" y="35032"/>
                </a:cubicBezTo>
                <a:lnTo>
                  <a:pt x="15777" y="35032"/>
                </a:lnTo>
                <a:cubicBezTo>
                  <a:pt x="15815" y="35002"/>
                  <a:pt x="15851" y="34976"/>
                  <a:pt x="15880" y="34937"/>
                </a:cubicBezTo>
                <a:cubicBezTo>
                  <a:pt x="15891" y="34893"/>
                  <a:pt x="15910" y="34865"/>
                  <a:pt x="15925" y="34829"/>
                </a:cubicBezTo>
                <a:close/>
                <a:moveTo>
                  <a:pt x="16056" y="34863"/>
                </a:moveTo>
                <a:lnTo>
                  <a:pt x="16056" y="34863"/>
                </a:lnTo>
                <a:cubicBezTo>
                  <a:pt x="16012" y="34878"/>
                  <a:pt x="15983" y="34922"/>
                  <a:pt x="15939" y="34952"/>
                </a:cubicBezTo>
                <a:cubicBezTo>
                  <a:pt x="15939" y="34996"/>
                  <a:pt x="15924" y="35011"/>
                  <a:pt x="15909" y="35040"/>
                </a:cubicBezTo>
                <a:lnTo>
                  <a:pt x="16012" y="34937"/>
                </a:lnTo>
                <a:cubicBezTo>
                  <a:pt x="16027" y="34922"/>
                  <a:pt x="16056" y="34878"/>
                  <a:pt x="16056" y="34863"/>
                </a:cubicBezTo>
                <a:close/>
                <a:moveTo>
                  <a:pt x="13819" y="34657"/>
                </a:moveTo>
                <a:cubicBezTo>
                  <a:pt x="13819" y="34731"/>
                  <a:pt x="13834" y="34805"/>
                  <a:pt x="13834" y="34878"/>
                </a:cubicBezTo>
                <a:cubicBezTo>
                  <a:pt x="13761" y="34937"/>
                  <a:pt x="13687" y="35011"/>
                  <a:pt x="13599" y="35069"/>
                </a:cubicBezTo>
                <a:cubicBezTo>
                  <a:pt x="13584" y="34996"/>
                  <a:pt x="13584" y="34922"/>
                  <a:pt x="13584" y="34849"/>
                </a:cubicBezTo>
                <a:cubicBezTo>
                  <a:pt x="13658" y="34790"/>
                  <a:pt x="13731" y="34716"/>
                  <a:pt x="13819" y="34657"/>
                </a:cubicBezTo>
                <a:close/>
                <a:moveTo>
                  <a:pt x="14143" y="34731"/>
                </a:moveTo>
                <a:cubicBezTo>
                  <a:pt x="14143" y="34805"/>
                  <a:pt x="14158" y="34878"/>
                  <a:pt x="14158" y="34952"/>
                </a:cubicBezTo>
                <a:cubicBezTo>
                  <a:pt x="14084" y="35011"/>
                  <a:pt x="13981" y="35084"/>
                  <a:pt x="13922" y="35128"/>
                </a:cubicBezTo>
                <a:cubicBezTo>
                  <a:pt x="13922" y="35069"/>
                  <a:pt x="13893" y="34996"/>
                  <a:pt x="13893" y="34922"/>
                </a:cubicBezTo>
                <a:cubicBezTo>
                  <a:pt x="13967" y="34863"/>
                  <a:pt x="14070" y="34790"/>
                  <a:pt x="14143" y="34731"/>
                </a:cubicBezTo>
                <a:close/>
                <a:moveTo>
                  <a:pt x="15909" y="35158"/>
                </a:moveTo>
                <a:cubicBezTo>
                  <a:pt x="15892" y="35158"/>
                  <a:pt x="15885" y="35163"/>
                  <a:pt x="15879" y="35170"/>
                </a:cubicBezTo>
                <a:lnTo>
                  <a:pt x="15879" y="35170"/>
                </a:lnTo>
                <a:cubicBezTo>
                  <a:pt x="15887" y="35166"/>
                  <a:pt x="15897" y="35162"/>
                  <a:pt x="15909" y="35158"/>
                </a:cubicBezTo>
                <a:close/>
                <a:moveTo>
                  <a:pt x="14482" y="34790"/>
                </a:moveTo>
                <a:lnTo>
                  <a:pt x="14482" y="34996"/>
                </a:lnTo>
                <a:cubicBezTo>
                  <a:pt x="14393" y="35069"/>
                  <a:pt x="14320" y="35114"/>
                  <a:pt x="14231" y="35187"/>
                </a:cubicBezTo>
                <a:lnTo>
                  <a:pt x="14231" y="34966"/>
                </a:lnTo>
                <a:cubicBezTo>
                  <a:pt x="14320" y="34922"/>
                  <a:pt x="14393" y="34849"/>
                  <a:pt x="14482" y="34790"/>
                </a:cubicBezTo>
                <a:close/>
                <a:moveTo>
                  <a:pt x="14820" y="34849"/>
                </a:moveTo>
                <a:lnTo>
                  <a:pt x="14820" y="35025"/>
                </a:lnTo>
                <a:cubicBezTo>
                  <a:pt x="14732" y="35099"/>
                  <a:pt x="14629" y="35158"/>
                  <a:pt x="14555" y="35231"/>
                </a:cubicBezTo>
                <a:lnTo>
                  <a:pt x="14555" y="35025"/>
                </a:lnTo>
                <a:cubicBezTo>
                  <a:pt x="14658" y="34966"/>
                  <a:pt x="14732" y="34893"/>
                  <a:pt x="14820" y="34849"/>
                </a:cubicBezTo>
                <a:close/>
                <a:moveTo>
                  <a:pt x="15129" y="34863"/>
                </a:moveTo>
                <a:cubicBezTo>
                  <a:pt x="15144" y="34937"/>
                  <a:pt x="15144" y="34996"/>
                  <a:pt x="15129" y="35040"/>
                </a:cubicBezTo>
                <a:cubicBezTo>
                  <a:pt x="15114" y="35069"/>
                  <a:pt x="15070" y="35084"/>
                  <a:pt x="15056" y="35099"/>
                </a:cubicBezTo>
                <a:cubicBezTo>
                  <a:pt x="14997" y="35143"/>
                  <a:pt x="14923" y="35187"/>
                  <a:pt x="14879" y="35231"/>
                </a:cubicBezTo>
                <a:lnTo>
                  <a:pt x="14879" y="35040"/>
                </a:lnTo>
                <a:cubicBezTo>
                  <a:pt x="14894" y="35025"/>
                  <a:pt x="14908" y="35025"/>
                  <a:pt x="14923" y="35011"/>
                </a:cubicBezTo>
                <a:cubicBezTo>
                  <a:pt x="14997" y="34952"/>
                  <a:pt x="15056" y="34922"/>
                  <a:pt x="15129" y="34863"/>
                </a:cubicBezTo>
                <a:close/>
                <a:moveTo>
                  <a:pt x="15438" y="34922"/>
                </a:moveTo>
                <a:cubicBezTo>
                  <a:pt x="15424" y="34966"/>
                  <a:pt x="15424" y="35025"/>
                  <a:pt x="15409" y="35084"/>
                </a:cubicBezTo>
                <a:cubicBezTo>
                  <a:pt x="15335" y="35143"/>
                  <a:pt x="15262" y="35187"/>
                  <a:pt x="15173" y="35246"/>
                </a:cubicBezTo>
                <a:cubicBezTo>
                  <a:pt x="15173" y="35187"/>
                  <a:pt x="15188" y="35143"/>
                  <a:pt x="15188" y="35084"/>
                </a:cubicBezTo>
                <a:cubicBezTo>
                  <a:pt x="15276" y="35025"/>
                  <a:pt x="15350" y="34966"/>
                  <a:pt x="15438" y="34922"/>
                </a:cubicBezTo>
                <a:close/>
                <a:moveTo>
                  <a:pt x="15879" y="35170"/>
                </a:moveTo>
                <a:cubicBezTo>
                  <a:pt x="15857" y="35182"/>
                  <a:pt x="15846" y="35195"/>
                  <a:pt x="15836" y="35217"/>
                </a:cubicBezTo>
                <a:cubicBezTo>
                  <a:pt x="15836" y="35231"/>
                  <a:pt x="15806" y="35246"/>
                  <a:pt x="15806" y="35261"/>
                </a:cubicBezTo>
                <a:cubicBezTo>
                  <a:pt x="15836" y="35231"/>
                  <a:pt x="15850" y="35217"/>
                  <a:pt x="15865" y="35187"/>
                </a:cubicBezTo>
                <a:cubicBezTo>
                  <a:pt x="15871" y="35181"/>
                  <a:pt x="15874" y="35175"/>
                  <a:pt x="15879" y="35170"/>
                </a:cubicBezTo>
                <a:close/>
                <a:moveTo>
                  <a:pt x="13510" y="34878"/>
                </a:moveTo>
                <a:cubicBezTo>
                  <a:pt x="13510" y="34952"/>
                  <a:pt x="13525" y="35025"/>
                  <a:pt x="13525" y="35099"/>
                </a:cubicBezTo>
                <a:cubicBezTo>
                  <a:pt x="13452" y="35158"/>
                  <a:pt x="13378" y="35231"/>
                  <a:pt x="13304" y="35290"/>
                </a:cubicBezTo>
                <a:cubicBezTo>
                  <a:pt x="13304" y="35231"/>
                  <a:pt x="13304" y="35158"/>
                  <a:pt x="13290" y="35069"/>
                </a:cubicBezTo>
                <a:cubicBezTo>
                  <a:pt x="13363" y="35011"/>
                  <a:pt x="13437" y="34937"/>
                  <a:pt x="13510" y="34878"/>
                </a:cubicBezTo>
                <a:close/>
                <a:moveTo>
                  <a:pt x="15659" y="34966"/>
                </a:moveTo>
                <a:lnTo>
                  <a:pt x="15659" y="34966"/>
                </a:lnTo>
                <a:cubicBezTo>
                  <a:pt x="15644" y="35025"/>
                  <a:pt x="15630" y="35084"/>
                  <a:pt x="15615" y="35114"/>
                </a:cubicBezTo>
                <a:cubicBezTo>
                  <a:pt x="15556" y="35172"/>
                  <a:pt x="15497" y="35231"/>
                  <a:pt x="15424" y="35290"/>
                </a:cubicBezTo>
                <a:cubicBezTo>
                  <a:pt x="15438" y="35231"/>
                  <a:pt x="15438" y="35172"/>
                  <a:pt x="15468" y="35114"/>
                </a:cubicBezTo>
                <a:cubicBezTo>
                  <a:pt x="15482" y="35099"/>
                  <a:pt x="15497" y="35084"/>
                  <a:pt x="15512" y="35084"/>
                </a:cubicBezTo>
                <a:cubicBezTo>
                  <a:pt x="15571" y="35040"/>
                  <a:pt x="15615" y="35011"/>
                  <a:pt x="15659" y="34966"/>
                </a:cubicBezTo>
                <a:close/>
                <a:moveTo>
                  <a:pt x="15836" y="35040"/>
                </a:moveTo>
                <a:cubicBezTo>
                  <a:pt x="15791" y="35099"/>
                  <a:pt x="15733" y="35143"/>
                  <a:pt x="15688" y="35172"/>
                </a:cubicBezTo>
                <a:cubicBezTo>
                  <a:pt x="15659" y="35231"/>
                  <a:pt x="15644" y="35261"/>
                  <a:pt x="15630" y="35305"/>
                </a:cubicBezTo>
                <a:cubicBezTo>
                  <a:pt x="15688" y="35246"/>
                  <a:pt x="15718" y="35217"/>
                  <a:pt x="15777" y="35172"/>
                </a:cubicBezTo>
                <a:cubicBezTo>
                  <a:pt x="15791" y="35114"/>
                  <a:pt x="15806" y="35084"/>
                  <a:pt x="15836" y="35040"/>
                </a:cubicBezTo>
                <a:close/>
                <a:moveTo>
                  <a:pt x="13849" y="34966"/>
                </a:moveTo>
                <a:cubicBezTo>
                  <a:pt x="13849" y="35025"/>
                  <a:pt x="13849" y="35099"/>
                  <a:pt x="13864" y="35158"/>
                </a:cubicBezTo>
                <a:lnTo>
                  <a:pt x="13864" y="35187"/>
                </a:lnTo>
                <a:cubicBezTo>
                  <a:pt x="13790" y="35246"/>
                  <a:pt x="13716" y="35320"/>
                  <a:pt x="13628" y="35378"/>
                </a:cubicBezTo>
                <a:cubicBezTo>
                  <a:pt x="13628" y="35305"/>
                  <a:pt x="13599" y="35231"/>
                  <a:pt x="13599" y="35158"/>
                </a:cubicBezTo>
                <a:cubicBezTo>
                  <a:pt x="13672" y="35099"/>
                  <a:pt x="13746" y="35025"/>
                  <a:pt x="13849" y="34966"/>
                </a:cubicBezTo>
                <a:close/>
                <a:moveTo>
                  <a:pt x="14158" y="35011"/>
                </a:moveTo>
                <a:lnTo>
                  <a:pt x="14158" y="35231"/>
                </a:lnTo>
                <a:cubicBezTo>
                  <a:pt x="14070" y="35305"/>
                  <a:pt x="13996" y="35364"/>
                  <a:pt x="13922" y="35437"/>
                </a:cubicBezTo>
                <a:lnTo>
                  <a:pt x="13922" y="35217"/>
                </a:lnTo>
                <a:cubicBezTo>
                  <a:pt x="13996" y="35143"/>
                  <a:pt x="14084" y="35084"/>
                  <a:pt x="14158" y="35011"/>
                </a:cubicBezTo>
                <a:close/>
                <a:moveTo>
                  <a:pt x="14482" y="35069"/>
                </a:moveTo>
                <a:lnTo>
                  <a:pt x="14482" y="35261"/>
                </a:lnTo>
                <a:cubicBezTo>
                  <a:pt x="14393" y="35334"/>
                  <a:pt x="14320" y="35393"/>
                  <a:pt x="14231" y="35467"/>
                </a:cubicBezTo>
                <a:lnTo>
                  <a:pt x="14231" y="35261"/>
                </a:lnTo>
                <a:cubicBezTo>
                  <a:pt x="14320" y="35187"/>
                  <a:pt x="14393" y="35143"/>
                  <a:pt x="14482" y="35069"/>
                </a:cubicBezTo>
                <a:close/>
                <a:moveTo>
                  <a:pt x="14820" y="35099"/>
                </a:moveTo>
                <a:cubicBezTo>
                  <a:pt x="14820" y="35158"/>
                  <a:pt x="14820" y="35231"/>
                  <a:pt x="14805" y="35290"/>
                </a:cubicBezTo>
                <a:lnTo>
                  <a:pt x="14761" y="35320"/>
                </a:lnTo>
                <a:lnTo>
                  <a:pt x="14541" y="35481"/>
                </a:lnTo>
                <a:lnTo>
                  <a:pt x="14541" y="35290"/>
                </a:lnTo>
                <a:cubicBezTo>
                  <a:pt x="14629" y="35231"/>
                  <a:pt x="14732" y="35172"/>
                  <a:pt x="14820" y="35099"/>
                </a:cubicBezTo>
                <a:close/>
                <a:moveTo>
                  <a:pt x="15114" y="35128"/>
                </a:moveTo>
                <a:cubicBezTo>
                  <a:pt x="15114" y="35187"/>
                  <a:pt x="15100" y="35261"/>
                  <a:pt x="15100" y="35320"/>
                </a:cubicBezTo>
                <a:cubicBezTo>
                  <a:pt x="15041" y="35378"/>
                  <a:pt x="14967" y="35408"/>
                  <a:pt x="14908" y="35467"/>
                </a:cubicBezTo>
                <a:cubicBezTo>
                  <a:pt x="14894" y="35481"/>
                  <a:pt x="14879" y="35481"/>
                  <a:pt x="14850" y="35496"/>
                </a:cubicBezTo>
                <a:cubicBezTo>
                  <a:pt x="14850" y="35452"/>
                  <a:pt x="14879" y="35378"/>
                  <a:pt x="14879" y="35320"/>
                </a:cubicBezTo>
                <a:lnTo>
                  <a:pt x="15100" y="35158"/>
                </a:lnTo>
                <a:lnTo>
                  <a:pt x="15114" y="35128"/>
                </a:lnTo>
                <a:close/>
                <a:moveTo>
                  <a:pt x="15577" y="35278"/>
                </a:moveTo>
                <a:cubicBezTo>
                  <a:pt x="15560" y="35297"/>
                  <a:pt x="15543" y="35316"/>
                  <a:pt x="15527" y="35334"/>
                </a:cubicBezTo>
                <a:lnTo>
                  <a:pt x="15381" y="35525"/>
                </a:lnTo>
                <a:lnTo>
                  <a:pt x="15381" y="35525"/>
                </a:lnTo>
                <a:cubicBezTo>
                  <a:pt x="15434" y="35476"/>
                  <a:pt x="15488" y="35447"/>
                  <a:pt x="15541" y="35393"/>
                </a:cubicBezTo>
                <a:cubicBezTo>
                  <a:pt x="15553" y="35346"/>
                  <a:pt x="15565" y="35318"/>
                  <a:pt x="15577" y="35278"/>
                </a:cubicBezTo>
                <a:close/>
                <a:moveTo>
                  <a:pt x="15394" y="35187"/>
                </a:moveTo>
                <a:lnTo>
                  <a:pt x="15394" y="35187"/>
                </a:lnTo>
                <a:cubicBezTo>
                  <a:pt x="15365" y="35246"/>
                  <a:pt x="15365" y="35305"/>
                  <a:pt x="15350" y="35364"/>
                </a:cubicBezTo>
                <a:lnTo>
                  <a:pt x="15335" y="35364"/>
                </a:lnTo>
                <a:cubicBezTo>
                  <a:pt x="15262" y="35408"/>
                  <a:pt x="15203" y="35467"/>
                  <a:pt x="15129" y="35526"/>
                </a:cubicBezTo>
                <a:cubicBezTo>
                  <a:pt x="15144" y="35467"/>
                  <a:pt x="15144" y="35408"/>
                  <a:pt x="15173" y="35364"/>
                </a:cubicBezTo>
                <a:lnTo>
                  <a:pt x="15394" y="35187"/>
                </a:lnTo>
                <a:close/>
                <a:moveTo>
                  <a:pt x="15688" y="35334"/>
                </a:moveTo>
                <a:lnTo>
                  <a:pt x="15571" y="35452"/>
                </a:lnTo>
                <a:cubicBezTo>
                  <a:pt x="15571" y="35481"/>
                  <a:pt x="15556" y="35511"/>
                  <a:pt x="15541" y="35540"/>
                </a:cubicBezTo>
                <a:lnTo>
                  <a:pt x="15644" y="35437"/>
                </a:lnTo>
                <a:cubicBezTo>
                  <a:pt x="15659" y="35393"/>
                  <a:pt x="15688" y="35364"/>
                  <a:pt x="15688" y="35334"/>
                </a:cubicBezTo>
                <a:close/>
                <a:moveTo>
                  <a:pt x="13555" y="35217"/>
                </a:moveTo>
                <a:cubicBezTo>
                  <a:pt x="13555" y="35290"/>
                  <a:pt x="13555" y="35364"/>
                  <a:pt x="13569" y="35452"/>
                </a:cubicBezTo>
                <a:cubicBezTo>
                  <a:pt x="13496" y="35526"/>
                  <a:pt x="13422" y="35585"/>
                  <a:pt x="13349" y="35658"/>
                </a:cubicBezTo>
                <a:cubicBezTo>
                  <a:pt x="13334" y="35540"/>
                  <a:pt x="13334" y="35467"/>
                  <a:pt x="13334" y="35393"/>
                </a:cubicBezTo>
                <a:cubicBezTo>
                  <a:pt x="13407" y="35334"/>
                  <a:pt x="13481" y="35261"/>
                  <a:pt x="13555" y="35217"/>
                </a:cubicBezTo>
                <a:close/>
                <a:moveTo>
                  <a:pt x="13864" y="35261"/>
                </a:moveTo>
                <a:lnTo>
                  <a:pt x="13864" y="35481"/>
                </a:lnTo>
                <a:cubicBezTo>
                  <a:pt x="13790" y="35555"/>
                  <a:pt x="13687" y="35614"/>
                  <a:pt x="13628" y="35688"/>
                </a:cubicBezTo>
                <a:lnTo>
                  <a:pt x="13628" y="35599"/>
                </a:lnTo>
                <a:lnTo>
                  <a:pt x="13628" y="35467"/>
                </a:lnTo>
                <a:cubicBezTo>
                  <a:pt x="13702" y="35393"/>
                  <a:pt x="13775" y="35334"/>
                  <a:pt x="13864" y="35261"/>
                </a:cubicBezTo>
                <a:close/>
                <a:moveTo>
                  <a:pt x="14173" y="35305"/>
                </a:moveTo>
                <a:lnTo>
                  <a:pt x="14173" y="35526"/>
                </a:lnTo>
                <a:cubicBezTo>
                  <a:pt x="14084" y="35599"/>
                  <a:pt x="14011" y="35673"/>
                  <a:pt x="13937" y="35732"/>
                </a:cubicBezTo>
                <a:lnTo>
                  <a:pt x="13937" y="35511"/>
                </a:lnTo>
                <a:cubicBezTo>
                  <a:pt x="14011" y="35437"/>
                  <a:pt x="14099" y="35378"/>
                  <a:pt x="14173" y="35305"/>
                </a:cubicBezTo>
                <a:close/>
                <a:moveTo>
                  <a:pt x="15512" y="35629"/>
                </a:moveTo>
                <a:lnTo>
                  <a:pt x="15468" y="35688"/>
                </a:lnTo>
                <a:cubicBezTo>
                  <a:pt x="15468" y="35688"/>
                  <a:pt x="15438" y="35702"/>
                  <a:pt x="15438" y="35732"/>
                </a:cubicBezTo>
                <a:lnTo>
                  <a:pt x="15497" y="35673"/>
                </a:lnTo>
                <a:cubicBezTo>
                  <a:pt x="15497" y="35673"/>
                  <a:pt x="15497" y="35658"/>
                  <a:pt x="15512" y="35629"/>
                </a:cubicBezTo>
                <a:close/>
                <a:moveTo>
                  <a:pt x="14482" y="35364"/>
                </a:moveTo>
                <a:lnTo>
                  <a:pt x="14482" y="35555"/>
                </a:lnTo>
                <a:cubicBezTo>
                  <a:pt x="14393" y="35629"/>
                  <a:pt x="14320" y="35702"/>
                  <a:pt x="14231" y="35776"/>
                </a:cubicBezTo>
                <a:lnTo>
                  <a:pt x="14231" y="35585"/>
                </a:lnTo>
                <a:cubicBezTo>
                  <a:pt x="14320" y="35481"/>
                  <a:pt x="14393" y="35437"/>
                  <a:pt x="14482" y="35364"/>
                </a:cubicBezTo>
                <a:close/>
                <a:moveTo>
                  <a:pt x="14805" y="35393"/>
                </a:moveTo>
                <a:cubicBezTo>
                  <a:pt x="14805" y="35452"/>
                  <a:pt x="14776" y="35526"/>
                  <a:pt x="14776" y="35585"/>
                </a:cubicBezTo>
                <a:cubicBezTo>
                  <a:pt x="14732" y="35614"/>
                  <a:pt x="14688" y="35658"/>
                  <a:pt x="14629" y="35688"/>
                </a:cubicBezTo>
                <a:cubicBezTo>
                  <a:pt x="14599" y="35732"/>
                  <a:pt x="14555" y="35746"/>
                  <a:pt x="14526" y="35776"/>
                </a:cubicBezTo>
                <a:cubicBezTo>
                  <a:pt x="14526" y="35732"/>
                  <a:pt x="14541" y="35658"/>
                  <a:pt x="14541" y="35599"/>
                </a:cubicBezTo>
                <a:cubicBezTo>
                  <a:pt x="14629" y="35526"/>
                  <a:pt x="14702" y="35467"/>
                  <a:pt x="14805" y="35393"/>
                </a:cubicBezTo>
                <a:close/>
                <a:moveTo>
                  <a:pt x="15070" y="35408"/>
                </a:moveTo>
                <a:lnTo>
                  <a:pt x="15070" y="35408"/>
                </a:lnTo>
                <a:cubicBezTo>
                  <a:pt x="15056" y="35467"/>
                  <a:pt x="15056" y="35526"/>
                  <a:pt x="15041" y="35599"/>
                </a:cubicBezTo>
                <a:cubicBezTo>
                  <a:pt x="14967" y="35658"/>
                  <a:pt x="14894" y="35732"/>
                  <a:pt x="14820" y="35776"/>
                </a:cubicBezTo>
                <a:cubicBezTo>
                  <a:pt x="14835" y="35732"/>
                  <a:pt x="14835" y="35673"/>
                  <a:pt x="14835" y="35599"/>
                </a:cubicBezTo>
                <a:cubicBezTo>
                  <a:pt x="14879" y="35585"/>
                  <a:pt x="14908" y="35540"/>
                  <a:pt x="14953" y="35526"/>
                </a:cubicBezTo>
                <a:cubicBezTo>
                  <a:pt x="14982" y="35481"/>
                  <a:pt x="15041" y="35452"/>
                  <a:pt x="15070" y="35408"/>
                </a:cubicBezTo>
                <a:close/>
                <a:moveTo>
                  <a:pt x="15321" y="35452"/>
                </a:moveTo>
                <a:lnTo>
                  <a:pt x="15262" y="35614"/>
                </a:lnTo>
                <a:cubicBezTo>
                  <a:pt x="15217" y="35658"/>
                  <a:pt x="15203" y="35673"/>
                  <a:pt x="15173" y="35688"/>
                </a:cubicBezTo>
                <a:cubicBezTo>
                  <a:pt x="15129" y="35732"/>
                  <a:pt x="15100" y="35761"/>
                  <a:pt x="15056" y="35776"/>
                </a:cubicBezTo>
                <a:cubicBezTo>
                  <a:pt x="15056" y="35761"/>
                  <a:pt x="15056" y="35761"/>
                  <a:pt x="15070" y="35746"/>
                </a:cubicBezTo>
                <a:cubicBezTo>
                  <a:pt x="15100" y="35702"/>
                  <a:pt x="15100" y="35658"/>
                  <a:pt x="15114" y="35614"/>
                </a:cubicBezTo>
                <a:cubicBezTo>
                  <a:pt x="15188" y="35555"/>
                  <a:pt x="15247" y="35511"/>
                  <a:pt x="15321" y="35452"/>
                </a:cubicBezTo>
                <a:close/>
                <a:moveTo>
                  <a:pt x="15468" y="35540"/>
                </a:moveTo>
                <a:lnTo>
                  <a:pt x="15468" y="35540"/>
                </a:lnTo>
                <a:cubicBezTo>
                  <a:pt x="15409" y="35585"/>
                  <a:pt x="15365" y="35629"/>
                  <a:pt x="15321" y="35673"/>
                </a:cubicBezTo>
                <a:cubicBezTo>
                  <a:pt x="15291" y="35732"/>
                  <a:pt x="15276" y="35761"/>
                  <a:pt x="15262" y="35805"/>
                </a:cubicBezTo>
                <a:cubicBezTo>
                  <a:pt x="15291" y="35746"/>
                  <a:pt x="15350" y="35702"/>
                  <a:pt x="15409" y="35673"/>
                </a:cubicBezTo>
                <a:cubicBezTo>
                  <a:pt x="15424" y="35614"/>
                  <a:pt x="15438" y="35585"/>
                  <a:pt x="15468" y="35540"/>
                </a:cubicBezTo>
                <a:close/>
                <a:moveTo>
                  <a:pt x="13555" y="35526"/>
                </a:moveTo>
                <a:lnTo>
                  <a:pt x="13555" y="35614"/>
                </a:lnTo>
                <a:lnTo>
                  <a:pt x="13555" y="35761"/>
                </a:lnTo>
                <a:cubicBezTo>
                  <a:pt x="13481" y="35835"/>
                  <a:pt x="13407" y="35894"/>
                  <a:pt x="13334" y="35967"/>
                </a:cubicBezTo>
                <a:lnTo>
                  <a:pt x="13334" y="35732"/>
                </a:lnTo>
                <a:cubicBezTo>
                  <a:pt x="13407" y="35658"/>
                  <a:pt x="13481" y="35585"/>
                  <a:pt x="13555" y="35526"/>
                </a:cubicBezTo>
                <a:close/>
                <a:moveTo>
                  <a:pt x="13849" y="35585"/>
                </a:moveTo>
                <a:cubicBezTo>
                  <a:pt x="13864" y="35658"/>
                  <a:pt x="13864" y="35732"/>
                  <a:pt x="13849" y="35805"/>
                </a:cubicBezTo>
                <a:cubicBezTo>
                  <a:pt x="13775" y="35879"/>
                  <a:pt x="13672" y="35952"/>
                  <a:pt x="13599" y="36026"/>
                </a:cubicBezTo>
                <a:lnTo>
                  <a:pt x="13599" y="35776"/>
                </a:lnTo>
                <a:cubicBezTo>
                  <a:pt x="13672" y="35702"/>
                  <a:pt x="13746" y="35658"/>
                  <a:pt x="13849" y="35585"/>
                </a:cubicBezTo>
                <a:close/>
                <a:moveTo>
                  <a:pt x="14158" y="35614"/>
                </a:moveTo>
                <a:lnTo>
                  <a:pt x="14158" y="35820"/>
                </a:lnTo>
                <a:cubicBezTo>
                  <a:pt x="14070" y="35894"/>
                  <a:pt x="13996" y="35967"/>
                  <a:pt x="13893" y="36041"/>
                </a:cubicBezTo>
                <a:cubicBezTo>
                  <a:pt x="13893" y="35967"/>
                  <a:pt x="13893" y="35894"/>
                  <a:pt x="13922" y="35820"/>
                </a:cubicBezTo>
                <a:cubicBezTo>
                  <a:pt x="13996" y="35761"/>
                  <a:pt x="14084" y="35688"/>
                  <a:pt x="14158" y="35614"/>
                </a:cubicBezTo>
                <a:close/>
                <a:moveTo>
                  <a:pt x="15291" y="35835"/>
                </a:moveTo>
                <a:lnTo>
                  <a:pt x="15188" y="35952"/>
                </a:lnTo>
                <a:cubicBezTo>
                  <a:pt x="15173" y="35982"/>
                  <a:pt x="15173" y="35997"/>
                  <a:pt x="15144" y="36041"/>
                </a:cubicBezTo>
                <a:lnTo>
                  <a:pt x="15262" y="35923"/>
                </a:lnTo>
                <a:cubicBezTo>
                  <a:pt x="15276" y="35894"/>
                  <a:pt x="15291" y="35879"/>
                  <a:pt x="15291" y="35835"/>
                </a:cubicBezTo>
                <a:close/>
                <a:moveTo>
                  <a:pt x="14482" y="35629"/>
                </a:moveTo>
                <a:cubicBezTo>
                  <a:pt x="14482" y="35702"/>
                  <a:pt x="14467" y="35761"/>
                  <a:pt x="14467" y="35835"/>
                </a:cubicBezTo>
                <a:cubicBezTo>
                  <a:pt x="14379" y="35908"/>
                  <a:pt x="14290" y="35982"/>
                  <a:pt x="14217" y="36055"/>
                </a:cubicBezTo>
                <a:cubicBezTo>
                  <a:pt x="14217" y="35982"/>
                  <a:pt x="14231" y="35923"/>
                  <a:pt x="14231" y="35849"/>
                </a:cubicBezTo>
                <a:cubicBezTo>
                  <a:pt x="14305" y="35776"/>
                  <a:pt x="14393" y="35702"/>
                  <a:pt x="14482" y="35629"/>
                </a:cubicBezTo>
                <a:close/>
                <a:moveTo>
                  <a:pt x="14761" y="35673"/>
                </a:moveTo>
                <a:lnTo>
                  <a:pt x="14761" y="35673"/>
                </a:lnTo>
                <a:cubicBezTo>
                  <a:pt x="14747" y="35732"/>
                  <a:pt x="14747" y="35805"/>
                  <a:pt x="14732" y="35849"/>
                </a:cubicBezTo>
                <a:cubicBezTo>
                  <a:pt x="14658" y="35923"/>
                  <a:pt x="14555" y="35982"/>
                  <a:pt x="14482" y="36055"/>
                </a:cubicBezTo>
                <a:cubicBezTo>
                  <a:pt x="14511" y="35997"/>
                  <a:pt x="14526" y="35923"/>
                  <a:pt x="14526" y="35879"/>
                </a:cubicBezTo>
                <a:cubicBezTo>
                  <a:pt x="14585" y="35835"/>
                  <a:pt x="14629" y="35776"/>
                  <a:pt x="14673" y="35746"/>
                </a:cubicBezTo>
                <a:cubicBezTo>
                  <a:pt x="14702" y="35732"/>
                  <a:pt x="14732" y="35688"/>
                  <a:pt x="14761" y="35673"/>
                </a:cubicBezTo>
                <a:close/>
                <a:moveTo>
                  <a:pt x="15026" y="35702"/>
                </a:moveTo>
                <a:cubicBezTo>
                  <a:pt x="15026" y="35732"/>
                  <a:pt x="15026" y="35732"/>
                  <a:pt x="14997" y="35746"/>
                </a:cubicBezTo>
                <a:cubicBezTo>
                  <a:pt x="14982" y="35805"/>
                  <a:pt x="14967" y="35835"/>
                  <a:pt x="14967" y="35894"/>
                </a:cubicBezTo>
                <a:cubicBezTo>
                  <a:pt x="14894" y="35952"/>
                  <a:pt x="14820" y="35997"/>
                  <a:pt x="14761" y="36055"/>
                </a:cubicBezTo>
                <a:cubicBezTo>
                  <a:pt x="14776" y="35997"/>
                  <a:pt x="14805" y="35952"/>
                  <a:pt x="14805" y="35894"/>
                </a:cubicBezTo>
                <a:cubicBezTo>
                  <a:pt x="14879" y="35835"/>
                  <a:pt x="14953" y="35761"/>
                  <a:pt x="15026" y="35702"/>
                </a:cubicBezTo>
                <a:close/>
                <a:moveTo>
                  <a:pt x="15129" y="36173"/>
                </a:moveTo>
                <a:lnTo>
                  <a:pt x="15070" y="36217"/>
                </a:lnTo>
                <a:cubicBezTo>
                  <a:pt x="15070" y="36247"/>
                  <a:pt x="15056" y="36247"/>
                  <a:pt x="15056" y="36261"/>
                </a:cubicBezTo>
                <a:lnTo>
                  <a:pt x="15114" y="36203"/>
                </a:lnTo>
                <a:cubicBezTo>
                  <a:pt x="15114" y="36188"/>
                  <a:pt x="15114" y="36188"/>
                  <a:pt x="15129" y="36173"/>
                </a:cubicBezTo>
                <a:close/>
                <a:moveTo>
                  <a:pt x="13569" y="35849"/>
                </a:moveTo>
                <a:lnTo>
                  <a:pt x="13569" y="35849"/>
                </a:lnTo>
                <a:cubicBezTo>
                  <a:pt x="13555" y="35923"/>
                  <a:pt x="13555" y="35997"/>
                  <a:pt x="13555" y="36100"/>
                </a:cubicBezTo>
                <a:lnTo>
                  <a:pt x="13334" y="36320"/>
                </a:lnTo>
                <a:cubicBezTo>
                  <a:pt x="13334" y="36232"/>
                  <a:pt x="13349" y="36158"/>
                  <a:pt x="13349" y="36070"/>
                </a:cubicBezTo>
                <a:lnTo>
                  <a:pt x="13349" y="36055"/>
                </a:lnTo>
                <a:cubicBezTo>
                  <a:pt x="13422" y="35982"/>
                  <a:pt x="13496" y="35908"/>
                  <a:pt x="13569" y="35849"/>
                </a:cubicBezTo>
                <a:close/>
                <a:moveTo>
                  <a:pt x="15070" y="36041"/>
                </a:moveTo>
                <a:lnTo>
                  <a:pt x="15056" y="36055"/>
                </a:lnTo>
                <a:cubicBezTo>
                  <a:pt x="14997" y="36100"/>
                  <a:pt x="14953" y="36144"/>
                  <a:pt x="14908" y="36188"/>
                </a:cubicBezTo>
                <a:cubicBezTo>
                  <a:pt x="14908" y="36247"/>
                  <a:pt x="14894" y="36276"/>
                  <a:pt x="14879" y="36320"/>
                </a:cubicBezTo>
                <a:cubicBezTo>
                  <a:pt x="14923" y="36276"/>
                  <a:pt x="14967" y="36217"/>
                  <a:pt x="15026" y="36173"/>
                </a:cubicBezTo>
                <a:cubicBezTo>
                  <a:pt x="15041" y="36114"/>
                  <a:pt x="15056" y="36070"/>
                  <a:pt x="15070" y="36041"/>
                </a:cubicBezTo>
                <a:close/>
                <a:moveTo>
                  <a:pt x="13849" y="35894"/>
                </a:moveTo>
                <a:cubicBezTo>
                  <a:pt x="13849" y="35967"/>
                  <a:pt x="13849" y="36041"/>
                  <a:pt x="13819" y="36114"/>
                </a:cubicBezTo>
                <a:cubicBezTo>
                  <a:pt x="13746" y="36188"/>
                  <a:pt x="13658" y="36261"/>
                  <a:pt x="13584" y="36350"/>
                </a:cubicBezTo>
                <a:cubicBezTo>
                  <a:pt x="13584" y="36276"/>
                  <a:pt x="13599" y="36188"/>
                  <a:pt x="13599" y="36114"/>
                </a:cubicBezTo>
                <a:cubicBezTo>
                  <a:pt x="13702" y="36041"/>
                  <a:pt x="13775" y="35967"/>
                  <a:pt x="13849" y="35894"/>
                </a:cubicBezTo>
                <a:close/>
                <a:moveTo>
                  <a:pt x="14452" y="35923"/>
                </a:moveTo>
                <a:cubicBezTo>
                  <a:pt x="14452" y="35997"/>
                  <a:pt x="14438" y="36055"/>
                  <a:pt x="14408" y="36114"/>
                </a:cubicBezTo>
                <a:cubicBezTo>
                  <a:pt x="14335" y="36203"/>
                  <a:pt x="14246" y="36276"/>
                  <a:pt x="14173" y="36350"/>
                </a:cubicBezTo>
                <a:cubicBezTo>
                  <a:pt x="14173" y="36276"/>
                  <a:pt x="14187" y="36217"/>
                  <a:pt x="14187" y="36144"/>
                </a:cubicBezTo>
                <a:cubicBezTo>
                  <a:pt x="14261" y="36070"/>
                  <a:pt x="14364" y="35997"/>
                  <a:pt x="14452" y="35923"/>
                </a:cubicBezTo>
                <a:close/>
                <a:moveTo>
                  <a:pt x="14702" y="35967"/>
                </a:moveTo>
                <a:lnTo>
                  <a:pt x="14702" y="35967"/>
                </a:lnTo>
                <a:cubicBezTo>
                  <a:pt x="14688" y="36026"/>
                  <a:pt x="14688" y="36070"/>
                  <a:pt x="14673" y="36129"/>
                </a:cubicBezTo>
                <a:lnTo>
                  <a:pt x="14673" y="36144"/>
                </a:lnTo>
                <a:cubicBezTo>
                  <a:pt x="14658" y="36144"/>
                  <a:pt x="14614" y="36188"/>
                  <a:pt x="14599" y="36203"/>
                </a:cubicBezTo>
                <a:cubicBezTo>
                  <a:pt x="14541" y="36261"/>
                  <a:pt x="14482" y="36291"/>
                  <a:pt x="14423" y="36350"/>
                </a:cubicBezTo>
                <a:cubicBezTo>
                  <a:pt x="14452" y="36291"/>
                  <a:pt x="14452" y="36217"/>
                  <a:pt x="14467" y="36173"/>
                </a:cubicBezTo>
                <a:cubicBezTo>
                  <a:pt x="14482" y="36144"/>
                  <a:pt x="14511" y="36129"/>
                  <a:pt x="14541" y="36114"/>
                </a:cubicBezTo>
                <a:cubicBezTo>
                  <a:pt x="14599" y="36055"/>
                  <a:pt x="14658" y="36026"/>
                  <a:pt x="14702" y="35967"/>
                </a:cubicBezTo>
                <a:close/>
                <a:moveTo>
                  <a:pt x="14923" y="35997"/>
                </a:moveTo>
                <a:lnTo>
                  <a:pt x="14879" y="36173"/>
                </a:lnTo>
                <a:cubicBezTo>
                  <a:pt x="14820" y="36217"/>
                  <a:pt x="14747" y="36276"/>
                  <a:pt x="14688" y="36350"/>
                </a:cubicBezTo>
                <a:cubicBezTo>
                  <a:pt x="14688" y="36276"/>
                  <a:pt x="14702" y="36217"/>
                  <a:pt x="14732" y="36173"/>
                </a:cubicBezTo>
                <a:cubicBezTo>
                  <a:pt x="14805" y="36114"/>
                  <a:pt x="14850" y="36055"/>
                  <a:pt x="14923" y="35997"/>
                </a:cubicBezTo>
                <a:close/>
                <a:moveTo>
                  <a:pt x="14158" y="35923"/>
                </a:moveTo>
                <a:cubicBezTo>
                  <a:pt x="14158" y="35997"/>
                  <a:pt x="14143" y="36055"/>
                  <a:pt x="14143" y="36129"/>
                </a:cubicBezTo>
                <a:cubicBezTo>
                  <a:pt x="14040" y="36203"/>
                  <a:pt x="13967" y="36276"/>
                  <a:pt x="13878" y="36364"/>
                </a:cubicBezTo>
                <a:cubicBezTo>
                  <a:pt x="13878" y="36291"/>
                  <a:pt x="13893" y="36217"/>
                  <a:pt x="13893" y="36144"/>
                </a:cubicBezTo>
                <a:cubicBezTo>
                  <a:pt x="13967" y="36070"/>
                  <a:pt x="14070" y="35997"/>
                  <a:pt x="14158" y="35923"/>
                </a:cubicBezTo>
                <a:close/>
                <a:moveTo>
                  <a:pt x="14923" y="36364"/>
                </a:moveTo>
                <a:lnTo>
                  <a:pt x="14820" y="36482"/>
                </a:lnTo>
                <a:cubicBezTo>
                  <a:pt x="14791" y="36512"/>
                  <a:pt x="14791" y="36541"/>
                  <a:pt x="14776" y="36570"/>
                </a:cubicBezTo>
                <a:cubicBezTo>
                  <a:pt x="14791" y="36541"/>
                  <a:pt x="14835" y="36497"/>
                  <a:pt x="14879" y="36467"/>
                </a:cubicBezTo>
                <a:cubicBezTo>
                  <a:pt x="14894" y="36438"/>
                  <a:pt x="14894" y="36409"/>
                  <a:pt x="14923" y="36364"/>
                </a:cubicBezTo>
                <a:close/>
                <a:moveTo>
                  <a:pt x="14820" y="36320"/>
                </a:moveTo>
                <a:lnTo>
                  <a:pt x="14820" y="36320"/>
                </a:lnTo>
                <a:cubicBezTo>
                  <a:pt x="14802" y="36331"/>
                  <a:pt x="14786" y="36342"/>
                  <a:pt x="14769" y="36355"/>
                </a:cubicBezTo>
                <a:lnTo>
                  <a:pt x="14769" y="36355"/>
                </a:lnTo>
                <a:cubicBezTo>
                  <a:pt x="14767" y="36358"/>
                  <a:pt x="14764" y="36361"/>
                  <a:pt x="14761" y="36364"/>
                </a:cubicBezTo>
                <a:cubicBezTo>
                  <a:pt x="14710" y="36444"/>
                  <a:pt x="14660" y="36523"/>
                  <a:pt x="14608" y="36600"/>
                </a:cubicBezTo>
                <a:lnTo>
                  <a:pt x="14608" y="36600"/>
                </a:lnTo>
                <a:cubicBezTo>
                  <a:pt x="14649" y="36551"/>
                  <a:pt x="14700" y="36504"/>
                  <a:pt x="14761" y="36467"/>
                </a:cubicBezTo>
                <a:cubicBezTo>
                  <a:pt x="14776" y="36409"/>
                  <a:pt x="14805" y="36364"/>
                  <a:pt x="14820" y="36320"/>
                </a:cubicBezTo>
                <a:close/>
                <a:moveTo>
                  <a:pt x="14658" y="36247"/>
                </a:moveTo>
                <a:lnTo>
                  <a:pt x="14599" y="36409"/>
                </a:lnTo>
                <a:cubicBezTo>
                  <a:pt x="14541" y="36482"/>
                  <a:pt x="14482" y="36512"/>
                  <a:pt x="14452" y="36556"/>
                </a:cubicBezTo>
                <a:lnTo>
                  <a:pt x="14379" y="36629"/>
                </a:lnTo>
                <a:cubicBezTo>
                  <a:pt x="14393" y="36585"/>
                  <a:pt x="14393" y="36556"/>
                  <a:pt x="14408" y="36512"/>
                </a:cubicBezTo>
                <a:cubicBezTo>
                  <a:pt x="14408" y="36497"/>
                  <a:pt x="14423" y="36467"/>
                  <a:pt x="14423" y="36438"/>
                </a:cubicBezTo>
                <a:cubicBezTo>
                  <a:pt x="14511" y="36364"/>
                  <a:pt x="14570" y="36320"/>
                  <a:pt x="14658" y="36247"/>
                </a:cubicBezTo>
                <a:close/>
                <a:moveTo>
                  <a:pt x="14393" y="36217"/>
                </a:moveTo>
                <a:lnTo>
                  <a:pt x="14393" y="36217"/>
                </a:lnTo>
                <a:cubicBezTo>
                  <a:pt x="14379" y="36276"/>
                  <a:pt x="14379" y="36350"/>
                  <a:pt x="14364" y="36409"/>
                </a:cubicBezTo>
                <a:cubicBezTo>
                  <a:pt x="14290" y="36482"/>
                  <a:pt x="14187" y="36556"/>
                  <a:pt x="14114" y="36644"/>
                </a:cubicBezTo>
                <a:cubicBezTo>
                  <a:pt x="14143" y="36585"/>
                  <a:pt x="14143" y="36541"/>
                  <a:pt x="14158" y="36467"/>
                </a:cubicBezTo>
                <a:cubicBezTo>
                  <a:pt x="14231" y="36394"/>
                  <a:pt x="14320" y="36320"/>
                  <a:pt x="14393" y="36217"/>
                </a:cubicBezTo>
                <a:close/>
                <a:moveTo>
                  <a:pt x="13525" y="36188"/>
                </a:moveTo>
                <a:cubicBezTo>
                  <a:pt x="13525" y="36261"/>
                  <a:pt x="13510" y="36350"/>
                  <a:pt x="13510" y="36423"/>
                </a:cubicBezTo>
                <a:lnTo>
                  <a:pt x="13275" y="36659"/>
                </a:lnTo>
                <a:cubicBezTo>
                  <a:pt x="13290" y="36570"/>
                  <a:pt x="13290" y="36497"/>
                  <a:pt x="13290" y="36409"/>
                </a:cubicBezTo>
                <a:cubicBezTo>
                  <a:pt x="13378" y="36335"/>
                  <a:pt x="13452" y="36261"/>
                  <a:pt x="13525" y="36188"/>
                </a:cubicBezTo>
                <a:close/>
                <a:moveTo>
                  <a:pt x="14143" y="36217"/>
                </a:moveTo>
                <a:cubicBezTo>
                  <a:pt x="14143" y="36291"/>
                  <a:pt x="14114" y="36364"/>
                  <a:pt x="14114" y="36423"/>
                </a:cubicBezTo>
                <a:cubicBezTo>
                  <a:pt x="14011" y="36512"/>
                  <a:pt x="13922" y="36615"/>
                  <a:pt x="13849" y="36688"/>
                </a:cubicBezTo>
                <a:cubicBezTo>
                  <a:pt x="13864" y="36615"/>
                  <a:pt x="13864" y="36541"/>
                  <a:pt x="13878" y="36467"/>
                </a:cubicBezTo>
                <a:cubicBezTo>
                  <a:pt x="13952" y="36394"/>
                  <a:pt x="14040" y="36291"/>
                  <a:pt x="14143" y="36217"/>
                </a:cubicBezTo>
                <a:close/>
                <a:moveTo>
                  <a:pt x="13819" y="36217"/>
                </a:moveTo>
                <a:cubicBezTo>
                  <a:pt x="13819" y="36291"/>
                  <a:pt x="13805" y="36364"/>
                  <a:pt x="13805" y="36438"/>
                </a:cubicBezTo>
                <a:cubicBezTo>
                  <a:pt x="13716" y="36512"/>
                  <a:pt x="13643" y="36615"/>
                  <a:pt x="13569" y="36703"/>
                </a:cubicBezTo>
                <a:cubicBezTo>
                  <a:pt x="13584" y="36629"/>
                  <a:pt x="13584" y="36541"/>
                  <a:pt x="13584" y="36467"/>
                </a:cubicBezTo>
                <a:lnTo>
                  <a:pt x="13819" y="36217"/>
                </a:lnTo>
                <a:close/>
                <a:moveTo>
                  <a:pt x="14702" y="36732"/>
                </a:moveTo>
                <a:cubicBezTo>
                  <a:pt x="14702" y="36762"/>
                  <a:pt x="14688" y="36777"/>
                  <a:pt x="14673" y="36791"/>
                </a:cubicBezTo>
                <a:lnTo>
                  <a:pt x="14702" y="36762"/>
                </a:lnTo>
                <a:lnTo>
                  <a:pt x="14702" y="36732"/>
                </a:lnTo>
                <a:close/>
                <a:moveTo>
                  <a:pt x="14673" y="36791"/>
                </a:moveTo>
                <a:lnTo>
                  <a:pt x="14673" y="36791"/>
                </a:lnTo>
                <a:cubicBezTo>
                  <a:pt x="14658" y="36791"/>
                  <a:pt x="14658" y="36806"/>
                  <a:pt x="14658" y="36806"/>
                </a:cubicBezTo>
                <a:lnTo>
                  <a:pt x="14673" y="36791"/>
                </a:lnTo>
                <a:close/>
                <a:moveTo>
                  <a:pt x="14673" y="36629"/>
                </a:moveTo>
                <a:lnTo>
                  <a:pt x="14526" y="36777"/>
                </a:lnTo>
                <a:cubicBezTo>
                  <a:pt x="14511" y="36835"/>
                  <a:pt x="14482" y="36865"/>
                  <a:pt x="14467" y="36909"/>
                </a:cubicBezTo>
                <a:lnTo>
                  <a:pt x="14614" y="36762"/>
                </a:lnTo>
                <a:cubicBezTo>
                  <a:pt x="14629" y="36703"/>
                  <a:pt x="14658" y="36659"/>
                  <a:pt x="14673" y="36629"/>
                </a:cubicBezTo>
                <a:close/>
                <a:moveTo>
                  <a:pt x="14541" y="36570"/>
                </a:moveTo>
                <a:lnTo>
                  <a:pt x="14482" y="36732"/>
                </a:lnTo>
                <a:cubicBezTo>
                  <a:pt x="14438" y="36791"/>
                  <a:pt x="14379" y="36865"/>
                  <a:pt x="14320" y="36924"/>
                </a:cubicBezTo>
                <a:lnTo>
                  <a:pt x="14305" y="36938"/>
                </a:lnTo>
                <a:cubicBezTo>
                  <a:pt x="14305" y="36880"/>
                  <a:pt x="14320" y="36835"/>
                  <a:pt x="14335" y="36777"/>
                </a:cubicBezTo>
                <a:lnTo>
                  <a:pt x="14511" y="36615"/>
                </a:lnTo>
                <a:lnTo>
                  <a:pt x="14541" y="36570"/>
                </a:lnTo>
                <a:close/>
                <a:moveTo>
                  <a:pt x="14335" y="36556"/>
                </a:moveTo>
                <a:lnTo>
                  <a:pt x="14335" y="36556"/>
                </a:lnTo>
                <a:cubicBezTo>
                  <a:pt x="14320" y="36615"/>
                  <a:pt x="14305" y="36688"/>
                  <a:pt x="14290" y="36732"/>
                </a:cubicBezTo>
                <a:lnTo>
                  <a:pt x="14246" y="36777"/>
                </a:lnTo>
                <a:lnTo>
                  <a:pt x="14040" y="36983"/>
                </a:lnTo>
                <a:cubicBezTo>
                  <a:pt x="14040" y="36953"/>
                  <a:pt x="14055" y="36938"/>
                  <a:pt x="14055" y="36924"/>
                </a:cubicBezTo>
                <a:cubicBezTo>
                  <a:pt x="14084" y="36880"/>
                  <a:pt x="14084" y="36835"/>
                  <a:pt x="14099" y="36791"/>
                </a:cubicBezTo>
                <a:cubicBezTo>
                  <a:pt x="14173" y="36718"/>
                  <a:pt x="14246" y="36629"/>
                  <a:pt x="14335" y="36556"/>
                </a:cubicBezTo>
                <a:close/>
                <a:moveTo>
                  <a:pt x="14070" y="36541"/>
                </a:moveTo>
                <a:cubicBezTo>
                  <a:pt x="14040" y="36615"/>
                  <a:pt x="14040" y="36688"/>
                  <a:pt x="14025" y="36732"/>
                </a:cubicBezTo>
                <a:cubicBezTo>
                  <a:pt x="13952" y="36850"/>
                  <a:pt x="13864" y="36938"/>
                  <a:pt x="13790" y="37012"/>
                </a:cubicBezTo>
                <a:cubicBezTo>
                  <a:pt x="13805" y="36938"/>
                  <a:pt x="13805" y="36865"/>
                  <a:pt x="13819" y="36791"/>
                </a:cubicBezTo>
                <a:cubicBezTo>
                  <a:pt x="13893" y="36703"/>
                  <a:pt x="13996" y="36629"/>
                  <a:pt x="14070" y="36541"/>
                </a:cubicBezTo>
                <a:close/>
                <a:moveTo>
                  <a:pt x="14511" y="36997"/>
                </a:moveTo>
                <a:lnTo>
                  <a:pt x="14511" y="36997"/>
                </a:lnTo>
                <a:cubicBezTo>
                  <a:pt x="14491" y="37007"/>
                  <a:pt x="14478" y="37017"/>
                  <a:pt x="14467" y="37035"/>
                </a:cubicBezTo>
                <a:lnTo>
                  <a:pt x="14467" y="37035"/>
                </a:lnTo>
                <a:lnTo>
                  <a:pt x="14511" y="36997"/>
                </a:lnTo>
                <a:close/>
                <a:moveTo>
                  <a:pt x="13510" y="36541"/>
                </a:moveTo>
                <a:cubicBezTo>
                  <a:pt x="13510" y="36615"/>
                  <a:pt x="13496" y="36703"/>
                  <a:pt x="13481" y="36777"/>
                </a:cubicBezTo>
                <a:cubicBezTo>
                  <a:pt x="13378" y="36865"/>
                  <a:pt x="13304" y="36953"/>
                  <a:pt x="13231" y="37056"/>
                </a:cubicBezTo>
                <a:cubicBezTo>
                  <a:pt x="13260" y="36953"/>
                  <a:pt x="13260" y="36865"/>
                  <a:pt x="13275" y="36777"/>
                </a:cubicBezTo>
                <a:cubicBezTo>
                  <a:pt x="13349" y="36703"/>
                  <a:pt x="13422" y="36615"/>
                  <a:pt x="13510" y="36541"/>
                </a:cubicBezTo>
                <a:close/>
                <a:moveTo>
                  <a:pt x="13790" y="36556"/>
                </a:moveTo>
                <a:cubicBezTo>
                  <a:pt x="13775" y="36629"/>
                  <a:pt x="13775" y="36703"/>
                  <a:pt x="13746" y="36777"/>
                </a:cubicBezTo>
                <a:cubicBezTo>
                  <a:pt x="13658" y="36865"/>
                  <a:pt x="13584" y="36953"/>
                  <a:pt x="13496" y="37056"/>
                </a:cubicBezTo>
                <a:cubicBezTo>
                  <a:pt x="13510" y="36968"/>
                  <a:pt x="13510" y="36880"/>
                  <a:pt x="13525" y="36806"/>
                </a:cubicBezTo>
                <a:lnTo>
                  <a:pt x="13790" y="36556"/>
                </a:lnTo>
                <a:close/>
                <a:moveTo>
                  <a:pt x="14467" y="37035"/>
                </a:moveTo>
                <a:lnTo>
                  <a:pt x="14393" y="37100"/>
                </a:lnTo>
                <a:cubicBezTo>
                  <a:pt x="14382" y="37133"/>
                  <a:pt x="14380" y="37150"/>
                  <a:pt x="14373" y="37174"/>
                </a:cubicBezTo>
                <a:lnTo>
                  <a:pt x="14373" y="37174"/>
                </a:lnTo>
                <a:cubicBezTo>
                  <a:pt x="14389" y="37130"/>
                  <a:pt x="14416" y="37095"/>
                  <a:pt x="14452" y="37071"/>
                </a:cubicBezTo>
                <a:cubicBezTo>
                  <a:pt x="14457" y="37056"/>
                  <a:pt x="14462" y="37045"/>
                  <a:pt x="14467" y="37035"/>
                </a:cubicBezTo>
                <a:close/>
                <a:moveTo>
                  <a:pt x="14373" y="37174"/>
                </a:moveTo>
                <a:cubicBezTo>
                  <a:pt x="14369" y="37184"/>
                  <a:pt x="14366" y="37193"/>
                  <a:pt x="14364" y="37203"/>
                </a:cubicBezTo>
                <a:cubicBezTo>
                  <a:pt x="14368" y="37192"/>
                  <a:pt x="14370" y="37183"/>
                  <a:pt x="14373" y="37174"/>
                </a:cubicBezTo>
                <a:close/>
                <a:moveTo>
                  <a:pt x="14308" y="37022"/>
                </a:moveTo>
                <a:lnTo>
                  <a:pt x="14308" y="37022"/>
                </a:lnTo>
                <a:cubicBezTo>
                  <a:pt x="14269" y="37085"/>
                  <a:pt x="14227" y="37151"/>
                  <a:pt x="14185" y="37216"/>
                </a:cubicBezTo>
                <a:lnTo>
                  <a:pt x="14185" y="37216"/>
                </a:lnTo>
                <a:cubicBezTo>
                  <a:pt x="14200" y="37182"/>
                  <a:pt x="14220" y="37145"/>
                  <a:pt x="14231" y="37100"/>
                </a:cubicBezTo>
                <a:cubicBezTo>
                  <a:pt x="14251" y="37081"/>
                  <a:pt x="14276" y="37049"/>
                  <a:pt x="14308" y="37022"/>
                </a:cubicBezTo>
                <a:close/>
                <a:moveTo>
                  <a:pt x="14231" y="36880"/>
                </a:moveTo>
                <a:lnTo>
                  <a:pt x="14231" y="36880"/>
                </a:lnTo>
                <a:cubicBezTo>
                  <a:pt x="14217" y="36938"/>
                  <a:pt x="14187" y="37012"/>
                  <a:pt x="14173" y="37071"/>
                </a:cubicBezTo>
                <a:cubicBezTo>
                  <a:pt x="14158" y="37086"/>
                  <a:pt x="14143" y="37130"/>
                  <a:pt x="14099" y="37144"/>
                </a:cubicBezTo>
                <a:cubicBezTo>
                  <a:pt x="14040" y="37203"/>
                  <a:pt x="14011" y="37247"/>
                  <a:pt x="13952" y="37306"/>
                </a:cubicBezTo>
                <a:cubicBezTo>
                  <a:pt x="13967" y="37247"/>
                  <a:pt x="13996" y="37174"/>
                  <a:pt x="14011" y="37130"/>
                </a:cubicBezTo>
                <a:cubicBezTo>
                  <a:pt x="14084" y="37056"/>
                  <a:pt x="14158" y="36953"/>
                  <a:pt x="14231" y="36880"/>
                </a:cubicBezTo>
                <a:close/>
                <a:moveTo>
                  <a:pt x="14011" y="36865"/>
                </a:moveTo>
                <a:lnTo>
                  <a:pt x="14011" y="36880"/>
                </a:lnTo>
                <a:cubicBezTo>
                  <a:pt x="13996" y="36953"/>
                  <a:pt x="13967" y="37012"/>
                  <a:pt x="13952" y="37071"/>
                </a:cubicBezTo>
                <a:cubicBezTo>
                  <a:pt x="13882" y="37155"/>
                  <a:pt x="13799" y="37238"/>
                  <a:pt x="13728" y="37322"/>
                </a:cubicBezTo>
                <a:lnTo>
                  <a:pt x="13728" y="37322"/>
                </a:lnTo>
                <a:cubicBezTo>
                  <a:pt x="13730" y="37317"/>
                  <a:pt x="13731" y="37311"/>
                  <a:pt x="13731" y="37306"/>
                </a:cubicBezTo>
                <a:cubicBezTo>
                  <a:pt x="13746" y="37247"/>
                  <a:pt x="13746" y="37203"/>
                  <a:pt x="13775" y="37144"/>
                </a:cubicBezTo>
                <a:cubicBezTo>
                  <a:pt x="13849" y="37056"/>
                  <a:pt x="13937" y="36953"/>
                  <a:pt x="14011" y="36865"/>
                </a:cubicBezTo>
                <a:close/>
                <a:moveTo>
                  <a:pt x="13746" y="36880"/>
                </a:moveTo>
                <a:cubicBezTo>
                  <a:pt x="13731" y="36953"/>
                  <a:pt x="13731" y="37027"/>
                  <a:pt x="13716" y="37100"/>
                </a:cubicBezTo>
                <a:cubicBezTo>
                  <a:pt x="13628" y="37218"/>
                  <a:pt x="13525" y="37321"/>
                  <a:pt x="13452" y="37424"/>
                </a:cubicBezTo>
                <a:cubicBezTo>
                  <a:pt x="13481" y="37321"/>
                  <a:pt x="13496" y="37247"/>
                  <a:pt x="13496" y="37159"/>
                </a:cubicBezTo>
                <a:cubicBezTo>
                  <a:pt x="13569" y="37071"/>
                  <a:pt x="13658" y="36983"/>
                  <a:pt x="13746" y="36880"/>
                </a:cubicBezTo>
                <a:close/>
                <a:moveTo>
                  <a:pt x="14261" y="37395"/>
                </a:moveTo>
                <a:cubicBezTo>
                  <a:pt x="14261" y="37424"/>
                  <a:pt x="14246" y="37424"/>
                  <a:pt x="14246" y="37439"/>
                </a:cubicBezTo>
                <a:cubicBezTo>
                  <a:pt x="14261" y="37424"/>
                  <a:pt x="14261" y="37424"/>
                  <a:pt x="14261" y="37395"/>
                </a:cubicBezTo>
                <a:close/>
                <a:moveTo>
                  <a:pt x="13481" y="36909"/>
                </a:moveTo>
                <a:lnTo>
                  <a:pt x="13481" y="36909"/>
                </a:lnTo>
                <a:cubicBezTo>
                  <a:pt x="13452" y="36997"/>
                  <a:pt x="13452" y="37071"/>
                  <a:pt x="13437" y="37159"/>
                </a:cubicBezTo>
                <a:cubicBezTo>
                  <a:pt x="13349" y="37277"/>
                  <a:pt x="13275" y="37365"/>
                  <a:pt x="13187" y="37468"/>
                </a:cubicBezTo>
                <a:lnTo>
                  <a:pt x="13231" y="37203"/>
                </a:lnTo>
                <a:cubicBezTo>
                  <a:pt x="13290" y="37086"/>
                  <a:pt x="13378" y="36997"/>
                  <a:pt x="13481" y="36909"/>
                </a:cubicBezTo>
                <a:close/>
                <a:moveTo>
                  <a:pt x="14246" y="37277"/>
                </a:moveTo>
                <a:lnTo>
                  <a:pt x="14187" y="37321"/>
                </a:lnTo>
                <a:cubicBezTo>
                  <a:pt x="14158" y="37365"/>
                  <a:pt x="14143" y="37395"/>
                  <a:pt x="14099" y="37439"/>
                </a:cubicBezTo>
                <a:cubicBezTo>
                  <a:pt x="14084" y="37498"/>
                  <a:pt x="14055" y="37527"/>
                  <a:pt x="14040" y="37571"/>
                </a:cubicBezTo>
                <a:cubicBezTo>
                  <a:pt x="14099" y="37512"/>
                  <a:pt x="14143" y="37453"/>
                  <a:pt x="14187" y="37395"/>
                </a:cubicBezTo>
                <a:cubicBezTo>
                  <a:pt x="14202" y="37350"/>
                  <a:pt x="14231" y="37306"/>
                  <a:pt x="14246" y="37277"/>
                </a:cubicBezTo>
                <a:close/>
                <a:moveTo>
                  <a:pt x="14099" y="37247"/>
                </a:moveTo>
                <a:lnTo>
                  <a:pt x="14040" y="37424"/>
                </a:lnTo>
                <a:cubicBezTo>
                  <a:pt x="14025" y="37453"/>
                  <a:pt x="13996" y="37468"/>
                  <a:pt x="13967" y="37512"/>
                </a:cubicBezTo>
                <a:cubicBezTo>
                  <a:pt x="13937" y="37571"/>
                  <a:pt x="13893" y="37615"/>
                  <a:pt x="13864" y="37660"/>
                </a:cubicBezTo>
                <a:cubicBezTo>
                  <a:pt x="13864" y="37601"/>
                  <a:pt x="13878" y="37542"/>
                  <a:pt x="13893" y="37498"/>
                </a:cubicBezTo>
                <a:cubicBezTo>
                  <a:pt x="13967" y="37424"/>
                  <a:pt x="14025" y="37321"/>
                  <a:pt x="14099" y="37247"/>
                </a:cubicBezTo>
                <a:close/>
                <a:moveTo>
                  <a:pt x="13922" y="37247"/>
                </a:moveTo>
                <a:lnTo>
                  <a:pt x="13864" y="37468"/>
                </a:lnTo>
                <a:cubicBezTo>
                  <a:pt x="13775" y="37542"/>
                  <a:pt x="13702" y="37660"/>
                  <a:pt x="13628" y="37748"/>
                </a:cubicBezTo>
                <a:lnTo>
                  <a:pt x="13672" y="37527"/>
                </a:lnTo>
                <a:cubicBezTo>
                  <a:pt x="13746" y="37439"/>
                  <a:pt x="13819" y="37350"/>
                  <a:pt x="13922" y="37247"/>
                </a:cubicBezTo>
                <a:close/>
                <a:moveTo>
                  <a:pt x="13672" y="37247"/>
                </a:moveTo>
                <a:lnTo>
                  <a:pt x="13672" y="37292"/>
                </a:lnTo>
                <a:cubicBezTo>
                  <a:pt x="13658" y="37365"/>
                  <a:pt x="13643" y="37424"/>
                  <a:pt x="13628" y="37498"/>
                </a:cubicBezTo>
                <a:cubicBezTo>
                  <a:pt x="13525" y="37601"/>
                  <a:pt x="13437" y="37733"/>
                  <a:pt x="13363" y="37836"/>
                </a:cubicBezTo>
                <a:cubicBezTo>
                  <a:pt x="13378" y="37792"/>
                  <a:pt x="13378" y="37748"/>
                  <a:pt x="13407" y="37689"/>
                </a:cubicBezTo>
                <a:cubicBezTo>
                  <a:pt x="13407" y="37660"/>
                  <a:pt x="13422" y="37615"/>
                  <a:pt x="13422" y="37571"/>
                </a:cubicBezTo>
                <a:cubicBezTo>
                  <a:pt x="13496" y="37453"/>
                  <a:pt x="13584" y="37365"/>
                  <a:pt x="13672" y="37247"/>
                </a:cubicBezTo>
                <a:close/>
                <a:moveTo>
                  <a:pt x="14025" y="37674"/>
                </a:moveTo>
                <a:lnTo>
                  <a:pt x="14025" y="37674"/>
                </a:lnTo>
                <a:cubicBezTo>
                  <a:pt x="13996" y="37718"/>
                  <a:pt x="13967" y="37763"/>
                  <a:pt x="13937" y="37807"/>
                </a:cubicBezTo>
                <a:cubicBezTo>
                  <a:pt x="13937" y="37836"/>
                  <a:pt x="13922" y="37866"/>
                  <a:pt x="13922" y="37880"/>
                </a:cubicBezTo>
                <a:cubicBezTo>
                  <a:pt x="13952" y="37836"/>
                  <a:pt x="13967" y="37792"/>
                  <a:pt x="14011" y="37748"/>
                </a:cubicBezTo>
                <a:cubicBezTo>
                  <a:pt x="14025" y="37733"/>
                  <a:pt x="14040" y="37718"/>
                  <a:pt x="14025" y="37674"/>
                </a:cubicBezTo>
                <a:close/>
                <a:moveTo>
                  <a:pt x="13407" y="37277"/>
                </a:moveTo>
                <a:lnTo>
                  <a:pt x="13407" y="37277"/>
                </a:lnTo>
                <a:cubicBezTo>
                  <a:pt x="13378" y="37365"/>
                  <a:pt x="13363" y="37453"/>
                  <a:pt x="13349" y="37527"/>
                </a:cubicBezTo>
                <a:cubicBezTo>
                  <a:pt x="13260" y="37660"/>
                  <a:pt x="13157" y="37763"/>
                  <a:pt x="13084" y="37895"/>
                </a:cubicBezTo>
                <a:cubicBezTo>
                  <a:pt x="13098" y="37807"/>
                  <a:pt x="13128" y="37689"/>
                  <a:pt x="13142" y="37601"/>
                </a:cubicBezTo>
                <a:cubicBezTo>
                  <a:pt x="13231" y="37498"/>
                  <a:pt x="13304" y="37380"/>
                  <a:pt x="13407" y="37277"/>
                </a:cubicBezTo>
                <a:close/>
                <a:moveTo>
                  <a:pt x="13813" y="37821"/>
                </a:moveTo>
                <a:lnTo>
                  <a:pt x="13813" y="37821"/>
                </a:lnTo>
                <a:cubicBezTo>
                  <a:pt x="13797" y="37849"/>
                  <a:pt x="13782" y="37877"/>
                  <a:pt x="13766" y="37905"/>
                </a:cubicBezTo>
                <a:lnTo>
                  <a:pt x="13766" y="37905"/>
                </a:lnTo>
                <a:lnTo>
                  <a:pt x="13775" y="37880"/>
                </a:lnTo>
                <a:cubicBezTo>
                  <a:pt x="13787" y="37861"/>
                  <a:pt x="13799" y="37841"/>
                  <a:pt x="13813" y="37821"/>
                </a:cubicBezTo>
                <a:close/>
                <a:moveTo>
                  <a:pt x="13775" y="37660"/>
                </a:moveTo>
                <a:cubicBezTo>
                  <a:pt x="13746" y="37733"/>
                  <a:pt x="13716" y="37807"/>
                  <a:pt x="13687" y="37880"/>
                </a:cubicBezTo>
                <a:cubicBezTo>
                  <a:pt x="13643" y="37954"/>
                  <a:pt x="13569" y="38057"/>
                  <a:pt x="13496" y="38175"/>
                </a:cubicBezTo>
                <a:lnTo>
                  <a:pt x="13555" y="37954"/>
                </a:lnTo>
                <a:cubicBezTo>
                  <a:pt x="13628" y="37836"/>
                  <a:pt x="13687" y="37748"/>
                  <a:pt x="13775" y="37660"/>
                </a:cubicBezTo>
                <a:close/>
                <a:moveTo>
                  <a:pt x="13790" y="38101"/>
                </a:moveTo>
                <a:cubicBezTo>
                  <a:pt x="13756" y="38124"/>
                  <a:pt x="13740" y="38155"/>
                  <a:pt x="13727" y="38181"/>
                </a:cubicBezTo>
                <a:lnTo>
                  <a:pt x="13727" y="38181"/>
                </a:lnTo>
                <a:cubicBezTo>
                  <a:pt x="13747" y="38155"/>
                  <a:pt x="13769" y="38128"/>
                  <a:pt x="13790" y="38101"/>
                </a:cubicBezTo>
                <a:close/>
                <a:moveTo>
                  <a:pt x="13569" y="37660"/>
                </a:moveTo>
                <a:lnTo>
                  <a:pt x="13569" y="37660"/>
                </a:lnTo>
                <a:cubicBezTo>
                  <a:pt x="13555" y="37733"/>
                  <a:pt x="13525" y="37821"/>
                  <a:pt x="13496" y="37895"/>
                </a:cubicBezTo>
                <a:cubicBezTo>
                  <a:pt x="13407" y="38027"/>
                  <a:pt x="13319" y="38145"/>
                  <a:pt x="13260" y="38263"/>
                </a:cubicBezTo>
                <a:cubicBezTo>
                  <a:pt x="13275" y="38175"/>
                  <a:pt x="13290" y="38072"/>
                  <a:pt x="13334" y="37983"/>
                </a:cubicBezTo>
                <a:cubicBezTo>
                  <a:pt x="13407" y="37895"/>
                  <a:pt x="13496" y="37792"/>
                  <a:pt x="13569" y="37660"/>
                </a:cubicBezTo>
                <a:close/>
                <a:moveTo>
                  <a:pt x="13727" y="38181"/>
                </a:moveTo>
                <a:cubicBezTo>
                  <a:pt x="13692" y="38228"/>
                  <a:pt x="13662" y="38275"/>
                  <a:pt x="13643" y="38322"/>
                </a:cubicBezTo>
                <a:cubicBezTo>
                  <a:pt x="13637" y="38328"/>
                  <a:pt x="13633" y="38339"/>
                  <a:pt x="13629" y="38352"/>
                </a:cubicBezTo>
                <a:lnTo>
                  <a:pt x="13629" y="38352"/>
                </a:lnTo>
                <a:cubicBezTo>
                  <a:pt x="13652" y="38314"/>
                  <a:pt x="13674" y="38280"/>
                  <a:pt x="13702" y="38233"/>
                </a:cubicBezTo>
                <a:lnTo>
                  <a:pt x="13716" y="38204"/>
                </a:lnTo>
                <a:cubicBezTo>
                  <a:pt x="13720" y="38197"/>
                  <a:pt x="13723" y="38190"/>
                  <a:pt x="13727" y="38181"/>
                </a:cubicBezTo>
                <a:close/>
                <a:moveTo>
                  <a:pt x="13629" y="38352"/>
                </a:moveTo>
                <a:cubicBezTo>
                  <a:pt x="13621" y="38365"/>
                  <a:pt x="13612" y="38378"/>
                  <a:pt x="13604" y="38392"/>
                </a:cubicBezTo>
                <a:lnTo>
                  <a:pt x="13604" y="38392"/>
                </a:lnTo>
                <a:cubicBezTo>
                  <a:pt x="13617" y="38383"/>
                  <a:pt x="13623" y="38367"/>
                  <a:pt x="13629" y="38352"/>
                </a:cubicBezTo>
                <a:close/>
                <a:moveTo>
                  <a:pt x="13334" y="37689"/>
                </a:moveTo>
                <a:lnTo>
                  <a:pt x="13275" y="37969"/>
                </a:lnTo>
                <a:cubicBezTo>
                  <a:pt x="13187" y="38116"/>
                  <a:pt x="13084" y="38248"/>
                  <a:pt x="13010" y="38395"/>
                </a:cubicBezTo>
                <a:cubicBezTo>
                  <a:pt x="13010" y="38381"/>
                  <a:pt x="13010" y="38351"/>
                  <a:pt x="13039" y="38322"/>
                </a:cubicBezTo>
                <a:cubicBezTo>
                  <a:pt x="13054" y="38233"/>
                  <a:pt x="13069" y="38160"/>
                  <a:pt x="13084" y="38057"/>
                </a:cubicBezTo>
                <a:cubicBezTo>
                  <a:pt x="13142" y="37954"/>
                  <a:pt x="13231" y="37821"/>
                  <a:pt x="13334" y="37689"/>
                </a:cubicBezTo>
                <a:close/>
                <a:moveTo>
                  <a:pt x="13604" y="38392"/>
                </a:moveTo>
                <a:cubicBezTo>
                  <a:pt x="13602" y="38394"/>
                  <a:pt x="13600" y="38394"/>
                  <a:pt x="13599" y="38395"/>
                </a:cubicBezTo>
                <a:cubicBezTo>
                  <a:pt x="13584" y="38410"/>
                  <a:pt x="13584" y="38410"/>
                  <a:pt x="13584" y="38425"/>
                </a:cubicBezTo>
                <a:cubicBezTo>
                  <a:pt x="13591" y="38413"/>
                  <a:pt x="13597" y="38403"/>
                  <a:pt x="13604" y="38392"/>
                </a:cubicBezTo>
                <a:close/>
                <a:moveTo>
                  <a:pt x="13613" y="38086"/>
                </a:moveTo>
                <a:cubicBezTo>
                  <a:pt x="13599" y="38160"/>
                  <a:pt x="13569" y="38204"/>
                  <a:pt x="13540" y="38278"/>
                </a:cubicBezTo>
                <a:cubicBezTo>
                  <a:pt x="13485" y="38365"/>
                  <a:pt x="13447" y="38444"/>
                  <a:pt x="13401" y="38532"/>
                </a:cubicBezTo>
                <a:lnTo>
                  <a:pt x="13401" y="38532"/>
                </a:lnTo>
                <a:cubicBezTo>
                  <a:pt x="13405" y="38517"/>
                  <a:pt x="13407" y="38500"/>
                  <a:pt x="13407" y="38484"/>
                </a:cubicBezTo>
                <a:cubicBezTo>
                  <a:pt x="13407" y="38454"/>
                  <a:pt x="13422" y="38425"/>
                  <a:pt x="13422" y="38395"/>
                </a:cubicBezTo>
                <a:cubicBezTo>
                  <a:pt x="13466" y="38278"/>
                  <a:pt x="13555" y="38175"/>
                  <a:pt x="13613" y="38086"/>
                </a:cubicBezTo>
                <a:close/>
                <a:moveTo>
                  <a:pt x="13510" y="38749"/>
                </a:moveTo>
                <a:cubicBezTo>
                  <a:pt x="13497" y="38749"/>
                  <a:pt x="13496" y="38749"/>
                  <a:pt x="13496" y="38760"/>
                </a:cubicBezTo>
                <a:lnTo>
                  <a:pt x="13496" y="38760"/>
                </a:lnTo>
                <a:cubicBezTo>
                  <a:pt x="13500" y="38756"/>
                  <a:pt x="13505" y="38752"/>
                  <a:pt x="13510" y="38749"/>
                </a:cubicBezTo>
                <a:close/>
                <a:moveTo>
                  <a:pt x="13452" y="38116"/>
                </a:moveTo>
                <a:lnTo>
                  <a:pt x="13452" y="38116"/>
                </a:lnTo>
                <a:cubicBezTo>
                  <a:pt x="13437" y="38204"/>
                  <a:pt x="13407" y="38292"/>
                  <a:pt x="13378" y="38366"/>
                </a:cubicBezTo>
                <a:cubicBezTo>
                  <a:pt x="13290" y="38528"/>
                  <a:pt x="13216" y="38646"/>
                  <a:pt x="13142" y="38793"/>
                </a:cubicBezTo>
                <a:cubicBezTo>
                  <a:pt x="13157" y="38704"/>
                  <a:pt x="13201" y="38601"/>
                  <a:pt x="13216" y="38498"/>
                </a:cubicBezTo>
                <a:cubicBezTo>
                  <a:pt x="13290" y="38381"/>
                  <a:pt x="13363" y="38248"/>
                  <a:pt x="13452" y="38116"/>
                </a:cubicBezTo>
                <a:close/>
                <a:moveTo>
                  <a:pt x="13496" y="38760"/>
                </a:moveTo>
                <a:cubicBezTo>
                  <a:pt x="13463" y="38792"/>
                  <a:pt x="13450" y="38840"/>
                  <a:pt x="13437" y="38866"/>
                </a:cubicBezTo>
                <a:cubicBezTo>
                  <a:pt x="13422" y="38896"/>
                  <a:pt x="13422" y="38896"/>
                  <a:pt x="13422" y="38910"/>
                </a:cubicBezTo>
                <a:cubicBezTo>
                  <a:pt x="13452" y="38852"/>
                  <a:pt x="13481" y="38822"/>
                  <a:pt x="13496" y="38763"/>
                </a:cubicBezTo>
                <a:cubicBezTo>
                  <a:pt x="13496" y="38762"/>
                  <a:pt x="13496" y="38761"/>
                  <a:pt x="13496" y="38760"/>
                </a:cubicBezTo>
                <a:close/>
                <a:moveTo>
                  <a:pt x="13216" y="38175"/>
                </a:moveTo>
                <a:cubicBezTo>
                  <a:pt x="13201" y="38278"/>
                  <a:pt x="13157" y="38381"/>
                  <a:pt x="13142" y="38484"/>
                </a:cubicBezTo>
                <a:cubicBezTo>
                  <a:pt x="13054" y="38646"/>
                  <a:pt x="12951" y="38807"/>
                  <a:pt x="12878" y="38969"/>
                </a:cubicBezTo>
                <a:cubicBezTo>
                  <a:pt x="12907" y="38852"/>
                  <a:pt x="12922" y="38719"/>
                  <a:pt x="12951" y="38616"/>
                </a:cubicBezTo>
                <a:cubicBezTo>
                  <a:pt x="13039" y="38469"/>
                  <a:pt x="13128" y="38322"/>
                  <a:pt x="13216" y="38175"/>
                </a:cubicBezTo>
                <a:close/>
                <a:moveTo>
                  <a:pt x="13422" y="38631"/>
                </a:moveTo>
                <a:lnTo>
                  <a:pt x="13260" y="38969"/>
                </a:lnTo>
                <a:lnTo>
                  <a:pt x="13201" y="39175"/>
                </a:lnTo>
                <a:cubicBezTo>
                  <a:pt x="13260" y="39072"/>
                  <a:pt x="13304" y="38940"/>
                  <a:pt x="13363" y="38837"/>
                </a:cubicBezTo>
                <a:cubicBezTo>
                  <a:pt x="13407" y="38778"/>
                  <a:pt x="13422" y="38704"/>
                  <a:pt x="13422" y="38631"/>
                </a:cubicBezTo>
                <a:close/>
                <a:moveTo>
                  <a:pt x="13290" y="38646"/>
                </a:moveTo>
                <a:lnTo>
                  <a:pt x="13290" y="38646"/>
                </a:lnTo>
                <a:cubicBezTo>
                  <a:pt x="13260" y="38749"/>
                  <a:pt x="13231" y="38852"/>
                  <a:pt x="13201" y="38940"/>
                </a:cubicBezTo>
                <a:cubicBezTo>
                  <a:pt x="13128" y="39116"/>
                  <a:pt x="13054" y="39264"/>
                  <a:pt x="12995" y="39425"/>
                </a:cubicBezTo>
                <a:cubicBezTo>
                  <a:pt x="13010" y="39308"/>
                  <a:pt x="13054" y="39205"/>
                  <a:pt x="13069" y="39087"/>
                </a:cubicBezTo>
                <a:lnTo>
                  <a:pt x="13290" y="38646"/>
                </a:lnTo>
                <a:close/>
                <a:moveTo>
                  <a:pt x="13187" y="39484"/>
                </a:moveTo>
                <a:lnTo>
                  <a:pt x="13187" y="39484"/>
                </a:lnTo>
                <a:cubicBezTo>
                  <a:pt x="13166" y="39515"/>
                  <a:pt x="13153" y="39552"/>
                  <a:pt x="13142" y="39596"/>
                </a:cubicBezTo>
                <a:lnTo>
                  <a:pt x="13142" y="39596"/>
                </a:lnTo>
                <a:cubicBezTo>
                  <a:pt x="13155" y="39559"/>
                  <a:pt x="13168" y="39522"/>
                  <a:pt x="13187" y="39484"/>
                </a:cubicBezTo>
                <a:close/>
                <a:moveTo>
                  <a:pt x="13069" y="38704"/>
                </a:moveTo>
                <a:lnTo>
                  <a:pt x="13069" y="38704"/>
                </a:lnTo>
                <a:cubicBezTo>
                  <a:pt x="13039" y="38822"/>
                  <a:pt x="13010" y="38940"/>
                  <a:pt x="12995" y="39058"/>
                </a:cubicBezTo>
                <a:cubicBezTo>
                  <a:pt x="12922" y="39264"/>
                  <a:pt x="12848" y="39440"/>
                  <a:pt x="12775" y="39632"/>
                </a:cubicBezTo>
                <a:cubicBezTo>
                  <a:pt x="12789" y="39499"/>
                  <a:pt x="12819" y="39352"/>
                  <a:pt x="12833" y="39219"/>
                </a:cubicBezTo>
                <a:cubicBezTo>
                  <a:pt x="12907" y="39058"/>
                  <a:pt x="12995" y="38866"/>
                  <a:pt x="13069" y="38704"/>
                </a:cubicBezTo>
                <a:close/>
                <a:moveTo>
                  <a:pt x="13142" y="39596"/>
                </a:moveTo>
                <a:lnTo>
                  <a:pt x="13142" y="39596"/>
                </a:lnTo>
                <a:cubicBezTo>
                  <a:pt x="13125" y="39647"/>
                  <a:pt x="13109" y="39698"/>
                  <a:pt x="13084" y="39749"/>
                </a:cubicBezTo>
                <a:cubicBezTo>
                  <a:pt x="13074" y="39786"/>
                  <a:pt x="13071" y="39829"/>
                  <a:pt x="13066" y="39870"/>
                </a:cubicBezTo>
                <a:lnTo>
                  <a:pt x="13066" y="39870"/>
                </a:lnTo>
                <a:cubicBezTo>
                  <a:pt x="13078" y="39800"/>
                  <a:pt x="13095" y="39727"/>
                  <a:pt x="13128" y="39661"/>
                </a:cubicBezTo>
                <a:cubicBezTo>
                  <a:pt x="13132" y="39638"/>
                  <a:pt x="13137" y="39616"/>
                  <a:pt x="13142" y="39596"/>
                </a:cubicBezTo>
                <a:close/>
                <a:moveTo>
                  <a:pt x="13066" y="39870"/>
                </a:moveTo>
                <a:lnTo>
                  <a:pt x="13066" y="39870"/>
                </a:lnTo>
                <a:cubicBezTo>
                  <a:pt x="13062" y="39894"/>
                  <a:pt x="13058" y="39918"/>
                  <a:pt x="13054" y="39941"/>
                </a:cubicBezTo>
                <a:cubicBezTo>
                  <a:pt x="13060" y="39919"/>
                  <a:pt x="13063" y="39894"/>
                  <a:pt x="13066" y="39870"/>
                </a:cubicBezTo>
                <a:close/>
                <a:moveTo>
                  <a:pt x="13071" y="39420"/>
                </a:moveTo>
                <a:cubicBezTo>
                  <a:pt x="13015" y="39605"/>
                  <a:pt x="12969" y="39793"/>
                  <a:pt x="12931" y="39983"/>
                </a:cubicBezTo>
                <a:lnTo>
                  <a:pt x="12931" y="39983"/>
                </a:lnTo>
                <a:cubicBezTo>
                  <a:pt x="12958" y="39894"/>
                  <a:pt x="12986" y="39807"/>
                  <a:pt x="13010" y="39720"/>
                </a:cubicBezTo>
                <a:cubicBezTo>
                  <a:pt x="13035" y="39620"/>
                  <a:pt x="13049" y="39520"/>
                  <a:pt x="13071" y="39420"/>
                </a:cubicBezTo>
                <a:close/>
                <a:moveTo>
                  <a:pt x="12936" y="39411"/>
                </a:moveTo>
                <a:lnTo>
                  <a:pt x="12936" y="39411"/>
                </a:lnTo>
                <a:cubicBezTo>
                  <a:pt x="12907" y="39558"/>
                  <a:pt x="12892" y="39705"/>
                  <a:pt x="12863" y="39823"/>
                </a:cubicBezTo>
                <a:cubicBezTo>
                  <a:pt x="12789" y="40029"/>
                  <a:pt x="12745" y="40235"/>
                  <a:pt x="12701" y="40456"/>
                </a:cubicBezTo>
                <a:cubicBezTo>
                  <a:pt x="12701" y="40308"/>
                  <a:pt x="12716" y="40147"/>
                  <a:pt x="12745" y="39999"/>
                </a:cubicBezTo>
                <a:cubicBezTo>
                  <a:pt x="12789" y="39793"/>
                  <a:pt x="12863" y="39602"/>
                  <a:pt x="12936" y="39411"/>
                </a:cubicBezTo>
                <a:close/>
                <a:moveTo>
                  <a:pt x="12936" y="40603"/>
                </a:moveTo>
                <a:lnTo>
                  <a:pt x="12936" y="40706"/>
                </a:lnTo>
                <a:cubicBezTo>
                  <a:pt x="12966" y="40691"/>
                  <a:pt x="12966" y="40647"/>
                  <a:pt x="12936" y="40603"/>
                </a:cubicBezTo>
                <a:close/>
                <a:moveTo>
                  <a:pt x="12936" y="40707"/>
                </a:moveTo>
                <a:lnTo>
                  <a:pt x="12936" y="40707"/>
                </a:lnTo>
                <a:cubicBezTo>
                  <a:pt x="12936" y="40736"/>
                  <a:pt x="12936" y="40765"/>
                  <a:pt x="12922" y="40779"/>
                </a:cubicBezTo>
                <a:cubicBezTo>
                  <a:pt x="12936" y="40765"/>
                  <a:pt x="12936" y="40750"/>
                  <a:pt x="12936" y="40707"/>
                </a:cubicBezTo>
                <a:close/>
                <a:moveTo>
                  <a:pt x="12907" y="40382"/>
                </a:moveTo>
                <a:cubicBezTo>
                  <a:pt x="12863" y="40529"/>
                  <a:pt x="12848" y="40647"/>
                  <a:pt x="12833" y="40809"/>
                </a:cubicBezTo>
                <a:lnTo>
                  <a:pt x="12833" y="41118"/>
                </a:lnTo>
                <a:cubicBezTo>
                  <a:pt x="12833" y="40985"/>
                  <a:pt x="12848" y="40838"/>
                  <a:pt x="12863" y="40706"/>
                </a:cubicBezTo>
                <a:cubicBezTo>
                  <a:pt x="12892" y="40618"/>
                  <a:pt x="12892" y="40529"/>
                  <a:pt x="12907" y="40441"/>
                </a:cubicBezTo>
                <a:lnTo>
                  <a:pt x="12907" y="40382"/>
                </a:lnTo>
                <a:close/>
                <a:moveTo>
                  <a:pt x="12775" y="40323"/>
                </a:moveTo>
                <a:cubicBezTo>
                  <a:pt x="12775" y="40411"/>
                  <a:pt x="12760" y="40485"/>
                  <a:pt x="12760" y="40588"/>
                </a:cubicBezTo>
                <a:cubicBezTo>
                  <a:pt x="12775" y="40632"/>
                  <a:pt x="12760" y="40706"/>
                  <a:pt x="12760" y="40779"/>
                </a:cubicBezTo>
                <a:cubicBezTo>
                  <a:pt x="12745" y="40985"/>
                  <a:pt x="12716" y="41191"/>
                  <a:pt x="12701" y="41368"/>
                </a:cubicBezTo>
                <a:cubicBezTo>
                  <a:pt x="12701" y="41294"/>
                  <a:pt x="12686" y="41221"/>
                  <a:pt x="12686" y="41147"/>
                </a:cubicBezTo>
                <a:cubicBezTo>
                  <a:pt x="12686" y="41074"/>
                  <a:pt x="12686" y="40985"/>
                  <a:pt x="12672" y="40912"/>
                </a:cubicBezTo>
                <a:cubicBezTo>
                  <a:pt x="12686" y="40706"/>
                  <a:pt x="12716" y="40514"/>
                  <a:pt x="12775" y="40323"/>
                </a:cubicBezTo>
                <a:close/>
                <a:moveTo>
                  <a:pt x="12907" y="41442"/>
                </a:moveTo>
                <a:lnTo>
                  <a:pt x="12907" y="41721"/>
                </a:lnTo>
                <a:cubicBezTo>
                  <a:pt x="12922" y="41780"/>
                  <a:pt x="12922" y="41854"/>
                  <a:pt x="12936" y="41913"/>
                </a:cubicBezTo>
                <a:cubicBezTo>
                  <a:pt x="12922" y="41810"/>
                  <a:pt x="12922" y="41736"/>
                  <a:pt x="12922" y="41633"/>
                </a:cubicBezTo>
                <a:cubicBezTo>
                  <a:pt x="12922" y="41574"/>
                  <a:pt x="12907" y="41515"/>
                  <a:pt x="12907" y="41442"/>
                </a:cubicBezTo>
                <a:close/>
                <a:moveTo>
                  <a:pt x="12789" y="41368"/>
                </a:moveTo>
                <a:cubicBezTo>
                  <a:pt x="12819" y="41500"/>
                  <a:pt x="12819" y="41603"/>
                  <a:pt x="12848" y="41736"/>
                </a:cubicBezTo>
                <a:cubicBezTo>
                  <a:pt x="12848" y="41883"/>
                  <a:pt x="12863" y="42030"/>
                  <a:pt x="12892" y="42177"/>
                </a:cubicBezTo>
                <a:cubicBezTo>
                  <a:pt x="12848" y="42074"/>
                  <a:pt x="12819" y="41957"/>
                  <a:pt x="12789" y="41854"/>
                </a:cubicBezTo>
                <a:cubicBezTo>
                  <a:pt x="12775" y="41692"/>
                  <a:pt x="12775" y="41515"/>
                  <a:pt x="12789" y="41368"/>
                </a:cubicBezTo>
                <a:close/>
                <a:moveTo>
                  <a:pt x="13069" y="42442"/>
                </a:moveTo>
                <a:lnTo>
                  <a:pt x="13069" y="42442"/>
                </a:lnTo>
                <a:cubicBezTo>
                  <a:pt x="13074" y="42453"/>
                  <a:pt x="13078" y="42465"/>
                  <a:pt x="13080" y="42479"/>
                </a:cubicBezTo>
                <a:lnTo>
                  <a:pt x="13080" y="42479"/>
                </a:lnTo>
                <a:cubicBezTo>
                  <a:pt x="13081" y="42464"/>
                  <a:pt x="13077" y="42451"/>
                  <a:pt x="13069" y="42442"/>
                </a:cubicBezTo>
                <a:close/>
                <a:moveTo>
                  <a:pt x="13080" y="42479"/>
                </a:moveTo>
                <a:cubicBezTo>
                  <a:pt x="13079" y="42490"/>
                  <a:pt x="13075" y="42503"/>
                  <a:pt x="13069" y="42516"/>
                </a:cubicBezTo>
                <a:cubicBezTo>
                  <a:pt x="13084" y="42531"/>
                  <a:pt x="13084" y="42531"/>
                  <a:pt x="13084" y="42545"/>
                </a:cubicBezTo>
                <a:cubicBezTo>
                  <a:pt x="13084" y="42527"/>
                  <a:pt x="13084" y="42502"/>
                  <a:pt x="13080" y="42479"/>
                </a:cubicBezTo>
                <a:close/>
                <a:moveTo>
                  <a:pt x="13288" y="43187"/>
                </a:moveTo>
                <a:cubicBezTo>
                  <a:pt x="13291" y="43195"/>
                  <a:pt x="13295" y="43203"/>
                  <a:pt x="13299" y="43211"/>
                </a:cubicBezTo>
                <a:lnTo>
                  <a:pt x="13299" y="43211"/>
                </a:lnTo>
                <a:cubicBezTo>
                  <a:pt x="13296" y="43202"/>
                  <a:pt x="13292" y="43194"/>
                  <a:pt x="13288" y="43187"/>
                </a:cubicBezTo>
                <a:close/>
                <a:moveTo>
                  <a:pt x="13231" y="35114"/>
                </a:moveTo>
                <a:cubicBezTo>
                  <a:pt x="13231" y="35187"/>
                  <a:pt x="13260" y="35290"/>
                  <a:pt x="13260" y="35364"/>
                </a:cubicBezTo>
                <a:cubicBezTo>
                  <a:pt x="12201" y="36276"/>
                  <a:pt x="11435" y="37306"/>
                  <a:pt x="10950" y="38395"/>
                </a:cubicBezTo>
                <a:cubicBezTo>
                  <a:pt x="9993" y="40559"/>
                  <a:pt x="10287" y="43090"/>
                  <a:pt x="11671" y="44606"/>
                </a:cubicBezTo>
                <a:cubicBezTo>
                  <a:pt x="11612" y="44606"/>
                  <a:pt x="11583" y="44606"/>
                  <a:pt x="11538" y="44591"/>
                </a:cubicBezTo>
                <a:cubicBezTo>
                  <a:pt x="10096" y="43016"/>
                  <a:pt x="9817" y="40382"/>
                  <a:pt x="10861" y="38130"/>
                </a:cubicBezTo>
                <a:cubicBezTo>
                  <a:pt x="11376" y="37056"/>
                  <a:pt x="12171" y="36041"/>
                  <a:pt x="13231" y="35114"/>
                </a:cubicBezTo>
                <a:close/>
                <a:moveTo>
                  <a:pt x="13260" y="35452"/>
                </a:moveTo>
                <a:cubicBezTo>
                  <a:pt x="13260" y="35526"/>
                  <a:pt x="13260" y="35614"/>
                  <a:pt x="13275" y="35688"/>
                </a:cubicBezTo>
                <a:cubicBezTo>
                  <a:pt x="12274" y="36615"/>
                  <a:pt x="11538" y="37615"/>
                  <a:pt x="11097" y="38690"/>
                </a:cubicBezTo>
                <a:cubicBezTo>
                  <a:pt x="10243" y="40779"/>
                  <a:pt x="10567" y="43208"/>
                  <a:pt x="11906" y="44679"/>
                </a:cubicBezTo>
                <a:cubicBezTo>
                  <a:pt x="11877" y="44679"/>
                  <a:pt x="11818" y="44665"/>
                  <a:pt x="11789" y="44665"/>
                </a:cubicBezTo>
                <a:cubicBezTo>
                  <a:pt x="10361" y="43163"/>
                  <a:pt x="10052" y="40618"/>
                  <a:pt x="11009" y="38425"/>
                </a:cubicBezTo>
                <a:cubicBezTo>
                  <a:pt x="11480" y="37365"/>
                  <a:pt x="12245" y="36350"/>
                  <a:pt x="13260" y="35452"/>
                </a:cubicBezTo>
                <a:close/>
                <a:moveTo>
                  <a:pt x="13275" y="35776"/>
                </a:moveTo>
                <a:lnTo>
                  <a:pt x="13275" y="36041"/>
                </a:lnTo>
                <a:cubicBezTo>
                  <a:pt x="12333" y="36953"/>
                  <a:pt x="11656" y="37954"/>
                  <a:pt x="11244" y="38999"/>
                </a:cubicBezTo>
                <a:cubicBezTo>
                  <a:pt x="10861" y="39999"/>
                  <a:pt x="10758" y="41118"/>
                  <a:pt x="10920" y="42148"/>
                </a:cubicBezTo>
                <a:cubicBezTo>
                  <a:pt x="11082" y="43193"/>
                  <a:pt x="11524" y="44091"/>
                  <a:pt x="12186" y="44797"/>
                </a:cubicBezTo>
                <a:cubicBezTo>
                  <a:pt x="12127" y="44782"/>
                  <a:pt x="12098" y="44753"/>
                  <a:pt x="12039" y="44738"/>
                </a:cubicBezTo>
                <a:cubicBezTo>
                  <a:pt x="10641" y="43311"/>
                  <a:pt x="10273" y="40838"/>
                  <a:pt x="11156" y="38719"/>
                </a:cubicBezTo>
                <a:cubicBezTo>
                  <a:pt x="11597" y="37674"/>
                  <a:pt x="12304" y="36688"/>
                  <a:pt x="13275" y="35776"/>
                </a:cubicBezTo>
                <a:close/>
                <a:moveTo>
                  <a:pt x="13245" y="36129"/>
                </a:moveTo>
                <a:cubicBezTo>
                  <a:pt x="13245" y="36217"/>
                  <a:pt x="13245" y="36291"/>
                  <a:pt x="13231" y="36394"/>
                </a:cubicBezTo>
                <a:cubicBezTo>
                  <a:pt x="12362" y="37292"/>
                  <a:pt x="11744" y="38263"/>
                  <a:pt x="11376" y="39293"/>
                </a:cubicBezTo>
                <a:cubicBezTo>
                  <a:pt x="10788" y="40985"/>
                  <a:pt x="10906" y="43340"/>
                  <a:pt x="12421" y="44871"/>
                </a:cubicBezTo>
                <a:cubicBezTo>
                  <a:pt x="12407" y="44856"/>
                  <a:pt x="12348" y="44826"/>
                  <a:pt x="12304" y="44812"/>
                </a:cubicBezTo>
                <a:cubicBezTo>
                  <a:pt x="10920" y="43428"/>
                  <a:pt x="10508" y="41074"/>
                  <a:pt x="11303" y="39013"/>
                </a:cubicBezTo>
                <a:cubicBezTo>
                  <a:pt x="11686" y="37983"/>
                  <a:pt x="12348" y="37012"/>
                  <a:pt x="13245" y="36129"/>
                </a:cubicBezTo>
                <a:close/>
                <a:moveTo>
                  <a:pt x="13231" y="36497"/>
                </a:moveTo>
                <a:cubicBezTo>
                  <a:pt x="13231" y="36585"/>
                  <a:pt x="13216" y="36674"/>
                  <a:pt x="13216" y="36777"/>
                </a:cubicBezTo>
                <a:cubicBezTo>
                  <a:pt x="12421" y="37660"/>
                  <a:pt x="11862" y="38616"/>
                  <a:pt x="11538" y="39602"/>
                </a:cubicBezTo>
                <a:cubicBezTo>
                  <a:pt x="11024" y="41234"/>
                  <a:pt x="11199" y="43496"/>
                  <a:pt x="12710" y="44968"/>
                </a:cubicBezTo>
                <a:lnTo>
                  <a:pt x="12710" y="44968"/>
                </a:lnTo>
                <a:cubicBezTo>
                  <a:pt x="12667" y="44927"/>
                  <a:pt x="12610" y="44899"/>
                  <a:pt x="12554" y="44885"/>
                </a:cubicBezTo>
                <a:cubicBezTo>
                  <a:pt x="10994" y="43384"/>
                  <a:pt x="10861" y="41000"/>
                  <a:pt x="11450" y="39308"/>
                </a:cubicBezTo>
                <a:cubicBezTo>
                  <a:pt x="11803" y="38322"/>
                  <a:pt x="12392" y="37365"/>
                  <a:pt x="13231" y="36497"/>
                </a:cubicBezTo>
                <a:close/>
                <a:moveTo>
                  <a:pt x="13201" y="36850"/>
                </a:moveTo>
                <a:lnTo>
                  <a:pt x="13201" y="36850"/>
                </a:lnTo>
                <a:cubicBezTo>
                  <a:pt x="13187" y="36938"/>
                  <a:pt x="13187" y="37027"/>
                  <a:pt x="13157" y="37115"/>
                </a:cubicBezTo>
                <a:cubicBezTo>
                  <a:pt x="12451" y="37983"/>
                  <a:pt x="11965" y="38881"/>
                  <a:pt x="11686" y="39838"/>
                </a:cubicBezTo>
                <a:cubicBezTo>
                  <a:pt x="11244" y="41442"/>
                  <a:pt x="11494" y="43620"/>
                  <a:pt x="12981" y="44988"/>
                </a:cubicBezTo>
                <a:cubicBezTo>
                  <a:pt x="12970" y="44991"/>
                  <a:pt x="12959" y="44992"/>
                  <a:pt x="12948" y="44992"/>
                </a:cubicBezTo>
                <a:cubicBezTo>
                  <a:pt x="12901" y="44992"/>
                  <a:pt x="12855" y="44968"/>
                  <a:pt x="12819" y="44944"/>
                </a:cubicBezTo>
                <a:cubicBezTo>
                  <a:pt x="11273" y="43502"/>
                  <a:pt x="11097" y="41236"/>
                  <a:pt x="11612" y="39587"/>
                </a:cubicBezTo>
                <a:cubicBezTo>
                  <a:pt x="11906" y="38631"/>
                  <a:pt x="12451" y="37704"/>
                  <a:pt x="13201" y="36850"/>
                </a:cubicBezTo>
                <a:close/>
                <a:moveTo>
                  <a:pt x="13142" y="37292"/>
                </a:moveTo>
                <a:lnTo>
                  <a:pt x="13142" y="37292"/>
                </a:lnTo>
                <a:cubicBezTo>
                  <a:pt x="13128" y="37380"/>
                  <a:pt x="13113" y="37498"/>
                  <a:pt x="13084" y="37586"/>
                </a:cubicBezTo>
                <a:cubicBezTo>
                  <a:pt x="12480" y="38410"/>
                  <a:pt x="12053" y="39278"/>
                  <a:pt x="11833" y="40176"/>
                </a:cubicBezTo>
                <a:cubicBezTo>
                  <a:pt x="11465" y="41721"/>
                  <a:pt x="11789" y="43826"/>
                  <a:pt x="13231" y="45121"/>
                </a:cubicBezTo>
                <a:lnTo>
                  <a:pt x="13069" y="45018"/>
                </a:lnTo>
                <a:cubicBezTo>
                  <a:pt x="11568" y="43649"/>
                  <a:pt x="11318" y="41486"/>
                  <a:pt x="11759" y="39896"/>
                </a:cubicBezTo>
                <a:cubicBezTo>
                  <a:pt x="12024" y="38999"/>
                  <a:pt x="12480" y="38116"/>
                  <a:pt x="13142" y="37292"/>
                </a:cubicBezTo>
                <a:close/>
                <a:moveTo>
                  <a:pt x="13069" y="37733"/>
                </a:moveTo>
                <a:cubicBezTo>
                  <a:pt x="13054" y="37836"/>
                  <a:pt x="13039" y="37954"/>
                  <a:pt x="13010" y="38042"/>
                </a:cubicBezTo>
                <a:cubicBezTo>
                  <a:pt x="12495" y="38807"/>
                  <a:pt x="12171" y="39632"/>
                  <a:pt x="12009" y="40456"/>
                </a:cubicBezTo>
                <a:cubicBezTo>
                  <a:pt x="11656" y="42280"/>
                  <a:pt x="12245" y="44120"/>
                  <a:pt x="13525" y="45180"/>
                </a:cubicBezTo>
                <a:cubicBezTo>
                  <a:pt x="13452" y="45165"/>
                  <a:pt x="13378" y="45121"/>
                  <a:pt x="13334" y="45091"/>
                </a:cubicBezTo>
                <a:cubicBezTo>
                  <a:pt x="11862" y="43826"/>
                  <a:pt x="11538" y="41721"/>
                  <a:pt x="11906" y="40191"/>
                </a:cubicBezTo>
                <a:cubicBezTo>
                  <a:pt x="12112" y="39352"/>
                  <a:pt x="12495" y="38513"/>
                  <a:pt x="13069" y="37733"/>
                </a:cubicBezTo>
                <a:close/>
                <a:moveTo>
                  <a:pt x="12863" y="38793"/>
                </a:moveTo>
                <a:lnTo>
                  <a:pt x="12863" y="38793"/>
                </a:lnTo>
                <a:cubicBezTo>
                  <a:pt x="12848" y="38925"/>
                  <a:pt x="12804" y="39072"/>
                  <a:pt x="12789" y="39205"/>
                </a:cubicBezTo>
                <a:cubicBezTo>
                  <a:pt x="12524" y="39808"/>
                  <a:pt x="12348" y="40441"/>
                  <a:pt x="12274" y="41059"/>
                </a:cubicBezTo>
                <a:cubicBezTo>
                  <a:pt x="12123" y="42693"/>
                  <a:pt x="12754" y="44289"/>
                  <a:pt x="13903" y="45248"/>
                </a:cubicBezTo>
                <a:lnTo>
                  <a:pt x="13903" y="45248"/>
                </a:lnTo>
                <a:cubicBezTo>
                  <a:pt x="13890" y="45240"/>
                  <a:pt x="13877" y="45232"/>
                  <a:pt x="13864" y="45224"/>
                </a:cubicBezTo>
                <a:lnTo>
                  <a:pt x="13864" y="45238"/>
                </a:lnTo>
                <a:cubicBezTo>
                  <a:pt x="12613" y="44238"/>
                  <a:pt x="11965" y="42516"/>
                  <a:pt x="12215" y="40765"/>
                </a:cubicBezTo>
                <a:cubicBezTo>
                  <a:pt x="12318" y="40102"/>
                  <a:pt x="12539" y="39440"/>
                  <a:pt x="12863" y="38793"/>
                </a:cubicBezTo>
                <a:close/>
                <a:moveTo>
                  <a:pt x="12966" y="38233"/>
                </a:moveTo>
                <a:cubicBezTo>
                  <a:pt x="12966" y="38263"/>
                  <a:pt x="12936" y="38278"/>
                  <a:pt x="12936" y="38322"/>
                </a:cubicBezTo>
                <a:cubicBezTo>
                  <a:pt x="12922" y="38410"/>
                  <a:pt x="12907" y="38484"/>
                  <a:pt x="12892" y="38572"/>
                </a:cubicBezTo>
                <a:cubicBezTo>
                  <a:pt x="12495" y="39293"/>
                  <a:pt x="12245" y="40014"/>
                  <a:pt x="12127" y="40765"/>
                </a:cubicBezTo>
                <a:cubicBezTo>
                  <a:pt x="11877" y="42531"/>
                  <a:pt x="12524" y="44297"/>
                  <a:pt x="13805" y="45283"/>
                </a:cubicBezTo>
                <a:cubicBezTo>
                  <a:pt x="13731" y="45238"/>
                  <a:pt x="13658" y="45194"/>
                  <a:pt x="13584" y="45165"/>
                </a:cubicBezTo>
                <a:cubicBezTo>
                  <a:pt x="12318" y="44091"/>
                  <a:pt x="11715" y="42280"/>
                  <a:pt x="12053" y="40470"/>
                </a:cubicBezTo>
                <a:cubicBezTo>
                  <a:pt x="12201" y="39705"/>
                  <a:pt x="12524" y="38940"/>
                  <a:pt x="12966" y="38233"/>
                </a:cubicBezTo>
                <a:close/>
                <a:moveTo>
                  <a:pt x="12716" y="39499"/>
                </a:moveTo>
                <a:lnTo>
                  <a:pt x="12716" y="39499"/>
                </a:lnTo>
                <a:cubicBezTo>
                  <a:pt x="12701" y="39661"/>
                  <a:pt x="12686" y="39808"/>
                  <a:pt x="12672" y="39970"/>
                </a:cubicBezTo>
                <a:cubicBezTo>
                  <a:pt x="12539" y="40441"/>
                  <a:pt x="12451" y="40897"/>
                  <a:pt x="12421" y="41353"/>
                </a:cubicBezTo>
                <a:cubicBezTo>
                  <a:pt x="12380" y="42586"/>
                  <a:pt x="12785" y="44239"/>
                  <a:pt x="14099" y="45293"/>
                </a:cubicBezTo>
                <a:lnTo>
                  <a:pt x="14099" y="45293"/>
                </a:lnTo>
                <a:lnTo>
                  <a:pt x="14099" y="45312"/>
                </a:lnTo>
                <a:cubicBezTo>
                  <a:pt x="12863" y="44385"/>
                  <a:pt x="12186" y="42737"/>
                  <a:pt x="12348" y="41059"/>
                </a:cubicBezTo>
                <a:cubicBezTo>
                  <a:pt x="12407" y="40529"/>
                  <a:pt x="12539" y="40014"/>
                  <a:pt x="12716" y="39499"/>
                </a:cubicBezTo>
                <a:close/>
                <a:moveTo>
                  <a:pt x="13599" y="43899"/>
                </a:moveTo>
                <a:cubicBezTo>
                  <a:pt x="13628" y="43929"/>
                  <a:pt x="13643" y="43943"/>
                  <a:pt x="13672" y="43988"/>
                </a:cubicBezTo>
                <a:cubicBezTo>
                  <a:pt x="13996" y="44517"/>
                  <a:pt x="14379" y="44959"/>
                  <a:pt x="14835" y="45327"/>
                </a:cubicBezTo>
                <a:cubicBezTo>
                  <a:pt x="14335" y="44944"/>
                  <a:pt x="13922" y="44458"/>
                  <a:pt x="13599" y="43899"/>
                </a:cubicBezTo>
                <a:close/>
                <a:moveTo>
                  <a:pt x="12613" y="40367"/>
                </a:moveTo>
                <a:cubicBezTo>
                  <a:pt x="12598" y="40544"/>
                  <a:pt x="12598" y="40735"/>
                  <a:pt x="12598" y="40912"/>
                </a:cubicBezTo>
                <a:cubicBezTo>
                  <a:pt x="12598" y="41147"/>
                  <a:pt x="12569" y="41412"/>
                  <a:pt x="12569" y="41648"/>
                </a:cubicBezTo>
                <a:cubicBezTo>
                  <a:pt x="12582" y="42820"/>
                  <a:pt x="13063" y="44385"/>
                  <a:pt x="14351" y="45369"/>
                </a:cubicBezTo>
                <a:lnTo>
                  <a:pt x="14351" y="45369"/>
                </a:lnTo>
                <a:lnTo>
                  <a:pt x="14335" y="45386"/>
                </a:lnTo>
                <a:cubicBezTo>
                  <a:pt x="12892" y="44355"/>
                  <a:pt x="12421" y="42648"/>
                  <a:pt x="12480" y="41353"/>
                </a:cubicBezTo>
                <a:cubicBezTo>
                  <a:pt x="12495" y="41015"/>
                  <a:pt x="12539" y="40691"/>
                  <a:pt x="12613" y="40367"/>
                </a:cubicBezTo>
                <a:close/>
                <a:moveTo>
                  <a:pt x="12642" y="41412"/>
                </a:moveTo>
                <a:cubicBezTo>
                  <a:pt x="12672" y="41559"/>
                  <a:pt x="12701" y="41707"/>
                  <a:pt x="12716" y="41868"/>
                </a:cubicBezTo>
                <a:lnTo>
                  <a:pt x="12716" y="41957"/>
                </a:lnTo>
                <a:cubicBezTo>
                  <a:pt x="12833" y="43384"/>
                  <a:pt x="13525" y="44679"/>
                  <a:pt x="14614" y="45459"/>
                </a:cubicBezTo>
                <a:lnTo>
                  <a:pt x="14614" y="45474"/>
                </a:lnTo>
                <a:cubicBezTo>
                  <a:pt x="13201" y="44517"/>
                  <a:pt x="12672" y="42899"/>
                  <a:pt x="12642" y="41662"/>
                </a:cubicBezTo>
                <a:lnTo>
                  <a:pt x="12642" y="41412"/>
                </a:lnTo>
                <a:close/>
                <a:moveTo>
                  <a:pt x="12848" y="42310"/>
                </a:moveTo>
                <a:lnTo>
                  <a:pt x="12951" y="42648"/>
                </a:lnTo>
                <a:cubicBezTo>
                  <a:pt x="13216" y="43855"/>
                  <a:pt x="13922" y="44885"/>
                  <a:pt x="14879" y="45533"/>
                </a:cubicBezTo>
                <a:cubicBezTo>
                  <a:pt x="13805" y="44856"/>
                  <a:pt x="13054" y="43649"/>
                  <a:pt x="12848" y="42310"/>
                </a:cubicBezTo>
                <a:close/>
                <a:moveTo>
                  <a:pt x="13157" y="43119"/>
                </a:moveTo>
                <a:cubicBezTo>
                  <a:pt x="13201" y="43208"/>
                  <a:pt x="13231" y="43281"/>
                  <a:pt x="13290" y="43355"/>
                </a:cubicBezTo>
                <a:cubicBezTo>
                  <a:pt x="13658" y="44297"/>
                  <a:pt x="14305" y="45091"/>
                  <a:pt x="15114" y="45606"/>
                </a:cubicBezTo>
                <a:cubicBezTo>
                  <a:pt x="14187" y="45077"/>
                  <a:pt x="13510" y="44164"/>
                  <a:pt x="13157" y="43119"/>
                </a:cubicBezTo>
                <a:close/>
                <a:moveTo>
                  <a:pt x="13982" y="45753"/>
                </a:moveTo>
                <a:cubicBezTo>
                  <a:pt x="14331" y="46075"/>
                  <a:pt x="14633" y="46440"/>
                  <a:pt x="14871" y="46863"/>
                </a:cubicBezTo>
                <a:lnTo>
                  <a:pt x="14871" y="46863"/>
                </a:lnTo>
                <a:cubicBezTo>
                  <a:pt x="14862" y="46854"/>
                  <a:pt x="14850" y="46848"/>
                  <a:pt x="14835" y="46843"/>
                </a:cubicBezTo>
                <a:cubicBezTo>
                  <a:pt x="14597" y="46423"/>
                  <a:pt x="14315" y="46064"/>
                  <a:pt x="13982" y="45753"/>
                </a:cubicBezTo>
                <a:close/>
                <a:moveTo>
                  <a:pt x="15129" y="47372"/>
                </a:moveTo>
                <a:cubicBezTo>
                  <a:pt x="15144" y="47402"/>
                  <a:pt x="15173" y="47431"/>
                  <a:pt x="15188" y="47461"/>
                </a:cubicBezTo>
                <a:cubicBezTo>
                  <a:pt x="15203" y="47519"/>
                  <a:pt x="15247" y="47593"/>
                  <a:pt x="15262" y="47637"/>
                </a:cubicBezTo>
                <a:cubicBezTo>
                  <a:pt x="15217" y="47622"/>
                  <a:pt x="15203" y="47593"/>
                  <a:pt x="15203" y="47549"/>
                </a:cubicBezTo>
                <a:cubicBezTo>
                  <a:pt x="15188" y="47490"/>
                  <a:pt x="15144" y="47446"/>
                  <a:pt x="15129" y="47372"/>
                </a:cubicBezTo>
                <a:close/>
                <a:moveTo>
                  <a:pt x="13407" y="45224"/>
                </a:moveTo>
                <a:lnTo>
                  <a:pt x="13407" y="45224"/>
                </a:lnTo>
                <a:cubicBezTo>
                  <a:pt x="14320" y="45754"/>
                  <a:pt x="14997" y="46651"/>
                  <a:pt x="15350" y="47696"/>
                </a:cubicBezTo>
                <a:cubicBezTo>
                  <a:pt x="15306" y="47608"/>
                  <a:pt x="15276" y="47534"/>
                  <a:pt x="15217" y="47461"/>
                </a:cubicBezTo>
                <a:cubicBezTo>
                  <a:pt x="14850" y="46504"/>
                  <a:pt x="14217" y="45709"/>
                  <a:pt x="13407" y="45224"/>
                </a:cubicBezTo>
                <a:close/>
                <a:moveTo>
                  <a:pt x="15424" y="48256"/>
                </a:moveTo>
                <a:lnTo>
                  <a:pt x="15424" y="48256"/>
                </a:lnTo>
                <a:cubicBezTo>
                  <a:pt x="15424" y="48270"/>
                  <a:pt x="15424" y="48270"/>
                  <a:pt x="15438" y="48285"/>
                </a:cubicBezTo>
                <a:cubicBezTo>
                  <a:pt x="15433" y="48302"/>
                  <a:pt x="15429" y="48314"/>
                  <a:pt x="15428" y="48324"/>
                </a:cubicBezTo>
                <a:lnTo>
                  <a:pt x="15428" y="48324"/>
                </a:lnTo>
                <a:cubicBezTo>
                  <a:pt x="15424" y="48301"/>
                  <a:pt x="15424" y="48275"/>
                  <a:pt x="15424" y="48256"/>
                </a:cubicBezTo>
                <a:close/>
                <a:moveTo>
                  <a:pt x="13658" y="45268"/>
                </a:moveTo>
                <a:cubicBezTo>
                  <a:pt x="14732" y="45960"/>
                  <a:pt x="15482" y="47152"/>
                  <a:pt x="15688" y="48491"/>
                </a:cubicBezTo>
                <a:lnTo>
                  <a:pt x="15571" y="48167"/>
                </a:lnTo>
                <a:cubicBezTo>
                  <a:pt x="15291" y="46960"/>
                  <a:pt x="14599" y="45915"/>
                  <a:pt x="13658" y="45268"/>
                </a:cubicBezTo>
                <a:close/>
                <a:moveTo>
                  <a:pt x="15409" y="47961"/>
                </a:moveTo>
                <a:lnTo>
                  <a:pt x="15409" y="47961"/>
                </a:lnTo>
                <a:cubicBezTo>
                  <a:pt x="15438" y="48035"/>
                  <a:pt x="15468" y="48108"/>
                  <a:pt x="15497" y="48182"/>
                </a:cubicBezTo>
                <a:lnTo>
                  <a:pt x="15556" y="48505"/>
                </a:lnTo>
                <a:cubicBezTo>
                  <a:pt x="15541" y="48432"/>
                  <a:pt x="15512" y="48344"/>
                  <a:pt x="15482" y="48270"/>
                </a:cubicBezTo>
                <a:cubicBezTo>
                  <a:pt x="15468" y="48167"/>
                  <a:pt x="15424" y="48064"/>
                  <a:pt x="15409" y="47961"/>
                </a:cubicBezTo>
                <a:close/>
                <a:moveTo>
                  <a:pt x="15585" y="48903"/>
                </a:moveTo>
                <a:lnTo>
                  <a:pt x="15585" y="48903"/>
                </a:lnTo>
                <a:cubicBezTo>
                  <a:pt x="15615" y="48947"/>
                  <a:pt x="15615" y="49021"/>
                  <a:pt x="15630" y="49079"/>
                </a:cubicBezTo>
                <a:lnTo>
                  <a:pt x="15630" y="49359"/>
                </a:lnTo>
                <a:cubicBezTo>
                  <a:pt x="15630" y="49300"/>
                  <a:pt x="15615" y="49227"/>
                  <a:pt x="15615" y="49168"/>
                </a:cubicBezTo>
                <a:cubicBezTo>
                  <a:pt x="15585" y="49079"/>
                  <a:pt x="15585" y="48991"/>
                  <a:pt x="15585" y="48903"/>
                </a:cubicBezTo>
                <a:close/>
                <a:moveTo>
                  <a:pt x="13893" y="45341"/>
                </a:moveTo>
                <a:cubicBezTo>
                  <a:pt x="15321" y="46298"/>
                  <a:pt x="15850" y="47917"/>
                  <a:pt x="15865" y="49153"/>
                </a:cubicBezTo>
                <a:lnTo>
                  <a:pt x="15865" y="49403"/>
                </a:lnTo>
                <a:cubicBezTo>
                  <a:pt x="15850" y="49271"/>
                  <a:pt x="15806" y="49094"/>
                  <a:pt x="15791" y="48947"/>
                </a:cubicBezTo>
                <a:lnTo>
                  <a:pt x="15791" y="48859"/>
                </a:lnTo>
                <a:cubicBezTo>
                  <a:pt x="15688" y="47446"/>
                  <a:pt x="14982" y="46136"/>
                  <a:pt x="13893" y="45371"/>
                </a:cubicBezTo>
                <a:lnTo>
                  <a:pt x="13893" y="45341"/>
                </a:lnTo>
                <a:close/>
                <a:moveTo>
                  <a:pt x="15630" y="48623"/>
                </a:moveTo>
                <a:cubicBezTo>
                  <a:pt x="15659" y="48726"/>
                  <a:pt x="15703" y="48844"/>
                  <a:pt x="15718" y="48947"/>
                </a:cubicBezTo>
                <a:cubicBezTo>
                  <a:pt x="15733" y="49109"/>
                  <a:pt x="15733" y="49285"/>
                  <a:pt x="15718" y="49433"/>
                </a:cubicBezTo>
                <a:cubicBezTo>
                  <a:pt x="15703" y="49300"/>
                  <a:pt x="15703" y="49197"/>
                  <a:pt x="15659" y="49065"/>
                </a:cubicBezTo>
                <a:cubicBezTo>
                  <a:pt x="15659" y="48918"/>
                  <a:pt x="15644" y="48770"/>
                  <a:pt x="15630" y="48623"/>
                </a:cubicBezTo>
                <a:close/>
                <a:moveTo>
                  <a:pt x="15585" y="50021"/>
                </a:moveTo>
                <a:lnTo>
                  <a:pt x="15585" y="50021"/>
                </a:lnTo>
                <a:cubicBezTo>
                  <a:pt x="15571" y="50036"/>
                  <a:pt x="15571" y="50080"/>
                  <a:pt x="15571" y="50095"/>
                </a:cubicBezTo>
                <a:lnTo>
                  <a:pt x="15571" y="50198"/>
                </a:lnTo>
                <a:cubicBezTo>
                  <a:pt x="15556" y="50168"/>
                  <a:pt x="15556" y="50124"/>
                  <a:pt x="15571" y="50095"/>
                </a:cubicBezTo>
                <a:cubicBezTo>
                  <a:pt x="15571" y="50065"/>
                  <a:pt x="15571" y="50036"/>
                  <a:pt x="15585" y="50021"/>
                </a:cubicBezTo>
                <a:close/>
                <a:moveTo>
                  <a:pt x="14173" y="45415"/>
                </a:moveTo>
                <a:cubicBezTo>
                  <a:pt x="15630" y="46445"/>
                  <a:pt x="16086" y="48167"/>
                  <a:pt x="16027" y="49447"/>
                </a:cubicBezTo>
                <a:cubicBezTo>
                  <a:pt x="16012" y="49786"/>
                  <a:pt x="15983" y="50110"/>
                  <a:pt x="15894" y="50433"/>
                </a:cubicBezTo>
                <a:cubicBezTo>
                  <a:pt x="15924" y="50257"/>
                  <a:pt x="15924" y="50065"/>
                  <a:pt x="15924" y="49889"/>
                </a:cubicBezTo>
                <a:cubicBezTo>
                  <a:pt x="15953" y="49653"/>
                  <a:pt x="15953" y="49388"/>
                  <a:pt x="15953" y="49153"/>
                </a:cubicBezTo>
                <a:cubicBezTo>
                  <a:pt x="15940" y="47974"/>
                  <a:pt x="15467" y="46400"/>
                  <a:pt x="14166" y="45429"/>
                </a:cubicBezTo>
                <a:lnTo>
                  <a:pt x="14166" y="45429"/>
                </a:lnTo>
                <a:lnTo>
                  <a:pt x="14173" y="45415"/>
                </a:lnTo>
                <a:close/>
                <a:moveTo>
                  <a:pt x="15688" y="49712"/>
                </a:moveTo>
                <a:lnTo>
                  <a:pt x="15688" y="50021"/>
                </a:lnTo>
                <a:cubicBezTo>
                  <a:pt x="15659" y="50168"/>
                  <a:pt x="15644" y="50301"/>
                  <a:pt x="15615" y="50448"/>
                </a:cubicBezTo>
                <a:lnTo>
                  <a:pt x="15615" y="50389"/>
                </a:lnTo>
                <a:cubicBezTo>
                  <a:pt x="15630" y="50271"/>
                  <a:pt x="15630" y="50198"/>
                  <a:pt x="15644" y="50110"/>
                </a:cubicBezTo>
                <a:cubicBezTo>
                  <a:pt x="15659" y="49977"/>
                  <a:pt x="15688" y="49830"/>
                  <a:pt x="15688" y="49712"/>
                </a:cubicBezTo>
                <a:close/>
                <a:moveTo>
                  <a:pt x="15806" y="49433"/>
                </a:moveTo>
                <a:cubicBezTo>
                  <a:pt x="15806" y="49506"/>
                  <a:pt x="15836" y="49580"/>
                  <a:pt x="15836" y="49653"/>
                </a:cubicBezTo>
                <a:cubicBezTo>
                  <a:pt x="15836" y="49727"/>
                  <a:pt x="15836" y="49815"/>
                  <a:pt x="15850" y="49889"/>
                </a:cubicBezTo>
                <a:cubicBezTo>
                  <a:pt x="15836" y="50095"/>
                  <a:pt x="15791" y="50301"/>
                  <a:pt x="15733" y="50477"/>
                </a:cubicBezTo>
                <a:cubicBezTo>
                  <a:pt x="15733" y="50389"/>
                  <a:pt x="15762" y="50316"/>
                  <a:pt x="15762" y="50227"/>
                </a:cubicBezTo>
                <a:cubicBezTo>
                  <a:pt x="15733" y="50168"/>
                  <a:pt x="15762" y="50095"/>
                  <a:pt x="15762" y="50021"/>
                </a:cubicBezTo>
                <a:cubicBezTo>
                  <a:pt x="15777" y="49815"/>
                  <a:pt x="15791" y="49609"/>
                  <a:pt x="15806" y="49433"/>
                </a:cubicBezTo>
                <a:close/>
                <a:moveTo>
                  <a:pt x="14408" y="45489"/>
                </a:moveTo>
                <a:cubicBezTo>
                  <a:pt x="15644" y="46416"/>
                  <a:pt x="16321" y="48064"/>
                  <a:pt x="16159" y="49742"/>
                </a:cubicBezTo>
                <a:cubicBezTo>
                  <a:pt x="16100" y="50271"/>
                  <a:pt x="15983" y="50787"/>
                  <a:pt x="15791" y="51302"/>
                </a:cubicBezTo>
                <a:cubicBezTo>
                  <a:pt x="15806" y="51140"/>
                  <a:pt x="15836" y="50993"/>
                  <a:pt x="15850" y="50831"/>
                </a:cubicBezTo>
                <a:cubicBezTo>
                  <a:pt x="15983" y="50374"/>
                  <a:pt x="16071" y="49904"/>
                  <a:pt x="16086" y="49447"/>
                </a:cubicBezTo>
                <a:cubicBezTo>
                  <a:pt x="16141" y="48215"/>
                  <a:pt x="15724" y="46574"/>
                  <a:pt x="14408" y="45510"/>
                </a:cubicBezTo>
                <a:lnTo>
                  <a:pt x="14408" y="45510"/>
                </a:lnTo>
                <a:lnTo>
                  <a:pt x="14408" y="45489"/>
                </a:lnTo>
                <a:close/>
                <a:moveTo>
                  <a:pt x="15434" y="51008"/>
                </a:moveTo>
                <a:cubicBezTo>
                  <a:pt x="15431" y="51028"/>
                  <a:pt x="15428" y="51048"/>
                  <a:pt x="15424" y="51066"/>
                </a:cubicBezTo>
                <a:cubicBezTo>
                  <a:pt x="15394" y="51154"/>
                  <a:pt x="15365" y="51257"/>
                  <a:pt x="15335" y="51346"/>
                </a:cubicBezTo>
                <a:cubicBezTo>
                  <a:pt x="15350" y="51287"/>
                  <a:pt x="15365" y="51213"/>
                  <a:pt x="15394" y="51154"/>
                </a:cubicBezTo>
                <a:cubicBezTo>
                  <a:pt x="15410" y="51106"/>
                  <a:pt x="15422" y="51057"/>
                  <a:pt x="15434" y="51008"/>
                </a:cubicBezTo>
                <a:close/>
                <a:moveTo>
                  <a:pt x="15644" y="50580"/>
                </a:moveTo>
                <a:lnTo>
                  <a:pt x="15644" y="50580"/>
                </a:lnTo>
                <a:cubicBezTo>
                  <a:pt x="15630" y="50713"/>
                  <a:pt x="15615" y="50845"/>
                  <a:pt x="15585" y="50948"/>
                </a:cubicBezTo>
                <a:cubicBezTo>
                  <a:pt x="15546" y="51105"/>
                  <a:pt x="15496" y="51238"/>
                  <a:pt x="15444" y="51379"/>
                </a:cubicBezTo>
                <a:lnTo>
                  <a:pt x="15444" y="51379"/>
                </a:lnTo>
                <a:cubicBezTo>
                  <a:pt x="15473" y="51287"/>
                  <a:pt x="15485" y="51179"/>
                  <a:pt x="15497" y="51081"/>
                </a:cubicBezTo>
                <a:cubicBezTo>
                  <a:pt x="15556" y="50919"/>
                  <a:pt x="15615" y="50757"/>
                  <a:pt x="15644" y="50580"/>
                </a:cubicBezTo>
                <a:close/>
                <a:moveTo>
                  <a:pt x="15806" y="50374"/>
                </a:moveTo>
                <a:cubicBezTo>
                  <a:pt x="15806" y="50522"/>
                  <a:pt x="15791" y="50683"/>
                  <a:pt x="15777" y="50831"/>
                </a:cubicBezTo>
                <a:cubicBezTo>
                  <a:pt x="15718" y="51037"/>
                  <a:pt x="15644" y="51213"/>
                  <a:pt x="15571" y="51419"/>
                </a:cubicBezTo>
                <a:cubicBezTo>
                  <a:pt x="15615" y="51272"/>
                  <a:pt x="15630" y="51125"/>
                  <a:pt x="15644" y="50993"/>
                </a:cubicBezTo>
                <a:cubicBezTo>
                  <a:pt x="15718" y="50772"/>
                  <a:pt x="15777" y="50566"/>
                  <a:pt x="15806" y="50374"/>
                </a:cubicBezTo>
                <a:close/>
                <a:moveTo>
                  <a:pt x="15100" y="51920"/>
                </a:moveTo>
                <a:cubicBezTo>
                  <a:pt x="15100" y="51933"/>
                  <a:pt x="15100" y="51934"/>
                  <a:pt x="15077" y="51946"/>
                </a:cubicBezTo>
                <a:lnTo>
                  <a:pt x="15077" y="51946"/>
                </a:lnTo>
                <a:cubicBezTo>
                  <a:pt x="15084" y="51937"/>
                  <a:pt x="15091" y="51928"/>
                  <a:pt x="15100" y="51920"/>
                </a:cubicBezTo>
                <a:close/>
                <a:moveTo>
                  <a:pt x="14673" y="45562"/>
                </a:moveTo>
                <a:cubicBezTo>
                  <a:pt x="15924" y="46563"/>
                  <a:pt x="16571" y="48285"/>
                  <a:pt x="16307" y="50036"/>
                </a:cubicBezTo>
                <a:cubicBezTo>
                  <a:pt x="16218" y="50698"/>
                  <a:pt x="15997" y="51360"/>
                  <a:pt x="15659" y="52008"/>
                </a:cubicBezTo>
                <a:cubicBezTo>
                  <a:pt x="15688" y="51876"/>
                  <a:pt x="15718" y="51728"/>
                  <a:pt x="15733" y="51596"/>
                </a:cubicBezTo>
                <a:cubicBezTo>
                  <a:pt x="15997" y="50993"/>
                  <a:pt x="16159" y="50374"/>
                  <a:pt x="16233" y="49742"/>
                </a:cubicBezTo>
                <a:cubicBezTo>
                  <a:pt x="16383" y="48115"/>
                  <a:pt x="15759" y="46526"/>
                  <a:pt x="14631" y="45565"/>
                </a:cubicBezTo>
                <a:lnTo>
                  <a:pt x="14631" y="45565"/>
                </a:lnTo>
                <a:cubicBezTo>
                  <a:pt x="14645" y="45574"/>
                  <a:pt x="14659" y="45583"/>
                  <a:pt x="14673" y="45592"/>
                </a:cubicBezTo>
                <a:lnTo>
                  <a:pt x="14673" y="45562"/>
                </a:lnTo>
                <a:close/>
                <a:moveTo>
                  <a:pt x="15062" y="51969"/>
                </a:moveTo>
                <a:lnTo>
                  <a:pt x="15062" y="51969"/>
                </a:lnTo>
                <a:cubicBezTo>
                  <a:pt x="15056" y="51984"/>
                  <a:pt x="15048" y="52003"/>
                  <a:pt x="15039" y="52022"/>
                </a:cubicBezTo>
                <a:lnTo>
                  <a:pt x="15039" y="52022"/>
                </a:lnTo>
                <a:cubicBezTo>
                  <a:pt x="15045" y="52003"/>
                  <a:pt x="15052" y="51985"/>
                  <a:pt x="15062" y="51969"/>
                </a:cubicBezTo>
                <a:close/>
                <a:moveTo>
                  <a:pt x="15733" y="51184"/>
                </a:moveTo>
                <a:lnTo>
                  <a:pt x="15733" y="51184"/>
                </a:lnTo>
                <a:cubicBezTo>
                  <a:pt x="15718" y="51302"/>
                  <a:pt x="15703" y="51449"/>
                  <a:pt x="15688" y="51581"/>
                </a:cubicBezTo>
                <a:cubicBezTo>
                  <a:pt x="15616" y="51741"/>
                  <a:pt x="15515" y="51915"/>
                  <a:pt x="15441" y="52089"/>
                </a:cubicBezTo>
                <a:lnTo>
                  <a:pt x="15441" y="52089"/>
                </a:lnTo>
                <a:cubicBezTo>
                  <a:pt x="15483" y="51987"/>
                  <a:pt x="15497" y="51858"/>
                  <a:pt x="15512" y="51743"/>
                </a:cubicBezTo>
                <a:cubicBezTo>
                  <a:pt x="15585" y="51566"/>
                  <a:pt x="15659" y="51375"/>
                  <a:pt x="15733" y="51184"/>
                </a:cubicBezTo>
                <a:close/>
                <a:moveTo>
                  <a:pt x="15321" y="51625"/>
                </a:moveTo>
                <a:lnTo>
                  <a:pt x="15262" y="51846"/>
                </a:lnTo>
                <a:lnTo>
                  <a:pt x="15100" y="52170"/>
                </a:lnTo>
                <a:cubicBezTo>
                  <a:pt x="15100" y="52096"/>
                  <a:pt x="15129" y="52037"/>
                  <a:pt x="15144" y="51964"/>
                </a:cubicBezTo>
                <a:cubicBezTo>
                  <a:pt x="15203" y="51861"/>
                  <a:pt x="15262" y="51728"/>
                  <a:pt x="15321" y="51625"/>
                </a:cubicBezTo>
                <a:close/>
                <a:moveTo>
                  <a:pt x="15512" y="51390"/>
                </a:moveTo>
                <a:lnTo>
                  <a:pt x="15512" y="51390"/>
                </a:lnTo>
                <a:cubicBezTo>
                  <a:pt x="15497" y="51508"/>
                  <a:pt x="15468" y="51625"/>
                  <a:pt x="15438" y="51728"/>
                </a:cubicBezTo>
                <a:lnTo>
                  <a:pt x="15217" y="52170"/>
                </a:lnTo>
                <a:cubicBezTo>
                  <a:pt x="15262" y="52082"/>
                  <a:pt x="15276" y="51964"/>
                  <a:pt x="15321" y="51876"/>
                </a:cubicBezTo>
                <a:cubicBezTo>
                  <a:pt x="15394" y="51714"/>
                  <a:pt x="15468" y="51566"/>
                  <a:pt x="15512" y="51390"/>
                </a:cubicBezTo>
                <a:close/>
                <a:moveTo>
                  <a:pt x="14923" y="52376"/>
                </a:moveTo>
                <a:cubicBezTo>
                  <a:pt x="14923" y="52389"/>
                  <a:pt x="14923" y="52390"/>
                  <a:pt x="14912" y="52402"/>
                </a:cubicBezTo>
                <a:lnTo>
                  <a:pt x="14912" y="52402"/>
                </a:lnTo>
                <a:cubicBezTo>
                  <a:pt x="14916" y="52393"/>
                  <a:pt x="14920" y="52385"/>
                  <a:pt x="14923" y="52376"/>
                </a:cubicBezTo>
                <a:close/>
                <a:moveTo>
                  <a:pt x="14702" y="45518"/>
                </a:moveTo>
                <a:lnTo>
                  <a:pt x="14702" y="45518"/>
                </a:lnTo>
                <a:cubicBezTo>
                  <a:pt x="14776" y="45562"/>
                  <a:pt x="14850" y="45606"/>
                  <a:pt x="14923" y="45636"/>
                </a:cubicBezTo>
                <a:cubicBezTo>
                  <a:pt x="16203" y="46710"/>
                  <a:pt x="16807" y="48535"/>
                  <a:pt x="16454" y="50330"/>
                </a:cubicBezTo>
                <a:cubicBezTo>
                  <a:pt x="16307" y="51110"/>
                  <a:pt x="15997" y="51861"/>
                  <a:pt x="15556" y="52582"/>
                </a:cubicBezTo>
                <a:cubicBezTo>
                  <a:pt x="15556" y="52552"/>
                  <a:pt x="15571" y="52523"/>
                  <a:pt x="15571" y="52479"/>
                </a:cubicBezTo>
                <a:cubicBezTo>
                  <a:pt x="15585" y="52391"/>
                  <a:pt x="15615" y="52317"/>
                  <a:pt x="15630" y="52229"/>
                </a:cubicBezTo>
                <a:cubicBezTo>
                  <a:pt x="16012" y="51508"/>
                  <a:pt x="16277" y="50787"/>
                  <a:pt x="16380" y="50036"/>
                </a:cubicBezTo>
                <a:cubicBezTo>
                  <a:pt x="16645" y="48270"/>
                  <a:pt x="15997" y="46504"/>
                  <a:pt x="14702" y="45518"/>
                </a:cubicBezTo>
                <a:close/>
                <a:moveTo>
                  <a:pt x="15630" y="51861"/>
                </a:moveTo>
                <a:lnTo>
                  <a:pt x="15630" y="51861"/>
                </a:lnTo>
                <a:cubicBezTo>
                  <a:pt x="15615" y="51964"/>
                  <a:pt x="15585" y="52096"/>
                  <a:pt x="15556" y="52214"/>
                </a:cubicBezTo>
                <a:cubicBezTo>
                  <a:pt x="15482" y="52361"/>
                  <a:pt x="15394" y="52508"/>
                  <a:pt x="15291" y="52655"/>
                </a:cubicBezTo>
                <a:cubicBezTo>
                  <a:pt x="15321" y="52538"/>
                  <a:pt x="15350" y="52449"/>
                  <a:pt x="15365" y="52332"/>
                </a:cubicBezTo>
                <a:cubicBezTo>
                  <a:pt x="15468" y="52170"/>
                  <a:pt x="15556" y="52008"/>
                  <a:pt x="15630" y="51861"/>
                </a:cubicBezTo>
                <a:close/>
                <a:moveTo>
                  <a:pt x="15365" y="52008"/>
                </a:moveTo>
                <a:lnTo>
                  <a:pt x="15365" y="52008"/>
                </a:lnTo>
                <a:cubicBezTo>
                  <a:pt x="15350" y="52096"/>
                  <a:pt x="15321" y="52214"/>
                  <a:pt x="15291" y="52302"/>
                </a:cubicBezTo>
                <a:cubicBezTo>
                  <a:pt x="15217" y="52435"/>
                  <a:pt x="15144" y="52552"/>
                  <a:pt x="15056" y="52685"/>
                </a:cubicBezTo>
                <a:cubicBezTo>
                  <a:pt x="15070" y="52597"/>
                  <a:pt x="15114" y="52508"/>
                  <a:pt x="15129" y="52435"/>
                </a:cubicBezTo>
                <a:cubicBezTo>
                  <a:pt x="15217" y="52302"/>
                  <a:pt x="15291" y="52155"/>
                  <a:pt x="15365" y="52008"/>
                </a:cubicBezTo>
                <a:close/>
                <a:moveTo>
                  <a:pt x="14900" y="52426"/>
                </a:moveTo>
                <a:lnTo>
                  <a:pt x="14900" y="52426"/>
                </a:lnTo>
                <a:cubicBezTo>
                  <a:pt x="14893" y="52449"/>
                  <a:pt x="14890" y="52471"/>
                  <a:pt x="14879" y="52494"/>
                </a:cubicBezTo>
                <a:cubicBezTo>
                  <a:pt x="14835" y="52567"/>
                  <a:pt x="14776" y="52655"/>
                  <a:pt x="14732" y="52714"/>
                </a:cubicBezTo>
                <a:cubicBezTo>
                  <a:pt x="14761" y="52670"/>
                  <a:pt x="14776" y="52626"/>
                  <a:pt x="14805" y="52597"/>
                </a:cubicBezTo>
                <a:lnTo>
                  <a:pt x="14820" y="52582"/>
                </a:lnTo>
                <a:cubicBezTo>
                  <a:pt x="14843" y="52526"/>
                  <a:pt x="14874" y="52478"/>
                  <a:pt x="14900" y="52426"/>
                </a:cubicBezTo>
                <a:close/>
                <a:moveTo>
                  <a:pt x="15120" y="52265"/>
                </a:moveTo>
                <a:lnTo>
                  <a:pt x="15120" y="52265"/>
                </a:lnTo>
                <a:cubicBezTo>
                  <a:pt x="15116" y="52280"/>
                  <a:pt x="15114" y="52297"/>
                  <a:pt x="15114" y="52317"/>
                </a:cubicBezTo>
                <a:cubicBezTo>
                  <a:pt x="15114" y="52361"/>
                  <a:pt x="15100" y="52376"/>
                  <a:pt x="15100" y="52405"/>
                </a:cubicBezTo>
                <a:cubicBezTo>
                  <a:pt x="15041" y="52523"/>
                  <a:pt x="14967" y="52626"/>
                  <a:pt x="14894" y="52729"/>
                </a:cubicBezTo>
                <a:cubicBezTo>
                  <a:pt x="14908" y="52655"/>
                  <a:pt x="14953" y="52597"/>
                  <a:pt x="14967" y="52523"/>
                </a:cubicBezTo>
                <a:cubicBezTo>
                  <a:pt x="15022" y="52435"/>
                  <a:pt x="15069" y="52355"/>
                  <a:pt x="15120" y="52265"/>
                </a:cubicBezTo>
                <a:close/>
                <a:moveTo>
                  <a:pt x="14982" y="45621"/>
                </a:moveTo>
                <a:lnTo>
                  <a:pt x="14982" y="45621"/>
                </a:lnTo>
                <a:cubicBezTo>
                  <a:pt x="15056" y="45665"/>
                  <a:pt x="15129" y="45695"/>
                  <a:pt x="15188" y="45709"/>
                </a:cubicBezTo>
                <a:cubicBezTo>
                  <a:pt x="16660" y="46975"/>
                  <a:pt x="16969" y="49079"/>
                  <a:pt x="16601" y="50610"/>
                </a:cubicBezTo>
                <a:cubicBezTo>
                  <a:pt x="16395" y="51449"/>
                  <a:pt x="16012" y="52288"/>
                  <a:pt x="15438" y="53068"/>
                </a:cubicBezTo>
                <a:cubicBezTo>
                  <a:pt x="15468" y="52965"/>
                  <a:pt x="15482" y="52847"/>
                  <a:pt x="15497" y="52759"/>
                </a:cubicBezTo>
                <a:cubicBezTo>
                  <a:pt x="16012" y="51993"/>
                  <a:pt x="16351" y="51184"/>
                  <a:pt x="16513" y="50345"/>
                </a:cubicBezTo>
                <a:cubicBezTo>
                  <a:pt x="16866" y="48535"/>
                  <a:pt x="16277" y="46695"/>
                  <a:pt x="14982" y="45621"/>
                </a:cubicBezTo>
                <a:close/>
                <a:moveTo>
                  <a:pt x="15497" y="52405"/>
                </a:moveTo>
                <a:cubicBezTo>
                  <a:pt x="15497" y="52435"/>
                  <a:pt x="15497" y="52449"/>
                  <a:pt x="15482" y="52479"/>
                </a:cubicBezTo>
                <a:cubicBezTo>
                  <a:pt x="15468" y="52582"/>
                  <a:pt x="15438" y="52655"/>
                  <a:pt x="15424" y="52744"/>
                </a:cubicBezTo>
                <a:cubicBezTo>
                  <a:pt x="15365" y="52876"/>
                  <a:pt x="15276" y="52979"/>
                  <a:pt x="15188" y="53112"/>
                </a:cubicBezTo>
                <a:lnTo>
                  <a:pt x="15247" y="52832"/>
                </a:lnTo>
                <a:cubicBezTo>
                  <a:pt x="15335" y="52685"/>
                  <a:pt x="15424" y="52552"/>
                  <a:pt x="15497" y="52405"/>
                </a:cubicBezTo>
                <a:close/>
                <a:moveTo>
                  <a:pt x="14599" y="52920"/>
                </a:moveTo>
                <a:cubicBezTo>
                  <a:pt x="14599" y="52950"/>
                  <a:pt x="14585" y="52965"/>
                  <a:pt x="14585" y="52994"/>
                </a:cubicBezTo>
                <a:cubicBezTo>
                  <a:pt x="14541" y="53038"/>
                  <a:pt x="14526" y="53097"/>
                  <a:pt x="14482" y="53126"/>
                </a:cubicBezTo>
                <a:cubicBezTo>
                  <a:pt x="14467" y="53097"/>
                  <a:pt x="14482" y="53068"/>
                  <a:pt x="14511" y="53053"/>
                </a:cubicBezTo>
                <a:cubicBezTo>
                  <a:pt x="14541" y="53023"/>
                  <a:pt x="14555" y="52965"/>
                  <a:pt x="14599" y="52920"/>
                </a:cubicBezTo>
                <a:close/>
                <a:moveTo>
                  <a:pt x="15262" y="52538"/>
                </a:moveTo>
                <a:lnTo>
                  <a:pt x="15262" y="52538"/>
                </a:lnTo>
                <a:cubicBezTo>
                  <a:pt x="15247" y="52626"/>
                  <a:pt x="15217" y="52729"/>
                  <a:pt x="15188" y="52817"/>
                </a:cubicBezTo>
                <a:cubicBezTo>
                  <a:pt x="15114" y="52920"/>
                  <a:pt x="15026" y="53038"/>
                  <a:pt x="14953" y="53141"/>
                </a:cubicBezTo>
                <a:cubicBezTo>
                  <a:pt x="14967" y="53068"/>
                  <a:pt x="14982" y="52979"/>
                  <a:pt x="15026" y="52906"/>
                </a:cubicBezTo>
                <a:cubicBezTo>
                  <a:pt x="15114" y="52773"/>
                  <a:pt x="15188" y="52655"/>
                  <a:pt x="15262" y="52538"/>
                </a:cubicBezTo>
                <a:close/>
                <a:moveTo>
                  <a:pt x="15026" y="52655"/>
                </a:moveTo>
                <a:lnTo>
                  <a:pt x="14967" y="52876"/>
                </a:lnTo>
                <a:cubicBezTo>
                  <a:pt x="14894" y="52979"/>
                  <a:pt x="14820" y="53068"/>
                  <a:pt x="14747" y="53171"/>
                </a:cubicBezTo>
                <a:cubicBezTo>
                  <a:pt x="14761" y="53097"/>
                  <a:pt x="14805" y="53023"/>
                  <a:pt x="14820" y="52950"/>
                </a:cubicBezTo>
                <a:cubicBezTo>
                  <a:pt x="14879" y="52847"/>
                  <a:pt x="14953" y="52744"/>
                  <a:pt x="15026" y="52655"/>
                </a:cubicBezTo>
                <a:close/>
                <a:moveTo>
                  <a:pt x="14791" y="52773"/>
                </a:moveTo>
                <a:lnTo>
                  <a:pt x="14747" y="52950"/>
                </a:lnTo>
                <a:cubicBezTo>
                  <a:pt x="14688" y="53023"/>
                  <a:pt x="14629" y="53112"/>
                  <a:pt x="14555" y="53185"/>
                </a:cubicBezTo>
                <a:cubicBezTo>
                  <a:pt x="14570" y="53126"/>
                  <a:pt x="14599" y="53068"/>
                  <a:pt x="14614" y="53038"/>
                </a:cubicBezTo>
                <a:cubicBezTo>
                  <a:pt x="14629" y="52994"/>
                  <a:pt x="14673" y="52965"/>
                  <a:pt x="14688" y="52950"/>
                </a:cubicBezTo>
                <a:lnTo>
                  <a:pt x="14791" y="52773"/>
                </a:lnTo>
                <a:close/>
                <a:moveTo>
                  <a:pt x="14467" y="53244"/>
                </a:moveTo>
                <a:cubicBezTo>
                  <a:pt x="14452" y="53274"/>
                  <a:pt x="14438" y="53318"/>
                  <a:pt x="14408" y="53362"/>
                </a:cubicBezTo>
                <a:cubicBezTo>
                  <a:pt x="14379" y="53406"/>
                  <a:pt x="14364" y="53435"/>
                  <a:pt x="14320" y="53480"/>
                </a:cubicBezTo>
                <a:lnTo>
                  <a:pt x="14261" y="53538"/>
                </a:lnTo>
                <a:cubicBezTo>
                  <a:pt x="14290" y="53494"/>
                  <a:pt x="14305" y="53465"/>
                  <a:pt x="14320" y="53406"/>
                </a:cubicBezTo>
                <a:cubicBezTo>
                  <a:pt x="14379" y="53347"/>
                  <a:pt x="14408" y="53288"/>
                  <a:pt x="14467" y="53244"/>
                </a:cubicBezTo>
                <a:close/>
                <a:moveTo>
                  <a:pt x="15424" y="52906"/>
                </a:moveTo>
                <a:lnTo>
                  <a:pt x="15424" y="52906"/>
                </a:lnTo>
                <a:cubicBezTo>
                  <a:pt x="15409" y="52994"/>
                  <a:pt x="15394" y="53112"/>
                  <a:pt x="15365" y="53200"/>
                </a:cubicBezTo>
                <a:cubicBezTo>
                  <a:pt x="15276" y="53318"/>
                  <a:pt x="15203" y="53421"/>
                  <a:pt x="15114" y="53538"/>
                </a:cubicBezTo>
                <a:cubicBezTo>
                  <a:pt x="15129" y="53435"/>
                  <a:pt x="15144" y="53347"/>
                  <a:pt x="15173" y="53274"/>
                </a:cubicBezTo>
                <a:cubicBezTo>
                  <a:pt x="15262" y="53141"/>
                  <a:pt x="15350" y="53038"/>
                  <a:pt x="15424" y="52906"/>
                </a:cubicBezTo>
                <a:close/>
                <a:moveTo>
                  <a:pt x="15276" y="45695"/>
                </a:moveTo>
                <a:cubicBezTo>
                  <a:pt x="15335" y="45739"/>
                  <a:pt x="15394" y="45768"/>
                  <a:pt x="15438" y="45783"/>
                </a:cubicBezTo>
                <a:cubicBezTo>
                  <a:pt x="16954" y="47152"/>
                  <a:pt x="17190" y="49315"/>
                  <a:pt x="16748" y="50919"/>
                </a:cubicBezTo>
                <a:cubicBezTo>
                  <a:pt x="16498" y="51817"/>
                  <a:pt x="16027" y="52700"/>
                  <a:pt x="15365" y="53538"/>
                </a:cubicBezTo>
                <a:cubicBezTo>
                  <a:pt x="15394" y="53435"/>
                  <a:pt x="15409" y="53332"/>
                  <a:pt x="15424" y="53229"/>
                </a:cubicBezTo>
                <a:cubicBezTo>
                  <a:pt x="16027" y="52405"/>
                  <a:pt x="16454" y="51552"/>
                  <a:pt x="16674" y="50639"/>
                </a:cubicBezTo>
                <a:cubicBezTo>
                  <a:pt x="17042" y="49094"/>
                  <a:pt x="16733" y="47004"/>
                  <a:pt x="15276" y="45695"/>
                </a:cubicBezTo>
                <a:close/>
                <a:moveTo>
                  <a:pt x="14894" y="53053"/>
                </a:moveTo>
                <a:lnTo>
                  <a:pt x="14835" y="53274"/>
                </a:lnTo>
                <a:cubicBezTo>
                  <a:pt x="14761" y="53362"/>
                  <a:pt x="14688" y="53465"/>
                  <a:pt x="14599" y="53553"/>
                </a:cubicBezTo>
                <a:lnTo>
                  <a:pt x="14658" y="53332"/>
                </a:lnTo>
                <a:cubicBezTo>
                  <a:pt x="14747" y="53259"/>
                  <a:pt x="14820" y="53141"/>
                  <a:pt x="14894" y="53053"/>
                </a:cubicBezTo>
                <a:close/>
                <a:moveTo>
                  <a:pt x="15144" y="52979"/>
                </a:moveTo>
                <a:cubicBezTo>
                  <a:pt x="15129" y="53038"/>
                  <a:pt x="15129" y="53068"/>
                  <a:pt x="15114" y="53126"/>
                </a:cubicBezTo>
                <a:cubicBezTo>
                  <a:pt x="15114" y="53171"/>
                  <a:pt x="15100" y="53200"/>
                  <a:pt x="15100" y="53259"/>
                </a:cubicBezTo>
                <a:cubicBezTo>
                  <a:pt x="15026" y="53347"/>
                  <a:pt x="14923" y="53435"/>
                  <a:pt x="14835" y="53553"/>
                </a:cubicBezTo>
                <a:lnTo>
                  <a:pt x="14835" y="53509"/>
                </a:lnTo>
                <a:cubicBezTo>
                  <a:pt x="14850" y="53435"/>
                  <a:pt x="14879" y="53391"/>
                  <a:pt x="14894" y="53318"/>
                </a:cubicBezTo>
                <a:cubicBezTo>
                  <a:pt x="14982" y="53200"/>
                  <a:pt x="15056" y="53097"/>
                  <a:pt x="15144" y="52979"/>
                </a:cubicBezTo>
                <a:close/>
                <a:moveTo>
                  <a:pt x="14658" y="53171"/>
                </a:moveTo>
                <a:cubicBezTo>
                  <a:pt x="14658" y="53200"/>
                  <a:pt x="14629" y="53259"/>
                  <a:pt x="14614" y="53332"/>
                </a:cubicBezTo>
                <a:cubicBezTo>
                  <a:pt x="14541" y="53406"/>
                  <a:pt x="14482" y="53494"/>
                  <a:pt x="14408" y="53568"/>
                </a:cubicBezTo>
                <a:lnTo>
                  <a:pt x="14467" y="53406"/>
                </a:lnTo>
                <a:cubicBezTo>
                  <a:pt x="14482" y="53362"/>
                  <a:pt x="14526" y="53347"/>
                  <a:pt x="14541" y="53318"/>
                </a:cubicBezTo>
                <a:cubicBezTo>
                  <a:pt x="14585" y="53259"/>
                  <a:pt x="14614" y="53200"/>
                  <a:pt x="14658" y="53171"/>
                </a:cubicBezTo>
                <a:close/>
                <a:moveTo>
                  <a:pt x="14145" y="53661"/>
                </a:moveTo>
                <a:lnTo>
                  <a:pt x="14145" y="53661"/>
                </a:lnTo>
                <a:cubicBezTo>
                  <a:pt x="14139" y="53679"/>
                  <a:pt x="14132" y="53697"/>
                  <a:pt x="14114" y="53715"/>
                </a:cubicBezTo>
                <a:lnTo>
                  <a:pt x="14011" y="53833"/>
                </a:lnTo>
                <a:cubicBezTo>
                  <a:pt x="14025" y="53803"/>
                  <a:pt x="14040" y="53774"/>
                  <a:pt x="14070" y="53759"/>
                </a:cubicBezTo>
                <a:cubicBezTo>
                  <a:pt x="14093" y="53724"/>
                  <a:pt x="14125" y="53699"/>
                  <a:pt x="14145" y="53661"/>
                </a:cubicBezTo>
                <a:close/>
                <a:moveTo>
                  <a:pt x="14335" y="53553"/>
                </a:moveTo>
                <a:lnTo>
                  <a:pt x="14335" y="53553"/>
                </a:lnTo>
                <a:cubicBezTo>
                  <a:pt x="14320" y="53612"/>
                  <a:pt x="14305" y="53641"/>
                  <a:pt x="14290" y="53700"/>
                </a:cubicBezTo>
                <a:cubicBezTo>
                  <a:pt x="14246" y="53730"/>
                  <a:pt x="14217" y="53789"/>
                  <a:pt x="14158" y="53833"/>
                </a:cubicBezTo>
                <a:lnTo>
                  <a:pt x="14099" y="53877"/>
                </a:lnTo>
                <a:cubicBezTo>
                  <a:pt x="14114" y="53833"/>
                  <a:pt x="14143" y="53789"/>
                  <a:pt x="14158" y="53730"/>
                </a:cubicBezTo>
                <a:cubicBezTo>
                  <a:pt x="14231" y="53686"/>
                  <a:pt x="14290" y="53627"/>
                  <a:pt x="14335" y="53553"/>
                </a:cubicBezTo>
                <a:close/>
                <a:moveTo>
                  <a:pt x="14555" y="53494"/>
                </a:moveTo>
                <a:lnTo>
                  <a:pt x="14555" y="53494"/>
                </a:lnTo>
                <a:cubicBezTo>
                  <a:pt x="14541" y="53553"/>
                  <a:pt x="14526" y="53627"/>
                  <a:pt x="14511" y="53686"/>
                </a:cubicBezTo>
                <a:cubicBezTo>
                  <a:pt x="14438" y="53759"/>
                  <a:pt x="14364" y="53848"/>
                  <a:pt x="14290" y="53921"/>
                </a:cubicBezTo>
                <a:cubicBezTo>
                  <a:pt x="14305" y="53862"/>
                  <a:pt x="14320" y="53789"/>
                  <a:pt x="14335" y="53730"/>
                </a:cubicBezTo>
                <a:cubicBezTo>
                  <a:pt x="14364" y="53715"/>
                  <a:pt x="14379" y="53686"/>
                  <a:pt x="14408" y="53656"/>
                </a:cubicBezTo>
                <a:cubicBezTo>
                  <a:pt x="14467" y="53612"/>
                  <a:pt x="14511" y="53553"/>
                  <a:pt x="14555" y="53494"/>
                </a:cubicBezTo>
                <a:close/>
                <a:moveTo>
                  <a:pt x="14791" y="53435"/>
                </a:moveTo>
                <a:cubicBezTo>
                  <a:pt x="14791" y="53465"/>
                  <a:pt x="14776" y="53480"/>
                  <a:pt x="14776" y="53509"/>
                </a:cubicBezTo>
                <a:cubicBezTo>
                  <a:pt x="14761" y="53568"/>
                  <a:pt x="14761" y="53627"/>
                  <a:pt x="14747" y="53671"/>
                </a:cubicBezTo>
                <a:cubicBezTo>
                  <a:pt x="14673" y="53759"/>
                  <a:pt x="14599" y="53848"/>
                  <a:pt x="14511" y="53921"/>
                </a:cubicBezTo>
                <a:lnTo>
                  <a:pt x="14511" y="53906"/>
                </a:lnTo>
                <a:cubicBezTo>
                  <a:pt x="14526" y="53833"/>
                  <a:pt x="14541" y="53774"/>
                  <a:pt x="14555" y="53715"/>
                </a:cubicBezTo>
                <a:cubicBezTo>
                  <a:pt x="14629" y="53627"/>
                  <a:pt x="14732" y="53538"/>
                  <a:pt x="14791" y="53435"/>
                </a:cubicBezTo>
                <a:close/>
                <a:moveTo>
                  <a:pt x="15056" y="53391"/>
                </a:moveTo>
                <a:lnTo>
                  <a:pt x="15056" y="53391"/>
                </a:lnTo>
                <a:cubicBezTo>
                  <a:pt x="15041" y="53480"/>
                  <a:pt x="15026" y="53553"/>
                  <a:pt x="15026" y="53641"/>
                </a:cubicBezTo>
                <a:cubicBezTo>
                  <a:pt x="14953" y="53730"/>
                  <a:pt x="14850" y="53833"/>
                  <a:pt x="14761" y="53921"/>
                </a:cubicBezTo>
                <a:cubicBezTo>
                  <a:pt x="14776" y="53848"/>
                  <a:pt x="14776" y="53774"/>
                  <a:pt x="14805" y="53700"/>
                </a:cubicBezTo>
                <a:cubicBezTo>
                  <a:pt x="14894" y="53612"/>
                  <a:pt x="14967" y="53494"/>
                  <a:pt x="15056" y="53391"/>
                </a:cubicBezTo>
                <a:close/>
                <a:moveTo>
                  <a:pt x="15335" y="53347"/>
                </a:moveTo>
                <a:lnTo>
                  <a:pt x="15276" y="53627"/>
                </a:lnTo>
                <a:cubicBezTo>
                  <a:pt x="15217" y="53730"/>
                  <a:pt x="15129" y="53833"/>
                  <a:pt x="15041" y="53921"/>
                </a:cubicBezTo>
                <a:cubicBezTo>
                  <a:pt x="15056" y="53833"/>
                  <a:pt x="15056" y="53759"/>
                  <a:pt x="15070" y="53656"/>
                </a:cubicBezTo>
                <a:cubicBezTo>
                  <a:pt x="15173" y="53553"/>
                  <a:pt x="15247" y="53465"/>
                  <a:pt x="15335" y="53347"/>
                </a:cubicBezTo>
                <a:close/>
                <a:moveTo>
                  <a:pt x="15541" y="45798"/>
                </a:moveTo>
                <a:cubicBezTo>
                  <a:pt x="15585" y="45798"/>
                  <a:pt x="15644" y="45842"/>
                  <a:pt x="15703" y="45857"/>
                </a:cubicBezTo>
                <a:cubicBezTo>
                  <a:pt x="17248" y="47299"/>
                  <a:pt x="17410" y="49565"/>
                  <a:pt x="16895" y="51213"/>
                </a:cubicBezTo>
                <a:cubicBezTo>
                  <a:pt x="16601" y="52170"/>
                  <a:pt x="16071" y="53097"/>
                  <a:pt x="15321" y="53951"/>
                </a:cubicBezTo>
                <a:cubicBezTo>
                  <a:pt x="15335" y="53862"/>
                  <a:pt x="15335" y="53774"/>
                  <a:pt x="15350" y="53686"/>
                </a:cubicBezTo>
                <a:cubicBezTo>
                  <a:pt x="16071" y="52817"/>
                  <a:pt x="16542" y="51920"/>
                  <a:pt x="16822" y="50948"/>
                </a:cubicBezTo>
                <a:cubicBezTo>
                  <a:pt x="17263" y="49359"/>
                  <a:pt x="17028" y="47181"/>
                  <a:pt x="15541" y="45798"/>
                </a:cubicBezTo>
                <a:close/>
                <a:moveTo>
                  <a:pt x="13864" y="53995"/>
                </a:moveTo>
                <a:cubicBezTo>
                  <a:pt x="13864" y="53995"/>
                  <a:pt x="13864" y="54009"/>
                  <a:pt x="13849" y="54009"/>
                </a:cubicBezTo>
                <a:lnTo>
                  <a:pt x="13864" y="53995"/>
                </a:lnTo>
                <a:close/>
                <a:moveTo>
                  <a:pt x="13811" y="54048"/>
                </a:moveTo>
                <a:cubicBezTo>
                  <a:pt x="13807" y="54056"/>
                  <a:pt x="13805" y="54063"/>
                  <a:pt x="13805" y="54068"/>
                </a:cubicBezTo>
                <a:lnTo>
                  <a:pt x="13805" y="54054"/>
                </a:lnTo>
                <a:lnTo>
                  <a:pt x="13811" y="54048"/>
                </a:lnTo>
                <a:close/>
                <a:moveTo>
                  <a:pt x="14040" y="53906"/>
                </a:moveTo>
                <a:cubicBezTo>
                  <a:pt x="14025" y="53936"/>
                  <a:pt x="14011" y="53965"/>
                  <a:pt x="13996" y="54024"/>
                </a:cubicBezTo>
                <a:lnTo>
                  <a:pt x="13849" y="54171"/>
                </a:lnTo>
                <a:cubicBezTo>
                  <a:pt x="13864" y="54142"/>
                  <a:pt x="13878" y="54098"/>
                  <a:pt x="13893" y="54054"/>
                </a:cubicBezTo>
                <a:cubicBezTo>
                  <a:pt x="13952" y="54009"/>
                  <a:pt x="13996" y="53951"/>
                  <a:pt x="14040" y="53906"/>
                </a:cubicBezTo>
                <a:close/>
                <a:moveTo>
                  <a:pt x="14202" y="53862"/>
                </a:moveTo>
                <a:lnTo>
                  <a:pt x="14202" y="53862"/>
                </a:lnTo>
                <a:cubicBezTo>
                  <a:pt x="14217" y="53921"/>
                  <a:pt x="14187" y="53980"/>
                  <a:pt x="14173" y="54024"/>
                </a:cubicBezTo>
                <a:lnTo>
                  <a:pt x="14011" y="54201"/>
                </a:lnTo>
                <a:lnTo>
                  <a:pt x="13967" y="54230"/>
                </a:lnTo>
                <a:lnTo>
                  <a:pt x="14025" y="54068"/>
                </a:lnTo>
                <a:cubicBezTo>
                  <a:pt x="14084" y="54009"/>
                  <a:pt x="14128" y="53936"/>
                  <a:pt x="14187" y="53877"/>
                </a:cubicBezTo>
                <a:lnTo>
                  <a:pt x="14202" y="53862"/>
                </a:lnTo>
                <a:close/>
                <a:moveTo>
                  <a:pt x="14467" y="53833"/>
                </a:moveTo>
                <a:cubicBezTo>
                  <a:pt x="14467" y="53848"/>
                  <a:pt x="14452" y="53862"/>
                  <a:pt x="14452" y="53877"/>
                </a:cubicBezTo>
                <a:cubicBezTo>
                  <a:pt x="14438" y="53921"/>
                  <a:pt x="14438" y="53980"/>
                  <a:pt x="14408" y="54009"/>
                </a:cubicBezTo>
                <a:cubicBezTo>
                  <a:pt x="14335" y="54083"/>
                  <a:pt x="14261" y="54171"/>
                  <a:pt x="14173" y="54245"/>
                </a:cubicBezTo>
                <a:cubicBezTo>
                  <a:pt x="14187" y="54201"/>
                  <a:pt x="14217" y="54127"/>
                  <a:pt x="14231" y="54068"/>
                </a:cubicBezTo>
                <a:lnTo>
                  <a:pt x="14261" y="54024"/>
                </a:lnTo>
                <a:cubicBezTo>
                  <a:pt x="14335" y="53951"/>
                  <a:pt x="14408" y="53906"/>
                  <a:pt x="14467" y="53833"/>
                </a:cubicBezTo>
                <a:close/>
                <a:moveTo>
                  <a:pt x="14732" y="53789"/>
                </a:moveTo>
                <a:cubicBezTo>
                  <a:pt x="14702" y="53862"/>
                  <a:pt x="14702" y="53936"/>
                  <a:pt x="14688" y="54009"/>
                </a:cubicBezTo>
                <a:cubicBezTo>
                  <a:pt x="14614" y="54098"/>
                  <a:pt x="14526" y="54171"/>
                  <a:pt x="14452" y="54274"/>
                </a:cubicBezTo>
                <a:cubicBezTo>
                  <a:pt x="14467" y="54201"/>
                  <a:pt x="14467" y="54127"/>
                  <a:pt x="14482" y="54068"/>
                </a:cubicBezTo>
                <a:cubicBezTo>
                  <a:pt x="14555" y="53980"/>
                  <a:pt x="14658" y="53877"/>
                  <a:pt x="14732" y="53789"/>
                </a:cubicBezTo>
                <a:close/>
                <a:moveTo>
                  <a:pt x="15026" y="53774"/>
                </a:moveTo>
                <a:lnTo>
                  <a:pt x="15026" y="53774"/>
                </a:lnTo>
                <a:cubicBezTo>
                  <a:pt x="14997" y="53848"/>
                  <a:pt x="14997" y="53936"/>
                  <a:pt x="14982" y="54009"/>
                </a:cubicBezTo>
                <a:cubicBezTo>
                  <a:pt x="14894" y="54083"/>
                  <a:pt x="14805" y="54171"/>
                  <a:pt x="14732" y="54274"/>
                </a:cubicBezTo>
                <a:cubicBezTo>
                  <a:pt x="14747" y="54201"/>
                  <a:pt x="14747" y="54127"/>
                  <a:pt x="14761" y="54054"/>
                </a:cubicBezTo>
                <a:cubicBezTo>
                  <a:pt x="14850" y="53951"/>
                  <a:pt x="14923" y="53862"/>
                  <a:pt x="15026" y="53774"/>
                </a:cubicBezTo>
                <a:close/>
                <a:moveTo>
                  <a:pt x="15276" y="53774"/>
                </a:moveTo>
                <a:lnTo>
                  <a:pt x="15276" y="53774"/>
                </a:lnTo>
                <a:cubicBezTo>
                  <a:pt x="15262" y="53862"/>
                  <a:pt x="15262" y="53951"/>
                  <a:pt x="15247" y="54054"/>
                </a:cubicBezTo>
                <a:cubicBezTo>
                  <a:pt x="15173" y="54098"/>
                  <a:pt x="15100" y="54201"/>
                  <a:pt x="14997" y="54289"/>
                </a:cubicBezTo>
                <a:cubicBezTo>
                  <a:pt x="14997" y="54215"/>
                  <a:pt x="15026" y="54127"/>
                  <a:pt x="15041" y="54054"/>
                </a:cubicBezTo>
                <a:cubicBezTo>
                  <a:pt x="15129" y="53951"/>
                  <a:pt x="15203" y="53862"/>
                  <a:pt x="15276" y="53774"/>
                </a:cubicBezTo>
                <a:close/>
                <a:moveTo>
                  <a:pt x="15791" y="45842"/>
                </a:moveTo>
                <a:lnTo>
                  <a:pt x="15791" y="45842"/>
                </a:lnTo>
                <a:cubicBezTo>
                  <a:pt x="15850" y="45886"/>
                  <a:pt x="15909" y="45915"/>
                  <a:pt x="15953" y="45930"/>
                </a:cubicBezTo>
                <a:cubicBezTo>
                  <a:pt x="17528" y="47446"/>
                  <a:pt x="17646" y="49815"/>
                  <a:pt x="17057" y="51508"/>
                </a:cubicBezTo>
                <a:cubicBezTo>
                  <a:pt x="16719" y="52508"/>
                  <a:pt x="16130" y="53465"/>
                  <a:pt x="15276" y="54318"/>
                </a:cubicBezTo>
                <a:cubicBezTo>
                  <a:pt x="15276" y="54230"/>
                  <a:pt x="15291" y="54142"/>
                  <a:pt x="15291" y="54054"/>
                </a:cubicBezTo>
                <a:cubicBezTo>
                  <a:pt x="16086" y="53171"/>
                  <a:pt x="16660" y="52214"/>
                  <a:pt x="16969" y="51213"/>
                </a:cubicBezTo>
                <a:cubicBezTo>
                  <a:pt x="17484" y="49580"/>
                  <a:pt x="17322" y="47313"/>
                  <a:pt x="15791" y="45842"/>
                </a:cubicBezTo>
                <a:close/>
                <a:moveTo>
                  <a:pt x="13731" y="54230"/>
                </a:moveTo>
                <a:cubicBezTo>
                  <a:pt x="13716" y="54274"/>
                  <a:pt x="13716" y="54289"/>
                  <a:pt x="13702" y="54318"/>
                </a:cubicBezTo>
                <a:lnTo>
                  <a:pt x="13584" y="54436"/>
                </a:lnTo>
                <a:cubicBezTo>
                  <a:pt x="13628" y="54392"/>
                  <a:pt x="13628" y="54377"/>
                  <a:pt x="13643" y="54348"/>
                </a:cubicBezTo>
                <a:cubicBezTo>
                  <a:pt x="13672" y="54304"/>
                  <a:pt x="13716" y="54274"/>
                  <a:pt x="13731" y="54230"/>
                </a:cubicBezTo>
                <a:close/>
                <a:moveTo>
                  <a:pt x="13937" y="54201"/>
                </a:moveTo>
                <a:cubicBezTo>
                  <a:pt x="13922" y="54245"/>
                  <a:pt x="13893" y="54289"/>
                  <a:pt x="13878" y="54348"/>
                </a:cubicBezTo>
                <a:cubicBezTo>
                  <a:pt x="13819" y="54392"/>
                  <a:pt x="13775" y="54451"/>
                  <a:pt x="13702" y="54510"/>
                </a:cubicBezTo>
                <a:cubicBezTo>
                  <a:pt x="13716" y="54451"/>
                  <a:pt x="13731" y="54421"/>
                  <a:pt x="13746" y="54363"/>
                </a:cubicBezTo>
                <a:cubicBezTo>
                  <a:pt x="13819" y="54304"/>
                  <a:pt x="13878" y="54245"/>
                  <a:pt x="13937" y="54201"/>
                </a:cubicBezTo>
                <a:close/>
                <a:moveTo>
                  <a:pt x="14143" y="54171"/>
                </a:moveTo>
                <a:lnTo>
                  <a:pt x="14143" y="54171"/>
                </a:lnTo>
                <a:cubicBezTo>
                  <a:pt x="14114" y="54215"/>
                  <a:pt x="14114" y="54245"/>
                  <a:pt x="14099" y="54289"/>
                </a:cubicBezTo>
                <a:cubicBezTo>
                  <a:pt x="14099" y="54304"/>
                  <a:pt x="14084" y="54348"/>
                  <a:pt x="14084" y="54363"/>
                </a:cubicBezTo>
                <a:cubicBezTo>
                  <a:pt x="14011" y="54436"/>
                  <a:pt x="13937" y="54495"/>
                  <a:pt x="13864" y="54569"/>
                </a:cubicBezTo>
                <a:lnTo>
                  <a:pt x="13922" y="54392"/>
                </a:lnTo>
                <a:cubicBezTo>
                  <a:pt x="13967" y="54318"/>
                  <a:pt x="14025" y="54289"/>
                  <a:pt x="14070" y="54245"/>
                </a:cubicBezTo>
                <a:lnTo>
                  <a:pt x="14143" y="54171"/>
                </a:lnTo>
                <a:close/>
                <a:moveTo>
                  <a:pt x="14393" y="54157"/>
                </a:moveTo>
                <a:lnTo>
                  <a:pt x="14393" y="54157"/>
                </a:lnTo>
                <a:cubicBezTo>
                  <a:pt x="14379" y="54215"/>
                  <a:pt x="14379" y="54289"/>
                  <a:pt x="14364" y="54363"/>
                </a:cubicBezTo>
                <a:cubicBezTo>
                  <a:pt x="14290" y="54421"/>
                  <a:pt x="14187" y="54495"/>
                  <a:pt x="14114" y="54583"/>
                </a:cubicBezTo>
                <a:cubicBezTo>
                  <a:pt x="14143" y="54524"/>
                  <a:pt x="14143" y="54451"/>
                  <a:pt x="14158" y="54392"/>
                </a:cubicBezTo>
                <a:cubicBezTo>
                  <a:pt x="14231" y="54318"/>
                  <a:pt x="14320" y="54245"/>
                  <a:pt x="14393" y="54157"/>
                </a:cubicBezTo>
                <a:close/>
                <a:moveTo>
                  <a:pt x="14673" y="54127"/>
                </a:moveTo>
                <a:lnTo>
                  <a:pt x="14673" y="54127"/>
                </a:lnTo>
                <a:cubicBezTo>
                  <a:pt x="14658" y="54201"/>
                  <a:pt x="14658" y="54274"/>
                  <a:pt x="14629" y="54348"/>
                </a:cubicBezTo>
                <a:cubicBezTo>
                  <a:pt x="14555" y="54421"/>
                  <a:pt x="14482" y="54510"/>
                  <a:pt x="14393" y="54583"/>
                </a:cubicBezTo>
                <a:cubicBezTo>
                  <a:pt x="14393" y="54510"/>
                  <a:pt x="14408" y="54436"/>
                  <a:pt x="14408" y="54377"/>
                </a:cubicBezTo>
                <a:lnTo>
                  <a:pt x="14673" y="54127"/>
                </a:lnTo>
                <a:close/>
                <a:moveTo>
                  <a:pt x="14953" y="54127"/>
                </a:moveTo>
                <a:lnTo>
                  <a:pt x="14953" y="54127"/>
                </a:lnTo>
                <a:cubicBezTo>
                  <a:pt x="14923" y="54201"/>
                  <a:pt x="14923" y="54289"/>
                  <a:pt x="14923" y="54363"/>
                </a:cubicBezTo>
                <a:lnTo>
                  <a:pt x="14688" y="54598"/>
                </a:lnTo>
                <a:cubicBezTo>
                  <a:pt x="14688" y="54524"/>
                  <a:pt x="14702" y="54451"/>
                  <a:pt x="14702" y="54377"/>
                </a:cubicBezTo>
                <a:cubicBezTo>
                  <a:pt x="14805" y="54289"/>
                  <a:pt x="14879" y="54215"/>
                  <a:pt x="14953" y="54127"/>
                </a:cubicBezTo>
                <a:close/>
                <a:moveTo>
                  <a:pt x="15247" y="54142"/>
                </a:moveTo>
                <a:lnTo>
                  <a:pt x="15247" y="54142"/>
                </a:lnTo>
                <a:cubicBezTo>
                  <a:pt x="15217" y="54230"/>
                  <a:pt x="15217" y="54304"/>
                  <a:pt x="15217" y="54392"/>
                </a:cubicBezTo>
                <a:cubicBezTo>
                  <a:pt x="15129" y="54466"/>
                  <a:pt x="15056" y="54539"/>
                  <a:pt x="14982" y="54613"/>
                </a:cubicBezTo>
                <a:cubicBezTo>
                  <a:pt x="14982" y="54539"/>
                  <a:pt x="14997" y="54451"/>
                  <a:pt x="14997" y="54377"/>
                </a:cubicBezTo>
                <a:lnTo>
                  <a:pt x="15247" y="54142"/>
                </a:lnTo>
                <a:close/>
                <a:moveTo>
                  <a:pt x="13452" y="54569"/>
                </a:moveTo>
                <a:cubicBezTo>
                  <a:pt x="13452" y="54583"/>
                  <a:pt x="13437" y="54583"/>
                  <a:pt x="13437" y="54598"/>
                </a:cubicBezTo>
                <a:lnTo>
                  <a:pt x="13402" y="54633"/>
                </a:lnTo>
                <a:lnTo>
                  <a:pt x="13402" y="54633"/>
                </a:lnTo>
                <a:cubicBezTo>
                  <a:pt x="13407" y="54622"/>
                  <a:pt x="13407" y="54613"/>
                  <a:pt x="13407" y="54613"/>
                </a:cubicBezTo>
                <a:lnTo>
                  <a:pt x="13452" y="54569"/>
                </a:lnTo>
                <a:close/>
                <a:moveTo>
                  <a:pt x="16086" y="45960"/>
                </a:moveTo>
                <a:cubicBezTo>
                  <a:pt x="16100" y="45960"/>
                  <a:pt x="16159" y="45989"/>
                  <a:pt x="16218" y="46004"/>
                </a:cubicBezTo>
                <a:cubicBezTo>
                  <a:pt x="17602" y="47387"/>
                  <a:pt x="17999" y="49742"/>
                  <a:pt x="17204" y="51802"/>
                </a:cubicBezTo>
                <a:cubicBezTo>
                  <a:pt x="16822" y="52832"/>
                  <a:pt x="16159" y="53803"/>
                  <a:pt x="15262" y="54686"/>
                </a:cubicBezTo>
                <a:cubicBezTo>
                  <a:pt x="15262" y="54598"/>
                  <a:pt x="15262" y="54524"/>
                  <a:pt x="15276" y="54436"/>
                </a:cubicBezTo>
                <a:cubicBezTo>
                  <a:pt x="16145" y="53538"/>
                  <a:pt x="16763" y="52552"/>
                  <a:pt x="17131" y="51522"/>
                </a:cubicBezTo>
                <a:cubicBezTo>
                  <a:pt x="17719" y="49830"/>
                  <a:pt x="17616" y="47475"/>
                  <a:pt x="16086" y="45960"/>
                </a:cubicBezTo>
                <a:close/>
                <a:moveTo>
                  <a:pt x="13643" y="54495"/>
                </a:moveTo>
                <a:lnTo>
                  <a:pt x="13643" y="54495"/>
                </a:lnTo>
                <a:cubicBezTo>
                  <a:pt x="13628" y="54524"/>
                  <a:pt x="13599" y="54569"/>
                  <a:pt x="13599" y="54613"/>
                </a:cubicBezTo>
                <a:cubicBezTo>
                  <a:pt x="13569" y="54657"/>
                  <a:pt x="13510" y="54716"/>
                  <a:pt x="13452" y="54745"/>
                </a:cubicBezTo>
                <a:lnTo>
                  <a:pt x="13437" y="54760"/>
                </a:lnTo>
                <a:cubicBezTo>
                  <a:pt x="13452" y="54731"/>
                  <a:pt x="13481" y="54686"/>
                  <a:pt x="13496" y="54642"/>
                </a:cubicBezTo>
                <a:cubicBezTo>
                  <a:pt x="13555" y="54583"/>
                  <a:pt x="13584" y="54524"/>
                  <a:pt x="13643" y="54495"/>
                </a:cubicBezTo>
                <a:close/>
                <a:moveTo>
                  <a:pt x="13819" y="54451"/>
                </a:moveTo>
                <a:cubicBezTo>
                  <a:pt x="13819" y="54524"/>
                  <a:pt x="13805" y="54583"/>
                  <a:pt x="13790" y="54642"/>
                </a:cubicBezTo>
                <a:cubicBezTo>
                  <a:pt x="13716" y="54686"/>
                  <a:pt x="13658" y="54745"/>
                  <a:pt x="13584" y="54804"/>
                </a:cubicBezTo>
                <a:lnTo>
                  <a:pt x="13643" y="54642"/>
                </a:lnTo>
                <a:cubicBezTo>
                  <a:pt x="13702" y="54583"/>
                  <a:pt x="13775" y="54524"/>
                  <a:pt x="13819" y="54451"/>
                </a:cubicBezTo>
                <a:close/>
                <a:moveTo>
                  <a:pt x="14084" y="54466"/>
                </a:moveTo>
                <a:cubicBezTo>
                  <a:pt x="14070" y="54524"/>
                  <a:pt x="14070" y="54598"/>
                  <a:pt x="14040" y="54657"/>
                </a:cubicBezTo>
                <a:cubicBezTo>
                  <a:pt x="14025" y="54672"/>
                  <a:pt x="14011" y="54686"/>
                  <a:pt x="13967" y="54716"/>
                </a:cubicBezTo>
                <a:cubicBezTo>
                  <a:pt x="13922" y="54760"/>
                  <a:pt x="13864" y="54804"/>
                  <a:pt x="13805" y="54863"/>
                </a:cubicBezTo>
                <a:cubicBezTo>
                  <a:pt x="13819" y="54804"/>
                  <a:pt x="13819" y="54745"/>
                  <a:pt x="13849" y="54686"/>
                </a:cubicBezTo>
                <a:lnTo>
                  <a:pt x="13849" y="54672"/>
                </a:lnTo>
                <a:cubicBezTo>
                  <a:pt x="13864" y="54657"/>
                  <a:pt x="13893" y="54642"/>
                  <a:pt x="13922" y="54613"/>
                </a:cubicBezTo>
                <a:cubicBezTo>
                  <a:pt x="13967" y="54569"/>
                  <a:pt x="14025" y="54524"/>
                  <a:pt x="14084" y="54466"/>
                </a:cubicBezTo>
                <a:close/>
                <a:moveTo>
                  <a:pt x="14335" y="54451"/>
                </a:moveTo>
                <a:cubicBezTo>
                  <a:pt x="14335" y="54524"/>
                  <a:pt x="14320" y="54583"/>
                  <a:pt x="14320" y="54657"/>
                </a:cubicBezTo>
                <a:cubicBezTo>
                  <a:pt x="14231" y="54731"/>
                  <a:pt x="14158" y="54804"/>
                  <a:pt x="14070" y="54878"/>
                </a:cubicBezTo>
                <a:cubicBezTo>
                  <a:pt x="14070" y="54804"/>
                  <a:pt x="14084" y="54745"/>
                  <a:pt x="14099" y="54686"/>
                </a:cubicBezTo>
                <a:cubicBezTo>
                  <a:pt x="14187" y="54613"/>
                  <a:pt x="14261" y="54539"/>
                  <a:pt x="14335" y="54451"/>
                </a:cubicBezTo>
                <a:close/>
                <a:moveTo>
                  <a:pt x="14629" y="54451"/>
                </a:moveTo>
                <a:cubicBezTo>
                  <a:pt x="14629" y="54524"/>
                  <a:pt x="14614" y="54598"/>
                  <a:pt x="14614" y="54672"/>
                </a:cubicBezTo>
                <a:cubicBezTo>
                  <a:pt x="14541" y="54745"/>
                  <a:pt x="14452" y="54819"/>
                  <a:pt x="14364" y="54892"/>
                </a:cubicBezTo>
                <a:cubicBezTo>
                  <a:pt x="14379" y="54819"/>
                  <a:pt x="14379" y="54745"/>
                  <a:pt x="14379" y="54686"/>
                </a:cubicBezTo>
                <a:cubicBezTo>
                  <a:pt x="14467" y="54613"/>
                  <a:pt x="14541" y="54524"/>
                  <a:pt x="14629" y="54451"/>
                </a:cubicBezTo>
                <a:close/>
                <a:moveTo>
                  <a:pt x="14923" y="54451"/>
                </a:moveTo>
                <a:cubicBezTo>
                  <a:pt x="14923" y="54524"/>
                  <a:pt x="14908" y="54613"/>
                  <a:pt x="14908" y="54686"/>
                </a:cubicBezTo>
                <a:cubicBezTo>
                  <a:pt x="14820" y="54760"/>
                  <a:pt x="14747" y="54834"/>
                  <a:pt x="14673" y="54907"/>
                </a:cubicBezTo>
                <a:cubicBezTo>
                  <a:pt x="14673" y="54834"/>
                  <a:pt x="14673" y="54760"/>
                  <a:pt x="14688" y="54686"/>
                </a:cubicBezTo>
                <a:cubicBezTo>
                  <a:pt x="14761" y="54613"/>
                  <a:pt x="14850" y="54539"/>
                  <a:pt x="14923" y="54451"/>
                </a:cubicBezTo>
                <a:close/>
                <a:moveTo>
                  <a:pt x="13363" y="54760"/>
                </a:moveTo>
                <a:lnTo>
                  <a:pt x="13363" y="54760"/>
                </a:lnTo>
                <a:cubicBezTo>
                  <a:pt x="13349" y="54804"/>
                  <a:pt x="13349" y="54819"/>
                  <a:pt x="13319" y="54863"/>
                </a:cubicBezTo>
                <a:lnTo>
                  <a:pt x="13216" y="54966"/>
                </a:lnTo>
                <a:cubicBezTo>
                  <a:pt x="13216" y="54951"/>
                  <a:pt x="13231" y="54907"/>
                  <a:pt x="13260" y="54878"/>
                </a:cubicBezTo>
                <a:lnTo>
                  <a:pt x="13363" y="54760"/>
                </a:lnTo>
                <a:close/>
                <a:moveTo>
                  <a:pt x="15188" y="54510"/>
                </a:moveTo>
                <a:cubicBezTo>
                  <a:pt x="15188" y="54583"/>
                  <a:pt x="15173" y="54657"/>
                  <a:pt x="15173" y="54745"/>
                </a:cubicBezTo>
                <a:lnTo>
                  <a:pt x="15173" y="54760"/>
                </a:lnTo>
                <a:cubicBezTo>
                  <a:pt x="15100" y="54834"/>
                  <a:pt x="15026" y="54907"/>
                  <a:pt x="14953" y="54966"/>
                </a:cubicBezTo>
                <a:cubicBezTo>
                  <a:pt x="14967" y="54892"/>
                  <a:pt x="14967" y="54804"/>
                  <a:pt x="14967" y="54731"/>
                </a:cubicBezTo>
                <a:lnTo>
                  <a:pt x="15188" y="54510"/>
                </a:lnTo>
                <a:close/>
                <a:moveTo>
                  <a:pt x="16321" y="46004"/>
                </a:moveTo>
                <a:cubicBezTo>
                  <a:pt x="16380" y="46048"/>
                  <a:pt x="16424" y="46063"/>
                  <a:pt x="16468" y="46063"/>
                </a:cubicBezTo>
                <a:cubicBezTo>
                  <a:pt x="17866" y="47505"/>
                  <a:pt x="18234" y="49962"/>
                  <a:pt x="17351" y="52082"/>
                </a:cubicBezTo>
                <a:cubicBezTo>
                  <a:pt x="16910" y="53126"/>
                  <a:pt x="16218" y="54127"/>
                  <a:pt x="15247" y="55025"/>
                </a:cubicBezTo>
                <a:lnTo>
                  <a:pt x="15247" y="54760"/>
                </a:lnTo>
                <a:cubicBezTo>
                  <a:pt x="16174" y="53848"/>
                  <a:pt x="16866" y="52847"/>
                  <a:pt x="17263" y="51802"/>
                </a:cubicBezTo>
                <a:cubicBezTo>
                  <a:pt x="17646" y="50816"/>
                  <a:pt x="17763" y="49683"/>
                  <a:pt x="17602" y="48653"/>
                </a:cubicBezTo>
                <a:cubicBezTo>
                  <a:pt x="17425" y="47608"/>
                  <a:pt x="16983" y="46710"/>
                  <a:pt x="16321" y="46004"/>
                </a:cubicBezTo>
                <a:close/>
                <a:moveTo>
                  <a:pt x="13525" y="54745"/>
                </a:moveTo>
                <a:cubicBezTo>
                  <a:pt x="13525" y="54804"/>
                  <a:pt x="13510" y="54834"/>
                  <a:pt x="13496" y="54892"/>
                </a:cubicBezTo>
                <a:cubicBezTo>
                  <a:pt x="13437" y="54951"/>
                  <a:pt x="13378" y="55010"/>
                  <a:pt x="13304" y="55040"/>
                </a:cubicBezTo>
                <a:cubicBezTo>
                  <a:pt x="13319" y="54981"/>
                  <a:pt x="13349" y="54951"/>
                  <a:pt x="13363" y="54892"/>
                </a:cubicBezTo>
                <a:cubicBezTo>
                  <a:pt x="13407" y="54863"/>
                  <a:pt x="13452" y="54819"/>
                  <a:pt x="13496" y="54789"/>
                </a:cubicBezTo>
                <a:lnTo>
                  <a:pt x="13525" y="54745"/>
                </a:lnTo>
                <a:close/>
                <a:moveTo>
                  <a:pt x="13746" y="54745"/>
                </a:moveTo>
                <a:lnTo>
                  <a:pt x="13746" y="54745"/>
                </a:lnTo>
                <a:cubicBezTo>
                  <a:pt x="13731" y="54804"/>
                  <a:pt x="13716" y="54863"/>
                  <a:pt x="13716" y="54907"/>
                </a:cubicBezTo>
                <a:cubicBezTo>
                  <a:pt x="13643" y="54966"/>
                  <a:pt x="13569" y="55040"/>
                  <a:pt x="13496" y="55098"/>
                </a:cubicBezTo>
                <a:cubicBezTo>
                  <a:pt x="13496" y="55069"/>
                  <a:pt x="13496" y="55069"/>
                  <a:pt x="13510" y="55054"/>
                </a:cubicBezTo>
                <a:cubicBezTo>
                  <a:pt x="13525" y="55010"/>
                  <a:pt x="13555" y="54966"/>
                  <a:pt x="13555" y="54907"/>
                </a:cubicBezTo>
                <a:cubicBezTo>
                  <a:pt x="13628" y="54878"/>
                  <a:pt x="13702" y="54819"/>
                  <a:pt x="13746" y="54745"/>
                </a:cubicBezTo>
                <a:close/>
                <a:moveTo>
                  <a:pt x="14025" y="54760"/>
                </a:moveTo>
                <a:cubicBezTo>
                  <a:pt x="14025" y="54819"/>
                  <a:pt x="14011" y="54892"/>
                  <a:pt x="14011" y="54951"/>
                </a:cubicBezTo>
                <a:cubicBezTo>
                  <a:pt x="13937" y="54981"/>
                  <a:pt x="13893" y="55025"/>
                  <a:pt x="13849" y="55084"/>
                </a:cubicBezTo>
                <a:cubicBezTo>
                  <a:pt x="13805" y="55098"/>
                  <a:pt x="13790" y="55128"/>
                  <a:pt x="13746" y="55157"/>
                </a:cubicBezTo>
                <a:cubicBezTo>
                  <a:pt x="13775" y="55098"/>
                  <a:pt x="13775" y="55025"/>
                  <a:pt x="13790" y="54966"/>
                </a:cubicBezTo>
                <a:cubicBezTo>
                  <a:pt x="13864" y="54892"/>
                  <a:pt x="13952" y="54834"/>
                  <a:pt x="14025" y="54760"/>
                </a:cubicBezTo>
                <a:close/>
                <a:moveTo>
                  <a:pt x="13069" y="55084"/>
                </a:moveTo>
                <a:cubicBezTo>
                  <a:pt x="13069" y="55098"/>
                  <a:pt x="13054" y="55113"/>
                  <a:pt x="13054" y="55113"/>
                </a:cubicBezTo>
                <a:lnTo>
                  <a:pt x="12995" y="55172"/>
                </a:lnTo>
                <a:cubicBezTo>
                  <a:pt x="13010" y="55157"/>
                  <a:pt x="13010" y="55157"/>
                  <a:pt x="13010" y="55128"/>
                </a:cubicBezTo>
                <a:lnTo>
                  <a:pt x="13069" y="55084"/>
                </a:lnTo>
                <a:close/>
                <a:moveTo>
                  <a:pt x="14320" y="54745"/>
                </a:moveTo>
                <a:cubicBezTo>
                  <a:pt x="14320" y="54819"/>
                  <a:pt x="14305" y="54878"/>
                  <a:pt x="14305" y="54951"/>
                </a:cubicBezTo>
                <a:cubicBezTo>
                  <a:pt x="14231" y="55025"/>
                  <a:pt x="14143" y="55098"/>
                  <a:pt x="14040" y="55172"/>
                </a:cubicBezTo>
                <a:cubicBezTo>
                  <a:pt x="14040" y="55098"/>
                  <a:pt x="14040" y="55040"/>
                  <a:pt x="14070" y="54966"/>
                </a:cubicBezTo>
                <a:cubicBezTo>
                  <a:pt x="14158" y="54892"/>
                  <a:pt x="14231" y="54819"/>
                  <a:pt x="14320" y="54745"/>
                </a:cubicBezTo>
                <a:close/>
                <a:moveTo>
                  <a:pt x="14614" y="54760"/>
                </a:moveTo>
                <a:cubicBezTo>
                  <a:pt x="14614" y="54834"/>
                  <a:pt x="14614" y="54907"/>
                  <a:pt x="14599" y="54981"/>
                </a:cubicBezTo>
                <a:cubicBezTo>
                  <a:pt x="14526" y="55040"/>
                  <a:pt x="14438" y="55113"/>
                  <a:pt x="14364" y="55187"/>
                </a:cubicBezTo>
                <a:lnTo>
                  <a:pt x="14364" y="54981"/>
                </a:lnTo>
                <a:cubicBezTo>
                  <a:pt x="14452" y="54907"/>
                  <a:pt x="14526" y="54834"/>
                  <a:pt x="14614" y="54760"/>
                </a:cubicBezTo>
                <a:close/>
                <a:moveTo>
                  <a:pt x="14908" y="54789"/>
                </a:moveTo>
                <a:lnTo>
                  <a:pt x="14908" y="55025"/>
                </a:lnTo>
                <a:cubicBezTo>
                  <a:pt x="14835" y="55098"/>
                  <a:pt x="14761" y="55157"/>
                  <a:pt x="14673" y="55231"/>
                </a:cubicBezTo>
                <a:cubicBezTo>
                  <a:pt x="14658" y="55157"/>
                  <a:pt x="14658" y="55084"/>
                  <a:pt x="14673" y="55010"/>
                </a:cubicBezTo>
                <a:cubicBezTo>
                  <a:pt x="14747" y="54937"/>
                  <a:pt x="14835" y="54863"/>
                  <a:pt x="14908" y="54789"/>
                </a:cubicBezTo>
                <a:close/>
                <a:moveTo>
                  <a:pt x="13260" y="55025"/>
                </a:moveTo>
                <a:cubicBezTo>
                  <a:pt x="13231" y="55054"/>
                  <a:pt x="13216" y="55098"/>
                  <a:pt x="13201" y="55157"/>
                </a:cubicBezTo>
                <a:cubicBezTo>
                  <a:pt x="13142" y="55187"/>
                  <a:pt x="13113" y="55246"/>
                  <a:pt x="13054" y="55275"/>
                </a:cubicBezTo>
                <a:cubicBezTo>
                  <a:pt x="13069" y="55246"/>
                  <a:pt x="13084" y="55201"/>
                  <a:pt x="13113" y="55157"/>
                </a:cubicBezTo>
                <a:cubicBezTo>
                  <a:pt x="13157" y="55098"/>
                  <a:pt x="13216" y="55054"/>
                  <a:pt x="13260" y="55025"/>
                </a:cubicBezTo>
                <a:close/>
                <a:moveTo>
                  <a:pt x="15188" y="54863"/>
                </a:moveTo>
                <a:lnTo>
                  <a:pt x="15188" y="55098"/>
                </a:lnTo>
                <a:cubicBezTo>
                  <a:pt x="15114" y="55157"/>
                  <a:pt x="15041" y="55231"/>
                  <a:pt x="14967" y="55304"/>
                </a:cubicBezTo>
                <a:lnTo>
                  <a:pt x="14967" y="55201"/>
                </a:lnTo>
                <a:lnTo>
                  <a:pt x="14967" y="55054"/>
                </a:lnTo>
                <a:cubicBezTo>
                  <a:pt x="15041" y="54981"/>
                  <a:pt x="15114" y="54937"/>
                  <a:pt x="15188" y="54863"/>
                </a:cubicBezTo>
                <a:close/>
                <a:moveTo>
                  <a:pt x="13452" y="55025"/>
                </a:moveTo>
                <a:cubicBezTo>
                  <a:pt x="13452" y="55040"/>
                  <a:pt x="13452" y="55040"/>
                  <a:pt x="13437" y="55054"/>
                </a:cubicBezTo>
                <a:cubicBezTo>
                  <a:pt x="13422" y="55098"/>
                  <a:pt x="13422" y="55157"/>
                  <a:pt x="13407" y="55187"/>
                </a:cubicBezTo>
                <a:cubicBezTo>
                  <a:pt x="13319" y="55246"/>
                  <a:pt x="13275" y="55304"/>
                  <a:pt x="13201" y="55349"/>
                </a:cubicBezTo>
                <a:lnTo>
                  <a:pt x="13260" y="55187"/>
                </a:lnTo>
                <a:cubicBezTo>
                  <a:pt x="13290" y="55157"/>
                  <a:pt x="13304" y="55128"/>
                  <a:pt x="13349" y="55113"/>
                </a:cubicBezTo>
                <a:cubicBezTo>
                  <a:pt x="13378" y="55084"/>
                  <a:pt x="13422" y="55040"/>
                  <a:pt x="13452" y="55025"/>
                </a:cubicBezTo>
                <a:close/>
                <a:moveTo>
                  <a:pt x="16640" y="46130"/>
                </a:moveTo>
                <a:cubicBezTo>
                  <a:pt x="16671" y="46130"/>
                  <a:pt x="16702" y="46140"/>
                  <a:pt x="16733" y="46151"/>
                </a:cubicBezTo>
                <a:cubicBezTo>
                  <a:pt x="18146" y="47667"/>
                  <a:pt x="18455" y="50198"/>
                  <a:pt x="17499" y="52391"/>
                </a:cubicBezTo>
                <a:cubicBezTo>
                  <a:pt x="17028" y="53465"/>
                  <a:pt x="16277" y="54466"/>
                  <a:pt x="15262" y="55378"/>
                </a:cubicBezTo>
                <a:cubicBezTo>
                  <a:pt x="15262" y="55304"/>
                  <a:pt x="15262" y="55201"/>
                  <a:pt x="15247" y="55128"/>
                </a:cubicBezTo>
                <a:cubicBezTo>
                  <a:pt x="16233" y="54215"/>
                  <a:pt x="16969" y="53200"/>
                  <a:pt x="17410" y="52126"/>
                </a:cubicBezTo>
                <a:cubicBezTo>
                  <a:pt x="18279" y="50036"/>
                  <a:pt x="17940" y="47608"/>
                  <a:pt x="16601" y="46136"/>
                </a:cubicBezTo>
                <a:cubicBezTo>
                  <a:pt x="16614" y="46132"/>
                  <a:pt x="16627" y="46130"/>
                  <a:pt x="16640" y="46130"/>
                </a:cubicBezTo>
                <a:close/>
                <a:moveTo>
                  <a:pt x="13702" y="55025"/>
                </a:moveTo>
                <a:cubicBezTo>
                  <a:pt x="13672" y="55084"/>
                  <a:pt x="13672" y="55128"/>
                  <a:pt x="13658" y="55201"/>
                </a:cubicBezTo>
                <a:cubicBezTo>
                  <a:pt x="13643" y="55231"/>
                  <a:pt x="13599" y="55260"/>
                  <a:pt x="13569" y="55275"/>
                </a:cubicBezTo>
                <a:cubicBezTo>
                  <a:pt x="13525" y="55319"/>
                  <a:pt x="13481" y="55349"/>
                  <a:pt x="13437" y="55393"/>
                </a:cubicBezTo>
                <a:cubicBezTo>
                  <a:pt x="13452" y="55334"/>
                  <a:pt x="13452" y="55275"/>
                  <a:pt x="13481" y="55201"/>
                </a:cubicBezTo>
                <a:cubicBezTo>
                  <a:pt x="13555" y="55157"/>
                  <a:pt x="13628" y="55084"/>
                  <a:pt x="13702" y="55025"/>
                </a:cubicBezTo>
                <a:close/>
                <a:moveTo>
                  <a:pt x="13996" y="55040"/>
                </a:moveTo>
                <a:cubicBezTo>
                  <a:pt x="13996" y="55098"/>
                  <a:pt x="13967" y="55172"/>
                  <a:pt x="13967" y="55231"/>
                </a:cubicBezTo>
                <a:cubicBezTo>
                  <a:pt x="13878" y="55290"/>
                  <a:pt x="13805" y="55349"/>
                  <a:pt x="13716" y="55422"/>
                </a:cubicBezTo>
                <a:cubicBezTo>
                  <a:pt x="13716" y="55378"/>
                  <a:pt x="13731" y="55304"/>
                  <a:pt x="13731" y="55246"/>
                </a:cubicBezTo>
                <a:cubicBezTo>
                  <a:pt x="13790" y="55201"/>
                  <a:pt x="13819" y="55172"/>
                  <a:pt x="13878" y="55128"/>
                </a:cubicBezTo>
                <a:cubicBezTo>
                  <a:pt x="13922" y="55098"/>
                  <a:pt x="13952" y="55069"/>
                  <a:pt x="13996" y="55040"/>
                </a:cubicBezTo>
                <a:close/>
                <a:moveTo>
                  <a:pt x="14290" y="55025"/>
                </a:moveTo>
                <a:lnTo>
                  <a:pt x="14290" y="55231"/>
                </a:lnTo>
                <a:cubicBezTo>
                  <a:pt x="14187" y="55319"/>
                  <a:pt x="14114" y="55393"/>
                  <a:pt x="14025" y="55452"/>
                </a:cubicBezTo>
                <a:lnTo>
                  <a:pt x="14025" y="55246"/>
                </a:lnTo>
                <a:cubicBezTo>
                  <a:pt x="14114" y="55172"/>
                  <a:pt x="14187" y="55098"/>
                  <a:pt x="14290" y="55025"/>
                </a:cubicBezTo>
                <a:close/>
                <a:moveTo>
                  <a:pt x="12981" y="55275"/>
                </a:moveTo>
                <a:lnTo>
                  <a:pt x="12981" y="55275"/>
                </a:lnTo>
                <a:cubicBezTo>
                  <a:pt x="12966" y="55319"/>
                  <a:pt x="12936" y="55334"/>
                  <a:pt x="12936" y="55378"/>
                </a:cubicBezTo>
                <a:lnTo>
                  <a:pt x="12833" y="55481"/>
                </a:lnTo>
                <a:cubicBezTo>
                  <a:pt x="12848" y="55452"/>
                  <a:pt x="12848" y="55407"/>
                  <a:pt x="12863" y="55393"/>
                </a:cubicBezTo>
                <a:lnTo>
                  <a:pt x="12981" y="55275"/>
                </a:lnTo>
                <a:close/>
                <a:moveTo>
                  <a:pt x="14585" y="55069"/>
                </a:moveTo>
                <a:lnTo>
                  <a:pt x="14585" y="55290"/>
                </a:lnTo>
                <a:cubicBezTo>
                  <a:pt x="14511" y="55363"/>
                  <a:pt x="14408" y="55422"/>
                  <a:pt x="14335" y="55496"/>
                </a:cubicBezTo>
                <a:lnTo>
                  <a:pt x="14335" y="55275"/>
                </a:lnTo>
                <a:cubicBezTo>
                  <a:pt x="14438" y="55201"/>
                  <a:pt x="14511" y="55128"/>
                  <a:pt x="14585" y="55069"/>
                </a:cubicBezTo>
                <a:close/>
                <a:moveTo>
                  <a:pt x="13142" y="55260"/>
                </a:moveTo>
                <a:cubicBezTo>
                  <a:pt x="13142" y="55319"/>
                  <a:pt x="13128" y="55378"/>
                  <a:pt x="13113" y="55407"/>
                </a:cubicBezTo>
                <a:cubicBezTo>
                  <a:pt x="13054" y="55466"/>
                  <a:pt x="12995" y="55496"/>
                  <a:pt x="12922" y="55555"/>
                </a:cubicBezTo>
                <a:cubicBezTo>
                  <a:pt x="12936" y="55496"/>
                  <a:pt x="12966" y="55466"/>
                  <a:pt x="12981" y="55407"/>
                </a:cubicBezTo>
                <a:cubicBezTo>
                  <a:pt x="13039" y="55349"/>
                  <a:pt x="13084" y="55319"/>
                  <a:pt x="13142" y="55260"/>
                </a:cubicBezTo>
                <a:close/>
                <a:moveTo>
                  <a:pt x="14894" y="55128"/>
                </a:moveTo>
                <a:lnTo>
                  <a:pt x="14894" y="55231"/>
                </a:lnTo>
                <a:lnTo>
                  <a:pt x="14894" y="55349"/>
                </a:lnTo>
                <a:cubicBezTo>
                  <a:pt x="14820" y="55422"/>
                  <a:pt x="14747" y="55481"/>
                  <a:pt x="14658" y="55555"/>
                </a:cubicBezTo>
                <a:lnTo>
                  <a:pt x="14658" y="55334"/>
                </a:lnTo>
                <a:cubicBezTo>
                  <a:pt x="14732" y="55260"/>
                  <a:pt x="14820" y="55201"/>
                  <a:pt x="14894" y="55128"/>
                </a:cubicBezTo>
                <a:close/>
                <a:moveTo>
                  <a:pt x="13378" y="55275"/>
                </a:moveTo>
                <a:lnTo>
                  <a:pt x="13378" y="55275"/>
                </a:lnTo>
                <a:cubicBezTo>
                  <a:pt x="13363" y="55334"/>
                  <a:pt x="13363" y="55393"/>
                  <a:pt x="13349" y="55437"/>
                </a:cubicBezTo>
                <a:lnTo>
                  <a:pt x="13128" y="55613"/>
                </a:lnTo>
                <a:cubicBezTo>
                  <a:pt x="13142" y="55555"/>
                  <a:pt x="13142" y="55496"/>
                  <a:pt x="13157" y="55437"/>
                </a:cubicBezTo>
                <a:lnTo>
                  <a:pt x="13187" y="55437"/>
                </a:lnTo>
                <a:cubicBezTo>
                  <a:pt x="13260" y="55393"/>
                  <a:pt x="13304" y="55334"/>
                  <a:pt x="13378" y="55275"/>
                </a:cubicBezTo>
                <a:close/>
                <a:moveTo>
                  <a:pt x="15173" y="55172"/>
                </a:moveTo>
                <a:cubicBezTo>
                  <a:pt x="15188" y="55260"/>
                  <a:pt x="15188" y="55334"/>
                  <a:pt x="15188" y="55422"/>
                </a:cubicBezTo>
                <a:cubicBezTo>
                  <a:pt x="15114" y="55481"/>
                  <a:pt x="15041" y="55555"/>
                  <a:pt x="14967" y="55613"/>
                </a:cubicBezTo>
                <a:cubicBezTo>
                  <a:pt x="14967" y="55540"/>
                  <a:pt x="14967" y="55466"/>
                  <a:pt x="14953" y="55378"/>
                </a:cubicBezTo>
                <a:cubicBezTo>
                  <a:pt x="15026" y="55304"/>
                  <a:pt x="15100" y="55246"/>
                  <a:pt x="15173" y="55172"/>
                </a:cubicBezTo>
                <a:close/>
                <a:moveTo>
                  <a:pt x="12701" y="55540"/>
                </a:moveTo>
                <a:cubicBezTo>
                  <a:pt x="12701" y="55555"/>
                  <a:pt x="12686" y="55569"/>
                  <a:pt x="12686" y="55599"/>
                </a:cubicBezTo>
                <a:cubicBezTo>
                  <a:pt x="12674" y="55611"/>
                  <a:pt x="12650" y="55624"/>
                  <a:pt x="12625" y="55637"/>
                </a:cubicBezTo>
                <a:lnTo>
                  <a:pt x="12625" y="55637"/>
                </a:lnTo>
                <a:cubicBezTo>
                  <a:pt x="12630" y="55631"/>
                  <a:pt x="12633" y="55622"/>
                  <a:pt x="12642" y="55613"/>
                </a:cubicBezTo>
                <a:cubicBezTo>
                  <a:pt x="12672" y="55599"/>
                  <a:pt x="12686" y="55569"/>
                  <a:pt x="12701" y="55540"/>
                </a:cubicBezTo>
                <a:close/>
                <a:moveTo>
                  <a:pt x="13658" y="55304"/>
                </a:moveTo>
                <a:cubicBezTo>
                  <a:pt x="13658" y="55349"/>
                  <a:pt x="13643" y="55422"/>
                  <a:pt x="13643" y="55481"/>
                </a:cubicBezTo>
                <a:lnTo>
                  <a:pt x="13422" y="55643"/>
                </a:lnTo>
                <a:lnTo>
                  <a:pt x="13407" y="55672"/>
                </a:lnTo>
                <a:cubicBezTo>
                  <a:pt x="13407" y="55613"/>
                  <a:pt x="13422" y="55540"/>
                  <a:pt x="13422" y="55481"/>
                </a:cubicBezTo>
                <a:cubicBezTo>
                  <a:pt x="13496" y="55422"/>
                  <a:pt x="13555" y="55393"/>
                  <a:pt x="13628" y="55334"/>
                </a:cubicBezTo>
                <a:lnTo>
                  <a:pt x="13658" y="55304"/>
                </a:lnTo>
                <a:close/>
                <a:moveTo>
                  <a:pt x="13967" y="55319"/>
                </a:moveTo>
                <a:lnTo>
                  <a:pt x="13967" y="55525"/>
                </a:lnTo>
                <a:cubicBezTo>
                  <a:pt x="13878" y="55569"/>
                  <a:pt x="13790" y="55628"/>
                  <a:pt x="13702" y="55702"/>
                </a:cubicBezTo>
                <a:cubicBezTo>
                  <a:pt x="13702" y="55643"/>
                  <a:pt x="13702" y="55569"/>
                  <a:pt x="13716" y="55525"/>
                </a:cubicBezTo>
                <a:lnTo>
                  <a:pt x="13746" y="55481"/>
                </a:lnTo>
                <a:lnTo>
                  <a:pt x="13967" y="55319"/>
                </a:lnTo>
                <a:close/>
                <a:moveTo>
                  <a:pt x="14290" y="55334"/>
                </a:moveTo>
                <a:lnTo>
                  <a:pt x="14290" y="55540"/>
                </a:lnTo>
                <a:cubicBezTo>
                  <a:pt x="14187" y="55613"/>
                  <a:pt x="14114" y="55672"/>
                  <a:pt x="14025" y="55746"/>
                </a:cubicBezTo>
                <a:lnTo>
                  <a:pt x="14025" y="55540"/>
                </a:lnTo>
                <a:cubicBezTo>
                  <a:pt x="14114" y="55466"/>
                  <a:pt x="14187" y="55407"/>
                  <a:pt x="14290" y="55334"/>
                </a:cubicBezTo>
                <a:close/>
                <a:moveTo>
                  <a:pt x="12892" y="55525"/>
                </a:moveTo>
                <a:lnTo>
                  <a:pt x="12892" y="55525"/>
                </a:lnTo>
                <a:cubicBezTo>
                  <a:pt x="12863" y="55555"/>
                  <a:pt x="12848" y="55599"/>
                  <a:pt x="12833" y="55643"/>
                </a:cubicBezTo>
                <a:cubicBezTo>
                  <a:pt x="12775" y="55687"/>
                  <a:pt x="12716" y="55716"/>
                  <a:pt x="12686" y="55775"/>
                </a:cubicBezTo>
                <a:cubicBezTo>
                  <a:pt x="12701" y="55746"/>
                  <a:pt x="12716" y="55702"/>
                  <a:pt x="12745" y="55643"/>
                </a:cubicBezTo>
                <a:cubicBezTo>
                  <a:pt x="12789" y="55599"/>
                  <a:pt x="12833" y="55555"/>
                  <a:pt x="12892" y="55525"/>
                </a:cubicBezTo>
                <a:close/>
                <a:moveTo>
                  <a:pt x="14599" y="55378"/>
                </a:moveTo>
                <a:lnTo>
                  <a:pt x="14599" y="55599"/>
                </a:lnTo>
                <a:cubicBezTo>
                  <a:pt x="14526" y="55672"/>
                  <a:pt x="14423" y="55716"/>
                  <a:pt x="14364" y="55790"/>
                </a:cubicBezTo>
                <a:lnTo>
                  <a:pt x="14364" y="55569"/>
                </a:lnTo>
                <a:cubicBezTo>
                  <a:pt x="14452" y="55496"/>
                  <a:pt x="14526" y="55452"/>
                  <a:pt x="14599" y="55378"/>
                </a:cubicBezTo>
                <a:close/>
                <a:moveTo>
                  <a:pt x="13084" y="55525"/>
                </a:moveTo>
                <a:lnTo>
                  <a:pt x="13084" y="55525"/>
                </a:lnTo>
                <a:cubicBezTo>
                  <a:pt x="13069" y="55569"/>
                  <a:pt x="13069" y="55628"/>
                  <a:pt x="13054" y="55687"/>
                </a:cubicBezTo>
                <a:cubicBezTo>
                  <a:pt x="13039" y="55702"/>
                  <a:pt x="13010" y="55716"/>
                  <a:pt x="12995" y="55716"/>
                </a:cubicBezTo>
                <a:cubicBezTo>
                  <a:pt x="12936" y="55761"/>
                  <a:pt x="12907" y="55790"/>
                  <a:pt x="12848" y="55834"/>
                </a:cubicBezTo>
                <a:cubicBezTo>
                  <a:pt x="12863" y="55775"/>
                  <a:pt x="12892" y="55716"/>
                  <a:pt x="12907" y="55687"/>
                </a:cubicBezTo>
                <a:cubicBezTo>
                  <a:pt x="12966" y="55628"/>
                  <a:pt x="13010" y="55569"/>
                  <a:pt x="13084" y="55525"/>
                </a:cubicBezTo>
                <a:close/>
                <a:moveTo>
                  <a:pt x="14894" y="55452"/>
                </a:moveTo>
                <a:cubicBezTo>
                  <a:pt x="14894" y="55525"/>
                  <a:pt x="14908" y="55599"/>
                  <a:pt x="14908" y="55672"/>
                </a:cubicBezTo>
                <a:cubicBezTo>
                  <a:pt x="14835" y="55716"/>
                  <a:pt x="14761" y="55790"/>
                  <a:pt x="14673" y="55849"/>
                </a:cubicBezTo>
                <a:cubicBezTo>
                  <a:pt x="14673" y="55790"/>
                  <a:pt x="14673" y="55716"/>
                  <a:pt x="14658" y="55672"/>
                </a:cubicBezTo>
                <a:lnTo>
                  <a:pt x="14658" y="55628"/>
                </a:lnTo>
                <a:cubicBezTo>
                  <a:pt x="14732" y="55569"/>
                  <a:pt x="14805" y="55496"/>
                  <a:pt x="14894" y="55452"/>
                </a:cubicBezTo>
                <a:close/>
                <a:moveTo>
                  <a:pt x="13349" y="55555"/>
                </a:moveTo>
                <a:cubicBezTo>
                  <a:pt x="13349" y="55613"/>
                  <a:pt x="13334" y="55672"/>
                  <a:pt x="13334" y="55716"/>
                </a:cubicBezTo>
                <a:cubicBezTo>
                  <a:pt x="13231" y="55775"/>
                  <a:pt x="13157" y="55834"/>
                  <a:pt x="13069" y="55893"/>
                </a:cubicBezTo>
                <a:cubicBezTo>
                  <a:pt x="13084" y="55834"/>
                  <a:pt x="13084" y="55775"/>
                  <a:pt x="13113" y="55716"/>
                </a:cubicBezTo>
                <a:cubicBezTo>
                  <a:pt x="13187" y="55672"/>
                  <a:pt x="13260" y="55613"/>
                  <a:pt x="13349" y="55555"/>
                </a:cubicBezTo>
                <a:close/>
                <a:moveTo>
                  <a:pt x="12613" y="55761"/>
                </a:moveTo>
                <a:cubicBezTo>
                  <a:pt x="12598" y="55790"/>
                  <a:pt x="12569" y="55820"/>
                  <a:pt x="12569" y="55849"/>
                </a:cubicBezTo>
                <a:cubicBezTo>
                  <a:pt x="12539" y="55893"/>
                  <a:pt x="12495" y="55923"/>
                  <a:pt x="12466" y="55937"/>
                </a:cubicBezTo>
                <a:cubicBezTo>
                  <a:pt x="12466" y="55923"/>
                  <a:pt x="12480" y="55908"/>
                  <a:pt x="12495" y="55864"/>
                </a:cubicBezTo>
                <a:lnTo>
                  <a:pt x="12613" y="55761"/>
                </a:lnTo>
                <a:close/>
                <a:moveTo>
                  <a:pt x="13643" y="55569"/>
                </a:moveTo>
                <a:lnTo>
                  <a:pt x="13643" y="55761"/>
                </a:lnTo>
                <a:cubicBezTo>
                  <a:pt x="13628" y="55775"/>
                  <a:pt x="13599" y="55775"/>
                  <a:pt x="13584" y="55790"/>
                </a:cubicBezTo>
                <a:cubicBezTo>
                  <a:pt x="13510" y="55849"/>
                  <a:pt x="13452" y="55893"/>
                  <a:pt x="13378" y="55937"/>
                </a:cubicBezTo>
                <a:cubicBezTo>
                  <a:pt x="13363" y="55893"/>
                  <a:pt x="13378" y="55820"/>
                  <a:pt x="13378" y="55761"/>
                </a:cubicBezTo>
                <a:cubicBezTo>
                  <a:pt x="13407" y="55746"/>
                  <a:pt x="13437" y="55716"/>
                  <a:pt x="13452" y="55702"/>
                </a:cubicBezTo>
                <a:cubicBezTo>
                  <a:pt x="13510" y="55672"/>
                  <a:pt x="13584" y="55613"/>
                  <a:pt x="13643" y="55569"/>
                </a:cubicBezTo>
                <a:close/>
                <a:moveTo>
                  <a:pt x="13952" y="55599"/>
                </a:moveTo>
                <a:lnTo>
                  <a:pt x="13952" y="55790"/>
                </a:lnTo>
                <a:cubicBezTo>
                  <a:pt x="13864" y="55849"/>
                  <a:pt x="13790" y="55923"/>
                  <a:pt x="13702" y="55981"/>
                </a:cubicBezTo>
                <a:lnTo>
                  <a:pt x="13702" y="55790"/>
                </a:lnTo>
                <a:cubicBezTo>
                  <a:pt x="13790" y="55716"/>
                  <a:pt x="13878" y="55672"/>
                  <a:pt x="13952" y="55599"/>
                </a:cubicBezTo>
                <a:close/>
                <a:moveTo>
                  <a:pt x="14290" y="55613"/>
                </a:moveTo>
                <a:lnTo>
                  <a:pt x="14290" y="55834"/>
                </a:lnTo>
                <a:cubicBezTo>
                  <a:pt x="14187" y="55893"/>
                  <a:pt x="14114" y="55967"/>
                  <a:pt x="14025" y="56011"/>
                </a:cubicBezTo>
                <a:lnTo>
                  <a:pt x="14025" y="55805"/>
                </a:lnTo>
                <a:cubicBezTo>
                  <a:pt x="14114" y="55746"/>
                  <a:pt x="14187" y="55687"/>
                  <a:pt x="14290" y="55613"/>
                </a:cubicBezTo>
                <a:close/>
                <a:moveTo>
                  <a:pt x="12789" y="55746"/>
                </a:moveTo>
                <a:cubicBezTo>
                  <a:pt x="12789" y="55761"/>
                  <a:pt x="12775" y="55790"/>
                  <a:pt x="12775" y="55805"/>
                </a:cubicBezTo>
                <a:cubicBezTo>
                  <a:pt x="12775" y="55834"/>
                  <a:pt x="12760" y="55864"/>
                  <a:pt x="12760" y="55878"/>
                </a:cubicBezTo>
                <a:cubicBezTo>
                  <a:pt x="12686" y="55937"/>
                  <a:pt x="12627" y="55996"/>
                  <a:pt x="12569" y="56040"/>
                </a:cubicBezTo>
                <a:cubicBezTo>
                  <a:pt x="12583" y="55981"/>
                  <a:pt x="12613" y="55937"/>
                  <a:pt x="12627" y="55893"/>
                </a:cubicBezTo>
                <a:cubicBezTo>
                  <a:pt x="12686" y="55834"/>
                  <a:pt x="12730" y="55790"/>
                  <a:pt x="12789" y="55746"/>
                </a:cubicBezTo>
                <a:close/>
                <a:moveTo>
                  <a:pt x="13010" y="55761"/>
                </a:moveTo>
                <a:cubicBezTo>
                  <a:pt x="12995" y="55820"/>
                  <a:pt x="12995" y="55864"/>
                  <a:pt x="12981" y="55923"/>
                </a:cubicBezTo>
                <a:cubicBezTo>
                  <a:pt x="12936" y="55981"/>
                  <a:pt x="12892" y="56011"/>
                  <a:pt x="12833" y="56055"/>
                </a:cubicBezTo>
                <a:cubicBezTo>
                  <a:pt x="12819" y="56070"/>
                  <a:pt x="12789" y="56084"/>
                  <a:pt x="12760" y="56084"/>
                </a:cubicBezTo>
                <a:cubicBezTo>
                  <a:pt x="12775" y="56040"/>
                  <a:pt x="12775" y="55981"/>
                  <a:pt x="12789" y="55923"/>
                </a:cubicBezTo>
                <a:lnTo>
                  <a:pt x="13010" y="55761"/>
                </a:lnTo>
                <a:close/>
                <a:moveTo>
                  <a:pt x="14599" y="55687"/>
                </a:moveTo>
                <a:cubicBezTo>
                  <a:pt x="14599" y="55761"/>
                  <a:pt x="14614" y="55834"/>
                  <a:pt x="14614" y="55908"/>
                </a:cubicBezTo>
                <a:cubicBezTo>
                  <a:pt x="14541" y="55967"/>
                  <a:pt x="14452" y="56040"/>
                  <a:pt x="14379" y="56084"/>
                </a:cubicBezTo>
                <a:cubicBezTo>
                  <a:pt x="14379" y="56011"/>
                  <a:pt x="14364" y="55937"/>
                  <a:pt x="14364" y="55864"/>
                </a:cubicBezTo>
                <a:cubicBezTo>
                  <a:pt x="14438" y="55820"/>
                  <a:pt x="14526" y="55746"/>
                  <a:pt x="14599" y="55687"/>
                </a:cubicBezTo>
                <a:close/>
                <a:moveTo>
                  <a:pt x="12348" y="56011"/>
                </a:moveTo>
                <a:cubicBezTo>
                  <a:pt x="12348" y="56040"/>
                  <a:pt x="12333" y="56055"/>
                  <a:pt x="12333" y="56070"/>
                </a:cubicBezTo>
                <a:cubicBezTo>
                  <a:pt x="12318" y="56084"/>
                  <a:pt x="12304" y="56114"/>
                  <a:pt x="12259" y="56129"/>
                </a:cubicBezTo>
                <a:cubicBezTo>
                  <a:pt x="12259" y="56129"/>
                  <a:pt x="12259" y="56114"/>
                  <a:pt x="12274" y="56084"/>
                </a:cubicBezTo>
                <a:cubicBezTo>
                  <a:pt x="12304" y="56070"/>
                  <a:pt x="12318" y="56040"/>
                  <a:pt x="12348" y="56011"/>
                </a:cubicBezTo>
                <a:close/>
                <a:moveTo>
                  <a:pt x="13304" y="55790"/>
                </a:moveTo>
                <a:cubicBezTo>
                  <a:pt x="13304" y="55849"/>
                  <a:pt x="13304" y="55908"/>
                  <a:pt x="13290" y="55981"/>
                </a:cubicBezTo>
                <a:cubicBezTo>
                  <a:pt x="13275" y="55981"/>
                  <a:pt x="13275" y="55996"/>
                  <a:pt x="13260" y="55996"/>
                </a:cubicBezTo>
                <a:cubicBezTo>
                  <a:pt x="13187" y="56055"/>
                  <a:pt x="13113" y="56084"/>
                  <a:pt x="13039" y="56143"/>
                </a:cubicBezTo>
                <a:cubicBezTo>
                  <a:pt x="13054" y="56114"/>
                  <a:pt x="13054" y="56040"/>
                  <a:pt x="13054" y="55981"/>
                </a:cubicBezTo>
                <a:cubicBezTo>
                  <a:pt x="13142" y="55923"/>
                  <a:pt x="13216" y="55864"/>
                  <a:pt x="13304" y="55790"/>
                </a:cubicBezTo>
                <a:close/>
                <a:moveTo>
                  <a:pt x="13643" y="55834"/>
                </a:moveTo>
                <a:lnTo>
                  <a:pt x="13643" y="56011"/>
                </a:lnTo>
                <a:cubicBezTo>
                  <a:pt x="13569" y="56070"/>
                  <a:pt x="13510" y="56114"/>
                  <a:pt x="13437" y="56158"/>
                </a:cubicBezTo>
                <a:cubicBezTo>
                  <a:pt x="13422" y="56187"/>
                  <a:pt x="13378" y="56202"/>
                  <a:pt x="13363" y="56217"/>
                </a:cubicBezTo>
                <a:lnTo>
                  <a:pt x="13363" y="56040"/>
                </a:lnTo>
                <a:cubicBezTo>
                  <a:pt x="13452" y="55981"/>
                  <a:pt x="13525" y="55923"/>
                  <a:pt x="13628" y="55849"/>
                </a:cubicBezTo>
                <a:cubicBezTo>
                  <a:pt x="13628" y="55849"/>
                  <a:pt x="13643" y="55849"/>
                  <a:pt x="13643" y="55834"/>
                </a:cubicBezTo>
                <a:close/>
                <a:moveTo>
                  <a:pt x="12524" y="55996"/>
                </a:moveTo>
                <a:cubicBezTo>
                  <a:pt x="12495" y="56040"/>
                  <a:pt x="12480" y="56070"/>
                  <a:pt x="12480" y="56129"/>
                </a:cubicBezTo>
                <a:cubicBezTo>
                  <a:pt x="12421" y="56158"/>
                  <a:pt x="12377" y="56202"/>
                  <a:pt x="12333" y="56261"/>
                </a:cubicBezTo>
                <a:cubicBezTo>
                  <a:pt x="12348" y="56217"/>
                  <a:pt x="12377" y="56187"/>
                  <a:pt x="12392" y="56129"/>
                </a:cubicBezTo>
                <a:cubicBezTo>
                  <a:pt x="12421" y="56070"/>
                  <a:pt x="12466" y="56040"/>
                  <a:pt x="12524" y="55996"/>
                </a:cubicBezTo>
                <a:close/>
                <a:moveTo>
                  <a:pt x="13952" y="55864"/>
                </a:moveTo>
                <a:cubicBezTo>
                  <a:pt x="13967" y="55937"/>
                  <a:pt x="13967" y="55996"/>
                  <a:pt x="13967" y="56070"/>
                </a:cubicBezTo>
                <a:cubicBezTo>
                  <a:pt x="13878" y="56129"/>
                  <a:pt x="13790" y="56202"/>
                  <a:pt x="13716" y="56261"/>
                </a:cubicBezTo>
                <a:cubicBezTo>
                  <a:pt x="13716" y="56187"/>
                  <a:pt x="13716" y="56129"/>
                  <a:pt x="13702" y="56055"/>
                </a:cubicBezTo>
                <a:cubicBezTo>
                  <a:pt x="13790" y="55996"/>
                  <a:pt x="13878" y="55923"/>
                  <a:pt x="13952" y="55864"/>
                </a:cubicBezTo>
                <a:close/>
                <a:moveTo>
                  <a:pt x="12716" y="56011"/>
                </a:moveTo>
                <a:lnTo>
                  <a:pt x="12716" y="56011"/>
                </a:lnTo>
                <a:cubicBezTo>
                  <a:pt x="12701" y="56070"/>
                  <a:pt x="12701" y="56129"/>
                  <a:pt x="12686" y="56158"/>
                </a:cubicBezTo>
                <a:cubicBezTo>
                  <a:pt x="12613" y="56217"/>
                  <a:pt x="12539" y="56261"/>
                  <a:pt x="12480" y="56305"/>
                </a:cubicBezTo>
                <a:cubicBezTo>
                  <a:pt x="12480" y="56290"/>
                  <a:pt x="12495" y="56261"/>
                  <a:pt x="12495" y="56232"/>
                </a:cubicBezTo>
                <a:cubicBezTo>
                  <a:pt x="12495" y="56217"/>
                  <a:pt x="12524" y="56187"/>
                  <a:pt x="12539" y="56158"/>
                </a:cubicBezTo>
                <a:cubicBezTo>
                  <a:pt x="12598" y="56114"/>
                  <a:pt x="12672" y="56055"/>
                  <a:pt x="12716" y="56011"/>
                </a:cubicBezTo>
                <a:close/>
                <a:moveTo>
                  <a:pt x="14290" y="55923"/>
                </a:moveTo>
                <a:cubicBezTo>
                  <a:pt x="14305" y="55981"/>
                  <a:pt x="14305" y="56055"/>
                  <a:pt x="14305" y="56129"/>
                </a:cubicBezTo>
                <a:cubicBezTo>
                  <a:pt x="14217" y="56187"/>
                  <a:pt x="14143" y="56261"/>
                  <a:pt x="14040" y="56305"/>
                </a:cubicBezTo>
                <a:cubicBezTo>
                  <a:pt x="14040" y="56232"/>
                  <a:pt x="14025" y="56158"/>
                  <a:pt x="14025" y="56114"/>
                </a:cubicBezTo>
                <a:cubicBezTo>
                  <a:pt x="14114" y="56055"/>
                  <a:pt x="14187" y="55981"/>
                  <a:pt x="14290" y="55923"/>
                </a:cubicBezTo>
                <a:close/>
                <a:moveTo>
                  <a:pt x="12995" y="56040"/>
                </a:moveTo>
                <a:cubicBezTo>
                  <a:pt x="12995" y="56084"/>
                  <a:pt x="12981" y="56143"/>
                  <a:pt x="12981" y="56202"/>
                </a:cubicBezTo>
                <a:cubicBezTo>
                  <a:pt x="12892" y="56261"/>
                  <a:pt x="12789" y="56305"/>
                  <a:pt x="12716" y="56364"/>
                </a:cubicBezTo>
                <a:cubicBezTo>
                  <a:pt x="12716" y="56305"/>
                  <a:pt x="12745" y="56261"/>
                  <a:pt x="12760" y="56202"/>
                </a:cubicBezTo>
                <a:cubicBezTo>
                  <a:pt x="12789" y="56158"/>
                  <a:pt x="12833" y="56143"/>
                  <a:pt x="12892" y="56114"/>
                </a:cubicBezTo>
                <a:cubicBezTo>
                  <a:pt x="12922" y="56084"/>
                  <a:pt x="12966" y="56055"/>
                  <a:pt x="12995" y="56040"/>
                </a:cubicBezTo>
                <a:close/>
                <a:moveTo>
                  <a:pt x="12245" y="56232"/>
                </a:moveTo>
                <a:lnTo>
                  <a:pt x="12245" y="56232"/>
                </a:lnTo>
                <a:cubicBezTo>
                  <a:pt x="12230" y="56276"/>
                  <a:pt x="12230" y="56290"/>
                  <a:pt x="12201" y="56335"/>
                </a:cubicBezTo>
                <a:cubicBezTo>
                  <a:pt x="12171" y="56364"/>
                  <a:pt x="12127" y="56408"/>
                  <a:pt x="12083" y="56423"/>
                </a:cubicBezTo>
                <a:cubicBezTo>
                  <a:pt x="12098" y="56379"/>
                  <a:pt x="12112" y="56364"/>
                  <a:pt x="12127" y="56335"/>
                </a:cubicBezTo>
                <a:cubicBezTo>
                  <a:pt x="12171" y="56290"/>
                  <a:pt x="12201" y="56261"/>
                  <a:pt x="12245" y="56232"/>
                </a:cubicBezTo>
                <a:close/>
                <a:moveTo>
                  <a:pt x="13275" y="56055"/>
                </a:moveTo>
                <a:lnTo>
                  <a:pt x="13275" y="56232"/>
                </a:lnTo>
                <a:cubicBezTo>
                  <a:pt x="13231" y="56290"/>
                  <a:pt x="13187" y="56335"/>
                  <a:pt x="13113" y="56364"/>
                </a:cubicBezTo>
                <a:cubicBezTo>
                  <a:pt x="13069" y="56379"/>
                  <a:pt x="13054" y="56408"/>
                  <a:pt x="13010" y="56423"/>
                </a:cubicBezTo>
                <a:lnTo>
                  <a:pt x="13010" y="56232"/>
                </a:lnTo>
                <a:cubicBezTo>
                  <a:pt x="13113" y="56187"/>
                  <a:pt x="13201" y="56129"/>
                  <a:pt x="13275" y="56055"/>
                </a:cubicBezTo>
                <a:close/>
                <a:moveTo>
                  <a:pt x="13628" y="56129"/>
                </a:moveTo>
                <a:cubicBezTo>
                  <a:pt x="13643" y="56158"/>
                  <a:pt x="13643" y="56232"/>
                  <a:pt x="13643" y="56305"/>
                </a:cubicBezTo>
                <a:cubicBezTo>
                  <a:pt x="13555" y="56364"/>
                  <a:pt x="13452" y="56438"/>
                  <a:pt x="13363" y="56496"/>
                </a:cubicBezTo>
                <a:lnTo>
                  <a:pt x="13363" y="56305"/>
                </a:lnTo>
                <a:cubicBezTo>
                  <a:pt x="13407" y="56290"/>
                  <a:pt x="13437" y="56261"/>
                  <a:pt x="13481" y="56232"/>
                </a:cubicBezTo>
                <a:cubicBezTo>
                  <a:pt x="13525" y="56202"/>
                  <a:pt x="13569" y="56158"/>
                  <a:pt x="13628" y="56129"/>
                </a:cubicBezTo>
                <a:close/>
                <a:moveTo>
                  <a:pt x="12421" y="56232"/>
                </a:moveTo>
                <a:lnTo>
                  <a:pt x="12421" y="56232"/>
                </a:lnTo>
                <a:cubicBezTo>
                  <a:pt x="12407" y="56290"/>
                  <a:pt x="12392" y="56335"/>
                  <a:pt x="12392" y="56379"/>
                </a:cubicBezTo>
                <a:cubicBezTo>
                  <a:pt x="12333" y="56423"/>
                  <a:pt x="12259" y="56452"/>
                  <a:pt x="12201" y="56511"/>
                </a:cubicBezTo>
                <a:cubicBezTo>
                  <a:pt x="12215" y="56452"/>
                  <a:pt x="12245" y="56423"/>
                  <a:pt x="12259" y="56364"/>
                </a:cubicBezTo>
                <a:cubicBezTo>
                  <a:pt x="12318" y="56335"/>
                  <a:pt x="12362" y="56276"/>
                  <a:pt x="12421" y="56232"/>
                </a:cubicBezTo>
                <a:close/>
                <a:moveTo>
                  <a:pt x="13967" y="56143"/>
                </a:moveTo>
                <a:cubicBezTo>
                  <a:pt x="13967" y="56217"/>
                  <a:pt x="13996" y="56290"/>
                  <a:pt x="13996" y="56349"/>
                </a:cubicBezTo>
                <a:cubicBezTo>
                  <a:pt x="13893" y="56408"/>
                  <a:pt x="13805" y="56482"/>
                  <a:pt x="13731" y="56526"/>
                </a:cubicBezTo>
                <a:cubicBezTo>
                  <a:pt x="13731" y="56452"/>
                  <a:pt x="13716" y="56408"/>
                  <a:pt x="13716" y="56335"/>
                </a:cubicBezTo>
                <a:cubicBezTo>
                  <a:pt x="13805" y="56276"/>
                  <a:pt x="13893" y="56202"/>
                  <a:pt x="13967" y="56143"/>
                </a:cubicBezTo>
                <a:close/>
                <a:moveTo>
                  <a:pt x="13984" y="56448"/>
                </a:moveTo>
                <a:lnTo>
                  <a:pt x="13984" y="56448"/>
                </a:lnTo>
                <a:cubicBezTo>
                  <a:pt x="13947" y="56480"/>
                  <a:pt x="13907" y="56506"/>
                  <a:pt x="13864" y="56532"/>
                </a:cubicBezTo>
                <a:lnTo>
                  <a:pt x="13864" y="56532"/>
                </a:lnTo>
                <a:cubicBezTo>
                  <a:pt x="13864" y="56530"/>
                  <a:pt x="13864" y="56528"/>
                  <a:pt x="13864" y="56526"/>
                </a:cubicBezTo>
                <a:cubicBezTo>
                  <a:pt x="13906" y="56498"/>
                  <a:pt x="13945" y="56473"/>
                  <a:pt x="13984" y="56448"/>
                </a:cubicBezTo>
                <a:close/>
                <a:moveTo>
                  <a:pt x="12672" y="56261"/>
                </a:moveTo>
                <a:cubicBezTo>
                  <a:pt x="12672" y="56305"/>
                  <a:pt x="12642" y="56364"/>
                  <a:pt x="12642" y="56423"/>
                </a:cubicBezTo>
                <a:cubicBezTo>
                  <a:pt x="12569" y="56482"/>
                  <a:pt x="12495" y="56526"/>
                  <a:pt x="12407" y="56570"/>
                </a:cubicBezTo>
                <a:cubicBezTo>
                  <a:pt x="12421" y="56511"/>
                  <a:pt x="12421" y="56452"/>
                  <a:pt x="12451" y="56408"/>
                </a:cubicBezTo>
                <a:cubicBezTo>
                  <a:pt x="12524" y="56349"/>
                  <a:pt x="12598" y="56290"/>
                  <a:pt x="12672" y="56261"/>
                </a:cubicBezTo>
                <a:close/>
                <a:moveTo>
                  <a:pt x="11980" y="56482"/>
                </a:moveTo>
                <a:lnTo>
                  <a:pt x="11980" y="56482"/>
                </a:lnTo>
                <a:cubicBezTo>
                  <a:pt x="11965" y="56496"/>
                  <a:pt x="11965" y="56511"/>
                  <a:pt x="11965" y="56526"/>
                </a:cubicBezTo>
                <a:cubicBezTo>
                  <a:pt x="11950" y="56555"/>
                  <a:pt x="11906" y="56570"/>
                  <a:pt x="11892" y="56585"/>
                </a:cubicBezTo>
                <a:cubicBezTo>
                  <a:pt x="11892" y="56585"/>
                  <a:pt x="11906" y="56570"/>
                  <a:pt x="11906" y="56555"/>
                </a:cubicBezTo>
                <a:cubicBezTo>
                  <a:pt x="11936" y="56526"/>
                  <a:pt x="11950" y="56496"/>
                  <a:pt x="11980" y="56482"/>
                </a:cubicBezTo>
                <a:close/>
                <a:moveTo>
                  <a:pt x="12966" y="56290"/>
                </a:moveTo>
                <a:lnTo>
                  <a:pt x="12966" y="56482"/>
                </a:lnTo>
                <a:cubicBezTo>
                  <a:pt x="12863" y="56526"/>
                  <a:pt x="12775" y="56585"/>
                  <a:pt x="12701" y="56644"/>
                </a:cubicBezTo>
                <a:lnTo>
                  <a:pt x="12701" y="56452"/>
                </a:lnTo>
                <a:cubicBezTo>
                  <a:pt x="12789" y="56408"/>
                  <a:pt x="12863" y="56349"/>
                  <a:pt x="12966" y="56290"/>
                </a:cubicBezTo>
                <a:close/>
                <a:moveTo>
                  <a:pt x="12156" y="56452"/>
                </a:moveTo>
                <a:cubicBezTo>
                  <a:pt x="12127" y="56496"/>
                  <a:pt x="12112" y="56526"/>
                  <a:pt x="12112" y="56585"/>
                </a:cubicBezTo>
                <a:cubicBezTo>
                  <a:pt x="12053" y="56629"/>
                  <a:pt x="12009" y="56658"/>
                  <a:pt x="11965" y="56702"/>
                </a:cubicBezTo>
                <a:cubicBezTo>
                  <a:pt x="11980" y="56658"/>
                  <a:pt x="12009" y="56629"/>
                  <a:pt x="12024" y="56570"/>
                </a:cubicBezTo>
                <a:cubicBezTo>
                  <a:pt x="12053" y="56526"/>
                  <a:pt x="12112" y="56496"/>
                  <a:pt x="12156" y="56452"/>
                </a:cubicBezTo>
                <a:close/>
                <a:moveTo>
                  <a:pt x="13304" y="56349"/>
                </a:moveTo>
                <a:lnTo>
                  <a:pt x="13304" y="56349"/>
                </a:lnTo>
                <a:cubicBezTo>
                  <a:pt x="13290" y="56408"/>
                  <a:pt x="13290" y="56452"/>
                  <a:pt x="13304" y="56526"/>
                </a:cubicBezTo>
                <a:lnTo>
                  <a:pt x="13039" y="56702"/>
                </a:lnTo>
                <a:lnTo>
                  <a:pt x="13039" y="56511"/>
                </a:lnTo>
                <a:cubicBezTo>
                  <a:pt x="13069" y="56496"/>
                  <a:pt x="13128" y="56452"/>
                  <a:pt x="13157" y="56438"/>
                </a:cubicBezTo>
                <a:cubicBezTo>
                  <a:pt x="13216" y="56408"/>
                  <a:pt x="13260" y="56379"/>
                  <a:pt x="13304" y="56349"/>
                </a:cubicBezTo>
                <a:close/>
                <a:moveTo>
                  <a:pt x="13643" y="56364"/>
                </a:moveTo>
                <a:cubicBezTo>
                  <a:pt x="13658" y="56438"/>
                  <a:pt x="13658" y="56511"/>
                  <a:pt x="13658" y="56570"/>
                </a:cubicBezTo>
                <a:cubicBezTo>
                  <a:pt x="13569" y="56629"/>
                  <a:pt x="13481" y="56673"/>
                  <a:pt x="13378" y="56747"/>
                </a:cubicBezTo>
                <a:cubicBezTo>
                  <a:pt x="13378" y="56673"/>
                  <a:pt x="13363" y="56629"/>
                  <a:pt x="13363" y="56541"/>
                </a:cubicBezTo>
                <a:cubicBezTo>
                  <a:pt x="13452" y="56496"/>
                  <a:pt x="13555" y="56438"/>
                  <a:pt x="13643" y="56364"/>
                </a:cubicBezTo>
                <a:close/>
                <a:moveTo>
                  <a:pt x="12348" y="56482"/>
                </a:moveTo>
                <a:lnTo>
                  <a:pt x="12348" y="56482"/>
                </a:lnTo>
                <a:cubicBezTo>
                  <a:pt x="12333" y="56526"/>
                  <a:pt x="12333" y="56585"/>
                  <a:pt x="12318" y="56629"/>
                </a:cubicBezTo>
                <a:cubicBezTo>
                  <a:pt x="12259" y="56673"/>
                  <a:pt x="12186" y="56717"/>
                  <a:pt x="12112" y="56776"/>
                </a:cubicBezTo>
                <a:cubicBezTo>
                  <a:pt x="12127" y="56717"/>
                  <a:pt x="12156" y="56673"/>
                  <a:pt x="12156" y="56629"/>
                </a:cubicBezTo>
                <a:cubicBezTo>
                  <a:pt x="12230" y="56570"/>
                  <a:pt x="12274" y="56526"/>
                  <a:pt x="12348" y="56482"/>
                </a:cubicBezTo>
                <a:close/>
                <a:moveTo>
                  <a:pt x="12627" y="56496"/>
                </a:moveTo>
                <a:cubicBezTo>
                  <a:pt x="12627" y="56555"/>
                  <a:pt x="12613" y="56599"/>
                  <a:pt x="12613" y="56658"/>
                </a:cubicBezTo>
                <a:lnTo>
                  <a:pt x="12495" y="56717"/>
                </a:lnTo>
                <a:cubicBezTo>
                  <a:pt x="12451" y="56747"/>
                  <a:pt x="12407" y="56776"/>
                  <a:pt x="12348" y="56806"/>
                </a:cubicBezTo>
                <a:cubicBezTo>
                  <a:pt x="12377" y="56776"/>
                  <a:pt x="12392" y="56717"/>
                  <a:pt x="12392" y="56658"/>
                </a:cubicBezTo>
                <a:cubicBezTo>
                  <a:pt x="12466" y="56599"/>
                  <a:pt x="12554" y="56541"/>
                  <a:pt x="12627" y="56496"/>
                </a:cubicBezTo>
                <a:close/>
                <a:moveTo>
                  <a:pt x="11877" y="56673"/>
                </a:moveTo>
                <a:lnTo>
                  <a:pt x="11877" y="56673"/>
                </a:lnTo>
                <a:cubicBezTo>
                  <a:pt x="11862" y="56717"/>
                  <a:pt x="11833" y="56747"/>
                  <a:pt x="11833" y="56776"/>
                </a:cubicBezTo>
                <a:cubicBezTo>
                  <a:pt x="11803" y="56806"/>
                  <a:pt x="11759" y="56850"/>
                  <a:pt x="11715" y="56864"/>
                </a:cubicBezTo>
                <a:cubicBezTo>
                  <a:pt x="11744" y="56850"/>
                  <a:pt x="11759" y="56806"/>
                  <a:pt x="11759" y="56791"/>
                </a:cubicBezTo>
                <a:lnTo>
                  <a:pt x="11877" y="56673"/>
                </a:lnTo>
                <a:close/>
                <a:moveTo>
                  <a:pt x="12966" y="56555"/>
                </a:moveTo>
                <a:lnTo>
                  <a:pt x="12966" y="56732"/>
                </a:lnTo>
                <a:lnTo>
                  <a:pt x="12686" y="56894"/>
                </a:lnTo>
                <a:lnTo>
                  <a:pt x="12686" y="56717"/>
                </a:lnTo>
                <a:lnTo>
                  <a:pt x="12966" y="56555"/>
                </a:lnTo>
                <a:close/>
                <a:moveTo>
                  <a:pt x="13323" y="56878"/>
                </a:moveTo>
                <a:lnTo>
                  <a:pt x="13265" y="56913"/>
                </a:lnTo>
                <a:lnTo>
                  <a:pt x="13265" y="56913"/>
                </a:lnTo>
                <a:cubicBezTo>
                  <a:pt x="13284" y="56900"/>
                  <a:pt x="13301" y="56888"/>
                  <a:pt x="13323" y="56878"/>
                </a:cubicBezTo>
                <a:close/>
                <a:moveTo>
                  <a:pt x="13675" y="56670"/>
                </a:moveTo>
                <a:cubicBezTo>
                  <a:pt x="13633" y="56695"/>
                  <a:pt x="13588" y="56719"/>
                  <a:pt x="13540" y="56747"/>
                </a:cubicBezTo>
                <a:cubicBezTo>
                  <a:pt x="13540" y="56806"/>
                  <a:pt x="13540" y="56864"/>
                  <a:pt x="13569" y="56909"/>
                </a:cubicBezTo>
                <a:cubicBezTo>
                  <a:pt x="13570" y="56914"/>
                  <a:pt x="13571" y="56919"/>
                  <a:pt x="13572" y="56925"/>
                </a:cubicBezTo>
                <a:lnTo>
                  <a:pt x="13572" y="56925"/>
                </a:lnTo>
                <a:lnTo>
                  <a:pt x="13702" y="56850"/>
                </a:lnTo>
                <a:cubicBezTo>
                  <a:pt x="13702" y="56802"/>
                  <a:pt x="13682" y="56745"/>
                  <a:pt x="13675" y="56670"/>
                </a:cubicBezTo>
                <a:close/>
                <a:moveTo>
                  <a:pt x="12098" y="56702"/>
                </a:moveTo>
                <a:cubicBezTo>
                  <a:pt x="12083" y="56747"/>
                  <a:pt x="12083" y="56791"/>
                  <a:pt x="12053" y="56850"/>
                </a:cubicBezTo>
                <a:cubicBezTo>
                  <a:pt x="11965" y="56864"/>
                  <a:pt x="11906" y="56923"/>
                  <a:pt x="11862" y="56953"/>
                </a:cubicBezTo>
                <a:cubicBezTo>
                  <a:pt x="11877" y="56894"/>
                  <a:pt x="11892" y="56864"/>
                  <a:pt x="11906" y="56820"/>
                </a:cubicBezTo>
                <a:cubicBezTo>
                  <a:pt x="11965" y="56791"/>
                  <a:pt x="12024" y="56732"/>
                  <a:pt x="12098" y="56702"/>
                </a:cubicBezTo>
                <a:close/>
                <a:moveTo>
                  <a:pt x="13304" y="56599"/>
                </a:moveTo>
                <a:cubicBezTo>
                  <a:pt x="13304" y="56658"/>
                  <a:pt x="13304" y="56732"/>
                  <a:pt x="13334" y="56791"/>
                </a:cubicBezTo>
                <a:cubicBezTo>
                  <a:pt x="13275" y="56820"/>
                  <a:pt x="13231" y="56850"/>
                  <a:pt x="13187" y="56879"/>
                </a:cubicBezTo>
                <a:cubicBezTo>
                  <a:pt x="13142" y="56894"/>
                  <a:pt x="13084" y="56938"/>
                  <a:pt x="13054" y="56953"/>
                </a:cubicBezTo>
                <a:cubicBezTo>
                  <a:pt x="13054" y="56894"/>
                  <a:pt x="13039" y="56820"/>
                  <a:pt x="13039" y="56776"/>
                </a:cubicBezTo>
                <a:lnTo>
                  <a:pt x="13304" y="56599"/>
                </a:lnTo>
                <a:close/>
                <a:moveTo>
                  <a:pt x="13265" y="56913"/>
                </a:moveTo>
                <a:cubicBezTo>
                  <a:pt x="13254" y="56921"/>
                  <a:pt x="13243" y="56930"/>
                  <a:pt x="13231" y="56938"/>
                </a:cubicBezTo>
                <a:cubicBezTo>
                  <a:pt x="13222" y="56944"/>
                  <a:pt x="13212" y="56950"/>
                  <a:pt x="13202" y="56956"/>
                </a:cubicBezTo>
                <a:lnTo>
                  <a:pt x="13202" y="56956"/>
                </a:lnTo>
                <a:cubicBezTo>
                  <a:pt x="13202" y="56955"/>
                  <a:pt x="13201" y="56954"/>
                  <a:pt x="13201" y="56953"/>
                </a:cubicBezTo>
                <a:lnTo>
                  <a:pt x="13265" y="56913"/>
                </a:lnTo>
                <a:close/>
                <a:moveTo>
                  <a:pt x="11597" y="56967"/>
                </a:moveTo>
                <a:cubicBezTo>
                  <a:pt x="11588" y="56985"/>
                  <a:pt x="11568" y="56998"/>
                  <a:pt x="11551" y="57008"/>
                </a:cubicBezTo>
                <a:lnTo>
                  <a:pt x="11551" y="57008"/>
                </a:lnTo>
                <a:lnTo>
                  <a:pt x="11568" y="56997"/>
                </a:lnTo>
                <a:lnTo>
                  <a:pt x="11597" y="56967"/>
                </a:lnTo>
                <a:close/>
                <a:moveTo>
                  <a:pt x="12318" y="56717"/>
                </a:moveTo>
                <a:cubicBezTo>
                  <a:pt x="12318" y="56776"/>
                  <a:pt x="12304" y="56820"/>
                  <a:pt x="12304" y="56879"/>
                </a:cubicBezTo>
                <a:cubicBezTo>
                  <a:pt x="12230" y="56938"/>
                  <a:pt x="12127" y="56967"/>
                  <a:pt x="12053" y="57026"/>
                </a:cubicBezTo>
                <a:cubicBezTo>
                  <a:pt x="12083" y="56967"/>
                  <a:pt x="12083" y="56923"/>
                  <a:pt x="12098" y="56864"/>
                </a:cubicBezTo>
                <a:cubicBezTo>
                  <a:pt x="12171" y="56806"/>
                  <a:pt x="12245" y="56747"/>
                  <a:pt x="12318" y="56717"/>
                </a:cubicBezTo>
                <a:close/>
                <a:moveTo>
                  <a:pt x="12627" y="56747"/>
                </a:moveTo>
                <a:lnTo>
                  <a:pt x="12627" y="56938"/>
                </a:lnTo>
                <a:cubicBezTo>
                  <a:pt x="12539" y="56997"/>
                  <a:pt x="12466" y="57026"/>
                  <a:pt x="12377" y="57085"/>
                </a:cubicBezTo>
                <a:lnTo>
                  <a:pt x="12348" y="57085"/>
                </a:lnTo>
                <a:cubicBezTo>
                  <a:pt x="12348" y="57026"/>
                  <a:pt x="12348" y="56967"/>
                  <a:pt x="12377" y="56894"/>
                </a:cubicBezTo>
                <a:cubicBezTo>
                  <a:pt x="12421" y="56864"/>
                  <a:pt x="12495" y="56820"/>
                  <a:pt x="12554" y="56791"/>
                </a:cubicBezTo>
                <a:cubicBezTo>
                  <a:pt x="12569" y="56761"/>
                  <a:pt x="12598" y="56761"/>
                  <a:pt x="12627" y="56747"/>
                </a:cubicBezTo>
                <a:close/>
                <a:moveTo>
                  <a:pt x="11803" y="56894"/>
                </a:moveTo>
                <a:lnTo>
                  <a:pt x="11803" y="56894"/>
                </a:lnTo>
                <a:cubicBezTo>
                  <a:pt x="11789" y="56938"/>
                  <a:pt x="11789" y="56953"/>
                  <a:pt x="11759" y="56997"/>
                </a:cubicBezTo>
                <a:cubicBezTo>
                  <a:pt x="11759" y="57012"/>
                  <a:pt x="11759" y="57012"/>
                  <a:pt x="11744" y="57026"/>
                </a:cubicBezTo>
                <a:lnTo>
                  <a:pt x="11583" y="57144"/>
                </a:lnTo>
                <a:lnTo>
                  <a:pt x="11641" y="57026"/>
                </a:lnTo>
                <a:cubicBezTo>
                  <a:pt x="11715" y="56967"/>
                  <a:pt x="11744" y="56938"/>
                  <a:pt x="11803" y="56894"/>
                </a:cubicBezTo>
                <a:close/>
                <a:moveTo>
                  <a:pt x="12981" y="56806"/>
                </a:moveTo>
                <a:lnTo>
                  <a:pt x="12981" y="56997"/>
                </a:lnTo>
                <a:cubicBezTo>
                  <a:pt x="12922" y="57026"/>
                  <a:pt x="12863" y="57070"/>
                  <a:pt x="12819" y="57085"/>
                </a:cubicBezTo>
                <a:cubicBezTo>
                  <a:pt x="12775" y="57100"/>
                  <a:pt x="12730" y="57115"/>
                  <a:pt x="12701" y="57159"/>
                </a:cubicBezTo>
                <a:lnTo>
                  <a:pt x="12701" y="56967"/>
                </a:lnTo>
                <a:lnTo>
                  <a:pt x="12981" y="56806"/>
                </a:lnTo>
                <a:close/>
                <a:moveTo>
                  <a:pt x="12009" y="56909"/>
                </a:moveTo>
                <a:cubicBezTo>
                  <a:pt x="11980" y="56967"/>
                  <a:pt x="11980" y="57026"/>
                  <a:pt x="11965" y="57070"/>
                </a:cubicBezTo>
                <a:cubicBezTo>
                  <a:pt x="11906" y="57115"/>
                  <a:pt x="11833" y="57173"/>
                  <a:pt x="11759" y="57218"/>
                </a:cubicBezTo>
                <a:cubicBezTo>
                  <a:pt x="11789" y="57159"/>
                  <a:pt x="11803" y="57100"/>
                  <a:pt x="11803" y="57070"/>
                </a:cubicBezTo>
                <a:cubicBezTo>
                  <a:pt x="11877" y="57012"/>
                  <a:pt x="11936" y="56967"/>
                  <a:pt x="12009" y="56909"/>
                </a:cubicBezTo>
                <a:close/>
                <a:moveTo>
                  <a:pt x="12274" y="56967"/>
                </a:moveTo>
                <a:lnTo>
                  <a:pt x="12274" y="57144"/>
                </a:lnTo>
                <a:cubicBezTo>
                  <a:pt x="12201" y="57188"/>
                  <a:pt x="12112" y="57232"/>
                  <a:pt x="12024" y="57291"/>
                </a:cubicBezTo>
                <a:cubicBezTo>
                  <a:pt x="12024" y="57232"/>
                  <a:pt x="12039" y="57173"/>
                  <a:pt x="12039" y="57115"/>
                </a:cubicBezTo>
                <a:cubicBezTo>
                  <a:pt x="12112" y="57070"/>
                  <a:pt x="12201" y="57012"/>
                  <a:pt x="12274" y="56967"/>
                </a:cubicBezTo>
                <a:close/>
                <a:moveTo>
                  <a:pt x="11524" y="57115"/>
                </a:moveTo>
                <a:lnTo>
                  <a:pt x="11524" y="57115"/>
                </a:lnTo>
                <a:cubicBezTo>
                  <a:pt x="11509" y="57159"/>
                  <a:pt x="11480" y="57188"/>
                  <a:pt x="11480" y="57218"/>
                </a:cubicBezTo>
                <a:cubicBezTo>
                  <a:pt x="11453" y="57244"/>
                  <a:pt x="11401" y="57259"/>
                  <a:pt x="11370" y="57295"/>
                </a:cubicBezTo>
                <a:lnTo>
                  <a:pt x="11370" y="57295"/>
                </a:lnTo>
                <a:cubicBezTo>
                  <a:pt x="11382" y="57276"/>
                  <a:pt x="11397" y="57244"/>
                  <a:pt x="11421" y="57232"/>
                </a:cubicBezTo>
                <a:lnTo>
                  <a:pt x="11524" y="57115"/>
                </a:lnTo>
                <a:close/>
                <a:moveTo>
                  <a:pt x="12627" y="56997"/>
                </a:moveTo>
                <a:lnTo>
                  <a:pt x="12627" y="57188"/>
                </a:lnTo>
                <a:cubicBezTo>
                  <a:pt x="12539" y="57247"/>
                  <a:pt x="12451" y="57306"/>
                  <a:pt x="12348" y="57335"/>
                </a:cubicBezTo>
                <a:lnTo>
                  <a:pt x="12348" y="57159"/>
                </a:lnTo>
                <a:cubicBezTo>
                  <a:pt x="12377" y="57144"/>
                  <a:pt x="12392" y="57144"/>
                  <a:pt x="12407" y="57115"/>
                </a:cubicBezTo>
                <a:cubicBezTo>
                  <a:pt x="12480" y="57085"/>
                  <a:pt x="12554" y="57026"/>
                  <a:pt x="12627" y="56997"/>
                </a:cubicBezTo>
                <a:close/>
                <a:moveTo>
                  <a:pt x="11730" y="57115"/>
                </a:moveTo>
                <a:cubicBezTo>
                  <a:pt x="11715" y="57173"/>
                  <a:pt x="11715" y="57218"/>
                  <a:pt x="11686" y="57262"/>
                </a:cubicBezTo>
                <a:cubicBezTo>
                  <a:pt x="11612" y="57321"/>
                  <a:pt x="11568" y="57365"/>
                  <a:pt x="11494" y="57394"/>
                </a:cubicBezTo>
                <a:cubicBezTo>
                  <a:pt x="11509" y="57335"/>
                  <a:pt x="11524" y="57306"/>
                  <a:pt x="11538" y="57247"/>
                </a:cubicBezTo>
                <a:cubicBezTo>
                  <a:pt x="11597" y="57218"/>
                  <a:pt x="11656" y="57159"/>
                  <a:pt x="11730" y="57115"/>
                </a:cubicBezTo>
                <a:close/>
                <a:moveTo>
                  <a:pt x="12336" y="57436"/>
                </a:moveTo>
                <a:lnTo>
                  <a:pt x="12333" y="57438"/>
                </a:lnTo>
                <a:cubicBezTo>
                  <a:pt x="12335" y="57444"/>
                  <a:pt x="12337" y="57451"/>
                  <a:pt x="12338" y="57458"/>
                </a:cubicBezTo>
                <a:lnTo>
                  <a:pt x="12338" y="57458"/>
                </a:lnTo>
                <a:cubicBezTo>
                  <a:pt x="12338" y="57451"/>
                  <a:pt x="12337" y="57444"/>
                  <a:pt x="12336" y="57436"/>
                </a:cubicBezTo>
                <a:close/>
                <a:moveTo>
                  <a:pt x="11273" y="57365"/>
                </a:moveTo>
                <a:lnTo>
                  <a:pt x="11273" y="57365"/>
                </a:lnTo>
                <a:cubicBezTo>
                  <a:pt x="11273" y="57379"/>
                  <a:pt x="11244" y="57394"/>
                  <a:pt x="11244" y="57409"/>
                </a:cubicBezTo>
                <a:cubicBezTo>
                  <a:pt x="11229" y="57438"/>
                  <a:pt x="11200" y="57453"/>
                  <a:pt x="11170" y="57468"/>
                </a:cubicBezTo>
                <a:cubicBezTo>
                  <a:pt x="11170" y="57453"/>
                  <a:pt x="11200" y="57453"/>
                  <a:pt x="11200" y="57438"/>
                </a:cubicBezTo>
                <a:lnTo>
                  <a:pt x="11273" y="57365"/>
                </a:lnTo>
                <a:close/>
                <a:moveTo>
                  <a:pt x="11965" y="57159"/>
                </a:moveTo>
                <a:cubicBezTo>
                  <a:pt x="11965" y="57218"/>
                  <a:pt x="11950" y="57262"/>
                  <a:pt x="11950" y="57321"/>
                </a:cubicBezTo>
                <a:cubicBezTo>
                  <a:pt x="11877" y="57379"/>
                  <a:pt x="11789" y="57409"/>
                  <a:pt x="11715" y="57468"/>
                </a:cubicBezTo>
                <a:cubicBezTo>
                  <a:pt x="11730" y="57409"/>
                  <a:pt x="11730" y="57365"/>
                  <a:pt x="11744" y="57306"/>
                </a:cubicBezTo>
                <a:cubicBezTo>
                  <a:pt x="11818" y="57247"/>
                  <a:pt x="11892" y="57218"/>
                  <a:pt x="11965" y="57159"/>
                </a:cubicBezTo>
                <a:close/>
                <a:moveTo>
                  <a:pt x="12338" y="57458"/>
                </a:moveTo>
                <a:cubicBezTo>
                  <a:pt x="12341" y="57478"/>
                  <a:pt x="12343" y="57497"/>
                  <a:pt x="12346" y="57517"/>
                </a:cubicBezTo>
                <a:lnTo>
                  <a:pt x="12346" y="57517"/>
                </a:lnTo>
                <a:cubicBezTo>
                  <a:pt x="12344" y="57496"/>
                  <a:pt x="12342" y="57476"/>
                  <a:pt x="12338" y="57458"/>
                </a:cubicBezTo>
                <a:close/>
                <a:moveTo>
                  <a:pt x="12259" y="57218"/>
                </a:moveTo>
                <a:cubicBezTo>
                  <a:pt x="12274" y="57262"/>
                  <a:pt x="12274" y="57321"/>
                  <a:pt x="12274" y="57394"/>
                </a:cubicBezTo>
                <a:cubicBezTo>
                  <a:pt x="12259" y="57409"/>
                  <a:pt x="12230" y="57438"/>
                  <a:pt x="12201" y="57438"/>
                </a:cubicBezTo>
                <a:cubicBezTo>
                  <a:pt x="12127" y="57468"/>
                  <a:pt x="12083" y="57497"/>
                  <a:pt x="12009" y="57541"/>
                </a:cubicBezTo>
                <a:lnTo>
                  <a:pt x="12009" y="57365"/>
                </a:lnTo>
                <a:cubicBezTo>
                  <a:pt x="12098" y="57306"/>
                  <a:pt x="12186" y="57247"/>
                  <a:pt x="12259" y="57218"/>
                </a:cubicBezTo>
                <a:close/>
                <a:moveTo>
                  <a:pt x="11450" y="57335"/>
                </a:moveTo>
                <a:cubicBezTo>
                  <a:pt x="11450" y="57365"/>
                  <a:pt x="11435" y="57379"/>
                  <a:pt x="11435" y="57379"/>
                </a:cubicBezTo>
                <a:cubicBezTo>
                  <a:pt x="11421" y="57394"/>
                  <a:pt x="11421" y="57438"/>
                  <a:pt x="11421" y="57453"/>
                </a:cubicBezTo>
                <a:lnTo>
                  <a:pt x="11244" y="57556"/>
                </a:lnTo>
                <a:cubicBezTo>
                  <a:pt x="11273" y="57527"/>
                  <a:pt x="11288" y="57482"/>
                  <a:pt x="11303" y="57438"/>
                </a:cubicBezTo>
                <a:cubicBezTo>
                  <a:pt x="11347" y="57409"/>
                  <a:pt x="11391" y="57379"/>
                  <a:pt x="11450" y="57335"/>
                </a:cubicBezTo>
                <a:close/>
                <a:moveTo>
                  <a:pt x="11671" y="57365"/>
                </a:moveTo>
                <a:lnTo>
                  <a:pt x="11671" y="57365"/>
                </a:lnTo>
                <a:cubicBezTo>
                  <a:pt x="11656" y="57409"/>
                  <a:pt x="11656" y="57468"/>
                  <a:pt x="11656" y="57512"/>
                </a:cubicBezTo>
                <a:cubicBezTo>
                  <a:pt x="11583" y="57541"/>
                  <a:pt x="11509" y="57600"/>
                  <a:pt x="11435" y="57630"/>
                </a:cubicBezTo>
                <a:cubicBezTo>
                  <a:pt x="11450" y="57585"/>
                  <a:pt x="11450" y="57541"/>
                  <a:pt x="11465" y="57482"/>
                </a:cubicBezTo>
                <a:cubicBezTo>
                  <a:pt x="11524" y="57453"/>
                  <a:pt x="11597" y="57409"/>
                  <a:pt x="11671" y="57365"/>
                </a:cubicBezTo>
                <a:close/>
                <a:moveTo>
                  <a:pt x="11950" y="57409"/>
                </a:moveTo>
                <a:lnTo>
                  <a:pt x="11950" y="57585"/>
                </a:lnTo>
                <a:cubicBezTo>
                  <a:pt x="11862" y="57630"/>
                  <a:pt x="11789" y="57674"/>
                  <a:pt x="11686" y="57733"/>
                </a:cubicBezTo>
                <a:cubicBezTo>
                  <a:pt x="11686" y="57674"/>
                  <a:pt x="11715" y="57615"/>
                  <a:pt x="11715" y="57556"/>
                </a:cubicBezTo>
                <a:cubicBezTo>
                  <a:pt x="11789" y="57512"/>
                  <a:pt x="11877" y="57468"/>
                  <a:pt x="11950" y="57409"/>
                </a:cubicBezTo>
                <a:close/>
                <a:moveTo>
                  <a:pt x="11170" y="57556"/>
                </a:moveTo>
                <a:lnTo>
                  <a:pt x="11170" y="57556"/>
                </a:lnTo>
                <a:cubicBezTo>
                  <a:pt x="11156" y="57600"/>
                  <a:pt x="11156" y="57615"/>
                  <a:pt x="11141" y="57659"/>
                </a:cubicBezTo>
                <a:cubicBezTo>
                  <a:pt x="11097" y="57688"/>
                  <a:pt x="11053" y="57733"/>
                  <a:pt x="11009" y="57747"/>
                </a:cubicBezTo>
                <a:cubicBezTo>
                  <a:pt x="11023" y="57703"/>
                  <a:pt x="11053" y="57688"/>
                  <a:pt x="11067" y="57659"/>
                </a:cubicBezTo>
                <a:cubicBezTo>
                  <a:pt x="11097" y="57615"/>
                  <a:pt x="11141" y="57585"/>
                  <a:pt x="11170" y="57556"/>
                </a:cubicBezTo>
                <a:close/>
                <a:moveTo>
                  <a:pt x="11376" y="57556"/>
                </a:moveTo>
                <a:cubicBezTo>
                  <a:pt x="11362" y="57615"/>
                  <a:pt x="11362" y="57659"/>
                  <a:pt x="11347" y="57703"/>
                </a:cubicBezTo>
                <a:cubicBezTo>
                  <a:pt x="11259" y="57747"/>
                  <a:pt x="11215" y="57806"/>
                  <a:pt x="11141" y="57836"/>
                </a:cubicBezTo>
                <a:cubicBezTo>
                  <a:pt x="11141" y="57821"/>
                  <a:pt x="11156" y="57806"/>
                  <a:pt x="11156" y="57806"/>
                </a:cubicBezTo>
                <a:cubicBezTo>
                  <a:pt x="11170" y="57762"/>
                  <a:pt x="11170" y="57733"/>
                  <a:pt x="11200" y="57703"/>
                </a:cubicBezTo>
                <a:cubicBezTo>
                  <a:pt x="11244" y="57659"/>
                  <a:pt x="11303" y="57615"/>
                  <a:pt x="11376" y="57556"/>
                </a:cubicBezTo>
                <a:close/>
                <a:moveTo>
                  <a:pt x="10913" y="57793"/>
                </a:moveTo>
                <a:cubicBezTo>
                  <a:pt x="10906" y="57812"/>
                  <a:pt x="10906" y="57824"/>
                  <a:pt x="10906" y="57836"/>
                </a:cubicBezTo>
                <a:cubicBezTo>
                  <a:pt x="10876" y="57850"/>
                  <a:pt x="10847" y="57880"/>
                  <a:pt x="10832" y="57909"/>
                </a:cubicBezTo>
                <a:cubicBezTo>
                  <a:pt x="10832" y="57895"/>
                  <a:pt x="10847" y="57880"/>
                  <a:pt x="10847" y="57850"/>
                </a:cubicBezTo>
                <a:cubicBezTo>
                  <a:pt x="10860" y="57838"/>
                  <a:pt x="10895" y="57825"/>
                  <a:pt x="10913" y="57793"/>
                </a:cubicBezTo>
                <a:close/>
                <a:moveTo>
                  <a:pt x="11656" y="57600"/>
                </a:moveTo>
                <a:lnTo>
                  <a:pt x="11656" y="57600"/>
                </a:lnTo>
                <a:cubicBezTo>
                  <a:pt x="11612" y="57659"/>
                  <a:pt x="11612" y="57703"/>
                  <a:pt x="11612" y="57762"/>
                </a:cubicBezTo>
                <a:cubicBezTo>
                  <a:pt x="11538" y="57821"/>
                  <a:pt x="11450" y="57850"/>
                  <a:pt x="11376" y="57909"/>
                </a:cubicBezTo>
                <a:cubicBezTo>
                  <a:pt x="11376" y="57850"/>
                  <a:pt x="11391" y="57806"/>
                  <a:pt x="11421" y="57747"/>
                </a:cubicBezTo>
                <a:cubicBezTo>
                  <a:pt x="11494" y="57688"/>
                  <a:pt x="11568" y="57659"/>
                  <a:pt x="11656" y="57600"/>
                </a:cubicBezTo>
                <a:close/>
                <a:moveTo>
                  <a:pt x="11097" y="57762"/>
                </a:moveTo>
                <a:lnTo>
                  <a:pt x="11097" y="57762"/>
                </a:lnTo>
                <a:cubicBezTo>
                  <a:pt x="11082" y="57806"/>
                  <a:pt x="11067" y="57850"/>
                  <a:pt x="11067" y="57895"/>
                </a:cubicBezTo>
                <a:lnTo>
                  <a:pt x="10891" y="57998"/>
                </a:lnTo>
                <a:cubicBezTo>
                  <a:pt x="10920" y="57968"/>
                  <a:pt x="10935" y="57924"/>
                  <a:pt x="10950" y="57880"/>
                </a:cubicBezTo>
                <a:cubicBezTo>
                  <a:pt x="10994" y="57836"/>
                  <a:pt x="11053" y="57806"/>
                  <a:pt x="11097" y="57762"/>
                </a:cubicBezTo>
                <a:close/>
                <a:moveTo>
                  <a:pt x="11303" y="57821"/>
                </a:moveTo>
                <a:lnTo>
                  <a:pt x="11303" y="57821"/>
                </a:lnTo>
                <a:cubicBezTo>
                  <a:pt x="11288" y="57880"/>
                  <a:pt x="11288" y="57924"/>
                  <a:pt x="11288" y="57968"/>
                </a:cubicBezTo>
                <a:cubicBezTo>
                  <a:pt x="11215" y="57998"/>
                  <a:pt x="11141" y="58042"/>
                  <a:pt x="11067" y="58101"/>
                </a:cubicBezTo>
                <a:cubicBezTo>
                  <a:pt x="11082" y="58042"/>
                  <a:pt x="11082" y="57998"/>
                  <a:pt x="11097" y="57953"/>
                </a:cubicBezTo>
                <a:cubicBezTo>
                  <a:pt x="11170" y="57895"/>
                  <a:pt x="11244" y="57850"/>
                  <a:pt x="11303" y="57821"/>
                </a:cubicBezTo>
                <a:close/>
                <a:moveTo>
                  <a:pt x="11605" y="57882"/>
                </a:moveTo>
                <a:cubicBezTo>
                  <a:pt x="11543" y="57915"/>
                  <a:pt x="11478" y="57942"/>
                  <a:pt x="11406" y="57983"/>
                </a:cubicBezTo>
                <a:cubicBezTo>
                  <a:pt x="11406" y="58031"/>
                  <a:pt x="11407" y="58080"/>
                  <a:pt x="11409" y="58130"/>
                </a:cubicBezTo>
                <a:lnTo>
                  <a:pt x="11409" y="58130"/>
                </a:lnTo>
                <a:cubicBezTo>
                  <a:pt x="11468" y="58092"/>
                  <a:pt x="11533" y="58059"/>
                  <a:pt x="11597" y="58027"/>
                </a:cubicBezTo>
                <a:cubicBezTo>
                  <a:pt x="11597" y="57979"/>
                  <a:pt x="11597" y="57931"/>
                  <a:pt x="11605" y="57882"/>
                </a:cubicBezTo>
                <a:close/>
                <a:moveTo>
                  <a:pt x="10832" y="57983"/>
                </a:moveTo>
                <a:lnTo>
                  <a:pt x="10832" y="57983"/>
                </a:lnTo>
                <a:cubicBezTo>
                  <a:pt x="10803" y="58027"/>
                  <a:pt x="10803" y="58056"/>
                  <a:pt x="10788" y="58071"/>
                </a:cubicBezTo>
                <a:cubicBezTo>
                  <a:pt x="10744" y="58115"/>
                  <a:pt x="10700" y="58130"/>
                  <a:pt x="10655" y="58174"/>
                </a:cubicBezTo>
                <a:cubicBezTo>
                  <a:pt x="10685" y="58145"/>
                  <a:pt x="10700" y="58115"/>
                  <a:pt x="10714" y="58071"/>
                </a:cubicBezTo>
                <a:cubicBezTo>
                  <a:pt x="10758" y="58042"/>
                  <a:pt x="10788" y="57998"/>
                  <a:pt x="10832" y="57983"/>
                </a:cubicBezTo>
                <a:close/>
                <a:moveTo>
                  <a:pt x="11128" y="58129"/>
                </a:moveTo>
                <a:cubicBezTo>
                  <a:pt x="11107" y="58143"/>
                  <a:pt x="11087" y="58158"/>
                  <a:pt x="11067" y="58174"/>
                </a:cubicBezTo>
                <a:cubicBezTo>
                  <a:pt x="11067" y="58175"/>
                  <a:pt x="11067" y="58177"/>
                  <a:pt x="11066" y="58178"/>
                </a:cubicBezTo>
                <a:lnTo>
                  <a:pt x="11066" y="58178"/>
                </a:lnTo>
                <a:cubicBezTo>
                  <a:pt x="11067" y="58172"/>
                  <a:pt x="11067" y="58166"/>
                  <a:pt x="11067" y="58159"/>
                </a:cubicBezTo>
                <a:cubicBezTo>
                  <a:pt x="11088" y="58149"/>
                  <a:pt x="11108" y="58139"/>
                  <a:pt x="11128" y="58129"/>
                </a:cubicBezTo>
                <a:close/>
                <a:moveTo>
                  <a:pt x="11023" y="57998"/>
                </a:moveTo>
                <a:lnTo>
                  <a:pt x="11023" y="57998"/>
                </a:lnTo>
                <a:cubicBezTo>
                  <a:pt x="11009" y="58056"/>
                  <a:pt x="11009" y="58101"/>
                  <a:pt x="10994" y="58145"/>
                </a:cubicBezTo>
                <a:cubicBezTo>
                  <a:pt x="10920" y="58189"/>
                  <a:pt x="10861" y="58218"/>
                  <a:pt x="10788" y="58262"/>
                </a:cubicBezTo>
                <a:cubicBezTo>
                  <a:pt x="10788" y="58248"/>
                  <a:pt x="10803" y="58204"/>
                  <a:pt x="10832" y="58189"/>
                </a:cubicBezTo>
                <a:cubicBezTo>
                  <a:pt x="10832" y="58174"/>
                  <a:pt x="10847" y="58145"/>
                  <a:pt x="10847" y="58130"/>
                </a:cubicBezTo>
                <a:cubicBezTo>
                  <a:pt x="10906" y="58101"/>
                  <a:pt x="10950" y="58042"/>
                  <a:pt x="11023" y="57998"/>
                </a:cubicBezTo>
                <a:close/>
                <a:moveTo>
                  <a:pt x="10567" y="58204"/>
                </a:moveTo>
                <a:lnTo>
                  <a:pt x="10567" y="58204"/>
                </a:lnTo>
                <a:cubicBezTo>
                  <a:pt x="10552" y="58218"/>
                  <a:pt x="10552" y="58248"/>
                  <a:pt x="10538" y="58262"/>
                </a:cubicBezTo>
                <a:cubicBezTo>
                  <a:pt x="10517" y="58273"/>
                  <a:pt x="10497" y="58283"/>
                  <a:pt x="10482" y="58298"/>
                </a:cubicBezTo>
                <a:lnTo>
                  <a:pt x="10482" y="58298"/>
                </a:lnTo>
                <a:cubicBezTo>
                  <a:pt x="10484" y="58290"/>
                  <a:pt x="10488" y="58283"/>
                  <a:pt x="10494" y="58277"/>
                </a:cubicBezTo>
                <a:lnTo>
                  <a:pt x="10567" y="58204"/>
                </a:lnTo>
                <a:close/>
                <a:moveTo>
                  <a:pt x="10758" y="58189"/>
                </a:moveTo>
                <a:lnTo>
                  <a:pt x="10758" y="58189"/>
                </a:lnTo>
                <a:cubicBezTo>
                  <a:pt x="10729" y="58218"/>
                  <a:pt x="10714" y="58277"/>
                  <a:pt x="10714" y="58321"/>
                </a:cubicBezTo>
                <a:lnTo>
                  <a:pt x="10552" y="58424"/>
                </a:lnTo>
                <a:lnTo>
                  <a:pt x="10552" y="58424"/>
                </a:lnTo>
                <a:lnTo>
                  <a:pt x="10611" y="58321"/>
                </a:lnTo>
                <a:cubicBezTo>
                  <a:pt x="10641" y="58277"/>
                  <a:pt x="10700" y="58248"/>
                  <a:pt x="10758" y="58189"/>
                </a:cubicBezTo>
                <a:close/>
                <a:moveTo>
                  <a:pt x="10979" y="58248"/>
                </a:moveTo>
                <a:lnTo>
                  <a:pt x="10979" y="58248"/>
                </a:lnTo>
                <a:cubicBezTo>
                  <a:pt x="10920" y="58277"/>
                  <a:pt x="10847" y="58336"/>
                  <a:pt x="10773" y="58365"/>
                </a:cubicBezTo>
                <a:cubicBezTo>
                  <a:pt x="10744" y="58424"/>
                  <a:pt x="10744" y="58468"/>
                  <a:pt x="10729" y="58513"/>
                </a:cubicBezTo>
                <a:cubicBezTo>
                  <a:pt x="10803" y="58483"/>
                  <a:pt x="10876" y="58424"/>
                  <a:pt x="10950" y="58395"/>
                </a:cubicBezTo>
                <a:cubicBezTo>
                  <a:pt x="10950" y="58336"/>
                  <a:pt x="10950" y="58277"/>
                  <a:pt x="10979" y="58248"/>
                </a:cubicBezTo>
                <a:close/>
                <a:moveTo>
                  <a:pt x="10494" y="58380"/>
                </a:moveTo>
                <a:lnTo>
                  <a:pt x="10494" y="58380"/>
                </a:lnTo>
                <a:cubicBezTo>
                  <a:pt x="10479" y="58424"/>
                  <a:pt x="10464" y="58454"/>
                  <a:pt x="10464" y="58498"/>
                </a:cubicBezTo>
                <a:cubicBezTo>
                  <a:pt x="10420" y="58542"/>
                  <a:pt x="10361" y="58557"/>
                  <a:pt x="10332" y="58586"/>
                </a:cubicBezTo>
                <a:cubicBezTo>
                  <a:pt x="10332" y="58557"/>
                  <a:pt x="10346" y="58542"/>
                  <a:pt x="10361" y="58498"/>
                </a:cubicBezTo>
                <a:cubicBezTo>
                  <a:pt x="10405" y="58468"/>
                  <a:pt x="10435" y="58424"/>
                  <a:pt x="10494" y="58380"/>
                </a:cubicBezTo>
                <a:close/>
                <a:moveTo>
                  <a:pt x="10214" y="58630"/>
                </a:moveTo>
                <a:cubicBezTo>
                  <a:pt x="10199" y="58645"/>
                  <a:pt x="10199" y="58660"/>
                  <a:pt x="10184" y="58689"/>
                </a:cubicBezTo>
                <a:cubicBezTo>
                  <a:pt x="10175" y="58698"/>
                  <a:pt x="10155" y="58708"/>
                  <a:pt x="10137" y="58717"/>
                </a:cubicBezTo>
                <a:lnTo>
                  <a:pt x="10137" y="58717"/>
                </a:lnTo>
                <a:cubicBezTo>
                  <a:pt x="10139" y="58713"/>
                  <a:pt x="10140" y="58708"/>
                  <a:pt x="10140" y="58704"/>
                </a:cubicBezTo>
                <a:lnTo>
                  <a:pt x="10214" y="58630"/>
                </a:lnTo>
                <a:close/>
                <a:moveTo>
                  <a:pt x="9817" y="59013"/>
                </a:moveTo>
                <a:lnTo>
                  <a:pt x="9817" y="59013"/>
                </a:lnTo>
                <a:cubicBezTo>
                  <a:pt x="9478" y="59970"/>
                  <a:pt x="9640" y="61132"/>
                  <a:pt x="10287" y="62192"/>
                </a:cubicBezTo>
                <a:cubicBezTo>
                  <a:pt x="10994" y="63354"/>
                  <a:pt x="12068" y="64355"/>
                  <a:pt x="13716" y="65341"/>
                </a:cubicBezTo>
                <a:cubicBezTo>
                  <a:pt x="13864" y="65429"/>
                  <a:pt x="14025" y="65532"/>
                  <a:pt x="14173" y="65621"/>
                </a:cubicBezTo>
                <a:lnTo>
                  <a:pt x="14393" y="65753"/>
                </a:lnTo>
                <a:cubicBezTo>
                  <a:pt x="15497" y="66415"/>
                  <a:pt x="16365" y="67151"/>
                  <a:pt x="16969" y="67931"/>
                </a:cubicBezTo>
                <a:cubicBezTo>
                  <a:pt x="17513" y="68667"/>
                  <a:pt x="18102" y="69535"/>
                  <a:pt x="18131" y="70551"/>
                </a:cubicBezTo>
                <a:cubicBezTo>
                  <a:pt x="18161" y="71640"/>
                  <a:pt x="17646" y="72758"/>
                  <a:pt x="16704" y="73700"/>
                </a:cubicBezTo>
                <a:cubicBezTo>
                  <a:pt x="16365" y="74038"/>
                  <a:pt x="15953" y="74362"/>
                  <a:pt x="15527" y="74627"/>
                </a:cubicBezTo>
                <a:cubicBezTo>
                  <a:pt x="15080" y="74907"/>
                  <a:pt x="14607" y="75138"/>
                  <a:pt x="14122" y="75342"/>
                </a:cubicBezTo>
                <a:lnTo>
                  <a:pt x="14122" y="75342"/>
                </a:lnTo>
                <a:cubicBezTo>
                  <a:pt x="14518" y="75169"/>
                  <a:pt x="14905" y="74974"/>
                  <a:pt x="15276" y="74745"/>
                </a:cubicBezTo>
                <a:cubicBezTo>
                  <a:pt x="15718" y="74465"/>
                  <a:pt x="16145" y="74156"/>
                  <a:pt x="16483" y="73788"/>
                </a:cubicBezTo>
                <a:cubicBezTo>
                  <a:pt x="17484" y="72817"/>
                  <a:pt x="17984" y="71654"/>
                  <a:pt x="17925" y="70536"/>
                </a:cubicBezTo>
                <a:cubicBezTo>
                  <a:pt x="17866" y="69432"/>
                  <a:pt x="17219" y="68520"/>
                  <a:pt x="16660" y="67843"/>
                </a:cubicBezTo>
                <a:cubicBezTo>
                  <a:pt x="16027" y="67107"/>
                  <a:pt x="15188" y="66430"/>
                  <a:pt x="14114" y="65827"/>
                </a:cubicBezTo>
                <a:lnTo>
                  <a:pt x="13613" y="65547"/>
                </a:lnTo>
                <a:lnTo>
                  <a:pt x="13437" y="65459"/>
                </a:lnTo>
                <a:cubicBezTo>
                  <a:pt x="12245" y="64797"/>
                  <a:pt x="10891" y="63928"/>
                  <a:pt x="10052" y="62618"/>
                </a:cubicBezTo>
                <a:cubicBezTo>
                  <a:pt x="9346" y="61559"/>
                  <a:pt x="9184" y="60323"/>
                  <a:pt x="9566" y="59322"/>
                </a:cubicBezTo>
                <a:cubicBezTo>
                  <a:pt x="9596" y="59248"/>
                  <a:pt x="9625" y="59204"/>
                  <a:pt x="9669" y="59131"/>
                </a:cubicBezTo>
                <a:cubicBezTo>
                  <a:pt x="9714" y="59087"/>
                  <a:pt x="9758" y="59057"/>
                  <a:pt x="9817" y="59013"/>
                </a:cubicBezTo>
                <a:close/>
                <a:moveTo>
                  <a:pt x="11996" y="57614"/>
                </a:moveTo>
                <a:cubicBezTo>
                  <a:pt x="11996" y="57615"/>
                  <a:pt x="11995" y="57615"/>
                  <a:pt x="11995" y="57615"/>
                </a:cubicBezTo>
                <a:lnTo>
                  <a:pt x="11995" y="57806"/>
                </a:lnTo>
                <a:cubicBezTo>
                  <a:pt x="12009" y="57806"/>
                  <a:pt x="12016" y="57800"/>
                  <a:pt x="12021" y="57793"/>
                </a:cubicBezTo>
                <a:lnTo>
                  <a:pt x="12021" y="57793"/>
                </a:lnTo>
                <a:cubicBezTo>
                  <a:pt x="12070" y="58106"/>
                  <a:pt x="12150" y="58441"/>
                  <a:pt x="12259" y="58807"/>
                </a:cubicBezTo>
                <a:cubicBezTo>
                  <a:pt x="12848" y="60735"/>
                  <a:pt x="14040" y="62486"/>
                  <a:pt x="15806" y="64002"/>
                </a:cubicBezTo>
                <a:cubicBezTo>
                  <a:pt x="16071" y="64223"/>
                  <a:pt x="16336" y="64443"/>
                  <a:pt x="16630" y="64679"/>
                </a:cubicBezTo>
                <a:cubicBezTo>
                  <a:pt x="17690" y="65503"/>
                  <a:pt x="18955" y="66665"/>
                  <a:pt x="19559" y="68137"/>
                </a:cubicBezTo>
                <a:cubicBezTo>
                  <a:pt x="19868" y="68888"/>
                  <a:pt x="20162" y="69697"/>
                  <a:pt x="20059" y="70580"/>
                </a:cubicBezTo>
                <a:cubicBezTo>
                  <a:pt x="19941" y="71522"/>
                  <a:pt x="19426" y="72493"/>
                  <a:pt x="18617" y="73347"/>
                </a:cubicBezTo>
                <a:cubicBezTo>
                  <a:pt x="18308" y="73656"/>
                  <a:pt x="17984" y="73950"/>
                  <a:pt x="17616" y="74230"/>
                </a:cubicBezTo>
                <a:cubicBezTo>
                  <a:pt x="16807" y="74818"/>
                  <a:pt x="15894" y="75260"/>
                  <a:pt x="15041" y="75672"/>
                </a:cubicBezTo>
                <a:cubicBezTo>
                  <a:pt x="14599" y="75893"/>
                  <a:pt x="14114" y="76143"/>
                  <a:pt x="13672" y="76378"/>
                </a:cubicBezTo>
                <a:cubicBezTo>
                  <a:pt x="12259" y="77144"/>
                  <a:pt x="10950" y="78144"/>
                  <a:pt x="9772" y="79307"/>
                </a:cubicBezTo>
                <a:cubicBezTo>
                  <a:pt x="8786" y="80278"/>
                  <a:pt x="8080" y="81235"/>
                  <a:pt x="7653" y="82206"/>
                </a:cubicBezTo>
                <a:cubicBezTo>
                  <a:pt x="7403" y="82780"/>
                  <a:pt x="7256" y="83354"/>
                  <a:pt x="7197" y="83898"/>
                </a:cubicBezTo>
                <a:cubicBezTo>
                  <a:pt x="7123" y="84678"/>
                  <a:pt x="7212" y="85429"/>
                  <a:pt x="7315" y="86018"/>
                </a:cubicBezTo>
                <a:cubicBezTo>
                  <a:pt x="7580" y="87636"/>
                  <a:pt x="8080" y="89167"/>
                  <a:pt x="8757" y="90565"/>
                </a:cubicBezTo>
                <a:lnTo>
                  <a:pt x="8816" y="90521"/>
                </a:lnTo>
                <a:cubicBezTo>
                  <a:pt x="8124" y="89123"/>
                  <a:pt x="7639" y="87622"/>
                  <a:pt x="7359" y="86003"/>
                </a:cubicBezTo>
                <a:cubicBezTo>
                  <a:pt x="7271" y="85429"/>
                  <a:pt x="7168" y="84678"/>
                  <a:pt x="7256" y="83898"/>
                </a:cubicBezTo>
                <a:cubicBezTo>
                  <a:pt x="7315" y="83354"/>
                  <a:pt x="7477" y="82780"/>
                  <a:pt x="7712" y="82221"/>
                </a:cubicBezTo>
                <a:cubicBezTo>
                  <a:pt x="8139" y="81264"/>
                  <a:pt x="8831" y="80337"/>
                  <a:pt x="9817" y="79351"/>
                </a:cubicBezTo>
                <a:cubicBezTo>
                  <a:pt x="10994" y="78203"/>
                  <a:pt x="12289" y="77217"/>
                  <a:pt x="13687" y="76452"/>
                </a:cubicBezTo>
                <a:cubicBezTo>
                  <a:pt x="14128" y="76216"/>
                  <a:pt x="14599" y="75966"/>
                  <a:pt x="15056" y="75745"/>
                </a:cubicBezTo>
                <a:cubicBezTo>
                  <a:pt x="15924" y="75304"/>
                  <a:pt x="16822" y="74862"/>
                  <a:pt x="17631" y="74274"/>
                </a:cubicBezTo>
                <a:cubicBezTo>
                  <a:pt x="17999" y="74009"/>
                  <a:pt x="18352" y="73715"/>
                  <a:pt x="18661" y="73391"/>
                </a:cubicBezTo>
                <a:cubicBezTo>
                  <a:pt x="19485" y="72552"/>
                  <a:pt x="20000" y="71551"/>
                  <a:pt x="20118" y="70595"/>
                </a:cubicBezTo>
                <a:cubicBezTo>
                  <a:pt x="20221" y="69697"/>
                  <a:pt x="19927" y="68873"/>
                  <a:pt x="19603" y="68122"/>
                </a:cubicBezTo>
                <a:cubicBezTo>
                  <a:pt x="18970" y="66621"/>
                  <a:pt x="17690" y="65473"/>
                  <a:pt x="16660" y="64620"/>
                </a:cubicBezTo>
                <a:cubicBezTo>
                  <a:pt x="16336" y="64384"/>
                  <a:pt x="16071" y="64149"/>
                  <a:pt x="15821" y="63943"/>
                </a:cubicBezTo>
                <a:cubicBezTo>
                  <a:pt x="14055" y="62427"/>
                  <a:pt x="12863" y="60705"/>
                  <a:pt x="12289" y="58792"/>
                </a:cubicBezTo>
                <a:cubicBezTo>
                  <a:pt x="12193" y="58431"/>
                  <a:pt x="12106" y="58090"/>
                  <a:pt x="12062" y="57768"/>
                </a:cubicBezTo>
                <a:lnTo>
                  <a:pt x="12062" y="57768"/>
                </a:lnTo>
                <a:cubicBezTo>
                  <a:pt x="12054" y="57771"/>
                  <a:pt x="12046" y="57774"/>
                  <a:pt x="12039" y="57777"/>
                </a:cubicBezTo>
                <a:cubicBezTo>
                  <a:pt x="12031" y="57777"/>
                  <a:pt x="12027" y="57785"/>
                  <a:pt x="12021" y="57793"/>
                </a:cubicBezTo>
                <a:lnTo>
                  <a:pt x="12021" y="57793"/>
                </a:lnTo>
                <a:cubicBezTo>
                  <a:pt x="12012" y="57732"/>
                  <a:pt x="12004" y="57673"/>
                  <a:pt x="11996" y="57614"/>
                </a:cubicBezTo>
                <a:close/>
                <a:moveTo>
                  <a:pt x="10132" y="58846"/>
                </a:moveTo>
                <a:lnTo>
                  <a:pt x="10132" y="58846"/>
                </a:lnTo>
                <a:cubicBezTo>
                  <a:pt x="10120" y="58863"/>
                  <a:pt x="10108" y="58889"/>
                  <a:pt x="10096" y="58925"/>
                </a:cubicBezTo>
                <a:cubicBezTo>
                  <a:pt x="10083" y="58933"/>
                  <a:pt x="10069" y="58942"/>
                  <a:pt x="10055" y="58950"/>
                </a:cubicBezTo>
                <a:lnTo>
                  <a:pt x="10055" y="58950"/>
                </a:lnTo>
                <a:cubicBezTo>
                  <a:pt x="10061" y="58923"/>
                  <a:pt x="10067" y="58897"/>
                  <a:pt x="10073" y="58870"/>
                </a:cubicBezTo>
                <a:lnTo>
                  <a:pt x="10073" y="58870"/>
                </a:lnTo>
                <a:cubicBezTo>
                  <a:pt x="10051" y="58885"/>
                  <a:pt x="10030" y="58903"/>
                  <a:pt x="10008" y="58925"/>
                </a:cubicBezTo>
                <a:cubicBezTo>
                  <a:pt x="9993" y="58954"/>
                  <a:pt x="9978" y="58984"/>
                  <a:pt x="9964" y="59013"/>
                </a:cubicBezTo>
                <a:cubicBezTo>
                  <a:pt x="9985" y="58992"/>
                  <a:pt x="10021" y="58971"/>
                  <a:pt x="10055" y="58950"/>
                </a:cubicBezTo>
                <a:lnTo>
                  <a:pt x="10055" y="58950"/>
                </a:lnTo>
                <a:cubicBezTo>
                  <a:pt x="9876" y="59807"/>
                  <a:pt x="10061" y="60792"/>
                  <a:pt x="10582" y="61735"/>
                </a:cubicBezTo>
                <a:cubicBezTo>
                  <a:pt x="11288" y="63001"/>
                  <a:pt x="12407" y="64134"/>
                  <a:pt x="14025" y="65179"/>
                </a:cubicBezTo>
                <a:cubicBezTo>
                  <a:pt x="14261" y="65326"/>
                  <a:pt x="14496" y="65473"/>
                  <a:pt x="14747" y="65635"/>
                </a:cubicBezTo>
                <a:cubicBezTo>
                  <a:pt x="15880" y="66356"/>
                  <a:pt x="16763" y="67166"/>
                  <a:pt x="17366" y="68005"/>
                </a:cubicBezTo>
                <a:cubicBezTo>
                  <a:pt x="17881" y="68726"/>
                  <a:pt x="18426" y="69594"/>
                  <a:pt x="18440" y="70609"/>
                </a:cubicBezTo>
                <a:cubicBezTo>
                  <a:pt x="18455" y="71669"/>
                  <a:pt x="17940" y="72773"/>
                  <a:pt x="16998" y="73700"/>
                </a:cubicBezTo>
                <a:cubicBezTo>
                  <a:pt x="16660" y="74038"/>
                  <a:pt x="16262" y="74362"/>
                  <a:pt x="15850" y="74612"/>
                </a:cubicBezTo>
                <a:cubicBezTo>
                  <a:pt x="14835" y="75245"/>
                  <a:pt x="13716" y="75642"/>
                  <a:pt x="12627" y="76025"/>
                </a:cubicBezTo>
                <a:cubicBezTo>
                  <a:pt x="12186" y="76202"/>
                  <a:pt x="11700" y="76364"/>
                  <a:pt x="11259" y="76525"/>
                </a:cubicBezTo>
                <a:cubicBezTo>
                  <a:pt x="9684" y="77158"/>
                  <a:pt x="8154" y="78012"/>
                  <a:pt x="6741" y="79071"/>
                </a:cubicBezTo>
                <a:cubicBezTo>
                  <a:pt x="5519" y="79969"/>
                  <a:pt x="4666" y="80911"/>
                  <a:pt x="4151" y="81838"/>
                </a:cubicBezTo>
                <a:cubicBezTo>
                  <a:pt x="3827" y="82427"/>
                  <a:pt x="3650" y="83015"/>
                  <a:pt x="3606" y="83633"/>
                </a:cubicBezTo>
                <a:cubicBezTo>
                  <a:pt x="3562" y="84340"/>
                  <a:pt x="3680" y="85032"/>
                  <a:pt x="3901" y="85856"/>
                </a:cubicBezTo>
                <a:cubicBezTo>
                  <a:pt x="4327" y="87504"/>
                  <a:pt x="4916" y="89108"/>
                  <a:pt x="5637" y="90594"/>
                </a:cubicBezTo>
                <a:lnTo>
                  <a:pt x="5696" y="90565"/>
                </a:lnTo>
                <a:cubicBezTo>
                  <a:pt x="4975" y="89079"/>
                  <a:pt x="4386" y="87489"/>
                  <a:pt x="3959" y="85841"/>
                </a:cubicBezTo>
                <a:cubicBezTo>
                  <a:pt x="3753" y="85032"/>
                  <a:pt x="3636" y="84340"/>
                  <a:pt x="3665" y="83633"/>
                </a:cubicBezTo>
                <a:cubicBezTo>
                  <a:pt x="3709" y="83045"/>
                  <a:pt x="3886" y="82456"/>
                  <a:pt x="4180" y="81882"/>
                </a:cubicBezTo>
                <a:cubicBezTo>
                  <a:pt x="4680" y="80940"/>
                  <a:pt x="5549" y="79999"/>
                  <a:pt x="6756" y="79116"/>
                </a:cubicBezTo>
                <a:cubicBezTo>
                  <a:pt x="8168" y="78071"/>
                  <a:pt x="9699" y="77232"/>
                  <a:pt x="11259" y="76599"/>
                </a:cubicBezTo>
                <a:cubicBezTo>
                  <a:pt x="11700" y="76422"/>
                  <a:pt x="12186" y="76246"/>
                  <a:pt x="12627" y="76099"/>
                </a:cubicBezTo>
                <a:cubicBezTo>
                  <a:pt x="13731" y="75716"/>
                  <a:pt x="14850" y="75319"/>
                  <a:pt x="15865" y="74671"/>
                </a:cubicBezTo>
                <a:cubicBezTo>
                  <a:pt x="16292" y="74392"/>
                  <a:pt x="16689" y="74083"/>
                  <a:pt x="17042" y="73729"/>
                </a:cubicBezTo>
                <a:cubicBezTo>
                  <a:pt x="17984" y="72773"/>
                  <a:pt x="18499" y="71669"/>
                  <a:pt x="18499" y="70580"/>
                </a:cubicBezTo>
                <a:cubicBezTo>
                  <a:pt x="18470" y="69609"/>
                  <a:pt x="17984" y="68740"/>
                  <a:pt x="17410" y="67961"/>
                </a:cubicBezTo>
                <a:cubicBezTo>
                  <a:pt x="16807" y="67092"/>
                  <a:pt x="15924" y="66298"/>
                  <a:pt x="14761" y="65562"/>
                </a:cubicBezTo>
                <a:cubicBezTo>
                  <a:pt x="14526" y="65415"/>
                  <a:pt x="14276" y="65267"/>
                  <a:pt x="14040" y="65106"/>
                </a:cubicBezTo>
                <a:cubicBezTo>
                  <a:pt x="12421" y="64061"/>
                  <a:pt x="11303" y="62928"/>
                  <a:pt x="10626" y="61677"/>
                </a:cubicBezTo>
                <a:cubicBezTo>
                  <a:pt x="10085" y="60722"/>
                  <a:pt x="9916" y="59686"/>
                  <a:pt x="10132" y="58846"/>
                </a:cubicBezTo>
                <a:close/>
                <a:moveTo>
                  <a:pt x="12346" y="57517"/>
                </a:moveTo>
                <a:cubicBezTo>
                  <a:pt x="12348" y="57549"/>
                  <a:pt x="12348" y="57584"/>
                  <a:pt x="12348" y="57615"/>
                </a:cubicBezTo>
                <a:cubicBezTo>
                  <a:pt x="12352" y="57614"/>
                  <a:pt x="12356" y="57613"/>
                  <a:pt x="12359" y="57612"/>
                </a:cubicBezTo>
                <a:lnTo>
                  <a:pt x="12359" y="57612"/>
                </a:lnTo>
                <a:cubicBezTo>
                  <a:pt x="12396" y="57845"/>
                  <a:pt x="12453" y="58089"/>
                  <a:pt x="12510" y="58351"/>
                </a:cubicBezTo>
                <a:cubicBezTo>
                  <a:pt x="13054" y="60367"/>
                  <a:pt x="14261" y="62206"/>
                  <a:pt x="16100" y="63825"/>
                </a:cubicBezTo>
                <a:cubicBezTo>
                  <a:pt x="16365" y="64046"/>
                  <a:pt x="16630" y="64296"/>
                  <a:pt x="16969" y="64561"/>
                </a:cubicBezTo>
                <a:cubicBezTo>
                  <a:pt x="18058" y="65473"/>
                  <a:pt x="19382" y="66680"/>
                  <a:pt x="19941" y="68211"/>
                </a:cubicBezTo>
                <a:cubicBezTo>
                  <a:pt x="20221" y="68932"/>
                  <a:pt x="20486" y="69756"/>
                  <a:pt x="20354" y="70639"/>
                </a:cubicBezTo>
                <a:cubicBezTo>
                  <a:pt x="20192" y="71816"/>
                  <a:pt x="19471" y="72758"/>
                  <a:pt x="18911" y="73347"/>
                </a:cubicBezTo>
                <a:cubicBezTo>
                  <a:pt x="18617" y="73656"/>
                  <a:pt x="18293" y="73950"/>
                  <a:pt x="17925" y="74200"/>
                </a:cubicBezTo>
                <a:cubicBezTo>
                  <a:pt x="17145" y="74774"/>
                  <a:pt x="16292" y="75230"/>
                  <a:pt x="15453" y="75657"/>
                </a:cubicBezTo>
                <a:cubicBezTo>
                  <a:pt x="15011" y="75893"/>
                  <a:pt x="14541" y="76143"/>
                  <a:pt x="14099" y="76393"/>
                </a:cubicBezTo>
                <a:cubicBezTo>
                  <a:pt x="12716" y="77202"/>
                  <a:pt x="11435" y="78218"/>
                  <a:pt x="10287" y="79395"/>
                </a:cubicBezTo>
                <a:cubicBezTo>
                  <a:pt x="9331" y="80381"/>
                  <a:pt x="8669" y="81338"/>
                  <a:pt x="8242" y="82324"/>
                </a:cubicBezTo>
                <a:cubicBezTo>
                  <a:pt x="8006" y="82868"/>
                  <a:pt x="7859" y="83442"/>
                  <a:pt x="7786" y="84016"/>
                </a:cubicBezTo>
                <a:cubicBezTo>
                  <a:pt x="7712" y="84619"/>
                  <a:pt x="7756" y="85267"/>
                  <a:pt x="7874" y="86106"/>
                </a:cubicBezTo>
                <a:cubicBezTo>
                  <a:pt x="8124" y="87725"/>
                  <a:pt x="8595" y="89240"/>
                  <a:pt x="9301" y="90609"/>
                </a:cubicBezTo>
                <a:lnTo>
                  <a:pt x="9346" y="90580"/>
                </a:lnTo>
                <a:cubicBezTo>
                  <a:pt x="8669" y="89196"/>
                  <a:pt x="8198" y="87695"/>
                  <a:pt x="7933" y="86091"/>
                </a:cubicBezTo>
                <a:cubicBezTo>
                  <a:pt x="7800" y="85238"/>
                  <a:pt x="7786" y="84619"/>
                  <a:pt x="7845" y="84016"/>
                </a:cubicBezTo>
                <a:cubicBezTo>
                  <a:pt x="7903" y="83457"/>
                  <a:pt x="8051" y="82883"/>
                  <a:pt x="8286" y="82338"/>
                </a:cubicBezTo>
                <a:cubicBezTo>
                  <a:pt x="8683" y="81367"/>
                  <a:pt x="9346" y="80425"/>
                  <a:pt x="10302" y="79425"/>
                </a:cubicBezTo>
                <a:cubicBezTo>
                  <a:pt x="11450" y="78247"/>
                  <a:pt x="12716" y="77261"/>
                  <a:pt x="14099" y="76452"/>
                </a:cubicBezTo>
                <a:cubicBezTo>
                  <a:pt x="14541" y="76187"/>
                  <a:pt x="14997" y="75952"/>
                  <a:pt x="15453" y="75716"/>
                </a:cubicBezTo>
                <a:cubicBezTo>
                  <a:pt x="16292" y="75275"/>
                  <a:pt x="17145" y="74833"/>
                  <a:pt x="17940" y="74244"/>
                </a:cubicBezTo>
                <a:cubicBezTo>
                  <a:pt x="18308" y="73965"/>
                  <a:pt x="18646" y="73670"/>
                  <a:pt x="18941" y="73361"/>
                </a:cubicBezTo>
                <a:cubicBezTo>
                  <a:pt x="19500" y="72773"/>
                  <a:pt x="20221" y="71816"/>
                  <a:pt x="20383" y="70624"/>
                </a:cubicBezTo>
                <a:cubicBezTo>
                  <a:pt x="20515" y="69712"/>
                  <a:pt x="20236" y="68873"/>
                  <a:pt x="19986" y="68152"/>
                </a:cubicBezTo>
                <a:cubicBezTo>
                  <a:pt x="19397" y="66607"/>
                  <a:pt x="18072" y="65370"/>
                  <a:pt x="16983" y="64487"/>
                </a:cubicBezTo>
                <a:cubicBezTo>
                  <a:pt x="16674" y="64237"/>
                  <a:pt x="16395" y="64002"/>
                  <a:pt x="16115" y="63781"/>
                </a:cubicBezTo>
                <a:cubicBezTo>
                  <a:pt x="14305" y="62162"/>
                  <a:pt x="13098" y="60337"/>
                  <a:pt x="12569" y="58336"/>
                </a:cubicBezTo>
                <a:cubicBezTo>
                  <a:pt x="12501" y="58067"/>
                  <a:pt x="12451" y="57824"/>
                  <a:pt x="12418" y="57593"/>
                </a:cubicBezTo>
                <a:lnTo>
                  <a:pt x="12418" y="57593"/>
                </a:lnTo>
                <a:cubicBezTo>
                  <a:pt x="12399" y="57600"/>
                  <a:pt x="12380" y="57606"/>
                  <a:pt x="12359" y="57612"/>
                </a:cubicBezTo>
                <a:lnTo>
                  <a:pt x="12359" y="57612"/>
                </a:lnTo>
                <a:cubicBezTo>
                  <a:pt x="12354" y="57580"/>
                  <a:pt x="12350" y="57548"/>
                  <a:pt x="12346" y="57517"/>
                </a:cubicBezTo>
                <a:close/>
                <a:moveTo>
                  <a:pt x="12713" y="57382"/>
                </a:moveTo>
                <a:lnTo>
                  <a:pt x="12713" y="57382"/>
                </a:lnTo>
                <a:cubicBezTo>
                  <a:pt x="12715" y="57400"/>
                  <a:pt x="12716" y="57419"/>
                  <a:pt x="12716" y="57438"/>
                </a:cubicBezTo>
                <a:cubicBezTo>
                  <a:pt x="12718" y="57437"/>
                  <a:pt x="12720" y="57436"/>
                  <a:pt x="12722" y="57435"/>
                </a:cubicBezTo>
                <a:lnTo>
                  <a:pt x="12722" y="57435"/>
                </a:lnTo>
                <a:cubicBezTo>
                  <a:pt x="12747" y="57578"/>
                  <a:pt x="12775" y="57722"/>
                  <a:pt x="12804" y="57865"/>
                </a:cubicBezTo>
                <a:cubicBezTo>
                  <a:pt x="13290" y="59970"/>
                  <a:pt x="14496" y="61912"/>
                  <a:pt x="16410" y="63649"/>
                </a:cubicBezTo>
                <a:cubicBezTo>
                  <a:pt x="16689" y="63884"/>
                  <a:pt x="16969" y="64149"/>
                  <a:pt x="17293" y="64414"/>
                </a:cubicBezTo>
                <a:cubicBezTo>
                  <a:pt x="18499" y="65429"/>
                  <a:pt x="19794" y="66680"/>
                  <a:pt x="20339" y="68240"/>
                </a:cubicBezTo>
                <a:cubicBezTo>
                  <a:pt x="20589" y="68976"/>
                  <a:pt x="20795" y="69785"/>
                  <a:pt x="20648" y="70654"/>
                </a:cubicBezTo>
                <a:cubicBezTo>
                  <a:pt x="20442" y="71816"/>
                  <a:pt x="19765" y="72729"/>
                  <a:pt x="19206" y="73303"/>
                </a:cubicBezTo>
                <a:cubicBezTo>
                  <a:pt x="18911" y="73612"/>
                  <a:pt x="18602" y="73891"/>
                  <a:pt x="18234" y="74171"/>
                </a:cubicBezTo>
                <a:cubicBezTo>
                  <a:pt x="17499" y="74745"/>
                  <a:pt x="16674" y="75186"/>
                  <a:pt x="15880" y="75628"/>
                </a:cubicBezTo>
                <a:cubicBezTo>
                  <a:pt x="15438" y="75878"/>
                  <a:pt x="14967" y="76113"/>
                  <a:pt x="14526" y="76393"/>
                </a:cubicBezTo>
                <a:cubicBezTo>
                  <a:pt x="13157" y="77217"/>
                  <a:pt x="11921" y="78247"/>
                  <a:pt x="10817" y="79454"/>
                </a:cubicBezTo>
                <a:cubicBezTo>
                  <a:pt x="9905" y="80440"/>
                  <a:pt x="9257" y="81397"/>
                  <a:pt x="8875" y="82397"/>
                </a:cubicBezTo>
                <a:cubicBezTo>
                  <a:pt x="8639" y="82942"/>
                  <a:pt x="8492" y="83516"/>
                  <a:pt x="8433" y="84060"/>
                </a:cubicBezTo>
                <a:cubicBezTo>
                  <a:pt x="8360" y="84678"/>
                  <a:pt x="8374" y="85341"/>
                  <a:pt x="8492" y="86150"/>
                </a:cubicBezTo>
                <a:cubicBezTo>
                  <a:pt x="8713" y="87739"/>
                  <a:pt x="9169" y="89255"/>
                  <a:pt x="9846" y="90638"/>
                </a:cubicBezTo>
                <a:lnTo>
                  <a:pt x="9905" y="90594"/>
                </a:lnTo>
                <a:cubicBezTo>
                  <a:pt x="9228" y="89240"/>
                  <a:pt x="8757" y="87725"/>
                  <a:pt x="8536" y="86121"/>
                </a:cubicBezTo>
                <a:cubicBezTo>
                  <a:pt x="8433" y="85311"/>
                  <a:pt x="8418" y="84649"/>
                  <a:pt x="8492" y="84060"/>
                </a:cubicBezTo>
                <a:cubicBezTo>
                  <a:pt x="8536" y="83516"/>
                  <a:pt x="8683" y="82957"/>
                  <a:pt x="8934" y="82412"/>
                </a:cubicBezTo>
                <a:cubicBezTo>
                  <a:pt x="9331" y="81441"/>
                  <a:pt x="9964" y="80484"/>
                  <a:pt x="10876" y="79483"/>
                </a:cubicBezTo>
                <a:cubicBezTo>
                  <a:pt x="11965" y="78291"/>
                  <a:pt x="13216" y="77276"/>
                  <a:pt x="14555" y="76437"/>
                </a:cubicBezTo>
                <a:cubicBezTo>
                  <a:pt x="14997" y="76158"/>
                  <a:pt x="15453" y="75893"/>
                  <a:pt x="15894" y="75657"/>
                </a:cubicBezTo>
                <a:cubicBezTo>
                  <a:pt x="16689" y="75216"/>
                  <a:pt x="17513" y="74759"/>
                  <a:pt x="18279" y="74186"/>
                </a:cubicBezTo>
                <a:cubicBezTo>
                  <a:pt x="18617" y="73906"/>
                  <a:pt x="18955" y="73612"/>
                  <a:pt x="19250" y="73317"/>
                </a:cubicBezTo>
                <a:cubicBezTo>
                  <a:pt x="19794" y="72729"/>
                  <a:pt x="20501" y="71816"/>
                  <a:pt x="20707" y="70639"/>
                </a:cubicBezTo>
                <a:cubicBezTo>
                  <a:pt x="20854" y="69771"/>
                  <a:pt x="20648" y="68947"/>
                  <a:pt x="20383" y="68196"/>
                </a:cubicBezTo>
                <a:cubicBezTo>
                  <a:pt x="19853" y="66621"/>
                  <a:pt x="18543" y="65356"/>
                  <a:pt x="17337" y="64340"/>
                </a:cubicBezTo>
                <a:cubicBezTo>
                  <a:pt x="17028" y="64075"/>
                  <a:pt x="16733" y="63825"/>
                  <a:pt x="16454" y="63575"/>
                </a:cubicBezTo>
                <a:cubicBezTo>
                  <a:pt x="14555" y="61868"/>
                  <a:pt x="13363" y="59925"/>
                  <a:pt x="12878" y="57836"/>
                </a:cubicBezTo>
                <a:cubicBezTo>
                  <a:pt x="12850" y="57688"/>
                  <a:pt x="12822" y="57535"/>
                  <a:pt x="12798" y="57395"/>
                </a:cubicBezTo>
                <a:lnTo>
                  <a:pt x="12798" y="57395"/>
                </a:lnTo>
                <a:cubicBezTo>
                  <a:pt x="12774" y="57408"/>
                  <a:pt x="12749" y="57422"/>
                  <a:pt x="12722" y="57435"/>
                </a:cubicBezTo>
                <a:lnTo>
                  <a:pt x="12722" y="57435"/>
                </a:lnTo>
                <a:cubicBezTo>
                  <a:pt x="12719" y="57417"/>
                  <a:pt x="12716" y="57400"/>
                  <a:pt x="12713" y="57382"/>
                </a:cubicBezTo>
                <a:close/>
                <a:moveTo>
                  <a:pt x="13226" y="57150"/>
                </a:moveTo>
                <a:lnTo>
                  <a:pt x="13088" y="57230"/>
                </a:lnTo>
                <a:lnTo>
                  <a:pt x="13088" y="57230"/>
                </a:lnTo>
                <a:cubicBezTo>
                  <a:pt x="13086" y="57219"/>
                  <a:pt x="13084" y="57209"/>
                  <a:pt x="13083" y="57199"/>
                </a:cubicBezTo>
                <a:lnTo>
                  <a:pt x="13083" y="57199"/>
                </a:lnTo>
                <a:cubicBezTo>
                  <a:pt x="13083" y="57210"/>
                  <a:pt x="13084" y="57221"/>
                  <a:pt x="13084" y="57232"/>
                </a:cubicBezTo>
                <a:lnTo>
                  <a:pt x="13088" y="57230"/>
                </a:lnTo>
                <a:lnTo>
                  <a:pt x="13088" y="57230"/>
                </a:lnTo>
                <a:cubicBezTo>
                  <a:pt x="13098" y="57283"/>
                  <a:pt x="13111" y="57337"/>
                  <a:pt x="13128" y="57394"/>
                </a:cubicBezTo>
                <a:cubicBezTo>
                  <a:pt x="13540" y="59557"/>
                  <a:pt x="14761" y="61603"/>
                  <a:pt x="16748" y="63443"/>
                </a:cubicBezTo>
                <a:cubicBezTo>
                  <a:pt x="17028" y="63707"/>
                  <a:pt x="17322" y="63958"/>
                  <a:pt x="17646" y="64252"/>
                </a:cubicBezTo>
                <a:cubicBezTo>
                  <a:pt x="18970" y="65400"/>
                  <a:pt x="20236" y="66665"/>
                  <a:pt x="20736" y="68270"/>
                </a:cubicBezTo>
                <a:cubicBezTo>
                  <a:pt x="20942" y="68902"/>
                  <a:pt x="21148" y="69771"/>
                  <a:pt x="20957" y="70639"/>
                </a:cubicBezTo>
                <a:cubicBezTo>
                  <a:pt x="20736" y="71757"/>
                  <a:pt x="20059" y="72684"/>
                  <a:pt x="19529" y="73229"/>
                </a:cubicBezTo>
                <a:cubicBezTo>
                  <a:pt x="19250" y="73523"/>
                  <a:pt x="18911" y="73818"/>
                  <a:pt x="18588" y="74097"/>
                </a:cubicBezTo>
                <a:cubicBezTo>
                  <a:pt x="17866" y="74642"/>
                  <a:pt x="17101" y="75113"/>
                  <a:pt x="16336" y="75554"/>
                </a:cubicBezTo>
                <a:cubicBezTo>
                  <a:pt x="15894" y="75804"/>
                  <a:pt x="15424" y="76084"/>
                  <a:pt x="14997" y="76378"/>
                </a:cubicBezTo>
                <a:cubicBezTo>
                  <a:pt x="13672" y="77247"/>
                  <a:pt x="12466" y="78291"/>
                  <a:pt x="11406" y="79498"/>
                </a:cubicBezTo>
                <a:cubicBezTo>
                  <a:pt x="10552" y="80514"/>
                  <a:pt x="9920" y="81470"/>
                  <a:pt x="9537" y="82471"/>
                </a:cubicBezTo>
                <a:cubicBezTo>
                  <a:pt x="9316" y="83015"/>
                  <a:pt x="9169" y="83575"/>
                  <a:pt x="9110" y="84119"/>
                </a:cubicBezTo>
                <a:cubicBezTo>
                  <a:pt x="9037" y="84722"/>
                  <a:pt x="9051" y="85385"/>
                  <a:pt x="9154" y="86179"/>
                </a:cubicBezTo>
                <a:cubicBezTo>
                  <a:pt x="9346" y="87783"/>
                  <a:pt x="9787" y="89270"/>
                  <a:pt x="10479" y="90638"/>
                </a:cubicBezTo>
                <a:lnTo>
                  <a:pt x="10523" y="90594"/>
                </a:lnTo>
                <a:cubicBezTo>
                  <a:pt x="9846" y="89255"/>
                  <a:pt x="9404" y="87769"/>
                  <a:pt x="9228" y="86165"/>
                </a:cubicBezTo>
                <a:cubicBezTo>
                  <a:pt x="9125" y="85370"/>
                  <a:pt x="9110" y="84722"/>
                  <a:pt x="9184" y="84119"/>
                </a:cubicBezTo>
                <a:cubicBezTo>
                  <a:pt x="9257" y="83575"/>
                  <a:pt x="9390" y="83015"/>
                  <a:pt x="9611" y="82486"/>
                </a:cubicBezTo>
                <a:cubicBezTo>
                  <a:pt x="9993" y="81514"/>
                  <a:pt x="10597" y="80558"/>
                  <a:pt x="11480" y="79542"/>
                </a:cubicBezTo>
                <a:cubicBezTo>
                  <a:pt x="12539" y="78350"/>
                  <a:pt x="13746" y="77291"/>
                  <a:pt x="15070" y="76437"/>
                </a:cubicBezTo>
                <a:cubicBezTo>
                  <a:pt x="15512" y="76143"/>
                  <a:pt x="15968" y="75878"/>
                  <a:pt x="16410" y="75598"/>
                </a:cubicBezTo>
                <a:cubicBezTo>
                  <a:pt x="17175" y="75157"/>
                  <a:pt x="17955" y="74701"/>
                  <a:pt x="18676" y="74156"/>
                </a:cubicBezTo>
                <a:cubicBezTo>
                  <a:pt x="19029" y="73877"/>
                  <a:pt x="19338" y="73582"/>
                  <a:pt x="19632" y="73288"/>
                </a:cubicBezTo>
                <a:cubicBezTo>
                  <a:pt x="20162" y="72714"/>
                  <a:pt x="20869" y="71801"/>
                  <a:pt x="21089" y="70654"/>
                </a:cubicBezTo>
                <a:cubicBezTo>
                  <a:pt x="21266" y="69756"/>
                  <a:pt x="21075" y="68888"/>
                  <a:pt x="20869" y="68240"/>
                </a:cubicBezTo>
                <a:cubicBezTo>
                  <a:pt x="20383" y="66651"/>
                  <a:pt x="19088" y="65356"/>
                  <a:pt x="17763" y="64223"/>
                </a:cubicBezTo>
                <a:cubicBezTo>
                  <a:pt x="17425" y="63943"/>
                  <a:pt x="17131" y="63663"/>
                  <a:pt x="16851" y="63413"/>
                </a:cubicBezTo>
                <a:cubicBezTo>
                  <a:pt x="14894" y="61574"/>
                  <a:pt x="13672" y="59543"/>
                  <a:pt x="13275" y="57379"/>
                </a:cubicBezTo>
                <a:cubicBezTo>
                  <a:pt x="13252" y="57302"/>
                  <a:pt x="13237" y="57225"/>
                  <a:pt x="13226" y="57150"/>
                </a:cubicBezTo>
                <a:close/>
                <a:moveTo>
                  <a:pt x="14399" y="56145"/>
                </a:moveTo>
                <a:cubicBezTo>
                  <a:pt x="14392" y="56150"/>
                  <a:pt x="14385" y="56154"/>
                  <a:pt x="14379" y="56158"/>
                </a:cubicBezTo>
                <a:cubicBezTo>
                  <a:pt x="14379" y="56232"/>
                  <a:pt x="14393" y="56305"/>
                  <a:pt x="14393" y="56379"/>
                </a:cubicBezTo>
                <a:cubicBezTo>
                  <a:pt x="14405" y="56367"/>
                  <a:pt x="14417" y="56357"/>
                  <a:pt x="14429" y="56346"/>
                </a:cubicBezTo>
                <a:lnTo>
                  <a:pt x="14429" y="56346"/>
                </a:lnTo>
                <a:cubicBezTo>
                  <a:pt x="14763" y="58469"/>
                  <a:pt x="15946" y="60568"/>
                  <a:pt x="18028" y="62721"/>
                </a:cubicBezTo>
                <a:cubicBezTo>
                  <a:pt x="18352" y="63045"/>
                  <a:pt x="18661" y="63354"/>
                  <a:pt x="19014" y="63678"/>
                </a:cubicBezTo>
                <a:cubicBezTo>
                  <a:pt x="20412" y="64988"/>
                  <a:pt x="21972" y="66459"/>
                  <a:pt x="22296" y="68417"/>
                </a:cubicBezTo>
                <a:cubicBezTo>
                  <a:pt x="22429" y="69197"/>
                  <a:pt x="22370" y="69977"/>
                  <a:pt x="22149" y="70698"/>
                </a:cubicBezTo>
                <a:cubicBezTo>
                  <a:pt x="21899" y="71507"/>
                  <a:pt x="21398" y="72331"/>
                  <a:pt x="20721" y="73067"/>
                </a:cubicBezTo>
                <a:cubicBezTo>
                  <a:pt x="20457" y="73347"/>
                  <a:pt x="20192" y="73612"/>
                  <a:pt x="19868" y="73891"/>
                </a:cubicBezTo>
                <a:cubicBezTo>
                  <a:pt x="19309" y="74392"/>
                  <a:pt x="18676" y="74848"/>
                  <a:pt x="18072" y="75289"/>
                </a:cubicBezTo>
                <a:cubicBezTo>
                  <a:pt x="17616" y="75628"/>
                  <a:pt x="17145" y="75966"/>
                  <a:pt x="16704" y="76319"/>
                </a:cubicBezTo>
                <a:cubicBezTo>
                  <a:pt x="15482" y="77320"/>
                  <a:pt x="14408" y="78453"/>
                  <a:pt x="13525" y="79704"/>
                </a:cubicBezTo>
                <a:cubicBezTo>
                  <a:pt x="12833" y="80705"/>
                  <a:pt x="12318" y="81735"/>
                  <a:pt x="11965" y="82736"/>
                </a:cubicBezTo>
                <a:cubicBezTo>
                  <a:pt x="11774" y="83280"/>
                  <a:pt x="11656" y="83810"/>
                  <a:pt x="11583" y="84340"/>
                </a:cubicBezTo>
                <a:cubicBezTo>
                  <a:pt x="11480" y="84973"/>
                  <a:pt x="11465" y="85635"/>
                  <a:pt x="11509" y="86327"/>
                </a:cubicBezTo>
                <a:cubicBezTo>
                  <a:pt x="11597" y="87886"/>
                  <a:pt x="11965" y="89343"/>
                  <a:pt x="12642" y="90653"/>
                </a:cubicBezTo>
                <a:lnTo>
                  <a:pt x="12701" y="90609"/>
                </a:lnTo>
                <a:cubicBezTo>
                  <a:pt x="12039" y="89329"/>
                  <a:pt x="11656" y="87872"/>
                  <a:pt x="11583" y="86327"/>
                </a:cubicBezTo>
                <a:cubicBezTo>
                  <a:pt x="11538" y="85635"/>
                  <a:pt x="11553" y="84973"/>
                  <a:pt x="11656" y="84340"/>
                </a:cubicBezTo>
                <a:cubicBezTo>
                  <a:pt x="11730" y="83810"/>
                  <a:pt x="11847" y="83280"/>
                  <a:pt x="12039" y="82736"/>
                </a:cubicBezTo>
                <a:cubicBezTo>
                  <a:pt x="12362" y="81735"/>
                  <a:pt x="12907" y="80720"/>
                  <a:pt x="13599" y="79719"/>
                </a:cubicBezTo>
                <a:cubicBezTo>
                  <a:pt x="14467" y="78468"/>
                  <a:pt x="15527" y="77350"/>
                  <a:pt x="16763" y="76364"/>
                </a:cubicBezTo>
                <a:cubicBezTo>
                  <a:pt x="17204" y="76010"/>
                  <a:pt x="17660" y="75657"/>
                  <a:pt x="18131" y="75333"/>
                </a:cubicBezTo>
                <a:cubicBezTo>
                  <a:pt x="18735" y="74892"/>
                  <a:pt x="19353" y="74421"/>
                  <a:pt x="19927" y="73935"/>
                </a:cubicBezTo>
                <a:cubicBezTo>
                  <a:pt x="20236" y="73656"/>
                  <a:pt x="20530" y="73376"/>
                  <a:pt x="20795" y="73097"/>
                </a:cubicBezTo>
                <a:cubicBezTo>
                  <a:pt x="21472" y="72346"/>
                  <a:pt x="21987" y="71522"/>
                  <a:pt x="22252" y="70712"/>
                </a:cubicBezTo>
                <a:cubicBezTo>
                  <a:pt x="22487" y="69977"/>
                  <a:pt x="22546" y="69197"/>
                  <a:pt x="22414" y="68387"/>
                </a:cubicBezTo>
                <a:cubicBezTo>
                  <a:pt x="22075" y="66430"/>
                  <a:pt x="20501" y="64929"/>
                  <a:pt x="19103" y="63634"/>
                </a:cubicBezTo>
                <a:cubicBezTo>
                  <a:pt x="18749" y="63295"/>
                  <a:pt x="18426" y="62986"/>
                  <a:pt x="18131" y="62677"/>
                </a:cubicBezTo>
                <a:cubicBezTo>
                  <a:pt x="16026" y="60501"/>
                  <a:pt x="14842" y="58406"/>
                  <a:pt x="14526" y="56275"/>
                </a:cubicBezTo>
                <a:lnTo>
                  <a:pt x="14526" y="56275"/>
                </a:lnTo>
                <a:cubicBezTo>
                  <a:pt x="14493" y="56297"/>
                  <a:pt x="14460" y="56320"/>
                  <a:pt x="14429" y="56346"/>
                </a:cubicBezTo>
                <a:lnTo>
                  <a:pt x="14429" y="56346"/>
                </a:lnTo>
                <a:cubicBezTo>
                  <a:pt x="14418" y="56279"/>
                  <a:pt x="14408" y="56212"/>
                  <a:pt x="14399" y="56145"/>
                </a:cubicBezTo>
                <a:close/>
                <a:moveTo>
                  <a:pt x="14423" y="0"/>
                </a:moveTo>
                <a:lnTo>
                  <a:pt x="14379" y="44"/>
                </a:lnTo>
                <a:cubicBezTo>
                  <a:pt x="15527" y="2281"/>
                  <a:pt x="15733" y="5122"/>
                  <a:pt x="14923" y="7785"/>
                </a:cubicBezTo>
                <a:cubicBezTo>
                  <a:pt x="14202" y="10155"/>
                  <a:pt x="12701" y="12421"/>
                  <a:pt x="10567" y="14334"/>
                </a:cubicBezTo>
                <a:cubicBezTo>
                  <a:pt x="10126" y="14731"/>
                  <a:pt x="9640" y="15129"/>
                  <a:pt x="9184" y="15511"/>
                </a:cubicBezTo>
                <a:cubicBezTo>
                  <a:pt x="8374" y="16174"/>
                  <a:pt x="7535" y="16865"/>
                  <a:pt x="6814" y="17660"/>
                </a:cubicBezTo>
                <a:cubicBezTo>
                  <a:pt x="6064" y="18514"/>
                  <a:pt x="4813" y="20221"/>
                  <a:pt x="5004" y="22207"/>
                </a:cubicBezTo>
                <a:cubicBezTo>
                  <a:pt x="5210" y="24223"/>
                  <a:pt x="6844" y="25813"/>
                  <a:pt x="8271" y="27196"/>
                </a:cubicBezTo>
                <a:lnTo>
                  <a:pt x="8418" y="27343"/>
                </a:lnTo>
                <a:cubicBezTo>
                  <a:pt x="10302" y="29183"/>
                  <a:pt x="12760" y="31905"/>
                  <a:pt x="13098" y="35099"/>
                </a:cubicBezTo>
                <a:cubicBezTo>
                  <a:pt x="12024" y="36026"/>
                  <a:pt x="11215" y="37056"/>
                  <a:pt x="10670" y="38175"/>
                </a:cubicBezTo>
                <a:cubicBezTo>
                  <a:pt x="9611" y="40456"/>
                  <a:pt x="9890" y="43119"/>
                  <a:pt x="11376" y="44723"/>
                </a:cubicBezTo>
                <a:cubicBezTo>
                  <a:pt x="11391" y="44738"/>
                  <a:pt x="11406" y="44782"/>
                  <a:pt x="11450" y="44797"/>
                </a:cubicBezTo>
                <a:lnTo>
                  <a:pt x="11509" y="44753"/>
                </a:lnTo>
                <a:cubicBezTo>
                  <a:pt x="11538" y="44782"/>
                  <a:pt x="11597" y="44782"/>
                  <a:pt x="11627" y="44797"/>
                </a:cubicBezTo>
                <a:cubicBezTo>
                  <a:pt x="11656" y="44812"/>
                  <a:pt x="11671" y="44856"/>
                  <a:pt x="11700" y="44871"/>
                </a:cubicBezTo>
                <a:lnTo>
                  <a:pt x="11744" y="44826"/>
                </a:lnTo>
                <a:cubicBezTo>
                  <a:pt x="11803" y="44856"/>
                  <a:pt x="11847" y="44871"/>
                  <a:pt x="11892" y="44885"/>
                </a:cubicBezTo>
                <a:lnTo>
                  <a:pt x="11950" y="44944"/>
                </a:lnTo>
                <a:lnTo>
                  <a:pt x="11980" y="44900"/>
                </a:lnTo>
                <a:cubicBezTo>
                  <a:pt x="12053" y="44929"/>
                  <a:pt x="12112" y="44959"/>
                  <a:pt x="12186" y="44974"/>
                </a:cubicBezTo>
                <a:lnTo>
                  <a:pt x="12201" y="45003"/>
                </a:lnTo>
                <a:lnTo>
                  <a:pt x="12215" y="44974"/>
                </a:lnTo>
                <a:cubicBezTo>
                  <a:pt x="12716" y="45180"/>
                  <a:pt x="13172" y="45474"/>
                  <a:pt x="13599" y="45827"/>
                </a:cubicBezTo>
                <a:cubicBezTo>
                  <a:pt x="13599" y="45827"/>
                  <a:pt x="13613" y="45827"/>
                  <a:pt x="13613" y="45842"/>
                </a:cubicBezTo>
                <a:lnTo>
                  <a:pt x="13672" y="45901"/>
                </a:lnTo>
                <a:cubicBezTo>
                  <a:pt x="14040" y="46224"/>
                  <a:pt x="14379" y="46636"/>
                  <a:pt x="14644" y="47078"/>
                </a:cubicBezTo>
                <a:cubicBezTo>
                  <a:pt x="14717" y="47210"/>
                  <a:pt x="14791" y="47328"/>
                  <a:pt x="14850" y="47461"/>
                </a:cubicBezTo>
                <a:cubicBezTo>
                  <a:pt x="14997" y="47770"/>
                  <a:pt x="15129" y="48108"/>
                  <a:pt x="15203" y="48432"/>
                </a:cubicBezTo>
                <a:cubicBezTo>
                  <a:pt x="15335" y="49006"/>
                  <a:pt x="15379" y="49609"/>
                  <a:pt x="15306" y="50198"/>
                </a:cubicBezTo>
                <a:cubicBezTo>
                  <a:pt x="15262" y="50639"/>
                  <a:pt x="15159" y="51066"/>
                  <a:pt x="15011" y="51493"/>
                </a:cubicBezTo>
                <a:cubicBezTo>
                  <a:pt x="14997" y="51566"/>
                  <a:pt x="14967" y="51640"/>
                  <a:pt x="14923" y="51714"/>
                </a:cubicBezTo>
                <a:cubicBezTo>
                  <a:pt x="14864" y="51861"/>
                  <a:pt x="14820" y="51993"/>
                  <a:pt x="14747" y="52140"/>
                </a:cubicBezTo>
                <a:cubicBezTo>
                  <a:pt x="14599" y="52435"/>
                  <a:pt x="14423" y="52729"/>
                  <a:pt x="14261" y="53023"/>
                </a:cubicBezTo>
                <a:cubicBezTo>
                  <a:pt x="14261" y="53038"/>
                  <a:pt x="14246" y="53053"/>
                  <a:pt x="14246" y="53053"/>
                </a:cubicBezTo>
                <a:cubicBezTo>
                  <a:pt x="14202" y="53126"/>
                  <a:pt x="14158" y="53200"/>
                  <a:pt x="14099" y="53274"/>
                </a:cubicBezTo>
                <a:cubicBezTo>
                  <a:pt x="14011" y="53421"/>
                  <a:pt x="13893" y="53583"/>
                  <a:pt x="13805" y="53730"/>
                </a:cubicBezTo>
                <a:cubicBezTo>
                  <a:pt x="13658" y="53921"/>
                  <a:pt x="13525" y="54127"/>
                  <a:pt x="13393" y="54318"/>
                </a:cubicBezTo>
                <a:cubicBezTo>
                  <a:pt x="13275" y="54495"/>
                  <a:pt x="13142" y="54672"/>
                  <a:pt x="13010" y="54863"/>
                </a:cubicBezTo>
                <a:lnTo>
                  <a:pt x="12627" y="55349"/>
                </a:lnTo>
                <a:cubicBezTo>
                  <a:pt x="12495" y="55496"/>
                  <a:pt x="12362" y="55672"/>
                  <a:pt x="12259" y="55834"/>
                </a:cubicBezTo>
                <a:cubicBezTo>
                  <a:pt x="12127" y="55981"/>
                  <a:pt x="11995" y="56129"/>
                  <a:pt x="11892" y="56290"/>
                </a:cubicBezTo>
                <a:cubicBezTo>
                  <a:pt x="11759" y="56438"/>
                  <a:pt x="11627" y="56585"/>
                  <a:pt x="11524" y="56732"/>
                </a:cubicBezTo>
                <a:cubicBezTo>
                  <a:pt x="11391" y="56879"/>
                  <a:pt x="11288" y="57026"/>
                  <a:pt x="11156" y="57173"/>
                </a:cubicBezTo>
                <a:cubicBezTo>
                  <a:pt x="11023" y="57306"/>
                  <a:pt x="10920" y="57453"/>
                  <a:pt x="10803" y="57600"/>
                </a:cubicBezTo>
                <a:cubicBezTo>
                  <a:pt x="10670" y="57733"/>
                  <a:pt x="10567" y="57880"/>
                  <a:pt x="10449" y="58027"/>
                </a:cubicBezTo>
                <a:cubicBezTo>
                  <a:pt x="10332" y="58145"/>
                  <a:pt x="10214" y="58292"/>
                  <a:pt x="10111" y="58439"/>
                </a:cubicBezTo>
                <a:cubicBezTo>
                  <a:pt x="9978" y="58571"/>
                  <a:pt x="9861" y="58719"/>
                  <a:pt x="9758" y="58866"/>
                </a:cubicBezTo>
                <a:cubicBezTo>
                  <a:pt x="9625" y="58998"/>
                  <a:pt x="9522" y="59145"/>
                  <a:pt x="9404" y="59278"/>
                </a:cubicBezTo>
                <a:cubicBezTo>
                  <a:pt x="9272" y="59396"/>
                  <a:pt x="9169" y="59528"/>
                  <a:pt x="9051" y="59675"/>
                </a:cubicBezTo>
                <a:cubicBezTo>
                  <a:pt x="8728" y="60028"/>
                  <a:pt x="8448" y="60411"/>
                  <a:pt x="8271" y="60867"/>
                </a:cubicBezTo>
                <a:cubicBezTo>
                  <a:pt x="7771" y="62089"/>
                  <a:pt x="8051" y="63590"/>
                  <a:pt x="8934" y="64532"/>
                </a:cubicBezTo>
                <a:cubicBezTo>
                  <a:pt x="9699" y="65341"/>
                  <a:pt x="10803" y="65724"/>
                  <a:pt x="11877" y="66092"/>
                </a:cubicBezTo>
                <a:cubicBezTo>
                  <a:pt x="11995" y="66150"/>
                  <a:pt x="12142" y="66195"/>
                  <a:pt x="12274" y="66239"/>
                </a:cubicBezTo>
                <a:cubicBezTo>
                  <a:pt x="13157" y="66562"/>
                  <a:pt x="14261" y="67004"/>
                  <a:pt x="15188" y="67740"/>
                </a:cubicBezTo>
                <a:cubicBezTo>
                  <a:pt x="16100" y="68490"/>
                  <a:pt x="16689" y="69476"/>
                  <a:pt x="16822" y="70477"/>
                </a:cubicBezTo>
                <a:cubicBezTo>
                  <a:pt x="17042" y="72346"/>
                  <a:pt x="15600" y="74038"/>
                  <a:pt x="14099" y="74892"/>
                </a:cubicBezTo>
                <a:cubicBezTo>
                  <a:pt x="12907" y="75569"/>
                  <a:pt x="11524" y="75907"/>
                  <a:pt x="10199" y="76231"/>
                </a:cubicBezTo>
                <a:cubicBezTo>
                  <a:pt x="9758" y="76349"/>
                  <a:pt x="9301" y="76452"/>
                  <a:pt x="8860" y="76584"/>
                </a:cubicBezTo>
                <a:cubicBezTo>
                  <a:pt x="7050" y="77085"/>
                  <a:pt x="5328" y="77820"/>
                  <a:pt x="3709" y="78718"/>
                </a:cubicBezTo>
                <a:cubicBezTo>
                  <a:pt x="2090" y="79616"/>
                  <a:pt x="133" y="81146"/>
                  <a:pt x="45" y="83266"/>
                </a:cubicBezTo>
                <a:cubicBezTo>
                  <a:pt x="1" y="84046"/>
                  <a:pt x="251" y="84840"/>
                  <a:pt x="501" y="85576"/>
                </a:cubicBezTo>
                <a:cubicBezTo>
                  <a:pt x="1075" y="87254"/>
                  <a:pt x="1752" y="88931"/>
                  <a:pt x="2502" y="90521"/>
                </a:cubicBezTo>
                <a:lnTo>
                  <a:pt x="2561" y="90491"/>
                </a:lnTo>
                <a:cubicBezTo>
                  <a:pt x="1796" y="88887"/>
                  <a:pt x="1134" y="87239"/>
                  <a:pt x="560" y="85561"/>
                </a:cubicBezTo>
                <a:cubicBezTo>
                  <a:pt x="295" y="84825"/>
                  <a:pt x="60" y="84046"/>
                  <a:pt x="104" y="83266"/>
                </a:cubicBezTo>
                <a:cubicBezTo>
                  <a:pt x="192" y="81205"/>
                  <a:pt x="2120" y="79675"/>
                  <a:pt x="3724" y="78777"/>
                </a:cubicBezTo>
                <a:cubicBezTo>
                  <a:pt x="5343" y="77850"/>
                  <a:pt x="7065" y="77129"/>
                  <a:pt x="8860" y="76643"/>
                </a:cubicBezTo>
                <a:cubicBezTo>
                  <a:pt x="9301" y="76511"/>
                  <a:pt x="9758" y="76393"/>
                  <a:pt x="10199" y="76290"/>
                </a:cubicBezTo>
                <a:cubicBezTo>
                  <a:pt x="11524" y="75952"/>
                  <a:pt x="12907" y="75613"/>
                  <a:pt x="14114" y="74921"/>
                </a:cubicBezTo>
                <a:cubicBezTo>
                  <a:pt x="15644" y="74068"/>
                  <a:pt x="17101" y="72346"/>
                  <a:pt x="16880" y="70462"/>
                </a:cubicBezTo>
                <a:cubicBezTo>
                  <a:pt x="16763" y="69447"/>
                  <a:pt x="16159" y="68431"/>
                  <a:pt x="15217" y="67681"/>
                </a:cubicBezTo>
                <a:cubicBezTo>
                  <a:pt x="14305" y="66930"/>
                  <a:pt x="13172" y="66489"/>
                  <a:pt x="12289" y="66165"/>
                </a:cubicBezTo>
                <a:cubicBezTo>
                  <a:pt x="12171" y="66121"/>
                  <a:pt x="12024" y="66077"/>
                  <a:pt x="11892" y="66018"/>
                </a:cubicBezTo>
                <a:cubicBezTo>
                  <a:pt x="10847" y="65650"/>
                  <a:pt x="9743" y="65282"/>
                  <a:pt x="8978" y="64473"/>
                </a:cubicBezTo>
                <a:cubicBezTo>
                  <a:pt x="8095" y="63546"/>
                  <a:pt x="7845" y="62074"/>
                  <a:pt x="8315" y="60897"/>
                </a:cubicBezTo>
                <a:cubicBezTo>
                  <a:pt x="8448" y="60602"/>
                  <a:pt x="8595" y="60337"/>
                  <a:pt x="8786" y="60102"/>
                </a:cubicBezTo>
                <a:lnTo>
                  <a:pt x="8786" y="60102"/>
                </a:lnTo>
                <a:cubicBezTo>
                  <a:pt x="8713" y="60234"/>
                  <a:pt x="8654" y="60337"/>
                  <a:pt x="8595" y="60485"/>
                </a:cubicBezTo>
                <a:cubicBezTo>
                  <a:pt x="8124" y="61647"/>
                  <a:pt x="8374" y="63075"/>
                  <a:pt x="9228" y="64075"/>
                </a:cubicBezTo>
                <a:cubicBezTo>
                  <a:pt x="10037" y="65032"/>
                  <a:pt x="11259" y="65532"/>
                  <a:pt x="12436" y="66003"/>
                </a:cubicBezTo>
                <a:lnTo>
                  <a:pt x="12583" y="66062"/>
                </a:lnTo>
                <a:cubicBezTo>
                  <a:pt x="12804" y="66150"/>
                  <a:pt x="13010" y="66224"/>
                  <a:pt x="13201" y="66312"/>
                </a:cubicBezTo>
                <a:cubicBezTo>
                  <a:pt x="14173" y="66739"/>
                  <a:pt x="14938" y="67225"/>
                  <a:pt x="15571" y="67784"/>
                </a:cubicBezTo>
                <a:cubicBezTo>
                  <a:pt x="16189" y="68358"/>
                  <a:pt x="16983" y="69300"/>
                  <a:pt x="17101" y="70506"/>
                </a:cubicBezTo>
                <a:cubicBezTo>
                  <a:pt x="17204" y="71669"/>
                  <a:pt x="16704" y="72861"/>
                  <a:pt x="15674" y="73891"/>
                </a:cubicBezTo>
                <a:cubicBezTo>
                  <a:pt x="15291" y="74259"/>
                  <a:pt x="14864" y="74598"/>
                  <a:pt x="14393" y="74848"/>
                </a:cubicBezTo>
                <a:cubicBezTo>
                  <a:pt x="13216" y="75510"/>
                  <a:pt x="11892" y="75878"/>
                  <a:pt x="10582" y="76216"/>
                </a:cubicBezTo>
                <a:cubicBezTo>
                  <a:pt x="10140" y="76319"/>
                  <a:pt x="9699" y="76452"/>
                  <a:pt x="9257" y="76584"/>
                </a:cubicBezTo>
                <a:cubicBezTo>
                  <a:pt x="7491" y="77114"/>
                  <a:pt x="5799" y="77850"/>
                  <a:pt x="4224" y="78792"/>
                </a:cubicBezTo>
                <a:cubicBezTo>
                  <a:pt x="2826" y="79616"/>
                  <a:pt x="1811" y="80514"/>
                  <a:pt x="1237" y="81470"/>
                </a:cubicBezTo>
                <a:cubicBezTo>
                  <a:pt x="869" y="82059"/>
                  <a:pt x="692" y="82692"/>
                  <a:pt x="648" y="83310"/>
                </a:cubicBezTo>
                <a:cubicBezTo>
                  <a:pt x="619" y="84104"/>
                  <a:pt x="839" y="84899"/>
                  <a:pt x="1075" y="85620"/>
                </a:cubicBezTo>
                <a:cubicBezTo>
                  <a:pt x="1619" y="87283"/>
                  <a:pt x="2282" y="88946"/>
                  <a:pt x="3047" y="90521"/>
                </a:cubicBezTo>
                <a:lnTo>
                  <a:pt x="3091" y="90491"/>
                </a:lnTo>
                <a:cubicBezTo>
                  <a:pt x="2341" y="88902"/>
                  <a:pt x="1678" y="87268"/>
                  <a:pt x="1134" y="85591"/>
                </a:cubicBezTo>
                <a:cubicBezTo>
                  <a:pt x="884" y="84884"/>
                  <a:pt x="663" y="84090"/>
                  <a:pt x="707" y="83310"/>
                </a:cubicBezTo>
                <a:cubicBezTo>
                  <a:pt x="736" y="82692"/>
                  <a:pt x="928" y="82088"/>
                  <a:pt x="1281" y="81500"/>
                </a:cubicBezTo>
                <a:cubicBezTo>
                  <a:pt x="1840" y="80543"/>
                  <a:pt x="2841" y="79631"/>
                  <a:pt x="4239" y="78821"/>
                </a:cubicBezTo>
                <a:cubicBezTo>
                  <a:pt x="5814" y="77909"/>
                  <a:pt x="7506" y="77158"/>
                  <a:pt x="9272" y="76643"/>
                </a:cubicBezTo>
                <a:cubicBezTo>
                  <a:pt x="9714" y="76511"/>
                  <a:pt x="10155" y="76378"/>
                  <a:pt x="10597" y="76275"/>
                </a:cubicBezTo>
                <a:cubicBezTo>
                  <a:pt x="11892" y="75922"/>
                  <a:pt x="13231" y="75569"/>
                  <a:pt x="14423" y="74892"/>
                </a:cubicBezTo>
                <a:cubicBezTo>
                  <a:pt x="14908" y="74612"/>
                  <a:pt x="15335" y="74303"/>
                  <a:pt x="15718" y="73921"/>
                </a:cubicBezTo>
                <a:cubicBezTo>
                  <a:pt x="16763" y="72891"/>
                  <a:pt x="17278" y="71669"/>
                  <a:pt x="17145" y="70477"/>
                </a:cubicBezTo>
                <a:cubicBezTo>
                  <a:pt x="17028" y="69241"/>
                  <a:pt x="16233" y="68299"/>
                  <a:pt x="15585" y="67710"/>
                </a:cubicBezTo>
                <a:cubicBezTo>
                  <a:pt x="14967" y="67166"/>
                  <a:pt x="14187" y="66665"/>
                  <a:pt x="13201" y="66239"/>
                </a:cubicBezTo>
                <a:cubicBezTo>
                  <a:pt x="13010" y="66165"/>
                  <a:pt x="12804" y="66077"/>
                  <a:pt x="12583" y="65989"/>
                </a:cubicBezTo>
                <a:lnTo>
                  <a:pt x="12436" y="65930"/>
                </a:lnTo>
                <a:cubicBezTo>
                  <a:pt x="11259" y="65459"/>
                  <a:pt x="10067" y="64958"/>
                  <a:pt x="9257" y="64017"/>
                </a:cubicBezTo>
                <a:cubicBezTo>
                  <a:pt x="8433" y="63045"/>
                  <a:pt x="8168" y="61632"/>
                  <a:pt x="8654" y="60499"/>
                </a:cubicBezTo>
                <a:cubicBezTo>
                  <a:pt x="8757" y="60205"/>
                  <a:pt x="8934" y="59955"/>
                  <a:pt x="9095" y="59719"/>
                </a:cubicBezTo>
                <a:lnTo>
                  <a:pt x="9095" y="59719"/>
                </a:lnTo>
                <a:cubicBezTo>
                  <a:pt x="9022" y="59837"/>
                  <a:pt x="8963" y="59970"/>
                  <a:pt x="8904" y="60102"/>
                </a:cubicBezTo>
                <a:cubicBezTo>
                  <a:pt x="8463" y="61206"/>
                  <a:pt x="8683" y="62589"/>
                  <a:pt x="9478" y="63619"/>
                </a:cubicBezTo>
                <a:cubicBezTo>
                  <a:pt x="10287" y="64664"/>
                  <a:pt x="11480" y="65267"/>
                  <a:pt x="12848" y="65900"/>
                </a:cubicBezTo>
                <a:cubicBezTo>
                  <a:pt x="13084" y="66003"/>
                  <a:pt x="13290" y="66092"/>
                  <a:pt x="13466" y="66195"/>
                </a:cubicBezTo>
                <a:cubicBezTo>
                  <a:pt x="14467" y="66665"/>
                  <a:pt x="15276" y="67225"/>
                  <a:pt x="15894" y="67828"/>
                </a:cubicBezTo>
                <a:cubicBezTo>
                  <a:pt x="16777" y="68711"/>
                  <a:pt x="17263" y="69609"/>
                  <a:pt x="17337" y="70506"/>
                </a:cubicBezTo>
                <a:cubicBezTo>
                  <a:pt x="17425" y="71654"/>
                  <a:pt x="16925" y="72832"/>
                  <a:pt x="15924" y="73847"/>
                </a:cubicBezTo>
                <a:cubicBezTo>
                  <a:pt x="15556" y="74215"/>
                  <a:pt x="15129" y="74539"/>
                  <a:pt x="14673" y="74804"/>
                </a:cubicBezTo>
                <a:cubicBezTo>
                  <a:pt x="13525" y="75466"/>
                  <a:pt x="12245" y="75834"/>
                  <a:pt x="10994" y="76172"/>
                </a:cubicBezTo>
                <a:cubicBezTo>
                  <a:pt x="10552" y="76305"/>
                  <a:pt x="10081" y="76437"/>
                  <a:pt x="9625" y="76584"/>
                </a:cubicBezTo>
                <a:cubicBezTo>
                  <a:pt x="7903" y="77129"/>
                  <a:pt x="6240" y="77894"/>
                  <a:pt x="4680" y="78851"/>
                </a:cubicBezTo>
                <a:cubicBezTo>
                  <a:pt x="3312" y="79689"/>
                  <a:pt x="2341" y="80587"/>
                  <a:pt x="1767" y="81544"/>
                </a:cubicBezTo>
                <a:cubicBezTo>
                  <a:pt x="1428" y="82132"/>
                  <a:pt x="1222" y="82765"/>
                  <a:pt x="1207" y="83383"/>
                </a:cubicBezTo>
                <a:cubicBezTo>
                  <a:pt x="1163" y="84178"/>
                  <a:pt x="1369" y="84958"/>
                  <a:pt x="1605" y="85694"/>
                </a:cubicBezTo>
                <a:cubicBezTo>
                  <a:pt x="2135" y="87357"/>
                  <a:pt x="2782" y="89005"/>
                  <a:pt x="3518" y="90565"/>
                </a:cubicBezTo>
                <a:lnTo>
                  <a:pt x="3577" y="90521"/>
                </a:lnTo>
                <a:cubicBezTo>
                  <a:pt x="2826" y="88975"/>
                  <a:pt x="2179" y="87342"/>
                  <a:pt x="1664" y="85650"/>
                </a:cubicBezTo>
                <a:cubicBezTo>
                  <a:pt x="1443" y="84928"/>
                  <a:pt x="1222" y="84163"/>
                  <a:pt x="1252" y="83383"/>
                </a:cubicBezTo>
                <a:cubicBezTo>
                  <a:pt x="1296" y="82780"/>
                  <a:pt x="1472" y="82177"/>
                  <a:pt x="1825" y="81588"/>
                </a:cubicBezTo>
                <a:cubicBezTo>
                  <a:pt x="2385" y="80631"/>
                  <a:pt x="3356" y="79734"/>
                  <a:pt x="4710" y="78895"/>
                </a:cubicBezTo>
                <a:cubicBezTo>
                  <a:pt x="6285" y="77938"/>
                  <a:pt x="7933" y="77188"/>
                  <a:pt x="9640" y="76643"/>
                </a:cubicBezTo>
                <a:cubicBezTo>
                  <a:pt x="10081" y="76496"/>
                  <a:pt x="10552" y="76364"/>
                  <a:pt x="10994" y="76231"/>
                </a:cubicBezTo>
                <a:cubicBezTo>
                  <a:pt x="12245" y="75878"/>
                  <a:pt x="13525" y="75510"/>
                  <a:pt x="14673" y="74848"/>
                </a:cubicBezTo>
                <a:cubicBezTo>
                  <a:pt x="15129" y="74583"/>
                  <a:pt x="15556" y="74259"/>
                  <a:pt x="15939" y="73877"/>
                </a:cubicBezTo>
                <a:cubicBezTo>
                  <a:pt x="16969" y="72861"/>
                  <a:pt x="17484" y="71669"/>
                  <a:pt x="17366" y="70506"/>
                </a:cubicBezTo>
                <a:cubicBezTo>
                  <a:pt x="17293" y="69594"/>
                  <a:pt x="16807" y="68667"/>
                  <a:pt x="15924" y="67769"/>
                </a:cubicBezTo>
                <a:cubicBezTo>
                  <a:pt x="15291" y="67151"/>
                  <a:pt x="14482" y="66592"/>
                  <a:pt x="13466" y="66121"/>
                </a:cubicBezTo>
                <a:cubicBezTo>
                  <a:pt x="13290" y="66018"/>
                  <a:pt x="13084" y="65930"/>
                  <a:pt x="12848" y="65827"/>
                </a:cubicBezTo>
                <a:cubicBezTo>
                  <a:pt x="11480" y="65194"/>
                  <a:pt x="10302" y="64590"/>
                  <a:pt x="9493" y="63560"/>
                </a:cubicBezTo>
                <a:cubicBezTo>
                  <a:pt x="8713" y="62545"/>
                  <a:pt x="8492" y="61206"/>
                  <a:pt x="8934" y="60117"/>
                </a:cubicBezTo>
                <a:cubicBezTo>
                  <a:pt x="9022" y="59896"/>
                  <a:pt x="9110" y="59719"/>
                  <a:pt x="9243" y="59528"/>
                </a:cubicBezTo>
                <a:lnTo>
                  <a:pt x="9316" y="59454"/>
                </a:lnTo>
                <a:lnTo>
                  <a:pt x="9316" y="59454"/>
                </a:lnTo>
                <a:cubicBezTo>
                  <a:pt x="9272" y="59543"/>
                  <a:pt x="9243" y="59616"/>
                  <a:pt x="9198" y="59719"/>
                </a:cubicBezTo>
                <a:cubicBezTo>
                  <a:pt x="8786" y="60779"/>
                  <a:pt x="8978" y="62089"/>
                  <a:pt x="9743" y="63134"/>
                </a:cubicBezTo>
                <a:cubicBezTo>
                  <a:pt x="10508" y="64223"/>
                  <a:pt x="11656" y="64958"/>
                  <a:pt x="13128" y="65709"/>
                </a:cubicBezTo>
                <a:cubicBezTo>
                  <a:pt x="13349" y="65827"/>
                  <a:pt x="13540" y="65930"/>
                  <a:pt x="13761" y="66047"/>
                </a:cubicBezTo>
                <a:cubicBezTo>
                  <a:pt x="14791" y="66577"/>
                  <a:pt x="15630" y="67195"/>
                  <a:pt x="16233" y="67858"/>
                </a:cubicBezTo>
                <a:cubicBezTo>
                  <a:pt x="17072" y="68799"/>
                  <a:pt x="17513" y="69668"/>
                  <a:pt x="17572" y="70536"/>
                </a:cubicBezTo>
                <a:cubicBezTo>
                  <a:pt x="17646" y="71654"/>
                  <a:pt x="17145" y="72817"/>
                  <a:pt x="16159" y="73788"/>
                </a:cubicBezTo>
                <a:cubicBezTo>
                  <a:pt x="15791" y="74156"/>
                  <a:pt x="15379" y="74465"/>
                  <a:pt x="14923" y="74745"/>
                </a:cubicBezTo>
                <a:cubicBezTo>
                  <a:pt x="13819" y="75392"/>
                  <a:pt x="12569" y="75775"/>
                  <a:pt x="11376" y="76143"/>
                </a:cubicBezTo>
                <a:cubicBezTo>
                  <a:pt x="10935" y="76275"/>
                  <a:pt x="10479" y="76422"/>
                  <a:pt x="10008" y="76570"/>
                </a:cubicBezTo>
                <a:cubicBezTo>
                  <a:pt x="8315" y="77129"/>
                  <a:pt x="6697" y="77924"/>
                  <a:pt x="5181" y="78895"/>
                </a:cubicBezTo>
                <a:cubicBezTo>
                  <a:pt x="3856" y="79748"/>
                  <a:pt x="2900" y="80661"/>
                  <a:pt x="2341" y="81617"/>
                </a:cubicBezTo>
                <a:cubicBezTo>
                  <a:pt x="2017" y="82206"/>
                  <a:pt x="1811" y="82824"/>
                  <a:pt x="1767" y="83442"/>
                </a:cubicBezTo>
                <a:cubicBezTo>
                  <a:pt x="1722" y="84237"/>
                  <a:pt x="1943" y="85032"/>
                  <a:pt x="2135" y="85723"/>
                </a:cubicBezTo>
                <a:cubicBezTo>
                  <a:pt x="2635" y="87401"/>
                  <a:pt x="3282" y="89034"/>
                  <a:pt x="4018" y="90565"/>
                </a:cubicBezTo>
                <a:lnTo>
                  <a:pt x="4077" y="90521"/>
                </a:lnTo>
                <a:cubicBezTo>
                  <a:pt x="3341" y="89005"/>
                  <a:pt x="2694" y="87357"/>
                  <a:pt x="2193" y="85694"/>
                </a:cubicBezTo>
                <a:cubicBezTo>
                  <a:pt x="1987" y="85002"/>
                  <a:pt x="1767" y="84222"/>
                  <a:pt x="1825" y="83442"/>
                </a:cubicBezTo>
                <a:cubicBezTo>
                  <a:pt x="1870" y="82839"/>
                  <a:pt x="2046" y="82235"/>
                  <a:pt x="2385" y="81661"/>
                </a:cubicBezTo>
                <a:cubicBezTo>
                  <a:pt x="2929" y="80705"/>
                  <a:pt x="3871" y="79807"/>
                  <a:pt x="5181" y="78954"/>
                </a:cubicBezTo>
                <a:cubicBezTo>
                  <a:pt x="6697" y="77982"/>
                  <a:pt x="8315" y="77188"/>
                  <a:pt x="9993" y="76614"/>
                </a:cubicBezTo>
                <a:cubicBezTo>
                  <a:pt x="10435" y="76467"/>
                  <a:pt x="10891" y="76319"/>
                  <a:pt x="11362" y="76202"/>
                </a:cubicBezTo>
                <a:cubicBezTo>
                  <a:pt x="12569" y="75834"/>
                  <a:pt x="13819" y="75466"/>
                  <a:pt x="14923" y="74804"/>
                </a:cubicBezTo>
                <a:cubicBezTo>
                  <a:pt x="15379" y="74524"/>
                  <a:pt x="15806" y="74215"/>
                  <a:pt x="16174" y="73847"/>
                </a:cubicBezTo>
                <a:cubicBezTo>
                  <a:pt x="17190" y="72846"/>
                  <a:pt x="17705" y="71669"/>
                  <a:pt x="17616" y="70536"/>
                </a:cubicBezTo>
                <a:cubicBezTo>
                  <a:pt x="17557" y="69653"/>
                  <a:pt x="17116" y="68770"/>
                  <a:pt x="16248" y="67828"/>
                </a:cubicBezTo>
                <a:cubicBezTo>
                  <a:pt x="15630" y="67151"/>
                  <a:pt x="14791" y="66518"/>
                  <a:pt x="13761" y="65989"/>
                </a:cubicBezTo>
                <a:cubicBezTo>
                  <a:pt x="13540" y="65871"/>
                  <a:pt x="13349" y="65768"/>
                  <a:pt x="13128" y="65650"/>
                </a:cubicBezTo>
                <a:cubicBezTo>
                  <a:pt x="11656" y="64900"/>
                  <a:pt x="10523" y="64178"/>
                  <a:pt x="9758" y="63104"/>
                </a:cubicBezTo>
                <a:cubicBezTo>
                  <a:pt x="9022" y="62074"/>
                  <a:pt x="8816" y="60779"/>
                  <a:pt x="9228" y="59734"/>
                </a:cubicBezTo>
                <a:cubicBezTo>
                  <a:pt x="9272" y="59587"/>
                  <a:pt x="9331" y="59454"/>
                  <a:pt x="9404" y="59322"/>
                </a:cubicBezTo>
                <a:cubicBezTo>
                  <a:pt x="9449" y="59293"/>
                  <a:pt x="9478" y="59248"/>
                  <a:pt x="9537" y="59234"/>
                </a:cubicBezTo>
                <a:lnTo>
                  <a:pt x="9537" y="59234"/>
                </a:lnTo>
                <a:cubicBezTo>
                  <a:pt x="9522" y="59278"/>
                  <a:pt x="9522" y="59293"/>
                  <a:pt x="9493" y="59322"/>
                </a:cubicBezTo>
                <a:cubicBezTo>
                  <a:pt x="9095" y="60337"/>
                  <a:pt x="9272" y="61603"/>
                  <a:pt x="9993" y="62677"/>
                </a:cubicBezTo>
                <a:cubicBezTo>
                  <a:pt x="10861" y="64002"/>
                  <a:pt x="12201" y="64870"/>
                  <a:pt x="13393" y="65547"/>
                </a:cubicBezTo>
                <a:lnTo>
                  <a:pt x="13584" y="65635"/>
                </a:lnTo>
                <a:lnTo>
                  <a:pt x="14084" y="65915"/>
                </a:lnTo>
                <a:cubicBezTo>
                  <a:pt x="15129" y="66504"/>
                  <a:pt x="15997" y="67181"/>
                  <a:pt x="16601" y="67916"/>
                </a:cubicBezTo>
                <a:cubicBezTo>
                  <a:pt x="17145" y="68579"/>
                  <a:pt x="17793" y="69476"/>
                  <a:pt x="17852" y="70565"/>
                </a:cubicBezTo>
                <a:cubicBezTo>
                  <a:pt x="17911" y="71669"/>
                  <a:pt x="17396" y="72817"/>
                  <a:pt x="16439" y="73773"/>
                </a:cubicBezTo>
                <a:cubicBezTo>
                  <a:pt x="16071" y="74112"/>
                  <a:pt x="15659" y="74450"/>
                  <a:pt x="15217" y="74701"/>
                </a:cubicBezTo>
                <a:cubicBezTo>
                  <a:pt x="14158" y="75348"/>
                  <a:pt x="12936" y="75731"/>
                  <a:pt x="11774" y="76099"/>
                </a:cubicBezTo>
                <a:cubicBezTo>
                  <a:pt x="11332" y="76246"/>
                  <a:pt x="10861" y="76393"/>
                  <a:pt x="10420" y="76540"/>
                </a:cubicBezTo>
                <a:cubicBezTo>
                  <a:pt x="8757" y="77129"/>
                  <a:pt x="7182" y="77938"/>
                  <a:pt x="5696" y="78954"/>
                </a:cubicBezTo>
                <a:cubicBezTo>
                  <a:pt x="4401" y="79822"/>
                  <a:pt x="3488" y="80734"/>
                  <a:pt x="2944" y="81691"/>
                </a:cubicBezTo>
                <a:cubicBezTo>
                  <a:pt x="2620" y="82280"/>
                  <a:pt x="2429" y="82898"/>
                  <a:pt x="2399" y="83501"/>
                </a:cubicBezTo>
                <a:cubicBezTo>
                  <a:pt x="2341" y="84296"/>
                  <a:pt x="2547" y="85076"/>
                  <a:pt x="2753" y="85767"/>
                </a:cubicBezTo>
                <a:cubicBezTo>
                  <a:pt x="3224" y="87430"/>
                  <a:pt x="3827" y="89049"/>
                  <a:pt x="4563" y="90565"/>
                </a:cubicBezTo>
                <a:lnTo>
                  <a:pt x="4622" y="90521"/>
                </a:lnTo>
                <a:cubicBezTo>
                  <a:pt x="3886" y="89020"/>
                  <a:pt x="3282" y="87401"/>
                  <a:pt x="2797" y="85723"/>
                </a:cubicBezTo>
                <a:cubicBezTo>
                  <a:pt x="2620" y="85061"/>
                  <a:pt x="2414" y="84266"/>
                  <a:pt x="2458" y="83501"/>
                </a:cubicBezTo>
                <a:cubicBezTo>
                  <a:pt x="2488" y="82898"/>
                  <a:pt x="2679" y="82309"/>
                  <a:pt x="3003" y="81720"/>
                </a:cubicBezTo>
                <a:cubicBezTo>
                  <a:pt x="3533" y="80778"/>
                  <a:pt x="4460" y="79851"/>
                  <a:pt x="5725" y="78998"/>
                </a:cubicBezTo>
                <a:cubicBezTo>
                  <a:pt x="7212" y="77997"/>
                  <a:pt x="8801" y="77188"/>
                  <a:pt x="10449" y="76599"/>
                </a:cubicBezTo>
                <a:cubicBezTo>
                  <a:pt x="10891" y="76437"/>
                  <a:pt x="11362" y="76290"/>
                  <a:pt x="11818" y="76158"/>
                </a:cubicBezTo>
                <a:cubicBezTo>
                  <a:pt x="12150" y="76054"/>
                  <a:pt x="12484" y="75949"/>
                  <a:pt x="12817" y="75837"/>
                </a:cubicBezTo>
                <a:lnTo>
                  <a:pt x="12817" y="75837"/>
                </a:lnTo>
                <a:cubicBezTo>
                  <a:pt x="12610" y="75910"/>
                  <a:pt x="12404" y="75982"/>
                  <a:pt x="12201" y="76055"/>
                </a:cubicBezTo>
                <a:cubicBezTo>
                  <a:pt x="11759" y="76202"/>
                  <a:pt x="11288" y="76364"/>
                  <a:pt x="10847" y="76525"/>
                </a:cubicBezTo>
                <a:cubicBezTo>
                  <a:pt x="9228" y="77129"/>
                  <a:pt x="7653" y="77968"/>
                  <a:pt x="6211" y="78998"/>
                </a:cubicBezTo>
                <a:cubicBezTo>
                  <a:pt x="4960" y="79881"/>
                  <a:pt x="4048" y="80808"/>
                  <a:pt x="3533" y="81750"/>
                </a:cubicBezTo>
                <a:cubicBezTo>
                  <a:pt x="3224" y="82338"/>
                  <a:pt x="3047" y="82942"/>
                  <a:pt x="2988" y="83560"/>
                </a:cubicBezTo>
                <a:cubicBezTo>
                  <a:pt x="2929" y="84340"/>
                  <a:pt x="3121" y="85120"/>
                  <a:pt x="3297" y="85797"/>
                </a:cubicBezTo>
                <a:cubicBezTo>
                  <a:pt x="3753" y="87474"/>
                  <a:pt x="4342" y="89079"/>
                  <a:pt x="5078" y="90580"/>
                </a:cubicBezTo>
                <a:lnTo>
                  <a:pt x="5137" y="90550"/>
                </a:lnTo>
                <a:cubicBezTo>
                  <a:pt x="4401" y="89049"/>
                  <a:pt x="3812" y="87430"/>
                  <a:pt x="3356" y="85782"/>
                </a:cubicBezTo>
                <a:cubicBezTo>
                  <a:pt x="3165" y="85120"/>
                  <a:pt x="2988" y="84340"/>
                  <a:pt x="3047" y="83575"/>
                </a:cubicBezTo>
                <a:cubicBezTo>
                  <a:pt x="3076" y="82971"/>
                  <a:pt x="3268" y="82383"/>
                  <a:pt x="3577" y="81809"/>
                </a:cubicBezTo>
                <a:cubicBezTo>
                  <a:pt x="4092" y="80867"/>
                  <a:pt x="4975" y="79925"/>
                  <a:pt x="6226" y="79071"/>
                </a:cubicBezTo>
                <a:cubicBezTo>
                  <a:pt x="7683" y="78041"/>
                  <a:pt x="9228" y="77202"/>
                  <a:pt x="10847" y="76599"/>
                </a:cubicBezTo>
                <a:cubicBezTo>
                  <a:pt x="11288" y="76437"/>
                  <a:pt x="11759" y="76275"/>
                  <a:pt x="12201" y="76128"/>
                </a:cubicBezTo>
                <a:cubicBezTo>
                  <a:pt x="13349" y="75731"/>
                  <a:pt x="14496" y="75348"/>
                  <a:pt x="15556" y="74701"/>
                </a:cubicBezTo>
                <a:cubicBezTo>
                  <a:pt x="15997" y="74436"/>
                  <a:pt x="16395" y="74112"/>
                  <a:pt x="16748" y="73773"/>
                </a:cubicBezTo>
                <a:cubicBezTo>
                  <a:pt x="17705" y="72817"/>
                  <a:pt x="18220" y="71669"/>
                  <a:pt x="18205" y="70565"/>
                </a:cubicBezTo>
                <a:cubicBezTo>
                  <a:pt x="18161" y="69535"/>
                  <a:pt x="17587" y="68637"/>
                  <a:pt x="17028" y="67902"/>
                </a:cubicBezTo>
                <a:cubicBezTo>
                  <a:pt x="16410" y="67092"/>
                  <a:pt x="15527" y="66356"/>
                  <a:pt x="14423" y="65694"/>
                </a:cubicBezTo>
                <a:lnTo>
                  <a:pt x="14202" y="65562"/>
                </a:lnTo>
                <a:cubicBezTo>
                  <a:pt x="14055" y="65473"/>
                  <a:pt x="13893" y="65385"/>
                  <a:pt x="13746" y="65282"/>
                </a:cubicBezTo>
                <a:cubicBezTo>
                  <a:pt x="12112" y="64296"/>
                  <a:pt x="11023" y="63295"/>
                  <a:pt x="10346" y="62162"/>
                </a:cubicBezTo>
                <a:cubicBezTo>
                  <a:pt x="9726" y="61120"/>
                  <a:pt x="9552" y="60010"/>
                  <a:pt x="9861" y="59078"/>
                </a:cubicBezTo>
                <a:lnTo>
                  <a:pt x="9861" y="59078"/>
                </a:lnTo>
                <a:cubicBezTo>
                  <a:pt x="9852" y="59088"/>
                  <a:pt x="9846" y="59094"/>
                  <a:pt x="9846" y="59101"/>
                </a:cubicBezTo>
                <a:cubicBezTo>
                  <a:pt x="9831" y="59131"/>
                  <a:pt x="9802" y="59145"/>
                  <a:pt x="9772" y="59160"/>
                </a:cubicBezTo>
                <a:cubicBezTo>
                  <a:pt x="9787" y="59145"/>
                  <a:pt x="9787" y="59131"/>
                  <a:pt x="9817" y="59101"/>
                </a:cubicBezTo>
                <a:lnTo>
                  <a:pt x="9871" y="59047"/>
                </a:lnTo>
                <a:lnTo>
                  <a:pt x="9871" y="59047"/>
                </a:lnTo>
                <a:cubicBezTo>
                  <a:pt x="9868" y="59057"/>
                  <a:pt x="9864" y="59067"/>
                  <a:pt x="9861" y="59078"/>
                </a:cubicBezTo>
                <a:lnTo>
                  <a:pt x="9861" y="59078"/>
                </a:lnTo>
                <a:cubicBezTo>
                  <a:pt x="9870" y="59067"/>
                  <a:pt x="9882" y="59051"/>
                  <a:pt x="9890" y="59028"/>
                </a:cubicBezTo>
                <a:lnTo>
                  <a:pt x="9890" y="59028"/>
                </a:lnTo>
                <a:lnTo>
                  <a:pt x="9871" y="59047"/>
                </a:lnTo>
                <a:lnTo>
                  <a:pt x="9871" y="59047"/>
                </a:lnTo>
                <a:cubicBezTo>
                  <a:pt x="9882" y="59016"/>
                  <a:pt x="9893" y="58985"/>
                  <a:pt x="9905" y="58954"/>
                </a:cubicBezTo>
                <a:cubicBezTo>
                  <a:pt x="9964" y="58925"/>
                  <a:pt x="10037" y="58866"/>
                  <a:pt x="10081" y="58836"/>
                </a:cubicBezTo>
                <a:lnTo>
                  <a:pt x="10081" y="58836"/>
                </a:lnTo>
                <a:cubicBezTo>
                  <a:pt x="10079" y="58848"/>
                  <a:pt x="10076" y="58859"/>
                  <a:pt x="10073" y="58870"/>
                </a:cubicBezTo>
                <a:lnTo>
                  <a:pt x="10073" y="58870"/>
                </a:lnTo>
                <a:cubicBezTo>
                  <a:pt x="10094" y="58856"/>
                  <a:pt x="10114" y="58846"/>
                  <a:pt x="10134" y="58839"/>
                </a:cubicBezTo>
                <a:lnTo>
                  <a:pt x="10134" y="58839"/>
                </a:lnTo>
                <a:cubicBezTo>
                  <a:pt x="10133" y="58841"/>
                  <a:pt x="10133" y="58844"/>
                  <a:pt x="10132" y="58846"/>
                </a:cubicBezTo>
                <a:lnTo>
                  <a:pt x="10132" y="58846"/>
                </a:lnTo>
                <a:cubicBezTo>
                  <a:pt x="10135" y="58842"/>
                  <a:pt x="10138" y="58839"/>
                  <a:pt x="10140" y="58836"/>
                </a:cubicBezTo>
                <a:lnTo>
                  <a:pt x="10140" y="58836"/>
                </a:lnTo>
                <a:cubicBezTo>
                  <a:pt x="10138" y="58837"/>
                  <a:pt x="10136" y="58838"/>
                  <a:pt x="10134" y="58839"/>
                </a:cubicBezTo>
                <a:lnTo>
                  <a:pt x="10134" y="58839"/>
                </a:lnTo>
                <a:cubicBezTo>
                  <a:pt x="10141" y="58813"/>
                  <a:pt x="10148" y="58788"/>
                  <a:pt x="10155" y="58763"/>
                </a:cubicBezTo>
                <a:cubicBezTo>
                  <a:pt x="10229" y="58719"/>
                  <a:pt x="10302" y="58660"/>
                  <a:pt x="10361" y="58630"/>
                </a:cubicBezTo>
                <a:lnTo>
                  <a:pt x="10361" y="58630"/>
                </a:lnTo>
                <a:cubicBezTo>
                  <a:pt x="10359" y="58642"/>
                  <a:pt x="10357" y="58653"/>
                  <a:pt x="10355" y="58665"/>
                </a:cubicBezTo>
                <a:lnTo>
                  <a:pt x="10355" y="58665"/>
                </a:lnTo>
                <a:cubicBezTo>
                  <a:pt x="10373" y="58652"/>
                  <a:pt x="10390" y="58641"/>
                  <a:pt x="10405" y="58630"/>
                </a:cubicBezTo>
                <a:lnTo>
                  <a:pt x="10405" y="58630"/>
                </a:lnTo>
                <a:cubicBezTo>
                  <a:pt x="10390" y="58660"/>
                  <a:pt x="10361" y="58704"/>
                  <a:pt x="10361" y="58733"/>
                </a:cubicBezTo>
                <a:lnTo>
                  <a:pt x="10344" y="58746"/>
                </a:lnTo>
                <a:lnTo>
                  <a:pt x="10344" y="58746"/>
                </a:lnTo>
                <a:cubicBezTo>
                  <a:pt x="10347" y="58719"/>
                  <a:pt x="10351" y="58692"/>
                  <a:pt x="10355" y="58665"/>
                </a:cubicBezTo>
                <a:lnTo>
                  <a:pt x="10355" y="58665"/>
                </a:lnTo>
                <a:cubicBezTo>
                  <a:pt x="10322" y="58689"/>
                  <a:pt x="10287" y="58714"/>
                  <a:pt x="10258" y="58733"/>
                </a:cubicBezTo>
                <a:lnTo>
                  <a:pt x="10199" y="58851"/>
                </a:lnTo>
                <a:lnTo>
                  <a:pt x="10199" y="58851"/>
                </a:lnTo>
                <a:lnTo>
                  <a:pt x="10344" y="58746"/>
                </a:lnTo>
                <a:lnTo>
                  <a:pt x="10344" y="58746"/>
                </a:lnTo>
                <a:cubicBezTo>
                  <a:pt x="10213" y="59750"/>
                  <a:pt x="10577" y="60712"/>
                  <a:pt x="10847" y="61265"/>
                </a:cubicBezTo>
                <a:cubicBezTo>
                  <a:pt x="11538" y="62663"/>
                  <a:pt x="12686" y="63869"/>
                  <a:pt x="14305" y="64988"/>
                </a:cubicBezTo>
                <a:cubicBezTo>
                  <a:pt x="14555" y="65179"/>
                  <a:pt x="14820" y="65341"/>
                  <a:pt x="15041" y="65488"/>
                </a:cubicBezTo>
                <a:cubicBezTo>
                  <a:pt x="16233" y="66283"/>
                  <a:pt x="17131" y="67151"/>
                  <a:pt x="17705" y="68049"/>
                </a:cubicBezTo>
                <a:cubicBezTo>
                  <a:pt x="18205" y="68814"/>
                  <a:pt x="18676" y="69653"/>
                  <a:pt x="18676" y="70624"/>
                </a:cubicBezTo>
                <a:cubicBezTo>
                  <a:pt x="18676" y="71669"/>
                  <a:pt x="18161" y="72743"/>
                  <a:pt x="17248" y="73656"/>
                </a:cubicBezTo>
                <a:cubicBezTo>
                  <a:pt x="16910" y="74009"/>
                  <a:pt x="16527" y="74303"/>
                  <a:pt x="16100" y="74583"/>
                </a:cubicBezTo>
                <a:cubicBezTo>
                  <a:pt x="15129" y="75201"/>
                  <a:pt x="14040" y="75613"/>
                  <a:pt x="12995" y="76010"/>
                </a:cubicBezTo>
                <a:cubicBezTo>
                  <a:pt x="12554" y="76172"/>
                  <a:pt x="12068" y="76364"/>
                  <a:pt x="11627" y="76540"/>
                </a:cubicBezTo>
                <a:cubicBezTo>
                  <a:pt x="10081" y="77202"/>
                  <a:pt x="8595" y="78071"/>
                  <a:pt x="7197" y="79145"/>
                </a:cubicBezTo>
                <a:cubicBezTo>
                  <a:pt x="6005" y="80057"/>
                  <a:pt x="5196" y="80985"/>
                  <a:pt x="4695" y="81956"/>
                </a:cubicBezTo>
                <a:cubicBezTo>
                  <a:pt x="4401" y="82530"/>
                  <a:pt x="4224" y="83133"/>
                  <a:pt x="4180" y="83722"/>
                </a:cubicBezTo>
                <a:cubicBezTo>
                  <a:pt x="4121" y="84472"/>
                  <a:pt x="4268" y="85223"/>
                  <a:pt x="4445" y="85929"/>
                </a:cubicBezTo>
                <a:cubicBezTo>
                  <a:pt x="4842" y="87577"/>
                  <a:pt x="5416" y="89167"/>
                  <a:pt x="6137" y="90638"/>
                </a:cubicBezTo>
                <a:lnTo>
                  <a:pt x="6182" y="90594"/>
                </a:lnTo>
                <a:cubicBezTo>
                  <a:pt x="5475" y="89123"/>
                  <a:pt x="4901" y="87548"/>
                  <a:pt x="4489" y="85914"/>
                </a:cubicBezTo>
                <a:cubicBezTo>
                  <a:pt x="4327" y="85208"/>
                  <a:pt x="4180" y="84472"/>
                  <a:pt x="4239" y="83722"/>
                </a:cubicBezTo>
                <a:cubicBezTo>
                  <a:pt x="4268" y="83133"/>
                  <a:pt x="4460" y="82544"/>
                  <a:pt x="4754" y="81971"/>
                </a:cubicBezTo>
                <a:cubicBezTo>
                  <a:pt x="5254" y="81014"/>
                  <a:pt x="6064" y="80116"/>
                  <a:pt x="7241" y="79189"/>
                </a:cubicBezTo>
                <a:cubicBezTo>
                  <a:pt x="8610" y="78130"/>
                  <a:pt x="10111" y="77261"/>
                  <a:pt x="11656" y="76599"/>
                </a:cubicBezTo>
                <a:cubicBezTo>
                  <a:pt x="12098" y="76422"/>
                  <a:pt x="12569" y="76231"/>
                  <a:pt x="13010" y="76069"/>
                </a:cubicBezTo>
                <a:cubicBezTo>
                  <a:pt x="14055" y="75657"/>
                  <a:pt x="15159" y="75260"/>
                  <a:pt x="16145" y="74627"/>
                </a:cubicBezTo>
                <a:cubicBezTo>
                  <a:pt x="16557" y="74362"/>
                  <a:pt x="16954" y="74038"/>
                  <a:pt x="17278" y="73715"/>
                </a:cubicBezTo>
                <a:cubicBezTo>
                  <a:pt x="18205" y="72773"/>
                  <a:pt x="18720" y="71684"/>
                  <a:pt x="18735" y="70624"/>
                </a:cubicBezTo>
                <a:cubicBezTo>
                  <a:pt x="18749" y="69623"/>
                  <a:pt x="18234" y="68770"/>
                  <a:pt x="17763" y="68005"/>
                </a:cubicBezTo>
                <a:cubicBezTo>
                  <a:pt x="17175" y="67107"/>
                  <a:pt x="16262" y="66239"/>
                  <a:pt x="15070" y="65429"/>
                </a:cubicBezTo>
                <a:cubicBezTo>
                  <a:pt x="14850" y="65282"/>
                  <a:pt x="14599" y="65120"/>
                  <a:pt x="14335" y="64944"/>
                </a:cubicBezTo>
                <a:cubicBezTo>
                  <a:pt x="12716" y="63840"/>
                  <a:pt x="11583" y="62618"/>
                  <a:pt x="10891" y="61220"/>
                </a:cubicBezTo>
                <a:cubicBezTo>
                  <a:pt x="10626" y="60676"/>
                  <a:pt x="10214" y="59616"/>
                  <a:pt x="10435" y="58571"/>
                </a:cubicBezTo>
                <a:cubicBezTo>
                  <a:pt x="10508" y="58513"/>
                  <a:pt x="10582" y="58483"/>
                  <a:pt x="10670" y="58424"/>
                </a:cubicBezTo>
                <a:lnTo>
                  <a:pt x="10670" y="58424"/>
                </a:lnTo>
                <a:cubicBezTo>
                  <a:pt x="10670" y="58427"/>
                  <a:pt x="10670" y="58430"/>
                  <a:pt x="10669" y="58433"/>
                </a:cubicBezTo>
                <a:lnTo>
                  <a:pt x="10669" y="58433"/>
                </a:lnTo>
                <a:cubicBezTo>
                  <a:pt x="10675" y="58430"/>
                  <a:pt x="10680" y="58427"/>
                  <a:pt x="10685" y="58424"/>
                </a:cubicBezTo>
                <a:lnTo>
                  <a:pt x="10685" y="58424"/>
                </a:lnTo>
                <a:cubicBezTo>
                  <a:pt x="10677" y="58436"/>
                  <a:pt x="10671" y="58448"/>
                  <a:pt x="10667" y="58460"/>
                </a:cubicBezTo>
                <a:lnTo>
                  <a:pt x="10667" y="58460"/>
                </a:lnTo>
                <a:cubicBezTo>
                  <a:pt x="10668" y="58451"/>
                  <a:pt x="10668" y="58442"/>
                  <a:pt x="10669" y="58433"/>
                </a:cubicBezTo>
                <a:lnTo>
                  <a:pt x="10669" y="58433"/>
                </a:lnTo>
                <a:cubicBezTo>
                  <a:pt x="10613" y="58464"/>
                  <a:pt x="10547" y="58516"/>
                  <a:pt x="10494" y="58557"/>
                </a:cubicBezTo>
                <a:cubicBezTo>
                  <a:pt x="10479" y="58557"/>
                  <a:pt x="10479" y="58571"/>
                  <a:pt x="10479" y="58571"/>
                </a:cubicBezTo>
                <a:cubicBezTo>
                  <a:pt x="10464" y="58616"/>
                  <a:pt x="10464" y="58645"/>
                  <a:pt x="10435" y="58689"/>
                </a:cubicBezTo>
                <a:cubicBezTo>
                  <a:pt x="10508" y="58630"/>
                  <a:pt x="10567" y="58586"/>
                  <a:pt x="10641" y="58557"/>
                </a:cubicBezTo>
                <a:cubicBezTo>
                  <a:pt x="10651" y="58524"/>
                  <a:pt x="10654" y="58492"/>
                  <a:pt x="10667" y="58460"/>
                </a:cubicBezTo>
                <a:lnTo>
                  <a:pt x="10667" y="58460"/>
                </a:lnTo>
                <a:cubicBezTo>
                  <a:pt x="10589" y="59316"/>
                  <a:pt x="10865" y="60169"/>
                  <a:pt x="11141" y="60764"/>
                </a:cubicBezTo>
                <a:cubicBezTo>
                  <a:pt x="11833" y="62265"/>
                  <a:pt x="12981" y="63590"/>
                  <a:pt x="14614" y="64797"/>
                </a:cubicBezTo>
                <a:cubicBezTo>
                  <a:pt x="14835" y="64944"/>
                  <a:pt x="15070" y="65120"/>
                  <a:pt x="15365" y="65326"/>
                </a:cubicBezTo>
                <a:cubicBezTo>
                  <a:pt x="16616" y="66195"/>
                  <a:pt x="17543" y="67107"/>
                  <a:pt x="18087" y="68064"/>
                </a:cubicBezTo>
                <a:cubicBezTo>
                  <a:pt x="18543" y="68844"/>
                  <a:pt x="18985" y="69682"/>
                  <a:pt x="18970" y="70624"/>
                </a:cubicBezTo>
                <a:cubicBezTo>
                  <a:pt x="18941" y="71654"/>
                  <a:pt x="18440" y="72699"/>
                  <a:pt x="17543" y="73597"/>
                </a:cubicBezTo>
                <a:cubicBezTo>
                  <a:pt x="17204" y="73935"/>
                  <a:pt x="16836" y="74244"/>
                  <a:pt x="16439" y="74524"/>
                </a:cubicBezTo>
                <a:cubicBezTo>
                  <a:pt x="15497" y="75127"/>
                  <a:pt x="14452" y="75554"/>
                  <a:pt x="13437" y="75952"/>
                </a:cubicBezTo>
                <a:cubicBezTo>
                  <a:pt x="12995" y="76143"/>
                  <a:pt x="12510" y="76319"/>
                  <a:pt x="12068" y="76525"/>
                </a:cubicBezTo>
                <a:cubicBezTo>
                  <a:pt x="10552" y="77202"/>
                  <a:pt x="9095" y="78115"/>
                  <a:pt x="7756" y="79189"/>
                </a:cubicBezTo>
                <a:cubicBezTo>
                  <a:pt x="6594" y="80131"/>
                  <a:pt x="5799" y="81058"/>
                  <a:pt x="5328" y="82029"/>
                </a:cubicBezTo>
                <a:cubicBezTo>
                  <a:pt x="5034" y="82603"/>
                  <a:pt x="4857" y="83192"/>
                  <a:pt x="4813" y="83781"/>
                </a:cubicBezTo>
                <a:cubicBezTo>
                  <a:pt x="4754" y="84531"/>
                  <a:pt x="4887" y="85267"/>
                  <a:pt x="5048" y="85959"/>
                </a:cubicBezTo>
                <a:cubicBezTo>
                  <a:pt x="5416" y="87622"/>
                  <a:pt x="5990" y="89182"/>
                  <a:pt x="6682" y="90638"/>
                </a:cubicBezTo>
                <a:lnTo>
                  <a:pt x="6741" y="90594"/>
                </a:lnTo>
                <a:cubicBezTo>
                  <a:pt x="6020" y="89152"/>
                  <a:pt x="5475" y="87577"/>
                  <a:pt x="5107" y="85929"/>
                </a:cubicBezTo>
                <a:cubicBezTo>
                  <a:pt x="4960" y="85238"/>
                  <a:pt x="4813" y="84516"/>
                  <a:pt x="4857" y="83751"/>
                </a:cubicBezTo>
                <a:cubicBezTo>
                  <a:pt x="4916" y="83163"/>
                  <a:pt x="5078" y="82603"/>
                  <a:pt x="5357" y="82029"/>
                </a:cubicBezTo>
                <a:cubicBezTo>
                  <a:pt x="5843" y="81073"/>
                  <a:pt x="6623" y="80146"/>
                  <a:pt x="7771" y="79233"/>
                </a:cubicBezTo>
                <a:cubicBezTo>
                  <a:pt x="9110" y="78144"/>
                  <a:pt x="10567" y="77247"/>
                  <a:pt x="12068" y="76584"/>
                </a:cubicBezTo>
                <a:cubicBezTo>
                  <a:pt x="12510" y="76378"/>
                  <a:pt x="12995" y="76202"/>
                  <a:pt x="13437" y="76010"/>
                </a:cubicBezTo>
                <a:cubicBezTo>
                  <a:pt x="14452" y="75613"/>
                  <a:pt x="15512" y="75186"/>
                  <a:pt x="16454" y="74553"/>
                </a:cubicBezTo>
                <a:cubicBezTo>
                  <a:pt x="16851" y="74289"/>
                  <a:pt x="17248" y="73965"/>
                  <a:pt x="17572" y="73641"/>
                </a:cubicBezTo>
                <a:cubicBezTo>
                  <a:pt x="18470" y="72714"/>
                  <a:pt x="18985" y="71654"/>
                  <a:pt x="19029" y="70609"/>
                </a:cubicBezTo>
                <a:cubicBezTo>
                  <a:pt x="19058" y="69653"/>
                  <a:pt x="18602" y="68799"/>
                  <a:pt x="18146" y="68005"/>
                </a:cubicBezTo>
                <a:cubicBezTo>
                  <a:pt x="17572" y="67048"/>
                  <a:pt x="16660" y="66136"/>
                  <a:pt x="15409" y="65253"/>
                </a:cubicBezTo>
                <a:cubicBezTo>
                  <a:pt x="15114" y="65047"/>
                  <a:pt x="14864" y="64885"/>
                  <a:pt x="14644" y="64723"/>
                </a:cubicBezTo>
                <a:cubicBezTo>
                  <a:pt x="13010" y="63546"/>
                  <a:pt x="11877" y="62221"/>
                  <a:pt x="11185" y="60720"/>
                </a:cubicBezTo>
                <a:cubicBezTo>
                  <a:pt x="10920" y="60102"/>
                  <a:pt x="10641" y="59234"/>
                  <a:pt x="10729" y="58365"/>
                </a:cubicBezTo>
                <a:cubicBezTo>
                  <a:pt x="10817" y="58321"/>
                  <a:pt x="10891" y="58277"/>
                  <a:pt x="10994" y="58218"/>
                </a:cubicBezTo>
                <a:lnTo>
                  <a:pt x="10994" y="58218"/>
                </a:lnTo>
                <a:cubicBezTo>
                  <a:pt x="10964" y="58851"/>
                  <a:pt x="11097" y="59528"/>
                  <a:pt x="11406" y="60279"/>
                </a:cubicBezTo>
                <a:cubicBezTo>
                  <a:pt x="12068" y="61897"/>
                  <a:pt x="13275" y="63354"/>
                  <a:pt x="14908" y="64605"/>
                </a:cubicBezTo>
                <a:cubicBezTo>
                  <a:pt x="15129" y="64767"/>
                  <a:pt x="15379" y="64958"/>
                  <a:pt x="15674" y="65179"/>
                </a:cubicBezTo>
                <a:cubicBezTo>
                  <a:pt x="16998" y="66136"/>
                  <a:pt x="17911" y="67092"/>
                  <a:pt x="18455" y="68078"/>
                </a:cubicBezTo>
                <a:cubicBezTo>
                  <a:pt x="18897" y="68888"/>
                  <a:pt x="19279" y="69682"/>
                  <a:pt x="19250" y="70609"/>
                </a:cubicBezTo>
                <a:cubicBezTo>
                  <a:pt x="19191" y="71595"/>
                  <a:pt x="18691" y="72640"/>
                  <a:pt x="17808" y="73523"/>
                </a:cubicBezTo>
                <a:cubicBezTo>
                  <a:pt x="17484" y="73862"/>
                  <a:pt x="17116" y="74171"/>
                  <a:pt x="16733" y="74436"/>
                </a:cubicBezTo>
                <a:cubicBezTo>
                  <a:pt x="15821" y="75039"/>
                  <a:pt x="14820" y="75466"/>
                  <a:pt x="13834" y="75878"/>
                </a:cubicBezTo>
                <a:cubicBezTo>
                  <a:pt x="13393" y="76069"/>
                  <a:pt x="12922" y="76275"/>
                  <a:pt x="12480" y="76467"/>
                </a:cubicBezTo>
                <a:cubicBezTo>
                  <a:pt x="10994" y="77173"/>
                  <a:pt x="9566" y="78085"/>
                  <a:pt x="8271" y="79189"/>
                </a:cubicBezTo>
                <a:cubicBezTo>
                  <a:pt x="7138" y="80146"/>
                  <a:pt x="6388" y="81073"/>
                  <a:pt x="5917" y="82044"/>
                </a:cubicBezTo>
                <a:cubicBezTo>
                  <a:pt x="5637" y="82618"/>
                  <a:pt x="5475" y="83207"/>
                  <a:pt x="5416" y="83795"/>
                </a:cubicBezTo>
                <a:cubicBezTo>
                  <a:pt x="5343" y="84546"/>
                  <a:pt x="5490" y="85311"/>
                  <a:pt x="5622" y="85959"/>
                </a:cubicBezTo>
                <a:cubicBezTo>
                  <a:pt x="5961" y="87592"/>
                  <a:pt x="6505" y="89167"/>
                  <a:pt x="7212" y="90609"/>
                </a:cubicBezTo>
                <a:lnTo>
                  <a:pt x="7271" y="90580"/>
                </a:lnTo>
                <a:cubicBezTo>
                  <a:pt x="6579" y="89137"/>
                  <a:pt x="6020" y="87577"/>
                  <a:pt x="5666" y="85944"/>
                </a:cubicBezTo>
                <a:cubicBezTo>
                  <a:pt x="5549" y="85296"/>
                  <a:pt x="5402" y="84546"/>
                  <a:pt x="5475" y="83795"/>
                </a:cubicBezTo>
                <a:cubicBezTo>
                  <a:pt x="5519" y="83221"/>
                  <a:pt x="5696" y="82633"/>
                  <a:pt x="5961" y="82074"/>
                </a:cubicBezTo>
                <a:cubicBezTo>
                  <a:pt x="6432" y="81117"/>
                  <a:pt x="7197" y="80205"/>
                  <a:pt x="8301" y="79263"/>
                </a:cubicBezTo>
                <a:cubicBezTo>
                  <a:pt x="9611" y="78159"/>
                  <a:pt x="11023" y="77247"/>
                  <a:pt x="12495" y="76540"/>
                </a:cubicBezTo>
                <a:cubicBezTo>
                  <a:pt x="12936" y="76334"/>
                  <a:pt x="13393" y="76143"/>
                  <a:pt x="13864" y="75952"/>
                </a:cubicBezTo>
                <a:cubicBezTo>
                  <a:pt x="14835" y="75525"/>
                  <a:pt x="15865" y="75113"/>
                  <a:pt x="16763" y="74495"/>
                </a:cubicBezTo>
                <a:cubicBezTo>
                  <a:pt x="17175" y="74230"/>
                  <a:pt x="17543" y="73935"/>
                  <a:pt x="17866" y="73582"/>
                </a:cubicBezTo>
                <a:cubicBezTo>
                  <a:pt x="18749" y="72684"/>
                  <a:pt x="19265" y="71625"/>
                  <a:pt x="19323" y="70595"/>
                </a:cubicBezTo>
                <a:cubicBezTo>
                  <a:pt x="19382" y="69668"/>
                  <a:pt x="18970" y="68858"/>
                  <a:pt x="18529" y="68049"/>
                </a:cubicBezTo>
                <a:cubicBezTo>
                  <a:pt x="17984" y="67033"/>
                  <a:pt x="17057" y="66077"/>
                  <a:pt x="15733" y="65106"/>
                </a:cubicBezTo>
                <a:cubicBezTo>
                  <a:pt x="15438" y="64885"/>
                  <a:pt x="15188" y="64693"/>
                  <a:pt x="14967" y="64532"/>
                </a:cubicBezTo>
                <a:cubicBezTo>
                  <a:pt x="13319" y="63281"/>
                  <a:pt x="12142" y="61839"/>
                  <a:pt x="11480" y="60249"/>
                </a:cubicBezTo>
                <a:cubicBezTo>
                  <a:pt x="11196" y="59546"/>
                  <a:pt x="11048" y="58905"/>
                  <a:pt x="11060" y="58315"/>
                </a:cubicBezTo>
                <a:lnTo>
                  <a:pt x="11060" y="58315"/>
                </a:lnTo>
                <a:cubicBezTo>
                  <a:pt x="11047" y="58322"/>
                  <a:pt x="11035" y="58329"/>
                  <a:pt x="11023" y="58336"/>
                </a:cubicBezTo>
                <a:cubicBezTo>
                  <a:pt x="11023" y="58279"/>
                  <a:pt x="11051" y="58221"/>
                  <a:pt x="11066" y="58178"/>
                </a:cubicBezTo>
                <a:lnTo>
                  <a:pt x="11066" y="58178"/>
                </a:lnTo>
                <a:cubicBezTo>
                  <a:pt x="11063" y="58223"/>
                  <a:pt x="11061" y="58269"/>
                  <a:pt x="11060" y="58315"/>
                </a:cubicBezTo>
                <a:lnTo>
                  <a:pt x="11060" y="58315"/>
                </a:lnTo>
                <a:cubicBezTo>
                  <a:pt x="11129" y="58278"/>
                  <a:pt x="11212" y="58241"/>
                  <a:pt x="11273" y="58204"/>
                </a:cubicBezTo>
                <a:cubicBezTo>
                  <a:pt x="11273" y="58146"/>
                  <a:pt x="11273" y="58103"/>
                  <a:pt x="11301" y="58033"/>
                </a:cubicBezTo>
                <a:lnTo>
                  <a:pt x="11301" y="58033"/>
                </a:lnTo>
                <a:cubicBezTo>
                  <a:pt x="11243" y="58069"/>
                  <a:pt x="11185" y="58100"/>
                  <a:pt x="11128" y="58129"/>
                </a:cubicBezTo>
                <a:lnTo>
                  <a:pt x="11128" y="58129"/>
                </a:lnTo>
                <a:cubicBezTo>
                  <a:pt x="11182" y="58091"/>
                  <a:pt x="11239" y="58059"/>
                  <a:pt x="11303" y="58027"/>
                </a:cubicBezTo>
                <a:lnTo>
                  <a:pt x="11303" y="58027"/>
                </a:lnTo>
                <a:cubicBezTo>
                  <a:pt x="11302" y="58029"/>
                  <a:pt x="11301" y="58031"/>
                  <a:pt x="11301" y="58033"/>
                </a:cubicBezTo>
                <a:lnTo>
                  <a:pt x="11301" y="58033"/>
                </a:lnTo>
                <a:cubicBezTo>
                  <a:pt x="11311" y="58026"/>
                  <a:pt x="11322" y="58019"/>
                  <a:pt x="11332" y="58012"/>
                </a:cubicBezTo>
                <a:cubicBezTo>
                  <a:pt x="11362" y="58557"/>
                  <a:pt x="11465" y="59160"/>
                  <a:pt x="11730" y="59808"/>
                </a:cubicBezTo>
                <a:cubicBezTo>
                  <a:pt x="12362" y="61529"/>
                  <a:pt x="13569" y="63075"/>
                  <a:pt x="15232" y="64399"/>
                </a:cubicBezTo>
                <a:cubicBezTo>
                  <a:pt x="15482" y="64590"/>
                  <a:pt x="15733" y="64782"/>
                  <a:pt x="16027" y="65003"/>
                </a:cubicBezTo>
                <a:cubicBezTo>
                  <a:pt x="17410" y="66033"/>
                  <a:pt x="18323" y="67048"/>
                  <a:pt x="18867" y="68093"/>
                </a:cubicBezTo>
                <a:cubicBezTo>
                  <a:pt x="19265" y="68902"/>
                  <a:pt x="19618" y="69697"/>
                  <a:pt x="19559" y="70595"/>
                </a:cubicBezTo>
                <a:cubicBezTo>
                  <a:pt x="19485" y="71581"/>
                  <a:pt x="18985" y="72611"/>
                  <a:pt x="18131" y="73464"/>
                </a:cubicBezTo>
                <a:cubicBezTo>
                  <a:pt x="17808" y="73803"/>
                  <a:pt x="17440" y="74097"/>
                  <a:pt x="17057" y="74377"/>
                </a:cubicBezTo>
                <a:cubicBezTo>
                  <a:pt x="16189" y="74980"/>
                  <a:pt x="15217" y="75407"/>
                  <a:pt x="14261" y="75819"/>
                </a:cubicBezTo>
                <a:cubicBezTo>
                  <a:pt x="13819" y="76025"/>
                  <a:pt x="13349" y="76231"/>
                  <a:pt x="12907" y="76452"/>
                </a:cubicBezTo>
                <a:cubicBezTo>
                  <a:pt x="11435" y="77188"/>
                  <a:pt x="10052" y="78130"/>
                  <a:pt x="8786" y="79248"/>
                </a:cubicBezTo>
                <a:cubicBezTo>
                  <a:pt x="7712" y="80205"/>
                  <a:pt x="6962" y="81146"/>
                  <a:pt x="6505" y="82118"/>
                </a:cubicBezTo>
                <a:cubicBezTo>
                  <a:pt x="6226" y="82692"/>
                  <a:pt x="6064" y="83251"/>
                  <a:pt x="6020" y="83839"/>
                </a:cubicBezTo>
                <a:cubicBezTo>
                  <a:pt x="5946" y="84605"/>
                  <a:pt x="6079" y="85355"/>
                  <a:pt x="6211" y="86003"/>
                </a:cubicBezTo>
                <a:cubicBezTo>
                  <a:pt x="6535" y="87636"/>
                  <a:pt x="7050" y="89182"/>
                  <a:pt x="7756" y="90609"/>
                </a:cubicBezTo>
                <a:lnTo>
                  <a:pt x="7800" y="90580"/>
                </a:lnTo>
                <a:cubicBezTo>
                  <a:pt x="7109" y="89167"/>
                  <a:pt x="6594" y="87622"/>
                  <a:pt x="6255" y="85973"/>
                </a:cubicBezTo>
                <a:cubicBezTo>
                  <a:pt x="6137" y="85355"/>
                  <a:pt x="6020" y="84605"/>
                  <a:pt x="6093" y="83839"/>
                </a:cubicBezTo>
                <a:cubicBezTo>
                  <a:pt x="6152" y="83280"/>
                  <a:pt x="6314" y="82706"/>
                  <a:pt x="6579" y="82132"/>
                </a:cubicBezTo>
                <a:cubicBezTo>
                  <a:pt x="7035" y="81176"/>
                  <a:pt x="7771" y="80234"/>
                  <a:pt x="8831" y="79307"/>
                </a:cubicBezTo>
                <a:cubicBezTo>
                  <a:pt x="10111" y="78174"/>
                  <a:pt x="11480" y="77247"/>
                  <a:pt x="12936" y="76525"/>
                </a:cubicBezTo>
                <a:cubicBezTo>
                  <a:pt x="13378" y="76305"/>
                  <a:pt x="13834" y="76099"/>
                  <a:pt x="14305" y="75893"/>
                </a:cubicBezTo>
                <a:cubicBezTo>
                  <a:pt x="15232" y="75481"/>
                  <a:pt x="16218" y="75039"/>
                  <a:pt x="17101" y="74450"/>
                </a:cubicBezTo>
                <a:cubicBezTo>
                  <a:pt x="17484" y="74171"/>
                  <a:pt x="17852" y="73877"/>
                  <a:pt x="18161" y="73538"/>
                </a:cubicBezTo>
                <a:cubicBezTo>
                  <a:pt x="19029" y="72655"/>
                  <a:pt x="19544" y="71625"/>
                  <a:pt x="19618" y="70624"/>
                </a:cubicBezTo>
                <a:cubicBezTo>
                  <a:pt x="19691" y="69697"/>
                  <a:pt x="19323" y="68888"/>
                  <a:pt x="18911" y="68078"/>
                </a:cubicBezTo>
                <a:cubicBezTo>
                  <a:pt x="18382" y="67019"/>
                  <a:pt x="17469" y="66003"/>
                  <a:pt x="16071" y="64958"/>
                </a:cubicBezTo>
                <a:cubicBezTo>
                  <a:pt x="15777" y="64738"/>
                  <a:pt x="15512" y="64532"/>
                  <a:pt x="15276" y="64340"/>
                </a:cubicBezTo>
                <a:cubicBezTo>
                  <a:pt x="13599" y="63016"/>
                  <a:pt x="12421" y="61471"/>
                  <a:pt x="11774" y="59763"/>
                </a:cubicBezTo>
                <a:cubicBezTo>
                  <a:pt x="11560" y="59175"/>
                  <a:pt x="11431" y="58623"/>
                  <a:pt x="11409" y="58130"/>
                </a:cubicBezTo>
                <a:lnTo>
                  <a:pt x="11409" y="58130"/>
                </a:lnTo>
                <a:cubicBezTo>
                  <a:pt x="11388" y="58144"/>
                  <a:pt x="11367" y="58158"/>
                  <a:pt x="11347" y="58174"/>
                </a:cubicBezTo>
                <a:cubicBezTo>
                  <a:pt x="11347" y="58115"/>
                  <a:pt x="11362" y="58056"/>
                  <a:pt x="11362" y="57998"/>
                </a:cubicBezTo>
                <a:cubicBezTo>
                  <a:pt x="11450" y="57953"/>
                  <a:pt x="11524" y="57909"/>
                  <a:pt x="11612" y="57850"/>
                </a:cubicBezTo>
                <a:lnTo>
                  <a:pt x="11612" y="57850"/>
                </a:lnTo>
                <a:cubicBezTo>
                  <a:pt x="11609" y="57861"/>
                  <a:pt x="11607" y="57872"/>
                  <a:pt x="11605" y="57882"/>
                </a:cubicBezTo>
                <a:lnTo>
                  <a:pt x="11605" y="57882"/>
                </a:lnTo>
                <a:cubicBezTo>
                  <a:pt x="11627" y="57871"/>
                  <a:pt x="11649" y="57859"/>
                  <a:pt x="11671" y="57845"/>
                </a:cubicBezTo>
                <a:lnTo>
                  <a:pt x="11671" y="57845"/>
                </a:lnTo>
                <a:lnTo>
                  <a:pt x="11671" y="57983"/>
                </a:lnTo>
                <a:cubicBezTo>
                  <a:pt x="11680" y="57977"/>
                  <a:pt x="11690" y="57971"/>
                  <a:pt x="11699" y="57965"/>
                </a:cubicBezTo>
                <a:lnTo>
                  <a:pt x="11699" y="57965"/>
                </a:lnTo>
                <a:cubicBezTo>
                  <a:pt x="11749" y="58386"/>
                  <a:pt x="11848" y="58842"/>
                  <a:pt x="11995" y="59322"/>
                </a:cubicBezTo>
                <a:cubicBezTo>
                  <a:pt x="12627" y="61147"/>
                  <a:pt x="13805" y="62795"/>
                  <a:pt x="15527" y="64223"/>
                </a:cubicBezTo>
                <a:cubicBezTo>
                  <a:pt x="15777" y="64414"/>
                  <a:pt x="16042" y="64620"/>
                  <a:pt x="16336" y="64855"/>
                </a:cubicBezTo>
                <a:cubicBezTo>
                  <a:pt x="17793" y="66003"/>
                  <a:pt x="18720" y="67033"/>
                  <a:pt x="19235" y="68137"/>
                </a:cubicBezTo>
                <a:cubicBezTo>
                  <a:pt x="19574" y="68902"/>
                  <a:pt x="19912" y="69712"/>
                  <a:pt x="19824" y="70624"/>
                </a:cubicBezTo>
                <a:cubicBezTo>
                  <a:pt x="19721" y="71581"/>
                  <a:pt x="19206" y="72581"/>
                  <a:pt x="18382" y="73435"/>
                </a:cubicBezTo>
                <a:cubicBezTo>
                  <a:pt x="18072" y="73744"/>
                  <a:pt x="17719" y="74053"/>
                  <a:pt x="17337" y="74318"/>
                </a:cubicBezTo>
                <a:cubicBezTo>
                  <a:pt x="16483" y="74907"/>
                  <a:pt x="15556" y="75348"/>
                  <a:pt x="14644" y="75775"/>
                </a:cubicBezTo>
                <a:cubicBezTo>
                  <a:pt x="14202" y="75966"/>
                  <a:pt x="13731" y="76187"/>
                  <a:pt x="13290" y="76437"/>
                </a:cubicBezTo>
                <a:cubicBezTo>
                  <a:pt x="11847" y="77188"/>
                  <a:pt x="10508" y="78144"/>
                  <a:pt x="9272" y="79277"/>
                </a:cubicBezTo>
                <a:cubicBezTo>
                  <a:pt x="8242" y="80263"/>
                  <a:pt x="7535" y="81191"/>
                  <a:pt x="7094" y="82177"/>
                </a:cubicBezTo>
                <a:cubicBezTo>
                  <a:pt x="6829" y="82736"/>
                  <a:pt x="6667" y="83310"/>
                  <a:pt x="6608" y="83884"/>
                </a:cubicBezTo>
                <a:cubicBezTo>
                  <a:pt x="6535" y="84649"/>
                  <a:pt x="6652" y="85385"/>
                  <a:pt x="6756" y="86018"/>
                </a:cubicBezTo>
                <a:cubicBezTo>
                  <a:pt x="7050" y="87651"/>
                  <a:pt x="7565" y="89182"/>
                  <a:pt x="8271" y="90594"/>
                </a:cubicBezTo>
                <a:lnTo>
                  <a:pt x="8315" y="90565"/>
                </a:lnTo>
                <a:cubicBezTo>
                  <a:pt x="7624" y="89167"/>
                  <a:pt x="7123" y="87622"/>
                  <a:pt x="6814" y="86003"/>
                </a:cubicBezTo>
                <a:cubicBezTo>
                  <a:pt x="6697" y="85370"/>
                  <a:pt x="6594" y="84634"/>
                  <a:pt x="6667" y="83884"/>
                </a:cubicBezTo>
                <a:cubicBezTo>
                  <a:pt x="6726" y="83310"/>
                  <a:pt x="6888" y="82736"/>
                  <a:pt x="7138" y="82191"/>
                </a:cubicBezTo>
                <a:cubicBezTo>
                  <a:pt x="7580" y="81235"/>
                  <a:pt x="8301" y="80293"/>
                  <a:pt x="9316" y="79336"/>
                </a:cubicBezTo>
                <a:cubicBezTo>
                  <a:pt x="10523" y="78203"/>
                  <a:pt x="11877" y="77247"/>
                  <a:pt x="13304" y="76481"/>
                </a:cubicBezTo>
                <a:cubicBezTo>
                  <a:pt x="13746" y="76246"/>
                  <a:pt x="14202" y="76025"/>
                  <a:pt x="14673" y="75819"/>
                </a:cubicBezTo>
                <a:cubicBezTo>
                  <a:pt x="15571" y="75407"/>
                  <a:pt x="16513" y="74966"/>
                  <a:pt x="17351" y="74347"/>
                </a:cubicBezTo>
                <a:cubicBezTo>
                  <a:pt x="17734" y="74083"/>
                  <a:pt x="18087" y="73788"/>
                  <a:pt x="18396" y="73450"/>
                </a:cubicBezTo>
                <a:cubicBezTo>
                  <a:pt x="19250" y="72581"/>
                  <a:pt x="19765" y="71581"/>
                  <a:pt x="19853" y="70595"/>
                </a:cubicBezTo>
                <a:cubicBezTo>
                  <a:pt x="19941" y="69697"/>
                  <a:pt x="19603" y="68873"/>
                  <a:pt x="19250" y="68078"/>
                </a:cubicBezTo>
                <a:cubicBezTo>
                  <a:pt x="18735" y="66960"/>
                  <a:pt x="17808" y="65915"/>
                  <a:pt x="16336" y="64767"/>
                </a:cubicBezTo>
                <a:cubicBezTo>
                  <a:pt x="16042" y="64532"/>
                  <a:pt x="15777" y="64326"/>
                  <a:pt x="15527" y="64120"/>
                </a:cubicBezTo>
                <a:cubicBezTo>
                  <a:pt x="13805" y="62707"/>
                  <a:pt x="12627" y="61073"/>
                  <a:pt x="12024" y="59248"/>
                </a:cubicBezTo>
                <a:cubicBezTo>
                  <a:pt x="11861" y="58785"/>
                  <a:pt x="11762" y="58354"/>
                  <a:pt x="11718" y="57954"/>
                </a:cubicBezTo>
                <a:lnTo>
                  <a:pt x="11718" y="57954"/>
                </a:lnTo>
                <a:cubicBezTo>
                  <a:pt x="11712" y="57958"/>
                  <a:pt x="11706" y="57961"/>
                  <a:pt x="11699" y="57965"/>
                </a:cubicBezTo>
                <a:lnTo>
                  <a:pt x="11699" y="57965"/>
                </a:lnTo>
                <a:cubicBezTo>
                  <a:pt x="11694" y="57921"/>
                  <a:pt x="11690" y="57878"/>
                  <a:pt x="11686" y="57836"/>
                </a:cubicBezTo>
                <a:cubicBezTo>
                  <a:pt x="11681" y="57839"/>
                  <a:pt x="11676" y="57842"/>
                  <a:pt x="11671" y="57845"/>
                </a:cubicBezTo>
                <a:lnTo>
                  <a:pt x="11671" y="57845"/>
                </a:lnTo>
                <a:lnTo>
                  <a:pt x="11671" y="57806"/>
                </a:lnTo>
                <a:cubicBezTo>
                  <a:pt x="11681" y="57799"/>
                  <a:pt x="11692" y="57792"/>
                  <a:pt x="11703" y="57786"/>
                </a:cubicBezTo>
                <a:lnTo>
                  <a:pt x="11703" y="57786"/>
                </a:lnTo>
                <a:cubicBezTo>
                  <a:pt x="11707" y="57841"/>
                  <a:pt x="11712" y="57897"/>
                  <a:pt x="11718" y="57954"/>
                </a:cubicBezTo>
                <a:lnTo>
                  <a:pt x="11718" y="57954"/>
                </a:lnTo>
                <a:cubicBezTo>
                  <a:pt x="11795" y="57913"/>
                  <a:pt x="11878" y="57884"/>
                  <a:pt x="11950" y="57836"/>
                </a:cubicBezTo>
                <a:cubicBezTo>
                  <a:pt x="11950" y="57777"/>
                  <a:pt x="11950" y="57703"/>
                  <a:pt x="11936" y="57659"/>
                </a:cubicBezTo>
                <a:cubicBezTo>
                  <a:pt x="11871" y="57698"/>
                  <a:pt x="11783" y="57737"/>
                  <a:pt x="11703" y="57786"/>
                </a:cubicBezTo>
                <a:lnTo>
                  <a:pt x="11703" y="57786"/>
                </a:lnTo>
                <a:cubicBezTo>
                  <a:pt x="11702" y="57773"/>
                  <a:pt x="11701" y="57760"/>
                  <a:pt x="11700" y="57747"/>
                </a:cubicBezTo>
                <a:cubicBezTo>
                  <a:pt x="11730" y="57718"/>
                  <a:pt x="11744" y="57718"/>
                  <a:pt x="11774" y="57703"/>
                </a:cubicBezTo>
                <a:lnTo>
                  <a:pt x="11995" y="57600"/>
                </a:lnTo>
                <a:cubicBezTo>
                  <a:pt x="11995" y="57605"/>
                  <a:pt x="11996" y="57610"/>
                  <a:pt x="11996" y="57614"/>
                </a:cubicBezTo>
                <a:lnTo>
                  <a:pt x="11996" y="57614"/>
                </a:lnTo>
                <a:cubicBezTo>
                  <a:pt x="12012" y="57609"/>
                  <a:pt x="12027" y="57602"/>
                  <a:pt x="12042" y="57595"/>
                </a:cubicBezTo>
                <a:lnTo>
                  <a:pt x="12042" y="57595"/>
                </a:lnTo>
                <a:cubicBezTo>
                  <a:pt x="12047" y="57652"/>
                  <a:pt x="12054" y="57710"/>
                  <a:pt x="12062" y="57768"/>
                </a:cubicBezTo>
                <a:lnTo>
                  <a:pt x="12062" y="57768"/>
                </a:lnTo>
                <a:cubicBezTo>
                  <a:pt x="12142" y="57737"/>
                  <a:pt x="12223" y="57686"/>
                  <a:pt x="12304" y="57659"/>
                </a:cubicBezTo>
                <a:lnTo>
                  <a:pt x="12289" y="57468"/>
                </a:lnTo>
                <a:cubicBezTo>
                  <a:pt x="12274" y="57468"/>
                  <a:pt x="12259" y="57482"/>
                  <a:pt x="12245" y="57482"/>
                </a:cubicBezTo>
                <a:cubicBezTo>
                  <a:pt x="12161" y="57518"/>
                  <a:pt x="12107" y="57564"/>
                  <a:pt x="12042" y="57595"/>
                </a:cubicBezTo>
                <a:lnTo>
                  <a:pt x="12042" y="57595"/>
                </a:lnTo>
                <a:cubicBezTo>
                  <a:pt x="12041" y="57582"/>
                  <a:pt x="12040" y="57569"/>
                  <a:pt x="12039" y="57556"/>
                </a:cubicBezTo>
                <a:cubicBezTo>
                  <a:pt x="12127" y="57497"/>
                  <a:pt x="12245" y="57453"/>
                  <a:pt x="12333" y="57409"/>
                </a:cubicBezTo>
                <a:cubicBezTo>
                  <a:pt x="12334" y="57418"/>
                  <a:pt x="12335" y="57427"/>
                  <a:pt x="12336" y="57436"/>
                </a:cubicBezTo>
                <a:lnTo>
                  <a:pt x="12336" y="57436"/>
                </a:lnTo>
                <a:lnTo>
                  <a:pt x="12394" y="57400"/>
                </a:lnTo>
                <a:lnTo>
                  <a:pt x="12394" y="57400"/>
                </a:lnTo>
                <a:cubicBezTo>
                  <a:pt x="12401" y="57463"/>
                  <a:pt x="12409" y="57528"/>
                  <a:pt x="12418" y="57593"/>
                </a:cubicBezTo>
                <a:lnTo>
                  <a:pt x="12418" y="57593"/>
                </a:lnTo>
                <a:cubicBezTo>
                  <a:pt x="12502" y="57561"/>
                  <a:pt x="12572" y="57514"/>
                  <a:pt x="12642" y="57468"/>
                </a:cubicBezTo>
                <a:cubicBezTo>
                  <a:pt x="12642" y="57394"/>
                  <a:pt x="12642" y="57335"/>
                  <a:pt x="12613" y="57262"/>
                </a:cubicBezTo>
                <a:lnTo>
                  <a:pt x="12394" y="57400"/>
                </a:lnTo>
                <a:lnTo>
                  <a:pt x="12394" y="57400"/>
                </a:lnTo>
                <a:cubicBezTo>
                  <a:pt x="12393" y="57393"/>
                  <a:pt x="12393" y="57386"/>
                  <a:pt x="12392" y="57379"/>
                </a:cubicBezTo>
                <a:cubicBezTo>
                  <a:pt x="12480" y="57321"/>
                  <a:pt x="12583" y="57262"/>
                  <a:pt x="12686" y="57203"/>
                </a:cubicBezTo>
                <a:cubicBezTo>
                  <a:pt x="12694" y="57263"/>
                  <a:pt x="12703" y="57322"/>
                  <a:pt x="12713" y="57382"/>
                </a:cubicBezTo>
                <a:lnTo>
                  <a:pt x="12713" y="57382"/>
                </a:lnTo>
                <a:cubicBezTo>
                  <a:pt x="12709" y="57333"/>
                  <a:pt x="12701" y="57290"/>
                  <a:pt x="12701" y="57247"/>
                </a:cubicBezTo>
                <a:cubicBezTo>
                  <a:pt x="12728" y="57240"/>
                  <a:pt x="12748" y="57228"/>
                  <a:pt x="12769" y="57214"/>
                </a:cubicBezTo>
                <a:lnTo>
                  <a:pt x="12769" y="57214"/>
                </a:lnTo>
                <a:cubicBezTo>
                  <a:pt x="12778" y="57271"/>
                  <a:pt x="12788" y="57331"/>
                  <a:pt x="12798" y="57395"/>
                </a:cubicBezTo>
                <a:lnTo>
                  <a:pt x="12798" y="57395"/>
                </a:lnTo>
                <a:cubicBezTo>
                  <a:pt x="12877" y="57350"/>
                  <a:pt x="12944" y="57306"/>
                  <a:pt x="13010" y="57262"/>
                </a:cubicBezTo>
                <a:cubicBezTo>
                  <a:pt x="12995" y="57188"/>
                  <a:pt x="12995" y="57144"/>
                  <a:pt x="12995" y="57100"/>
                </a:cubicBezTo>
                <a:cubicBezTo>
                  <a:pt x="12936" y="57115"/>
                  <a:pt x="12907" y="57159"/>
                  <a:pt x="12848" y="57173"/>
                </a:cubicBezTo>
                <a:cubicBezTo>
                  <a:pt x="12816" y="57181"/>
                  <a:pt x="12793" y="57198"/>
                  <a:pt x="12769" y="57214"/>
                </a:cubicBezTo>
                <a:lnTo>
                  <a:pt x="12769" y="57214"/>
                </a:lnTo>
                <a:cubicBezTo>
                  <a:pt x="12766" y="57195"/>
                  <a:pt x="12763" y="57177"/>
                  <a:pt x="12760" y="57159"/>
                </a:cubicBezTo>
                <a:cubicBezTo>
                  <a:pt x="12848" y="57100"/>
                  <a:pt x="12936" y="57041"/>
                  <a:pt x="13054" y="56982"/>
                </a:cubicBezTo>
                <a:cubicBezTo>
                  <a:pt x="13062" y="57054"/>
                  <a:pt x="13070" y="57125"/>
                  <a:pt x="13083" y="57199"/>
                </a:cubicBezTo>
                <a:lnTo>
                  <a:pt x="13083" y="57199"/>
                </a:lnTo>
                <a:cubicBezTo>
                  <a:pt x="13079" y="57140"/>
                  <a:pt x="13069" y="57088"/>
                  <a:pt x="13069" y="57026"/>
                </a:cubicBezTo>
                <a:cubicBezTo>
                  <a:pt x="13116" y="57003"/>
                  <a:pt x="13162" y="56980"/>
                  <a:pt x="13202" y="56956"/>
                </a:cubicBezTo>
                <a:lnTo>
                  <a:pt x="13202" y="56956"/>
                </a:lnTo>
                <a:cubicBezTo>
                  <a:pt x="13209" y="57018"/>
                  <a:pt x="13216" y="57083"/>
                  <a:pt x="13226" y="57150"/>
                </a:cubicBezTo>
                <a:lnTo>
                  <a:pt x="13226" y="57150"/>
                </a:lnTo>
                <a:lnTo>
                  <a:pt x="13363" y="57070"/>
                </a:lnTo>
                <a:cubicBezTo>
                  <a:pt x="13349" y="56997"/>
                  <a:pt x="13349" y="56938"/>
                  <a:pt x="13363" y="56864"/>
                </a:cubicBezTo>
                <a:lnTo>
                  <a:pt x="13363" y="56864"/>
                </a:lnTo>
                <a:cubicBezTo>
                  <a:pt x="13348" y="56868"/>
                  <a:pt x="13335" y="56873"/>
                  <a:pt x="13323" y="56878"/>
                </a:cubicBezTo>
                <a:lnTo>
                  <a:pt x="13323" y="56878"/>
                </a:lnTo>
                <a:lnTo>
                  <a:pt x="13408" y="56827"/>
                </a:lnTo>
                <a:lnTo>
                  <a:pt x="13408" y="56827"/>
                </a:lnTo>
                <a:cubicBezTo>
                  <a:pt x="13410" y="56891"/>
                  <a:pt x="13422" y="56945"/>
                  <a:pt x="13422" y="57012"/>
                </a:cubicBezTo>
                <a:lnTo>
                  <a:pt x="13500" y="56966"/>
                </a:lnTo>
                <a:lnTo>
                  <a:pt x="13500" y="56966"/>
                </a:lnTo>
                <a:cubicBezTo>
                  <a:pt x="13845" y="59193"/>
                  <a:pt x="15079" y="61317"/>
                  <a:pt x="17131" y="63281"/>
                </a:cubicBezTo>
                <a:cubicBezTo>
                  <a:pt x="17410" y="63560"/>
                  <a:pt x="17719" y="63825"/>
                  <a:pt x="18058" y="64120"/>
                </a:cubicBezTo>
                <a:cubicBezTo>
                  <a:pt x="19323" y="65253"/>
                  <a:pt x="20736" y="66607"/>
                  <a:pt x="21178" y="68314"/>
                </a:cubicBezTo>
                <a:cubicBezTo>
                  <a:pt x="21413" y="69241"/>
                  <a:pt x="21472" y="69991"/>
                  <a:pt x="21310" y="70683"/>
                </a:cubicBezTo>
                <a:cubicBezTo>
                  <a:pt x="21104" y="71537"/>
                  <a:pt x="20604" y="72420"/>
                  <a:pt x="19868" y="73214"/>
                </a:cubicBezTo>
                <a:cubicBezTo>
                  <a:pt x="19603" y="73509"/>
                  <a:pt x="19279" y="73788"/>
                  <a:pt x="18955" y="74068"/>
                </a:cubicBezTo>
                <a:cubicBezTo>
                  <a:pt x="18279" y="74598"/>
                  <a:pt x="17543" y="75069"/>
                  <a:pt x="16822" y="75510"/>
                </a:cubicBezTo>
                <a:cubicBezTo>
                  <a:pt x="16380" y="75790"/>
                  <a:pt x="15894" y="76084"/>
                  <a:pt x="15482" y="76378"/>
                </a:cubicBezTo>
                <a:cubicBezTo>
                  <a:pt x="14173" y="77276"/>
                  <a:pt x="12995" y="78350"/>
                  <a:pt x="11980" y="79557"/>
                </a:cubicBezTo>
                <a:cubicBezTo>
                  <a:pt x="11156" y="80572"/>
                  <a:pt x="10567" y="81544"/>
                  <a:pt x="10184" y="82544"/>
                </a:cubicBezTo>
                <a:cubicBezTo>
                  <a:pt x="9978" y="83089"/>
                  <a:pt x="9831" y="83648"/>
                  <a:pt x="9758" y="84193"/>
                </a:cubicBezTo>
                <a:cubicBezTo>
                  <a:pt x="9684" y="84811"/>
                  <a:pt x="9684" y="85473"/>
                  <a:pt x="9758" y="86238"/>
                </a:cubicBezTo>
                <a:cubicBezTo>
                  <a:pt x="9920" y="87813"/>
                  <a:pt x="10346" y="89314"/>
                  <a:pt x="11023" y="90653"/>
                </a:cubicBezTo>
                <a:lnTo>
                  <a:pt x="11082" y="90609"/>
                </a:lnTo>
                <a:cubicBezTo>
                  <a:pt x="10405" y="89270"/>
                  <a:pt x="9978" y="87798"/>
                  <a:pt x="9817" y="86224"/>
                </a:cubicBezTo>
                <a:cubicBezTo>
                  <a:pt x="9743" y="85444"/>
                  <a:pt x="9714" y="84781"/>
                  <a:pt x="9817" y="84193"/>
                </a:cubicBezTo>
                <a:cubicBezTo>
                  <a:pt x="9890" y="83663"/>
                  <a:pt x="10008" y="83104"/>
                  <a:pt x="10229" y="82559"/>
                </a:cubicBezTo>
                <a:cubicBezTo>
                  <a:pt x="10597" y="81558"/>
                  <a:pt x="11185" y="80602"/>
                  <a:pt x="12024" y="79601"/>
                </a:cubicBezTo>
                <a:cubicBezTo>
                  <a:pt x="13025" y="78380"/>
                  <a:pt x="14187" y="77320"/>
                  <a:pt x="15497" y="76408"/>
                </a:cubicBezTo>
                <a:cubicBezTo>
                  <a:pt x="15939" y="76113"/>
                  <a:pt x="16395" y="75819"/>
                  <a:pt x="16836" y="75554"/>
                </a:cubicBezTo>
                <a:cubicBezTo>
                  <a:pt x="17557" y="75113"/>
                  <a:pt x="18308" y="74642"/>
                  <a:pt x="18985" y="74097"/>
                </a:cubicBezTo>
                <a:cubicBezTo>
                  <a:pt x="19323" y="73818"/>
                  <a:pt x="19632" y="73538"/>
                  <a:pt x="19927" y="73244"/>
                </a:cubicBezTo>
                <a:cubicBezTo>
                  <a:pt x="20677" y="72464"/>
                  <a:pt x="21178" y="71551"/>
                  <a:pt x="21384" y="70668"/>
                </a:cubicBezTo>
                <a:cubicBezTo>
                  <a:pt x="21546" y="69977"/>
                  <a:pt x="21516" y="69226"/>
                  <a:pt x="21251" y="68284"/>
                </a:cubicBezTo>
                <a:cubicBezTo>
                  <a:pt x="20795" y="66548"/>
                  <a:pt x="19382" y="65209"/>
                  <a:pt x="18087" y="64075"/>
                </a:cubicBezTo>
                <a:cubicBezTo>
                  <a:pt x="17763" y="63781"/>
                  <a:pt x="17440" y="63501"/>
                  <a:pt x="17175" y="63222"/>
                </a:cubicBezTo>
                <a:cubicBezTo>
                  <a:pt x="15134" y="61255"/>
                  <a:pt x="13899" y="59156"/>
                  <a:pt x="13572" y="56925"/>
                </a:cubicBezTo>
                <a:lnTo>
                  <a:pt x="13572" y="56925"/>
                </a:lnTo>
                <a:lnTo>
                  <a:pt x="13500" y="56966"/>
                </a:lnTo>
                <a:lnTo>
                  <a:pt x="13500" y="56966"/>
                </a:lnTo>
                <a:cubicBezTo>
                  <a:pt x="13499" y="56957"/>
                  <a:pt x="13497" y="56947"/>
                  <a:pt x="13496" y="56938"/>
                </a:cubicBezTo>
                <a:cubicBezTo>
                  <a:pt x="13496" y="56879"/>
                  <a:pt x="13466" y="56835"/>
                  <a:pt x="13466" y="56791"/>
                </a:cubicBezTo>
                <a:lnTo>
                  <a:pt x="13408" y="56827"/>
                </a:lnTo>
                <a:lnTo>
                  <a:pt x="13408" y="56827"/>
                </a:lnTo>
                <a:cubicBezTo>
                  <a:pt x="13408" y="56820"/>
                  <a:pt x="13407" y="56813"/>
                  <a:pt x="13407" y="56806"/>
                </a:cubicBezTo>
                <a:cubicBezTo>
                  <a:pt x="13496" y="56747"/>
                  <a:pt x="13584" y="56688"/>
                  <a:pt x="13672" y="56614"/>
                </a:cubicBezTo>
                <a:cubicBezTo>
                  <a:pt x="13672" y="56634"/>
                  <a:pt x="13673" y="56653"/>
                  <a:pt x="13675" y="56670"/>
                </a:cubicBezTo>
                <a:lnTo>
                  <a:pt x="13675" y="56670"/>
                </a:lnTo>
                <a:cubicBezTo>
                  <a:pt x="13700" y="56656"/>
                  <a:pt x="13724" y="56641"/>
                  <a:pt x="13747" y="56626"/>
                </a:cubicBezTo>
                <a:lnTo>
                  <a:pt x="13747" y="56626"/>
                </a:lnTo>
                <a:cubicBezTo>
                  <a:pt x="13753" y="56688"/>
                  <a:pt x="13775" y="56741"/>
                  <a:pt x="13775" y="56806"/>
                </a:cubicBezTo>
                <a:cubicBezTo>
                  <a:pt x="13793" y="56791"/>
                  <a:pt x="13811" y="56778"/>
                  <a:pt x="13830" y="56766"/>
                </a:cubicBezTo>
                <a:lnTo>
                  <a:pt x="13830" y="56766"/>
                </a:lnTo>
                <a:cubicBezTo>
                  <a:pt x="14165" y="58967"/>
                  <a:pt x="15391" y="61085"/>
                  <a:pt x="17440" y="63119"/>
                </a:cubicBezTo>
                <a:cubicBezTo>
                  <a:pt x="17734" y="63413"/>
                  <a:pt x="18058" y="63693"/>
                  <a:pt x="18382" y="64002"/>
                </a:cubicBezTo>
                <a:cubicBezTo>
                  <a:pt x="19780" y="65253"/>
                  <a:pt x="21163" y="66636"/>
                  <a:pt x="21560" y="68358"/>
                </a:cubicBezTo>
                <a:cubicBezTo>
                  <a:pt x="21766" y="69241"/>
                  <a:pt x="21781" y="69991"/>
                  <a:pt x="21604" y="70698"/>
                </a:cubicBezTo>
                <a:cubicBezTo>
                  <a:pt x="21384" y="71537"/>
                  <a:pt x="20883" y="72405"/>
                  <a:pt x="20162" y="73170"/>
                </a:cubicBezTo>
                <a:cubicBezTo>
                  <a:pt x="19897" y="73464"/>
                  <a:pt x="19603" y="73744"/>
                  <a:pt x="19265" y="74024"/>
                </a:cubicBezTo>
                <a:cubicBezTo>
                  <a:pt x="18617" y="74553"/>
                  <a:pt x="17925" y="75010"/>
                  <a:pt x="17219" y="75466"/>
                </a:cubicBezTo>
                <a:cubicBezTo>
                  <a:pt x="16777" y="75760"/>
                  <a:pt x="16307" y="76040"/>
                  <a:pt x="15880" y="76378"/>
                </a:cubicBezTo>
                <a:cubicBezTo>
                  <a:pt x="14599" y="77305"/>
                  <a:pt x="13452" y="78409"/>
                  <a:pt x="12495" y="79631"/>
                </a:cubicBezTo>
                <a:cubicBezTo>
                  <a:pt x="11730" y="80631"/>
                  <a:pt x="11141" y="81632"/>
                  <a:pt x="10773" y="82633"/>
                </a:cubicBezTo>
                <a:cubicBezTo>
                  <a:pt x="10567" y="83163"/>
                  <a:pt x="10435" y="83722"/>
                  <a:pt x="10361" y="84266"/>
                </a:cubicBezTo>
                <a:cubicBezTo>
                  <a:pt x="10287" y="84870"/>
                  <a:pt x="10273" y="85547"/>
                  <a:pt x="10346" y="86297"/>
                </a:cubicBezTo>
                <a:cubicBezTo>
                  <a:pt x="10494" y="87872"/>
                  <a:pt x="10891" y="89343"/>
                  <a:pt x="11583" y="90668"/>
                </a:cubicBezTo>
                <a:lnTo>
                  <a:pt x="11627" y="90638"/>
                </a:lnTo>
                <a:cubicBezTo>
                  <a:pt x="10950" y="89314"/>
                  <a:pt x="10552" y="87842"/>
                  <a:pt x="10420" y="86268"/>
                </a:cubicBezTo>
                <a:cubicBezTo>
                  <a:pt x="10346" y="85517"/>
                  <a:pt x="10361" y="84870"/>
                  <a:pt x="10435" y="84266"/>
                </a:cubicBezTo>
                <a:cubicBezTo>
                  <a:pt x="10508" y="83736"/>
                  <a:pt x="10641" y="83177"/>
                  <a:pt x="10847" y="82647"/>
                </a:cubicBezTo>
                <a:cubicBezTo>
                  <a:pt x="11215" y="81676"/>
                  <a:pt x="11774" y="80661"/>
                  <a:pt x="12554" y="79675"/>
                </a:cubicBezTo>
                <a:cubicBezTo>
                  <a:pt x="13510" y="78439"/>
                  <a:pt x="14644" y="77350"/>
                  <a:pt x="15924" y="76437"/>
                </a:cubicBezTo>
                <a:cubicBezTo>
                  <a:pt x="16365" y="76113"/>
                  <a:pt x="16822" y="75804"/>
                  <a:pt x="17263" y="75510"/>
                </a:cubicBezTo>
                <a:cubicBezTo>
                  <a:pt x="17940" y="75069"/>
                  <a:pt x="18661" y="74612"/>
                  <a:pt x="19309" y="74083"/>
                </a:cubicBezTo>
                <a:cubicBezTo>
                  <a:pt x="19632" y="73803"/>
                  <a:pt x="19941" y="73523"/>
                  <a:pt x="20206" y="73229"/>
                </a:cubicBezTo>
                <a:cubicBezTo>
                  <a:pt x="20942" y="72434"/>
                  <a:pt x="21443" y="71581"/>
                  <a:pt x="21663" y="70712"/>
                </a:cubicBezTo>
                <a:cubicBezTo>
                  <a:pt x="21840" y="70006"/>
                  <a:pt x="21825" y="69241"/>
                  <a:pt x="21619" y="68343"/>
                </a:cubicBezTo>
                <a:cubicBezTo>
                  <a:pt x="21222" y="66592"/>
                  <a:pt x="19824" y="65194"/>
                  <a:pt x="18426" y="63943"/>
                </a:cubicBezTo>
                <a:cubicBezTo>
                  <a:pt x="18072" y="63634"/>
                  <a:pt x="17778" y="63354"/>
                  <a:pt x="17484" y="63060"/>
                </a:cubicBezTo>
                <a:cubicBezTo>
                  <a:pt x="15427" y="61046"/>
                  <a:pt x="14230" y="58922"/>
                  <a:pt x="13892" y="56726"/>
                </a:cubicBezTo>
                <a:lnTo>
                  <a:pt x="13892" y="56726"/>
                </a:lnTo>
                <a:cubicBezTo>
                  <a:pt x="13871" y="56739"/>
                  <a:pt x="13850" y="56752"/>
                  <a:pt x="13830" y="56766"/>
                </a:cubicBezTo>
                <a:lnTo>
                  <a:pt x="13830" y="56766"/>
                </a:lnTo>
                <a:cubicBezTo>
                  <a:pt x="13821" y="56705"/>
                  <a:pt x="13813" y="56645"/>
                  <a:pt x="13805" y="56585"/>
                </a:cubicBezTo>
                <a:cubicBezTo>
                  <a:pt x="13786" y="56599"/>
                  <a:pt x="13767" y="56613"/>
                  <a:pt x="13747" y="56626"/>
                </a:cubicBezTo>
                <a:lnTo>
                  <a:pt x="13747" y="56626"/>
                </a:lnTo>
                <a:cubicBezTo>
                  <a:pt x="13746" y="56618"/>
                  <a:pt x="13746" y="56609"/>
                  <a:pt x="13746" y="56599"/>
                </a:cubicBezTo>
                <a:cubicBezTo>
                  <a:pt x="13788" y="56576"/>
                  <a:pt x="13827" y="56554"/>
                  <a:pt x="13864" y="56532"/>
                </a:cubicBezTo>
                <a:lnTo>
                  <a:pt x="13864" y="56532"/>
                </a:lnTo>
                <a:cubicBezTo>
                  <a:pt x="13873" y="56597"/>
                  <a:pt x="13882" y="56662"/>
                  <a:pt x="13892" y="56726"/>
                </a:cubicBezTo>
                <a:lnTo>
                  <a:pt x="13892" y="56726"/>
                </a:lnTo>
                <a:cubicBezTo>
                  <a:pt x="13935" y="56700"/>
                  <a:pt x="13980" y="56674"/>
                  <a:pt x="14025" y="56644"/>
                </a:cubicBezTo>
                <a:lnTo>
                  <a:pt x="14025" y="56599"/>
                </a:lnTo>
                <a:cubicBezTo>
                  <a:pt x="14011" y="56557"/>
                  <a:pt x="14011" y="56501"/>
                  <a:pt x="14011" y="56431"/>
                </a:cubicBezTo>
                <a:lnTo>
                  <a:pt x="14011" y="56431"/>
                </a:lnTo>
                <a:cubicBezTo>
                  <a:pt x="14002" y="56437"/>
                  <a:pt x="13993" y="56442"/>
                  <a:pt x="13984" y="56448"/>
                </a:cubicBezTo>
                <a:lnTo>
                  <a:pt x="13984" y="56448"/>
                </a:lnTo>
                <a:cubicBezTo>
                  <a:pt x="13993" y="56440"/>
                  <a:pt x="14002" y="56432"/>
                  <a:pt x="14011" y="56423"/>
                </a:cubicBezTo>
                <a:cubicBezTo>
                  <a:pt x="14011" y="56426"/>
                  <a:pt x="14011" y="56428"/>
                  <a:pt x="14011" y="56431"/>
                </a:cubicBezTo>
                <a:lnTo>
                  <a:pt x="14011" y="56431"/>
                </a:lnTo>
                <a:cubicBezTo>
                  <a:pt x="14044" y="56410"/>
                  <a:pt x="14078" y="56388"/>
                  <a:pt x="14114" y="56364"/>
                </a:cubicBezTo>
                <a:cubicBezTo>
                  <a:pt x="14114" y="56368"/>
                  <a:pt x="14115" y="56372"/>
                  <a:pt x="14115" y="56376"/>
                </a:cubicBezTo>
                <a:lnTo>
                  <a:pt x="14115" y="56376"/>
                </a:lnTo>
                <a:cubicBezTo>
                  <a:pt x="14132" y="56363"/>
                  <a:pt x="14148" y="56351"/>
                  <a:pt x="14164" y="56338"/>
                </a:cubicBezTo>
                <a:lnTo>
                  <a:pt x="14164" y="56338"/>
                </a:lnTo>
                <a:cubicBezTo>
                  <a:pt x="14171" y="56399"/>
                  <a:pt x="14180" y="56459"/>
                  <a:pt x="14189" y="56520"/>
                </a:cubicBezTo>
                <a:lnTo>
                  <a:pt x="14189" y="56520"/>
                </a:lnTo>
                <a:cubicBezTo>
                  <a:pt x="14236" y="56487"/>
                  <a:pt x="14283" y="56457"/>
                  <a:pt x="14335" y="56423"/>
                </a:cubicBezTo>
                <a:cubicBezTo>
                  <a:pt x="14320" y="56349"/>
                  <a:pt x="14320" y="56276"/>
                  <a:pt x="14320" y="56217"/>
                </a:cubicBezTo>
                <a:cubicBezTo>
                  <a:pt x="14264" y="56254"/>
                  <a:pt x="14215" y="56297"/>
                  <a:pt x="14164" y="56338"/>
                </a:cubicBezTo>
                <a:lnTo>
                  <a:pt x="14164" y="56338"/>
                </a:lnTo>
                <a:cubicBezTo>
                  <a:pt x="14162" y="56322"/>
                  <a:pt x="14160" y="56306"/>
                  <a:pt x="14158" y="56290"/>
                </a:cubicBezTo>
                <a:cubicBezTo>
                  <a:pt x="14231" y="56232"/>
                  <a:pt x="14320" y="56173"/>
                  <a:pt x="14393" y="56099"/>
                </a:cubicBezTo>
                <a:cubicBezTo>
                  <a:pt x="14395" y="56114"/>
                  <a:pt x="14397" y="56130"/>
                  <a:pt x="14399" y="56145"/>
                </a:cubicBezTo>
                <a:lnTo>
                  <a:pt x="14399" y="56145"/>
                </a:lnTo>
                <a:cubicBezTo>
                  <a:pt x="14431" y="56125"/>
                  <a:pt x="14465" y="56100"/>
                  <a:pt x="14499" y="56073"/>
                </a:cubicBezTo>
                <a:lnTo>
                  <a:pt x="14499" y="56073"/>
                </a:lnTo>
                <a:cubicBezTo>
                  <a:pt x="14507" y="56141"/>
                  <a:pt x="14516" y="56208"/>
                  <a:pt x="14526" y="56275"/>
                </a:cubicBezTo>
                <a:lnTo>
                  <a:pt x="14526" y="56275"/>
                </a:lnTo>
                <a:cubicBezTo>
                  <a:pt x="14561" y="56251"/>
                  <a:pt x="14597" y="56228"/>
                  <a:pt x="14629" y="56202"/>
                </a:cubicBezTo>
                <a:cubicBezTo>
                  <a:pt x="14629" y="56129"/>
                  <a:pt x="14629" y="56055"/>
                  <a:pt x="14614" y="55981"/>
                </a:cubicBezTo>
                <a:cubicBezTo>
                  <a:pt x="14578" y="56010"/>
                  <a:pt x="14538" y="56043"/>
                  <a:pt x="14499" y="56073"/>
                </a:cubicBezTo>
                <a:lnTo>
                  <a:pt x="14499" y="56073"/>
                </a:lnTo>
                <a:cubicBezTo>
                  <a:pt x="14498" y="56067"/>
                  <a:pt x="14497" y="56061"/>
                  <a:pt x="14496" y="56055"/>
                </a:cubicBezTo>
                <a:cubicBezTo>
                  <a:pt x="14570" y="55996"/>
                  <a:pt x="14644" y="55937"/>
                  <a:pt x="14747" y="55864"/>
                </a:cubicBezTo>
                <a:cubicBezTo>
                  <a:pt x="14747" y="55870"/>
                  <a:pt x="14748" y="55877"/>
                  <a:pt x="14749" y="55884"/>
                </a:cubicBezTo>
                <a:lnTo>
                  <a:pt x="14749" y="55884"/>
                </a:lnTo>
                <a:cubicBezTo>
                  <a:pt x="14760" y="55875"/>
                  <a:pt x="14771" y="55866"/>
                  <a:pt x="14782" y="55857"/>
                </a:cubicBezTo>
                <a:lnTo>
                  <a:pt x="14782" y="55857"/>
                </a:lnTo>
                <a:cubicBezTo>
                  <a:pt x="14790" y="55930"/>
                  <a:pt x="14800" y="56003"/>
                  <a:pt x="14810" y="56076"/>
                </a:cubicBezTo>
                <a:lnTo>
                  <a:pt x="14810" y="56076"/>
                </a:lnTo>
                <a:cubicBezTo>
                  <a:pt x="14849" y="56044"/>
                  <a:pt x="14886" y="56011"/>
                  <a:pt x="14923" y="55981"/>
                </a:cubicBezTo>
                <a:cubicBezTo>
                  <a:pt x="14923" y="55908"/>
                  <a:pt x="14923" y="55820"/>
                  <a:pt x="14908" y="55761"/>
                </a:cubicBezTo>
                <a:cubicBezTo>
                  <a:pt x="14863" y="55791"/>
                  <a:pt x="14821" y="55825"/>
                  <a:pt x="14782" y="55857"/>
                </a:cubicBezTo>
                <a:lnTo>
                  <a:pt x="14782" y="55857"/>
                </a:lnTo>
                <a:cubicBezTo>
                  <a:pt x="14780" y="55840"/>
                  <a:pt x="14778" y="55822"/>
                  <a:pt x="14776" y="55805"/>
                </a:cubicBezTo>
                <a:cubicBezTo>
                  <a:pt x="14850" y="55761"/>
                  <a:pt x="14923" y="55687"/>
                  <a:pt x="14997" y="55628"/>
                </a:cubicBezTo>
                <a:cubicBezTo>
                  <a:pt x="14999" y="55647"/>
                  <a:pt x="15001" y="55665"/>
                  <a:pt x="15004" y="55684"/>
                </a:cubicBezTo>
                <a:lnTo>
                  <a:pt x="15004" y="55684"/>
                </a:lnTo>
                <a:cubicBezTo>
                  <a:pt x="15023" y="55668"/>
                  <a:pt x="15042" y="55651"/>
                  <a:pt x="15061" y="55635"/>
                </a:cubicBezTo>
                <a:lnTo>
                  <a:pt x="15061" y="55635"/>
                </a:lnTo>
                <a:cubicBezTo>
                  <a:pt x="15070" y="55705"/>
                  <a:pt x="15079" y="55775"/>
                  <a:pt x="15089" y="55844"/>
                </a:cubicBezTo>
                <a:lnTo>
                  <a:pt x="15089" y="55844"/>
                </a:lnTo>
                <a:cubicBezTo>
                  <a:pt x="15132" y="55807"/>
                  <a:pt x="15175" y="55772"/>
                  <a:pt x="15217" y="55746"/>
                </a:cubicBezTo>
                <a:cubicBezTo>
                  <a:pt x="15203" y="55672"/>
                  <a:pt x="15203" y="55569"/>
                  <a:pt x="15203" y="55525"/>
                </a:cubicBezTo>
                <a:cubicBezTo>
                  <a:pt x="15156" y="55553"/>
                  <a:pt x="15109" y="55594"/>
                  <a:pt x="15061" y="55635"/>
                </a:cubicBezTo>
                <a:lnTo>
                  <a:pt x="15061" y="55635"/>
                </a:lnTo>
                <a:cubicBezTo>
                  <a:pt x="15059" y="55618"/>
                  <a:pt x="15057" y="55601"/>
                  <a:pt x="15056" y="55584"/>
                </a:cubicBezTo>
                <a:cubicBezTo>
                  <a:pt x="16145" y="54672"/>
                  <a:pt x="16954" y="53641"/>
                  <a:pt x="17484" y="52523"/>
                </a:cubicBezTo>
                <a:cubicBezTo>
                  <a:pt x="17823" y="51793"/>
                  <a:pt x="18026" y="51022"/>
                  <a:pt x="18097" y="50259"/>
                </a:cubicBezTo>
                <a:lnTo>
                  <a:pt x="18097" y="50259"/>
                </a:lnTo>
                <a:cubicBezTo>
                  <a:pt x="18042" y="50981"/>
                  <a:pt x="17864" y="51712"/>
                  <a:pt x="17557" y="52405"/>
                </a:cubicBezTo>
                <a:cubicBezTo>
                  <a:pt x="17086" y="53494"/>
                  <a:pt x="16307" y="54524"/>
                  <a:pt x="15262" y="55452"/>
                </a:cubicBezTo>
                <a:cubicBezTo>
                  <a:pt x="15262" y="55525"/>
                  <a:pt x="15276" y="55613"/>
                  <a:pt x="15276" y="55687"/>
                </a:cubicBezTo>
                <a:cubicBezTo>
                  <a:pt x="16351" y="54760"/>
                  <a:pt x="17131" y="53759"/>
                  <a:pt x="17646" y="52670"/>
                </a:cubicBezTo>
                <a:cubicBezTo>
                  <a:pt x="18669" y="50497"/>
                  <a:pt x="18443" y="47980"/>
                  <a:pt x="17116" y="46379"/>
                </a:cubicBezTo>
                <a:lnTo>
                  <a:pt x="17116" y="46379"/>
                </a:lnTo>
                <a:cubicBezTo>
                  <a:pt x="17896" y="47431"/>
                  <a:pt x="18229" y="48831"/>
                  <a:pt x="18097" y="50259"/>
                </a:cubicBezTo>
                <a:lnTo>
                  <a:pt x="18097" y="50259"/>
                </a:lnTo>
                <a:cubicBezTo>
                  <a:pt x="18213" y="48729"/>
                  <a:pt x="17776" y="47235"/>
                  <a:pt x="16836" y="46195"/>
                </a:cubicBezTo>
                <a:cubicBezTo>
                  <a:pt x="16895" y="46195"/>
                  <a:pt x="16939" y="46210"/>
                  <a:pt x="16969" y="46210"/>
                </a:cubicBezTo>
                <a:cubicBezTo>
                  <a:pt x="17019" y="46265"/>
                  <a:pt x="17068" y="46321"/>
                  <a:pt x="17116" y="46379"/>
                </a:cubicBezTo>
                <a:lnTo>
                  <a:pt x="17116" y="46379"/>
                </a:lnTo>
                <a:cubicBezTo>
                  <a:pt x="17011" y="46237"/>
                  <a:pt x="16898" y="46102"/>
                  <a:pt x="16777" y="45974"/>
                </a:cubicBezTo>
                <a:cubicBezTo>
                  <a:pt x="16763" y="45945"/>
                  <a:pt x="16748" y="45915"/>
                  <a:pt x="16704" y="45901"/>
                </a:cubicBezTo>
                <a:lnTo>
                  <a:pt x="16660" y="45930"/>
                </a:lnTo>
                <a:cubicBezTo>
                  <a:pt x="16616" y="45915"/>
                  <a:pt x="16557" y="45915"/>
                  <a:pt x="16527" y="45901"/>
                </a:cubicBezTo>
                <a:cubicBezTo>
                  <a:pt x="16513" y="45871"/>
                  <a:pt x="16483" y="45842"/>
                  <a:pt x="16454" y="45827"/>
                </a:cubicBezTo>
                <a:lnTo>
                  <a:pt x="16410" y="45857"/>
                </a:lnTo>
                <a:cubicBezTo>
                  <a:pt x="16365" y="45842"/>
                  <a:pt x="16307" y="45827"/>
                  <a:pt x="16262" y="45798"/>
                </a:cubicBezTo>
                <a:lnTo>
                  <a:pt x="16218" y="45754"/>
                </a:lnTo>
                <a:lnTo>
                  <a:pt x="16174" y="45783"/>
                </a:lnTo>
                <a:cubicBezTo>
                  <a:pt x="16100" y="45768"/>
                  <a:pt x="16042" y="45724"/>
                  <a:pt x="15968" y="45709"/>
                </a:cubicBezTo>
                <a:lnTo>
                  <a:pt x="15953" y="45695"/>
                </a:lnTo>
                <a:lnTo>
                  <a:pt x="15939" y="45709"/>
                </a:lnTo>
                <a:cubicBezTo>
                  <a:pt x="15438" y="45503"/>
                  <a:pt x="14982" y="45209"/>
                  <a:pt x="14555" y="44871"/>
                </a:cubicBezTo>
                <a:cubicBezTo>
                  <a:pt x="14555" y="44871"/>
                  <a:pt x="14541" y="44871"/>
                  <a:pt x="14541" y="44841"/>
                </a:cubicBezTo>
                <a:lnTo>
                  <a:pt x="14482" y="44797"/>
                </a:lnTo>
                <a:cubicBezTo>
                  <a:pt x="14114" y="44458"/>
                  <a:pt x="13790" y="44061"/>
                  <a:pt x="13510" y="43620"/>
                </a:cubicBezTo>
                <a:cubicBezTo>
                  <a:pt x="13437" y="43487"/>
                  <a:pt x="13363" y="43355"/>
                  <a:pt x="13304" y="43222"/>
                </a:cubicBezTo>
                <a:cubicBezTo>
                  <a:pt x="13303" y="43219"/>
                  <a:pt x="13301" y="43215"/>
                  <a:pt x="13299" y="43211"/>
                </a:cubicBezTo>
                <a:lnTo>
                  <a:pt x="13299" y="43211"/>
                </a:lnTo>
                <a:cubicBezTo>
                  <a:pt x="13303" y="43223"/>
                  <a:pt x="13304" y="43236"/>
                  <a:pt x="13304" y="43252"/>
                </a:cubicBezTo>
                <a:cubicBezTo>
                  <a:pt x="13319" y="43311"/>
                  <a:pt x="13363" y="43355"/>
                  <a:pt x="13378" y="43428"/>
                </a:cubicBezTo>
                <a:cubicBezTo>
                  <a:pt x="13363" y="43399"/>
                  <a:pt x="13349" y="43384"/>
                  <a:pt x="13334" y="43340"/>
                </a:cubicBezTo>
                <a:cubicBezTo>
                  <a:pt x="13304" y="43281"/>
                  <a:pt x="13275" y="43208"/>
                  <a:pt x="13260" y="43163"/>
                </a:cubicBezTo>
                <a:lnTo>
                  <a:pt x="13260" y="43163"/>
                </a:lnTo>
                <a:cubicBezTo>
                  <a:pt x="13271" y="43169"/>
                  <a:pt x="13281" y="43177"/>
                  <a:pt x="13288" y="43187"/>
                </a:cubicBezTo>
                <a:lnTo>
                  <a:pt x="13288" y="43187"/>
                </a:lnTo>
                <a:cubicBezTo>
                  <a:pt x="13201" y="43002"/>
                  <a:pt x="13120" y="42813"/>
                  <a:pt x="13054" y="42618"/>
                </a:cubicBezTo>
                <a:lnTo>
                  <a:pt x="13054" y="42618"/>
                </a:lnTo>
                <a:cubicBezTo>
                  <a:pt x="13070" y="42695"/>
                  <a:pt x="13091" y="42764"/>
                  <a:pt x="13113" y="42840"/>
                </a:cubicBezTo>
                <a:cubicBezTo>
                  <a:pt x="13069" y="42766"/>
                  <a:pt x="13054" y="42693"/>
                  <a:pt x="13010" y="42619"/>
                </a:cubicBezTo>
                <a:lnTo>
                  <a:pt x="12972" y="42341"/>
                </a:lnTo>
                <a:lnTo>
                  <a:pt x="12972" y="42341"/>
                </a:lnTo>
                <a:cubicBezTo>
                  <a:pt x="12995" y="42434"/>
                  <a:pt x="13023" y="42526"/>
                  <a:pt x="13054" y="42618"/>
                </a:cubicBezTo>
                <a:lnTo>
                  <a:pt x="13054" y="42618"/>
                </a:lnTo>
                <a:cubicBezTo>
                  <a:pt x="13048" y="42590"/>
                  <a:pt x="13043" y="42561"/>
                  <a:pt x="13039" y="42531"/>
                </a:cubicBezTo>
                <a:cubicBezTo>
                  <a:pt x="12995" y="42457"/>
                  <a:pt x="12981" y="42369"/>
                  <a:pt x="12966" y="42295"/>
                </a:cubicBezTo>
                <a:lnTo>
                  <a:pt x="12966" y="42295"/>
                </a:lnTo>
                <a:lnTo>
                  <a:pt x="12972" y="42341"/>
                </a:lnTo>
                <a:lnTo>
                  <a:pt x="12972" y="42341"/>
                </a:lnTo>
                <a:cubicBezTo>
                  <a:pt x="12965" y="42311"/>
                  <a:pt x="12958" y="42281"/>
                  <a:pt x="12951" y="42251"/>
                </a:cubicBezTo>
                <a:cubicBezTo>
                  <a:pt x="12833" y="41677"/>
                  <a:pt x="12775" y="41074"/>
                  <a:pt x="12848" y="40485"/>
                </a:cubicBezTo>
                <a:cubicBezTo>
                  <a:pt x="12871" y="40316"/>
                  <a:pt x="12898" y="40148"/>
                  <a:pt x="12931" y="39983"/>
                </a:cubicBezTo>
                <a:lnTo>
                  <a:pt x="12931" y="39983"/>
                </a:lnTo>
                <a:cubicBezTo>
                  <a:pt x="12907" y="40060"/>
                  <a:pt x="12883" y="40139"/>
                  <a:pt x="12863" y="40220"/>
                </a:cubicBezTo>
                <a:cubicBezTo>
                  <a:pt x="12892" y="40088"/>
                  <a:pt x="12907" y="39955"/>
                  <a:pt x="12922" y="39852"/>
                </a:cubicBezTo>
                <a:cubicBezTo>
                  <a:pt x="12981" y="39676"/>
                  <a:pt x="13039" y="39528"/>
                  <a:pt x="13084" y="39367"/>
                </a:cubicBezTo>
                <a:lnTo>
                  <a:pt x="13084" y="39367"/>
                </a:lnTo>
                <a:cubicBezTo>
                  <a:pt x="13079" y="39385"/>
                  <a:pt x="13075" y="39402"/>
                  <a:pt x="13071" y="39420"/>
                </a:cubicBezTo>
                <a:lnTo>
                  <a:pt x="13071" y="39420"/>
                </a:lnTo>
                <a:cubicBezTo>
                  <a:pt x="13093" y="39348"/>
                  <a:pt x="13117" y="39276"/>
                  <a:pt x="13142" y="39205"/>
                </a:cubicBezTo>
                <a:cubicBezTo>
                  <a:pt x="13157" y="39131"/>
                  <a:pt x="13201" y="39058"/>
                  <a:pt x="13231" y="38984"/>
                </a:cubicBezTo>
                <a:cubicBezTo>
                  <a:pt x="13290" y="38837"/>
                  <a:pt x="13349" y="38704"/>
                  <a:pt x="13422" y="38557"/>
                </a:cubicBezTo>
                <a:cubicBezTo>
                  <a:pt x="13531" y="38340"/>
                  <a:pt x="13647" y="38123"/>
                  <a:pt x="13766" y="37905"/>
                </a:cubicBezTo>
                <a:lnTo>
                  <a:pt x="13766" y="37905"/>
                </a:lnTo>
                <a:lnTo>
                  <a:pt x="13716" y="38042"/>
                </a:lnTo>
                <a:lnTo>
                  <a:pt x="13819" y="37880"/>
                </a:lnTo>
                <a:cubicBezTo>
                  <a:pt x="13849" y="37836"/>
                  <a:pt x="13878" y="37821"/>
                  <a:pt x="13893" y="37792"/>
                </a:cubicBezTo>
                <a:cubicBezTo>
                  <a:pt x="13922" y="37748"/>
                  <a:pt x="13937" y="37689"/>
                  <a:pt x="13952" y="37645"/>
                </a:cubicBezTo>
                <a:lnTo>
                  <a:pt x="13952" y="37645"/>
                </a:lnTo>
                <a:cubicBezTo>
                  <a:pt x="13897" y="37699"/>
                  <a:pt x="13851" y="37762"/>
                  <a:pt x="13813" y="37821"/>
                </a:cubicBezTo>
                <a:lnTo>
                  <a:pt x="13813" y="37821"/>
                </a:lnTo>
                <a:cubicBezTo>
                  <a:pt x="13839" y="37772"/>
                  <a:pt x="13866" y="37723"/>
                  <a:pt x="13893" y="37674"/>
                </a:cubicBezTo>
                <a:cubicBezTo>
                  <a:pt x="13893" y="37660"/>
                  <a:pt x="13908" y="37660"/>
                  <a:pt x="13908" y="37630"/>
                </a:cubicBezTo>
                <a:cubicBezTo>
                  <a:pt x="13952" y="37556"/>
                  <a:pt x="14011" y="37483"/>
                  <a:pt x="14055" y="37409"/>
                </a:cubicBezTo>
                <a:cubicBezTo>
                  <a:pt x="14099" y="37347"/>
                  <a:pt x="14142" y="37282"/>
                  <a:pt x="14185" y="37216"/>
                </a:cubicBezTo>
                <a:lnTo>
                  <a:pt x="14185" y="37216"/>
                </a:lnTo>
                <a:cubicBezTo>
                  <a:pt x="14180" y="37227"/>
                  <a:pt x="14176" y="37237"/>
                  <a:pt x="14173" y="37247"/>
                </a:cubicBezTo>
                <a:cubicBezTo>
                  <a:pt x="14231" y="37203"/>
                  <a:pt x="14290" y="37130"/>
                  <a:pt x="14364" y="37071"/>
                </a:cubicBezTo>
                <a:cubicBezTo>
                  <a:pt x="14379" y="37012"/>
                  <a:pt x="14393" y="36983"/>
                  <a:pt x="14408" y="36924"/>
                </a:cubicBezTo>
                <a:lnTo>
                  <a:pt x="14408" y="36924"/>
                </a:lnTo>
                <a:lnTo>
                  <a:pt x="14364" y="36983"/>
                </a:lnTo>
                <a:cubicBezTo>
                  <a:pt x="14343" y="36993"/>
                  <a:pt x="14325" y="37007"/>
                  <a:pt x="14308" y="37022"/>
                </a:cubicBezTo>
                <a:lnTo>
                  <a:pt x="14308" y="37022"/>
                </a:lnTo>
                <a:cubicBezTo>
                  <a:pt x="14322" y="36999"/>
                  <a:pt x="14336" y="36976"/>
                  <a:pt x="14349" y="36953"/>
                </a:cubicBezTo>
                <a:cubicBezTo>
                  <a:pt x="14440" y="36844"/>
                  <a:pt x="14525" y="36724"/>
                  <a:pt x="14608" y="36600"/>
                </a:cubicBezTo>
                <a:lnTo>
                  <a:pt x="14608" y="36600"/>
                </a:lnTo>
                <a:cubicBezTo>
                  <a:pt x="14600" y="36610"/>
                  <a:pt x="14592" y="36620"/>
                  <a:pt x="14585" y="36629"/>
                </a:cubicBezTo>
                <a:cubicBezTo>
                  <a:pt x="14599" y="36570"/>
                  <a:pt x="14614" y="36541"/>
                  <a:pt x="14629" y="36482"/>
                </a:cubicBezTo>
                <a:cubicBezTo>
                  <a:pt x="14674" y="36438"/>
                  <a:pt x="14718" y="36393"/>
                  <a:pt x="14769" y="36355"/>
                </a:cubicBezTo>
                <a:lnTo>
                  <a:pt x="14769" y="36355"/>
                </a:lnTo>
                <a:cubicBezTo>
                  <a:pt x="14846" y="36260"/>
                  <a:pt x="14918" y="36155"/>
                  <a:pt x="14991" y="36049"/>
                </a:cubicBezTo>
                <a:lnTo>
                  <a:pt x="14991" y="36049"/>
                </a:lnTo>
                <a:lnTo>
                  <a:pt x="14982" y="36055"/>
                </a:lnTo>
                <a:cubicBezTo>
                  <a:pt x="14982" y="36026"/>
                  <a:pt x="14997" y="35967"/>
                  <a:pt x="15026" y="35908"/>
                </a:cubicBezTo>
                <a:cubicBezTo>
                  <a:pt x="15069" y="35851"/>
                  <a:pt x="15127" y="35807"/>
                  <a:pt x="15198" y="35764"/>
                </a:cubicBezTo>
                <a:lnTo>
                  <a:pt x="15198" y="35764"/>
                </a:lnTo>
                <a:lnTo>
                  <a:pt x="15144" y="35835"/>
                </a:lnTo>
                <a:cubicBezTo>
                  <a:pt x="15091" y="35905"/>
                  <a:pt x="15041" y="35977"/>
                  <a:pt x="14991" y="36049"/>
                </a:cubicBezTo>
                <a:lnTo>
                  <a:pt x="14991" y="36049"/>
                </a:lnTo>
                <a:lnTo>
                  <a:pt x="15026" y="36026"/>
                </a:lnTo>
                <a:cubicBezTo>
                  <a:pt x="15056" y="35982"/>
                  <a:pt x="15114" y="35952"/>
                  <a:pt x="15144" y="35908"/>
                </a:cubicBezTo>
                <a:cubicBezTo>
                  <a:pt x="15173" y="35849"/>
                  <a:pt x="15188" y="35820"/>
                  <a:pt x="15203" y="35761"/>
                </a:cubicBezTo>
                <a:lnTo>
                  <a:pt x="15203" y="35761"/>
                </a:lnTo>
                <a:cubicBezTo>
                  <a:pt x="15201" y="35762"/>
                  <a:pt x="15200" y="35763"/>
                  <a:pt x="15198" y="35764"/>
                </a:cubicBezTo>
                <a:lnTo>
                  <a:pt x="15198" y="35764"/>
                </a:lnTo>
                <a:lnTo>
                  <a:pt x="15381" y="35525"/>
                </a:lnTo>
                <a:lnTo>
                  <a:pt x="15381" y="35525"/>
                </a:lnTo>
                <a:cubicBezTo>
                  <a:pt x="15375" y="35530"/>
                  <a:pt x="15370" y="35535"/>
                  <a:pt x="15365" y="35540"/>
                </a:cubicBezTo>
                <a:cubicBezTo>
                  <a:pt x="15365" y="35481"/>
                  <a:pt x="15394" y="35452"/>
                  <a:pt x="15409" y="35393"/>
                </a:cubicBezTo>
                <a:cubicBezTo>
                  <a:pt x="15468" y="35334"/>
                  <a:pt x="15512" y="35305"/>
                  <a:pt x="15585" y="35246"/>
                </a:cubicBezTo>
                <a:lnTo>
                  <a:pt x="15585" y="35246"/>
                </a:lnTo>
                <a:cubicBezTo>
                  <a:pt x="15583" y="35258"/>
                  <a:pt x="15580" y="35268"/>
                  <a:pt x="15577" y="35278"/>
                </a:cubicBezTo>
                <a:lnTo>
                  <a:pt x="15577" y="35278"/>
                </a:lnTo>
                <a:cubicBezTo>
                  <a:pt x="15646" y="35199"/>
                  <a:pt x="15714" y="35116"/>
                  <a:pt x="15777" y="35032"/>
                </a:cubicBezTo>
                <a:lnTo>
                  <a:pt x="15777" y="35032"/>
                </a:lnTo>
                <a:cubicBezTo>
                  <a:pt x="15758" y="35048"/>
                  <a:pt x="15738" y="35064"/>
                  <a:pt x="15718" y="35084"/>
                </a:cubicBezTo>
                <a:cubicBezTo>
                  <a:pt x="15718" y="35025"/>
                  <a:pt x="15733" y="35011"/>
                  <a:pt x="15733" y="34996"/>
                </a:cubicBezTo>
                <a:cubicBezTo>
                  <a:pt x="15733" y="34966"/>
                  <a:pt x="15762" y="34937"/>
                  <a:pt x="15762" y="34922"/>
                </a:cubicBezTo>
                <a:cubicBezTo>
                  <a:pt x="15806" y="34878"/>
                  <a:pt x="15880" y="34819"/>
                  <a:pt x="15939" y="34790"/>
                </a:cubicBezTo>
                <a:lnTo>
                  <a:pt x="15939" y="34790"/>
                </a:lnTo>
                <a:cubicBezTo>
                  <a:pt x="15935" y="34804"/>
                  <a:pt x="15930" y="34817"/>
                  <a:pt x="15925" y="34829"/>
                </a:cubicBezTo>
                <a:lnTo>
                  <a:pt x="15925" y="34829"/>
                </a:lnTo>
                <a:cubicBezTo>
                  <a:pt x="15959" y="34791"/>
                  <a:pt x="15993" y="34753"/>
                  <a:pt x="16026" y="34714"/>
                </a:cubicBezTo>
                <a:lnTo>
                  <a:pt x="16026" y="34714"/>
                </a:lnTo>
                <a:cubicBezTo>
                  <a:pt x="16024" y="34754"/>
                  <a:pt x="16011" y="34793"/>
                  <a:pt x="15997" y="34819"/>
                </a:cubicBezTo>
                <a:lnTo>
                  <a:pt x="16130" y="34702"/>
                </a:lnTo>
                <a:cubicBezTo>
                  <a:pt x="16145" y="34643"/>
                  <a:pt x="16159" y="34599"/>
                  <a:pt x="16174" y="34569"/>
                </a:cubicBezTo>
                <a:lnTo>
                  <a:pt x="16174" y="34569"/>
                </a:lnTo>
                <a:cubicBezTo>
                  <a:pt x="16149" y="34619"/>
                  <a:pt x="16103" y="34648"/>
                  <a:pt x="16054" y="34682"/>
                </a:cubicBezTo>
                <a:lnTo>
                  <a:pt x="16054" y="34682"/>
                </a:lnTo>
                <a:cubicBezTo>
                  <a:pt x="16100" y="34627"/>
                  <a:pt x="16145" y="34570"/>
                  <a:pt x="16187" y="34510"/>
                </a:cubicBezTo>
                <a:lnTo>
                  <a:pt x="16187" y="34510"/>
                </a:lnTo>
                <a:cubicBezTo>
                  <a:pt x="16155" y="34539"/>
                  <a:pt x="16121" y="34566"/>
                  <a:pt x="16086" y="34584"/>
                </a:cubicBezTo>
                <a:cubicBezTo>
                  <a:pt x="16086" y="34525"/>
                  <a:pt x="16100" y="34495"/>
                  <a:pt x="16130" y="34437"/>
                </a:cubicBezTo>
                <a:cubicBezTo>
                  <a:pt x="16174" y="34407"/>
                  <a:pt x="16248" y="34348"/>
                  <a:pt x="16307" y="34304"/>
                </a:cubicBezTo>
                <a:lnTo>
                  <a:pt x="16307" y="34304"/>
                </a:lnTo>
                <a:cubicBezTo>
                  <a:pt x="16301" y="34325"/>
                  <a:pt x="16296" y="34344"/>
                  <a:pt x="16290" y="34361"/>
                </a:cubicBezTo>
                <a:lnTo>
                  <a:pt x="16290" y="34361"/>
                </a:lnTo>
                <a:cubicBezTo>
                  <a:pt x="16325" y="34322"/>
                  <a:pt x="16360" y="34283"/>
                  <a:pt x="16395" y="34244"/>
                </a:cubicBezTo>
                <a:lnTo>
                  <a:pt x="16395" y="34244"/>
                </a:lnTo>
                <a:cubicBezTo>
                  <a:pt x="16392" y="34296"/>
                  <a:pt x="16379" y="34336"/>
                  <a:pt x="16365" y="34363"/>
                </a:cubicBezTo>
                <a:cubicBezTo>
                  <a:pt x="16395" y="34334"/>
                  <a:pt x="16454" y="34275"/>
                  <a:pt x="16498" y="34260"/>
                </a:cubicBezTo>
                <a:cubicBezTo>
                  <a:pt x="16513" y="34201"/>
                  <a:pt x="16527" y="34157"/>
                  <a:pt x="16542" y="34128"/>
                </a:cubicBezTo>
                <a:lnTo>
                  <a:pt x="16542" y="34128"/>
                </a:lnTo>
                <a:cubicBezTo>
                  <a:pt x="16516" y="34153"/>
                  <a:pt x="16468" y="34190"/>
                  <a:pt x="16417" y="34219"/>
                </a:cubicBezTo>
                <a:lnTo>
                  <a:pt x="16417" y="34219"/>
                </a:lnTo>
                <a:cubicBezTo>
                  <a:pt x="16494" y="34130"/>
                  <a:pt x="16568" y="34040"/>
                  <a:pt x="16630" y="33951"/>
                </a:cubicBezTo>
                <a:cubicBezTo>
                  <a:pt x="16671" y="33906"/>
                  <a:pt x="16710" y="33861"/>
                  <a:pt x="16748" y="33816"/>
                </a:cubicBezTo>
                <a:lnTo>
                  <a:pt x="16748" y="33816"/>
                </a:lnTo>
                <a:cubicBezTo>
                  <a:pt x="16748" y="33817"/>
                  <a:pt x="16748" y="33818"/>
                  <a:pt x="16748" y="33819"/>
                </a:cubicBezTo>
                <a:cubicBezTo>
                  <a:pt x="16733" y="33848"/>
                  <a:pt x="16733" y="33863"/>
                  <a:pt x="16719" y="33907"/>
                </a:cubicBezTo>
                <a:cubicBezTo>
                  <a:pt x="16763" y="33863"/>
                  <a:pt x="16807" y="33833"/>
                  <a:pt x="16880" y="33774"/>
                </a:cubicBezTo>
                <a:lnTo>
                  <a:pt x="16939" y="33671"/>
                </a:lnTo>
                <a:lnTo>
                  <a:pt x="16802" y="33751"/>
                </a:lnTo>
                <a:lnTo>
                  <a:pt x="16802" y="33751"/>
                </a:lnTo>
                <a:cubicBezTo>
                  <a:pt x="16869" y="33671"/>
                  <a:pt x="16934" y="33590"/>
                  <a:pt x="16998" y="33509"/>
                </a:cubicBezTo>
                <a:cubicBezTo>
                  <a:pt x="17033" y="33479"/>
                  <a:pt x="17066" y="33446"/>
                  <a:pt x="17099" y="33412"/>
                </a:cubicBezTo>
                <a:lnTo>
                  <a:pt x="17099" y="33412"/>
                </a:lnTo>
                <a:cubicBezTo>
                  <a:pt x="17097" y="33424"/>
                  <a:pt x="17093" y="33437"/>
                  <a:pt x="17086" y="33451"/>
                </a:cubicBezTo>
                <a:cubicBezTo>
                  <a:pt x="17086" y="33451"/>
                  <a:pt x="17057" y="33465"/>
                  <a:pt x="17057" y="33480"/>
                </a:cubicBezTo>
                <a:cubicBezTo>
                  <a:pt x="17116" y="33421"/>
                  <a:pt x="17175" y="33392"/>
                  <a:pt x="17204" y="33392"/>
                </a:cubicBezTo>
                <a:cubicBezTo>
                  <a:pt x="17234" y="33333"/>
                  <a:pt x="17248" y="33303"/>
                  <a:pt x="17263" y="33259"/>
                </a:cubicBezTo>
                <a:lnTo>
                  <a:pt x="17263" y="33259"/>
                </a:lnTo>
                <a:lnTo>
                  <a:pt x="17184" y="33317"/>
                </a:lnTo>
                <a:lnTo>
                  <a:pt x="17184" y="33317"/>
                </a:lnTo>
                <a:cubicBezTo>
                  <a:pt x="17243" y="33246"/>
                  <a:pt x="17299" y="33172"/>
                  <a:pt x="17351" y="33097"/>
                </a:cubicBezTo>
                <a:cubicBezTo>
                  <a:pt x="17373" y="33076"/>
                  <a:pt x="17393" y="33054"/>
                  <a:pt x="17413" y="33032"/>
                </a:cubicBezTo>
                <a:lnTo>
                  <a:pt x="17413" y="33032"/>
                </a:lnTo>
                <a:cubicBezTo>
                  <a:pt x="17412" y="33034"/>
                  <a:pt x="17411" y="33037"/>
                  <a:pt x="17410" y="33039"/>
                </a:cubicBezTo>
                <a:cubicBezTo>
                  <a:pt x="17469" y="33009"/>
                  <a:pt x="17528" y="32965"/>
                  <a:pt x="17557" y="32936"/>
                </a:cubicBezTo>
                <a:cubicBezTo>
                  <a:pt x="17572" y="32877"/>
                  <a:pt x="17602" y="32833"/>
                  <a:pt x="17616" y="32803"/>
                </a:cubicBezTo>
                <a:lnTo>
                  <a:pt x="17616" y="32803"/>
                </a:lnTo>
                <a:lnTo>
                  <a:pt x="17586" y="32822"/>
                </a:lnTo>
                <a:lnTo>
                  <a:pt x="17586" y="32822"/>
                </a:lnTo>
                <a:cubicBezTo>
                  <a:pt x="17625" y="32772"/>
                  <a:pt x="17664" y="32721"/>
                  <a:pt x="17705" y="32671"/>
                </a:cubicBezTo>
                <a:cubicBezTo>
                  <a:pt x="17726" y="32649"/>
                  <a:pt x="17746" y="32628"/>
                  <a:pt x="17766" y="32606"/>
                </a:cubicBezTo>
                <a:lnTo>
                  <a:pt x="17766" y="32606"/>
                </a:lnTo>
                <a:cubicBezTo>
                  <a:pt x="17765" y="32608"/>
                  <a:pt x="17764" y="32610"/>
                  <a:pt x="17763" y="32612"/>
                </a:cubicBezTo>
                <a:cubicBezTo>
                  <a:pt x="17822" y="32582"/>
                  <a:pt x="17866" y="32538"/>
                  <a:pt x="17911" y="32494"/>
                </a:cubicBezTo>
                <a:lnTo>
                  <a:pt x="17969" y="32376"/>
                </a:lnTo>
                <a:lnTo>
                  <a:pt x="17938" y="32397"/>
                </a:lnTo>
                <a:lnTo>
                  <a:pt x="17938" y="32397"/>
                </a:lnTo>
                <a:cubicBezTo>
                  <a:pt x="17977" y="32347"/>
                  <a:pt x="18017" y="32295"/>
                  <a:pt x="18058" y="32244"/>
                </a:cubicBezTo>
                <a:cubicBezTo>
                  <a:pt x="18081" y="32218"/>
                  <a:pt x="18105" y="32191"/>
                  <a:pt x="18128" y="32163"/>
                </a:cubicBezTo>
                <a:lnTo>
                  <a:pt x="18128" y="32163"/>
                </a:lnTo>
                <a:cubicBezTo>
                  <a:pt x="18124" y="32176"/>
                  <a:pt x="18120" y="32188"/>
                  <a:pt x="18117" y="32200"/>
                </a:cubicBezTo>
                <a:cubicBezTo>
                  <a:pt x="18161" y="32156"/>
                  <a:pt x="18220" y="32126"/>
                  <a:pt x="18264" y="32067"/>
                </a:cubicBezTo>
                <a:lnTo>
                  <a:pt x="18308" y="31950"/>
                </a:lnTo>
                <a:lnTo>
                  <a:pt x="18289" y="31963"/>
                </a:lnTo>
                <a:lnTo>
                  <a:pt x="18289" y="31963"/>
                </a:lnTo>
                <a:cubicBezTo>
                  <a:pt x="18300" y="31949"/>
                  <a:pt x="18311" y="31934"/>
                  <a:pt x="18322" y="31920"/>
                </a:cubicBezTo>
                <a:lnTo>
                  <a:pt x="18322" y="31920"/>
                </a:lnTo>
                <a:cubicBezTo>
                  <a:pt x="18521" y="31050"/>
                  <a:pt x="18355" y="30044"/>
                  <a:pt x="17822" y="29065"/>
                </a:cubicBezTo>
                <a:cubicBezTo>
                  <a:pt x="17116" y="27800"/>
                  <a:pt x="15997" y="26681"/>
                  <a:pt x="14379" y="25622"/>
                </a:cubicBezTo>
                <a:cubicBezTo>
                  <a:pt x="14143" y="25474"/>
                  <a:pt x="13893" y="25327"/>
                  <a:pt x="13658" y="25165"/>
                </a:cubicBezTo>
                <a:cubicBezTo>
                  <a:pt x="12524" y="24444"/>
                  <a:pt x="11641" y="23635"/>
                  <a:pt x="11023" y="22796"/>
                </a:cubicBezTo>
                <a:cubicBezTo>
                  <a:pt x="10508" y="22075"/>
                  <a:pt x="9978" y="21207"/>
                  <a:pt x="9964" y="20206"/>
                </a:cubicBezTo>
                <a:cubicBezTo>
                  <a:pt x="9949" y="19132"/>
                  <a:pt x="10464" y="18028"/>
                  <a:pt x="11391" y="17115"/>
                </a:cubicBezTo>
                <a:cubicBezTo>
                  <a:pt x="11744" y="16762"/>
                  <a:pt x="12127" y="16453"/>
                  <a:pt x="12554" y="16188"/>
                </a:cubicBezTo>
                <a:cubicBezTo>
                  <a:pt x="13569" y="15570"/>
                  <a:pt x="14688" y="15158"/>
                  <a:pt x="15777" y="14776"/>
                </a:cubicBezTo>
                <a:cubicBezTo>
                  <a:pt x="16218" y="14614"/>
                  <a:pt x="16689" y="14437"/>
                  <a:pt x="17131" y="14275"/>
                </a:cubicBezTo>
                <a:cubicBezTo>
                  <a:pt x="18720" y="13657"/>
                  <a:pt x="20251" y="12789"/>
                  <a:pt x="21663" y="11744"/>
                </a:cubicBezTo>
                <a:cubicBezTo>
                  <a:pt x="22870" y="10832"/>
                  <a:pt x="23738" y="9904"/>
                  <a:pt x="24253" y="8963"/>
                </a:cubicBezTo>
                <a:cubicBezTo>
                  <a:pt x="24562" y="8374"/>
                  <a:pt x="24754" y="7785"/>
                  <a:pt x="24783" y="7182"/>
                </a:cubicBezTo>
                <a:cubicBezTo>
                  <a:pt x="24842" y="6461"/>
                  <a:pt x="24710" y="5784"/>
                  <a:pt x="24489" y="4945"/>
                </a:cubicBezTo>
                <a:cubicBezTo>
                  <a:pt x="24077" y="3297"/>
                  <a:pt x="23488" y="1693"/>
                  <a:pt x="22767" y="206"/>
                </a:cubicBezTo>
                <a:lnTo>
                  <a:pt x="22708" y="236"/>
                </a:lnTo>
                <a:cubicBezTo>
                  <a:pt x="23429" y="1737"/>
                  <a:pt x="24018" y="3312"/>
                  <a:pt x="24445" y="4974"/>
                </a:cubicBezTo>
                <a:cubicBezTo>
                  <a:pt x="24636" y="5784"/>
                  <a:pt x="24768" y="6461"/>
                  <a:pt x="24739" y="7182"/>
                </a:cubicBezTo>
                <a:cubicBezTo>
                  <a:pt x="24695" y="7771"/>
                  <a:pt x="24518" y="8359"/>
                  <a:pt x="24224" y="8918"/>
                </a:cubicBezTo>
                <a:cubicBezTo>
                  <a:pt x="23724" y="9860"/>
                  <a:pt x="22855" y="10802"/>
                  <a:pt x="21649" y="11685"/>
                </a:cubicBezTo>
                <a:cubicBezTo>
                  <a:pt x="20221" y="12730"/>
                  <a:pt x="18705" y="13584"/>
                  <a:pt x="17131" y="14202"/>
                </a:cubicBezTo>
                <a:cubicBezTo>
                  <a:pt x="16689" y="14393"/>
                  <a:pt x="16218" y="14555"/>
                  <a:pt x="15777" y="14702"/>
                </a:cubicBezTo>
                <a:cubicBezTo>
                  <a:pt x="14673" y="15085"/>
                  <a:pt x="13555" y="15497"/>
                  <a:pt x="12539" y="16129"/>
                </a:cubicBezTo>
                <a:cubicBezTo>
                  <a:pt x="12112" y="16409"/>
                  <a:pt x="11715" y="16718"/>
                  <a:pt x="11362" y="17071"/>
                </a:cubicBezTo>
                <a:cubicBezTo>
                  <a:pt x="10420" y="18028"/>
                  <a:pt x="9905" y="19132"/>
                  <a:pt x="9905" y="20221"/>
                </a:cubicBezTo>
                <a:cubicBezTo>
                  <a:pt x="9920" y="21192"/>
                  <a:pt x="10420" y="22060"/>
                  <a:pt x="10994" y="22855"/>
                </a:cubicBezTo>
                <a:cubicBezTo>
                  <a:pt x="11597" y="23708"/>
                  <a:pt x="12480" y="24503"/>
                  <a:pt x="13643" y="25239"/>
                </a:cubicBezTo>
                <a:cubicBezTo>
                  <a:pt x="13878" y="25386"/>
                  <a:pt x="14114" y="25533"/>
                  <a:pt x="14364" y="25695"/>
                </a:cubicBezTo>
                <a:cubicBezTo>
                  <a:pt x="15983" y="26755"/>
                  <a:pt x="17101" y="27873"/>
                  <a:pt x="17778" y="29124"/>
                </a:cubicBezTo>
                <a:cubicBezTo>
                  <a:pt x="18324" y="30086"/>
                  <a:pt x="18491" y="31133"/>
                  <a:pt x="18253" y="31990"/>
                </a:cubicBezTo>
                <a:lnTo>
                  <a:pt x="18253" y="31990"/>
                </a:lnTo>
                <a:lnTo>
                  <a:pt x="18289" y="31963"/>
                </a:lnTo>
                <a:lnTo>
                  <a:pt x="18289" y="31963"/>
                </a:lnTo>
                <a:cubicBezTo>
                  <a:pt x="18274" y="31983"/>
                  <a:pt x="18259" y="32003"/>
                  <a:pt x="18243" y="32022"/>
                </a:cubicBezTo>
                <a:lnTo>
                  <a:pt x="18243" y="32022"/>
                </a:lnTo>
                <a:cubicBezTo>
                  <a:pt x="18247" y="32011"/>
                  <a:pt x="18250" y="32001"/>
                  <a:pt x="18253" y="31990"/>
                </a:cubicBezTo>
                <a:lnTo>
                  <a:pt x="18253" y="31990"/>
                </a:lnTo>
                <a:lnTo>
                  <a:pt x="18146" y="32067"/>
                </a:lnTo>
                <a:cubicBezTo>
                  <a:pt x="18146" y="32076"/>
                  <a:pt x="18145" y="32088"/>
                  <a:pt x="18142" y="32102"/>
                </a:cubicBezTo>
                <a:lnTo>
                  <a:pt x="18142" y="32102"/>
                </a:lnTo>
                <a:cubicBezTo>
                  <a:pt x="18164" y="32088"/>
                  <a:pt x="18187" y="32074"/>
                  <a:pt x="18211" y="32063"/>
                </a:cubicBezTo>
                <a:lnTo>
                  <a:pt x="18211" y="32063"/>
                </a:lnTo>
                <a:cubicBezTo>
                  <a:pt x="18184" y="32097"/>
                  <a:pt x="18156" y="32130"/>
                  <a:pt x="18128" y="32163"/>
                </a:cubicBezTo>
                <a:lnTo>
                  <a:pt x="18128" y="32163"/>
                </a:lnTo>
                <a:cubicBezTo>
                  <a:pt x="18134" y="32142"/>
                  <a:pt x="18139" y="32121"/>
                  <a:pt x="18142" y="32102"/>
                </a:cubicBezTo>
                <a:lnTo>
                  <a:pt x="18142" y="32102"/>
                </a:lnTo>
                <a:cubicBezTo>
                  <a:pt x="18112" y="32121"/>
                  <a:pt x="18085" y="32141"/>
                  <a:pt x="18062" y="32157"/>
                </a:cubicBezTo>
                <a:lnTo>
                  <a:pt x="18062" y="32157"/>
                </a:lnTo>
                <a:cubicBezTo>
                  <a:pt x="18065" y="32146"/>
                  <a:pt x="18068" y="32135"/>
                  <a:pt x="18072" y="32126"/>
                </a:cubicBezTo>
                <a:lnTo>
                  <a:pt x="18072" y="32126"/>
                </a:lnTo>
                <a:cubicBezTo>
                  <a:pt x="18064" y="32131"/>
                  <a:pt x="18056" y="32136"/>
                  <a:pt x="18048" y="32141"/>
                </a:cubicBezTo>
                <a:lnTo>
                  <a:pt x="18048" y="32141"/>
                </a:lnTo>
                <a:cubicBezTo>
                  <a:pt x="18046" y="32151"/>
                  <a:pt x="18045" y="32161"/>
                  <a:pt x="18043" y="32170"/>
                </a:cubicBezTo>
                <a:cubicBezTo>
                  <a:pt x="18049" y="32166"/>
                  <a:pt x="18055" y="32162"/>
                  <a:pt x="18062" y="32157"/>
                </a:cubicBezTo>
                <a:lnTo>
                  <a:pt x="18062" y="32157"/>
                </a:lnTo>
                <a:cubicBezTo>
                  <a:pt x="18056" y="32182"/>
                  <a:pt x="18053" y="32209"/>
                  <a:pt x="18043" y="32229"/>
                </a:cubicBezTo>
                <a:cubicBezTo>
                  <a:pt x="18043" y="32229"/>
                  <a:pt x="18043" y="32244"/>
                  <a:pt x="18014" y="32244"/>
                </a:cubicBezTo>
                <a:cubicBezTo>
                  <a:pt x="17969" y="32288"/>
                  <a:pt x="17896" y="32347"/>
                  <a:pt x="17837" y="32376"/>
                </a:cubicBezTo>
                <a:cubicBezTo>
                  <a:pt x="17846" y="32358"/>
                  <a:pt x="17850" y="32333"/>
                  <a:pt x="17855" y="32303"/>
                </a:cubicBezTo>
                <a:lnTo>
                  <a:pt x="17855" y="32303"/>
                </a:lnTo>
                <a:cubicBezTo>
                  <a:pt x="17828" y="32318"/>
                  <a:pt x="17799" y="32332"/>
                  <a:pt x="17768" y="32349"/>
                </a:cubicBezTo>
                <a:lnTo>
                  <a:pt x="17768" y="32349"/>
                </a:lnTo>
                <a:cubicBezTo>
                  <a:pt x="17771" y="32335"/>
                  <a:pt x="17774" y="32320"/>
                  <a:pt x="17778" y="32303"/>
                </a:cubicBezTo>
                <a:lnTo>
                  <a:pt x="17778" y="32303"/>
                </a:lnTo>
                <a:cubicBezTo>
                  <a:pt x="17760" y="32314"/>
                  <a:pt x="17742" y="32324"/>
                  <a:pt x="17724" y="32335"/>
                </a:cubicBezTo>
                <a:lnTo>
                  <a:pt x="17724" y="32335"/>
                </a:lnTo>
                <a:cubicBezTo>
                  <a:pt x="17722" y="32349"/>
                  <a:pt x="17721" y="32363"/>
                  <a:pt x="17719" y="32376"/>
                </a:cubicBezTo>
                <a:cubicBezTo>
                  <a:pt x="17736" y="32367"/>
                  <a:pt x="17753" y="32358"/>
                  <a:pt x="17768" y="32349"/>
                </a:cubicBezTo>
                <a:lnTo>
                  <a:pt x="17768" y="32349"/>
                </a:lnTo>
                <a:cubicBezTo>
                  <a:pt x="17762" y="32382"/>
                  <a:pt x="17759" y="32409"/>
                  <a:pt x="17749" y="32450"/>
                </a:cubicBezTo>
                <a:cubicBezTo>
                  <a:pt x="17675" y="32494"/>
                  <a:pt x="17602" y="32538"/>
                  <a:pt x="17543" y="32582"/>
                </a:cubicBezTo>
                <a:cubicBezTo>
                  <a:pt x="17551" y="32549"/>
                  <a:pt x="17555" y="32524"/>
                  <a:pt x="17556" y="32499"/>
                </a:cubicBezTo>
                <a:lnTo>
                  <a:pt x="17556" y="32499"/>
                </a:lnTo>
                <a:cubicBezTo>
                  <a:pt x="17530" y="32512"/>
                  <a:pt x="17505" y="32525"/>
                  <a:pt x="17480" y="32540"/>
                </a:cubicBezTo>
                <a:lnTo>
                  <a:pt x="17480" y="32540"/>
                </a:lnTo>
                <a:cubicBezTo>
                  <a:pt x="17482" y="32523"/>
                  <a:pt x="17484" y="32508"/>
                  <a:pt x="17484" y="32494"/>
                </a:cubicBezTo>
                <a:lnTo>
                  <a:pt x="17484" y="32494"/>
                </a:lnTo>
                <a:cubicBezTo>
                  <a:pt x="17461" y="32503"/>
                  <a:pt x="17436" y="32515"/>
                  <a:pt x="17411" y="32529"/>
                </a:cubicBezTo>
                <a:lnTo>
                  <a:pt x="17411" y="32529"/>
                </a:lnTo>
                <a:cubicBezTo>
                  <a:pt x="17411" y="32547"/>
                  <a:pt x="17411" y="32564"/>
                  <a:pt x="17410" y="32582"/>
                </a:cubicBezTo>
                <a:cubicBezTo>
                  <a:pt x="17434" y="32566"/>
                  <a:pt x="17457" y="32553"/>
                  <a:pt x="17480" y="32540"/>
                </a:cubicBezTo>
                <a:lnTo>
                  <a:pt x="17480" y="32540"/>
                </a:lnTo>
                <a:cubicBezTo>
                  <a:pt x="17475" y="32575"/>
                  <a:pt x="17464" y="32616"/>
                  <a:pt x="17454" y="32656"/>
                </a:cubicBezTo>
                <a:cubicBezTo>
                  <a:pt x="17366" y="32715"/>
                  <a:pt x="17307" y="32744"/>
                  <a:pt x="17204" y="32803"/>
                </a:cubicBezTo>
                <a:cubicBezTo>
                  <a:pt x="17230" y="32761"/>
                  <a:pt x="17241" y="32723"/>
                  <a:pt x="17245" y="32687"/>
                </a:cubicBezTo>
                <a:lnTo>
                  <a:pt x="17245" y="32687"/>
                </a:lnTo>
                <a:cubicBezTo>
                  <a:pt x="17220" y="32700"/>
                  <a:pt x="17195" y="32713"/>
                  <a:pt x="17169" y="32727"/>
                </a:cubicBezTo>
                <a:lnTo>
                  <a:pt x="17169" y="32727"/>
                </a:lnTo>
                <a:cubicBezTo>
                  <a:pt x="17172" y="32704"/>
                  <a:pt x="17175" y="32682"/>
                  <a:pt x="17175" y="32656"/>
                </a:cubicBezTo>
                <a:lnTo>
                  <a:pt x="17175" y="32656"/>
                </a:lnTo>
                <a:cubicBezTo>
                  <a:pt x="17138" y="32685"/>
                  <a:pt x="17099" y="32707"/>
                  <a:pt x="17055" y="32729"/>
                </a:cubicBezTo>
                <a:lnTo>
                  <a:pt x="17055" y="32729"/>
                </a:lnTo>
                <a:cubicBezTo>
                  <a:pt x="17035" y="32200"/>
                  <a:pt x="16930" y="31617"/>
                  <a:pt x="16674" y="30993"/>
                </a:cubicBezTo>
                <a:cubicBezTo>
                  <a:pt x="16027" y="29271"/>
                  <a:pt x="14835" y="27726"/>
                  <a:pt x="13157" y="26401"/>
                </a:cubicBezTo>
                <a:cubicBezTo>
                  <a:pt x="12922" y="26210"/>
                  <a:pt x="12672" y="26019"/>
                  <a:pt x="12377" y="25798"/>
                </a:cubicBezTo>
                <a:cubicBezTo>
                  <a:pt x="10994" y="24768"/>
                  <a:pt x="10067" y="23753"/>
                  <a:pt x="9537" y="22708"/>
                </a:cubicBezTo>
                <a:cubicBezTo>
                  <a:pt x="9140" y="21898"/>
                  <a:pt x="8786" y="21104"/>
                  <a:pt x="8845" y="20206"/>
                </a:cubicBezTo>
                <a:cubicBezTo>
                  <a:pt x="8919" y="19220"/>
                  <a:pt x="9404" y="18190"/>
                  <a:pt x="10273" y="17336"/>
                </a:cubicBezTo>
                <a:cubicBezTo>
                  <a:pt x="10582" y="16998"/>
                  <a:pt x="10950" y="16703"/>
                  <a:pt x="11347" y="16424"/>
                </a:cubicBezTo>
                <a:cubicBezTo>
                  <a:pt x="12201" y="15820"/>
                  <a:pt x="13187" y="15394"/>
                  <a:pt x="14143" y="14982"/>
                </a:cubicBezTo>
                <a:cubicBezTo>
                  <a:pt x="14585" y="14776"/>
                  <a:pt x="15056" y="14570"/>
                  <a:pt x="15497" y="14349"/>
                </a:cubicBezTo>
                <a:cubicBezTo>
                  <a:pt x="16969" y="13613"/>
                  <a:pt x="18352" y="12671"/>
                  <a:pt x="19618" y="11553"/>
                </a:cubicBezTo>
                <a:cubicBezTo>
                  <a:pt x="20692" y="10596"/>
                  <a:pt x="21443" y="9654"/>
                  <a:pt x="21899" y="8683"/>
                </a:cubicBezTo>
                <a:cubicBezTo>
                  <a:pt x="22178" y="8109"/>
                  <a:pt x="22340" y="7550"/>
                  <a:pt x="22384" y="6961"/>
                </a:cubicBezTo>
                <a:cubicBezTo>
                  <a:pt x="22458" y="6196"/>
                  <a:pt x="22326" y="5445"/>
                  <a:pt x="22193" y="4798"/>
                </a:cubicBezTo>
                <a:cubicBezTo>
                  <a:pt x="21869" y="3164"/>
                  <a:pt x="21354" y="1619"/>
                  <a:pt x="20648" y="192"/>
                </a:cubicBezTo>
                <a:lnTo>
                  <a:pt x="20589" y="221"/>
                </a:lnTo>
                <a:cubicBezTo>
                  <a:pt x="21295" y="1634"/>
                  <a:pt x="21810" y="3179"/>
                  <a:pt x="22134" y="4827"/>
                </a:cubicBezTo>
                <a:cubicBezTo>
                  <a:pt x="22267" y="5445"/>
                  <a:pt x="22384" y="6196"/>
                  <a:pt x="22311" y="6961"/>
                </a:cubicBezTo>
                <a:cubicBezTo>
                  <a:pt x="22252" y="7520"/>
                  <a:pt x="22090" y="8094"/>
                  <a:pt x="21825" y="8668"/>
                </a:cubicBezTo>
                <a:cubicBezTo>
                  <a:pt x="21369" y="9625"/>
                  <a:pt x="20633" y="10567"/>
                  <a:pt x="19559" y="11494"/>
                </a:cubicBezTo>
                <a:cubicBezTo>
                  <a:pt x="18293" y="12627"/>
                  <a:pt x="16910" y="13554"/>
                  <a:pt x="15468" y="14275"/>
                </a:cubicBezTo>
                <a:cubicBezTo>
                  <a:pt x="15026" y="14496"/>
                  <a:pt x="14555" y="14702"/>
                  <a:pt x="14099" y="14908"/>
                </a:cubicBezTo>
                <a:cubicBezTo>
                  <a:pt x="13157" y="15320"/>
                  <a:pt x="12186" y="15762"/>
                  <a:pt x="11303" y="16350"/>
                </a:cubicBezTo>
                <a:cubicBezTo>
                  <a:pt x="10920" y="16630"/>
                  <a:pt x="10552" y="16924"/>
                  <a:pt x="10243" y="17263"/>
                </a:cubicBezTo>
                <a:cubicBezTo>
                  <a:pt x="9375" y="18146"/>
                  <a:pt x="8860" y="19176"/>
                  <a:pt x="8786" y="20176"/>
                </a:cubicBezTo>
                <a:cubicBezTo>
                  <a:pt x="8713" y="21104"/>
                  <a:pt x="9081" y="21913"/>
                  <a:pt x="9478" y="22722"/>
                </a:cubicBezTo>
                <a:cubicBezTo>
                  <a:pt x="10023" y="23782"/>
                  <a:pt x="10935" y="24797"/>
                  <a:pt x="12333" y="25842"/>
                </a:cubicBezTo>
                <a:cubicBezTo>
                  <a:pt x="12627" y="26063"/>
                  <a:pt x="12892" y="26269"/>
                  <a:pt x="13128" y="26460"/>
                </a:cubicBezTo>
                <a:cubicBezTo>
                  <a:pt x="14805" y="27785"/>
                  <a:pt x="15983" y="29330"/>
                  <a:pt x="16616" y="31037"/>
                </a:cubicBezTo>
                <a:cubicBezTo>
                  <a:pt x="16857" y="31663"/>
                  <a:pt x="16975" y="32247"/>
                  <a:pt x="16983" y="32764"/>
                </a:cubicBezTo>
                <a:lnTo>
                  <a:pt x="16983" y="32764"/>
                </a:lnTo>
                <a:cubicBezTo>
                  <a:pt x="17008" y="32752"/>
                  <a:pt x="17032" y="32740"/>
                  <a:pt x="17055" y="32729"/>
                </a:cubicBezTo>
                <a:lnTo>
                  <a:pt x="17055" y="32729"/>
                </a:lnTo>
                <a:cubicBezTo>
                  <a:pt x="17056" y="32749"/>
                  <a:pt x="17057" y="32769"/>
                  <a:pt x="17057" y="32788"/>
                </a:cubicBezTo>
                <a:cubicBezTo>
                  <a:pt x="17096" y="32766"/>
                  <a:pt x="17133" y="32746"/>
                  <a:pt x="17169" y="32727"/>
                </a:cubicBezTo>
                <a:lnTo>
                  <a:pt x="17169" y="32727"/>
                </a:lnTo>
                <a:cubicBezTo>
                  <a:pt x="17165" y="32756"/>
                  <a:pt x="17160" y="32785"/>
                  <a:pt x="17160" y="32818"/>
                </a:cubicBezTo>
                <a:cubicBezTo>
                  <a:pt x="17057" y="32877"/>
                  <a:pt x="16983" y="32906"/>
                  <a:pt x="16895" y="32965"/>
                </a:cubicBezTo>
                <a:cubicBezTo>
                  <a:pt x="16905" y="32927"/>
                  <a:pt x="16908" y="32895"/>
                  <a:pt x="16909" y="32862"/>
                </a:cubicBezTo>
                <a:lnTo>
                  <a:pt x="16909" y="32862"/>
                </a:lnTo>
                <a:cubicBezTo>
                  <a:pt x="16885" y="32875"/>
                  <a:pt x="16861" y="32887"/>
                  <a:pt x="16836" y="32899"/>
                </a:cubicBezTo>
                <a:lnTo>
                  <a:pt x="16836" y="32899"/>
                </a:lnTo>
                <a:lnTo>
                  <a:pt x="16836" y="32818"/>
                </a:lnTo>
                <a:cubicBezTo>
                  <a:pt x="16794" y="32846"/>
                  <a:pt x="16753" y="32867"/>
                  <a:pt x="16711" y="32888"/>
                </a:cubicBezTo>
                <a:lnTo>
                  <a:pt x="16711" y="32888"/>
                </a:lnTo>
                <a:cubicBezTo>
                  <a:pt x="16713" y="32914"/>
                  <a:pt x="16716" y="32939"/>
                  <a:pt x="16719" y="32965"/>
                </a:cubicBezTo>
                <a:cubicBezTo>
                  <a:pt x="16758" y="32939"/>
                  <a:pt x="16797" y="32918"/>
                  <a:pt x="16836" y="32899"/>
                </a:cubicBezTo>
                <a:lnTo>
                  <a:pt x="16836" y="32899"/>
                </a:lnTo>
                <a:lnTo>
                  <a:pt x="16836" y="33009"/>
                </a:lnTo>
                <a:cubicBezTo>
                  <a:pt x="16748" y="33053"/>
                  <a:pt x="16660" y="33097"/>
                  <a:pt x="16586" y="33156"/>
                </a:cubicBezTo>
                <a:cubicBezTo>
                  <a:pt x="16582" y="33138"/>
                  <a:pt x="16578" y="33120"/>
                  <a:pt x="16576" y="33101"/>
                </a:cubicBezTo>
                <a:lnTo>
                  <a:pt x="16576" y="33101"/>
                </a:lnTo>
                <a:lnTo>
                  <a:pt x="16513" y="33131"/>
                </a:lnTo>
                <a:lnTo>
                  <a:pt x="16513" y="33186"/>
                </a:lnTo>
                <a:cubicBezTo>
                  <a:pt x="16439" y="33230"/>
                  <a:pt x="16365" y="33274"/>
                  <a:pt x="16277" y="33318"/>
                </a:cubicBezTo>
                <a:cubicBezTo>
                  <a:pt x="16248" y="33318"/>
                  <a:pt x="16233" y="33333"/>
                  <a:pt x="16218" y="33333"/>
                </a:cubicBezTo>
                <a:lnTo>
                  <a:pt x="16218" y="33303"/>
                </a:lnTo>
                <a:lnTo>
                  <a:pt x="16218" y="33303"/>
                </a:lnTo>
                <a:cubicBezTo>
                  <a:pt x="16200" y="33313"/>
                  <a:pt x="16182" y="33322"/>
                  <a:pt x="16164" y="33331"/>
                </a:cubicBezTo>
                <a:lnTo>
                  <a:pt x="16164" y="33331"/>
                </a:lnTo>
                <a:cubicBezTo>
                  <a:pt x="16159" y="33287"/>
                  <a:pt x="16159" y="33240"/>
                  <a:pt x="16159" y="33200"/>
                </a:cubicBezTo>
                <a:cubicBezTo>
                  <a:pt x="16123" y="33216"/>
                  <a:pt x="16086" y="33232"/>
                  <a:pt x="16050" y="33248"/>
                </a:cubicBezTo>
                <a:lnTo>
                  <a:pt x="16050" y="33248"/>
                </a:lnTo>
                <a:cubicBezTo>
                  <a:pt x="16006" y="32989"/>
                  <a:pt x="15943" y="32712"/>
                  <a:pt x="15880" y="32435"/>
                </a:cubicBezTo>
                <a:cubicBezTo>
                  <a:pt x="15350" y="30404"/>
                  <a:pt x="14143" y="28565"/>
                  <a:pt x="12304" y="26946"/>
                </a:cubicBezTo>
                <a:cubicBezTo>
                  <a:pt x="12039" y="26725"/>
                  <a:pt x="11759" y="26490"/>
                  <a:pt x="11435" y="26210"/>
                </a:cubicBezTo>
                <a:cubicBezTo>
                  <a:pt x="10346" y="25312"/>
                  <a:pt x="9022" y="24106"/>
                  <a:pt x="8448" y="22575"/>
                </a:cubicBezTo>
                <a:cubicBezTo>
                  <a:pt x="8183" y="21854"/>
                  <a:pt x="7918" y="21030"/>
                  <a:pt x="8051" y="20147"/>
                </a:cubicBezTo>
                <a:cubicBezTo>
                  <a:pt x="8212" y="18970"/>
                  <a:pt x="8934" y="18028"/>
                  <a:pt x="9478" y="17439"/>
                </a:cubicBezTo>
                <a:cubicBezTo>
                  <a:pt x="9772" y="17130"/>
                  <a:pt x="10111" y="16836"/>
                  <a:pt x="10479" y="16571"/>
                </a:cubicBezTo>
                <a:cubicBezTo>
                  <a:pt x="11244" y="16012"/>
                  <a:pt x="12112" y="15541"/>
                  <a:pt x="12936" y="15129"/>
                </a:cubicBezTo>
                <a:cubicBezTo>
                  <a:pt x="13378" y="14879"/>
                  <a:pt x="13864" y="14643"/>
                  <a:pt x="14305" y="14393"/>
                </a:cubicBezTo>
                <a:cubicBezTo>
                  <a:pt x="15688" y="13584"/>
                  <a:pt x="16969" y="12568"/>
                  <a:pt x="18117" y="11391"/>
                </a:cubicBezTo>
                <a:cubicBezTo>
                  <a:pt x="19073" y="10390"/>
                  <a:pt x="19735" y="9434"/>
                  <a:pt x="20148" y="8462"/>
                </a:cubicBezTo>
                <a:cubicBezTo>
                  <a:pt x="20398" y="7918"/>
                  <a:pt x="20545" y="7344"/>
                  <a:pt x="20618" y="6770"/>
                </a:cubicBezTo>
                <a:cubicBezTo>
                  <a:pt x="20692" y="6166"/>
                  <a:pt x="20648" y="5519"/>
                  <a:pt x="20515" y="4680"/>
                </a:cubicBezTo>
                <a:cubicBezTo>
                  <a:pt x="20280" y="3061"/>
                  <a:pt x="19809" y="1546"/>
                  <a:pt x="19103" y="162"/>
                </a:cubicBezTo>
                <a:lnTo>
                  <a:pt x="18808" y="118"/>
                </a:lnTo>
                <a:lnTo>
                  <a:pt x="18808" y="118"/>
                </a:lnTo>
                <a:cubicBezTo>
                  <a:pt x="19485" y="1487"/>
                  <a:pt x="19971" y="3002"/>
                  <a:pt x="20221" y="4607"/>
                </a:cubicBezTo>
                <a:cubicBezTo>
                  <a:pt x="20354" y="5445"/>
                  <a:pt x="20368" y="6078"/>
                  <a:pt x="20324" y="6682"/>
                </a:cubicBezTo>
                <a:cubicBezTo>
                  <a:pt x="20265" y="7226"/>
                  <a:pt x="20118" y="7800"/>
                  <a:pt x="19883" y="8359"/>
                </a:cubicBezTo>
                <a:cubicBezTo>
                  <a:pt x="19471" y="9330"/>
                  <a:pt x="18808" y="10272"/>
                  <a:pt x="17852" y="11258"/>
                </a:cubicBezTo>
                <a:cubicBezTo>
                  <a:pt x="16719" y="12436"/>
                  <a:pt x="15438" y="13436"/>
                  <a:pt x="14070" y="14246"/>
                </a:cubicBezTo>
                <a:cubicBezTo>
                  <a:pt x="13628" y="14496"/>
                  <a:pt x="13157" y="14731"/>
                  <a:pt x="12701" y="14982"/>
                </a:cubicBezTo>
                <a:cubicBezTo>
                  <a:pt x="11877" y="15423"/>
                  <a:pt x="11009" y="15865"/>
                  <a:pt x="10214" y="16453"/>
                </a:cubicBezTo>
                <a:cubicBezTo>
                  <a:pt x="9846" y="16718"/>
                  <a:pt x="9522" y="17012"/>
                  <a:pt x="9228" y="17336"/>
                </a:cubicBezTo>
                <a:cubicBezTo>
                  <a:pt x="8654" y="17925"/>
                  <a:pt x="7933" y="18881"/>
                  <a:pt x="7771" y="20073"/>
                </a:cubicBezTo>
                <a:cubicBezTo>
                  <a:pt x="7639" y="20971"/>
                  <a:pt x="7918" y="21825"/>
                  <a:pt x="8168" y="22531"/>
                </a:cubicBezTo>
                <a:cubicBezTo>
                  <a:pt x="8772" y="24076"/>
                  <a:pt x="10096" y="25312"/>
                  <a:pt x="11170" y="26195"/>
                </a:cubicBezTo>
                <a:cubicBezTo>
                  <a:pt x="11480" y="26460"/>
                  <a:pt x="11759" y="26696"/>
                  <a:pt x="12039" y="26917"/>
                </a:cubicBezTo>
                <a:cubicBezTo>
                  <a:pt x="13864" y="28535"/>
                  <a:pt x="15056" y="30360"/>
                  <a:pt x="15585" y="32362"/>
                </a:cubicBezTo>
                <a:cubicBezTo>
                  <a:pt x="15674" y="32715"/>
                  <a:pt x="15733" y="33024"/>
                  <a:pt x="15777" y="33318"/>
                </a:cubicBezTo>
                <a:cubicBezTo>
                  <a:pt x="15674" y="33377"/>
                  <a:pt x="15571" y="33421"/>
                  <a:pt x="15482" y="33480"/>
                </a:cubicBezTo>
                <a:cubicBezTo>
                  <a:pt x="15438" y="33259"/>
                  <a:pt x="15409" y="33039"/>
                  <a:pt x="15350" y="32818"/>
                </a:cubicBezTo>
                <a:cubicBezTo>
                  <a:pt x="14879" y="30728"/>
                  <a:pt x="13658" y="28771"/>
                  <a:pt x="11744" y="27049"/>
                </a:cubicBezTo>
                <a:cubicBezTo>
                  <a:pt x="11465" y="26799"/>
                  <a:pt x="11200" y="26549"/>
                  <a:pt x="10861" y="26269"/>
                </a:cubicBezTo>
                <a:cubicBezTo>
                  <a:pt x="9669" y="25254"/>
                  <a:pt x="8360" y="24003"/>
                  <a:pt x="7830" y="22443"/>
                </a:cubicBezTo>
                <a:cubicBezTo>
                  <a:pt x="7565" y="21707"/>
                  <a:pt x="7374" y="20898"/>
                  <a:pt x="7521" y="20029"/>
                </a:cubicBezTo>
                <a:cubicBezTo>
                  <a:pt x="7712" y="18881"/>
                  <a:pt x="8404" y="17954"/>
                  <a:pt x="8948" y="17380"/>
                </a:cubicBezTo>
                <a:cubicBezTo>
                  <a:pt x="9243" y="17071"/>
                  <a:pt x="9552" y="16792"/>
                  <a:pt x="9920" y="16527"/>
                </a:cubicBezTo>
                <a:cubicBezTo>
                  <a:pt x="10655" y="15953"/>
                  <a:pt x="11480" y="15511"/>
                  <a:pt x="12274" y="15070"/>
                </a:cubicBezTo>
                <a:cubicBezTo>
                  <a:pt x="12716" y="14805"/>
                  <a:pt x="13201" y="14570"/>
                  <a:pt x="13643" y="14290"/>
                </a:cubicBezTo>
                <a:cubicBezTo>
                  <a:pt x="14997" y="13466"/>
                  <a:pt x="16233" y="12436"/>
                  <a:pt x="17337" y="11244"/>
                </a:cubicBezTo>
                <a:cubicBezTo>
                  <a:pt x="18249" y="10243"/>
                  <a:pt x="18897" y="9286"/>
                  <a:pt x="19279" y="8300"/>
                </a:cubicBezTo>
                <a:cubicBezTo>
                  <a:pt x="19529" y="7741"/>
                  <a:pt x="19677" y="7182"/>
                  <a:pt x="19721" y="6623"/>
                </a:cubicBezTo>
                <a:cubicBezTo>
                  <a:pt x="19809" y="6019"/>
                  <a:pt x="19780" y="5357"/>
                  <a:pt x="19677" y="4548"/>
                </a:cubicBezTo>
                <a:cubicBezTo>
                  <a:pt x="19456" y="2944"/>
                  <a:pt x="18985" y="1443"/>
                  <a:pt x="18308" y="59"/>
                </a:cubicBezTo>
                <a:lnTo>
                  <a:pt x="18249" y="89"/>
                </a:lnTo>
                <a:cubicBezTo>
                  <a:pt x="18941" y="1457"/>
                  <a:pt x="19397" y="2958"/>
                  <a:pt x="19618" y="4562"/>
                </a:cubicBezTo>
                <a:cubicBezTo>
                  <a:pt x="19721" y="5372"/>
                  <a:pt x="19750" y="6034"/>
                  <a:pt x="19677" y="6623"/>
                </a:cubicBezTo>
                <a:cubicBezTo>
                  <a:pt x="19618" y="7182"/>
                  <a:pt x="19471" y="7726"/>
                  <a:pt x="19235" y="8286"/>
                </a:cubicBezTo>
                <a:cubicBezTo>
                  <a:pt x="18823" y="9257"/>
                  <a:pt x="18205" y="10213"/>
                  <a:pt x="17278" y="11199"/>
                </a:cubicBezTo>
                <a:cubicBezTo>
                  <a:pt x="16189" y="12406"/>
                  <a:pt x="14938" y="13407"/>
                  <a:pt x="13599" y="14260"/>
                </a:cubicBezTo>
                <a:cubicBezTo>
                  <a:pt x="13157" y="14540"/>
                  <a:pt x="12701" y="14790"/>
                  <a:pt x="12259" y="15026"/>
                </a:cubicBezTo>
                <a:cubicBezTo>
                  <a:pt x="11465" y="15467"/>
                  <a:pt x="10641" y="15938"/>
                  <a:pt x="9890" y="16497"/>
                </a:cubicBezTo>
                <a:cubicBezTo>
                  <a:pt x="9537" y="16777"/>
                  <a:pt x="9198" y="17071"/>
                  <a:pt x="8904" y="17366"/>
                </a:cubicBezTo>
                <a:cubicBezTo>
                  <a:pt x="8360" y="17954"/>
                  <a:pt x="7668" y="18881"/>
                  <a:pt x="7462" y="20059"/>
                </a:cubicBezTo>
                <a:cubicBezTo>
                  <a:pt x="7315" y="20912"/>
                  <a:pt x="7506" y="21751"/>
                  <a:pt x="7771" y="22502"/>
                </a:cubicBezTo>
                <a:cubicBezTo>
                  <a:pt x="8301" y="24062"/>
                  <a:pt x="9611" y="25327"/>
                  <a:pt x="10817" y="26343"/>
                </a:cubicBezTo>
                <a:cubicBezTo>
                  <a:pt x="11141" y="26622"/>
                  <a:pt x="11435" y="26858"/>
                  <a:pt x="11700" y="27123"/>
                </a:cubicBezTo>
                <a:cubicBezTo>
                  <a:pt x="13599" y="28830"/>
                  <a:pt x="14791" y="30758"/>
                  <a:pt x="15276" y="32862"/>
                </a:cubicBezTo>
                <a:cubicBezTo>
                  <a:pt x="15335" y="33097"/>
                  <a:pt x="15365" y="33333"/>
                  <a:pt x="15409" y="33539"/>
                </a:cubicBezTo>
                <a:cubicBezTo>
                  <a:pt x="15306" y="33598"/>
                  <a:pt x="15217" y="33642"/>
                  <a:pt x="15114" y="33701"/>
                </a:cubicBezTo>
                <a:cubicBezTo>
                  <a:pt x="15100" y="33568"/>
                  <a:pt x="15070" y="33451"/>
                  <a:pt x="15041" y="33303"/>
                </a:cubicBezTo>
                <a:cubicBezTo>
                  <a:pt x="14614" y="31125"/>
                  <a:pt x="13393" y="29080"/>
                  <a:pt x="11406" y="27240"/>
                </a:cubicBezTo>
                <a:cubicBezTo>
                  <a:pt x="11141" y="26990"/>
                  <a:pt x="10847" y="26725"/>
                  <a:pt x="10508" y="26431"/>
                </a:cubicBezTo>
                <a:cubicBezTo>
                  <a:pt x="9184" y="25298"/>
                  <a:pt x="7918" y="24032"/>
                  <a:pt x="7418" y="22428"/>
                </a:cubicBezTo>
                <a:cubicBezTo>
                  <a:pt x="7212" y="21781"/>
                  <a:pt x="7020" y="20912"/>
                  <a:pt x="7197" y="20059"/>
                </a:cubicBezTo>
                <a:cubicBezTo>
                  <a:pt x="7418" y="18926"/>
                  <a:pt x="8095" y="18013"/>
                  <a:pt x="8639" y="17454"/>
                </a:cubicBezTo>
                <a:cubicBezTo>
                  <a:pt x="8904" y="17160"/>
                  <a:pt x="9243" y="16865"/>
                  <a:pt x="9566" y="16600"/>
                </a:cubicBezTo>
                <a:cubicBezTo>
                  <a:pt x="10287" y="16041"/>
                  <a:pt x="11067" y="15585"/>
                  <a:pt x="11818" y="15143"/>
                </a:cubicBezTo>
                <a:cubicBezTo>
                  <a:pt x="12259" y="14879"/>
                  <a:pt x="12730" y="14614"/>
                  <a:pt x="13157" y="14319"/>
                </a:cubicBezTo>
                <a:cubicBezTo>
                  <a:pt x="14482" y="13451"/>
                  <a:pt x="15703" y="12406"/>
                  <a:pt x="16748" y="11185"/>
                </a:cubicBezTo>
                <a:cubicBezTo>
                  <a:pt x="17616" y="10169"/>
                  <a:pt x="18234" y="9213"/>
                  <a:pt x="18617" y="8227"/>
                </a:cubicBezTo>
                <a:cubicBezTo>
                  <a:pt x="18838" y="7668"/>
                  <a:pt x="18985" y="7123"/>
                  <a:pt x="19044" y="6564"/>
                </a:cubicBezTo>
                <a:cubicBezTo>
                  <a:pt x="19117" y="5960"/>
                  <a:pt x="19103" y="5298"/>
                  <a:pt x="19014" y="4504"/>
                </a:cubicBezTo>
                <a:cubicBezTo>
                  <a:pt x="18808" y="2914"/>
                  <a:pt x="18367" y="1413"/>
                  <a:pt x="17690" y="59"/>
                </a:cubicBezTo>
                <a:lnTo>
                  <a:pt x="17631" y="89"/>
                </a:lnTo>
                <a:cubicBezTo>
                  <a:pt x="18308" y="1443"/>
                  <a:pt x="18749" y="2929"/>
                  <a:pt x="18941" y="4533"/>
                </a:cubicBezTo>
                <a:cubicBezTo>
                  <a:pt x="19029" y="5313"/>
                  <a:pt x="19044" y="5960"/>
                  <a:pt x="18970" y="6564"/>
                </a:cubicBezTo>
                <a:cubicBezTo>
                  <a:pt x="18897" y="7123"/>
                  <a:pt x="18764" y="7668"/>
                  <a:pt x="18543" y="8212"/>
                </a:cubicBezTo>
                <a:cubicBezTo>
                  <a:pt x="18161" y="9183"/>
                  <a:pt x="17557" y="10140"/>
                  <a:pt x="16674" y="11155"/>
                </a:cubicBezTo>
                <a:cubicBezTo>
                  <a:pt x="15630" y="12347"/>
                  <a:pt x="14408" y="13392"/>
                  <a:pt x="13084" y="14260"/>
                </a:cubicBezTo>
                <a:cubicBezTo>
                  <a:pt x="12642" y="14555"/>
                  <a:pt x="12186" y="14805"/>
                  <a:pt x="11744" y="15085"/>
                </a:cubicBezTo>
                <a:cubicBezTo>
                  <a:pt x="10994" y="15526"/>
                  <a:pt x="10199" y="15982"/>
                  <a:pt x="9478" y="16542"/>
                </a:cubicBezTo>
                <a:cubicBezTo>
                  <a:pt x="9125" y="16821"/>
                  <a:pt x="8816" y="17115"/>
                  <a:pt x="8521" y="17410"/>
                </a:cubicBezTo>
                <a:cubicBezTo>
                  <a:pt x="7992" y="17969"/>
                  <a:pt x="7285" y="18896"/>
                  <a:pt x="7065" y="20029"/>
                </a:cubicBezTo>
                <a:cubicBezTo>
                  <a:pt x="6888" y="20942"/>
                  <a:pt x="7094" y="21795"/>
                  <a:pt x="7285" y="22443"/>
                </a:cubicBezTo>
                <a:cubicBezTo>
                  <a:pt x="7771" y="24047"/>
                  <a:pt x="9081" y="25327"/>
                  <a:pt x="10405" y="26475"/>
                </a:cubicBezTo>
                <a:cubicBezTo>
                  <a:pt x="10729" y="26755"/>
                  <a:pt x="11023" y="27020"/>
                  <a:pt x="11303" y="27284"/>
                </a:cubicBezTo>
                <a:cubicBezTo>
                  <a:pt x="13275" y="29124"/>
                  <a:pt x="14482" y="31140"/>
                  <a:pt x="14894" y="33318"/>
                </a:cubicBezTo>
                <a:cubicBezTo>
                  <a:pt x="14923" y="33465"/>
                  <a:pt x="14938" y="33613"/>
                  <a:pt x="14967" y="33745"/>
                </a:cubicBezTo>
                <a:lnTo>
                  <a:pt x="14688" y="33907"/>
                </a:lnTo>
                <a:cubicBezTo>
                  <a:pt x="14688" y="33848"/>
                  <a:pt x="14673" y="33819"/>
                  <a:pt x="14673" y="33760"/>
                </a:cubicBezTo>
                <a:cubicBezTo>
                  <a:pt x="14320" y="31508"/>
                  <a:pt x="13084" y="29374"/>
                  <a:pt x="11023" y="27417"/>
                </a:cubicBezTo>
                <a:cubicBezTo>
                  <a:pt x="10744" y="27137"/>
                  <a:pt x="10435" y="26858"/>
                  <a:pt x="10111" y="26563"/>
                </a:cubicBezTo>
                <a:cubicBezTo>
                  <a:pt x="8831" y="25445"/>
                  <a:pt x="7418" y="24076"/>
                  <a:pt x="6976" y="22369"/>
                </a:cubicBezTo>
                <a:cubicBezTo>
                  <a:pt x="6741" y="21457"/>
                  <a:pt x="6682" y="20692"/>
                  <a:pt x="6844" y="20015"/>
                </a:cubicBezTo>
                <a:cubicBezTo>
                  <a:pt x="7050" y="19146"/>
                  <a:pt x="7550" y="18263"/>
                  <a:pt x="8286" y="17483"/>
                </a:cubicBezTo>
                <a:cubicBezTo>
                  <a:pt x="8566" y="17189"/>
                  <a:pt x="8875" y="16909"/>
                  <a:pt x="9198" y="16630"/>
                </a:cubicBezTo>
                <a:cubicBezTo>
                  <a:pt x="9890" y="16100"/>
                  <a:pt x="10626" y="15614"/>
                  <a:pt x="11332" y="15173"/>
                </a:cubicBezTo>
                <a:cubicBezTo>
                  <a:pt x="11774" y="14908"/>
                  <a:pt x="12259" y="14614"/>
                  <a:pt x="12686" y="14319"/>
                </a:cubicBezTo>
                <a:cubicBezTo>
                  <a:pt x="13981" y="13407"/>
                  <a:pt x="15159" y="12347"/>
                  <a:pt x="16174" y="11126"/>
                </a:cubicBezTo>
                <a:cubicBezTo>
                  <a:pt x="16998" y="10125"/>
                  <a:pt x="17587" y="9139"/>
                  <a:pt x="17984" y="8153"/>
                </a:cubicBezTo>
                <a:cubicBezTo>
                  <a:pt x="18176" y="7594"/>
                  <a:pt x="18323" y="7049"/>
                  <a:pt x="18396" y="6490"/>
                </a:cubicBezTo>
                <a:cubicBezTo>
                  <a:pt x="18470" y="5887"/>
                  <a:pt x="18470" y="5225"/>
                  <a:pt x="18396" y="4459"/>
                </a:cubicBezTo>
                <a:cubicBezTo>
                  <a:pt x="18234" y="2870"/>
                  <a:pt x="17808" y="1384"/>
                  <a:pt x="17131" y="44"/>
                </a:cubicBezTo>
                <a:lnTo>
                  <a:pt x="17072" y="74"/>
                </a:lnTo>
                <a:cubicBezTo>
                  <a:pt x="17763" y="1413"/>
                  <a:pt x="18176" y="2885"/>
                  <a:pt x="18352" y="4474"/>
                </a:cubicBezTo>
                <a:cubicBezTo>
                  <a:pt x="18426" y="5239"/>
                  <a:pt x="18440" y="5902"/>
                  <a:pt x="18352" y="6490"/>
                </a:cubicBezTo>
                <a:cubicBezTo>
                  <a:pt x="18279" y="7035"/>
                  <a:pt x="18146" y="7579"/>
                  <a:pt x="17925" y="8138"/>
                </a:cubicBezTo>
                <a:cubicBezTo>
                  <a:pt x="17557" y="9124"/>
                  <a:pt x="16969" y="10081"/>
                  <a:pt x="16145" y="11096"/>
                </a:cubicBezTo>
                <a:cubicBezTo>
                  <a:pt x="15129" y="12303"/>
                  <a:pt x="13967" y="13377"/>
                  <a:pt x="12657" y="14275"/>
                </a:cubicBezTo>
                <a:cubicBezTo>
                  <a:pt x="12215" y="14570"/>
                  <a:pt x="11759" y="14864"/>
                  <a:pt x="11318" y="15143"/>
                </a:cubicBezTo>
                <a:cubicBezTo>
                  <a:pt x="10597" y="15585"/>
                  <a:pt x="9846" y="16041"/>
                  <a:pt x="9169" y="16600"/>
                </a:cubicBezTo>
                <a:cubicBezTo>
                  <a:pt x="8831" y="16865"/>
                  <a:pt x="8521" y="17145"/>
                  <a:pt x="8227" y="17439"/>
                </a:cubicBezTo>
                <a:cubicBezTo>
                  <a:pt x="7477" y="18234"/>
                  <a:pt x="6976" y="19132"/>
                  <a:pt x="6770" y="20015"/>
                </a:cubicBezTo>
                <a:cubicBezTo>
                  <a:pt x="6608" y="20721"/>
                  <a:pt x="6652" y="21472"/>
                  <a:pt x="6903" y="22413"/>
                </a:cubicBezTo>
                <a:cubicBezTo>
                  <a:pt x="7359" y="24135"/>
                  <a:pt x="8786" y="25474"/>
                  <a:pt x="10067" y="26622"/>
                </a:cubicBezTo>
                <a:cubicBezTo>
                  <a:pt x="10405" y="26917"/>
                  <a:pt x="10714" y="27196"/>
                  <a:pt x="10994" y="27461"/>
                </a:cubicBezTo>
                <a:cubicBezTo>
                  <a:pt x="13025" y="29433"/>
                  <a:pt x="14261" y="31552"/>
                  <a:pt x="14599" y="33774"/>
                </a:cubicBezTo>
                <a:cubicBezTo>
                  <a:pt x="14614" y="33833"/>
                  <a:pt x="14614" y="33892"/>
                  <a:pt x="14614" y="33936"/>
                </a:cubicBezTo>
                <a:cubicBezTo>
                  <a:pt x="14526" y="33995"/>
                  <a:pt x="14423" y="34054"/>
                  <a:pt x="14349" y="34113"/>
                </a:cubicBezTo>
                <a:cubicBezTo>
                  <a:pt x="14055" y="31847"/>
                  <a:pt x="12833" y="29654"/>
                  <a:pt x="10714" y="27579"/>
                </a:cubicBezTo>
                <a:cubicBezTo>
                  <a:pt x="10420" y="27299"/>
                  <a:pt x="10111" y="27005"/>
                  <a:pt x="9772" y="26696"/>
                </a:cubicBezTo>
                <a:cubicBezTo>
                  <a:pt x="8374" y="25445"/>
                  <a:pt x="6991" y="24062"/>
                  <a:pt x="6594" y="22340"/>
                </a:cubicBezTo>
                <a:cubicBezTo>
                  <a:pt x="6388" y="21457"/>
                  <a:pt x="6373" y="20692"/>
                  <a:pt x="6549" y="20000"/>
                </a:cubicBezTo>
                <a:cubicBezTo>
                  <a:pt x="6770" y="19146"/>
                  <a:pt x="7271" y="18293"/>
                  <a:pt x="7992" y="17513"/>
                </a:cubicBezTo>
                <a:cubicBezTo>
                  <a:pt x="8271" y="17218"/>
                  <a:pt x="8566" y="16939"/>
                  <a:pt x="8889" y="16674"/>
                </a:cubicBezTo>
                <a:cubicBezTo>
                  <a:pt x="9537" y="16129"/>
                  <a:pt x="10229" y="15673"/>
                  <a:pt x="10935" y="15232"/>
                </a:cubicBezTo>
                <a:cubicBezTo>
                  <a:pt x="11376" y="14937"/>
                  <a:pt x="11847" y="14643"/>
                  <a:pt x="12274" y="14319"/>
                </a:cubicBezTo>
                <a:cubicBezTo>
                  <a:pt x="13569" y="13392"/>
                  <a:pt x="14702" y="12288"/>
                  <a:pt x="15659" y="11052"/>
                </a:cubicBezTo>
                <a:cubicBezTo>
                  <a:pt x="16439" y="10066"/>
                  <a:pt x="17028" y="9051"/>
                  <a:pt x="17396" y="8065"/>
                </a:cubicBezTo>
                <a:cubicBezTo>
                  <a:pt x="17587" y="7520"/>
                  <a:pt x="17719" y="6976"/>
                  <a:pt x="17793" y="6417"/>
                </a:cubicBezTo>
                <a:cubicBezTo>
                  <a:pt x="17866" y="5813"/>
                  <a:pt x="17881" y="5151"/>
                  <a:pt x="17808" y="4401"/>
                </a:cubicBezTo>
                <a:cubicBezTo>
                  <a:pt x="17660" y="2811"/>
                  <a:pt x="17263" y="1340"/>
                  <a:pt x="16586" y="15"/>
                </a:cubicBezTo>
                <a:lnTo>
                  <a:pt x="16527" y="59"/>
                </a:lnTo>
                <a:cubicBezTo>
                  <a:pt x="17204" y="1384"/>
                  <a:pt x="17616" y="2855"/>
                  <a:pt x="17734" y="4415"/>
                </a:cubicBezTo>
                <a:cubicBezTo>
                  <a:pt x="17808" y="5166"/>
                  <a:pt x="17793" y="5813"/>
                  <a:pt x="17719" y="6417"/>
                </a:cubicBezTo>
                <a:cubicBezTo>
                  <a:pt x="17646" y="6961"/>
                  <a:pt x="17513" y="7506"/>
                  <a:pt x="17322" y="8035"/>
                </a:cubicBezTo>
                <a:cubicBezTo>
                  <a:pt x="16954" y="9021"/>
                  <a:pt x="16380" y="10022"/>
                  <a:pt x="15600" y="11023"/>
                </a:cubicBezTo>
                <a:cubicBezTo>
                  <a:pt x="14644" y="12259"/>
                  <a:pt x="13510" y="13333"/>
                  <a:pt x="12245" y="14260"/>
                </a:cubicBezTo>
                <a:cubicBezTo>
                  <a:pt x="11803" y="14570"/>
                  <a:pt x="11332" y="14879"/>
                  <a:pt x="10891" y="15173"/>
                </a:cubicBezTo>
                <a:cubicBezTo>
                  <a:pt x="10214" y="15614"/>
                  <a:pt x="9493" y="16085"/>
                  <a:pt x="8860" y="16615"/>
                </a:cubicBezTo>
                <a:cubicBezTo>
                  <a:pt x="8521" y="16895"/>
                  <a:pt x="8212" y="17160"/>
                  <a:pt x="7948" y="17454"/>
                </a:cubicBezTo>
                <a:cubicBezTo>
                  <a:pt x="7212" y="18249"/>
                  <a:pt x="6726" y="19117"/>
                  <a:pt x="6505" y="19985"/>
                </a:cubicBezTo>
                <a:cubicBezTo>
                  <a:pt x="6314" y="20677"/>
                  <a:pt x="6329" y="21457"/>
                  <a:pt x="6535" y="22354"/>
                </a:cubicBezTo>
                <a:cubicBezTo>
                  <a:pt x="6947" y="24106"/>
                  <a:pt x="8345" y="25504"/>
                  <a:pt x="9743" y="26755"/>
                </a:cubicBezTo>
                <a:cubicBezTo>
                  <a:pt x="10081" y="27064"/>
                  <a:pt x="10376" y="27358"/>
                  <a:pt x="10670" y="27638"/>
                </a:cubicBezTo>
                <a:cubicBezTo>
                  <a:pt x="12789" y="29713"/>
                  <a:pt x="14011" y="31905"/>
                  <a:pt x="14305" y="34157"/>
                </a:cubicBezTo>
                <a:cubicBezTo>
                  <a:pt x="14202" y="34216"/>
                  <a:pt x="14128" y="34275"/>
                  <a:pt x="14040" y="34334"/>
                </a:cubicBezTo>
                <a:cubicBezTo>
                  <a:pt x="13746" y="32097"/>
                  <a:pt x="12539" y="29889"/>
                  <a:pt x="10420" y="27755"/>
                </a:cubicBezTo>
                <a:cubicBezTo>
                  <a:pt x="10126" y="27461"/>
                  <a:pt x="9817" y="27152"/>
                  <a:pt x="9463" y="26843"/>
                </a:cubicBezTo>
                <a:cubicBezTo>
                  <a:pt x="7903" y="25401"/>
                  <a:pt x="6579" y="24062"/>
                  <a:pt x="6226" y="22296"/>
                </a:cubicBezTo>
                <a:cubicBezTo>
                  <a:pt x="6064" y="21457"/>
                  <a:pt x="6079" y="20692"/>
                  <a:pt x="6285" y="19985"/>
                </a:cubicBezTo>
                <a:cubicBezTo>
                  <a:pt x="6520" y="19146"/>
                  <a:pt x="7020" y="18307"/>
                  <a:pt x="7712" y="17557"/>
                </a:cubicBezTo>
                <a:cubicBezTo>
                  <a:pt x="7977" y="17277"/>
                  <a:pt x="8271" y="16983"/>
                  <a:pt x="8595" y="16718"/>
                </a:cubicBezTo>
                <a:cubicBezTo>
                  <a:pt x="9198" y="16203"/>
                  <a:pt x="9861" y="15747"/>
                  <a:pt x="10508" y="15305"/>
                </a:cubicBezTo>
                <a:cubicBezTo>
                  <a:pt x="10950" y="14996"/>
                  <a:pt x="11435" y="14687"/>
                  <a:pt x="11877" y="14334"/>
                </a:cubicBezTo>
                <a:cubicBezTo>
                  <a:pt x="13128" y="13377"/>
                  <a:pt x="14231" y="12259"/>
                  <a:pt x="15144" y="11023"/>
                </a:cubicBezTo>
                <a:cubicBezTo>
                  <a:pt x="15880" y="10022"/>
                  <a:pt x="16439" y="9021"/>
                  <a:pt x="16777" y="8006"/>
                </a:cubicBezTo>
                <a:cubicBezTo>
                  <a:pt x="16969" y="7476"/>
                  <a:pt x="17116" y="6917"/>
                  <a:pt x="17190" y="6387"/>
                </a:cubicBezTo>
                <a:cubicBezTo>
                  <a:pt x="17278" y="5754"/>
                  <a:pt x="17293" y="5092"/>
                  <a:pt x="17248" y="4386"/>
                </a:cubicBezTo>
                <a:cubicBezTo>
                  <a:pt x="17131" y="2811"/>
                  <a:pt x="16733" y="1340"/>
                  <a:pt x="16071" y="15"/>
                </a:cubicBezTo>
                <a:lnTo>
                  <a:pt x="16012" y="59"/>
                </a:lnTo>
                <a:cubicBezTo>
                  <a:pt x="16674" y="1369"/>
                  <a:pt x="17072" y="2811"/>
                  <a:pt x="17190" y="4386"/>
                </a:cubicBezTo>
                <a:cubicBezTo>
                  <a:pt x="17248" y="5092"/>
                  <a:pt x="17219" y="5754"/>
                  <a:pt x="17131" y="6373"/>
                </a:cubicBezTo>
                <a:cubicBezTo>
                  <a:pt x="17057" y="6902"/>
                  <a:pt x="16925" y="7432"/>
                  <a:pt x="16748" y="7962"/>
                </a:cubicBezTo>
                <a:cubicBezTo>
                  <a:pt x="16395" y="8963"/>
                  <a:pt x="15850" y="9978"/>
                  <a:pt x="15114" y="10964"/>
                </a:cubicBezTo>
                <a:cubicBezTo>
                  <a:pt x="14187" y="12200"/>
                  <a:pt x="13084" y="13319"/>
                  <a:pt x="11833" y="14275"/>
                </a:cubicBezTo>
                <a:cubicBezTo>
                  <a:pt x="11391" y="14614"/>
                  <a:pt x="10935" y="14937"/>
                  <a:pt x="10494" y="15246"/>
                </a:cubicBezTo>
                <a:cubicBezTo>
                  <a:pt x="9846" y="15688"/>
                  <a:pt x="9184" y="16159"/>
                  <a:pt x="8566" y="16689"/>
                </a:cubicBezTo>
                <a:cubicBezTo>
                  <a:pt x="8227" y="16968"/>
                  <a:pt x="7933" y="17233"/>
                  <a:pt x="7683" y="17528"/>
                </a:cubicBezTo>
                <a:cubicBezTo>
                  <a:pt x="6962" y="18307"/>
                  <a:pt x="6461" y="19146"/>
                  <a:pt x="6226" y="20000"/>
                </a:cubicBezTo>
                <a:cubicBezTo>
                  <a:pt x="6020" y="20721"/>
                  <a:pt x="5990" y="21486"/>
                  <a:pt x="6167" y="22340"/>
                </a:cubicBezTo>
                <a:cubicBezTo>
                  <a:pt x="6520" y="24120"/>
                  <a:pt x="7859" y="25460"/>
                  <a:pt x="9419" y="26917"/>
                </a:cubicBezTo>
                <a:cubicBezTo>
                  <a:pt x="9772" y="27240"/>
                  <a:pt x="10081" y="27535"/>
                  <a:pt x="10376" y="27829"/>
                </a:cubicBezTo>
                <a:cubicBezTo>
                  <a:pt x="12510" y="29963"/>
                  <a:pt x="13731" y="32170"/>
                  <a:pt x="14011" y="34407"/>
                </a:cubicBezTo>
                <a:cubicBezTo>
                  <a:pt x="13937" y="34451"/>
                  <a:pt x="13834" y="34510"/>
                  <a:pt x="13775" y="34584"/>
                </a:cubicBezTo>
                <a:cubicBezTo>
                  <a:pt x="13496" y="32376"/>
                  <a:pt x="12304" y="30213"/>
                  <a:pt x="10126" y="27961"/>
                </a:cubicBezTo>
                <a:cubicBezTo>
                  <a:pt x="9817" y="27652"/>
                  <a:pt x="9507" y="27343"/>
                  <a:pt x="9154" y="27005"/>
                </a:cubicBezTo>
                <a:cubicBezTo>
                  <a:pt x="7756" y="25695"/>
                  <a:pt x="6196" y="24223"/>
                  <a:pt x="5858" y="22281"/>
                </a:cubicBezTo>
                <a:cubicBezTo>
                  <a:pt x="5725" y="21486"/>
                  <a:pt x="5784" y="20721"/>
                  <a:pt x="6005" y="20000"/>
                </a:cubicBezTo>
                <a:cubicBezTo>
                  <a:pt x="6270" y="19190"/>
                  <a:pt x="6756" y="18366"/>
                  <a:pt x="7432" y="17631"/>
                </a:cubicBezTo>
                <a:cubicBezTo>
                  <a:pt x="7697" y="17351"/>
                  <a:pt x="7977" y="17071"/>
                  <a:pt x="8286" y="16792"/>
                </a:cubicBezTo>
                <a:cubicBezTo>
                  <a:pt x="8860" y="16306"/>
                  <a:pt x="9478" y="15835"/>
                  <a:pt x="10081" y="15394"/>
                </a:cubicBezTo>
                <a:cubicBezTo>
                  <a:pt x="10552" y="15070"/>
                  <a:pt x="11009" y="14717"/>
                  <a:pt x="11450" y="14363"/>
                </a:cubicBezTo>
                <a:cubicBezTo>
                  <a:pt x="12686" y="13377"/>
                  <a:pt x="13746" y="12230"/>
                  <a:pt x="14629" y="10979"/>
                </a:cubicBezTo>
                <a:cubicBezTo>
                  <a:pt x="15335" y="9993"/>
                  <a:pt x="15850" y="8963"/>
                  <a:pt x="16189" y="7947"/>
                </a:cubicBezTo>
                <a:cubicBezTo>
                  <a:pt x="16380" y="7417"/>
                  <a:pt x="16513" y="6888"/>
                  <a:pt x="16586" y="6343"/>
                </a:cubicBezTo>
                <a:cubicBezTo>
                  <a:pt x="16674" y="5725"/>
                  <a:pt x="16689" y="5063"/>
                  <a:pt x="16660" y="4356"/>
                </a:cubicBezTo>
                <a:cubicBezTo>
                  <a:pt x="16557" y="2796"/>
                  <a:pt x="16189" y="1340"/>
                  <a:pt x="15512" y="44"/>
                </a:cubicBezTo>
                <a:lnTo>
                  <a:pt x="15453" y="74"/>
                </a:lnTo>
                <a:cubicBezTo>
                  <a:pt x="16115" y="1369"/>
                  <a:pt x="16513" y="2811"/>
                  <a:pt x="16586" y="4356"/>
                </a:cubicBezTo>
                <a:cubicBezTo>
                  <a:pt x="16616" y="5063"/>
                  <a:pt x="16601" y="5725"/>
                  <a:pt x="16513" y="6343"/>
                </a:cubicBezTo>
                <a:cubicBezTo>
                  <a:pt x="16439" y="6888"/>
                  <a:pt x="16307" y="7417"/>
                  <a:pt x="16115" y="7947"/>
                </a:cubicBezTo>
                <a:cubicBezTo>
                  <a:pt x="15791" y="8963"/>
                  <a:pt x="15262" y="9978"/>
                  <a:pt x="14555" y="10964"/>
                </a:cubicBezTo>
                <a:cubicBezTo>
                  <a:pt x="13687" y="12215"/>
                  <a:pt x="12627" y="13333"/>
                  <a:pt x="11391" y="14334"/>
                </a:cubicBezTo>
                <a:cubicBezTo>
                  <a:pt x="10950" y="14687"/>
                  <a:pt x="10494" y="15026"/>
                  <a:pt x="10037" y="15364"/>
                </a:cubicBezTo>
                <a:cubicBezTo>
                  <a:pt x="9419" y="15806"/>
                  <a:pt x="8801" y="16262"/>
                  <a:pt x="8227" y="16762"/>
                </a:cubicBezTo>
                <a:cubicBezTo>
                  <a:pt x="7918" y="17042"/>
                  <a:pt x="7624" y="17307"/>
                  <a:pt x="7359" y="17586"/>
                </a:cubicBezTo>
                <a:cubicBezTo>
                  <a:pt x="6682" y="18337"/>
                  <a:pt x="6167" y="19176"/>
                  <a:pt x="5917" y="19985"/>
                </a:cubicBezTo>
                <a:cubicBezTo>
                  <a:pt x="5666" y="20721"/>
                  <a:pt x="5622" y="21486"/>
                  <a:pt x="5740" y="22296"/>
                </a:cubicBezTo>
                <a:cubicBezTo>
                  <a:pt x="6079" y="24268"/>
                  <a:pt x="7653" y="25754"/>
                  <a:pt x="9051" y="27064"/>
                </a:cubicBezTo>
                <a:cubicBezTo>
                  <a:pt x="9404" y="27387"/>
                  <a:pt x="9743" y="27711"/>
                  <a:pt x="10037" y="28020"/>
                </a:cubicBezTo>
                <a:cubicBezTo>
                  <a:pt x="12201" y="30257"/>
                  <a:pt x="13393" y="32435"/>
                  <a:pt x="13658" y="34643"/>
                </a:cubicBezTo>
                <a:cubicBezTo>
                  <a:pt x="13584" y="34702"/>
                  <a:pt x="13510" y="34746"/>
                  <a:pt x="13422" y="34819"/>
                </a:cubicBezTo>
                <a:cubicBezTo>
                  <a:pt x="13157" y="32656"/>
                  <a:pt x="11965" y="30448"/>
                  <a:pt x="9758" y="28153"/>
                </a:cubicBezTo>
                <a:cubicBezTo>
                  <a:pt x="9449" y="27814"/>
                  <a:pt x="9110" y="27505"/>
                  <a:pt x="8742" y="27152"/>
                </a:cubicBezTo>
                <a:lnTo>
                  <a:pt x="8683" y="27123"/>
                </a:lnTo>
                <a:cubicBezTo>
                  <a:pt x="7271" y="25754"/>
                  <a:pt x="5652" y="24223"/>
                  <a:pt x="5402" y="22237"/>
                </a:cubicBezTo>
                <a:cubicBezTo>
                  <a:pt x="5284" y="21486"/>
                  <a:pt x="5372" y="20721"/>
                  <a:pt x="5652" y="19985"/>
                </a:cubicBezTo>
                <a:cubicBezTo>
                  <a:pt x="5931" y="19190"/>
                  <a:pt x="6446" y="18381"/>
                  <a:pt x="7109" y="17660"/>
                </a:cubicBezTo>
                <a:cubicBezTo>
                  <a:pt x="7344" y="17380"/>
                  <a:pt x="7624" y="17130"/>
                  <a:pt x="7933" y="16851"/>
                </a:cubicBezTo>
                <a:cubicBezTo>
                  <a:pt x="8463" y="16380"/>
                  <a:pt x="9051" y="15909"/>
                  <a:pt x="9625" y="15467"/>
                </a:cubicBezTo>
                <a:cubicBezTo>
                  <a:pt x="10081" y="15129"/>
                  <a:pt x="10552" y="14761"/>
                  <a:pt x="10994" y="14363"/>
                </a:cubicBezTo>
                <a:cubicBezTo>
                  <a:pt x="12201" y="13333"/>
                  <a:pt x="13231" y="12185"/>
                  <a:pt x="14055" y="10905"/>
                </a:cubicBezTo>
                <a:cubicBezTo>
                  <a:pt x="14717" y="9919"/>
                  <a:pt x="15217" y="8889"/>
                  <a:pt x="15556" y="7859"/>
                </a:cubicBezTo>
                <a:cubicBezTo>
                  <a:pt x="15718" y="7344"/>
                  <a:pt x="15850" y="6785"/>
                  <a:pt x="15924" y="6255"/>
                </a:cubicBezTo>
                <a:cubicBezTo>
                  <a:pt x="16012" y="5607"/>
                  <a:pt x="16042" y="4945"/>
                  <a:pt x="16027" y="4283"/>
                </a:cubicBezTo>
                <a:cubicBezTo>
                  <a:pt x="15968" y="2738"/>
                  <a:pt x="15600" y="1295"/>
                  <a:pt x="14938" y="0"/>
                </a:cubicBezTo>
                <a:lnTo>
                  <a:pt x="14894" y="44"/>
                </a:lnTo>
                <a:cubicBezTo>
                  <a:pt x="15527" y="1310"/>
                  <a:pt x="15924" y="2782"/>
                  <a:pt x="15968" y="4312"/>
                </a:cubicBezTo>
                <a:cubicBezTo>
                  <a:pt x="15997" y="4974"/>
                  <a:pt x="15953" y="5637"/>
                  <a:pt x="15865" y="6269"/>
                </a:cubicBezTo>
                <a:cubicBezTo>
                  <a:pt x="15791" y="6814"/>
                  <a:pt x="15659" y="7344"/>
                  <a:pt x="15497" y="7859"/>
                </a:cubicBezTo>
                <a:cubicBezTo>
                  <a:pt x="15159" y="8889"/>
                  <a:pt x="14673" y="9904"/>
                  <a:pt x="14025" y="10890"/>
                </a:cubicBezTo>
                <a:cubicBezTo>
                  <a:pt x="13201" y="12141"/>
                  <a:pt x="12171" y="13304"/>
                  <a:pt x="10964" y="14334"/>
                </a:cubicBezTo>
                <a:cubicBezTo>
                  <a:pt x="10523" y="14717"/>
                  <a:pt x="10052" y="15070"/>
                  <a:pt x="9611" y="15423"/>
                </a:cubicBezTo>
                <a:cubicBezTo>
                  <a:pt x="9037" y="15865"/>
                  <a:pt x="8448" y="16306"/>
                  <a:pt x="7918" y="16792"/>
                </a:cubicBezTo>
                <a:cubicBezTo>
                  <a:pt x="7609" y="17071"/>
                  <a:pt x="7329" y="17351"/>
                  <a:pt x="7094" y="17631"/>
                </a:cubicBezTo>
                <a:cubicBezTo>
                  <a:pt x="6432" y="18366"/>
                  <a:pt x="5917" y="19176"/>
                  <a:pt x="5637" y="19956"/>
                </a:cubicBezTo>
                <a:cubicBezTo>
                  <a:pt x="5357" y="20721"/>
                  <a:pt x="5284" y="21486"/>
                  <a:pt x="5372" y="22266"/>
                </a:cubicBezTo>
                <a:cubicBezTo>
                  <a:pt x="5652" y="24268"/>
                  <a:pt x="7271" y="25813"/>
                  <a:pt x="8683" y="27167"/>
                </a:cubicBezTo>
                <a:lnTo>
                  <a:pt x="8742" y="27211"/>
                </a:lnTo>
                <a:cubicBezTo>
                  <a:pt x="9110" y="27564"/>
                  <a:pt x="9449" y="27888"/>
                  <a:pt x="9743" y="28197"/>
                </a:cubicBezTo>
                <a:cubicBezTo>
                  <a:pt x="11950" y="30507"/>
                  <a:pt x="13142" y="32685"/>
                  <a:pt x="13378" y="34878"/>
                </a:cubicBezTo>
                <a:cubicBezTo>
                  <a:pt x="13304" y="34937"/>
                  <a:pt x="13231" y="35011"/>
                  <a:pt x="13157" y="35069"/>
                </a:cubicBezTo>
                <a:cubicBezTo>
                  <a:pt x="12775" y="31861"/>
                  <a:pt x="10346" y="29139"/>
                  <a:pt x="8448" y="27299"/>
                </a:cubicBezTo>
                <a:lnTo>
                  <a:pt x="8301" y="27152"/>
                </a:lnTo>
                <a:cubicBezTo>
                  <a:pt x="6814" y="25695"/>
                  <a:pt x="5269" y="24209"/>
                  <a:pt x="5063" y="22207"/>
                </a:cubicBezTo>
                <a:cubicBezTo>
                  <a:pt x="4857" y="20235"/>
                  <a:pt x="6093" y="18543"/>
                  <a:pt x="6844" y="17704"/>
                </a:cubicBezTo>
                <a:cubicBezTo>
                  <a:pt x="7565" y="16909"/>
                  <a:pt x="8389" y="16232"/>
                  <a:pt x="9228" y="15541"/>
                </a:cubicBezTo>
                <a:cubicBezTo>
                  <a:pt x="9684" y="15158"/>
                  <a:pt x="10155" y="14776"/>
                  <a:pt x="10597" y="14363"/>
                </a:cubicBezTo>
                <a:cubicBezTo>
                  <a:pt x="12730" y="12436"/>
                  <a:pt x="14246" y="10169"/>
                  <a:pt x="14982" y="7785"/>
                </a:cubicBezTo>
                <a:cubicBezTo>
                  <a:pt x="15806" y="5092"/>
                  <a:pt x="15600" y="2267"/>
                  <a:pt x="14423" y="0"/>
                </a:cubicBezTo>
                <a:close/>
                <a:moveTo>
                  <a:pt x="14115" y="56376"/>
                </a:moveTo>
                <a:lnTo>
                  <a:pt x="14115" y="56376"/>
                </a:lnTo>
                <a:cubicBezTo>
                  <a:pt x="14100" y="56387"/>
                  <a:pt x="14085" y="56398"/>
                  <a:pt x="14070" y="56408"/>
                </a:cubicBezTo>
                <a:cubicBezTo>
                  <a:pt x="14070" y="56452"/>
                  <a:pt x="14084" y="56526"/>
                  <a:pt x="14084" y="56599"/>
                </a:cubicBezTo>
                <a:cubicBezTo>
                  <a:pt x="14104" y="56583"/>
                  <a:pt x="14123" y="56568"/>
                  <a:pt x="14141" y="56554"/>
                </a:cubicBezTo>
                <a:lnTo>
                  <a:pt x="14141" y="56554"/>
                </a:lnTo>
                <a:cubicBezTo>
                  <a:pt x="14479" y="58712"/>
                  <a:pt x="15690" y="60855"/>
                  <a:pt x="17734" y="62928"/>
                </a:cubicBezTo>
                <a:cubicBezTo>
                  <a:pt x="18028" y="63222"/>
                  <a:pt x="18352" y="63531"/>
                  <a:pt x="18691" y="63855"/>
                </a:cubicBezTo>
                <a:cubicBezTo>
                  <a:pt x="20265" y="65282"/>
                  <a:pt x="21590" y="66621"/>
                  <a:pt x="21928" y="68387"/>
                </a:cubicBezTo>
                <a:cubicBezTo>
                  <a:pt x="22105" y="69241"/>
                  <a:pt x="22075" y="69991"/>
                  <a:pt x="21884" y="70712"/>
                </a:cubicBezTo>
                <a:cubicBezTo>
                  <a:pt x="21634" y="71537"/>
                  <a:pt x="21148" y="72390"/>
                  <a:pt x="20442" y="73141"/>
                </a:cubicBezTo>
                <a:cubicBezTo>
                  <a:pt x="20192" y="73420"/>
                  <a:pt x="19897" y="73715"/>
                  <a:pt x="19559" y="73965"/>
                </a:cubicBezTo>
                <a:cubicBezTo>
                  <a:pt x="18955" y="74480"/>
                  <a:pt x="18293" y="74936"/>
                  <a:pt x="17646" y="75378"/>
                </a:cubicBezTo>
                <a:cubicBezTo>
                  <a:pt x="17204" y="75701"/>
                  <a:pt x="16733" y="76010"/>
                  <a:pt x="16292" y="76364"/>
                </a:cubicBezTo>
                <a:cubicBezTo>
                  <a:pt x="15041" y="77320"/>
                  <a:pt x="13937" y="78439"/>
                  <a:pt x="13010" y="79675"/>
                </a:cubicBezTo>
                <a:cubicBezTo>
                  <a:pt x="12274" y="80661"/>
                  <a:pt x="11730" y="81676"/>
                  <a:pt x="11376" y="82692"/>
                </a:cubicBezTo>
                <a:cubicBezTo>
                  <a:pt x="11185" y="83221"/>
                  <a:pt x="11038" y="83766"/>
                  <a:pt x="10964" y="84310"/>
                </a:cubicBezTo>
                <a:cubicBezTo>
                  <a:pt x="10876" y="84928"/>
                  <a:pt x="10861" y="85591"/>
                  <a:pt x="10920" y="86312"/>
                </a:cubicBezTo>
                <a:cubicBezTo>
                  <a:pt x="11023" y="87872"/>
                  <a:pt x="11435" y="89343"/>
                  <a:pt x="12098" y="90668"/>
                </a:cubicBezTo>
                <a:lnTo>
                  <a:pt x="12142" y="90638"/>
                </a:lnTo>
                <a:cubicBezTo>
                  <a:pt x="11480" y="89329"/>
                  <a:pt x="11082" y="87872"/>
                  <a:pt x="10964" y="86312"/>
                </a:cubicBezTo>
                <a:cubicBezTo>
                  <a:pt x="10920" y="85591"/>
                  <a:pt x="10935" y="84928"/>
                  <a:pt x="11023" y="84325"/>
                </a:cubicBezTo>
                <a:cubicBezTo>
                  <a:pt x="11097" y="83795"/>
                  <a:pt x="11229" y="83251"/>
                  <a:pt x="11406" y="82721"/>
                </a:cubicBezTo>
                <a:cubicBezTo>
                  <a:pt x="11759" y="81735"/>
                  <a:pt x="12318" y="80720"/>
                  <a:pt x="13054" y="79719"/>
                </a:cubicBezTo>
                <a:cubicBezTo>
                  <a:pt x="13967" y="78497"/>
                  <a:pt x="15070" y="77364"/>
                  <a:pt x="16321" y="76408"/>
                </a:cubicBezTo>
                <a:cubicBezTo>
                  <a:pt x="16763" y="76084"/>
                  <a:pt x="17219" y="75745"/>
                  <a:pt x="17660" y="75436"/>
                </a:cubicBezTo>
                <a:cubicBezTo>
                  <a:pt x="18308" y="74995"/>
                  <a:pt x="18970" y="74539"/>
                  <a:pt x="19603" y="74009"/>
                </a:cubicBezTo>
                <a:cubicBezTo>
                  <a:pt x="19927" y="73729"/>
                  <a:pt x="20221" y="73450"/>
                  <a:pt x="20486" y="73155"/>
                </a:cubicBezTo>
                <a:cubicBezTo>
                  <a:pt x="21192" y="72390"/>
                  <a:pt x="21693" y="71537"/>
                  <a:pt x="21928" y="70698"/>
                </a:cubicBezTo>
                <a:cubicBezTo>
                  <a:pt x="22134" y="69977"/>
                  <a:pt x="22178" y="69197"/>
                  <a:pt x="21987" y="68358"/>
                </a:cubicBezTo>
                <a:cubicBezTo>
                  <a:pt x="21634" y="66577"/>
                  <a:pt x="20295" y="65223"/>
                  <a:pt x="18735" y="63781"/>
                </a:cubicBezTo>
                <a:cubicBezTo>
                  <a:pt x="18382" y="63443"/>
                  <a:pt x="18072" y="63148"/>
                  <a:pt x="17778" y="62854"/>
                </a:cubicBezTo>
                <a:cubicBezTo>
                  <a:pt x="15718" y="60794"/>
                  <a:pt x="14508" y="58665"/>
                  <a:pt x="14189" y="56520"/>
                </a:cubicBezTo>
                <a:lnTo>
                  <a:pt x="14189" y="56520"/>
                </a:lnTo>
                <a:cubicBezTo>
                  <a:pt x="14173" y="56531"/>
                  <a:pt x="14157" y="56542"/>
                  <a:pt x="14141" y="56554"/>
                </a:cubicBezTo>
                <a:lnTo>
                  <a:pt x="14141" y="56554"/>
                </a:lnTo>
                <a:cubicBezTo>
                  <a:pt x="14132" y="56495"/>
                  <a:pt x="14123" y="56435"/>
                  <a:pt x="14115" y="56376"/>
                </a:cubicBezTo>
                <a:close/>
                <a:moveTo>
                  <a:pt x="14749" y="55884"/>
                </a:moveTo>
                <a:cubicBezTo>
                  <a:pt x="14723" y="55904"/>
                  <a:pt x="14698" y="55922"/>
                  <a:pt x="14673" y="55937"/>
                </a:cubicBezTo>
                <a:cubicBezTo>
                  <a:pt x="14673" y="56011"/>
                  <a:pt x="14688" y="56084"/>
                  <a:pt x="14688" y="56158"/>
                </a:cubicBezTo>
                <a:cubicBezTo>
                  <a:pt x="14719" y="56142"/>
                  <a:pt x="14749" y="56123"/>
                  <a:pt x="14778" y="56101"/>
                </a:cubicBezTo>
                <a:lnTo>
                  <a:pt x="14778" y="56101"/>
                </a:lnTo>
                <a:cubicBezTo>
                  <a:pt x="15085" y="58202"/>
                  <a:pt x="16269" y="60333"/>
                  <a:pt x="18396" y="62545"/>
                </a:cubicBezTo>
                <a:cubicBezTo>
                  <a:pt x="18720" y="62869"/>
                  <a:pt x="19044" y="63192"/>
                  <a:pt x="19412" y="63531"/>
                </a:cubicBezTo>
                <a:lnTo>
                  <a:pt x="19471" y="63575"/>
                </a:lnTo>
                <a:cubicBezTo>
                  <a:pt x="20883" y="64929"/>
                  <a:pt x="22502" y="66459"/>
                  <a:pt x="22767" y="68446"/>
                </a:cubicBezTo>
                <a:cubicBezTo>
                  <a:pt x="22870" y="69197"/>
                  <a:pt x="22782" y="69977"/>
                  <a:pt x="22502" y="70712"/>
                </a:cubicBezTo>
                <a:cubicBezTo>
                  <a:pt x="22223" y="71507"/>
                  <a:pt x="21707" y="72317"/>
                  <a:pt x="21045" y="73023"/>
                </a:cubicBezTo>
                <a:cubicBezTo>
                  <a:pt x="20810" y="73303"/>
                  <a:pt x="20530" y="73567"/>
                  <a:pt x="20221" y="73832"/>
                </a:cubicBezTo>
                <a:cubicBezTo>
                  <a:pt x="19691" y="74318"/>
                  <a:pt x="19103" y="74774"/>
                  <a:pt x="18529" y="75216"/>
                </a:cubicBezTo>
                <a:cubicBezTo>
                  <a:pt x="18072" y="75569"/>
                  <a:pt x="17616" y="75937"/>
                  <a:pt x="17175" y="76319"/>
                </a:cubicBezTo>
                <a:cubicBezTo>
                  <a:pt x="15953" y="77350"/>
                  <a:pt x="14923" y="78512"/>
                  <a:pt x="14099" y="79778"/>
                </a:cubicBezTo>
                <a:cubicBezTo>
                  <a:pt x="13437" y="80778"/>
                  <a:pt x="12936" y="81809"/>
                  <a:pt x="12613" y="82839"/>
                </a:cubicBezTo>
                <a:cubicBezTo>
                  <a:pt x="12436" y="83354"/>
                  <a:pt x="12318" y="83898"/>
                  <a:pt x="12245" y="84428"/>
                </a:cubicBezTo>
                <a:cubicBezTo>
                  <a:pt x="12142" y="85076"/>
                  <a:pt x="12112" y="85738"/>
                  <a:pt x="12127" y="86400"/>
                </a:cubicBezTo>
                <a:cubicBezTo>
                  <a:pt x="12186" y="87945"/>
                  <a:pt x="12554" y="89402"/>
                  <a:pt x="13216" y="90683"/>
                </a:cubicBezTo>
                <a:lnTo>
                  <a:pt x="13275" y="90653"/>
                </a:lnTo>
                <a:cubicBezTo>
                  <a:pt x="12627" y="89388"/>
                  <a:pt x="12245" y="87916"/>
                  <a:pt x="12186" y="86385"/>
                </a:cubicBezTo>
                <a:cubicBezTo>
                  <a:pt x="12171" y="85723"/>
                  <a:pt x="12201" y="85061"/>
                  <a:pt x="12289" y="84413"/>
                </a:cubicBezTo>
                <a:cubicBezTo>
                  <a:pt x="12362" y="83884"/>
                  <a:pt x="12495" y="83354"/>
                  <a:pt x="12657" y="82839"/>
                </a:cubicBezTo>
                <a:cubicBezTo>
                  <a:pt x="12995" y="81809"/>
                  <a:pt x="13496" y="80793"/>
                  <a:pt x="14128" y="79792"/>
                </a:cubicBezTo>
                <a:cubicBezTo>
                  <a:pt x="14967" y="78542"/>
                  <a:pt x="15997" y="77394"/>
                  <a:pt x="17190" y="76364"/>
                </a:cubicBezTo>
                <a:cubicBezTo>
                  <a:pt x="17631" y="75966"/>
                  <a:pt x="18102" y="75628"/>
                  <a:pt x="18543" y="75275"/>
                </a:cubicBezTo>
                <a:cubicBezTo>
                  <a:pt x="19117" y="74833"/>
                  <a:pt x="19706" y="74392"/>
                  <a:pt x="20236" y="73891"/>
                </a:cubicBezTo>
                <a:cubicBezTo>
                  <a:pt x="20560" y="73612"/>
                  <a:pt x="20824" y="73347"/>
                  <a:pt x="21075" y="73067"/>
                </a:cubicBezTo>
                <a:cubicBezTo>
                  <a:pt x="21737" y="72331"/>
                  <a:pt x="22252" y="71522"/>
                  <a:pt x="22517" y="70727"/>
                </a:cubicBezTo>
                <a:cubicBezTo>
                  <a:pt x="22796" y="69977"/>
                  <a:pt x="22870" y="69197"/>
                  <a:pt x="22782" y="68431"/>
                </a:cubicBezTo>
                <a:cubicBezTo>
                  <a:pt x="22502" y="66430"/>
                  <a:pt x="20883" y="64885"/>
                  <a:pt x="19471" y="63516"/>
                </a:cubicBezTo>
                <a:lnTo>
                  <a:pt x="19412" y="63487"/>
                </a:lnTo>
                <a:cubicBezTo>
                  <a:pt x="19044" y="63134"/>
                  <a:pt x="18720" y="62795"/>
                  <a:pt x="18426" y="62486"/>
                </a:cubicBezTo>
                <a:cubicBezTo>
                  <a:pt x="16309" y="60285"/>
                  <a:pt x="15113" y="58178"/>
                  <a:pt x="14810" y="56076"/>
                </a:cubicBezTo>
                <a:lnTo>
                  <a:pt x="14810" y="56076"/>
                </a:lnTo>
                <a:cubicBezTo>
                  <a:pt x="14799" y="56085"/>
                  <a:pt x="14789" y="56093"/>
                  <a:pt x="14778" y="56101"/>
                </a:cubicBezTo>
                <a:lnTo>
                  <a:pt x="14778" y="56101"/>
                </a:lnTo>
                <a:cubicBezTo>
                  <a:pt x="14767" y="56029"/>
                  <a:pt x="14757" y="55956"/>
                  <a:pt x="14749" y="55884"/>
                </a:cubicBezTo>
                <a:close/>
                <a:moveTo>
                  <a:pt x="15004" y="55684"/>
                </a:moveTo>
                <a:lnTo>
                  <a:pt x="15004" y="55684"/>
                </a:lnTo>
                <a:cubicBezTo>
                  <a:pt x="14996" y="55690"/>
                  <a:pt x="14989" y="55696"/>
                  <a:pt x="14982" y="55702"/>
                </a:cubicBezTo>
                <a:cubicBezTo>
                  <a:pt x="14982" y="55775"/>
                  <a:pt x="14997" y="55849"/>
                  <a:pt x="14997" y="55923"/>
                </a:cubicBezTo>
                <a:cubicBezTo>
                  <a:pt x="15009" y="55913"/>
                  <a:pt x="15021" y="55903"/>
                  <a:pt x="15033" y="55892"/>
                </a:cubicBezTo>
                <a:lnTo>
                  <a:pt x="15033" y="55892"/>
                </a:lnTo>
                <a:cubicBezTo>
                  <a:pt x="15513" y="58972"/>
                  <a:pt x="17860" y="61595"/>
                  <a:pt x="19706" y="63384"/>
                </a:cubicBezTo>
                <a:lnTo>
                  <a:pt x="19853" y="63531"/>
                </a:lnTo>
                <a:cubicBezTo>
                  <a:pt x="21340" y="64988"/>
                  <a:pt x="22885" y="66474"/>
                  <a:pt x="23091" y="68490"/>
                </a:cubicBezTo>
                <a:cubicBezTo>
                  <a:pt x="23297" y="70448"/>
                  <a:pt x="22061" y="72140"/>
                  <a:pt x="21310" y="72994"/>
                </a:cubicBezTo>
                <a:cubicBezTo>
                  <a:pt x="20589" y="73788"/>
                  <a:pt x="19765" y="74465"/>
                  <a:pt x="18941" y="75142"/>
                </a:cubicBezTo>
                <a:cubicBezTo>
                  <a:pt x="18470" y="75525"/>
                  <a:pt x="17999" y="75922"/>
                  <a:pt x="17557" y="76319"/>
                </a:cubicBezTo>
                <a:cubicBezTo>
                  <a:pt x="15424" y="78247"/>
                  <a:pt x="13908" y="80514"/>
                  <a:pt x="13172" y="82912"/>
                </a:cubicBezTo>
                <a:cubicBezTo>
                  <a:pt x="12348" y="85591"/>
                  <a:pt x="12554" y="88431"/>
                  <a:pt x="13731" y="90683"/>
                </a:cubicBezTo>
                <a:lnTo>
                  <a:pt x="13790" y="90653"/>
                </a:lnTo>
                <a:cubicBezTo>
                  <a:pt x="12627" y="88402"/>
                  <a:pt x="12421" y="85576"/>
                  <a:pt x="13231" y="82912"/>
                </a:cubicBezTo>
                <a:cubicBezTo>
                  <a:pt x="13952" y="80528"/>
                  <a:pt x="15453" y="78277"/>
                  <a:pt x="17587" y="76364"/>
                </a:cubicBezTo>
                <a:cubicBezTo>
                  <a:pt x="18028" y="75952"/>
                  <a:pt x="18514" y="75569"/>
                  <a:pt x="18970" y="75186"/>
                </a:cubicBezTo>
                <a:cubicBezTo>
                  <a:pt x="19780" y="74524"/>
                  <a:pt x="20633" y="73818"/>
                  <a:pt x="21340" y="73023"/>
                </a:cubicBezTo>
                <a:cubicBezTo>
                  <a:pt x="22105" y="72184"/>
                  <a:pt x="23356" y="70477"/>
                  <a:pt x="23150" y="68490"/>
                </a:cubicBezTo>
                <a:cubicBezTo>
                  <a:pt x="22944" y="66459"/>
                  <a:pt x="21310" y="64885"/>
                  <a:pt x="19897" y="63501"/>
                </a:cubicBezTo>
                <a:lnTo>
                  <a:pt x="19750" y="63354"/>
                </a:lnTo>
                <a:cubicBezTo>
                  <a:pt x="17903" y="61565"/>
                  <a:pt x="15541" y="58939"/>
                  <a:pt x="15089" y="55844"/>
                </a:cubicBezTo>
                <a:lnTo>
                  <a:pt x="15089" y="55844"/>
                </a:lnTo>
                <a:cubicBezTo>
                  <a:pt x="15070" y="55860"/>
                  <a:pt x="15052" y="55877"/>
                  <a:pt x="15033" y="55892"/>
                </a:cubicBezTo>
                <a:lnTo>
                  <a:pt x="15033" y="55892"/>
                </a:lnTo>
                <a:cubicBezTo>
                  <a:pt x="15022" y="55823"/>
                  <a:pt x="15013" y="55754"/>
                  <a:pt x="15004" y="55684"/>
                </a:cubicBezTo>
                <a:close/>
              </a:path>
            </a:pathLst>
          </a:custGeom>
          <a:gradFill>
            <a:gsLst>
              <a:gs pos="0">
                <a:schemeClr val="accent1"/>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13"/>
          <p:cNvSpPr/>
          <p:nvPr/>
        </p:nvSpPr>
        <p:spPr>
          <a:xfrm flipH="1" rot="10800000">
            <a:off x="8071055" y="465133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13"/>
          <p:cNvSpPr/>
          <p:nvPr/>
        </p:nvSpPr>
        <p:spPr>
          <a:xfrm flipH="1" rot="10800000">
            <a:off x="542393" y="17328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13"/>
          <p:cNvSpPr/>
          <p:nvPr/>
        </p:nvSpPr>
        <p:spPr>
          <a:xfrm flipH="1" rot="10800000">
            <a:off x="1060111" y="4775776"/>
            <a:ext cx="305100" cy="305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13"/>
          <p:cNvSpPr/>
          <p:nvPr/>
        </p:nvSpPr>
        <p:spPr>
          <a:xfrm flipH="1" rot="10800000">
            <a:off x="7756286" y="141869"/>
            <a:ext cx="337200" cy="33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9">
    <p:spTree>
      <p:nvGrpSpPr>
        <p:cNvPr id="391" name="Shape 391"/>
        <p:cNvGrpSpPr/>
        <p:nvPr/>
      </p:nvGrpSpPr>
      <p:grpSpPr>
        <a:xfrm>
          <a:off x="0" y="0"/>
          <a:ext cx="0" cy="0"/>
          <a:chOff x="0" y="0"/>
          <a:chExt cx="0" cy="0"/>
        </a:xfrm>
      </p:grpSpPr>
      <p:sp>
        <p:nvSpPr>
          <p:cNvPr id="392" name="Google Shape;392;p14"/>
          <p:cNvSpPr txBox="1"/>
          <p:nvPr>
            <p:ph type="title"/>
          </p:nvPr>
        </p:nvSpPr>
        <p:spPr>
          <a:xfrm>
            <a:off x="2290050" y="3010050"/>
            <a:ext cx="4563900" cy="5319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0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93" name="Google Shape;393;p14"/>
          <p:cNvSpPr txBox="1"/>
          <p:nvPr>
            <p:ph idx="1" type="subTitle"/>
          </p:nvPr>
        </p:nvSpPr>
        <p:spPr>
          <a:xfrm>
            <a:off x="1658400" y="1601550"/>
            <a:ext cx="5827200" cy="1408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26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94" name="Google Shape;394;p14"/>
          <p:cNvSpPr/>
          <p:nvPr/>
        </p:nvSpPr>
        <p:spPr>
          <a:xfrm rot="10546864">
            <a:off x="4947989" y="3464422"/>
            <a:ext cx="4720287" cy="1666353"/>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14"/>
          <p:cNvSpPr/>
          <p:nvPr/>
        </p:nvSpPr>
        <p:spPr>
          <a:xfrm>
            <a:off x="-565061" y="-64775"/>
            <a:ext cx="4720207" cy="1666325"/>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14"/>
          <p:cNvSpPr/>
          <p:nvPr/>
        </p:nvSpPr>
        <p:spPr>
          <a:xfrm rot="10800000">
            <a:off x="5472275" y="3734975"/>
            <a:ext cx="3671722" cy="1408513"/>
          </a:xfrm>
          <a:custGeom>
            <a:rect b="b" l="l" r="r" t="t"/>
            <a:pathLst>
              <a:path extrusionOk="0" h="19624" w="51156">
                <a:moveTo>
                  <a:pt x="15" y="1"/>
                </a:moveTo>
                <a:lnTo>
                  <a:pt x="1" y="19382"/>
                </a:lnTo>
                <a:cubicBezTo>
                  <a:pt x="511" y="19550"/>
                  <a:pt x="1034" y="19624"/>
                  <a:pt x="1560" y="19624"/>
                </a:cubicBezTo>
                <a:cubicBezTo>
                  <a:pt x="3068" y="19624"/>
                  <a:pt x="4604" y="19016"/>
                  <a:pt x="5946" y="18264"/>
                </a:cubicBezTo>
                <a:cubicBezTo>
                  <a:pt x="7756" y="17248"/>
                  <a:pt x="9978" y="14835"/>
                  <a:pt x="11995" y="14305"/>
                </a:cubicBezTo>
                <a:cubicBezTo>
                  <a:pt x="12557" y="14157"/>
                  <a:pt x="13117" y="14096"/>
                  <a:pt x="13675" y="14096"/>
                </a:cubicBezTo>
                <a:cubicBezTo>
                  <a:pt x="16110" y="14096"/>
                  <a:pt x="18503" y="15247"/>
                  <a:pt x="20892" y="15247"/>
                </a:cubicBezTo>
                <a:cubicBezTo>
                  <a:pt x="21590" y="15247"/>
                  <a:pt x="22289" y="15148"/>
                  <a:pt x="22988" y="14894"/>
                </a:cubicBezTo>
                <a:cubicBezTo>
                  <a:pt x="25990" y="13805"/>
                  <a:pt x="27270" y="10317"/>
                  <a:pt x="30361" y="9581"/>
                </a:cubicBezTo>
                <a:cubicBezTo>
                  <a:pt x="30824" y="9469"/>
                  <a:pt x="31328" y="9429"/>
                  <a:pt x="31855" y="9429"/>
                </a:cubicBezTo>
                <a:cubicBezTo>
                  <a:pt x="33128" y="9429"/>
                  <a:pt x="34537" y="9661"/>
                  <a:pt x="35828" y="9661"/>
                </a:cubicBezTo>
                <a:cubicBezTo>
                  <a:pt x="36737" y="9661"/>
                  <a:pt x="37588" y="9546"/>
                  <a:pt x="38293" y="9154"/>
                </a:cubicBezTo>
                <a:cubicBezTo>
                  <a:pt x="39485" y="8492"/>
                  <a:pt x="40574" y="6564"/>
                  <a:pt x="41692" y="5769"/>
                </a:cubicBezTo>
                <a:cubicBezTo>
                  <a:pt x="42840" y="4960"/>
                  <a:pt x="43679" y="4680"/>
                  <a:pt x="45048" y="4386"/>
                </a:cubicBezTo>
                <a:cubicBezTo>
                  <a:pt x="46402" y="4092"/>
                  <a:pt x="48124" y="4460"/>
                  <a:pt x="49242" y="3636"/>
                </a:cubicBezTo>
                <a:cubicBezTo>
                  <a:pt x="50360" y="2812"/>
                  <a:pt x="51155" y="1340"/>
                  <a:pt x="507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14"/>
          <p:cNvSpPr/>
          <p:nvPr/>
        </p:nvSpPr>
        <p:spPr>
          <a:xfrm rot="10800000">
            <a:off x="6887678" y="4230653"/>
            <a:ext cx="2255242" cy="912834"/>
          </a:xfrm>
          <a:custGeom>
            <a:rect b="b" l="l" r="r" t="t"/>
            <a:pathLst>
              <a:path extrusionOk="0" h="12718" w="31421">
                <a:moveTo>
                  <a:pt x="0" y="1"/>
                </a:moveTo>
                <a:lnTo>
                  <a:pt x="15" y="11318"/>
                </a:lnTo>
                <a:cubicBezTo>
                  <a:pt x="714" y="12333"/>
                  <a:pt x="1913" y="12717"/>
                  <a:pt x="3174" y="12717"/>
                </a:cubicBezTo>
                <a:cubicBezTo>
                  <a:pt x="3905" y="12717"/>
                  <a:pt x="4656" y="12588"/>
                  <a:pt x="5342" y="12377"/>
                </a:cubicBezTo>
                <a:cubicBezTo>
                  <a:pt x="7024" y="11870"/>
                  <a:pt x="8681" y="11024"/>
                  <a:pt x="10412" y="11024"/>
                </a:cubicBezTo>
                <a:cubicBezTo>
                  <a:pt x="10590" y="11024"/>
                  <a:pt x="10769" y="11033"/>
                  <a:pt x="10949" y="11053"/>
                </a:cubicBezTo>
                <a:cubicBezTo>
                  <a:pt x="12370" y="11196"/>
                  <a:pt x="13772" y="11959"/>
                  <a:pt x="15138" y="11959"/>
                </a:cubicBezTo>
                <a:cubicBezTo>
                  <a:pt x="15456" y="11959"/>
                  <a:pt x="15772" y="11918"/>
                  <a:pt x="16086" y="11818"/>
                </a:cubicBezTo>
                <a:cubicBezTo>
                  <a:pt x="18411" y="11067"/>
                  <a:pt x="18808" y="7683"/>
                  <a:pt x="20942" y="6491"/>
                </a:cubicBezTo>
                <a:cubicBezTo>
                  <a:pt x="21681" y="6076"/>
                  <a:pt x="22511" y="5989"/>
                  <a:pt x="23370" y="5989"/>
                </a:cubicBezTo>
                <a:cubicBezTo>
                  <a:pt x="23993" y="5989"/>
                  <a:pt x="24631" y="6035"/>
                  <a:pt x="25262" y="6035"/>
                </a:cubicBezTo>
                <a:cubicBezTo>
                  <a:pt x="25616" y="6035"/>
                  <a:pt x="25968" y="6020"/>
                  <a:pt x="26313" y="5976"/>
                </a:cubicBezTo>
                <a:cubicBezTo>
                  <a:pt x="29124" y="5608"/>
                  <a:pt x="31420" y="2826"/>
                  <a:pt x="312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14"/>
          <p:cNvSpPr/>
          <p:nvPr/>
        </p:nvSpPr>
        <p:spPr>
          <a:xfrm>
            <a:off x="-40825" y="0"/>
            <a:ext cx="3671722" cy="1408513"/>
          </a:xfrm>
          <a:custGeom>
            <a:rect b="b" l="l" r="r" t="t"/>
            <a:pathLst>
              <a:path extrusionOk="0" h="19624" w="51156">
                <a:moveTo>
                  <a:pt x="15" y="1"/>
                </a:moveTo>
                <a:lnTo>
                  <a:pt x="1" y="19382"/>
                </a:lnTo>
                <a:cubicBezTo>
                  <a:pt x="511" y="19550"/>
                  <a:pt x="1034" y="19624"/>
                  <a:pt x="1560" y="19624"/>
                </a:cubicBezTo>
                <a:cubicBezTo>
                  <a:pt x="3068" y="19624"/>
                  <a:pt x="4604" y="19016"/>
                  <a:pt x="5946" y="18264"/>
                </a:cubicBezTo>
                <a:cubicBezTo>
                  <a:pt x="7756" y="17248"/>
                  <a:pt x="9978" y="14835"/>
                  <a:pt x="11995" y="14305"/>
                </a:cubicBezTo>
                <a:cubicBezTo>
                  <a:pt x="12557" y="14157"/>
                  <a:pt x="13117" y="14096"/>
                  <a:pt x="13675" y="14096"/>
                </a:cubicBezTo>
                <a:cubicBezTo>
                  <a:pt x="16110" y="14096"/>
                  <a:pt x="18503" y="15247"/>
                  <a:pt x="20892" y="15247"/>
                </a:cubicBezTo>
                <a:cubicBezTo>
                  <a:pt x="21590" y="15247"/>
                  <a:pt x="22289" y="15148"/>
                  <a:pt x="22988" y="14894"/>
                </a:cubicBezTo>
                <a:cubicBezTo>
                  <a:pt x="25990" y="13805"/>
                  <a:pt x="27270" y="10317"/>
                  <a:pt x="30361" y="9581"/>
                </a:cubicBezTo>
                <a:cubicBezTo>
                  <a:pt x="30824" y="9469"/>
                  <a:pt x="31328" y="9429"/>
                  <a:pt x="31855" y="9429"/>
                </a:cubicBezTo>
                <a:cubicBezTo>
                  <a:pt x="33128" y="9429"/>
                  <a:pt x="34537" y="9661"/>
                  <a:pt x="35828" y="9661"/>
                </a:cubicBezTo>
                <a:cubicBezTo>
                  <a:pt x="36737" y="9661"/>
                  <a:pt x="37588" y="9546"/>
                  <a:pt x="38293" y="9154"/>
                </a:cubicBezTo>
                <a:cubicBezTo>
                  <a:pt x="39485" y="8492"/>
                  <a:pt x="40574" y="6564"/>
                  <a:pt x="41692" y="5769"/>
                </a:cubicBezTo>
                <a:cubicBezTo>
                  <a:pt x="42840" y="4960"/>
                  <a:pt x="43679" y="4680"/>
                  <a:pt x="45048" y="4386"/>
                </a:cubicBezTo>
                <a:cubicBezTo>
                  <a:pt x="46402" y="4092"/>
                  <a:pt x="48124" y="4460"/>
                  <a:pt x="49242" y="3636"/>
                </a:cubicBezTo>
                <a:cubicBezTo>
                  <a:pt x="50360" y="2812"/>
                  <a:pt x="51155" y="1340"/>
                  <a:pt x="507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14"/>
          <p:cNvSpPr/>
          <p:nvPr/>
        </p:nvSpPr>
        <p:spPr>
          <a:xfrm>
            <a:off x="-39748" y="0"/>
            <a:ext cx="2255242" cy="912834"/>
          </a:xfrm>
          <a:custGeom>
            <a:rect b="b" l="l" r="r" t="t"/>
            <a:pathLst>
              <a:path extrusionOk="0" h="12718" w="31421">
                <a:moveTo>
                  <a:pt x="0" y="1"/>
                </a:moveTo>
                <a:lnTo>
                  <a:pt x="15" y="11318"/>
                </a:lnTo>
                <a:cubicBezTo>
                  <a:pt x="714" y="12333"/>
                  <a:pt x="1913" y="12717"/>
                  <a:pt x="3174" y="12717"/>
                </a:cubicBezTo>
                <a:cubicBezTo>
                  <a:pt x="3905" y="12717"/>
                  <a:pt x="4656" y="12588"/>
                  <a:pt x="5342" y="12377"/>
                </a:cubicBezTo>
                <a:cubicBezTo>
                  <a:pt x="7024" y="11870"/>
                  <a:pt x="8681" y="11024"/>
                  <a:pt x="10412" y="11024"/>
                </a:cubicBezTo>
                <a:cubicBezTo>
                  <a:pt x="10590" y="11024"/>
                  <a:pt x="10769" y="11033"/>
                  <a:pt x="10949" y="11053"/>
                </a:cubicBezTo>
                <a:cubicBezTo>
                  <a:pt x="12370" y="11196"/>
                  <a:pt x="13772" y="11959"/>
                  <a:pt x="15138" y="11959"/>
                </a:cubicBezTo>
                <a:cubicBezTo>
                  <a:pt x="15456" y="11959"/>
                  <a:pt x="15772" y="11918"/>
                  <a:pt x="16086" y="11818"/>
                </a:cubicBezTo>
                <a:cubicBezTo>
                  <a:pt x="18411" y="11067"/>
                  <a:pt x="18808" y="7683"/>
                  <a:pt x="20942" y="6491"/>
                </a:cubicBezTo>
                <a:cubicBezTo>
                  <a:pt x="21681" y="6076"/>
                  <a:pt x="22511" y="5989"/>
                  <a:pt x="23370" y="5989"/>
                </a:cubicBezTo>
                <a:cubicBezTo>
                  <a:pt x="23993" y="5989"/>
                  <a:pt x="24631" y="6035"/>
                  <a:pt x="25262" y="6035"/>
                </a:cubicBezTo>
                <a:cubicBezTo>
                  <a:pt x="25616" y="6035"/>
                  <a:pt x="25968" y="6020"/>
                  <a:pt x="26313" y="5976"/>
                </a:cubicBezTo>
                <a:cubicBezTo>
                  <a:pt x="29124" y="5608"/>
                  <a:pt x="31420" y="2826"/>
                  <a:pt x="312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14"/>
          <p:cNvSpPr/>
          <p:nvPr/>
        </p:nvSpPr>
        <p:spPr>
          <a:xfrm rot="-1695741">
            <a:off x="7388702" y="-989044"/>
            <a:ext cx="1920540" cy="6301079"/>
          </a:xfrm>
          <a:custGeom>
            <a:rect b="b" l="l" r="r" t="t"/>
            <a:pathLst>
              <a:path extrusionOk="0" h="97052" w="29581">
                <a:moveTo>
                  <a:pt x="14658" y="4824"/>
                </a:moveTo>
                <a:cubicBezTo>
                  <a:pt x="14687" y="4838"/>
                  <a:pt x="14687" y="4853"/>
                  <a:pt x="14702" y="4883"/>
                </a:cubicBezTo>
                <a:lnTo>
                  <a:pt x="14702" y="4897"/>
                </a:lnTo>
                <a:cubicBezTo>
                  <a:pt x="14687" y="4883"/>
                  <a:pt x="14658" y="4883"/>
                  <a:pt x="14658" y="4853"/>
                </a:cubicBezTo>
                <a:lnTo>
                  <a:pt x="14658" y="4824"/>
                </a:lnTo>
                <a:close/>
                <a:moveTo>
                  <a:pt x="14716" y="5015"/>
                </a:moveTo>
                <a:lnTo>
                  <a:pt x="14775" y="5074"/>
                </a:lnTo>
                <a:cubicBezTo>
                  <a:pt x="14761" y="5059"/>
                  <a:pt x="14731" y="5044"/>
                  <a:pt x="14716" y="5044"/>
                </a:cubicBezTo>
                <a:lnTo>
                  <a:pt x="14716" y="5015"/>
                </a:lnTo>
                <a:close/>
                <a:moveTo>
                  <a:pt x="14761" y="5147"/>
                </a:moveTo>
                <a:lnTo>
                  <a:pt x="14805" y="5206"/>
                </a:lnTo>
                <a:lnTo>
                  <a:pt x="14805" y="5250"/>
                </a:lnTo>
                <a:lnTo>
                  <a:pt x="14761" y="5192"/>
                </a:lnTo>
                <a:lnTo>
                  <a:pt x="14761" y="5147"/>
                </a:lnTo>
                <a:close/>
                <a:moveTo>
                  <a:pt x="14923" y="5309"/>
                </a:moveTo>
                <a:cubicBezTo>
                  <a:pt x="14937" y="5324"/>
                  <a:pt x="14952" y="5339"/>
                  <a:pt x="14981" y="5353"/>
                </a:cubicBezTo>
                <a:lnTo>
                  <a:pt x="14981" y="5368"/>
                </a:lnTo>
                <a:cubicBezTo>
                  <a:pt x="14952" y="5353"/>
                  <a:pt x="14937" y="5353"/>
                  <a:pt x="14923" y="5339"/>
                </a:cubicBezTo>
                <a:lnTo>
                  <a:pt x="14923" y="5309"/>
                </a:lnTo>
                <a:close/>
                <a:moveTo>
                  <a:pt x="14789" y="5352"/>
                </a:moveTo>
                <a:cubicBezTo>
                  <a:pt x="14801" y="5364"/>
                  <a:pt x="14818" y="5377"/>
                  <a:pt x="14849" y="5398"/>
                </a:cubicBezTo>
                <a:cubicBezTo>
                  <a:pt x="14864" y="5412"/>
                  <a:pt x="14864" y="5427"/>
                  <a:pt x="14864" y="5427"/>
                </a:cubicBezTo>
                <a:cubicBezTo>
                  <a:pt x="14849" y="5412"/>
                  <a:pt x="14834" y="5398"/>
                  <a:pt x="14790" y="5368"/>
                </a:cubicBezTo>
                <a:cubicBezTo>
                  <a:pt x="14790" y="5363"/>
                  <a:pt x="14790" y="5357"/>
                  <a:pt x="14789" y="5352"/>
                </a:cubicBezTo>
                <a:close/>
                <a:moveTo>
                  <a:pt x="14981" y="5486"/>
                </a:moveTo>
                <a:lnTo>
                  <a:pt x="15026" y="5530"/>
                </a:lnTo>
                <a:lnTo>
                  <a:pt x="15026" y="5559"/>
                </a:lnTo>
                <a:cubicBezTo>
                  <a:pt x="15011" y="5545"/>
                  <a:pt x="14996" y="5515"/>
                  <a:pt x="14981" y="5515"/>
                </a:cubicBezTo>
                <a:lnTo>
                  <a:pt x="14981" y="5486"/>
                </a:lnTo>
                <a:close/>
                <a:moveTo>
                  <a:pt x="14848" y="5535"/>
                </a:moveTo>
                <a:cubicBezTo>
                  <a:pt x="14863" y="5552"/>
                  <a:pt x="14886" y="5563"/>
                  <a:pt x="14908" y="5574"/>
                </a:cubicBezTo>
                <a:cubicBezTo>
                  <a:pt x="14893" y="5574"/>
                  <a:pt x="14923" y="5589"/>
                  <a:pt x="14923" y="5618"/>
                </a:cubicBezTo>
                <a:cubicBezTo>
                  <a:pt x="14908" y="5589"/>
                  <a:pt x="14864" y="5574"/>
                  <a:pt x="14849" y="5559"/>
                </a:cubicBezTo>
                <a:cubicBezTo>
                  <a:pt x="14849" y="5553"/>
                  <a:pt x="14849" y="5543"/>
                  <a:pt x="14848" y="5535"/>
                </a:cubicBezTo>
                <a:close/>
                <a:moveTo>
                  <a:pt x="15143" y="5633"/>
                </a:moveTo>
                <a:cubicBezTo>
                  <a:pt x="15158" y="5648"/>
                  <a:pt x="15173" y="5662"/>
                  <a:pt x="15202" y="5662"/>
                </a:cubicBezTo>
                <a:lnTo>
                  <a:pt x="15202" y="5692"/>
                </a:lnTo>
                <a:cubicBezTo>
                  <a:pt x="15173" y="5662"/>
                  <a:pt x="15158" y="5662"/>
                  <a:pt x="15143" y="5648"/>
                </a:cubicBezTo>
                <a:lnTo>
                  <a:pt x="15143" y="5633"/>
                </a:lnTo>
                <a:close/>
                <a:moveTo>
                  <a:pt x="15008" y="5661"/>
                </a:moveTo>
                <a:cubicBezTo>
                  <a:pt x="15020" y="5676"/>
                  <a:pt x="15037" y="5696"/>
                  <a:pt x="15070" y="5707"/>
                </a:cubicBezTo>
                <a:cubicBezTo>
                  <a:pt x="15084" y="5707"/>
                  <a:pt x="15084" y="5721"/>
                  <a:pt x="15084" y="5736"/>
                </a:cubicBezTo>
                <a:cubicBezTo>
                  <a:pt x="15070" y="5721"/>
                  <a:pt x="15040" y="5707"/>
                  <a:pt x="15011" y="5692"/>
                </a:cubicBezTo>
                <a:cubicBezTo>
                  <a:pt x="15011" y="5674"/>
                  <a:pt x="15011" y="5667"/>
                  <a:pt x="15008" y="5661"/>
                </a:cubicBezTo>
                <a:close/>
                <a:moveTo>
                  <a:pt x="14864" y="5663"/>
                </a:moveTo>
                <a:cubicBezTo>
                  <a:pt x="14878" y="5692"/>
                  <a:pt x="14923" y="5707"/>
                  <a:pt x="14937" y="5721"/>
                </a:cubicBezTo>
                <a:cubicBezTo>
                  <a:pt x="14952" y="5736"/>
                  <a:pt x="14952" y="5766"/>
                  <a:pt x="14952" y="5780"/>
                </a:cubicBezTo>
                <a:cubicBezTo>
                  <a:pt x="14937" y="5766"/>
                  <a:pt x="14908" y="5736"/>
                  <a:pt x="14878" y="5721"/>
                </a:cubicBezTo>
                <a:cubicBezTo>
                  <a:pt x="14878" y="5707"/>
                  <a:pt x="14878" y="5692"/>
                  <a:pt x="14864" y="5663"/>
                </a:cubicBezTo>
                <a:close/>
                <a:moveTo>
                  <a:pt x="15202" y="5810"/>
                </a:moveTo>
                <a:lnTo>
                  <a:pt x="15246" y="5869"/>
                </a:lnTo>
                <a:cubicBezTo>
                  <a:pt x="15232" y="5854"/>
                  <a:pt x="15217" y="5839"/>
                  <a:pt x="15202" y="5839"/>
                </a:cubicBezTo>
                <a:lnTo>
                  <a:pt x="15202" y="5810"/>
                </a:lnTo>
                <a:close/>
                <a:moveTo>
                  <a:pt x="15055" y="5795"/>
                </a:moveTo>
                <a:cubicBezTo>
                  <a:pt x="15070" y="5810"/>
                  <a:pt x="15099" y="5839"/>
                  <a:pt x="15129" y="5854"/>
                </a:cubicBezTo>
                <a:cubicBezTo>
                  <a:pt x="15129" y="5883"/>
                  <a:pt x="15129" y="5883"/>
                  <a:pt x="15143" y="5913"/>
                </a:cubicBezTo>
                <a:cubicBezTo>
                  <a:pt x="15129" y="5883"/>
                  <a:pt x="15084" y="5869"/>
                  <a:pt x="15070" y="5854"/>
                </a:cubicBezTo>
                <a:cubicBezTo>
                  <a:pt x="15070" y="5839"/>
                  <a:pt x="15070" y="5810"/>
                  <a:pt x="15055" y="5795"/>
                </a:cubicBezTo>
                <a:close/>
                <a:moveTo>
                  <a:pt x="14893" y="5854"/>
                </a:moveTo>
                <a:cubicBezTo>
                  <a:pt x="14937" y="5869"/>
                  <a:pt x="14952" y="5883"/>
                  <a:pt x="14996" y="5913"/>
                </a:cubicBezTo>
                <a:lnTo>
                  <a:pt x="14996" y="5942"/>
                </a:lnTo>
                <a:cubicBezTo>
                  <a:pt x="14952" y="5927"/>
                  <a:pt x="14937" y="5913"/>
                  <a:pt x="14893" y="5883"/>
                </a:cubicBezTo>
                <a:lnTo>
                  <a:pt x="14893" y="5854"/>
                </a:lnTo>
                <a:close/>
                <a:moveTo>
                  <a:pt x="15231" y="5958"/>
                </a:moveTo>
                <a:cubicBezTo>
                  <a:pt x="15243" y="5973"/>
                  <a:pt x="15259" y="5991"/>
                  <a:pt x="15290" y="6001"/>
                </a:cubicBezTo>
                <a:cubicBezTo>
                  <a:pt x="15290" y="6016"/>
                  <a:pt x="15305" y="6030"/>
                  <a:pt x="15305" y="6030"/>
                </a:cubicBezTo>
                <a:cubicBezTo>
                  <a:pt x="15290" y="6016"/>
                  <a:pt x="15261" y="6001"/>
                  <a:pt x="15232" y="5986"/>
                </a:cubicBezTo>
                <a:cubicBezTo>
                  <a:pt x="15232" y="5975"/>
                  <a:pt x="15232" y="5965"/>
                  <a:pt x="15231" y="5958"/>
                </a:cubicBezTo>
                <a:close/>
                <a:moveTo>
                  <a:pt x="15099" y="5986"/>
                </a:moveTo>
                <a:cubicBezTo>
                  <a:pt x="15114" y="6001"/>
                  <a:pt x="15158" y="6016"/>
                  <a:pt x="15173" y="6030"/>
                </a:cubicBezTo>
                <a:lnTo>
                  <a:pt x="15173" y="6075"/>
                </a:lnTo>
                <a:cubicBezTo>
                  <a:pt x="15158" y="6060"/>
                  <a:pt x="15129" y="6030"/>
                  <a:pt x="15099" y="6016"/>
                </a:cubicBezTo>
                <a:lnTo>
                  <a:pt x="15099" y="5986"/>
                </a:lnTo>
                <a:close/>
                <a:moveTo>
                  <a:pt x="14937" y="6001"/>
                </a:moveTo>
                <a:lnTo>
                  <a:pt x="14937" y="6001"/>
                </a:lnTo>
                <a:cubicBezTo>
                  <a:pt x="14981" y="6016"/>
                  <a:pt x="14996" y="6030"/>
                  <a:pt x="15026" y="6075"/>
                </a:cubicBezTo>
                <a:cubicBezTo>
                  <a:pt x="15026" y="6089"/>
                  <a:pt x="15040" y="6133"/>
                  <a:pt x="15040" y="6148"/>
                </a:cubicBezTo>
                <a:cubicBezTo>
                  <a:pt x="15011" y="6133"/>
                  <a:pt x="14996" y="6104"/>
                  <a:pt x="14952" y="6089"/>
                </a:cubicBezTo>
                <a:cubicBezTo>
                  <a:pt x="14937" y="6045"/>
                  <a:pt x="14937" y="6030"/>
                  <a:pt x="14937" y="6001"/>
                </a:cubicBezTo>
                <a:close/>
                <a:moveTo>
                  <a:pt x="15408" y="6104"/>
                </a:moveTo>
                <a:lnTo>
                  <a:pt x="15452" y="6148"/>
                </a:lnTo>
                <a:cubicBezTo>
                  <a:pt x="15452" y="6163"/>
                  <a:pt x="15452" y="6163"/>
                  <a:pt x="15467" y="6178"/>
                </a:cubicBezTo>
                <a:cubicBezTo>
                  <a:pt x="15452" y="6163"/>
                  <a:pt x="15438" y="6148"/>
                  <a:pt x="15408" y="6148"/>
                </a:cubicBezTo>
                <a:lnTo>
                  <a:pt x="15408" y="6104"/>
                </a:lnTo>
                <a:close/>
                <a:moveTo>
                  <a:pt x="15261" y="6104"/>
                </a:moveTo>
                <a:cubicBezTo>
                  <a:pt x="15290" y="6133"/>
                  <a:pt x="15320" y="6148"/>
                  <a:pt x="15349" y="6163"/>
                </a:cubicBezTo>
                <a:lnTo>
                  <a:pt x="15349" y="6207"/>
                </a:lnTo>
                <a:cubicBezTo>
                  <a:pt x="15320" y="6178"/>
                  <a:pt x="15290" y="6163"/>
                  <a:pt x="15261" y="6148"/>
                </a:cubicBezTo>
                <a:lnTo>
                  <a:pt x="15261" y="6104"/>
                </a:lnTo>
                <a:close/>
                <a:moveTo>
                  <a:pt x="15099" y="6148"/>
                </a:moveTo>
                <a:cubicBezTo>
                  <a:pt x="15143" y="6163"/>
                  <a:pt x="15158" y="6178"/>
                  <a:pt x="15202" y="6192"/>
                </a:cubicBezTo>
                <a:cubicBezTo>
                  <a:pt x="15217" y="6222"/>
                  <a:pt x="15217" y="6236"/>
                  <a:pt x="15217" y="6281"/>
                </a:cubicBezTo>
                <a:cubicBezTo>
                  <a:pt x="15173" y="6251"/>
                  <a:pt x="15158" y="6236"/>
                  <a:pt x="15129" y="6222"/>
                </a:cubicBezTo>
                <a:cubicBezTo>
                  <a:pt x="15129" y="6207"/>
                  <a:pt x="15129" y="6163"/>
                  <a:pt x="15099" y="6148"/>
                </a:cubicBezTo>
                <a:close/>
                <a:moveTo>
                  <a:pt x="15585" y="6236"/>
                </a:moveTo>
                <a:cubicBezTo>
                  <a:pt x="15585" y="6251"/>
                  <a:pt x="15599" y="6251"/>
                  <a:pt x="15614" y="6281"/>
                </a:cubicBezTo>
                <a:lnTo>
                  <a:pt x="15614" y="6295"/>
                </a:lnTo>
                <a:cubicBezTo>
                  <a:pt x="15599" y="6281"/>
                  <a:pt x="15585" y="6281"/>
                  <a:pt x="15585" y="6251"/>
                </a:cubicBezTo>
                <a:lnTo>
                  <a:pt x="15585" y="6236"/>
                </a:lnTo>
                <a:close/>
                <a:moveTo>
                  <a:pt x="14952" y="6178"/>
                </a:moveTo>
                <a:lnTo>
                  <a:pt x="14952" y="6178"/>
                </a:lnTo>
                <a:cubicBezTo>
                  <a:pt x="14996" y="6192"/>
                  <a:pt x="15026" y="6222"/>
                  <a:pt x="15055" y="6251"/>
                </a:cubicBezTo>
                <a:cubicBezTo>
                  <a:pt x="15055" y="6281"/>
                  <a:pt x="15070" y="6310"/>
                  <a:pt x="15070" y="6325"/>
                </a:cubicBezTo>
                <a:cubicBezTo>
                  <a:pt x="15026" y="6310"/>
                  <a:pt x="14996" y="6295"/>
                  <a:pt x="14981" y="6251"/>
                </a:cubicBezTo>
                <a:cubicBezTo>
                  <a:pt x="14981" y="6236"/>
                  <a:pt x="14981" y="6222"/>
                  <a:pt x="14952" y="6178"/>
                </a:cubicBezTo>
                <a:close/>
                <a:moveTo>
                  <a:pt x="15452" y="6251"/>
                </a:moveTo>
                <a:cubicBezTo>
                  <a:pt x="15467" y="6281"/>
                  <a:pt x="15496" y="6295"/>
                  <a:pt x="15511" y="6325"/>
                </a:cubicBezTo>
                <a:lnTo>
                  <a:pt x="15452" y="6281"/>
                </a:lnTo>
                <a:lnTo>
                  <a:pt x="15452" y="6251"/>
                </a:lnTo>
                <a:close/>
                <a:moveTo>
                  <a:pt x="15305" y="6281"/>
                </a:moveTo>
                <a:cubicBezTo>
                  <a:pt x="15320" y="6295"/>
                  <a:pt x="15364" y="6310"/>
                  <a:pt x="15379" y="6325"/>
                </a:cubicBezTo>
                <a:cubicBezTo>
                  <a:pt x="15379" y="6354"/>
                  <a:pt x="15393" y="6369"/>
                  <a:pt x="15393" y="6384"/>
                </a:cubicBezTo>
                <a:cubicBezTo>
                  <a:pt x="15379" y="6369"/>
                  <a:pt x="15349" y="6354"/>
                  <a:pt x="15320" y="6325"/>
                </a:cubicBezTo>
                <a:cubicBezTo>
                  <a:pt x="15320" y="6310"/>
                  <a:pt x="15320" y="6295"/>
                  <a:pt x="15305" y="6281"/>
                </a:cubicBezTo>
                <a:close/>
                <a:moveTo>
                  <a:pt x="15158" y="6310"/>
                </a:moveTo>
                <a:lnTo>
                  <a:pt x="15158" y="6310"/>
                </a:lnTo>
                <a:cubicBezTo>
                  <a:pt x="15202" y="6325"/>
                  <a:pt x="15217" y="6354"/>
                  <a:pt x="15246" y="6369"/>
                </a:cubicBezTo>
                <a:cubicBezTo>
                  <a:pt x="15246" y="6384"/>
                  <a:pt x="15261" y="6413"/>
                  <a:pt x="15261" y="6442"/>
                </a:cubicBezTo>
                <a:cubicBezTo>
                  <a:pt x="15232" y="6428"/>
                  <a:pt x="15217" y="6398"/>
                  <a:pt x="15173" y="6384"/>
                </a:cubicBezTo>
                <a:cubicBezTo>
                  <a:pt x="15158" y="6369"/>
                  <a:pt x="15158" y="6354"/>
                  <a:pt x="15158" y="6310"/>
                </a:cubicBezTo>
                <a:close/>
                <a:moveTo>
                  <a:pt x="14996" y="6369"/>
                </a:moveTo>
                <a:cubicBezTo>
                  <a:pt x="15026" y="6384"/>
                  <a:pt x="15070" y="6398"/>
                  <a:pt x="15099" y="6442"/>
                </a:cubicBezTo>
                <a:cubicBezTo>
                  <a:pt x="15099" y="6457"/>
                  <a:pt x="15099" y="6472"/>
                  <a:pt x="15114" y="6501"/>
                </a:cubicBezTo>
                <a:cubicBezTo>
                  <a:pt x="15084" y="6472"/>
                  <a:pt x="15040" y="6457"/>
                  <a:pt x="15011" y="6413"/>
                </a:cubicBezTo>
                <a:cubicBezTo>
                  <a:pt x="14996" y="6398"/>
                  <a:pt x="14996" y="6384"/>
                  <a:pt x="14996" y="6369"/>
                </a:cubicBezTo>
                <a:close/>
                <a:moveTo>
                  <a:pt x="15467" y="6398"/>
                </a:moveTo>
                <a:cubicBezTo>
                  <a:pt x="15496" y="6413"/>
                  <a:pt x="15511" y="6442"/>
                  <a:pt x="15541" y="6457"/>
                </a:cubicBezTo>
                <a:cubicBezTo>
                  <a:pt x="15570" y="6472"/>
                  <a:pt x="15570" y="6501"/>
                  <a:pt x="15570" y="6516"/>
                </a:cubicBezTo>
                <a:cubicBezTo>
                  <a:pt x="15541" y="6501"/>
                  <a:pt x="15511" y="6472"/>
                  <a:pt x="15496" y="6457"/>
                </a:cubicBezTo>
                <a:cubicBezTo>
                  <a:pt x="15496" y="6442"/>
                  <a:pt x="15496" y="6413"/>
                  <a:pt x="15467" y="6398"/>
                </a:cubicBezTo>
                <a:close/>
                <a:moveTo>
                  <a:pt x="15349" y="6457"/>
                </a:moveTo>
                <a:lnTo>
                  <a:pt x="15349" y="6457"/>
                </a:lnTo>
                <a:cubicBezTo>
                  <a:pt x="15379" y="6472"/>
                  <a:pt x="15393" y="6501"/>
                  <a:pt x="15438" y="6516"/>
                </a:cubicBezTo>
                <a:cubicBezTo>
                  <a:pt x="15438" y="6531"/>
                  <a:pt x="15438" y="6545"/>
                  <a:pt x="15452" y="6590"/>
                </a:cubicBezTo>
                <a:cubicBezTo>
                  <a:pt x="15408" y="6575"/>
                  <a:pt x="15393" y="6545"/>
                  <a:pt x="15364" y="6531"/>
                </a:cubicBezTo>
                <a:cubicBezTo>
                  <a:pt x="15364" y="6516"/>
                  <a:pt x="15349" y="6472"/>
                  <a:pt x="15349" y="6457"/>
                </a:cubicBezTo>
                <a:close/>
                <a:moveTo>
                  <a:pt x="15202" y="6501"/>
                </a:moveTo>
                <a:cubicBezTo>
                  <a:pt x="15232" y="6516"/>
                  <a:pt x="15276" y="6531"/>
                  <a:pt x="15290" y="6575"/>
                </a:cubicBezTo>
                <a:cubicBezTo>
                  <a:pt x="15290" y="6590"/>
                  <a:pt x="15290" y="6604"/>
                  <a:pt x="15305" y="6619"/>
                </a:cubicBezTo>
                <a:cubicBezTo>
                  <a:pt x="15261" y="6604"/>
                  <a:pt x="15232" y="6590"/>
                  <a:pt x="15217" y="6575"/>
                </a:cubicBezTo>
                <a:cubicBezTo>
                  <a:pt x="15202" y="6531"/>
                  <a:pt x="15202" y="6516"/>
                  <a:pt x="15202" y="6501"/>
                </a:cubicBezTo>
                <a:close/>
                <a:moveTo>
                  <a:pt x="15658" y="6531"/>
                </a:moveTo>
                <a:lnTo>
                  <a:pt x="15717" y="6590"/>
                </a:lnTo>
                <a:cubicBezTo>
                  <a:pt x="15732" y="6619"/>
                  <a:pt x="15732" y="6619"/>
                  <a:pt x="15732" y="6648"/>
                </a:cubicBezTo>
                <a:lnTo>
                  <a:pt x="15673" y="6590"/>
                </a:lnTo>
                <a:cubicBezTo>
                  <a:pt x="15673" y="6575"/>
                  <a:pt x="15673" y="6546"/>
                  <a:pt x="15658" y="6531"/>
                </a:cubicBezTo>
                <a:close/>
                <a:moveTo>
                  <a:pt x="15526" y="6604"/>
                </a:moveTo>
                <a:cubicBezTo>
                  <a:pt x="15541" y="6619"/>
                  <a:pt x="15585" y="6648"/>
                  <a:pt x="15599" y="6663"/>
                </a:cubicBezTo>
                <a:cubicBezTo>
                  <a:pt x="15614" y="6663"/>
                  <a:pt x="15614" y="6678"/>
                  <a:pt x="15614" y="6722"/>
                </a:cubicBezTo>
                <a:cubicBezTo>
                  <a:pt x="15599" y="6693"/>
                  <a:pt x="15570" y="6678"/>
                  <a:pt x="15541" y="6663"/>
                </a:cubicBezTo>
                <a:cubicBezTo>
                  <a:pt x="15541" y="6648"/>
                  <a:pt x="15526" y="6619"/>
                  <a:pt x="15526" y="6604"/>
                </a:cubicBezTo>
                <a:close/>
                <a:moveTo>
                  <a:pt x="15393" y="6648"/>
                </a:moveTo>
                <a:cubicBezTo>
                  <a:pt x="15438" y="6663"/>
                  <a:pt x="15452" y="6678"/>
                  <a:pt x="15496" y="6693"/>
                </a:cubicBezTo>
                <a:cubicBezTo>
                  <a:pt x="15481" y="6708"/>
                  <a:pt x="15473" y="6720"/>
                  <a:pt x="15474" y="6727"/>
                </a:cubicBezTo>
                <a:lnTo>
                  <a:pt x="15474" y="6727"/>
                </a:lnTo>
                <a:cubicBezTo>
                  <a:pt x="15446" y="6712"/>
                  <a:pt x="15429" y="6690"/>
                  <a:pt x="15393" y="6678"/>
                </a:cubicBezTo>
                <a:lnTo>
                  <a:pt x="15393" y="6648"/>
                </a:lnTo>
                <a:close/>
                <a:moveTo>
                  <a:pt x="15836" y="6693"/>
                </a:moveTo>
                <a:cubicBezTo>
                  <a:pt x="15865" y="6722"/>
                  <a:pt x="15879" y="6737"/>
                  <a:pt x="15894" y="6737"/>
                </a:cubicBezTo>
                <a:cubicBezTo>
                  <a:pt x="15894" y="6752"/>
                  <a:pt x="15894" y="6752"/>
                  <a:pt x="15909" y="6766"/>
                </a:cubicBezTo>
                <a:cubicBezTo>
                  <a:pt x="15894" y="6752"/>
                  <a:pt x="15879" y="6737"/>
                  <a:pt x="15864" y="6737"/>
                </a:cubicBezTo>
                <a:cubicBezTo>
                  <a:pt x="15864" y="6722"/>
                  <a:pt x="15864" y="6722"/>
                  <a:pt x="15836" y="6693"/>
                </a:cubicBezTo>
                <a:close/>
                <a:moveTo>
                  <a:pt x="15688" y="6737"/>
                </a:moveTo>
                <a:lnTo>
                  <a:pt x="15688" y="6737"/>
                </a:lnTo>
                <a:cubicBezTo>
                  <a:pt x="15717" y="6752"/>
                  <a:pt x="15732" y="6766"/>
                  <a:pt x="15761" y="6796"/>
                </a:cubicBezTo>
                <a:cubicBezTo>
                  <a:pt x="15791" y="6810"/>
                  <a:pt x="15791" y="6825"/>
                  <a:pt x="15791" y="6840"/>
                </a:cubicBezTo>
                <a:cubicBezTo>
                  <a:pt x="15761" y="6825"/>
                  <a:pt x="15747" y="6810"/>
                  <a:pt x="15717" y="6796"/>
                </a:cubicBezTo>
                <a:cubicBezTo>
                  <a:pt x="15717" y="6766"/>
                  <a:pt x="15688" y="6752"/>
                  <a:pt x="15688" y="6737"/>
                </a:cubicBezTo>
                <a:close/>
                <a:moveTo>
                  <a:pt x="15585" y="6766"/>
                </a:moveTo>
                <a:cubicBezTo>
                  <a:pt x="15614" y="6781"/>
                  <a:pt x="15629" y="6810"/>
                  <a:pt x="15658" y="6825"/>
                </a:cubicBezTo>
                <a:lnTo>
                  <a:pt x="15658" y="6869"/>
                </a:lnTo>
                <a:cubicBezTo>
                  <a:pt x="15644" y="6840"/>
                  <a:pt x="15599" y="6825"/>
                  <a:pt x="15585" y="6810"/>
                </a:cubicBezTo>
                <a:lnTo>
                  <a:pt x="15585" y="6766"/>
                </a:lnTo>
                <a:close/>
                <a:moveTo>
                  <a:pt x="15997" y="6825"/>
                </a:moveTo>
                <a:cubicBezTo>
                  <a:pt x="16026" y="6869"/>
                  <a:pt x="16026" y="6869"/>
                  <a:pt x="16041" y="6884"/>
                </a:cubicBezTo>
                <a:lnTo>
                  <a:pt x="16041" y="6899"/>
                </a:lnTo>
                <a:lnTo>
                  <a:pt x="15997" y="6855"/>
                </a:lnTo>
                <a:lnTo>
                  <a:pt x="15997" y="6825"/>
                </a:lnTo>
                <a:close/>
                <a:moveTo>
                  <a:pt x="15892" y="6879"/>
                </a:moveTo>
                <a:lnTo>
                  <a:pt x="15938" y="6913"/>
                </a:lnTo>
                <a:cubicBezTo>
                  <a:pt x="15953" y="6943"/>
                  <a:pt x="15953" y="6958"/>
                  <a:pt x="15953" y="6958"/>
                </a:cubicBezTo>
                <a:lnTo>
                  <a:pt x="15894" y="6899"/>
                </a:lnTo>
                <a:cubicBezTo>
                  <a:pt x="15894" y="6892"/>
                  <a:pt x="15894" y="6884"/>
                  <a:pt x="15892" y="6879"/>
                </a:cubicBezTo>
                <a:close/>
                <a:moveTo>
                  <a:pt x="15761" y="6899"/>
                </a:moveTo>
                <a:cubicBezTo>
                  <a:pt x="15776" y="6913"/>
                  <a:pt x="15820" y="6943"/>
                  <a:pt x="15835" y="6958"/>
                </a:cubicBezTo>
                <a:cubicBezTo>
                  <a:pt x="15820" y="6972"/>
                  <a:pt x="15835" y="6987"/>
                  <a:pt x="15835" y="6987"/>
                </a:cubicBezTo>
                <a:cubicBezTo>
                  <a:pt x="15820" y="6972"/>
                  <a:pt x="15791" y="6958"/>
                  <a:pt x="15761" y="6943"/>
                </a:cubicBezTo>
                <a:lnTo>
                  <a:pt x="15761" y="6899"/>
                </a:lnTo>
                <a:close/>
                <a:moveTo>
                  <a:pt x="16041" y="7016"/>
                </a:moveTo>
                <a:cubicBezTo>
                  <a:pt x="16056" y="7031"/>
                  <a:pt x="16085" y="7031"/>
                  <a:pt x="16085" y="7046"/>
                </a:cubicBezTo>
                <a:cubicBezTo>
                  <a:pt x="16115" y="7061"/>
                  <a:pt x="16115" y="7090"/>
                  <a:pt x="16115" y="7090"/>
                </a:cubicBezTo>
                <a:cubicBezTo>
                  <a:pt x="16100" y="7061"/>
                  <a:pt x="16085" y="7061"/>
                  <a:pt x="16056" y="7046"/>
                </a:cubicBezTo>
                <a:cubicBezTo>
                  <a:pt x="16056" y="7031"/>
                  <a:pt x="16056" y="7031"/>
                  <a:pt x="16041" y="7016"/>
                </a:cubicBezTo>
                <a:close/>
                <a:moveTo>
                  <a:pt x="15923" y="7046"/>
                </a:moveTo>
                <a:cubicBezTo>
                  <a:pt x="15953" y="7061"/>
                  <a:pt x="15967" y="7090"/>
                  <a:pt x="15997" y="7105"/>
                </a:cubicBezTo>
                <a:lnTo>
                  <a:pt x="15997" y="7119"/>
                </a:lnTo>
                <a:cubicBezTo>
                  <a:pt x="15982" y="7105"/>
                  <a:pt x="15967" y="7090"/>
                  <a:pt x="15923" y="7061"/>
                </a:cubicBezTo>
                <a:lnTo>
                  <a:pt x="15923" y="7046"/>
                </a:lnTo>
                <a:close/>
                <a:moveTo>
                  <a:pt x="16232" y="7149"/>
                </a:moveTo>
                <a:lnTo>
                  <a:pt x="16262" y="7193"/>
                </a:lnTo>
                <a:lnTo>
                  <a:pt x="16262" y="7208"/>
                </a:lnTo>
                <a:cubicBezTo>
                  <a:pt x="16247" y="7193"/>
                  <a:pt x="16232" y="7193"/>
                  <a:pt x="16232" y="7178"/>
                </a:cubicBezTo>
                <a:lnTo>
                  <a:pt x="16232" y="7149"/>
                </a:lnTo>
                <a:close/>
                <a:moveTo>
                  <a:pt x="16115" y="7193"/>
                </a:moveTo>
                <a:cubicBezTo>
                  <a:pt x="16129" y="7208"/>
                  <a:pt x="16159" y="7208"/>
                  <a:pt x="16173" y="7252"/>
                </a:cubicBezTo>
                <a:cubicBezTo>
                  <a:pt x="16159" y="7237"/>
                  <a:pt x="16129" y="7208"/>
                  <a:pt x="16115" y="7208"/>
                </a:cubicBezTo>
                <a:lnTo>
                  <a:pt x="16115" y="7193"/>
                </a:lnTo>
                <a:close/>
                <a:moveTo>
                  <a:pt x="15011" y="6531"/>
                </a:moveTo>
                <a:lnTo>
                  <a:pt x="15011" y="6531"/>
                </a:lnTo>
                <a:cubicBezTo>
                  <a:pt x="15055" y="6545"/>
                  <a:pt x="15084" y="6590"/>
                  <a:pt x="15129" y="6604"/>
                </a:cubicBezTo>
                <a:cubicBezTo>
                  <a:pt x="15379" y="8120"/>
                  <a:pt x="15364" y="9695"/>
                  <a:pt x="15349" y="11240"/>
                </a:cubicBezTo>
                <a:lnTo>
                  <a:pt x="15349" y="12476"/>
                </a:lnTo>
                <a:cubicBezTo>
                  <a:pt x="15349" y="13168"/>
                  <a:pt x="15364" y="13977"/>
                  <a:pt x="15467" y="14787"/>
                </a:cubicBezTo>
                <a:cubicBezTo>
                  <a:pt x="15320" y="14007"/>
                  <a:pt x="15246" y="13124"/>
                  <a:pt x="15232" y="12167"/>
                </a:cubicBezTo>
                <a:cubicBezTo>
                  <a:pt x="15217" y="11623"/>
                  <a:pt x="15217" y="11093"/>
                  <a:pt x="15217" y="10578"/>
                </a:cubicBezTo>
                <a:cubicBezTo>
                  <a:pt x="15217" y="9239"/>
                  <a:pt x="15217" y="7870"/>
                  <a:pt x="15011" y="6531"/>
                </a:cubicBezTo>
                <a:close/>
                <a:moveTo>
                  <a:pt x="15232" y="6678"/>
                </a:moveTo>
                <a:lnTo>
                  <a:pt x="15232" y="6678"/>
                </a:lnTo>
                <a:cubicBezTo>
                  <a:pt x="15246" y="6678"/>
                  <a:pt x="15290" y="6722"/>
                  <a:pt x="15320" y="6737"/>
                </a:cubicBezTo>
                <a:cubicBezTo>
                  <a:pt x="15644" y="8429"/>
                  <a:pt x="15599" y="10225"/>
                  <a:pt x="15570" y="11976"/>
                </a:cubicBezTo>
                <a:cubicBezTo>
                  <a:pt x="15570" y="12255"/>
                  <a:pt x="15541" y="12535"/>
                  <a:pt x="15541" y="12800"/>
                </a:cubicBezTo>
                <a:cubicBezTo>
                  <a:pt x="15526" y="13609"/>
                  <a:pt x="15541" y="14492"/>
                  <a:pt x="15644" y="15405"/>
                </a:cubicBezTo>
                <a:cubicBezTo>
                  <a:pt x="15467" y="14375"/>
                  <a:pt x="15438" y="13359"/>
                  <a:pt x="15438" y="12491"/>
                </a:cubicBezTo>
                <a:lnTo>
                  <a:pt x="15438" y="11255"/>
                </a:lnTo>
                <a:cubicBezTo>
                  <a:pt x="15452" y="9739"/>
                  <a:pt x="15452" y="8164"/>
                  <a:pt x="15232" y="6678"/>
                </a:cubicBezTo>
                <a:close/>
                <a:moveTo>
                  <a:pt x="15408" y="6810"/>
                </a:moveTo>
                <a:cubicBezTo>
                  <a:pt x="15438" y="6810"/>
                  <a:pt x="15467" y="6840"/>
                  <a:pt x="15511" y="6869"/>
                </a:cubicBezTo>
                <a:cubicBezTo>
                  <a:pt x="15894" y="8753"/>
                  <a:pt x="15820" y="10769"/>
                  <a:pt x="15747" y="12726"/>
                </a:cubicBezTo>
                <a:lnTo>
                  <a:pt x="15732" y="13124"/>
                </a:lnTo>
                <a:cubicBezTo>
                  <a:pt x="15688" y="14021"/>
                  <a:pt x="15688" y="15007"/>
                  <a:pt x="15791" y="16008"/>
                </a:cubicBezTo>
                <a:cubicBezTo>
                  <a:pt x="15614" y="14904"/>
                  <a:pt x="15599" y="13801"/>
                  <a:pt x="15614" y="12800"/>
                </a:cubicBezTo>
                <a:cubicBezTo>
                  <a:pt x="15614" y="12535"/>
                  <a:pt x="15629" y="12255"/>
                  <a:pt x="15629" y="11976"/>
                </a:cubicBezTo>
                <a:cubicBezTo>
                  <a:pt x="15673" y="10254"/>
                  <a:pt x="15717" y="8488"/>
                  <a:pt x="15408" y="6810"/>
                </a:cubicBezTo>
                <a:close/>
                <a:moveTo>
                  <a:pt x="15599" y="6913"/>
                </a:moveTo>
                <a:cubicBezTo>
                  <a:pt x="15644" y="6928"/>
                  <a:pt x="15658" y="6958"/>
                  <a:pt x="15688" y="6972"/>
                </a:cubicBezTo>
                <a:cubicBezTo>
                  <a:pt x="16173" y="9091"/>
                  <a:pt x="16041" y="11358"/>
                  <a:pt x="15938" y="13418"/>
                </a:cubicBezTo>
                <a:cubicBezTo>
                  <a:pt x="15879" y="14375"/>
                  <a:pt x="15835" y="15361"/>
                  <a:pt x="15909" y="16332"/>
                </a:cubicBezTo>
                <a:cubicBezTo>
                  <a:pt x="15791" y="15228"/>
                  <a:pt x="15791" y="14110"/>
                  <a:pt x="15820" y="13080"/>
                </a:cubicBezTo>
                <a:lnTo>
                  <a:pt x="15835" y="12697"/>
                </a:lnTo>
                <a:cubicBezTo>
                  <a:pt x="15894" y="10799"/>
                  <a:pt x="15967" y="8797"/>
                  <a:pt x="15599" y="6913"/>
                </a:cubicBezTo>
                <a:close/>
                <a:moveTo>
                  <a:pt x="15791" y="7061"/>
                </a:moveTo>
                <a:cubicBezTo>
                  <a:pt x="15806" y="7075"/>
                  <a:pt x="15835" y="7105"/>
                  <a:pt x="15864" y="7119"/>
                </a:cubicBezTo>
                <a:cubicBezTo>
                  <a:pt x="16394" y="9239"/>
                  <a:pt x="16276" y="11534"/>
                  <a:pt x="16100" y="13742"/>
                </a:cubicBezTo>
                <a:cubicBezTo>
                  <a:pt x="16026" y="14698"/>
                  <a:pt x="15953" y="15728"/>
                  <a:pt x="15982" y="16729"/>
                </a:cubicBezTo>
                <a:cubicBezTo>
                  <a:pt x="15894" y="15640"/>
                  <a:pt x="15909" y="14492"/>
                  <a:pt x="15982" y="13433"/>
                </a:cubicBezTo>
                <a:cubicBezTo>
                  <a:pt x="16115" y="11402"/>
                  <a:pt x="16247" y="9165"/>
                  <a:pt x="15791" y="7061"/>
                </a:cubicBezTo>
                <a:close/>
                <a:moveTo>
                  <a:pt x="15967" y="7193"/>
                </a:moveTo>
                <a:cubicBezTo>
                  <a:pt x="15982" y="7208"/>
                  <a:pt x="16026" y="7237"/>
                  <a:pt x="16041" y="7252"/>
                </a:cubicBezTo>
                <a:cubicBezTo>
                  <a:pt x="16630" y="9400"/>
                  <a:pt x="16541" y="11770"/>
                  <a:pt x="16306" y="14051"/>
                </a:cubicBezTo>
                <a:cubicBezTo>
                  <a:pt x="16188" y="15108"/>
                  <a:pt x="16100" y="16165"/>
                  <a:pt x="16114" y="17208"/>
                </a:cubicBezTo>
                <a:lnTo>
                  <a:pt x="16114" y="17208"/>
                </a:lnTo>
                <a:cubicBezTo>
                  <a:pt x="16114" y="17200"/>
                  <a:pt x="16112" y="17197"/>
                  <a:pt x="16100" y="17185"/>
                </a:cubicBezTo>
                <a:cubicBezTo>
                  <a:pt x="16026" y="16038"/>
                  <a:pt x="16100" y="14860"/>
                  <a:pt x="16173" y="13742"/>
                </a:cubicBezTo>
                <a:cubicBezTo>
                  <a:pt x="16365" y="11578"/>
                  <a:pt x="16482" y="9297"/>
                  <a:pt x="15967" y="7193"/>
                </a:cubicBezTo>
                <a:close/>
                <a:moveTo>
                  <a:pt x="16159" y="7340"/>
                </a:moveTo>
                <a:lnTo>
                  <a:pt x="16203" y="7399"/>
                </a:lnTo>
                <a:cubicBezTo>
                  <a:pt x="16909" y="9739"/>
                  <a:pt x="16747" y="12314"/>
                  <a:pt x="16497" y="14389"/>
                </a:cubicBezTo>
                <a:cubicBezTo>
                  <a:pt x="16365" y="15478"/>
                  <a:pt x="16262" y="16508"/>
                  <a:pt x="16232" y="17480"/>
                </a:cubicBezTo>
                <a:cubicBezTo>
                  <a:pt x="16232" y="17465"/>
                  <a:pt x="16203" y="17436"/>
                  <a:pt x="16203" y="17421"/>
                </a:cubicBezTo>
                <a:cubicBezTo>
                  <a:pt x="16188" y="16332"/>
                  <a:pt x="16276" y="15199"/>
                  <a:pt x="16394" y="14066"/>
                </a:cubicBezTo>
                <a:cubicBezTo>
                  <a:pt x="16615" y="11814"/>
                  <a:pt x="16718" y="9474"/>
                  <a:pt x="16159" y="7340"/>
                </a:cubicBezTo>
                <a:close/>
                <a:moveTo>
                  <a:pt x="16321" y="7487"/>
                </a:moveTo>
                <a:lnTo>
                  <a:pt x="16365" y="7546"/>
                </a:lnTo>
                <a:cubicBezTo>
                  <a:pt x="16998" y="9459"/>
                  <a:pt x="17086" y="11770"/>
                  <a:pt x="16688" y="14713"/>
                </a:cubicBezTo>
                <a:lnTo>
                  <a:pt x="16688" y="14757"/>
                </a:lnTo>
                <a:cubicBezTo>
                  <a:pt x="16541" y="15743"/>
                  <a:pt x="16409" y="16744"/>
                  <a:pt x="16335" y="17715"/>
                </a:cubicBezTo>
                <a:cubicBezTo>
                  <a:pt x="16321" y="17700"/>
                  <a:pt x="16321" y="17686"/>
                  <a:pt x="16291" y="17642"/>
                </a:cubicBezTo>
                <a:cubicBezTo>
                  <a:pt x="16321" y="16626"/>
                  <a:pt x="16424" y="15537"/>
                  <a:pt x="16571" y="14404"/>
                </a:cubicBezTo>
                <a:cubicBezTo>
                  <a:pt x="16836" y="12329"/>
                  <a:pt x="16998" y="9813"/>
                  <a:pt x="16321" y="7487"/>
                </a:cubicBezTo>
                <a:close/>
                <a:moveTo>
                  <a:pt x="16306" y="17803"/>
                </a:moveTo>
                <a:cubicBezTo>
                  <a:pt x="16306" y="17818"/>
                  <a:pt x="16321" y="17848"/>
                  <a:pt x="16321" y="17862"/>
                </a:cubicBezTo>
                <a:lnTo>
                  <a:pt x="16321" y="17921"/>
                </a:lnTo>
                <a:cubicBezTo>
                  <a:pt x="16321" y="17907"/>
                  <a:pt x="16306" y="17877"/>
                  <a:pt x="16306" y="17862"/>
                </a:cubicBezTo>
                <a:lnTo>
                  <a:pt x="16306" y="17803"/>
                </a:lnTo>
                <a:close/>
                <a:moveTo>
                  <a:pt x="16510" y="7643"/>
                </a:moveTo>
                <a:cubicBezTo>
                  <a:pt x="16528" y="7643"/>
                  <a:pt x="16531" y="7657"/>
                  <a:pt x="16541" y="7679"/>
                </a:cubicBezTo>
                <a:cubicBezTo>
                  <a:pt x="17233" y="9665"/>
                  <a:pt x="17365" y="12123"/>
                  <a:pt x="16895" y="15037"/>
                </a:cubicBezTo>
                <a:lnTo>
                  <a:pt x="16821" y="15493"/>
                </a:lnTo>
                <a:cubicBezTo>
                  <a:pt x="16688" y="16317"/>
                  <a:pt x="16541" y="17141"/>
                  <a:pt x="16453" y="17936"/>
                </a:cubicBezTo>
                <a:cubicBezTo>
                  <a:pt x="16424" y="17921"/>
                  <a:pt x="16409" y="17877"/>
                  <a:pt x="16409" y="17862"/>
                </a:cubicBezTo>
                <a:cubicBezTo>
                  <a:pt x="16468" y="16847"/>
                  <a:pt x="16615" y="15802"/>
                  <a:pt x="16762" y="14772"/>
                </a:cubicBezTo>
                <a:lnTo>
                  <a:pt x="16762" y="14742"/>
                </a:lnTo>
                <a:cubicBezTo>
                  <a:pt x="17159" y="11843"/>
                  <a:pt x="17086" y="9548"/>
                  <a:pt x="16482" y="7649"/>
                </a:cubicBezTo>
                <a:cubicBezTo>
                  <a:pt x="16494" y="7645"/>
                  <a:pt x="16503" y="7643"/>
                  <a:pt x="16510" y="7643"/>
                </a:cubicBezTo>
                <a:close/>
                <a:moveTo>
                  <a:pt x="16644" y="7767"/>
                </a:moveTo>
                <a:lnTo>
                  <a:pt x="16644" y="7767"/>
                </a:lnTo>
                <a:cubicBezTo>
                  <a:pt x="16674" y="7782"/>
                  <a:pt x="16688" y="7796"/>
                  <a:pt x="16703" y="7796"/>
                </a:cubicBezTo>
                <a:cubicBezTo>
                  <a:pt x="17675" y="10357"/>
                  <a:pt x="17483" y="13227"/>
                  <a:pt x="17086" y="15331"/>
                </a:cubicBezTo>
                <a:cubicBezTo>
                  <a:pt x="17042" y="15596"/>
                  <a:pt x="16983" y="15890"/>
                  <a:pt x="16924" y="16170"/>
                </a:cubicBezTo>
                <a:cubicBezTo>
                  <a:pt x="16792" y="16832"/>
                  <a:pt x="16659" y="17494"/>
                  <a:pt x="16571" y="18113"/>
                </a:cubicBezTo>
                <a:cubicBezTo>
                  <a:pt x="16556" y="18083"/>
                  <a:pt x="16541" y="18068"/>
                  <a:pt x="16512" y="18024"/>
                </a:cubicBezTo>
                <a:cubicBezTo>
                  <a:pt x="16615" y="17200"/>
                  <a:pt x="16733" y="16332"/>
                  <a:pt x="16880" y="15464"/>
                </a:cubicBezTo>
                <a:lnTo>
                  <a:pt x="16968" y="15007"/>
                </a:lnTo>
                <a:cubicBezTo>
                  <a:pt x="17424" y="12152"/>
                  <a:pt x="17336" y="9724"/>
                  <a:pt x="16644" y="7767"/>
                </a:cubicBezTo>
                <a:close/>
                <a:moveTo>
                  <a:pt x="16394" y="18010"/>
                </a:moveTo>
                <a:cubicBezTo>
                  <a:pt x="16409" y="18024"/>
                  <a:pt x="16409" y="18039"/>
                  <a:pt x="16424" y="18083"/>
                </a:cubicBezTo>
                <a:lnTo>
                  <a:pt x="16424" y="18157"/>
                </a:lnTo>
                <a:cubicBezTo>
                  <a:pt x="16409" y="18113"/>
                  <a:pt x="16409" y="18098"/>
                  <a:pt x="16394" y="18083"/>
                </a:cubicBezTo>
                <a:lnTo>
                  <a:pt x="16394" y="18010"/>
                </a:lnTo>
                <a:close/>
                <a:moveTo>
                  <a:pt x="16394" y="18230"/>
                </a:moveTo>
                <a:cubicBezTo>
                  <a:pt x="16394" y="18274"/>
                  <a:pt x="16409" y="18289"/>
                  <a:pt x="16409" y="18289"/>
                </a:cubicBezTo>
                <a:lnTo>
                  <a:pt x="16409" y="18363"/>
                </a:lnTo>
                <a:cubicBezTo>
                  <a:pt x="16409" y="18348"/>
                  <a:pt x="16394" y="18319"/>
                  <a:pt x="16394" y="18304"/>
                </a:cubicBezTo>
                <a:lnTo>
                  <a:pt x="16394" y="18230"/>
                </a:lnTo>
                <a:close/>
                <a:moveTo>
                  <a:pt x="16512" y="18171"/>
                </a:moveTo>
                <a:cubicBezTo>
                  <a:pt x="16541" y="18216"/>
                  <a:pt x="16556" y="18230"/>
                  <a:pt x="16571" y="18274"/>
                </a:cubicBezTo>
                <a:cubicBezTo>
                  <a:pt x="16541" y="18304"/>
                  <a:pt x="16541" y="18348"/>
                  <a:pt x="16541" y="18363"/>
                </a:cubicBezTo>
                <a:cubicBezTo>
                  <a:pt x="16527" y="18319"/>
                  <a:pt x="16497" y="18304"/>
                  <a:pt x="16497" y="18274"/>
                </a:cubicBezTo>
                <a:cubicBezTo>
                  <a:pt x="16497" y="18230"/>
                  <a:pt x="16497" y="18201"/>
                  <a:pt x="16512" y="18171"/>
                </a:cubicBezTo>
                <a:close/>
                <a:moveTo>
                  <a:pt x="16904" y="8079"/>
                </a:moveTo>
                <a:lnTo>
                  <a:pt x="16904" y="8079"/>
                </a:lnTo>
                <a:cubicBezTo>
                  <a:pt x="17725" y="10191"/>
                  <a:pt x="17853" y="12831"/>
                  <a:pt x="17277" y="15655"/>
                </a:cubicBezTo>
                <a:cubicBezTo>
                  <a:pt x="17189" y="16067"/>
                  <a:pt x="17101" y="16479"/>
                  <a:pt x="17012" y="16876"/>
                </a:cubicBezTo>
                <a:cubicBezTo>
                  <a:pt x="16909" y="17362"/>
                  <a:pt x="16792" y="17862"/>
                  <a:pt x="16703" y="18363"/>
                </a:cubicBezTo>
                <a:lnTo>
                  <a:pt x="16644" y="18245"/>
                </a:lnTo>
                <a:cubicBezTo>
                  <a:pt x="16733" y="17583"/>
                  <a:pt x="16880" y="16891"/>
                  <a:pt x="17012" y="16185"/>
                </a:cubicBezTo>
                <a:cubicBezTo>
                  <a:pt x="17071" y="15920"/>
                  <a:pt x="17130" y="15625"/>
                  <a:pt x="17189" y="15346"/>
                </a:cubicBezTo>
                <a:cubicBezTo>
                  <a:pt x="17564" y="13326"/>
                  <a:pt x="17769" y="10558"/>
                  <a:pt x="16904" y="8079"/>
                </a:cubicBezTo>
                <a:close/>
                <a:moveTo>
                  <a:pt x="16998" y="8091"/>
                </a:moveTo>
                <a:cubicBezTo>
                  <a:pt x="18263" y="11005"/>
                  <a:pt x="17866" y="14198"/>
                  <a:pt x="17454" y="15964"/>
                </a:cubicBezTo>
                <a:cubicBezTo>
                  <a:pt x="17351" y="16508"/>
                  <a:pt x="17204" y="17024"/>
                  <a:pt x="17086" y="17539"/>
                </a:cubicBezTo>
                <a:cubicBezTo>
                  <a:pt x="16998" y="17877"/>
                  <a:pt x="16924" y="18230"/>
                  <a:pt x="16836" y="18569"/>
                </a:cubicBezTo>
                <a:cubicBezTo>
                  <a:pt x="16821" y="18525"/>
                  <a:pt x="16777" y="18480"/>
                  <a:pt x="16762" y="18451"/>
                </a:cubicBezTo>
                <a:cubicBezTo>
                  <a:pt x="16850" y="17936"/>
                  <a:pt x="16983" y="17421"/>
                  <a:pt x="17086" y="16891"/>
                </a:cubicBezTo>
                <a:cubicBezTo>
                  <a:pt x="17174" y="16479"/>
                  <a:pt x="17277" y="16082"/>
                  <a:pt x="17351" y="15670"/>
                </a:cubicBezTo>
                <a:cubicBezTo>
                  <a:pt x="17939" y="12829"/>
                  <a:pt x="17807" y="10195"/>
                  <a:pt x="16998" y="8091"/>
                </a:cubicBezTo>
                <a:close/>
                <a:moveTo>
                  <a:pt x="16615" y="18377"/>
                </a:moveTo>
                <a:cubicBezTo>
                  <a:pt x="16630" y="18407"/>
                  <a:pt x="16644" y="18436"/>
                  <a:pt x="16659" y="18466"/>
                </a:cubicBezTo>
                <a:cubicBezTo>
                  <a:pt x="16674" y="18510"/>
                  <a:pt x="16674" y="18539"/>
                  <a:pt x="16644" y="18583"/>
                </a:cubicBezTo>
                <a:cubicBezTo>
                  <a:pt x="16630" y="18539"/>
                  <a:pt x="16615" y="18510"/>
                  <a:pt x="16600" y="18480"/>
                </a:cubicBezTo>
                <a:cubicBezTo>
                  <a:pt x="16600" y="18451"/>
                  <a:pt x="16615" y="18407"/>
                  <a:pt x="16615" y="18377"/>
                </a:cubicBezTo>
                <a:close/>
                <a:moveTo>
                  <a:pt x="16482" y="18436"/>
                </a:moveTo>
                <a:cubicBezTo>
                  <a:pt x="16497" y="18451"/>
                  <a:pt x="16497" y="18495"/>
                  <a:pt x="16527" y="18510"/>
                </a:cubicBezTo>
                <a:cubicBezTo>
                  <a:pt x="16527" y="18539"/>
                  <a:pt x="16527" y="18569"/>
                  <a:pt x="16497" y="18598"/>
                </a:cubicBezTo>
                <a:cubicBezTo>
                  <a:pt x="16482" y="18583"/>
                  <a:pt x="16482" y="18539"/>
                  <a:pt x="16468" y="18525"/>
                </a:cubicBezTo>
                <a:cubicBezTo>
                  <a:pt x="16482" y="18480"/>
                  <a:pt x="16482" y="18451"/>
                  <a:pt x="16482" y="18436"/>
                </a:cubicBezTo>
                <a:close/>
                <a:moveTo>
                  <a:pt x="17218" y="8370"/>
                </a:moveTo>
                <a:cubicBezTo>
                  <a:pt x="18190" y="10592"/>
                  <a:pt x="18381" y="13433"/>
                  <a:pt x="17660" y="16288"/>
                </a:cubicBezTo>
                <a:cubicBezTo>
                  <a:pt x="17513" y="16906"/>
                  <a:pt x="17336" y="17539"/>
                  <a:pt x="17145" y="18142"/>
                </a:cubicBezTo>
                <a:cubicBezTo>
                  <a:pt x="17086" y="18348"/>
                  <a:pt x="17042" y="18539"/>
                  <a:pt x="16968" y="18760"/>
                </a:cubicBezTo>
                <a:cubicBezTo>
                  <a:pt x="16924" y="18731"/>
                  <a:pt x="16909" y="18686"/>
                  <a:pt x="16880" y="18657"/>
                </a:cubicBezTo>
                <a:lnTo>
                  <a:pt x="17159" y="17553"/>
                </a:lnTo>
                <a:cubicBezTo>
                  <a:pt x="17292" y="17038"/>
                  <a:pt x="17424" y="16523"/>
                  <a:pt x="17542" y="15993"/>
                </a:cubicBezTo>
                <a:cubicBezTo>
                  <a:pt x="17939" y="14272"/>
                  <a:pt x="18337" y="11225"/>
                  <a:pt x="17218" y="8370"/>
                </a:cubicBezTo>
                <a:close/>
                <a:moveTo>
                  <a:pt x="16468" y="18686"/>
                </a:moveTo>
                <a:cubicBezTo>
                  <a:pt x="16468" y="18716"/>
                  <a:pt x="16482" y="18731"/>
                  <a:pt x="16482" y="18745"/>
                </a:cubicBezTo>
                <a:lnTo>
                  <a:pt x="16482" y="18804"/>
                </a:lnTo>
                <a:cubicBezTo>
                  <a:pt x="16482" y="18789"/>
                  <a:pt x="16468" y="18760"/>
                  <a:pt x="16468" y="18745"/>
                </a:cubicBezTo>
                <a:lnTo>
                  <a:pt x="16468" y="18686"/>
                </a:lnTo>
                <a:close/>
                <a:moveTo>
                  <a:pt x="16733" y="18569"/>
                </a:moveTo>
                <a:cubicBezTo>
                  <a:pt x="16762" y="18598"/>
                  <a:pt x="16777" y="18642"/>
                  <a:pt x="16821" y="18672"/>
                </a:cubicBezTo>
                <a:cubicBezTo>
                  <a:pt x="16792" y="18716"/>
                  <a:pt x="16792" y="18745"/>
                  <a:pt x="16777" y="18804"/>
                </a:cubicBezTo>
                <a:lnTo>
                  <a:pt x="16718" y="18686"/>
                </a:lnTo>
                <a:cubicBezTo>
                  <a:pt x="16718" y="18657"/>
                  <a:pt x="16733" y="18598"/>
                  <a:pt x="16733" y="18569"/>
                </a:cubicBezTo>
                <a:close/>
                <a:moveTo>
                  <a:pt x="16571" y="18613"/>
                </a:moveTo>
                <a:cubicBezTo>
                  <a:pt x="16600" y="18657"/>
                  <a:pt x="16615" y="18672"/>
                  <a:pt x="16630" y="18716"/>
                </a:cubicBezTo>
                <a:cubicBezTo>
                  <a:pt x="16630" y="18745"/>
                  <a:pt x="16615" y="18789"/>
                  <a:pt x="16615" y="18819"/>
                </a:cubicBezTo>
                <a:cubicBezTo>
                  <a:pt x="16600" y="18789"/>
                  <a:pt x="16571" y="18760"/>
                  <a:pt x="16571" y="18731"/>
                </a:cubicBezTo>
                <a:lnTo>
                  <a:pt x="16571" y="18613"/>
                </a:lnTo>
                <a:close/>
                <a:moveTo>
                  <a:pt x="17395" y="8562"/>
                </a:moveTo>
                <a:cubicBezTo>
                  <a:pt x="18454" y="10872"/>
                  <a:pt x="18616" y="13727"/>
                  <a:pt x="17866" y="16597"/>
                </a:cubicBezTo>
                <a:cubicBezTo>
                  <a:pt x="17660" y="17333"/>
                  <a:pt x="17439" y="18054"/>
                  <a:pt x="17218" y="18731"/>
                </a:cubicBezTo>
                <a:cubicBezTo>
                  <a:pt x="17204" y="18804"/>
                  <a:pt x="17159" y="18878"/>
                  <a:pt x="17145" y="18951"/>
                </a:cubicBezTo>
                <a:cubicBezTo>
                  <a:pt x="17101" y="18907"/>
                  <a:pt x="17086" y="18878"/>
                  <a:pt x="17056" y="18834"/>
                </a:cubicBezTo>
                <a:cubicBezTo>
                  <a:pt x="17101" y="18613"/>
                  <a:pt x="17189" y="18392"/>
                  <a:pt x="17233" y="18157"/>
                </a:cubicBezTo>
                <a:cubicBezTo>
                  <a:pt x="17410" y="17553"/>
                  <a:pt x="17586" y="16921"/>
                  <a:pt x="17748" y="16288"/>
                </a:cubicBezTo>
                <a:cubicBezTo>
                  <a:pt x="18440" y="13506"/>
                  <a:pt x="18307" y="10769"/>
                  <a:pt x="17395" y="8562"/>
                </a:cubicBezTo>
                <a:close/>
                <a:moveTo>
                  <a:pt x="16453" y="18966"/>
                </a:moveTo>
                <a:cubicBezTo>
                  <a:pt x="16468" y="18981"/>
                  <a:pt x="16468" y="18981"/>
                  <a:pt x="16468" y="19010"/>
                </a:cubicBezTo>
                <a:cubicBezTo>
                  <a:pt x="16453" y="18981"/>
                  <a:pt x="16453" y="18966"/>
                  <a:pt x="16453" y="18966"/>
                </a:cubicBezTo>
                <a:close/>
                <a:moveTo>
                  <a:pt x="16865" y="18760"/>
                </a:moveTo>
                <a:cubicBezTo>
                  <a:pt x="16880" y="18804"/>
                  <a:pt x="16924" y="18834"/>
                  <a:pt x="16939" y="18878"/>
                </a:cubicBezTo>
                <a:cubicBezTo>
                  <a:pt x="16939" y="18907"/>
                  <a:pt x="16924" y="18966"/>
                  <a:pt x="16909" y="19010"/>
                </a:cubicBezTo>
                <a:cubicBezTo>
                  <a:pt x="16895" y="18966"/>
                  <a:pt x="16850" y="18937"/>
                  <a:pt x="16836" y="18893"/>
                </a:cubicBezTo>
                <a:cubicBezTo>
                  <a:pt x="16850" y="18863"/>
                  <a:pt x="16850" y="18804"/>
                  <a:pt x="16865" y="18760"/>
                </a:cubicBezTo>
                <a:close/>
                <a:moveTo>
                  <a:pt x="16541" y="18878"/>
                </a:moveTo>
                <a:cubicBezTo>
                  <a:pt x="16556" y="18893"/>
                  <a:pt x="16556" y="18937"/>
                  <a:pt x="16571" y="18951"/>
                </a:cubicBezTo>
                <a:cubicBezTo>
                  <a:pt x="16600" y="18966"/>
                  <a:pt x="16571" y="19010"/>
                  <a:pt x="16571" y="19025"/>
                </a:cubicBezTo>
                <a:cubicBezTo>
                  <a:pt x="16556" y="19010"/>
                  <a:pt x="16556" y="18966"/>
                  <a:pt x="16541" y="18951"/>
                </a:cubicBezTo>
                <a:lnTo>
                  <a:pt x="16541" y="18878"/>
                </a:lnTo>
                <a:close/>
                <a:moveTo>
                  <a:pt x="16688" y="18819"/>
                </a:moveTo>
                <a:cubicBezTo>
                  <a:pt x="16703" y="18848"/>
                  <a:pt x="16718" y="18878"/>
                  <a:pt x="16733" y="18907"/>
                </a:cubicBezTo>
                <a:cubicBezTo>
                  <a:pt x="16733" y="18951"/>
                  <a:pt x="16733" y="18981"/>
                  <a:pt x="16718" y="19025"/>
                </a:cubicBezTo>
                <a:cubicBezTo>
                  <a:pt x="16703" y="18981"/>
                  <a:pt x="16688" y="18951"/>
                  <a:pt x="16674" y="18937"/>
                </a:cubicBezTo>
                <a:cubicBezTo>
                  <a:pt x="16674" y="18893"/>
                  <a:pt x="16688" y="18848"/>
                  <a:pt x="16688" y="18819"/>
                </a:cubicBezTo>
                <a:close/>
                <a:moveTo>
                  <a:pt x="17675" y="9018"/>
                </a:moveTo>
                <a:cubicBezTo>
                  <a:pt x="18690" y="11314"/>
                  <a:pt x="18837" y="14183"/>
                  <a:pt x="18042" y="16921"/>
                </a:cubicBezTo>
                <a:cubicBezTo>
                  <a:pt x="17822" y="17700"/>
                  <a:pt x="17557" y="18436"/>
                  <a:pt x="17292" y="19172"/>
                </a:cubicBezTo>
                <a:cubicBezTo>
                  <a:pt x="17262" y="19128"/>
                  <a:pt x="17218" y="19099"/>
                  <a:pt x="17204" y="19040"/>
                </a:cubicBezTo>
                <a:cubicBezTo>
                  <a:pt x="17233" y="18951"/>
                  <a:pt x="17262" y="18863"/>
                  <a:pt x="17292" y="18760"/>
                </a:cubicBezTo>
                <a:cubicBezTo>
                  <a:pt x="17513" y="18068"/>
                  <a:pt x="17748" y="17347"/>
                  <a:pt x="17954" y="16611"/>
                </a:cubicBezTo>
                <a:cubicBezTo>
                  <a:pt x="18675" y="13933"/>
                  <a:pt x="18587" y="11240"/>
                  <a:pt x="17675" y="9018"/>
                </a:cubicBezTo>
                <a:close/>
                <a:moveTo>
                  <a:pt x="17012" y="18951"/>
                </a:moveTo>
                <a:cubicBezTo>
                  <a:pt x="17056" y="18981"/>
                  <a:pt x="17071" y="19025"/>
                  <a:pt x="17101" y="19054"/>
                </a:cubicBezTo>
                <a:cubicBezTo>
                  <a:pt x="17086" y="19113"/>
                  <a:pt x="17071" y="19157"/>
                  <a:pt x="17056" y="19202"/>
                </a:cubicBezTo>
                <a:cubicBezTo>
                  <a:pt x="17012" y="19172"/>
                  <a:pt x="16998" y="19128"/>
                  <a:pt x="16983" y="19099"/>
                </a:cubicBezTo>
                <a:cubicBezTo>
                  <a:pt x="16998" y="19040"/>
                  <a:pt x="16998" y="19010"/>
                  <a:pt x="17012" y="18951"/>
                </a:cubicBezTo>
                <a:close/>
                <a:moveTo>
                  <a:pt x="16527" y="19113"/>
                </a:moveTo>
                <a:cubicBezTo>
                  <a:pt x="16527" y="19128"/>
                  <a:pt x="16541" y="19143"/>
                  <a:pt x="16541" y="19172"/>
                </a:cubicBezTo>
                <a:lnTo>
                  <a:pt x="16541" y="19246"/>
                </a:lnTo>
                <a:cubicBezTo>
                  <a:pt x="16541" y="19231"/>
                  <a:pt x="16527" y="19202"/>
                  <a:pt x="16527" y="19187"/>
                </a:cubicBezTo>
                <a:lnTo>
                  <a:pt x="16527" y="19113"/>
                </a:lnTo>
                <a:close/>
                <a:moveTo>
                  <a:pt x="16659" y="19054"/>
                </a:moveTo>
                <a:cubicBezTo>
                  <a:pt x="16688" y="19099"/>
                  <a:pt x="16703" y="19113"/>
                  <a:pt x="16718" y="19157"/>
                </a:cubicBezTo>
                <a:cubicBezTo>
                  <a:pt x="16688" y="19187"/>
                  <a:pt x="16688" y="19216"/>
                  <a:pt x="16688" y="19246"/>
                </a:cubicBezTo>
                <a:cubicBezTo>
                  <a:pt x="16674" y="19202"/>
                  <a:pt x="16644" y="19187"/>
                  <a:pt x="16644" y="19157"/>
                </a:cubicBezTo>
                <a:cubicBezTo>
                  <a:pt x="16644" y="19113"/>
                  <a:pt x="16659" y="19084"/>
                  <a:pt x="16659" y="19054"/>
                </a:cubicBezTo>
                <a:close/>
                <a:moveTo>
                  <a:pt x="16836" y="19010"/>
                </a:moveTo>
                <a:cubicBezTo>
                  <a:pt x="16850" y="19040"/>
                  <a:pt x="16895" y="19084"/>
                  <a:pt x="16909" y="19113"/>
                </a:cubicBezTo>
                <a:cubicBezTo>
                  <a:pt x="16865" y="19157"/>
                  <a:pt x="16850" y="19187"/>
                  <a:pt x="16850" y="19246"/>
                </a:cubicBezTo>
                <a:lnTo>
                  <a:pt x="16792" y="19128"/>
                </a:lnTo>
                <a:cubicBezTo>
                  <a:pt x="16821" y="19099"/>
                  <a:pt x="16821" y="19040"/>
                  <a:pt x="16836" y="19010"/>
                </a:cubicBezTo>
                <a:close/>
                <a:moveTo>
                  <a:pt x="17866" y="9239"/>
                </a:moveTo>
                <a:cubicBezTo>
                  <a:pt x="18940" y="11593"/>
                  <a:pt x="19102" y="14492"/>
                  <a:pt x="18248" y="17244"/>
                </a:cubicBezTo>
                <a:cubicBezTo>
                  <a:pt x="18028" y="17951"/>
                  <a:pt x="17748" y="18672"/>
                  <a:pt x="17468" y="19349"/>
                </a:cubicBezTo>
                <a:cubicBezTo>
                  <a:pt x="17439" y="19319"/>
                  <a:pt x="17395" y="19275"/>
                  <a:pt x="17365" y="19231"/>
                </a:cubicBezTo>
                <a:cubicBezTo>
                  <a:pt x="17645" y="18495"/>
                  <a:pt x="17925" y="17715"/>
                  <a:pt x="18145" y="16921"/>
                </a:cubicBezTo>
                <a:cubicBezTo>
                  <a:pt x="18911" y="14257"/>
                  <a:pt x="18808" y="11505"/>
                  <a:pt x="17866" y="9239"/>
                </a:cubicBezTo>
                <a:close/>
                <a:moveTo>
                  <a:pt x="17159" y="19128"/>
                </a:moveTo>
                <a:cubicBezTo>
                  <a:pt x="17204" y="19172"/>
                  <a:pt x="17233" y="19202"/>
                  <a:pt x="17248" y="19246"/>
                </a:cubicBezTo>
                <a:cubicBezTo>
                  <a:pt x="17262" y="19260"/>
                  <a:pt x="17233" y="19275"/>
                  <a:pt x="17233" y="19305"/>
                </a:cubicBezTo>
                <a:cubicBezTo>
                  <a:pt x="17218" y="19334"/>
                  <a:pt x="17218" y="19378"/>
                  <a:pt x="17204" y="19408"/>
                </a:cubicBezTo>
                <a:cubicBezTo>
                  <a:pt x="17159" y="19378"/>
                  <a:pt x="17145" y="19334"/>
                  <a:pt x="17101" y="19275"/>
                </a:cubicBezTo>
                <a:cubicBezTo>
                  <a:pt x="17130" y="19216"/>
                  <a:pt x="17145" y="19172"/>
                  <a:pt x="17159" y="19128"/>
                </a:cubicBezTo>
                <a:close/>
                <a:moveTo>
                  <a:pt x="16497" y="19349"/>
                </a:moveTo>
                <a:cubicBezTo>
                  <a:pt x="16497" y="19378"/>
                  <a:pt x="16512" y="19378"/>
                  <a:pt x="16512" y="19393"/>
                </a:cubicBezTo>
                <a:lnTo>
                  <a:pt x="16512" y="19452"/>
                </a:lnTo>
                <a:cubicBezTo>
                  <a:pt x="16512" y="19422"/>
                  <a:pt x="16512" y="19422"/>
                  <a:pt x="16497" y="19408"/>
                </a:cubicBezTo>
                <a:lnTo>
                  <a:pt x="16497" y="19349"/>
                </a:lnTo>
                <a:close/>
                <a:moveTo>
                  <a:pt x="16762" y="19246"/>
                </a:moveTo>
                <a:cubicBezTo>
                  <a:pt x="16777" y="19275"/>
                  <a:pt x="16792" y="19319"/>
                  <a:pt x="16821" y="19334"/>
                </a:cubicBezTo>
                <a:cubicBezTo>
                  <a:pt x="16792" y="19378"/>
                  <a:pt x="16792" y="19408"/>
                  <a:pt x="16777" y="19452"/>
                </a:cubicBezTo>
                <a:cubicBezTo>
                  <a:pt x="16762" y="19408"/>
                  <a:pt x="16733" y="19378"/>
                  <a:pt x="16718" y="19349"/>
                </a:cubicBezTo>
                <a:cubicBezTo>
                  <a:pt x="16733" y="19334"/>
                  <a:pt x="16762" y="19305"/>
                  <a:pt x="16762" y="19246"/>
                </a:cubicBezTo>
                <a:close/>
                <a:moveTo>
                  <a:pt x="16939" y="19187"/>
                </a:moveTo>
                <a:cubicBezTo>
                  <a:pt x="16968" y="19216"/>
                  <a:pt x="16998" y="19260"/>
                  <a:pt x="17012" y="19305"/>
                </a:cubicBezTo>
                <a:cubicBezTo>
                  <a:pt x="16998" y="19349"/>
                  <a:pt x="16998" y="19408"/>
                  <a:pt x="16983" y="19452"/>
                </a:cubicBezTo>
                <a:cubicBezTo>
                  <a:pt x="16968" y="19408"/>
                  <a:pt x="16924" y="19378"/>
                  <a:pt x="16909" y="19334"/>
                </a:cubicBezTo>
                <a:cubicBezTo>
                  <a:pt x="16924" y="19275"/>
                  <a:pt x="16924" y="19246"/>
                  <a:pt x="16939" y="19187"/>
                </a:cubicBezTo>
                <a:close/>
                <a:moveTo>
                  <a:pt x="16615" y="19305"/>
                </a:moveTo>
                <a:cubicBezTo>
                  <a:pt x="16630" y="19319"/>
                  <a:pt x="16630" y="19349"/>
                  <a:pt x="16644" y="19378"/>
                </a:cubicBezTo>
                <a:cubicBezTo>
                  <a:pt x="16644" y="19408"/>
                  <a:pt x="16630" y="19422"/>
                  <a:pt x="16630" y="19466"/>
                </a:cubicBezTo>
                <a:cubicBezTo>
                  <a:pt x="16615" y="19452"/>
                  <a:pt x="16615" y="19408"/>
                  <a:pt x="16600" y="19393"/>
                </a:cubicBezTo>
                <a:cubicBezTo>
                  <a:pt x="16600" y="19349"/>
                  <a:pt x="16615" y="19334"/>
                  <a:pt x="16615" y="19305"/>
                </a:cubicBezTo>
                <a:close/>
                <a:moveTo>
                  <a:pt x="18101" y="9680"/>
                </a:moveTo>
                <a:lnTo>
                  <a:pt x="18101" y="9680"/>
                </a:lnTo>
                <a:cubicBezTo>
                  <a:pt x="19176" y="12020"/>
                  <a:pt x="19308" y="14919"/>
                  <a:pt x="18440" y="17553"/>
                </a:cubicBezTo>
                <a:cubicBezTo>
                  <a:pt x="18204" y="18230"/>
                  <a:pt x="17939" y="18893"/>
                  <a:pt x="17645" y="19540"/>
                </a:cubicBezTo>
                <a:lnTo>
                  <a:pt x="17513" y="19408"/>
                </a:lnTo>
                <a:cubicBezTo>
                  <a:pt x="17792" y="18716"/>
                  <a:pt x="18087" y="17995"/>
                  <a:pt x="18307" y="17259"/>
                </a:cubicBezTo>
                <a:cubicBezTo>
                  <a:pt x="19117" y="14669"/>
                  <a:pt x="19028" y="11946"/>
                  <a:pt x="18101" y="9680"/>
                </a:cubicBezTo>
                <a:close/>
                <a:moveTo>
                  <a:pt x="17336" y="19319"/>
                </a:moveTo>
                <a:lnTo>
                  <a:pt x="17439" y="19422"/>
                </a:lnTo>
                <a:cubicBezTo>
                  <a:pt x="17410" y="19496"/>
                  <a:pt x="17380" y="19555"/>
                  <a:pt x="17365" y="19614"/>
                </a:cubicBezTo>
                <a:cubicBezTo>
                  <a:pt x="17336" y="19569"/>
                  <a:pt x="17292" y="19540"/>
                  <a:pt x="17277" y="19481"/>
                </a:cubicBezTo>
                <a:cubicBezTo>
                  <a:pt x="17292" y="19422"/>
                  <a:pt x="17307" y="19393"/>
                  <a:pt x="17336" y="19334"/>
                </a:cubicBezTo>
                <a:lnTo>
                  <a:pt x="17336" y="19319"/>
                </a:lnTo>
                <a:close/>
                <a:moveTo>
                  <a:pt x="17086" y="19393"/>
                </a:moveTo>
                <a:cubicBezTo>
                  <a:pt x="17130" y="19422"/>
                  <a:pt x="17145" y="19466"/>
                  <a:pt x="17174" y="19496"/>
                </a:cubicBezTo>
                <a:cubicBezTo>
                  <a:pt x="17145" y="19555"/>
                  <a:pt x="17130" y="19584"/>
                  <a:pt x="17101" y="19643"/>
                </a:cubicBezTo>
                <a:cubicBezTo>
                  <a:pt x="17086" y="19614"/>
                  <a:pt x="17056" y="19569"/>
                  <a:pt x="17027" y="19540"/>
                </a:cubicBezTo>
                <a:cubicBezTo>
                  <a:pt x="17056" y="19481"/>
                  <a:pt x="17071" y="19422"/>
                  <a:pt x="17086" y="19393"/>
                </a:cubicBezTo>
                <a:close/>
                <a:moveTo>
                  <a:pt x="16895" y="19452"/>
                </a:moveTo>
                <a:cubicBezTo>
                  <a:pt x="16909" y="19481"/>
                  <a:pt x="16924" y="19525"/>
                  <a:pt x="16968" y="19555"/>
                </a:cubicBezTo>
                <a:cubicBezTo>
                  <a:pt x="16924" y="19584"/>
                  <a:pt x="16924" y="19628"/>
                  <a:pt x="16909" y="19687"/>
                </a:cubicBezTo>
                <a:lnTo>
                  <a:pt x="16850" y="19569"/>
                </a:lnTo>
                <a:cubicBezTo>
                  <a:pt x="16865" y="19540"/>
                  <a:pt x="16865" y="19481"/>
                  <a:pt x="16895" y="19452"/>
                </a:cubicBezTo>
                <a:close/>
                <a:moveTo>
                  <a:pt x="16571" y="19555"/>
                </a:moveTo>
                <a:cubicBezTo>
                  <a:pt x="16571" y="19569"/>
                  <a:pt x="16600" y="19584"/>
                  <a:pt x="16600" y="19614"/>
                </a:cubicBezTo>
                <a:cubicBezTo>
                  <a:pt x="16600" y="19643"/>
                  <a:pt x="16571" y="19672"/>
                  <a:pt x="16571" y="19702"/>
                </a:cubicBezTo>
                <a:cubicBezTo>
                  <a:pt x="16571" y="19687"/>
                  <a:pt x="16556" y="19672"/>
                  <a:pt x="16556" y="19643"/>
                </a:cubicBezTo>
                <a:cubicBezTo>
                  <a:pt x="16556" y="19614"/>
                  <a:pt x="16556" y="19584"/>
                  <a:pt x="16571" y="19555"/>
                </a:cubicBezTo>
                <a:close/>
                <a:moveTo>
                  <a:pt x="16703" y="19496"/>
                </a:moveTo>
                <a:cubicBezTo>
                  <a:pt x="16718" y="19540"/>
                  <a:pt x="16747" y="19555"/>
                  <a:pt x="16762" y="19584"/>
                </a:cubicBezTo>
                <a:cubicBezTo>
                  <a:pt x="16747" y="19628"/>
                  <a:pt x="16747" y="19672"/>
                  <a:pt x="16718" y="19702"/>
                </a:cubicBezTo>
                <a:cubicBezTo>
                  <a:pt x="16703" y="19672"/>
                  <a:pt x="16688" y="19643"/>
                  <a:pt x="16688" y="19614"/>
                </a:cubicBezTo>
                <a:cubicBezTo>
                  <a:pt x="16688" y="19569"/>
                  <a:pt x="16703" y="19540"/>
                  <a:pt x="16703" y="19496"/>
                </a:cubicBezTo>
                <a:close/>
                <a:moveTo>
                  <a:pt x="18322" y="9886"/>
                </a:moveTo>
                <a:lnTo>
                  <a:pt x="18322" y="9886"/>
                </a:lnTo>
                <a:cubicBezTo>
                  <a:pt x="19426" y="12285"/>
                  <a:pt x="19573" y="15228"/>
                  <a:pt x="18631" y="17862"/>
                </a:cubicBezTo>
                <a:cubicBezTo>
                  <a:pt x="18410" y="18510"/>
                  <a:pt x="18145" y="19113"/>
                  <a:pt x="17851" y="19717"/>
                </a:cubicBezTo>
                <a:cubicBezTo>
                  <a:pt x="17807" y="19687"/>
                  <a:pt x="17748" y="19643"/>
                  <a:pt x="17719" y="19599"/>
                </a:cubicBezTo>
                <a:cubicBezTo>
                  <a:pt x="18013" y="18937"/>
                  <a:pt x="18293" y="18274"/>
                  <a:pt x="18528" y="17568"/>
                </a:cubicBezTo>
                <a:cubicBezTo>
                  <a:pt x="19367" y="15007"/>
                  <a:pt x="19279" y="12197"/>
                  <a:pt x="18322" y="9886"/>
                </a:cubicBezTo>
                <a:close/>
                <a:moveTo>
                  <a:pt x="17498" y="19496"/>
                </a:moveTo>
                <a:lnTo>
                  <a:pt x="17630" y="19628"/>
                </a:lnTo>
                <a:cubicBezTo>
                  <a:pt x="17586" y="19687"/>
                  <a:pt x="17571" y="19746"/>
                  <a:pt x="17527" y="19790"/>
                </a:cubicBezTo>
                <a:cubicBezTo>
                  <a:pt x="17498" y="19761"/>
                  <a:pt x="17454" y="19717"/>
                  <a:pt x="17424" y="19672"/>
                </a:cubicBezTo>
                <a:cubicBezTo>
                  <a:pt x="17439" y="19614"/>
                  <a:pt x="17483" y="19555"/>
                  <a:pt x="17498" y="19496"/>
                </a:cubicBezTo>
                <a:close/>
                <a:moveTo>
                  <a:pt x="17233" y="19555"/>
                </a:moveTo>
                <a:cubicBezTo>
                  <a:pt x="17277" y="19584"/>
                  <a:pt x="17307" y="19628"/>
                  <a:pt x="17336" y="19672"/>
                </a:cubicBezTo>
                <a:cubicBezTo>
                  <a:pt x="17307" y="19746"/>
                  <a:pt x="17292" y="19790"/>
                  <a:pt x="17277" y="19834"/>
                </a:cubicBezTo>
                <a:cubicBezTo>
                  <a:pt x="17233" y="19820"/>
                  <a:pt x="17204" y="19775"/>
                  <a:pt x="17189" y="19717"/>
                </a:cubicBezTo>
                <a:lnTo>
                  <a:pt x="17233" y="19555"/>
                </a:lnTo>
                <a:close/>
                <a:moveTo>
                  <a:pt x="17277" y="19834"/>
                </a:moveTo>
                <a:cubicBezTo>
                  <a:pt x="17277" y="19842"/>
                  <a:pt x="17273" y="19845"/>
                  <a:pt x="17272" y="19845"/>
                </a:cubicBezTo>
                <a:cubicBezTo>
                  <a:pt x="17270" y="19845"/>
                  <a:pt x="17270" y="19842"/>
                  <a:pt x="17277" y="19834"/>
                </a:cubicBezTo>
                <a:close/>
                <a:moveTo>
                  <a:pt x="16998" y="19628"/>
                </a:moveTo>
                <a:cubicBezTo>
                  <a:pt x="17012" y="19672"/>
                  <a:pt x="17056" y="19702"/>
                  <a:pt x="17071" y="19746"/>
                </a:cubicBezTo>
                <a:cubicBezTo>
                  <a:pt x="17071" y="19790"/>
                  <a:pt x="17056" y="19849"/>
                  <a:pt x="17042" y="19893"/>
                </a:cubicBezTo>
                <a:cubicBezTo>
                  <a:pt x="17012" y="19849"/>
                  <a:pt x="16983" y="19820"/>
                  <a:pt x="16968" y="19775"/>
                </a:cubicBezTo>
                <a:cubicBezTo>
                  <a:pt x="16983" y="19717"/>
                  <a:pt x="16998" y="19687"/>
                  <a:pt x="16998" y="19628"/>
                </a:cubicBezTo>
                <a:close/>
                <a:moveTo>
                  <a:pt x="16541" y="19820"/>
                </a:moveTo>
                <a:cubicBezTo>
                  <a:pt x="16541" y="19834"/>
                  <a:pt x="16556" y="19849"/>
                  <a:pt x="16556" y="19849"/>
                </a:cubicBezTo>
                <a:cubicBezTo>
                  <a:pt x="16556" y="19864"/>
                  <a:pt x="16556" y="19879"/>
                  <a:pt x="16541" y="19908"/>
                </a:cubicBezTo>
                <a:cubicBezTo>
                  <a:pt x="16541" y="19893"/>
                  <a:pt x="16541" y="19864"/>
                  <a:pt x="16527" y="19864"/>
                </a:cubicBezTo>
                <a:cubicBezTo>
                  <a:pt x="16541" y="19849"/>
                  <a:pt x="16541" y="19834"/>
                  <a:pt x="16541" y="19820"/>
                </a:cubicBezTo>
                <a:close/>
                <a:moveTo>
                  <a:pt x="16821" y="19672"/>
                </a:moveTo>
                <a:cubicBezTo>
                  <a:pt x="16836" y="19702"/>
                  <a:pt x="16850" y="19746"/>
                  <a:pt x="16865" y="19761"/>
                </a:cubicBezTo>
                <a:cubicBezTo>
                  <a:pt x="16850" y="19834"/>
                  <a:pt x="16850" y="19864"/>
                  <a:pt x="16836" y="19908"/>
                </a:cubicBezTo>
                <a:lnTo>
                  <a:pt x="16777" y="19790"/>
                </a:lnTo>
                <a:cubicBezTo>
                  <a:pt x="16792" y="19761"/>
                  <a:pt x="16792" y="19702"/>
                  <a:pt x="16821" y="19672"/>
                </a:cubicBezTo>
                <a:close/>
                <a:moveTo>
                  <a:pt x="18543" y="10210"/>
                </a:moveTo>
                <a:cubicBezTo>
                  <a:pt x="19676" y="12638"/>
                  <a:pt x="19808" y="15567"/>
                  <a:pt x="18822" y="18201"/>
                </a:cubicBezTo>
                <a:cubicBezTo>
                  <a:pt x="18602" y="18775"/>
                  <a:pt x="18322" y="19349"/>
                  <a:pt x="18042" y="19908"/>
                </a:cubicBezTo>
                <a:cubicBezTo>
                  <a:pt x="17998" y="19864"/>
                  <a:pt x="17954" y="19834"/>
                  <a:pt x="17895" y="19775"/>
                </a:cubicBezTo>
                <a:cubicBezTo>
                  <a:pt x="18190" y="19172"/>
                  <a:pt x="18469" y="18539"/>
                  <a:pt x="18705" y="17907"/>
                </a:cubicBezTo>
                <a:cubicBezTo>
                  <a:pt x="19617" y="15361"/>
                  <a:pt x="19514" y="12564"/>
                  <a:pt x="18543" y="10210"/>
                </a:cubicBezTo>
                <a:close/>
                <a:moveTo>
                  <a:pt x="16674" y="19746"/>
                </a:moveTo>
                <a:cubicBezTo>
                  <a:pt x="16688" y="19761"/>
                  <a:pt x="16688" y="19790"/>
                  <a:pt x="16703" y="19820"/>
                </a:cubicBezTo>
                <a:cubicBezTo>
                  <a:pt x="16703" y="19849"/>
                  <a:pt x="16688" y="19893"/>
                  <a:pt x="16688" y="19923"/>
                </a:cubicBezTo>
                <a:cubicBezTo>
                  <a:pt x="16674" y="19908"/>
                  <a:pt x="16674" y="19864"/>
                  <a:pt x="16644" y="19849"/>
                </a:cubicBezTo>
                <a:cubicBezTo>
                  <a:pt x="16644" y="19820"/>
                  <a:pt x="16644" y="19775"/>
                  <a:pt x="16674" y="19746"/>
                </a:cubicBezTo>
                <a:close/>
                <a:moveTo>
                  <a:pt x="17660" y="19672"/>
                </a:moveTo>
                <a:lnTo>
                  <a:pt x="17778" y="19775"/>
                </a:lnTo>
                <a:lnTo>
                  <a:pt x="17792" y="19790"/>
                </a:lnTo>
                <a:cubicBezTo>
                  <a:pt x="17778" y="19864"/>
                  <a:pt x="17748" y="19923"/>
                  <a:pt x="17719" y="19982"/>
                </a:cubicBezTo>
                <a:lnTo>
                  <a:pt x="17586" y="19849"/>
                </a:lnTo>
                <a:cubicBezTo>
                  <a:pt x="17601" y="19790"/>
                  <a:pt x="17645" y="19746"/>
                  <a:pt x="17660" y="19672"/>
                </a:cubicBezTo>
                <a:close/>
                <a:moveTo>
                  <a:pt x="17365" y="19761"/>
                </a:moveTo>
                <a:cubicBezTo>
                  <a:pt x="17410" y="19790"/>
                  <a:pt x="17439" y="19834"/>
                  <a:pt x="17468" y="19879"/>
                </a:cubicBezTo>
                <a:cubicBezTo>
                  <a:pt x="17468" y="19937"/>
                  <a:pt x="17439" y="19996"/>
                  <a:pt x="17424" y="20055"/>
                </a:cubicBezTo>
                <a:cubicBezTo>
                  <a:pt x="17380" y="20011"/>
                  <a:pt x="17351" y="19982"/>
                  <a:pt x="17307" y="19923"/>
                </a:cubicBezTo>
                <a:cubicBezTo>
                  <a:pt x="17307" y="19908"/>
                  <a:pt x="17336" y="19893"/>
                  <a:pt x="17336" y="19864"/>
                </a:cubicBezTo>
                <a:cubicBezTo>
                  <a:pt x="17351" y="19834"/>
                  <a:pt x="17365" y="19790"/>
                  <a:pt x="17365" y="19761"/>
                </a:cubicBezTo>
                <a:close/>
                <a:moveTo>
                  <a:pt x="18852" y="10769"/>
                </a:moveTo>
                <a:cubicBezTo>
                  <a:pt x="19911" y="13153"/>
                  <a:pt x="20000" y="16023"/>
                  <a:pt x="19028" y="18510"/>
                </a:cubicBezTo>
                <a:cubicBezTo>
                  <a:pt x="18808" y="19040"/>
                  <a:pt x="18543" y="19555"/>
                  <a:pt x="18263" y="20070"/>
                </a:cubicBezTo>
                <a:cubicBezTo>
                  <a:pt x="18219" y="20040"/>
                  <a:pt x="18160" y="19996"/>
                  <a:pt x="18116" y="19967"/>
                </a:cubicBezTo>
                <a:cubicBezTo>
                  <a:pt x="18410" y="19393"/>
                  <a:pt x="18690" y="18819"/>
                  <a:pt x="18911" y="18230"/>
                </a:cubicBezTo>
                <a:cubicBezTo>
                  <a:pt x="19838" y="15787"/>
                  <a:pt x="19794" y="13080"/>
                  <a:pt x="18852" y="10769"/>
                </a:cubicBezTo>
                <a:close/>
                <a:moveTo>
                  <a:pt x="17145" y="19834"/>
                </a:moveTo>
                <a:cubicBezTo>
                  <a:pt x="17189" y="19864"/>
                  <a:pt x="17204" y="19908"/>
                  <a:pt x="17233" y="19937"/>
                </a:cubicBezTo>
                <a:cubicBezTo>
                  <a:pt x="17204" y="19996"/>
                  <a:pt x="17189" y="20040"/>
                  <a:pt x="17159" y="20085"/>
                </a:cubicBezTo>
                <a:cubicBezTo>
                  <a:pt x="17145" y="20055"/>
                  <a:pt x="17115" y="20011"/>
                  <a:pt x="17086" y="19982"/>
                </a:cubicBezTo>
                <a:cubicBezTo>
                  <a:pt x="17101" y="19923"/>
                  <a:pt x="17130" y="19864"/>
                  <a:pt x="17145" y="19834"/>
                </a:cubicBezTo>
                <a:close/>
                <a:moveTo>
                  <a:pt x="16615" y="19996"/>
                </a:moveTo>
                <a:cubicBezTo>
                  <a:pt x="16615" y="20011"/>
                  <a:pt x="16630" y="20040"/>
                  <a:pt x="16630" y="20070"/>
                </a:cubicBezTo>
                <a:cubicBezTo>
                  <a:pt x="16630" y="20085"/>
                  <a:pt x="16615" y="20129"/>
                  <a:pt x="16615" y="20143"/>
                </a:cubicBezTo>
                <a:cubicBezTo>
                  <a:pt x="16615" y="20129"/>
                  <a:pt x="16600" y="20114"/>
                  <a:pt x="16600" y="20070"/>
                </a:cubicBezTo>
                <a:cubicBezTo>
                  <a:pt x="16600" y="20055"/>
                  <a:pt x="16615" y="20011"/>
                  <a:pt x="16615" y="19996"/>
                </a:cubicBezTo>
                <a:close/>
                <a:moveTo>
                  <a:pt x="16762" y="19923"/>
                </a:moveTo>
                <a:cubicBezTo>
                  <a:pt x="16762" y="19952"/>
                  <a:pt x="16777" y="19996"/>
                  <a:pt x="16792" y="20011"/>
                </a:cubicBezTo>
                <a:cubicBezTo>
                  <a:pt x="16777" y="20055"/>
                  <a:pt x="16777" y="20085"/>
                  <a:pt x="16762" y="20143"/>
                </a:cubicBezTo>
                <a:cubicBezTo>
                  <a:pt x="16747" y="20114"/>
                  <a:pt x="16747" y="20085"/>
                  <a:pt x="16718" y="20055"/>
                </a:cubicBezTo>
                <a:cubicBezTo>
                  <a:pt x="16733" y="20011"/>
                  <a:pt x="16733" y="19982"/>
                  <a:pt x="16762" y="19923"/>
                </a:cubicBezTo>
                <a:close/>
                <a:moveTo>
                  <a:pt x="16924" y="19893"/>
                </a:moveTo>
                <a:cubicBezTo>
                  <a:pt x="16939" y="19923"/>
                  <a:pt x="16968" y="19967"/>
                  <a:pt x="16998" y="19996"/>
                </a:cubicBezTo>
                <a:cubicBezTo>
                  <a:pt x="16983" y="20055"/>
                  <a:pt x="16968" y="20085"/>
                  <a:pt x="16939" y="20143"/>
                </a:cubicBezTo>
                <a:lnTo>
                  <a:pt x="16895" y="20040"/>
                </a:lnTo>
                <a:cubicBezTo>
                  <a:pt x="16909" y="19982"/>
                  <a:pt x="16909" y="19923"/>
                  <a:pt x="16924" y="19893"/>
                </a:cubicBezTo>
                <a:close/>
                <a:moveTo>
                  <a:pt x="17881" y="19849"/>
                </a:moveTo>
                <a:cubicBezTo>
                  <a:pt x="17939" y="19893"/>
                  <a:pt x="17969" y="19923"/>
                  <a:pt x="18028" y="19967"/>
                </a:cubicBezTo>
                <a:cubicBezTo>
                  <a:pt x="17969" y="20040"/>
                  <a:pt x="17939" y="20114"/>
                  <a:pt x="17925" y="20158"/>
                </a:cubicBezTo>
                <a:cubicBezTo>
                  <a:pt x="17881" y="20129"/>
                  <a:pt x="17822" y="20085"/>
                  <a:pt x="17792" y="20040"/>
                </a:cubicBezTo>
                <a:cubicBezTo>
                  <a:pt x="17822" y="19982"/>
                  <a:pt x="17836" y="19908"/>
                  <a:pt x="17881" y="19849"/>
                </a:cubicBezTo>
                <a:close/>
                <a:moveTo>
                  <a:pt x="17557" y="19923"/>
                </a:moveTo>
                <a:cubicBezTo>
                  <a:pt x="17586" y="19952"/>
                  <a:pt x="17630" y="19996"/>
                  <a:pt x="17660" y="20055"/>
                </a:cubicBezTo>
                <a:cubicBezTo>
                  <a:pt x="17645" y="20129"/>
                  <a:pt x="17630" y="20188"/>
                  <a:pt x="17586" y="20232"/>
                </a:cubicBezTo>
                <a:cubicBezTo>
                  <a:pt x="17557" y="20202"/>
                  <a:pt x="17513" y="20158"/>
                  <a:pt x="17483" y="20114"/>
                </a:cubicBezTo>
                <a:cubicBezTo>
                  <a:pt x="17498" y="20055"/>
                  <a:pt x="17527" y="19996"/>
                  <a:pt x="17557" y="19923"/>
                </a:cubicBezTo>
                <a:close/>
                <a:moveTo>
                  <a:pt x="18940" y="10813"/>
                </a:moveTo>
                <a:cubicBezTo>
                  <a:pt x="20162" y="13300"/>
                  <a:pt x="20279" y="16288"/>
                  <a:pt x="19205" y="18819"/>
                </a:cubicBezTo>
                <a:cubicBezTo>
                  <a:pt x="18999" y="19305"/>
                  <a:pt x="18764" y="19775"/>
                  <a:pt x="18484" y="20232"/>
                </a:cubicBezTo>
                <a:lnTo>
                  <a:pt x="18322" y="20129"/>
                </a:lnTo>
                <a:cubicBezTo>
                  <a:pt x="18602" y="19614"/>
                  <a:pt x="18867" y="19099"/>
                  <a:pt x="19073" y="18539"/>
                </a:cubicBezTo>
                <a:cubicBezTo>
                  <a:pt x="20044" y="16096"/>
                  <a:pt x="19970" y="13227"/>
                  <a:pt x="18940" y="10813"/>
                </a:cubicBezTo>
                <a:close/>
                <a:moveTo>
                  <a:pt x="17292" y="19996"/>
                </a:moveTo>
                <a:cubicBezTo>
                  <a:pt x="17336" y="20040"/>
                  <a:pt x="17365" y="20070"/>
                  <a:pt x="17380" y="20129"/>
                </a:cubicBezTo>
                <a:cubicBezTo>
                  <a:pt x="17365" y="20188"/>
                  <a:pt x="17336" y="20232"/>
                  <a:pt x="17307" y="20291"/>
                </a:cubicBezTo>
                <a:cubicBezTo>
                  <a:pt x="17277" y="20261"/>
                  <a:pt x="17262" y="20217"/>
                  <a:pt x="17218" y="20158"/>
                </a:cubicBezTo>
                <a:cubicBezTo>
                  <a:pt x="17233" y="20114"/>
                  <a:pt x="17262" y="20055"/>
                  <a:pt x="17292" y="19996"/>
                </a:cubicBezTo>
                <a:close/>
                <a:moveTo>
                  <a:pt x="17056" y="20070"/>
                </a:moveTo>
                <a:cubicBezTo>
                  <a:pt x="17071" y="20099"/>
                  <a:pt x="17101" y="20143"/>
                  <a:pt x="17130" y="20173"/>
                </a:cubicBezTo>
                <a:cubicBezTo>
                  <a:pt x="17101" y="20232"/>
                  <a:pt x="17086" y="20291"/>
                  <a:pt x="17071" y="20320"/>
                </a:cubicBezTo>
                <a:cubicBezTo>
                  <a:pt x="17056" y="20291"/>
                  <a:pt x="17012" y="20246"/>
                  <a:pt x="16998" y="20217"/>
                </a:cubicBezTo>
                <a:cubicBezTo>
                  <a:pt x="17012" y="20158"/>
                  <a:pt x="17042" y="20129"/>
                  <a:pt x="17056" y="20070"/>
                </a:cubicBezTo>
                <a:close/>
                <a:moveTo>
                  <a:pt x="18087" y="20011"/>
                </a:moveTo>
                <a:cubicBezTo>
                  <a:pt x="18131" y="20055"/>
                  <a:pt x="18190" y="20085"/>
                  <a:pt x="18234" y="20129"/>
                </a:cubicBezTo>
                <a:cubicBezTo>
                  <a:pt x="18190" y="20202"/>
                  <a:pt x="18160" y="20246"/>
                  <a:pt x="18116" y="20320"/>
                </a:cubicBezTo>
                <a:cubicBezTo>
                  <a:pt x="18072" y="20291"/>
                  <a:pt x="18013" y="20261"/>
                  <a:pt x="17969" y="20217"/>
                </a:cubicBezTo>
                <a:cubicBezTo>
                  <a:pt x="18013" y="20143"/>
                  <a:pt x="18042" y="20085"/>
                  <a:pt x="18087" y="20011"/>
                </a:cubicBezTo>
                <a:close/>
                <a:moveTo>
                  <a:pt x="16571" y="20261"/>
                </a:moveTo>
                <a:cubicBezTo>
                  <a:pt x="16571" y="20276"/>
                  <a:pt x="16600" y="20291"/>
                  <a:pt x="16600" y="20291"/>
                </a:cubicBezTo>
                <a:cubicBezTo>
                  <a:pt x="16600" y="20305"/>
                  <a:pt x="16571" y="20320"/>
                  <a:pt x="16571" y="20349"/>
                </a:cubicBezTo>
                <a:cubicBezTo>
                  <a:pt x="16571" y="20335"/>
                  <a:pt x="16571" y="20305"/>
                  <a:pt x="16556" y="20305"/>
                </a:cubicBezTo>
                <a:cubicBezTo>
                  <a:pt x="16556" y="20291"/>
                  <a:pt x="16556" y="20276"/>
                  <a:pt x="16571" y="20261"/>
                </a:cubicBezTo>
                <a:close/>
                <a:moveTo>
                  <a:pt x="16836" y="20129"/>
                </a:moveTo>
                <a:cubicBezTo>
                  <a:pt x="16865" y="20158"/>
                  <a:pt x="16895" y="20202"/>
                  <a:pt x="16909" y="20232"/>
                </a:cubicBezTo>
                <a:cubicBezTo>
                  <a:pt x="16895" y="20276"/>
                  <a:pt x="16865" y="20320"/>
                  <a:pt x="16850" y="20364"/>
                </a:cubicBezTo>
                <a:lnTo>
                  <a:pt x="16792" y="20246"/>
                </a:lnTo>
                <a:cubicBezTo>
                  <a:pt x="16821" y="20217"/>
                  <a:pt x="16821" y="20158"/>
                  <a:pt x="16836" y="20129"/>
                </a:cubicBezTo>
                <a:close/>
                <a:moveTo>
                  <a:pt x="16659" y="20188"/>
                </a:moveTo>
                <a:cubicBezTo>
                  <a:pt x="16703" y="20217"/>
                  <a:pt x="16718" y="20232"/>
                  <a:pt x="16718" y="20276"/>
                </a:cubicBezTo>
                <a:cubicBezTo>
                  <a:pt x="16703" y="20305"/>
                  <a:pt x="16703" y="20349"/>
                  <a:pt x="16688" y="20379"/>
                </a:cubicBezTo>
                <a:cubicBezTo>
                  <a:pt x="16674" y="20349"/>
                  <a:pt x="16674" y="20320"/>
                  <a:pt x="16644" y="20291"/>
                </a:cubicBezTo>
                <a:cubicBezTo>
                  <a:pt x="16644" y="20261"/>
                  <a:pt x="16659" y="20217"/>
                  <a:pt x="16659" y="20188"/>
                </a:cubicBezTo>
                <a:close/>
                <a:moveTo>
                  <a:pt x="17733" y="20129"/>
                </a:moveTo>
                <a:cubicBezTo>
                  <a:pt x="17778" y="20158"/>
                  <a:pt x="17822" y="20202"/>
                  <a:pt x="17866" y="20246"/>
                </a:cubicBezTo>
                <a:cubicBezTo>
                  <a:pt x="17822" y="20305"/>
                  <a:pt x="17792" y="20379"/>
                  <a:pt x="17778" y="20438"/>
                </a:cubicBezTo>
                <a:cubicBezTo>
                  <a:pt x="17733" y="20379"/>
                  <a:pt x="17675" y="20349"/>
                  <a:pt x="17645" y="20305"/>
                </a:cubicBezTo>
                <a:cubicBezTo>
                  <a:pt x="17675" y="20246"/>
                  <a:pt x="17704" y="20188"/>
                  <a:pt x="17733" y="20129"/>
                </a:cubicBezTo>
                <a:close/>
                <a:moveTo>
                  <a:pt x="18293" y="20188"/>
                </a:moveTo>
                <a:lnTo>
                  <a:pt x="18454" y="20291"/>
                </a:lnTo>
                <a:cubicBezTo>
                  <a:pt x="18410" y="20364"/>
                  <a:pt x="18381" y="20438"/>
                  <a:pt x="18322" y="20497"/>
                </a:cubicBezTo>
                <a:cubicBezTo>
                  <a:pt x="18293" y="20482"/>
                  <a:pt x="18234" y="20438"/>
                  <a:pt x="18175" y="20379"/>
                </a:cubicBezTo>
                <a:cubicBezTo>
                  <a:pt x="18219" y="20305"/>
                  <a:pt x="18248" y="20261"/>
                  <a:pt x="18293" y="20188"/>
                </a:cubicBezTo>
                <a:close/>
                <a:moveTo>
                  <a:pt x="17439" y="20202"/>
                </a:moveTo>
                <a:cubicBezTo>
                  <a:pt x="17483" y="20232"/>
                  <a:pt x="17513" y="20276"/>
                  <a:pt x="17557" y="20320"/>
                </a:cubicBezTo>
                <a:cubicBezTo>
                  <a:pt x="17513" y="20379"/>
                  <a:pt x="17498" y="20438"/>
                  <a:pt x="17454" y="20511"/>
                </a:cubicBezTo>
                <a:cubicBezTo>
                  <a:pt x="17424" y="20452"/>
                  <a:pt x="17410" y="20408"/>
                  <a:pt x="17365" y="20364"/>
                </a:cubicBezTo>
                <a:cubicBezTo>
                  <a:pt x="17380" y="20305"/>
                  <a:pt x="17424" y="20261"/>
                  <a:pt x="17439" y="20202"/>
                </a:cubicBezTo>
                <a:close/>
                <a:moveTo>
                  <a:pt x="17189" y="20261"/>
                </a:moveTo>
                <a:cubicBezTo>
                  <a:pt x="17218" y="20291"/>
                  <a:pt x="17233" y="20335"/>
                  <a:pt x="17277" y="20364"/>
                </a:cubicBezTo>
                <a:cubicBezTo>
                  <a:pt x="17262" y="20423"/>
                  <a:pt x="17218" y="20482"/>
                  <a:pt x="17204" y="20526"/>
                </a:cubicBezTo>
                <a:cubicBezTo>
                  <a:pt x="17189" y="20497"/>
                  <a:pt x="17145" y="20452"/>
                  <a:pt x="17130" y="20408"/>
                </a:cubicBezTo>
                <a:cubicBezTo>
                  <a:pt x="17145" y="20364"/>
                  <a:pt x="17159" y="20305"/>
                  <a:pt x="17189" y="20261"/>
                </a:cubicBezTo>
                <a:close/>
                <a:moveTo>
                  <a:pt x="16968" y="20305"/>
                </a:moveTo>
                <a:cubicBezTo>
                  <a:pt x="16983" y="20349"/>
                  <a:pt x="16998" y="20379"/>
                  <a:pt x="17042" y="20423"/>
                </a:cubicBezTo>
                <a:cubicBezTo>
                  <a:pt x="17012" y="20482"/>
                  <a:pt x="16983" y="20526"/>
                  <a:pt x="16968" y="20570"/>
                </a:cubicBezTo>
                <a:lnTo>
                  <a:pt x="16909" y="20452"/>
                </a:lnTo>
                <a:cubicBezTo>
                  <a:pt x="16924" y="20408"/>
                  <a:pt x="16939" y="20364"/>
                  <a:pt x="16968" y="20305"/>
                </a:cubicBezTo>
                <a:close/>
                <a:moveTo>
                  <a:pt x="16630" y="20438"/>
                </a:moveTo>
                <a:cubicBezTo>
                  <a:pt x="16630" y="20452"/>
                  <a:pt x="16644" y="20482"/>
                  <a:pt x="16644" y="20511"/>
                </a:cubicBezTo>
                <a:cubicBezTo>
                  <a:pt x="16644" y="20555"/>
                  <a:pt x="16630" y="20570"/>
                  <a:pt x="16630" y="20600"/>
                </a:cubicBezTo>
                <a:cubicBezTo>
                  <a:pt x="16630" y="20585"/>
                  <a:pt x="16615" y="20570"/>
                  <a:pt x="16615" y="20526"/>
                </a:cubicBezTo>
                <a:cubicBezTo>
                  <a:pt x="16615" y="20497"/>
                  <a:pt x="16630" y="20452"/>
                  <a:pt x="16630" y="20438"/>
                </a:cubicBezTo>
                <a:close/>
                <a:moveTo>
                  <a:pt x="16792" y="20408"/>
                </a:moveTo>
                <a:lnTo>
                  <a:pt x="16836" y="20482"/>
                </a:lnTo>
                <a:cubicBezTo>
                  <a:pt x="16821" y="20511"/>
                  <a:pt x="16792" y="20555"/>
                  <a:pt x="16792" y="20600"/>
                </a:cubicBezTo>
                <a:cubicBezTo>
                  <a:pt x="16777" y="20570"/>
                  <a:pt x="16777" y="20541"/>
                  <a:pt x="16762" y="20511"/>
                </a:cubicBezTo>
                <a:cubicBezTo>
                  <a:pt x="16777" y="20482"/>
                  <a:pt x="16777" y="20438"/>
                  <a:pt x="16792" y="20408"/>
                </a:cubicBezTo>
                <a:close/>
                <a:moveTo>
                  <a:pt x="17939" y="20291"/>
                </a:moveTo>
                <a:cubicBezTo>
                  <a:pt x="17984" y="20320"/>
                  <a:pt x="18028" y="20364"/>
                  <a:pt x="18087" y="20408"/>
                </a:cubicBezTo>
                <a:cubicBezTo>
                  <a:pt x="18042" y="20482"/>
                  <a:pt x="18013" y="20526"/>
                  <a:pt x="17969" y="20600"/>
                </a:cubicBezTo>
                <a:cubicBezTo>
                  <a:pt x="17925" y="20570"/>
                  <a:pt x="17866" y="20526"/>
                  <a:pt x="17822" y="20482"/>
                </a:cubicBezTo>
                <a:cubicBezTo>
                  <a:pt x="17866" y="20423"/>
                  <a:pt x="17895" y="20349"/>
                  <a:pt x="17939" y="20291"/>
                </a:cubicBezTo>
                <a:close/>
                <a:moveTo>
                  <a:pt x="17601" y="20379"/>
                </a:moveTo>
                <a:lnTo>
                  <a:pt x="17733" y="20511"/>
                </a:lnTo>
                <a:cubicBezTo>
                  <a:pt x="17704" y="20570"/>
                  <a:pt x="17660" y="20644"/>
                  <a:pt x="17645" y="20688"/>
                </a:cubicBezTo>
                <a:lnTo>
                  <a:pt x="17513" y="20570"/>
                </a:lnTo>
                <a:cubicBezTo>
                  <a:pt x="17557" y="20511"/>
                  <a:pt x="17571" y="20438"/>
                  <a:pt x="17601" y="20379"/>
                </a:cubicBezTo>
                <a:close/>
                <a:moveTo>
                  <a:pt x="17336" y="20452"/>
                </a:moveTo>
                <a:cubicBezTo>
                  <a:pt x="17365" y="20497"/>
                  <a:pt x="17380" y="20526"/>
                  <a:pt x="17424" y="20570"/>
                </a:cubicBezTo>
                <a:cubicBezTo>
                  <a:pt x="17380" y="20629"/>
                  <a:pt x="17365" y="20673"/>
                  <a:pt x="17336" y="20732"/>
                </a:cubicBezTo>
                <a:cubicBezTo>
                  <a:pt x="17292" y="20703"/>
                  <a:pt x="17277" y="20658"/>
                  <a:pt x="17233" y="20600"/>
                </a:cubicBezTo>
                <a:cubicBezTo>
                  <a:pt x="17277" y="20570"/>
                  <a:pt x="17292" y="20511"/>
                  <a:pt x="17336" y="20452"/>
                </a:cubicBezTo>
                <a:close/>
                <a:moveTo>
                  <a:pt x="17071" y="20511"/>
                </a:moveTo>
                <a:cubicBezTo>
                  <a:pt x="17086" y="20541"/>
                  <a:pt x="17130" y="20585"/>
                  <a:pt x="17145" y="20614"/>
                </a:cubicBezTo>
                <a:cubicBezTo>
                  <a:pt x="17130" y="20673"/>
                  <a:pt x="17086" y="20732"/>
                  <a:pt x="17071" y="20776"/>
                </a:cubicBezTo>
                <a:cubicBezTo>
                  <a:pt x="17056" y="20732"/>
                  <a:pt x="17042" y="20688"/>
                  <a:pt x="16998" y="20658"/>
                </a:cubicBezTo>
                <a:cubicBezTo>
                  <a:pt x="17042" y="20629"/>
                  <a:pt x="17056" y="20570"/>
                  <a:pt x="17071" y="20511"/>
                </a:cubicBezTo>
                <a:close/>
                <a:moveTo>
                  <a:pt x="18131" y="20452"/>
                </a:moveTo>
                <a:cubicBezTo>
                  <a:pt x="18190" y="20497"/>
                  <a:pt x="18248" y="20526"/>
                  <a:pt x="18278" y="20570"/>
                </a:cubicBezTo>
                <a:cubicBezTo>
                  <a:pt x="18248" y="20644"/>
                  <a:pt x="18190" y="20688"/>
                  <a:pt x="18160" y="20776"/>
                </a:cubicBezTo>
                <a:cubicBezTo>
                  <a:pt x="18116" y="20747"/>
                  <a:pt x="18072" y="20688"/>
                  <a:pt x="18028" y="20658"/>
                </a:cubicBezTo>
                <a:cubicBezTo>
                  <a:pt x="18072" y="20585"/>
                  <a:pt x="18101" y="20526"/>
                  <a:pt x="18131" y="20452"/>
                </a:cubicBezTo>
                <a:close/>
                <a:moveTo>
                  <a:pt x="16600" y="20688"/>
                </a:moveTo>
                <a:cubicBezTo>
                  <a:pt x="16600" y="20717"/>
                  <a:pt x="16615" y="20732"/>
                  <a:pt x="16615" y="20747"/>
                </a:cubicBezTo>
                <a:cubicBezTo>
                  <a:pt x="16615" y="20776"/>
                  <a:pt x="16600" y="20791"/>
                  <a:pt x="16600" y="20806"/>
                </a:cubicBezTo>
                <a:cubicBezTo>
                  <a:pt x="16571" y="20791"/>
                  <a:pt x="16571" y="20776"/>
                  <a:pt x="16571" y="20747"/>
                </a:cubicBezTo>
                <a:cubicBezTo>
                  <a:pt x="16571" y="20732"/>
                  <a:pt x="16571" y="20717"/>
                  <a:pt x="16600" y="20688"/>
                </a:cubicBezTo>
                <a:close/>
                <a:moveTo>
                  <a:pt x="16850" y="20570"/>
                </a:moveTo>
                <a:cubicBezTo>
                  <a:pt x="16895" y="20600"/>
                  <a:pt x="16909" y="20644"/>
                  <a:pt x="16924" y="20673"/>
                </a:cubicBezTo>
                <a:cubicBezTo>
                  <a:pt x="16909" y="20717"/>
                  <a:pt x="16880" y="20776"/>
                  <a:pt x="16865" y="20806"/>
                </a:cubicBezTo>
                <a:lnTo>
                  <a:pt x="16821" y="20688"/>
                </a:lnTo>
                <a:cubicBezTo>
                  <a:pt x="16836" y="20658"/>
                  <a:pt x="16850" y="20600"/>
                  <a:pt x="16850" y="20570"/>
                </a:cubicBezTo>
                <a:close/>
                <a:moveTo>
                  <a:pt x="16703" y="20629"/>
                </a:moveTo>
                <a:cubicBezTo>
                  <a:pt x="16718" y="20658"/>
                  <a:pt x="16733" y="20673"/>
                  <a:pt x="16733" y="20717"/>
                </a:cubicBezTo>
                <a:cubicBezTo>
                  <a:pt x="16718" y="20747"/>
                  <a:pt x="16718" y="20791"/>
                  <a:pt x="16703" y="20820"/>
                </a:cubicBezTo>
                <a:cubicBezTo>
                  <a:pt x="16688" y="20791"/>
                  <a:pt x="16688" y="20776"/>
                  <a:pt x="16659" y="20732"/>
                </a:cubicBezTo>
                <a:cubicBezTo>
                  <a:pt x="16688" y="20703"/>
                  <a:pt x="16688" y="20658"/>
                  <a:pt x="16703" y="20629"/>
                </a:cubicBezTo>
                <a:close/>
                <a:moveTo>
                  <a:pt x="17792" y="20570"/>
                </a:moveTo>
                <a:cubicBezTo>
                  <a:pt x="17822" y="20600"/>
                  <a:pt x="17881" y="20644"/>
                  <a:pt x="17925" y="20673"/>
                </a:cubicBezTo>
                <a:cubicBezTo>
                  <a:pt x="17881" y="20732"/>
                  <a:pt x="17836" y="20806"/>
                  <a:pt x="17807" y="20865"/>
                </a:cubicBezTo>
                <a:cubicBezTo>
                  <a:pt x="17778" y="20820"/>
                  <a:pt x="17733" y="20791"/>
                  <a:pt x="17675" y="20747"/>
                </a:cubicBezTo>
                <a:cubicBezTo>
                  <a:pt x="17719" y="20688"/>
                  <a:pt x="17748" y="20629"/>
                  <a:pt x="17792" y="20570"/>
                </a:cubicBezTo>
                <a:close/>
                <a:moveTo>
                  <a:pt x="17483" y="20644"/>
                </a:moveTo>
                <a:cubicBezTo>
                  <a:pt x="17513" y="20673"/>
                  <a:pt x="17557" y="20717"/>
                  <a:pt x="17586" y="20776"/>
                </a:cubicBezTo>
                <a:cubicBezTo>
                  <a:pt x="17557" y="20820"/>
                  <a:pt x="17513" y="20879"/>
                  <a:pt x="17498" y="20953"/>
                </a:cubicBezTo>
                <a:cubicBezTo>
                  <a:pt x="17454" y="20894"/>
                  <a:pt x="17424" y="20865"/>
                  <a:pt x="17410" y="20820"/>
                </a:cubicBezTo>
                <a:cubicBezTo>
                  <a:pt x="17424" y="20747"/>
                  <a:pt x="17454" y="20703"/>
                  <a:pt x="17483" y="20644"/>
                </a:cubicBezTo>
                <a:close/>
                <a:moveTo>
                  <a:pt x="17218" y="20717"/>
                </a:moveTo>
                <a:cubicBezTo>
                  <a:pt x="17262" y="20747"/>
                  <a:pt x="17277" y="20791"/>
                  <a:pt x="17307" y="20820"/>
                </a:cubicBezTo>
                <a:cubicBezTo>
                  <a:pt x="17277" y="20879"/>
                  <a:pt x="17233" y="20938"/>
                  <a:pt x="17218" y="20997"/>
                </a:cubicBezTo>
                <a:cubicBezTo>
                  <a:pt x="17204" y="20953"/>
                  <a:pt x="17159" y="20923"/>
                  <a:pt x="17145" y="20879"/>
                </a:cubicBezTo>
                <a:cubicBezTo>
                  <a:pt x="17159" y="20820"/>
                  <a:pt x="17204" y="20776"/>
                  <a:pt x="17218" y="20717"/>
                </a:cubicBezTo>
                <a:close/>
                <a:moveTo>
                  <a:pt x="16983" y="20776"/>
                </a:moveTo>
                <a:cubicBezTo>
                  <a:pt x="16998" y="20806"/>
                  <a:pt x="17012" y="20850"/>
                  <a:pt x="17056" y="20879"/>
                </a:cubicBezTo>
                <a:cubicBezTo>
                  <a:pt x="17042" y="20938"/>
                  <a:pt x="17012" y="20968"/>
                  <a:pt x="16983" y="21026"/>
                </a:cubicBezTo>
                <a:lnTo>
                  <a:pt x="16924" y="20923"/>
                </a:lnTo>
                <a:cubicBezTo>
                  <a:pt x="16939" y="20865"/>
                  <a:pt x="16968" y="20820"/>
                  <a:pt x="16983" y="20776"/>
                </a:cubicBezTo>
                <a:close/>
                <a:moveTo>
                  <a:pt x="16644" y="20879"/>
                </a:moveTo>
                <a:cubicBezTo>
                  <a:pt x="16644" y="20894"/>
                  <a:pt x="16659" y="20938"/>
                  <a:pt x="16659" y="20953"/>
                </a:cubicBezTo>
                <a:cubicBezTo>
                  <a:pt x="16644" y="20982"/>
                  <a:pt x="16644" y="21012"/>
                  <a:pt x="16630" y="21041"/>
                </a:cubicBezTo>
                <a:cubicBezTo>
                  <a:pt x="16630" y="21026"/>
                  <a:pt x="16615" y="21012"/>
                  <a:pt x="16615" y="20968"/>
                </a:cubicBezTo>
                <a:cubicBezTo>
                  <a:pt x="16630" y="20938"/>
                  <a:pt x="16630" y="20894"/>
                  <a:pt x="16644" y="20879"/>
                </a:cubicBezTo>
                <a:close/>
                <a:moveTo>
                  <a:pt x="16792" y="20820"/>
                </a:moveTo>
                <a:cubicBezTo>
                  <a:pt x="16821" y="20865"/>
                  <a:pt x="16836" y="20879"/>
                  <a:pt x="16836" y="20923"/>
                </a:cubicBezTo>
                <a:cubicBezTo>
                  <a:pt x="16821" y="20953"/>
                  <a:pt x="16792" y="21012"/>
                  <a:pt x="16777" y="21041"/>
                </a:cubicBezTo>
                <a:cubicBezTo>
                  <a:pt x="16762" y="21012"/>
                  <a:pt x="16762" y="20982"/>
                  <a:pt x="16747" y="20953"/>
                </a:cubicBezTo>
                <a:cubicBezTo>
                  <a:pt x="16762" y="20894"/>
                  <a:pt x="16777" y="20865"/>
                  <a:pt x="16792" y="20820"/>
                </a:cubicBezTo>
                <a:close/>
                <a:moveTo>
                  <a:pt x="17969" y="20732"/>
                </a:moveTo>
                <a:cubicBezTo>
                  <a:pt x="18028" y="20776"/>
                  <a:pt x="18072" y="20806"/>
                  <a:pt x="18116" y="20865"/>
                </a:cubicBezTo>
                <a:cubicBezTo>
                  <a:pt x="18087" y="20938"/>
                  <a:pt x="18028" y="20982"/>
                  <a:pt x="17984" y="21056"/>
                </a:cubicBezTo>
                <a:cubicBezTo>
                  <a:pt x="17954" y="21012"/>
                  <a:pt x="17925" y="20968"/>
                  <a:pt x="17866" y="20938"/>
                </a:cubicBezTo>
                <a:cubicBezTo>
                  <a:pt x="17895" y="20865"/>
                  <a:pt x="17939" y="20806"/>
                  <a:pt x="17969" y="20732"/>
                </a:cubicBezTo>
                <a:close/>
                <a:moveTo>
                  <a:pt x="17645" y="20820"/>
                </a:moveTo>
                <a:lnTo>
                  <a:pt x="17778" y="20953"/>
                </a:lnTo>
                <a:cubicBezTo>
                  <a:pt x="17733" y="21012"/>
                  <a:pt x="17704" y="21085"/>
                  <a:pt x="17660" y="21144"/>
                </a:cubicBezTo>
                <a:cubicBezTo>
                  <a:pt x="17630" y="21085"/>
                  <a:pt x="17586" y="21041"/>
                  <a:pt x="17557" y="21012"/>
                </a:cubicBezTo>
                <a:cubicBezTo>
                  <a:pt x="17586" y="20953"/>
                  <a:pt x="17630" y="20879"/>
                  <a:pt x="17645" y="20820"/>
                </a:cubicBezTo>
                <a:close/>
                <a:moveTo>
                  <a:pt x="17351" y="20894"/>
                </a:moveTo>
                <a:cubicBezTo>
                  <a:pt x="17380" y="20938"/>
                  <a:pt x="17410" y="20968"/>
                  <a:pt x="17439" y="21012"/>
                </a:cubicBezTo>
                <a:cubicBezTo>
                  <a:pt x="17410" y="21071"/>
                  <a:pt x="17365" y="21115"/>
                  <a:pt x="17351" y="21174"/>
                </a:cubicBezTo>
                <a:cubicBezTo>
                  <a:pt x="17336" y="21144"/>
                  <a:pt x="17307" y="21115"/>
                  <a:pt x="17277" y="21085"/>
                </a:cubicBezTo>
                <a:cubicBezTo>
                  <a:pt x="17277" y="21071"/>
                  <a:pt x="17262" y="21071"/>
                  <a:pt x="17262" y="21041"/>
                </a:cubicBezTo>
                <a:cubicBezTo>
                  <a:pt x="17292" y="21012"/>
                  <a:pt x="17336" y="20953"/>
                  <a:pt x="17351" y="20894"/>
                </a:cubicBezTo>
                <a:close/>
                <a:moveTo>
                  <a:pt x="17115" y="20968"/>
                </a:moveTo>
                <a:cubicBezTo>
                  <a:pt x="17130" y="21012"/>
                  <a:pt x="17159" y="21041"/>
                  <a:pt x="17189" y="21085"/>
                </a:cubicBezTo>
                <a:cubicBezTo>
                  <a:pt x="17145" y="21115"/>
                  <a:pt x="17130" y="21174"/>
                  <a:pt x="17086" y="21232"/>
                </a:cubicBezTo>
                <a:lnTo>
                  <a:pt x="17042" y="21115"/>
                </a:lnTo>
                <a:cubicBezTo>
                  <a:pt x="17056" y="21056"/>
                  <a:pt x="17086" y="21012"/>
                  <a:pt x="17115" y="20968"/>
                </a:cubicBezTo>
                <a:close/>
                <a:moveTo>
                  <a:pt x="16571" y="21115"/>
                </a:moveTo>
                <a:cubicBezTo>
                  <a:pt x="16571" y="21144"/>
                  <a:pt x="16571" y="21159"/>
                  <a:pt x="16585" y="21174"/>
                </a:cubicBezTo>
                <a:cubicBezTo>
                  <a:pt x="16585" y="21188"/>
                  <a:pt x="16571" y="21232"/>
                  <a:pt x="16571" y="21247"/>
                </a:cubicBezTo>
                <a:cubicBezTo>
                  <a:pt x="16571" y="21232"/>
                  <a:pt x="16556" y="21218"/>
                  <a:pt x="16556" y="21188"/>
                </a:cubicBezTo>
                <a:cubicBezTo>
                  <a:pt x="16556" y="21174"/>
                  <a:pt x="16571" y="21144"/>
                  <a:pt x="16571" y="21115"/>
                </a:cubicBezTo>
                <a:close/>
                <a:moveTo>
                  <a:pt x="16718" y="21056"/>
                </a:moveTo>
                <a:cubicBezTo>
                  <a:pt x="16718" y="21100"/>
                  <a:pt x="16733" y="21115"/>
                  <a:pt x="16733" y="21159"/>
                </a:cubicBezTo>
                <a:cubicBezTo>
                  <a:pt x="16718" y="21188"/>
                  <a:pt x="16703" y="21232"/>
                  <a:pt x="16703" y="21262"/>
                </a:cubicBezTo>
                <a:cubicBezTo>
                  <a:pt x="16703" y="21232"/>
                  <a:pt x="16688" y="21203"/>
                  <a:pt x="16688" y="21174"/>
                </a:cubicBezTo>
                <a:cubicBezTo>
                  <a:pt x="16703" y="21144"/>
                  <a:pt x="16703" y="21100"/>
                  <a:pt x="16718" y="21056"/>
                </a:cubicBezTo>
                <a:close/>
                <a:moveTo>
                  <a:pt x="16895" y="21012"/>
                </a:moveTo>
                <a:lnTo>
                  <a:pt x="16939" y="21115"/>
                </a:lnTo>
                <a:cubicBezTo>
                  <a:pt x="16924" y="21174"/>
                  <a:pt x="16909" y="21218"/>
                  <a:pt x="16895" y="21262"/>
                </a:cubicBezTo>
                <a:cubicBezTo>
                  <a:pt x="16865" y="21232"/>
                  <a:pt x="16850" y="21188"/>
                  <a:pt x="16850" y="21159"/>
                </a:cubicBezTo>
                <a:cubicBezTo>
                  <a:pt x="16850" y="21100"/>
                  <a:pt x="16865" y="21056"/>
                  <a:pt x="16895" y="21012"/>
                </a:cubicBezTo>
                <a:close/>
                <a:moveTo>
                  <a:pt x="17822" y="21012"/>
                </a:moveTo>
                <a:cubicBezTo>
                  <a:pt x="17866" y="21041"/>
                  <a:pt x="17925" y="21085"/>
                  <a:pt x="17954" y="21144"/>
                </a:cubicBezTo>
                <a:cubicBezTo>
                  <a:pt x="17925" y="21218"/>
                  <a:pt x="17866" y="21262"/>
                  <a:pt x="17822" y="21335"/>
                </a:cubicBezTo>
                <a:cubicBezTo>
                  <a:pt x="17792" y="21262"/>
                  <a:pt x="17748" y="21232"/>
                  <a:pt x="17719" y="21188"/>
                </a:cubicBezTo>
                <a:cubicBezTo>
                  <a:pt x="17748" y="21144"/>
                  <a:pt x="17792" y="21071"/>
                  <a:pt x="17822" y="21012"/>
                </a:cubicBezTo>
                <a:close/>
                <a:moveTo>
                  <a:pt x="17498" y="21056"/>
                </a:moveTo>
                <a:cubicBezTo>
                  <a:pt x="17527" y="21100"/>
                  <a:pt x="17571" y="21144"/>
                  <a:pt x="17601" y="21188"/>
                </a:cubicBezTo>
                <a:cubicBezTo>
                  <a:pt x="17571" y="21247"/>
                  <a:pt x="17527" y="21321"/>
                  <a:pt x="17498" y="21380"/>
                </a:cubicBezTo>
                <a:cubicBezTo>
                  <a:pt x="17454" y="21335"/>
                  <a:pt x="17439" y="21306"/>
                  <a:pt x="17410" y="21247"/>
                </a:cubicBezTo>
                <a:cubicBezTo>
                  <a:pt x="17439" y="21188"/>
                  <a:pt x="17483" y="21144"/>
                  <a:pt x="17498" y="21056"/>
                </a:cubicBezTo>
                <a:close/>
                <a:moveTo>
                  <a:pt x="17218" y="21144"/>
                </a:moveTo>
                <a:cubicBezTo>
                  <a:pt x="17233" y="21174"/>
                  <a:pt x="17277" y="21218"/>
                  <a:pt x="17307" y="21247"/>
                </a:cubicBezTo>
                <a:cubicBezTo>
                  <a:pt x="17277" y="21306"/>
                  <a:pt x="17262" y="21350"/>
                  <a:pt x="17218" y="21409"/>
                </a:cubicBezTo>
                <a:cubicBezTo>
                  <a:pt x="17204" y="21394"/>
                  <a:pt x="17204" y="21380"/>
                  <a:pt x="17189" y="21350"/>
                </a:cubicBezTo>
                <a:cubicBezTo>
                  <a:pt x="17159" y="21335"/>
                  <a:pt x="17159" y="21321"/>
                  <a:pt x="17145" y="21306"/>
                </a:cubicBezTo>
                <a:cubicBezTo>
                  <a:pt x="17159" y="21247"/>
                  <a:pt x="17204" y="21188"/>
                  <a:pt x="17218" y="21144"/>
                </a:cubicBezTo>
                <a:close/>
                <a:moveTo>
                  <a:pt x="16983" y="21218"/>
                </a:moveTo>
                <a:lnTo>
                  <a:pt x="17042" y="21321"/>
                </a:lnTo>
                <a:cubicBezTo>
                  <a:pt x="17012" y="21380"/>
                  <a:pt x="16983" y="21424"/>
                  <a:pt x="16968" y="21468"/>
                </a:cubicBezTo>
                <a:lnTo>
                  <a:pt x="16909" y="21365"/>
                </a:lnTo>
                <a:cubicBezTo>
                  <a:pt x="16939" y="21306"/>
                  <a:pt x="16968" y="21247"/>
                  <a:pt x="16983" y="21218"/>
                </a:cubicBezTo>
                <a:close/>
                <a:moveTo>
                  <a:pt x="16644" y="21321"/>
                </a:moveTo>
                <a:cubicBezTo>
                  <a:pt x="16644" y="21335"/>
                  <a:pt x="16674" y="21380"/>
                  <a:pt x="16674" y="21394"/>
                </a:cubicBezTo>
                <a:cubicBezTo>
                  <a:pt x="16644" y="21424"/>
                  <a:pt x="16644" y="21468"/>
                  <a:pt x="16630" y="21483"/>
                </a:cubicBezTo>
                <a:cubicBezTo>
                  <a:pt x="16615" y="21453"/>
                  <a:pt x="16615" y="21424"/>
                  <a:pt x="16615" y="21409"/>
                </a:cubicBezTo>
                <a:cubicBezTo>
                  <a:pt x="16630" y="21380"/>
                  <a:pt x="16630" y="21335"/>
                  <a:pt x="16644" y="21321"/>
                </a:cubicBezTo>
                <a:close/>
                <a:moveTo>
                  <a:pt x="16792" y="21262"/>
                </a:moveTo>
                <a:cubicBezTo>
                  <a:pt x="16806" y="21306"/>
                  <a:pt x="16836" y="21335"/>
                  <a:pt x="16836" y="21365"/>
                </a:cubicBezTo>
                <a:cubicBezTo>
                  <a:pt x="16821" y="21394"/>
                  <a:pt x="16792" y="21453"/>
                  <a:pt x="16777" y="21483"/>
                </a:cubicBezTo>
                <a:cubicBezTo>
                  <a:pt x="16762" y="21453"/>
                  <a:pt x="16762" y="21409"/>
                  <a:pt x="16733" y="21394"/>
                </a:cubicBezTo>
                <a:cubicBezTo>
                  <a:pt x="16762" y="21365"/>
                  <a:pt x="16777" y="21306"/>
                  <a:pt x="16792" y="21262"/>
                </a:cubicBezTo>
                <a:close/>
                <a:moveTo>
                  <a:pt x="17660" y="21262"/>
                </a:moveTo>
                <a:cubicBezTo>
                  <a:pt x="17704" y="21306"/>
                  <a:pt x="17733" y="21365"/>
                  <a:pt x="17763" y="21394"/>
                </a:cubicBezTo>
                <a:cubicBezTo>
                  <a:pt x="17733" y="21453"/>
                  <a:pt x="17675" y="21527"/>
                  <a:pt x="17645" y="21586"/>
                </a:cubicBezTo>
                <a:cubicBezTo>
                  <a:pt x="17630" y="21541"/>
                  <a:pt x="17586" y="21483"/>
                  <a:pt x="17557" y="21453"/>
                </a:cubicBezTo>
                <a:cubicBezTo>
                  <a:pt x="17586" y="21394"/>
                  <a:pt x="17630" y="21321"/>
                  <a:pt x="17660" y="21262"/>
                </a:cubicBezTo>
                <a:close/>
                <a:moveTo>
                  <a:pt x="17365" y="21335"/>
                </a:moveTo>
                <a:cubicBezTo>
                  <a:pt x="17410" y="21380"/>
                  <a:pt x="17424" y="21409"/>
                  <a:pt x="17454" y="21468"/>
                </a:cubicBezTo>
                <a:lnTo>
                  <a:pt x="17351" y="21630"/>
                </a:lnTo>
                <a:cubicBezTo>
                  <a:pt x="17307" y="21600"/>
                  <a:pt x="17292" y="21541"/>
                  <a:pt x="17277" y="21512"/>
                </a:cubicBezTo>
                <a:cubicBezTo>
                  <a:pt x="17307" y="21453"/>
                  <a:pt x="17336" y="21394"/>
                  <a:pt x="17365" y="21335"/>
                </a:cubicBezTo>
                <a:close/>
                <a:moveTo>
                  <a:pt x="17086" y="21394"/>
                </a:moveTo>
                <a:cubicBezTo>
                  <a:pt x="17096" y="21394"/>
                  <a:pt x="17099" y="21401"/>
                  <a:pt x="17096" y="21401"/>
                </a:cubicBezTo>
                <a:cubicBezTo>
                  <a:pt x="17094" y="21401"/>
                  <a:pt x="17091" y="21399"/>
                  <a:pt x="17086" y="21394"/>
                </a:cubicBezTo>
                <a:lnTo>
                  <a:pt x="17086" y="21394"/>
                </a:lnTo>
                <a:cubicBezTo>
                  <a:pt x="17130" y="21453"/>
                  <a:pt x="17145" y="21468"/>
                  <a:pt x="17159" y="21512"/>
                </a:cubicBezTo>
                <a:cubicBezTo>
                  <a:pt x="17130" y="21556"/>
                  <a:pt x="17115" y="21615"/>
                  <a:pt x="17071" y="21674"/>
                </a:cubicBezTo>
                <a:cubicBezTo>
                  <a:pt x="17071" y="21659"/>
                  <a:pt x="17056" y="21659"/>
                  <a:pt x="17056" y="21630"/>
                </a:cubicBezTo>
                <a:cubicBezTo>
                  <a:pt x="17042" y="21600"/>
                  <a:pt x="17012" y="21586"/>
                  <a:pt x="17012" y="21541"/>
                </a:cubicBezTo>
                <a:cubicBezTo>
                  <a:pt x="17042" y="21512"/>
                  <a:pt x="17071" y="21453"/>
                  <a:pt x="17086" y="21394"/>
                </a:cubicBezTo>
                <a:close/>
                <a:moveTo>
                  <a:pt x="16556" y="21556"/>
                </a:moveTo>
                <a:cubicBezTo>
                  <a:pt x="16556" y="21586"/>
                  <a:pt x="16556" y="21600"/>
                  <a:pt x="16571" y="21615"/>
                </a:cubicBezTo>
                <a:cubicBezTo>
                  <a:pt x="16571" y="21630"/>
                  <a:pt x="16556" y="21674"/>
                  <a:pt x="16556" y="21689"/>
                </a:cubicBezTo>
                <a:cubicBezTo>
                  <a:pt x="16541" y="21674"/>
                  <a:pt x="16541" y="21659"/>
                  <a:pt x="16541" y="21630"/>
                </a:cubicBezTo>
                <a:cubicBezTo>
                  <a:pt x="16541" y="21615"/>
                  <a:pt x="16556" y="21586"/>
                  <a:pt x="16556" y="21556"/>
                </a:cubicBezTo>
                <a:close/>
                <a:moveTo>
                  <a:pt x="16688" y="21512"/>
                </a:moveTo>
                <a:cubicBezTo>
                  <a:pt x="16703" y="21541"/>
                  <a:pt x="16718" y="21556"/>
                  <a:pt x="16718" y="21600"/>
                </a:cubicBezTo>
                <a:lnTo>
                  <a:pt x="16674" y="21703"/>
                </a:lnTo>
                <a:cubicBezTo>
                  <a:pt x="16674" y="21674"/>
                  <a:pt x="16644" y="21644"/>
                  <a:pt x="16644" y="21615"/>
                </a:cubicBezTo>
                <a:cubicBezTo>
                  <a:pt x="16674" y="21586"/>
                  <a:pt x="16688" y="21541"/>
                  <a:pt x="16688" y="21512"/>
                </a:cubicBezTo>
                <a:close/>
                <a:moveTo>
                  <a:pt x="16865" y="21453"/>
                </a:moveTo>
                <a:lnTo>
                  <a:pt x="16924" y="21556"/>
                </a:lnTo>
                <a:cubicBezTo>
                  <a:pt x="16909" y="21615"/>
                  <a:pt x="16865" y="21659"/>
                  <a:pt x="16850" y="21703"/>
                </a:cubicBezTo>
                <a:cubicBezTo>
                  <a:pt x="16836" y="21674"/>
                  <a:pt x="16836" y="21630"/>
                  <a:pt x="16806" y="21600"/>
                </a:cubicBezTo>
                <a:cubicBezTo>
                  <a:pt x="16836" y="21541"/>
                  <a:pt x="16850" y="21512"/>
                  <a:pt x="16865" y="21453"/>
                </a:cubicBezTo>
                <a:close/>
                <a:moveTo>
                  <a:pt x="17513" y="21527"/>
                </a:moveTo>
                <a:cubicBezTo>
                  <a:pt x="17557" y="21556"/>
                  <a:pt x="17586" y="21615"/>
                  <a:pt x="17616" y="21644"/>
                </a:cubicBezTo>
                <a:cubicBezTo>
                  <a:pt x="17586" y="21703"/>
                  <a:pt x="17542" y="21777"/>
                  <a:pt x="17498" y="21836"/>
                </a:cubicBezTo>
                <a:cubicBezTo>
                  <a:pt x="17454" y="21777"/>
                  <a:pt x="17424" y="21747"/>
                  <a:pt x="17410" y="21689"/>
                </a:cubicBezTo>
                <a:lnTo>
                  <a:pt x="17513" y="21527"/>
                </a:lnTo>
                <a:close/>
                <a:moveTo>
                  <a:pt x="17218" y="21586"/>
                </a:moveTo>
                <a:cubicBezTo>
                  <a:pt x="17233" y="21615"/>
                  <a:pt x="17277" y="21659"/>
                  <a:pt x="17292" y="21703"/>
                </a:cubicBezTo>
                <a:cubicBezTo>
                  <a:pt x="17262" y="21762"/>
                  <a:pt x="17233" y="21821"/>
                  <a:pt x="17204" y="21880"/>
                </a:cubicBezTo>
                <a:cubicBezTo>
                  <a:pt x="17189" y="21836"/>
                  <a:pt x="17145" y="21792"/>
                  <a:pt x="17130" y="21747"/>
                </a:cubicBezTo>
                <a:cubicBezTo>
                  <a:pt x="17159" y="21689"/>
                  <a:pt x="17174" y="21630"/>
                  <a:pt x="17218" y="21586"/>
                </a:cubicBezTo>
                <a:close/>
                <a:moveTo>
                  <a:pt x="16497" y="21836"/>
                </a:moveTo>
                <a:lnTo>
                  <a:pt x="16497" y="21850"/>
                </a:lnTo>
                <a:cubicBezTo>
                  <a:pt x="16497" y="21880"/>
                  <a:pt x="16482" y="21895"/>
                  <a:pt x="16482" y="21895"/>
                </a:cubicBezTo>
                <a:lnTo>
                  <a:pt x="16482" y="21880"/>
                </a:lnTo>
                <a:cubicBezTo>
                  <a:pt x="16482" y="21850"/>
                  <a:pt x="16482" y="21836"/>
                  <a:pt x="16497" y="21836"/>
                </a:cubicBezTo>
                <a:close/>
                <a:moveTo>
                  <a:pt x="16983" y="21659"/>
                </a:moveTo>
                <a:cubicBezTo>
                  <a:pt x="16983" y="21674"/>
                  <a:pt x="16998" y="21674"/>
                  <a:pt x="16998" y="21689"/>
                </a:cubicBezTo>
                <a:cubicBezTo>
                  <a:pt x="17012" y="21703"/>
                  <a:pt x="17042" y="21747"/>
                  <a:pt x="17042" y="21762"/>
                </a:cubicBezTo>
                <a:cubicBezTo>
                  <a:pt x="16998" y="21821"/>
                  <a:pt x="16983" y="21880"/>
                  <a:pt x="16939" y="21909"/>
                </a:cubicBezTo>
                <a:lnTo>
                  <a:pt x="16895" y="21806"/>
                </a:lnTo>
                <a:cubicBezTo>
                  <a:pt x="16924" y="21747"/>
                  <a:pt x="16939" y="21689"/>
                  <a:pt x="16983" y="21659"/>
                </a:cubicBezTo>
                <a:close/>
                <a:moveTo>
                  <a:pt x="16615" y="21762"/>
                </a:moveTo>
                <a:cubicBezTo>
                  <a:pt x="16615" y="21777"/>
                  <a:pt x="16630" y="21821"/>
                  <a:pt x="16630" y="21836"/>
                </a:cubicBezTo>
                <a:cubicBezTo>
                  <a:pt x="16615" y="21880"/>
                  <a:pt x="16615" y="21909"/>
                  <a:pt x="16600" y="21924"/>
                </a:cubicBezTo>
                <a:cubicBezTo>
                  <a:pt x="16600" y="21909"/>
                  <a:pt x="16571" y="21880"/>
                  <a:pt x="16571" y="21850"/>
                </a:cubicBezTo>
                <a:cubicBezTo>
                  <a:pt x="16600" y="21821"/>
                  <a:pt x="16600" y="21777"/>
                  <a:pt x="16615" y="21762"/>
                </a:cubicBezTo>
                <a:close/>
                <a:moveTo>
                  <a:pt x="16777" y="21703"/>
                </a:moveTo>
                <a:cubicBezTo>
                  <a:pt x="16777" y="21733"/>
                  <a:pt x="16792" y="21762"/>
                  <a:pt x="16821" y="21792"/>
                </a:cubicBezTo>
                <a:cubicBezTo>
                  <a:pt x="16792" y="21836"/>
                  <a:pt x="16777" y="21895"/>
                  <a:pt x="16762" y="21924"/>
                </a:cubicBezTo>
                <a:cubicBezTo>
                  <a:pt x="16747" y="21895"/>
                  <a:pt x="16747" y="21865"/>
                  <a:pt x="16718" y="21836"/>
                </a:cubicBezTo>
                <a:cubicBezTo>
                  <a:pt x="16733" y="21792"/>
                  <a:pt x="16762" y="21747"/>
                  <a:pt x="16777" y="21703"/>
                </a:cubicBezTo>
                <a:close/>
                <a:moveTo>
                  <a:pt x="17351" y="21777"/>
                </a:moveTo>
                <a:cubicBezTo>
                  <a:pt x="17380" y="21821"/>
                  <a:pt x="17410" y="21880"/>
                  <a:pt x="17439" y="21909"/>
                </a:cubicBezTo>
                <a:cubicBezTo>
                  <a:pt x="17410" y="21939"/>
                  <a:pt x="17380" y="21998"/>
                  <a:pt x="17351" y="22042"/>
                </a:cubicBezTo>
                <a:cubicBezTo>
                  <a:pt x="17336" y="22057"/>
                  <a:pt x="17336" y="22071"/>
                  <a:pt x="17307" y="22086"/>
                </a:cubicBezTo>
                <a:cubicBezTo>
                  <a:pt x="17292" y="22057"/>
                  <a:pt x="17262" y="22012"/>
                  <a:pt x="17233" y="21968"/>
                </a:cubicBezTo>
                <a:cubicBezTo>
                  <a:pt x="17277" y="21895"/>
                  <a:pt x="17307" y="21836"/>
                  <a:pt x="17351" y="21777"/>
                </a:cubicBezTo>
                <a:close/>
                <a:moveTo>
                  <a:pt x="17086" y="21836"/>
                </a:moveTo>
                <a:cubicBezTo>
                  <a:pt x="17101" y="21880"/>
                  <a:pt x="17130" y="21909"/>
                  <a:pt x="17159" y="21954"/>
                </a:cubicBezTo>
                <a:cubicBezTo>
                  <a:pt x="17130" y="21998"/>
                  <a:pt x="17086" y="22057"/>
                  <a:pt x="17071" y="22115"/>
                </a:cubicBezTo>
                <a:cubicBezTo>
                  <a:pt x="17042" y="22071"/>
                  <a:pt x="17012" y="22042"/>
                  <a:pt x="16998" y="21998"/>
                </a:cubicBezTo>
                <a:cubicBezTo>
                  <a:pt x="17042" y="21954"/>
                  <a:pt x="17056" y="21895"/>
                  <a:pt x="17086" y="21836"/>
                </a:cubicBezTo>
                <a:close/>
                <a:moveTo>
                  <a:pt x="16512" y="22027"/>
                </a:moveTo>
                <a:cubicBezTo>
                  <a:pt x="16512" y="22042"/>
                  <a:pt x="16512" y="22057"/>
                  <a:pt x="16541" y="22071"/>
                </a:cubicBezTo>
                <a:cubicBezTo>
                  <a:pt x="16512" y="22101"/>
                  <a:pt x="16512" y="22130"/>
                  <a:pt x="16497" y="22145"/>
                </a:cubicBezTo>
                <a:lnTo>
                  <a:pt x="16497" y="22101"/>
                </a:lnTo>
                <a:cubicBezTo>
                  <a:pt x="16497" y="22071"/>
                  <a:pt x="16512" y="22042"/>
                  <a:pt x="16512" y="22027"/>
                </a:cubicBezTo>
                <a:close/>
                <a:moveTo>
                  <a:pt x="16674" y="21954"/>
                </a:moveTo>
                <a:cubicBezTo>
                  <a:pt x="16688" y="21983"/>
                  <a:pt x="16688" y="21998"/>
                  <a:pt x="16703" y="22042"/>
                </a:cubicBezTo>
                <a:lnTo>
                  <a:pt x="16644" y="22145"/>
                </a:lnTo>
                <a:cubicBezTo>
                  <a:pt x="16644" y="22115"/>
                  <a:pt x="16630" y="22086"/>
                  <a:pt x="16630" y="22057"/>
                </a:cubicBezTo>
                <a:cubicBezTo>
                  <a:pt x="16630" y="22042"/>
                  <a:pt x="16644" y="21983"/>
                  <a:pt x="16674" y="21954"/>
                </a:cubicBezTo>
                <a:close/>
                <a:moveTo>
                  <a:pt x="16850" y="21895"/>
                </a:moveTo>
                <a:cubicBezTo>
                  <a:pt x="16865" y="21909"/>
                  <a:pt x="16865" y="21924"/>
                  <a:pt x="16865" y="21954"/>
                </a:cubicBezTo>
                <a:cubicBezTo>
                  <a:pt x="16865" y="21968"/>
                  <a:pt x="16880" y="21983"/>
                  <a:pt x="16880" y="21998"/>
                </a:cubicBezTo>
                <a:cubicBezTo>
                  <a:pt x="16865" y="22057"/>
                  <a:pt x="16836" y="22101"/>
                  <a:pt x="16806" y="22145"/>
                </a:cubicBezTo>
                <a:cubicBezTo>
                  <a:pt x="16792" y="22115"/>
                  <a:pt x="16792" y="22071"/>
                  <a:pt x="16777" y="22042"/>
                </a:cubicBezTo>
                <a:cubicBezTo>
                  <a:pt x="16792" y="21983"/>
                  <a:pt x="16836" y="21954"/>
                  <a:pt x="16850" y="21895"/>
                </a:cubicBezTo>
                <a:close/>
                <a:moveTo>
                  <a:pt x="16453" y="22263"/>
                </a:moveTo>
                <a:lnTo>
                  <a:pt x="16453" y="22292"/>
                </a:lnTo>
                <a:cubicBezTo>
                  <a:pt x="16453" y="22307"/>
                  <a:pt x="16424" y="22336"/>
                  <a:pt x="16424" y="22336"/>
                </a:cubicBezTo>
                <a:lnTo>
                  <a:pt x="16424" y="22321"/>
                </a:lnTo>
                <a:cubicBezTo>
                  <a:pt x="16424" y="22292"/>
                  <a:pt x="16453" y="22277"/>
                  <a:pt x="16453" y="22263"/>
                </a:cubicBezTo>
                <a:close/>
                <a:moveTo>
                  <a:pt x="17204" y="22042"/>
                </a:moveTo>
                <a:cubicBezTo>
                  <a:pt x="17218" y="22071"/>
                  <a:pt x="17248" y="22115"/>
                  <a:pt x="17277" y="22160"/>
                </a:cubicBezTo>
                <a:lnTo>
                  <a:pt x="17159" y="22336"/>
                </a:lnTo>
                <a:cubicBezTo>
                  <a:pt x="17145" y="22292"/>
                  <a:pt x="17130" y="22263"/>
                  <a:pt x="17086" y="22204"/>
                </a:cubicBezTo>
                <a:lnTo>
                  <a:pt x="17204" y="22042"/>
                </a:lnTo>
                <a:close/>
                <a:moveTo>
                  <a:pt x="16556" y="22189"/>
                </a:moveTo>
                <a:cubicBezTo>
                  <a:pt x="16556" y="22204"/>
                  <a:pt x="16571" y="22248"/>
                  <a:pt x="16571" y="22263"/>
                </a:cubicBezTo>
                <a:lnTo>
                  <a:pt x="16538" y="22340"/>
                </a:lnTo>
                <a:cubicBezTo>
                  <a:pt x="16538" y="22329"/>
                  <a:pt x="16534" y="22314"/>
                  <a:pt x="16527" y="22292"/>
                </a:cubicBezTo>
                <a:cubicBezTo>
                  <a:pt x="16541" y="22263"/>
                  <a:pt x="16541" y="22218"/>
                  <a:pt x="16556" y="22189"/>
                </a:cubicBezTo>
                <a:close/>
                <a:moveTo>
                  <a:pt x="16718" y="22145"/>
                </a:moveTo>
                <a:cubicBezTo>
                  <a:pt x="16733" y="22160"/>
                  <a:pt x="16762" y="22204"/>
                  <a:pt x="16762" y="22218"/>
                </a:cubicBezTo>
                <a:lnTo>
                  <a:pt x="16762" y="22248"/>
                </a:lnTo>
                <a:cubicBezTo>
                  <a:pt x="16747" y="22277"/>
                  <a:pt x="16703" y="22336"/>
                  <a:pt x="16688" y="22366"/>
                </a:cubicBezTo>
                <a:cubicBezTo>
                  <a:pt x="16674" y="22336"/>
                  <a:pt x="16674" y="22292"/>
                  <a:pt x="16674" y="22277"/>
                </a:cubicBezTo>
                <a:cubicBezTo>
                  <a:pt x="16688" y="22248"/>
                  <a:pt x="16703" y="22189"/>
                  <a:pt x="16718" y="22145"/>
                </a:cubicBezTo>
                <a:close/>
                <a:moveTo>
                  <a:pt x="16968" y="22101"/>
                </a:moveTo>
                <a:cubicBezTo>
                  <a:pt x="16968" y="22130"/>
                  <a:pt x="16983" y="22160"/>
                  <a:pt x="16998" y="22204"/>
                </a:cubicBezTo>
                <a:cubicBezTo>
                  <a:pt x="16968" y="22263"/>
                  <a:pt x="16939" y="22321"/>
                  <a:pt x="16909" y="22366"/>
                </a:cubicBezTo>
                <a:cubicBezTo>
                  <a:pt x="16895" y="22336"/>
                  <a:pt x="16865" y="22292"/>
                  <a:pt x="16865" y="22263"/>
                </a:cubicBezTo>
                <a:cubicBezTo>
                  <a:pt x="16909" y="22204"/>
                  <a:pt x="16924" y="22145"/>
                  <a:pt x="16968" y="22101"/>
                </a:cubicBezTo>
                <a:close/>
                <a:moveTo>
                  <a:pt x="17042" y="22277"/>
                </a:moveTo>
                <a:cubicBezTo>
                  <a:pt x="17056" y="22321"/>
                  <a:pt x="17071" y="22351"/>
                  <a:pt x="17115" y="22395"/>
                </a:cubicBezTo>
                <a:lnTo>
                  <a:pt x="16998" y="22557"/>
                </a:lnTo>
                <a:lnTo>
                  <a:pt x="16939" y="22439"/>
                </a:lnTo>
                <a:cubicBezTo>
                  <a:pt x="16983" y="22395"/>
                  <a:pt x="17012" y="22336"/>
                  <a:pt x="17042" y="22277"/>
                </a:cubicBezTo>
                <a:close/>
                <a:moveTo>
                  <a:pt x="16482" y="22454"/>
                </a:moveTo>
                <a:cubicBezTo>
                  <a:pt x="16482" y="22483"/>
                  <a:pt x="16482" y="22498"/>
                  <a:pt x="16497" y="22513"/>
                </a:cubicBezTo>
                <a:cubicBezTo>
                  <a:pt x="16482" y="22527"/>
                  <a:pt x="16482" y="22572"/>
                  <a:pt x="16468" y="22586"/>
                </a:cubicBezTo>
                <a:cubicBezTo>
                  <a:pt x="16453" y="22572"/>
                  <a:pt x="16453" y="22557"/>
                  <a:pt x="16453" y="22527"/>
                </a:cubicBezTo>
                <a:cubicBezTo>
                  <a:pt x="16468" y="22513"/>
                  <a:pt x="16468" y="22483"/>
                  <a:pt x="16482" y="22454"/>
                </a:cubicBezTo>
                <a:close/>
                <a:moveTo>
                  <a:pt x="16792" y="22336"/>
                </a:moveTo>
                <a:cubicBezTo>
                  <a:pt x="16836" y="22366"/>
                  <a:pt x="16836" y="22410"/>
                  <a:pt x="16850" y="22439"/>
                </a:cubicBezTo>
                <a:cubicBezTo>
                  <a:pt x="16821" y="22498"/>
                  <a:pt x="16792" y="22527"/>
                  <a:pt x="16762" y="22586"/>
                </a:cubicBezTo>
                <a:cubicBezTo>
                  <a:pt x="16747" y="22557"/>
                  <a:pt x="16747" y="22513"/>
                  <a:pt x="16718" y="22483"/>
                </a:cubicBezTo>
                <a:cubicBezTo>
                  <a:pt x="16733" y="22424"/>
                  <a:pt x="16777" y="22395"/>
                  <a:pt x="16792" y="22336"/>
                </a:cubicBezTo>
                <a:close/>
                <a:moveTo>
                  <a:pt x="16615" y="22395"/>
                </a:moveTo>
                <a:cubicBezTo>
                  <a:pt x="16615" y="22424"/>
                  <a:pt x="16630" y="22439"/>
                  <a:pt x="16630" y="22483"/>
                </a:cubicBezTo>
                <a:cubicBezTo>
                  <a:pt x="16615" y="22513"/>
                  <a:pt x="16585" y="22557"/>
                  <a:pt x="16571" y="22616"/>
                </a:cubicBezTo>
                <a:cubicBezTo>
                  <a:pt x="16571" y="22572"/>
                  <a:pt x="16571" y="22527"/>
                  <a:pt x="16556" y="22513"/>
                </a:cubicBezTo>
                <a:cubicBezTo>
                  <a:pt x="16571" y="22483"/>
                  <a:pt x="16600" y="22439"/>
                  <a:pt x="16615" y="22395"/>
                </a:cubicBezTo>
                <a:close/>
                <a:moveTo>
                  <a:pt x="16365" y="22704"/>
                </a:moveTo>
                <a:lnTo>
                  <a:pt x="16365" y="22719"/>
                </a:lnTo>
                <a:cubicBezTo>
                  <a:pt x="16365" y="22733"/>
                  <a:pt x="16350" y="22748"/>
                  <a:pt x="16350" y="22778"/>
                </a:cubicBezTo>
                <a:lnTo>
                  <a:pt x="16350" y="22763"/>
                </a:lnTo>
                <a:cubicBezTo>
                  <a:pt x="16350" y="22733"/>
                  <a:pt x="16365" y="22719"/>
                  <a:pt x="16365" y="22704"/>
                </a:cubicBezTo>
                <a:close/>
                <a:moveTo>
                  <a:pt x="16497" y="22630"/>
                </a:moveTo>
                <a:cubicBezTo>
                  <a:pt x="16497" y="22645"/>
                  <a:pt x="16512" y="22689"/>
                  <a:pt x="16512" y="22704"/>
                </a:cubicBezTo>
                <a:lnTo>
                  <a:pt x="16468" y="22807"/>
                </a:lnTo>
                <a:lnTo>
                  <a:pt x="16468" y="22733"/>
                </a:lnTo>
                <a:cubicBezTo>
                  <a:pt x="16482" y="22704"/>
                  <a:pt x="16497" y="22660"/>
                  <a:pt x="16497" y="22630"/>
                </a:cubicBezTo>
                <a:close/>
                <a:moveTo>
                  <a:pt x="16688" y="22586"/>
                </a:moveTo>
                <a:cubicBezTo>
                  <a:pt x="16703" y="22630"/>
                  <a:pt x="16703" y="22660"/>
                  <a:pt x="16718" y="22689"/>
                </a:cubicBezTo>
                <a:cubicBezTo>
                  <a:pt x="16703" y="22719"/>
                  <a:pt x="16674" y="22778"/>
                  <a:pt x="16644" y="22807"/>
                </a:cubicBezTo>
                <a:cubicBezTo>
                  <a:pt x="16644" y="22792"/>
                  <a:pt x="16630" y="22748"/>
                  <a:pt x="16630" y="22733"/>
                </a:cubicBezTo>
                <a:cubicBezTo>
                  <a:pt x="16615" y="22733"/>
                  <a:pt x="16615" y="22733"/>
                  <a:pt x="16615" y="22719"/>
                </a:cubicBezTo>
                <a:cubicBezTo>
                  <a:pt x="16630" y="22689"/>
                  <a:pt x="16674" y="22630"/>
                  <a:pt x="16688" y="22586"/>
                </a:cubicBezTo>
                <a:close/>
                <a:moveTo>
                  <a:pt x="16895" y="22542"/>
                </a:moveTo>
                <a:lnTo>
                  <a:pt x="16939" y="22645"/>
                </a:lnTo>
                <a:lnTo>
                  <a:pt x="16836" y="22807"/>
                </a:lnTo>
                <a:cubicBezTo>
                  <a:pt x="16821" y="22778"/>
                  <a:pt x="16821" y="22733"/>
                  <a:pt x="16792" y="22704"/>
                </a:cubicBezTo>
                <a:cubicBezTo>
                  <a:pt x="16836" y="22645"/>
                  <a:pt x="16850" y="22586"/>
                  <a:pt x="16895" y="22542"/>
                </a:cubicBezTo>
                <a:close/>
                <a:moveTo>
                  <a:pt x="16409" y="22881"/>
                </a:moveTo>
                <a:lnTo>
                  <a:pt x="16409" y="22940"/>
                </a:lnTo>
                <a:cubicBezTo>
                  <a:pt x="16394" y="22984"/>
                  <a:pt x="16394" y="22998"/>
                  <a:pt x="16365" y="23028"/>
                </a:cubicBezTo>
                <a:lnTo>
                  <a:pt x="16365" y="22984"/>
                </a:lnTo>
                <a:cubicBezTo>
                  <a:pt x="16394" y="22940"/>
                  <a:pt x="16394" y="22925"/>
                  <a:pt x="16409" y="22881"/>
                </a:cubicBezTo>
                <a:close/>
                <a:moveTo>
                  <a:pt x="16762" y="22778"/>
                </a:moveTo>
                <a:cubicBezTo>
                  <a:pt x="16762" y="22836"/>
                  <a:pt x="16777" y="22851"/>
                  <a:pt x="16792" y="22881"/>
                </a:cubicBezTo>
                <a:cubicBezTo>
                  <a:pt x="16762" y="22940"/>
                  <a:pt x="16747" y="22984"/>
                  <a:pt x="16703" y="23028"/>
                </a:cubicBezTo>
                <a:cubicBezTo>
                  <a:pt x="16688" y="22998"/>
                  <a:pt x="16688" y="22954"/>
                  <a:pt x="16674" y="22925"/>
                </a:cubicBezTo>
                <a:cubicBezTo>
                  <a:pt x="16703" y="22866"/>
                  <a:pt x="16718" y="22836"/>
                  <a:pt x="16762" y="22778"/>
                </a:cubicBezTo>
                <a:close/>
                <a:moveTo>
                  <a:pt x="16556" y="22836"/>
                </a:moveTo>
                <a:cubicBezTo>
                  <a:pt x="16556" y="22866"/>
                  <a:pt x="16571" y="22881"/>
                  <a:pt x="16571" y="22925"/>
                </a:cubicBezTo>
                <a:cubicBezTo>
                  <a:pt x="16556" y="22954"/>
                  <a:pt x="16512" y="22998"/>
                  <a:pt x="16497" y="23057"/>
                </a:cubicBezTo>
                <a:lnTo>
                  <a:pt x="16497" y="23013"/>
                </a:lnTo>
                <a:lnTo>
                  <a:pt x="16497" y="22954"/>
                </a:lnTo>
                <a:cubicBezTo>
                  <a:pt x="16512" y="22925"/>
                  <a:pt x="16541" y="22881"/>
                  <a:pt x="16556" y="22836"/>
                </a:cubicBezTo>
                <a:close/>
                <a:moveTo>
                  <a:pt x="16291" y="23146"/>
                </a:moveTo>
                <a:lnTo>
                  <a:pt x="16291" y="23160"/>
                </a:lnTo>
                <a:cubicBezTo>
                  <a:pt x="16291" y="23175"/>
                  <a:pt x="16276" y="23190"/>
                  <a:pt x="16276" y="23219"/>
                </a:cubicBezTo>
                <a:lnTo>
                  <a:pt x="16276" y="23204"/>
                </a:lnTo>
                <a:cubicBezTo>
                  <a:pt x="16276" y="23175"/>
                  <a:pt x="16291" y="23160"/>
                  <a:pt x="16291" y="23146"/>
                </a:cubicBezTo>
                <a:close/>
                <a:moveTo>
                  <a:pt x="16615" y="23057"/>
                </a:moveTo>
                <a:cubicBezTo>
                  <a:pt x="16630" y="23087"/>
                  <a:pt x="16630" y="23131"/>
                  <a:pt x="16644" y="23146"/>
                </a:cubicBezTo>
                <a:cubicBezTo>
                  <a:pt x="16615" y="23175"/>
                  <a:pt x="16600" y="23234"/>
                  <a:pt x="16556" y="23263"/>
                </a:cubicBezTo>
                <a:cubicBezTo>
                  <a:pt x="16541" y="23234"/>
                  <a:pt x="16541" y="23204"/>
                  <a:pt x="16541" y="23175"/>
                </a:cubicBezTo>
                <a:cubicBezTo>
                  <a:pt x="16556" y="23116"/>
                  <a:pt x="16600" y="23087"/>
                  <a:pt x="16615" y="23057"/>
                </a:cubicBezTo>
                <a:close/>
                <a:moveTo>
                  <a:pt x="16424" y="23087"/>
                </a:moveTo>
                <a:cubicBezTo>
                  <a:pt x="16424" y="23101"/>
                  <a:pt x="16424" y="23146"/>
                  <a:pt x="16438" y="23160"/>
                </a:cubicBezTo>
                <a:lnTo>
                  <a:pt x="16394" y="23278"/>
                </a:lnTo>
                <a:cubicBezTo>
                  <a:pt x="16394" y="23234"/>
                  <a:pt x="16394" y="23219"/>
                  <a:pt x="16365" y="23204"/>
                </a:cubicBezTo>
                <a:lnTo>
                  <a:pt x="16424" y="23087"/>
                </a:lnTo>
                <a:close/>
                <a:moveTo>
                  <a:pt x="16321" y="23322"/>
                </a:moveTo>
                <a:lnTo>
                  <a:pt x="16321" y="23381"/>
                </a:lnTo>
                <a:cubicBezTo>
                  <a:pt x="16306" y="23425"/>
                  <a:pt x="16276" y="23440"/>
                  <a:pt x="16276" y="23469"/>
                </a:cubicBezTo>
                <a:lnTo>
                  <a:pt x="16276" y="23425"/>
                </a:lnTo>
                <a:cubicBezTo>
                  <a:pt x="16291" y="23381"/>
                  <a:pt x="16291" y="23366"/>
                  <a:pt x="16321" y="23322"/>
                </a:cubicBezTo>
                <a:close/>
                <a:moveTo>
                  <a:pt x="16482" y="23278"/>
                </a:moveTo>
                <a:cubicBezTo>
                  <a:pt x="16482" y="23307"/>
                  <a:pt x="16497" y="23322"/>
                  <a:pt x="16497" y="23366"/>
                </a:cubicBezTo>
                <a:cubicBezTo>
                  <a:pt x="16482" y="23396"/>
                  <a:pt x="16453" y="23440"/>
                  <a:pt x="16424" y="23499"/>
                </a:cubicBezTo>
                <a:cubicBezTo>
                  <a:pt x="16409" y="23455"/>
                  <a:pt x="16409" y="23440"/>
                  <a:pt x="16409" y="23396"/>
                </a:cubicBezTo>
                <a:cubicBezTo>
                  <a:pt x="16424" y="23366"/>
                  <a:pt x="16453" y="23322"/>
                  <a:pt x="16482" y="23278"/>
                </a:cubicBezTo>
                <a:close/>
                <a:moveTo>
                  <a:pt x="16188" y="23587"/>
                </a:moveTo>
                <a:lnTo>
                  <a:pt x="16188" y="23602"/>
                </a:lnTo>
                <a:cubicBezTo>
                  <a:pt x="16188" y="23616"/>
                  <a:pt x="16173" y="23631"/>
                  <a:pt x="16173" y="23661"/>
                </a:cubicBezTo>
                <a:lnTo>
                  <a:pt x="16173" y="23631"/>
                </a:lnTo>
                <a:cubicBezTo>
                  <a:pt x="16173" y="23616"/>
                  <a:pt x="16188" y="23602"/>
                  <a:pt x="16188" y="23587"/>
                </a:cubicBezTo>
                <a:close/>
                <a:moveTo>
                  <a:pt x="16335" y="23528"/>
                </a:moveTo>
                <a:cubicBezTo>
                  <a:pt x="16335" y="23543"/>
                  <a:pt x="16335" y="23587"/>
                  <a:pt x="16350" y="23602"/>
                </a:cubicBezTo>
                <a:lnTo>
                  <a:pt x="16291" y="23719"/>
                </a:lnTo>
                <a:cubicBezTo>
                  <a:pt x="16276" y="23675"/>
                  <a:pt x="16276" y="23661"/>
                  <a:pt x="16276" y="23631"/>
                </a:cubicBezTo>
                <a:lnTo>
                  <a:pt x="16335" y="23528"/>
                </a:lnTo>
                <a:close/>
                <a:moveTo>
                  <a:pt x="16203" y="23764"/>
                </a:moveTo>
                <a:lnTo>
                  <a:pt x="16203" y="23822"/>
                </a:lnTo>
                <a:cubicBezTo>
                  <a:pt x="16193" y="23832"/>
                  <a:pt x="16183" y="23855"/>
                  <a:pt x="16173" y="23874"/>
                </a:cubicBezTo>
                <a:lnTo>
                  <a:pt x="16173" y="23874"/>
                </a:lnTo>
                <a:cubicBezTo>
                  <a:pt x="16173" y="23871"/>
                  <a:pt x="16173" y="23869"/>
                  <a:pt x="16173" y="23867"/>
                </a:cubicBezTo>
                <a:cubicBezTo>
                  <a:pt x="16188" y="23822"/>
                  <a:pt x="16203" y="23808"/>
                  <a:pt x="16203" y="23764"/>
                </a:cubicBezTo>
                <a:close/>
                <a:moveTo>
                  <a:pt x="16085" y="24043"/>
                </a:moveTo>
                <a:lnTo>
                  <a:pt x="16085" y="24058"/>
                </a:lnTo>
                <a:cubicBezTo>
                  <a:pt x="16085" y="24087"/>
                  <a:pt x="16056" y="24102"/>
                  <a:pt x="16056" y="24102"/>
                </a:cubicBezTo>
                <a:cubicBezTo>
                  <a:pt x="16056" y="24087"/>
                  <a:pt x="16085" y="24058"/>
                  <a:pt x="16085" y="24043"/>
                </a:cubicBezTo>
                <a:close/>
                <a:moveTo>
                  <a:pt x="18528" y="20364"/>
                </a:moveTo>
                <a:cubicBezTo>
                  <a:pt x="19705" y="21144"/>
                  <a:pt x="21103" y="21556"/>
                  <a:pt x="22457" y="21983"/>
                </a:cubicBezTo>
                <a:cubicBezTo>
                  <a:pt x="24194" y="22498"/>
                  <a:pt x="25975" y="23057"/>
                  <a:pt x="27270" y="24279"/>
                </a:cubicBezTo>
                <a:cubicBezTo>
                  <a:pt x="28962" y="25897"/>
                  <a:pt x="29580" y="28694"/>
                  <a:pt x="28933" y="31740"/>
                </a:cubicBezTo>
                <a:cubicBezTo>
                  <a:pt x="28918" y="31843"/>
                  <a:pt x="28888" y="31975"/>
                  <a:pt x="28844" y="32078"/>
                </a:cubicBezTo>
                <a:cubicBezTo>
                  <a:pt x="29271" y="29062"/>
                  <a:pt x="28535" y="26383"/>
                  <a:pt x="26828" y="24705"/>
                </a:cubicBezTo>
                <a:cubicBezTo>
                  <a:pt x="25548" y="23455"/>
                  <a:pt x="23841" y="22866"/>
                  <a:pt x="22192" y="22292"/>
                </a:cubicBezTo>
                <a:cubicBezTo>
                  <a:pt x="20868" y="21836"/>
                  <a:pt x="19499" y="21380"/>
                  <a:pt x="18396" y="20570"/>
                </a:cubicBezTo>
                <a:cubicBezTo>
                  <a:pt x="18440" y="20497"/>
                  <a:pt x="18484" y="20423"/>
                  <a:pt x="18528" y="20364"/>
                </a:cubicBezTo>
                <a:close/>
                <a:moveTo>
                  <a:pt x="18351" y="20644"/>
                </a:moveTo>
                <a:cubicBezTo>
                  <a:pt x="19485" y="21453"/>
                  <a:pt x="20839" y="21924"/>
                  <a:pt x="22163" y="22395"/>
                </a:cubicBezTo>
                <a:cubicBezTo>
                  <a:pt x="23811" y="22954"/>
                  <a:pt x="25518" y="23543"/>
                  <a:pt x="26769" y="24779"/>
                </a:cubicBezTo>
                <a:cubicBezTo>
                  <a:pt x="28491" y="26471"/>
                  <a:pt x="29212" y="29194"/>
                  <a:pt x="28756" y="32226"/>
                </a:cubicBezTo>
                <a:cubicBezTo>
                  <a:pt x="28712" y="32402"/>
                  <a:pt x="28697" y="32579"/>
                  <a:pt x="28638" y="32770"/>
                </a:cubicBezTo>
                <a:lnTo>
                  <a:pt x="28638" y="32711"/>
                </a:lnTo>
                <a:cubicBezTo>
                  <a:pt x="28815" y="30945"/>
                  <a:pt x="28741" y="27619"/>
                  <a:pt x="26298" y="25206"/>
                </a:cubicBezTo>
                <a:cubicBezTo>
                  <a:pt x="25077" y="23970"/>
                  <a:pt x="23458" y="23322"/>
                  <a:pt x="21883" y="22719"/>
                </a:cubicBezTo>
                <a:cubicBezTo>
                  <a:pt x="20544" y="22189"/>
                  <a:pt x="19264" y="21689"/>
                  <a:pt x="18234" y="20850"/>
                </a:cubicBezTo>
                <a:cubicBezTo>
                  <a:pt x="18263" y="20776"/>
                  <a:pt x="18322" y="20688"/>
                  <a:pt x="18351" y="20644"/>
                </a:cubicBezTo>
                <a:close/>
                <a:moveTo>
                  <a:pt x="18160" y="20923"/>
                </a:moveTo>
                <a:cubicBezTo>
                  <a:pt x="19205" y="21762"/>
                  <a:pt x="20485" y="22277"/>
                  <a:pt x="21839" y="22792"/>
                </a:cubicBezTo>
                <a:cubicBezTo>
                  <a:pt x="23399" y="23396"/>
                  <a:pt x="25003" y="24043"/>
                  <a:pt x="26225" y="25265"/>
                </a:cubicBezTo>
                <a:cubicBezTo>
                  <a:pt x="28624" y="27649"/>
                  <a:pt x="28697" y="30945"/>
                  <a:pt x="28535" y="32711"/>
                </a:cubicBezTo>
                <a:cubicBezTo>
                  <a:pt x="28550" y="32844"/>
                  <a:pt x="28535" y="32991"/>
                  <a:pt x="28506" y="33138"/>
                </a:cubicBezTo>
                <a:cubicBezTo>
                  <a:pt x="28491" y="33182"/>
                  <a:pt x="28476" y="33226"/>
                  <a:pt x="28462" y="33285"/>
                </a:cubicBezTo>
                <a:lnTo>
                  <a:pt x="28462" y="33182"/>
                </a:lnTo>
                <a:cubicBezTo>
                  <a:pt x="28565" y="30195"/>
                  <a:pt x="27638" y="27546"/>
                  <a:pt x="25813" y="25706"/>
                </a:cubicBezTo>
                <a:cubicBezTo>
                  <a:pt x="24606" y="24485"/>
                  <a:pt x="23090" y="23808"/>
                  <a:pt x="21589" y="23160"/>
                </a:cubicBezTo>
                <a:cubicBezTo>
                  <a:pt x="20294" y="22572"/>
                  <a:pt x="19043" y="22027"/>
                  <a:pt x="18028" y="21115"/>
                </a:cubicBezTo>
                <a:cubicBezTo>
                  <a:pt x="18057" y="21041"/>
                  <a:pt x="18116" y="20997"/>
                  <a:pt x="18160" y="20923"/>
                </a:cubicBezTo>
                <a:close/>
                <a:moveTo>
                  <a:pt x="18028" y="21174"/>
                </a:moveTo>
                <a:cubicBezTo>
                  <a:pt x="19043" y="22071"/>
                  <a:pt x="20294" y="22630"/>
                  <a:pt x="21604" y="23219"/>
                </a:cubicBezTo>
                <a:cubicBezTo>
                  <a:pt x="23075" y="23867"/>
                  <a:pt x="24591" y="24544"/>
                  <a:pt x="25769" y="25750"/>
                </a:cubicBezTo>
                <a:cubicBezTo>
                  <a:pt x="27579" y="27575"/>
                  <a:pt x="28521" y="30224"/>
                  <a:pt x="28388" y="33182"/>
                </a:cubicBezTo>
                <a:cubicBezTo>
                  <a:pt x="28388" y="33300"/>
                  <a:pt x="28373" y="33403"/>
                  <a:pt x="28373" y="33521"/>
                </a:cubicBezTo>
                <a:cubicBezTo>
                  <a:pt x="28344" y="33594"/>
                  <a:pt x="28315" y="33653"/>
                  <a:pt x="28285" y="33727"/>
                </a:cubicBezTo>
                <a:lnTo>
                  <a:pt x="28285" y="33653"/>
                </a:lnTo>
                <a:cubicBezTo>
                  <a:pt x="28256" y="30739"/>
                  <a:pt x="27211" y="28090"/>
                  <a:pt x="25327" y="26177"/>
                </a:cubicBezTo>
                <a:cubicBezTo>
                  <a:pt x="24179" y="24985"/>
                  <a:pt x="22737" y="24279"/>
                  <a:pt x="21354" y="23587"/>
                </a:cubicBezTo>
                <a:cubicBezTo>
                  <a:pt x="20073" y="22940"/>
                  <a:pt x="18837" y="22336"/>
                  <a:pt x="17895" y="21380"/>
                </a:cubicBezTo>
                <a:cubicBezTo>
                  <a:pt x="17939" y="21306"/>
                  <a:pt x="17998" y="21247"/>
                  <a:pt x="18028" y="21174"/>
                </a:cubicBezTo>
                <a:close/>
                <a:moveTo>
                  <a:pt x="28344" y="33815"/>
                </a:moveTo>
                <a:cubicBezTo>
                  <a:pt x="28329" y="33844"/>
                  <a:pt x="28329" y="33889"/>
                  <a:pt x="28329" y="33918"/>
                </a:cubicBezTo>
                <a:cubicBezTo>
                  <a:pt x="28315" y="33962"/>
                  <a:pt x="28285" y="34021"/>
                  <a:pt x="28285" y="34050"/>
                </a:cubicBezTo>
                <a:lnTo>
                  <a:pt x="28285" y="33947"/>
                </a:lnTo>
                <a:cubicBezTo>
                  <a:pt x="28314" y="33903"/>
                  <a:pt x="28329" y="33844"/>
                  <a:pt x="28344" y="33815"/>
                </a:cubicBezTo>
                <a:close/>
                <a:moveTo>
                  <a:pt x="17866" y="21453"/>
                </a:moveTo>
                <a:cubicBezTo>
                  <a:pt x="18822" y="22410"/>
                  <a:pt x="20059" y="23013"/>
                  <a:pt x="21339" y="23661"/>
                </a:cubicBezTo>
                <a:cubicBezTo>
                  <a:pt x="22722" y="24338"/>
                  <a:pt x="24135" y="25059"/>
                  <a:pt x="25298" y="26236"/>
                </a:cubicBezTo>
                <a:cubicBezTo>
                  <a:pt x="27152" y="28134"/>
                  <a:pt x="28182" y="30754"/>
                  <a:pt x="28241" y="33653"/>
                </a:cubicBezTo>
                <a:cubicBezTo>
                  <a:pt x="28197" y="33741"/>
                  <a:pt x="28197" y="33830"/>
                  <a:pt x="28197" y="33918"/>
                </a:cubicBezTo>
                <a:cubicBezTo>
                  <a:pt x="28167" y="33992"/>
                  <a:pt x="28123" y="34095"/>
                  <a:pt x="28108" y="34168"/>
                </a:cubicBezTo>
                <a:lnTo>
                  <a:pt x="28108" y="34124"/>
                </a:lnTo>
                <a:cubicBezTo>
                  <a:pt x="27932" y="31269"/>
                  <a:pt x="26784" y="28694"/>
                  <a:pt x="24841" y="26677"/>
                </a:cubicBezTo>
                <a:cubicBezTo>
                  <a:pt x="23738" y="25515"/>
                  <a:pt x="22384" y="24779"/>
                  <a:pt x="21118" y="24058"/>
                </a:cubicBezTo>
                <a:cubicBezTo>
                  <a:pt x="19853" y="23352"/>
                  <a:pt x="18631" y="22660"/>
                  <a:pt x="17733" y="21659"/>
                </a:cubicBezTo>
                <a:cubicBezTo>
                  <a:pt x="17778" y="21586"/>
                  <a:pt x="17822" y="21527"/>
                  <a:pt x="17866" y="21453"/>
                </a:cubicBezTo>
                <a:close/>
                <a:moveTo>
                  <a:pt x="28197" y="34168"/>
                </a:moveTo>
                <a:lnTo>
                  <a:pt x="28197" y="34168"/>
                </a:lnTo>
                <a:cubicBezTo>
                  <a:pt x="28197" y="34212"/>
                  <a:pt x="28182" y="34271"/>
                  <a:pt x="28182" y="34345"/>
                </a:cubicBezTo>
                <a:cubicBezTo>
                  <a:pt x="28167" y="34404"/>
                  <a:pt x="28138" y="34477"/>
                  <a:pt x="28108" y="34536"/>
                </a:cubicBezTo>
                <a:lnTo>
                  <a:pt x="28108" y="34359"/>
                </a:lnTo>
                <a:cubicBezTo>
                  <a:pt x="28123" y="34315"/>
                  <a:pt x="28138" y="34256"/>
                  <a:pt x="28182" y="34198"/>
                </a:cubicBezTo>
                <a:cubicBezTo>
                  <a:pt x="28182" y="34183"/>
                  <a:pt x="28197" y="34183"/>
                  <a:pt x="28197" y="34168"/>
                </a:cubicBezTo>
                <a:close/>
                <a:moveTo>
                  <a:pt x="17660" y="21703"/>
                </a:moveTo>
                <a:cubicBezTo>
                  <a:pt x="18557" y="22733"/>
                  <a:pt x="19779" y="23425"/>
                  <a:pt x="21059" y="24117"/>
                </a:cubicBezTo>
                <a:cubicBezTo>
                  <a:pt x="22354" y="24838"/>
                  <a:pt x="23664" y="25574"/>
                  <a:pt x="24768" y="26707"/>
                </a:cubicBezTo>
                <a:cubicBezTo>
                  <a:pt x="26696" y="28723"/>
                  <a:pt x="27829" y="31269"/>
                  <a:pt x="28020" y="34109"/>
                </a:cubicBezTo>
                <a:cubicBezTo>
                  <a:pt x="28020" y="34183"/>
                  <a:pt x="28020" y="34256"/>
                  <a:pt x="28035" y="34330"/>
                </a:cubicBezTo>
                <a:lnTo>
                  <a:pt x="27932" y="34610"/>
                </a:lnTo>
                <a:lnTo>
                  <a:pt x="27932" y="34580"/>
                </a:lnTo>
                <a:cubicBezTo>
                  <a:pt x="27593" y="31858"/>
                  <a:pt x="26357" y="29282"/>
                  <a:pt x="24326" y="27148"/>
                </a:cubicBezTo>
                <a:cubicBezTo>
                  <a:pt x="23267" y="26045"/>
                  <a:pt x="22031" y="25279"/>
                  <a:pt x="20868" y="24544"/>
                </a:cubicBezTo>
                <a:cubicBezTo>
                  <a:pt x="19588" y="23749"/>
                  <a:pt x="18381" y="22998"/>
                  <a:pt x="17527" y="21895"/>
                </a:cubicBezTo>
                <a:cubicBezTo>
                  <a:pt x="17571" y="21836"/>
                  <a:pt x="17630" y="21762"/>
                  <a:pt x="17660" y="21703"/>
                </a:cubicBezTo>
                <a:close/>
                <a:moveTo>
                  <a:pt x="28138" y="34654"/>
                </a:moveTo>
                <a:cubicBezTo>
                  <a:pt x="28167" y="34698"/>
                  <a:pt x="28167" y="34713"/>
                  <a:pt x="28138" y="34757"/>
                </a:cubicBezTo>
                <a:cubicBezTo>
                  <a:pt x="28123" y="34786"/>
                  <a:pt x="28123" y="34830"/>
                  <a:pt x="28108" y="34860"/>
                </a:cubicBezTo>
                <a:lnTo>
                  <a:pt x="28108" y="34771"/>
                </a:lnTo>
                <a:cubicBezTo>
                  <a:pt x="28123" y="34727"/>
                  <a:pt x="28123" y="34698"/>
                  <a:pt x="28138" y="34654"/>
                </a:cubicBezTo>
                <a:close/>
                <a:moveTo>
                  <a:pt x="28035" y="34551"/>
                </a:moveTo>
                <a:lnTo>
                  <a:pt x="28035" y="34757"/>
                </a:lnTo>
                <a:cubicBezTo>
                  <a:pt x="28020" y="34830"/>
                  <a:pt x="27976" y="34904"/>
                  <a:pt x="27961" y="34978"/>
                </a:cubicBezTo>
                <a:lnTo>
                  <a:pt x="27961" y="34992"/>
                </a:lnTo>
                <a:cubicBezTo>
                  <a:pt x="27961" y="34919"/>
                  <a:pt x="27947" y="34860"/>
                  <a:pt x="27947" y="34786"/>
                </a:cubicBezTo>
                <a:cubicBezTo>
                  <a:pt x="27976" y="34698"/>
                  <a:pt x="28020" y="34624"/>
                  <a:pt x="28035" y="34551"/>
                </a:cubicBezTo>
                <a:close/>
                <a:moveTo>
                  <a:pt x="17498" y="21968"/>
                </a:moveTo>
                <a:cubicBezTo>
                  <a:pt x="18351" y="23072"/>
                  <a:pt x="19558" y="23822"/>
                  <a:pt x="20824" y="24617"/>
                </a:cubicBezTo>
                <a:cubicBezTo>
                  <a:pt x="22001" y="25353"/>
                  <a:pt x="23208" y="26104"/>
                  <a:pt x="24267" y="27207"/>
                </a:cubicBezTo>
                <a:cubicBezTo>
                  <a:pt x="26284" y="29326"/>
                  <a:pt x="27520" y="31887"/>
                  <a:pt x="27829" y="34610"/>
                </a:cubicBezTo>
                <a:cubicBezTo>
                  <a:pt x="27829" y="34654"/>
                  <a:pt x="27844" y="34713"/>
                  <a:pt x="27844" y="34771"/>
                </a:cubicBezTo>
                <a:cubicBezTo>
                  <a:pt x="27814" y="34860"/>
                  <a:pt x="27770" y="34978"/>
                  <a:pt x="27741" y="35066"/>
                </a:cubicBezTo>
                <a:lnTo>
                  <a:pt x="27741" y="35051"/>
                </a:lnTo>
                <a:cubicBezTo>
                  <a:pt x="27299" y="32432"/>
                  <a:pt x="25989" y="29945"/>
                  <a:pt x="23826" y="27649"/>
                </a:cubicBezTo>
                <a:cubicBezTo>
                  <a:pt x="22825" y="26604"/>
                  <a:pt x="21722" y="25824"/>
                  <a:pt x="20662" y="25073"/>
                </a:cubicBezTo>
                <a:cubicBezTo>
                  <a:pt x="19382" y="24190"/>
                  <a:pt x="18175" y="23352"/>
                  <a:pt x="17365" y="22145"/>
                </a:cubicBezTo>
                <a:cubicBezTo>
                  <a:pt x="17380" y="22130"/>
                  <a:pt x="17395" y="22086"/>
                  <a:pt x="17424" y="22071"/>
                </a:cubicBezTo>
                <a:cubicBezTo>
                  <a:pt x="17439" y="22042"/>
                  <a:pt x="17468" y="21998"/>
                  <a:pt x="17498" y="21968"/>
                </a:cubicBezTo>
                <a:close/>
                <a:moveTo>
                  <a:pt x="28050" y="35022"/>
                </a:moveTo>
                <a:cubicBezTo>
                  <a:pt x="28035" y="35066"/>
                  <a:pt x="28035" y="35125"/>
                  <a:pt x="28035" y="35169"/>
                </a:cubicBezTo>
                <a:cubicBezTo>
                  <a:pt x="28020" y="35228"/>
                  <a:pt x="28005" y="35301"/>
                  <a:pt x="27976" y="35360"/>
                </a:cubicBezTo>
                <a:lnTo>
                  <a:pt x="27976" y="35213"/>
                </a:lnTo>
                <a:cubicBezTo>
                  <a:pt x="28005" y="35154"/>
                  <a:pt x="28020" y="35081"/>
                  <a:pt x="28050" y="35022"/>
                </a:cubicBezTo>
                <a:close/>
                <a:moveTo>
                  <a:pt x="27873" y="34948"/>
                </a:moveTo>
                <a:cubicBezTo>
                  <a:pt x="27873" y="35022"/>
                  <a:pt x="27888" y="35095"/>
                  <a:pt x="27888" y="35169"/>
                </a:cubicBezTo>
                <a:cubicBezTo>
                  <a:pt x="27858" y="35287"/>
                  <a:pt x="27829" y="35375"/>
                  <a:pt x="27799" y="35448"/>
                </a:cubicBezTo>
                <a:cubicBezTo>
                  <a:pt x="27799" y="35375"/>
                  <a:pt x="27785" y="35301"/>
                  <a:pt x="27755" y="35242"/>
                </a:cubicBezTo>
                <a:cubicBezTo>
                  <a:pt x="27799" y="35154"/>
                  <a:pt x="27829" y="35051"/>
                  <a:pt x="27873" y="34948"/>
                </a:cubicBezTo>
                <a:close/>
                <a:moveTo>
                  <a:pt x="17307" y="22218"/>
                </a:moveTo>
                <a:cubicBezTo>
                  <a:pt x="18116" y="23425"/>
                  <a:pt x="19337" y="24264"/>
                  <a:pt x="20603" y="25147"/>
                </a:cubicBezTo>
                <a:cubicBezTo>
                  <a:pt x="21677" y="25883"/>
                  <a:pt x="22781" y="26663"/>
                  <a:pt x="23767" y="27708"/>
                </a:cubicBezTo>
                <a:cubicBezTo>
                  <a:pt x="25916" y="29989"/>
                  <a:pt x="27225" y="32476"/>
                  <a:pt x="27652" y="35081"/>
                </a:cubicBezTo>
                <a:cubicBezTo>
                  <a:pt x="27652" y="35139"/>
                  <a:pt x="27667" y="35198"/>
                  <a:pt x="27667" y="35228"/>
                </a:cubicBezTo>
                <a:cubicBezTo>
                  <a:pt x="27638" y="35360"/>
                  <a:pt x="27593" y="35463"/>
                  <a:pt x="27564" y="35581"/>
                </a:cubicBezTo>
                <a:lnTo>
                  <a:pt x="27564" y="35537"/>
                </a:lnTo>
                <a:cubicBezTo>
                  <a:pt x="27019" y="33035"/>
                  <a:pt x="25651" y="30636"/>
                  <a:pt x="23326" y="28149"/>
                </a:cubicBezTo>
                <a:cubicBezTo>
                  <a:pt x="22428" y="27163"/>
                  <a:pt x="21427" y="26398"/>
                  <a:pt x="20471" y="25662"/>
                </a:cubicBezTo>
                <a:cubicBezTo>
                  <a:pt x="19190" y="24676"/>
                  <a:pt x="17954" y="23719"/>
                  <a:pt x="17204" y="22410"/>
                </a:cubicBezTo>
                <a:cubicBezTo>
                  <a:pt x="17233" y="22351"/>
                  <a:pt x="17277" y="22292"/>
                  <a:pt x="17307" y="22218"/>
                </a:cubicBezTo>
                <a:close/>
                <a:moveTo>
                  <a:pt x="28020" y="35508"/>
                </a:moveTo>
                <a:lnTo>
                  <a:pt x="28020" y="35508"/>
                </a:lnTo>
                <a:cubicBezTo>
                  <a:pt x="28005" y="35537"/>
                  <a:pt x="28005" y="35566"/>
                  <a:pt x="28005" y="35581"/>
                </a:cubicBezTo>
                <a:cubicBezTo>
                  <a:pt x="28005" y="35610"/>
                  <a:pt x="27976" y="35640"/>
                  <a:pt x="27976" y="35669"/>
                </a:cubicBezTo>
                <a:lnTo>
                  <a:pt x="27976" y="35596"/>
                </a:lnTo>
                <a:cubicBezTo>
                  <a:pt x="28005" y="35566"/>
                  <a:pt x="28005" y="35537"/>
                  <a:pt x="28020" y="35508"/>
                </a:cubicBezTo>
                <a:close/>
                <a:moveTo>
                  <a:pt x="27902" y="35390"/>
                </a:moveTo>
                <a:cubicBezTo>
                  <a:pt x="27888" y="35463"/>
                  <a:pt x="27902" y="35537"/>
                  <a:pt x="27902" y="35596"/>
                </a:cubicBezTo>
                <a:cubicBezTo>
                  <a:pt x="27888" y="35669"/>
                  <a:pt x="27858" y="35743"/>
                  <a:pt x="27829" y="35816"/>
                </a:cubicBezTo>
                <a:cubicBezTo>
                  <a:pt x="27829" y="35757"/>
                  <a:pt x="27814" y="35684"/>
                  <a:pt x="27814" y="35625"/>
                </a:cubicBezTo>
                <a:cubicBezTo>
                  <a:pt x="27858" y="35551"/>
                  <a:pt x="27873" y="35463"/>
                  <a:pt x="27902" y="35390"/>
                </a:cubicBezTo>
                <a:close/>
                <a:moveTo>
                  <a:pt x="27711" y="35419"/>
                </a:moveTo>
                <a:cubicBezTo>
                  <a:pt x="27726" y="35493"/>
                  <a:pt x="27726" y="35566"/>
                  <a:pt x="27726" y="35654"/>
                </a:cubicBezTo>
                <a:cubicBezTo>
                  <a:pt x="27682" y="35743"/>
                  <a:pt x="27652" y="35860"/>
                  <a:pt x="27608" y="35949"/>
                </a:cubicBezTo>
                <a:cubicBezTo>
                  <a:pt x="27593" y="35875"/>
                  <a:pt x="27593" y="35816"/>
                  <a:pt x="27579" y="35743"/>
                </a:cubicBezTo>
                <a:cubicBezTo>
                  <a:pt x="27638" y="35640"/>
                  <a:pt x="27667" y="35522"/>
                  <a:pt x="27711" y="35419"/>
                </a:cubicBezTo>
                <a:close/>
                <a:moveTo>
                  <a:pt x="17145" y="22483"/>
                </a:moveTo>
                <a:cubicBezTo>
                  <a:pt x="17925" y="23793"/>
                  <a:pt x="19131" y="24720"/>
                  <a:pt x="20412" y="25721"/>
                </a:cubicBezTo>
                <a:cubicBezTo>
                  <a:pt x="21383" y="26457"/>
                  <a:pt x="22369" y="27222"/>
                  <a:pt x="23267" y="28179"/>
                </a:cubicBezTo>
                <a:cubicBezTo>
                  <a:pt x="25563" y="30666"/>
                  <a:pt x="26946" y="33064"/>
                  <a:pt x="27490" y="35537"/>
                </a:cubicBezTo>
                <a:cubicBezTo>
                  <a:pt x="27505" y="35596"/>
                  <a:pt x="27505" y="35654"/>
                  <a:pt x="27520" y="35713"/>
                </a:cubicBezTo>
                <a:cubicBezTo>
                  <a:pt x="27490" y="35802"/>
                  <a:pt x="27461" y="35875"/>
                  <a:pt x="27446" y="35949"/>
                </a:cubicBezTo>
                <a:cubicBezTo>
                  <a:pt x="27432" y="36008"/>
                  <a:pt x="27402" y="36052"/>
                  <a:pt x="27387" y="36096"/>
                </a:cubicBezTo>
                <a:cubicBezTo>
                  <a:pt x="27387" y="36052"/>
                  <a:pt x="27373" y="36037"/>
                  <a:pt x="27373" y="36008"/>
                </a:cubicBezTo>
                <a:cubicBezTo>
                  <a:pt x="26769" y="33609"/>
                  <a:pt x="25401" y="31401"/>
                  <a:pt x="22825" y="28620"/>
                </a:cubicBezTo>
                <a:cubicBezTo>
                  <a:pt x="22016" y="27737"/>
                  <a:pt x="21162" y="27001"/>
                  <a:pt x="20323" y="26295"/>
                </a:cubicBezTo>
                <a:cubicBezTo>
                  <a:pt x="18999" y="25162"/>
                  <a:pt x="17733" y="24087"/>
                  <a:pt x="17042" y="22645"/>
                </a:cubicBezTo>
                <a:lnTo>
                  <a:pt x="17145" y="22483"/>
                </a:lnTo>
                <a:close/>
                <a:moveTo>
                  <a:pt x="27902" y="35907"/>
                </a:moveTo>
                <a:cubicBezTo>
                  <a:pt x="27899" y="35942"/>
                  <a:pt x="27888" y="35971"/>
                  <a:pt x="27888" y="36022"/>
                </a:cubicBezTo>
                <a:cubicBezTo>
                  <a:pt x="27873" y="36081"/>
                  <a:pt x="27858" y="36125"/>
                  <a:pt x="27858" y="36184"/>
                </a:cubicBezTo>
                <a:lnTo>
                  <a:pt x="27858" y="36052"/>
                </a:lnTo>
                <a:cubicBezTo>
                  <a:pt x="27873" y="36008"/>
                  <a:pt x="27887" y="35951"/>
                  <a:pt x="27902" y="35907"/>
                </a:cubicBezTo>
                <a:close/>
                <a:moveTo>
                  <a:pt x="27755" y="35831"/>
                </a:moveTo>
                <a:lnTo>
                  <a:pt x="27755" y="36037"/>
                </a:lnTo>
                <a:cubicBezTo>
                  <a:pt x="27741" y="36125"/>
                  <a:pt x="27711" y="36228"/>
                  <a:pt x="27682" y="36302"/>
                </a:cubicBezTo>
                <a:cubicBezTo>
                  <a:pt x="27682" y="36228"/>
                  <a:pt x="27667" y="36170"/>
                  <a:pt x="27667" y="36111"/>
                </a:cubicBezTo>
                <a:cubicBezTo>
                  <a:pt x="27711" y="36022"/>
                  <a:pt x="27726" y="35934"/>
                  <a:pt x="27755" y="35831"/>
                </a:cubicBezTo>
                <a:close/>
                <a:moveTo>
                  <a:pt x="27535" y="35905"/>
                </a:moveTo>
                <a:cubicBezTo>
                  <a:pt x="27549" y="35978"/>
                  <a:pt x="27549" y="36052"/>
                  <a:pt x="27579" y="36111"/>
                </a:cubicBezTo>
                <a:lnTo>
                  <a:pt x="27461" y="36449"/>
                </a:lnTo>
                <a:cubicBezTo>
                  <a:pt x="27446" y="36376"/>
                  <a:pt x="27446" y="36317"/>
                  <a:pt x="27432" y="36258"/>
                </a:cubicBezTo>
                <a:cubicBezTo>
                  <a:pt x="27461" y="36170"/>
                  <a:pt x="27490" y="36081"/>
                  <a:pt x="27520" y="35978"/>
                </a:cubicBezTo>
                <a:cubicBezTo>
                  <a:pt x="27520" y="35949"/>
                  <a:pt x="27535" y="35934"/>
                  <a:pt x="27535" y="35905"/>
                </a:cubicBezTo>
                <a:close/>
                <a:moveTo>
                  <a:pt x="27873" y="36390"/>
                </a:moveTo>
                <a:lnTo>
                  <a:pt x="27873" y="36449"/>
                </a:lnTo>
                <a:cubicBezTo>
                  <a:pt x="27873" y="36464"/>
                  <a:pt x="27858" y="36479"/>
                  <a:pt x="27858" y="36493"/>
                </a:cubicBezTo>
                <a:lnTo>
                  <a:pt x="27858" y="36464"/>
                </a:lnTo>
                <a:cubicBezTo>
                  <a:pt x="27858" y="36449"/>
                  <a:pt x="27873" y="36420"/>
                  <a:pt x="27873" y="36390"/>
                </a:cubicBezTo>
                <a:close/>
                <a:moveTo>
                  <a:pt x="16998" y="22748"/>
                </a:moveTo>
                <a:cubicBezTo>
                  <a:pt x="17719" y="24190"/>
                  <a:pt x="18970" y="25250"/>
                  <a:pt x="20294" y="26383"/>
                </a:cubicBezTo>
                <a:cubicBezTo>
                  <a:pt x="21118" y="27090"/>
                  <a:pt x="21986" y="27811"/>
                  <a:pt x="22796" y="28694"/>
                </a:cubicBezTo>
                <a:cubicBezTo>
                  <a:pt x="25342" y="31475"/>
                  <a:pt x="26710" y="33682"/>
                  <a:pt x="27314" y="36052"/>
                </a:cubicBezTo>
                <a:lnTo>
                  <a:pt x="27373" y="36273"/>
                </a:lnTo>
                <a:cubicBezTo>
                  <a:pt x="27299" y="36376"/>
                  <a:pt x="27270" y="36479"/>
                  <a:pt x="27225" y="36611"/>
                </a:cubicBezTo>
                <a:cubicBezTo>
                  <a:pt x="27211" y="36567"/>
                  <a:pt x="27211" y="36537"/>
                  <a:pt x="27181" y="36493"/>
                </a:cubicBezTo>
                <a:cubicBezTo>
                  <a:pt x="26343" y="33697"/>
                  <a:pt x="24415" y="31416"/>
                  <a:pt x="22325" y="29135"/>
                </a:cubicBezTo>
                <a:cubicBezTo>
                  <a:pt x="21633" y="28370"/>
                  <a:pt x="20912" y="27693"/>
                  <a:pt x="20220" y="27045"/>
                </a:cubicBezTo>
                <a:cubicBezTo>
                  <a:pt x="18764" y="25691"/>
                  <a:pt x="17513" y="24529"/>
                  <a:pt x="16880" y="22925"/>
                </a:cubicBezTo>
                <a:lnTo>
                  <a:pt x="16998" y="22748"/>
                </a:lnTo>
                <a:close/>
                <a:moveTo>
                  <a:pt x="27785" y="36302"/>
                </a:moveTo>
                <a:lnTo>
                  <a:pt x="27770" y="36464"/>
                </a:lnTo>
                <a:lnTo>
                  <a:pt x="27726" y="36685"/>
                </a:lnTo>
                <a:cubicBezTo>
                  <a:pt x="27726" y="36626"/>
                  <a:pt x="27711" y="36567"/>
                  <a:pt x="27711" y="36523"/>
                </a:cubicBezTo>
                <a:cubicBezTo>
                  <a:pt x="27726" y="36449"/>
                  <a:pt x="27755" y="36361"/>
                  <a:pt x="27785" y="36302"/>
                </a:cubicBezTo>
                <a:close/>
                <a:moveTo>
                  <a:pt x="27593" y="36302"/>
                </a:moveTo>
                <a:cubicBezTo>
                  <a:pt x="27593" y="36376"/>
                  <a:pt x="27608" y="36420"/>
                  <a:pt x="27608" y="36493"/>
                </a:cubicBezTo>
                <a:cubicBezTo>
                  <a:pt x="27593" y="36596"/>
                  <a:pt x="27564" y="36699"/>
                  <a:pt x="27535" y="36788"/>
                </a:cubicBezTo>
                <a:cubicBezTo>
                  <a:pt x="27520" y="36729"/>
                  <a:pt x="27520" y="36670"/>
                  <a:pt x="27505" y="36611"/>
                </a:cubicBezTo>
                <a:cubicBezTo>
                  <a:pt x="27535" y="36493"/>
                  <a:pt x="27549" y="36405"/>
                  <a:pt x="27593" y="36302"/>
                </a:cubicBezTo>
                <a:close/>
                <a:moveTo>
                  <a:pt x="27387" y="36405"/>
                </a:moveTo>
                <a:cubicBezTo>
                  <a:pt x="27402" y="36479"/>
                  <a:pt x="27432" y="36537"/>
                  <a:pt x="27432" y="36611"/>
                </a:cubicBezTo>
                <a:cubicBezTo>
                  <a:pt x="27387" y="36714"/>
                  <a:pt x="27358" y="36846"/>
                  <a:pt x="27314" y="36964"/>
                </a:cubicBezTo>
                <a:lnTo>
                  <a:pt x="27270" y="36743"/>
                </a:lnTo>
                <a:cubicBezTo>
                  <a:pt x="27299" y="36626"/>
                  <a:pt x="27343" y="36523"/>
                  <a:pt x="27387" y="36405"/>
                </a:cubicBezTo>
                <a:close/>
                <a:moveTo>
                  <a:pt x="27770" y="36758"/>
                </a:moveTo>
                <a:lnTo>
                  <a:pt x="27770" y="36861"/>
                </a:lnTo>
                <a:cubicBezTo>
                  <a:pt x="27755" y="36920"/>
                  <a:pt x="27755" y="36979"/>
                  <a:pt x="27741" y="37038"/>
                </a:cubicBezTo>
                <a:lnTo>
                  <a:pt x="27741" y="36920"/>
                </a:lnTo>
                <a:cubicBezTo>
                  <a:pt x="27755" y="36861"/>
                  <a:pt x="27770" y="36817"/>
                  <a:pt x="27770" y="36758"/>
                </a:cubicBezTo>
                <a:close/>
                <a:moveTo>
                  <a:pt x="16821" y="22954"/>
                </a:moveTo>
                <a:cubicBezTo>
                  <a:pt x="17454" y="24573"/>
                  <a:pt x="18734" y="25736"/>
                  <a:pt x="20162" y="27075"/>
                </a:cubicBezTo>
                <a:cubicBezTo>
                  <a:pt x="20868" y="27722"/>
                  <a:pt x="21574" y="28399"/>
                  <a:pt x="22281" y="29179"/>
                </a:cubicBezTo>
                <a:cubicBezTo>
                  <a:pt x="24356" y="31460"/>
                  <a:pt x="26269" y="33741"/>
                  <a:pt x="27122" y="36523"/>
                </a:cubicBezTo>
                <a:lnTo>
                  <a:pt x="27167" y="36743"/>
                </a:lnTo>
                <a:cubicBezTo>
                  <a:pt x="27137" y="36846"/>
                  <a:pt x="27078" y="36964"/>
                  <a:pt x="27034" y="37067"/>
                </a:cubicBezTo>
                <a:cubicBezTo>
                  <a:pt x="27019" y="37038"/>
                  <a:pt x="27019" y="36994"/>
                  <a:pt x="27005" y="36964"/>
                </a:cubicBezTo>
                <a:cubicBezTo>
                  <a:pt x="26107" y="34345"/>
                  <a:pt x="24209" y="32255"/>
                  <a:pt x="22207" y="30018"/>
                </a:cubicBezTo>
                <a:lnTo>
                  <a:pt x="21839" y="29606"/>
                </a:lnTo>
                <a:cubicBezTo>
                  <a:pt x="21280" y="28973"/>
                  <a:pt x="20721" y="28399"/>
                  <a:pt x="20162" y="27855"/>
                </a:cubicBezTo>
                <a:cubicBezTo>
                  <a:pt x="18616" y="26295"/>
                  <a:pt x="17277" y="24926"/>
                  <a:pt x="16718" y="23131"/>
                </a:cubicBezTo>
                <a:cubicBezTo>
                  <a:pt x="16762" y="23072"/>
                  <a:pt x="16792" y="23013"/>
                  <a:pt x="16821" y="22954"/>
                </a:cubicBezTo>
                <a:close/>
                <a:moveTo>
                  <a:pt x="27638" y="36743"/>
                </a:moveTo>
                <a:cubicBezTo>
                  <a:pt x="27652" y="36773"/>
                  <a:pt x="27652" y="36846"/>
                  <a:pt x="27652" y="36905"/>
                </a:cubicBezTo>
                <a:cubicBezTo>
                  <a:pt x="27638" y="36979"/>
                  <a:pt x="27608" y="37067"/>
                  <a:pt x="27579" y="37156"/>
                </a:cubicBezTo>
                <a:cubicBezTo>
                  <a:pt x="27579" y="37111"/>
                  <a:pt x="27564" y="37053"/>
                  <a:pt x="27564" y="36994"/>
                </a:cubicBezTo>
                <a:cubicBezTo>
                  <a:pt x="27579" y="36905"/>
                  <a:pt x="27608" y="36817"/>
                  <a:pt x="27638" y="36743"/>
                </a:cubicBezTo>
                <a:close/>
                <a:moveTo>
                  <a:pt x="27446" y="36788"/>
                </a:moveTo>
                <a:cubicBezTo>
                  <a:pt x="27461" y="36846"/>
                  <a:pt x="27461" y="36920"/>
                  <a:pt x="27490" y="36979"/>
                </a:cubicBezTo>
                <a:cubicBezTo>
                  <a:pt x="27461" y="37067"/>
                  <a:pt x="27432" y="37156"/>
                  <a:pt x="27402" y="37259"/>
                </a:cubicBezTo>
                <a:cubicBezTo>
                  <a:pt x="27402" y="37273"/>
                  <a:pt x="27387" y="37288"/>
                  <a:pt x="27387" y="37303"/>
                </a:cubicBezTo>
                <a:cubicBezTo>
                  <a:pt x="27373" y="37229"/>
                  <a:pt x="27373" y="37185"/>
                  <a:pt x="27358" y="37111"/>
                </a:cubicBezTo>
                <a:cubicBezTo>
                  <a:pt x="27387" y="36994"/>
                  <a:pt x="27432" y="36891"/>
                  <a:pt x="27446" y="36788"/>
                </a:cubicBezTo>
                <a:close/>
                <a:moveTo>
                  <a:pt x="27211" y="36861"/>
                </a:moveTo>
                <a:cubicBezTo>
                  <a:pt x="27225" y="36935"/>
                  <a:pt x="27240" y="37023"/>
                  <a:pt x="27270" y="37097"/>
                </a:cubicBezTo>
                <a:lnTo>
                  <a:pt x="27152" y="37435"/>
                </a:lnTo>
                <a:cubicBezTo>
                  <a:pt x="27137" y="37362"/>
                  <a:pt x="27093" y="37273"/>
                  <a:pt x="27078" y="37200"/>
                </a:cubicBezTo>
                <a:cubicBezTo>
                  <a:pt x="27122" y="37082"/>
                  <a:pt x="27167" y="36979"/>
                  <a:pt x="27211" y="36861"/>
                </a:cubicBezTo>
                <a:close/>
                <a:moveTo>
                  <a:pt x="16674" y="23234"/>
                </a:moveTo>
                <a:cubicBezTo>
                  <a:pt x="17233" y="25015"/>
                  <a:pt x="18587" y="26383"/>
                  <a:pt x="20103" y="27928"/>
                </a:cubicBezTo>
                <a:cubicBezTo>
                  <a:pt x="20662" y="28473"/>
                  <a:pt x="21236" y="29047"/>
                  <a:pt x="21780" y="29680"/>
                </a:cubicBezTo>
                <a:lnTo>
                  <a:pt x="22148" y="30092"/>
                </a:lnTo>
                <a:cubicBezTo>
                  <a:pt x="24150" y="32329"/>
                  <a:pt x="26033" y="34418"/>
                  <a:pt x="26931" y="36994"/>
                </a:cubicBezTo>
                <a:cubicBezTo>
                  <a:pt x="26946" y="37053"/>
                  <a:pt x="26975" y="37126"/>
                  <a:pt x="26990" y="37185"/>
                </a:cubicBezTo>
                <a:cubicBezTo>
                  <a:pt x="26931" y="37288"/>
                  <a:pt x="26902" y="37406"/>
                  <a:pt x="26843" y="37509"/>
                </a:cubicBezTo>
                <a:cubicBezTo>
                  <a:pt x="26843" y="37494"/>
                  <a:pt x="26828" y="37450"/>
                  <a:pt x="26828" y="37435"/>
                </a:cubicBezTo>
                <a:cubicBezTo>
                  <a:pt x="25945" y="35139"/>
                  <a:pt x="24267" y="33315"/>
                  <a:pt x="22487" y="31372"/>
                </a:cubicBezTo>
                <a:cubicBezTo>
                  <a:pt x="22119" y="30960"/>
                  <a:pt x="21707" y="30518"/>
                  <a:pt x="21339" y="30092"/>
                </a:cubicBezTo>
                <a:cubicBezTo>
                  <a:pt x="20956" y="29650"/>
                  <a:pt x="20574" y="29253"/>
                  <a:pt x="20206" y="28841"/>
                </a:cubicBezTo>
                <a:cubicBezTo>
                  <a:pt x="18513" y="27031"/>
                  <a:pt x="17042" y="25427"/>
                  <a:pt x="16571" y="23366"/>
                </a:cubicBezTo>
                <a:cubicBezTo>
                  <a:pt x="16615" y="23322"/>
                  <a:pt x="16630" y="23293"/>
                  <a:pt x="16674" y="23234"/>
                </a:cubicBezTo>
                <a:close/>
                <a:moveTo>
                  <a:pt x="27652" y="37156"/>
                </a:moveTo>
                <a:cubicBezTo>
                  <a:pt x="27667" y="37214"/>
                  <a:pt x="27667" y="37259"/>
                  <a:pt x="27667" y="37303"/>
                </a:cubicBezTo>
                <a:cubicBezTo>
                  <a:pt x="27652" y="37376"/>
                  <a:pt x="27638" y="37435"/>
                  <a:pt x="27608" y="37509"/>
                </a:cubicBezTo>
                <a:cubicBezTo>
                  <a:pt x="27608" y="37450"/>
                  <a:pt x="27608" y="37420"/>
                  <a:pt x="27593" y="37362"/>
                </a:cubicBezTo>
                <a:cubicBezTo>
                  <a:pt x="27608" y="37288"/>
                  <a:pt x="27638" y="37229"/>
                  <a:pt x="27652" y="37156"/>
                </a:cubicBezTo>
                <a:close/>
                <a:moveTo>
                  <a:pt x="27505" y="37156"/>
                </a:moveTo>
                <a:cubicBezTo>
                  <a:pt x="27505" y="37214"/>
                  <a:pt x="27520" y="37288"/>
                  <a:pt x="27520" y="37347"/>
                </a:cubicBezTo>
                <a:cubicBezTo>
                  <a:pt x="27505" y="37450"/>
                  <a:pt x="27490" y="37553"/>
                  <a:pt x="27461" y="37641"/>
                </a:cubicBezTo>
                <a:cubicBezTo>
                  <a:pt x="27446" y="37582"/>
                  <a:pt x="27446" y="37523"/>
                  <a:pt x="27432" y="37450"/>
                </a:cubicBezTo>
                <a:cubicBezTo>
                  <a:pt x="27446" y="37376"/>
                  <a:pt x="27461" y="37332"/>
                  <a:pt x="27490" y="37259"/>
                </a:cubicBezTo>
                <a:cubicBezTo>
                  <a:pt x="27490" y="37214"/>
                  <a:pt x="27505" y="37200"/>
                  <a:pt x="27505" y="37156"/>
                </a:cubicBezTo>
                <a:close/>
                <a:moveTo>
                  <a:pt x="27299" y="37259"/>
                </a:moveTo>
                <a:cubicBezTo>
                  <a:pt x="27314" y="37332"/>
                  <a:pt x="27343" y="37406"/>
                  <a:pt x="27343" y="37479"/>
                </a:cubicBezTo>
                <a:cubicBezTo>
                  <a:pt x="27314" y="37582"/>
                  <a:pt x="27284" y="37671"/>
                  <a:pt x="27240" y="37788"/>
                </a:cubicBezTo>
                <a:lnTo>
                  <a:pt x="27196" y="37568"/>
                </a:lnTo>
                <a:cubicBezTo>
                  <a:pt x="27225" y="37479"/>
                  <a:pt x="27270" y="37362"/>
                  <a:pt x="27299" y="37259"/>
                </a:cubicBezTo>
                <a:close/>
                <a:moveTo>
                  <a:pt x="27684" y="37684"/>
                </a:moveTo>
                <a:cubicBezTo>
                  <a:pt x="27682" y="37697"/>
                  <a:pt x="27682" y="37709"/>
                  <a:pt x="27682" y="37715"/>
                </a:cubicBezTo>
                <a:cubicBezTo>
                  <a:pt x="27682" y="37744"/>
                  <a:pt x="27667" y="37803"/>
                  <a:pt x="27667" y="37832"/>
                </a:cubicBezTo>
                <a:lnTo>
                  <a:pt x="27667" y="37744"/>
                </a:lnTo>
                <a:cubicBezTo>
                  <a:pt x="27674" y="37729"/>
                  <a:pt x="27678" y="37707"/>
                  <a:pt x="27684" y="37684"/>
                </a:cubicBezTo>
                <a:close/>
                <a:moveTo>
                  <a:pt x="27034" y="37303"/>
                </a:moveTo>
                <a:cubicBezTo>
                  <a:pt x="27064" y="37406"/>
                  <a:pt x="27093" y="37479"/>
                  <a:pt x="27122" y="37568"/>
                </a:cubicBezTo>
                <a:cubicBezTo>
                  <a:pt x="27064" y="37656"/>
                  <a:pt x="27019" y="37774"/>
                  <a:pt x="26990" y="37877"/>
                </a:cubicBezTo>
                <a:cubicBezTo>
                  <a:pt x="26946" y="37788"/>
                  <a:pt x="26931" y="37715"/>
                  <a:pt x="26902" y="37626"/>
                </a:cubicBezTo>
                <a:cubicBezTo>
                  <a:pt x="26946" y="37509"/>
                  <a:pt x="26990" y="37420"/>
                  <a:pt x="27034" y="37303"/>
                </a:cubicBezTo>
                <a:close/>
                <a:moveTo>
                  <a:pt x="16527" y="23499"/>
                </a:moveTo>
                <a:cubicBezTo>
                  <a:pt x="17012" y="25530"/>
                  <a:pt x="18469" y="27119"/>
                  <a:pt x="20147" y="28914"/>
                </a:cubicBezTo>
                <a:cubicBezTo>
                  <a:pt x="20515" y="29326"/>
                  <a:pt x="20897" y="29724"/>
                  <a:pt x="21280" y="30165"/>
                </a:cubicBezTo>
                <a:cubicBezTo>
                  <a:pt x="21677" y="30607"/>
                  <a:pt x="22060" y="31034"/>
                  <a:pt x="22443" y="31446"/>
                </a:cubicBezTo>
                <a:cubicBezTo>
                  <a:pt x="24209" y="33373"/>
                  <a:pt x="25886" y="35198"/>
                  <a:pt x="26769" y="37479"/>
                </a:cubicBezTo>
                <a:cubicBezTo>
                  <a:pt x="26784" y="37523"/>
                  <a:pt x="26799" y="37568"/>
                  <a:pt x="26828" y="37626"/>
                </a:cubicBezTo>
                <a:cubicBezTo>
                  <a:pt x="26769" y="37729"/>
                  <a:pt x="26710" y="37818"/>
                  <a:pt x="26681" y="37935"/>
                </a:cubicBezTo>
                <a:lnTo>
                  <a:pt x="26681" y="37921"/>
                </a:lnTo>
                <a:cubicBezTo>
                  <a:pt x="25798" y="35831"/>
                  <a:pt x="24223" y="34198"/>
                  <a:pt x="22590" y="32446"/>
                </a:cubicBezTo>
                <a:cubicBezTo>
                  <a:pt x="22016" y="31858"/>
                  <a:pt x="21457" y="31240"/>
                  <a:pt x="20883" y="30592"/>
                </a:cubicBezTo>
                <a:cubicBezTo>
                  <a:pt x="20736" y="30415"/>
                  <a:pt x="20574" y="30239"/>
                  <a:pt x="20426" y="30077"/>
                </a:cubicBezTo>
                <a:cubicBezTo>
                  <a:pt x="18454" y="27884"/>
                  <a:pt x="16792" y="26001"/>
                  <a:pt x="16424" y="23616"/>
                </a:cubicBezTo>
                <a:cubicBezTo>
                  <a:pt x="16468" y="23558"/>
                  <a:pt x="16482" y="23528"/>
                  <a:pt x="16527" y="23499"/>
                </a:cubicBezTo>
                <a:close/>
                <a:moveTo>
                  <a:pt x="27579" y="37582"/>
                </a:moveTo>
                <a:lnTo>
                  <a:pt x="27579" y="37582"/>
                </a:lnTo>
                <a:cubicBezTo>
                  <a:pt x="27564" y="37641"/>
                  <a:pt x="27564" y="37700"/>
                  <a:pt x="27579" y="37744"/>
                </a:cubicBezTo>
                <a:cubicBezTo>
                  <a:pt x="27564" y="37818"/>
                  <a:pt x="27535" y="37921"/>
                  <a:pt x="27520" y="37994"/>
                </a:cubicBezTo>
                <a:cubicBezTo>
                  <a:pt x="27520" y="37935"/>
                  <a:pt x="27505" y="37877"/>
                  <a:pt x="27505" y="37847"/>
                </a:cubicBezTo>
                <a:cubicBezTo>
                  <a:pt x="27520" y="37744"/>
                  <a:pt x="27535" y="37671"/>
                  <a:pt x="27579" y="37582"/>
                </a:cubicBezTo>
                <a:close/>
                <a:moveTo>
                  <a:pt x="27373" y="37656"/>
                </a:moveTo>
                <a:cubicBezTo>
                  <a:pt x="27387" y="37715"/>
                  <a:pt x="27387" y="37788"/>
                  <a:pt x="27417" y="37847"/>
                </a:cubicBezTo>
                <a:cubicBezTo>
                  <a:pt x="27417" y="37862"/>
                  <a:pt x="27387" y="37877"/>
                  <a:pt x="27387" y="37921"/>
                </a:cubicBezTo>
                <a:cubicBezTo>
                  <a:pt x="27373" y="37994"/>
                  <a:pt x="27358" y="38068"/>
                  <a:pt x="27343" y="38156"/>
                </a:cubicBezTo>
                <a:cubicBezTo>
                  <a:pt x="27314" y="38083"/>
                  <a:pt x="27314" y="38024"/>
                  <a:pt x="27299" y="37950"/>
                </a:cubicBezTo>
                <a:cubicBezTo>
                  <a:pt x="27314" y="37847"/>
                  <a:pt x="27343" y="37744"/>
                  <a:pt x="27373" y="37656"/>
                </a:cubicBezTo>
                <a:close/>
                <a:moveTo>
                  <a:pt x="27152" y="37715"/>
                </a:moveTo>
                <a:cubicBezTo>
                  <a:pt x="27167" y="37788"/>
                  <a:pt x="27196" y="37877"/>
                  <a:pt x="27211" y="37950"/>
                </a:cubicBezTo>
                <a:cubicBezTo>
                  <a:pt x="27167" y="38039"/>
                  <a:pt x="27137" y="38142"/>
                  <a:pt x="27093" y="38245"/>
                </a:cubicBezTo>
                <a:cubicBezTo>
                  <a:pt x="27078" y="38156"/>
                  <a:pt x="27049" y="38083"/>
                  <a:pt x="27019" y="38009"/>
                </a:cubicBezTo>
                <a:cubicBezTo>
                  <a:pt x="27064" y="37921"/>
                  <a:pt x="27122" y="37803"/>
                  <a:pt x="27152" y="37715"/>
                </a:cubicBezTo>
                <a:close/>
                <a:moveTo>
                  <a:pt x="26843" y="37715"/>
                </a:moveTo>
                <a:cubicBezTo>
                  <a:pt x="26872" y="37803"/>
                  <a:pt x="26902" y="37891"/>
                  <a:pt x="26931" y="37994"/>
                </a:cubicBezTo>
                <a:cubicBezTo>
                  <a:pt x="26902" y="38097"/>
                  <a:pt x="26843" y="38186"/>
                  <a:pt x="26799" y="38303"/>
                </a:cubicBezTo>
                <a:lnTo>
                  <a:pt x="26696" y="38024"/>
                </a:lnTo>
                <a:cubicBezTo>
                  <a:pt x="26755" y="37935"/>
                  <a:pt x="26799" y="37818"/>
                  <a:pt x="26843" y="37715"/>
                </a:cubicBezTo>
                <a:close/>
                <a:moveTo>
                  <a:pt x="16365" y="23734"/>
                </a:moveTo>
                <a:cubicBezTo>
                  <a:pt x="16762" y="26089"/>
                  <a:pt x="18410" y="27987"/>
                  <a:pt x="20323" y="30136"/>
                </a:cubicBezTo>
                <a:cubicBezTo>
                  <a:pt x="20471" y="30298"/>
                  <a:pt x="20647" y="30489"/>
                  <a:pt x="20780" y="30651"/>
                </a:cubicBezTo>
                <a:cubicBezTo>
                  <a:pt x="21354" y="31298"/>
                  <a:pt x="21928" y="31902"/>
                  <a:pt x="22502" y="32505"/>
                </a:cubicBezTo>
                <a:cubicBezTo>
                  <a:pt x="24135" y="34242"/>
                  <a:pt x="25680" y="35875"/>
                  <a:pt x="26578" y="37950"/>
                </a:cubicBezTo>
                <a:cubicBezTo>
                  <a:pt x="26593" y="37965"/>
                  <a:pt x="26593" y="38009"/>
                  <a:pt x="26622" y="38024"/>
                </a:cubicBezTo>
                <a:cubicBezTo>
                  <a:pt x="26563" y="38142"/>
                  <a:pt x="26504" y="38230"/>
                  <a:pt x="26446" y="38333"/>
                </a:cubicBezTo>
                <a:cubicBezTo>
                  <a:pt x="25548" y="36420"/>
                  <a:pt x="24076" y="34948"/>
                  <a:pt x="22516" y="33373"/>
                </a:cubicBezTo>
                <a:cubicBezTo>
                  <a:pt x="21795" y="32652"/>
                  <a:pt x="21059" y="31902"/>
                  <a:pt x="20368" y="31107"/>
                </a:cubicBezTo>
                <a:cubicBezTo>
                  <a:pt x="18190" y="28605"/>
                  <a:pt x="16497" y="26457"/>
                  <a:pt x="16321" y="23881"/>
                </a:cubicBezTo>
                <a:cubicBezTo>
                  <a:pt x="16321" y="23808"/>
                  <a:pt x="16335" y="23764"/>
                  <a:pt x="16365" y="23734"/>
                </a:cubicBezTo>
                <a:close/>
                <a:moveTo>
                  <a:pt x="27593" y="38024"/>
                </a:moveTo>
                <a:lnTo>
                  <a:pt x="27593" y="38156"/>
                </a:lnTo>
                <a:cubicBezTo>
                  <a:pt x="27579" y="38230"/>
                  <a:pt x="27549" y="38289"/>
                  <a:pt x="27549" y="38362"/>
                </a:cubicBezTo>
                <a:cubicBezTo>
                  <a:pt x="27549" y="38318"/>
                  <a:pt x="27549" y="38289"/>
                  <a:pt x="27535" y="38230"/>
                </a:cubicBezTo>
                <a:cubicBezTo>
                  <a:pt x="27549" y="38186"/>
                  <a:pt x="27549" y="38156"/>
                  <a:pt x="27579" y="38112"/>
                </a:cubicBezTo>
                <a:cubicBezTo>
                  <a:pt x="27579" y="38083"/>
                  <a:pt x="27593" y="38068"/>
                  <a:pt x="27593" y="38024"/>
                </a:cubicBezTo>
                <a:close/>
                <a:moveTo>
                  <a:pt x="27432" y="38068"/>
                </a:moveTo>
                <a:cubicBezTo>
                  <a:pt x="27432" y="38112"/>
                  <a:pt x="27446" y="38171"/>
                  <a:pt x="27446" y="38230"/>
                </a:cubicBezTo>
                <a:cubicBezTo>
                  <a:pt x="27432" y="38303"/>
                  <a:pt x="27402" y="38392"/>
                  <a:pt x="27387" y="38480"/>
                </a:cubicBezTo>
                <a:cubicBezTo>
                  <a:pt x="27373" y="38436"/>
                  <a:pt x="27373" y="38377"/>
                  <a:pt x="27358" y="38318"/>
                </a:cubicBezTo>
                <a:cubicBezTo>
                  <a:pt x="27373" y="38230"/>
                  <a:pt x="27402" y="38142"/>
                  <a:pt x="27432" y="38068"/>
                </a:cubicBezTo>
                <a:close/>
                <a:moveTo>
                  <a:pt x="27240" y="38068"/>
                </a:moveTo>
                <a:cubicBezTo>
                  <a:pt x="27270" y="38142"/>
                  <a:pt x="27284" y="38215"/>
                  <a:pt x="27284" y="38289"/>
                </a:cubicBezTo>
                <a:cubicBezTo>
                  <a:pt x="27240" y="38406"/>
                  <a:pt x="27211" y="38509"/>
                  <a:pt x="27196" y="38598"/>
                </a:cubicBezTo>
                <a:cubicBezTo>
                  <a:pt x="27167" y="38524"/>
                  <a:pt x="27152" y="38451"/>
                  <a:pt x="27137" y="38362"/>
                </a:cubicBezTo>
                <a:cubicBezTo>
                  <a:pt x="27167" y="38259"/>
                  <a:pt x="27211" y="38171"/>
                  <a:pt x="27240" y="38068"/>
                </a:cubicBezTo>
                <a:close/>
                <a:moveTo>
                  <a:pt x="26975" y="38097"/>
                </a:moveTo>
                <a:cubicBezTo>
                  <a:pt x="26990" y="38186"/>
                  <a:pt x="27019" y="38259"/>
                  <a:pt x="27049" y="38362"/>
                </a:cubicBezTo>
                <a:cubicBezTo>
                  <a:pt x="27005" y="38451"/>
                  <a:pt x="26975" y="38554"/>
                  <a:pt x="26931" y="38657"/>
                </a:cubicBezTo>
                <a:cubicBezTo>
                  <a:pt x="26902" y="38554"/>
                  <a:pt x="26872" y="38480"/>
                  <a:pt x="26843" y="38392"/>
                </a:cubicBezTo>
                <a:cubicBezTo>
                  <a:pt x="26872" y="38303"/>
                  <a:pt x="26931" y="38215"/>
                  <a:pt x="26975" y="38097"/>
                </a:cubicBezTo>
                <a:close/>
                <a:moveTo>
                  <a:pt x="26637" y="38112"/>
                </a:moveTo>
                <a:lnTo>
                  <a:pt x="26755" y="38392"/>
                </a:lnTo>
                <a:cubicBezTo>
                  <a:pt x="26696" y="38509"/>
                  <a:pt x="26652" y="38598"/>
                  <a:pt x="26607" y="38686"/>
                </a:cubicBezTo>
                <a:cubicBezTo>
                  <a:pt x="26563" y="38598"/>
                  <a:pt x="26504" y="38509"/>
                  <a:pt x="26475" y="38406"/>
                </a:cubicBezTo>
                <a:cubicBezTo>
                  <a:pt x="26534" y="38318"/>
                  <a:pt x="26578" y="38215"/>
                  <a:pt x="26637" y="38112"/>
                </a:cubicBezTo>
                <a:close/>
                <a:moveTo>
                  <a:pt x="27593" y="38480"/>
                </a:moveTo>
                <a:lnTo>
                  <a:pt x="27593" y="38554"/>
                </a:lnTo>
                <a:cubicBezTo>
                  <a:pt x="27593" y="38598"/>
                  <a:pt x="27579" y="38627"/>
                  <a:pt x="27579" y="38686"/>
                </a:cubicBezTo>
                <a:lnTo>
                  <a:pt x="27579" y="38612"/>
                </a:lnTo>
                <a:cubicBezTo>
                  <a:pt x="27593" y="38583"/>
                  <a:pt x="27593" y="38539"/>
                  <a:pt x="27593" y="38480"/>
                </a:cubicBezTo>
                <a:close/>
                <a:moveTo>
                  <a:pt x="16232" y="23970"/>
                </a:moveTo>
                <a:cubicBezTo>
                  <a:pt x="16468" y="26530"/>
                  <a:pt x="18145" y="28664"/>
                  <a:pt x="20294" y="31151"/>
                </a:cubicBezTo>
                <a:cubicBezTo>
                  <a:pt x="20986" y="31961"/>
                  <a:pt x="21722" y="32696"/>
                  <a:pt x="22443" y="33432"/>
                </a:cubicBezTo>
                <a:cubicBezTo>
                  <a:pt x="24003" y="35007"/>
                  <a:pt x="25489" y="36523"/>
                  <a:pt x="26401" y="38436"/>
                </a:cubicBezTo>
                <a:cubicBezTo>
                  <a:pt x="26343" y="38539"/>
                  <a:pt x="26284" y="38627"/>
                  <a:pt x="26210" y="38745"/>
                </a:cubicBezTo>
                <a:cubicBezTo>
                  <a:pt x="25298" y="36994"/>
                  <a:pt x="23870" y="35610"/>
                  <a:pt x="22369" y="34183"/>
                </a:cubicBezTo>
                <a:cubicBezTo>
                  <a:pt x="21516" y="33373"/>
                  <a:pt x="20662" y="32520"/>
                  <a:pt x="19853" y="31607"/>
                </a:cubicBezTo>
                <a:cubicBezTo>
                  <a:pt x="17939" y="29371"/>
                  <a:pt x="16173" y="26913"/>
                  <a:pt x="16173" y="24102"/>
                </a:cubicBezTo>
                <a:cubicBezTo>
                  <a:pt x="16188" y="24043"/>
                  <a:pt x="16203" y="23999"/>
                  <a:pt x="16232" y="23970"/>
                </a:cubicBezTo>
                <a:close/>
                <a:moveTo>
                  <a:pt x="27461" y="38436"/>
                </a:moveTo>
                <a:cubicBezTo>
                  <a:pt x="27490" y="38509"/>
                  <a:pt x="27490" y="38554"/>
                  <a:pt x="27490" y="38598"/>
                </a:cubicBezTo>
                <a:lnTo>
                  <a:pt x="27432" y="38818"/>
                </a:lnTo>
                <a:cubicBezTo>
                  <a:pt x="27432" y="38760"/>
                  <a:pt x="27417" y="38730"/>
                  <a:pt x="27417" y="38671"/>
                </a:cubicBezTo>
                <a:cubicBezTo>
                  <a:pt x="27417" y="38627"/>
                  <a:pt x="27432" y="38598"/>
                  <a:pt x="27432" y="38554"/>
                </a:cubicBezTo>
                <a:cubicBezTo>
                  <a:pt x="27446" y="38524"/>
                  <a:pt x="27446" y="38465"/>
                  <a:pt x="27461" y="38436"/>
                </a:cubicBezTo>
                <a:close/>
                <a:moveTo>
                  <a:pt x="27299" y="38480"/>
                </a:moveTo>
                <a:cubicBezTo>
                  <a:pt x="27314" y="38554"/>
                  <a:pt x="27314" y="38612"/>
                  <a:pt x="27343" y="38686"/>
                </a:cubicBezTo>
                <a:cubicBezTo>
                  <a:pt x="27314" y="38774"/>
                  <a:pt x="27284" y="38877"/>
                  <a:pt x="27270" y="38966"/>
                </a:cubicBezTo>
                <a:cubicBezTo>
                  <a:pt x="27240" y="38892"/>
                  <a:pt x="27225" y="38818"/>
                  <a:pt x="27225" y="38760"/>
                </a:cubicBezTo>
                <a:cubicBezTo>
                  <a:pt x="27240" y="38671"/>
                  <a:pt x="27284" y="38583"/>
                  <a:pt x="27299" y="38480"/>
                </a:cubicBezTo>
                <a:close/>
                <a:moveTo>
                  <a:pt x="27078" y="38509"/>
                </a:moveTo>
                <a:cubicBezTo>
                  <a:pt x="27093" y="38598"/>
                  <a:pt x="27108" y="38671"/>
                  <a:pt x="27137" y="38760"/>
                </a:cubicBezTo>
                <a:cubicBezTo>
                  <a:pt x="27093" y="38833"/>
                  <a:pt x="27064" y="38921"/>
                  <a:pt x="27034" y="39039"/>
                </a:cubicBezTo>
                <a:cubicBezTo>
                  <a:pt x="27019" y="38951"/>
                  <a:pt x="26990" y="38877"/>
                  <a:pt x="26961" y="38774"/>
                </a:cubicBezTo>
                <a:lnTo>
                  <a:pt x="27078" y="38509"/>
                </a:lnTo>
                <a:close/>
                <a:moveTo>
                  <a:pt x="26784" y="38509"/>
                </a:moveTo>
                <a:cubicBezTo>
                  <a:pt x="26828" y="38598"/>
                  <a:pt x="26843" y="38686"/>
                  <a:pt x="26872" y="38774"/>
                </a:cubicBezTo>
                <a:cubicBezTo>
                  <a:pt x="26843" y="38877"/>
                  <a:pt x="26784" y="38980"/>
                  <a:pt x="26755" y="39069"/>
                </a:cubicBezTo>
                <a:lnTo>
                  <a:pt x="26637" y="38804"/>
                </a:lnTo>
                <a:cubicBezTo>
                  <a:pt x="26696" y="38701"/>
                  <a:pt x="26725" y="38598"/>
                  <a:pt x="26784" y="38509"/>
                </a:cubicBezTo>
                <a:close/>
                <a:moveTo>
                  <a:pt x="26416" y="38524"/>
                </a:moveTo>
                <a:cubicBezTo>
                  <a:pt x="26460" y="38612"/>
                  <a:pt x="26504" y="38701"/>
                  <a:pt x="26549" y="38804"/>
                </a:cubicBezTo>
                <a:cubicBezTo>
                  <a:pt x="26490" y="38892"/>
                  <a:pt x="26431" y="38980"/>
                  <a:pt x="26387" y="39098"/>
                </a:cubicBezTo>
                <a:lnTo>
                  <a:pt x="26269" y="38877"/>
                </a:lnTo>
                <a:cubicBezTo>
                  <a:pt x="26254" y="38848"/>
                  <a:pt x="26254" y="38833"/>
                  <a:pt x="26239" y="38818"/>
                </a:cubicBezTo>
                <a:cubicBezTo>
                  <a:pt x="26284" y="38730"/>
                  <a:pt x="26343" y="38612"/>
                  <a:pt x="26416" y="38524"/>
                </a:cubicBezTo>
                <a:close/>
                <a:moveTo>
                  <a:pt x="16085" y="24235"/>
                </a:moveTo>
                <a:cubicBezTo>
                  <a:pt x="16159" y="27001"/>
                  <a:pt x="17881" y="29429"/>
                  <a:pt x="19779" y="31637"/>
                </a:cubicBezTo>
                <a:cubicBezTo>
                  <a:pt x="20559" y="32579"/>
                  <a:pt x="21442" y="33403"/>
                  <a:pt x="22295" y="34242"/>
                </a:cubicBezTo>
                <a:cubicBezTo>
                  <a:pt x="23811" y="35684"/>
                  <a:pt x="25224" y="37053"/>
                  <a:pt x="26136" y="38818"/>
                </a:cubicBezTo>
                <a:cubicBezTo>
                  <a:pt x="26092" y="38921"/>
                  <a:pt x="26019" y="39025"/>
                  <a:pt x="25960" y="39113"/>
                </a:cubicBezTo>
                <a:cubicBezTo>
                  <a:pt x="25003" y="37465"/>
                  <a:pt x="23620" y="36228"/>
                  <a:pt x="22163" y="34889"/>
                </a:cubicBezTo>
                <a:cubicBezTo>
                  <a:pt x="21206" y="34006"/>
                  <a:pt x="20220" y="33109"/>
                  <a:pt x="19337" y="32078"/>
                </a:cubicBezTo>
                <a:cubicBezTo>
                  <a:pt x="16909" y="29209"/>
                  <a:pt x="15864" y="26751"/>
                  <a:pt x="16026" y="24323"/>
                </a:cubicBezTo>
                <a:cubicBezTo>
                  <a:pt x="16041" y="24279"/>
                  <a:pt x="16056" y="24249"/>
                  <a:pt x="16085" y="24235"/>
                </a:cubicBezTo>
                <a:close/>
                <a:moveTo>
                  <a:pt x="27505" y="38892"/>
                </a:moveTo>
                <a:cubicBezTo>
                  <a:pt x="27520" y="38921"/>
                  <a:pt x="27520" y="38966"/>
                  <a:pt x="27520" y="38995"/>
                </a:cubicBezTo>
                <a:cubicBezTo>
                  <a:pt x="27505" y="39054"/>
                  <a:pt x="27505" y="39113"/>
                  <a:pt x="27490" y="39172"/>
                </a:cubicBezTo>
                <a:cubicBezTo>
                  <a:pt x="27490" y="39128"/>
                  <a:pt x="27490" y="39098"/>
                  <a:pt x="27461" y="39054"/>
                </a:cubicBezTo>
                <a:cubicBezTo>
                  <a:pt x="27490" y="38995"/>
                  <a:pt x="27490" y="38951"/>
                  <a:pt x="27505" y="38892"/>
                </a:cubicBezTo>
                <a:close/>
                <a:moveTo>
                  <a:pt x="27373" y="38877"/>
                </a:moveTo>
                <a:cubicBezTo>
                  <a:pt x="27373" y="38951"/>
                  <a:pt x="27387" y="38995"/>
                  <a:pt x="27387" y="39054"/>
                </a:cubicBezTo>
                <a:cubicBezTo>
                  <a:pt x="27373" y="39113"/>
                  <a:pt x="27373" y="39172"/>
                  <a:pt x="27358" y="39216"/>
                </a:cubicBezTo>
                <a:cubicBezTo>
                  <a:pt x="27358" y="39260"/>
                  <a:pt x="27343" y="39289"/>
                  <a:pt x="27343" y="39319"/>
                </a:cubicBezTo>
                <a:cubicBezTo>
                  <a:pt x="27314" y="39260"/>
                  <a:pt x="27314" y="39201"/>
                  <a:pt x="27299" y="39128"/>
                </a:cubicBezTo>
                <a:cubicBezTo>
                  <a:pt x="27314" y="39054"/>
                  <a:pt x="27358" y="38966"/>
                  <a:pt x="27373" y="38877"/>
                </a:cubicBezTo>
                <a:close/>
                <a:moveTo>
                  <a:pt x="27167" y="38892"/>
                </a:moveTo>
                <a:cubicBezTo>
                  <a:pt x="27181" y="38966"/>
                  <a:pt x="27211" y="39039"/>
                  <a:pt x="27225" y="39128"/>
                </a:cubicBezTo>
                <a:cubicBezTo>
                  <a:pt x="27196" y="39216"/>
                  <a:pt x="27152" y="39319"/>
                  <a:pt x="27137" y="39407"/>
                </a:cubicBezTo>
                <a:cubicBezTo>
                  <a:pt x="27122" y="39334"/>
                  <a:pt x="27093" y="39245"/>
                  <a:pt x="27078" y="39172"/>
                </a:cubicBezTo>
                <a:cubicBezTo>
                  <a:pt x="27122" y="39069"/>
                  <a:pt x="27152" y="38980"/>
                  <a:pt x="27167" y="38892"/>
                </a:cubicBezTo>
                <a:close/>
                <a:moveTo>
                  <a:pt x="26916" y="38892"/>
                </a:moveTo>
                <a:cubicBezTo>
                  <a:pt x="26931" y="38980"/>
                  <a:pt x="26975" y="39069"/>
                  <a:pt x="26990" y="39142"/>
                </a:cubicBezTo>
                <a:lnTo>
                  <a:pt x="26872" y="39422"/>
                </a:lnTo>
                <a:cubicBezTo>
                  <a:pt x="26843" y="39334"/>
                  <a:pt x="26828" y="39245"/>
                  <a:pt x="26784" y="39172"/>
                </a:cubicBezTo>
                <a:cubicBezTo>
                  <a:pt x="26828" y="39069"/>
                  <a:pt x="26872" y="38980"/>
                  <a:pt x="26916" y="38892"/>
                </a:cubicBezTo>
                <a:close/>
                <a:moveTo>
                  <a:pt x="26195" y="38892"/>
                </a:moveTo>
                <a:lnTo>
                  <a:pt x="26195" y="38907"/>
                </a:lnTo>
                <a:cubicBezTo>
                  <a:pt x="26254" y="38980"/>
                  <a:pt x="26284" y="39069"/>
                  <a:pt x="26343" y="39172"/>
                </a:cubicBezTo>
                <a:cubicBezTo>
                  <a:pt x="26284" y="39260"/>
                  <a:pt x="26239" y="39363"/>
                  <a:pt x="26181" y="39466"/>
                </a:cubicBezTo>
                <a:cubicBezTo>
                  <a:pt x="26166" y="39422"/>
                  <a:pt x="26136" y="39363"/>
                  <a:pt x="26107" y="39334"/>
                </a:cubicBezTo>
                <a:cubicBezTo>
                  <a:pt x="26063" y="39275"/>
                  <a:pt x="26048" y="39245"/>
                  <a:pt x="26004" y="39186"/>
                </a:cubicBezTo>
                <a:cubicBezTo>
                  <a:pt x="26078" y="39098"/>
                  <a:pt x="26136" y="38980"/>
                  <a:pt x="26195" y="38892"/>
                </a:cubicBezTo>
                <a:close/>
                <a:moveTo>
                  <a:pt x="26578" y="38892"/>
                </a:moveTo>
                <a:lnTo>
                  <a:pt x="26696" y="39172"/>
                </a:lnTo>
                <a:cubicBezTo>
                  <a:pt x="26637" y="39260"/>
                  <a:pt x="26593" y="39363"/>
                  <a:pt x="26549" y="39466"/>
                </a:cubicBezTo>
                <a:cubicBezTo>
                  <a:pt x="26504" y="39363"/>
                  <a:pt x="26475" y="39275"/>
                  <a:pt x="26416" y="39186"/>
                </a:cubicBezTo>
                <a:cubicBezTo>
                  <a:pt x="26490" y="39069"/>
                  <a:pt x="26534" y="38980"/>
                  <a:pt x="26578" y="38892"/>
                </a:cubicBezTo>
                <a:close/>
                <a:moveTo>
                  <a:pt x="15953" y="24485"/>
                </a:moveTo>
                <a:lnTo>
                  <a:pt x="15953" y="24485"/>
                </a:lnTo>
                <a:cubicBezTo>
                  <a:pt x="15835" y="26883"/>
                  <a:pt x="16909" y="29326"/>
                  <a:pt x="19293" y="32123"/>
                </a:cubicBezTo>
                <a:cubicBezTo>
                  <a:pt x="20176" y="33153"/>
                  <a:pt x="21177" y="34065"/>
                  <a:pt x="22134" y="34948"/>
                </a:cubicBezTo>
                <a:cubicBezTo>
                  <a:pt x="23605" y="36302"/>
                  <a:pt x="24989" y="37553"/>
                  <a:pt x="25916" y="39186"/>
                </a:cubicBezTo>
                <a:cubicBezTo>
                  <a:pt x="25842" y="39289"/>
                  <a:pt x="25798" y="39392"/>
                  <a:pt x="25724" y="39481"/>
                </a:cubicBezTo>
                <a:cubicBezTo>
                  <a:pt x="24738" y="37950"/>
                  <a:pt x="23399" y="36788"/>
                  <a:pt x="21972" y="35551"/>
                </a:cubicBezTo>
                <a:cubicBezTo>
                  <a:pt x="20897" y="34639"/>
                  <a:pt x="19794" y="33682"/>
                  <a:pt x="18852" y="32564"/>
                </a:cubicBezTo>
                <a:cubicBezTo>
                  <a:pt x="16571" y="29856"/>
                  <a:pt x="15585" y="27075"/>
                  <a:pt x="15909" y="24544"/>
                </a:cubicBezTo>
                <a:cubicBezTo>
                  <a:pt x="15909" y="24529"/>
                  <a:pt x="15923" y="24499"/>
                  <a:pt x="15953" y="24485"/>
                </a:cubicBezTo>
                <a:close/>
                <a:moveTo>
                  <a:pt x="27520" y="39348"/>
                </a:moveTo>
                <a:lnTo>
                  <a:pt x="27520" y="39407"/>
                </a:lnTo>
                <a:cubicBezTo>
                  <a:pt x="27520" y="39437"/>
                  <a:pt x="27505" y="39466"/>
                  <a:pt x="27505" y="39495"/>
                </a:cubicBezTo>
                <a:lnTo>
                  <a:pt x="27505" y="39437"/>
                </a:lnTo>
                <a:cubicBezTo>
                  <a:pt x="27505" y="39407"/>
                  <a:pt x="27520" y="39392"/>
                  <a:pt x="27520" y="39348"/>
                </a:cubicBezTo>
                <a:close/>
                <a:moveTo>
                  <a:pt x="27417" y="39275"/>
                </a:moveTo>
                <a:cubicBezTo>
                  <a:pt x="27432" y="39334"/>
                  <a:pt x="27432" y="39392"/>
                  <a:pt x="27432" y="39422"/>
                </a:cubicBezTo>
                <a:lnTo>
                  <a:pt x="27373" y="39643"/>
                </a:lnTo>
                <a:cubicBezTo>
                  <a:pt x="27373" y="39584"/>
                  <a:pt x="27358" y="39554"/>
                  <a:pt x="27358" y="39495"/>
                </a:cubicBezTo>
                <a:lnTo>
                  <a:pt x="27417" y="39275"/>
                </a:lnTo>
                <a:close/>
                <a:moveTo>
                  <a:pt x="27240" y="39289"/>
                </a:moveTo>
                <a:cubicBezTo>
                  <a:pt x="27270" y="39363"/>
                  <a:pt x="27270" y="39437"/>
                  <a:pt x="27284" y="39495"/>
                </a:cubicBezTo>
                <a:cubicBezTo>
                  <a:pt x="27270" y="39584"/>
                  <a:pt x="27240" y="39657"/>
                  <a:pt x="27211" y="39760"/>
                </a:cubicBezTo>
                <a:lnTo>
                  <a:pt x="27152" y="39540"/>
                </a:lnTo>
                <a:cubicBezTo>
                  <a:pt x="27196" y="39466"/>
                  <a:pt x="27225" y="39392"/>
                  <a:pt x="27240" y="39289"/>
                </a:cubicBezTo>
                <a:close/>
                <a:moveTo>
                  <a:pt x="27019" y="39289"/>
                </a:moveTo>
                <a:cubicBezTo>
                  <a:pt x="27034" y="39392"/>
                  <a:pt x="27064" y="39466"/>
                  <a:pt x="27078" y="39554"/>
                </a:cubicBezTo>
                <a:cubicBezTo>
                  <a:pt x="27034" y="39643"/>
                  <a:pt x="27019" y="39731"/>
                  <a:pt x="26990" y="39804"/>
                </a:cubicBezTo>
                <a:cubicBezTo>
                  <a:pt x="26975" y="39716"/>
                  <a:pt x="26931" y="39643"/>
                  <a:pt x="26916" y="39554"/>
                </a:cubicBezTo>
                <a:cubicBezTo>
                  <a:pt x="26946" y="39466"/>
                  <a:pt x="26990" y="39363"/>
                  <a:pt x="27019" y="39289"/>
                </a:cubicBezTo>
                <a:close/>
                <a:moveTo>
                  <a:pt x="26725" y="39275"/>
                </a:moveTo>
                <a:cubicBezTo>
                  <a:pt x="26769" y="39363"/>
                  <a:pt x="26784" y="39466"/>
                  <a:pt x="26813" y="39554"/>
                </a:cubicBezTo>
                <a:cubicBezTo>
                  <a:pt x="26784" y="39643"/>
                  <a:pt x="26725" y="39731"/>
                  <a:pt x="26696" y="39834"/>
                </a:cubicBezTo>
                <a:lnTo>
                  <a:pt x="26578" y="39554"/>
                </a:lnTo>
                <a:cubicBezTo>
                  <a:pt x="26637" y="39466"/>
                  <a:pt x="26666" y="39363"/>
                  <a:pt x="26725" y="39275"/>
                </a:cubicBezTo>
                <a:close/>
                <a:moveTo>
                  <a:pt x="15806" y="24764"/>
                </a:moveTo>
                <a:lnTo>
                  <a:pt x="15806" y="24764"/>
                </a:lnTo>
                <a:cubicBezTo>
                  <a:pt x="15541" y="27266"/>
                  <a:pt x="16571" y="29974"/>
                  <a:pt x="18778" y="32623"/>
                </a:cubicBezTo>
                <a:cubicBezTo>
                  <a:pt x="19720" y="33741"/>
                  <a:pt x="20824" y="34698"/>
                  <a:pt x="21913" y="35610"/>
                </a:cubicBezTo>
                <a:cubicBezTo>
                  <a:pt x="23340" y="36846"/>
                  <a:pt x="24709" y="38024"/>
                  <a:pt x="25666" y="39554"/>
                </a:cubicBezTo>
                <a:cubicBezTo>
                  <a:pt x="25592" y="39657"/>
                  <a:pt x="25518" y="39760"/>
                  <a:pt x="25445" y="39849"/>
                </a:cubicBezTo>
                <a:cubicBezTo>
                  <a:pt x="24444" y="38436"/>
                  <a:pt x="23120" y="37332"/>
                  <a:pt x="21707" y="36184"/>
                </a:cubicBezTo>
                <a:cubicBezTo>
                  <a:pt x="20529" y="35228"/>
                  <a:pt x="19337" y="34242"/>
                  <a:pt x="18337" y="33035"/>
                </a:cubicBezTo>
                <a:cubicBezTo>
                  <a:pt x="16159" y="30386"/>
                  <a:pt x="15246" y="27472"/>
                  <a:pt x="15806" y="24764"/>
                </a:cubicBezTo>
                <a:close/>
                <a:moveTo>
                  <a:pt x="25975" y="39260"/>
                </a:moveTo>
                <a:cubicBezTo>
                  <a:pt x="25989" y="39289"/>
                  <a:pt x="26019" y="39334"/>
                  <a:pt x="26048" y="39363"/>
                </a:cubicBezTo>
                <a:cubicBezTo>
                  <a:pt x="26048" y="39422"/>
                  <a:pt x="26092" y="39495"/>
                  <a:pt x="26122" y="39554"/>
                </a:cubicBezTo>
                <a:cubicBezTo>
                  <a:pt x="26063" y="39643"/>
                  <a:pt x="25989" y="39760"/>
                  <a:pt x="25930" y="39849"/>
                </a:cubicBezTo>
                <a:cubicBezTo>
                  <a:pt x="25930" y="39834"/>
                  <a:pt x="25916" y="39834"/>
                  <a:pt x="25916" y="39804"/>
                </a:cubicBezTo>
                <a:cubicBezTo>
                  <a:pt x="25872" y="39716"/>
                  <a:pt x="25813" y="39643"/>
                  <a:pt x="25769" y="39554"/>
                </a:cubicBezTo>
                <a:cubicBezTo>
                  <a:pt x="25842" y="39466"/>
                  <a:pt x="25901" y="39348"/>
                  <a:pt x="25975" y="39260"/>
                </a:cubicBezTo>
                <a:close/>
                <a:moveTo>
                  <a:pt x="26387" y="39275"/>
                </a:moveTo>
                <a:cubicBezTo>
                  <a:pt x="26416" y="39363"/>
                  <a:pt x="26460" y="39466"/>
                  <a:pt x="26504" y="39569"/>
                </a:cubicBezTo>
                <a:cubicBezTo>
                  <a:pt x="26460" y="39643"/>
                  <a:pt x="26401" y="39731"/>
                  <a:pt x="26343" y="39849"/>
                </a:cubicBezTo>
                <a:cubicBezTo>
                  <a:pt x="26298" y="39760"/>
                  <a:pt x="26254" y="39657"/>
                  <a:pt x="26210" y="39569"/>
                </a:cubicBezTo>
                <a:cubicBezTo>
                  <a:pt x="26269" y="39481"/>
                  <a:pt x="26328" y="39392"/>
                  <a:pt x="26387" y="39275"/>
                </a:cubicBezTo>
                <a:close/>
                <a:moveTo>
                  <a:pt x="27432" y="39701"/>
                </a:moveTo>
                <a:cubicBezTo>
                  <a:pt x="27446" y="39760"/>
                  <a:pt x="27446" y="39790"/>
                  <a:pt x="27446" y="39804"/>
                </a:cubicBezTo>
                <a:cubicBezTo>
                  <a:pt x="27432" y="39863"/>
                  <a:pt x="27432" y="39922"/>
                  <a:pt x="27402" y="39981"/>
                </a:cubicBezTo>
                <a:cubicBezTo>
                  <a:pt x="27402" y="39937"/>
                  <a:pt x="27402" y="39922"/>
                  <a:pt x="27387" y="39878"/>
                </a:cubicBezTo>
                <a:lnTo>
                  <a:pt x="27387" y="39863"/>
                </a:lnTo>
                <a:cubicBezTo>
                  <a:pt x="27402" y="39804"/>
                  <a:pt x="27402" y="39760"/>
                  <a:pt x="27432" y="39701"/>
                </a:cubicBezTo>
                <a:close/>
                <a:moveTo>
                  <a:pt x="27314" y="39701"/>
                </a:moveTo>
                <a:cubicBezTo>
                  <a:pt x="27314" y="39775"/>
                  <a:pt x="27314" y="39834"/>
                  <a:pt x="27343" y="39878"/>
                </a:cubicBezTo>
                <a:lnTo>
                  <a:pt x="27284" y="40099"/>
                </a:lnTo>
                <a:cubicBezTo>
                  <a:pt x="27270" y="40040"/>
                  <a:pt x="27270" y="39981"/>
                  <a:pt x="27240" y="39922"/>
                </a:cubicBezTo>
                <a:cubicBezTo>
                  <a:pt x="27270" y="39849"/>
                  <a:pt x="27284" y="39775"/>
                  <a:pt x="27314" y="39701"/>
                </a:cubicBezTo>
                <a:close/>
                <a:moveTo>
                  <a:pt x="27122" y="39672"/>
                </a:moveTo>
                <a:cubicBezTo>
                  <a:pt x="27137" y="39760"/>
                  <a:pt x="27152" y="39849"/>
                  <a:pt x="27167" y="39922"/>
                </a:cubicBezTo>
                <a:cubicBezTo>
                  <a:pt x="27137" y="40010"/>
                  <a:pt x="27122" y="40084"/>
                  <a:pt x="27078" y="40172"/>
                </a:cubicBezTo>
                <a:cubicBezTo>
                  <a:pt x="27064" y="40099"/>
                  <a:pt x="27034" y="40010"/>
                  <a:pt x="27019" y="39937"/>
                </a:cubicBezTo>
                <a:cubicBezTo>
                  <a:pt x="27064" y="39849"/>
                  <a:pt x="27078" y="39775"/>
                  <a:pt x="27122" y="39672"/>
                </a:cubicBezTo>
                <a:close/>
                <a:moveTo>
                  <a:pt x="15658" y="25162"/>
                </a:moveTo>
                <a:lnTo>
                  <a:pt x="15658" y="25162"/>
                </a:lnTo>
                <a:cubicBezTo>
                  <a:pt x="15276" y="27781"/>
                  <a:pt x="16203" y="30563"/>
                  <a:pt x="18293" y="33094"/>
                </a:cubicBezTo>
                <a:cubicBezTo>
                  <a:pt x="19279" y="34286"/>
                  <a:pt x="20500" y="35287"/>
                  <a:pt x="21677" y="36243"/>
                </a:cubicBezTo>
                <a:cubicBezTo>
                  <a:pt x="23075" y="37406"/>
                  <a:pt x="24415" y="38480"/>
                  <a:pt x="25401" y="39907"/>
                </a:cubicBezTo>
                <a:cubicBezTo>
                  <a:pt x="25327" y="39996"/>
                  <a:pt x="25253" y="40099"/>
                  <a:pt x="25180" y="40202"/>
                </a:cubicBezTo>
                <a:cubicBezTo>
                  <a:pt x="24179" y="38848"/>
                  <a:pt x="22811" y="37803"/>
                  <a:pt x="21486" y="36773"/>
                </a:cubicBezTo>
                <a:cubicBezTo>
                  <a:pt x="20220" y="35802"/>
                  <a:pt x="18911" y="34786"/>
                  <a:pt x="17881" y="33521"/>
                </a:cubicBezTo>
                <a:cubicBezTo>
                  <a:pt x="15806" y="31034"/>
                  <a:pt x="14981" y="27928"/>
                  <a:pt x="15658" y="25162"/>
                </a:cubicBezTo>
                <a:close/>
                <a:moveTo>
                  <a:pt x="26858" y="39657"/>
                </a:moveTo>
                <a:cubicBezTo>
                  <a:pt x="26872" y="39760"/>
                  <a:pt x="26916" y="39849"/>
                  <a:pt x="26931" y="39922"/>
                </a:cubicBezTo>
                <a:lnTo>
                  <a:pt x="26828" y="40202"/>
                </a:lnTo>
                <a:cubicBezTo>
                  <a:pt x="26784" y="40099"/>
                  <a:pt x="26769" y="40010"/>
                  <a:pt x="26725" y="39922"/>
                </a:cubicBezTo>
                <a:cubicBezTo>
                  <a:pt x="26784" y="39849"/>
                  <a:pt x="26828" y="39760"/>
                  <a:pt x="26858" y="39657"/>
                </a:cubicBezTo>
                <a:close/>
                <a:moveTo>
                  <a:pt x="25724" y="39628"/>
                </a:moveTo>
                <a:cubicBezTo>
                  <a:pt x="25754" y="39701"/>
                  <a:pt x="25798" y="39775"/>
                  <a:pt x="25842" y="39849"/>
                </a:cubicBezTo>
                <a:cubicBezTo>
                  <a:pt x="25857" y="39863"/>
                  <a:pt x="25857" y="39907"/>
                  <a:pt x="25886" y="39922"/>
                </a:cubicBezTo>
                <a:cubicBezTo>
                  <a:pt x="25813" y="40010"/>
                  <a:pt x="25754" y="40128"/>
                  <a:pt x="25680" y="40217"/>
                </a:cubicBezTo>
                <a:cubicBezTo>
                  <a:pt x="25621" y="40128"/>
                  <a:pt x="25548" y="40010"/>
                  <a:pt x="25504" y="39922"/>
                </a:cubicBezTo>
                <a:cubicBezTo>
                  <a:pt x="25577" y="39834"/>
                  <a:pt x="25651" y="39716"/>
                  <a:pt x="25724" y="39628"/>
                </a:cubicBezTo>
                <a:close/>
                <a:moveTo>
                  <a:pt x="26181" y="39628"/>
                </a:moveTo>
                <a:cubicBezTo>
                  <a:pt x="26210" y="39731"/>
                  <a:pt x="26254" y="39834"/>
                  <a:pt x="26298" y="39922"/>
                </a:cubicBezTo>
                <a:cubicBezTo>
                  <a:pt x="26254" y="40010"/>
                  <a:pt x="26195" y="40099"/>
                  <a:pt x="26136" y="40217"/>
                </a:cubicBezTo>
                <a:cubicBezTo>
                  <a:pt x="26078" y="40128"/>
                  <a:pt x="26048" y="40025"/>
                  <a:pt x="25989" y="39922"/>
                </a:cubicBezTo>
                <a:cubicBezTo>
                  <a:pt x="26048" y="39834"/>
                  <a:pt x="26122" y="39731"/>
                  <a:pt x="26181" y="39628"/>
                </a:cubicBezTo>
                <a:close/>
                <a:moveTo>
                  <a:pt x="26534" y="39657"/>
                </a:moveTo>
                <a:lnTo>
                  <a:pt x="26637" y="39937"/>
                </a:lnTo>
                <a:cubicBezTo>
                  <a:pt x="26593" y="40025"/>
                  <a:pt x="26549" y="40128"/>
                  <a:pt x="26490" y="40217"/>
                </a:cubicBezTo>
                <a:cubicBezTo>
                  <a:pt x="26475" y="40128"/>
                  <a:pt x="26431" y="40025"/>
                  <a:pt x="26387" y="39937"/>
                </a:cubicBezTo>
                <a:cubicBezTo>
                  <a:pt x="26431" y="39849"/>
                  <a:pt x="26490" y="39760"/>
                  <a:pt x="26534" y="39657"/>
                </a:cubicBezTo>
                <a:close/>
                <a:moveTo>
                  <a:pt x="27461" y="40172"/>
                </a:moveTo>
                <a:lnTo>
                  <a:pt x="27461" y="40202"/>
                </a:lnTo>
                <a:cubicBezTo>
                  <a:pt x="27461" y="40231"/>
                  <a:pt x="27446" y="40275"/>
                  <a:pt x="27446" y="40305"/>
                </a:cubicBezTo>
                <a:lnTo>
                  <a:pt x="27446" y="40275"/>
                </a:lnTo>
                <a:cubicBezTo>
                  <a:pt x="27446" y="40231"/>
                  <a:pt x="27461" y="40217"/>
                  <a:pt x="27461" y="40172"/>
                </a:cubicBezTo>
                <a:close/>
                <a:moveTo>
                  <a:pt x="27373" y="40128"/>
                </a:moveTo>
                <a:lnTo>
                  <a:pt x="27373" y="40128"/>
                </a:lnTo>
                <a:cubicBezTo>
                  <a:pt x="27358" y="40172"/>
                  <a:pt x="27373" y="40217"/>
                  <a:pt x="27373" y="40275"/>
                </a:cubicBezTo>
                <a:cubicBezTo>
                  <a:pt x="27358" y="40320"/>
                  <a:pt x="27358" y="40393"/>
                  <a:pt x="27343" y="40452"/>
                </a:cubicBezTo>
                <a:cubicBezTo>
                  <a:pt x="27343" y="40393"/>
                  <a:pt x="27314" y="40364"/>
                  <a:pt x="27314" y="40305"/>
                </a:cubicBezTo>
                <a:cubicBezTo>
                  <a:pt x="27343" y="40246"/>
                  <a:pt x="27358" y="40172"/>
                  <a:pt x="27373" y="40128"/>
                </a:cubicBezTo>
                <a:close/>
                <a:moveTo>
                  <a:pt x="27167" y="40084"/>
                </a:moveTo>
                <a:cubicBezTo>
                  <a:pt x="27211" y="40158"/>
                  <a:pt x="27211" y="40231"/>
                  <a:pt x="27225" y="40305"/>
                </a:cubicBezTo>
                <a:cubicBezTo>
                  <a:pt x="27211" y="40378"/>
                  <a:pt x="27181" y="40467"/>
                  <a:pt x="27152" y="40540"/>
                </a:cubicBezTo>
                <a:lnTo>
                  <a:pt x="27093" y="40320"/>
                </a:lnTo>
                <a:cubicBezTo>
                  <a:pt x="27108" y="40246"/>
                  <a:pt x="27152" y="40172"/>
                  <a:pt x="27167" y="40084"/>
                </a:cubicBezTo>
                <a:close/>
                <a:moveTo>
                  <a:pt x="15467" y="25633"/>
                </a:moveTo>
                <a:cubicBezTo>
                  <a:pt x="14996" y="28296"/>
                  <a:pt x="15820" y="31225"/>
                  <a:pt x="17792" y="33594"/>
                </a:cubicBezTo>
                <a:cubicBezTo>
                  <a:pt x="18837" y="34860"/>
                  <a:pt x="20147" y="35890"/>
                  <a:pt x="21412" y="36861"/>
                </a:cubicBezTo>
                <a:cubicBezTo>
                  <a:pt x="22737" y="37891"/>
                  <a:pt x="24091" y="38951"/>
                  <a:pt x="25106" y="40290"/>
                </a:cubicBezTo>
                <a:cubicBezTo>
                  <a:pt x="25033" y="40378"/>
                  <a:pt x="24944" y="40496"/>
                  <a:pt x="24871" y="40584"/>
                </a:cubicBezTo>
                <a:cubicBezTo>
                  <a:pt x="23826" y="39334"/>
                  <a:pt x="22487" y="38333"/>
                  <a:pt x="21177" y="37376"/>
                </a:cubicBezTo>
                <a:cubicBezTo>
                  <a:pt x="19808" y="36390"/>
                  <a:pt x="18410" y="35360"/>
                  <a:pt x="17351" y="34036"/>
                </a:cubicBezTo>
                <a:cubicBezTo>
                  <a:pt x="15393" y="31622"/>
                  <a:pt x="14702" y="28429"/>
                  <a:pt x="15467" y="25633"/>
                </a:cubicBezTo>
                <a:close/>
                <a:moveTo>
                  <a:pt x="25445" y="39996"/>
                </a:moveTo>
                <a:cubicBezTo>
                  <a:pt x="25518" y="40084"/>
                  <a:pt x="25563" y="40172"/>
                  <a:pt x="25621" y="40290"/>
                </a:cubicBezTo>
                <a:cubicBezTo>
                  <a:pt x="25548" y="40378"/>
                  <a:pt x="25474" y="40496"/>
                  <a:pt x="25430" y="40584"/>
                </a:cubicBezTo>
                <a:cubicBezTo>
                  <a:pt x="25357" y="40496"/>
                  <a:pt x="25298" y="40378"/>
                  <a:pt x="25224" y="40290"/>
                </a:cubicBezTo>
                <a:cubicBezTo>
                  <a:pt x="25298" y="40202"/>
                  <a:pt x="25371" y="40084"/>
                  <a:pt x="25445" y="39996"/>
                </a:cubicBezTo>
                <a:close/>
                <a:moveTo>
                  <a:pt x="25930" y="39996"/>
                </a:moveTo>
                <a:cubicBezTo>
                  <a:pt x="25975" y="40099"/>
                  <a:pt x="26033" y="40202"/>
                  <a:pt x="26092" y="40290"/>
                </a:cubicBezTo>
                <a:cubicBezTo>
                  <a:pt x="26033" y="40378"/>
                  <a:pt x="25975" y="40467"/>
                  <a:pt x="25901" y="40584"/>
                </a:cubicBezTo>
                <a:cubicBezTo>
                  <a:pt x="25842" y="40496"/>
                  <a:pt x="25798" y="40378"/>
                  <a:pt x="25739" y="40290"/>
                </a:cubicBezTo>
                <a:cubicBezTo>
                  <a:pt x="25813" y="40202"/>
                  <a:pt x="25872" y="40099"/>
                  <a:pt x="25930" y="39996"/>
                </a:cubicBezTo>
                <a:close/>
                <a:moveTo>
                  <a:pt x="26343" y="40025"/>
                </a:moveTo>
                <a:cubicBezTo>
                  <a:pt x="26387" y="40128"/>
                  <a:pt x="26416" y="40217"/>
                  <a:pt x="26475" y="40320"/>
                </a:cubicBezTo>
                <a:cubicBezTo>
                  <a:pt x="26416" y="40393"/>
                  <a:pt x="26357" y="40496"/>
                  <a:pt x="26298" y="40584"/>
                </a:cubicBezTo>
                <a:cubicBezTo>
                  <a:pt x="26269" y="40496"/>
                  <a:pt x="26210" y="40393"/>
                  <a:pt x="26181" y="40305"/>
                </a:cubicBezTo>
                <a:lnTo>
                  <a:pt x="26343" y="40025"/>
                </a:lnTo>
                <a:close/>
                <a:moveTo>
                  <a:pt x="26681" y="40025"/>
                </a:moveTo>
                <a:cubicBezTo>
                  <a:pt x="26710" y="40128"/>
                  <a:pt x="26725" y="40217"/>
                  <a:pt x="26769" y="40305"/>
                </a:cubicBezTo>
                <a:cubicBezTo>
                  <a:pt x="26725" y="40393"/>
                  <a:pt x="26696" y="40496"/>
                  <a:pt x="26637" y="40584"/>
                </a:cubicBezTo>
                <a:cubicBezTo>
                  <a:pt x="26622" y="40496"/>
                  <a:pt x="26578" y="40393"/>
                  <a:pt x="26549" y="40305"/>
                </a:cubicBezTo>
                <a:cubicBezTo>
                  <a:pt x="26607" y="40217"/>
                  <a:pt x="26637" y="40128"/>
                  <a:pt x="26681" y="40025"/>
                </a:cubicBezTo>
                <a:close/>
                <a:moveTo>
                  <a:pt x="26975" y="40069"/>
                </a:moveTo>
                <a:cubicBezTo>
                  <a:pt x="26990" y="40158"/>
                  <a:pt x="27005" y="40231"/>
                  <a:pt x="27019" y="40320"/>
                </a:cubicBezTo>
                <a:cubicBezTo>
                  <a:pt x="26990" y="40423"/>
                  <a:pt x="26975" y="40496"/>
                  <a:pt x="26931" y="40584"/>
                </a:cubicBezTo>
                <a:cubicBezTo>
                  <a:pt x="26916" y="40496"/>
                  <a:pt x="26872" y="40423"/>
                  <a:pt x="26858" y="40320"/>
                </a:cubicBezTo>
                <a:cubicBezTo>
                  <a:pt x="26902" y="40231"/>
                  <a:pt x="26931" y="40158"/>
                  <a:pt x="26975" y="40069"/>
                </a:cubicBezTo>
                <a:close/>
                <a:moveTo>
                  <a:pt x="27387" y="40584"/>
                </a:moveTo>
                <a:lnTo>
                  <a:pt x="27387" y="40658"/>
                </a:lnTo>
                <a:cubicBezTo>
                  <a:pt x="27387" y="40717"/>
                  <a:pt x="27373" y="40746"/>
                  <a:pt x="27373" y="40805"/>
                </a:cubicBezTo>
                <a:cubicBezTo>
                  <a:pt x="27373" y="40761"/>
                  <a:pt x="27373" y="40732"/>
                  <a:pt x="27358" y="40717"/>
                </a:cubicBezTo>
                <a:cubicBezTo>
                  <a:pt x="27373" y="40673"/>
                  <a:pt x="27373" y="40614"/>
                  <a:pt x="27387" y="40584"/>
                </a:cubicBezTo>
                <a:close/>
                <a:moveTo>
                  <a:pt x="25165" y="40364"/>
                </a:moveTo>
                <a:cubicBezTo>
                  <a:pt x="25239" y="40452"/>
                  <a:pt x="25312" y="40540"/>
                  <a:pt x="25371" y="40658"/>
                </a:cubicBezTo>
                <a:cubicBezTo>
                  <a:pt x="25312" y="40732"/>
                  <a:pt x="25239" y="40820"/>
                  <a:pt x="25180" y="40893"/>
                </a:cubicBezTo>
                <a:cubicBezTo>
                  <a:pt x="25165" y="40879"/>
                  <a:pt x="25150" y="40879"/>
                  <a:pt x="25150" y="40864"/>
                </a:cubicBezTo>
                <a:lnTo>
                  <a:pt x="25106" y="40893"/>
                </a:lnTo>
                <a:cubicBezTo>
                  <a:pt x="25062" y="40820"/>
                  <a:pt x="24974" y="40732"/>
                  <a:pt x="24930" y="40658"/>
                </a:cubicBezTo>
                <a:cubicBezTo>
                  <a:pt x="25003" y="40570"/>
                  <a:pt x="25092" y="40452"/>
                  <a:pt x="25165" y="40364"/>
                </a:cubicBezTo>
                <a:close/>
                <a:moveTo>
                  <a:pt x="27240" y="40511"/>
                </a:moveTo>
                <a:cubicBezTo>
                  <a:pt x="27270" y="40570"/>
                  <a:pt x="27270" y="40643"/>
                  <a:pt x="27284" y="40687"/>
                </a:cubicBezTo>
                <a:lnTo>
                  <a:pt x="27225" y="40908"/>
                </a:lnTo>
                <a:cubicBezTo>
                  <a:pt x="27211" y="40835"/>
                  <a:pt x="27211" y="40790"/>
                  <a:pt x="27196" y="40717"/>
                </a:cubicBezTo>
                <a:cubicBezTo>
                  <a:pt x="27211" y="40643"/>
                  <a:pt x="27225" y="40584"/>
                  <a:pt x="27240" y="40511"/>
                </a:cubicBezTo>
                <a:close/>
                <a:moveTo>
                  <a:pt x="15261" y="26074"/>
                </a:moveTo>
                <a:lnTo>
                  <a:pt x="15261" y="26074"/>
                </a:lnTo>
                <a:cubicBezTo>
                  <a:pt x="14672" y="28767"/>
                  <a:pt x="15408" y="31769"/>
                  <a:pt x="17277" y="34065"/>
                </a:cubicBezTo>
                <a:cubicBezTo>
                  <a:pt x="18366" y="35390"/>
                  <a:pt x="19764" y="36449"/>
                  <a:pt x="21118" y="37435"/>
                </a:cubicBezTo>
                <a:cubicBezTo>
                  <a:pt x="22428" y="38392"/>
                  <a:pt x="23767" y="39392"/>
                  <a:pt x="24797" y="40643"/>
                </a:cubicBezTo>
                <a:cubicBezTo>
                  <a:pt x="24709" y="40746"/>
                  <a:pt x="24635" y="40835"/>
                  <a:pt x="24547" y="40938"/>
                </a:cubicBezTo>
                <a:cubicBezTo>
                  <a:pt x="23517" y="39775"/>
                  <a:pt x="22192" y="38833"/>
                  <a:pt x="20883" y="37935"/>
                </a:cubicBezTo>
                <a:cubicBezTo>
                  <a:pt x="19440" y="36920"/>
                  <a:pt x="17954" y="35890"/>
                  <a:pt x="16850" y="34507"/>
                </a:cubicBezTo>
                <a:cubicBezTo>
                  <a:pt x="14967" y="32181"/>
                  <a:pt x="14378" y="28914"/>
                  <a:pt x="15261" y="26074"/>
                </a:cubicBezTo>
                <a:close/>
                <a:moveTo>
                  <a:pt x="25680" y="40349"/>
                </a:moveTo>
                <a:cubicBezTo>
                  <a:pt x="25739" y="40452"/>
                  <a:pt x="25798" y="40540"/>
                  <a:pt x="25842" y="40658"/>
                </a:cubicBezTo>
                <a:cubicBezTo>
                  <a:pt x="25798" y="40746"/>
                  <a:pt x="25710" y="40835"/>
                  <a:pt x="25666" y="40938"/>
                </a:cubicBezTo>
                <a:cubicBezTo>
                  <a:pt x="25621" y="40879"/>
                  <a:pt x="25592" y="40805"/>
                  <a:pt x="25548" y="40746"/>
                </a:cubicBezTo>
                <a:cubicBezTo>
                  <a:pt x="25533" y="40717"/>
                  <a:pt x="25504" y="40673"/>
                  <a:pt x="25474" y="40643"/>
                </a:cubicBezTo>
                <a:cubicBezTo>
                  <a:pt x="25548" y="40540"/>
                  <a:pt x="25621" y="40452"/>
                  <a:pt x="25680" y="40349"/>
                </a:cubicBezTo>
                <a:close/>
                <a:moveTo>
                  <a:pt x="26136" y="40378"/>
                </a:moveTo>
                <a:cubicBezTo>
                  <a:pt x="26195" y="40467"/>
                  <a:pt x="26239" y="40584"/>
                  <a:pt x="26269" y="40673"/>
                </a:cubicBezTo>
                <a:lnTo>
                  <a:pt x="26107" y="40952"/>
                </a:lnTo>
                <a:cubicBezTo>
                  <a:pt x="26048" y="40864"/>
                  <a:pt x="26019" y="40746"/>
                  <a:pt x="25960" y="40658"/>
                </a:cubicBezTo>
                <a:cubicBezTo>
                  <a:pt x="26019" y="40570"/>
                  <a:pt x="26063" y="40467"/>
                  <a:pt x="26136" y="40378"/>
                </a:cubicBezTo>
                <a:close/>
                <a:moveTo>
                  <a:pt x="26490" y="40393"/>
                </a:moveTo>
                <a:lnTo>
                  <a:pt x="26593" y="40673"/>
                </a:lnTo>
                <a:cubicBezTo>
                  <a:pt x="26563" y="40761"/>
                  <a:pt x="26504" y="40864"/>
                  <a:pt x="26475" y="40952"/>
                </a:cubicBezTo>
                <a:cubicBezTo>
                  <a:pt x="26431" y="40864"/>
                  <a:pt x="26401" y="40761"/>
                  <a:pt x="26343" y="40673"/>
                </a:cubicBezTo>
                <a:cubicBezTo>
                  <a:pt x="26401" y="40584"/>
                  <a:pt x="26431" y="40496"/>
                  <a:pt x="26490" y="40393"/>
                </a:cubicBezTo>
                <a:close/>
                <a:moveTo>
                  <a:pt x="27078" y="40467"/>
                </a:moveTo>
                <a:cubicBezTo>
                  <a:pt x="27078" y="40540"/>
                  <a:pt x="27093" y="40643"/>
                  <a:pt x="27122" y="40717"/>
                </a:cubicBezTo>
                <a:cubicBezTo>
                  <a:pt x="27093" y="40790"/>
                  <a:pt x="27064" y="40879"/>
                  <a:pt x="27034" y="40952"/>
                </a:cubicBezTo>
                <a:cubicBezTo>
                  <a:pt x="27019" y="40879"/>
                  <a:pt x="27005" y="40790"/>
                  <a:pt x="26990" y="40717"/>
                </a:cubicBezTo>
                <a:cubicBezTo>
                  <a:pt x="27019" y="40643"/>
                  <a:pt x="27034" y="40540"/>
                  <a:pt x="27078" y="40467"/>
                </a:cubicBezTo>
                <a:close/>
                <a:moveTo>
                  <a:pt x="26799" y="40437"/>
                </a:moveTo>
                <a:cubicBezTo>
                  <a:pt x="26813" y="40526"/>
                  <a:pt x="26858" y="40614"/>
                  <a:pt x="26872" y="40717"/>
                </a:cubicBezTo>
                <a:cubicBezTo>
                  <a:pt x="26843" y="40805"/>
                  <a:pt x="26799" y="40879"/>
                  <a:pt x="26769" y="40967"/>
                </a:cubicBezTo>
                <a:cubicBezTo>
                  <a:pt x="26725" y="40879"/>
                  <a:pt x="26710" y="40790"/>
                  <a:pt x="26681" y="40687"/>
                </a:cubicBezTo>
                <a:cubicBezTo>
                  <a:pt x="26725" y="40599"/>
                  <a:pt x="26769" y="40526"/>
                  <a:pt x="26799" y="40437"/>
                </a:cubicBezTo>
                <a:close/>
                <a:moveTo>
                  <a:pt x="24871" y="40717"/>
                </a:moveTo>
                <a:cubicBezTo>
                  <a:pt x="24944" y="40805"/>
                  <a:pt x="25003" y="40879"/>
                  <a:pt x="25062" y="40952"/>
                </a:cubicBezTo>
                <a:lnTo>
                  <a:pt x="25003" y="41011"/>
                </a:lnTo>
                <a:cubicBezTo>
                  <a:pt x="24944" y="41085"/>
                  <a:pt x="24871" y="41158"/>
                  <a:pt x="24797" y="41232"/>
                </a:cubicBezTo>
                <a:cubicBezTo>
                  <a:pt x="24738" y="41158"/>
                  <a:pt x="24665" y="41085"/>
                  <a:pt x="24621" y="41011"/>
                </a:cubicBezTo>
                <a:cubicBezTo>
                  <a:pt x="24709" y="40908"/>
                  <a:pt x="24783" y="40820"/>
                  <a:pt x="24871" y="40717"/>
                </a:cubicBezTo>
                <a:close/>
                <a:moveTo>
                  <a:pt x="27299" y="40938"/>
                </a:moveTo>
                <a:cubicBezTo>
                  <a:pt x="27314" y="40967"/>
                  <a:pt x="27314" y="41026"/>
                  <a:pt x="27314" y="41085"/>
                </a:cubicBezTo>
                <a:cubicBezTo>
                  <a:pt x="27314" y="41114"/>
                  <a:pt x="27299" y="41158"/>
                  <a:pt x="27299" y="41173"/>
                </a:cubicBezTo>
                <a:cubicBezTo>
                  <a:pt x="27299" y="41188"/>
                  <a:pt x="27284" y="41232"/>
                  <a:pt x="27284" y="41247"/>
                </a:cubicBezTo>
                <a:cubicBezTo>
                  <a:pt x="27284" y="41188"/>
                  <a:pt x="27270" y="41129"/>
                  <a:pt x="27270" y="41100"/>
                </a:cubicBezTo>
                <a:cubicBezTo>
                  <a:pt x="27284" y="41041"/>
                  <a:pt x="27299" y="40982"/>
                  <a:pt x="27299" y="40938"/>
                </a:cubicBezTo>
                <a:close/>
                <a:moveTo>
                  <a:pt x="25430" y="40717"/>
                </a:moveTo>
                <a:cubicBezTo>
                  <a:pt x="25445" y="40746"/>
                  <a:pt x="25460" y="40761"/>
                  <a:pt x="25474" y="40805"/>
                </a:cubicBezTo>
                <a:cubicBezTo>
                  <a:pt x="25518" y="40879"/>
                  <a:pt x="25563" y="40952"/>
                  <a:pt x="25607" y="41011"/>
                </a:cubicBezTo>
                <a:cubicBezTo>
                  <a:pt x="25533" y="41100"/>
                  <a:pt x="25474" y="41188"/>
                  <a:pt x="25401" y="41276"/>
                </a:cubicBezTo>
                <a:cubicBezTo>
                  <a:pt x="25386" y="41261"/>
                  <a:pt x="25386" y="41247"/>
                  <a:pt x="25371" y="41232"/>
                </a:cubicBezTo>
                <a:cubicBezTo>
                  <a:pt x="25401" y="41188"/>
                  <a:pt x="25430" y="41158"/>
                  <a:pt x="25460" y="41114"/>
                </a:cubicBezTo>
                <a:cubicBezTo>
                  <a:pt x="25445" y="41114"/>
                  <a:pt x="25430" y="41100"/>
                  <a:pt x="25401" y="41085"/>
                </a:cubicBezTo>
                <a:cubicBezTo>
                  <a:pt x="25386" y="41114"/>
                  <a:pt x="25357" y="41129"/>
                  <a:pt x="25327" y="41173"/>
                </a:cubicBezTo>
                <a:cubicBezTo>
                  <a:pt x="25298" y="41114"/>
                  <a:pt x="25253" y="41055"/>
                  <a:pt x="25195" y="41011"/>
                </a:cubicBezTo>
                <a:cubicBezTo>
                  <a:pt x="25283" y="40908"/>
                  <a:pt x="25342" y="40820"/>
                  <a:pt x="25430" y="40717"/>
                </a:cubicBezTo>
                <a:close/>
                <a:moveTo>
                  <a:pt x="25886" y="40732"/>
                </a:moveTo>
                <a:cubicBezTo>
                  <a:pt x="25930" y="40820"/>
                  <a:pt x="25989" y="40938"/>
                  <a:pt x="26033" y="41026"/>
                </a:cubicBezTo>
                <a:cubicBezTo>
                  <a:pt x="25975" y="41114"/>
                  <a:pt x="25916" y="41203"/>
                  <a:pt x="25842" y="41306"/>
                </a:cubicBezTo>
                <a:cubicBezTo>
                  <a:pt x="25827" y="41203"/>
                  <a:pt x="25754" y="41114"/>
                  <a:pt x="25695" y="41011"/>
                </a:cubicBezTo>
                <a:cubicBezTo>
                  <a:pt x="25754" y="40908"/>
                  <a:pt x="25827" y="40820"/>
                  <a:pt x="25886" y="40732"/>
                </a:cubicBezTo>
                <a:close/>
                <a:moveTo>
                  <a:pt x="26298" y="40761"/>
                </a:moveTo>
                <a:cubicBezTo>
                  <a:pt x="26343" y="40864"/>
                  <a:pt x="26387" y="40952"/>
                  <a:pt x="26431" y="41055"/>
                </a:cubicBezTo>
                <a:cubicBezTo>
                  <a:pt x="26387" y="41158"/>
                  <a:pt x="26343" y="41247"/>
                  <a:pt x="26284" y="41335"/>
                </a:cubicBezTo>
                <a:cubicBezTo>
                  <a:pt x="26254" y="41247"/>
                  <a:pt x="26195" y="41144"/>
                  <a:pt x="26166" y="41041"/>
                </a:cubicBezTo>
                <a:cubicBezTo>
                  <a:pt x="26195" y="40952"/>
                  <a:pt x="26254" y="40864"/>
                  <a:pt x="26298" y="40761"/>
                </a:cubicBezTo>
                <a:close/>
                <a:moveTo>
                  <a:pt x="26637" y="40805"/>
                </a:moveTo>
                <a:cubicBezTo>
                  <a:pt x="26681" y="40893"/>
                  <a:pt x="26696" y="40982"/>
                  <a:pt x="26725" y="41085"/>
                </a:cubicBezTo>
                <a:cubicBezTo>
                  <a:pt x="26696" y="41173"/>
                  <a:pt x="26652" y="41261"/>
                  <a:pt x="26622" y="41335"/>
                </a:cubicBezTo>
                <a:lnTo>
                  <a:pt x="26504" y="41055"/>
                </a:lnTo>
                <a:cubicBezTo>
                  <a:pt x="26549" y="40967"/>
                  <a:pt x="26607" y="40893"/>
                  <a:pt x="26637" y="40805"/>
                </a:cubicBezTo>
                <a:close/>
                <a:moveTo>
                  <a:pt x="26916" y="40835"/>
                </a:moveTo>
                <a:cubicBezTo>
                  <a:pt x="26931" y="40938"/>
                  <a:pt x="26946" y="41026"/>
                  <a:pt x="26975" y="41100"/>
                </a:cubicBezTo>
                <a:cubicBezTo>
                  <a:pt x="26931" y="41173"/>
                  <a:pt x="26916" y="41261"/>
                  <a:pt x="26872" y="41335"/>
                </a:cubicBezTo>
                <a:cubicBezTo>
                  <a:pt x="26858" y="41247"/>
                  <a:pt x="26828" y="41144"/>
                  <a:pt x="26799" y="41070"/>
                </a:cubicBezTo>
                <a:cubicBezTo>
                  <a:pt x="26858" y="41011"/>
                  <a:pt x="26902" y="40908"/>
                  <a:pt x="26916" y="40835"/>
                </a:cubicBezTo>
                <a:close/>
                <a:moveTo>
                  <a:pt x="27137" y="40893"/>
                </a:moveTo>
                <a:cubicBezTo>
                  <a:pt x="27152" y="40952"/>
                  <a:pt x="27167" y="41026"/>
                  <a:pt x="27167" y="41100"/>
                </a:cubicBezTo>
                <a:cubicBezTo>
                  <a:pt x="27152" y="41173"/>
                  <a:pt x="27137" y="41247"/>
                  <a:pt x="27122" y="41335"/>
                </a:cubicBezTo>
                <a:lnTo>
                  <a:pt x="27064" y="41114"/>
                </a:lnTo>
                <a:cubicBezTo>
                  <a:pt x="27078" y="41041"/>
                  <a:pt x="27122" y="40967"/>
                  <a:pt x="27137" y="40893"/>
                </a:cubicBezTo>
                <a:close/>
                <a:moveTo>
                  <a:pt x="25150" y="41085"/>
                </a:moveTo>
                <a:cubicBezTo>
                  <a:pt x="25180" y="41129"/>
                  <a:pt x="25224" y="41188"/>
                  <a:pt x="25283" y="41247"/>
                </a:cubicBezTo>
                <a:lnTo>
                  <a:pt x="25062" y="41512"/>
                </a:lnTo>
                <a:cubicBezTo>
                  <a:pt x="25018" y="41467"/>
                  <a:pt x="24959" y="41409"/>
                  <a:pt x="24930" y="41350"/>
                </a:cubicBezTo>
                <a:lnTo>
                  <a:pt x="25150" y="41085"/>
                </a:lnTo>
                <a:close/>
                <a:moveTo>
                  <a:pt x="27343" y="41379"/>
                </a:moveTo>
                <a:cubicBezTo>
                  <a:pt x="27343" y="41394"/>
                  <a:pt x="27343" y="41423"/>
                  <a:pt x="27358" y="41467"/>
                </a:cubicBezTo>
                <a:cubicBezTo>
                  <a:pt x="27358" y="41497"/>
                  <a:pt x="27343" y="41556"/>
                  <a:pt x="27343" y="41600"/>
                </a:cubicBezTo>
                <a:cubicBezTo>
                  <a:pt x="27343" y="41556"/>
                  <a:pt x="27343" y="41526"/>
                  <a:pt x="27314" y="41497"/>
                </a:cubicBezTo>
                <a:cubicBezTo>
                  <a:pt x="27343" y="41467"/>
                  <a:pt x="27343" y="41409"/>
                  <a:pt x="27343" y="41379"/>
                </a:cubicBezTo>
                <a:close/>
                <a:moveTo>
                  <a:pt x="25312" y="41320"/>
                </a:moveTo>
                <a:cubicBezTo>
                  <a:pt x="25327" y="41335"/>
                  <a:pt x="25327" y="41350"/>
                  <a:pt x="25357" y="41379"/>
                </a:cubicBezTo>
                <a:cubicBezTo>
                  <a:pt x="25283" y="41467"/>
                  <a:pt x="25209" y="41556"/>
                  <a:pt x="25136" y="41673"/>
                </a:cubicBezTo>
                <a:lnTo>
                  <a:pt x="25077" y="41615"/>
                </a:lnTo>
                <a:cubicBezTo>
                  <a:pt x="25165" y="41497"/>
                  <a:pt x="25239" y="41409"/>
                  <a:pt x="25312" y="41320"/>
                </a:cubicBezTo>
                <a:close/>
                <a:moveTo>
                  <a:pt x="25666" y="41100"/>
                </a:moveTo>
                <a:cubicBezTo>
                  <a:pt x="25724" y="41188"/>
                  <a:pt x="25769" y="41306"/>
                  <a:pt x="25827" y="41394"/>
                </a:cubicBezTo>
                <a:cubicBezTo>
                  <a:pt x="25769" y="41482"/>
                  <a:pt x="25695" y="41570"/>
                  <a:pt x="25651" y="41673"/>
                </a:cubicBezTo>
                <a:cubicBezTo>
                  <a:pt x="25621" y="41629"/>
                  <a:pt x="25592" y="41600"/>
                  <a:pt x="25577" y="41541"/>
                </a:cubicBezTo>
                <a:cubicBezTo>
                  <a:pt x="25607" y="41482"/>
                  <a:pt x="25651" y="41423"/>
                  <a:pt x="25695" y="41379"/>
                </a:cubicBezTo>
                <a:cubicBezTo>
                  <a:pt x="25666" y="41350"/>
                  <a:pt x="25651" y="41335"/>
                  <a:pt x="25621" y="41320"/>
                </a:cubicBezTo>
                <a:cubicBezTo>
                  <a:pt x="25592" y="41379"/>
                  <a:pt x="25548" y="41423"/>
                  <a:pt x="25518" y="41467"/>
                </a:cubicBezTo>
                <a:cubicBezTo>
                  <a:pt x="25504" y="41423"/>
                  <a:pt x="25474" y="41394"/>
                  <a:pt x="25460" y="41379"/>
                </a:cubicBezTo>
                <a:cubicBezTo>
                  <a:pt x="25533" y="41276"/>
                  <a:pt x="25592" y="41188"/>
                  <a:pt x="25666" y="41100"/>
                </a:cubicBezTo>
                <a:close/>
                <a:moveTo>
                  <a:pt x="26092" y="41114"/>
                </a:moveTo>
                <a:cubicBezTo>
                  <a:pt x="26136" y="41203"/>
                  <a:pt x="26181" y="41320"/>
                  <a:pt x="26210" y="41409"/>
                </a:cubicBezTo>
                <a:lnTo>
                  <a:pt x="26048" y="41688"/>
                </a:lnTo>
                <a:cubicBezTo>
                  <a:pt x="25989" y="41600"/>
                  <a:pt x="25960" y="41482"/>
                  <a:pt x="25901" y="41394"/>
                </a:cubicBezTo>
                <a:cubicBezTo>
                  <a:pt x="25975" y="41306"/>
                  <a:pt x="26033" y="41203"/>
                  <a:pt x="26092" y="41114"/>
                </a:cubicBezTo>
                <a:close/>
                <a:moveTo>
                  <a:pt x="26475" y="41158"/>
                </a:moveTo>
                <a:lnTo>
                  <a:pt x="26578" y="41423"/>
                </a:lnTo>
                <a:cubicBezTo>
                  <a:pt x="26534" y="41512"/>
                  <a:pt x="26475" y="41615"/>
                  <a:pt x="26431" y="41688"/>
                </a:cubicBezTo>
                <a:lnTo>
                  <a:pt x="26328" y="41409"/>
                </a:lnTo>
                <a:cubicBezTo>
                  <a:pt x="26387" y="41320"/>
                  <a:pt x="26416" y="41247"/>
                  <a:pt x="26475" y="41158"/>
                </a:cubicBezTo>
                <a:close/>
                <a:moveTo>
                  <a:pt x="27181" y="41306"/>
                </a:moveTo>
                <a:cubicBezTo>
                  <a:pt x="27211" y="41350"/>
                  <a:pt x="27225" y="41423"/>
                  <a:pt x="27225" y="41482"/>
                </a:cubicBezTo>
                <a:cubicBezTo>
                  <a:pt x="27211" y="41556"/>
                  <a:pt x="27181" y="41615"/>
                  <a:pt x="27167" y="41688"/>
                </a:cubicBezTo>
                <a:cubicBezTo>
                  <a:pt x="27152" y="41615"/>
                  <a:pt x="27152" y="41556"/>
                  <a:pt x="27137" y="41482"/>
                </a:cubicBezTo>
                <a:cubicBezTo>
                  <a:pt x="27152" y="41423"/>
                  <a:pt x="27167" y="41350"/>
                  <a:pt x="27181" y="41306"/>
                </a:cubicBezTo>
                <a:close/>
                <a:moveTo>
                  <a:pt x="26769" y="41188"/>
                </a:moveTo>
                <a:cubicBezTo>
                  <a:pt x="26784" y="41276"/>
                  <a:pt x="26813" y="41379"/>
                  <a:pt x="26843" y="41467"/>
                </a:cubicBezTo>
                <a:cubicBezTo>
                  <a:pt x="26799" y="41556"/>
                  <a:pt x="26769" y="41629"/>
                  <a:pt x="26725" y="41718"/>
                </a:cubicBezTo>
                <a:cubicBezTo>
                  <a:pt x="26696" y="41629"/>
                  <a:pt x="26681" y="41541"/>
                  <a:pt x="26637" y="41453"/>
                </a:cubicBezTo>
                <a:cubicBezTo>
                  <a:pt x="26696" y="41350"/>
                  <a:pt x="26725" y="41276"/>
                  <a:pt x="26769" y="41188"/>
                </a:cubicBezTo>
                <a:close/>
                <a:moveTo>
                  <a:pt x="27019" y="41247"/>
                </a:moveTo>
                <a:cubicBezTo>
                  <a:pt x="27034" y="41320"/>
                  <a:pt x="27034" y="41394"/>
                  <a:pt x="27064" y="41482"/>
                </a:cubicBezTo>
                <a:cubicBezTo>
                  <a:pt x="27049" y="41556"/>
                  <a:pt x="27005" y="41629"/>
                  <a:pt x="26990" y="41718"/>
                </a:cubicBezTo>
                <a:cubicBezTo>
                  <a:pt x="26975" y="41629"/>
                  <a:pt x="26946" y="41556"/>
                  <a:pt x="26931" y="41482"/>
                </a:cubicBezTo>
                <a:cubicBezTo>
                  <a:pt x="26975" y="41409"/>
                  <a:pt x="26990" y="41335"/>
                  <a:pt x="27019" y="41247"/>
                </a:cubicBezTo>
                <a:close/>
                <a:moveTo>
                  <a:pt x="25401" y="41453"/>
                </a:moveTo>
                <a:cubicBezTo>
                  <a:pt x="25430" y="41482"/>
                  <a:pt x="25445" y="41497"/>
                  <a:pt x="25460" y="41541"/>
                </a:cubicBezTo>
                <a:lnTo>
                  <a:pt x="25239" y="41821"/>
                </a:lnTo>
                <a:cubicBezTo>
                  <a:pt x="25224" y="41776"/>
                  <a:pt x="25195" y="41762"/>
                  <a:pt x="25180" y="41718"/>
                </a:cubicBezTo>
                <a:lnTo>
                  <a:pt x="25401" y="41453"/>
                </a:lnTo>
                <a:close/>
                <a:moveTo>
                  <a:pt x="25518" y="41615"/>
                </a:moveTo>
                <a:cubicBezTo>
                  <a:pt x="25533" y="41644"/>
                  <a:pt x="25563" y="41703"/>
                  <a:pt x="25592" y="41732"/>
                </a:cubicBezTo>
                <a:cubicBezTo>
                  <a:pt x="25518" y="41835"/>
                  <a:pt x="25460" y="41924"/>
                  <a:pt x="25386" y="42012"/>
                </a:cubicBezTo>
                <a:cubicBezTo>
                  <a:pt x="25357" y="41982"/>
                  <a:pt x="25327" y="41924"/>
                  <a:pt x="25298" y="41879"/>
                </a:cubicBezTo>
                <a:lnTo>
                  <a:pt x="25518" y="41615"/>
                </a:lnTo>
                <a:close/>
                <a:moveTo>
                  <a:pt x="25842" y="41453"/>
                </a:moveTo>
                <a:cubicBezTo>
                  <a:pt x="25901" y="41541"/>
                  <a:pt x="25960" y="41644"/>
                  <a:pt x="25989" y="41747"/>
                </a:cubicBezTo>
                <a:cubicBezTo>
                  <a:pt x="25960" y="41850"/>
                  <a:pt x="25901" y="41938"/>
                  <a:pt x="25842" y="42041"/>
                </a:cubicBezTo>
                <a:cubicBezTo>
                  <a:pt x="25813" y="41968"/>
                  <a:pt x="25769" y="41909"/>
                  <a:pt x="25739" y="41835"/>
                </a:cubicBezTo>
                <a:cubicBezTo>
                  <a:pt x="25798" y="41762"/>
                  <a:pt x="25842" y="41688"/>
                  <a:pt x="25886" y="41615"/>
                </a:cubicBezTo>
                <a:cubicBezTo>
                  <a:pt x="25872" y="41585"/>
                  <a:pt x="25842" y="41570"/>
                  <a:pt x="25827" y="41541"/>
                </a:cubicBezTo>
                <a:cubicBezTo>
                  <a:pt x="25769" y="41615"/>
                  <a:pt x="25739" y="41688"/>
                  <a:pt x="25680" y="41747"/>
                </a:cubicBezTo>
                <a:cubicBezTo>
                  <a:pt x="25680" y="41747"/>
                  <a:pt x="25680" y="41718"/>
                  <a:pt x="25666" y="41718"/>
                </a:cubicBezTo>
                <a:cubicBezTo>
                  <a:pt x="25724" y="41629"/>
                  <a:pt x="25798" y="41541"/>
                  <a:pt x="25842" y="41453"/>
                </a:cubicBezTo>
                <a:close/>
                <a:moveTo>
                  <a:pt x="27270" y="41718"/>
                </a:moveTo>
                <a:cubicBezTo>
                  <a:pt x="27270" y="41776"/>
                  <a:pt x="27270" y="41821"/>
                  <a:pt x="27284" y="41865"/>
                </a:cubicBezTo>
                <a:cubicBezTo>
                  <a:pt x="27270" y="41924"/>
                  <a:pt x="27270" y="41982"/>
                  <a:pt x="27240" y="42041"/>
                </a:cubicBezTo>
                <a:cubicBezTo>
                  <a:pt x="27240" y="41982"/>
                  <a:pt x="27225" y="41938"/>
                  <a:pt x="27225" y="41879"/>
                </a:cubicBezTo>
                <a:cubicBezTo>
                  <a:pt x="27240" y="41835"/>
                  <a:pt x="27270" y="41776"/>
                  <a:pt x="27270" y="41718"/>
                </a:cubicBezTo>
                <a:close/>
                <a:moveTo>
                  <a:pt x="26269" y="41497"/>
                </a:moveTo>
                <a:cubicBezTo>
                  <a:pt x="26313" y="41600"/>
                  <a:pt x="26343" y="41703"/>
                  <a:pt x="26387" y="41791"/>
                </a:cubicBezTo>
                <a:cubicBezTo>
                  <a:pt x="26328" y="41894"/>
                  <a:pt x="26284" y="41982"/>
                  <a:pt x="26239" y="42056"/>
                </a:cubicBezTo>
                <a:cubicBezTo>
                  <a:pt x="26195" y="41968"/>
                  <a:pt x="26136" y="41850"/>
                  <a:pt x="26107" y="41762"/>
                </a:cubicBezTo>
                <a:cubicBezTo>
                  <a:pt x="26166" y="41673"/>
                  <a:pt x="26210" y="41600"/>
                  <a:pt x="26269" y="41497"/>
                </a:cubicBezTo>
                <a:close/>
                <a:moveTo>
                  <a:pt x="27093" y="41629"/>
                </a:moveTo>
                <a:cubicBezTo>
                  <a:pt x="27122" y="41718"/>
                  <a:pt x="27122" y="41791"/>
                  <a:pt x="27137" y="41865"/>
                </a:cubicBezTo>
                <a:cubicBezTo>
                  <a:pt x="27122" y="41938"/>
                  <a:pt x="27093" y="42012"/>
                  <a:pt x="27078" y="42071"/>
                </a:cubicBezTo>
                <a:lnTo>
                  <a:pt x="27019" y="41850"/>
                </a:lnTo>
                <a:cubicBezTo>
                  <a:pt x="27034" y="41776"/>
                  <a:pt x="27078" y="41703"/>
                  <a:pt x="27093" y="41629"/>
                </a:cubicBezTo>
                <a:close/>
                <a:moveTo>
                  <a:pt x="26607" y="41541"/>
                </a:moveTo>
                <a:cubicBezTo>
                  <a:pt x="26637" y="41629"/>
                  <a:pt x="26652" y="41718"/>
                  <a:pt x="26696" y="41835"/>
                </a:cubicBezTo>
                <a:cubicBezTo>
                  <a:pt x="26652" y="41924"/>
                  <a:pt x="26622" y="41997"/>
                  <a:pt x="26578" y="42086"/>
                </a:cubicBezTo>
                <a:cubicBezTo>
                  <a:pt x="26549" y="41982"/>
                  <a:pt x="26504" y="41879"/>
                  <a:pt x="26475" y="41791"/>
                </a:cubicBezTo>
                <a:cubicBezTo>
                  <a:pt x="26504" y="41703"/>
                  <a:pt x="26563" y="41629"/>
                  <a:pt x="26607" y="41541"/>
                </a:cubicBezTo>
                <a:close/>
                <a:moveTo>
                  <a:pt x="26872" y="41600"/>
                </a:moveTo>
                <a:cubicBezTo>
                  <a:pt x="26902" y="41688"/>
                  <a:pt x="26916" y="41776"/>
                  <a:pt x="26931" y="41850"/>
                </a:cubicBezTo>
                <a:cubicBezTo>
                  <a:pt x="26902" y="41924"/>
                  <a:pt x="26872" y="42012"/>
                  <a:pt x="26843" y="42086"/>
                </a:cubicBezTo>
                <a:cubicBezTo>
                  <a:pt x="26828" y="41997"/>
                  <a:pt x="26784" y="41909"/>
                  <a:pt x="26769" y="41835"/>
                </a:cubicBezTo>
                <a:cubicBezTo>
                  <a:pt x="26828" y="41747"/>
                  <a:pt x="26843" y="41673"/>
                  <a:pt x="26872" y="41600"/>
                </a:cubicBezTo>
                <a:close/>
                <a:moveTo>
                  <a:pt x="25621" y="41821"/>
                </a:moveTo>
                <a:cubicBezTo>
                  <a:pt x="25621" y="41821"/>
                  <a:pt x="25621" y="41835"/>
                  <a:pt x="25651" y="41835"/>
                </a:cubicBezTo>
                <a:cubicBezTo>
                  <a:pt x="25592" y="41924"/>
                  <a:pt x="25518" y="42012"/>
                  <a:pt x="25445" y="42115"/>
                </a:cubicBezTo>
                <a:cubicBezTo>
                  <a:pt x="25445" y="42115"/>
                  <a:pt x="25445" y="42086"/>
                  <a:pt x="25430" y="42086"/>
                </a:cubicBezTo>
                <a:cubicBezTo>
                  <a:pt x="25504" y="41997"/>
                  <a:pt x="25563" y="41909"/>
                  <a:pt x="25621" y="41821"/>
                </a:cubicBezTo>
                <a:close/>
                <a:moveTo>
                  <a:pt x="26063" y="41865"/>
                </a:moveTo>
                <a:cubicBezTo>
                  <a:pt x="26107" y="41938"/>
                  <a:pt x="26122" y="42012"/>
                  <a:pt x="26166" y="42086"/>
                </a:cubicBezTo>
                <a:cubicBezTo>
                  <a:pt x="26107" y="42189"/>
                  <a:pt x="26063" y="42247"/>
                  <a:pt x="26019" y="42350"/>
                </a:cubicBezTo>
                <a:lnTo>
                  <a:pt x="25901" y="42130"/>
                </a:lnTo>
                <a:cubicBezTo>
                  <a:pt x="25960" y="42041"/>
                  <a:pt x="26019" y="41968"/>
                  <a:pt x="26063" y="41865"/>
                </a:cubicBezTo>
                <a:close/>
                <a:moveTo>
                  <a:pt x="27284" y="42159"/>
                </a:moveTo>
                <a:cubicBezTo>
                  <a:pt x="27299" y="42203"/>
                  <a:pt x="27299" y="42218"/>
                  <a:pt x="27299" y="42247"/>
                </a:cubicBezTo>
                <a:cubicBezTo>
                  <a:pt x="27299" y="42292"/>
                  <a:pt x="27284" y="42321"/>
                  <a:pt x="27284" y="42365"/>
                </a:cubicBezTo>
                <a:cubicBezTo>
                  <a:pt x="27284" y="42336"/>
                  <a:pt x="27284" y="42292"/>
                  <a:pt x="27270" y="42277"/>
                </a:cubicBezTo>
                <a:cubicBezTo>
                  <a:pt x="27270" y="42233"/>
                  <a:pt x="27284" y="42203"/>
                  <a:pt x="27284" y="42159"/>
                </a:cubicBezTo>
                <a:close/>
                <a:moveTo>
                  <a:pt x="25680" y="41909"/>
                </a:moveTo>
                <a:cubicBezTo>
                  <a:pt x="25724" y="41982"/>
                  <a:pt x="25754" y="42041"/>
                  <a:pt x="25798" y="42115"/>
                </a:cubicBezTo>
                <a:cubicBezTo>
                  <a:pt x="25739" y="42203"/>
                  <a:pt x="25666" y="42292"/>
                  <a:pt x="25607" y="42380"/>
                </a:cubicBezTo>
                <a:cubicBezTo>
                  <a:pt x="25563" y="42306"/>
                  <a:pt x="25518" y="42233"/>
                  <a:pt x="25474" y="42189"/>
                </a:cubicBezTo>
                <a:cubicBezTo>
                  <a:pt x="25548" y="42086"/>
                  <a:pt x="25621" y="41997"/>
                  <a:pt x="25680" y="41909"/>
                </a:cubicBezTo>
                <a:close/>
                <a:moveTo>
                  <a:pt x="26431" y="41894"/>
                </a:moveTo>
                <a:cubicBezTo>
                  <a:pt x="26475" y="41982"/>
                  <a:pt x="26504" y="42086"/>
                  <a:pt x="26549" y="42189"/>
                </a:cubicBezTo>
                <a:cubicBezTo>
                  <a:pt x="26504" y="42277"/>
                  <a:pt x="26460" y="42350"/>
                  <a:pt x="26416" y="42439"/>
                </a:cubicBezTo>
                <a:cubicBezTo>
                  <a:pt x="26416" y="42424"/>
                  <a:pt x="26401" y="42409"/>
                  <a:pt x="26401" y="42380"/>
                </a:cubicBezTo>
                <a:cubicBezTo>
                  <a:pt x="26401" y="42365"/>
                  <a:pt x="26416" y="42365"/>
                  <a:pt x="26416" y="42350"/>
                </a:cubicBezTo>
                <a:cubicBezTo>
                  <a:pt x="26387" y="42336"/>
                  <a:pt x="26387" y="42292"/>
                  <a:pt x="26357" y="42277"/>
                </a:cubicBezTo>
                <a:cubicBezTo>
                  <a:pt x="26357" y="42277"/>
                  <a:pt x="26357" y="42292"/>
                  <a:pt x="26343" y="42292"/>
                </a:cubicBezTo>
                <a:cubicBezTo>
                  <a:pt x="26328" y="42233"/>
                  <a:pt x="26313" y="42203"/>
                  <a:pt x="26284" y="42144"/>
                </a:cubicBezTo>
                <a:cubicBezTo>
                  <a:pt x="26343" y="42056"/>
                  <a:pt x="26387" y="41982"/>
                  <a:pt x="26431" y="41894"/>
                </a:cubicBezTo>
                <a:close/>
                <a:moveTo>
                  <a:pt x="26725" y="41938"/>
                </a:moveTo>
                <a:cubicBezTo>
                  <a:pt x="26755" y="42041"/>
                  <a:pt x="26784" y="42130"/>
                  <a:pt x="26799" y="42218"/>
                </a:cubicBezTo>
                <a:cubicBezTo>
                  <a:pt x="26769" y="42292"/>
                  <a:pt x="26725" y="42380"/>
                  <a:pt x="26710" y="42453"/>
                </a:cubicBezTo>
                <a:cubicBezTo>
                  <a:pt x="26681" y="42365"/>
                  <a:pt x="26652" y="42277"/>
                  <a:pt x="26622" y="42189"/>
                </a:cubicBezTo>
                <a:cubicBezTo>
                  <a:pt x="26652" y="42115"/>
                  <a:pt x="26696" y="42012"/>
                  <a:pt x="26725" y="41938"/>
                </a:cubicBezTo>
                <a:close/>
                <a:moveTo>
                  <a:pt x="27167" y="42071"/>
                </a:moveTo>
                <a:cubicBezTo>
                  <a:pt x="27167" y="42130"/>
                  <a:pt x="27167" y="42203"/>
                  <a:pt x="27196" y="42277"/>
                </a:cubicBezTo>
                <a:cubicBezTo>
                  <a:pt x="27167" y="42336"/>
                  <a:pt x="27152" y="42409"/>
                  <a:pt x="27152" y="42453"/>
                </a:cubicBezTo>
                <a:cubicBezTo>
                  <a:pt x="27137" y="42380"/>
                  <a:pt x="27137" y="42336"/>
                  <a:pt x="27122" y="42247"/>
                </a:cubicBezTo>
                <a:cubicBezTo>
                  <a:pt x="27137" y="42203"/>
                  <a:pt x="27152" y="42130"/>
                  <a:pt x="27167" y="42071"/>
                </a:cubicBezTo>
                <a:close/>
                <a:moveTo>
                  <a:pt x="26990" y="42012"/>
                </a:moveTo>
                <a:cubicBezTo>
                  <a:pt x="27005" y="42115"/>
                  <a:pt x="27019" y="42189"/>
                  <a:pt x="27034" y="42277"/>
                </a:cubicBezTo>
                <a:cubicBezTo>
                  <a:pt x="27005" y="42336"/>
                  <a:pt x="26975" y="42409"/>
                  <a:pt x="26946" y="42483"/>
                </a:cubicBezTo>
                <a:cubicBezTo>
                  <a:pt x="26931" y="42409"/>
                  <a:pt x="26916" y="42306"/>
                  <a:pt x="26902" y="42233"/>
                </a:cubicBezTo>
                <a:cubicBezTo>
                  <a:pt x="26931" y="42159"/>
                  <a:pt x="26946" y="42086"/>
                  <a:pt x="26990" y="42012"/>
                </a:cubicBezTo>
                <a:close/>
                <a:moveTo>
                  <a:pt x="26239" y="42233"/>
                </a:moveTo>
                <a:cubicBezTo>
                  <a:pt x="26254" y="42292"/>
                  <a:pt x="26269" y="42336"/>
                  <a:pt x="26284" y="42380"/>
                </a:cubicBezTo>
                <a:cubicBezTo>
                  <a:pt x="26254" y="42483"/>
                  <a:pt x="26195" y="42556"/>
                  <a:pt x="26136" y="42645"/>
                </a:cubicBezTo>
                <a:cubicBezTo>
                  <a:pt x="26122" y="42586"/>
                  <a:pt x="26092" y="42556"/>
                  <a:pt x="26063" y="42498"/>
                </a:cubicBezTo>
                <a:cubicBezTo>
                  <a:pt x="26136" y="42409"/>
                  <a:pt x="26181" y="42336"/>
                  <a:pt x="26239" y="42233"/>
                </a:cubicBezTo>
                <a:close/>
                <a:moveTo>
                  <a:pt x="25842" y="42203"/>
                </a:moveTo>
                <a:lnTo>
                  <a:pt x="25960" y="42424"/>
                </a:lnTo>
                <a:cubicBezTo>
                  <a:pt x="25901" y="42512"/>
                  <a:pt x="25842" y="42601"/>
                  <a:pt x="25783" y="42674"/>
                </a:cubicBezTo>
                <a:cubicBezTo>
                  <a:pt x="25754" y="42601"/>
                  <a:pt x="25710" y="42527"/>
                  <a:pt x="25666" y="42453"/>
                </a:cubicBezTo>
                <a:cubicBezTo>
                  <a:pt x="25739" y="42380"/>
                  <a:pt x="25798" y="42292"/>
                  <a:pt x="25842" y="42203"/>
                </a:cubicBezTo>
                <a:close/>
                <a:moveTo>
                  <a:pt x="26328" y="42483"/>
                </a:moveTo>
                <a:cubicBezTo>
                  <a:pt x="26328" y="42498"/>
                  <a:pt x="26343" y="42512"/>
                  <a:pt x="26343" y="42527"/>
                </a:cubicBezTo>
                <a:cubicBezTo>
                  <a:pt x="26298" y="42630"/>
                  <a:pt x="26254" y="42704"/>
                  <a:pt x="26210" y="42792"/>
                </a:cubicBezTo>
                <a:cubicBezTo>
                  <a:pt x="26210" y="42777"/>
                  <a:pt x="26195" y="42748"/>
                  <a:pt x="26195" y="42733"/>
                </a:cubicBezTo>
                <a:cubicBezTo>
                  <a:pt x="26239" y="42645"/>
                  <a:pt x="26284" y="42571"/>
                  <a:pt x="26328" y="42483"/>
                </a:cubicBezTo>
                <a:close/>
                <a:moveTo>
                  <a:pt x="26563" y="42292"/>
                </a:moveTo>
                <a:cubicBezTo>
                  <a:pt x="26607" y="42380"/>
                  <a:pt x="26622" y="42468"/>
                  <a:pt x="26652" y="42586"/>
                </a:cubicBezTo>
                <a:cubicBezTo>
                  <a:pt x="26622" y="42659"/>
                  <a:pt x="26578" y="42748"/>
                  <a:pt x="26549" y="42821"/>
                </a:cubicBezTo>
                <a:cubicBezTo>
                  <a:pt x="26534" y="42792"/>
                  <a:pt x="26504" y="42733"/>
                  <a:pt x="26490" y="42704"/>
                </a:cubicBezTo>
                <a:cubicBezTo>
                  <a:pt x="26504" y="42659"/>
                  <a:pt x="26534" y="42630"/>
                  <a:pt x="26549" y="42601"/>
                </a:cubicBezTo>
                <a:cubicBezTo>
                  <a:pt x="26534" y="42571"/>
                  <a:pt x="26504" y="42556"/>
                  <a:pt x="26490" y="42512"/>
                </a:cubicBezTo>
                <a:cubicBezTo>
                  <a:pt x="26475" y="42527"/>
                  <a:pt x="26475" y="42571"/>
                  <a:pt x="26460" y="42586"/>
                </a:cubicBezTo>
                <a:cubicBezTo>
                  <a:pt x="26460" y="42571"/>
                  <a:pt x="26431" y="42556"/>
                  <a:pt x="26431" y="42527"/>
                </a:cubicBezTo>
                <a:cubicBezTo>
                  <a:pt x="26475" y="42453"/>
                  <a:pt x="26534" y="42365"/>
                  <a:pt x="26563" y="42292"/>
                </a:cubicBezTo>
                <a:close/>
                <a:moveTo>
                  <a:pt x="27211" y="42512"/>
                </a:moveTo>
                <a:cubicBezTo>
                  <a:pt x="27225" y="42556"/>
                  <a:pt x="27225" y="42601"/>
                  <a:pt x="27225" y="42659"/>
                </a:cubicBezTo>
                <a:cubicBezTo>
                  <a:pt x="27211" y="42718"/>
                  <a:pt x="27211" y="42777"/>
                  <a:pt x="27181" y="42821"/>
                </a:cubicBezTo>
                <a:cubicBezTo>
                  <a:pt x="27181" y="42777"/>
                  <a:pt x="27167" y="42718"/>
                  <a:pt x="27167" y="42659"/>
                </a:cubicBezTo>
                <a:cubicBezTo>
                  <a:pt x="27181" y="42601"/>
                  <a:pt x="27211" y="42571"/>
                  <a:pt x="27211" y="42512"/>
                </a:cubicBezTo>
                <a:close/>
                <a:moveTo>
                  <a:pt x="26843" y="42350"/>
                </a:moveTo>
                <a:cubicBezTo>
                  <a:pt x="26858" y="42439"/>
                  <a:pt x="26872" y="42527"/>
                  <a:pt x="26902" y="42601"/>
                </a:cubicBezTo>
                <a:cubicBezTo>
                  <a:pt x="26872" y="42674"/>
                  <a:pt x="26843" y="42748"/>
                  <a:pt x="26799" y="42836"/>
                </a:cubicBezTo>
                <a:cubicBezTo>
                  <a:pt x="26784" y="42748"/>
                  <a:pt x="26755" y="42659"/>
                  <a:pt x="26725" y="42586"/>
                </a:cubicBezTo>
                <a:cubicBezTo>
                  <a:pt x="26784" y="42512"/>
                  <a:pt x="26799" y="42424"/>
                  <a:pt x="26843" y="42350"/>
                </a:cubicBezTo>
                <a:close/>
                <a:moveTo>
                  <a:pt x="27064" y="42424"/>
                </a:moveTo>
                <a:cubicBezTo>
                  <a:pt x="27064" y="42498"/>
                  <a:pt x="27078" y="42571"/>
                  <a:pt x="27093" y="42645"/>
                </a:cubicBezTo>
                <a:cubicBezTo>
                  <a:pt x="27078" y="42718"/>
                  <a:pt x="27064" y="42777"/>
                  <a:pt x="27049" y="42851"/>
                </a:cubicBezTo>
                <a:lnTo>
                  <a:pt x="26990" y="42630"/>
                </a:lnTo>
                <a:cubicBezTo>
                  <a:pt x="27005" y="42556"/>
                  <a:pt x="27049" y="42498"/>
                  <a:pt x="27064" y="42424"/>
                </a:cubicBezTo>
                <a:close/>
                <a:moveTo>
                  <a:pt x="26401" y="42645"/>
                </a:moveTo>
                <a:cubicBezTo>
                  <a:pt x="26401" y="42659"/>
                  <a:pt x="26416" y="42674"/>
                  <a:pt x="26416" y="42704"/>
                </a:cubicBezTo>
                <a:cubicBezTo>
                  <a:pt x="26372" y="42792"/>
                  <a:pt x="26328" y="42865"/>
                  <a:pt x="26284" y="42954"/>
                </a:cubicBezTo>
                <a:cubicBezTo>
                  <a:pt x="26284" y="42939"/>
                  <a:pt x="26269" y="42924"/>
                  <a:pt x="26269" y="42895"/>
                </a:cubicBezTo>
                <a:cubicBezTo>
                  <a:pt x="26298" y="42792"/>
                  <a:pt x="26343" y="42718"/>
                  <a:pt x="26401" y="42645"/>
                </a:cubicBezTo>
                <a:close/>
                <a:moveTo>
                  <a:pt x="27240" y="42939"/>
                </a:moveTo>
                <a:cubicBezTo>
                  <a:pt x="27270" y="42968"/>
                  <a:pt x="27270" y="43013"/>
                  <a:pt x="27270" y="43042"/>
                </a:cubicBezTo>
                <a:cubicBezTo>
                  <a:pt x="27270" y="43086"/>
                  <a:pt x="27270" y="43101"/>
                  <a:pt x="27240" y="43145"/>
                </a:cubicBezTo>
                <a:lnTo>
                  <a:pt x="27240" y="43160"/>
                </a:lnTo>
                <a:cubicBezTo>
                  <a:pt x="27240" y="43116"/>
                  <a:pt x="27240" y="43086"/>
                  <a:pt x="27225" y="43042"/>
                </a:cubicBezTo>
                <a:cubicBezTo>
                  <a:pt x="27225" y="43013"/>
                  <a:pt x="27240" y="42968"/>
                  <a:pt x="27240" y="42939"/>
                </a:cubicBezTo>
                <a:close/>
                <a:moveTo>
                  <a:pt x="26460" y="42807"/>
                </a:moveTo>
                <a:cubicBezTo>
                  <a:pt x="26475" y="42836"/>
                  <a:pt x="26490" y="42895"/>
                  <a:pt x="26490" y="42939"/>
                </a:cubicBezTo>
                <a:cubicBezTo>
                  <a:pt x="26460" y="43013"/>
                  <a:pt x="26416" y="43101"/>
                  <a:pt x="26387" y="43175"/>
                </a:cubicBezTo>
                <a:cubicBezTo>
                  <a:pt x="26357" y="43145"/>
                  <a:pt x="26343" y="43086"/>
                  <a:pt x="26328" y="43042"/>
                </a:cubicBezTo>
                <a:cubicBezTo>
                  <a:pt x="26357" y="42968"/>
                  <a:pt x="26416" y="42880"/>
                  <a:pt x="26460" y="42807"/>
                </a:cubicBezTo>
                <a:close/>
                <a:moveTo>
                  <a:pt x="26696" y="42704"/>
                </a:moveTo>
                <a:cubicBezTo>
                  <a:pt x="26710" y="42792"/>
                  <a:pt x="26755" y="42880"/>
                  <a:pt x="26769" y="42968"/>
                </a:cubicBezTo>
                <a:cubicBezTo>
                  <a:pt x="26769" y="42998"/>
                  <a:pt x="26769" y="42998"/>
                  <a:pt x="26755" y="43013"/>
                </a:cubicBezTo>
                <a:cubicBezTo>
                  <a:pt x="26725" y="43086"/>
                  <a:pt x="26696" y="43160"/>
                  <a:pt x="26681" y="43219"/>
                </a:cubicBezTo>
                <a:cubicBezTo>
                  <a:pt x="26652" y="43160"/>
                  <a:pt x="26637" y="43086"/>
                  <a:pt x="26622" y="43027"/>
                </a:cubicBezTo>
                <a:cubicBezTo>
                  <a:pt x="26637" y="42968"/>
                  <a:pt x="26681" y="42924"/>
                  <a:pt x="26696" y="42865"/>
                </a:cubicBezTo>
                <a:cubicBezTo>
                  <a:pt x="26666" y="42821"/>
                  <a:pt x="26652" y="42807"/>
                  <a:pt x="26652" y="42792"/>
                </a:cubicBezTo>
                <a:cubicBezTo>
                  <a:pt x="26666" y="42748"/>
                  <a:pt x="26696" y="42733"/>
                  <a:pt x="26696" y="42704"/>
                </a:cubicBezTo>
                <a:close/>
                <a:moveTo>
                  <a:pt x="26931" y="42748"/>
                </a:moveTo>
                <a:cubicBezTo>
                  <a:pt x="26946" y="42851"/>
                  <a:pt x="26975" y="42924"/>
                  <a:pt x="26990" y="43013"/>
                </a:cubicBezTo>
                <a:cubicBezTo>
                  <a:pt x="26975" y="43086"/>
                  <a:pt x="26931" y="43160"/>
                  <a:pt x="26916" y="43233"/>
                </a:cubicBezTo>
                <a:cubicBezTo>
                  <a:pt x="26902" y="43145"/>
                  <a:pt x="26872" y="43072"/>
                  <a:pt x="26858" y="42968"/>
                </a:cubicBezTo>
                <a:cubicBezTo>
                  <a:pt x="26902" y="42895"/>
                  <a:pt x="26916" y="42821"/>
                  <a:pt x="26931" y="42748"/>
                </a:cubicBezTo>
                <a:close/>
                <a:moveTo>
                  <a:pt x="27137" y="42836"/>
                </a:moveTo>
                <a:cubicBezTo>
                  <a:pt x="27137" y="42924"/>
                  <a:pt x="27137" y="42968"/>
                  <a:pt x="27152" y="43042"/>
                </a:cubicBezTo>
                <a:cubicBezTo>
                  <a:pt x="27137" y="43101"/>
                  <a:pt x="27122" y="43160"/>
                  <a:pt x="27122" y="43233"/>
                </a:cubicBezTo>
                <a:cubicBezTo>
                  <a:pt x="27093" y="43160"/>
                  <a:pt x="27093" y="43101"/>
                  <a:pt x="27078" y="43027"/>
                </a:cubicBezTo>
                <a:cubicBezTo>
                  <a:pt x="27093" y="42968"/>
                  <a:pt x="27122" y="42910"/>
                  <a:pt x="27137" y="42836"/>
                </a:cubicBezTo>
                <a:close/>
                <a:moveTo>
                  <a:pt x="26799" y="43116"/>
                </a:moveTo>
                <a:cubicBezTo>
                  <a:pt x="26813" y="43175"/>
                  <a:pt x="26813" y="43219"/>
                  <a:pt x="26843" y="43263"/>
                </a:cubicBezTo>
                <a:cubicBezTo>
                  <a:pt x="26799" y="43322"/>
                  <a:pt x="26784" y="43410"/>
                  <a:pt x="26755" y="43484"/>
                </a:cubicBezTo>
                <a:cubicBezTo>
                  <a:pt x="26725" y="43439"/>
                  <a:pt x="26710" y="43381"/>
                  <a:pt x="26710" y="43336"/>
                </a:cubicBezTo>
                <a:cubicBezTo>
                  <a:pt x="26755" y="43263"/>
                  <a:pt x="26769" y="43189"/>
                  <a:pt x="26799" y="43116"/>
                </a:cubicBezTo>
                <a:close/>
                <a:moveTo>
                  <a:pt x="26563" y="43116"/>
                </a:moveTo>
                <a:cubicBezTo>
                  <a:pt x="26578" y="43189"/>
                  <a:pt x="26607" y="43248"/>
                  <a:pt x="26622" y="43322"/>
                </a:cubicBezTo>
                <a:cubicBezTo>
                  <a:pt x="26578" y="43395"/>
                  <a:pt x="26549" y="43469"/>
                  <a:pt x="26504" y="43557"/>
                </a:cubicBezTo>
                <a:cubicBezTo>
                  <a:pt x="26490" y="43484"/>
                  <a:pt x="26460" y="43439"/>
                  <a:pt x="26431" y="43366"/>
                </a:cubicBezTo>
                <a:cubicBezTo>
                  <a:pt x="26490" y="43292"/>
                  <a:pt x="26534" y="43189"/>
                  <a:pt x="26563" y="43116"/>
                </a:cubicBezTo>
                <a:close/>
                <a:moveTo>
                  <a:pt x="27167" y="43263"/>
                </a:moveTo>
                <a:cubicBezTo>
                  <a:pt x="27167" y="43322"/>
                  <a:pt x="27196" y="43381"/>
                  <a:pt x="27196" y="43439"/>
                </a:cubicBezTo>
                <a:cubicBezTo>
                  <a:pt x="27167" y="43484"/>
                  <a:pt x="27167" y="43528"/>
                  <a:pt x="27152" y="43587"/>
                </a:cubicBezTo>
                <a:cubicBezTo>
                  <a:pt x="27152" y="43528"/>
                  <a:pt x="27137" y="43469"/>
                  <a:pt x="27137" y="43410"/>
                </a:cubicBezTo>
                <a:cubicBezTo>
                  <a:pt x="27152" y="43366"/>
                  <a:pt x="27152" y="43322"/>
                  <a:pt x="27167" y="43263"/>
                </a:cubicBezTo>
                <a:close/>
                <a:moveTo>
                  <a:pt x="27019" y="43189"/>
                </a:moveTo>
                <a:cubicBezTo>
                  <a:pt x="27019" y="43263"/>
                  <a:pt x="27034" y="43336"/>
                  <a:pt x="27064" y="43410"/>
                </a:cubicBezTo>
                <a:cubicBezTo>
                  <a:pt x="27049" y="43484"/>
                  <a:pt x="27019" y="43542"/>
                  <a:pt x="27005" y="43616"/>
                </a:cubicBezTo>
                <a:lnTo>
                  <a:pt x="27005" y="43601"/>
                </a:lnTo>
                <a:lnTo>
                  <a:pt x="27005" y="43572"/>
                </a:lnTo>
                <a:cubicBezTo>
                  <a:pt x="27005" y="43557"/>
                  <a:pt x="26990" y="43557"/>
                  <a:pt x="26990" y="43542"/>
                </a:cubicBezTo>
                <a:cubicBezTo>
                  <a:pt x="26990" y="43528"/>
                  <a:pt x="26990" y="43528"/>
                  <a:pt x="26975" y="43513"/>
                </a:cubicBezTo>
                <a:cubicBezTo>
                  <a:pt x="26975" y="43469"/>
                  <a:pt x="26946" y="43439"/>
                  <a:pt x="26946" y="43395"/>
                </a:cubicBezTo>
                <a:cubicBezTo>
                  <a:pt x="26975" y="43322"/>
                  <a:pt x="26990" y="43263"/>
                  <a:pt x="27019" y="43189"/>
                </a:cubicBezTo>
                <a:close/>
                <a:moveTo>
                  <a:pt x="26902" y="43528"/>
                </a:moveTo>
                <a:cubicBezTo>
                  <a:pt x="26902" y="43542"/>
                  <a:pt x="26902" y="43557"/>
                  <a:pt x="26916" y="43587"/>
                </a:cubicBezTo>
                <a:cubicBezTo>
                  <a:pt x="26902" y="43660"/>
                  <a:pt x="26858" y="43734"/>
                  <a:pt x="26843" y="43807"/>
                </a:cubicBezTo>
                <a:cubicBezTo>
                  <a:pt x="26843" y="43778"/>
                  <a:pt x="26813" y="43748"/>
                  <a:pt x="26813" y="43734"/>
                </a:cubicBezTo>
                <a:cubicBezTo>
                  <a:pt x="26843" y="43675"/>
                  <a:pt x="26872" y="43601"/>
                  <a:pt x="26902" y="43528"/>
                </a:cubicBezTo>
                <a:close/>
                <a:moveTo>
                  <a:pt x="27093" y="43616"/>
                </a:moveTo>
                <a:cubicBezTo>
                  <a:pt x="27093" y="43675"/>
                  <a:pt x="27093" y="43748"/>
                  <a:pt x="27122" y="43822"/>
                </a:cubicBezTo>
                <a:cubicBezTo>
                  <a:pt x="27078" y="43763"/>
                  <a:pt x="27078" y="43748"/>
                  <a:pt x="27064" y="43704"/>
                </a:cubicBezTo>
                <a:cubicBezTo>
                  <a:pt x="27078" y="43675"/>
                  <a:pt x="27078" y="43645"/>
                  <a:pt x="27093" y="43616"/>
                </a:cubicBezTo>
                <a:close/>
                <a:moveTo>
                  <a:pt x="26652" y="43454"/>
                </a:moveTo>
                <a:lnTo>
                  <a:pt x="26710" y="43616"/>
                </a:lnTo>
                <a:cubicBezTo>
                  <a:pt x="26666" y="43690"/>
                  <a:pt x="26637" y="43763"/>
                  <a:pt x="26607" y="43851"/>
                </a:cubicBezTo>
                <a:cubicBezTo>
                  <a:pt x="26578" y="43807"/>
                  <a:pt x="26563" y="43748"/>
                  <a:pt x="26549" y="43675"/>
                </a:cubicBezTo>
                <a:lnTo>
                  <a:pt x="26652" y="43454"/>
                </a:lnTo>
                <a:close/>
                <a:moveTo>
                  <a:pt x="27211" y="43719"/>
                </a:moveTo>
                <a:cubicBezTo>
                  <a:pt x="27211" y="43763"/>
                  <a:pt x="27225" y="43807"/>
                  <a:pt x="27225" y="43837"/>
                </a:cubicBezTo>
                <a:cubicBezTo>
                  <a:pt x="27225" y="43881"/>
                  <a:pt x="27211" y="43910"/>
                  <a:pt x="27211" y="43925"/>
                </a:cubicBezTo>
                <a:cubicBezTo>
                  <a:pt x="27211" y="43896"/>
                  <a:pt x="27211" y="43851"/>
                  <a:pt x="27196" y="43822"/>
                </a:cubicBezTo>
                <a:cubicBezTo>
                  <a:pt x="27196" y="43778"/>
                  <a:pt x="27211" y="43763"/>
                  <a:pt x="27211" y="43719"/>
                </a:cubicBezTo>
                <a:close/>
                <a:moveTo>
                  <a:pt x="26946" y="43763"/>
                </a:moveTo>
                <a:lnTo>
                  <a:pt x="26946" y="43778"/>
                </a:lnTo>
                <a:cubicBezTo>
                  <a:pt x="26931" y="43851"/>
                  <a:pt x="26902" y="43910"/>
                  <a:pt x="26872" y="43984"/>
                </a:cubicBezTo>
                <a:lnTo>
                  <a:pt x="26872" y="43969"/>
                </a:lnTo>
                <a:cubicBezTo>
                  <a:pt x="26902" y="43896"/>
                  <a:pt x="26931" y="43822"/>
                  <a:pt x="26946" y="43763"/>
                </a:cubicBezTo>
                <a:close/>
                <a:moveTo>
                  <a:pt x="27078" y="43822"/>
                </a:moveTo>
                <a:cubicBezTo>
                  <a:pt x="27078" y="43837"/>
                  <a:pt x="27078" y="43837"/>
                  <a:pt x="27093" y="43851"/>
                </a:cubicBezTo>
                <a:cubicBezTo>
                  <a:pt x="27078" y="43910"/>
                  <a:pt x="27078" y="43954"/>
                  <a:pt x="27064" y="43984"/>
                </a:cubicBezTo>
                <a:cubicBezTo>
                  <a:pt x="27064" y="43969"/>
                  <a:pt x="27064" y="43954"/>
                  <a:pt x="27049" y="43925"/>
                </a:cubicBezTo>
                <a:cubicBezTo>
                  <a:pt x="27064" y="43896"/>
                  <a:pt x="27064" y="43851"/>
                  <a:pt x="27078" y="43822"/>
                </a:cubicBezTo>
                <a:close/>
                <a:moveTo>
                  <a:pt x="26769" y="43851"/>
                </a:moveTo>
                <a:cubicBezTo>
                  <a:pt x="26769" y="43896"/>
                  <a:pt x="26784" y="43910"/>
                  <a:pt x="26784" y="43940"/>
                </a:cubicBezTo>
                <a:cubicBezTo>
                  <a:pt x="26769" y="44028"/>
                  <a:pt x="26725" y="44087"/>
                  <a:pt x="26710" y="44175"/>
                </a:cubicBezTo>
                <a:cubicBezTo>
                  <a:pt x="26696" y="44131"/>
                  <a:pt x="26696" y="44102"/>
                  <a:pt x="26666" y="44058"/>
                </a:cubicBezTo>
                <a:cubicBezTo>
                  <a:pt x="26710" y="43984"/>
                  <a:pt x="26725" y="43910"/>
                  <a:pt x="26769" y="43851"/>
                </a:cubicBezTo>
                <a:close/>
                <a:moveTo>
                  <a:pt x="26799" y="44116"/>
                </a:moveTo>
                <a:lnTo>
                  <a:pt x="26799" y="44146"/>
                </a:lnTo>
                <a:cubicBezTo>
                  <a:pt x="26799" y="44205"/>
                  <a:pt x="26784" y="44278"/>
                  <a:pt x="26755" y="44352"/>
                </a:cubicBezTo>
                <a:cubicBezTo>
                  <a:pt x="26755" y="44337"/>
                  <a:pt x="26755" y="44337"/>
                  <a:pt x="26725" y="44322"/>
                </a:cubicBezTo>
                <a:cubicBezTo>
                  <a:pt x="26755" y="44249"/>
                  <a:pt x="26784" y="44190"/>
                  <a:pt x="26799" y="44116"/>
                </a:cubicBezTo>
                <a:close/>
                <a:moveTo>
                  <a:pt x="27137" y="44175"/>
                </a:moveTo>
                <a:cubicBezTo>
                  <a:pt x="27152" y="44175"/>
                  <a:pt x="27152" y="44205"/>
                  <a:pt x="27152" y="44219"/>
                </a:cubicBezTo>
                <a:cubicBezTo>
                  <a:pt x="27137" y="44278"/>
                  <a:pt x="27137" y="44322"/>
                  <a:pt x="27122" y="44367"/>
                </a:cubicBezTo>
                <a:cubicBezTo>
                  <a:pt x="27122" y="44352"/>
                  <a:pt x="27122" y="44322"/>
                  <a:pt x="27093" y="44293"/>
                </a:cubicBezTo>
                <a:cubicBezTo>
                  <a:pt x="27122" y="44264"/>
                  <a:pt x="27122" y="44205"/>
                  <a:pt x="27137" y="44175"/>
                </a:cubicBezTo>
                <a:close/>
                <a:moveTo>
                  <a:pt x="26990" y="44131"/>
                </a:moveTo>
                <a:cubicBezTo>
                  <a:pt x="27005" y="44131"/>
                  <a:pt x="27005" y="44175"/>
                  <a:pt x="27005" y="44190"/>
                </a:cubicBezTo>
                <a:cubicBezTo>
                  <a:pt x="26990" y="44264"/>
                  <a:pt x="26975" y="44308"/>
                  <a:pt x="26946" y="44396"/>
                </a:cubicBezTo>
                <a:cubicBezTo>
                  <a:pt x="26946" y="44367"/>
                  <a:pt x="26931" y="44337"/>
                  <a:pt x="26931" y="44322"/>
                </a:cubicBezTo>
                <a:cubicBezTo>
                  <a:pt x="26946" y="44264"/>
                  <a:pt x="26975" y="44190"/>
                  <a:pt x="26990" y="44131"/>
                </a:cubicBezTo>
                <a:close/>
                <a:moveTo>
                  <a:pt x="26858" y="44278"/>
                </a:moveTo>
                <a:cubicBezTo>
                  <a:pt x="26843" y="44352"/>
                  <a:pt x="26813" y="44425"/>
                  <a:pt x="26784" y="44499"/>
                </a:cubicBezTo>
                <a:lnTo>
                  <a:pt x="26784" y="44484"/>
                </a:lnTo>
                <a:cubicBezTo>
                  <a:pt x="26799" y="44411"/>
                  <a:pt x="26843" y="44352"/>
                  <a:pt x="26858" y="44278"/>
                </a:cubicBezTo>
                <a:close/>
                <a:moveTo>
                  <a:pt x="27184" y="44596"/>
                </a:moveTo>
                <a:cubicBezTo>
                  <a:pt x="27188" y="44608"/>
                  <a:pt x="27196" y="44617"/>
                  <a:pt x="27196" y="44617"/>
                </a:cubicBezTo>
                <a:cubicBezTo>
                  <a:pt x="27196" y="44646"/>
                  <a:pt x="27167" y="44676"/>
                  <a:pt x="27167" y="44705"/>
                </a:cubicBezTo>
                <a:lnTo>
                  <a:pt x="27167" y="44646"/>
                </a:lnTo>
                <a:cubicBezTo>
                  <a:pt x="27167" y="44629"/>
                  <a:pt x="27176" y="44613"/>
                  <a:pt x="27184" y="44596"/>
                </a:cubicBezTo>
                <a:close/>
                <a:moveTo>
                  <a:pt x="26902" y="44455"/>
                </a:moveTo>
                <a:cubicBezTo>
                  <a:pt x="26902" y="44499"/>
                  <a:pt x="26916" y="44514"/>
                  <a:pt x="26916" y="44558"/>
                </a:cubicBezTo>
                <a:cubicBezTo>
                  <a:pt x="26902" y="44617"/>
                  <a:pt x="26858" y="44690"/>
                  <a:pt x="26843" y="44734"/>
                </a:cubicBezTo>
                <a:cubicBezTo>
                  <a:pt x="26843" y="44705"/>
                  <a:pt x="26828" y="44676"/>
                  <a:pt x="26828" y="44646"/>
                </a:cubicBezTo>
                <a:cubicBezTo>
                  <a:pt x="26843" y="44587"/>
                  <a:pt x="26872" y="44514"/>
                  <a:pt x="26902" y="44455"/>
                </a:cubicBezTo>
                <a:close/>
                <a:moveTo>
                  <a:pt x="27064" y="44484"/>
                </a:moveTo>
                <a:cubicBezTo>
                  <a:pt x="27064" y="44514"/>
                  <a:pt x="27064" y="44558"/>
                  <a:pt x="27078" y="44587"/>
                </a:cubicBezTo>
                <a:lnTo>
                  <a:pt x="27019" y="44764"/>
                </a:lnTo>
                <a:cubicBezTo>
                  <a:pt x="27019" y="44720"/>
                  <a:pt x="27005" y="44690"/>
                  <a:pt x="27005" y="44646"/>
                </a:cubicBezTo>
                <a:lnTo>
                  <a:pt x="27064" y="44484"/>
                </a:lnTo>
                <a:close/>
                <a:moveTo>
                  <a:pt x="26975" y="44808"/>
                </a:moveTo>
                <a:cubicBezTo>
                  <a:pt x="26975" y="44852"/>
                  <a:pt x="26990" y="44911"/>
                  <a:pt x="26990" y="44940"/>
                </a:cubicBezTo>
                <a:cubicBezTo>
                  <a:pt x="26975" y="45014"/>
                  <a:pt x="26946" y="45073"/>
                  <a:pt x="26931" y="45132"/>
                </a:cubicBezTo>
                <a:cubicBezTo>
                  <a:pt x="26931" y="45073"/>
                  <a:pt x="26916" y="45029"/>
                  <a:pt x="26916" y="44985"/>
                </a:cubicBezTo>
                <a:lnTo>
                  <a:pt x="26975" y="44808"/>
                </a:lnTo>
                <a:close/>
                <a:moveTo>
                  <a:pt x="27093" y="44882"/>
                </a:moveTo>
                <a:cubicBezTo>
                  <a:pt x="27093" y="44926"/>
                  <a:pt x="27093" y="44955"/>
                  <a:pt x="27122" y="44999"/>
                </a:cubicBezTo>
                <a:cubicBezTo>
                  <a:pt x="27093" y="45058"/>
                  <a:pt x="27093" y="45088"/>
                  <a:pt x="27078" y="45147"/>
                </a:cubicBezTo>
                <a:cubicBezTo>
                  <a:pt x="27078" y="45102"/>
                  <a:pt x="27064" y="45073"/>
                  <a:pt x="27064" y="45014"/>
                </a:cubicBezTo>
                <a:cubicBezTo>
                  <a:pt x="27078" y="44985"/>
                  <a:pt x="27078" y="44926"/>
                  <a:pt x="27093" y="44882"/>
                </a:cubicBezTo>
                <a:close/>
                <a:moveTo>
                  <a:pt x="27137" y="45323"/>
                </a:moveTo>
                <a:lnTo>
                  <a:pt x="27137" y="45426"/>
                </a:lnTo>
                <a:cubicBezTo>
                  <a:pt x="27137" y="45442"/>
                  <a:pt x="27133" y="45454"/>
                  <a:pt x="27129" y="45468"/>
                </a:cubicBezTo>
                <a:lnTo>
                  <a:pt x="27129" y="45468"/>
                </a:lnTo>
                <a:cubicBezTo>
                  <a:pt x="27128" y="45445"/>
                  <a:pt x="27122" y="45424"/>
                  <a:pt x="27122" y="45397"/>
                </a:cubicBezTo>
                <a:cubicBezTo>
                  <a:pt x="27122" y="45382"/>
                  <a:pt x="27137" y="45353"/>
                  <a:pt x="27137" y="45323"/>
                </a:cubicBezTo>
                <a:close/>
                <a:moveTo>
                  <a:pt x="26990" y="45220"/>
                </a:moveTo>
                <a:cubicBezTo>
                  <a:pt x="26990" y="45279"/>
                  <a:pt x="27005" y="45323"/>
                  <a:pt x="27005" y="45367"/>
                </a:cubicBezTo>
                <a:cubicBezTo>
                  <a:pt x="27019" y="45426"/>
                  <a:pt x="27005" y="45470"/>
                  <a:pt x="26990" y="45529"/>
                </a:cubicBezTo>
                <a:cubicBezTo>
                  <a:pt x="26975" y="45470"/>
                  <a:pt x="26975" y="45411"/>
                  <a:pt x="26946" y="45353"/>
                </a:cubicBezTo>
                <a:cubicBezTo>
                  <a:pt x="26961" y="45308"/>
                  <a:pt x="26990" y="45250"/>
                  <a:pt x="26990" y="45220"/>
                </a:cubicBezTo>
                <a:close/>
                <a:moveTo>
                  <a:pt x="24577" y="41085"/>
                </a:moveTo>
                <a:cubicBezTo>
                  <a:pt x="24635" y="41158"/>
                  <a:pt x="24709" y="41232"/>
                  <a:pt x="24768" y="41306"/>
                </a:cubicBezTo>
                <a:cubicBezTo>
                  <a:pt x="23855" y="42306"/>
                  <a:pt x="22855" y="43204"/>
                  <a:pt x="21854" y="44072"/>
                </a:cubicBezTo>
                <a:cubicBezTo>
                  <a:pt x="21236" y="44631"/>
                  <a:pt x="20588" y="45205"/>
                  <a:pt x="19985" y="45794"/>
                </a:cubicBezTo>
                <a:cubicBezTo>
                  <a:pt x="20691" y="45014"/>
                  <a:pt x="21457" y="44264"/>
                  <a:pt x="22207" y="43528"/>
                </a:cubicBezTo>
                <a:cubicBezTo>
                  <a:pt x="22987" y="42733"/>
                  <a:pt x="23811" y="41924"/>
                  <a:pt x="24577" y="41085"/>
                </a:cubicBezTo>
                <a:close/>
                <a:moveTo>
                  <a:pt x="27064" y="45617"/>
                </a:moveTo>
                <a:cubicBezTo>
                  <a:pt x="27064" y="45676"/>
                  <a:pt x="27078" y="45735"/>
                  <a:pt x="27078" y="45779"/>
                </a:cubicBezTo>
                <a:cubicBezTo>
                  <a:pt x="27078" y="45823"/>
                  <a:pt x="27064" y="45853"/>
                  <a:pt x="27064" y="45897"/>
                </a:cubicBezTo>
                <a:cubicBezTo>
                  <a:pt x="27034" y="45838"/>
                  <a:pt x="27034" y="45794"/>
                  <a:pt x="27019" y="45735"/>
                </a:cubicBezTo>
                <a:cubicBezTo>
                  <a:pt x="27034" y="45691"/>
                  <a:pt x="27034" y="45662"/>
                  <a:pt x="27064" y="45617"/>
                </a:cubicBezTo>
                <a:close/>
                <a:moveTo>
                  <a:pt x="27314" y="45529"/>
                </a:moveTo>
                <a:cubicBezTo>
                  <a:pt x="27314" y="45647"/>
                  <a:pt x="27299" y="45765"/>
                  <a:pt x="27284" y="45897"/>
                </a:cubicBezTo>
                <a:lnTo>
                  <a:pt x="27284" y="45823"/>
                </a:lnTo>
                <a:lnTo>
                  <a:pt x="27284" y="45735"/>
                </a:lnTo>
                <a:cubicBezTo>
                  <a:pt x="27299" y="45662"/>
                  <a:pt x="27299" y="45588"/>
                  <a:pt x="27314" y="45529"/>
                </a:cubicBezTo>
                <a:close/>
                <a:moveTo>
                  <a:pt x="27093" y="46059"/>
                </a:moveTo>
                <a:cubicBezTo>
                  <a:pt x="27093" y="46118"/>
                  <a:pt x="27093" y="46162"/>
                  <a:pt x="27122" y="46206"/>
                </a:cubicBezTo>
                <a:lnTo>
                  <a:pt x="27122" y="46250"/>
                </a:lnTo>
                <a:cubicBezTo>
                  <a:pt x="27093" y="46250"/>
                  <a:pt x="27093" y="46265"/>
                  <a:pt x="27093" y="46265"/>
                </a:cubicBezTo>
                <a:cubicBezTo>
                  <a:pt x="27093" y="46236"/>
                  <a:pt x="27078" y="46191"/>
                  <a:pt x="27078" y="46133"/>
                </a:cubicBezTo>
                <a:cubicBezTo>
                  <a:pt x="27078" y="46118"/>
                  <a:pt x="27093" y="46088"/>
                  <a:pt x="27093" y="46059"/>
                </a:cubicBezTo>
                <a:close/>
                <a:moveTo>
                  <a:pt x="24812" y="41350"/>
                </a:moveTo>
                <a:lnTo>
                  <a:pt x="24812" y="41350"/>
                </a:lnTo>
                <a:cubicBezTo>
                  <a:pt x="24797" y="41379"/>
                  <a:pt x="24783" y="41394"/>
                  <a:pt x="24768" y="41423"/>
                </a:cubicBezTo>
                <a:lnTo>
                  <a:pt x="24812" y="41482"/>
                </a:lnTo>
                <a:lnTo>
                  <a:pt x="24871" y="41423"/>
                </a:lnTo>
                <a:cubicBezTo>
                  <a:pt x="24915" y="41482"/>
                  <a:pt x="24959" y="41541"/>
                  <a:pt x="25003" y="41585"/>
                </a:cubicBezTo>
                <a:cubicBezTo>
                  <a:pt x="24003" y="42762"/>
                  <a:pt x="22869" y="43675"/>
                  <a:pt x="21648" y="44631"/>
                </a:cubicBezTo>
                <a:cubicBezTo>
                  <a:pt x="20897" y="45220"/>
                  <a:pt x="20147" y="45823"/>
                  <a:pt x="19411" y="46500"/>
                </a:cubicBezTo>
                <a:cubicBezTo>
                  <a:pt x="20206" y="45662"/>
                  <a:pt x="21059" y="44882"/>
                  <a:pt x="21913" y="44131"/>
                </a:cubicBezTo>
                <a:cubicBezTo>
                  <a:pt x="22899" y="43263"/>
                  <a:pt x="23914" y="42365"/>
                  <a:pt x="24812" y="41350"/>
                </a:cubicBezTo>
                <a:close/>
                <a:moveTo>
                  <a:pt x="27019" y="46353"/>
                </a:moveTo>
                <a:cubicBezTo>
                  <a:pt x="27019" y="46412"/>
                  <a:pt x="27019" y="46471"/>
                  <a:pt x="27034" y="46500"/>
                </a:cubicBezTo>
                <a:cubicBezTo>
                  <a:pt x="27019" y="46545"/>
                  <a:pt x="27019" y="46574"/>
                  <a:pt x="27005" y="46618"/>
                </a:cubicBezTo>
                <a:cubicBezTo>
                  <a:pt x="27005" y="46574"/>
                  <a:pt x="26990" y="46545"/>
                  <a:pt x="26990" y="46500"/>
                </a:cubicBezTo>
                <a:cubicBezTo>
                  <a:pt x="27005" y="46456"/>
                  <a:pt x="27005" y="46412"/>
                  <a:pt x="27019" y="46353"/>
                </a:cubicBezTo>
                <a:close/>
                <a:moveTo>
                  <a:pt x="27343" y="46000"/>
                </a:moveTo>
                <a:cubicBezTo>
                  <a:pt x="27343" y="46265"/>
                  <a:pt x="27299" y="46545"/>
                  <a:pt x="27240" y="46824"/>
                </a:cubicBezTo>
                <a:lnTo>
                  <a:pt x="27240" y="46633"/>
                </a:lnTo>
                <a:lnTo>
                  <a:pt x="27240" y="46515"/>
                </a:lnTo>
                <a:cubicBezTo>
                  <a:pt x="27284" y="46353"/>
                  <a:pt x="27314" y="46177"/>
                  <a:pt x="27343" y="46000"/>
                </a:cubicBezTo>
                <a:close/>
                <a:moveTo>
                  <a:pt x="27064" y="46868"/>
                </a:moveTo>
                <a:cubicBezTo>
                  <a:pt x="27064" y="46898"/>
                  <a:pt x="27078" y="46927"/>
                  <a:pt x="27078" y="46971"/>
                </a:cubicBezTo>
                <a:cubicBezTo>
                  <a:pt x="27078" y="46986"/>
                  <a:pt x="27064" y="47001"/>
                  <a:pt x="27064" y="47030"/>
                </a:cubicBezTo>
                <a:cubicBezTo>
                  <a:pt x="27064" y="47015"/>
                  <a:pt x="27064" y="46986"/>
                  <a:pt x="27049" y="46971"/>
                </a:cubicBezTo>
                <a:cubicBezTo>
                  <a:pt x="27049" y="46927"/>
                  <a:pt x="27064" y="46912"/>
                  <a:pt x="27064" y="46868"/>
                </a:cubicBezTo>
                <a:close/>
                <a:moveTo>
                  <a:pt x="25033" y="41644"/>
                </a:moveTo>
                <a:cubicBezTo>
                  <a:pt x="25062" y="41673"/>
                  <a:pt x="25077" y="41688"/>
                  <a:pt x="25092" y="41718"/>
                </a:cubicBezTo>
                <a:lnTo>
                  <a:pt x="25062" y="41762"/>
                </a:lnTo>
                <a:lnTo>
                  <a:pt x="25106" y="41821"/>
                </a:lnTo>
                <a:cubicBezTo>
                  <a:pt x="25106" y="41791"/>
                  <a:pt x="25121" y="41791"/>
                  <a:pt x="25121" y="41776"/>
                </a:cubicBezTo>
                <a:cubicBezTo>
                  <a:pt x="25150" y="41821"/>
                  <a:pt x="25165" y="41835"/>
                  <a:pt x="25180" y="41865"/>
                </a:cubicBezTo>
                <a:cubicBezTo>
                  <a:pt x="25121" y="41938"/>
                  <a:pt x="25077" y="42012"/>
                  <a:pt x="25018" y="42071"/>
                </a:cubicBezTo>
                <a:cubicBezTo>
                  <a:pt x="23988" y="43307"/>
                  <a:pt x="22737" y="44190"/>
                  <a:pt x="21427" y="45132"/>
                </a:cubicBezTo>
                <a:cubicBezTo>
                  <a:pt x="20544" y="45750"/>
                  <a:pt x="19647" y="46397"/>
                  <a:pt x="18778" y="47163"/>
                </a:cubicBezTo>
                <a:cubicBezTo>
                  <a:pt x="19720" y="46250"/>
                  <a:pt x="20721" y="45456"/>
                  <a:pt x="21692" y="44690"/>
                </a:cubicBezTo>
                <a:cubicBezTo>
                  <a:pt x="22899" y="43734"/>
                  <a:pt x="24047" y="42821"/>
                  <a:pt x="25033" y="41644"/>
                </a:cubicBezTo>
                <a:close/>
                <a:moveTo>
                  <a:pt x="25253" y="41938"/>
                </a:moveTo>
                <a:cubicBezTo>
                  <a:pt x="25298" y="41982"/>
                  <a:pt x="25312" y="42041"/>
                  <a:pt x="25342" y="42071"/>
                </a:cubicBezTo>
                <a:cubicBezTo>
                  <a:pt x="25371" y="42086"/>
                  <a:pt x="25386" y="42115"/>
                  <a:pt x="25401" y="42144"/>
                </a:cubicBezTo>
                <a:cubicBezTo>
                  <a:pt x="25401" y="42144"/>
                  <a:pt x="25401" y="42159"/>
                  <a:pt x="25415" y="42159"/>
                </a:cubicBezTo>
                <a:cubicBezTo>
                  <a:pt x="25312" y="42306"/>
                  <a:pt x="25180" y="42453"/>
                  <a:pt x="25077" y="42630"/>
                </a:cubicBezTo>
                <a:cubicBezTo>
                  <a:pt x="24003" y="43910"/>
                  <a:pt x="22678" y="44764"/>
                  <a:pt x="21280" y="45662"/>
                </a:cubicBezTo>
                <a:cubicBezTo>
                  <a:pt x="20323" y="46265"/>
                  <a:pt x="19337" y="46912"/>
                  <a:pt x="18410" y="47707"/>
                </a:cubicBezTo>
                <a:cubicBezTo>
                  <a:pt x="18396" y="47678"/>
                  <a:pt x="18410" y="47663"/>
                  <a:pt x="18440" y="47634"/>
                </a:cubicBezTo>
                <a:cubicBezTo>
                  <a:pt x="19411" y="46677"/>
                  <a:pt x="20456" y="45941"/>
                  <a:pt x="21486" y="45205"/>
                </a:cubicBezTo>
                <a:cubicBezTo>
                  <a:pt x="22811" y="44264"/>
                  <a:pt x="24047" y="43381"/>
                  <a:pt x="25092" y="42130"/>
                </a:cubicBezTo>
                <a:cubicBezTo>
                  <a:pt x="25150" y="42071"/>
                  <a:pt x="25195" y="41997"/>
                  <a:pt x="25253" y="41938"/>
                </a:cubicBezTo>
                <a:close/>
                <a:moveTo>
                  <a:pt x="25460" y="42218"/>
                </a:moveTo>
                <a:cubicBezTo>
                  <a:pt x="25518" y="42292"/>
                  <a:pt x="25548" y="42350"/>
                  <a:pt x="25607" y="42424"/>
                </a:cubicBezTo>
                <a:cubicBezTo>
                  <a:pt x="25445" y="42659"/>
                  <a:pt x="25253" y="42895"/>
                  <a:pt x="25062" y="43145"/>
                </a:cubicBezTo>
                <a:cubicBezTo>
                  <a:pt x="23958" y="44484"/>
                  <a:pt x="22575" y="45294"/>
                  <a:pt x="21089" y="46133"/>
                </a:cubicBezTo>
                <a:cubicBezTo>
                  <a:pt x="20095" y="46717"/>
                  <a:pt x="19073" y="47301"/>
                  <a:pt x="18108" y="48087"/>
                </a:cubicBezTo>
                <a:lnTo>
                  <a:pt x="18108" y="48087"/>
                </a:lnTo>
                <a:cubicBezTo>
                  <a:pt x="18130" y="48063"/>
                  <a:pt x="18153" y="48024"/>
                  <a:pt x="18175" y="48001"/>
                </a:cubicBezTo>
                <a:cubicBezTo>
                  <a:pt x="19190" y="47074"/>
                  <a:pt x="20250" y="46397"/>
                  <a:pt x="21309" y="45720"/>
                </a:cubicBezTo>
                <a:cubicBezTo>
                  <a:pt x="22708" y="44808"/>
                  <a:pt x="24032" y="43969"/>
                  <a:pt x="25106" y="42659"/>
                </a:cubicBezTo>
                <a:cubicBezTo>
                  <a:pt x="25224" y="42512"/>
                  <a:pt x="25357" y="42365"/>
                  <a:pt x="25460" y="42218"/>
                </a:cubicBezTo>
                <a:close/>
                <a:moveTo>
                  <a:pt x="25651" y="42512"/>
                </a:moveTo>
                <a:cubicBezTo>
                  <a:pt x="25695" y="42586"/>
                  <a:pt x="25739" y="42645"/>
                  <a:pt x="25769" y="42718"/>
                </a:cubicBezTo>
                <a:cubicBezTo>
                  <a:pt x="25548" y="43042"/>
                  <a:pt x="25312" y="43381"/>
                  <a:pt x="25062" y="43690"/>
                </a:cubicBezTo>
                <a:cubicBezTo>
                  <a:pt x="23929" y="45073"/>
                  <a:pt x="22457" y="45838"/>
                  <a:pt x="20897" y="46677"/>
                </a:cubicBezTo>
                <a:cubicBezTo>
                  <a:pt x="19867" y="47222"/>
                  <a:pt x="18808" y="47781"/>
                  <a:pt x="17792" y="48531"/>
                </a:cubicBezTo>
                <a:cubicBezTo>
                  <a:pt x="17836" y="48472"/>
                  <a:pt x="17881" y="48414"/>
                  <a:pt x="17925" y="48369"/>
                </a:cubicBezTo>
                <a:cubicBezTo>
                  <a:pt x="18940" y="47501"/>
                  <a:pt x="20044" y="46854"/>
                  <a:pt x="21118" y="46236"/>
                </a:cubicBezTo>
                <a:cubicBezTo>
                  <a:pt x="22605" y="45367"/>
                  <a:pt x="24003" y="44558"/>
                  <a:pt x="25106" y="43219"/>
                </a:cubicBezTo>
                <a:cubicBezTo>
                  <a:pt x="25298" y="42998"/>
                  <a:pt x="25474" y="42748"/>
                  <a:pt x="25651" y="42512"/>
                </a:cubicBezTo>
                <a:close/>
                <a:moveTo>
                  <a:pt x="17704" y="48561"/>
                </a:moveTo>
                <a:cubicBezTo>
                  <a:pt x="17675" y="48605"/>
                  <a:pt x="17645" y="48634"/>
                  <a:pt x="17630" y="48693"/>
                </a:cubicBezTo>
                <a:cubicBezTo>
                  <a:pt x="17601" y="48708"/>
                  <a:pt x="17571" y="48723"/>
                  <a:pt x="17557" y="48752"/>
                </a:cubicBezTo>
                <a:cubicBezTo>
                  <a:pt x="17571" y="48693"/>
                  <a:pt x="17601" y="48664"/>
                  <a:pt x="17630" y="48620"/>
                </a:cubicBezTo>
                <a:cubicBezTo>
                  <a:pt x="17645" y="48605"/>
                  <a:pt x="17675" y="48590"/>
                  <a:pt x="17704" y="48561"/>
                </a:cubicBezTo>
                <a:close/>
                <a:moveTo>
                  <a:pt x="26048" y="42586"/>
                </a:moveTo>
                <a:cubicBezTo>
                  <a:pt x="26063" y="42645"/>
                  <a:pt x="26107" y="42704"/>
                  <a:pt x="26122" y="42733"/>
                </a:cubicBezTo>
                <a:cubicBezTo>
                  <a:pt x="25827" y="43248"/>
                  <a:pt x="25474" y="43748"/>
                  <a:pt x="25092" y="44249"/>
                </a:cubicBezTo>
                <a:cubicBezTo>
                  <a:pt x="23929" y="45676"/>
                  <a:pt x="22413" y="46412"/>
                  <a:pt x="20765" y="47192"/>
                </a:cubicBezTo>
                <a:cubicBezTo>
                  <a:pt x="19705" y="47707"/>
                  <a:pt x="18616" y="48222"/>
                  <a:pt x="17586" y="48958"/>
                </a:cubicBezTo>
                <a:cubicBezTo>
                  <a:pt x="17586" y="48855"/>
                  <a:pt x="17645" y="48811"/>
                  <a:pt x="17675" y="48737"/>
                </a:cubicBezTo>
                <a:cubicBezTo>
                  <a:pt x="18734" y="47898"/>
                  <a:pt x="19853" y="47310"/>
                  <a:pt x="20956" y="46751"/>
                </a:cubicBezTo>
                <a:cubicBezTo>
                  <a:pt x="22516" y="45912"/>
                  <a:pt x="23988" y="45147"/>
                  <a:pt x="25136" y="43748"/>
                </a:cubicBezTo>
                <a:cubicBezTo>
                  <a:pt x="25386" y="43439"/>
                  <a:pt x="25621" y="43116"/>
                  <a:pt x="25827" y="42792"/>
                </a:cubicBezTo>
                <a:cubicBezTo>
                  <a:pt x="25872" y="42865"/>
                  <a:pt x="25901" y="42924"/>
                  <a:pt x="25960" y="42998"/>
                </a:cubicBezTo>
                <a:cubicBezTo>
                  <a:pt x="25945" y="42939"/>
                  <a:pt x="25901" y="42895"/>
                  <a:pt x="25886" y="42851"/>
                </a:cubicBezTo>
                <a:cubicBezTo>
                  <a:pt x="25930" y="42748"/>
                  <a:pt x="25989" y="42659"/>
                  <a:pt x="26048" y="42586"/>
                </a:cubicBezTo>
                <a:close/>
                <a:moveTo>
                  <a:pt x="17498" y="48870"/>
                </a:moveTo>
                <a:cubicBezTo>
                  <a:pt x="17454" y="48929"/>
                  <a:pt x="17424" y="48987"/>
                  <a:pt x="17395" y="49046"/>
                </a:cubicBezTo>
                <a:cubicBezTo>
                  <a:pt x="17365" y="49076"/>
                  <a:pt x="17321" y="49090"/>
                  <a:pt x="17292" y="49135"/>
                </a:cubicBezTo>
                <a:cubicBezTo>
                  <a:pt x="17307" y="49076"/>
                  <a:pt x="17351" y="49032"/>
                  <a:pt x="17380" y="48973"/>
                </a:cubicBezTo>
                <a:cubicBezTo>
                  <a:pt x="17424" y="48929"/>
                  <a:pt x="17454" y="48914"/>
                  <a:pt x="17498" y="48870"/>
                </a:cubicBezTo>
                <a:close/>
                <a:moveTo>
                  <a:pt x="17159" y="49149"/>
                </a:moveTo>
                <a:cubicBezTo>
                  <a:pt x="17145" y="49194"/>
                  <a:pt x="17101" y="49223"/>
                  <a:pt x="17086" y="49267"/>
                </a:cubicBezTo>
                <a:lnTo>
                  <a:pt x="17027" y="49326"/>
                </a:lnTo>
                <a:cubicBezTo>
                  <a:pt x="17056" y="49282"/>
                  <a:pt x="17071" y="49238"/>
                  <a:pt x="17101" y="49208"/>
                </a:cubicBezTo>
                <a:lnTo>
                  <a:pt x="17159" y="49149"/>
                </a:lnTo>
                <a:close/>
                <a:moveTo>
                  <a:pt x="26136" y="42836"/>
                </a:moveTo>
                <a:cubicBezTo>
                  <a:pt x="26166" y="42851"/>
                  <a:pt x="26166" y="42865"/>
                  <a:pt x="26181" y="42880"/>
                </a:cubicBezTo>
                <a:cubicBezTo>
                  <a:pt x="26122" y="42968"/>
                  <a:pt x="26092" y="43042"/>
                  <a:pt x="26033" y="43145"/>
                </a:cubicBezTo>
                <a:cubicBezTo>
                  <a:pt x="26048" y="43160"/>
                  <a:pt x="26063" y="43189"/>
                  <a:pt x="26063" y="43204"/>
                </a:cubicBezTo>
                <a:cubicBezTo>
                  <a:pt x="26122" y="43145"/>
                  <a:pt x="26166" y="43042"/>
                  <a:pt x="26210" y="42968"/>
                </a:cubicBezTo>
                <a:cubicBezTo>
                  <a:pt x="26239" y="42983"/>
                  <a:pt x="26239" y="43013"/>
                  <a:pt x="26239" y="43042"/>
                </a:cubicBezTo>
                <a:cubicBezTo>
                  <a:pt x="25916" y="43631"/>
                  <a:pt x="25533" y="44205"/>
                  <a:pt x="25077" y="44779"/>
                </a:cubicBezTo>
                <a:cubicBezTo>
                  <a:pt x="23900" y="46250"/>
                  <a:pt x="22281" y="46942"/>
                  <a:pt x="20574" y="47678"/>
                </a:cubicBezTo>
                <a:cubicBezTo>
                  <a:pt x="19485" y="48163"/>
                  <a:pt x="18381" y="48634"/>
                  <a:pt x="17307" y="49341"/>
                </a:cubicBezTo>
                <a:cubicBezTo>
                  <a:pt x="17351" y="49267"/>
                  <a:pt x="17410" y="49194"/>
                  <a:pt x="17439" y="49120"/>
                </a:cubicBezTo>
                <a:cubicBezTo>
                  <a:pt x="18528" y="48325"/>
                  <a:pt x="19661" y="47795"/>
                  <a:pt x="20765" y="47251"/>
                </a:cubicBezTo>
                <a:cubicBezTo>
                  <a:pt x="22413" y="46471"/>
                  <a:pt x="23958" y="45735"/>
                  <a:pt x="25136" y="44293"/>
                </a:cubicBezTo>
                <a:cubicBezTo>
                  <a:pt x="25518" y="43822"/>
                  <a:pt x="25842" y="43336"/>
                  <a:pt x="26136" y="42836"/>
                </a:cubicBezTo>
                <a:close/>
                <a:moveTo>
                  <a:pt x="17292" y="49223"/>
                </a:moveTo>
                <a:cubicBezTo>
                  <a:pt x="17248" y="49297"/>
                  <a:pt x="17218" y="49355"/>
                  <a:pt x="17189" y="49429"/>
                </a:cubicBezTo>
                <a:cubicBezTo>
                  <a:pt x="17130" y="49458"/>
                  <a:pt x="17086" y="49503"/>
                  <a:pt x="17042" y="49517"/>
                </a:cubicBezTo>
                <a:cubicBezTo>
                  <a:pt x="17071" y="49473"/>
                  <a:pt x="17101" y="49400"/>
                  <a:pt x="17145" y="49341"/>
                </a:cubicBezTo>
                <a:cubicBezTo>
                  <a:pt x="17189" y="49297"/>
                  <a:pt x="17233" y="49267"/>
                  <a:pt x="17292" y="49223"/>
                </a:cubicBezTo>
                <a:close/>
                <a:moveTo>
                  <a:pt x="16968" y="49488"/>
                </a:moveTo>
                <a:cubicBezTo>
                  <a:pt x="16924" y="49547"/>
                  <a:pt x="16909" y="49591"/>
                  <a:pt x="16865" y="49650"/>
                </a:cubicBezTo>
                <a:cubicBezTo>
                  <a:pt x="16836" y="49664"/>
                  <a:pt x="16792" y="49709"/>
                  <a:pt x="16777" y="49723"/>
                </a:cubicBezTo>
                <a:cubicBezTo>
                  <a:pt x="16792" y="49664"/>
                  <a:pt x="16836" y="49606"/>
                  <a:pt x="16865" y="49561"/>
                </a:cubicBezTo>
                <a:cubicBezTo>
                  <a:pt x="16909" y="49547"/>
                  <a:pt x="16924" y="49503"/>
                  <a:pt x="16968" y="49488"/>
                </a:cubicBezTo>
                <a:close/>
                <a:moveTo>
                  <a:pt x="26254" y="43145"/>
                </a:moveTo>
                <a:cubicBezTo>
                  <a:pt x="26269" y="43175"/>
                  <a:pt x="26284" y="43233"/>
                  <a:pt x="26298" y="43263"/>
                </a:cubicBezTo>
                <a:lnTo>
                  <a:pt x="26195" y="43484"/>
                </a:lnTo>
                <a:cubicBezTo>
                  <a:pt x="26210" y="43513"/>
                  <a:pt x="26210" y="43542"/>
                  <a:pt x="26225" y="43557"/>
                </a:cubicBezTo>
                <a:cubicBezTo>
                  <a:pt x="25930" y="44116"/>
                  <a:pt x="25548" y="44705"/>
                  <a:pt x="25077" y="45294"/>
                </a:cubicBezTo>
                <a:cubicBezTo>
                  <a:pt x="23855" y="46795"/>
                  <a:pt x="22178" y="47457"/>
                  <a:pt x="20397" y="48178"/>
                </a:cubicBezTo>
                <a:cubicBezTo>
                  <a:pt x="19293" y="48620"/>
                  <a:pt x="18175" y="49061"/>
                  <a:pt x="17086" y="49723"/>
                </a:cubicBezTo>
                <a:cubicBezTo>
                  <a:pt x="17130" y="49650"/>
                  <a:pt x="17174" y="49561"/>
                  <a:pt x="17218" y="49488"/>
                </a:cubicBezTo>
                <a:cubicBezTo>
                  <a:pt x="18337" y="48737"/>
                  <a:pt x="19485" y="48237"/>
                  <a:pt x="20603" y="47751"/>
                </a:cubicBezTo>
                <a:cubicBezTo>
                  <a:pt x="22310" y="47001"/>
                  <a:pt x="23929" y="46309"/>
                  <a:pt x="25121" y="44808"/>
                </a:cubicBezTo>
                <a:cubicBezTo>
                  <a:pt x="25563" y="44264"/>
                  <a:pt x="25930" y="43704"/>
                  <a:pt x="26254" y="43145"/>
                </a:cubicBezTo>
                <a:close/>
                <a:moveTo>
                  <a:pt x="16644" y="49767"/>
                </a:moveTo>
                <a:lnTo>
                  <a:pt x="16644" y="49767"/>
                </a:lnTo>
                <a:cubicBezTo>
                  <a:pt x="16630" y="49797"/>
                  <a:pt x="16600" y="49826"/>
                  <a:pt x="16571" y="49870"/>
                </a:cubicBezTo>
                <a:cubicBezTo>
                  <a:pt x="16556" y="49885"/>
                  <a:pt x="16527" y="49915"/>
                  <a:pt x="16497" y="49929"/>
                </a:cubicBezTo>
                <a:cubicBezTo>
                  <a:pt x="16541" y="49885"/>
                  <a:pt x="16556" y="49856"/>
                  <a:pt x="16571" y="49812"/>
                </a:cubicBezTo>
                <a:cubicBezTo>
                  <a:pt x="16600" y="49797"/>
                  <a:pt x="16615" y="49782"/>
                  <a:pt x="16644" y="49767"/>
                </a:cubicBezTo>
                <a:close/>
                <a:moveTo>
                  <a:pt x="17086" y="49591"/>
                </a:moveTo>
                <a:lnTo>
                  <a:pt x="16983" y="49812"/>
                </a:lnTo>
                <a:lnTo>
                  <a:pt x="16821" y="49929"/>
                </a:lnTo>
                <a:cubicBezTo>
                  <a:pt x="16836" y="49856"/>
                  <a:pt x="16895" y="49782"/>
                  <a:pt x="16924" y="49709"/>
                </a:cubicBezTo>
                <a:lnTo>
                  <a:pt x="17086" y="49591"/>
                </a:lnTo>
                <a:close/>
                <a:moveTo>
                  <a:pt x="16762" y="49812"/>
                </a:moveTo>
                <a:lnTo>
                  <a:pt x="16762" y="49812"/>
                </a:lnTo>
                <a:cubicBezTo>
                  <a:pt x="16718" y="49885"/>
                  <a:pt x="16688" y="49944"/>
                  <a:pt x="16644" y="50018"/>
                </a:cubicBezTo>
                <a:cubicBezTo>
                  <a:pt x="16615" y="50062"/>
                  <a:pt x="16556" y="50076"/>
                  <a:pt x="16527" y="50106"/>
                </a:cubicBezTo>
                <a:cubicBezTo>
                  <a:pt x="16556" y="50032"/>
                  <a:pt x="16600" y="49973"/>
                  <a:pt x="16630" y="49915"/>
                </a:cubicBezTo>
                <a:cubicBezTo>
                  <a:pt x="16674" y="49870"/>
                  <a:pt x="16718" y="49841"/>
                  <a:pt x="16762" y="49812"/>
                </a:cubicBezTo>
                <a:close/>
                <a:moveTo>
                  <a:pt x="26387" y="43454"/>
                </a:moveTo>
                <a:cubicBezTo>
                  <a:pt x="26401" y="43528"/>
                  <a:pt x="26431" y="43601"/>
                  <a:pt x="26460" y="43660"/>
                </a:cubicBezTo>
                <a:cubicBezTo>
                  <a:pt x="26122" y="44352"/>
                  <a:pt x="25680" y="45073"/>
                  <a:pt x="25092" y="45823"/>
                </a:cubicBezTo>
                <a:cubicBezTo>
                  <a:pt x="23855" y="47369"/>
                  <a:pt x="22089" y="48016"/>
                  <a:pt x="20250" y="48678"/>
                </a:cubicBezTo>
                <a:cubicBezTo>
                  <a:pt x="19146" y="49076"/>
                  <a:pt x="18013" y="49488"/>
                  <a:pt x="16909" y="50106"/>
                </a:cubicBezTo>
                <a:cubicBezTo>
                  <a:pt x="16939" y="50018"/>
                  <a:pt x="16998" y="49944"/>
                  <a:pt x="17042" y="49856"/>
                </a:cubicBezTo>
                <a:cubicBezTo>
                  <a:pt x="18160" y="49179"/>
                  <a:pt x="19308" y="48708"/>
                  <a:pt x="20441" y="48252"/>
                </a:cubicBezTo>
                <a:cubicBezTo>
                  <a:pt x="22222" y="47531"/>
                  <a:pt x="23929" y="46868"/>
                  <a:pt x="25150" y="45353"/>
                </a:cubicBezTo>
                <a:cubicBezTo>
                  <a:pt x="25666" y="44705"/>
                  <a:pt x="26063" y="44058"/>
                  <a:pt x="26387" y="43454"/>
                </a:cubicBezTo>
                <a:close/>
                <a:moveTo>
                  <a:pt x="16468" y="50062"/>
                </a:moveTo>
                <a:lnTo>
                  <a:pt x="16468" y="50062"/>
                </a:lnTo>
                <a:cubicBezTo>
                  <a:pt x="16424" y="50106"/>
                  <a:pt x="16409" y="50165"/>
                  <a:pt x="16365" y="50209"/>
                </a:cubicBezTo>
                <a:cubicBezTo>
                  <a:pt x="16335" y="50238"/>
                  <a:pt x="16291" y="50253"/>
                  <a:pt x="16262" y="50297"/>
                </a:cubicBezTo>
                <a:cubicBezTo>
                  <a:pt x="16276" y="50253"/>
                  <a:pt x="16321" y="50209"/>
                  <a:pt x="16350" y="50150"/>
                </a:cubicBezTo>
                <a:cubicBezTo>
                  <a:pt x="16394" y="50106"/>
                  <a:pt x="16424" y="50091"/>
                  <a:pt x="16468" y="50062"/>
                </a:cubicBezTo>
                <a:close/>
                <a:moveTo>
                  <a:pt x="16909" y="49929"/>
                </a:moveTo>
                <a:lnTo>
                  <a:pt x="16909" y="49929"/>
                </a:lnTo>
                <a:cubicBezTo>
                  <a:pt x="16865" y="50032"/>
                  <a:pt x="16821" y="50106"/>
                  <a:pt x="16777" y="50180"/>
                </a:cubicBezTo>
                <a:cubicBezTo>
                  <a:pt x="16718" y="50224"/>
                  <a:pt x="16644" y="50253"/>
                  <a:pt x="16600" y="50297"/>
                </a:cubicBezTo>
                <a:cubicBezTo>
                  <a:pt x="16630" y="50224"/>
                  <a:pt x="16674" y="50135"/>
                  <a:pt x="16718" y="50062"/>
                </a:cubicBezTo>
                <a:cubicBezTo>
                  <a:pt x="16777" y="50018"/>
                  <a:pt x="16850" y="49988"/>
                  <a:pt x="16909" y="49929"/>
                </a:cubicBezTo>
                <a:close/>
                <a:moveTo>
                  <a:pt x="16600" y="50150"/>
                </a:moveTo>
                <a:lnTo>
                  <a:pt x="16600" y="50150"/>
                </a:lnTo>
                <a:cubicBezTo>
                  <a:pt x="16541" y="50238"/>
                  <a:pt x="16497" y="50312"/>
                  <a:pt x="16468" y="50386"/>
                </a:cubicBezTo>
                <a:cubicBezTo>
                  <a:pt x="16409" y="50430"/>
                  <a:pt x="16350" y="50459"/>
                  <a:pt x="16321" y="50474"/>
                </a:cubicBezTo>
                <a:cubicBezTo>
                  <a:pt x="16350" y="50400"/>
                  <a:pt x="16394" y="50327"/>
                  <a:pt x="16453" y="50253"/>
                </a:cubicBezTo>
                <a:cubicBezTo>
                  <a:pt x="16497" y="50224"/>
                  <a:pt x="16541" y="50180"/>
                  <a:pt x="16600" y="50150"/>
                </a:cubicBezTo>
                <a:close/>
                <a:moveTo>
                  <a:pt x="16129" y="50327"/>
                </a:moveTo>
                <a:cubicBezTo>
                  <a:pt x="16115" y="50371"/>
                  <a:pt x="16100" y="50400"/>
                  <a:pt x="16056" y="50444"/>
                </a:cubicBezTo>
                <a:cubicBezTo>
                  <a:pt x="16041" y="50459"/>
                  <a:pt x="16012" y="50474"/>
                  <a:pt x="15982" y="50503"/>
                </a:cubicBezTo>
                <a:cubicBezTo>
                  <a:pt x="15997" y="50474"/>
                  <a:pt x="16026" y="50444"/>
                  <a:pt x="16056" y="50400"/>
                </a:cubicBezTo>
                <a:cubicBezTo>
                  <a:pt x="16085" y="50386"/>
                  <a:pt x="16115" y="50371"/>
                  <a:pt x="16129" y="50327"/>
                </a:cubicBezTo>
                <a:close/>
                <a:moveTo>
                  <a:pt x="26504" y="43763"/>
                </a:moveTo>
                <a:cubicBezTo>
                  <a:pt x="26534" y="43822"/>
                  <a:pt x="26549" y="43896"/>
                  <a:pt x="26563" y="43940"/>
                </a:cubicBezTo>
                <a:cubicBezTo>
                  <a:pt x="26195" y="44793"/>
                  <a:pt x="25724" y="45603"/>
                  <a:pt x="25106" y="46383"/>
                </a:cubicBezTo>
                <a:cubicBezTo>
                  <a:pt x="23841" y="47972"/>
                  <a:pt x="22016" y="48561"/>
                  <a:pt x="20088" y="49208"/>
                </a:cubicBezTo>
                <a:cubicBezTo>
                  <a:pt x="18970" y="49576"/>
                  <a:pt x="17822" y="49944"/>
                  <a:pt x="16718" y="50533"/>
                </a:cubicBezTo>
                <a:cubicBezTo>
                  <a:pt x="16762" y="50444"/>
                  <a:pt x="16792" y="50341"/>
                  <a:pt x="16850" y="50253"/>
                </a:cubicBezTo>
                <a:cubicBezTo>
                  <a:pt x="17969" y="49606"/>
                  <a:pt x="19146" y="49194"/>
                  <a:pt x="20294" y="48767"/>
                </a:cubicBezTo>
                <a:cubicBezTo>
                  <a:pt x="22148" y="48090"/>
                  <a:pt x="23914" y="47457"/>
                  <a:pt x="25165" y="45882"/>
                </a:cubicBezTo>
                <a:cubicBezTo>
                  <a:pt x="25695" y="45220"/>
                  <a:pt x="26107" y="44573"/>
                  <a:pt x="26416" y="43940"/>
                </a:cubicBezTo>
                <a:cubicBezTo>
                  <a:pt x="26460" y="43896"/>
                  <a:pt x="26475" y="43822"/>
                  <a:pt x="26504" y="43763"/>
                </a:cubicBezTo>
                <a:close/>
                <a:moveTo>
                  <a:pt x="16262" y="50386"/>
                </a:moveTo>
                <a:lnTo>
                  <a:pt x="16262" y="50386"/>
                </a:lnTo>
                <a:cubicBezTo>
                  <a:pt x="16232" y="50444"/>
                  <a:pt x="16188" y="50518"/>
                  <a:pt x="16159" y="50562"/>
                </a:cubicBezTo>
                <a:cubicBezTo>
                  <a:pt x="16100" y="50606"/>
                  <a:pt x="16056" y="50636"/>
                  <a:pt x="16012" y="50665"/>
                </a:cubicBezTo>
                <a:cubicBezTo>
                  <a:pt x="16041" y="50621"/>
                  <a:pt x="16085" y="50547"/>
                  <a:pt x="16115" y="50503"/>
                </a:cubicBezTo>
                <a:cubicBezTo>
                  <a:pt x="16159" y="50459"/>
                  <a:pt x="16203" y="50430"/>
                  <a:pt x="16262" y="50386"/>
                </a:cubicBezTo>
                <a:close/>
                <a:moveTo>
                  <a:pt x="16718" y="50312"/>
                </a:moveTo>
                <a:lnTo>
                  <a:pt x="16718" y="50312"/>
                </a:lnTo>
                <a:cubicBezTo>
                  <a:pt x="16688" y="50400"/>
                  <a:pt x="16644" y="50474"/>
                  <a:pt x="16615" y="50577"/>
                </a:cubicBezTo>
                <a:cubicBezTo>
                  <a:pt x="16541" y="50621"/>
                  <a:pt x="16468" y="50665"/>
                  <a:pt x="16394" y="50695"/>
                </a:cubicBezTo>
                <a:cubicBezTo>
                  <a:pt x="16424" y="50606"/>
                  <a:pt x="16468" y="50533"/>
                  <a:pt x="16527" y="50444"/>
                </a:cubicBezTo>
                <a:cubicBezTo>
                  <a:pt x="16600" y="50400"/>
                  <a:pt x="16644" y="50371"/>
                  <a:pt x="16718" y="50312"/>
                </a:cubicBezTo>
                <a:close/>
                <a:moveTo>
                  <a:pt x="15923" y="50650"/>
                </a:moveTo>
                <a:cubicBezTo>
                  <a:pt x="15894" y="50695"/>
                  <a:pt x="15879" y="50739"/>
                  <a:pt x="15835" y="50798"/>
                </a:cubicBezTo>
                <a:cubicBezTo>
                  <a:pt x="15806" y="50827"/>
                  <a:pt x="15761" y="50842"/>
                  <a:pt x="15732" y="50886"/>
                </a:cubicBezTo>
                <a:cubicBezTo>
                  <a:pt x="15761" y="50827"/>
                  <a:pt x="15806" y="50798"/>
                  <a:pt x="15820" y="50739"/>
                </a:cubicBezTo>
                <a:cubicBezTo>
                  <a:pt x="15864" y="50695"/>
                  <a:pt x="15894" y="50680"/>
                  <a:pt x="15923" y="50650"/>
                </a:cubicBezTo>
                <a:close/>
                <a:moveTo>
                  <a:pt x="16394" y="50533"/>
                </a:moveTo>
                <a:lnTo>
                  <a:pt x="16394" y="50533"/>
                </a:lnTo>
                <a:cubicBezTo>
                  <a:pt x="16350" y="50606"/>
                  <a:pt x="16321" y="50695"/>
                  <a:pt x="16276" y="50768"/>
                </a:cubicBezTo>
                <a:cubicBezTo>
                  <a:pt x="16232" y="50812"/>
                  <a:pt x="16173" y="50842"/>
                  <a:pt x="16100" y="50886"/>
                </a:cubicBezTo>
                <a:cubicBezTo>
                  <a:pt x="16129" y="50812"/>
                  <a:pt x="16173" y="50739"/>
                  <a:pt x="16232" y="50650"/>
                </a:cubicBezTo>
                <a:cubicBezTo>
                  <a:pt x="16276" y="50606"/>
                  <a:pt x="16335" y="50547"/>
                  <a:pt x="16394" y="50533"/>
                </a:cubicBezTo>
                <a:close/>
                <a:moveTo>
                  <a:pt x="26622" y="44205"/>
                </a:moveTo>
                <a:cubicBezTo>
                  <a:pt x="26637" y="44249"/>
                  <a:pt x="26637" y="44278"/>
                  <a:pt x="26652" y="44322"/>
                </a:cubicBezTo>
                <a:cubicBezTo>
                  <a:pt x="26328" y="45147"/>
                  <a:pt x="25827" y="46015"/>
                  <a:pt x="25136" y="46927"/>
                </a:cubicBezTo>
                <a:cubicBezTo>
                  <a:pt x="23841" y="48561"/>
                  <a:pt x="21942" y="49135"/>
                  <a:pt x="19941" y="49738"/>
                </a:cubicBezTo>
                <a:cubicBezTo>
                  <a:pt x="18822" y="50076"/>
                  <a:pt x="17675" y="50430"/>
                  <a:pt x="16556" y="50959"/>
                </a:cubicBezTo>
                <a:cubicBezTo>
                  <a:pt x="16600" y="50827"/>
                  <a:pt x="16630" y="50739"/>
                  <a:pt x="16674" y="50650"/>
                </a:cubicBezTo>
                <a:cubicBezTo>
                  <a:pt x="17807" y="50032"/>
                  <a:pt x="18970" y="49650"/>
                  <a:pt x="20103" y="49282"/>
                </a:cubicBezTo>
                <a:cubicBezTo>
                  <a:pt x="22060" y="48634"/>
                  <a:pt x="23885" y="48046"/>
                  <a:pt x="25165" y="46427"/>
                </a:cubicBezTo>
                <a:cubicBezTo>
                  <a:pt x="25724" y="45735"/>
                  <a:pt x="26181" y="44999"/>
                  <a:pt x="26504" y="44278"/>
                </a:cubicBezTo>
                <a:cubicBezTo>
                  <a:pt x="26534" y="44322"/>
                  <a:pt x="26534" y="44337"/>
                  <a:pt x="26549" y="44367"/>
                </a:cubicBezTo>
                <a:cubicBezTo>
                  <a:pt x="26563" y="44322"/>
                  <a:pt x="26607" y="44264"/>
                  <a:pt x="26622" y="44205"/>
                </a:cubicBezTo>
                <a:close/>
                <a:moveTo>
                  <a:pt x="15599" y="50915"/>
                </a:moveTo>
                <a:cubicBezTo>
                  <a:pt x="15585" y="50959"/>
                  <a:pt x="15570" y="50974"/>
                  <a:pt x="15541" y="51018"/>
                </a:cubicBezTo>
                <a:cubicBezTo>
                  <a:pt x="15526" y="51033"/>
                  <a:pt x="15496" y="51048"/>
                  <a:pt x="15467" y="51062"/>
                </a:cubicBezTo>
                <a:cubicBezTo>
                  <a:pt x="15496" y="51048"/>
                  <a:pt x="15511" y="51033"/>
                  <a:pt x="15526" y="50989"/>
                </a:cubicBezTo>
                <a:cubicBezTo>
                  <a:pt x="15541" y="50974"/>
                  <a:pt x="15585" y="50959"/>
                  <a:pt x="15599" y="50915"/>
                </a:cubicBezTo>
                <a:close/>
                <a:moveTo>
                  <a:pt x="16085" y="50753"/>
                </a:moveTo>
                <a:lnTo>
                  <a:pt x="16085" y="50753"/>
                </a:lnTo>
                <a:cubicBezTo>
                  <a:pt x="16041" y="50812"/>
                  <a:pt x="15997" y="50886"/>
                  <a:pt x="15967" y="50959"/>
                </a:cubicBezTo>
                <a:lnTo>
                  <a:pt x="15806" y="51062"/>
                </a:lnTo>
                <a:cubicBezTo>
                  <a:pt x="15835" y="50989"/>
                  <a:pt x="15879" y="50915"/>
                  <a:pt x="15909" y="50871"/>
                </a:cubicBezTo>
                <a:lnTo>
                  <a:pt x="16085" y="50753"/>
                </a:lnTo>
                <a:close/>
                <a:moveTo>
                  <a:pt x="16571" y="50680"/>
                </a:moveTo>
                <a:lnTo>
                  <a:pt x="16468" y="50959"/>
                </a:lnTo>
                <a:cubicBezTo>
                  <a:pt x="16365" y="51018"/>
                  <a:pt x="16306" y="51048"/>
                  <a:pt x="16232" y="51077"/>
                </a:cubicBezTo>
                <a:cubicBezTo>
                  <a:pt x="16262" y="50989"/>
                  <a:pt x="16306" y="50901"/>
                  <a:pt x="16350" y="50812"/>
                </a:cubicBezTo>
                <a:cubicBezTo>
                  <a:pt x="16424" y="50768"/>
                  <a:pt x="16497" y="50739"/>
                  <a:pt x="16571" y="50680"/>
                </a:cubicBezTo>
                <a:close/>
                <a:moveTo>
                  <a:pt x="16232" y="50886"/>
                </a:moveTo>
                <a:cubicBezTo>
                  <a:pt x="16188" y="50974"/>
                  <a:pt x="16144" y="51048"/>
                  <a:pt x="16115" y="51136"/>
                </a:cubicBezTo>
                <a:cubicBezTo>
                  <a:pt x="16041" y="51180"/>
                  <a:pt x="15967" y="51210"/>
                  <a:pt x="15909" y="51254"/>
                </a:cubicBezTo>
                <a:cubicBezTo>
                  <a:pt x="15953" y="51166"/>
                  <a:pt x="15982" y="51092"/>
                  <a:pt x="16041" y="50989"/>
                </a:cubicBezTo>
                <a:cubicBezTo>
                  <a:pt x="16100" y="50959"/>
                  <a:pt x="16173" y="50915"/>
                  <a:pt x="16232" y="50886"/>
                </a:cubicBezTo>
                <a:close/>
                <a:moveTo>
                  <a:pt x="15747" y="50974"/>
                </a:moveTo>
                <a:lnTo>
                  <a:pt x="15747" y="50974"/>
                </a:lnTo>
                <a:cubicBezTo>
                  <a:pt x="15717" y="51033"/>
                  <a:pt x="15673" y="51107"/>
                  <a:pt x="15644" y="51151"/>
                </a:cubicBezTo>
                <a:cubicBezTo>
                  <a:pt x="15585" y="51195"/>
                  <a:pt x="15541" y="51224"/>
                  <a:pt x="15496" y="51269"/>
                </a:cubicBezTo>
                <a:cubicBezTo>
                  <a:pt x="15526" y="51195"/>
                  <a:pt x="15570" y="51136"/>
                  <a:pt x="15599" y="51077"/>
                </a:cubicBezTo>
                <a:cubicBezTo>
                  <a:pt x="15658" y="51048"/>
                  <a:pt x="15688" y="51018"/>
                  <a:pt x="15747" y="50974"/>
                </a:cubicBezTo>
                <a:close/>
                <a:moveTo>
                  <a:pt x="26681" y="44425"/>
                </a:moveTo>
                <a:cubicBezTo>
                  <a:pt x="26681" y="44440"/>
                  <a:pt x="26681" y="44440"/>
                  <a:pt x="26696" y="44470"/>
                </a:cubicBezTo>
                <a:lnTo>
                  <a:pt x="26637" y="44631"/>
                </a:lnTo>
                <a:cubicBezTo>
                  <a:pt x="26652" y="44661"/>
                  <a:pt x="26652" y="44720"/>
                  <a:pt x="26681" y="44764"/>
                </a:cubicBezTo>
                <a:cubicBezTo>
                  <a:pt x="26696" y="44705"/>
                  <a:pt x="26710" y="44661"/>
                  <a:pt x="26725" y="44617"/>
                </a:cubicBezTo>
                <a:lnTo>
                  <a:pt x="26725" y="44646"/>
                </a:lnTo>
                <a:cubicBezTo>
                  <a:pt x="26416" y="45514"/>
                  <a:pt x="25901" y="46471"/>
                  <a:pt x="25136" y="47442"/>
                </a:cubicBezTo>
                <a:cubicBezTo>
                  <a:pt x="23811" y="49135"/>
                  <a:pt x="21839" y="49664"/>
                  <a:pt x="19764" y="50224"/>
                </a:cubicBezTo>
                <a:cubicBezTo>
                  <a:pt x="18631" y="50518"/>
                  <a:pt x="17513" y="50827"/>
                  <a:pt x="16394" y="51327"/>
                </a:cubicBezTo>
                <a:cubicBezTo>
                  <a:pt x="16424" y="51239"/>
                  <a:pt x="16468" y="51121"/>
                  <a:pt x="16497" y="51033"/>
                </a:cubicBezTo>
                <a:cubicBezTo>
                  <a:pt x="17645" y="50474"/>
                  <a:pt x="18808" y="50135"/>
                  <a:pt x="19941" y="49782"/>
                </a:cubicBezTo>
                <a:cubicBezTo>
                  <a:pt x="21972" y="49179"/>
                  <a:pt x="23855" y="48605"/>
                  <a:pt x="25165" y="46942"/>
                </a:cubicBezTo>
                <a:cubicBezTo>
                  <a:pt x="25813" y="46118"/>
                  <a:pt x="26313" y="45279"/>
                  <a:pt x="26681" y="44425"/>
                </a:cubicBezTo>
                <a:close/>
                <a:moveTo>
                  <a:pt x="15894" y="51077"/>
                </a:moveTo>
                <a:lnTo>
                  <a:pt x="15894" y="51077"/>
                </a:lnTo>
                <a:cubicBezTo>
                  <a:pt x="15864" y="51151"/>
                  <a:pt x="15820" y="51254"/>
                  <a:pt x="15791" y="51327"/>
                </a:cubicBezTo>
                <a:cubicBezTo>
                  <a:pt x="15717" y="51357"/>
                  <a:pt x="15658" y="51401"/>
                  <a:pt x="15585" y="51430"/>
                </a:cubicBezTo>
                <a:cubicBezTo>
                  <a:pt x="15614" y="51357"/>
                  <a:pt x="15658" y="51283"/>
                  <a:pt x="15717" y="51210"/>
                </a:cubicBezTo>
                <a:cubicBezTo>
                  <a:pt x="15761" y="51166"/>
                  <a:pt x="15835" y="51121"/>
                  <a:pt x="15894" y="51077"/>
                </a:cubicBezTo>
                <a:close/>
                <a:moveTo>
                  <a:pt x="15408" y="51239"/>
                </a:moveTo>
                <a:lnTo>
                  <a:pt x="15408" y="51239"/>
                </a:lnTo>
                <a:cubicBezTo>
                  <a:pt x="15379" y="51283"/>
                  <a:pt x="15364" y="51327"/>
                  <a:pt x="15320" y="51386"/>
                </a:cubicBezTo>
                <a:cubicBezTo>
                  <a:pt x="15290" y="51416"/>
                  <a:pt x="15246" y="51430"/>
                  <a:pt x="15187" y="51475"/>
                </a:cubicBezTo>
                <a:cubicBezTo>
                  <a:pt x="15246" y="51416"/>
                  <a:pt x="15290" y="51357"/>
                  <a:pt x="15305" y="51327"/>
                </a:cubicBezTo>
                <a:cubicBezTo>
                  <a:pt x="15349" y="51283"/>
                  <a:pt x="15379" y="51254"/>
                  <a:pt x="15408" y="51239"/>
                </a:cubicBezTo>
                <a:close/>
                <a:moveTo>
                  <a:pt x="16409" y="51092"/>
                </a:moveTo>
                <a:cubicBezTo>
                  <a:pt x="16365" y="51180"/>
                  <a:pt x="16335" y="51269"/>
                  <a:pt x="16306" y="51386"/>
                </a:cubicBezTo>
                <a:cubicBezTo>
                  <a:pt x="16232" y="51416"/>
                  <a:pt x="16129" y="51445"/>
                  <a:pt x="16056" y="51489"/>
                </a:cubicBezTo>
                <a:lnTo>
                  <a:pt x="16173" y="51210"/>
                </a:lnTo>
                <a:cubicBezTo>
                  <a:pt x="16247" y="51180"/>
                  <a:pt x="16335" y="51136"/>
                  <a:pt x="16409" y="51092"/>
                </a:cubicBezTo>
                <a:close/>
                <a:moveTo>
                  <a:pt x="15541" y="51327"/>
                </a:moveTo>
                <a:lnTo>
                  <a:pt x="15541" y="51327"/>
                </a:lnTo>
                <a:cubicBezTo>
                  <a:pt x="15526" y="51386"/>
                  <a:pt x="15496" y="51445"/>
                  <a:pt x="15452" y="51533"/>
                </a:cubicBezTo>
                <a:cubicBezTo>
                  <a:pt x="15393" y="51563"/>
                  <a:pt x="15349" y="51607"/>
                  <a:pt x="15261" y="51636"/>
                </a:cubicBezTo>
                <a:cubicBezTo>
                  <a:pt x="15305" y="51563"/>
                  <a:pt x="15349" y="51504"/>
                  <a:pt x="15379" y="51430"/>
                </a:cubicBezTo>
                <a:lnTo>
                  <a:pt x="15541" y="51327"/>
                </a:lnTo>
                <a:close/>
                <a:moveTo>
                  <a:pt x="16056" y="51269"/>
                </a:moveTo>
                <a:lnTo>
                  <a:pt x="15953" y="51548"/>
                </a:lnTo>
                <a:lnTo>
                  <a:pt x="15732" y="51651"/>
                </a:lnTo>
                <a:cubicBezTo>
                  <a:pt x="15761" y="51563"/>
                  <a:pt x="15806" y="51475"/>
                  <a:pt x="15835" y="51401"/>
                </a:cubicBezTo>
                <a:cubicBezTo>
                  <a:pt x="15909" y="51342"/>
                  <a:pt x="15982" y="51313"/>
                  <a:pt x="16056" y="51269"/>
                </a:cubicBezTo>
                <a:close/>
                <a:moveTo>
                  <a:pt x="15084" y="51504"/>
                </a:moveTo>
                <a:cubicBezTo>
                  <a:pt x="15070" y="51548"/>
                  <a:pt x="15040" y="51563"/>
                  <a:pt x="15026" y="51607"/>
                </a:cubicBezTo>
                <a:cubicBezTo>
                  <a:pt x="14996" y="51622"/>
                  <a:pt x="14981" y="51636"/>
                  <a:pt x="14937" y="51666"/>
                </a:cubicBezTo>
                <a:lnTo>
                  <a:pt x="14937" y="51666"/>
                </a:lnTo>
                <a:cubicBezTo>
                  <a:pt x="14981" y="51636"/>
                  <a:pt x="14996" y="51622"/>
                  <a:pt x="15011" y="51578"/>
                </a:cubicBezTo>
                <a:lnTo>
                  <a:pt x="15070" y="51533"/>
                </a:lnTo>
                <a:lnTo>
                  <a:pt x="15084" y="51504"/>
                </a:lnTo>
                <a:close/>
                <a:moveTo>
                  <a:pt x="26784" y="44779"/>
                </a:moveTo>
                <a:cubicBezTo>
                  <a:pt x="26784" y="44808"/>
                  <a:pt x="26799" y="44852"/>
                  <a:pt x="26799" y="44882"/>
                </a:cubicBezTo>
                <a:cubicBezTo>
                  <a:pt x="26784" y="44940"/>
                  <a:pt x="26769" y="44999"/>
                  <a:pt x="26755" y="45029"/>
                </a:cubicBezTo>
                <a:cubicBezTo>
                  <a:pt x="26755" y="45073"/>
                  <a:pt x="26769" y="45088"/>
                  <a:pt x="26769" y="45132"/>
                </a:cubicBezTo>
                <a:cubicBezTo>
                  <a:pt x="26431" y="46015"/>
                  <a:pt x="25916" y="46971"/>
                  <a:pt x="25150" y="47972"/>
                </a:cubicBezTo>
                <a:cubicBezTo>
                  <a:pt x="23782" y="49709"/>
                  <a:pt x="21766" y="50224"/>
                  <a:pt x="19617" y="50739"/>
                </a:cubicBezTo>
                <a:cubicBezTo>
                  <a:pt x="18513" y="51018"/>
                  <a:pt x="17380" y="51283"/>
                  <a:pt x="16276" y="51725"/>
                </a:cubicBezTo>
                <a:cubicBezTo>
                  <a:pt x="16321" y="51622"/>
                  <a:pt x="16335" y="51519"/>
                  <a:pt x="16379" y="51416"/>
                </a:cubicBezTo>
                <a:cubicBezTo>
                  <a:pt x="17513" y="50915"/>
                  <a:pt x="18661" y="50592"/>
                  <a:pt x="19794" y="50297"/>
                </a:cubicBezTo>
                <a:cubicBezTo>
                  <a:pt x="21898" y="49723"/>
                  <a:pt x="23855" y="49194"/>
                  <a:pt x="25209" y="47472"/>
                </a:cubicBezTo>
                <a:cubicBezTo>
                  <a:pt x="25901" y="46589"/>
                  <a:pt x="26416" y="45691"/>
                  <a:pt x="26784" y="44779"/>
                </a:cubicBezTo>
                <a:close/>
                <a:moveTo>
                  <a:pt x="15702" y="51460"/>
                </a:moveTo>
                <a:lnTo>
                  <a:pt x="15702" y="51460"/>
                </a:lnTo>
                <a:cubicBezTo>
                  <a:pt x="15688" y="51548"/>
                  <a:pt x="15658" y="51622"/>
                  <a:pt x="15614" y="51710"/>
                </a:cubicBezTo>
                <a:lnTo>
                  <a:pt x="15393" y="51828"/>
                </a:lnTo>
                <a:cubicBezTo>
                  <a:pt x="15438" y="51725"/>
                  <a:pt x="15467" y="51651"/>
                  <a:pt x="15511" y="51578"/>
                </a:cubicBezTo>
                <a:cubicBezTo>
                  <a:pt x="15585" y="51548"/>
                  <a:pt x="15629" y="51489"/>
                  <a:pt x="15702" y="51460"/>
                </a:cubicBezTo>
                <a:close/>
                <a:moveTo>
                  <a:pt x="15232" y="51548"/>
                </a:moveTo>
                <a:lnTo>
                  <a:pt x="15232" y="51548"/>
                </a:lnTo>
                <a:cubicBezTo>
                  <a:pt x="15187" y="51607"/>
                  <a:pt x="15158" y="51666"/>
                  <a:pt x="15143" y="51725"/>
                </a:cubicBezTo>
                <a:cubicBezTo>
                  <a:pt x="15084" y="51769"/>
                  <a:pt x="15026" y="51798"/>
                  <a:pt x="14996" y="51842"/>
                </a:cubicBezTo>
                <a:cubicBezTo>
                  <a:pt x="15026" y="51769"/>
                  <a:pt x="15055" y="51710"/>
                  <a:pt x="15084" y="51651"/>
                </a:cubicBezTo>
                <a:cubicBezTo>
                  <a:pt x="15143" y="51622"/>
                  <a:pt x="15173" y="51578"/>
                  <a:pt x="15232" y="51548"/>
                </a:cubicBezTo>
                <a:close/>
                <a:moveTo>
                  <a:pt x="16276" y="51489"/>
                </a:moveTo>
                <a:cubicBezTo>
                  <a:pt x="16247" y="51578"/>
                  <a:pt x="16203" y="51695"/>
                  <a:pt x="16188" y="51784"/>
                </a:cubicBezTo>
                <a:cubicBezTo>
                  <a:pt x="16100" y="51813"/>
                  <a:pt x="16026" y="51857"/>
                  <a:pt x="15938" y="51901"/>
                </a:cubicBezTo>
                <a:cubicBezTo>
                  <a:pt x="15953" y="51784"/>
                  <a:pt x="15982" y="51695"/>
                  <a:pt x="16026" y="51607"/>
                </a:cubicBezTo>
                <a:cubicBezTo>
                  <a:pt x="16115" y="51563"/>
                  <a:pt x="16188" y="51533"/>
                  <a:pt x="16276" y="51489"/>
                </a:cubicBezTo>
                <a:close/>
                <a:moveTo>
                  <a:pt x="15393" y="51651"/>
                </a:moveTo>
                <a:lnTo>
                  <a:pt x="15393" y="51651"/>
                </a:lnTo>
                <a:cubicBezTo>
                  <a:pt x="15364" y="51725"/>
                  <a:pt x="15320" y="51798"/>
                  <a:pt x="15290" y="51901"/>
                </a:cubicBezTo>
                <a:cubicBezTo>
                  <a:pt x="15217" y="51931"/>
                  <a:pt x="15158" y="51975"/>
                  <a:pt x="15084" y="52004"/>
                </a:cubicBezTo>
                <a:lnTo>
                  <a:pt x="15202" y="51784"/>
                </a:lnTo>
                <a:cubicBezTo>
                  <a:pt x="15261" y="51754"/>
                  <a:pt x="15320" y="51695"/>
                  <a:pt x="15393" y="51651"/>
                </a:cubicBezTo>
                <a:close/>
                <a:moveTo>
                  <a:pt x="14893" y="51798"/>
                </a:moveTo>
                <a:lnTo>
                  <a:pt x="14893" y="51798"/>
                </a:lnTo>
                <a:cubicBezTo>
                  <a:pt x="14864" y="51857"/>
                  <a:pt x="14849" y="51901"/>
                  <a:pt x="14820" y="51945"/>
                </a:cubicBezTo>
                <a:cubicBezTo>
                  <a:pt x="14790" y="51990"/>
                  <a:pt x="14731" y="52004"/>
                  <a:pt x="14702" y="52048"/>
                </a:cubicBezTo>
                <a:cubicBezTo>
                  <a:pt x="14731" y="51990"/>
                  <a:pt x="14761" y="51945"/>
                  <a:pt x="14790" y="51901"/>
                </a:cubicBezTo>
                <a:cubicBezTo>
                  <a:pt x="14834" y="51857"/>
                  <a:pt x="14864" y="51828"/>
                  <a:pt x="14893" y="51798"/>
                </a:cubicBezTo>
                <a:close/>
                <a:moveTo>
                  <a:pt x="15894" y="51651"/>
                </a:moveTo>
                <a:lnTo>
                  <a:pt x="15894" y="51651"/>
                </a:lnTo>
                <a:cubicBezTo>
                  <a:pt x="15864" y="51754"/>
                  <a:pt x="15820" y="51842"/>
                  <a:pt x="15806" y="51945"/>
                </a:cubicBezTo>
                <a:cubicBezTo>
                  <a:pt x="15732" y="51975"/>
                  <a:pt x="15658" y="52004"/>
                  <a:pt x="15570" y="52048"/>
                </a:cubicBezTo>
                <a:lnTo>
                  <a:pt x="15673" y="51769"/>
                </a:lnTo>
                <a:lnTo>
                  <a:pt x="15894" y="51651"/>
                </a:lnTo>
                <a:close/>
                <a:moveTo>
                  <a:pt x="26843" y="45147"/>
                </a:moveTo>
                <a:cubicBezTo>
                  <a:pt x="26858" y="45205"/>
                  <a:pt x="26858" y="45250"/>
                  <a:pt x="26872" y="45308"/>
                </a:cubicBezTo>
                <a:cubicBezTo>
                  <a:pt x="26858" y="45367"/>
                  <a:pt x="26843" y="45426"/>
                  <a:pt x="26828" y="45456"/>
                </a:cubicBezTo>
                <a:lnTo>
                  <a:pt x="26828" y="45500"/>
                </a:lnTo>
                <a:cubicBezTo>
                  <a:pt x="26490" y="46427"/>
                  <a:pt x="25960" y="47442"/>
                  <a:pt x="25136" y="48502"/>
                </a:cubicBezTo>
                <a:cubicBezTo>
                  <a:pt x="23752" y="50297"/>
                  <a:pt x="21648" y="50753"/>
                  <a:pt x="19426" y="51269"/>
                </a:cubicBezTo>
                <a:cubicBezTo>
                  <a:pt x="18381" y="51504"/>
                  <a:pt x="17262" y="51769"/>
                  <a:pt x="16129" y="52166"/>
                </a:cubicBezTo>
                <a:lnTo>
                  <a:pt x="16247" y="51842"/>
                </a:lnTo>
                <a:cubicBezTo>
                  <a:pt x="17365" y="51386"/>
                  <a:pt x="18513" y="51107"/>
                  <a:pt x="19632" y="50827"/>
                </a:cubicBezTo>
                <a:cubicBezTo>
                  <a:pt x="21795" y="50297"/>
                  <a:pt x="23841" y="49782"/>
                  <a:pt x="25209" y="48031"/>
                </a:cubicBezTo>
                <a:cubicBezTo>
                  <a:pt x="25989" y="47015"/>
                  <a:pt x="26504" y="46044"/>
                  <a:pt x="26843" y="45147"/>
                </a:cubicBezTo>
                <a:close/>
                <a:moveTo>
                  <a:pt x="15055" y="51857"/>
                </a:moveTo>
                <a:lnTo>
                  <a:pt x="15055" y="51857"/>
                </a:lnTo>
                <a:cubicBezTo>
                  <a:pt x="15026" y="51945"/>
                  <a:pt x="14996" y="52019"/>
                  <a:pt x="14952" y="52078"/>
                </a:cubicBezTo>
                <a:cubicBezTo>
                  <a:pt x="14908" y="52122"/>
                  <a:pt x="14834" y="52152"/>
                  <a:pt x="14775" y="52196"/>
                </a:cubicBezTo>
                <a:cubicBezTo>
                  <a:pt x="14805" y="52122"/>
                  <a:pt x="14849" y="52063"/>
                  <a:pt x="14878" y="51990"/>
                </a:cubicBezTo>
                <a:cubicBezTo>
                  <a:pt x="14937" y="51945"/>
                  <a:pt x="14996" y="51916"/>
                  <a:pt x="15055" y="51857"/>
                </a:cubicBezTo>
                <a:close/>
                <a:moveTo>
                  <a:pt x="15570" y="51813"/>
                </a:moveTo>
                <a:lnTo>
                  <a:pt x="15452" y="52093"/>
                </a:lnTo>
                <a:cubicBezTo>
                  <a:pt x="15379" y="52137"/>
                  <a:pt x="15290" y="52166"/>
                  <a:pt x="15217" y="52210"/>
                </a:cubicBezTo>
                <a:cubicBezTo>
                  <a:pt x="15246" y="52122"/>
                  <a:pt x="15290" y="52019"/>
                  <a:pt x="15320" y="51945"/>
                </a:cubicBezTo>
                <a:cubicBezTo>
                  <a:pt x="15423" y="51916"/>
                  <a:pt x="15496" y="51857"/>
                  <a:pt x="15570" y="51813"/>
                </a:cubicBezTo>
                <a:close/>
                <a:moveTo>
                  <a:pt x="14569" y="52093"/>
                </a:moveTo>
                <a:lnTo>
                  <a:pt x="14569" y="52093"/>
                </a:lnTo>
                <a:cubicBezTo>
                  <a:pt x="14555" y="52122"/>
                  <a:pt x="14525" y="52152"/>
                  <a:pt x="14510" y="52166"/>
                </a:cubicBezTo>
                <a:cubicBezTo>
                  <a:pt x="14481" y="52196"/>
                  <a:pt x="14466" y="52225"/>
                  <a:pt x="14422" y="52240"/>
                </a:cubicBezTo>
                <a:cubicBezTo>
                  <a:pt x="14437" y="52225"/>
                  <a:pt x="14466" y="52210"/>
                  <a:pt x="14481" y="52166"/>
                </a:cubicBezTo>
                <a:cubicBezTo>
                  <a:pt x="14510" y="52152"/>
                  <a:pt x="14525" y="52122"/>
                  <a:pt x="14569" y="52093"/>
                </a:cubicBezTo>
                <a:close/>
                <a:moveTo>
                  <a:pt x="16129" y="51872"/>
                </a:moveTo>
                <a:cubicBezTo>
                  <a:pt x="16100" y="51990"/>
                  <a:pt x="16085" y="52093"/>
                  <a:pt x="16041" y="52181"/>
                </a:cubicBezTo>
                <a:cubicBezTo>
                  <a:pt x="15967" y="52225"/>
                  <a:pt x="15879" y="52269"/>
                  <a:pt x="15791" y="52299"/>
                </a:cubicBezTo>
                <a:cubicBezTo>
                  <a:pt x="15820" y="52181"/>
                  <a:pt x="15835" y="52093"/>
                  <a:pt x="15879" y="51990"/>
                </a:cubicBezTo>
                <a:cubicBezTo>
                  <a:pt x="15967" y="51945"/>
                  <a:pt x="16056" y="51916"/>
                  <a:pt x="16129" y="51872"/>
                </a:cubicBezTo>
                <a:close/>
                <a:moveTo>
                  <a:pt x="15217" y="52004"/>
                </a:moveTo>
                <a:cubicBezTo>
                  <a:pt x="15202" y="52093"/>
                  <a:pt x="15158" y="52181"/>
                  <a:pt x="15129" y="52269"/>
                </a:cubicBezTo>
                <a:lnTo>
                  <a:pt x="14893" y="52372"/>
                </a:lnTo>
                <a:cubicBezTo>
                  <a:pt x="14937" y="52299"/>
                  <a:pt x="14981" y="52210"/>
                  <a:pt x="15011" y="52137"/>
                </a:cubicBezTo>
                <a:cubicBezTo>
                  <a:pt x="15084" y="52093"/>
                  <a:pt x="15158" y="52048"/>
                  <a:pt x="15217" y="52004"/>
                </a:cubicBezTo>
                <a:close/>
                <a:moveTo>
                  <a:pt x="14731" y="52122"/>
                </a:moveTo>
                <a:cubicBezTo>
                  <a:pt x="14702" y="52166"/>
                  <a:pt x="14658" y="52225"/>
                  <a:pt x="14643" y="52299"/>
                </a:cubicBezTo>
                <a:lnTo>
                  <a:pt x="14481" y="52416"/>
                </a:lnTo>
                <a:lnTo>
                  <a:pt x="14584" y="52240"/>
                </a:lnTo>
                <a:cubicBezTo>
                  <a:pt x="14628" y="52181"/>
                  <a:pt x="14687" y="52152"/>
                  <a:pt x="14731" y="52122"/>
                </a:cubicBezTo>
                <a:close/>
                <a:moveTo>
                  <a:pt x="15776" y="52034"/>
                </a:moveTo>
                <a:lnTo>
                  <a:pt x="15776" y="52034"/>
                </a:lnTo>
                <a:cubicBezTo>
                  <a:pt x="15747" y="52152"/>
                  <a:pt x="15732" y="52240"/>
                  <a:pt x="15688" y="52358"/>
                </a:cubicBezTo>
                <a:cubicBezTo>
                  <a:pt x="15599" y="52372"/>
                  <a:pt x="15511" y="52416"/>
                  <a:pt x="15438" y="52446"/>
                </a:cubicBezTo>
                <a:cubicBezTo>
                  <a:pt x="15467" y="52358"/>
                  <a:pt x="15511" y="52240"/>
                  <a:pt x="15541" y="52152"/>
                </a:cubicBezTo>
                <a:cubicBezTo>
                  <a:pt x="15614" y="52122"/>
                  <a:pt x="15717" y="52078"/>
                  <a:pt x="15776" y="52034"/>
                </a:cubicBezTo>
                <a:close/>
                <a:moveTo>
                  <a:pt x="14878" y="52225"/>
                </a:moveTo>
                <a:lnTo>
                  <a:pt x="14878" y="52225"/>
                </a:lnTo>
                <a:cubicBezTo>
                  <a:pt x="14849" y="52299"/>
                  <a:pt x="14805" y="52372"/>
                  <a:pt x="14775" y="52461"/>
                </a:cubicBezTo>
                <a:cubicBezTo>
                  <a:pt x="14702" y="52505"/>
                  <a:pt x="14643" y="52534"/>
                  <a:pt x="14569" y="52593"/>
                </a:cubicBezTo>
                <a:lnTo>
                  <a:pt x="14687" y="52372"/>
                </a:lnTo>
                <a:cubicBezTo>
                  <a:pt x="14761" y="52299"/>
                  <a:pt x="14834" y="52269"/>
                  <a:pt x="14878" y="52225"/>
                </a:cubicBezTo>
                <a:close/>
                <a:moveTo>
                  <a:pt x="26902" y="45529"/>
                </a:moveTo>
                <a:cubicBezTo>
                  <a:pt x="26931" y="45588"/>
                  <a:pt x="26931" y="45647"/>
                  <a:pt x="26946" y="45720"/>
                </a:cubicBezTo>
                <a:cubicBezTo>
                  <a:pt x="26946" y="45750"/>
                  <a:pt x="26931" y="45765"/>
                  <a:pt x="26931" y="45809"/>
                </a:cubicBezTo>
                <a:cubicBezTo>
                  <a:pt x="26622" y="46824"/>
                  <a:pt x="26063" y="47898"/>
                  <a:pt x="25165" y="49061"/>
                </a:cubicBezTo>
                <a:cubicBezTo>
                  <a:pt x="23752" y="50886"/>
                  <a:pt x="21574" y="51327"/>
                  <a:pt x="19279" y="51798"/>
                </a:cubicBezTo>
                <a:cubicBezTo>
                  <a:pt x="18248" y="52004"/>
                  <a:pt x="17145" y="52240"/>
                  <a:pt x="16041" y="52593"/>
                </a:cubicBezTo>
                <a:cubicBezTo>
                  <a:pt x="16056" y="52475"/>
                  <a:pt x="16100" y="52372"/>
                  <a:pt x="16115" y="52255"/>
                </a:cubicBezTo>
                <a:cubicBezTo>
                  <a:pt x="17218" y="51857"/>
                  <a:pt x="18337" y="51592"/>
                  <a:pt x="19440" y="51357"/>
                </a:cubicBezTo>
                <a:cubicBezTo>
                  <a:pt x="21692" y="50871"/>
                  <a:pt x="23811" y="50386"/>
                  <a:pt x="25209" y="48575"/>
                </a:cubicBezTo>
                <a:cubicBezTo>
                  <a:pt x="26033" y="47516"/>
                  <a:pt x="26563" y="46486"/>
                  <a:pt x="26902" y="45529"/>
                </a:cubicBezTo>
                <a:close/>
                <a:moveTo>
                  <a:pt x="14393" y="52387"/>
                </a:moveTo>
                <a:cubicBezTo>
                  <a:pt x="14363" y="52431"/>
                  <a:pt x="14334" y="52490"/>
                  <a:pt x="14304" y="52519"/>
                </a:cubicBezTo>
                <a:cubicBezTo>
                  <a:pt x="14275" y="52549"/>
                  <a:pt x="14216" y="52593"/>
                  <a:pt x="14187" y="52608"/>
                </a:cubicBezTo>
                <a:cubicBezTo>
                  <a:pt x="14201" y="52578"/>
                  <a:pt x="14246" y="52534"/>
                  <a:pt x="14260" y="52505"/>
                </a:cubicBezTo>
                <a:cubicBezTo>
                  <a:pt x="14290" y="52461"/>
                  <a:pt x="14349" y="52431"/>
                  <a:pt x="14393" y="52387"/>
                </a:cubicBezTo>
                <a:close/>
                <a:moveTo>
                  <a:pt x="15408" y="52210"/>
                </a:moveTo>
                <a:cubicBezTo>
                  <a:pt x="15379" y="52299"/>
                  <a:pt x="15335" y="52416"/>
                  <a:pt x="15320" y="52505"/>
                </a:cubicBezTo>
                <a:cubicBezTo>
                  <a:pt x="15246" y="52534"/>
                  <a:pt x="15158" y="52578"/>
                  <a:pt x="15070" y="52608"/>
                </a:cubicBezTo>
                <a:lnTo>
                  <a:pt x="15173" y="52343"/>
                </a:lnTo>
                <a:cubicBezTo>
                  <a:pt x="15246" y="52299"/>
                  <a:pt x="15349" y="52240"/>
                  <a:pt x="15408" y="52210"/>
                </a:cubicBezTo>
                <a:close/>
                <a:moveTo>
                  <a:pt x="16041" y="52299"/>
                </a:moveTo>
                <a:cubicBezTo>
                  <a:pt x="16026" y="52416"/>
                  <a:pt x="15982" y="52519"/>
                  <a:pt x="15967" y="52637"/>
                </a:cubicBezTo>
                <a:cubicBezTo>
                  <a:pt x="15864" y="52652"/>
                  <a:pt x="15761" y="52681"/>
                  <a:pt x="15673" y="52725"/>
                </a:cubicBezTo>
                <a:cubicBezTo>
                  <a:pt x="15688" y="52608"/>
                  <a:pt x="15732" y="52505"/>
                  <a:pt x="15761" y="52416"/>
                </a:cubicBezTo>
                <a:lnTo>
                  <a:pt x="16041" y="52299"/>
                </a:lnTo>
                <a:close/>
                <a:moveTo>
                  <a:pt x="14555" y="52431"/>
                </a:moveTo>
                <a:cubicBezTo>
                  <a:pt x="14510" y="52519"/>
                  <a:pt x="14481" y="52578"/>
                  <a:pt x="14437" y="52652"/>
                </a:cubicBezTo>
                <a:cubicBezTo>
                  <a:pt x="14393" y="52681"/>
                  <a:pt x="14304" y="52725"/>
                  <a:pt x="14260" y="52755"/>
                </a:cubicBezTo>
                <a:cubicBezTo>
                  <a:pt x="14290" y="52681"/>
                  <a:pt x="14334" y="52637"/>
                  <a:pt x="14363" y="52549"/>
                </a:cubicBezTo>
                <a:cubicBezTo>
                  <a:pt x="14422" y="52519"/>
                  <a:pt x="14481" y="52461"/>
                  <a:pt x="14555" y="52431"/>
                </a:cubicBezTo>
                <a:close/>
                <a:moveTo>
                  <a:pt x="14039" y="52667"/>
                </a:moveTo>
                <a:cubicBezTo>
                  <a:pt x="14025" y="52681"/>
                  <a:pt x="13995" y="52725"/>
                  <a:pt x="13981" y="52740"/>
                </a:cubicBezTo>
                <a:cubicBezTo>
                  <a:pt x="13970" y="52746"/>
                  <a:pt x="13957" y="52755"/>
                  <a:pt x="13944" y="52766"/>
                </a:cubicBezTo>
                <a:lnTo>
                  <a:pt x="13944" y="52766"/>
                </a:lnTo>
                <a:cubicBezTo>
                  <a:pt x="13946" y="52763"/>
                  <a:pt x="13949" y="52759"/>
                  <a:pt x="13951" y="52755"/>
                </a:cubicBezTo>
                <a:lnTo>
                  <a:pt x="14039" y="52667"/>
                </a:lnTo>
                <a:close/>
                <a:moveTo>
                  <a:pt x="15070" y="52387"/>
                </a:moveTo>
                <a:lnTo>
                  <a:pt x="14952" y="52667"/>
                </a:lnTo>
                <a:cubicBezTo>
                  <a:pt x="14878" y="52711"/>
                  <a:pt x="14790" y="52740"/>
                  <a:pt x="14716" y="52784"/>
                </a:cubicBezTo>
                <a:cubicBezTo>
                  <a:pt x="14761" y="52681"/>
                  <a:pt x="14790" y="52593"/>
                  <a:pt x="14834" y="52519"/>
                </a:cubicBezTo>
                <a:cubicBezTo>
                  <a:pt x="14923" y="52461"/>
                  <a:pt x="14996" y="52431"/>
                  <a:pt x="15070" y="52387"/>
                </a:cubicBezTo>
                <a:close/>
                <a:moveTo>
                  <a:pt x="15658" y="52431"/>
                </a:moveTo>
                <a:lnTo>
                  <a:pt x="15658" y="52431"/>
                </a:lnTo>
                <a:cubicBezTo>
                  <a:pt x="15614" y="52534"/>
                  <a:pt x="15599" y="52637"/>
                  <a:pt x="15585" y="52740"/>
                </a:cubicBezTo>
                <a:lnTo>
                  <a:pt x="15305" y="52858"/>
                </a:lnTo>
                <a:cubicBezTo>
                  <a:pt x="15349" y="52740"/>
                  <a:pt x="15364" y="52652"/>
                  <a:pt x="15393" y="52534"/>
                </a:cubicBezTo>
                <a:cubicBezTo>
                  <a:pt x="15496" y="52505"/>
                  <a:pt x="15585" y="52461"/>
                  <a:pt x="15658" y="52431"/>
                </a:cubicBezTo>
                <a:close/>
                <a:moveTo>
                  <a:pt x="14216" y="52681"/>
                </a:moveTo>
                <a:cubicBezTo>
                  <a:pt x="14187" y="52740"/>
                  <a:pt x="14172" y="52799"/>
                  <a:pt x="14128" y="52858"/>
                </a:cubicBezTo>
                <a:lnTo>
                  <a:pt x="13966" y="52961"/>
                </a:lnTo>
                <a:cubicBezTo>
                  <a:pt x="13995" y="52902"/>
                  <a:pt x="14025" y="52858"/>
                  <a:pt x="14054" y="52799"/>
                </a:cubicBezTo>
                <a:cubicBezTo>
                  <a:pt x="14113" y="52784"/>
                  <a:pt x="14157" y="52740"/>
                  <a:pt x="14216" y="52681"/>
                </a:cubicBezTo>
                <a:close/>
                <a:moveTo>
                  <a:pt x="14731" y="52593"/>
                </a:moveTo>
                <a:cubicBezTo>
                  <a:pt x="14687" y="52667"/>
                  <a:pt x="14658" y="52740"/>
                  <a:pt x="14628" y="52828"/>
                </a:cubicBezTo>
                <a:cubicBezTo>
                  <a:pt x="14555" y="52873"/>
                  <a:pt x="14481" y="52902"/>
                  <a:pt x="14407" y="52961"/>
                </a:cubicBezTo>
                <a:cubicBezTo>
                  <a:pt x="14437" y="52873"/>
                  <a:pt x="14481" y="52799"/>
                  <a:pt x="14510" y="52725"/>
                </a:cubicBezTo>
                <a:cubicBezTo>
                  <a:pt x="14584" y="52681"/>
                  <a:pt x="14658" y="52622"/>
                  <a:pt x="14731" y="52593"/>
                </a:cubicBezTo>
                <a:close/>
                <a:moveTo>
                  <a:pt x="15305" y="52593"/>
                </a:moveTo>
                <a:cubicBezTo>
                  <a:pt x="15261" y="52711"/>
                  <a:pt x="15246" y="52799"/>
                  <a:pt x="15217" y="52902"/>
                </a:cubicBezTo>
                <a:cubicBezTo>
                  <a:pt x="15129" y="52917"/>
                  <a:pt x="15026" y="52961"/>
                  <a:pt x="14937" y="53020"/>
                </a:cubicBezTo>
                <a:cubicBezTo>
                  <a:pt x="14981" y="52917"/>
                  <a:pt x="15011" y="52814"/>
                  <a:pt x="15040" y="52725"/>
                </a:cubicBezTo>
                <a:cubicBezTo>
                  <a:pt x="15143" y="52681"/>
                  <a:pt x="15217" y="52652"/>
                  <a:pt x="15305" y="52593"/>
                </a:cubicBezTo>
                <a:close/>
                <a:moveTo>
                  <a:pt x="26975" y="45941"/>
                </a:moveTo>
                <a:cubicBezTo>
                  <a:pt x="26990" y="45985"/>
                  <a:pt x="26990" y="46059"/>
                  <a:pt x="27005" y="46133"/>
                </a:cubicBezTo>
                <a:cubicBezTo>
                  <a:pt x="26990" y="46191"/>
                  <a:pt x="26975" y="46236"/>
                  <a:pt x="26975" y="46280"/>
                </a:cubicBezTo>
                <a:lnTo>
                  <a:pt x="26975" y="46309"/>
                </a:lnTo>
                <a:cubicBezTo>
                  <a:pt x="26652" y="47310"/>
                  <a:pt x="26092" y="48443"/>
                  <a:pt x="25180" y="49620"/>
                </a:cubicBezTo>
                <a:cubicBezTo>
                  <a:pt x="23752" y="51489"/>
                  <a:pt x="21604" y="51872"/>
                  <a:pt x="19131" y="52343"/>
                </a:cubicBezTo>
                <a:cubicBezTo>
                  <a:pt x="18116" y="52519"/>
                  <a:pt x="17071" y="52725"/>
                  <a:pt x="15982" y="53034"/>
                </a:cubicBezTo>
                <a:lnTo>
                  <a:pt x="16041" y="52711"/>
                </a:lnTo>
                <a:cubicBezTo>
                  <a:pt x="17159" y="52343"/>
                  <a:pt x="18263" y="52093"/>
                  <a:pt x="19293" y="51901"/>
                </a:cubicBezTo>
                <a:cubicBezTo>
                  <a:pt x="21619" y="51416"/>
                  <a:pt x="23811" y="50974"/>
                  <a:pt x="25224" y="49135"/>
                </a:cubicBezTo>
                <a:cubicBezTo>
                  <a:pt x="26048" y="48075"/>
                  <a:pt x="26578" y="47045"/>
                  <a:pt x="26916" y="46088"/>
                </a:cubicBezTo>
                <a:lnTo>
                  <a:pt x="26916" y="46103"/>
                </a:lnTo>
                <a:lnTo>
                  <a:pt x="26975" y="45941"/>
                </a:lnTo>
                <a:close/>
                <a:moveTo>
                  <a:pt x="15938" y="52681"/>
                </a:moveTo>
                <a:lnTo>
                  <a:pt x="15938" y="52681"/>
                </a:lnTo>
                <a:cubicBezTo>
                  <a:pt x="15909" y="52814"/>
                  <a:pt x="15894" y="52917"/>
                  <a:pt x="15879" y="53034"/>
                </a:cubicBezTo>
                <a:cubicBezTo>
                  <a:pt x="15761" y="53079"/>
                  <a:pt x="15673" y="53093"/>
                  <a:pt x="15570" y="53123"/>
                </a:cubicBezTo>
                <a:cubicBezTo>
                  <a:pt x="15585" y="53020"/>
                  <a:pt x="15599" y="52902"/>
                  <a:pt x="15644" y="52799"/>
                </a:cubicBezTo>
                <a:cubicBezTo>
                  <a:pt x="15732" y="52755"/>
                  <a:pt x="15835" y="52725"/>
                  <a:pt x="15938" y="52681"/>
                </a:cubicBezTo>
                <a:close/>
                <a:moveTo>
                  <a:pt x="14393" y="52799"/>
                </a:moveTo>
                <a:lnTo>
                  <a:pt x="14393" y="52799"/>
                </a:lnTo>
                <a:cubicBezTo>
                  <a:pt x="14349" y="52873"/>
                  <a:pt x="14304" y="52946"/>
                  <a:pt x="14275" y="53034"/>
                </a:cubicBezTo>
                <a:cubicBezTo>
                  <a:pt x="14201" y="53079"/>
                  <a:pt x="14128" y="53108"/>
                  <a:pt x="14069" y="53167"/>
                </a:cubicBezTo>
                <a:lnTo>
                  <a:pt x="14187" y="52946"/>
                </a:lnTo>
                <a:cubicBezTo>
                  <a:pt x="14246" y="52873"/>
                  <a:pt x="14319" y="52828"/>
                  <a:pt x="14393" y="52799"/>
                </a:cubicBezTo>
                <a:close/>
                <a:moveTo>
                  <a:pt x="14923" y="52755"/>
                </a:moveTo>
                <a:lnTo>
                  <a:pt x="14923" y="52755"/>
                </a:lnTo>
                <a:cubicBezTo>
                  <a:pt x="14878" y="52858"/>
                  <a:pt x="14849" y="52946"/>
                  <a:pt x="14820" y="53049"/>
                </a:cubicBezTo>
                <a:cubicBezTo>
                  <a:pt x="14761" y="53093"/>
                  <a:pt x="14658" y="53123"/>
                  <a:pt x="14569" y="53167"/>
                </a:cubicBezTo>
                <a:lnTo>
                  <a:pt x="14672" y="52887"/>
                </a:lnTo>
                <a:cubicBezTo>
                  <a:pt x="14761" y="52858"/>
                  <a:pt x="14849" y="52799"/>
                  <a:pt x="14923" y="52755"/>
                </a:cubicBezTo>
                <a:close/>
                <a:moveTo>
                  <a:pt x="13878" y="52961"/>
                </a:moveTo>
                <a:lnTo>
                  <a:pt x="13878" y="52961"/>
                </a:lnTo>
                <a:cubicBezTo>
                  <a:pt x="13848" y="53005"/>
                  <a:pt x="13819" y="53049"/>
                  <a:pt x="13804" y="53093"/>
                </a:cubicBezTo>
                <a:cubicBezTo>
                  <a:pt x="13745" y="53123"/>
                  <a:pt x="13701" y="53167"/>
                  <a:pt x="13657" y="53196"/>
                </a:cubicBezTo>
                <a:cubicBezTo>
                  <a:pt x="13672" y="53167"/>
                  <a:pt x="13701" y="53123"/>
                  <a:pt x="13730" y="53093"/>
                </a:cubicBezTo>
                <a:cubicBezTo>
                  <a:pt x="13745" y="53079"/>
                  <a:pt x="13775" y="53049"/>
                  <a:pt x="13804" y="53020"/>
                </a:cubicBezTo>
                <a:cubicBezTo>
                  <a:pt x="13819" y="53005"/>
                  <a:pt x="13833" y="52976"/>
                  <a:pt x="13878" y="52961"/>
                </a:cubicBezTo>
                <a:close/>
                <a:moveTo>
                  <a:pt x="15541" y="52858"/>
                </a:moveTo>
                <a:lnTo>
                  <a:pt x="15541" y="52858"/>
                </a:lnTo>
                <a:cubicBezTo>
                  <a:pt x="15526" y="52961"/>
                  <a:pt x="15496" y="53079"/>
                  <a:pt x="15467" y="53167"/>
                </a:cubicBezTo>
                <a:lnTo>
                  <a:pt x="15202" y="53270"/>
                </a:lnTo>
                <a:cubicBezTo>
                  <a:pt x="15217" y="53167"/>
                  <a:pt x="15246" y="53079"/>
                  <a:pt x="15276" y="52961"/>
                </a:cubicBezTo>
                <a:lnTo>
                  <a:pt x="15541" y="52858"/>
                </a:lnTo>
                <a:close/>
                <a:moveTo>
                  <a:pt x="14040" y="53020"/>
                </a:moveTo>
                <a:cubicBezTo>
                  <a:pt x="13995" y="53093"/>
                  <a:pt x="13966" y="53167"/>
                  <a:pt x="13951" y="53226"/>
                </a:cubicBezTo>
                <a:cubicBezTo>
                  <a:pt x="13878" y="53255"/>
                  <a:pt x="13819" y="53285"/>
                  <a:pt x="13745" y="53344"/>
                </a:cubicBezTo>
                <a:cubicBezTo>
                  <a:pt x="13775" y="53270"/>
                  <a:pt x="13819" y="53226"/>
                  <a:pt x="13848" y="53138"/>
                </a:cubicBezTo>
                <a:cubicBezTo>
                  <a:pt x="13907" y="53093"/>
                  <a:pt x="13981" y="53049"/>
                  <a:pt x="14040" y="53020"/>
                </a:cubicBezTo>
                <a:close/>
                <a:moveTo>
                  <a:pt x="14569" y="52946"/>
                </a:moveTo>
                <a:lnTo>
                  <a:pt x="14466" y="53226"/>
                </a:lnTo>
                <a:cubicBezTo>
                  <a:pt x="14393" y="53255"/>
                  <a:pt x="14290" y="53285"/>
                  <a:pt x="14216" y="53344"/>
                </a:cubicBezTo>
                <a:cubicBezTo>
                  <a:pt x="14260" y="53255"/>
                  <a:pt x="14290" y="53167"/>
                  <a:pt x="14334" y="53093"/>
                </a:cubicBezTo>
                <a:cubicBezTo>
                  <a:pt x="14422" y="53034"/>
                  <a:pt x="14496" y="52976"/>
                  <a:pt x="14569" y="52946"/>
                </a:cubicBezTo>
                <a:close/>
                <a:moveTo>
                  <a:pt x="15173" y="53020"/>
                </a:moveTo>
                <a:lnTo>
                  <a:pt x="15173" y="53020"/>
                </a:lnTo>
                <a:cubicBezTo>
                  <a:pt x="15143" y="53123"/>
                  <a:pt x="15129" y="53226"/>
                  <a:pt x="15099" y="53329"/>
                </a:cubicBezTo>
                <a:cubicBezTo>
                  <a:pt x="15011" y="53329"/>
                  <a:pt x="14893" y="53373"/>
                  <a:pt x="14805" y="53417"/>
                </a:cubicBezTo>
                <a:cubicBezTo>
                  <a:pt x="14849" y="53314"/>
                  <a:pt x="14864" y="53226"/>
                  <a:pt x="14893" y="53123"/>
                </a:cubicBezTo>
                <a:lnTo>
                  <a:pt x="15173" y="53020"/>
                </a:lnTo>
                <a:close/>
                <a:moveTo>
                  <a:pt x="13524" y="53270"/>
                </a:moveTo>
                <a:cubicBezTo>
                  <a:pt x="13510" y="53299"/>
                  <a:pt x="13480" y="53329"/>
                  <a:pt x="13466" y="53344"/>
                </a:cubicBezTo>
                <a:cubicBezTo>
                  <a:pt x="13421" y="53388"/>
                  <a:pt x="13392" y="53402"/>
                  <a:pt x="13363" y="53447"/>
                </a:cubicBezTo>
                <a:cubicBezTo>
                  <a:pt x="13377" y="53417"/>
                  <a:pt x="13392" y="53388"/>
                  <a:pt x="13407" y="53373"/>
                </a:cubicBezTo>
                <a:cubicBezTo>
                  <a:pt x="13451" y="53329"/>
                  <a:pt x="13480" y="53314"/>
                  <a:pt x="13524" y="53270"/>
                </a:cubicBezTo>
                <a:close/>
                <a:moveTo>
                  <a:pt x="26961" y="46456"/>
                </a:moveTo>
                <a:lnTo>
                  <a:pt x="26961" y="46471"/>
                </a:lnTo>
                <a:cubicBezTo>
                  <a:pt x="26975" y="46486"/>
                  <a:pt x="26990" y="46530"/>
                  <a:pt x="26990" y="46545"/>
                </a:cubicBezTo>
                <a:cubicBezTo>
                  <a:pt x="26990" y="46574"/>
                  <a:pt x="26990" y="46618"/>
                  <a:pt x="27005" y="46648"/>
                </a:cubicBezTo>
                <a:cubicBezTo>
                  <a:pt x="26666" y="47751"/>
                  <a:pt x="26107" y="48929"/>
                  <a:pt x="25180" y="50135"/>
                </a:cubicBezTo>
                <a:cubicBezTo>
                  <a:pt x="23708" y="52034"/>
                  <a:pt x="21501" y="52402"/>
                  <a:pt x="18940" y="52858"/>
                </a:cubicBezTo>
                <a:cubicBezTo>
                  <a:pt x="17969" y="53020"/>
                  <a:pt x="16939" y="53182"/>
                  <a:pt x="15909" y="53461"/>
                </a:cubicBezTo>
                <a:cubicBezTo>
                  <a:pt x="15923" y="53344"/>
                  <a:pt x="15953" y="53226"/>
                  <a:pt x="15953" y="53108"/>
                </a:cubicBezTo>
                <a:cubicBezTo>
                  <a:pt x="17027" y="52784"/>
                  <a:pt x="18101" y="52578"/>
                  <a:pt x="19117" y="52387"/>
                </a:cubicBezTo>
                <a:cubicBezTo>
                  <a:pt x="21501" y="51945"/>
                  <a:pt x="23752" y="51533"/>
                  <a:pt x="25224" y="49635"/>
                </a:cubicBezTo>
                <a:cubicBezTo>
                  <a:pt x="26033" y="48590"/>
                  <a:pt x="26593" y="47516"/>
                  <a:pt x="26961" y="46456"/>
                </a:cubicBezTo>
                <a:close/>
                <a:moveTo>
                  <a:pt x="14201" y="53167"/>
                </a:moveTo>
                <a:cubicBezTo>
                  <a:pt x="14187" y="53226"/>
                  <a:pt x="14143" y="53314"/>
                  <a:pt x="14113" y="53402"/>
                </a:cubicBezTo>
                <a:cubicBezTo>
                  <a:pt x="14040" y="53447"/>
                  <a:pt x="13966" y="53491"/>
                  <a:pt x="13878" y="53535"/>
                </a:cubicBezTo>
                <a:cubicBezTo>
                  <a:pt x="13907" y="53461"/>
                  <a:pt x="13951" y="53373"/>
                  <a:pt x="13981" y="53285"/>
                </a:cubicBezTo>
                <a:cubicBezTo>
                  <a:pt x="14054" y="53255"/>
                  <a:pt x="14128" y="53196"/>
                  <a:pt x="14201" y="53167"/>
                </a:cubicBezTo>
                <a:close/>
                <a:moveTo>
                  <a:pt x="14805" y="53152"/>
                </a:moveTo>
                <a:lnTo>
                  <a:pt x="14805" y="53152"/>
                </a:lnTo>
                <a:cubicBezTo>
                  <a:pt x="14775" y="53241"/>
                  <a:pt x="14761" y="53344"/>
                  <a:pt x="14716" y="53447"/>
                </a:cubicBezTo>
                <a:lnTo>
                  <a:pt x="14437" y="53550"/>
                </a:lnTo>
                <a:cubicBezTo>
                  <a:pt x="14481" y="53461"/>
                  <a:pt x="14496" y="53373"/>
                  <a:pt x="14525" y="53255"/>
                </a:cubicBezTo>
                <a:cubicBezTo>
                  <a:pt x="14628" y="53241"/>
                  <a:pt x="14716" y="53196"/>
                  <a:pt x="14805" y="53152"/>
                </a:cubicBezTo>
                <a:close/>
                <a:moveTo>
                  <a:pt x="13686" y="53270"/>
                </a:moveTo>
                <a:cubicBezTo>
                  <a:pt x="13657" y="53329"/>
                  <a:pt x="13627" y="53388"/>
                  <a:pt x="13598" y="53447"/>
                </a:cubicBezTo>
                <a:cubicBezTo>
                  <a:pt x="13539" y="53476"/>
                  <a:pt x="13480" y="53505"/>
                  <a:pt x="13407" y="53564"/>
                </a:cubicBezTo>
                <a:cubicBezTo>
                  <a:pt x="13451" y="53505"/>
                  <a:pt x="13480" y="53461"/>
                  <a:pt x="13510" y="53402"/>
                </a:cubicBezTo>
                <a:cubicBezTo>
                  <a:pt x="13583" y="53373"/>
                  <a:pt x="13627" y="53314"/>
                  <a:pt x="13686" y="53270"/>
                </a:cubicBezTo>
                <a:close/>
                <a:moveTo>
                  <a:pt x="15879" y="53138"/>
                </a:moveTo>
                <a:lnTo>
                  <a:pt x="15879" y="53138"/>
                </a:lnTo>
                <a:cubicBezTo>
                  <a:pt x="15864" y="53255"/>
                  <a:pt x="15835" y="53358"/>
                  <a:pt x="15835" y="53491"/>
                </a:cubicBezTo>
                <a:cubicBezTo>
                  <a:pt x="15717" y="53491"/>
                  <a:pt x="15599" y="53535"/>
                  <a:pt x="15511" y="53564"/>
                </a:cubicBezTo>
                <a:lnTo>
                  <a:pt x="15570" y="53241"/>
                </a:lnTo>
                <a:cubicBezTo>
                  <a:pt x="15673" y="53196"/>
                  <a:pt x="15761" y="53167"/>
                  <a:pt x="15879" y="53138"/>
                </a:cubicBezTo>
                <a:close/>
                <a:moveTo>
                  <a:pt x="13142" y="53594"/>
                </a:moveTo>
                <a:cubicBezTo>
                  <a:pt x="13142" y="53608"/>
                  <a:pt x="13112" y="53608"/>
                  <a:pt x="13112" y="53623"/>
                </a:cubicBezTo>
                <a:cubicBezTo>
                  <a:pt x="13100" y="53635"/>
                  <a:pt x="13078" y="53648"/>
                  <a:pt x="13053" y="53669"/>
                </a:cubicBezTo>
                <a:lnTo>
                  <a:pt x="13053" y="53669"/>
                </a:lnTo>
                <a:cubicBezTo>
                  <a:pt x="13054" y="53665"/>
                  <a:pt x="13054" y="53659"/>
                  <a:pt x="13054" y="53653"/>
                </a:cubicBezTo>
                <a:lnTo>
                  <a:pt x="13142" y="53594"/>
                </a:lnTo>
                <a:close/>
                <a:moveTo>
                  <a:pt x="15467" y="53255"/>
                </a:moveTo>
                <a:lnTo>
                  <a:pt x="15423" y="53594"/>
                </a:lnTo>
                <a:cubicBezTo>
                  <a:pt x="15305" y="53623"/>
                  <a:pt x="15217" y="53653"/>
                  <a:pt x="15099" y="53697"/>
                </a:cubicBezTo>
                <a:cubicBezTo>
                  <a:pt x="15129" y="53594"/>
                  <a:pt x="15143" y="53476"/>
                  <a:pt x="15173" y="53373"/>
                </a:cubicBezTo>
                <a:cubicBezTo>
                  <a:pt x="15276" y="53329"/>
                  <a:pt x="15379" y="53299"/>
                  <a:pt x="15467" y="53255"/>
                </a:cubicBezTo>
                <a:close/>
                <a:moveTo>
                  <a:pt x="13878" y="53373"/>
                </a:moveTo>
                <a:cubicBezTo>
                  <a:pt x="13833" y="53447"/>
                  <a:pt x="13789" y="53520"/>
                  <a:pt x="13760" y="53608"/>
                </a:cubicBezTo>
                <a:cubicBezTo>
                  <a:pt x="13686" y="53638"/>
                  <a:pt x="13613" y="53697"/>
                  <a:pt x="13539" y="53741"/>
                </a:cubicBezTo>
                <a:lnTo>
                  <a:pt x="13657" y="53520"/>
                </a:lnTo>
                <a:cubicBezTo>
                  <a:pt x="13730" y="53461"/>
                  <a:pt x="13789" y="53402"/>
                  <a:pt x="13878" y="53373"/>
                </a:cubicBezTo>
                <a:close/>
                <a:moveTo>
                  <a:pt x="14437" y="53329"/>
                </a:moveTo>
                <a:lnTo>
                  <a:pt x="14437" y="53329"/>
                </a:lnTo>
                <a:cubicBezTo>
                  <a:pt x="14407" y="53417"/>
                  <a:pt x="14363" y="53520"/>
                  <a:pt x="14349" y="53608"/>
                </a:cubicBezTo>
                <a:cubicBezTo>
                  <a:pt x="14260" y="53638"/>
                  <a:pt x="14157" y="53682"/>
                  <a:pt x="14069" y="53741"/>
                </a:cubicBezTo>
                <a:lnTo>
                  <a:pt x="14187" y="53461"/>
                </a:lnTo>
                <a:cubicBezTo>
                  <a:pt x="14275" y="53417"/>
                  <a:pt x="14349" y="53373"/>
                  <a:pt x="14437" y="53329"/>
                </a:cubicBezTo>
                <a:close/>
                <a:moveTo>
                  <a:pt x="13333" y="53550"/>
                </a:moveTo>
                <a:lnTo>
                  <a:pt x="13333" y="53550"/>
                </a:lnTo>
                <a:cubicBezTo>
                  <a:pt x="13318" y="53594"/>
                  <a:pt x="13289" y="53638"/>
                  <a:pt x="13260" y="53682"/>
                </a:cubicBezTo>
                <a:cubicBezTo>
                  <a:pt x="13201" y="53711"/>
                  <a:pt x="13157" y="53756"/>
                  <a:pt x="13112" y="53785"/>
                </a:cubicBezTo>
                <a:cubicBezTo>
                  <a:pt x="13127" y="53756"/>
                  <a:pt x="13171" y="53711"/>
                  <a:pt x="13186" y="53682"/>
                </a:cubicBezTo>
                <a:cubicBezTo>
                  <a:pt x="13230" y="53638"/>
                  <a:pt x="13289" y="53608"/>
                  <a:pt x="13333" y="53550"/>
                </a:cubicBezTo>
                <a:close/>
                <a:moveTo>
                  <a:pt x="15084" y="53402"/>
                </a:moveTo>
                <a:cubicBezTo>
                  <a:pt x="15070" y="53520"/>
                  <a:pt x="15040" y="53623"/>
                  <a:pt x="15011" y="53711"/>
                </a:cubicBezTo>
                <a:cubicBezTo>
                  <a:pt x="14893" y="53756"/>
                  <a:pt x="14805" y="53785"/>
                  <a:pt x="14702" y="53829"/>
                </a:cubicBezTo>
                <a:cubicBezTo>
                  <a:pt x="14731" y="53711"/>
                  <a:pt x="14761" y="53608"/>
                  <a:pt x="14790" y="53520"/>
                </a:cubicBezTo>
                <a:cubicBezTo>
                  <a:pt x="14878" y="53476"/>
                  <a:pt x="14996" y="53447"/>
                  <a:pt x="15084" y="53402"/>
                </a:cubicBezTo>
                <a:close/>
                <a:moveTo>
                  <a:pt x="14069" y="53520"/>
                </a:moveTo>
                <a:lnTo>
                  <a:pt x="14069" y="53520"/>
                </a:lnTo>
                <a:cubicBezTo>
                  <a:pt x="14040" y="53608"/>
                  <a:pt x="13995" y="53697"/>
                  <a:pt x="13981" y="53770"/>
                </a:cubicBezTo>
                <a:cubicBezTo>
                  <a:pt x="13892" y="53814"/>
                  <a:pt x="13819" y="53859"/>
                  <a:pt x="13716" y="53903"/>
                </a:cubicBezTo>
                <a:cubicBezTo>
                  <a:pt x="13760" y="53814"/>
                  <a:pt x="13789" y="53741"/>
                  <a:pt x="13833" y="53638"/>
                </a:cubicBezTo>
                <a:cubicBezTo>
                  <a:pt x="13907" y="53608"/>
                  <a:pt x="13995" y="53550"/>
                  <a:pt x="14069" y="53520"/>
                </a:cubicBezTo>
                <a:close/>
                <a:moveTo>
                  <a:pt x="27005" y="46868"/>
                </a:moveTo>
                <a:cubicBezTo>
                  <a:pt x="27005" y="46927"/>
                  <a:pt x="27019" y="46986"/>
                  <a:pt x="27019" y="47015"/>
                </a:cubicBezTo>
                <a:cubicBezTo>
                  <a:pt x="27034" y="47030"/>
                  <a:pt x="27034" y="47060"/>
                  <a:pt x="27034" y="47089"/>
                </a:cubicBezTo>
                <a:cubicBezTo>
                  <a:pt x="26710" y="48237"/>
                  <a:pt x="26122" y="49429"/>
                  <a:pt x="25180" y="50665"/>
                </a:cubicBezTo>
                <a:cubicBezTo>
                  <a:pt x="23679" y="52622"/>
                  <a:pt x="21412" y="52976"/>
                  <a:pt x="18764" y="53358"/>
                </a:cubicBezTo>
                <a:cubicBezTo>
                  <a:pt x="17822" y="53505"/>
                  <a:pt x="16850" y="53653"/>
                  <a:pt x="15864" y="53903"/>
                </a:cubicBezTo>
                <a:cubicBezTo>
                  <a:pt x="15864" y="53785"/>
                  <a:pt x="15879" y="53653"/>
                  <a:pt x="15894" y="53550"/>
                </a:cubicBezTo>
                <a:cubicBezTo>
                  <a:pt x="16939" y="53270"/>
                  <a:pt x="17969" y="53093"/>
                  <a:pt x="18940" y="52917"/>
                </a:cubicBezTo>
                <a:cubicBezTo>
                  <a:pt x="21516" y="52505"/>
                  <a:pt x="23723" y="52122"/>
                  <a:pt x="25239" y="50180"/>
                </a:cubicBezTo>
                <a:cubicBezTo>
                  <a:pt x="26107" y="49046"/>
                  <a:pt x="26666" y="47943"/>
                  <a:pt x="27005" y="46868"/>
                </a:cubicBezTo>
                <a:close/>
                <a:moveTo>
                  <a:pt x="13524" y="53564"/>
                </a:moveTo>
                <a:lnTo>
                  <a:pt x="13524" y="53564"/>
                </a:lnTo>
                <a:cubicBezTo>
                  <a:pt x="13480" y="53653"/>
                  <a:pt x="13451" y="53741"/>
                  <a:pt x="13407" y="53785"/>
                </a:cubicBezTo>
                <a:cubicBezTo>
                  <a:pt x="13333" y="53829"/>
                  <a:pt x="13289" y="53888"/>
                  <a:pt x="13215" y="53917"/>
                </a:cubicBezTo>
                <a:cubicBezTo>
                  <a:pt x="13245" y="53844"/>
                  <a:pt x="13289" y="53785"/>
                  <a:pt x="13318" y="53711"/>
                </a:cubicBezTo>
                <a:cubicBezTo>
                  <a:pt x="13392" y="53653"/>
                  <a:pt x="13451" y="53623"/>
                  <a:pt x="13524" y="53564"/>
                </a:cubicBezTo>
                <a:close/>
                <a:moveTo>
                  <a:pt x="14687" y="53550"/>
                </a:moveTo>
                <a:lnTo>
                  <a:pt x="14687" y="53550"/>
                </a:lnTo>
                <a:cubicBezTo>
                  <a:pt x="14658" y="53667"/>
                  <a:pt x="14628" y="53756"/>
                  <a:pt x="14613" y="53859"/>
                </a:cubicBezTo>
                <a:cubicBezTo>
                  <a:pt x="14510" y="53903"/>
                  <a:pt x="14422" y="53932"/>
                  <a:pt x="14319" y="53976"/>
                </a:cubicBezTo>
                <a:cubicBezTo>
                  <a:pt x="14334" y="53859"/>
                  <a:pt x="14363" y="53770"/>
                  <a:pt x="14407" y="53682"/>
                </a:cubicBezTo>
                <a:cubicBezTo>
                  <a:pt x="14496" y="53638"/>
                  <a:pt x="14584" y="53608"/>
                  <a:pt x="14687" y="53550"/>
                </a:cubicBezTo>
                <a:close/>
                <a:moveTo>
                  <a:pt x="15820" y="53564"/>
                </a:moveTo>
                <a:lnTo>
                  <a:pt x="15820" y="53564"/>
                </a:lnTo>
                <a:cubicBezTo>
                  <a:pt x="15806" y="53682"/>
                  <a:pt x="15806" y="53814"/>
                  <a:pt x="15806" y="53917"/>
                </a:cubicBezTo>
                <a:cubicBezTo>
                  <a:pt x="15673" y="53932"/>
                  <a:pt x="15570" y="53976"/>
                  <a:pt x="15452" y="54006"/>
                </a:cubicBezTo>
                <a:cubicBezTo>
                  <a:pt x="15467" y="53903"/>
                  <a:pt x="15467" y="53770"/>
                  <a:pt x="15496" y="53667"/>
                </a:cubicBezTo>
                <a:cubicBezTo>
                  <a:pt x="15599" y="53623"/>
                  <a:pt x="15717" y="53608"/>
                  <a:pt x="15820" y="53564"/>
                </a:cubicBezTo>
                <a:close/>
                <a:moveTo>
                  <a:pt x="12965" y="53859"/>
                </a:moveTo>
                <a:cubicBezTo>
                  <a:pt x="12951" y="53888"/>
                  <a:pt x="12936" y="53917"/>
                  <a:pt x="12921" y="53932"/>
                </a:cubicBezTo>
                <a:cubicBezTo>
                  <a:pt x="12877" y="53976"/>
                  <a:pt x="12818" y="54006"/>
                  <a:pt x="12789" y="54050"/>
                </a:cubicBezTo>
                <a:cubicBezTo>
                  <a:pt x="12803" y="54020"/>
                  <a:pt x="12818" y="54006"/>
                  <a:pt x="12847" y="53976"/>
                </a:cubicBezTo>
                <a:cubicBezTo>
                  <a:pt x="12877" y="53932"/>
                  <a:pt x="12936" y="53903"/>
                  <a:pt x="12965" y="53859"/>
                </a:cubicBezTo>
                <a:close/>
                <a:moveTo>
                  <a:pt x="13716" y="53697"/>
                </a:moveTo>
                <a:lnTo>
                  <a:pt x="13716" y="53697"/>
                </a:lnTo>
                <a:cubicBezTo>
                  <a:pt x="13686" y="53785"/>
                  <a:pt x="13657" y="53888"/>
                  <a:pt x="13613" y="53962"/>
                </a:cubicBezTo>
                <a:cubicBezTo>
                  <a:pt x="13539" y="53991"/>
                  <a:pt x="13451" y="54050"/>
                  <a:pt x="13377" y="54079"/>
                </a:cubicBezTo>
                <a:cubicBezTo>
                  <a:pt x="13407" y="54006"/>
                  <a:pt x="13451" y="53917"/>
                  <a:pt x="13480" y="53844"/>
                </a:cubicBezTo>
                <a:cubicBezTo>
                  <a:pt x="13554" y="53785"/>
                  <a:pt x="13657" y="53756"/>
                  <a:pt x="13716" y="53697"/>
                </a:cubicBezTo>
                <a:close/>
                <a:moveTo>
                  <a:pt x="14319" y="53711"/>
                </a:moveTo>
                <a:cubicBezTo>
                  <a:pt x="14275" y="53814"/>
                  <a:pt x="14260" y="53917"/>
                  <a:pt x="14246" y="54006"/>
                </a:cubicBezTo>
                <a:cubicBezTo>
                  <a:pt x="14143" y="54050"/>
                  <a:pt x="14054" y="54079"/>
                  <a:pt x="13951" y="54123"/>
                </a:cubicBezTo>
                <a:cubicBezTo>
                  <a:pt x="13981" y="54035"/>
                  <a:pt x="13995" y="53932"/>
                  <a:pt x="14040" y="53829"/>
                </a:cubicBezTo>
                <a:lnTo>
                  <a:pt x="14319" y="53711"/>
                </a:lnTo>
                <a:close/>
                <a:moveTo>
                  <a:pt x="15393" y="53682"/>
                </a:moveTo>
                <a:lnTo>
                  <a:pt x="15393" y="53682"/>
                </a:lnTo>
                <a:cubicBezTo>
                  <a:pt x="15379" y="53785"/>
                  <a:pt x="15364" y="53903"/>
                  <a:pt x="15364" y="54020"/>
                </a:cubicBezTo>
                <a:cubicBezTo>
                  <a:pt x="15246" y="54065"/>
                  <a:pt x="15143" y="54079"/>
                  <a:pt x="15026" y="54123"/>
                </a:cubicBezTo>
                <a:cubicBezTo>
                  <a:pt x="15055" y="54006"/>
                  <a:pt x="15070" y="53903"/>
                  <a:pt x="15084" y="53770"/>
                </a:cubicBezTo>
                <a:cubicBezTo>
                  <a:pt x="15187" y="53741"/>
                  <a:pt x="15305" y="53697"/>
                  <a:pt x="15393" y="53682"/>
                </a:cubicBezTo>
                <a:close/>
                <a:moveTo>
                  <a:pt x="13157" y="53859"/>
                </a:moveTo>
                <a:cubicBezTo>
                  <a:pt x="13112" y="53917"/>
                  <a:pt x="13098" y="53976"/>
                  <a:pt x="13054" y="54020"/>
                </a:cubicBezTo>
                <a:cubicBezTo>
                  <a:pt x="13009" y="54065"/>
                  <a:pt x="12936" y="54123"/>
                  <a:pt x="12877" y="54153"/>
                </a:cubicBezTo>
                <a:cubicBezTo>
                  <a:pt x="12921" y="54094"/>
                  <a:pt x="12936" y="54050"/>
                  <a:pt x="12965" y="54006"/>
                </a:cubicBezTo>
                <a:cubicBezTo>
                  <a:pt x="13039" y="53962"/>
                  <a:pt x="13098" y="53903"/>
                  <a:pt x="13157" y="53859"/>
                </a:cubicBezTo>
                <a:close/>
                <a:moveTo>
                  <a:pt x="14996" y="53814"/>
                </a:moveTo>
                <a:lnTo>
                  <a:pt x="14937" y="54138"/>
                </a:lnTo>
                <a:cubicBezTo>
                  <a:pt x="14849" y="54182"/>
                  <a:pt x="14731" y="54212"/>
                  <a:pt x="14628" y="54256"/>
                </a:cubicBezTo>
                <a:lnTo>
                  <a:pt x="14672" y="53917"/>
                </a:lnTo>
                <a:cubicBezTo>
                  <a:pt x="14790" y="53888"/>
                  <a:pt x="14878" y="53844"/>
                  <a:pt x="14996" y="53814"/>
                </a:cubicBezTo>
                <a:close/>
                <a:moveTo>
                  <a:pt x="13363" y="53932"/>
                </a:moveTo>
                <a:lnTo>
                  <a:pt x="13245" y="54153"/>
                </a:lnTo>
                <a:cubicBezTo>
                  <a:pt x="13171" y="54197"/>
                  <a:pt x="13098" y="54241"/>
                  <a:pt x="13009" y="54285"/>
                </a:cubicBezTo>
                <a:lnTo>
                  <a:pt x="13112" y="54065"/>
                </a:lnTo>
                <a:cubicBezTo>
                  <a:pt x="13215" y="54020"/>
                  <a:pt x="13289" y="53976"/>
                  <a:pt x="13363" y="53932"/>
                </a:cubicBezTo>
                <a:close/>
                <a:moveTo>
                  <a:pt x="13951" y="53888"/>
                </a:moveTo>
                <a:cubicBezTo>
                  <a:pt x="13907" y="53976"/>
                  <a:pt x="13878" y="54065"/>
                  <a:pt x="13848" y="54153"/>
                </a:cubicBezTo>
                <a:cubicBezTo>
                  <a:pt x="13760" y="54197"/>
                  <a:pt x="13672" y="54227"/>
                  <a:pt x="13583" y="54285"/>
                </a:cubicBezTo>
                <a:lnTo>
                  <a:pt x="13686" y="54006"/>
                </a:lnTo>
                <a:cubicBezTo>
                  <a:pt x="13775" y="53976"/>
                  <a:pt x="13878" y="53917"/>
                  <a:pt x="13951" y="53888"/>
                </a:cubicBezTo>
                <a:close/>
                <a:moveTo>
                  <a:pt x="12568" y="54197"/>
                </a:moveTo>
                <a:cubicBezTo>
                  <a:pt x="12553" y="54212"/>
                  <a:pt x="12553" y="54227"/>
                  <a:pt x="12524" y="54256"/>
                </a:cubicBezTo>
                <a:cubicBezTo>
                  <a:pt x="12509" y="54271"/>
                  <a:pt x="12494" y="54285"/>
                  <a:pt x="12450" y="54300"/>
                </a:cubicBezTo>
                <a:cubicBezTo>
                  <a:pt x="12494" y="54285"/>
                  <a:pt x="12509" y="54271"/>
                  <a:pt x="12509" y="54256"/>
                </a:cubicBezTo>
                <a:lnTo>
                  <a:pt x="12568" y="54197"/>
                </a:lnTo>
                <a:close/>
                <a:moveTo>
                  <a:pt x="27075" y="47307"/>
                </a:moveTo>
                <a:lnTo>
                  <a:pt x="27075" y="47307"/>
                </a:lnTo>
                <a:cubicBezTo>
                  <a:pt x="27064" y="47345"/>
                  <a:pt x="27065" y="47371"/>
                  <a:pt x="27078" y="47398"/>
                </a:cubicBezTo>
                <a:lnTo>
                  <a:pt x="27078" y="47457"/>
                </a:lnTo>
                <a:lnTo>
                  <a:pt x="27078" y="47531"/>
                </a:lnTo>
                <a:cubicBezTo>
                  <a:pt x="26769" y="48664"/>
                  <a:pt x="26195" y="49885"/>
                  <a:pt x="25195" y="51195"/>
                </a:cubicBezTo>
                <a:cubicBezTo>
                  <a:pt x="23649" y="53211"/>
                  <a:pt x="21324" y="53535"/>
                  <a:pt x="18616" y="53903"/>
                </a:cubicBezTo>
                <a:cubicBezTo>
                  <a:pt x="17733" y="54020"/>
                  <a:pt x="16821" y="54138"/>
                  <a:pt x="15879" y="54344"/>
                </a:cubicBezTo>
                <a:cubicBezTo>
                  <a:pt x="15879" y="54212"/>
                  <a:pt x="15879" y="54094"/>
                  <a:pt x="15894" y="53976"/>
                </a:cubicBezTo>
                <a:cubicBezTo>
                  <a:pt x="16880" y="53726"/>
                  <a:pt x="17881" y="53579"/>
                  <a:pt x="18822" y="53432"/>
                </a:cubicBezTo>
                <a:cubicBezTo>
                  <a:pt x="21471" y="53034"/>
                  <a:pt x="23752" y="52681"/>
                  <a:pt x="25268" y="50695"/>
                </a:cubicBezTo>
                <a:cubicBezTo>
                  <a:pt x="26148" y="49536"/>
                  <a:pt x="26736" y="48393"/>
                  <a:pt x="27075" y="47307"/>
                </a:cubicBezTo>
                <a:close/>
                <a:moveTo>
                  <a:pt x="14584" y="53962"/>
                </a:moveTo>
                <a:cubicBezTo>
                  <a:pt x="14569" y="54065"/>
                  <a:pt x="14555" y="54182"/>
                  <a:pt x="14525" y="54271"/>
                </a:cubicBezTo>
                <a:cubicBezTo>
                  <a:pt x="14422" y="54300"/>
                  <a:pt x="14334" y="54344"/>
                  <a:pt x="14216" y="54374"/>
                </a:cubicBezTo>
                <a:cubicBezTo>
                  <a:pt x="14246" y="54271"/>
                  <a:pt x="14275" y="54182"/>
                  <a:pt x="14290" y="54065"/>
                </a:cubicBezTo>
                <a:cubicBezTo>
                  <a:pt x="14393" y="54035"/>
                  <a:pt x="14496" y="53991"/>
                  <a:pt x="14584" y="53962"/>
                </a:cubicBezTo>
                <a:close/>
                <a:moveTo>
                  <a:pt x="12789" y="54153"/>
                </a:moveTo>
                <a:lnTo>
                  <a:pt x="12789" y="54153"/>
                </a:lnTo>
                <a:cubicBezTo>
                  <a:pt x="12774" y="54197"/>
                  <a:pt x="12730" y="54227"/>
                  <a:pt x="12715" y="54285"/>
                </a:cubicBezTo>
                <a:cubicBezTo>
                  <a:pt x="12656" y="54330"/>
                  <a:pt x="12583" y="54374"/>
                  <a:pt x="12524" y="54418"/>
                </a:cubicBezTo>
                <a:cubicBezTo>
                  <a:pt x="12538" y="54374"/>
                  <a:pt x="12583" y="54344"/>
                  <a:pt x="12597" y="54300"/>
                </a:cubicBezTo>
                <a:cubicBezTo>
                  <a:pt x="12671" y="54256"/>
                  <a:pt x="12730" y="54197"/>
                  <a:pt x="12789" y="54153"/>
                </a:cubicBezTo>
                <a:close/>
                <a:moveTo>
                  <a:pt x="15806" y="53991"/>
                </a:moveTo>
                <a:lnTo>
                  <a:pt x="15806" y="54359"/>
                </a:lnTo>
                <a:cubicBezTo>
                  <a:pt x="15673" y="54374"/>
                  <a:pt x="15570" y="54418"/>
                  <a:pt x="15438" y="54433"/>
                </a:cubicBezTo>
                <a:cubicBezTo>
                  <a:pt x="15423" y="54359"/>
                  <a:pt x="15423" y="54271"/>
                  <a:pt x="15438" y="54197"/>
                </a:cubicBezTo>
                <a:cubicBezTo>
                  <a:pt x="15438" y="54153"/>
                  <a:pt x="15438" y="54123"/>
                  <a:pt x="15452" y="54079"/>
                </a:cubicBezTo>
                <a:cubicBezTo>
                  <a:pt x="15555" y="54050"/>
                  <a:pt x="15688" y="54020"/>
                  <a:pt x="15806" y="53991"/>
                </a:cubicBezTo>
                <a:close/>
                <a:moveTo>
                  <a:pt x="13554" y="54065"/>
                </a:moveTo>
                <a:lnTo>
                  <a:pt x="13554" y="54065"/>
                </a:lnTo>
                <a:cubicBezTo>
                  <a:pt x="13524" y="54153"/>
                  <a:pt x="13480" y="54256"/>
                  <a:pt x="13466" y="54330"/>
                </a:cubicBezTo>
                <a:cubicBezTo>
                  <a:pt x="13377" y="54359"/>
                  <a:pt x="13289" y="54418"/>
                  <a:pt x="13201" y="54447"/>
                </a:cubicBezTo>
                <a:cubicBezTo>
                  <a:pt x="13245" y="54359"/>
                  <a:pt x="13289" y="54285"/>
                  <a:pt x="13318" y="54197"/>
                </a:cubicBezTo>
                <a:cubicBezTo>
                  <a:pt x="13392" y="54182"/>
                  <a:pt x="13480" y="54123"/>
                  <a:pt x="13554" y="54065"/>
                </a:cubicBezTo>
                <a:close/>
                <a:moveTo>
                  <a:pt x="12980" y="54197"/>
                </a:moveTo>
                <a:cubicBezTo>
                  <a:pt x="12951" y="54256"/>
                  <a:pt x="12921" y="54300"/>
                  <a:pt x="12892" y="54374"/>
                </a:cubicBezTo>
                <a:cubicBezTo>
                  <a:pt x="12818" y="54418"/>
                  <a:pt x="12744" y="54477"/>
                  <a:pt x="12671" y="54521"/>
                </a:cubicBezTo>
                <a:cubicBezTo>
                  <a:pt x="12715" y="54477"/>
                  <a:pt x="12744" y="54403"/>
                  <a:pt x="12789" y="54344"/>
                </a:cubicBezTo>
                <a:cubicBezTo>
                  <a:pt x="12862" y="54285"/>
                  <a:pt x="12936" y="54227"/>
                  <a:pt x="12980" y="54197"/>
                </a:cubicBezTo>
                <a:close/>
                <a:moveTo>
                  <a:pt x="14201" y="54109"/>
                </a:moveTo>
                <a:lnTo>
                  <a:pt x="14201" y="54109"/>
                </a:lnTo>
                <a:cubicBezTo>
                  <a:pt x="14187" y="54212"/>
                  <a:pt x="14143" y="54300"/>
                  <a:pt x="14128" y="54418"/>
                </a:cubicBezTo>
                <a:cubicBezTo>
                  <a:pt x="14025" y="54447"/>
                  <a:pt x="13922" y="54491"/>
                  <a:pt x="13819" y="54521"/>
                </a:cubicBezTo>
                <a:cubicBezTo>
                  <a:pt x="13848" y="54418"/>
                  <a:pt x="13892" y="54330"/>
                  <a:pt x="13907" y="54227"/>
                </a:cubicBezTo>
                <a:cubicBezTo>
                  <a:pt x="13995" y="54197"/>
                  <a:pt x="14113" y="54138"/>
                  <a:pt x="14201" y="54109"/>
                </a:cubicBezTo>
                <a:close/>
                <a:moveTo>
                  <a:pt x="15349" y="54094"/>
                </a:moveTo>
                <a:lnTo>
                  <a:pt x="15349" y="54168"/>
                </a:lnTo>
                <a:cubicBezTo>
                  <a:pt x="15349" y="54271"/>
                  <a:pt x="15320" y="54359"/>
                  <a:pt x="15320" y="54447"/>
                </a:cubicBezTo>
                <a:cubicBezTo>
                  <a:pt x="15217" y="54491"/>
                  <a:pt x="15099" y="54521"/>
                  <a:pt x="14981" y="54550"/>
                </a:cubicBezTo>
                <a:lnTo>
                  <a:pt x="14981" y="54433"/>
                </a:lnTo>
                <a:cubicBezTo>
                  <a:pt x="14981" y="54359"/>
                  <a:pt x="14996" y="54271"/>
                  <a:pt x="15011" y="54197"/>
                </a:cubicBezTo>
                <a:cubicBezTo>
                  <a:pt x="15129" y="54153"/>
                  <a:pt x="15232" y="54123"/>
                  <a:pt x="15349" y="54094"/>
                </a:cubicBezTo>
                <a:close/>
                <a:moveTo>
                  <a:pt x="14937" y="54212"/>
                </a:moveTo>
                <a:cubicBezTo>
                  <a:pt x="14937" y="54285"/>
                  <a:pt x="14923" y="54359"/>
                  <a:pt x="14923" y="54433"/>
                </a:cubicBezTo>
                <a:cubicBezTo>
                  <a:pt x="14923" y="54462"/>
                  <a:pt x="14923" y="54521"/>
                  <a:pt x="14908" y="54565"/>
                </a:cubicBezTo>
                <a:cubicBezTo>
                  <a:pt x="14790" y="54594"/>
                  <a:pt x="14687" y="54624"/>
                  <a:pt x="14555" y="54653"/>
                </a:cubicBezTo>
                <a:cubicBezTo>
                  <a:pt x="14569" y="54565"/>
                  <a:pt x="14584" y="54447"/>
                  <a:pt x="14613" y="54330"/>
                </a:cubicBezTo>
                <a:lnTo>
                  <a:pt x="14937" y="54212"/>
                </a:lnTo>
                <a:close/>
                <a:moveTo>
                  <a:pt x="12406" y="54462"/>
                </a:moveTo>
                <a:cubicBezTo>
                  <a:pt x="12377" y="54506"/>
                  <a:pt x="12362" y="54521"/>
                  <a:pt x="12347" y="54565"/>
                </a:cubicBezTo>
                <a:cubicBezTo>
                  <a:pt x="12303" y="54594"/>
                  <a:pt x="12259" y="54639"/>
                  <a:pt x="12215" y="54668"/>
                </a:cubicBezTo>
                <a:cubicBezTo>
                  <a:pt x="12229" y="54639"/>
                  <a:pt x="12259" y="54624"/>
                  <a:pt x="12274" y="54580"/>
                </a:cubicBezTo>
                <a:cubicBezTo>
                  <a:pt x="12303" y="54550"/>
                  <a:pt x="12362" y="54506"/>
                  <a:pt x="12406" y="54462"/>
                </a:cubicBezTo>
                <a:close/>
                <a:moveTo>
                  <a:pt x="13186" y="54285"/>
                </a:moveTo>
                <a:lnTo>
                  <a:pt x="13186" y="54285"/>
                </a:lnTo>
                <a:cubicBezTo>
                  <a:pt x="13157" y="54359"/>
                  <a:pt x="13112" y="54447"/>
                  <a:pt x="13098" y="54521"/>
                </a:cubicBezTo>
                <a:cubicBezTo>
                  <a:pt x="13009" y="54565"/>
                  <a:pt x="12936" y="54624"/>
                  <a:pt x="12833" y="54668"/>
                </a:cubicBezTo>
                <a:cubicBezTo>
                  <a:pt x="12877" y="54594"/>
                  <a:pt x="12921" y="54506"/>
                  <a:pt x="12951" y="54433"/>
                </a:cubicBezTo>
                <a:cubicBezTo>
                  <a:pt x="13024" y="54374"/>
                  <a:pt x="13112" y="54330"/>
                  <a:pt x="13186" y="54285"/>
                </a:cubicBezTo>
                <a:close/>
                <a:moveTo>
                  <a:pt x="13819" y="54271"/>
                </a:moveTo>
                <a:cubicBezTo>
                  <a:pt x="13775" y="54359"/>
                  <a:pt x="13760" y="54477"/>
                  <a:pt x="13745" y="54565"/>
                </a:cubicBezTo>
                <a:cubicBezTo>
                  <a:pt x="13657" y="54594"/>
                  <a:pt x="13539" y="54639"/>
                  <a:pt x="13451" y="54697"/>
                </a:cubicBezTo>
                <a:cubicBezTo>
                  <a:pt x="13480" y="54594"/>
                  <a:pt x="13510" y="54506"/>
                  <a:pt x="13539" y="54388"/>
                </a:cubicBezTo>
                <a:cubicBezTo>
                  <a:pt x="13627" y="54359"/>
                  <a:pt x="13730" y="54300"/>
                  <a:pt x="13819" y="54271"/>
                </a:cubicBezTo>
                <a:close/>
                <a:moveTo>
                  <a:pt x="12597" y="54447"/>
                </a:moveTo>
                <a:lnTo>
                  <a:pt x="12597" y="54447"/>
                </a:lnTo>
                <a:cubicBezTo>
                  <a:pt x="12568" y="54506"/>
                  <a:pt x="12553" y="54565"/>
                  <a:pt x="12509" y="54624"/>
                </a:cubicBezTo>
                <a:cubicBezTo>
                  <a:pt x="12435" y="54668"/>
                  <a:pt x="12362" y="54712"/>
                  <a:pt x="12303" y="54771"/>
                </a:cubicBezTo>
                <a:cubicBezTo>
                  <a:pt x="12347" y="54712"/>
                  <a:pt x="12362" y="54668"/>
                  <a:pt x="12406" y="54624"/>
                </a:cubicBezTo>
                <a:cubicBezTo>
                  <a:pt x="12435" y="54580"/>
                  <a:pt x="12494" y="54550"/>
                  <a:pt x="12524" y="54506"/>
                </a:cubicBezTo>
                <a:cubicBezTo>
                  <a:pt x="12553" y="54491"/>
                  <a:pt x="12583" y="54477"/>
                  <a:pt x="12597" y="54447"/>
                </a:cubicBezTo>
                <a:close/>
                <a:moveTo>
                  <a:pt x="14510" y="54359"/>
                </a:moveTo>
                <a:lnTo>
                  <a:pt x="14466" y="54697"/>
                </a:lnTo>
                <a:lnTo>
                  <a:pt x="14128" y="54800"/>
                </a:lnTo>
                <a:cubicBezTo>
                  <a:pt x="14157" y="54697"/>
                  <a:pt x="14187" y="54580"/>
                  <a:pt x="14201" y="54477"/>
                </a:cubicBezTo>
                <a:cubicBezTo>
                  <a:pt x="14304" y="54433"/>
                  <a:pt x="14422" y="54403"/>
                  <a:pt x="14510" y="54359"/>
                </a:cubicBezTo>
                <a:close/>
                <a:moveTo>
                  <a:pt x="27078" y="47737"/>
                </a:moveTo>
                <a:cubicBezTo>
                  <a:pt x="27122" y="47766"/>
                  <a:pt x="27122" y="47766"/>
                  <a:pt x="27122" y="47795"/>
                </a:cubicBezTo>
                <a:lnTo>
                  <a:pt x="27122" y="47810"/>
                </a:lnTo>
                <a:lnTo>
                  <a:pt x="27122" y="47854"/>
                </a:lnTo>
                <a:lnTo>
                  <a:pt x="27122" y="47869"/>
                </a:lnTo>
                <a:lnTo>
                  <a:pt x="27122" y="47898"/>
                </a:lnTo>
                <a:lnTo>
                  <a:pt x="27122" y="47928"/>
                </a:lnTo>
                <a:lnTo>
                  <a:pt x="27122" y="47943"/>
                </a:lnTo>
                <a:lnTo>
                  <a:pt x="27122" y="47957"/>
                </a:lnTo>
                <a:cubicBezTo>
                  <a:pt x="26828" y="49105"/>
                  <a:pt x="26210" y="50371"/>
                  <a:pt x="25180" y="51725"/>
                </a:cubicBezTo>
                <a:cubicBezTo>
                  <a:pt x="23620" y="53785"/>
                  <a:pt x="21192" y="54109"/>
                  <a:pt x="18410" y="54433"/>
                </a:cubicBezTo>
                <a:cubicBezTo>
                  <a:pt x="17586" y="54550"/>
                  <a:pt x="16718" y="54639"/>
                  <a:pt x="15864" y="54800"/>
                </a:cubicBezTo>
                <a:cubicBezTo>
                  <a:pt x="15864" y="54668"/>
                  <a:pt x="15864" y="54550"/>
                  <a:pt x="15835" y="54418"/>
                </a:cubicBezTo>
                <a:cubicBezTo>
                  <a:pt x="16777" y="54212"/>
                  <a:pt x="17719" y="54079"/>
                  <a:pt x="18602" y="53976"/>
                </a:cubicBezTo>
                <a:cubicBezTo>
                  <a:pt x="21324" y="53608"/>
                  <a:pt x="23694" y="53270"/>
                  <a:pt x="25239" y="51239"/>
                </a:cubicBezTo>
                <a:cubicBezTo>
                  <a:pt x="26195" y="49988"/>
                  <a:pt x="26769" y="48826"/>
                  <a:pt x="27078" y="47737"/>
                </a:cubicBezTo>
                <a:close/>
                <a:moveTo>
                  <a:pt x="13421" y="54447"/>
                </a:moveTo>
                <a:cubicBezTo>
                  <a:pt x="13392" y="54550"/>
                  <a:pt x="13377" y="54639"/>
                  <a:pt x="13333" y="54727"/>
                </a:cubicBezTo>
                <a:cubicBezTo>
                  <a:pt x="13245" y="54771"/>
                  <a:pt x="13157" y="54815"/>
                  <a:pt x="13054" y="54859"/>
                </a:cubicBezTo>
                <a:cubicBezTo>
                  <a:pt x="13098" y="54771"/>
                  <a:pt x="13142" y="54668"/>
                  <a:pt x="13157" y="54580"/>
                </a:cubicBezTo>
                <a:cubicBezTo>
                  <a:pt x="13245" y="54550"/>
                  <a:pt x="13333" y="54491"/>
                  <a:pt x="13421" y="54447"/>
                </a:cubicBezTo>
                <a:close/>
                <a:moveTo>
                  <a:pt x="12818" y="54506"/>
                </a:moveTo>
                <a:lnTo>
                  <a:pt x="12818" y="54506"/>
                </a:lnTo>
                <a:cubicBezTo>
                  <a:pt x="12789" y="54580"/>
                  <a:pt x="12744" y="54653"/>
                  <a:pt x="12730" y="54727"/>
                </a:cubicBezTo>
                <a:cubicBezTo>
                  <a:pt x="12656" y="54786"/>
                  <a:pt x="12568" y="54815"/>
                  <a:pt x="12494" y="54874"/>
                </a:cubicBezTo>
                <a:cubicBezTo>
                  <a:pt x="12524" y="54800"/>
                  <a:pt x="12568" y="54727"/>
                  <a:pt x="12597" y="54668"/>
                </a:cubicBezTo>
                <a:cubicBezTo>
                  <a:pt x="12656" y="54624"/>
                  <a:pt x="12744" y="54565"/>
                  <a:pt x="12818" y="54506"/>
                </a:cubicBezTo>
                <a:close/>
                <a:moveTo>
                  <a:pt x="15761" y="54447"/>
                </a:moveTo>
                <a:cubicBezTo>
                  <a:pt x="15791" y="54580"/>
                  <a:pt x="15791" y="54697"/>
                  <a:pt x="15791" y="54815"/>
                </a:cubicBezTo>
                <a:cubicBezTo>
                  <a:pt x="15658" y="54845"/>
                  <a:pt x="15526" y="54874"/>
                  <a:pt x="15393" y="54889"/>
                </a:cubicBezTo>
                <a:lnTo>
                  <a:pt x="15393" y="54521"/>
                </a:lnTo>
                <a:cubicBezTo>
                  <a:pt x="15526" y="54491"/>
                  <a:pt x="15644" y="54462"/>
                  <a:pt x="15761" y="54447"/>
                </a:cubicBezTo>
                <a:close/>
                <a:moveTo>
                  <a:pt x="12009" y="54800"/>
                </a:moveTo>
                <a:lnTo>
                  <a:pt x="12009" y="54800"/>
                </a:lnTo>
                <a:cubicBezTo>
                  <a:pt x="11994" y="54815"/>
                  <a:pt x="11994" y="54845"/>
                  <a:pt x="11979" y="54859"/>
                </a:cubicBezTo>
                <a:cubicBezTo>
                  <a:pt x="11935" y="54874"/>
                  <a:pt x="11906" y="54918"/>
                  <a:pt x="11891" y="54933"/>
                </a:cubicBezTo>
                <a:lnTo>
                  <a:pt x="11891" y="54933"/>
                </a:lnTo>
                <a:cubicBezTo>
                  <a:pt x="11906" y="54918"/>
                  <a:pt x="11920" y="54889"/>
                  <a:pt x="11920" y="54874"/>
                </a:cubicBezTo>
                <a:cubicBezTo>
                  <a:pt x="11965" y="54859"/>
                  <a:pt x="11979" y="54815"/>
                  <a:pt x="12009" y="54800"/>
                </a:cubicBezTo>
                <a:close/>
                <a:moveTo>
                  <a:pt x="14113" y="54506"/>
                </a:moveTo>
                <a:lnTo>
                  <a:pt x="14113" y="54506"/>
                </a:lnTo>
                <a:cubicBezTo>
                  <a:pt x="14098" y="54624"/>
                  <a:pt x="14069" y="54727"/>
                  <a:pt x="14054" y="54815"/>
                </a:cubicBezTo>
                <a:lnTo>
                  <a:pt x="13730" y="54933"/>
                </a:lnTo>
                <a:cubicBezTo>
                  <a:pt x="13745" y="54815"/>
                  <a:pt x="13775" y="54727"/>
                  <a:pt x="13789" y="54624"/>
                </a:cubicBezTo>
                <a:cubicBezTo>
                  <a:pt x="13907" y="54580"/>
                  <a:pt x="13995" y="54550"/>
                  <a:pt x="14113" y="54506"/>
                </a:cubicBezTo>
                <a:close/>
                <a:moveTo>
                  <a:pt x="15320" y="54550"/>
                </a:moveTo>
                <a:lnTo>
                  <a:pt x="15320" y="54918"/>
                </a:lnTo>
                <a:cubicBezTo>
                  <a:pt x="15202" y="54933"/>
                  <a:pt x="15084" y="54962"/>
                  <a:pt x="14952" y="54992"/>
                </a:cubicBezTo>
                <a:cubicBezTo>
                  <a:pt x="14952" y="54874"/>
                  <a:pt x="14981" y="54771"/>
                  <a:pt x="14981" y="54639"/>
                </a:cubicBezTo>
                <a:cubicBezTo>
                  <a:pt x="15084" y="54594"/>
                  <a:pt x="15217" y="54580"/>
                  <a:pt x="15320" y="54550"/>
                </a:cubicBezTo>
                <a:close/>
                <a:moveTo>
                  <a:pt x="12215" y="54742"/>
                </a:moveTo>
                <a:cubicBezTo>
                  <a:pt x="12200" y="54800"/>
                  <a:pt x="12185" y="54845"/>
                  <a:pt x="12141" y="54889"/>
                </a:cubicBezTo>
                <a:cubicBezTo>
                  <a:pt x="12097" y="54918"/>
                  <a:pt x="12082" y="54933"/>
                  <a:pt x="12053" y="54948"/>
                </a:cubicBezTo>
                <a:cubicBezTo>
                  <a:pt x="12009" y="54962"/>
                  <a:pt x="11979" y="55006"/>
                  <a:pt x="11935" y="55021"/>
                </a:cubicBezTo>
                <a:cubicBezTo>
                  <a:pt x="11950" y="54992"/>
                  <a:pt x="11994" y="54948"/>
                  <a:pt x="12038" y="54889"/>
                </a:cubicBezTo>
                <a:cubicBezTo>
                  <a:pt x="12082" y="54845"/>
                  <a:pt x="12141" y="54800"/>
                  <a:pt x="12215" y="54742"/>
                </a:cubicBezTo>
                <a:close/>
                <a:moveTo>
                  <a:pt x="13039" y="54639"/>
                </a:moveTo>
                <a:lnTo>
                  <a:pt x="13039" y="54639"/>
                </a:lnTo>
                <a:cubicBezTo>
                  <a:pt x="13024" y="54727"/>
                  <a:pt x="12995" y="54815"/>
                  <a:pt x="12951" y="54918"/>
                </a:cubicBezTo>
                <a:cubicBezTo>
                  <a:pt x="12862" y="54948"/>
                  <a:pt x="12774" y="55006"/>
                  <a:pt x="12671" y="55036"/>
                </a:cubicBezTo>
                <a:cubicBezTo>
                  <a:pt x="12715" y="54948"/>
                  <a:pt x="12744" y="54874"/>
                  <a:pt x="12789" y="54786"/>
                </a:cubicBezTo>
                <a:cubicBezTo>
                  <a:pt x="12877" y="54727"/>
                  <a:pt x="12965" y="54697"/>
                  <a:pt x="13039" y="54639"/>
                </a:cubicBezTo>
                <a:close/>
                <a:moveTo>
                  <a:pt x="13701" y="54653"/>
                </a:moveTo>
                <a:lnTo>
                  <a:pt x="13701" y="54653"/>
                </a:lnTo>
                <a:cubicBezTo>
                  <a:pt x="13686" y="54771"/>
                  <a:pt x="13657" y="54859"/>
                  <a:pt x="13627" y="54962"/>
                </a:cubicBezTo>
                <a:cubicBezTo>
                  <a:pt x="13524" y="55006"/>
                  <a:pt x="13421" y="55036"/>
                  <a:pt x="13318" y="55080"/>
                </a:cubicBezTo>
                <a:cubicBezTo>
                  <a:pt x="13363" y="54992"/>
                  <a:pt x="13377" y="54874"/>
                  <a:pt x="13407" y="54786"/>
                </a:cubicBezTo>
                <a:cubicBezTo>
                  <a:pt x="13510" y="54742"/>
                  <a:pt x="13613" y="54697"/>
                  <a:pt x="13701" y="54653"/>
                </a:cubicBezTo>
                <a:close/>
                <a:moveTo>
                  <a:pt x="12435" y="54771"/>
                </a:moveTo>
                <a:lnTo>
                  <a:pt x="12435" y="54771"/>
                </a:lnTo>
                <a:cubicBezTo>
                  <a:pt x="12421" y="54845"/>
                  <a:pt x="12377" y="54889"/>
                  <a:pt x="12347" y="54948"/>
                </a:cubicBezTo>
                <a:cubicBezTo>
                  <a:pt x="12274" y="55006"/>
                  <a:pt x="12185" y="55065"/>
                  <a:pt x="12112" y="55095"/>
                </a:cubicBezTo>
                <a:cubicBezTo>
                  <a:pt x="12141" y="55036"/>
                  <a:pt x="12156" y="54992"/>
                  <a:pt x="12200" y="54933"/>
                </a:cubicBezTo>
                <a:cubicBezTo>
                  <a:pt x="12274" y="54874"/>
                  <a:pt x="12362" y="54815"/>
                  <a:pt x="12435" y="54771"/>
                </a:cubicBezTo>
                <a:close/>
                <a:moveTo>
                  <a:pt x="14908" y="54653"/>
                </a:moveTo>
                <a:cubicBezTo>
                  <a:pt x="14908" y="54771"/>
                  <a:pt x="14878" y="54889"/>
                  <a:pt x="14878" y="55006"/>
                </a:cubicBezTo>
                <a:cubicBezTo>
                  <a:pt x="14761" y="55036"/>
                  <a:pt x="14643" y="55065"/>
                  <a:pt x="14510" y="55095"/>
                </a:cubicBezTo>
                <a:cubicBezTo>
                  <a:pt x="14510" y="54992"/>
                  <a:pt x="14525" y="54874"/>
                  <a:pt x="14555" y="54742"/>
                </a:cubicBezTo>
                <a:cubicBezTo>
                  <a:pt x="14658" y="54712"/>
                  <a:pt x="14790" y="54668"/>
                  <a:pt x="14908" y="54653"/>
                </a:cubicBezTo>
                <a:close/>
                <a:moveTo>
                  <a:pt x="14452" y="54786"/>
                </a:moveTo>
                <a:lnTo>
                  <a:pt x="14452" y="54786"/>
                </a:lnTo>
                <a:cubicBezTo>
                  <a:pt x="14437" y="54889"/>
                  <a:pt x="14437" y="55021"/>
                  <a:pt x="14422" y="55139"/>
                </a:cubicBezTo>
                <a:cubicBezTo>
                  <a:pt x="14304" y="55168"/>
                  <a:pt x="14187" y="55183"/>
                  <a:pt x="14069" y="55227"/>
                </a:cubicBezTo>
                <a:cubicBezTo>
                  <a:pt x="14098" y="55139"/>
                  <a:pt x="14098" y="55065"/>
                  <a:pt x="14113" y="54962"/>
                </a:cubicBezTo>
                <a:cubicBezTo>
                  <a:pt x="14113" y="54948"/>
                  <a:pt x="14113" y="54918"/>
                  <a:pt x="14128" y="54889"/>
                </a:cubicBezTo>
                <a:lnTo>
                  <a:pt x="14452" y="54786"/>
                </a:lnTo>
                <a:close/>
                <a:moveTo>
                  <a:pt x="12671" y="54859"/>
                </a:moveTo>
                <a:lnTo>
                  <a:pt x="12671" y="54859"/>
                </a:lnTo>
                <a:cubicBezTo>
                  <a:pt x="12641" y="54933"/>
                  <a:pt x="12597" y="55021"/>
                  <a:pt x="12583" y="55095"/>
                </a:cubicBezTo>
                <a:cubicBezTo>
                  <a:pt x="12494" y="55154"/>
                  <a:pt x="12406" y="55183"/>
                  <a:pt x="12303" y="55242"/>
                </a:cubicBezTo>
                <a:cubicBezTo>
                  <a:pt x="12347" y="55168"/>
                  <a:pt x="12377" y="55095"/>
                  <a:pt x="12421" y="55006"/>
                </a:cubicBezTo>
                <a:cubicBezTo>
                  <a:pt x="12494" y="54962"/>
                  <a:pt x="12583" y="54918"/>
                  <a:pt x="12671" y="54859"/>
                </a:cubicBezTo>
                <a:close/>
                <a:moveTo>
                  <a:pt x="13318" y="54845"/>
                </a:moveTo>
                <a:lnTo>
                  <a:pt x="13318" y="54845"/>
                </a:lnTo>
                <a:cubicBezTo>
                  <a:pt x="13289" y="54933"/>
                  <a:pt x="13260" y="55036"/>
                  <a:pt x="13245" y="55139"/>
                </a:cubicBezTo>
                <a:cubicBezTo>
                  <a:pt x="13142" y="55168"/>
                  <a:pt x="13039" y="55227"/>
                  <a:pt x="12936" y="55257"/>
                </a:cubicBezTo>
                <a:cubicBezTo>
                  <a:pt x="12951" y="55154"/>
                  <a:pt x="12995" y="55065"/>
                  <a:pt x="13024" y="54962"/>
                </a:cubicBezTo>
                <a:cubicBezTo>
                  <a:pt x="13112" y="54918"/>
                  <a:pt x="13230" y="54874"/>
                  <a:pt x="13318" y="54845"/>
                </a:cubicBezTo>
                <a:close/>
                <a:moveTo>
                  <a:pt x="11832" y="55065"/>
                </a:moveTo>
                <a:lnTo>
                  <a:pt x="11832" y="55065"/>
                </a:lnTo>
                <a:cubicBezTo>
                  <a:pt x="11817" y="55095"/>
                  <a:pt x="11788" y="55139"/>
                  <a:pt x="11758" y="55168"/>
                </a:cubicBezTo>
                <a:cubicBezTo>
                  <a:pt x="11714" y="55183"/>
                  <a:pt x="11700" y="55227"/>
                  <a:pt x="11655" y="55242"/>
                </a:cubicBezTo>
                <a:cubicBezTo>
                  <a:pt x="11641" y="55257"/>
                  <a:pt x="11611" y="55286"/>
                  <a:pt x="11582" y="55301"/>
                </a:cubicBezTo>
                <a:cubicBezTo>
                  <a:pt x="11626" y="55257"/>
                  <a:pt x="11670" y="55227"/>
                  <a:pt x="11685" y="55183"/>
                </a:cubicBezTo>
                <a:cubicBezTo>
                  <a:pt x="11729" y="55154"/>
                  <a:pt x="11788" y="55095"/>
                  <a:pt x="11832" y="55065"/>
                </a:cubicBezTo>
                <a:close/>
                <a:moveTo>
                  <a:pt x="14040" y="54903"/>
                </a:moveTo>
                <a:lnTo>
                  <a:pt x="14040" y="54948"/>
                </a:lnTo>
                <a:cubicBezTo>
                  <a:pt x="14025" y="55036"/>
                  <a:pt x="14025" y="55154"/>
                  <a:pt x="13995" y="55242"/>
                </a:cubicBezTo>
                <a:cubicBezTo>
                  <a:pt x="13892" y="55271"/>
                  <a:pt x="13775" y="55316"/>
                  <a:pt x="13657" y="55360"/>
                </a:cubicBezTo>
                <a:cubicBezTo>
                  <a:pt x="13657" y="55316"/>
                  <a:pt x="13672" y="55257"/>
                  <a:pt x="13672" y="55227"/>
                </a:cubicBezTo>
                <a:cubicBezTo>
                  <a:pt x="13686" y="55154"/>
                  <a:pt x="13686" y="55095"/>
                  <a:pt x="13701" y="55021"/>
                </a:cubicBezTo>
                <a:lnTo>
                  <a:pt x="14040" y="54903"/>
                </a:lnTo>
                <a:close/>
                <a:moveTo>
                  <a:pt x="12053" y="55065"/>
                </a:moveTo>
                <a:cubicBezTo>
                  <a:pt x="12009" y="55109"/>
                  <a:pt x="11994" y="55168"/>
                  <a:pt x="11950" y="55213"/>
                </a:cubicBezTo>
                <a:lnTo>
                  <a:pt x="11729" y="55374"/>
                </a:lnTo>
                <a:cubicBezTo>
                  <a:pt x="11773" y="55316"/>
                  <a:pt x="11788" y="55286"/>
                  <a:pt x="11832" y="55227"/>
                </a:cubicBezTo>
                <a:lnTo>
                  <a:pt x="12053" y="55065"/>
                </a:lnTo>
                <a:close/>
                <a:moveTo>
                  <a:pt x="12921" y="55006"/>
                </a:moveTo>
                <a:lnTo>
                  <a:pt x="12921" y="55006"/>
                </a:lnTo>
                <a:cubicBezTo>
                  <a:pt x="12877" y="55095"/>
                  <a:pt x="12862" y="55183"/>
                  <a:pt x="12818" y="55286"/>
                </a:cubicBezTo>
                <a:cubicBezTo>
                  <a:pt x="12730" y="55316"/>
                  <a:pt x="12627" y="55374"/>
                  <a:pt x="12524" y="55404"/>
                </a:cubicBezTo>
                <a:cubicBezTo>
                  <a:pt x="12568" y="55330"/>
                  <a:pt x="12597" y="55242"/>
                  <a:pt x="12641" y="55154"/>
                </a:cubicBezTo>
                <a:cubicBezTo>
                  <a:pt x="12730" y="55095"/>
                  <a:pt x="12818" y="55065"/>
                  <a:pt x="12921" y="55006"/>
                </a:cubicBezTo>
                <a:close/>
                <a:moveTo>
                  <a:pt x="12288" y="55095"/>
                </a:moveTo>
                <a:lnTo>
                  <a:pt x="12288" y="55095"/>
                </a:lnTo>
                <a:cubicBezTo>
                  <a:pt x="12259" y="55168"/>
                  <a:pt x="12215" y="55242"/>
                  <a:pt x="12200" y="55316"/>
                </a:cubicBezTo>
                <a:cubicBezTo>
                  <a:pt x="12112" y="55374"/>
                  <a:pt x="12009" y="55433"/>
                  <a:pt x="11935" y="55477"/>
                </a:cubicBezTo>
                <a:cubicBezTo>
                  <a:pt x="11979" y="55404"/>
                  <a:pt x="12009" y="55360"/>
                  <a:pt x="12053" y="55271"/>
                </a:cubicBezTo>
                <a:cubicBezTo>
                  <a:pt x="12112" y="55213"/>
                  <a:pt x="12200" y="55154"/>
                  <a:pt x="12288" y="55095"/>
                </a:cubicBezTo>
                <a:close/>
                <a:moveTo>
                  <a:pt x="13613" y="55065"/>
                </a:moveTo>
                <a:lnTo>
                  <a:pt x="13613" y="55065"/>
                </a:lnTo>
                <a:cubicBezTo>
                  <a:pt x="13598" y="55109"/>
                  <a:pt x="13598" y="55154"/>
                  <a:pt x="13583" y="55213"/>
                </a:cubicBezTo>
                <a:cubicBezTo>
                  <a:pt x="13554" y="55257"/>
                  <a:pt x="13554" y="55316"/>
                  <a:pt x="13554" y="55374"/>
                </a:cubicBezTo>
                <a:lnTo>
                  <a:pt x="13230" y="55477"/>
                </a:lnTo>
                <a:cubicBezTo>
                  <a:pt x="13245" y="55389"/>
                  <a:pt x="13260" y="55286"/>
                  <a:pt x="13304" y="55183"/>
                </a:cubicBezTo>
                <a:cubicBezTo>
                  <a:pt x="13407" y="55154"/>
                  <a:pt x="13524" y="55109"/>
                  <a:pt x="13613" y="55065"/>
                </a:cubicBezTo>
                <a:close/>
                <a:moveTo>
                  <a:pt x="11420" y="55404"/>
                </a:moveTo>
                <a:lnTo>
                  <a:pt x="11420" y="55404"/>
                </a:lnTo>
                <a:cubicBezTo>
                  <a:pt x="11405" y="55433"/>
                  <a:pt x="11391" y="55463"/>
                  <a:pt x="11376" y="55477"/>
                </a:cubicBezTo>
                <a:cubicBezTo>
                  <a:pt x="11332" y="55507"/>
                  <a:pt x="11302" y="55536"/>
                  <a:pt x="11258" y="55551"/>
                </a:cubicBezTo>
                <a:cubicBezTo>
                  <a:pt x="11317" y="55522"/>
                  <a:pt x="11317" y="55507"/>
                  <a:pt x="11332" y="55477"/>
                </a:cubicBezTo>
                <a:cubicBezTo>
                  <a:pt x="11376" y="55463"/>
                  <a:pt x="11405" y="55433"/>
                  <a:pt x="11420" y="55404"/>
                </a:cubicBezTo>
                <a:close/>
                <a:moveTo>
                  <a:pt x="12524" y="55227"/>
                </a:moveTo>
                <a:lnTo>
                  <a:pt x="12524" y="55227"/>
                </a:lnTo>
                <a:cubicBezTo>
                  <a:pt x="12494" y="55316"/>
                  <a:pt x="12465" y="55389"/>
                  <a:pt x="12435" y="55477"/>
                </a:cubicBezTo>
                <a:cubicBezTo>
                  <a:pt x="12318" y="55522"/>
                  <a:pt x="12229" y="55580"/>
                  <a:pt x="12141" y="55625"/>
                </a:cubicBezTo>
                <a:cubicBezTo>
                  <a:pt x="12185" y="55536"/>
                  <a:pt x="12215" y="55463"/>
                  <a:pt x="12244" y="55374"/>
                </a:cubicBezTo>
                <a:cubicBezTo>
                  <a:pt x="12347" y="55316"/>
                  <a:pt x="12435" y="55257"/>
                  <a:pt x="12524" y="55227"/>
                </a:cubicBezTo>
                <a:close/>
                <a:moveTo>
                  <a:pt x="11641" y="55374"/>
                </a:moveTo>
                <a:lnTo>
                  <a:pt x="11641" y="55374"/>
                </a:lnTo>
                <a:cubicBezTo>
                  <a:pt x="11626" y="55404"/>
                  <a:pt x="11582" y="55463"/>
                  <a:pt x="11567" y="55507"/>
                </a:cubicBezTo>
                <a:cubicBezTo>
                  <a:pt x="11494" y="55551"/>
                  <a:pt x="11420" y="55610"/>
                  <a:pt x="11346" y="55654"/>
                </a:cubicBezTo>
                <a:cubicBezTo>
                  <a:pt x="11391" y="55610"/>
                  <a:pt x="11405" y="55551"/>
                  <a:pt x="11449" y="55522"/>
                </a:cubicBezTo>
                <a:cubicBezTo>
                  <a:pt x="11523" y="55463"/>
                  <a:pt x="11567" y="55404"/>
                  <a:pt x="11641" y="55374"/>
                </a:cubicBezTo>
                <a:close/>
                <a:moveTo>
                  <a:pt x="13215" y="55227"/>
                </a:moveTo>
                <a:lnTo>
                  <a:pt x="13215" y="55227"/>
                </a:lnTo>
                <a:cubicBezTo>
                  <a:pt x="13186" y="55301"/>
                  <a:pt x="13171" y="55389"/>
                  <a:pt x="13157" y="55463"/>
                </a:cubicBezTo>
                <a:cubicBezTo>
                  <a:pt x="13157" y="55477"/>
                  <a:pt x="13157" y="55507"/>
                  <a:pt x="13142" y="55522"/>
                </a:cubicBezTo>
                <a:cubicBezTo>
                  <a:pt x="13024" y="55551"/>
                  <a:pt x="12921" y="55595"/>
                  <a:pt x="12803" y="55654"/>
                </a:cubicBezTo>
                <a:cubicBezTo>
                  <a:pt x="12847" y="55551"/>
                  <a:pt x="12862" y="55448"/>
                  <a:pt x="12892" y="55360"/>
                </a:cubicBezTo>
                <a:cubicBezTo>
                  <a:pt x="13009" y="55316"/>
                  <a:pt x="13098" y="55257"/>
                  <a:pt x="13215" y="55227"/>
                </a:cubicBezTo>
                <a:close/>
                <a:moveTo>
                  <a:pt x="11876" y="55374"/>
                </a:moveTo>
                <a:lnTo>
                  <a:pt x="11876" y="55374"/>
                </a:lnTo>
                <a:cubicBezTo>
                  <a:pt x="11847" y="55433"/>
                  <a:pt x="11832" y="55507"/>
                  <a:pt x="11788" y="55551"/>
                </a:cubicBezTo>
                <a:cubicBezTo>
                  <a:pt x="11700" y="55610"/>
                  <a:pt x="11626" y="55669"/>
                  <a:pt x="11538" y="55728"/>
                </a:cubicBezTo>
                <a:cubicBezTo>
                  <a:pt x="11567" y="55669"/>
                  <a:pt x="11582" y="55610"/>
                  <a:pt x="11626" y="55551"/>
                </a:cubicBezTo>
                <a:cubicBezTo>
                  <a:pt x="11641" y="55536"/>
                  <a:pt x="11670" y="55522"/>
                  <a:pt x="11685" y="55522"/>
                </a:cubicBezTo>
                <a:cubicBezTo>
                  <a:pt x="11758" y="55463"/>
                  <a:pt x="11817" y="55433"/>
                  <a:pt x="11876" y="55374"/>
                </a:cubicBezTo>
                <a:close/>
                <a:moveTo>
                  <a:pt x="12803" y="55389"/>
                </a:moveTo>
                <a:lnTo>
                  <a:pt x="12803" y="55389"/>
                </a:lnTo>
                <a:cubicBezTo>
                  <a:pt x="12774" y="55477"/>
                  <a:pt x="12744" y="55595"/>
                  <a:pt x="12730" y="55683"/>
                </a:cubicBezTo>
                <a:cubicBezTo>
                  <a:pt x="12627" y="55728"/>
                  <a:pt x="12509" y="55772"/>
                  <a:pt x="12406" y="55816"/>
                </a:cubicBezTo>
                <a:cubicBezTo>
                  <a:pt x="12435" y="55728"/>
                  <a:pt x="12450" y="55625"/>
                  <a:pt x="12494" y="55536"/>
                </a:cubicBezTo>
                <a:cubicBezTo>
                  <a:pt x="12597" y="55477"/>
                  <a:pt x="12686" y="55448"/>
                  <a:pt x="12803" y="55389"/>
                </a:cubicBezTo>
                <a:close/>
                <a:moveTo>
                  <a:pt x="12126" y="55448"/>
                </a:moveTo>
                <a:cubicBezTo>
                  <a:pt x="12082" y="55522"/>
                  <a:pt x="12053" y="55610"/>
                  <a:pt x="12038" y="55683"/>
                </a:cubicBezTo>
                <a:cubicBezTo>
                  <a:pt x="11935" y="55728"/>
                  <a:pt x="11847" y="55772"/>
                  <a:pt x="11744" y="55831"/>
                </a:cubicBezTo>
                <a:lnTo>
                  <a:pt x="11847" y="55610"/>
                </a:lnTo>
                <a:lnTo>
                  <a:pt x="12126" y="55448"/>
                </a:lnTo>
                <a:close/>
                <a:moveTo>
                  <a:pt x="11258" y="55669"/>
                </a:moveTo>
                <a:cubicBezTo>
                  <a:pt x="11243" y="55698"/>
                  <a:pt x="11199" y="55742"/>
                  <a:pt x="11185" y="55772"/>
                </a:cubicBezTo>
                <a:cubicBezTo>
                  <a:pt x="11126" y="55816"/>
                  <a:pt x="11082" y="55875"/>
                  <a:pt x="11023" y="55904"/>
                </a:cubicBezTo>
                <a:cubicBezTo>
                  <a:pt x="11037" y="55875"/>
                  <a:pt x="11052" y="55831"/>
                  <a:pt x="11096" y="55801"/>
                </a:cubicBezTo>
                <a:cubicBezTo>
                  <a:pt x="11155" y="55757"/>
                  <a:pt x="11199" y="55728"/>
                  <a:pt x="11258" y="55669"/>
                </a:cubicBezTo>
                <a:close/>
                <a:moveTo>
                  <a:pt x="11479" y="55669"/>
                </a:moveTo>
                <a:lnTo>
                  <a:pt x="11479" y="55669"/>
                </a:lnTo>
                <a:cubicBezTo>
                  <a:pt x="11449" y="55728"/>
                  <a:pt x="11420" y="55772"/>
                  <a:pt x="11391" y="55816"/>
                </a:cubicBezTo>
                <a:cubicBezTo>
                  <a:pt x="11332" y="55845"/>
                  <a:pt x="11273" y="55889"/>
                  <a:pt x="11214" y="55948"/>
                </a:cubicBezTo>
                <a:cubicBezTo>
                  <a:pt x="11199" y="55963"/>
                  <a:pt x="11170" y="55978"/>
                  <a:pt x="11140" y="55992"/>
                </a:cubicBezTo>
                <a:cubicBezTo>
                  <a:pt x="11185" y="55948"/>
                  <a:pt x="11199" y="55889"/>
                  <a:pt x="11243" y="55845"/>
                </a:cubicBezTo>
                <a:cubicBezTo>
                  <a:pt x="11317" y="55801"/>
                  <a:pt x="11391" y="55728"/>
                  <a:pt x="11479" y="55669"/>
                </a:cubicBezTo>
                <a:close/>
                <a:moveTo>
                  <a:pt x="12377" y="55595"/>
                </a:moveTo>
                <a:lnTo>
                  <a:pt x="12377" y="55595"/>
                </a:lnTo>
                <a:cubicBezTo>
                  <a:pt x="12347" y="55683"/>
                  <a:pt x="12318" y="55772"/>
                  <a:pt x="12288" y="55875"/>
                </a:cubicBezTo>
                <a:cubicBezTo>
                  <a:pt x="12185" y="55919"/>
                  <a:pt x="12082" y="55963"/>
                  <a:pt x="11979" y="56022"/>
                </a:cubicBezTo>
                <a:cubicBezTo>
                  <a:pt x="12038" y="55904"/>
                  <a:pt x="12068" y="55831"/>
                  <a:pt x="12082" y="55742"/>
                </a:cubicBezTo>
                <a:cubicBezTo>
                  <a:pt x="12185" y="55683"/>
                  <a:pt x="12288" y="55625"/>
                  <a:pt x="12377" y="55595"/>
                </a:cubicBezTo>
                <a:close/>
                <a:moveTo>
                  <a:pt x="11714" y="55683"/>
                </a:moveTo>
                <a:lnTo>
                  <a:pt x="11714" y="55683"/>
                </a:lnTo>
                <a:cubicBezTo>
                  <a:pt x="11685" y="55757"/>
                  <a:pt x="11641" y="55831"/>
                  <a:pt x="11626" y="55904"/>
                </a:cubicBezTo>
                <a:lnTo>
                  <a:pt x="11346" y="56066"/>
                </a:lnTo>
                <a:cubicBezTo>
                  <a:pt x="11391" y="55992"/>
                  <a:pt x="11420" y="55934"/>
                  <a:pt x="11449" y="55860"/>
                </a:cubicBezTo>
                <a:cubicBezTo>
                  <a:pt x="11538" y="55816"/>
                  <a:pt x="11626" y="55757"/>
                  <a:pt x="11714" y="55683"/>
                </a:cubicBezTo>
                <a:close/>
                <a:moveTo>
                  <a:pt x="10861" y="55963"/>
                </a:moveTo>
                <a:cubicBezTo>
                  <a:pt x="10831" y="55992"/>
                  <a:pt x="10817" y="56022"/>
                  <a:pt x="10802" y="56051"/>
                </a:cubicBezTo>
                <a:cubicBezTo>
                  <a:pt x="10758" y="56095"/>
                  <a:pt x="10714" y="56125"/>
                  <a:pt x="10669" y="56140"/>
                </a:cubicBezTo>
                <a:cubicBezTo>
                  <a:pt x="10684" y="56125"/>
                  <a:pt x="10714" y="56110"/>
                  <a:pt x="10728" y="56066"/>
                </a:cubicBezTo>
                <a:cubicBezTo>
                  <a:pt x="10758" y="56037"/>
                  <a:pt x="10817" y="55992"/>
                  <a:pt x="10861" y="55963"/>
                </a:cubicBezTo>
                <a:close/>
                <a:moveTo>
                  <a:pt x="11994" y="55801"/>
                </a:moveTo>
                <a:cubicBezTo>
                  <a:pt x="11950" y="55889"/>
                  <a:pt x="11935" y="55963"/>
                  <a:pt x="11906" y="56051"/>
                </a:cubicBezTo>
                <a:cubicBezTo>
                  <a:pt x="11788" y="56110"/>
                  <a:pt x="11700" y="56169"/>
                  <a:pt x="11582" y="56199"/>
                </a:cubicBezTo>
                <a:cubicBezTo>
                  <a:pt x="11626" y="56125"/>
                  <a:pt x="11670" y="56037"/>
                  <a:pt x="11700" y="55963"/>
                </a:cubicBezTo>
                <a:cubicBezTo>
                  <a:pt x="11788" y="55904"/>
                  <a:pt x="11891" y="55845"/>
                  <a:pt x="11994" y="55801"/>
                </a:cubicBezTo>
                <a:close/>
                <a:moveTo>
                  <a:pt x="11052" y="55978"/>
                </a:moveTo>
                <a:cubicBezTo>
                  <a:pt x="11023" y="56037"/>
                  <a:pt x="10993" y="56066"/>
                  <a:pt x="10964" y="56125"/>
                </a:cubicBezTo>
                <a:cubicBezTo>
                  <a:pt x="10890" y="56184"/>
                  <a:pt x="10817" y="56213"/>
                  <a:pt x="10743" y="56272"/>
                </a:cubicBezTo>
                <a:cubicBezTo>
                  <a:pt x="10787" y="56213"/>
                  <a:pt x="10817" y="56169"/>
                  <a:pt x="10846" y="56125"/>
                </a:cubicBezTo>
                <a:cubicBezTo>
                  <a:pt x="10934" y="56066"/>
                  <a:pt x="10993" y="56037"/>
                  <a:pt x="11052" y="55978"/>
                </a:cubicBezTo>
                <a:close/>
                <a:moveTo>
                  <a:pt x="11309" y="55989"/>
                </a:moveTo>
                <a:cubicBezTo>
                  <a:pt x="11271" y="56044"/>
                  <a:pt x="11255" y="56100"/>
                  <a:pt x="11214" y="56169"/>
                </a:cubicBezTo>
                <a:cubicBezTo>
                  <a:pt x="11126" y="56213"/>
                  <a:pt x="11037" y="56287"/>
                  <a:pt x="10949" y="56346"/>
                </a:cubicBezTo>
                <a:cubicBezTo>
                  <a:pt x="10964" y="56287"/>
                  <a:pt x="11008" y="56243"/>
                  <a:pt x="11037" y="56184"/>
                </a:cubicBezTo>
                <a:cubicBezTo>
                  <a:pt x="11111" y="56125"/>
                  <a:pt x="11199" y="56066"/>
                  <a:pt x="11273" y="56022"/>
                </a:cubicBezTo>
                <a:cubicBezTo>
                  <a:pt x="11283" y="56002"/>
                  <a:pt x="11299" y="55996"/>
                  <a:pt x="11309" y="55989"/>
                </a:cubicBezTo>
                <a:close/>
                <a:moveTo>
                  <a:pt x="10449" y="56316"/>
                </a:moveTo>
                <a:cubicBezTo>
                  <a:pt x="10449" y="56331"/>
                  <a:pt x="10434" y="56331"/>
                  <a:pt x="10434" y="56346"/>
                </a:cubicBezTo>
                <a:cubicBezTo>
                  <a:pt x="10419" y="56360"/>
                  <a:pt x="10390" y="56360"/>
                  <a:pt x="10375" y="56390"/>
                </a:cubicBezTo>
                <a:cubicBezTo>
                  <a:pt x="10375" y="56360"/>
                  <a:pt x="10375" y="56360"/>
                  <a:pt x="10390" y="56346"/>
                </a:cubicBezTo>
                <a:cubicBezTo>
                  <a:pt x="10405" y="56331"/>
                  <a:pt x="10434" y="56331"/>
                  <a:pt x="10449" y="56316"/>
                </a:cubicBezTo>
                <a:close/>
                <a:moveTo>
                  <a:pt x="11567" y="56037"/>
                </a:moveTo>
                <a:cubicBezTo>
                  <a:pt x="11538" y="56110"/>
                  <a:pt x="11494" y="56199"/>
                  <a:pt x="11479" y="56272"/>
                </a:cubicBezTo>
                <a:cubicBezTo>
                  <a:pt x="11376" y="56331"/>
                  <a:pt x="11273" y="56390"/>
                  <a:pt x="11170" y="56434"/>
                </a:cubicBezTo>
                <a:lnTo>
                  <a:pt x="11273" y="56213"/>
                </a:lnTo>
                <a:cubicBezTo>
                  <a:pt x="11376" y="56140"/>
                  <a:pt x="11479" y="56095"/>
                  <a:pt x="11567" y="56037"/>
                </a:cubicBezTo>
                <a:close/>
                <a:moveTo>
                  <a:pt x="10655" y="56272"/>
                </a:moveTo>
                <a:cubicBezTo>
                  <a:pt x="10611" y="56316"/>
                  <a:pt x="10596" y="56360"/>
                  <a:pt x="10566" y="56405"/>
                </a:cubicBezTo>
                <a:cubicBezTo>
                  <a:pt x="10478" y="56434"/>
                  <a:pt x="10434" y="56493"/>
                  <a:pt x="10360" y="56537"/>
                </a:cubicBezTo>
                <a:cubicBezTo>
                  <a:pt x="10390" y="56493"/>
                  <a:pt x="10434" y="56434"/>
                  <a:pt x="10463" y="56405"/>
                </a:cubicBezTo>
                <a:cubicBezTo>
                  <a:pt x="10522" y="56360"/>
                  <a:pt x="10596" y="56316"/>
                  <a:pt x="10655" y="56272"/>
                </a:cubicBezTo>
                <a:close/>
                <a:moveTo>
                  <a:pt x="10875" y="56287"/>
                </a:moveTo>
                <a:cubicBezTo>
                  <a:pt x="10831" y="56346"/>
                  <a:pt x="10817" y="56405"/>
                  <a:pt x="10787" y="56463"/>
                </a:cubicBezTo>
                <a:cubicBezTo>
                  <a:pt x="10684" y="56508"/>
                  <a:pt x="10596" y="56581"/>
                  <a:pt x="10508" y="56640"/>
                </a:cubicBezTo>
                <a:lnTo>
                  <a:pt x="10611" y="56478"/>
                </a:lnTo>
                <a:cubicBezTo>
                  <a:pt x="10714" y="56405"/>
                  <a:pt x="10802" y="56346"/>
                  <a:pt x="10875" y="56287"/>
                </a:cubicBezTo>
                <a:close/>
                <a:moveTo>
                  <a:pt x="11155" y="56287"/>
                </a:moveTo>
                <a:lnTo>
                  <a:pt x="11155" y="56287"/>
                </a:lnTo>
                <a:cubicBezTo>
                  <a:pt x="11111" y="56360"/>
                  <a:pt x="11096" y="56419"/>
                  <a:pt x="11052" y="56493"/>
                </a:cubicBezTo>
                <a:cubicBezTo>
                  <a:pt x="10949" y="56552"/>
                  <a:pt x="10861" y="56625"/>
                  <a:pt x="10743" y="56684"/>
                </a:cubicBezTo>
                <a:cubicBezTo>
                  <a:pt x="10787" y="56625"/>
                  <a:pt x="10802" y="56552"/>
                  <a:pt x="10831" y="56493"/>
                </a:cubicBezTo>
                <a:cubicBezTo>
                  <a:pt x="10949" y="56434"/>
                  <a:pt x="11052" y="56360"/>
                  <a:pt x="11155" y="56287"/>
                </a:cubicBezTo>
                <a:close/>
                <a:moveTo>
                  <a:pt x="10243" y="56552"/>
                </a:moveTo>
                <a:cubicBezTo>
                  <a:pt x="10228" y="56581"/>
                  <a:pt x="10199" y="56625"/>
                  <a:pt x="10169" y="56655"/>
                </a:cubicBezTo>
                <a:cubicBezTo>
                  <a:pt x="10140" y="56699"/>
                  <a:pt x="10081" y="56714"/>
                  <a:pt x="10037" y="56758"/>
                </a:cubicBezTo>
                <a:lnTo>
                  <a:pt x="10022" y="56772"/>
                </a:lnTo>
                <a:cubicBezTo>
                  <a:pt x="10051" y="56728"/>
                  <a:pt x="10081" y="56699"/>
                  <a:pt x="10110" y="56655"/>
                </a:cubicBezTo>
                <a:cubicBezTo>
                  <a:pt x="10154" y="56625"/>
                  <a:pt x="10213" y="56581"/>
                  <a:pt x="10243" y="56552"/>
                </a:cubicBezTo>
                <a:close/>
                <a:moveTo>
                  <a:pt x="10449" y="56581"/>
                </a:moveTo>
                <a:lnTo>
                  <a:pt x="10449" y="56581"/>
                </a:lnTo>
                <a:cubicBezTo>
                  <a:pt x="10434" y="56625"/>
                  <a:pt x="10390" y="56684"/>
                  <a:pt x="10360" y="56728"/>
                </a:cubicBezTo>
                <a:cubicBezTo>
                  <a:pt x="10287" y="56787"/>
                  <a:pt x="10199" y="56846"/>
                  <a:pt x="10096" y="56905"/>
                </a:cubicBezTo>
                <a:cubicBezTo>
                  <a:pt x="10140" y="56846"/>
                  <a:pt x="10169" y="56787"/>
                  <a:pt x="10228" y="56728"/>
                </a:cubicBezTo>
                <a:cubicBezTo>
                  <a:pt x="10302" y="56684"/>
                  <a:pt x="10375" y="56625"/>
                  <a:pt x="10449" y="56581"/>
                </a:cubicBezTo>
                <a:close/>
                <a:moveTo>
                  <a:pt x="10699" y="56581"/>
                </a:moveTo>
                <a:lnTo>
                  <a:pt x="10699" y="56581"/>
                </a:lnTo>
                <a:cubicBezTo>
                  <a:pt x="10669" y="56655"/>
                  <a:pt x="10655" y="56714"/>
                  <a:pt x="10611" y="56772"/>
                </a:cubicBezTo>
                <a:cubicBezTo>
                  <a:pt x="10522" y="56831"/>
                  <a:pt x="10449" y="56875"/>
                  <a:pt x="10360" y="56934"/>
                </a:cubicBezTo>
                <a:cubicBezTo>
                  <a:pt x="10349" y="56946"/>
                  <a:pt x="10327" y="56948"/>
                  <a:pt x="10312" y="56964"/>
                </a:cubicBezTo>
                <a:lnTo>
                  <a:pt x="10312" y="56964"/>
                </a:lnTo>
                <a:cubicBezTo>
                  <a:pt x="10350" y="56908"/>
                  <a:pt x="10378" y="56841"/>
                  <a:pt x="10405" y="56787"/>
                </a:cubicBezTo>
                <a:cubicBezTo>
                  <a:pt x="10508" y="56714"/>
                  <a:pt x="10611" y="56655"/>
                  <a:pt x="10699" y="56581"/>
                </a:cubicBezTo>
                <a:close/>
                <a:moveTo>
                  <a:pt x="9831" y="56876"/>
                </a:moveTo>
                <a:lnTo>
                  <a:pt x="9831" y="56876"/>
                </a:lnTo>
                <a:cubicBezTo>
                  <a:pt x="9801" y="56905"/>
                  <a:pt x="9786" y="56920"/>
                  <a:pt x="9786" y="56934"/>
                </a:cubicBezTo>
                <a:cubicBezTo>
                  <a:pt x="9772" y="56949"/>
                  <a:pt x="9728" y="56978"/>
                  <a:pt x="9713" y="56993"/>
                </a:cubicBezTo>
                <a:cubicBezTo>
                  <a:pt x="9728" y="56978"/>
                  <a:pt x="9728" y="56949"/>
                  <a:pt x="9742" y="56934"/>
                </a:cubicBezTo>
                <a:cubicBezTo>
                  <a:pt x="9772" y="56920"/>
                  <a:pt x="9801" y="56905"/>
                  <a:pt x="9831" y="56876"/>
                </a:cubicBezTo>
                <a:close/>
                <a:moveTo>
                  <a:pt x="10037" y="56861"/>
                </a:moveTo>
                <a:cubicBezTo>
                  <a:pt x="10007" y="56920"/>
                  <a:pt x="9963" y="56949"/>
                  <a:pt x="9948" y="57008"/>
                </a:cubicBezTo>
                <a:cubicBezTo>
                  <a:pt x="9875" y="57052"/>
                  <a:pt x="9801" y="57096"/>
                  <a:pt x="9728" y="57140"/>
                </a:cubicBezTo>
                <a:cubicBezTo>
                  <a:pt x="9772" y="57081"/>
                  <a:pt x="9801" y="57052"/>
                  <a:pt x="9845" y="56993"/>
                </a:cubicBezTo>
                <a:cubicBezTo>
                  <a:pt x="9919" y="56949"/>
                  <a:pt x="9978" y="56905"/>
                  <a:pt x="10037" y="56861"/>
                </a:cubicBezTo>
                <a:close/>
                <a:moveTo>
                  <a:pt x="10272" y="56905"/>
                </a:moveTo>
                <a:cubicBezTo>
                  <a:pt x="10228" y="56949"/>
                  <a:pt x="10199" y="57023"/>
                  <a:pt x="10169" y="57081"/>
                </a:cubicBezTo>
                <a:cubicBezTo>
                  <a:pt x="10081" y="57140"/>
                  <a:pt x="9978" y="57214"/>
                  <a:pt x="9875" y="57273"/>
                </a:cubicBezTo>
                <a:cubicBezTo>
                  <a:pt x="9919" y="57199"/>
                  <a:pt x="9978" y="57140"/>
                  <a:pt x="10007" y="57067"/>
                </a:cubicBezTo>
                <a:cubicBezTo>
                  <a:pt x="10081" y="57008"/>
                  <a:pt x="10169" y="56949"/>
                  <a:pt x="10272" y="56905"/>
                </a:cubicBezTo>
                <a:close/>
                <a:moveTo>
                  <a:pt x="9639" y="57140"/>
                </a:moveTo>
                <a:lnTo>
                  <a:pt x="9639" y="57140"/>
                </a:lnTo>
                <a:cubicBezTo>
                  <a:pt x="9610" y="57170"/>
                  <a:pt x="9580" y="57214"/>
                  <a:pt x="9551" y="57258"/>
                </a:cubicBezTo>
                <a:lnTo>
                  <a:pt x="9374" y="57376"/>
                </a:lnTo>
                <a:cubicBezTo>
                  <a:pt x="9404" y="57317"/>
                  <a:pt x="9433" y="57288"/>
                  <a:pt x="9477" y="57243"/>
                </a:cubicBezTo>
                <a:lnTo>
                  <a:pt x="9639" y="57140"/>
                </a:lnTo>
                <a:close/>
                <a:moveTo>
                  <a:pt x="9831" y="57170"/>
                </a:moveTo>
                <a:cubicBezTo>
                  <a:pt x="9801" y="57229"/>
                  <a:pt x="9772" y="57288"/>
                  <a:pt x="9728" y="57346"/>
                </a:cubicBezTo>
                <a:lnTo>
                  <a:pt x="9463" y="57508"/>
                </a:lnTo>
                <a:cubicBezTo>
                  <a:pt x="9492" y="57449"/>
                  <a:pt x="9551" y="57376"/>
                  <a:pt x="9580" y="57317"/>
                </a:cubicBezTo>
                <a:cubicBezTo>
                  <a:pt x="9654" y="57258"/>
                  <a:pt x="9757" y="57229"/>
                  <a:pt x="9831" y="57170"/>
                </a:cubicBezTo>
                <a:close/>
                <a:moveTo>
                  <a:pt x="9170" y="57449"/>
                </a:moveTo>
                <a:cubicBezTo>
                  <a:pt x="9159" y="57462"/>
                  <a:pt x="9147" y="57478"/>
                  <a:pt x="9139" y="57494"/>
                </a:cubicBezTo>
                <a:cubicBezTo>
                  <a:pt x="9126" y="57500"/>
                  <a:pt x="9111" y="57506"/>
                  <a:pt x="9097" y="57512"/>
                </a:cubicBezTo>
                <a:lnTo>
                  <a:pt x="9097" y="57512"/>
                </a:lnTo>
                <a:cubicBezTo>
                  <a:pt x="9101" y="57507"/>
                  <a:pt x="9106" y="57501"/>
                  <a:pt x="9110" y="57494"/>
                </a:cubicBezTo>
                <a:cubicBezTo>
                  <a:pt x="9128" y="57475"/>
                  <a:pt x="9151" y="57463"/>
                  <a:pt x="9170" y="57449"/>
                </a:cubicBezTo>
                <a:close/>
                <a:moveTo>
                  <a:pt x="9408" y="57434"/>
                </a:moveTo>
                <a:lnTo>
                  <a:pt x="9301" y="57582"/>
                </a:lnTo>
                <a:cubicBezTo>
                  <a:pt x="9227" y="57611"/>
                  <a:pt x="9154" y="57670"/>
                  <a:pt x="9065" y="57714"/>
                </a:cubicBezTo>
                <a:cubicBezTo>
                  <a:pt x="9124" y="57670"/>
                  <a:pt x="9168" y="57611"/>
                  <a:pt x="9198" y="57567"/>
                </a:cubicBezTo>
                <a:cubicBezTo>
                  <a:pt x="9271" y="57523"/>
                  <a:pt x="9330" y="57494"/>
                  <a:pt x="9404" y="57435"/>
                </a:cubicBezTo>
                <a:cubicBezTo>
                  <a:pt x="9404" y="57435"/>
                  <a:pt x="9406" y="57435"/>
                  <a:pt x="9408" y="57434"/>
                </a:cubicBezTo>
                <a:close/>
                <a:moveTo>
                  <a:pt x="8992" y="57685"/>
                </a:moveTo>
                <a:lnTo>
                  <a:pt x="8992" y="57685"/>
                </a:lnTo>
                <a:cubicBezTo>
                  <a:pt x="8962" y="57729"/>
                  <a:pt x="8918" y="57773"/>
                  <a:pt x="8889" y="57832"/>
                </a:cubicBezTo>
                <a:cubicBezTo>
                  <a:pt x="8830" y="57876"/>
                  <a:pt x="8771" y="57891"/>
                  <a:pt x="8742" y="57935"/>
                </a:cubicBezTo>
                <a:cubicBezTo>
                  <a:pt x="8727" y="57935"/>
                  <a:pt x="8727" y="57950"/>
                  <a:pt x="8697" y="57950"/>
                </a:cubicBezTo>
                <a:cubicBezTo>
                  <a:pt x="8756" y="57876"/>
                  <a:pt x="8800" y="57832"/>
                  <a:pt x="8830" y="57803"/>
                </a:cubicBezTo>
                <a:lnTo>
                  <a:pt x="8992" y="57685"/>
                </a:lnTo>
                <a:close/>
                <a:moveTo>
                  <a:pt x="8565" y="57950"/>
                </a:moveTo>
                <a:cubicBezTo>
                  <a:pt x="8550" y="57979"/>
                  <a:pt x="8521" y="58009"/>
                  <a:pt x="8491" y="58038"/>
                </a:cubicBezTo>
                <a:cubicBezTo>
                  <a:pt x="8462" y="58053"/>
                  <a:pt x="8418" y="58082"/>
                  <a:pt x="8374" y="58112"/>
                </a:cubicBezTo>
                <a:cubicBezTo>
                  <a:pt x="8403" y="58082"/>
                  <a:pt x="8447" y="58053"/>
                  <a:pt x="8462" y="58023"/>
                </a:cubicBezTo>
                <a:cubicBezTo>
                  <a:pt x="8506" y="58009"/>
                  <a:pt x="8536" y="57964"/>
                  <a:pt x="8565" y="57950"/>
                </a:cubicBezTo>
                <a:close/>
                <a:moveTo>
                  <a:pt x="15791" y="54903"/>
                </a:moveTo>
                <a:cubicBezTo>
                  <a:pt x="15879" y="56493"/>
                  <a:pt x="16335" y="58038"/>
                  <a:pt x="16777" y="59554"/>
                </a:cubicBezTo>
                <a:cubicBezTo>
                  <a:pt x="17277" y="61246"/>
                  <a:pt x="17792" y="62968"/>
                  <a:pt x="17778" y="64734"/>
                </a:cubicBezTo>
                <a:cubicBezTo>
                  <a:pt x="17778" y="67736"/>
                  <a:pt x="16188" y="70635"/>
                  <a:pt x="13701" y="72313"/>
                </a:cubicBezTo>
                <a:cubicBezTo>
                  <a:pt x="15864" y="70562"/>
                  <a:pt x="17159" y="67766"/>
                  <a:pt x="17145" y="64808"/>
                </a:cubicBezTo>
                <a:cubicBezTo>
                  <a:pt x="17145" y="63100"/>
                  <a:pt x="16688" y="61408"/>
                  <a:pt x="16262" y="59789"/>
                </a:cubicBezTo>
                <a:cubicBezTo>
                  <a:pt x="15835" y="58215"/>
                  <a:pt x="15423" y="56596"/>
                  <a:pt x="15393" y="54977"/>
                </a:cubicBezTo>
                <a:cubicBezTo>
                  <a:pt x="15526" y="54962"/>
                  <a:pt x="15658" y="54933"/>
                  <a:pt x="15791" y="54903"/>
                </a:cubicBezTo>
                <a:close/>
                <a:moveTo>
                  <a:pt x="15320" y="55006"/>
                </a:moveTo>
                <a:cubicBezTo>
                  <a:pt x="15335" y="56640"/>
                  <a:pt x="15776" y="58244"/>
                  <a:pt x="16188" y="59819"/>
                </a:cubicBezTo>
                <a:cubicBezTo>
                  <a:pt x="16630" y="61438"/>
                  <a:pt x="17071" y="63130"/>
                  <a:pt x="17071" y="64822"/>
                </a:cubicBezTo>
                <a:cubicBezTo>
                  <a:pt x="17086" y="67927"/>
                  <a:pt x="15629" y="70856"/>
                  <a:pt x="13260" y="72548"/>
                </a:cubicBezTo>
                <a:cubicBezTo>
                  <a:pt x="15320" y="70782"/>
                  <a:pt x="16497" y="67972"/>
                  <a:pt x="16468" y="64881"/>
                </a:cubicBezTo>
                <a:cubicBezTo>
                  <a:pt x="16453" y="63248"/>
                  <a:pt x="16056" y="61629"/>
                  <a:pt x="15688" y="60069"/>
                </a:cubicBezTo>
                <a:cubicBezTo>
                  <a:pt x="15305" y="58421"/>
                  <a:pt x="14893" y="56758"/>
                  <a:pt x="14952" y="55080"/>
                </a:cubicBezTo>
                <a:cubicBezTo>
                  <a:pt x="15084" y="55036"/>
                  <a:pt x="15217" y="55021"/>
                  <a:pt x="15320" y="55006"/>
                </a:cubicBezTo>
                <a:close/>
                <a:moveTo>
                  <a:pt x="14864" y="55095"/>
                </a:moveTo>
                <a:lnTo>
                  <a:pt x="14864" y="55095"/>
                </a:lnTo>
                <a:cubicBezTo>
                  <a:pt x="14834" y="56772"/>
                  <a:pt x="15217" y="58450"/>
                  <a:pt x="15614" y="60084"/>
                </a:cubicBezTo>
                <a:cubicBezTo>
                  <a:pt x="15982" y="61644"/>
                  <a:pt x="16365" y="63248"/>
                  <a:pt x="16394" y="64881"/>
                </a:cubicBezTo>
                <a:cubicBezTo>
                  <a:pt x="16424" y="68119"/>
                  <a:pt x="15099" y="71062"/>
                  <a:pt x="12862" y="72799"/>
                </a:cubicBezTo>
                <a:cubicBezTo>
                  <a:pt x="14790" y="71003"/>
                  <a:pt x="15820" y="68251"/>
                  <a:pt x="15761" y="64955"/>
                </a:cubicBezTo>
                <a:cubicBezTo>
                  <a:pt x="15747" y="63395"/>
                  <a:pt x="15408" y="61864"/>
                  <a:pt x="15099" y="60378"/>
                </a:cubicBezTo>
                <a:cubicBezTo>
                  <a:pt x="14731" y="58597"/>
                  <a:pt x="14363" y="56905"/>
                  <a:pt x="14496" y="55183"/>
                </a:cubicBezTo>
                <a:cubicBezTo>
                  <a:pt x="14628" y="55154"/>
                  <a:pt x="14731" y="55139"/>
                  <a:pt x="14864" y="55095"/>
                </a:cubicBezTo>
                <a:close/>
                <a:moveTo>
                  <a:pt x="14407" y="55213"/>
                </a:moveTo>
                <a:lnTo>
                  <a:pt x="14407" y="55213"/>
                </a:lnTo>
                <a:cubicBezTo>
                  <a:pt x="14290" y="56934"/>
                  <a:pt x="14643" y="58627"/>
                  <a:pt x="15011" y="60393"/>
                </a:cubicBezTo>
                <a:cubicBezTo>
                  <a:pt x="15320" y="61864"/>
                  <a:pt x="15644" y="63395"/>
                  <a:pt x="15673" y="64955"/>
                </a:cubicBezTo>
                <a:cubicBezTo>
                  <a:pt x="15747" y="68398"/>
                  <a:pt x="14613" y="71253"/>
                  <a:pt x="12480" y="73019"/>
                </a:cubicBezTo>
                <a:cubicBezTo>
                  <a:pt x="14246" y="71224"/>
                  <a:pt x="15143" y="68472"/>
                  <a:pt x="15070" y="65028"/>
                </a:cubicBezTo>
                <a:cubicBezTo>
                  <a:pt x="15026" y="63557"/>
                  <a:pt x="14775" y="62129"/>
                  <a:pt x="14510" y="60731"/>
                </a:cubicBezTo>
                <a:cubicBezTo>
                  <a:pt x="14157" y="58862"/>
                  <a:pt x="13848" y="57096"/>
                  <a:pt x="14054" y="55301"/>
                </a:cubicBezTo>
                <a:cubicBezTo>
                  <a:pt x="14157" y="55257"/>
                  <a:pt x="14290" y="55227"/>
                  <a:pt x="14407" y="55213"/>
                </a:cubicBezTo>
                <a:close/>
                <a:moveTo>
                  <a:pt x="13995" y="55316"/>
                </a:moveTo>
                <a:lnTo>
                  <a:pt x="13995" y="55316"/>
                </a:lnTo>
                <a:cubicBezTo>
                  <a:pt x="13804" y="57096"/>
                  <a:pt x="14128" y="58862"/>
                  <a:pt x="14466" y="60716"/>
                </a:cubicBezTo>
                <a:cubicBezTo>
                  <a:pt x="14716" y="62100"/>
                  <a:pt x="14981" y="63557"/>
                  <a:pt x="15011" y="65014"/>
                </a:cubicBezTo>
                <a:cubicBezTo>
                  <a:pt x="15084" y="68546"/>
                  <a:pt x="14128" y="71342"/>
                  <a:pt x="12274" y="73108"/>
                </a:cubicBezTo>
                <a:cubicBezTo>
                  <a:pt x="12229" y="73122"/>
                  <a:pt x="12215" y="73137"/>
                  <a:pt x="12200" y="73137"/>
                </a:cubicBezTo>
                <a:cubicBezTo>
                  <a:pt x="13775" y="71342"/>
                  <a:pt x="14481" y="68766"/>
                  <a:pt x="14393" y="65087"/>
                </a:cubicBezTo>
                <a:cubicBezTo>
                  <a:pt x="14349" y="63719"/>
                  <a:pt x="14143" y="62394"/>
                  <a:pt x="13951" y="61114"/>
                </a:cubicBezTo>
                <a:cubicBezTo>
                  <a:pt x="13627" y="59156"/>
                  <a:pt x="13363" y="57302"/>
                  <a:pt x="13657" y="55433"/>
                </a:cubicBezTo>
                <a:cubicBezTo>
                  <a:pt x="13760" y="55389"/>
                  <a:pt x="13892" y="55360"/>
                  <a:pt x="13995" y="55316"/>
                </a:cubicBezTo>
                <a:close/>
                <a:moveTo>
                  <a:pt x="13524" y="55477"/>
                </a:moveTo>
                <a:lnTo>
                  <a:pt x="13524" y="55477"/>
                </a:lnTo>
                <a:cubicBezTo>
                  <a:pt x="13245" y="57346"/>
                  <a:pt x="13524" y="59201"/>
                  <a:pt x="13833" y="61143"/>
                </a:cubicBezTo>
                <a:cubicBezTo>
                  <a:pt x="14040" y="62438"/>
                  <a:pt x="14246" y="63763"/>
                  <a:pt x="14275" y="65117"/>
                </a:cubicBezTo>
                <a:cubicBezTo>
                  <a:pt x="14407" y="68840"/>
                  <a:pt x="13672" y="71430"/>
                  <a:pt x="12009" y="73211"/>
                </a:cubicBezTo>
                <a:cubicBezTo>
                  <a:pt x="11979" y="73240"/>
                  <a:pt x="11965" y="73240"/>
                  <a:pt x="11920" y="73255"/>
                </a:cubicBezTo>
                <a:cubicBezTo>
                  <a:pt x="13613" y="71047"/>
                  <a:pt x="13760" y="68060"/>
                  <a:pt x="13672" y="65161"/>
                </a:cubicBezTo>
                <a:cubicBezTo>
                  <a:pt x="13627" y="63925"/>
                  <a:pt x="13466" y="62733"/>
                  <a:pt x="13318" y="61570"/>
                </a:cubicBezTo>
                <a:cubicBezTo>
                  <a:pt x="13039" y="59495"/>
                  <a:pt x="12803" y="57538"/>
                  <a:pt x="13186" y="55595"/>
                </a:cubicBezTo>
                <a:lnTo>
                  <a:pt x="13524" y="55477"/>
                </a:lnTo>
                <a:close/>
                <a:moveTo>
                  <a:pt x="13112" y="55610"/>
                </a:moveTo>
                <a:cubicBezTo>
                  <a:pt x="12730" y="57567"/>
                  <a:pt x="12980" y="59510"/>
                  <a:pt x="13260" y="61570"/>
                </a:cubicBezTo>
                <a:cubicBezTo>
                  <a:pt x="13407" y="62733"/>
                  <a:pt x="13569" y="63939"/>
                  <a:pt x="13613" y="65161"/>
                </a:cubicBezTo>
                <a:cubicBezTo>
                  <a:pt x="13701" y="68104"/>
                  <a:pt x="13539" y="71121"/>
                  <a:pt x="11788" y="73314"/>
                </a:cubicBezTo>
                <a:cubicBezTo>
                  <a:pt x="11744" y="73343"/>
                  <a:pt x="11700" y="73343"/>
                  <a:pt x="11670" y="73358"/>
                </a:cubicBezTo>
                <a:cubicBezTo>
                  <a:pt x="13083" y="71209"/>
                  <a:pt x="13112" y="68501"/>
                  <a:pt x="12995" y="65234"/>
                </a:cubicBezTo>
                <a:cubicBezTo>
                  <a:pt x="12951" y="64160"/>
                  <a:pt x="12847" y="63115"/>
                  <a:pt x="12730" y="62100"/>
                </a:cubicBezTo>
                <a:cubicBezTo>
                  <a:pt x="12509" y="59878"/>
                  <a:pt x="12288" y="57803"/>
                  <a:pt x="12789" y="55742"/>
                </a:cubicBezTo>
                <a:cubicBezTo>
                  <a:pt x="12892" y="55698"/>
                  <a:pt x="13009" y="55654"/>
                  <a:pt x="13112" y="55610"/>
                </a:cubicBezTo>
                <a:close/>
                <a:moveTo>
                  <a:pt x="11881" y="73374"/>
                </a:moveTo>
                <a:cubicBezTo>
                  <a:pt x="11888" y="73374"/>
                  <a:pt x="11881" y="73387"/>
                  <a:pt x="11861" y="73387"/>
                </a:cubicBezTo>
                <a:cubicBezTo>
                  <a:pt x="11871" y="73377"/>
                  <a:pt x="11878" y="73374"/>
                  <a:pt x="11881" y="73374"/>
                </a:cubicBezTo>
                <a:close/>
                <a:moveTo>
                  <a:pt x="11861" y="73387"/>
                </a:moveTo>
                <a:lnTo>
                  <a:pt x="11861" y="73387"/>
                </a:lnTo>
                <a:cubicBezTo>
                  <a:pt x="11847" y="73402"/>
                  <a:pt x="11832" y="73402"/>
                  <a:pt x="11817" y="73417"/>
                </a:cubicBezTo>
                <a:lnTo>
                  <a:pt x="11832" y="73402"/>
                </a:lnTo>
                <a:cubicBezTo>
                  <a:pt x="11847" y="73387"/>
                  <a:pt x="11861" y="73387"/>
                  <a:pt x="11861" y="73387"/>
                </a:cubicBezTo>
                <a:close/>
                <a:moveTo>
                  <a:pt x="12686" y="55801"/>
                </a:moveTo>
                <a:lnTo>
                  <a:pt x="12686" y="55801"/>
                </a:lnTo>
                <a:cubicBezTo>
                  <a:pt x="12215" y="57861"/>
                  <a:pt x="12421" y="59936"/>
                  <a:pt x="12656" y="62144"/>
                </a:cubicBezTo>
                <a:cubicBezTo>
                  <a:pt x="12759" y="63159"/>
                  <a:pt x="12877" y="64204"/>
                  <a:pt x="12906" y="65249"/>
                </a:cubicBezTo>
                <a:cubicBezTo>
                  <a:pt x="13039" y="68560"/>
                  <a:pt x="13009" y="71283"/>
                  <a:pt x="11538" y="73431"/>
                </a:cubicBezTo>
                <a:cubicBezTo>
                  <a:pt x="11494" y="73461"/>
                  <a:pt x="11435" y="73476"/>
                  <a:pt x="11405" y="73490"/>
                </a:cubicBezTo>
                <a:cubicBezTo>
                  <a:pt x="12568" y="71401"/>
                  <a:pt x="12450" y="68869"/>
                  <a:pt x="12318" y="66000"/>
                </a:cubicBezTo>
                <a:cubicBezTo>
                  <a:pt x="12303" y="65764"/>
                  <a:pt x="12303" y="65543"/>
                  <a:pt x="12288" y="65308"/>
                </a:cubicBezTo>
                <a:cubicBezTo>
                  <a:pt x="12244" y="64454"/>
                  <a:pt x="12185" y="63616"/>
                  <a:pt x="12126" y="62791"/>
                </a:cubicBezTo>
                <a:cubicBezTo>
                  <a:pt x="11935" y="60407"/>
                  <a:pt x="11758" y="58171"/>
                  <a:pt x="12347" y="55992"/>
                </a:cubicBezTo>
                <a:cubicBezTo>
                  <a:pt x="12347" y="55978"/>
                  <a:pt x="12362" y="55948"/>
                  <a:pt x="12362" y="55919"/>
                </a:cubicBezTo>
                <a:cubicBezTo>
                  <a:pt x="12465" y="55875"/>
                  <a:pt x="12583" y="55831"/>
                  <a:pt x="12686" y="55801"/>
                </a:cubicBezTo>
                <a:close/>
                <a:moveTo>
                  <a:pt x="11660" y="73469"/>
                </a:moveTo>
                <a:cubicBezTo>
                  <a:pt x="11649" y="73474"/>
                  <a:pt x="11641" y="73482"/>
                  <a:pt x="11641" y="73490"/>
                </a:cubicBezTo>
                <a:cubicBezTo>
                  <a:pt x="11611" y="73505"/>
                  <a:pt x="11597" y="73505"/>
                  <a:pt x="11552" y="73534"/>
                </a:cubicBezTo>
                <a:cubicBezTo>
                  <a:pt x="11567" y="73505"/>
                  <a:pt x="11567" y="73490"/>
                  <a:pt x="11597" y="73490"/>
                </a:cubicBezTo>
                <a:cubicBezTo>
                  <a:pt x="11620" y="73479"/>
                  <a:pt x="11634" y="73476"/>
                  <a:pt x="11660" y="73469"/>
                </a:cubicBezTo>
                <a:close/>
                <a:moveTo>
                  <a:pt x="12288" y="55963"/>
                </a:moveTo>
                <a:lnTo>
                  <a:pt x="12288" y="55978"/>
                </a:lnTo>
                <a:cubicBezTo>
                  <a:pt x="11685" y="58171"/>
                  <a:pt x="11861" y="60407"/>
                  <a:pt x="12053" y="62806"/>
                </a:cubicBezTo>
                <a:cubicBezTo>
                  <a:pt x="12126" y="63616"/>
                  <a:pt x="12185" y="64454"/>
                  <a:pt x="12215" y="65323"/>
                </a:cubicBezTo>
                <a:cubicBezTo>
                  <a:pt x="12229" y="65558"/>
                  <a:pt x="12229" y="65779"/>
                  <a:pt x="12259" y="66029"/>
                </a:cubicBezTo>
                <a:cubicBezTo>
                  <a:pt x="12377" y="68928"/>
                  <a:pt x="12494" y="71445"/>
                  <a:pt x="11302" y="73534"/>
                </a:cubicBezTo>
                <a:cubicBezTo>
                  <a:pt x="11243" y="73549"/>
                  <a:pt x="11199" y="73564"/>
                  <a:pt x="11155" y="73579"/>
                </a:cubicBezTo>
                <a:cubicBezTo>
                  <a:pt x="12009" y="71665"/>
                  <a:pt x="11861" y="69517"/>
                  <a:pt x="11700" y="67074"/>
                </a:cubicBezTo>
                <a:cubicBezTo>
                  <a:pt x="11670" y="66515"/>
                  <a:pt x="11626" y="65970"/>
                  <a:pt x="11597" y="65382"/>
                </a:cubicBezTo>
                <a:cubicBezTo>
                  <a:pt x="11552" y="64808"/>
                  <a:pt x="11523" y="64219"/>
                  <a:pt x="11494" y="63674"/>
                </a:cubicBezTo>
                <a:cubicBezTo>
                  <a:pt x="11332" y="61055"/>
                  <a:pt x="11170" y="58597"/>
                  <a:pt x="11920" y="56257"/>
                </a:cubicBezTo>
                <a:cubicBezTo>
                  <a:pt x="11935" y="56199"/>
                  <a:pt x="11965" y="56169"/>
                  <a:pt x="11979" y="56110"/>
                </a:cubicBezTo>
                <a:cubicBezTo>
                  <a:pt x="12082" y="56051"/>
                  <a:pt x="12185" y="56022"/>
                  <a:pt x="12288" y="55963"/>
                </a:cubicBezTo>
                <a:close/>
                <a:moveTo>
                  <a:pt x="11449" y="73549"/>
                </a:moveTo>
                <a:cubicBezTo>
                  <a:pt x="11420" y="73564"/>
                  <a:pt x="11420" y="73579"/>
                  <a:pt x="11405" y="73608"/>
                </a:cubicBezTo>
                <a:cubicBezTo>
                  <a:pt x="11376" y="73608"/>
                  <a:pt x="11332" y="73623"/>
                  <a:pt x="11302" y="73637"/>
                </a:cubicBezTo>
                <a:cubicBezTo>
                  <a:pt x="11317" y="73623"/>
                  <a:pt x="11317" y="73608"/>
                  <a:pt x="11332" y="73579"/>
                </a:cubicBezTo>
                <a:cubicBezTo>
                  <a:pt x="11376" y="73564"/>
                  <a:pt x="11405" y="73549"/>
                  <a:pt x="11449" y="73549"/>
                </a:cubicBezTo>
                <a:close/>
                <a:moveTo>
                  <a:pt x="11861" y="56169"/>
                </a:moveTo>
                <a:cubicBezTo>
                  <a:pt x="11861" y="56184"/>
                  <a:pt x="11847" y="56213"/>
                  <a:pt x="11847" y="56243"/>
                </a:cubicBezTo>
                <a:cubicBezTo>
                  <a:pt x="11111" y="58568"/>
                  <a:pt x="11258" y="61055"/>
                  <a:pt x="11420" y="63689"/>
                </a:cubicBezTo>
                <a:cubicBezTo>
                  <a:pt x="11464" y="64234"/>
                  <a:pt x="11494" y="64822"/>
                  <a:pt x="11523" y="65396"/>
                </a:cubicBezTo>
                <a:cubicBezTo>
                  <a:pt x="11552" y="65970"/>
                  <a:pt x="11597" y="66544"/>
                  <a:pt x="11626" y="67089"/>
                </a:cubicBezTo>
                <a:cubicBezTo>
                  <a:pt x="11788" y="69576"/>
                  <a:pt x="11935" y="71724"/>
                  <a:pt x="11023" y="73623"/>
                </a:cubicBezTo>
                <a:cubicBezTo>
                  <a:pt x="10964" y="73623"/>
                  <a:pt x="10905" y="73637"/>
                  <a:pt x="10846" y="73652"/>
                </a:cubicBezTo>
                <a:cubicBezTo>
                  <a:pt x="11508" y="71916"/>
                  <a:pt x="11332" y="70017"/>
                  <a:pt x="11111" y="67839"/>
                </a:cubicBezTo>
                <a:cubicBezTo>
                  <a:pt x="11037" y="67074"/>
                  <a:pt x="10949" y="66265"/>
                  <a:pt x="10905" y="65440"/>
                </a:cubicBezTo>
                <a:lnTo>
                  <a:pt x="10875" y="64881"/>
                </a:lnTo>
                <a:cubicBezTo>
                  <a:pt x="10714" y="61908"/>
                  <a:pt x="10537" y="59083"/>
                  <a:pt x="11479" y="56508"/>
                </a:cubicBezTo>
                <a:cubicBezTo>
                  <a:pt x="11494" y="56463"/>
                  <a:pt x="11538" y="56390"/>
                  <a:pt x="11552" y="56331"/>
                </a:cubicBezTo>
                <a:cubicBezTo>
                  <a:pt x="11670" y="56272"/>
                  <a:pt x="11758" y="56213"/>
                  <a:pt x="11861" y="56169"/>
                </a:cubicBezTo>
                <a:close/>
                <a:moveTo>
                  <a:pt x="11491" y="73646"/>
                </a:moveTo>
                <a:cubicBezTo>
                  <a:pt x="11493" y="73646"/>
                  <a:pt x="11494" y="73648"/>
                  <a:pt x="11494" y="73652"/>
                </a:cubicBezTo>
                <a:cubicBezTo>
                  <a:pt x="11479" y="73682"/>
                  <a:pt x="11464" y="73682"/>
                  <a:pt x="11449" y="73696"/>
                </a:cubicBezTo>
                <a:lnTo>
                  <a:pt x="11464" y="73682"/>
                </a:lnTo>
                <a:cubicBezTo>
                  <a:pt x="11475" y="73660"/>
                  <a:pt x="11486" y="73646"/>
                  <a:pt x="11491" y="73646"/>
                </a:cubicBezTo>
                <a:close/>
                <a:moveTo>
                  <a:pt x="11199" y="73623"/>
                </a:moveTo>
                <a:lnTo>
                  <a:pt x="11199" y="73623"/>
                </a:lnTo>
                <a:cubicBezTo>
                  <a:pt x="11185" y="73637"/>
                  <a:pt x="11170" y="73682"/>
                  <a:pt x="11170" y="73696"/>
                </a:cubicBezTo>
                <a:cubicBezTo>
                  <a:pt x="11126" y="73711"/>
                  <a:pt x="11082" y="73726"/>
                  <a:pt x="11037" y="73755"/>
                </a:cubicBezTo>
                <a:cubicBezTo>
                  <a:pt x="11052" y="73726"/>
                  <a:pt x="11052" y="73696"/>
                  <a:pt x="11082" y="73682"/>
                </a:cubicBezTo>
                <a:cubicBezTo>
                  <a:pt x="11111" y="73652"/>
                  <a:pt x="11170" y="73637"/>
                  <a:pt x="11199" y="73623"/>
                </a:cubicBezTo>
                <a:close/>
                <a:moveTo>
                  <a:pt x="11449" y="56375"/>
                </a:moveTo>
                <a:lnTo>
                  <a:pt x="11449" y="56375"/>
                </a:lnTo>
                <a:cubicBezTo>
                  <a:pt x="11420" y="56419"/>
                  <a:pt x="11420" y="56449"/>
                  <a:pt x="11405" y="56493"/>
                </a:cubicBezTo>
                <a:cubicBezTo>
                  <a:pt x="10463" y="59083"/>
                  <a:pt x="10625" y="61923"/>
                  <a:pt x="10802" y="64896"/>
                </a:cubicBezTo>
                <a:lnTo>
                  <a:pt x="10831" y="65455"/>
                </a:lnTo>
                <a:cubicBezTo>
                  <a:pt x="10875" y="66294"/>
                  <a:pt x="10964" y="67089"/>
                  <a:pt x="11037" y="67869"/>
                </a:cubicBezTo>
                <a:cubicBezTo>
                  <a:pt x="11258" y="70032"/>
                  <a:pt x="11464" y="71945"/>
                  <a:pt x="10758" y="73696"/>
                </a:cubicBezTo>
                <a:cubicBezTo>
                  <a:pt x="10684" y="73711"/>
                  <a:pt x="10640" y="73726"/>
                  <a:pt x="10581" y="73770"/>
                </a:cubicBezTo>
                <a:cubicBezTo>
                  <a:pt x="11082" y="72136"/>
                  <a:pt x="10817" y="70415"/>
                  <a:pt x="10537" y="68487"/>
                </a:cubicBezTo>
                <a:cubicBezTo>
                  <a:pt x="10405" y="67545"/>
                  <a:pt x="10257" y="66574"/>
                  <a:pt x="10213" y="65529"/>
                </a:cubicBezTo>
                <a:cubicBezTo>
                  <a:pt x="10022" y="62453"/>
                  <a:pt x="9948" y="59480"/>
                  <a:pt x="11037" y="56772"/>
                </a:cubicBezTo>
                <a:cubicBezTo>
                  <a:pt x="11082" y="56699"/>
                  <a:pt x="11096" y="56625"/>
                  <a:pt x="11126" y="56566"/>
                </a:cubicBezTo>
                <a:cubicBezTo>
                  <a:pt x="11243" y="56508"/>
                  <a:pt x="11332" y="56434"/>
                  <a:pt x="11449" y="56375"/>
                </a:cubicBezTo>
                <a:close/>
                <a:moveTo>
                  <a:pt x="11296" y="73750"/>
                </a:moveTo>
                <a:cubicBezTo>
                  <a:pt x="11291" y="73757"/>
                  <a:pt x="11284" y="73764"/>
                  <a:pt x="11273" y="73770"/>
                </a:cubicBezTo>
                <a:cubicBezTo>
                  <a:pt x="11258" y="73785"/>
                  <a:pt x="11229" y="73799"/>
                  <a:pt x="11199" y="73799"/>
                </a:cubicBezTo>
                <a:cubicBezTo>
                  <a:pt x="11214" y="73785"/>
                  <a:pt x="11214" y="73770"/>
                  <a:pt x="11243" y="73770"/>
                </a:cubicBezTo>
                <a:cubicBezTo>
                  <a:pt x="11261" y="73761"/>
                  <a:pt x="11279" y="73757"/>
                  <a:pt x="11296" y="73750"/>
                </a:cubicBezTo>
                <a:close/>
                <a:moveTo>
                  <a:pt x="11008" y="56625"/>
                </a:moveTo>
                <a:lnTo>
                  <a:pt x="10949" y="56728"/>
                </a:lnTo>
                <a:cubicBezTo>
                  <a:pt x="9860" y="59436"/>
                  <a:pt x="9934" y="62438"/>
                  <a:pt x="10125" y="65514"/>
                </a:cubicBezTo>
                <a:cubicBezTo>
                  <a:pt x="10169" y="66559"/>
                  <a:pt x="10316" y="67530"/>
                  <a:pt x="10449" y="68472"/>
                </a:cubicBezTo>
                <a:cubicBezTo>
                  <a:pt x="10728" y="70415"/>
                  <a:pt x="10978" y="72136"/>
                  <a:pt x="10463" y="73770"/>
                </a:cubicBezTo>
                <a:cubicBezTo>
                  <a:pt x="10419" y="73785"/>
                  <a:pt x="10346" y="73799"/>
                  <a:pt x="10287" y="73829"/>
                </a:cubicBezTo>
                <a:cubicBezTo>
                  <a:pt x="10640" y="72254"/>
                  <a:pt x="10316" y="70635"/>
                  <a:pt x="9992" y="68928"/>
                </a:cubicBezTo>
                <a:cubicBezTo>
                  <a:pt x="9786" y="67869"/>
                  <a:pt x="9566" y="66735"/>
                  <a:pt x="9492" y="65543"/>
                </a:cubicBezTo>
                <a:cubicBezTo>
                  <a:pt x="9242" y="61776"/>
                  <a:pt x="9566" y="59215"/>
                  <a:pt x="10581" y="56993"/>
                </a:cubicBezTo>
                <a:cubicBezTo>
                  <a:pt x="10611" y="56920"/>
                  <a:pt x="10640" y="56861"/>
                  <a:pt x="10669" y="56787"/>
                </a:cubicBezTo>
                <a:cubicBezTo>
                  <a:pt x="10802" y="56758"/>
                  <a:pt x="10890" y="56699"/>
                  <a:pt x="11008" y="56625"/>
                </a:cubicBezTo>
                <a:close/>
                <a:moveTo>
                  <a:pt x="10964" y="73711"/>
                </a:moveTo>
                <a:cubicBezTo>
                  <a:pt x="10949" y="73755"/>
                  <a:pt x="10934" y="73770"/>
                  <a:pt x="10934" y="73799"/>
                </a:cubicBezTo>
                <a:cubicBezTo>
                  <a:pt x="10875" y="73829"/>
                  <a:pt x="10831" y="73843"/>
                  <a:pt x="10787" y="73858"/>
                </a:cubicBezTo>
                <a:cubicBezTo>
                  <a:pt x="10787" y="73829"/>
                  <a:pt x="10802" y="73785"/>
                  <a:pt x="10817" y="73770"/>
                </a:cubicBezTo>
                <a:cubicBezTo>
                  <a:pt x="10875" y="73755"/>
                  <a:pt x="10934" y="73726"/>
                  <a:pt x="10964" y="73711"/>
                </a:cubicBezTo>
                <a:close/>
                <a:moveTo>
                  <a:pt x="10558" y="56925"/>
                </a:moveTo>
                <a:lnTo>
                  <a:pt x="10558" y="56925"/>
                </a:lnTo>
                <a:cubicBezTo>
                  <a:pt x="10537" y="56943"/>
                  <a:pt x="10536" y="56980"/>
                  <a:pt x="10522" y="56993"/>
                </a:cubicBezTo>
                <a:cubicBezTo>
                  <a:pt x="9507" y="59230"/>
                  <a:pt x="9183" y="61805"/>
                  <a:pt x="9433" y="65588"/>
                </a:cubicBezTo>
                <a:cubicBezTo>
                  <a:pt x="9507" y="66780"/>
                  <a:pt x="9728" y="67898"/>
                  <a:pt x="9934" y="68972"/>
                </a:cubicBezTo>
                <a:cubicBezTo>
                  <a:pt x="10272" y="70679"/>
                  <a:pt x="10581" y="72298"/>
                  <a:pt x="10213" y="73858"/>
                </a:cubicBezTo>
                <a:cubicBezTo>
                  <a:pt x="10140" y="73873"/>
                  <a:pt x="10081" y="73902"/>
                  <a:pt x="10007" y="73917"/>
                </a:cubicBezTo>
                <a:cubicBezTo>
                  <a:pt x="10228" y="72445"/>
                  <a:pt x="9860" y="70959"/>
                  <a:pt x="9492" y="69370"/>
                </a:cubicBezTo>
                <a:cubicBezTo>
                  <a:pt x="9213" y="68192"/>
                  <a:pt x="8918" y="66986"/>
                  <a:pt x="8830" y="65661"/>
                </a:cubicBezTo>
                <a:cubicBezTo>
                  <a:pt x="8594" y="62291"/>
                  <a:pt x="9021" y="59554"/>
                  <a:pt x="10169" y="57288"/>
                </a:cubicBezTo>
                <a:cubicBezTo>
                  <a:pt x="10199" y="57229"/>
                  <a:pt x="10228" y="57170"/>
                  <a:pt x="10243" y="57140"/>
                </a:cubicBezTo>
                <a:cubicBezTo>
                  <a:pt x="10302" y="57096"/>
                  <a:pt x="10375" y="57052"/>
                  <a:pt x="10434" y="57008"/>
                </a:cubicBezTo>
                <a:cubicBezTo>
                  <a:pt x="10462" y="56980"/>
                  <a:pt x="10515" y="56953"/>
                  <a:pt x="10558" y="56925"/>
                </a:cubicBezTo>
                <a:close/>
                <a:moveTo>
                  <a:pt x="11096" y="73799"/>
                </a:moveTo>
                <a:cubicBezTo>
                  <a:pt x="11082" y="73829"/>
                  <a:pt x="11052" y="73843"/>
                  <a:pt x="11052" y="73858"/>
                </a:cubicBezTo>
                <a:cubicBezTo>
                  <a:pt x="11023" y="73902"/>
                  <a:pt x="10978" y="73917"/>
                  <a:pt x="10949" y="73932"/>
                </a:cubicBezTo>
                <a:cubicBezTo>
                  <a:pt x="10964" y="73917"/>
                  <a:pt x="10964" y="73902"/>
                  <a:pt x="10978" y="73858"/>
                </a:cubicBezTo>
                <a:lnTo>
                  <a:pt x="11096" y="73799"/>
                </a:lnTo>
                <a:close/>
                <a:moveTo>
                  <a:pt x="10714" y="73799"/>
                </a:moveTo>
                <a:lnTo>
                  <a:pt x="10714" y="73799"/>
                </a:lnTo>
                <a:cubicBezTo>
                  <a:pt x="10684" y="73843"/>
                  <a:pt x="10669" y="73873"/>
                  <a:pt x="10669" y="73902"/>
                </a:cubicBezTo>
                <a:cubicBezTo>
                  <a:pt x="10611" y="73917"/>
                  <a:pt x="10566" y="73932"/>
                  <a:pt x="10508" y="73976"/>
                </a:cubicBezTo>
                <a:cubicBezTo>
                  <a:pt x="10522" y="73932"/>
                  <a:pt x="10522" y="73902"/>
                  <a:pt x="10537" y="73858"/>
                </a:cubicBezTo>
                <a:lnTo>
                  <a:pt x="10714" y="73799"/>
                </a:lnTo>
                <a:close/>
                <a:moveTo>
                  <a:pt x="11136" y="73926"/>
                </a:moveTo>
                <a:cubicBezTo>
                  <a:pt x="11140" y="73926"/>
                  <a:pt x="11146" y="73927"/>
                  <a:pt x="11155" y="73932"/>
                </a:cubicBezTo>
                <a:cubicBezTo>
                  <a:pt x="11126" y="73946"/>
                  <a:pt x="11111" y="73946"/>
                  <a:pt x="11096" y="73976"/>
                </a:cubicBezTo>
                <a:lnTo>
                  <a:pt x="11111" y="73946"/>
                </a:lnTo>
                <a:cubicBezTo>
                  <a:pt x="11121" y="73936"/>
                  <a:pt x="11124" y="73926"/>
                  <a:pt x="11136" y="73926"/>
                </a:cubicBezTo>
                <a:close/>
                <a:moveTo>
                  <a:pt x="10096" y="57214"/>
                </a:moveTo>
                <a:cubicBezTo>
                  <a:pt x="10096" y="57229"/>
                  <a:pt x="10081" y="57229"/>
                  <a:pt x="10081" y="57243"/>
                </a:cubicBezTo>
                <a:cubicBezTo>
                  <a:pt x="8918" y="59524"/>
                  <a:pt x="8506" y="62276"/>
                  <a:pt x="8742" y="65661"/>
                </a:cubicBezTo>
                <a:cubicBezTo>
                  <a:pt x="8830" y="66971"/>
                  <a:pt x="9124" y="68192"/>
                  <a:pt x="9419" y="69370"/>
                </a:cubicBezTo>
                <a:cubicBezTo>
                  <a:pt x="9801" y="70959"/>
                  <a:pt x="10154" y="72460"/>
                  <a:pt x="9934" y="73946"/>
                </a:cubicBezTo>
                <a:cubicBezTo>
                  <a:pt x="9860" y="73961"/>
                  <a:pt x="9801" y="73991"/>
                  <a:pt x="9728" y="74020"/>
                </a:cubicBezTo>
                <a:cubicBezTo>
                  <a:pt x="9845" y="72593"/>
                  <a:pt x="9433" y="71165"/>
                  <a:pt x="8992" y="69679"/>
                </a:cubicBezTo>
                <a:cubicBezTo>
                  <a:pt x="8624" y="68428"/>
                  <a:pt x="8241" y="67147"/>
                  <a:pt x="8138" y="65705"/>
                </a:cubicBezTo>
                <a:cubicBezTo>
                  <a:pt x="7888" y="62585"/>
                  <a:pt x="8433" y="59833"/>
                  <a:pt x="9713" y="57523"/>
                </a:cubicBezTo>
                <a:cubicBezTo>
                  <a:pt x="9728" y="57479"/>
                  <a:pt x="9772" y="57435"/>
                  <a:pt x="9786" y="57391"/>
                </a:cubicBezTo>
                <a:cubicBezTo>
                  <a:pt x="9904" y="57346"/>
                  <a:pt x="9992" y="57288"/>
                  <a:pt x="10096" y="57214"/>
                </a:cubicBezTo>
                <a:close/>
                <a:moveTo>
                  <a:pt x="10861" y="73917"/>
                </a:moveTo>
                <a:cubicBezTo>
                  <a:pt x="10861" y="73917"/>
                  <a:pt x="10861" y="73932"/>
                  <a:pt x="10831" y="73932"/>
                </a:cubicBezTo>
                <a:cubicBezTo>
                  <a:pt x="10817" y="73946"/>
                  <a:pt x="10817" y="73976"/>
                  <a:pt x="10802" y="73991"/>
                </a:cubicBezTo>
                <a:cubicBezTo>
                  <a:pt x="10787" y="74005"/>
                  <a:pt x="10728" y="74020"/>
                  <a:pt x="10684" y="74049"/>
                </a:cubicBezTo>
                <a:cubicBezTo>
                  <a:pt x="10714" y="74020"/>
                  <a:pt x="10714" y="73991"/>
                  <a:pt x="10728" y="73976"/>
                </a:cubicBezTo>
                <a:cubicBezTo>
                  <a:pt x="10758" y="73946"/>
                  <a:pt x="10817" y="73932"/>
                  <a:pt x="10861" y="73917"/>
                </a:cubicBezTo>
                <a:close/>
                <a:moveTo>
                  <a:pt x="10463" y="73873"/>
                </a:moveTo>
                <a:lnTo>
                  <a:pt x="10463" y="73873"/>
                </a:lnTo>
                <a:cubicBezTo>
                  <a:pt x="10449" y="73917"/>
                  <a:pt x="10449" y="73946"/>
                  <a:pt x="10434" y="73991"/>
                </a:cubicBezTo>
                <a:cubicBezTo>
                  <a:pt x="10360" y="74020"/>
                  <a:pt x="10302" y="74049"/>
                  <a:pt x="10243" y="74064"/>
                </a:cubicBezTo>
                <a:cubicBezTo>
                  <a:pt x="10257" y="74020"/>
                  <a:pt x="10257" y="73991"/>
                  <a:pt x="10287" y="73932"/>
                </a:cubicBezTo>
                <a:cubicBezTo>
                  <a:pt x="10346" y="73917"/>
                  <a:pt x="10419" y="73902"/>
                  <a:pt x="10463" y="73873"/>
                </a:cubicBezTo>
                <a:close/>
                <a:moveTo>
                  <a:pt x="10949" y="73991"/>
                </a:moveTo>
                <a:cubicBezTo>
                  <a:pt x="10949" y="74020"/>
                  <a:pt x="10949" y="74049"/>
                  <a:pt x="10934" y="74049"/>
                </a:cubicBezTo>
                <a:cubicBezTo>
                  <a:pt x="10905" y="74064"/>
                  <a:pt x="10875" y="74079"/>
                  <a:pt x="10831" y="74079"/>
                </a:cubicBezTo>
                <a:cubicBezTo>
                  <a:pt x="10831" y="74064"/>
                  <a:pt x="10846" y="74049"/>
                  <a:pt x="10846" y="74020"/>
                </a:cubicBezTo>
                <a:cubicBezTo>
                  <a:pt x="10890" y="74005"/>
                  <a:pt x="10905" y="74005"/>
                  <a:pt x="10949" y="73991"/>
                </a:cubicBezTo>
                <a:close/>
                <a:moveTo>
                  <a:pt x="9639" y="57494"/>
                </a:moveTo>
                <a:lnTo>
                  <a:pt x="9639" y="57494"/>
                </a:lnTo>
                <a:cubicBezTo>
                  <a:pt x="8315" y="59819"/>
                  <a:pt x="7785" y="62585"/>
                  <a:pt x="8035" y="65735"/>
                </a:cubicBezTo>
                <a:cubicBezTo>
                  <a:pt x="8153" y="67162"/>
                  <a:pt x="8536" y="68472"/>
                  <a:pt x="8903" y="69723"/>
                </a:cubicBezTo>
                <a:cubicBezTo>
                  <a:pt x="9345" y="71209"/>
                  <a:pt x="9742" y="72622"/>
                  <a:pt x="9639" y="74064"/>
                </a:cubicBezTo>
                <a:cubicBezTo>
                  <a:pt x="9610" y="74079"/>
                  <a:pt x="9580" y="74079"/>
                  <a:pt x="9551" y="74094"/>
                </a:cubicBezTo>
                <a:cubicBezTo>
                  <a:pt x="9507" y="74123"/>
                  <a:pt x="9477" y="74123"/>
                  <a:pt x="9419" y="74138"/>
                </a:cubicBezTo>
                <a:cubicBezTo>
                  <a:pt x="9433" y="72740"/>
                  <a:pt x="8977" y="71401"/>
                  <a:pt x="8477" y="69973"/>
                </a:cubicBezTo>
                <a:cubicBezTo>
                  <a:pt x="8020" y="68663"/>
                  <a:pt x="7564" y="67309"/>
                  <a:pt x="7432" y="65808"/>
                </a:cubicBezTo>
                <a:cubicBezTo>
                  <a:pt x="7196" y="62880"/>
                  <a:pt x="7814" y="60113"/>
                  <a:pt x="9271" y="57803"/>
                </a:cubicBezTo>
                <a:cubicBezTo>
                  <a:pt x="9316" y="57744"/>
                  <a:pt x="9330" y="57714"/>
                  <a:pt x="9360" y="57655"/>
                </a:cubicBezTo>
                <a:lnTo>
                  <a:pt x="9639" y="57494"/>
                </a:lnTo>
                <a:close/>
                <a:moveTo>
                  <a:pt x="10611" y="74005"/>
                </a:moveTo>
                <a:lnTo>
                  <a:pt x="10611" y="74005"/>
                </a:lnTo>
                <a:cubicBezTo>
                  <a:pt x="10596" y="74020"/>
                  <a:pt x="10596" y="74064"/>
                  <a:pt x="10581" y="74079"/>
                </a:cubicBezTo>
                <a:lnTo>
                  <a:pt x="10581" y="74094"/>
                </a:lnTo>
                <a:cubicBezTo>
                  <a:pt x="10522" y="74123"/>
                  <a:pt x="10478" y="74138"/>
                  <a:pt x="10434" y="74152"/>
                </a:cubicBezTo>
                <a:cubicBezTo>
                  <a:pt x="10449" y="74138"/>
                  <a:pt x="10463" y="74094"/>
                  <a:pt x="10463" y="74064"/>
                </a:cubicBezTo>
                <a:cubicBezTo>
                  <a:pt x="10522" y="74049"/>
                  <a:pt x="10566" y="74020"/>
                  <a:pt x="10611" y="74005"/>
                </a:cubicBezTo>
                <a:close/>
                <a:moveTo>
                  <a:pt x="10169" y="73991"/>
                </a:moveTo>
                <a:cubicBezTo>
                  <a:pt x="10154" y="74020"/>
                  <a:pt x="10154" y="74079"/>
                  <a:pt x="10140" y="74123"/>
                </a:cubicBezTo>
                <a:cubicBezTo>
                  <a:pt x="10081" y="74123"/>
                  <a:pt x="10022" y="74138"/>
                  <a:pt x="9978" y="74167"/>
                </a:cubicBezTo>
                <a:cubicBezTo>
                  <a:pt x="9978" y="74138"/>
                  <a:pt x="9992" y="74079"/>
                  <a:pt x="9992" y="74049"/>
                </a:cubicBezTo>
                <a:cubicBezTo>
                  <a:pt x="10037" y="74020"/>
                  <a:pt x="10110" y="74005"/>
                  <a:pt x="10169" y="73991"/>
                </a:cubicBezTo>
                <a:close/>
                <a:moveTo>
                  <a:pt x="9198" y="57758"/>
                </a:moveTo>
                <a:lnTo>
                  <a:pt x="9198" y="57758"/>
                </a:lnTo>
                <a:cubicBezTo>
                  <a:pt x="7726" y="60098"/>
                  <a:pt x="7079" y="62880"/>
                  <a:pt x="7344" y="65808"/>
                </a:cubicBezTo>
                <a:cubicBezTo>
                  <a:pt x="7476" y="67324"/>
                  <a:pt x="7947" y="68693"/>
                  <a:pt x="8403" y="70002"/>
                </a:cubicBezTo>
                <a:cubicBezTo>
                  <a:pt x="8903" y="71415"/>
                  <a:pt x="9360" y="72754"/>
                  <a:pt x="9345" y="74152"/>
                </a:cubicBezTo>
                <a:cubicBezTo>
                  <a:pt x="9271" y="74167"/>
                  <a:pt x="9198" y="74211"/>
                  <a:pt x="9124" y="74226"/>
                </a:cubicBezTo>
                <a:cubicBezTo>
                  <a:pt x="9051" y="72872"/>
                  <a:pt x="8536" y="71577"/>
                  <a:pt x="7976" y="70223"/>
                </a:cubicBezTo>
                <a:cubicBezTo>
                  <a:pt x="7432" y="68855"/>
                  <a:pt x="6858" y="67457"/>
                  <a:pt x="6711" y="65867"/>
                </a:cubicBezTo>
                <a:cubicBezTo>
                  <a:pt x="6461" y="63100"/>
                  <a:pt x="7196" y="60393"/>
                  <a:pt x="8815" y="58053"/>
                </a:cubicBezTo>
                <a:cubicBezTo>
                  <a:pt x="8845" y="57994"/>
                  <a:pt x="8903" y="57950"/>
                  <a:pt x="8933" y="57891"/>
                </a:cubicBezTo>
                <a:cubicBezTo>
                  <a:pt x="9036" y="57832"/>
                  <a:pt x="9124" y="57788"/>
                  <a:pt x="9198" y="57758"/>
                </a:cubicBezTo>
                <a:close/>
                <a:moveTo>
                  <a:pt x="10743" y="74094"/>
                </a:moveTo>
                <a:lnTo>
                  <a:pt x="10743" y="74094"/>
                </a:lnTo>
                <a:cubicBezTo>
                  <a:pt x="10728" y="74123"/>
                  <a:pt x="10728" y="74138"/>
                  <a:pt x="10714" y="74152"/>
                </a:cubicBezTo>
                <a:cubicBezTo>
                  <a:pt x="10669" y="74197"/>
                  <a:pt x="10640" y="74211"/>
                  <a:pt x="10596" y="74226"/>
                </a:cubicBezTo>
                <a:cubicBezTo>
                  <a:pt x="10611" y="74211"/>
                  <a:pt x="10611" y="74197"/>
                  <a:pt x="10640" y="74152"/>
                </a:cubicBezTo>
                <a:lnTo>
                  <a:pt x="10743" y="74094"/>
                </a:lnTo>
                <a:close/>
                <a:moveTo>
                  <a:pt x="10798" y="74220"/>
                </a:moveTo>
                <a:cubicBezTo>
                  <a:pt x="10801" y="74220"/>
                  <a:pt x="10802" y="74222"/>
                  <a:pt x="10802" y="74226"/>
                </a:cubicBezTo>
                <a:cubicBezTo>
                  <a:pt x="10788" y="74240"/>
                  <a:pt x="10760" y="74241"/>
                  <a:pt x="10758" y="74267"/>
                </a:cubicBezTo>
                <a:lnTo>
                  <a:pt x="10758" y="74267"/>
                </a:lnTo>
                <a:cubicBezTo>
                  <a:pt x="10758" y="74259"/>
                  <a:pt x="10761" y="74241"/>
                  <a:pt x="10772" y="74241"/>
                </a:cubicBezTo>
                <a:cubicBezTo>
                  <a:pt x="10783" y="74230"/>
                  <a:pt x="10793" y="74220"/>
                  <a:pt x="10798" y="74220"/>
                </a:cubicBezTo>
                <a:close/>
                <a:moveTo>
                  <a:pt x="9904" y="74064"/>
                </a:moveTo>
                <a:cubicBezTo>
                  <a:pt x="9904" y="74094"/>
                  <a:pt x="9875" y="74152"/>
                  <a:pt x="9875" y="74197"/>
                </a:cubicBezTo>
                <a:cubicBezTo>
                  <a:pt x="9831" y="74211"/>
                  <a:pt x="9757" y="74241"/>
                  <a:pt x="9698" y="74270"/>
                </a:cubicBezTo>
                <a:cubicBezTo>
                  <a:pt x="9698" y="74211"/>
                  <a:pt x="9713" y="74167"/>
                  <a:pt x="9713" y="74123"/>
                </a:cubicBezTo>
                <a:cubicBezTo>
                  <a:pt x="9772" y="74094"/>
                  <a:pt x="9845" y="74079"/>
                  <a:pt x="9904" y="74064"/>
                </a:cubicBezTo>
                <a:close/>
                <a:moveTo>
                  <a:pt x="10375" y="74094"/>
                </a:moveTo>
                <a:lnTo>
                  <a:pt x="10375" y="74094"/>
                </a:lnTo>
                <a:cubicBezTo>
                  <a:pt x="10360" y="74138"/>
                  <a:pt x="10360" y="74167"/>
                  <a:pt x="10346" y="74211"/>
                </a:cubicBezTo>
                <a:cubicBezTo>
                  <a:pt x="10287" y="74226"/>
                  <a:pt x="10228" y="74241"/>
                  <a:pt x="10199" y="74285"/>
                </a:cubicBezTo>
                <a:cubicBezTo>
                  <a:pt x="10199" y="74226"/>
                  <a:pt x="10213" y="74197"/>
                  <a:pt x="10213" y="74152"/>
                </a:cubicBezTo>
                <a:lnTo>
                  <a:pt x="10375" y="74094"/>
                </a:lnTo>
                <a:close/>
                <a:moveTo>
                  <a:pt x="8756" y="57979"/>
                </a:moveTo>
                <a:cubicBezTo>
                  <a:pt x="8771" y="57979"/>
                  <a:pt x="8771" y="58009"/>
                  <a:pt x="8756" y="58023"/>
                </a:cubicBezTo>
                <a:cubicBezTo>
                  <a:pt x="7123" y="60363"/>
                  <a:pt x="6387" y="63086"/>
                  <a:pt x="6637" y="65882"/>
                </a:cubicBezTo>
                <a:cubicBezTo>
                  <a:pt x="6784" y="67471"/>
                  <a:pt x="7358" y="68869"/>
                  <a:pt x="7917" y="70253"/>
                </a:cubicBezTo>
                <a:cubicBezTo>
                  <a:pt x="8462" y="71621"/>
                  <a:pt x="8977" y="72902"/>
                  <a:pt x="9036" y="74270"/>
                </a:cubicBezTo>
                <a:cubicBezTo>
                  <a:pt x="8962" y="74285"/>
                  <a:pt x="8889" y="74314"/>
                  <a:pt x="8815" y="74344"/>
                </a:cubicBezTo>
                <a:cubicBezTo>
                  <a:pt x="8668" y="72990"/>
                  <a:pt x="8094" y="71739"/>
                  <a:pt x="7491" y="70444"/>
                </a:cubicBezTo>
                <a:cubicBezTo>
                  <a:pt x="6843" y="69046"/>
                  <a:pt x="6181" y="67589"/>
                  <a:pt x="6019" y="65955"/>
                </a:cubicBezTo>
                <a:cubicBezTo>
                  <a:pt x="5754" y="63321"/>
                  <a:pt x="6608" y="60613"/>
                  <a:pt x="8374" y="58332"/>
                </a:cubicBezTo>
                <a:lnTo>
                  <a:pt x="8536" y="58112"/>
                </a:lnTo>
                <a:cubicBezTo>
                  <a:pt x="8609" y="58082"/>
                  <a:pt x="8683" y="58023"/>
                  <a:pt x="8756" y="57979"/>
                </a:cubicBezTo>
                <a:close/>
                <a:moveTo>
                  <a:pt x="10522" y="74211"/>
                </a:moveTo>
                <a:cubicBezTo>
                  <a:pt x="10508" y="74226"/>
                  <a:pt x="10508" y="74270"/>
                  <a:pt x="10493" y="74285"/>
                </a:cubicBezTo>
                <a:cubicBezTo>
                  <a:pt x="10449" y="74300"/>
                  <a:pt x="10390" y="74344"/>
                  <a:pt x="10360" y="74359"/>
                </a:cubicBezTo>
                <a:cubicBezTo>
                  <a:pt x="10375" y="74314"/>
                  <a:pt x="10375" y="74300"/>
                  <a:pt x="10390" y="74270"/>
                </a:cubicBezTo>
                <a:cubicBezTo>
                  <a:pt x="10434" y="74241"/>
                  <a:pt x="10463" y="74226"/>
                  <a:pt x="10522" y="74211"/>
                </a:cubicBezTo>
                <a:close/>
                <a:moveTo>
                  <a:pt x="9625" y="74152"/>
                </a:moveTo>
                <a:cubicBezTo>
                  <a:pt x="9625" y="74211"/>
                  <a:pt x="9610" y="74241"/>
                  <a:pt x="9610" y="74300"/>
                </a:cubicBezTo>
                <a:cubicBezTo>
                  <a:pt x="9551" y="74314"/>
                  <a:pt x="9477" y="74344"/>
                  <a:pt x="9419" y="74373"/>
                </a:cubicBezTo>
                <a:lnTo>
                  <a:pt x="9419" y="74226"/>
                </a:lnTo>
                <a:cubicBezTo>
                  <a:pt x="9477" y="74211"/>
                  <a:pt x="9507" y="74197"/>
                  <a:pt x="9566" y="74167"/>
                </a:cubicBezTo>
                <a:cubicBezTo>
                  <a:pt x="9580" y="74167"/>
                  <a:pt x="9610" y="74152"/>
                  <a:pt x="9625" y="74152"/>
                </a:cubicBezTo>
                <a:close/>
                <a:moveTo>
                  <a:pt x="10096" y="74197"/>
                </a:moveTo>
                <a:lnTo>
                  <a:pt x="10096" y="74197"/>
                </a:lnTo>
                <a:cubicBezTo>
                  <a:pt x="10081" y="74226"/>
                  <a:pt x="10081" y="74270"/>
                  <a:pt x="10066" y="74300"/>
                </a:cubicBezTo>
                <a:cubicBezTo>
                  <a:pt x="10022" y="74344"/>
                  <a:pt x="9978" y="74359"/>
                  <a:pt x="9919" y="74373"/>
                </a:cubicBezTo>
                <a:cubicBezTo>
                  <a:pt x="9934" y="74344"/>
                  <a:pt x="9934" y="74300"/>
                  <a:pt x="9934" y="74241"/>
                </a:cubicBezTo>
                <a:lnTo>
                  <a:pt x="10096" y="74197"/>
                </a:lnTo>
                <a:close/>
                <a:moveTo>
                  <a:pt x="10611" y="74314"/>
                </a:moveTo>
                <a:cubicBezTo>
                  <a:pt x="10611" y="74314"/>
                  <a:pt x="10596" y="74344"/>
                  <a:pt x="10596" y="74359"/>
                </a:cubicBezTo>
                <a:cubicBezTo>
                  <a:pt x="10581" y="74373"/>
                  <a:pt x="10537" y="74388"/>
                  <a:pt x="10522" y="74388"/>
                </a:cubicBezTo>
                <a:cubicBezTo>
                  <a:pt x="10522" y="74373"/>
                  <a:pt x="10537" y="74359"/>
                  <a:pt x="10537" y="74359"/>
                </a:cubicBezTo>
                <a:cubicBezTo>
                  <a:pt x="10552" y="74329"/>
                  <a:pt x="10596" y="74329"/>
                  <a:pt x="10611" y="74314"/>
                </a:cubicBezTo>
                <a:close/>
                <a:moveTo>
                  <a:pt x="8374" y="58200"/>
                </a:moveTo>
                <a:lnTo>
                  <a:pt x="8315" y="58259"/>
                </a:lnTo>
                <a:cubicBezTo>
                  <a:pt x="6534" y="60555"/>
                  <a:pt x="5681" y="63277"/>
                  <a:pt x="5945" y="65926"/>
                </a:cubicBezTo>
                <a:cubicBezTo>
                  <a:pt x="6107" y="67589"/>
                  <a:pt x="6770" y="69031"/>
                  <a:pt x="7417" y="70444"/>
                </a:cubicBezTo>
                <a:cubicBezTo>
                  <a:pt x="8020" y="71739"/>
                  <a:pt x="8594" y="72990"/>
                  <a:pt x="8742" y="74329"/>
                </a:cubicBezTo>
                <a:cubicBezTo>
                  <a:pt x="8668" y="74359"/>
                  <a:pt x="8594" y="74388"/>
                  <a:pt x="8521" y="74403"/>
                </a:cubicBezTo>
                <a:cubicBezTo>
                  <a:pt x="8300" y="73078"/>
                  <a:pt x="7667" y="71871"/>
                  <a:pt x="7005" y="70576"/>
                </a:cubicBezTo>
                <a:cubicBezTo>
                  <a:pt x="6269" y="69149"/>
                  <a:pt x="5519" y="67677"/>
                  <a:pt x="5327" y="65985"/>
                </a:cubicBezTo>
                <a:cubicBezTo>
                  <a:pt x="5077" y="63424"/>
                  <a:pt x="5990" y="60790"/>
                  <a:pt x="7947" y="58553"/>
                </a:cubicBezTo>
                <a:lnTo>
                  <a:pt x="8182" y="58318"/>
                </a:lnTo>
                <a:cubicBezTo>
                  <a:pt x="8241" y="58274"/>
                  <a:pt x="8315" y="58244"/>
                  <a:pt x="8374" y="58200"/>
                </a:cubicBezTo>
                <a:close/>
                <a:moveTo>
                  <a:pt x="9330" y="74226"/>
                </a:moveTo>
                <a:lnTo>
                  <a:pt x="9330" y="74388"/>
                </a:lnTo>
                <a:lnTo>
                  <a:pt x="9316" y="74388"/>
                </a:lnTo>
                <a:cubicBezTo>
                  <a:pt x="9257" y="74432"/>
                  <a:pt x="9183" y="74447"/>
                  <a:pt x="9124" y="74462"/>
                </a:cubicBezTo>
                <a:lnTo>
                  <a:pt x="9124" y="74300"/>
                </a:lnTo>
                <a:cubicBezTo>
                  <a:pt x="9198" y="74285"/>
                  <a:pt x="9271" y="74270"/>
                  <a:pt x="9330" y="74226"/>
                </a:cubicBezTo>
                <a:close/>
                <a:moveTo>
                  <a:pt x="10287" y="74314"/>
                </a:moveTo>
                <a:lnTo>
                  <a:pt x="10287" y="74314"/>
                </a:lnTo>
                <a:cubicBezTo>
                  <a:pt x="10257" y="74359"/>
                  <a:pt x="10257" y="74373"/>
                  <a:pt x="10243" y="74417"/>
                </a:cubicBezTo>
                <a:cubicBezTo>
                  <a:pt x="10213" y="74432"/>
                  <a:pt x="10154" y="74447"/>
                  <a:pt x="10110" y="74462"/>
                </a:cubicBezTo>
                <a:cubicBezTo>
                  <a:pt x="10110" y="74447"/>
                  <a:pt x="10140" y="74417"/>
                  <a:pt x="10140" y="74388"/>
                </a:cubicBezTo>
                <a:lnTo>
                  <a:pt x="10140" y="74373"/>
                </a:lnTo>
                <a:cubicBezTo>
                  <a:pt x="10184" y="74359"/>
                  <a:pt x="10228" y="74344"/>
                  <a:pt x="10287" y="74314"/>
                </a:cubicBezTo>
                <a:close/>
                <a:moveTo>
                  <a:pt x="9860" y="74285"/>
                </a:moveTo>
                <a:cubicBezTo>
                  <a:pt x="9860" y="74314"/>
                  <a:pt x="9845" y="74373"/>
                  <a:pt x="9816" y="74417"/>
                </a:cubicBezTo>
                <a:cubicBezTo>
                  <a:pt x="9772" y="74447"/>
                  <a:pt x="9713" y="74462"/>
                  <a:pt x="9654" y="74491"/>
                </a:cubicBezTo>
                <a:cubicBezTo>
                  <a:pt x="9654" y="74447"/>
                  <a:pt x="9669" y="74388"/>
                  <a:pt x="9669" y="74359"/>
                </a:cubicBezTo>
                <a:cubicBezTo>
                  <a:pt x="9728" y="74344"/>
                  <a:pt x="9801" y="74314"/>
                  <a:pt x="9860" y="74285"/>
                </a:cubicBezTo>
                <a:close/>
                <a:moveTo>
                  <a:pt x="7947" y="58450"/>
                </a:moveTo>
                <a:cubicBezTo>
                  <a:pt x="7932" y="58465"/>
                  <a:pt x="7903" y="58494"/>
                  <a:pt x="7873" y="58509"/>
                </a:cubicBezTo>
                <a:cubicBezTo>
                  <a:pt x="5901" y="60775"/>
                  <a:pt x="4959" y="63424"/>
                  <a:pt x="5239" y="66000"/>
                </a:cubicBezTo>
                <a:cubicBezTo>
                  <a:pt x="5430" y="67692"/>
                  <a:pt x="6181" y="69178"/>
                  <a:pt x="6917" y="70621"/>
                </a:cubicBezTo>
                <a:cubicBezTo>
                  <a:pt x="7579" y="71886"/>
                  <a:pt x="8197" y="73122"/>
                  <a:pt x="8418" y="74432"/>
                </a:cubicBezTo>
                <a:cubicBezTo>
                  <a:pt x="8344" y="74447"/>
                  <a:pt x="8271" y="74491"/>
                  <a:pt x="8197" y="74506"/>
                </a:cubicBezTo>
                <a:cubicBezTo>
                  <a:pt x="7903" y="73181"/>
                  <a:pt x="7226" y="71974"/>
                  <a:pt x="6505" y="70724"/>
                </a:cubicBezTo>
                <a:cubicBezTo>
                  <a:pt x="5681" y="69281"/>
                  <a:pt x="4812" y="67766"/>
                  <a:pt x="4636" y="66058"/>
                </a:cubicBezTo>
                <a:cubicBezTo>
                  <a:pt x="4268" y="62718"/>
                  <a:pt x="6269" y="60084"/>
                  <a:pt x="7505" y="58818"/>
                </a:cubicBezTo>
                <a:lnTo>
                  <a:pt x="7814" y="58494"/>
                </a:lnTo>
                <a:cubicBezTo>
                  <a:pt x="7859" y="58494"/>
                  <a:pt x="7903" y="58480"/>
                  <a:pt x="7947" y="58450"/>
                </a:cubicBezTo>
                <a:close/>
                <a:moveTo>
                  <a:pt x="10419" y="74388"/>
                </a:moveTo>
                <a:cubicBezTo>
                  <a:pt x="10390" y="74417"/>
                  <a:pt x="10390" y="74432"/>
                  <a:pt x="10375" y="74447"/>
                </a:cubicBezTo>
                <a:cubicBezTo>
                  <a:pt x="10346" y="74506"/>
                  <a:pt x="10316" y="74520"/>
                  <a:pt x="10287" y="74520"/>
                </a:cubicBezTo>
                <a:cubicBezTo>
                  <a:pt x="10302" y="74506"/>
                  <a:pt x="10302" y="74491"/>
                  <a:pt x="10316" y="74447"/>
                </a:cubicBezTo>
                <a:cubicBezTo>
                  <a:pt x="10360" y="74432"/>
                  <a:pt x="10390" y="74417"/>
                  <a:pt x="10419" y="74388"/>
                </a:cubicBezTo>
                <a:close/>
                <a:moveTo>
                  <a:pt x="10455" y="74549"/>
                </a:moveTo>
                <a:cubicBezTo>
                  <a:pt x="10450" y="74556"/>
                  <a:pt x="10445" y="74561"/>
                  <a:pt x="10441" y="74565"/>
                </a:cubicBezTo>
                <a:lnTo>
                  <a:pt x="10441" y="74565"/>
                </a:lnTo>
                <a:lnTo>
                  <a:pt x="10449" y="74550"/>
                </a:lnTo>
                <a:cubicBezTo>
                  <a:pt x="10451" y="74550"/>
                  <a:pt x="10453" y="74550"/>
                  <a:pt x="10455" y="74549"/>
                </a:cubicBezTo>
                <a:close/>
                <a:moveTo>
                  <a:pt x="9051" y="74344"/>
                </a:moveTo>
                <a:lnTo>
                  <a:pt x="9051" y="74506"/>
                </a:lnTo>
                <a:cubicBezTo>
                  <a:pt x="8977" y="74520"/>
                  <a:pt x="8918" y="74565"/>
                  <a:pt x="8845" y="74579"/>
                </a:cubicBezTo>
                <a:cubicBezTo>
                  <a:pt x="8845" y="74520"/>
                  <a:pt x="8845" y="74462"/>
                  <a:pt x="8830" y="74417"/>
                </a:cubicBezTo>
                <a:cubicBezTo>
                  <a:pt x="8903" y="74373"/>
                  <a:pt x="8977" y="74359"/>
                  <a:pt x="9051" y="74344"/>
                </a:cubicBezTo>
                <a:close/>
                <a:moveTo>
                  <a:pt x="9580" y="74373"/>
                </a:moveTo>
                <a:cubicBezTo>
                  <a:pt x="9580" y="74432"/>
                  <a:pt x="9566" y="74462"/>
                  <a:pt x="9566" y="74520"/>
                </a:cubicBezTo>
                <a:cubicBezTo>
                  <a:pt x="9507" y="74535"/>
                  <a:pt x="9463" y="74579"/>
                  <a:pt x="9389" y="74594"/>
                </a:cubicBezTo>
                <a:cubicBezTo>
                  <a:pt x="9404" y="74565"/>
                  <a:pt x="9404" y="74506"/>
                  <a:pt x="9404" y="74447"/>
                </a:cubicBezTo>
                <a:cubicBezTo>
                  <a:pt x="9463" y="74432"/>
                  <a:pt x="9536" y="74417"/>
                  <a:pt x="9580" y="74373"/>
                </a:cubicBezTo>
                <a:close/>
                <a:moveTo>
                  <a:pt x="10037" y="74417"/>
                </a:moveTo>
                <a:lnTo>
                  <a:pt x="10037" y="74417"/>
                </a:lnTo>
                <a:cubicBezTo>
                  <a:pt x="10022" y="74447"/>
                  <a:pt x="10022" y="74491"/>
                  <a:pt x="10007" y="74520"/>
                </a:cubicBezTo>
                <a:cubicBezTo>
                  <a:pt x="9948" y="74535"/>
                  <a:pt x="9919" y="74579"/>
                  <a:pt x="9860" y="74594"/>
                </a:cubicBezTo>
                <a:cubicBezTo>
                  <a:pt x="9875" y="74579"/>
                  <a:pt x="9875" y="74565"/>
                  <a:pt x="9875" y="74520"/>
                </a:cubicBezTo>
                <a:cubicBezTo>
                  <a:pt x="9875" y="74506"/>
                  <a:pt x="9875" y="74491"/>
                  <a:pt x="9889" y="74462"/>
                </a:cubicBezTo>
                <a:cubicBezTo>
                  <a:pt x="9948" y="74447"/>
                  <a:pt x="10007" y="74432"/>
                  <a:pt x="10037" y="74417"/>
                </a:cubicBezTo>
                <a:close/>
                <a:moveTo>
                  <a:pt x="7440" y="58780"/>
                </a:moveTo>
                <a:lnTo>
                  <a:pt x="7440" y="58780"/>
                </a:lnTo>
                <a:cubicBezTo>
                  <a:pt x="6204" y="60048"/>
                  <a:pt x="4195" y="62694"/>
                  <a:pt x="4562" y="66073"/>
                </a:cubicBezTo>
                <a:cubicBezTo>
                  <a:pt x="4739" y="67810"/>
                  <a:pt x="5607" y="69340"/>
                  <a:pt x="6461" y="70782"/>
                </a:cubicBezTo>
                <a:cubicBezTo>
                  <a:pt x="7167" y="72033"/>
                  <a:pt x="7859" y="73240"/>
                  <a:pt x="8153" y="74535"/>
                </a:cubicBezTo>
                <a:cubicBezTo>
                  <a:pt x="8079" y="74565"/>
                  <a:pt x="8006" y="74594"/>
                  <a:pt x="7932" y="74609"/>
                </a:cubicBezTo>
                <a:cubicBezTo>
                  <a:pt x="7564" y="73270"/>
                  <a:pt x="6799" y="72063"/>
                  <a:pt x="6048" y="70856"/>
                </a:cubicBezTo>
                <a:cubicBezTo>
                  <a:pt x="5136" y="69384"/>
                  <a:pt x="4179" y="67869"/>
                  <a:pt x="3973" y="66117"/>
                </a:cubicBezTo>
                <a:cubicBezTo>
                  <a:pt x="3694" y="63704"/>
                  <a:pt x="4842" y="61128"/>
                  <a:pt x="7093" y="59053"/>
                </a:cubicBezTo>
                <a:cubicBezTo>
                  <a:pt x="7185" y="58975"/>
                  <a:pt x="7310" y="58874"/>
                  <a:pt x="7440" y="58780"/>
                </a:cubicBezTo>
                <a:close/>
                <a:moveTo>
                  <a:pt x="8756" y="74417"/>
                </a:moveTo>
                <a:lnTo>
                  <a:pt x="8756" y="74594"/>
                </a:lnTo>
                <a:cubicBezTo>
                  <a:pt x="8683" y="74609"/>
                  <a:pt x="8609" y="74653"/>
                  <a:pt x="8550" y="74668"/>
                </a:cubicBezTo>
                <a:cubicBezTo>
                  <a:pt x="8550" y="74609"/>
                  <a:pt x="8536" y="74550"/>
                  <a:pt x="8536" y="74491"/>
                </a:cubicBezTo>
                <a:cubicBezTo>
                  <a:pt x="8609" y="74462"/>
                  <a:pt x="8683" y="74432"/>
                  <a:pt x="8756" y="74417"/>
                </a:cubicBezTo>
                <a:close/>
                <a:moveTo>
                  <a:pt x="10199" y="74520"/>
                </a:moveTo>
                <a:cubicBezTo>
                  <a:pt x="10169" y="74535"/>
                  <a:pt x="10169" y="74579"/>
                  <a:pt x="10154" y="74594"/>
                </a:cubicBezTo>
                <a:cubicBezTo>
                  <a:pt x="10110" y="74609"/>
                  <a:pt x="10081" y="74653"/>
                  <a:pt x="10051" y="74668"/>
                </a:cubicBezTo>
                <a:cubicBezTo>
                  <a:pt x="10066" y="74638"/>
                  <a:pt x="10066" y="74609"/>
                  <a:pt x="10081" y="74579"/>
                </a:cubicBezTo>
                <a:lnTo>
                  <a:pt x="10199" y="74520"/>
                </a:lnTo>
                <a:close/>
                <a:moveTo>
                  <a:pt x="9330" y="74491"/>
                </a:moveTo>
                <a:cubicBezTo>
                  <a:pt x="9330" y="74535"/>
                  <a:pt x="9316" y="74579"/>
                  <a:pt x="9316" y="74638"/>
                </a:cubicBezTo>
                <a:cubicBezTo>
                  <a:pt x="9257" y="74668"/>
                  <a:pt x="9183" y="74682"/>
                  <a:pt x="9124" y="74712"/>
                </a:cubicBezTo>
                <a:lnTo>
                  <a:pt x="9124" y="74565"/>
                </a:lnTo>
                <a:cubicBezTo>
                  <a:pt x="9198" y="74535"/>
                  <a:pt x="9257" y="74506"/>
                  <a:pt x="9330" y="74491"/>
                </a:cubicBezTo>
                <a:close/>
                <a:moveTo>
                  <a:pt x="9801" y="74506"/>
                </a:moveTo>
                <a:lnTo>
                  <a:pt x="9801" y="74506"/>
                </a:lnTo>
                <a:cubicBezTo>
                  <a:pt x="9786" y="74535"/>
                  <a:pt x="9786" y="74579"/>
                  <a:pt x="9772" y="74609"/>
                </a:cubicBezTo>
                <a:cubicBezTo>
                  <a:pt x="9728" y="74653"/>
                  <a:pt x="9683" y="74682"/>
                  <a:pt x="9625" y="74712"/>
                </a:cubicBezTo>
                <a:lnTo>
                  <a:pt x="9625" y="74668"/>
                </a:lnTo>
                <a:cubicBezTo>
                  <a:pt x="9625" y="74638"/>
                  <a:pt x="9639" y="74609"/>
                  <a:pt x="9639" y="74579"/>
                </a:cubicBezTo>
                <a:cubicBezTo>
                  <a:pt x="9698" y="74565"/>
                  <a:pt x="9742" y="74535"/>
                  <a:pt x="9801" y="74506"/>
                </a:cubicBezTo>
                <a:close/>
                <a:moveTo>
                  <a:pt x="10287" y="74638"/>
                </a:moveTo>
                <a:cubicBezTo>
                  <a:pt x="10287" y="74638"/>
                  <a:pt x="10287" y="74653"/>
                  <a:pt x="10272" y="74668"/>
                </a:cubicBezTo>
                <a:cubicBezTo>
                  <a:pt x="10243" y="74682"/>
                  <a:pt x="10213" y="74712"/>
                  <a:pt x="10199" y="74726"/>
                </a:cubicBezTo>
                <a:cubicBezTo>
                  <a:pt x="10199" y="74712"/>
                  <a:pt x="10213" y="74682"/>
                  <a:pt x="10213" y="74668"/>
                </a:cubicBezTo>
                <a:cubicBezTo>
                  <a:pt x="10228" y="74653"/>
                  <a:pt x="10257" y="74653"/>
                  <a:pt x="10287" y="74638"/>
                </a:cubicBezTo>
                <a:close/>
                <a:moveTo>
                  <a:pt x="6887" y="59142"/>
                </a:moveTo>
                <a:cubicBezTo>
                  <a:pt x="4680" y="61217"/>
                  <a:pt x="3576" y="63777"/>
                  <a:pt x="3841" y="66176"/>
                </a:cubicBezTo>
                <a:cubicBezTo>
                  <a:pt x="4047" y="67942"/>
                  <a:pt x="5018" y="69458"/>
                  <a:pt x="5945" y="70959"/>
                </a:cubicBezTo>
                <a:cubicBezTo>
                  <a:pt x="6681" y="72122"/>
                  <a:pt x="7447" y="73358"/>
                  <a:pt x="7814" y="74682"/>
                </a:cubicBezTo>
                <a:cubicBezTo>
                  <a:pt x="7741" y="74726"/>
                  <a:pt x="7667" y="74741"/>
                  <a:pt x="7594" y="74785"/>
                </a:cubicBezTo>
                <a:cubicBezTo>
                  <a:pt x="7167" y="73402"/>
                  <a:pt x="6343" y="72210"/>
                  <a:pt x="5533" y="71033"/>
                </a:cubicBezTo>
                <a:cubicBezTo>
                  <a:pt x="4533" y="69532"/>
                  <a:pt x="3458" y="68016"/>
                  <a:pt x="3238" y="66220"/>
                </a:cubicBezTo>
                <a:cubicBezTo>
                  <a:pt x="2943" y="63895"/>
                  <a:pt x="4209" y="61335"/>
                  <a:pt x="6608" y="59363"/>
                </a:cubicBezTo>
                <a:lnTo>
                  <a:pt x="6887" y="59142"/>
                </a:lnTo>
                <a:close/>
                <a:moveTo>
                  <a:pt x="8447" y="74520"/>
                </a:moveTo>
                <a:cubicBezTo>
                  <a:pt x="8462" y="74594"/>
                  <a:pt x="8462" y="74653"/>
                  <a:pt x="8477" y="74712"/>
                </a:cubicBezTo>
                <a:cubicBezTo>
                  <a:pt x="8403" y="74726"/>
                  <a:pt x="8330" y="74756"/>
                  <a:pt x="8256" y="74785"/>
                </a:cubicBezTo>
                <a:cubicBezTo>
                  <a:pt x="8241" y="74726"/>
                  <a:pt x="8241" y="74653"/>
                  <a:pt x="8227" y="74594"/>
                </a:cubicBezTo>
                <a:cubicBezTo>
                  <a:pt x="8300" y="74579"/>
                  <a:pt x="8374" y="74535"/>
                  <a:pt x="8447" y="74520"/>
                </a:cubicBezTo>
                <a:close/>
                <a:moveTo>
                  <a:pt x="9978" y="74653"/>
                </a:moveTo>
                <a:lnTo>
                  <a:pt x="9978" y="74653"/>
                </a:lnTo>
                <a:cubicBezTo>
                  <a:pt x="9948" y="74682"/>
                  <a:pt x="9948" y="74712"/>
                  <a:pt x="9934" y="74741"/>
                </a:cubicBezTo>
                <a:cubicBezTo>
                  <a:pt x="9904" y="74741"/>
                  <a:pt x="9860" y="74756"/>
                  <a:pt x="9801" y="74800"/>
                </a:cubicBezTo>
                <a:cubicBezTo>
                  <a:pt x="9831" y="74756"/>
                  <a:pt x="9831" y="74726"/>
                  <a:pt x="9845" y="74712"/>
                </a:cubicBezTo>
                <a:cubicBezTo>
                  <a:pt x="9875" y="74682"/>
                  <a:pt x="9934" y="74668"/>
                  <a:pt x="9978" y="74653"/>
                </a:cubicBezTo>
                <a:close/>
                <a:moveTo>
                  <a:pt x="9051" y="74579"/>
                </a:moveTo>
                <a:lnTo>
                  <a:pt x="9051" y="74741"/>
                </a:lnTo>
                <a:cubicBezTo>
                  <a:pt x="8992" y="74756"/>
                  <a:pt x="8918" y="74800"/>
                  <a:pt x="8874" y="74815"/>
                </a:cubicBezTo>
                <a:lnTo>
                  <a:pt x="8874" y="74653"/>
                </a:lnTo>
                <a:cubicBezTo>
                  <a:pt x="8903" y="74638"/>
                  <a:pt x="8977" y="74609"/>
                  <a:pt x="9051" y="74579"/>
                </a:cubicBezTo>
                <a:close/>
                <a:moveTo>
                  <a:pt x="9551" y="74609"/>
                </a:moveTo>
                <a:lnTo>
                  <a:pt x="9551" y="74653"/>
                </a:lnTo>
                <a:cubicBezTo>
                  <a:pt x="9551" y="74682"/>
                  <a:pt x="9536" y="74712"/>
                  <a:pt x="9536" y="74741"/>
                </a:cubicBezTo>
                <a:cubicBezTo>
                  <a:pt x="9477" y="74785"/>
                  <a:pt x="9419" y="74800"/>
                  <a:pt x="9360" y="74815"/>
                </a:cubicBezTo>
                <a:cubicBezTo>
                  <a:pt x="9360" y="74756"/>
                  <a:pt x="9374" y="74726"/>
                  <a:pt x="9374" y="74682"/>
                </a:cubicBezTo>
                <a:cubicBezTo>
                  <a:pt x="9433" y="74668"/>
                  <a:pt x="9492" y="74638"/>
                  <a:pt x="9551" y="74609"/>
                </a:cubicBezTo>
                <a:close/>
                <a:moveTo>
                  <a:pt x="10096" y="74726"/>
                </a:moveTo>
                <a:cubicBezTo>
                  <a:pt x="10081" y="74741"/>
                  <a:pt x="10081" y="74785"/>
                  <a:pt x="10066" y="74800"/>
                </a:cubicBezTo>
                <a:cubicBezTo>
                  <a:pt x="10022" y="74815"/>
                  <a:pt x="10007" y="74829"/>
                  <a:pt x="9978" y="74859"/>
                </a:cubicBezTo>
                <a:cubicBezTo>
                  <a:pt x="9992" y="74829"/>
                  <a:pt x="9992" y="74800"/>
                  <a:pt x="10007" y="74785"/>
                </a:cubicBezTo>
                <a:cubicBezTo>
                  <a:pt x="10051" y="74756"/>
                  <a:pt x="10066" y="74741"/>
                  <a:pt x="10096" y="74726"/>
                </a:cubicBezTo>
                <a:close/>
                <a:moveTo>
                  <a:pt x="8138" y="74653"/>
                </a:moveTo>
                <a:cubicBezTo>
                  <a:pt x="8168" y="74682"/>
                  <a:pt x="8168" y="74756"/>
                  <a:pt x="8182" y="74815"/>
                </a:cubicBezTo>
                <a:cubicBezTo>
                  <a:pt x="8109" y="74829"/>
                  <a:pt x="8035" y="74874"/>
                  <a:pt x="7962" y="74903"/>
                </a:cubicBezTo>
                <a:cubicBezTo>
                  <a:pt x="7947" y="74859"/>
                  <a:pt x="7932" y="74785"/>
                  <a:pt x="7903" y="74726"/>
                </a:cubicBezTo>
                <a:cubicBezTo>
                  <a:pt x="7991" y="74697"/>
                  <a:pt x="8050" y="74668"/>
                  <a:pt x="8138" y="74653"/>
                </a:cubicBezTo>
                <a:close/>
                <a:moveTo>
                  <a:pt x="9742" y="74726"/>
                </a:moveTo>
                <a:cubicBezTo>
                  <a:pt x="9728" y="74756"/>
                  <a:pt x="9728" y="74800"/>
                  <a:pt x="9713" y="74829"/>
                </a:cubicBezTo>
                <a:cubicBezTo>
                  <a:pt x="9669" y="74859"/>
                  <a:pt x="9625" y="74888"/>
                  <a:pt x="9580" y="74903"/>
                </a:cubicBezTo>
                <a:cubicBezTo>
                  <a:pt x="9580" y="74888"/>
                  <a:pt x="9580" y="74859"/>
                  <a:pt x="9610" y="74800"/>
                </a:cubicBezTo>
                <a:cubicBezTo>
                  <a:pt x="9654" y="74785"/>
                  <a:pt x="9698" y="74756"/>
                  <a:pt x="9742" y="74726"/>
                </a:cubicBezTo>
                <a:close/>
                <a:moveTo>
                  <a:pt x="8771" y="74682"/>
                </a:moveTo>
                <a:lnTo>
                  <a:pt x="8771" y="74859"/>
                </a:lnTo>
                <a:cubicBezTo>
                  <a:pt x="8727" y="74874"/>
                  <a:pt x="8639" y="74903"/>
                  <a:pt x="8580" y="74918"/>
                </a:cubicBezTo>
                <a:cubicBezTo>
                  <a:pt x="8580" y="74874"/>
                  <a:pt x="8550" y="74815"/>
                  <a:pt x="8550" y="74756"/>
                </a:cubicBezTo>
                <a:cubicBezTo>
                  <a:pt x="8624" y="74741"/>
                  <a:pt x="8697" y="74712"/>
                  <a:pt x="8771" y="74682"/>
                </a:cubicBezTo>
                <a:close/>
                <a:moveTo>
                  <a:pt x="9286" y="74726"/>
                </a:moveTo>
                <a:lnTo>
                  <a:pt x="9286" y="74800"/>
                </a:lnTo>
                <a:cubicBezTo>
                  <a:pt x="9286" y="74815"/>
                  <a:pt x="9286" y="74829"/>
                  <a:pt x="9271" y="74874"/>
                </a:cubicBezTo>
                <a:cubicBezTo>
                  <a:pt x="9213" y="74888"/>
                  <a:pt x="9168" y="74918"/>
                  <a:pt x="9110" y="74947"/>
                </a:cubicBezTo>
                <a:lnTo>
                  <a:pt x="9110" y="74800"/>
                </a:lnTo>
                <a:cubicBezTo>
                  <a:pt x="9183" y="74785"/>
                  <a:pt x="9242" y="74741"/>
                  <a:pt x="9286" y="74726"/>
                </a:cubicBezTo>
                <a:close/>
                <a:moveTo>
                  <a:pt x="9889" y="74859"/>
                </a:moveTo>
                <a:lnTo>
                  <a:pt x="9889" y="74859"/>
                </a:lnTo>
                <a:cubicBezTo>
                  <a:pt x="9875" y="74888"/>
                  <a:pt x="9875" y="74903"/>
                  <a:pt x="9860" y="74947"/>
                </a:cubicBezTo>
                <a:cubicBezTo>
                  <a:pt x="9831" y="74947"/>
                  <a:pt x="9786" y="74962"/>
                  <a:pt x="9742" y="75006"/>
                </a:cubicBezTo>
                <a:cubicBezTo>
                  <a:pt x="9772" y="74962"/>
                  <a:pt x="9772" y="74947"/>
                  <a:pt x="9786" y="74903"/>
                </a:cubicBezTo>
                <a:lnTo>
                  <a:pt x="9889" y="74859"/>
                </a:lnTo>
                <a:close/>
                <a:moveTo>
                  <a:pt x="7844" y="74741"/>
                </a:moveTo>
                <a:cubicBezTo>
                  <a:pt x="7859" y="74800"/>
                  <a:pt x="7873" y="74874"/>
                  <a:pt x="7888" y="74932"/>
                </a:cubicBezTo>
                <a:cubicBezTo>
                  <a:pt x="7814" y="74962"/>
                  <a:pt x="7741" y="74977"/>
                  <a:pt x="7667" y="75021"/>
                </a:cubicBezTo>
                <a:cubicBezTo>
                  <a:pt x="7653" y="74947"/>
                  <a:pt x="7638" y="74888"/>
                  <a:pt x="7623" y="74829"/>
                </a:cubicBezTo>
                <a:cubicBezTo>
                  <a:pt x="7697" y="74800"/>
                  <a:pt x="7770" y="74785"/>
                  <a:pt x="7844" y="74741"/>
                </a:cubicBezTo>
                <a:close/>
                <a:moveTo>
                  <a:pt x="9992" y="74932"/>
                </a:moveTo>
                <a:lnTo>
                  <a:pt x="9992" y="74932"/>
                </a:lnTo>
                <a:cubicBezTo>
                  <a:pt x="9978" y="74962"/>
                  <a:pt x="9978" y="74962"/>
                  <a:pt x="9948" y="74977"/>
                </a:cubicBezTo>
                <a:cubicBezTo>
                  <a:pt x="9934" y="75006"/>
                  <a:pt x="9919" y="75021"/>
                  <a:pt x="9904" y="75021"/>
                </a:cubicBezTo>
                <a:cubicBezTo>
                  <a:pt x="9904" y="75006"/>
                  <a:pt x="9919" y="74977"/>
                  <a:pt x="9919" y="74962"/>
                </a:cubicBezTo>
                <a:cubicBezTo>
                  <a:pt x="9934" y="74947"/>
                  <a:pt x="9948" y="74947"/>
                  <a:pt x="9992" y="74932"/>
                </a:cubicBezTo>
                <a:close/>
                <a:moveTo>
                  <a:pt x="8477" y="74800"/>
                </a:moveTo>
                <a:cubicBezTo>
                  <a:pt x="8477" y="74859"/>
                  <a:pt x="8506" y="74903"/>
                  <a:pt x="8506" y="74962"/>
                </a:cubicBezTo>
                <a:cubicBezTo>
                  <a:pt x="8418" y="74977"/>
                  <a:pt x="8374" y="75021"/>
                  <a:pt x="8300" y="75035"/>
                </a:cubicBezTo>
                <a:cubicBezTo>
                  <a:pt x="8300" y="74977"/>
                  <a:pt x="8285" y="74918"/>
                  <a:pt x="8256" y="74859"/>
                </a:cubicBezTo>
                <a:cubicBezTo>
                  <a:pt x="8359" y="74859"/>
                  <a:pt x="8403" y="74815"/>
                  <a:pt x="8477" y="74800"/>
                </a:cubicBezTo>
                <a:close/>
                <a:moveTo>
                  <a:pt x="9492" y="74829"/>
                </a:moveTo>
                <a:lnTo>
                  <a:pt x="9492" y="74829"/>
                </a:lnTo>
                <a:cubicBezTo>
                  <a:pt x="9477" y="74874"/>
                  <a:pt x="9477" y="74903"/>
                  <a:pt x="9448" y="74962"/>
                </a:cubicBezTo>
                <a:cubicBezTo>
                  <a:pt x="9433" y="75006"/>
                  <a:pt x="9374" y="75021"/>
                  <a:pt x="9330" y="75035"/>
                </a:cubicBezTo>
                <a:cubicBezTo>
                  <a:pt x="9330" y="75006"/>
                  <a:pt x="9345" y="74962"/>
                  <a:pt x="9345" y="74903"/>
                </a:cubicBezTo>
                <a:cubicBezTo>
                  <a:pt x="9404" y="74888"/>
                  <a:pt x="9448" y="74859"/>
                  <a:pt x="9492" y="74829"/>
                </a:cubicBezTo>
                <a:close/>
                <a:moveTo>
                  <a:pt x="9036" y="74829"/>
                </a:moveTo>
                <a:lnTo>
                  <a:pt x="9036" y="74947"/>
                </a:lnTo>
                <a:lnTo>
                  <a:pt x="9036" y="74977"/>
                </a:lnTo>
                <a:cubicBezTo>
                  <a:pt x="8977" y="75006"/>
                  <a:pt x="8918" y="75035"/>
                  <a:pt x="8874" y="75050"/>
                </a:cubicBezTo>
                <a:lnTo>
                  <a:pt x="8874" y="74903"/>
                </a:lnTo>
                <a:cubicBezTo>
                  <a:pt x="8918" y="74888"/>
                  <a:pt x="8977" y="74859"/>
                  <a:pt x="9036" y="74829"/>
                </a:cubicBezTo>
                <a:close/>
                <a:moveTo>
                  <a:pt x="9698" y="74947"/>
                </a:moveTo>
                <a:lnTo>
                  <a:pt x="9698" y="74947"/>
                </a:lnTo>
                <a:cubicBezTo>
                  <a:pt x="9683" y="74977"/>
                  <a:pt x="9683" y="75021"/>
                  <a:pt x="9654" y="75035"/>
                </a:cubicBezTo>
                <a:cubicBezTo>
                  <a:pt x="9610" y="75080"/>
                  <a:pt x="9566" y="75109"/>
                  <a:pt x="9536" y="75124"/>
                </a:cubicBezTo>
                <a:cubicBezTo>
                  <a:pt x="9551" y="75094"/>
                  <a:pt x="9551" y="75050"/>
                  <a:pt x="9566" y="75021"/>
                </a:cubicBezTo>
                <a:cubicBezTo>
                  <a:pt x="9610" y="75006"/>
                  <a:pt x="9654" y="74977"/>
                  <a:pt x="9698" y="74947"/>
                </a:cubicBezTo>
                <a:close/>
                <a:moveTo>
                  <a:pt x="9271" y="74962"/>
                </a:moveTo>
                <a:cubicBezTo>
                  <a:pt x="9271" y="75006"/>
                  <a:pt x="9257" y="75050"/>
                  <a:pt x="9257" y="75094"/>
                </a:cubicBezTo>
                <a:cubicBezTo>
                  <a:pt x="9198" y="75109"/>
                  <a:pt x="9139" y="75153"/>
                  <a:pt x="9095" y="75168"/>
                </a:cubicBezTo>
                <a:cubicBezTo>
                  <a:pt x="9095" y="75124"/>
                  <a:pt x="9095" y="75080"/>
                  <a:pt x="9110" y="75035"/>
                </a:cubicBezTo>
                <a:cubicBezTo>
                  <a:pt x="9154" y="75021"/>
                  <a:pt x="9213" y="74977"/>
                  <a:pt x="9271" y="74962"/>
                </a:cubicBezTo>
                <a:close/>
                <a:moveTo>
                  <a:pt x="8182" y="74903"/>
                </a:moveTo>
                <a:cubicBezTo>
                  <a:pt x="8197" y="74962"/>
                  <a:pt x="8197" y="75021"/>
                  <a:pt x="8197" y="75094"/>
                </a:cubicBezTo>
                <a:cubicBezTo>
                  <a:pt x="8124" y="75124"/>
                  <a:pt x="8079" y="75153"/>
                  <a:pt x="8006" y="75183"/>
                </a:cubicBezTo>
                <a:cubicBezTo>
                  <a:pt x="8020" y="75109"/>
                  <a:pt x="8006" y="75035"/>
                  <a:pt x="7991" y="74977"/>
                </a:cubicBezTo>
                <a:cubicBezTo>
                  <a:pt x="8065" y="74947"/>
                  <a:pt x="8138" y="74932"/>
                  <a:pt x="8182" y="74903"/>
                </a:cubicBezTo>
                <a:close/>
                <a:moveTo>
                  <a:pt x="8771" y="74947"/>
                </a:moveTo>
                <a:lnTo>
                  <a:pt x="8771" y="75094"/>
                </a:lnTo>
                <a:lnTo>
                  <a:pt x="8771" y="75109"/>
                </a:lnTo>
                <a:cubicBezTo>
                  <a:pt x="8727" y="75124"/>
                  <a:pt x="8639" y="75168"/>
                  <a:pt x="8594" y="75183"/>
                </a:cubicBezTo>
                <a:cubicBezTo>
                  <a:pt x="8594" y="75124"/>
                  <a:pt x="8594" y="75080"/>
                  <a:pt x="8580" y="75021"/>
                </a:cubicBezTo>
                <a:cubicBezTo>
                  <a:pt x="8639" y="75006"/>
                  <a:pt x="8697" y="74962"/>
                  <a:pt x="8771" y="74947"/>
                </a:cubicBezTo>
                <a:close/>
                <a:moveTo>
                  <a:pt x="9786" y="75050"/>
                </a:moveTo>
                <a:cubicBezTo>
                  <a:pt x="9786" y="75080"/>
                  <a:pt x="9772" y="75109"/>
                  <a:pt x="9772" y="75124"/>
                </a:cubicBezTo>
                <a:cubicBezTo>
                  <a:pt x="9728" y="75153"/>
                  <a:pt x="9713" y="75168"/>
                  <a:pt x="9683" y="75183"/>
                </a:cubicBezTo>
                <a:cubicBezTo>
                  <a:pt x="9683" y="75168"/>
                  <a:pt x="9698" y="75124"/>
                  <a:pt x="9698" y="75109"/>
                </a:cubicBezTo>
                <a:cubicBezTo>
                  <a:pt x="9728" y="75094"/>
                  <a:pt x="9742" y="75080"/>
                  <a:pt x="9786" y="75050"/>
                </a:cubicBezTo>
                <a:close/>
                <a:moveTo>
                  <a:pt x="9433" y="75080"/>
                </a:moveTo>
                <a:lnTo>
                  <a:pt x="9433" y="75080"/>
                </a:lnTo>
                <a:cubicBezTo>
                  <a:pt x="9419" y="75109"/>
                  <a:pt x="9419" y="75153"/>
                  <a:pt x="9404" y="75183"/>
                </a:cubicBezTo>
                <a:cubicBezTo>
                  <a:pt x="9360" y="75197"/>
                  <a:pt x="9316" y="75241"/>
                  <a:pt x="9271" y="75256"/>
                </a:cubicBezTo>
                <a:cubicBezTo>
                  <a:pt x="9316" y="75227"/>
                  <a:pt x="9316" y="75183"/>
                  <a:pt x="9316" y="75153"/>
                </a:cubicBezTo>
                <a:cubicBezTo>
                  <a:pt x="9345" y="75124"/>
                  <a:pt x="9404" y="75094"/>
                  <a:pt x="9433" y="75080"/>
                </a:cubicBezTo>
                <a:close/>
                <a:moveTo>
                  <a:pt x="7903" y="75006"/>
                </a:moveTo>
                <a:cubicBezTo>
                  <a:pt x="7932" y="75050"/>
                  <a:pt x="7932" y="75124"/>
                  <a:pt x="7947" y="75183"/>
                </a:cubicBezTo>
                <a:cubicBezTo>
                  <a:pt x="7873" y="75227"/>
                  <a:pt x="7814" y="75241"/>
                  <a:pt x="7741" y="75271"/>
                </a:cubicBezTo>
                <a:cubicBezTo>
                  <a:pt x="7726" y="75227"/>
                  <a:pt x="7711" y="75168"/>
                  <a:pt x="7711" y="75094"/>
                </a:cubicBezTo>
                <a:cubicBezTo>
                  <a:pt x="7785" y="75050"/>
                  <a:pt x="7859" y="75035"/>
                  <a:pt x="7903" y="75006"/>
                </a:cubicBezTo>
                <a:close/>
                <a:moveTo>
                  <a:pt x="9006" y="75080"/>
                </a:moveTo>
                <a:cubicBezTo>
                  <a:pt x="9006" y="75124"/>
                  <a:pt x="8992" y="75168"/>
                  <a:pt x="8992" y="75227"/>
                </a:cubicBezTo>
                <a:cubicBezTo>
                  <a:pt x="8948" y="75241"/>
                  <a:pt x="8889" y="75271"/>
                  <a:pt x="8830" y="75300"/>
                </a:cubicBezTo>
                <a:lnTo>
                  <a:pt x="8830" y="75153"/>
                </a:lnTo>
                <a:cubicBezTo>
                  <a:pt x="8903" y="75124"/>
                  <a:pt x="8962" y="75094"/>
                  <a:pt x="9006" y="75080"/>
                </a:cubicBezTo>
                <a:close/>
                <a:moveTo>
                  <a:pt x="8506" y="75050"/>
                </a:moveTo>
                <a:cubicBezTo>
                  <a:pt x="8506" y="75109"/>
                  <a:pt x="8506" y="75168"/>
                  <a:pt x="8521" y="75227"/>
                </a:cubicBezTo>
                <a:cubicBezTo>
                  <a:pt x="8462" y="75256"/>
                  <a:pt x="8388" y="75271"/>
                  <a:pt x="8330" y="75315"/>
                </a:cubicBezTo>
                <a:cubicBezTo>
                  <a:pt x="8330" y="75256"/>
                  <a:pt x="8315" y="75197"/>
                  <a:pt x="8315" y="75153"/>
                </a:cubicBezTo>
                <a:cubicBezTo>
                  <a:pt x="8374" y="75109"/>
                  <a:pt x="8447" y="75080"/>
                  <a:pt x="8506" y="75050"/>
                </a:cubicBezTo>
                <a:close/>
                <a:moveTo>
                  <a:pt x="9580" y="75183"/>
                </a:moveTo>
                <a:lnTo>
                  <a:pt x="9580" y="75183"/>
                </a:lnTo>
                <a:cubicBezTo>
                  <a:pt x="9566" y="75227"/>
                  <a:pt x="9566" y="75241"/>
                  <a:pt x="9551" y="75256"/>
                </a:cubicBezTo>
                <a:cubicBezTo>
                  <a:pt x="9536" y="75271"/>
                  <a:pt x="9492" y="75315"/>
                  <a:pt x="9463" y="75330"/>
                </a:cubicBezTo>
                <a:cubicBezTo>
                  <a:pt x="9477" y="75300"/>
                  <a:pt x="9477" y="75271"/>
                  <a:pt x="9477" y="75241"/>
                </a:cubicBezTo>
                <a:lnTo>
                  <a:pt x="9580" y="75183"/>
                </a:lnTo>
                <a:close/>
                <a:moveTo>
                  <a:pt x="9669" y="75256"/>
                </a:moveTo>
                <a:cubicBezTo>
                  <a:pt x="9683" y="75300"/>
                  <a:pt x="9683" y="75300"/>
                  <a:pt x="9654" y="75315"/>
                </a:cubicBezTo>
                <a:cubicBezTo>
                  <a:pt x="9639" y="75330"/>
                  <a:pt x="9625" y="75345"/>
                  <a:pt x="9610" y="75345"/>
                </a:cubicBezTo>
                <a:cubicBezTo>
                  <a:pt x="9610" y="75330"/>
                  <a:pt x="9625" y="75315"/>
                  <a:pt x="9625" y="75300"/>
                </a:cubicBezTo>
                <a:cubicBezTo>
                  <a:pt x="9639" y="75271"/>
                  <a:pt x="9654" y="75256"/>
                  <a:pt x="9669" y="75256"/>
                </a:cubicBezTo>
                <a:close/>
                <a:moveTo>
                  <a:pt x="9242" y="75183"/>
                </a:moveTo>
                <a:cubicBezTo>
                  <a:pt x="9242" y="75227"/>
                  <a:pt x="9213" y="75271"/>
                  <a:pt x="9198" y="75315"/>
                </a:cubicBezTo>
                <a:cubicBezTo>
                  <a:pt x="9139" y="75345"/>
                  <a:pt x="9110" y="75374"/>
                  <a:pt x="9065" y="75389"/>
                </a:cubicBezTo>
                <a:cubicBezTo>
                  <a:pt x="9065" y="75345"/>
                  <a:pt x="9095" y="75300"/>
                  <a:pt x="9095" y="75256"/>
                </a:cubicBezTo>
                <a:cubicBezTo>
                  <a:pt x="9139" y="75241"/>
                  <a:pt x="9183" y="75197"/>
                  <a:pt x="9242" y="75183"/>
                </a:cubicBezTo>
                <a:close/>
                <a:moveTo>
                  <a:pt x="8241" y="75168"/>
                </a:moveTo>
                <a:cubicBezTo>
                  <a:pt x="8241" y="75227"/>
                  <a:pt x="8256" y="75271"/>
                  <a:pt x="8256" y="75330"/>
                </a:cubicBezTo>
                <a:cubicBezTo>
                  <a:pt x="8212" y="75374"/>
                  <a:pt x="8138" y="75389"/>
                  <a:pt x="8079" y="75418"/>
                </a:cubicBezTo>
                <a:cubicBezTo>
                  <a:pt x="8079" y="75374"/>
                  <a:pt x="8065" y="75315"/>
                  <a:pt x="8065" y="75241"/>
                </a:cubicBezTo>
                <a:cubicBezTo>
                  <a:pt x="8109" y="75227"/>
                  <a:pt x="8168" y="75183"/>
                  <a:pt x="8241" y="75168"/>
                </a:cubicBezTo>
                <a:close/>
                <a:moveTo>
                  <a:pt x="8756" y="75197"/>
                </a:moveTo>
                <a:lnTo>
                  <a:pt x="8756" y="75345"/>
                </a:lnTo>
                <a:cubicBezTo>
                  <a:pt x="8697" y="75374"/>
                  <a:pt x="8639" y="75389"/>
                  <a:pt x="8594" y="75418"/>
                </a:cubicBezTo>
                <a:lnTo>
                  <a:pt x="8594" y="75271"/>
                </a:lnTo>
                <a:cubicBezTo>
                  <a:pt x="8639" y="75256"/>
                  <a:pt x="8697" y="75227"/>
                  <a:pt x="8756" y="75197"/>
                </a:cubicBezTo>
                <a:close/>
                <a:moveTo>
                  <a:pt x="9360" y="75315"/>
                </a:moveTo>
                <a:lnTo>
                  <a:pt x="9360" y="75315"/>
                </a:lnTo>
                <a:cubicBezTo>
                  <a:pt x="9345" y="75345"/>
                  <a:pt x="9345" y="75389"/>
                  <a:pt x="9330" y="75403"/>
                </a:cubicBezTo>
                <a:cubicBezTo>
                  <a:pt x="9316" y="75418"/>
                  <a:pt x="9271" y="75448"/>
                  <a:pt x="9242" y="75477"/>
                </a:cubicBezTo>
                <a:cubicBezTo>
                  <a:pt x="9242" y="75448"/>
                  <a:pt x="9257" y="75403"/>
                  <a:pt x="9257" y="75389"/>
                </a:cubicBezTo>
                <a:cubicBezTo>
                  <a:pt x="9286" y="75374"/>
                  <a:pt x="9330" y="75345"/>
                  <a:pt x="9360" y="75315"/>
                </a:cubicBezTo>
                <a:close/>
                <a:moveTo>
                  <a:pt x="9492" y="75389"/>
                </a:moveTo>
                <a:cubicBezTo>
                  <a:pt x="9492" y="75418"/>
                  <a:pt x="9477" y="75448"/>
                  <a:pt x="9477" y="75462"/>
                </a:cubicBezTo>
                <a:cubicBezTo>
                  <a:pt x="9463" y="75477"/>
                  <a:pt x="9419" y="75492"/>
                  <a:pt x="9404" y="75521"/>
                </a:cubicBezTo>
                <a:cubicBezTo>
                  <a:pt x="9404" y="75492"/>
                  <a:pt x="9419" y="75462"/>
                  <a:pt x="9419" y="75448"/>
                </a:cubicBezTo>
                <a:cubicBezTo>
                  <a:pt x="9433" y="75418"/>
                  <a:pt x="9477" y="75403"/>
                  <a:pt x="9492" y="75389"/>
                </a:cubicBezTo>
                <a:close/>
                <a:moveTo>
                  <a:pt x="8992" y="75330"/>
                </a:moveTo>
                <a:cubicBezTo>
                  <a:pt x="8992" y="75374"/>
                  <a:pt x="8977" y="75418"/>
                  <a:pt x="8977" y="75462"/>
                </a:cubicBezTo>
                <a:cubicBezTo>
                  <a:pt x="8918" y="75477"/>
                  <a:pt x="8874" y="75492"/>
                  <a:pt x="8830" y="75536"/>
                </a:cubicBezTo>
                <a:cubicBezTo>
                  <a:pt x="8830" y="75492"/>
                  <a:pt x="8830" y="75448"/>
                  <a:pt x="8845" y="75403"/>
                </a:cubicBezTo>
                <a:cubicBezTo>
                  <a:pt x="8903" y="75389"/>
                  <a:pt x="8962" y="75345"/>
                  <a:pt x="8992" y="75330"/>
                </a:cubicBezTo>
                <a:close/>
                <a:moveTo>
                  <a:pt x="7962" y="75271"/>
                </a:moveTo>
                <a:cubicBezTo>
                  <a:pt x="7976" y="75330"/>
                  <a:pt x="7976" y="75389"/>
                  <a:pt x="7976" y="75462"/>
                </a:cubicBezTo>
                <a:cubicBezTo>
                  <a:pt x="7932" y="75492"/>
                  <a:pt x="7859" y="75521"/>
                  <a:pt x="7800" y="75551"/>
                </a:cubicBezTo>
                <a:cubicBezTo>
                  <a:pt x="7785" y="75477"/>
                  <a:pt x="7785" y="75418"/>
                  <a:pt x="7770" y="75374"/>
                </a:cubicBezTo>
                <a:cubicBezTo>
                  <a:pt x="7844" y="75330"/>
                  <a:pt x="7888" y="75315"/>
                  <a:pt x="7962" y="75271"/>
                </a:cubicBezTo>
                <a:close/>
                <a:moveTo>
                  <a:pt x="8521" y="75300"/>
                </a:moveTo>
                <a:lnTo>
                  <a:pt x="8521" y="75462"/>
                </a:lnTo>
                <a:cubicBezTo>
                  <a:pt x="8462" y="75492"/>
                  <a:pt x="8403" y="75521"/>
                  <a:pt x="8359" y="75551"/>
                </a:cubicBezTo>
                <a:lnTo>
                  <a:pt x="8359" y="75389"/>
                </a:lnTo>
                <a:cubicBezTo>
                  <a:pt x="8388" y="75345"/>
                  <a:pt x="8462" y="75330"/>
                  <a:pt x="8521" y="75300"/>
                </a:cubicBezTo>
                <a:close/>
                <a:moveTo>
                  <a:pt x="9183" y="75418"/>
                </a:moveTo>
                <a:lnTo>
                  <a:pt x="9183" y="75418"/>
                </a:lnTo>
                <a:cubicBezTo>
                  <a:pt x="9168" y="75462"/>
                  <a:pt x="9168" y="75492"/>
                  <a:pt x="9139" y="75536"/>
                </a:cubicBezTo>
                <a:cubicBezTo>
                  <a:pt x="9110" y="75551"/>
                  <a:pt x="9065" y="75595"/>
                  <a:pt x="9036" y="75609"/>
                </a:cubicBezTo>
                <a:cubicBezTo>
                  <a:pt x="9036" y="75565"/>
                  <a:pt x="9036" y="75536"/>
                  <a:pt x="9051" y="75492"/>
                </a:cubicBezTo>
                <a:cubicBezTo>
                  <a:pt x="9095" y="75477"/>
                  <a:pt x="9139" y="75448"/>
                  <a:pt x="9183" y="75418"/>
                </a:cubicBezTo>
                <a:close/>
                <a:moveTo>
                  <a:pt x="8756" y="75418"/>
                </a:moveTo>
                <a:cubicBezTo>
                  <a:pt x="8756" y="75477"/>
                  <a:pt x="8756" y="75521"/>
                  <a:pt x="8742" y="75565"/>
                </a:cubicBezTo>
                <a:cubicBezTo>
                  <a:pt x="8683" y="75609"/>
                  <a:pt x="8653" y="75624"/>
                  <a:pt x="8594" y="75668"/>
                </a:cubicBezTo>
                <a:lnTo>
                  <a:pt x="8594" y="75521"/>
                </a:lnTo>
                <a:cubicBezTo>
                  <a:pt x="8639" y="75477"/>
                  <a:pt x="8697" y="75462"/>
                  <a:pt x="8756" y="75418"/>
                </a:cubicBezTo>
                <a:close/>
                <a:moveTo>
                  <a:pt x="8256" y="75418"/>
                </a:moveTo>
                <a:lnTo>
                  <a:pt x="8256" y="75595"/>
                </a:lnTo>
                <a:cubicBezTo>
                  <a:pt x="8212" y="75624"/>
                  <a:pt x="8153" y="75639"/>
                  <a:pt x="8094" y="75683"/>
                </a:cubicBezTo>
                <a:cubicBezTo>
                  <a:pt x="8094" y="75624"/>
                  <a:pt x="8079" y="75565"/>
                  <a:pt x="8079" y="75521"/>
                </a:cubicBezTo>
                <a:cubicBezTo>
                  <a:pt x="8138" y="75477"/>
                  <a:pt x="8212" y="75448"/>
                  <a:pt x="8256" y="75418"/>
                </a:cubicBezTo>
                <a:close/>
                <a:moveTo>
                  <a:pt x="9286" y="75536"/>
                </a:moveTo>
                <a:cubicBezTo>
                  <a:pt x="9271" y="75551"/>
                  <a:pt x="9271" y="75595"/>
                  <a:pt x="9257" y="75609"/>
                </a:cubicBezTo>
                <a:cubicBezTo>
                  <a:pt x="9257" y="75624"/>
                  <a:pt x="9213" y="75639"/>
                  <a:pt x="9183" y="75683"/>
                </a:cubicBezTo>
                <a:cubicBezTo>
                  <a:pt x="9183" y="75639"/>
                  <a:pt x="9198" y="75624"/>
                  <a:pt x="9198" y="75595"/>
                </a:cubicBezTo>
                <a:cubicBezTo>
                  <a:pt x="9242" y="75565"/>
                  <a:pt x="9271" y="75551"/>
                  <a:pt x="9286" y="75536"/>
                </a:cubicBezTo>
                <a:close/>
                <a:moveTo>
                  <a:pt x="9404" y="75609"/>
                </a:moveTo>
                <a:lnTo>
                  <a:pt x="9404" y="75609"/>
                </a:lnTo>
                <a:cubicBezTo>
                  <a:pt x="9374" y="75624"/>
                  <a:pt x="9374" y="75639"/>
                  <a:pt x="9374" y="75668"/>
                </a:cubicBezTo>
                <a:cubicBezTo>
                  <a:pt x="9360" y="75683"/>
                  <a:pt x="9345" y="75683"/>
                  <a:pt x="9330" y="75698"/>
                </a:cubicBezTo>
                <a:cubicBezTo>
                  <a:pt x="9330" y="75683"/>
                  <a:pt x="9345" y="75668"/>
                  <a:pt x="9345" y="75639"/>
                </a:cubicBezTo>
                <a:cubicBezTo>
                  <a:pt x="9360" y="75624"/>
                  <a:pt x="9374" y="75624"/>
                  <a:pt x="9404" y="75609"/>
                </a:cubicBezTo>
                <a:close/>
                <a:moveTo>
                  <a:pt x="8948" y="75551"/>
                </a:moveTo>
                <a:cubicBezTo>
                  <a:pt x="8948" y="75595"/>
                  <a:pt x="8918" y="75624"/>
                  <a:pt x="8918" y="75683"/>
                </a:cubicBezTo>
                <a:cubicBezTo>
                  <a:pt x="8889" y="75698"/>
                  <a:pt x="8845" y="75712"/>
                  <a:pt x="8800" y="75757"/>
                </a:cubicBezTo>
                <a:cubicBezTo>
                  <a:pt x="8800" y="75712"/>
                  <a:pt x="8815" y="75668"/>
                  <a:pt x="8815" y="75624"/>
                </a:cubicBezTo>
                <a:cubicBezTo>
                  <a:pt x="8845" y="75609"/>
                  <a:pt x="8903" y="75565"/>
                  <a:pt x="8948" y="75551"/>
                </a:cubicBezTo>
                <a:close/>
                <a:moveTo>
                  <a:pt x="8006" y="75536"/>
                </a:moveTo>
                <a:cubicBezTo>
                  <a:pt x="8006" y="75595"/>
                  <a:pt x="8020" y="75639"/>
                  <a:pt x="8020" y="75698"/>
                </a:cubicBezTo>
                <a:cubicBezTo>
                  <a:pt x="7962" y="75727"/>
                  <a:pt x="7903" y="75757"/>
                  <a:pt x="7829" y="75786"/>
                </a:cubicBezTo>
                <a:cubicBezTo>
                  <a:pt x="7844" y="75757"/>
                  <a:pt x="7844" y="75698"/>
                  <a:pt x="7814" y="75639"/>
                </a:cubicBezTo>
                <a:cubicBezTo>
                  <a:pt x="7873" y="75595"/>
                  <a:pt x="7947" y="75565"/>
                  <a:pt x="8006" y="75536"/>
                </a:cubicBezTo>
                <a:close/>
                <a:moveTo>
                  <a:pt x="8521" y="75565"/>
                </a:moveTo>
                <a:lnTo>
                  <a:pt x="8521" y="75712"/>
                </a:lnTo>
                <a:cubicBezTo>
                  <a:pt x="8462" y="75742"/>
                  <a:pt x="8403" y="75757"/>
                  <a:pt x="8359" y="75786"/>
                </a:cubicBezTo>
                <a:lnTo>
                  <a:pt x="8359" y="75639"/>
                </a:lnTo>
                <a:cubicBezTo>
                  <a:pt x="8403" y="75624"/>
                  <a:pt x="8462" y="75595"/>
                  <a:pt x="8521" y="75565"/>
                </a:cubicBezTo>
                <a:close/>
                <a:moveTo>
                  <a:pt x="9110" y="75668"/>
                </a:moveTo>
                <a:lnTo>
                  <a:pt x="9110" y="75668"/>
                </a:lnTo>
                <a:cubicBezTo>
                  <a:pt x="9095" y="75698"/>
                  <a:pt x="9095" y="75742"/>
                  <a:pt x="9065" y="75757"/>
                </a:cubicBezTo>
                <a:cubicBezTo>
                  <a:pt x="9051" y="75771"/>
                  <a:pt x="9006" y="75786"/>
                  <a:pt x="8977" y="75830"/>
                </a:cubicBezTo>
                <a:cubicBezTo>
                  <a:pt x="8977" y="75786"/>
                  <a:pt x="8992" y="75757"/>
                  <a:pt x="8992" y="75742"/>
                </a:cubicBezTo>
                <a:cubicBezTo>
                  <a:pt x="9036" y="75712"/>
                  <a:pt x="9065" y="75683"/>
                  <a:pt x="9110" y="75668"/>
                </a:cubicBezTo>
                <a:close/>
                <a:moveTo>
                  <a:pt x="9213" y="75742"/>
                </a:moveTo>
                <a:cubicBezTo>
                  <a:pt x="9213" y="75771"/>
                  <a:pt x="9198" y="75786"/>
                  <a:pt x="9198" y="75815"/>
                </a:cubicBezTo>
                <a:cubicBezTo>
                  <a:pt x="9183" y="75830"/>
                  <a:pt x="9139" y="75845"/>
                  <a:pt x="9124" y="75860"/>
                </a:cubicBezTo>
                <a:cubicBezTo>
                  <a:pt x="9124" y="75845"/>
                  <a:pt x="9139" y="75830"/>
                  <a:pt x="9139" y="75786"/>
                </a:cubicBezTo>
                <a:cubicBezTo>
                  <a:pt x="9154" y="75771"/>
                  <a:pt x="9198" y="75757"/>
                  <a:pt x="9213" y="75742"/>
                </a:cubicBezTo>
                <a:close/>
                <a:moveTo>
                  <a:pt x="8742" y="75683"/>
                </a:moveTo>
                <a:cubicBezTo>
                  <a:pt x="8742" y="75712"/>
                  <a:pt x="8727" y="75771"/>
                  <a:pt x="8727" y="75815"/>
                </a:cubicBezTo>
                <a:cubicBezTo>
                  <a:pt x="8668" y="75830"/>
                  <a:pt x="8624" y="75860"/>
                  <a:pt x="8580" y="75889"/>
                </a:cubicBezTo>
                <a:cubicBezTo>
                  <a:pt x="8580" y="75845"/>
                  <a:pt x="8580" y="75786"/>
                  <a:pt x="8594" y="75757"/>
                </a:cubicBezTo>
                <a:cubicBezTo>
                  <a:pt x="8639" y="75742"/>
                  <a:pt x="8683" y="75698"/>
                  <a:pt x="8742" y="75683"/>
                </a:cubicBezTo>
                <a:close/>
                <a:moveTo>
                  <a:pt x="8271" y="75683"/>
                </a:moveTo>
                <a:lnTo>
                  <a:pt x="8271" y="75845"/>
                </a:lnTo>
                <a:cubicBezTo>
                  <a:pt x="8256" y="75860"/>
                  <a:pt x="8241" y="75860"/>
                  <a:pt x="8227" y="75889"/>
                </a:cubicBezTo>
                <a:lnTo>
                  <a:pt x="8109" y="75933"/>
                </a:lnTo>
                <a:cubicBezTo>
                  <a:pt x="8109" y="75889"/>
                  <a:pt x="8109" y="75830"/>
                  <a:pt x="8094" y="75771"/>
                </a:cubicBezTo>
                <a:cubicBezTo>
                  <a:pt x="8168" y="75742"/>
                  <a:pt x="8227" y="75698"/>
                  <a:pt x="8271" y="75683"/>
                </a:cubicBezTo>
                <a:close/>
                <a:moveTo>
                  <a:pt x="8903" y="75786"/>
                </a:moveTo>
                <a:cubicBezTo>
                  <a:pt x="8903" y="75830"/>
                  <a:pt x="8889" y="75860"/>
                  <a:pt x="8889" y="75904"/>
                </a:cubicBezTo>
                <a:cubicBezTo>
                  <a:pt x="8845" y="75918"/>
                  <a:pt x="8815" y="75963"/>
                  <a:pt x="8771" y="75977"/>
                </a:cubicBezTo>
                <a:lnTo>
                  <a:pt x="8771" y="75860"/>
                </a:lnTo>
                <a:cubicBezTo>
                  <a:pt x="8815" y="75845"/>
                  <a:pt x="8845" y="75815"/>
                  <a:pt x="8903" y="75786"/>
                </a:cubicBezTo>
                <a:close/>
                <a:moveTo>
                  <a:pt x="8506" y="75815"/>
                </a:moveTo>
                <a:cubicBezTo>
                  <a:pt x="8506" y="75860"/>
                  <a:pt x="8506" y="75904"/>
                  <a:pt x="8477" y="75963"/>
                </a:cubicBezTo>
                <a:cubicBezTo>
                  <a:pt x="8447" y="75977"/>
                  <a:pt x="8388" y="75992"/>
                  <a:pt x="8359" y="76036"/>
                </a:cubicBezTo>
                <a:lnTo>
                  <a:pt x="8359" y="75889"/>
                </a:lnTo>
                <a:cubicBezTo>
                  <a:pt x="8403" y="75860"/>
                  <a:pt x="8447" y="75830"/>
                  <a:pt x="8506" y="75815"/>
                </a:cubicBezTo>
                <a:close/>
                <a:moveTo>
                  <a:pt x="9036" y="75889"/>
                </a:moveTo>
                <a:lnTo>
                  <a:pt x="9036" y="75889"/>
                </a:lnTo>
                <a:cubicBezTo>
                  <a:pt x="9006" y="75918"/>
                  <a:pt x="9006" y="75933"/>
                  <a:pt x="8992" y="75977"/>
                </a:cubicBezTo>
                <a:cubicBezTo>
                  <a:pt x="8977" y="75977"/>
                  <a:pt x="8962" y="76007"/>
                  <a:pt x="8918" y="76036"/>
                </a:cubicBezTo>
                <a:cubicBezTo>
                  <a:pt x="8918" y="75992"/>
                  <a:pt x="8933" y="75977"/>
                  <a:pt x="8933" y="75933"/>
                </a:cubicBezTo>
                <a:cubicBezTo>
                  <a:pt x="8977" y="75918"/>
                  <a:pt x="8992" y="75904"/>
                  <a:pt x="9036" y="75889"/>
                </a:cubicBezTo>
                <a:close/>
                <a:moveTo>
                  <a:pt x="8020" y="75786"/>
                </a:moveTo>
                <a:lnTo>
                  <a:pt x="8020" y="75963"/>
                </a:lnTo>
                <a:cubicBezTo>
                  <a:pt x="7962" y="75992"/>
                  <a:pt x="7917" y="76007"/>
                  <a:pt x="7859" y="76051"/>
                </a:cubicBezTo>
                <a:cubicBezTo>
                  <a:pt x="7859" y="75992"/>
                  <a:pt x="7844" y="75933"/>
                  <a:pt x="7844" y="75889"/>
                </a:cubicBezTo>
                <a:cubicBezTo>
                  <a:pt x="7903" y="75860"/>
                  <a:pt x="7962" y="75830"/>
                  <a:pt x="8020" y="75786"/>
                </a:cubicBezTo>
                <a:close/>
                <a:moveTo>
                  <a:pt x="9124" y="75977"/>
                </a:moveTo>
                <a:lnTo>
                  <a:pt x="9124" y="75977"/>
                </a:lnTo>
                <a:cubicBezTo>
                  <a:pt x="9124" y="75978"/>
                  <a:pt x="9110" y="75992"/>
                  <a:pt x="9110" y="76007"/>
                </a:cubicBezTo>
                <a:cubicBezTo>
                  <a:pt x="9095" y="76036"/>
                  <a:pt x="9065" y="76051"/>
                  <a:pt x="9051" y="76051"/>
                </a:cubicBezTo>
                <a:cubicBezTo>
                  <a:pt x="9051" y="76021"/>
                  <a:pt x="9065" y="76007"/>
                  <a:pt x="9065" y="76007"/>
                </a:cubicBezTo>
                <a:cubicBezTo>
                  <a:pt x="9080" y="75992"/>
                  <a:pt x="9109" y="75992"/>
                  <a:pt x="9124" y="75977"/>
                </a:cubicBezTo>
                <a:close/>
                <a:moveTo>
                  <a:pt x="8697" y="75918"/>
                </a:moveTo>
                <a:cubicBezTo>
                  <a:pt x="8697" y="75963"/>
                  <a:pt x="8683" y="75992"/>
                  <a:pt x="8683" y="76051"/>
                </a:cubicBezTo>
                <a:cubicBezTo>
                  <a:pt x="8624" y="76066"/>
                  <a:pt x="8594" y="76080"/>
                  <a:pt x="8550" y="76124"/>
                </a:cubicBezTo>
                <a:cubicBezTo>
                  <a:pt x="8550" y="76080"/>
                  <a:pt x="8565" y="76036"/>
                  <a:pt x="8565" y="75992"/>
                </a:cubicBezTo>
                <a:cubicBezTo>
                  <a:pt x="8609" y="75977"/>
                  <a:pt x="8668" y="75933"/>
                  <a:pt x="8697" y="75918"/>
                </a:cubicBezTo>
                <a:close/>
                <a:moveTo>
                  <a:pt x="8271" y="75933"/>
                </a:moveTo>
                <a:lnTo>
                  <a:pt x="8271" y="76080"/>
                </a:lnTo>
                <a:cubicBezTo>
                  <a:pt x="8227" y="76110"/>
                  <a:pt x="8168" y="76139"/>
                  <a:pt x="8109" y="76154"/>
                </a:cubicBezTo>
                <a:lnTo>
                  <a:pt x="8109" y="76007"/>
                </a:lnTo>
                <a:cubicBezTo>
                  <a:pt x="8168" y="75992"/>
                  <a:pt x="8212" y="75963"/>
                  <a:pt x="8256" y="75933"/>
                </a:cubicBezTo>
                <a:close/>
                <a:moveTo>
                  <a:pt x="8845" y="76007"/>
                </a:moveTo>
                <a:cubicBezTo>
                  <a:pt x="8845" y="76051"/>
                  <a:pt x="8830" y="76080"/>
                  <a:pt x="8830" y="76110"/>
                </a:cubicBezTo>
                <a:cubicBezTo>
                  <a:pt x="8800" y="76139"/>
                  <a:pt x="8756" y="76154"/>
                  <a:pt x="8727" y="76183"/>
                </a:cubicBezTo>
                <a:cubicBezTo>
                  <a:pt x="8727" y="76139"/>
                  <a:pt x="8742" y="76110"/>
                  <a:pt x="8742" y="76080"/>
                </a:cubicBezTo>
                <a:cubicBezTo>
                  <a:pt x="8771" y="76066"/>
                  <a:pt x="8815" y="76036"/>
                  <a:pt x="8845" y="76007"/>
                </a:cubicBezTo>
                <a:close/>
                <a:moveTo>
                  <a:pt x="8962" y="76110"/>
                </a:moveTo>
                <a:lnTo>
                  <a:pt x="8962" y="76110"/>
                </a:lnTo>
                <a:cubicBezTo>
                  <a:pt x="8948" y="76124"/>
                  <a:pt x="8948" y="76139"/>
                  <a:pt x="8918" y="76183"/>
                </a:cubicBezTo>
                <a:lnTo>
                  <a:pt x="8874" y="76227"/>
                </a:lnTo>
                <a:cubicBezTo>
                  <a:pt x="8874" y="76213"/>
                  <a:pt x="8889" y="76198"/>
                  <a:pt x="8889" y="76154"/>
                </a:cubicBezTo>
                <a:cubicBezTo>
                  <a:pt x="8903" y="76139"/>
                  <a:pt x="8918" y="76124"/>
                  <a:pt x="8962" y="76110"/>
                </a:cubicBezTo>
                <a:close/>
                <a:moveTo>
                  <a:pt x="8477" y="76051"/>
                </a:moveTo>
                <a:cubicBezTo>
                  <a:pt x="8477" y="76080"/>
                  <a:pt x="8462" y="76139"/>
                  <a:pt x="8462" y="76183"/>
                </a:cubicBezTo>
                <a:cubicBezTo>
                  <a:pt x="8433" y="76213"/>
                  <a:pt x="8374" y="76227"/>
                  <a:pt x="8330" y="76272"/>
                </a:cubicBezTo>
                <a:cubicBezTo>
                  <a:pt x="8330" y="76213"/>
                  <a:pt x="8359" y="76183"/>
                  <a:pt x="8359" y="76124"/>
                </a:cubicBezTo>
                <a:cubicBezTo>
                  <a:pt x="8388" y="76110"/>
                  <a:pt x="8447" y="76066"/>
                  <a:pt x="8477" y="76051"/>
                </a:cubicBezTo>
                <a:close/>
                <a:moveTo>
                  <a:pt x="8035" y="76051"/>
                </a:moveTo>
                <a:lnTo>
                  <a:pt x="8035" y="76213"/>
                </a:lnTo>
                <a:cubicBezTo>
                  <a:pt x="8006" y="76227"/>
                  <a:pt x="7947" y="76272"/>
                  <a:pt x="7903" y="76286"/>
                </a:cubicBezTo>
                <a:lnTo>
                  <a:pt x="7888" y="76286"/>
                </a:lnTo>
                <a:cubicBezTo>
                  <a:pt x="7888" y="76227"/>
                  <a:pt x="7888" y="76169"/>
                  <a:pt x="7873" y="76124"/>
                </a:cubicBezTo>
                <a:cubicBezTo>
                  <a:pt x="7932" y="76124"/>
                  <a:pt x="7991" y="76080"/>
                  <a:pt x="8035" y="76051"/>
                </a:cubicBezTo>
                <a:close/>
                <a:moveTo>
                  <a:pt x="8639" y="76154"/>
                </a:moveTo>
                <a:cubicBezTo>
                  <a:pt x="8639" y="76198"/>
                  <a:pt x="8624" y="76227"/>
                  <a:pt x="8624" y="76272"/>
                </a:cubicBezTo>
                <a:cubicBezTo>
                  <a:pt x="8594" y="76286"/>
                  <a:pt x="8550" y="76301"/>
                  <a:pt x="8521" y="76345"/>
                </a:cubicBezTo>
                <a:cubicBezTo>
                  <a:pt x="8521" y="76301"/>
                  <a:pt x="8536" y="76272"/>
                  <a:pt x="8536" y="76227"/>
                </a:cubicBezTo>
                <a:cubicBezTo>
                  <a:pt x="8580" y="76213"/>
                  <a:pt x="8609" y="76169"/>
                  <a:pt x="8639" y="76154"/>
                </a:cubicBezTo>
                <a:close/>
                <a:moveTo>
                  <a:pt x="8771" y="76227"/>
                </a:moveTo>
                <a:cubicBezTo>
                  <a:pt x="8771" y="76257"/>
                  <a:pt x="8756" y="76286"/>
                  <a:pt x="8756" y="76301"/>
                </a:cubicBezTo>
                <a:lnTo>
                  <a:pt x="8668" y="76404"/>
                </a:lnTo>
                <a:cubicBezTo>
                  <a:pt x="8668" y="76360"/>
                  <a:pt x="8683" y="76345"/>
                  <a:pt x="8683" y="76301"/>
                </a:cubicBezTo>
                <a:cubicBezTo>
                  <a:pt x="8727" y="76286"/>
                  <a:pt x="8742" y="76272"/>
                  <a:pt x="8771" y="76227"/>
                </a:cubicBezTo>
                <a:close/>
                <a:moveTo>
                  <a:pt x="8256" y="76183"/>
                </a:moveTo>
                <a:cubicBezTo>
                  <a:pt x="8256" y="76227"/>
                  <a:pt x="8256" y="76272"/>
                  <a:pt x="8241" y="76331"/>
                </a:cubicBezTo>
                <a:cubicBezTo>
                  <a:pt x="8212" y="76360"/>
                  <a:pt x="8153" y="76375"/>
                  <a:pt x="8109" y="76419"/>
                </a:cubicBezTo>
                <a:lnTo>
                  <a:pt x="8109" y="76272"/>
                </a:lnTo>
                <a:cubicBezTo>
                  <a:pt x="8168" y="76227"/>
                  <a:pt x="8227" y="76198"/>
                  <a:pt x="8256" y="76183"/>
                </a:cubicBezTo>
                <a:close/>
                <a:moveTo>
                  <a:pt x="8845" y="76365"/>
                </a:moveTo>
                <a:cubicBezTo>
                  <a:pt x="8845" y="76368"/>
                  <a:pt x="8845" y="76371"/>
                  <a:pt x="8845" y="76375"/>
                </a:cubicBezTo>
                <a:lnTo>
                  <a:pt x="8815" y="76419"/>
                </a:lnTo>
                <a:cubicBezTo>
                  <a:pt x="8815" y="76389"/>
                  <a:pt x="8830" y="76375"/>
                  <a:pt x="8830" y="76375"/>
                </a:cubicBezTo>
                <a:lnTo>
                  <a:pt x="8845" y="76365"/>
                </a:lnTo>
                <a:close/>
                <a:moveTo>
                  <a:pt x="8447" y="76286"/>
                </a:moveTo>
                <a:cubicBezTo>
                  <a:pt x="8447" y="76331"/>
                  <a:pt x="8418" y="76360"/>
                  <a:pt x="8418" y="76419"/>
                </a:cubicBezTo>
                <a:cubicBezTo>
                  <a:pt x="8388" y="76434"/>
                  <a:pt x="8359" y="76448"/>
                  <a:pt x="8315" y="76492"/>
                </a:cubicBezTo>
                <a:cubicBezTo>
                  <a:pt x="8315" y="76448"/>
                  <a:pt x="8330" y="76404"/>
                  <a:pt x="8330" y="76360"/>
                </a:cubicBezTo>
                <a:cubicBezTo>
                  <a:pt x="8374" y="76345"/>
                  <a:pt x="8403" y="76301"/>
                  <a:pt x="8447" y="76286"/>
                </a:cubicBezTo>
                <a:close/>
                <a:moveTo>
                  <a:pt x="8035" y="76301"/>
                </a:moveTo>
                <a:lnTo>
                  <a:pt x="8035" y="76448"/>
                </a:lnTo>
                <a:cubicBezTo>
                  <a:pt x="8006" y="76492"/>
                  <a:pt x="7947" y="76507"/>
                  <a:pt x="7903" y="76551"/>
                </a:cubicBezTo>
                <a:lnTo>
                  <a:pt x="7903" y="76404"/>
                </a:lnTo>
                <a:cubicBezTo>
                  <a:pt x="7903" y="76375"/>
                  <a:pt x="7932" y="76375"/>
                  <a:pt x="7947" y="76360"/>
                </a:cubicBezTo>
                <a:cubicBezTo>
                  <a:pt x="7991" y="76345"/>
                  <a:pt x="8006" y="76331"/>
                  <a:pt x="8035" y="76301"/>
                </a:cubicBezTo>
                <a:close/>
                <a:moveTo>
                  <a:pt x="8594" y="76375"/>
                </a:moveTo>
                <a:cubicBezTo>
                  <a:pt x="8594" y="76419"/>
                  <a:pt x="8580" y="76448"/>
                  <a:pt x="8580" y="76478"/>
                </a:cubicBezTo>
                <a:cubicBezTo>
                  <a:pt x="8536" y="76492"/>
                  <a:pt x="8521" y="76522"/>
                  <a:pt x="8477" y="76551"/>
                </a:cubicBezTo>
                <a:cubicBezTo>
                  <a:pt x="8477" y="76522"/>
                  <a:pt x="8506" y="76492"/>
                  <a:pt x="8506" y="76448"/>
                </a:cubicBezTo>
                <a:cubicBezTo>
                  <a:pt x="8536" y="76434"/>
                  <a:pt x="8550" y="76404"/>
                  <a:pt x="8594" y="76375"/>
                </a:cubicBezTo>
                <a:close/>
                <a:moveTo>
                  <a:pt x="8727" y="76448"/>
                </a:moveTo>
                <a:cubicBezTo>
                  <a:pt x="8697" y="76492"/>
                  <a:pt x="8683" y="76507"/>
                  <a:pt x="8683" y="76522"/>
                </a:cubicBezTo>
                <a:lnTo>
                  <a:pt x="8624" y="76581"/>
                </a:lnTo>
                <a:cubicBezTo>
                  <a:pt x="8624" y="76566"/>
                  <a:pt x="8639" y="76551"/>
                  <a:pt x="8639" y="76507"/>
                </a:cubicBezTo>
                <a:cubicBezTo>
                  <a:pt x="8668" y="76492"/>
                  <a:pt x="8683" y="76478"/>
                  <a:pt x="8727" y="76448"/>
                </a:cubicBezTo>
                <a:close/>
                <a:moveTo>
                  <a:pt x="8241" y="76419"/>
                </a:moveTo>
                <a:cubicBezTo>
                  <a:pt x="8241" y="76448"/>
                  <a:pt x="8227" y="76507"/>
                  <a:pt x="8227" y="76551"/>
                </a:cubicBezTo>
                <a:cubicBezTo>
                  <a:pt x="8182" y="76581"/>
                  <a:pt x="8153" y="76625"/>
                  <a:pt x="8109" y="76640"/>
                </a:cubicBezTo>
                <a:lnTo>
                  <a:pt x="8109" y="76507"/>
                </a:lnTo>
                <a:cubicBezTo>
                  <a:pt x="8153" y="76478"/>
                  <a:pt x="8212" y="76448"/>
                  <a:pt x="8241" y="76419"/>
                </a:cubicBezTo>
                <a:close/>
                <a:moveTo>
                  <a:pt x="8388" y="76522"/>
                </a:moveTo>
                <a:cubicBezTo>
                  <a:pt x="8388" y="76566"/>
                  <a:pt x="8374" y="76595"/>
                  <a:pt x="8374" y="76640"/>
                </a:cubicBezTo>
                <a:cubicBezTo>
                  <a:pt x="8330" y="76654"/>
                  <a:pt x="8315" y="76698"/>
                  <a:pt x="8285" y="76713"/>
                </a:cubicBezTo>
                <a:cubicBezTo>
                  <a:pt x="8300" y="76669"/>
                  <a:pt x="8300" y="76640"/>
                  <a:pt x="8300" y="76595"/>
                </a:cubicBezTo>
                <a:cubicBezTo>
                  <a:pt x="8330" y="76581"/>
                  <a:pt x="8374" y="76551"/>
                  <a:pt x="8388" y="76522"/>
                </a:cubicBezTo>
                <a:close/>
                <a:moveTo>
                  <a:pt x="8521" y="76625"/>
                </a:moveTo>
                <a:cubicBezTo>
                  <a:pt x="8521" y="76640"/>
                  <a:pt x="8506" y="76669"/>
                  <a:pt x="8506" y="76698"/>
                </a:cubicBezTo>
                <a:cubicBezTo>
                  <a:pt x="8477" y="76728"/>
                  <a:pt x="8462" y="76743"/>
                  <a:pt x="8433" y="76772"/>
                </a:cubicBezTo>
                <a:cubicBezTo>
                  <a:pt x="8433" y="76728"/>
                  <a:pt x="8447" y="76713"/>
                  <a:pt x="8447" y="76669"/>
                </a:cubicBezTo>
                <a:cubicBezTo>
                  <a:pt x="8462" y="76654"/>
                  <a:pt x="8506" y="76640"/>
                  <a:pt x="8521" y="76625"/>
                </a:cubicBezTo>
                <a:close/>
                <a:moveTo>
                  <a:pt x="8609" y="76731"/>
                </a:moveTo>
                <a:cubicBezTo>
                  <a:pt x="8609" y="76735"/>
                  <a:pt x="8609" y="76739"/>
                  <a:pt x="8609" y="76743"/>
                </a:cubicBezTo>
                <a:lnTo>
                  <a:pt x="8580" y="76787"/>
                </a:lnTo>
                <a:cubicBezTo>
                  <a:pt x="8580" y="76757"/>
                  <a:pt x="8594" y="76743"/>
                  <a:pt x="8594" y="76743"/>
                </a:cubicBezTo>
                <a:cubicBezTo>
                  <a:pt x="8600" y="76737"/>
                  <a:pt x="8605" y="76734"/>
                  <a:pt x="8609" y="76731"/>
                </a:cubicBezTo>
                <a:close/>
                <a:moveTo>
                  <a:pt x="8035" y="76566"/>
                </a:moveTo>
                <a:cubicBezTo>
                  <a:pt x="8035" y="76625"/>
                  <a:pt x="8035" y="76654"/>
                  <a:pt x="8020" y="76713"/>
                </a:cubicBezTo>
                <a:cubicBezTo>
                  <a:pt x="7991" y="76743"/>
                  <a:pt x="7947" y="76772"/>
                  <a:pt x="7888" y="76801"/>
                </a:cubicBezTo>
                <a:lnTo>
                  <a:pt x="7888" y="76654"/>
                </a:lnTo>
                <a:cubicBezTo>
                  <a:pt x="7947" y="76625"/>
                  <a:pt x="7991" y="76581"/>
                  <a:pt x="8035" y="76566"/>
                </a:cubicBezTo>
                <a:close/>
                <a:moveTo>
                  <a:pt x="8227" y="76669"/>
                </a:moveTo>
                <a:cubicBezTo>
                  <a:pt x="8227" y="76713"/>
                  <a:pt x="8197" y="76743"/>
                  <a:pt x="8197" y="76801"/>
                </a:cubicBezTo>
                <a:cubicBezTo>
                  <a:pt x="8168" y="76816"/>
                  <a:pt x="8138" y="76846"/>
                  <a:pt x="8094" y="76875"/>
                </a:cubicBezTo>
                <a:cubicBezTo>
                  <a:pt x="8094" y="76846"/>
                  <a:pt x="8094" y="76801"/>
                  <a:pt x="8109" y="76743"/>
                </a:cubicBezTo>
                <a:cubicBezTo>
                  <a:pt x="8153" y="76728"/>
                  <a:pt x="8182" y="76698"/>
                  <a:pt x="8227" y="76669"/>
                </a:cubicBezTo>
                <a:close/>
                <a:moveTo>
                  <a:pt x="8359" y="76772"/>
                </a:moveTo>
                <a:cubicBezTo>
                  <a:pt x="8359" y="76801"/>
                  <a:pt x="8330" y="76846"/>
                  <a:pt x="8330" y="76860"/>
                </a:cubicBezTo>
                <a:cubicBezTo>
                  <a:pt x="8300" y="76875"/>
                  <a:pt x="8271" y="76890"/>
                  <a:pt x="8256" y="76934"/>
                </a:cubicBezTo>
                <a:cubicBezTo>
                  <a:pt x="8256" y="76890"/>
                  <a:pt x="8271" y="76860"/>
                  <a:pt x="8271" y="76846"/>
                </a:cubicBezTo>
                <a:cubicBezTo>
                  <a:pt x="8300" y="76816"/>
                  <a:pt x="8330" y="76801"/>
                  <a:pt x="8359" y="76772"/>
                </a:cubicBezTo>
                <a:close/>
                <a:moveTo>
                  <a:pt x="8447" y="76846"/>
                </a:moveTo>
                <a:cubicBezTo>
                  <a:pt x="8447" y="76875"/>
                  <a:pt x="8447" y="76890"/>
                  <a:pt x="8433" y="76919"/>
                </a:cubicBezTo>
                <a:lnTo>
                  <a:pt x="8374" y="76963"/>
                </a:lnTo>
                <a:cubicBezTo>
                  <a:pt x="8374" y="76949"/>
                  <a:pt x="8388" y="76934"/>
                  <a:pt x="8388" y="76890"/>
                </a:cubicBezTo>
                <a:lnTo>
                  <a:pt x="8447" y="76846"/>
                </a:lnTo>
                <a:close/>
                <a:moveTo>
                  <a:pt x="8006" y="76801"/>
                </a:moveTo>
                <a:cubicBezTo>
                  <a:pt x="8006" y="76846"/>
                  <a:pt x="7991" y="76890"/>
                  <a:pt x="7991" y="76934"/>
                </a:cubicBezTo>
                <a:cubicBezTo>
                  <a:pt x="7962" y="76963"/>
                  <a:pt x="7932" y="77007"/>
                  <a:pt x="7888" y="77022"/>
                </a:cubicBezTo>
                <a:lnTo>
                  <a:pt x="7888" y="76890"/>
                </a:lnTo>
                <a:cubicBezTo>
                  <a:pt x="7932" y="76860"/>
                  <a:pt x="7962" y="76846"/>
                  <a:pt x="8006" y="76801"/>
                </a:cubicBezTo>
                <a:close/>
                <a:moveTo>
                  <a:pt x="8168" y="76919"/>
                </a:moveTo>
                <a:cubicBezTo>
                  <a:pt x="8168" y="76949"/>
                  <a:pt x="8153" y="76993"/>
                  <a:pt x="8153" y="77022"/>
                </a:cubicBezTo>
                <a:cubicBezTo>
                  <a:pt x="8109" y="77037"/>
                  <a:pt x="8094" y="77081"/>
                  <a:pt x="8065" y="77096"/>
                </a:cubicBezTo>
                <a:cubicBezTo>
                  <a:pt x="8079" y="77066"/>
                  <a:pt x="8079" y="77022"/>
                  <a:pt x="8079" y="76993"/>
                </a:cubicBezTo>
                <a:cubicBezTo>
                  <a:pt x="8109" y="76963"/>
                  <a:pt x="8153" y="76934"/>
                  <a:pt x="8168" y="76919"/>
                </a:cubicBezTo>
                <a:close/>
                <a:moveTo>
                  <a:pt x="8271" y="77007"/>
                </a:moveTo>
                <a:cubicBezTo>
                  <a:pt x="8271" y="77022"/>
                  <a:pt x="8271" y="77066"/>
                  <a:pt x="8256" y="77081"/>
                </a:cubicBezTo>
                <a:lnTo>
                  <a:pt x="8212" y="77140"/>
                </a:lnTo>
                <a:cubicBezTo>
                  <a:pt x="8212" y="77110"/>
                  <a:pt x="8227" y="77081"/>
                  <a:pt x="8227" y="77066"/>
                </a:cubicBezTo>
                <a:lnTo>
                  <a:pt x="8271" y="77007"/>
                </a:lnTo>
                <a:close/>
                <a:moveTo>
                  <a:pt x="8374" y="77096"/>
                </a:moveTo>
                <a:cubicBezTo>
                  <a:pt x="8374" y="77110"/>
                  <a:pt x="8359" y="77110"/>
                  <a:pt x="8359" y="77140"/>
                </a:cubicBezTo>
                <a:cubicBezTo>
                  <a:pt x="8359" y="77155"/>
                  <a:pt x="8330" y="77155"/>
                  <a:pt x="8330" y="77169"/>
                </a:cubicBezTo>
                <a:cubicBezTo>
                  <a:pt x="8330" y="77155"/>
                  <a:pt x="8330" y="77140"/>
                  <a:pt x="8359" y="77140"/>
                </a:cubicBezTo>
                <a:cubicBezTo>
                  <a:pt x="8359" y="77110"/>
                  <a:pt x="8359" y="77096"/>
                  <a:pt x="8374" y="77096"/>
                </a:cubicBezTo>
                <a:close/>
                <a:moveTo>
                  <a:pt x="8006" y="77066"/>
                </a:moveTo>
                <a:cubicBezTo>
                  <a:pt x="8006" y="77096"/>
                  <a:pt x="7991" y="77140"/>
                  <a:pt x="7991" y="77184"/>
                </a:cubicBezTo>
                <a:cubicBezTo>
                  <a:pt x="7932" y="77213"/>
                  <a:pt x="7903" y="77228"/>
                  <a:pt x="7873" y="77258"/>
                </a:cubicBezTo>
                <a:cubicBezTo>
                  <a:pt x="7873" y="77228"/>
                  <a:pt x="7873" y="77184"/>
                  <a:pt x="7888" y="77140"/>
                </a:cubicBezTo>
                <a:cubicBezTo>
                  <a:pt x="7932" y="77110"/>
                  <a:pt x="7962" y="77081"/>
                  <a:pt x="8006" y="77066"/>
                </a:cubicBezTo>
                <a:close/>
                <a:moveTo>
                  <a:pt x="8109" y="77155"/>
                </a:moveTo>
                <a:cubicBezTo>
                  <a:pt x="8109" y="77184"/>
                  <a:pt x="8094" y="77213"/>
                  <a:pt x="8094" y="77243"/>
                </a:cubicBezTo>
                <a:lnTo>
                  <a:pt x="8020" y="77317"/>
                </a:lnTo>
                <a:cubicBezTo>
                  <a:pt x="8020" y="77287"/>
                  <a:pt x="8035" y="77243"/>
                  <a:pt x="8035" y="77228"/>
                </a:cubicBezTo>
                <a:lnTo>
                  <a:pt x="8109" y="77155"/>
                </a:lnTo>
                <a:close/>
                <a:moveTo>
                  <a:pt x="8227" y="77243"/>
                </a:moveTo>
                <a:cubicBezTo>
                  <a:pt x="8212" y="77258"/>
                  <a:pt x="8212" y="77287"/>
                  <a:pt x="8212" y="77302"/>
                </a:cubicBezTo>
                <a:lnTo>
                  <a:pt x="8168" y="77331"/>
                </a:lnTo>
                <a:cubicBezTo>
                  <a:pt x="8168" y="77317"/>
                  <a:pt x="8168" y="77302"/>
                  <a:pt x="8182" y="77272"/>
                </a:cubicBezTo>
                <a:lnTo>
                  <a:pt x="8227" y="77243"/>
                </a:lnTo>
                <a:close/>
                <a:moveTo>
                  <a:pt x="7947" y="77302"/>
                </a:moveTo>
                <a:cubicBezTo>
                  <a:pt x="7947" y="77331"/>
                  <a:pt x="7932" y="77375"/>
                  <a:pt x="7932" y="77405"/>
                </a:cubicBezTo>
                <a:cubicBezTo>
                  <a:pt x="7917" y="77434"/>
                  <a:pt x="7873" y="77464"/>
                  <a:pt x="7844" y="77478"/>
                </a:cubicBezTo>
                <a:cubicBezTo>
                  <a:pt x="7844" y="77449"/>
                  <a:pt x="7859" y="77405"/>
                  <a:pt x="7859" y="77375"/>
                </a:cubicBezTo>
                <a:cubicBezTo>
                  <a:pt x="7888" y="77361"/>
                  <a:pt x="7932" y="77317"/>
                  <a:pt x="7947" y="77302"/>
                </a:cubicBezTo>
                <a:close/>
                <a:moveTo>
                  <a:pt x="8094" y="77390"/>
                </a:moveTo>
                <a:lnTo>
                  <a:pt x="8094" y="77390"/>
                </a:lnTo>
                <a:cubicBezTo>
                  <a:pt x="8065" y="77405"/>
                  <a:pt x="8065" y="77434"/>
                  <a:pt x="8065" y="77464"/>
                </a:cubicBezTo>
                <a:lnTo>
                  <a:pt x="8006" y="77523"/>
                </a:lnTo>
                <a:cubicBezTo>
                  <a:pt x="8006" y="77508"/>
                  <a:pt x="8020" y="77464"/>
                  <a:pt x="8020" y="77449"/>
                </a:cubicBezTo>
                <a:cubicBezTo>
                  <a:pt x="8035" y="77434"/>
                  <a:pt x="8065" y="77405"/>
                  <a:pt x="8094" y="77390"/>
                </a:cubicBezTo>
                <a:close/>
                <a:moveTo>
                  <a:pt x="7903" y="77537"/>
                </a:moveTo>
                <a:cubicBezTo>
                  <a:pt x="7888" y="77581"/>
                  <a:pt x="7888" y="77596"/>
                  <a:pt x="7888" y="77626"/>
                </a:cubicBezTo>
                <a:cubicBezTo>
                  <a:pt x="7873" y="77655"/>
                  <a:pt x="7859" y="77684"/>
                  <a:pt x="7814" y="77699"/>
                </a:cubicBezTo>
                <a:cubicBezTo>
                  <a:pt x="7814" y="77670"/>
                  <a:pt x="7829" y="77626"/>
                  <a:pt x="7829" y="77611"/>
                </a:cubicBezTo>
                <a:cubicBezTo>
                  <a:pt x="7859" y="77596"/>
                  <a:pt x="7888" y="77581"/>
                  <a:pt x="7903" y="77537"/>
                </a:cubicBezTo>
                <a:close/>
                <a:moveTo>
                  <a:pt x="8020" y="77611"/>
                </a:moveTo>
                <a:cubicBezTo>
                  <a:pt x="8006" y="77655"/>
                  <a:pt x="8006" y="77655"/>
                  <a:pt x="7991" y="77670"/>
                </a:cubicBezTo>
                <a:cubicBezTo>
                  <a:pt x="7962" y="77684"/>
                  <a:pt x="7947" y="77699"/>
                  <a:pt x="7947" y="77729"/>
                </a:cubicBezTo>
                <a:cubicBezTo>
                  <a:pt x="7947" y="77699"/>
                  <a:pt x="7947" y="77684"/>
                  <a:pt x="7962" y="77670"/>
                </a:cubicBezTo>
                <a:lnTo>
                  <a:pt x="8020" y="77611"/>
                </a:lnTo>
                <a:close/>
                <a:moveTo>
                  <a:pt x="7859" y="77773"/>
                </a:moveTo>
                <a:lnTo>
                  <a:pt x="7859" y="77773"/>
                </a:lnTo>
                <a:cubicBezTo>
                  <a:pt x="7844" y="77817"/>
                  <a:pt x="7844" y="77832"/>
                  <a:pt x="7844" y="77846"/>
                </a:cubicBezTo>
                <a:lnTo>
                  <a:pt x="7785" y="77905"/>
                </a:lnTo>
                <a:cubicBezTo>
                  <a:pt x="7785" y="77890"/>
                  <a:pt x="7800" y="77846"/>
                  <a:pt x="7800" y="77832"/>
                </a:cubicBezTo>
                <a:lnTo>
                  <a:pt x="7859" y="77773"/>
                </a:lnTo>
                <a:close/>
                <a:moveTo>
                  <a:pt x="7800" y="78023"/>
                </a:moveTo>
                <a:cubicBezTo>
                  <a:pt x="7785" y="78038"/>
                  <a:pt x="7785" y="78052"/>
                  <a:pt x="7785" y="78067"/>
                </a:cubicBezTo>
                <a:cubicBezTo>
                  <a:pt x="7770" y="78096"/>
                  <a:pt x="7770" y="78111"/>
                  <a:pt x="7741" y="78111"/>
                </a:cubicBezTo>
                <a:cubicBezTo>
                  <a:pt x="7741" y="78096"/>
                  <a:pt x="7741" y="78067"/>
                  <a:pt x="7770" y="78052"/>
                </a:cubicBezTo>
                <a:cubicBezTo>
                  <a:pt x="7785" y="78038"/>
                  <a:pt x="7785" y="78023"/>
                  <a:pt x="7800" y="78023"/>
                </a:cubicBezTo>
                <a:close/>
                <a:moveTo>
                  <a:pt x="7535" y="74859"/>
                </a:moveTo>
                <a:cubicBezTo>
                  <a:pt x="7564" y="74918"/>
                  <a:pt x="7579" y="74977"/>
                  <a:pt x="7594" y="75050"/>
                </a:cubicBezTo>
                <a:cubicBezTo>
                  <a:pt x="7064" y="75271"/>
                  <a:pt x="6534" y="75521"/>
                  <a:pt x="6019" y="75815"/>
                </a:cubicBezTo>
                <a:cubicBezTo>
                  <a:pt x="3723" y="77110"/>
                  <a:pt x="1987" y="79392"/>
                  <a:pt x="1266" y="81893"/>
                </a:cubicBezTo>
                <a:cubicBezTo>
                  <a:pt x="1913" y="79230"/>
                  <a:pt x="3694" y="76816"/>
                  <a:pt x="6107" y="75521"/>
                </a:cubicBezTo>
                <a:cubicBezTo>
                  <a:pt x="6564" y="75256"/>
                  <a:pt x="7049" y="75050"/>
                  <a:pt x="7535" y="74859"/>
                </a:cubicBezTo>
                <a:close/>
                <a:moveTo>
                  <a:pt x="7638" y="75109"/>
                </a:moveTo>
                <a:cubicBezTo>
                  <a:pt x="7638" y="75183"/>
                  <a:pt x="7653" y="75256"/>
                  <a:pt x="7667" y="75315"/>
                </a:cubicBezTo>
                <a:cubicBezTo>
                  <a:pt x="7108" y="75565"/>
                  <a:pt x="6519" y="75845"/>
                  <a:pt x="5975" y="76183"/>
                </a:cubicBezTo>
                <a:cubicBezTo>
                  <a:pt x="3738" y="77508"/>
                  <a:pt x="2075" y="79642"/>
                  <a:pt x="1339" y="82026"/>
                </a:cubicBezTo>
                <a:cubicBezTo>
                  <a:pt x="2016" y="79495"/>
                  <a:pt x="3753" y="77184"/>
                  <a:pt x="6063" y="75860"/>
                </a:cubicBezTo>
                <a:cubicBezTo>
                  <a:pt x="6564" y="75565"/>
                  <a:pt x="7093" y="75330"/>
                  <a:pt x="7638" y="75109"/>
                </a:cubicBezTo>
                <a:close/>
                <a:moveTo>
                  <a:pt x="7682" y="75403"/>
                </a:moveTo>
                <a:cubicBezTo>
                  <a:pt x="7711" y="75462"/>
                  <a:pt x="7711" y="75536"/>
                  <a:pt x="7726" y="75595"/>
                </a:cubicBezTo>
                <a:cubicBezTo>
                  <a:pt x="7123" y="75889"/>
                  <a:pt x="6519" y="76198"/>
                  <a:pt x="5931" y="76537"/>
                </a:cubicBezTo>
                <a:cubicBezTo>
                  <a:pt x="3635" y="77964"/>
                  <a:pt x="1957" y="80201"/>
                  <a:pt x="1251" y="82629"/>
                </a:cubicBezTo>
                <a:cubicBezTo>
                  <a:pt x="1884" y="80039"/>
                  <a:pt x="3606" y="77670"/>
                  <a:pt x="6019" y="76257"/>
                </a:cubicBezTo>
                <a:cubicBezTo>
                  <a:pt x="6549" y="75933"/>
                  <a:pt x="7123" y="75668"/>
                  <a:pt x="7682" y="75403"/>
                </a:cubicBezTo>
                <a:close/>
                <a:moveTo>
                  <a:pt x="7741" y="75668"/>
                </a:moveTo>
                <a:cubicBezTo>
                  <a:pt x="7770" y="75712"/>
                  <a:pt x="7770" y="75771"/>
                  <a:pt x="7770" y="75845"/>
                </a:cubicBezTo>
                <a:cubicBezTo>
                  <a:pt x="7123" y="76183"/>
                  <a:pt x="6490" y="76522"/>
                  <a:pt x="5872" y="76919"/>
                </a:cubicBezTo>
                <a:cubicBezTo>
                  <a:pt x="3606" y="78361"/>
                  <a:pt x="1913" y="80628"/>
                  <a:pt x="1221" y="83041"/>
                </a:cubicBezTo>
                <a:cubicBezTo>
                  <a:pt x="1854" y="80466"/>
                  <a:pt x="3591" y="78096"/>
                  <a:pt x="5960" y="76625"/>
                </a:cubicBezTo>
                <a:cubicBezTo>
                  <a:pt x="6534" y="76272"/>
                  <a:pt x="7137" y="75963"/>
                  <a:pt x="7741" y="75668"/>
                </a:cubicBezTo>
                <a:close/>
                <a:moveTo>
                  <a:pt x="7785" y="75933"/>
                </a:moveTo>
                <a:cubicBezTo>
                  <a:pt x="7785" y="75992"/>
                  <a:pt x="7800" y="76051"/>
                  <a:pt x="7800" y="76110"/>
                </a:cubicBezTo>
                <a:cubicBezTo>
                  <a:pt x="7137" y="76478"/>
                  <a:pt x="6475" y="76860"/>
                  <a:pt x="5828" y="77272"/>
                </a:cubicBezTo>
                <a:cubicBezTo>
                  <a:pt x="3591" y="78788"/>
                  <a:pt x="1943" y="80981"/>
                  <a:pt x="1236" y="83321"/>
                </a:cubicBezTo>
                <a:cubicBezTo>
                  <a:pt x="1884" y="80834"/>
                  <a:pt x="3591" y="78494"/>
                  <a:pt x="5931" y="76993"/>
                </a:cubicBezTo>
                <a:cubicBezTo>
                  <a:pt x="6534" y="76595"/>
                  <a:pt x="7152" y="76257"/>
                  <a:pt x="7785" y="75933"/>
                </a:cubicBezTo>
                <a:close/>
                <a:moveTo>
                  <a:pt x="7800" y="76198"/>
                </a:moveTo>
                <a:cubicBezTo>
                  <a:pt x="7800" y="76257"/>
                  <a:pt x="7800" y="76301"/>
                  <a:pt x="7814" y="76360"/>
                </a:cubicBezTo>
                <a:cubicBezTo>
                  <a:pt x="7137" y="76757"/>
                  <a:pt x="6461" y="77184"/>
                  <a:pt x="5784" y="77670"/>
                </a:cubicBezTo>
                <a:cubicBezTo>
                  <a:pt x="3517" y="79244"/>
                  <a:pt x="1884" y="81496"/>
                  <a:pt x="1177" y="83836"/>
                </a:cubicBezTo>
                <a:cubicBezTo>
                  <a:pt x="1781" y="81305"/>
                  <a:pt x="3473" y="78950"/>
                  <a:pt x="5872" y="77361"/>
                </a:cubicBezTo>
                <a:cubicBezTo>
                  <a:pt x="6490" y="76934"/>
                  <a:pt x="7152" y="76551"/>
                  <a:pt x="7800" y="76198"/>
                </a:cubicBezTo>
                <a:close/>
                <a:moveTo>
                  <a:pt x="7800" y="76448"/>
                </a:moveTo>
                <a:lnTo>
                  <a:pt x="7800" y="76625"/>
                </a:lnTo>
                <a:cubicBezTo>
                  <a:pt x="7726" y="76669"/>
                  <a:pt x="7638" y="76728"/>
                  <a:pt x="7564" y="76787"/>
                </a:cubicBezTo>
                <a:cubicBezTo>
                  <a:pt x="6961" y="77184"/>
                  <a:pt x="6313" y="77596"/>
                  <a:pt x="5710" y="78052"/>
                </a:cubicBezTo>
                <a:cubicBezTo>
                  <a:pt x="3458" y="79701"/>
                  <a:pt x="1854" y="81864"/>
                  <a:pt x="1163" y="84145"/>
                </a:cubicBezTo>
                <a:cubicBezTo>
                  <a:pt x="1825" y="81673"/>
                  <a:pt x="3473" y="79362"/>
                  <a:pt x="5813" y="77729"/>
                </a:cubicBezTo>
                <a:cubicBezTo>
                  <a:pt x="6475" y="77258"/>
                  <a:pt x="7152" y="76846"/>
                  <a:pt x="7800" y="76448"/>
                </a:cubicBezTo>
                <a:close/>
                <a:moveTo>
                  <a:pt x="7829" y="76698"/>
                </a:moveTo>
                <a:lnTo>
                  <a:pt x="7829" y="76846"/>
                </a:lnTo>
                <a:cubicBezTo>
                  <a:pt x="7653" y="76963"/>
                  <a:pt x="7447" y="77110"/>
                  <a:pt x="7270" y="77243"/>
                </a:cubicBezTo>
                <a:cubicBezTo>
                  <a:pt x="6755" y="77611"/>
                  <a:pt x="6210" y="77979"/>
                  <a:pt x="5695" y="78391"/>
                </a:cubicBezTo>
                <a:cubicBezTo>
                  <a:pt x="3414" y="80113"/>
                  <a:pt x="1825" y="82335"/>
                  <a:pt x="1148" y="84616"/>
                </a:cubicBezTo>
                <a:cubicBezTo>
                  <a:pt x="1737" y="82188"/>
                  <a:pt x="3370" y="79833"/>
                  <a:pt x="5784" y="78096"/>
                </a:cubicBezTo>
                <a:cubicBezTo>
                  <a:pt x="6387" y="77655"/>
                  <a:pt x="7005" y="77228"/>
                  <a:pt x="7638" y="76816"/>
                </a:cubicBezTo>
                <a:cubicBezTo>
                  <a:pt x="7711" y="76787"/>
                  <a:pt x="7770" y="76728"/>
                  <a:pt x="7829" y="76698"/>
                </a:cubicBezTo>
                <a:close/>
                <a:moveTo>
                  <a:pt x="7800" y="76949"/>
                </a:moveTo>
                <a:lnTo>
                  <a:pt x="7800" y="77096"/>
                </a:lnTo>
                <a:cubicBezTo>
                  <a:pt x="7505" y="77331"/>
                  <a:pt x="7196" y="77552"/>
                  <a:pt x="6902" y="77802"/>
                </a:cubicBezTo>
                <a:cubicBezTo>
                  <a:pt x="6475" y="78111"/>
                  <a:pt x="6048" y="78435"/>
                  <a:pt x="5622" y="78773"/>
                </a:cubicBezTo>
                <a:cubicBezTo>
                  <a:pt x="4253" y="79862"/>
                  <a:pt x="2016" y="81996"/>
                  <a:pt x="1118" y="84910"/>
                </a:cubicBezTo>
                <a:cubicBezTo>
                  <a:pt x="1751" y="82541"/>
                  <a:pt x="3385" y="80245"/>
                  <a:pt x="5725" y="78464"/>
                </a:cubicBezTo>
                <a:cubicBezTo>
                  <a:pt x="6240" y="78067"/>
                  <a:pt x="6770" y="77684"/>
                  <a:pt x="7285" y="77317"/>
                </a:cubicBezTo>
                <a:cubicBezTo>
                  <a:pt x="7476" y="77184"/>
                  <a:pt x="7638" y="77081"/>
                  <a:pt x="7800" y="76949"/>
                </a:cubicBezTo>
                <a:close/>
                <a:moveTo>
                  <a:pt x="7785" y="77213"/>
                </a:moveTo>
                <a:cubicBezTo>
                  <a:pt x="7785" y="77243"/>
                  <a:pt x="7785" y="77302"/>
                  <a:pt x="7770" y="77331"/>
                </a:cubicBezTo>
                <a:cubicBezTo>
                  <a:pt x="7358" y="77670"/>
                  <a:pt x="6946" y="78008"/>
                  <a:pt x="6534" y="78347"/>
                </a:cubicBezTo>
                <a:cubicBezTo>
                  <a:pt x="6210" y="78597"/>
                  <a:pt x="5887" y="78862"/>
                  <a:pt x="5578" y="79141"/>
                </a:cubicBezTo>
                <a:cubicBezTo>
                  <a:pt x="3355" y="80981"/>
                  <a:pt x="1795" y="83129"/>
                  <a:pt x="1104" y="85278"/>
                </a:cubicBezTo>
                <a:lnTo>
                  <a:pt x="1104" y="85263"/>
                </a:lnTo>
                <a:cubicBezTo>
                  <a:pt x="1928" y="82188"/>
                  <a:pt x="4268" y="79965"/>
                  <a:pt x="5666" y="78832"/>
                </a:cubicBezTo>
                <a:cubicBezTo>
                  <a:pt x="6093" y="78494"/>
                  <a:pt x="6505" y="78170"/>
                  <a:pt x="6931" y="77846"/>
                </a:cubicBezTo>
                <a:cubicBezTo>
                  <a:pt x="7226" y="77626"/>
                  <a:pt x="7505" y="77405"/>
                  <a:pt x="7785" y="77213"/>
                </a:cubicBezTo>
                <a:close/>
                <a:moveTo>
                  <a:pt x="7770" y="77449"/>
                </a:moveTo>
                <a:cubicBezTo>
                  <a:pt x="7770" y="77478"/>
                  <a:pt x="7741" y="77523"/>
                  <a:pt x="7741" y="77581"/>
                </a:cubicBezTo>
                <a:cubicBezTo>
                  <a:pt x="7255" y="78038"/>
                  <a:pt x="6711" y="78494"/>
                  <a:pt x="6181" y="78950"/>
                </a:cubicBezTo>
                <a:cubicBezTo>
                  <a:pt x="5960" y="79141"/>
                  <a:pt x="5739" y="79318"/>
                  <a:pt x="5519" y="79524"/>
                </a:cubicBezTo>
                <a:cubicBezTo>
                  <a:pt x="3959" y="80869"/>
                  <a:pt x="2107" y="82854"/>
                  <a:pt x="1194" y="85316"/>
                </a:cubicBezTo>
                <a:lnTo>
                  <a:pt x="1194" y="85316"/>
                </a:lnTo>
                <a:cubicBezTo>
                  <a:pt x="1869" y="83161"/>
                  <a:pt x="3422" y="81026"/>
                  <a:pt x="5636" y="79200"/>
                </a:cubicBezTo>
                <a:cubicBezTo>
                  <a:pt x="5945" y="78935"/>
                  <a:pt x="6269" y="78656"/>
                  <a:pt x="6593" y="78406"/>
                </a:cubicBezTo>
                <a:cubicBezTo>
                  <a:pt x="6990" y="78067"/>
                  <a:pt x="7373" y="77758"/>
                  <a:pt x="7770" y="77449"/>
                </a:cubicBezTo>
                <a:close/>
                <a:moveTo>
                  <a:pt x="7726" y="77684"/>
                </a:moveTo>
                <a:cubicBezTo>
                  <a:pt x="7726" y="77714"/>
                  <a:pt x="7711" y="77758"/>
                  <a:pt x="7711" y="77802"/>
                </a:cubicBezTo>
                <a:cubicBezTo>
                  <a:pt x="7123" y="78376"/>
                  <a:pt x="6475" y="78965"/>
                  <a:pt x="5813" y="79568"/>
                </a:cubicBezTo>
                <a:lnTo>
                  <a:pt x="5460" y="79877"/>
                </a:lnTo>
                <a:cubicBezTo>
                  <a:pt x="3318" y="81799"/>
                  <a:pt x="1892" y="83751"/>
                  <a:pt x="1169" y="85702"/>
                </a:cubicBezTo>
                <a:lnTo>
                  <a:pt x="1169" y="85702"/>
                </a:lnTo>
                <a:cubicBezTo>
                  <a:pt x="1168" y="85693"/>
                  <a:pt x="1163" y="85684"/>
                  <a:pt x="1163" y="85675"/>
                </a:cubicBezTo>
                <a:cubicBezTo>
                  <a:pt x="2001" y="83071"/>
                  <a:pt x="3959" y="80951"/>
                  <a:pt x="5578" y="79568"/>
                </a:cubicBezTo>
                <a:cubicBezTo>
                  <a:pt x="5798" y="79377"/>
                  <a:pt x="6019" y="79200"/>
                  <a:pt x="6240" y="78994"/>
                </a:cubicBezTo>
                <a:cubicBezTo>
                  <a:pt x="6755" y="78553"/>
                  <a:pt x="7255" y="78126"/>
                  <a:pt x="7726" y="77684"/>
                </a:cubicBezTo>
                <a:close/>
                <a:moveTo>
                  <a:pt x="7711" y="77964"/>
                </a:moveTo>
                <a:cubicBezTo>
                  <a:pt x="7697" y="77979"/>
                  <a:pt x="7697" y="77993"/>
                  <a:pt x="7667" y="78038"/>
                </a:cubicBezTo>
                <a:cubicBezTo>
                  <a:pt x="6990" y="78788"/>
                  <a:pt x="6210" y="79509"/>
                  <a:pt x="5460" y="80216"/>
                </a:cubicBezTo>
                <a:lnTo>
                  <a:pt x="5430" y="80260"/>
                </a:lnTo>
                <a:cubicBezTo>
                  <a:pt x="3296" y="82246"/>
                  <a:pt x="1928" y="84101"/>
                  <a:pt x="1192" y="85940"/>
                </a:cubicBezTo>
                <a:lnTo>
                  <a:pt x="1192" y="85881"/>
                </a:lnTo>
                <a:cubicBezTo>
                  <a:pt x="1898" y="83895"/>
                  <a:pt x="3355" y="81893"/>
                  <a:pt x="5533" y="79951"/>
                </a:cubicBezTo>
                <a:lnTo>
                  <a:pt x="5887" y="79627"/>
                </a:lnTo>
                <a:cubicBezTo>
                  <a:pt x="6519" y="79068"/>
                  <a:pt x="7137" y="78509"/>
                  <a:pt x="7711" y="77964"/>
                </a:cubicBezTo>
                <a:close/>
                <a:moveTo>
                  <a:pt x="7638" y="78199"/>
                </a:moveTo>
                <a:lnTo>
                  <a:pt x="7638" y="78258"/>
                </a:lnTo>
                <a:cubicBezTo>
                  <a:pt x="6990" y="79024"/>
                  <a:pt x="6210" y="79804"/>
                  <a:pt x="5386" y="80613"/>
                </a:cubicBezTo>
                <a:cubicBezTo>
                  <a:pt x="3900" y="82070"/>
                  <a:pt x="2193" y="83939"/>
                  <a:pt x="1251" y="86161"/>
                </a:cubicBezTo>
                <a:cubicBezTo>
                  <a:pt x="1251" y="86146"/>
                  <a:pt x="1236" y="86117"/>
                  <a:pt x="1236" y="86087"/>
                </a:cubicBezTo>
                <a:cubicBezTo>
                  <a:pt x="1928" y="84218"/>
                  <a:pt x="3311" y="82335"/>
                  <a:pt x="5475" y="80319"/>
                </a:cubicBezTo>
                <a:lnTo>
                  <a:pt x="5519" y="80274"/>
                </a:lnTo>
                <a:cubicBezTo>
                  <a:pt x="6240" y="79598"/>
                  <a:pt x="6976" y="78921"/>
                  <a:pt x="7638" y="78199"/>
                </a:cubicBezTo>
                <a:close/>
                <a:moveTo>
                  <a:pt x="7579" y="78435"/>
                </a:moveTo>
                <a:cubicBezTo>
                  <a:pt x="7579" y="78464"/>
                  <a:pt x="7579" y="78464"/>
                  <a:pt x="7564" y="78479"/>
                </a:cubicBezTo>
                <a:cubicBezTo>
                  <a:pt x="6902" y="79347"/>
                  <a:pt x="6107" y="80171"/>
                  <a:pt x="5342" y="80981"/>
                </a:cubicBezTo>
                <a:cubicBezTo>
                  <a:pt x="3738" y="82600"/>
                  <a:pt x="2193" y="84366"/>
                  <a:pt x="1310" y="86367"/>
                </a:cubicBezTo>
                <a:cubicBezTo>
                  <a:pt x="1310" y="86352"/>
                  <a:pt x="1295" y="86308"/>
                  <a:pt x="1295" y="86293"/>
                </a:cubicBezTo>
                <a:cubicBezTo>
                  <a:pt x="2207" y="84027"/>
                  <a:pt x="3944" y="82143"/>
                  <a:pt x="5445" y="80672"/>
                </a:cubicBezTo>
                <a:cubicBezTo>
                  <a:pt x="6225" y="79907"/>
                  <a:pt x="6961" y="79171"/>
                  <a:pt x="7579" y="78435"/>
                </a:cubicBezTo>
                <a:close/>
                <a:moveTo>
                  <a:pt x="1118" y="86382"/>
                </a:moveTo>
                <a:cubicBezTo>
                  <a:pt x="1118" y="86411"/>
                  <a:pt x="1118" y="86426"/>
                  <a:pt x="1148" y="86441"/>
                </a:cubicBezTo>
                <a:lnTo>
                  <a:pt x="1148" y="86455"/>
                </a:lnTo>
                <a:cubicBezTo>
                  <a:pt x="1118" y="86441"/>
                  <a:pt x="1118" y="86426"/>
                  <a:pt x="1118" y="86411"/>
                </a:cubicBezTo>
                <a:lnTo>
                  <a:pt x="1118" y="86382"/>
                </a:lnTo>
                <a:close/>
                <a:moveTo>
                  <a:pt x="1221" y="86455"/>
                </a:moveTo>
                <a:cubicBezTo>
                  <a:pt x="1236" y="86455"/>
                  <a:pt x="1236" y="86500"/>
                  <a:pt x="1236" y="86514"/>
                </a:cubicBezTo>
                <a:lnTo>
                  <a:pt x="1236" y="86529"/>
                </a:lnTo>
                <a:cubicBezTo>
                  <a:pt x="1236" y="86500"/>
                  <a:pt x="1236" y="86485"/>
                  <a:pt x="1221" y="86455"/>
                </a:cubicBezTo>
                <a:close/>
                <a:moveTo>
                  <a:pt x="7478" y="78754"/>
                </a:moveTo>
                <a:lnTo>
                  <a:pt x="7478" y="78754"/>
                </a:lnTo>
                <a:cubicBezTo>
                  <a:pt x="6821" y="79681"/>
                  <a:pt x="6038" y="80551"/>
                  <a:pt x="5298" y="81349"/>
                </a:cubicBezTo>
                <a:cubicBezTo>
                  <a:pt x="3797" y="82953"/>
                  <a:pt x="2281" y="84660"/>
                  <a:pt x="1369" y="86603"/>
                </a:cubicBezTo>
                <a:cubicBezTo>
                  <a:pt x="1369" y="86573"/>
                  <a:pt x="1339" y="86558"/>
                  <a:pt x="1339" y="86514"/>
                </a:cubicBezTo>
                <a:cubicBezTo>
                  <a:pt x="2222" y="84454"/>
                  <a:pt x="3797" y="82688"/>
                  <a:pt x="5416" y="81040"/>
                </a:cubicBezTo>
                <a:cubicBezTo>
                  <a:pt x="6135" y="80292"/>
                  <a:pt x="6854" y="79543"/>
                  <a:pt x="7478" y="78754"/>
                </a:cubicBezTo>
                <a:close/>
                <a:moveTo>
                  <a:pt x="1177" y="86588"/>
                </a:moveTo>
                <a:cubicBezTo>
                  <a:pt x="1177" y="86603"/>
                  <a:pt x="1177" y="86632"/>
                  <a:pt x="1192" y="86647"/>
                </a:cubicBezTo>
                <a:cubicBezTo>
                  <a:pt x="1192" y="86661"/>
                  <a:pt x="1192" y="86661"/>
                  <a:pt x="1177" y="86676"/>
                </a:cubicBezTo>
                <a:cubicBezTo>
                  <a:pt x="1163" y="86661"/>
                  <a:pt x="1163" y="86647"/>
                  <a:pt x="1163" y="86632"/>
                </a:cubicBezTo>
                <a:cubicBezTo>
                  <a:pt x="1163" y="86603"/>
                  <a:pt x="1163" y="86603"/>
                  <a:pt x="1177" y="86588"/>
                </a:cubicBezTo>
                <a:close/>
                <a:moveTo>
                  <a:pt x="1280" y="86647"/>
                </a:moveTo>
                <a:cubicBezTo>
                  <a:pt x="1280" y="86661"/>
                  <a:pt x="1310" y="86706"/>
                  <a:pt x="1310" y="86720"/>
                </a:cubicBezTo>
                <a:cubicBezTo>
                  <a:pt x="1310" y="86720"/>
                  <a:pt x="1310" y="86735"/>
                  <a:pt x="1280" y="86735"/>
                </a:cubicBezTo>
                <a:cubicBezTo>
                  <a:pt x="1280" y="86720"/>
                  <a:pt x="1266" y="86676"/>
                  <a:pt x="1266" y="86661"/>
                </a:cubicBezTo>
                <a:cubicBezTo>
                  <a:pt x="1266" y="86661"/>
                  <a:pt x="1266" y="86647"/>
                  <a:pt x="1280" y="86647"/>
                </a:cubicBezTo>
                <a:close/>
                <a:moveTo>
                  <a:pt x="7299" y="79141"/>
                </a:moveTo>
                <a:lnTo>
                  <a:pt x="7299" y="79141"/>
                </a:lnTo>
                <a:cubicBezTo>
                  <a:pt x="6681" y="80054"/>
                  <a:pt x="5960" y="80922"/>
                  <a:pt x="5239" y="81717"/>
                </a:cubicBezTo>
                <a:cubicBezTo>
                  <a:pt x="3885" y="83218"/>
                  <a:pt x="2369" y="84895"/>
                  <a:pt x="1413" y="86809"/>
                </a:cubicBezTo>
                <a:cubicBezTo>
                  <a:pt x="1413" y="86779"/>
                  <a:pt x="1398" y="86750"/>
                  <a:pt x="1398" y="86720"/>
                </a:cubicBezTo>
                <a:cubicBezTo>
                  <a:pt x="2296" y="84748"/>
                  <a:pt x="3826" y="83012"/>
                  <a:pt x="5357" y="81408"/>
                </a:cubicBezTo>
                <a:cubicBezTo>
                  <a:pt x="6019" y="80701"/>
                  <a:pt x="6696" y="79951"/>
                  <a:pt x="7299" y="79141"/>
                </a:cubicBezTo>
                <a:close/>
                <a:moveTo>
                  <a:pt x="1104" y="86794"/>
                </a:moveTo>
                <a:cubicBezTo>
                  <a:pt x="1104" y="86809"/>
                  <a:pt x="1104" y="86823"/>
                  <a:pt x="1118" y="86853"/>
                </a:cubicBezTo>
                <a:cubicBezTo>
                  <a:pt x="1118" y="86853"/>
                  <a:pt x="1118" y="86867"/>
                  <a:pt x="1104" y="86867"/>
                </a:cubicBezTo>
                <a:lnTo>
                  <a:pt x="1104" y="86809"/>
                </a:lnTo>
                <a:lnTo>
                  <a:pt x="1104" y="86794"/>
                </a:lnTo>
                <a:close/>
                <a:moveTo>
                  <a:pt x="1207" y="86794"/>
                </a:moveTo>
                <a:cubicBezTo>
                  <a:pt x="1207" y="86809"/>
                  <a:pt x="1236" y="86853"/>
                  <a:pt x="1236" y="86867"/>
                </a:cubicBezTo>
                <a:cubicBezTo>
                  <a:pt x="1236" y="86882"/>
                  <a:pt x="1207" y="86897"/>
                  <a:pt x="1207" y="86897"/>
                </a:cubicBezTo>
                <a:cubicBezTo>
                  <a:pt x="1221" y="86882"/>
                  <a:pt x="1192" y="86867"/>
                  <a:pt x="1192" y="86823"/>
                </a:cubicBezTo>
                <a:cubicBezTo>
                  <a:pt x="1192" y="86809"/>
                  <a:pt x="1207" y="86794"/>
                  <a:pt x="1207" y="86794"/>
                </a:cubicBezTo>
                <a:close/>
                <a:moveTo>
                  <a:pt x="1339" y="86823"/>
                </a:moveTo>
                <a:cubicBezTo>
                  <a:pt x="1339" y="86867"/>
                  <a:pt x="1354" y="86882"/>
                  <a:pt x="1354" y="86926"/>
                </a:cubicBezTo>
                <a:cubicBezTo>
                  <a:pt x="1354" y="86941"/>
                  <a:pt x="1339" y="86941"/>
                  <a:pt x="1339" y="86956"/>
                </a:cubicBezTo>
                <a:cubicBezTo>
                  <a:pt x="1324" y="86941"/>
                  <a:pt x="1324" y="86897"/>
                  <a:pt x="1324" y="86867"/>
                </a:cubicBezTo>
                <a:cubicBezTo>
                  <a:pt x="1324" y="86838"/>
                  <a:pt x="1324" y="86838"/>
                  <a:pt x="1339" y="86823"/>
                </a:cubicBezTo>
                <a:close/>
                <a:moveTo>
                  <a:pt x="7137" y="79480"/>
                </a:moveTo>
                <a:cubicBezTo>
                  <a:pt x="6564" y="80451"/>
                  <a:pt x="5857" y="81334"/>
                  <a:pt x="5195" y="82085"/>
                </a:cubicBezTo>
                <a:lnTo>
                  <a:pt x="4930" y="82379"/>
                </a:lnTo>
                <a:cubicBezTo>
                  <a:pt x="3664" y="83851"/>
                  <a:pt x="2340" y="85352"/>
                  <a:pt x="1457" y="87044"/>
                </a:cubicBezTo>
                <a:cubicBezTo>
                  <a:pt x="1428" y="87015"/>
                  <a:pt x="1428" y="86970"/>
                  <a:pt x="1413" y="86941"/>
                </a:cubicBezTo>
                <a:cubicBezTo>
                  <a:pt x="2355" y="84984"/>
                  <a:pt x="3885" y="83291"/>
                  <a:pt x="5283" y="81761"/>
                </a:cubicBezTo>
                <a:cubicBezTo>
                  <a:pt x="5916" y="81054"/>
                  <a:pt x="6564" y="80289"/>
                  <a:pt x="7137" y="79480"/>
                </a:cubicBezTo>
                <a:close/>
                <a:moveTo>
                  <a:pt x="1148" y="86970"/>
                </a:moveTo>
                <a:cubicBezTo>
                  <a:pt x="1148" y="87000"/>
                  <a:pt x="1163" y="87015"/>
                  <a:pt x="1163" y="87044"/>
                </a:cubicBezTo>
                <a:cubicBezTo>
                  <a:pt x="1163" y="87073"/>
                  <a:pt x="1148" y="87073"/>
                  <a:pt x="1148" y="87088"/>
                </a:cubicBezTo>
                <a:cubicBezTo>
                  <a:pt x="1148" y="87044"/>
                  <a:pt x="1148" y="87029"/>
                  <a:pt x="1118" y="87015"/>
                </a:cubicBezTo>
                <a:cubicBezTo>
                  <a:pt x="1118" y="87000"/>
                  <a:pt x="1118" y="87000"/>
                  <a:pt x="1148" y="86970"/>
                </a:cubicBezTo>
                <a:close/>
                <a:moveTo>
                  <a:pt x="1266" y="87000"/>
                </a:moveTo>
                <a:cubicBezTo>
                  <a:pt x="1266" y="87029"/>
                  <a:pt x="1280" y="87044"/>
                  <a:pt x="1280" y="87088"/>
                </a:cubicBezTo>
                <a:cubicBezTo>
                  <a:pt x="1280" y="87103"/>
                  <a:pt x="1266" y="87118"/>
                  <a:pt x="1266" y="87147"/>
                </a:cubicBezTo>
                <a:cubicBezTo>
                  <a:pt x="1251" y="87103"/>
                  <a:pt x="1251" y="87073"/>
                  <a:pt x="1251" y="87044"/>
                </a:cubicBezTo>
                <a:cubicBezTo>
                  <a:pt x="1251" y="87029"/>
                  <a:pt x="1266" y="87015"/>
                  <a:pt x="1266" y="87000"/>
                </a:cubicBezTo>
                <a:close/>
                <a:moveTo>
                  <a:pt x="1383" y="87044"/>
                </a:moveTo>
                <a:cubicBezTo>
                  <a:pt x="1383" y="87088"/>
                  <a:pt x="1398" y="87118"/>
                  <a:pt x="1413" y="87147"/>
                </a:cubicBezTo>
                <a:cubicBezTo>
                  <a:pt x="1413" y="87162"/>
                  <a:pt x="1398" y="87162"/>
                  <a:pt x="1398" y="87176"/>
                </a:cubicBezTo>
                <a:cubicBezTo>
                  <a:pt x="1383" y="87162"/>
                  <a:pt x="1383" y="87118"/>
                  <a:pt x="1369" y="87088"/>
                </a:cubicBezTo>
                <a:cubicBezTo>
                  <a:pt x="1369" y="87073"/>
                  <a:pt x="1383" y="87073"/>
                  <a:pt x="1383" y="87044"/>
                </a:cubicBezTo>
                <a:close/>
                <a:moveTo>
                  <a:pt x="7005" y="79848"/>
                </a:moveTo>
                <a:lnTo>
                  <a:pt x="7005" y="79848"/>
                </a:lnTo>
                <a:cubicBezTo>
                  <a:pt x="6461" y="80819"/>
                  <a:pt x="5784" y="81673"/>
                  <a:pt x="5136" y="82453"/>
                </a:cubicBezTo>
                <a:cubicBezTo>
                  <a:pt x="4945" y="82673"/>
                  <a:pt x="4783" y="82879"/>
                  <a:pt x="4592" y="83100"/>
                </a:cubicBezTo>
                <a:cubicBezTo>
                  <a:pt x="3488" y="84425"/>
                  <a:pt x="2355" y="85764"/>
                  <a:pt x="1531" y="87265"/>
                </a:cubicBezTo>
                <a:cubicBezTo>
                  <a:pt x="1516" y="87235"/>
                  <a:pt x="1516" y="87191"/>
                  <a:pt x="1486" y="87162"/>
                </a:cubicBezTo>
                <a:cubicBezTo>
                  <a:pt x="2369" y="85425"/>
                  <a:pt x="3694" y="83924"/>
                  <a:pt x="4989" y="82423"/>
                </a:cubicBezTo>
                <a:lnTo>
                  <a:pt x="5239" y="82129"/>
                </a:lnTo>
                <a:cubicBezTo>
                  <a:pt x="5828" y="81452"/>
                  <a:pt x="6461" y="80687"/>
                  <a:pt x="7005" y="79848"/>
                </a:cubicBezTo>
                <a:close/>
                <a:moveTo>
                  <a:pt x="1192" y="87176"/>
                </a:moveTo>
                <a:cubicBezTo>
                  <a:pt x="1192" y="87191"/>
                  <a:pt x="1207" y="87235"/>
                  <a:pt x="1207" y="87250"/>
                </a:cubicBezTo>
                <a:cubicBezTo>
                  <a:pt x="1207" y="87265"/>
                  <a:pt x="1192" y="87294"/>
                  <a:pt x="1192" y="87294"/>
                </a:cubicBezTo>
                <a:cubicBezTo>
                  <a:pt x="1177" y="87265"/>
                  <a:pt x="1177" y="87250"/>
                  <a:pt x="1177" y="87221"/>
                </a:cubicBezTo>
                <a:cubicBezTo>
                  <a:pt x="1177" y="87191"/>
                  <a:pt x="1192" y="87176"/>
                  <a:pt x="1192" y="87176"/>
                </a:cubicBezTo>
                <a:close/>
                <a:moveTo>
                  <a:pt x="1310" y="87191"/>
                </a:moveTo>
                <a:cubicBezTo>
                  <a:pt x="1310" y="87235"/>
                  <a:pt x="1324" y="87250"/>
                  <a:pt x="1324" y="87294"/>
                </a:cubicBezTo>
                <a:cubicBezTo>
                  <a:pt x="1324" y="87309"/>
                  <a:pt x="1310" y="87324"/>
                  <a:pt x="1310" y="87338"/>
                </a:cubicBezTo>
                <a:cubicBezTo>
                  <a:pt x="1310" y="87324"/>
                  <a:pt x="1310" y="87294"/>
                  <a:pt x="1280" y="87250"/>
                </a:cubicBezTo>
                <a:cubicBezTo>
                  <a:pt x="1280" y="87235"/>
                  <a:pt x="1310" y="87221"/>
                  <a:pt x="1310" y="87191"/>
                </a:cubicBezTo>
                <a:close/>
                <a:moveTo>
                  <a:pt x="1457" y="87265"/>
                </a:moveTo>
                <a:cubicBezTo>
                  <a:pt x="1472" y="87309"/>
                  <a:pt x="1472" y="87338"/>
                  <a:pt x="1486" y="87383"/>
                </a:cubicBezTo>
                <a:cubicBezTo>
                  <a:pt x="1486" y="87397"/>
                  <a:pt x="1472" y="87412"/>
                  <a:pt x="1472" y="87412"/>
                </a:cubicBezTo>
                <a:cubicBezTo>
                  <a:pt x="1457" y="87383"/>
                  <a:pt x="1442" y="87338"/>
                  <a:pt x="1442" y="87309"/>
                </a:cubicBezTo>
                <a:cubicBezTo>
                  <a:pt x="1442" y="87294"/>
                  <a:pt x="1457" y="87294"/>
                  <a:pt x="1457" y="87265"/>
                </a:cubicBezTo>
                <a:close/>
                <a:moveTo>
                  <a:pt x="1118" y="87368"/>
                </a:moveTo>
                <a:lnTo>
                  <a:pt x="1118" y="87368"/>
                </a:lnTo>
                <a:cubicBezTo>
                  <a:pt x="1148" y="87383"/>
                  <a:pt x="1148" y="87397"/>
                  <a:pt x="1148" y="87412"/>
                </a:cubicBezTo>
                <a:lnTo>
                  <a:pt x="1148" y="87441"/>
                </a:lnTo>
                <a:cubicBezTo>
                  <a:pt x="1118" y="87412"/>
                  <a:pt x="1118" y="87397"/>
                  <a:pt x="1118" y="87368"/>
                </a:cubicBezTo>
                <a:close/>
                <a:moveTo>
                  <a:pt x="6755" y="80436"/>
                </a:moveTo>
                <a:lnTo>
                  <a:pt x="6755" y="80436"/>
                </a:lnTo>
                <a:cubicBezTo>
                  <a:pt x="6240" y="81349"/>
                  <a:pt x="5636" y="82158"/>
                  <a:pt x="5092" y="82835"/>
                </a:cubicBezTo>
                <a:cubicBezTo>
                  <a:pt x="4842" y="83144"/>
                  <a:pt x="4577" y="83483"/>
                  <a:pt x="4327" y="83792"/>
                </a:cubicBezTo>
                <a:cubicBezTo>
                  <a:pt x="3355" y="84969"/>
                  <a:pt x="2369" y="86190"/>
                  <a:pt x="1619" y="87515"/>
                </a:cubicBezTo>
                <a:cubicBezTo>
                  <a:pt x="1604" y="87471"/>
                  <a:pt x="1604" y="87441"/>
                  <a:pt x="1575" y="87397"/>
                </a:cubicBezTo>
                <a:cubicBezTo>
                  <a:pt x="2414" y="85867"/>
                  <a:pt x="3547" y="84513"/>
                  <a:pt x="4665" y="83159"/>
                </a:cubicBezTo>
                <a:cubicBezTo>
                  <a:pt x="4856" y="82953"/>
                  <a:pt x="5033" y="82747"/>
                  <a:pt x="5210" y="82526"/>
                </a:cubicBezTo>
                <a:cubicBezTo>
                  <a:pt x="5725" y="81893"/>
                  <a:pt x="6269" y="81202"/>
                  <a:pt x="6755" y="80436"/>
                </a:cubicBezTo>
                <a:close/>
                <a:moveTo>
                  <a:pt x="1236" y="87383"/>
                </a:moveTo>
                <a:cubicBezTo>
                  <a:pt x="1236" y="87412"/>
                  <a:pt x="1251" y="87441"/>
                  <a:pt x="1251" y="87471"/>
                </a:cubicBezTo>
                <a:cubicBezTo>
                  <a:pt x="1251" y="87486"/>
                  <a:pt x="1236" y="87515"/>
                  <a:pt x="1236" y="87530"/>
                </a:cubicBezTo>
                <a:cubicBezTo>
                  <a:pt x="1236" y="87486"/>
                  <a:pt x="1221" y="87456"/>
                  <a:pt x="1221" y="87441"/>
                </a:cubicBezTo>
                <a:cubicBezTo>
                  <a:pt x="1221" y="87412"/>
                  <a:pt x="1236" y="87397"/>
                  <a:pt x="1236" y="87383"/>
                </a:cubicBezTo>
                <a:close/>
                <a:moveTo>
                  <a:pt x="1383" y="87412"/>
                </a:moveTo>
                <a:cubicBezTo>
                  <a:pt x="1398" y="87456"/>
                  <a:pt x="1398" y="87486"/>
                  <a:pt x="1413" y="87515"/>
                </a:cubicBezTo>
                <a:cubicBezTo>
                  <a:pt x="1398" y="87530"/>
                  <a:pt x="1398" y="87544"/>
                  <a:pt x="1383" y="87559"/>
                </a:cubicBezTo>
                <a:cubicBezTo>
                  <a:pt x="1369" y="87544"/>
                  <a:pt x="1369" y="87515"/>
                  <a:pt x="1339" y="87471"/>
                </a:cubicBezTo>
                <a:cubicBezTo>
                  <a:pt x="1369" y="87456"/>
                  <a:pt x="1369" y="87441"/>
                  <a:pt x="1383" y="87412"/>
                </a:cubicBezTo>
                <a:close/>
                <a:moveTo>
                  <a:pt x="1045" y="87530"/>
                </a:moveTo>
                <a:cubicBezTo>
                  <a:pt x="1045" y="87544"/>
                  <a:pt x="1045" y="87559"/>
                  <a:pt x="1060" y="87589"/>
                </a:cubicBezTo>
                <a:lnTo>
                  <a:pt x="1060" y="87603"/>
                </a:lnTo>
                <a:cubicBezTo>
                  <a:pt x="1045" y="87589"/>
                  <a:pt x="1045" y="87559"/>
                  <a:pt x="1045" y="87544"/>
                </a:cubicBezTo>
                <a:lnTo>
                  <a:pt x="1045" y="87530"/>
                </a:lnTo>
                <a:close/>
                <a:moveTo>
                  <a:pt x="1163" y="87559"/>
                </a:moveTo>
                <a:cubicBezTo>
                  <a:pt x="1163" y="87589"/>
                  <a:pt x="1177" y="87618"/>
                  <a:pt x="1177" y="87633"/>
                </a:cubicBezTo>
                <a:cubicBezTo>
                  <a:pt x="1177" y="87633"/>
                  <a:pt x="1177" y="87662"/>
                  <a:pt x="1163" y="87662"/>
                </a:cubicBezTo>
                <a:lnTo>
                  <a:pt x="1163" y="87589"/>
                </a:lnTo>
                <a:lnTo>
                  <a:pt x="1163" y="87559"/>
                </a:lnTo>
                <a:close/>
                <a:moveTo>
                  <a:pt x="1516" y="87486"/>
                </a:moveTo>
                <a:cubicBezTo>
                  <a:pt x="1531" y="87530"/>
                  <a:pt x="1531" y="87559"/>
                  <a:pt x="1545" y="87603"/>
                </a:cubicBezTo>
                <a:cubicBezTo>
                  <a:pt x="1545" y="87618"/>
                  <a:pt x="1531" y="87633"/>
                  <a:pt x="1531" y="87662"/>
                </a:cubicBezTo>
                <a:cubicBezTo>
                  <a:pt x="1516" y="87603"/>
                  <a:pt x="1516" y="87559"/>
                  <a:pt x="1486" y="87530"/>
                </a:cubicBezTo>
                <a:cubicBezTo>
                  <a:pt x="1486" y="87515"/>
                  <a:pt x="1516" y="87486"/>
                  <a:pt x="1516" y="87486"/>
                </a:cubicBezTo>
                <a:close/>
                <a:moveTo>
                  <a:pt x="1280" y="87589"/>
                </a:moveTo>
                <a:cubicBezTo>
                  <a:pt x="1280" y="87618"/>
                  <a:pt x="1310" y="87633"/>
                  <a:pt x="1310" y="87677"/>
                </a:cubicBezTo>
                <a:cubicBezTo>
                  <a:pt x="1280" y="87692"/>
                  <a:pt x="1280" y="87706"/>
                  <a:pt x="1266" y="87736"/>
                </a:cubicBezTo>
                <a:cubicBezTo>
                  <a:pt x="1280" y="87706"/>
                  <a:pt x="1266" y="87677"/>
                  <a:pt x="1266" y="87633"/>
                </a:cubicBezTo>
                <a:cubicBezTo>
                  <a:pt x="1266" y="87618"/>
                  <a:pt x="1280" y="87603"/>
                  <a:pt x="1280" y="87589"/>
                </a:cubicBezTo>
                <a:close/>
                <a:moveTo>
                  <a:pt x="6534" y="80996"/>
                </a:moveTo>
                <a:cubicBezTo>
                  <a:pt x="6107" y="81702"/>
                  <a:pt x="5636" y="82438"/>
                  <a:pt x="5048" y="83203"/>
                </a:cubicBezTo>
                <a:cubicBezTo>
                  <a:pt x="4724" y="83630"/>
                  <a:pt x="4386" y="84057"/>
                  <a:pt x="4062" y="84454"/>
                </a:cubicBezTo>
                <a:cubicBezTo>
                  <a:pt x="3223" y="85499"/>
                  <a:pt x="2369" y="86573"/>
                  <a:pt x="1692" y="87736"/>
                </a:cubicBezTo>
                <a:cubicBezTo>
                  <a:pt x="1678" y="87692"/>
                  <a:pt x="1648" y="87662"/>
                  <a:pt x="1648" y="87603"/>
                </a:cubicBezTo>
                <a:cubicBezTo>
                  <a:pt x="2414" y="86264"/>
                  <a:pt x="3414" y="85043"/>
                  <a:pt x="4400" y="83851"/>
                </a:cubicBezTo>
                <a:cubicBezTo>
                  <a:pt x="4650" y="83542"/>
                  <a:pt x="4915" y="83203"/>
                  <a:pt x="5165" y="82894"/>
                </a:cubicBezTo>
                <a:cubicBezTo>
                  <a:pt x="5607" y="82335"/>
                  <a:pt x="6093" y="81702"/>
                  <a:pt x="6534" y="80996"/>
                </a:cubicBezTo>
                <a:close/>
                <a:moveTo>
                  <a:pt x="1442" y="87618"/>
                </a:moveTo>
                <a:cubicBezTo>
                  <a:pt x="1457" y="87662"/>
                  <a:pt x="1457" y="87692"/>
                  <a:pt x="1472" y="87736"/>
                </a:cubicBezTo>
                <a:cubicBezTo>
                  <a:pt x="1457" y="87750"/>
                  <a:pt x="1457" y="87765"/>
                  <a:pt x="1442" y="87809"/>
                </a:cubicBezTo>
                <a:cubicBezTo>
                  <a:pt x="1413" y="87765"/>
                  <a:pt x="1413" y="87736"/>
                  <a:pt x="1398" y="87692"/>
                </a:cubicBezTo>
                <a:cubicBezTo>
                  <a:pt x="1413" y="87677"/>
                  <a:pt x="1413" y="87662"/>
                  <a:pt x="1442" y="87618"/>
                </a:cubicBezTo>
                <a:close/>
                <a:moveTo>
                  <a:pt x="1104" y="87706"/>
                </a:moveTo>
                <a:cubicBezTo>
                  <a:pt x="1104" y="87736"/>
                  <a:pt x="1104" y="87750"/>
                  <a:pt x="1118" y="87780"/>
                </a:cubicBezTo>
                <a:cubicBezTo>
                  <a:pt x="1118" y="87809"/>
                  <a:pt x="1118" y="87809"/>
                  <a:pt x="1104" y="87824"/>
                </a:cubicBezTo>
                <a:cubicBezTo>
                  <a:pt x="1104" y="87809"/>
                  <a:pt x="1089" y="87765"/>
                  <a:pt x="1089" y="87750"/>
                </a:cubicBezTo>
                <a:cubicBezTo>
                  <a:pt x="1089" y="87736"/>
                  <a:pt x="1089" y="87736"/>
                  <a:pt x="1104" y="87706"/>
                </a:cubicBezTo>
                <a:close/>
                <a:moveTo>
                  <a:pt x="1575" y="87692"/>
                </a:moveTo>
                <a:cubicBezTo>
                  <a:pt x="1604" y="87736"/>
                  <a:pt x="1604" y="87765"/>
                  <a:pt x="1619" y="87809"/>
                </a:cubicBezTo>
                <a:cubicBezTo>
                  <a:pt x="1619" y="87824"/>
                  <a:pt x="1604" y="87839"/>
                  <a:pt x="1604" y="87853"/>
                </a:cubicBezTo>
                <a:cubicBezTo>
                  <a:pt x="1589" y="87824"/>
                  <a:pt x="1589" y="87780"/>
                  <a:pt x="1560" y="87750"/>
                </a:cubicBezTo>
                <a:cubicBezTo>
                  <a:pt x="1560" y="87736"/>
                  <a:pt x="1575" y="87706"/>
                  <a:pt x="1575" y="87692"/>
                </a:cubicBezTo>
                <a:close/>
                <a:moveTo>
                  <a:pt x="1207" y="87750"/>
                </a:moveTo>
                <a:cubicBezTo>
                  <a:pt x="1207" y="87780"/>
                  <a:pt x="1236" y="87809"/>
                  <a:pt x="1236" y="87839"/>
                </a:cubicBezTo>
                <a:cubicBezTo>
                  <a:pt x="1236" y="87848"/>
                  <a:pt x="1223" y="87852"/>
                  <a:pt x="1215" y="87861"/>
                </a:cubicBezTo>
                <a:lnTo>
                  <a:pt x="1215" y="87861"/>
                </a:lnTo>
                <a:cubicBezTo>
                  <a:pt x="1220" y="87838"/>
                  <a:pt x="1214" y="87813"/>
                  <a:pt x="1192" y="87780"/>
                </a:cubicBezTo>
                <a:cubicBezTo>
                  <a:pt x="1192" y="87765"/>
                  <a:pt x="1192" y="87765"/>
                  <a:pt x="1207" y="87750"/>
                </a:cubicBezTo>
                <a:close/>
                <a:moveTo>
                  <a:pt x="1369" y="87809"/>
                </a:moveTo>
                <a:cubicBezTo>
                  <a:pt x="1383" y="87839"/>
                  <a:pt x="1383" y="87883"/>
                  <a:pt x="1398" y="87912"/>
                </a:cubicBezTo>
                <a:cubicBezTo>
                  <a:pt x="1383" y="87927"/>
                  <a:pt x="1383" y="87956"/>
                  <a:pt x="1369" y="87971"/>
                </a:cubicBezTo>
                <a:cubicBezTo>
                  <a:pt x="1339" y="87927"/>
                  <a:pt x="1324" y="87898"/>
                  <a:pt x="1324" y="87853"/>
                </a:cubicBezTo>
                <a:cubicBezTo>
                  <a:pt x="1339" y="87839"/>
                  <a:pt x="1339" y="87824"/>
                  <a:pt x="1369" y="87809"/>
                </a:cubicBezTo>
                <a:close/>
                <a:moveTo>
                  <a:pt x="1148" y="87912"/>
                </a:moveTo>
                <a:cubicBezTo>
                  <a:pt x="1148" y="87927"/>
                  <a:pt x="1163" y="87971"/>
                  <a:pt x="1163" y="87986"/>
                </a:cubicBezTo>
                <a:cubicBezTo>
                  <a:pt x="1163" y="88001"/>
                  <a:pt x="1148" y="88001"/>
                  <a:pt x="1148" y="88030"/>
                </a:cubicBezTo>
                <a:cubicBezTo>
                  <a:pt x="1148" y="88001"/>
                  <a:pt x="1148" y="87986"/>
                  <a:pt x="1118" y="87956"/>
                </a:cubicBezTo>
                <a:cubicBezTo>
                  <a:pt x="1118" y="87927"/>
                  <a:pt x="1148" y="87927"/>
                  <a:pt x="1148" y="87912"/>
                </a:cubicBezTo>
                <a:close/>
                <a:moveTo>
                  <a:pt x="1516" y="87839"/>
                </a:moveTo>
                <a:cubicBezTo>
                  <a:pt x="1531" y="87883"/>
                  <a:pt x="1531" y="87912"/>
                  <a:pt x="1545" y="87956"/>
                </a:cubicBezTo>
                <a:cubicBezTo>
                  <a:pt x="1531" y="87971"/>
                  <a:pt x="1516" y="88001"/>
                  <a:pt x="1516" y="88030"/>
                </a:cubicBezTo>
                <a:cubicBezTo>
                  <a:pt x="1486" y="87986"/>
                  <a:pt x="1486" y="87956"/>
                  <a:pt x="1472" y="87912"/>
                </a:cubicBezTo>
                <a:cubicBezTo>
                  <a:pt x="1486" y="87898"/>
                  <a:pt x="1486" y="87853"/>
                  <a:pt x="1516" y="87839"/>
                </a:cubicBezTo>
                <a:close/>
                <a:moveTo>
                  <a:pt x="1266" y="87971"/>
                </a:moveTo>
                <a:cubicBezTo>
                  <a:pt x="1266" y="88001"/>
                  <a:pt x="1280" y="88030"/>
                  <a:pt x="1280" y="88059"/>
                </a:cubicBezTo>
                <a:cubicBezTo>
                  <a:pt x="1280" y="88074"/>
                  <a:pt x="1266" y="88074"/>
                  <a:pt x="1266" y="88104"/>
                </a:cubicBezTo>
                <a:cubicBezTo>
                  <a:pt x="1266" y="88059"/>
                  <a:pt x="1266" y="88045"/>
                  <a:pt x="1251" y="88001"/>
                </a:cubicBezTo>
                <a:cubicBezTo>
                  <a:pt x="1251" y="87986"/>
                  <a:pt x="1266" y="87986"/>
                  <a:pt x="1266" y="87971"/>
                </a:cubicBezTo>
                <a:close/>
                <a:moveTo>
                  <a:pt x="1089" y="88104"/>
                </a:moveTo>
                <a:cubicBezTo>
                  <a:pt x="1089" y="88118"/>
                  <a:pt x="1104" y="88148"/>
                  <a:pt x="1104" y="88162"/>
                </a:cubicBezTo>
                <a:cubicBezTo>
                  <a:pt x="1104" y="88162"/>
                  <a:pt x="1104" y="88192"/>
                  <a:pt x="1089" y="88192"/>
                </a:cubicBezTo>
                <a:cubicBezTo>
                  <a:pt x="1089" y="88177"/>
                  <a:pt x="1074" y="88133"/>
                  <a:pt x="1074" y="88118"/>
                </a:cubicBezTo>
                <a:cubicBezTo>
                  <a:pt x="1074" y="88118"/>
                  <a:pt x="1074" y="88104"/>
                  <a:pt x="1089" y="88104"/>
                </a:cubicBezTo>
                <a:close/>
                <a:moveTo>
                  <a:pt x="1413" y="88001"/>
                </a:moveTo>
                <a:cubicBezTo>
                  <a:pt x="1428" y="88045"/>
                  <a:pt x="1428" y="88074"/>
                  <a:pt x="1457" y="88118"/>
                </a:cubicBezTo>
                <a:cubicBezTo>
                  <a:pt x="1442" y="88133"/>
                  <a:pt x="1413" y="88148"/>
                  <a:pt x="1413" y="88192"/>
                </a:cubicBezTo>
                <a:cubicBezTo>
                  <a:pt x="1398" y="88148"/>
                  <a:pt x="1398" y="88118"/>
                  <a:pt x="1383" y="88074"/>
                </a:cubicBezTo>
                <a:cubicBezTo>
                  <a:pt x="1398" y="88059"/>
                  <a:pt x="1398" y="88045"/>
                  <a:pt x="1413" y="88001"/>
                </a:cubicBezTo>
                <a:close/>
                <a:moveTo>
                  <a:pt x="1192" y="88133"/>
                </a:moveTo>
                <a:cubicBezTo>
                  <a:pt x="1192" y="88177"/>
                  <a:pt x="1207" y="88192"/>
                  <a:pt x="1207" y="88221"/>
                </a:cubicBezTo>
                <a:cubicBezTo>
                  <a:pt x="1207" y="88251"/>
                  <a:pt x="1192" y="88265"/>
                  <a:pt x="1192" y="88265"/>
                </a:cubicBezTo>
                <a:cubicBezTo>
                  <a:pt x="1192" y="88221"/>
                  <a:pt x="1177" y="88207"/>
                  <a:pt x="1177" y="88177"/>
                </a:cubicBezTo>
                <a:cubicBezTo>
                  <a:pt x="1177" y="88148"/>
                  <a:pt x="1192" y="88133"/>
                  <a:pt x="1192" y="88133"/>
                </a:cubicBezTo>
                <a:close/>
                <a:moveTo>
                  <a:pt x="1324" y="88177"/>
                </a:moveTo>
                <a:cubicBezTo>
                  <a:pt x="1339" y="88207"/>
                  <a:pt x="1339" y="88251"/>
                  <a:pt x="1369" y="88280"/>
                </a:cubicBezTo>
                <a:cubicBezTo>
                  <a:pt x="1339" y="88295"/>
                  <a:pt x="1339" y="88324"/>
                  <a:pt x="1339" y="88324"/>
                </a:cubicBezTo>
                <a:cubicBezTo>
                  <a:pt x="1324" y="88280"/>
                  <a:pt x="1324" y="88251"/>
                  <a:pt x="1310" y="88207"/>
                </a:cubicBezTo>
                <a:cubicBezTo>
                  <a:pt x="1310" y="88192"/>
                  <a:pt x="1324" y="88192"/>
                  <a:pt x="1324" y="88177"/>
                </a:cubicBezTo>
                <a:close/>
                <a:moveTo>
                  <a:pt x="1001" y="88251"/>
                </a:moveTo>
                <a:cubicBezTo>
                  <a:pt x="1015" y="88280"/>
                  <a:pt x="1030" y="88295"/>
                  <a:pt x="1030" y="88324"/>
                </a:cubicBezTo>
                <a:cubicBezTo>
                  <a:pt x="1030" y="88324"/>
                  <a:pt x="1030" y="88339"/>
                  <a:pt x="1015" y="88339"/>
                </a:cubicBezTo>
                <a:cubicBezTo>
                  <a:pt x="1015" y="88324"/>
                  <a:pt x="1015" y="88295"/>
                  <a:pt x="1001" y="88265"/>
                </a:cubicBezTo>
                <a:lnTo>
                  <a:pt x="1001" y="88251"/>
                </a:lnTo>
                <a:close/>
                <a:moveTo>
                  <a:pt x="1118" y="88280"/>
                </a:moveTo>
                <a:cubicBezTo>
                  <a:pt x="1118" y="88295"/>
                  <a:pt x="1133" y="88339"/>
                  <a:pt x="1133" y="88354"/>
                </a:cubicBezTo>
                <a:cubicBezTo>
                  <a:pt x="1133" y="88368"/>
                  <a:pt x="1118" y="88368"/>
                  <a:pt x="1118" y="88398"/>
                </a:cubicBezTo>
                <a:cubicBezTo>
                  <a:pt x="1118" y="88368"/>
                  <a:pt x="1118" y="88354"/>
                  <a:pt x="1104" y="88324"/>
                </a:cubicBezTo>
                <a:cubicBezTo>
                  <a:pt x="1104" y="88295"/>
                  <a:pt x="1104" y="88295"/>
                  <a:pt x="1118" y="88280"/>
                </a:cubicBezTo>
                <a:close/>
                <a:moveTo>
                  <a:pt x="1251" y="88339"/>
                </a:moveTo>
                <a:cubicBezTo>
                  <a:pt x="1251" y="88368"/>
                  <a:pt x="1266" y="88413"/>
                  <a:pt x="1295" y="88427"/>
                </a:cubicBezTo>
                <a:cubicBezTo>
                  <a:pt x="1266" y="88442"/>
                  <a:pt x="1266" y="88472"/>
                  <a:pt x="1251" y="88486"/>
                </a:cubicBezTo>
                <a:cubicBezTo>
                  <a:pt x="1251" y="88442"/>
                  <a:pt x="1236" y="88413"/>
                  <a:pt x="1236" y="88398"/>
                </a:cubicBezTo>
                <a:cubicBezTo>
                  <a:pt x="1236" y="88368"/>
                  <a:pt x="1251" y="88354"/>
                  <a:pt x="1251" y="88339"/>
                </a:cubicBezTo>
                <a:close/>
                <a:moveTo>
                  <a:pt x="1060" y="88442"/>
                </a:moveTo>
                <a:cubicBezTo>
                  <a:pt x="1060" y="88472"/>
                  <a:pt x="1089" y="88501"/>
                  <a:pt x="1089" y="88516"/>
                </a:cubicBezTo>
                <a:cubicBezTo>
                  <a:pt x="1089" y="88545"/>
                  <a:pt x="1060" y="88545"/>
                  <a:pt x="1060" y="88560"/>
                </a:cubicBezTo>
                <a:cubicBezTo>
                  <a:pt x="1045" y="88545"/>
                  <a:pt x="1045" y="88516"/>
                  <a:pt x="1045" y="88486"/>
                </a:cubicBezTo>
                <a:cubicBezTo>
                  <a:pt x="1045" y="88472"/>
                  <a:pt x="1045" y="88472"/>
                  <a:pt x="1060" y="88442"/>
                </a:cubicBezTo>
                <a:close/>
                <a:moveTo>
                  <a:pt x="1177" y="88501"/>
                </a:moveTo>
                <a:cubicBezTo>
                  <a:pt x="1177" y="88545"/>
                  <a:pt x="1192" y="88560"/>
                  <a:pt x="1192" y="88589"/>
                </a:cubicBezTo>
                <a:cubicBezTo>
                  <a:pt x="1192" y="88619"/>
                  <a:pt x="1192" y="88619"/>
                  <a:pt x="1177" y="88633"/>
                </a:cubicBezTo>
                <a:cubicBezTo>
                  <a:pt x="1177" y="88589"/>
                  <a:pt x="1163" y="88575"/>
                  <a:pt x="1163" y="88545"/>
                </a:cubicBezTo>
                <a:cubicBezTo>
                  <a:pt x="1163" y="88516"/>
                  <a:pt x="1177" y="88516"/>
                  <a:pt x="1177" y="88501"/>
                </a:cubicBezTo>
                <a:close/>
                <a:moveTo>
                  <a:pt x="957" y="88633"/>
                </a:moveTo>
                <a:cubicBezTo>
                  <a:pt x="1001" y="88663"/>
                  <a:pt x="1001" y="88678"/>
                  <a:pt x="1001" y="88707"/>
                </a:cubicBezTo>
                <a:cubicBezTo>
                  <a:pt x="1001" y="88707"/>
                  <a:pt x="1001" y="88722"/>
                  <a:pt x="971" y="88722"/>
                </a:cubicBezTo>
                <a:cubicBezTo>
                  <a:pt x="971" y="88707"/>
                  <a:pt x="971" y="88678"/>
                  <a:pt x="957" y="88648"/>
                </a:cubicBezTo>
                <a:lnTo>
                  <a:pt x="957" y="88633"/>
                </a:lnTo>
                <a:close/>
                <a:moveTo>
                  <a:pt x="1104" y="88663"/>
                </a:moveTo>
                <a:cubicBezTo>
                  <a:pt x="1104" y="88707"/>
                  <a:pt x="1118" y="88722"/>
                  <a:pt x="1118" y="88751"/>
                </a:cubicBezTo>
                <a:cubicBezTo>
                  <a:pt x="1118" y="88766"/>
                  <a:pt x="1104" y="88781"/>
                  <a:pt x="1104" y="88795"/>
                </a:cubicBezTo>
                <a:cubicBezTo>
                  <a:pt x="1104" y="88751"/>
                  <a:pt x="1089" y="88736"/>
                  <a:pt x="1089" y="88707"/>
                </a:cubicBezTo>
                <a:cubicBezTo>
                  <a:pt x="1089" y="88678"/>
                  <a:pt x="1104" y="88663"/>
                  <a:pt x="1104" y="88663"/>
                </a:cubicBezTo>
                <a:close/>
                <a:moveTo>
                  <a:pt x="1030" y="88854"/>
                </a:moveTo>
                <a:cubicBezTo>
                  <a:pt x="1030" y="88869"/>
                  <a:pt x="1030" y="88884"/>
                  <a:pt x="1045" y="88928"/>
                </a:cubicBezTo>
                <a:cubicBezTo>
                  <a:pt x="1045" y="88942"/>
                  <a:pt x="1030" y="88942"/>
                  <a:pt x="1030" y="88957"/>
                </a:cubicBezTo>
                <a:cubicBezTo>
                  <a:pt x="1030" y="88942"/>
                  <a:pt x="1015" y="88913"/>
                  <a:pt x="1015" y="88884"/>
                </a:cubicBezTo>
                <a:cubicBezTo>
                  <a:pt x="1015" y="88869"/>
                  <a:pt x="1015" y="88869"/>
                  <a:pt x="1030" y="88854"/>
                </a:cubicBezTo>
                <a:close/>
                <a:moveTo>
                  <a:pt x="957" y="89001"/>
                </a:moveTo>
                <a:cubicBezTo>
                  <a:pt x="957" y="89031"/>
                  <a:pt x="971" y="89045"/>
                  <a:pt x="971" y="89075"/>
                </a:cubicBezTo>
                <a:cubicBezTo>
                  <a:pt x="957" y="89075"/>
                  <a:pt x="957" y="89031"/>
                  <a:pt x="957" y="89016"/>
                </a:cubicBezTo>
                <a:lnTo>
                  <a:pt x="957" y="89001"/>
                </a:lnTo>
                <a:close/>
                <a:moveTo>
                  <a:pt x="883" y="89178"/>
                </a:moveTo>
                <a:cubicBezTo>
                  <a:pt x="898" y="89207"/>
                  <a:pt x="898" y="89222"/>
                  <a:pt x="898" y="89237"/>
                </a:cubicBezTo>
                <a:cubicBezTo>
                  <a:pt x="898" y="89237"/>
                  <a:pt x="898" y="89251"/>
                  <a:pt x="883" y="89251"/>
                </a:cubicBezTo>
                <a:lnTo>
                  <a:pt x="883" y="89207"/>
                </a:lnTo>
                <a:lnTo>
                  <a:pt x="883" y="89178"/>
                </a:lnTo>
                <a:close/>
                <a:moveTo>
                  <a:pt x="9151" y="1"/>
                </a:moveTo>
                <a:cubicBezTo>
                  <a:pt x="8699" y="1"/>
                  <a:pt x="8245" y="78"/>
                  <a:pt x="7800" y="247"/>
                </a:cubicBezTo>
                <a:lnTo>
                  <a:pt x="7844" y="320"/>
                </a:lnTo>
                <a:cubicBezTo>
                  <a:pt x="8284" y="155"/>
                  <a:pt x="8730" y="79"/>
                  <a:pt x="9173" y="79"/>
                </a:cubicBezTo>
                <a:cubicBezTo>
                  <a:pt x="10580" y="79"/>
                  <a:pt x="11953" y="849"/>
                  <a:pt x="12995" y="1969"/>
                </a:cubicBezTo>
                <a:cubicBezTo>
                  <a:pt x="12597" y="1601"/>
                  <a:pt x="12185" y="1248"/>
                  <a:pt x="11714" y="997"/>
                </a:cubicBezTo>
                <a:cubicBezTo>
                  <a:pt x="10828" y="465"/>
                  <a:pt x="9902" y="191"/>
                  <a:pt x="9007" y="191"/>
                </a:cubicBezTo>
                <a:cubicBezTo>
                  <a:pt x="8565" y="191"/>
                  <a:pt x="8130" y="258"/>
                  <a:pt x="7711" y="394"/>
                </a:cubicBezTo>
                <a:lnTo>
                  <a:pt x="7726" y="468"/>
                </a:lnTo>
                <a:cubicBezTo>
                  <a:pt x="8149" y="330"/>
                  <a:pt x="8578" y="266"/>
                  <a:pt x="9006" y="266"/>
                </a:cubicBezTo>
                <a:cubicBezTo>
                  <a:pt x="10494" y="266"/>
                  <a:pt x="11959" y="1043"/>
                  <a:pt x="13068" y="2175"/>
                </a:cubicBezTo>
                <a:cubicBezTo>
                  <a:pt x="11931" y="1095"/>
                  <a:pt x="10445" y="356"/>
                  <a:pt x="8903" y="356"/>
                </a:cubicBezTo>
                <a:cubicBezTo>
                  <a:pt x="8469" y="356"/>
                  <a:pt x="8030" y="415"/>
                  <a:pt x="7594" y="541"/>
                </a:cubicBezTo>
                <a:lnTo>
                  <a:pt x="7623" y="615"/>
                </a:lnTo>
                <a:cubicBezTo>
                  <a:pt x="8046" y="495"/>
                  <a:pt x="8471" y="439"/>
                  <a:pt x="8892" y="439"/>
                </a:cubicBezTo>
                <a:cubicBezTo>
                  <a:pt x="10538" y="439"/>
                  <a:pt x="12123" y="1291"/>
                  <a:pt x="13260" y="2498"/>
                </a:cubicBezTo>
                <a:cubicBezTo>
                  <a:pt x="12818" y="2086"/>
                  <a:pt x="12332" y="1719"/>
                  <a:pt x="11817" y="1424"/>
                </a:cubicBezTo>
                <a:cubicBezTo>
                  <a:pt x="10796" y="845"/>
                  <a:pt x="9729" y="545"/>
                  <a:pt x="8698" y="545"/>
                </a:cubicBezTo>
                <a:cubicBezTo>
                  <a:pt x="8288" y="545"/>
                  <a:pt x="7884" y="592"/>
                  <a:pt x="7491" y="688"/>
                </a:cubicBezTo>
                <a:lnTo>
                  <a:pt x="7505" y="762"/>
                </a:lnTo>
                <a:cubicBezTo>
                  <a:pt x="7888" y="668"/>
                  <a:pt x="8283" y="623"/>
                  <a:pt x="8681" y="623"/>
                </a:cubicBezTo>
                <a:cubicBezTo>
                  <a:pt x="10351" y="623"/>
                  <a:pt x="12097" y="1412"/>
                  <a:pt x="13392" y="2719"/>
                </a:cubicBezTo>
                <a:cubicBezTo>
                  <a:pt x="12043" y="1478"/>
                  <a:pt x="10270" y="721"/>
                  <a:pt x="8541" y="721"/>
                </a:cubicBezTo>
                <a:cubicBezTo>
                  <a:pt x="8157" y="721"/>
                  <a:pt x="7776" y="758"/>
                  <a:pt x="7402" y="836"/>
                </a:cubicBezTo>
                <a:lnTo>
                  <a:pt x="7417" y="909"/>
                </a:lnTo>
                <a:cubicBezTo>
                  <a:pt x="7782" y="835"/>
                  <a:pt x="8155" y="799"/>
                  <a:pt x="8531" y="799"/>
                </a:cubicBezTo>
                <a:cubicBezTo>
                  <a:pt x="10386" y="799"/>
                  <a:pt x="12316" y="1673"/>
                  <a:pt x="13686" y="3117"/>
                </a:cubicBezTo>
                <a:cubicBezTo>
                  <a:pt x="13157" y="2616"/>
                  <a:pt x="12568" y="2175"/>
                  <a:pt x="11906" y="1822"/>
                </a:cubicBezTo>
                <a:cubicBezTo>
                  <a:pt x="10775" y="1206"/>
                  <a:pt x="9550" y="888"/>
                  <a:pt x="8374" y="888"/>
                </a:cubicBezTo>
                <a:cubicBezTo>
                  <a:pt x="8005" y="888"/>
                  <a:pt x="7640" y="919"/>
                  <a:pt x="7285" y="983"/>
                </a:cubicBezTo>
                <a:lnTo>
                  <a:pt x="7299" y="1056"/>
                </a:lnTo>
                <a:cubicBezTo>
                  <a:pt x="7645" y="995"/>
                  <a:pt x="7996" y="966"/>
                  <a:pt x="8349" y="966"/>
                </a:cubicBezTo>
                <a:cubicBezTo>
                  <a:pt x="10296" y="966"/>
                  <a:pt x="12300" y="1861"/>
                  <a:pt x="13745" y="3293"/>
                </a:cubicBezTo>
                <a:cubicBezTo>
                  <a:pt x="12225" y="1900"/>
                  <a:pt x="10172" y="1063"/>
                  <a:pt x="8146" y="1063"/>
                </a:cubicBezTo>
                <a:cubicBezTo>
                  <a:pt x="7818" y="1063"/>
                  <a:pt x="7491" y="1085"/>
                  <a:pt x="7167" y="1130"/>
                </a:cubicBezTo>
                <a:lnTo>
                  <a:pt x="7196" y="1203"/>
                </a:lnTo>
                <a:cubicBezTo>
                  <a:pt x="7513" y="1158"/>
                  <a:pt x="7833" y="1137"/>
                  <a:pt x="8155" y="1137"/>
                </a:cubicBezTo>
                <a:cubicBezTo>
                  <a:pt x="10254" y="1137"/>
                  <a:pt x="12405" y="2069"/>
                  <a:pt x="13937" y="3587"/>
                </a:cubicBezTo>
                <a:cubicBezTo>
                  <a:pt x="12339" y="2133"/>
                  <a:pt x="10145" y="1228"/>
                  <a:pt x="7952" y="1228"/>
                </a:cubicBezTo>
                <a:cubicBezTo>
                  <a:pt x="7660" y="1228"/>
                  <a:pt x="7369" y="1244"/>
                  <a:pt x="7079" y="1277"/>
                </a:cubicBezTo>
                <a:lnTo>
                  <a:pt x="7079" y="1351"/>
                </a:lnTo>
                <a:cubicBezTo>
                  <a:pt x="7363" y="1320"/>
                  <a:pt x="7648" y="1305"/>
                  <a:pt x="7934" y="1305"/>
                </a:cubicBezTo>
                <a:cubicBezTo>
                  <a:pt x="10237" y="1305"/>
                  <a:pt x="12545" y="2286"/>
                  <a:pt x="14143" y="3897"/>
                </a:cubicBezTo>
                <a:cubicBezTo>
                  <a:pt x="13539" y="3337"/>
                  <a:pt x="12818" y="2852"/>
                  <a:pt x="12038" y="2454"/>
                </a:cubicBezTo>
                <a:cubicBezTo>
                  <a:pt x="10678" y="1762"/>
                  <a:pt x="9157" y="1392"/>
                  <a:pt x="7695" y="1392"/>
                </a:cubicBezTo>
                <a:cubicBezTo>
                  <a:pt x="7448" y="1392"/>
                  <a:pt x="7203" y="1403"/>
                  <a:pt x="6961" y="1424"/>
                </a:cubicBezTo>
                <a:lnTo>
                  <a:pt x="6961" y="1498"/>
                </a:lnTo>
                <a:cubicBezTo>
                  <a:pt x="7195" y="1478"/>
                  <a:pt x="7429" y="1469"/>
                  <a:pt x="7664" y="1469"/>
                </a:cubicBezTo>
                <a:cubicBezTo>
                  <a:pt x="10108" y="1469"/>
                  <a:pt x="12583" y="2497"/>
                  <a:pt x="14275" y="4161"/>
                </a:cubicBezTo>
                <a:cubicBezTo>
                  <a:pt x="12492" y="2542"/>
                  <a:pt x="9992" y="1552"/>
                  <a:pt x="7460" y="1552"/>
                </a:cubicBezTo>
                <a:cubicBezTo>
                  <a:pt x="7255" y="1552"/>
                  <a:pt x="7049" y="1558"/>
                  <a:pt x="6843" y="1571"/>
                </a:cubicBezTo>
                <a:lnTo>
                  <a:pt x="6843" y="1645"/>
                </a:lnTo>
                <a:cubicBezTo>
                  <a:pt x="7017" y="1636"/>
                  <a:pt x="7190" y="1631"/>
                  <a:pt x="7363" y="1631"/>
                </a:cubicBezTo>
                <a:cubicBezTo>
                  <a:pt x="9997" y="1631"/>
                  <a:pt x="12584" y="2670"/>
                  <a:pt x="14393" y="4382"/>
                </a:cubicBezTo>
                <a:cubicBezTo>
                  <a:pt x="12488" y="2690"/>
                  <a:pt x="9800" y="1685"/>
                  <a:pt x="7032" y="1685"/>
                </a:cubicBezTo>
                <a:cubicBezTo>
                  <a:pt x="6935" y="1685"/>
                  <a:pt x="6838" y="1687"/>
                  <a:pt x="6740" y="1689"/>
                </a:cubicBezTo>
                <a:lnTo>
                  <a:pt x="6740" y="1763"/>
                </a:lnTo>
                <a:cubicBezTo>
                  <a:pt x="6853" y="1759"/>
                  <a:pt x="6966" y="1758"/>
                  <a:pt x="7078" y="1758"/>
                </a:cubicBezTo>
                <a:cubicBezTo>
                  <a:pt x="9873" y="1758"/>
                  <a:pt x="12570" y="2803"/>
                  <a:pt x="14437" y="4529"/>
                </a:cubicBezTo>
                <a:lnTo>
                  <a:pt x="14437" y="4544"/>
                </a:lnTo>
                <a:cubicBezTo>
                  <a:pt x="13760" y="3970"/>
                  <a:pt x="13009" y="3484"/>
                  <a:pt x="12141" y="3072"/>
                </a:cubicBezTo>
                <a:cubicBezTo>
                  <a:pt x="10518" y="2289"/>
                  <a:pt x="8632" y="1864"/>
                  <a:pt x="6805" y="1864"/>
                </a:cubicBezTo>
                <a:cubicBezTo>
                  <a:pt x="6744" y="1864"/>
                  <a:pt x="6683" y="1865"/>
                  <a:pt x="6622" y="1866"/>
                </a:cubicBezTo>
                <a:lnTo>
                  <a:pt x="6622" y="1939"/>
                </a:lnTo>
                <a:cubicBezTo>
                  <a:pt x="6665" y="1939"/>
                  <a:pt x="6707" y="1939"/>
                  <a:pt x="6749" y="1939"/>
                </a:cubicBezTo>
                <a:cubicBezTo>
                  <a:pt x="9733" y="1939"/>
                  <a:pt x="12522" y="2964"/>
                  <a:pt x="14496" y="4691"/>
                </a:cubicBezTo>
                <a:cubicBezTo>
                  <a:pt x="14496" y="4706"/>
                  <a:pt x="14496" y="4706"/>
                  <a:pt x="14510" y="4735"/>
                </a:cubicBezTo>
                <a:cubicBezTo>
                  <a:pt x="13833" y="4176"/>
                  <a:pt x="13054" y="3676"/>
                  <a:pt x="12200" y="3278"/>
                </a:cubicBezTo>
                <a:cubicBezTo>
                  <a:pt x="10463" y="2469"/>
                  <a:pt x="8521" y="2028"/>
                  <a:pt x="6534" y="1983"/>
                </a:cubicBezTo>
                <a:lnTo>
                  <a:pt x="6534" y="2057"/>
                </a:lnTo>
                <a:cubicBezTo>
                  <a:pt x="9625" y="2116"/>
                  <a:pt x="12524" y="3161"/>
                  <a:pt x="14569" y="4883"/>
                </a:cubicBezTo>
                <a:lnTo>
                  <a:pt x="14569" y="4897"/>
                </a:lnTo>
                <a:cubicBezTo>
                  <a:pt x="13892" y="4367"/>
                  <a:pt x="13112" y="3882"/>
                  <a:pt x="12259" y="3484"/>
                </a:cubicBezTo>
                <a:cubicBezTo>
                  <a:pt x="10508" y="2675"/>
                  <a:pt x="8506" y="2204"/>
                  <a:pt x="6416" y="2131"/>
                </a:cubicBezTo>
                <a:lnTo>
                  <a:pt x="6416" y="2204"/>
                </a:lnTo>
                <a:cubicBezTo>
                  <a:pt x="9051" y="2307"/>
                  <a:pt x="12229" y="3131"/>
                  <a:pt x="14613" y="5030"/>
                </a:cubicBezTo>
                <a:cubicBezTo>
                  <a:pt x="14613" y="5044"/>
                  <a:pt x="14613" y="5044"/>
                  <a:pt x="14628" y="5059"/>
                </a:cubicBezTo>
                <a:cubicBezTo>
                  <a:pt x="13951" y="4544"/>
                  <a:pt x="13171" y="4088"/>
                  <a:pt x="12303" y="3676"/>
                </a:cubicBezTo>
                <a:cubicBezTo>
                  <a:pt x="10537" y="2896"/>
                  <a:pt x="8477" y="2395"/>
                  <a:pt x="6328" y="2263"/>
                </a:cubicBezTo>
                <a:lnTo>
                  <a:pt x="6328" y="2337"/>
                </a:lnTo>
                <a:cubicBezTo>
                  <a:pt x="9639" y="2528"/>
                  <a:pt x="12568" y="3558"/>
                  <a:pt x="14658" y="5192"/>
                </a:cubicBezTo>
                <a:cubicBezTo>
                  <a:pt x="14658" y="5206"/>
                  <a:pt x="14658" y="5221"/>
                  <a:pt x="14687" y="5250"/>
                </a:cubicBezTo>
                <a:cubicBezTo>
                  <a:pt x="12553" y="3676"/>
                  <a:pt x="9625" y="2690"/>
                  <a:pt x="6240" y="2425"/>
                </a:cubicBezTo>
                <a:lnTo>
                  <a:pt x="6240" y="2498"/>
                </a:lnTo>
                <a:cubicBezTo>
                  <a:pt x="9654" y="2763"/>
                  <a:pt x="12597" y="3764"/>
                  <a:pt x="14716" y="5368"/>
                </a:cubicBezTo>
                <a:cubicBezTo>
                  <a:pt x="14716" y="5383"/>
                  <a:pt x="14716" y="5412"/>
                  <a:pt x="14731" y="5427"/>
                </a:cubicBezTo>
                <a:cubicBezTo>
                  <a:pt x="11935" y="3440"/>
                  <a:pt x="8374" y="2793"/>
                  <a:pt x="6137" y="2572"/>
                </a:cubicBezTo>
                <a:lnTo>
                  <a:pt x="6137" y="2646"/>
                </a:lnTo>
                <a:cubicBezTo>
                  <a:pt x="8388" y="2866"/>
                  <a:pt x="11994" y="3514"/>
                  <a:pt x="14775" y="5530"/>
                </a:cubicBezTo>
                <a:cubicBezTo>
                  <a:pt x="14775" y="5559"/>
                  <a:pt x="14775" y="5574"/>
                  <a:pt x="14790" y="5589"/>
                </a:cubicBezTo>
                <a:cubicBezTo>
                  <a:pt x="14084" y="5118"/>
                  <a:pt x="13318" y="4691"/>
                  <a:pt x="12465" y="4323"/>
                </a:cubicBezTo>
                <a:cubicBezTo>
                  <a:pt x="10669" y="3529"/>
                  <a:pt x="8506" y="2999"/>
                  <a:pt x="6048" y="2719"/>
                </a:cubicBezTo>
                <a:lnTo>
                  <a:pt x="6048" y="2793"/>
                </a:lnTo>
                <a:cubicBezTo>
                  <a:pt x="8786" y="3102"/>
                  <a:pt x="12200" y="3867"/>
                  <a:pt x="14820" y="5707"/>
                </a:cubicBezTo>
                <a:lnTo>
                  <a:pt x="14820" y="5751"/>
                </a:lnTo>
                <a:cubicBezTo>
                  <a:pt x="12656" y="4309"/>
                  <a:pt x="9713" y="3352"/>
                  <a:pt x="5960" y="2866"/>
                </a:cubicBezTo>
                <a:lnTo>
                  <a:pt x="5945" y="2940"/>
                </a:lnTo>
                <a:cubicBezTo>
                  <a:pt x="9728" y="3440"/>
                  <a:pt x="12671" y="4397"/>
                  <a:pt x="14849" y="5869"/>
                </a:cubicBezTo>
                <a:cubicBezTo>
                  <a:pt x="14849" y="5883"/>
                  <a:pt x="14864" y="5927"/>
                  <a:pt x="14864" y="5942"/>
                </a:cubicBezTo>
                <a:cubicBezTo>
                  <a:pt x="12068" y="4117"/>
                  <a:pt x="8550" y="3396"/>
                  <a:pt x="5842" y="3014"/>
                </a:cubicBezTo>
                <a:lnTo>
                  <a:pt x="5828" y="3087"/>
                </a:lnTo>
                <a:cubicBezTo>
                  <a:pt x="8550" y="3470"/>
                  <a:pt x="12068" y="4206"/>
                  <a:pt x="14878" y="6045"/>
                </a:cubicBezTo>
                <a:cubicBezTo>
                  <a:pt x="14878" y="6089"/>
                  <a:pt x="14893" y="6104"/>
                  <a:pt x="14893" y="6148"/>
                </a:cubicBezTo>
                <a:cubicBezTo>
                  <a:pt x="12141" y="4412"/>
                  <a:pt x="8727" y="3646"/>
                  <a:pt x="5739" y="3161"/>
                </a:cubicBezTo>
                <a:lnTo>
                  <a:pt x="5725" y="3234"/>
                </a:lnTo>
                <a:cubicBezTo>
                  <a:pt x="8697" y="3720"/>
                  <a:pt x="12156" y="4485"/>
                  <a:pt x="14908" y="6236"/>
                </a:cubicBezTo>
                <a:cubicBezTo>
                  <a:pt x="14908" y="6251"/>
                  <a:pt x="14908" y="6266"/>
                  <a:pt x="14923" y="6295"/>
                </a:cubicBezTo>
                <a:cubicBezTo>
                  <a:pt x="12274" y="4676"/>
                  <a:pt x="8962" y="3882"/>
                  <a:pt x="5636" y="3308"/>
                </a:cubicBezTo>
                <a:lnTo>
                  <a:pt x="5607" y="3381"/>
                </a:lnTo>
                <a:cubicBezTo>
                  <a:pt x="8948" y="3970"/>
                  <a:pt x="12274" y="4765"/>
                  <a:pt x="14923" y="6398"/>
                </a:cubicBezTo>
                <a:cubicBezTo>
                  <a:pt x="15129" y="7737"/>
                  <a:pt x="15129" y="9136"/>
                  <a:pt x="15129" y="10504"/>
                </a:cubicBezTo>
                <a:cubicBezTo>
                  <a:pt x="15129" y="11019"/>
                  <a:pt x="15129" y="11564"/>
                  <a:pt x="15143" y="12079"/>
                </a:cubicBezTo>
                <a:cubicBezTo>
                  <a:pt x="15173" y="13668"/>
                  <a:pt x="15364" y="15022"/>
                  <a:pt x="15702" y="16199"/>
                </a:cubicBezTo>
                <a:cubicBezTo>
                  <a:pt x="15747" y="16376"/>
                  <a:pt x="15776" y="16523"/>
                  <a:pt x="15820" y="16670"/>
                </a:cubicBezTo>
                <a:cubicBezTo>
                  <a:pt x="15850" y="16862"/>
                  <a:pt x="15909" y="17068"/>
                  <a:pt x="15967" y="17274"/>
                </a:cubicBezTo>
                <a:cubicBezTo>
                  <a:pt x="15982" y="17377"/>
                  <a:pt x="15997" y="17480"/>
                  <a:pt x="16041" y="17583"/>
                </a:cubicBezTo>
                <a:lnTo>
                  <a:pt x="16100" y="17921"/>
                </a:lnTo>
                <a:cubicBezTo>
                  <a:pt x="16115" y="18113"/>
                  <a:pt x="16144" y="18319"/>
                  <a:pt x="16188" y="18525"/>
                </a:cubicBezTo>
                <a:cubicBezTo>
                  <a:pt x="16203" y="18657"/>
                  <a:pt x="16218" y="18775"/>
                  <a:pt x="16247" y="18893"/>
                </a:cubicBezTo>
                <a:lnTo>
                  <a:pt x="16291" y="19393"/>
                </a:lnTo>
                <a:cubicBezTo>
                  <a:pt x="16291" y="19496"/>
                  <a:pt x="16321" y="19614"/>
                  <a:pt x="16321" y="19731"/>
                </a:cubicBezTo>
                <a:cubicBezTo>
                  <a:pt x="16321" y="19908"/>
                  <a:pt x="16335" y="20085"/>
                  <a:pt x="16335" y="20246"/>
                </a:cubicBezTo>
                <a:lnTo>
                  <a:pt x="16335" y="20688"/>
                </a:lnTo>
                <a:cubicBezTo>
                  <a:pt x="16335" y="20850"/>
                  <a:pt x="16321" y="21012"/>
                  <a:pt x="16321" y="21159"/>
                </a:cubicBezTo>
                <a:cubicBezTo>
                  <a:pt x="16291" y="21306"/>
                  <a:pt x="16291" y="21424"/>
                  <a:pt x="16291" y="21586"/>
                </a:cubicBezTo>
                <a:cubicBezTo>
                  <a:pt x="16276" y="21733"/>
                  <a:pt x="16262" y="21880"/>
                  <a:pt x="16262" y="22027"/>
                </a:cubicBezTo>
                <a:lnTo>
                  <a:pt x="16203" y="22469"/>
                </a:lnTo>
                <a:cubicBezTo>
                  <a:pt x="16173" y="22616"/>
                  <a:pt x="16144" y="22763"/>
                  <a:pt x="16129" y="22910"/>
                </a:cubicBezTo>
                <a:cubicBezTo>
                  <a:pt x="16100" y="23057"/>
                  <a:pt x="16056" y="23204"/>
                  <a:pt x="16041" y="23352"/>
                </a:cubicBezTo>
                <a:lnTo>
                  <a:pt x="15923" y="23793"/>
                </a:lnTo>
                <a:cubicBezTo>
                  <a:pt x="15894" y="23940"/>
                  <a:pt x="15835" y="24087"/>
                  <a:pt x="15806" y="24205"/>
                </a:cubicBezTo>
                <a:cubicBezTo>
                  <a:pt x="15747" y="24352"/>
                  <a:pt x="15702" y="24499"/>
                  <a:pt x="15658" y="24647"/>
                </a:cubicBezTo>
                <a:lnTo>
                  <a:pt x="15482" y="25088"/>
                </a:lnTo>
                <a:lnTo>
                  <a:pt x="15379" y="25368"/>
                </a:lnTo>
                <a:cubicBezTo>
                  <a:pt x="14201" y="28385"/>
                  <a:pt x="14746" y="31961"/>
                  <a:pt x="16762" y="34477"/>
                </a:cubicBezTo>
                <a:cubicBezTo>
                  <a:pt x="17866" y="35860"/>
                  <a:pt x="19367" y="36905"/>
                  <a:pt x="20809" y="37921"/>
                </a:cubicBezTo>
                <a:cubicBezTo>
                  <a:pt x="22089" y="38818"/>
                  <a:pt x="23414" y="39731"/>
                  <a:pt x="24488" y="40908"/>
                </a:cubicBezTo>
                <a:cubicBezTo>
                  <a:pt x="24459" y="40952"/>
                  <a:pt x="24429" y="40967"/>
                  <a:pt x="24415" y="41011"/>
                </a:cubicBezTo>
                <a:cubicBezTo>
                  <a:pt x="23679" y="41821"/>
                  <a:pt x="22884" y="42601"/>
                  <a:pt x="22104" y="43366"/>
                </a:cubicBezTo>
                <a:cubicBezTo>
                  <a:pt x="21133" y="44337"/>
                  <a:pt x="20117" y="45323"/>
                  <a:pt x="19205" y="46397"/>
                </a:cubicBezTo>
                <a:cubicBezTo>
                  <a:pt x="19087" y="46530"/>
                  <a:pt x="18984" y="46648"/>
                  <a:pt x="18867" y="46795"/>
                </a:cubicBezTo>
                <a:lnTo>
                  <a:pt x="18778" y="46898"/>
                </a:lnTo>
                <a:cubicBezTo>
                  <a:pt x="18616" y="47074"/>
                  <a:pt x="18469" y="47266"/>
                  <a:pt x="18322" y="47442"/>
                </a:cubicBezTo>
                <a:cubicBezTo>
                  <a:pt x="18131" y="47648"/>
                  <a:pt x="17954" y="47869"/>
                  <a:pt x="17763" y="48075"/>
                </a:cubicBezTo>
                <a:cubicBezTo>
                  <a:pt x="17586" y="48252"/>
                  <a:pt x="17424" y="48472"/>
                  <a:pt x="17233" y="48693"/>
                </a:cubicBezTo>
                <a:cubicBezTo>
                  <a:pt x="17056" y="48870"/>
                  <a:pt x="16880" y="49090"/>
                  <a:pt x="16703" y="49297"/>
                </a:cubicBezTo>
                <a:cubicBezTo>
                  <a:pt x="16512" y="49503"/>
                  <a:pt x="16321" y="49723"/>
                  <a:pt x="16144" y="49929"/>
                </a:cubicBezTo>
                <a:cubicBezTo>
                  <a:pt x="15967" y="50106"/>
                  <a:pt x="15806" y="50312"/>
                  <a:pt x="15629" y="50503"/>
                </a:cubicBezTo>
                <a:cubicBezTo>
                  <a:pt x="15452" y="50695"/>
                  <a:pt x="15290" y="50886"/>
                  <a:pt x="15114" y="51077"/>
                </a:cubicBezTo>
                <a:lnTo>
                  <a:pt x="14569" y="51695"/>
                </a:lnTo>
                <a:lnTo>
                  <a:pt x="14069" y="52240"/>
                </a:lnTo>
                <a:cubicBezTo>
                  <a:pt x="13848" y="52461"/>
                  <a:pt x="13642" y="52681"/>
                  <a:pt x="13466" y="52902"/>
                </a:cubicBezTo>
                <a:cubicBezTo>
                  <a:pt x="13274" y="53093"/>
                  <a:pt x="13112" y="53270"/>
                  <a:pt x="12951" y="53461"/>
                </a:cubicBezTo>
                <a:cubicBezTo>
                  <a:pt x="12730" y="53682"/>
                  <a:pt x="12524" y="53903"/>
                  <a:pt x="12318" y="54123"/>
                </a:cubicBezTo>
                <a:cubicBezTo>
                  <a:pt x="12141" y="54300"/>
                  <a:pt x="11979" y="54477"/>
                  <a:pt x="11832" y="54639"/>
                </a:cubicBezTo>
                <a:cubicBezTo>
                  <a:pt x="11611" y="54845"/>
                  <a:pt x="11391" y="55065"/>
                  <a:pt x="11185" y="55301"/>
                </a:cubicBezTo>
                <a:cubicBezTo>
                  <a:pt x="10978" y="55507"/>
                  <a:pt x="10772" y="55683"/>
                  <a:pt x="10581" y="55904"/>
                </a:cubicBezTo>
                <a:cubicBezTo>
                  <a:pt x="10360" y="56095"/>
                  <a:pt x="10154" y="56287"/>
                  <a:pt x="9963" y="56478"/>
                </a:cubicBezTo>
                <a:cubicBezTo>
                  <a:pt x="9742" y="56655"/>
                  <a:pt x="9551" y="56846"/>
                  <a:pt x="9345" y="57052"/>
                </a:cubicBezTo>
                <a:cubicBezTo>
                  <a:pt x="9124" y="57229"/>
                  <a:pt x="8903" y="57420"/>
                  <a:pt x="8697" y="57597"/>
                </a:cubicBezTo>
                <a:cubicBezTo>
                  <a:pt x="8477" y="57758"/>
                  <a:pt x="8256" y="57935"/>
                  <a:pt x="8050" y="58112"/>
                </a:cubicBezTo>
                <a:cubicBezTo>
                  <a:pt x="7829" y="58259"/>
                  <a:pt x="7608" y="58421"/>
                  <a:pt x="7417" y="58597"/>
                </a:cubicBezTo>
                <a:cubicBezTo>
                  <a:pt x="7123" y="58774"/>
                  <a:pt x="6828" y="58980"/>
                  <a:pt x="6549" y="59201"/>
                </a:cubicBezTo>
                <a:cubicBezTo>
                  <a:pt x="5445" y="60098"/>
                  <a:pt x="4562" y="61143"/>
                  <a:pt x="3959" y="62276"/>
                </a:cubicBezTo>
                <a:cubicBezTo>
                  <a:pt x="3252" y="63557"/>
                  <a:pt x="2973" y="64866"/>
                  <a:pt x="3149" y="66147"/>
                </a:cubicBezTo>
                <a:cubicBezTo>
                  <a:pt x="3370" y="67957"/>
                  <a:pt x="4430" y="69502"/>
                  <a:pt x="5445" y="70988"/>
                </a:cubicBezTo>
                <a:cubicBezTo>
                  <a:pt x="6255" y="72166"/>
                  <a:pt x="7079" y="73358"/>
                  <a:pt x="7505" y="74712"/>
                </a:cubicBezTo>
                <a:cubicBezTo>
                  <a:pt x="7005" y="74888"/>
                  <a:pt x="6505" y="75109"/>
                  <a:pt x="6048" y="75374"/>
                </a:cubicBezTo>
                <a:cubicBezTo>
                  <a:pt x="3149" y="76949"/>
                  <a:pt x="1133" y="80098"/>
                  <a:pt x="957" y="83409"/>
                </a:cubicBezTo>
                <a:cubicBezTo>
                  <a:pt x="957" y="83483"/>
                  <a:pt x="957" y="83556"/>
                  <a:pt x="942" y="83615"/>
                </a:cubicBezTo>
                <a:lnTo>
                  <a:pt x="942" y="83718"/>
                </a:lnTo>
                <a:cubicBezTo>
                  <a:pt x="942" y="83792"/>
                  <a:pt x="942" y="83880"/>
                  <a:pt x="912" y="83954"/>
                </a:cubicBezTo>
                <a:lnTo>
                  <a:pt x="912" y="84027"/>
                </a:lnTo>
                <a:cubicBezTo>
                  <a:pt x="912" y="84130"/>
                  <a:pt x="898" y="84233"/>
                  <a:pt x="898" y="84321"/>
                </a:cubicBezTo>
                <a:lnTo>
                  <a:pt x="898" y="84351"/>
                </a:lnTo>
                <a:cubicBezTo>
                  <a:pt x="883" y="84469"/>
                  <a:pt x="883" y="84601"/>
                  <a:pt x="883" y="84734"/>
                </a:cubicBezTo>
                <a:cubicBezTo>
                  <a:pt x="868" y="84837"/>
                  <a:pt x="868" y="84969"/>
                  <a:pt x="868" y="85087"/>
                </a:cubicBezTo>
                <a:cubicBezTo>
                  <a:pt x="839" y="85204"/>
                  <a:pt x="839" y="85352"/>
                  <a:pt x="839" y="85484"/>
                </a:cubicBezTo>
                <a:cubicBezTo>
                  <a:pt x="824" y="85602"/>
                  <a:pt x="824" y="85705"/>
                  <a:pt x="824" y="85823"/>
                </a:cubicBezTo>
                <a:cubicBezTo>
                  <a:pt x="809" y="85940"/>
                  <a:pt x="809" y="86073"/>
                  <a:pt x="809" y="86205"/>
                </a:cubicBezTo>
                <a:cubicBezTo>
                  <a:pt x="795" y="86308"/>
                  <a:pt x="795" y="86441"/>
                  <a:pt x="795" y="86558"/>
                </a:cubicBezTo>
                <a:cubicBezTo>
                  <a:pt x="780" y="86676"/>
                  <a:pt x="780" y="86809"/>
                  <a:pt x="751" y="86956"/>
                </a:cubicBezTo>
                <a:cubicBezTo>
                  <a:pt x="736" y="87088"/>
                  <a:pt x="736" y="87221"/>
                  <a:pt x="721" y="87324"/>
                </a:cubicBezTo>
                <a:cubicBezTo>
                  <a:pt x="706" y="87456"/>
                  <a:pt x="706" y="87559"/>
                  <a:pt x="677" y="87692"/>
                </a:cubicBezTo>
                <a:cubicBezTo>
                  <a:pt x="662" y="87809"/>
                  <a:pt x="662" y="87912"/>
                  <a:pt x="648" y="88045"/>
                </a:cubicBezTo>
                <a:cubicBezTo>
                  <a:pt x="633" y="88192"/>
                  <a:pt x="603" y="88324"/>
                  <a:pt x="603" y="88472"/>
                </a:cubicBezTo>
                <a:cubicBezTo>
                  <a:pt x="589" y="88589"/>
                  <a:pt x="589" y="88707"/>
                  <a:pt x="574" y="88839"/>
                </a:cubicBezTo>
                <a:cubicBezTo>
                  <a:pt x="545" y="88942"/>
                  <a:pt x="545" y="89075"/>
                  <a:pt x="530" y="89178"/>
                </a:cubicBezTo>
                <a:cubicBezTo>
                  <a:pt x="515" y="89310"/>
                  <a:pt x="515" y="89428"/>
                  <a:pt x="500" y="89546"/>
                </a:cubicBezTo>
                <a:cubicBezTo>
                  <a:pt x="471" y="89693"/>
                  <a:pt x="456" y="89840"/>
                  <a:pt x="456" y="89987"/>
                </a:cubicBezTo>
                <a:cubicBezTo>
                  <a:pt x="441" y="90105"/>
                  <a:pt x="441" y="90193"/>
                  <a:pt x="427" y="90311"/>
                </a:cubicBezTo>
                <a:cubicBezTo>
                  <a:pt x="397" y="90414"/>
                  <a:pt x="397" y="90502"/>
                  <a:pt x="383" y="90620"/>
                </a:cubicBezTo>
                <a:cubicBezTo>
                  <a:pt x="368" y="90753"/>
                  <a:pt x="353" y="90900"/>
                  <a:pt x="353" y="91017"/>
                </a:cubicBezTo>
                <a:cubicBezTo>
                  <a:pt x="0" y="93490"/>
                  <a:pt x="986" y="96271"/>
                  <a:pt x="3326" y="97051"/>
                </a:cubicBezTo>
                <a:lnTo>
                  <a:pt x="3341" y="96978"/>
                </a:lnTo>
                <a:cubicBezTo>
                  <a:pt x="1486" y="96359"/>
                  <a:pt x="515" y="94461"/>
                  <a:pt x="383" y="92460"/>
                </a:cubicBezTo>
                <a:lnTo>
                  <a:pt x="383" y="92460"/>
                </a:lnTo>
                <a:cubicBezTo>
                  <a:pt x="441" y="92989"/>
                  <a:pt x="574" y="93519"/>
                  <a:pt x="751" y="94020"/>
                </a:cubicBezTo>
                <a:cubicBezTo>
                  <a:pt x="1280" y="95477"/>
                  <a:pt x="2266" y="96536"/>
                  <a:pt x="3517" y="97007"/>
                </a:cubicBezTo>
                <a:lnTo>
                  <a:pt x="3547" y="96933"/>
                </a:lnTo>
                <a:cubicBezTo>
                  <a:pt x="1692" y="96212"/>
                  <a:pt x="662" y="94255"/>
                  <a:pt x="471" y="92254"/>
                </a:cubicBezTo>
                <a:lnTo>
                  <a:pt x="471" y="92254"/>
                </a:lnTo>
                <a:cubicBezTo>
                  <a:pt x="751" y="94240"/>
                  <a:pt x="1795" y="96153"/>
                  <a:pt x="3694" y="96963"/>
                </a:cubicBezTo>
                <a:lnTo>
                  <a:pt x="3738" y="96889"/>
                </a:lnTo>
                <a:cubicBezTo>
                  <a:pt x="1751" y="96050"/>
                  <a:pt x="692" y="93961"/>
                  <a:pt x="515" y="91871"/>
                </a:cubicBezTo>
                <a:lnTo>
                  <a:pt x="515" y="91871"/>
                </a:lnTo>
                <a:cubicBezTo>
                  <a:pt x="589" y="92474"/>
                  <a:pt x="751" y="93063"/>
                  <a:pt x="971" y="93637"/>
                </a:cubicBezTo>
                <a:cubicBezTo>
                  <a:pt x="1560" y="95138"/>
                  <a:pt x="2605" y="96301"/>
                  <a:pt x="3885" y="96904"/>
                </a:cubicBezTo>
                <a:lnTo>
                  <a:pt x="3915" y="96830"/>
                </a:lnTo>
                <a:cubicBezTo>
                  <a:pt x="2060" y="95977"/>
                  <a:pt x="809" y="93872"/>
                  <a:pt x="574" y="91606"/>
                </a:cubicBezTo>
                <a:lnTo>
                  <a:pt x="574" y="91606"/>
                </a:lnTo>
                <a:cubicBezTo>
                  <a:pt x="898" y="93843"/>
                  <a:pt x="2193" y="95903"/>
                  <a:pt x="4062" y="96860"/>
                </a:cubicBezTo>
                <a:lnTo>
                  <a:pt x="4106" y="96786"/>
                </a:lnTo>
                <a:cubicBezTo>
                  <a:pt x="2119" y="95771"/>
                  <a:pt x="809" y="93505"/>
                  <a:pt x="589" y="91120"/>
                </a:cubicBezTo>
                <a:lnTo>
                  <a:pt x="589" y="91120"/>
                </a:lnTo>
                <a:cubicBezTo>
                  <a:pt x="677" y="91827"/>
                  <a:pt x="883" y="92548"/>
                  <a:pt x="1163" y="93225"/>
                </a:cubicBezTo>
                <a:cubicBezTo>
                  <a:pt x="1825" y="94800"/>
                  <a:pt x="2899" y="96050"/>
                  <a:pt x="4224" y="96786"/>
                </a:cubicBezTo>
                <a:lnTo>
                  <a:pt x="4268" y="96713"/>
                </a:lnTo>
                <a:cubicBezTo>
                  <a:pt x="2281" y="95609"/>
                  <a:pt x="912" y="93328"/>
                  <a:pt x="648" y="90929"/>
                </a:cubicBezTo>
                <a:lnTo>
                  <a:pt x="648" y="90929"/>
                </a:lnTo>
                <a:cubicBezTo>
                  <a:pt x="1015" y="93298"/>
                  <a:pt x="2384" y="95535"/>
                  <a:pt x="4400" y="96727"/>
                </a:cubicBezTo>
                <a:lnTo>
                  <a:pt x="4430" y="96654"/>
                </a:lnTo>
                <a:cubicBezTo>
                  <a:pt x="2355" y="95418"/>
                  <a:pt x="957" y="93034"/>
                  <a:pt x="677" y="90561"/>
                </a:cubicBezTo>
                <a:lnTo>
                  <a:pt x="677" y="90561"/>
                </a:lnTo>
                <a:cubicBezTo>
                  <a:pt x="1060" y="93004"/>
                  <a:pt x="2487" y="95329"/>
                  <a:pt x="4577" y="96669"/>
                </a:cubicBezTo>
                <a:lnTo>
                  <a:pt x="4621" y="96595"/>
                </a:lnTo>
                <a:cubicBezTo>
                  <a:pt x="2443" y="95197"/>
                  <a:pt x="986" y="92739"/>
                  <a:pt x="721" y="90179"/>
                </a:cubicBezTo>
                <a:lnTo>
                  <a:pt x="721" y="90179"/>
                </a:lnTo>
                <a:cubicBezTo>
                  <a:pt x="839" y="91003"/>
                  <a:pt x="1089" y="91812"/>
                  <a:pt x="1457" y="92622"/>
                </a:cubicBezTo>
                <a:cubicBezTo>
                  <a:pt x="2193" y="94240"/>
                  <a:pt x="3370" y="95653"/>
                  <a:pt x="4768" y="96610"/>
                </a:cubicBezTo>
                <a:lnTo>
                  <a:pt x="4798" y="96536"/>
                </a:lnTo>
                <a:cubicBezTo>
                  <a:pt x="2575" y="95035"/>
                  <a:pt x="1089" y="92460"/>
                  <a:pt x="765" y="89870"/>
                </a:cubicBezTo>
                <a:lnTo>
                  <a:pt x="765" y="89870"/>
                </a:lnTo>
                <a:cubicBezTo>
                  <a:pt x="1177" y="92415"/>
                  <a:pt x="2708" y="94947"/>
                  <a:pt x="4930" y="96536"/>
                </a:cubicBezTo>
                <a:lnTo>
                  <a:pt x="4989" y="96463"/>
                </a:lnTo>
                <a:cubicBezTo>
                  <a:pt x="2708" y="94829"/>
                  <a:pt x="1177" y="92224"/>
                  <a:pt x="809" y="89605"/>
                </a:cubicBezTo>
                <a:lnTo>
                  <a:pt x="809" y="89605"/>
                </a:lnTo>
                <a:cubicBezTo>
                  <a:pt x="1251" y="92195"/>
                  <a:pt x="2796" y="94755"/>
                  <a:pt x="5092" y="96492"/>
                </a:cubicBezTo>
                <a:lnTo>
                  <a:pt x="5151" y="96433"/>
                </a:lnTo>
                <a:cubicBezTo>
                  <a:pt x="2811" y="94667"/>
                  <a:pt x="1266" y="92077"/>
                  <a:pt x="868" y="89458"/>
                </a:cubicBezTo>
                <a:lnTo>
                  <a:pt x="868" y="89443"/>
                </a:lnTo>
                <a:cubicBezTo>
                  <a:pt x="1030" y="90311"/>
                  <a:pt x="1324" y="91165"/>
                  <a:pt x="1722" y="92033"/>
                </a:cubicBezTo>
                <a:cubicBezTo>
                  <a:pt x="2531" y="93711"/>
                  <a:pt x="3782" y="95270"/>
                  <a:pt x="5254" y="96448"/>
                </a:cubicBezTo>
                <a:lnTo>
                  <a:pt x="5313" y="96389"/>
                </a:lnTo>
                <a:cubicBezTo>
                  <a:pt x="2943" y="94520"/>
                  <a:pt x="1383" y="91930"/>
                  <a:pt x="912" y="89310"/>
                </a:cubicBezTo>
                <a:cubicBezTo>
                  <a:pt x="912" y="89296"/>
                  <a:pt x="912" y="89296"/>
                  <a:pt x="942" y="89281"/>
                </a:cubicBezTo>
                <a:cubicBezTo>
                  <a:pt x="1118" y="90134"/>
                  <a:pt x="1413" y="91003"/>
                  <a:pt x="1840" y="91856"/>
                </a:cubicBezTo>
                <a:cubicBezTo>
                  <a:pt x="2664" y="93563"/>
                  <a:pt x="3915" y="95138"/>
                  <a:pt x="5460" y="96418"/>
                </a:cubicBezTo>
                <a:lnTo>
                  <a:pt x="5519" y="96359"/>
                </a:lnTo>
                <a:cubicBezTo>
                  <a:pt x="3149" y="94387"/>
                  <a:pt x="1531" y="91739"/>
                  <a:pt x="1015" y="89148"/>
                </a:cubicBezTo>
                <a:cubicBezTo>
                  <a:pt x="1015" y="89148"/>
                  <a:pt x="1015" y="89134"/>
                  <a:pt x="1030" y="89134"/>
                </a:cubicBezTo>
                <a:cubicBezTo>
                  <a:pt x="1236" y="89973"/>
                  <a:pt x="1531" y="90841"/>
                  <a:pt x="1943" y="91680"/>
                </a:cubicBezTo>
                <a:cubicBezTo>
                  <a:pt x="2796" y="93401"/>
                  <a:pt x="4076" y="95035"/>
                  <a:pt x="5651" y="96374"/>
                </a:cubicBezTo>
                <a:lnTo>
                  <a:pt x="5695" y="96315"/>
                </a:lnTo>
                <a:cubicBezTo>
                  <a:pt x="3709" y="94594"/>
                  <a:pt x="1722" y="91959"/>
                  <a:pt x="1089" y="89016"/>
                </a:cubicBezTo>
                <a:cubicBezTo>
                  <a:pt x="1089" y="89001"/>
                  <a:pt x="1104" y="89001"/>
                  <a:pt x="1104" y="88987"/>
                </a:cubicBezTo>
                <a:cubicBezTo>
                  <a:pt x="1310" y="89811"/>
                  <a:pt x="1619" y="90650"/>
                  <a:pt x="2060" y="91503"/>
                </a:cubicBezTo>
                <a:cubicBezTo>
                  <a:pt x="2929" y="93225"/>
                  <a:pt x="4224" y="94903"/>
                  <a:pt x="5828" y="96345"/>
                </a:cubicBezTo>
                <a:lnTo>
                  <a:pt x="5887" y="96286"/>
                </a:lnTo>
                <a:cubicBezTo>
                  <a:pt x="3414" y="94064"/>
                  <a:pt x="1781" y="91430"/>
                  <a:pt x="1177" y="88854"/>
                </a:cubicBezTo>
                <a:cubicBezTo>
                  <a:pt x="1177" y="88839"/>
                  <a:pt x="1192" y="88810"/>
                  <a:pt x="1192" y="88810"/>
                </a:cubicBezTo>
                <a:cubicBezTo>
                  <a:pt x="1869" y="91371"/>
                  <a:pt x="3532" y="93990"/>
                  <a:pt x="6019" y="96301"/>
                </a:cubicBezTo>
                <a:lnTo>
                  <a:pt x="6063" y="96242"/>
                </a:lnTo>
                <a:cubicBezTo>
                  <a:pt x="3561" y="93887"/>
                  <a:pt x="1913" y="91282"/>
                  <a:pt x="1251" y="88707"/>
                </a:cubicBezTo>
                <a:cubicBezTo>
                  <a:pt x="1251" y="88692"/>
                  <a:pt x="1266" y="88663"/>
                  <a:pt x="1266" y="88648"/>
                </a:cubicBezTo>
                <a:cubicBezTo>
                  <a:pt x="2207" y="91945"/>
                  <a:pt x="4577" y="94682"/>
                  <a:pt x="6181" y="96242"/>
                </a:cubicBezTo>
                <a:lnTo>
                  <a:pt x="6240" y="96198"/>
                </a:lnTo>
                <a:cubicBezTo>
                  <a:pt x="4621" y="94623"/>
                  <a:pt x="2222" y="91856"/>
                  <a:pt x="1324" y="88545"/>
                </a:cubicBezTo>
                <a:cubicBezTo>
                  <a:pt x="1324" y="88516"/>
                  <a:pt x="1339" y="88501"/>
                  <a:pt x="1339" y="88486"/>
                </a:cubicBezTo>
                <a:cubicBezTo>
                  <a:pt x="1575" y="89296"/>
                  <a:pt x="1913" y="90105"/>
                  <a:pt x="2355" y="90929"/>
                </a:cubicBezTo>
                <a:cubicBezTo>
                  <a:pt x="3267" y="92680"/>
                  <a:pt x="4621" y="94446"/>
                  <a:pt x="6358" y="96198"/>
                </a:cubicBezTo>
                <a:lnTo>
                  <a:pt x="6416" y="96139"/>
                </a:lnTo>
                <a:cubicBezTo>
                  <a:pt x="4474" y="94181"/>
                  <a:pt x="2310" y="91459"/>
                  <a:pt x="1413" y="88368"/>
                </a:cubicBezTo>
                <a:cubicBezTo>
                  <a:pt x="1413" y="88354"/>
                  <a:pt x="1428" y="88339"/>
                  <a:pt x="1428" y="88339"/>
                </a:cubicBezTo>
                <a:cubicBezTo>
                  <a:pt x="2222" y="90826"/>
                  <a:pt x="3900" y="93416"/>
                  <a:pt x="6549" y="96153"/>
                </a:cubicBezTo>
                <a:lnTo>
                  <a:pt x="6608" y="96095"/>
                </a:lnTo>
                <a:cubicBezTo>
                  <a:pt x="3959" y="93343"/>
                  <a:pt x="2266" y="90753"/>
                  <a:pt x="1486" y="88251"/>
                </a:cubicBezTo>
                <a:cubicBezTo>
                  <a:pt x="1501" y="88221"/>
                  <a:pt x="1501" y="88192"/>
                  <a:pt x="1531" y="88177"/>
                </a:cubicBezTo>
                <a:cubicBezTo>
                  <a:pt x="2575" y="91356"/>
                  <a:pt x="4856" y="94093"/>
                  <a:pt x="6711" y="96095"/>
                </a:cubicBezTo>
                <a:lnTo>
                  <a:pt x="6770" y="96050"/>
                </a:lnTo>
                <a:cubicBezTo>
                  <a:pt x="4886" y="94034"/>
                  <a:pt x="2590" y="91268"/>
                  <a:pt x="1575" y="88074"/>
                </a:cubicBezTo>
                <a:cubicBezTo>
                  <a:pt x="1604" y="88059"/>
                  <a:pt x="1604" y="88030"/>
                  <a:pt x="1619" y="88001"/>
                </a:cubicBezTo>
                <a:cubicBezTo>
                  <a:pt x="2678" y="91076"/>
                  <a:pt x="4871" y="93843"/>
                  <a:pt x="6902" y="96050"/>
                </a:cubicBezTo>
                <a:lnTo>
                  <a:pt x="6946" y="95992"/>
                </a:lnTo>
                <a:cubicBezTo>
                  <a:pt x="4930" y="93769"/>
                  <a:pt x="2723" y="90988"/>
                  <a:pt x="1678" y="87898"/>
                </a:cubicBezTo>
                <a:cubicBezTo>
                  <a:pt x="1692" y="87883"/>
                  <a:pt x="1692" y="87853"/>
                  <a:pt x="1707" y="87839"/>
                </a:cubicBezTo>
                <a:cubicBezTo>
                  <a:pt x="2752" y="90767"/>
                  <a:pt x="4856" y="93446"/>
                  <a:pt x="7079" y="95992"/>
                </a:cubicBezTo>
                <a:lnTo>
                  <a:pt x="7137" y="95933"/>
                </a:lnTo>
                <a:cubicBezTo>
                  <a:pt x="4915" y="93401"/>
                  <a:pt x="2796" y="90694"/>
                  <a:pt x="1766" y="87750"/>
                </a:cubicBezTo>
                <a:cubicBezTo>
                  <a:pt x="2458" y="86573"/>
                  <a:pt x="3326" y="85484"/>
                  <a:pt x="4179" y="84439"/>
                </a:cubicBezTo>
                <a:cubicBezTo>
                  <a:pt x="4503" y="84027"/>
                  <a:pt x="4842" y="83615"/>
                  <a:pt x="5151" y="83188"/>
                </a:cubicBezTo>
                <a:cubicBezTo>
                  <a:pt x="6107" y="81937"/>
                  <a:pt x="6828" y="80745"/>
                  <a:pt x="7285" y="79612"/>
                </a:cubicBezTo>
                <a:cubicBezTo>
                  <a:pt x="7358" y="79465"/>
                  <a:pt x="7417" y="79318"/>
                  <a:pt x="7491" y="79171"/>
                </a:cubicBezTo>
                <a:cubicBezTo>
                  <a:pt x="7579" y="78994"/>
                  <a:pt x="7667" y="78788"/>
                  <a:pt x="7756" y="78612"/>
                </a:cubicBezTo>
                <a:cubicBezTo>
                  <a:pt x="7814" y="78509"/>
                  <a:pt x="7859" y="78420"/>
                  <a:pt x="7903" y="78317"/>
                </a:cubicBezTo>
                <a:cubicBezTo>
                  <a:pt x="7962" y="78214"/>
                  <a:pt x="8020" y="78111"/>
                  <a:pt x="8079" y="78023"/>
                </a:cubicBezTo>
                <a:cubicBezTo>
                  <a:pt x="8182" y="77832"/>
                  <a:pt x="8271" y="77670"/>
                  <a:pt x="8374" y="77478"/>
                </a:cubicBezTo>
                <a:cubicBezTo>
                  <a:pt x="8447" y="77375"/>
                  <a:pt x="8491" y="77258"/>
                  <a:pt x="8565" y="77155"/>
                </a:cubicBezTo>
                <a:cubicBezTo>
                  <a:pt x="8668" y="77007"/>
                  <a:pt x="8756" y="76875"/>
                  <a:pt x="8845" y="76728"/>
                </a:cubicBezTo>
                <a:cubicBezTo>
                  <a:pt x="8918" y="76640"/>
                  <a:pt x="8977" y="76551"/>
                  <a:pt x="9051" y="76448"/>
                </a:cubicBezTo>
                <a:cubicBezTo>
                  <a:pt x="9154" y="76331"/>
                  <a:pt x="9257" y="76183"/>
                  <a:pt x="9345" y="76051"/>
                </a:cubicBezTo>
                <a:cubicBezTo>
                  <a:pt x="9433" y="75933"/>
                  <a:pt x="9522" y="75815"/>
                  <a:pt x="9625" y="75698"/>
                </a:cubicBezTo>
                <a:lnTo>
                  <a:pt x="9889" y="75374"/>
                </a:lnTo>
                <a:cubicBezTo>
                  <a:pt x="10007" y="75256"/>
                  <a:pt x="10096" y="75153"/>
                  <a:pt x="10184" y="75035"/>
                </a:cubicBezTo>
                <a:lnTo>
                  <a:pt x="10508" y="74726"/>
                </a:lnTo>
                <a:cubicBezTo>
                  <a:pt x="10611" y="74638"/>
                  <a:pt x="10728" y="74520"/>
                  <a:pt x="10817" y="74417"/>
                </a:cubicBezTo>
                <a:cubicBezTo>
                  <a:pt x="10920" y="74314"/>
                  <a:pt x="11052" y="74211"/>
                  <a:pt x="11170" y="74123"/>
                </a:cubicBezTo>
                <a:cubicBezTo>
                  <a:pt x="11288" y="74020"/>
                  <a:pt x="11405" y="73932"/>
                  <a:pt x="11508" y="73829"/>
                </a:cubicBezTo>
                <a:cubicBezTo>
                  <a:pt x="11641" y="73726"/>
                  <a:pt x="11758" y="73637"/>
                  <a:pt x="11861" y="73549"/>
                </a:cubicBezTo>
                <a:cubicBezTo>
                  <a:pt x="11994" y="73461"/>
                  <a:pt x="12097" y="73387"/>
                  <a:pt x="12229" y="73284"/>
                </a:cubicBezTo>
                <a:cubicBezTo>
                  <a:pt x="12362" y="73211"/>
                  <a:pt x="12494" y="73122"/>
                  <a:pt x="12612" y="73034"/>
                </a:cubicBezTo>
                <a:cubicBezTo>
                  <a:pt x="12744" y="72960"/>
                  <a:pt x="12892" y="72872"/>
                  <a:pt x="13024" y="72799"/>
                </a:cubicBezTo>
                <a:cubicBezTo>
                  <a:pt x="13112" y="72740"/>
                  <a:pt x="13201" y="72696"/>
                  <a:pt x="13304" y="72651"/>
                </a:cubicBezTo>
                <a:cubicBezTo>
                  <a:pt x="16100" y="71047"/>
                  <a:pt x="17910" y="67898"/>
                  <a:pt x="17939" y="64675"/>
                </a:cubicBezTo>
                <a:cubicBezTo>
                  <a:pt x="17939" y="62894"/>
                  <a:pt x="17424" y="61143"/>
                  <a:pt x="16924" y="59480"/>
                </a:cubicBezTo>
                <a:cubicBezTo>
                  <a:pt x="16482" y="57964"/>
                  <a:pt x="16026" y="56405"/>
                  <a:pt x="15953" y="54845"/>
                </a:cubicBezTo>
                <a:cubicBezTo>
                  <a:pt x="16836" y="54668"/>
                  <a:pt x="17689" y="54565"/>
                  <a:pt x="18499" y="54477"/>
                </a:cubicBezTo>
                <a:cubicBezTo>
                  <a:pt x="21324" y="54123"/>
                  <a:pt x="23752" y="53829"/>
                  <a:pt x="25327" y="51725"/>
                </a:cubicBezTo>
                <a:cubicBezTo>
                  <a:pt x="26210" y="50577"/>
                  <a:pt x="26813" y="49414"/>
                  <a:pt x="27167" y="48237"/>
                </a:cubicBezTo>
                <a:cubicBezTo>
                  <a:pt x="27167" y="48193"/>
                  <a:pt x="27167" y="48178"/>
                  <a:pt x="27181" y="48163"/>
                </a:cubicBezTo>
                <a:cubicBezTo>
                  <a:pt x="27211" y="48105"/>
                  <a:pt x="27225" y="48031"/>
                  <a:pt x="27240" y="47972"/>
                </a:cubicBezTo>
                <a:cubicBezTo>
                  <a:pt x="27240" y="47957"/>
                  <a:pt x="27255" y="47957"/>
                  <a:pt x="27255" y="47943"/>
                </a:cubicBezTo>
                <a:cubicBezTo>
                  <a:pt x="27314" y="47737"/>
                  <a:pt x="27358" y="47516"/>
                  <a:pt x="27387" y="47310"/>
                </a:cubicBezTo>
                <a:cubicBezTo>
                  <a:pt x="27432" y="47045"/>
                  <a:pt x="27432" y="46780"/>
                  <a:pt x="27432" y="46500"/>
                </a:cubicBezTo>
                <a:lnTo>
                  <a:pt x="27432" y="46486"/>
                </a:lnTo>
                <a:cubicBezTo>
                  <a:pt x="27402" y="46839"/>
                  <a:pt x="27358" y="47207"/>
                  <a:pt x="27255" y="47575"/>
                </a:cubicBezTo>
                <a:lnTo>
                  <a:pt x="27255" y="47428"/>
                </a:lnTo>
                <a:cubicBezTo>
                  <a:pt x="27255" y="47369"/>
                  <a:pt x="27255" y="47310"/>
                  <a:pt x="27284" y="47266"/>
                </a:cubicBezTo>
                <a:cubicBezTo>
                  <a:pt x="27358" y="46986"/>
                  <a:pt x="27387" y="46721"/>
                  <a:pt x="27432" y="46471"/>
                </a:cubicBezTo>
                <a:cubicBezTo>
                  <a:pt x="27432" y="46118"/>
                  <a:pt x="27446" y="45765"/>
                  <a:pt x="27446" y="45426"/>
                </a:cubicBezTo>
                <a:cubicBezTo>
                  <a:pt x="27446" y="45102"/>
                  <a:pt x="27387" y="44852"/>
                  <a:pt x="27402" y="44558"/>
                </a:cubicBezTo>
                <a:cubicBezTo>
                  <a:pt x="27402" y="44543"/>
                  <a:pt x="27402" y="44543"/>
                  <a:pt x="27387" y="44514"/>
                </a:cubicBezTo>
                <a:cubicBezTo>
                  <a:pt x="27387" y="44411"/>
                  <a:pt x="27387" y="44293"/>
                  <a:pt x="27402" y="44190"/>
                </a:cubicBezTo>
                <a:cubicBezTo>
                  <a:pt x="27432" y="43925"/>
                  <a:pt x="27446" y="43660"/>
                  <a:pt x="27446" y="43395"/>
                </a:cubicBezTo>
                <a:cubicBezTo>
                  <a:pt x="27461" y="43116"/>
                  <a:pt x="27476" y="42851"/>
                  <a:pt x="27476" y="42571"/>
                </a:cubicBezTo>
                <a:cubicBezTo>
                  <a:pt x="27505" y="42336"/>
                  <a:pt x="27520" y="42071"/>
                  <a:pt x="27520" y="41835"/>
                </a:cubicBezTo>
                <a:cubicBezTo>
                  <a:pt x="27549" y="41526"/>
                  <a:pt x="27579" y="41232"/>
                  <a:pt x="27579" y="40938"/>
                </a:cubicBezTo>
                <a:cubicBezTo>
                  <a:pt x="27593" y="40673"/>
                  <a:pt x="27608" y="40437"/>
                  <a:pt x="27623" y="40172"/>
                </a:cubicBezTo>
                <a:cubicBezTo>
                  <a:pt x="27667" y="39863"/>
                  <a:pt x="27682" y="39569"/>
                  <a:pt x="27696" y="39275"/>
                </a:cubicBezTo>
                <a:cubicBezTo>
                  <a:pt x="27726" y="39039"/>
                  <a:pt x="27755" y="38804"/>
                  <a:pt x="27755" y="38554"/>
                </a:cubicBezTo>
                <a:cubicBezTo>
                  <a:pt x="27799" y="38259"/>
                  <a:pt x="27829" y="37950"/>
                  <a:pt x="27844" y="37641"/>
                </a:cubicBezTo>
                <a:cubicBezTo>
                  <a:pt x="27888" y="37362"/>
                  <a:pt x="27917" y="37067"/>
                  <a:pt x="27947" y="36788"/>
                </a:cubicBezTo>
                <a:cubicBezTo>
                  <a:pt x="27991" y="36523"/>
                  <a:pt x="28035" y="36243"/>
                  <a:pt x="28050" y="35963"/>
                </a:cubicBezTo>
                <a:cubicBezTo>
                  <a:pt x="28108" y="35684"/>
                  <a:pt x="28138" y="35419"/>
                  <a:pt x="28182" y="35139"/>
                </a:cubicBezTo>
                <a:lnTo>
                  <a:pt x="28344" y="34315"/>
                </a:lnTo>
                <a:cubicBezTo>
                  <a:pt x="28418" y="34036"/>
                  <a:pt x="28476" y="33771"/>
                  <a:pt x="28535" y="33506"/>
                </a:cubicBezTo>
                <a:cubicBezTo>
                  <a:pt x="28609" y="33241"/>
                  <a:pt x="28682" y="32991"/>
                  <a:pt x="28727" y="32726"/>
                </a:cubicBezTo>
                <a:cubicBezTo>
                  <a:pt x="28844" y="32402"/>
                  <a:pt x="28947" y="32049"/>
                  <a:pt x="29021" y="31710"/>
                </a:cubicBezTo>
                <a:cubicBezTo>
                  <a:pt x="29315" y="30342"/>
                  <a:pt x="29359" y="28944"/>
                  <a:pt x="29124" y="27708"/>
                </a:cubicBezTo>
                <a:cubicBezTo>
                  <a:pt x="28844" y="26310"/>
                  <a:pt x="28241" y="25118"/>
                  <a:pt x="27314" y="24205"/>
                </a:cubicBezTo>
                <a:cubicBezTo>
                  <a:pt x="26019" y="22940"/>
                  <a:pt x="24223" y="22410"/>
                  <a:pt x="22502" y="21895"/>
                </a:cubicBezTo>
                <a:cubicBezTo>
                  <a:pt x="21133" y="21483"/>
                  <a:pt x="19735" y="21071"/>
                  <a:pt x="18557" y="20291"/>
                </a:cubicBezTo>
                <a:cubicBezTo>
                  <a:pt x="18837" y="19834"/>
                  <a:pt x="19073" y="19349"/>
                  <a:pt x="19279" y="18863"/>
                </a:cubicBezTo>
                <a:cubicBezTo>
                  <a:pt x="20559" y="15802"/>
                  <a:pt x="20147" y="12094"/>
                  <a:pt x="18204" y="9400"/>
                </a:cubicBezTo>
                <a:cubicBezTo>
                  <a:pt x="18175" y="9371"/>
                  <a:pt x="18131" y="9312"/>
                  <a:pt x="18116" y="9268"/>
                </a:cubicBezTo>
                <a:cubicBezTo>
                  <a:pt x="18087" y="9239"/>
                  <a:pt x="18072" y="9180"/>
                  <a:pt x="18028" y="9150"/>
                </a:cubicBezTo>
                <a:lnTo>
                  <a:pt x="17925" y="8974"/>
                </a:lnTo>
                <a:cubicBezTo>
                  <a:pt x="17895" y="8944"/>
                  <a:pt x="17881" y="8900"/>
                  <a:pt x="17836" y="8885"/>
                </a:cubicBezTo>
                <a:cubicBezTo>
                  <a:pt x="17792" y="8812"/>
                  <a:pt x="17733" y="8723"/>
                  <a:pt x="17675" y="8650"/>
                </a:cubicBezTo>
                <a:cubicBezTo>
                  <a:pt x="17675" y="8650"/>
                  <a:pt x="17675" y="8635"/>
                  <a:pt x="17660" y="8635"/>
                </a:cubicBezTo>
                <a:cubicBezTo>
                  <a:pt x="17586" y="8517"/>
                  <a:pt x="17513" y="8429"/>
                  <a:pt x="17439" y="8311"/>
                </a:cubicBezTo>
                <a:cubicBezTo>
                  <a:pt x="17365" y="8223"/>
                  <a:pt x="17307" y="8120"/>
                  <a:pt x="17233" y="8017"/>
                </a:cubicBezTo>
                <a:cubicBezTo>
                  <a:pt x="17159" y="7914"/>
                  <a:pt x="17086" y="7796"/>
                  <a:pt x="16998" y="7693"/>
                </a:cubicBezTo>
                <a:cubicBezTo>
                  <a:pt x="16939" y="7605"/>
                  <a:pt x="16865" y="7502"/>
                  <a:pt x="16792" y="7414"/>
                </a:cubicBezTo>
                <a:cubicBezTo>
                  <a:pt x="16718" y="7311"/>
                  <a:pt x="16644" y="7193"/>
                  <a:pt x="16571" y="7105"/>
                </a:cubicBezTo>
                <a:cubicBezTo>
                  <a:pt x="16497" y="7016"/>
                  <a:pt x="16453" y="6899"/>
                  <a:pt x="16379" y="6810"/>
                </a:cubicBezTo>
                <a:lnTo>
                  <a:pt x="16159" y="6472"/>
                </a:lnTo>
                <a:cubicBezTo>
                  <a:pt x="16085" y="6369"/>
                  <a:pt x="16012" y="6281"/>
                  <a:pt x="15938" y="6163"/>
                </a:cubicBezTo>
                <a:cubicBezTo>
                  <a:pt x="15864" y="6060"/>
                  <a:pt x="15806" y="5957"/>
                  <a:pt x="15732" y="5869"/>
                </a:cubicBezTo>
                <a:cubicBezTo>
                  <a:pt x="15673" y="5780"/>
                  <a:pt x="15599" y="5692"/>
                  <a:pt x="15526" y="5574"/>
                </a:cubicBezTo>
                <a:cubicBezTo>
                  <a:pt x="15452" y="5471"/>
                  <a:pt x="15379" y="5339"/>
                  <a:pt x="15290" y="5221"/>
                </a:cubicBezTo>
                <a:cubicBezTo>
                  <a:pt x="15217" y="5118"/>
                  <a:pt x="15158" y="5030"/>
                  <a:pt x="15084" y="4927"/>
                </a:cubicBezTo>
                <a:cubicBezTo>
                  <a:pt x="15026" y="4838"/>
                  <a:pt x="14952" y="4735"/>
                  <a:pt x="14878" y="4632"/>
                </a:cubicBezTo>
                <a:cubicBezTo>
                  <a:pt x="14805" y="4529"/>
                  <a:pt x="14761" y="4441"/>
                  <a:pt x="14687" y="4323"/>
                </a:cubicBezTo>
                <a:cubicBezTo>
                  <a:pt x="14613" y="4191"/>
                  <a:pt x="14510" y="4073"/>
                  <a:pt x="14437" y="3955"/>
                </a:cubicBezTo>
                <a:cubicBezTo>
                  <a:pt x="14393" y="3867"/>
                  <a:pt x="14334" y="3794"/>
                  <a:pt x="14275" y="3705"/>
                </a:cubicBezTo>
                <a:lnTo>
                  <a:pt x="14113" y="3426"/>
                </a:lnTo>
                <a:cubicBezTo>
                  <a:pt x="14040" y="3308"/>
                  <a:pt x="13966" y="3190"/>
                  <a:pt x="13892" y="3072"/>
                </a:cubicBezTo>
                <a:cubicBezTo>
                  <a:pt x="12872" y="1341"/>
                  <a:pt x="11030" y="1"/>
                  <a:pt x="9151" y="1"/>
                </a:cubicBezTo>
                <a:close/>
              </a:path>
            </a:pathLst>
          </a:custGeom>
          <a:gradFill>
            <a:gsLst>
              <a:gs pos="0">
                <a:schemeClr val="accent1"/>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14"/>
          <p:cNvSpPr/>
          <p:nvPr/>
        </p:nvSpPr>
        <p:spPr>
          <a:xfrm rot="9000055">
            <a:off x="-122028" y="-113332"/>
            <a:ext cx="1949589" cy="6396388"/>
          </a:xfrm>
          <a:custGeom>
            <a:rect b="b" l="l" r="r" t="t"/>
            <a:pathLst>
              <a:path extrusionOk="0" h="97052" w="29581">
                <a:moveTo>
                  <a:pt x="14658" y="4824"/>
                </a:moveTo>
                <a:cubicBezTo>
                  <a:pt x="14687" y="4838"/>
                  <a:pt x="14687" y="4853"/>
                  <a:pt x="14702" y="4883"/>
                </a:cubicBezTo>
                <a:lnTo>
                  <a:pt x="14702" y="4897"/>
                </a:lnTo>
                <a:cubicBezTo>
                  <a:pt x="14687" y="4883"/>
                  <a:pt x="14658" y="4883"/>
                  <a:pt x="14658" y="4853"/>
                </a:cubicBezTo>
                <a:lnTo>
                  <a:pt x="14658" y="4824"/>
                </a:lnTo>
                <a:close/>
                <a:moveTo>
                  <a:pt x="14716" y="5015"/>
                </a:moveTo>
                <a:lnTo>
                  <a:pt x="14775" y="5074"/>
                </a:lnTo>
                <a:cubicBezTo>
                  <a:pt x="14761" y="5059"/>
                  <a:pt x="14731" y="5044"/>
                  <a:pt x="14716" y="5044"/>
                </a:cubicBezTo>
                <a:lnTo>
                  <a:pt x="14716" y="5015"/>
                </a:lnTo>
                <a:close/>
                <a:moveTo>
                  <a:pt x="14761" y="5147"/>
                </a:moveTo>
                <a:lnTo>
                  <a:pt x="14805" y="5206"/>
                </a:lnTo>
                <a:lnTo>
                  <a:pt x="14805" y="5250"/>
                </a:lnTo>
                <a:lnTo>
                  <a:pt x="14761" y="5192"/>
                </a:lnTo>
                <a:lnTo>
                  <a:pt x="14761" y="5147"/>
                </a:lnTo>
                <a:close/>
                <a:moveTo>
                  <a:pt x="14923" y="5309"/>
                </a:moveTo>
                <a:cubicBezTo>
                  <a:pt x="14937" y="5324"/>
                  <a:pt x="14952" y="5339"/>
                  <a:pt x="14981" y="5353"/>
                </a:cubicBezTo>
                <a:lnTo>
                  <a:pt x="14981" y="5368"/>
                </a:lnTo>
                <a:cubicBezTo>
                  <a:pt x="14952" y="5353"/>
                  <a:pt x="14937" y="5353"/>
                  <a:pt x="14923" y="5339"/>
                </a:cubicBezTo>
                <a:lnTo>
                  <a:pt x="14923" y="5309"/>
                </a:lnTo>
                <a:close/>
                <a:moveTo>
                  <a:pt x="14789" y="5352"/>
                </a:moveTo>
                <a:cubicBezTo>
                  <a:pt x="14801" y="5364"/>
                  <a:pt x="14818" y="5377"/>
                  <a:pt x="14849" y="5398"/>
                </a:cubicBezTo>
                <a:cubicBezTo>
                  <a:pt x="14864" y="5412"/>
                  <a:pt x="14864" y="5427"/>
                  <a:pt x="14864" y="5427"/>
                </a:cubicBezTo>
                <a:cubicBezTo>
                  <a:pt x="14849" y="5412"/>
                  <a:pt x="14834" y="5398"/>
                  <a:pt x="14790" y="5368"/>
                </a:cubicBezTo>
                <a:cubicBezTo>
                  <a:pt x="14790" y="5363"/>
                  <a:pt x="14790" y="5357"/>
                  <a:pt x="14789" y="5352"/>
                </a:cubicBezTo>
                <a:close/>
                <a:moveTo>
                  <a:pt x="14981" y="5486"/>
                </a:moveTo>
                <a:lnTo>
                  <a:pt x="15026" y="5530"/>
                </a:lnTo>
                <a:lnTo>
                  <a:pt x="15026" y="5559"/>
                </a:lnTo>
                <a:cubicBezTo>
                  <a:pt x="15011" y="5545"/>
                  <a:pt x="14996" y="5515"/>
                  <a:pt x="14981" y="5515"/>
                </a:cubicBezTo>
                <a:lnTo>
                  <a:pt x="14981" y="5486"/>
                </a:lnTo>
                <a:close/>
                <a:moveTo>
                  <a:pt x="14848" y="5535"/>
                </a:moveTo>
                <a:cubicBezTo>
                  <a:pt x="14863" y="5552"/>
                  <a:pt x="14886" y="5563"/>
                  <a:pt x="14908" y="5574"/>
                </a:cubicBezTo>
                <a:cubicBezTo>
                  <a:pt x="14893" y="5574"/>
                  <a:pt x="14923" y="5589"/>
                  <a:pt x="14923" y="5618"/>
                </a:cubicBezTo>
                <a:cubicBezTo>
                  <a:pt x="14908" y="5589"/>
                  <a:pt x="14864" y="5574"/>
                  <a:pt x="14849" y="5559"/>
                </a:cubicBezTo>
                <a:cubicBezTo>
                  <a:pt x="14849" y="5553"/>
                  <a:pt x="14849" y="5543"/>
                  <a:pt x="14848" y="5535"/>
                </a:cubicBezTo>
                <a:close/>
                <a:moveTo>
                  <a:pt x="15143" y="5633"/>
                </a:moveTo>
                <a:cubicBezTo>
                  <a:pt x="15158" y="5648"/>
                  <a:pt x="15173" y="5662"/>
                  <a:pt x="15202" y="5662"/>
                </a:cubicBezTo>
                <a:lnTo>
                  <a:pt x="15202" y="5692"/>
                </a:lnTo>
                <a:cubicBezTo>
                  <a:pt x="15173" y="5662"/>
                  <a:pt x="15158" y="5662"/>
                  <a:pt x="15143" y="5648"/>
                </a:cubicBezTo>
                <a:lnTo>
                  <a:pt x="15143" y="5633"/>
                </a:lnTo>
                <a:close/>
                <a:moveTo>
                  <a:pt x="15008" y="5661"/>
                </a:moveTo>
                <a:cubicBezTo>
                  <a:pt x="15020" y="5676"/>
                  <a:pt x="15037" y="5696"/>
                  <a:pt x="15070" y="5707"/>
                </a:cubicBezTo>
                <a:cubicBezTo>
                  <a:pt x="15084" y="5707"/>
                  <a:pt x="15084" y="5721"/>
                  <a:pt x="15084" y="5736"/>
                </a:cubicBezTo>
                <a:cubicBezTo>
                  <a:pt x="15070" y="5721"/>
                  <a:pt x="15040" y="5707"/>
                  <a:pt x="15011" y="5692"/>
                </a:cubicBezTo>
                <a:cubicBezTo>
                  <a:pt x="15011" y="5674"/>
                  <a:pt x="15011" y="5667"/>
                  <a:pt x="15008" y="5661"/>
                </a:cubicBezTo>
                <a:close/>
                <a:moveTo>
                  <a:pt x="14864" y="5663"/>
                </a:moveTo>
                <a:cubicBezTo>
                  <a:pt x="14878" y="5692"/>
                  <a:pt x="14923" y="5707"/>
                  <a:pt x="14937" y="5721"/>
                </a:cubicBezTo>
                <a:cubicBezTo>
                  <a:pt x="14952" y="5736"/>
                  <a:pt x="14952" y="5766"/>
                  <a:pt x="14952" y="5780"/>
                </a:cubicBezTo>
                <a:cubicBezTo>
                  <a:pt x="14937" y="5766"/>
                  <a:pt x="14908" y="5736"/>
                  <a:pt x="14878" y="5721"/>
                </a:cubicBezTo>
                <a:cubicBezTo>
                  <a:pt x="14878" y="5707"/>
                  <a:pt x="14878" y="5692"/>
                  <a:pt x="14864" y="5663"/>
                </a:cubicBezTo>
                <a:close/>
                <a:moveTo>
                  <a:pt x="15202" y="5810"/>
                </a:moveTo>
                <a:lnTo>
                  <a:pt x="15246" y="5869"/>
                </a:lnTo>
                <a:cubicBezTo>
                  <a:pt x="15232" y="5854"/>
                  <a:pt x="15217" y="5839"/>
                  <a:pt x="15202" y="5839"/>
                </a:cubicBezTo>
                <a:lnTo>
                  <a:pt x="15202" y="5810"/>
                </a:lnTo>
                <a:close/>
                <a:moveTo>
                  <a:pt x="15055" y="5795"/>
                </a:moveTo>
                <a:cubicBezTo>
                  <a:pt x="15070" y="5810"/>
                  <a:pt x="15099" y="5839"/>
                  <a:pt x="15129" y="5854"/>
                </a:cubicBezTo>
                <a:cubicBezTo>
                  <a:pt x="15129" y="5883"/>
                  <a:pt x="15129" y="5883"/>
                  <a:pt x="15143" y="5913"/>
                </a:cubicBezTo>
                <a:cubicBezTo>
                  <a:pt x="15129" y="5883"/>
                  <a:pt x="15084" y="5869"/>
                  <a:pt x="15070" y="5854"/>
                </a:cubicBezTo>
                <a:cubicBezTo>
                  <a:pt x="15070" y="5839"/>
                  <a:pt x="15070" y="5810"/>
                  <a:pt x="15055" y="5795"/>
                </a:cubicBezTo>
                <a:close/>
                <a:moveTo>
                  <a:pt x="14893" y="5854"/>
                </a:moveTo>
                <a:cubicBezTo>
                  <a:pt x="14937" y="5869"/>
                  <a:pt x="14952" y="5883"/>
                  <a:pt x="14996" y="5913"/>
                </a:cubicBezTo>
                <a:lnTo>
                  <a:pt x="14996" y="5942"/>
                </a:lnTo>
                <a:cubicBezTo>
                  <a:pt x="14952" y="5927"/>
                  <a:pt x="14937" y="5913"/>
                  <a:pt x="14893" y="5883"/>
                </a:cubicBezTo>
                <a:lnTo>
                  <a:pt x="14893" y="5854"/>
                </a:lnTo>
                <a:close/>
                <a:moveTo>
                  <a:pt x="15231" y="5958"/>
                </a:moveTo>
                <a:cubicBezTo>
                  <a:pt x="15243" y="5973"/>
                  <a:pt x="15259" y="5991"/>
                  <a:pt x="15290" y="6001"/>
                </a:cubicBezTo>
                <a:cubicBezTo>
                  <a:pt x="15290" y="6016"/>
                  <a:pt x="15305" y="6030"/>
                  <a:pt x="15305" y="6030"/>
                </a:cubicBezTo>
                <a:cubicBezTo>
                  <a:pt x="15290" y="6016"/>
                  <a:pt x="15261" y="6001"/>
                  <a:pt x="15232" y="5986"/>
                </a:cubicBezTo>
                <a:cubicBezTo>
                  <a:pt x="15232" y="5975"/>
                  <a:pt x="15232" y="5965"/>
                  <a:pt x="15231" y="5958"/>
                </a:cubicBezTo>
                <a:close/>
                <a:moveTo>
                  <a:pt x="15099" y="5986"/>
                </a:moveTo>
                <a:cubicBezTo>
                  <a:pt x="15114" y="6001"/>
                  <a:pt x="15158" y="6016"/>
                  <a:pt x="15173" y="6030"/>
                </a:cubicBezTo>
                <a:lnTo>
                  <a:pt x="15173" y="6075"/>
                </a:lnTo>
                <a:cubicBezTo>
                  <a:pt x="15158" y="6060"/>
                  <a:pt x="15129" y="6030"/>
                  <a:pt x="15099" y="6016"/>
                </a:cubicBezTo>
                <a:lnTo>
                  <a:pt x="15099" y="5986"/>
                </a:lnTo>
                <a:close/>
                <a:moveTo>
                  <a:pt x="14937" y="6001"/>
                </a:moveTo>
                <a:lnTo>
                  <a:pt x="14937" y="6001"/>
                </a:lnTo>
                <a:cubicBezTo>
                  <a:pt x="14981" y="6016"/>
                  <a:pt x="14996" y="6030"/>
                  <a:pt x="15026" y="6075"/>
                </a:cubicBezTo>
                <a:cubicBezTo>
                  <a:pt x="15026" y="6089"/>
                  <a:pt x="15040" y="6133"/>
                  <a:pt x="15040" y="6148"/>
                </a:cubicBezTo>
                <a:cubicBezTo>
                  <a:pt x="15011" y="6133"/>
                  <a:pt x="14996" y="6104"/>
                  <a:pt x="14952" y="6089"/>
                </a:cubicBezTo>
                <a:cubicBezTo>
                  <a:pt x="14937" y="6045"/>
                  <a:pt x="14937" y="6030"/>
                  <a:pt x="14937" y="6001"/>
                </a:cubicBezTo>
                <a:close/>
                <a:moveTo>
                  <a:pt x="15408" y="6104"/>
                </a:moveTo>
                <a:lnTo>
                  <a:pt x="15452" y="6148"/>
                </a:lnTo>
                <a:cubicBezTo>
                  <a:pt x="15452" y="6163"/>
                  <a:pt x="15452" y="6163"/>
                  <a:pt x="15467" y="6178"/>
                </a:cubicBezTo>
                <a:cubicBezTo>
                  <a:pt x="15452" y="6163"/>
                  <a:pt x="15438" y="6148"/>
                  <a:pt x="15408" y="6148"/>
                </a:cubicBezTo>
                <a:lnTo>
                  <a:pt x="15408" y="6104"/>
                </a:lnTo>
                <a:close/>
                <a:moveTo>
                  <a:pt x="15261" y="6104"/>
                </a:moveTo>
                <a:cubicBezTo>
                  <a:pt x="15290" y="6133"/>
                  <a:pt x="15320" y="6148"/>
                  <a:pt x="15349" y="6163"/>
                </a:cubicBezTo>
                <a:lnTo>
                  <a:pt x="15349" y="6207"/>
                </a:lnTo>
                <a:cubicBezTo>
                  <a:pt x="15320" y="6178"/>
                  <a:pt x="15290" y="6163"/>
                  <a:pt x="15261" y="6148"/>
                </a:cubicBezTo>
                <a:lnTo>
                  <a:pt x="15261" y="6104"/>
                </a:lnTo>
                <a:close/>
                <a:moveTo>
                  <a:pt x="15099" y="6148"/>
                </a:moveTo>
                <a:cubicBezTo>
                  <a:pt x="15143" y="6163"/>
                  <a:pt x="15158" y="6178"/>
                  <a:pt x="15202" y="6192"/>
                </a:cubicBezTo>
                <a:cubicBezTo>
                  <a:pt x="15217" y="6222"/>
                  <a:pt x="15217" y="6236"/>
                  <a:pt x="15217" y="6281"/>
                </a:cubicBezTo>
                <a:cubicBezTo>
                  <a:pt x="15173" y="6251"/>
                  <a:pt x="15158" y="6236"/>
                  <a:pt x="15129" y="6222"/>
                </a:cubicBezTo>
                <a:cubicBezTo>
                  <a:pt x="15129" y="6207"/>
                  <a:pt x="15129" y="6163"/>
                  <a:pt x="15099" y="6148"/>
                </a:cubicBezTo>
                <a:close/>
                <a:moveTo>
                  <a:pt x="15585" y="6236"/>
                </a:moveTo>
                <a:cubicBezTo>
                  <a:pt x="15585" y="6251"/>
                  <a:pt x="15599" y="6251"/>
                  <a:pt x="15614" y="6281"/>
                </a:cubicBezTo>
                <a:lnTo>
                  <a:pt x="15614" y="6295"/>
                </a:lnTo>
                <a:cubicBezTo>
                  <a:pt x="15599" y="6281"/>
                  <a:pt x="15585" y="6281"/>
                  <a:pt x="15585" y="6251"/>
                </a:cubicBezTo>
                <a:lnTo>
                  <a:pt x="15585" y="6236"/>
                </a:lnTo>
                <a:close/>
                <a:moveTo>
                  <a:pt x="14952" y="6178"/>
                </a:moveTo>
                <a:lnTo>
                  <a:pt x="14952" y="6178"/>
                </a:lnTo>
                <a:cubicBezTo>
                  <a:pt x="14996" y="6192"/>
                  <a:pt x="15026" y="6222"/>
                  <a:pt x="15055" y="6251"/>
                </a:cubicBezTo>
                <a:cubicBezTo>
                  <a:pt x="15055" y="6281"/>
                  <a:pt x="15070" y="6310"/>
                  <a:pt x="15070" y="6325"/>
                </a:cubicBezTo>
                <a:cubicBezTo>
                  <a:pt x="15026" y="6310"/>
                  <a:pt x="14996" y="6295"/>
                  <a:pt x="14981" y="6251"/>
                </a:cubicBezTo>
                <a:cubicBezTo>
                  <a:pt x="14981" y="6236"/>
                  <a:pt x="14981" y="6222"/>
                  <a:pt x="14952" y="6178"/>
                </a:cubicBezTo>
                <a:close/>
                <a:moveTo>
                  <a:pt x="15452" y="6251"/>
                </a:moveTo>
                <a:cubicBezTo>
                  <a:pt x="15467" y="6281"/>
                  <a:pt x="15496" y="6295"/>
                  <a:pt x="15511" y="6325"/>
                </a:cubicBezTo>
                <a:lnTo>
                  <a:pt x="15452" y="6281"/>
                </a:lnTo>
                <a:lnTo>
                  <a:pt x="15452" y="6251"/>
                </a:lnTo>
                <a:close/>
                <a:moveTo>
                  <a:pt x="15305" y="6281"/>
                </a:moveTo>
                <a:cubicBezTo>
                  <a:pt x="15320" y="6295"/>
                  <a:pt x="15364" y="6310"/>
                  <a:pt x="15379" y="6325"/>
                </a:cubicBezTo>
                <a:cubicBezTo>
                  <a:pt x="15379" y="6354"/>
                  <a:pt x="15393" y="6369"/>
                  <a:pt x="15393" y="6384"/>
                </a:cubicBezTo>
                <a:cubicBezTo>
                  <a:pt x="15379" y="6369"/>
                  <a:pt x="15349" y="6354"/>
                  <a:pt x="15320" y="6325"/>
                </a:cubicBezTo>
                <a:cubicBezTo>
                  <a:pt x="15320" y="6310"/>
                  <a:pt x="15320" y="6295"/>
                  <a:pt x="15305" y="6281"/>
                </a:cubicBezTo>
                <a:close/>
                <a:moveTo>
                  <a:pt x="15158" y="6310"/>
                </a:moveTo>
                <a:lnTo>
                  <a:pt x="15158" y="6310"/>
                </a:lnTo>
                <a:cubicBezTo>
                  <a:pt x="15202" y="6325"/>
                  <a:pt x="15217" y="6354"/>
                  <a:pt x="15246" y="6369"/>
                </a:cubicBezTo>
                <a:cubicBezTo>
                  <a:pt x="15246" y="6384"/>
                  <a:pt x="15261" y="6413"/>
                  <a:pt x="15261" y="6442"/>
                </a:cubicBezTo>
                <a:cubicBezTo>
                  <a:pt x="15232" y="6428"/>
                  <a:pt x="15217" y="6398"/>
                  <a:pt x="15173" y="6384"/>
                </a:cubicBezTo>
                <a:cubicBezTo>
                  <a:pt x="15158" y="6369"/>
                  <a:pt x="15158" y="6354"/>
                  <a:pt x="15158" y="6310"/>
                </a:cubicBezTo>
                <a:close/>
                <a:moveTo>
                  <a:pt x="14996" y="6369"/>
                </a:moveTo>
                <a:cubicBezTo>
                  <a:pt x="15026" y="6384"/>
                  <a:pt x="15070" y="6398"/>
                  <a:pt x="15099" y="6442"/>
                </a:cubicBezTo>
                <a:cubicBezTo>
                  <a:pt x="15099" y="6457"/>
                  <a:pt x="15099" y="6472"/>
                  <a:pt x="15114" y="6501"/>
                </a:cubicBezTo>
                <a:cubicBezTo>
                  <a:pt x="15084" y="6472"/>
                  <a:pt x="15040" y="6457"/>
                  <a:pt x="15011" y="6413"/>
                </a:cubicBezTo>
                <a:cubicBezTo>
                  <a:pt x="14996" y="6398"/>
                  <a:pt x="14996" y="6384"/>
                  <a:pt x="14996" y="6369"/>
                </a:cubicBezTo>
                <a:close/>
                <a:moveTo>
                  <a:pt x="15467" y="6398"/>
                </a:moveTo>
                <a:cubicBezTo>
                  <a:pt x="15496" y="6413"/>
                  <a:pt x="15511" y="6442"/>
                  <a:pt x="15541" y="6457"/>
                </a:cubicBezTo>
                <a:cubicBezTo>
                  <a:pt x="15570" y="6472"/>
                  <a:pt x="15570" y="6501"/>
                  <a:pt x="15570" y="6516"/>
                </a:cubicBezTo>
                <a:cubicBezTo>
                  <a:pt x="15541" y="6501"/>
                  <a:pt x="15511" y="6472"/>
                  <a:pt x="15496" y="6457"/>
                </a:cubicBezTo>
                <a:cubicBezTo>
                  <a:pt x="15496" y="6442"/>
                  <a:pt x="15496" y="6413"/>
                  <a:pt x="15467" y="6398"/>
                </a:cubicBezTo>
                <a:close/>
                <a:moveTo>
                  <a:pt x="15349" y="6457"/>
                </a:moveTo>
                <a:lnTo>
                  <a:pt x="15349" y="6457"/>
                </a:lnTo>
                <a:cubicBezTo>
                  <a:pt x="15379" y="6472"/>
                  <a:pt x="15393" y="6501"/>
                  <a:pt x="15438" y="6516"/>
                </a:cubicBezTo>
                <a:cubicBezTo>
                  <a:pt x="15438" y="6531"/>
                  <a:pt x="15438" y="6545"/>
                  <a:pt x="15452" y="6590"/>
                </a:cubicBezTo>
                <a:cubicBezTo>
                  <a:pt x="15408" y="6575"/>
                  <a:pt x="15393" y="6545"/>
                  <a:pt x="15364" y="6531"/>
                </a:cubicBezTo>
                <a:cubicBezTo>
                  <a:pt x="15364" y="6516"/>
                  <a:pt x="15349" y="6472"/>
                  <a:pt x="15349" y="6457"/>
                </a:cubicBezTo>
                <a:close/>
                <a:moveTo>
                  <a:pt x="15202" y="6501"/>
                </a:moveTo>
                <a:cubicBezTo>
                  <a:pt x="15232" y="6516"/>
                  <a:pt x="15276" y="6531"/>
                  <a:pt x="15290" y="6575"/>
                </a:cubicBezTo>
                <a:cubicBezTo>
                  <a:pt x="15290" y="6590"/>
                  <a:pt x="15290" y="6604"/>
                  <a:pt x="15305" y="6619"/>
                </a:cubicBezTo>
                <a:cubicBezTo>
                  <a:pt x="15261" y="6604"/>
                  <a:pt x="15232" y="6590"/>
                  <a:pt x="15217" y="6575"/>
                </a:cubicBezTo>
                <a:cubicBezTo>
                  <a:pt x="15202" y="6531"/>
                  <a:pt x="15202" y="6516"/>
                  <a:pt x="15202" y="6501"/>
                </a:cubicBezTo>
                <a:close/>
                <a:moveTo>
                  <a:pt x="15658" y="6531"/>
                </a:moveTo>
                <a:lnTo>
                  <a:pt x="15717" y="6590"/>
                </a:lnTo>
                <a:cubicBezTo>
                  <a:pt x="15732" y="6619"/>
                  <a:pt x="15732" y="6619"/>
                  <a:pt x="15732" y="6648"/>
                </a:cubicBezTo>
                <a:lnTo>
                  <a:pt x="15673" y="6590"/>
                </a:lnTo>
                <a:cubicBezTo>
                  <a:pt x="15673" y="6575"/>
                  <a:pt x="15673" y="6546"/>
                  <a:pt x="15658" y="6531"/>
                </a:cubicBezTo>
                <a:close/>
                <a:moveTo>
                  <a:pt x="15526" y="6604"/>
                </a:moveTo>
                <a:cubicBezTo>
                  <a:pt x="15541" y="6619"/>
                  <a:pt x="15585" y="6648"/>
                  <a:pt x="15599" y="6663"/>
                </a:cubicBezTo>
                <a:cubicBezTo>
                  <a:pt x="15614" y="6663"/>
                  <a:pt x="15614" y="6678"/>
                  <a:pt x="15614" y="6722"/>
                </a:cubicBezTo>
                <a:cubicBezTo>
                  <a:pt x="15599" y="6693"/>
                  <a:pt x="15570" y="6678"/>
                  <a:pt x="15541" y="6663"/>
                </a:cubicBezTo>
                <a:cubicBezTo>
                  <a:pt x="15541" y="6648"/>
                  <a:pt x="15526" y="6619"/>
                  <a:pt x="15526" y="6604"/>
                </a:cubicBezTo>
                <a:close/>
                <a:moveTo>
                  <a:pt x="15393" y="6648"/>
                </a:moveTo>
                <a:cubicBezTo>
                  <a:pt x="15438" y="6663"/>
                  <a:pt x="15452" y="6678"/>
                  <a:pt x="15496" y="6693"/>
                </a:cubicBezTo>
                <a:cubicBezTo>
                  <a:pt x="15481" y="6708"/>
                  <a:pt x="15473" y="6720"/>
                  <a:pt x="15474" y="6727"/>
                </a:cubicBezTo>
                <a:lnTo>
                  <a:pt x="15474" y="6727"/>
                </a:lnTo>
                <a:cubicBezTo>
                  <a:pt x="15446" y="6712"/>
                  <a:pt x="15429" y="6690"/>
                  <a:pt x="15393" y="6678"/>
                </a:cubicBezTo>
                <a:lnTo>
                  <a:pt x="15393" y="6648"/>
                </a:lnTo>
                <a:close/>
                <a:moveTo>
                  <a:pt x="15836" y="6693"/>
                </a:moveTo>
                <a:cubicBezTo>
                  <a:pt x="15865" y="6722"/>
                  <a:pt x="15879" y="6737"/>
                  <a:pt x="15894" y="6737"/>
                </a:cubicBezTo>
                <a:cubicBezTo>
                  <a:pt x="15894" y="6752"/>
                  <a:pt x="15894" y="6752"/>
                  <a:pt x="15909" y="6766"/>
                </a:cubicBezTo>
                <a:cubicBezTo>
                  <a:pt x="15894" y="6752"/>
                  <a:pt x="15879" y="6737"/>
                  <a:pt x="15864" y="6737"/>
                </a:cubicBezTo>
                <a:cubicBezTo>
                  <a:pt x="15864" y="6722"/>
                  <a:pt x="15864" y="6722"/>
                  <a:pt x="15836" y="6693"/>
                </a:cubicBezTo>
                <a:close/>
                <a:moveTo>
                  <a:pt x="15688" y="6737"/>
                </a:moveTo>
                <a:lnTo>
                  <a:pt x="15688" y="6737"/>
                </a:lnTo>
                <a:cubicBezTo>
                  <a:pt x="15717" y="6752"/>
                  <a:pt x="15732" y="6766"/>
                  <a:pt x="15761" y="6796"/>
                </a:cubicBezTo>
                <a:cubicBezTo>
                  <a:pt x="15791" y="6810"/>
                  <a:pt x="15791" y="6825"/>
                  <a:pt x="15791" y="6840"/>
                </a:cubicBezTo>
                <a:cubicBezTo>
                  <a:pt x="15761" y="6825"/>
                  <a:pt x="15747" y="6810"/>
                  <a:pt x="15717" y="6796"/>
                </a:cubicBezTo>
                <a:cubicBezTo>
                  <a:pt x="15717" y="6766"/>
                  <a:pt x="15688" y="6752"/>
                  <a:pt x="15688" y="6737"/>
                </a:cubicBezTo>
                <a:close/>
                <a:moveTo>
                  <a:pt x="15585" y="6766"/>
                </a:moveTo>
                <a:cubicBezTo>
                  <a:pt x="15614" y="6781"/>
                  <a:pt x="15629" y="6810"/>
                  <a:pt x="15658" y="6825"/>
                </a:cubicBezTo>
                <a:lnTo>
                  <a:pt x="15658" y="6869"/>
                </a:lnTo>
                <a:cubicBezTo>
                  <a:pt x="15644" y="6840"/>
                  <a:pt x="15599" y="6825"/>
                  <a:pt x="15585" y="6810"/>
                </a:cubicBezTo>
                <a:lnTo>
                  <a:pt x="15585" y="6766"/>
                </a:lnTo>
                <a:close/>
                <a:moveTo>
                  <a:pt x="15997" y="6825"/>
                </a:moveTo>
                <a:cubicBezTo>
                  <a:pt x="16026" y="6869"/>
                  <a:pt x="16026" y="6869"/>
                  <a:pt x="16041" y="6884"/>
                </a:cubicBezTo>
                <a:lnTo>
                  <a:pt x="16041" y="6899"/>
                </a:lnTo>
                <a:lnTo>
                  <a:pt x="15997" y="6855"/>
                </a:lnTo>
                <a:lnTo>
                  <a:pt x="15997" y="6825"/>
                </a:lnTo>
                <a:close/>
                <a:moveTo>
                  <a:pt x="15892" y="6879"/>
                </a:moveTo>
                <a:lnTo>
                  <a:pt x="15938" y="6913"/>
                </a:lnTo>
                <a:cubicBezTo>
                  <a:pt x="15953" y="6943"/>
                  <a:pt x="15953" y="6958"/>
                  <a:pt x="15953" y="6958"/>
                </a:cubicBezTo>
                <a:lnTo>
                  <a:pt x="15894" y="6899"/>
                </a:lnTo>
                <a:cubicBezTo>
                  <a:pt x="15894" y="6892"/>
                  <a:pt x="15894" y="6884"/>
                  <a:pt x="15892" y="6879"/>
                </a:cubicBezTo>
                <a:close/>
                <a:moveTo>
                  <a:pt x="15761" y="6899"/>
                </a:moveTo>
                <a:cubicBezTo>
                  <a:pt x="15776" y="6913"/>
                  <a:pt x="15820" y="6943"/>
                  <a:pt x="15835" y="6958"/>
                </a:cubicBezTo>
                <a:cubicBezTo>
                  <a:pt x="15820" y="6972"/>
                  <a:pt x="15835" y="6987"/>
                  <a:pt x="15835" y="6987"/>
                </a:cubicBezTo>
                <a:cubicBezTo>
                  <a:pt x="15820" y="6972"/>
                  <a:pt x="15791" y="6958"/>
                  <a:pt x="15761" y="6943"/>
                </a:cubicBezTo>
                <a:lnTo>
                  <a:pt x="15761" y="6899"/>
                </a:lnTo>
                <a:close/>
                <a:moveTo>
                  <a:pt x="16041" y="7016"/>
                </a:moveTo>
                <a:cubicBezTo>
                  <a:pt x="16056" y="7031"/>
                  <a:pt x="16085" y="7031"/>
                  <a:pt x="16085" y="7046"/>
                </a:cubicBezTo>
                <a:cubicBezTo>
                  <a:pt x="16115" y="7061"/>
                  <a:pt x="16115" y="7090"/>
                  <a:pt x="16115" y="7090"/>
                </a:cubicBezTo>
                <a:cubicBezTo>
                  <a:pt x="16100" y="7061"/>
                  <a:pt x="16085" y="7061"/>
                  <a:pt x="16056" y="7046"/>
                </a:cubicBezTo>
                <a:cubicBezTo>
                  <a:pt x="16056" y="7031"/>
                  <a:pt x="16056" y="7031"/>
                  <a:pt x="16041" y="7016"/>
                </a:cubicBezTo>
                <a:close/>
                <a:moveTo>
                  <a:pt x="15923" y="7046"/>
                </a:moveTo>
                <a:cubicBezTo>
                  <a:pt x="15953" y="7061"/>
                  <a:pt x="15967" y="7090"/>
                  <a:pt x="15997" y="7105"/>
                </a:cubicBezTo>
                <a:lnTo>
                  <a:pt x="15997" y="7119"/>
                </a:lnTo>
                <a:cubicBezTo>
                  <a:pt x="15982" y="7105"/>
                  <a:pt x="15967" y="7090"/>
                  <a:pt x="15923" y="7061"/>
                </a:cubicBezTo>
                <a:lnTo>
                  <a:pt x="15923" y="7046"/>
                </a:lnTo>
                <a:close/>
                <a:moveTo>
                  <a:pt x="16232" y="7149"/>
                </a:moveTo>
                <a:lnTo>
                  <a:pt x="16262" y="7193"/>
                </a:lnTo>
                <a:lnTo>
                  <a:pt x="16262" y="7208"/>
                </a:lnTo>
                <a:cubicBezTo>
                  <a:pt x="16247" y="7193"/>
                  <a:pt x="16232" y="7193"/>
                  <a:pt x="16232" y="7178"/>
                </a:cubicBezTo>
                <a:lnTo>
                  <a:pt x="16232" y="7149"/>
                </a:lnTo>
                <a:close/>
                <a:moveTo>
                  <a:pt x="16115" y="7193"/>
                </a:moveTo>
                <a:cubicBezTo>
                  <a:pt x="16129" y="7208"/>
                  <a:pt x="16159" y="7208"/>
                  <a:pt x="16173" y="7252"/>
                </a:cubicBezTo>
                <a:cubicBezTo>
                  <a:pt x="16159" y="7237"/>
                  <a:pt x="16129" y="7208"/>
                  <a:pt x="16115" y="7208"/>
                </a:cubicBezTo>
                <a:lnTo>
                  <a:pt x="16115" y="7193"/>
                </a:lnTo>
                <a:close/>
                <a:moveTo>
                  <a:pt x="15011" y="6531"/>
                </a:moveTo>
                <a:lnTo>
                  <a:pt x="15011" y="6531"/>
                </a:lnTo>
                <a:cubicBezTo>
                  <a:pt x="15055" y="6545"/>
                  <a:pt x="15084" y="6590"/>
                  <a:pt x="15129" y="6604"/>
                </a:cubicBezTo>
                <a:cubicBezTo>
                  <a:pt x="15379" y="8120"/>
                  <a:pt x="15364" y="9695"/>
                  <a:pt x="15349" y="11240"/>
                </a:cubicBezTo>
                <a:lnTo>
                  <a:pt x="15349" y="12476"/>
                </a:lnTo>
                <a:cubicBezTo>
                  <a:pt x="15349" y="13168"/>
                  <a:pt x="15364" y="13977"/>
                  <a:pt x="15467" y="14787"/>
                </a:cubicBezTo>
                <a:cubicBezTo>
                  <a:pt x="15320" y="14007"/>
                  <a:pt x="15246" y="13124"/>
                  <a:pt x="15232" y="12167"/>
                </a:cubicBezTo>
                <a:cubicBezTo>
                  <a:pt x="15217" y="11623"/>
                  <a:pt x="15217" y="11093"/>
                  <a:pt x="15217" y="10578"/>
                </a:cubicBezTo>
                <a:cubicBezTo>
                  <a:pt x="15217" y="9239"/>
                  <a:pt x="15217" y="7870"/>
                  <a:pt x="15011" y="6531"/>
                </a:cubicBezTo>
                <a:close/>
                <a:moveTo>
                  <a:pt x="15232" y="6678"/>
                </a:moveTo>
                <a:lnTo>
                  <a:pt x="15232" y="6678"/>
                </a:lnTo>
                <a:cubicBezTo>
                  <a:pt x="15246" y="6678"/>
                  <a:pt x="15290" y="6722"/>
                  <a:pt x="15320" y="6737"/>
                </a:cubicBezTo>
                <a:cubicBezTo>
                  <a:pt x="15644" y="8429"/>
                  <a:pt x="15599" y="10225"/>
                  <a:pt x="15570" y="11976"/>
                </a:cubicBezTo>
                <a:cubicBezTo>
                  <a:pt x="15570" y="12255"/>
                  <a:pt x="15541" y="12535"/>
                  <a:pt x="15541" y="12800"/>
                </a:cubicBezTo>
                <a:cubicBezTo>
                  <a:pt x="15526" y="13609"/>
                  <a:pt x="15541" y="14492"/>
                  <a:pt x="15644" y="15405"/>
                </a:cubicBezTo>
                <a:cubicBezTo>
                  <a:pt x="15467" y="14375"/>
                  <a:pt x="15438" y="13359"/>
                  <a:pt x="15438" y="12491"/>
                </a:cubicBezTo>
                <a:lnTo>
                  <a:pt x="15438" y="11255"/>
                </a:lnTo>
                <a:cubicBezTo>
                  <a:pt x="15452" y="9739"/>
                  <a:pt x="15452" y="8164"/>
                  <a:pt x="15232" y="6678"/>
                </a:cubicBezTo>
                <a:close/>
                <a:moveTo>
                  <a:pt x="15408" y="6810"/>
                </a:moveTo>
                <a:cubicBezTo>
                  <a:pt x="15438" y="6810"/>
                  <a:pt x="15467" y="6840"/>
                  <a:pt x="15511" y="6869"/>
                </a:cubicBezTo>
                <a:cubicBezTo>
                  <a:pt x="15894" y="8753"/>
                  <a:pt x="15820" y="10769"/>
                  <a:pt x="15747" y="12726"/>
                </a:cubicBezTo>
                <a:lnTo>
                  <a:pt x="15732" y="13124"/>
                </a:lnTo>
                <a:cubicBezTo>
                  <a:pt x="15688" y="14021"/>
                  <a:pt x="15688" y="15007"/>
                  <a:pt x="15791" y="16008"/>
                </a:cubicBezTo>
                <a:cubicBezTo>
                  <a:pt x="15614" y="14904"/>
                  <a:pt x="15599" y="13801"/>
                  <a:pt x="15614" y="12800"/>
                </a:cubicBezTo>
                <a:cubicBezTo>
                  <a:pt x="15614" y="12535"/>
                  <a:pt x="15629" y="12255"/>
                  <a:pt x="15629" y="11976"/>
                </a:cubicBezTo>
                <a:cubicBezTo>
                  <a:pt x="15673" y="10254"/>
                  <a:pt x="15717" y="8488"/>
                  <a:pt x="15408" y="6810"/>
                </a:cubicBezTo>
                <a:close/>
                <a:moveTo>
                  <a:pt x="15599" y="6913"/>
                </a:moveTo>
                <a:cubicBezTo>
                  <a:pt x="15644" y="6928"/>
                  <a:pt x="15658" y="6958"/>
                  <a:pt x="15688" y="6972"/>
                </a:cubicBezTo>
                <a:cubicBezTo>
                  <a:pt x="16173" y="9091"/>
                  <a:pt x="16041" y="11358"/>
                  <a:pt x="15938" y="13418"/>
                </a:cubicBezTo>
                <a:cubicBezTo>
                  <a:pt x="15879" y="14375"/>
                  <a:pt x="15835" y="15361"/>
                  <a:pt x="15909" y="16332"/>
                </a:cubicBezTo>
                <a:cubicBezTo>
                  <a:pt x="15791" y="15228"/>
                  <a:pt x="15791" y="14110"/>
                  <a:pt x="15820" y="13080"/>
                </a:cubicBezTo>
                <a:lnTo>
                  <a:pt x="15835" y="12697"/>
                </a:lnTo>
                <a:cubicBezTo>
                  <a:pt x="15894" y="10799"/>
                  <a:pt x="15967" y="8797"/>
                  <a:pt x="15599" y="6913"/>
                </a:cubicBezTo>
                <a:close/>
                <a:moveTo>
                  <a:pt x="15791" y="7061"/>
                </a:moveTo>
                <a:cubicBezTo>
                  <a:pt x="15806" y="7075"/>
                  <a:pt x="15835" y="7105"/>
                  <a:pt x="15864" y="7119"/>
                </a:cubicBezTo>
                <a:cubicBezTo>
                  <a:pt x="16394" y="9239"/>
                  <a:pt x="16276" y="11534"/>
                  <a:pt x="16100" y="13742"/>
                </a:cubicBezTo>
                <a:cubicBezTo>
                  <a:pt x="16026" y="14698"/>
                  <a:pt x="15953" y="15728"/>
                  <a:pt x="15982" y="16729"/>
                </a:cubicBezTo>
                <a:cubicBezTo>
                  <a:pt x="15894" y="15640"/>
                  <a:pt x="15909" y="14492"/>
                  <a:pt x="15982" y="13433"/>
                </a:cubicBezTo>
                <a:cubicBezTo>
                  <a:pt x="16115" y="11402"/>
                  <a:pt x="16247" y="9165"/>
                  <a:pt x="15791" y="7061"/>
                </a:cubicBezTo>
                <a:close/>
                <a:moveTo>
                  <a:pt x="15967" y="7193"/>
                </a:moveTo>
                <a:cubicBezTo>
                  <a:pt x="15982" y="7208"/>
                  <a:pt x="16026" y="7237"/>
                  <a:pt x="16041" y="7252"/>
                </a:cubicBezTo>
                <a:cubicBezTo>
                  <a:pt x="16630" y="9400"/>
                  <a:pt x="16541" y="11770"/>
                  <a:pt x="16306" y="14051"/>
                </a:cubicBezTo>
                <a:cubicBezTo>
                  <a:pt x="16188" y="15108"/>
                  <a:pt x="16100" y="16165"/>
                  <a:pt x="16114" y="17208"/>
                </a:cubicBezTo>
                <a:lnTo>
                  <a:pt x="16114" y="17208"/>
                </a:lnTo>
                <a:cubicBezTo>
                  <a:pt x="16114" y="17200"/>
                  <a:pt x="16112" y="17197"/>
                  <a:pt x="16100" y="17185"/>
                </a:cubicBezTo>
                <a:cubicBezTo>
                  <a:pt x="16026" y="16038"/>
                  <a:pt x="16100" y="14860"/>
                  <a:pt x="16173" y="13742"/>
                </a:cubicBezTo>
                <a:cubicBezTo>
                  <a:pt x="16365" y="11578"/>
                  <a:pt x="16482" y="9297"/>
                  <a:pt x="15967" y="7193"/>
                </a:cubicBezTo>
                <a:close/>
                <a:moveTo>
                  <a:pt x="16159" y="7340"/>
                </a:moveTo>
                <a:lnTo>
                  <a:pt x="16203" y="7399"/>
                </a:lnTo>
                <a:cubicBezTo>
                  <a:pt x="16909" y="9739"/>
                  <a:pt x="16747" y="12314"/>
                  <a:pt x="16497" y="14389"/>
                </a:cubicBezTo>
                <a:cubicBezTo>
                  <a:pt x="16365" y="15478"/>
                  <a:pt x="16262" y="16508"/>
                  <a:pt x="16232" y="17480"/>
                </a:cubicBezTo>
                <a:cubicBezTo>
                  <a:pt x="16232" y="17465"/>
                  <a:pt x="16203" y="17436"/>
                  <a:pt x="16203" y="17421"/>
                </a:cubicBezTo>
                <a:cubicBezTo>
                  <a:pt x="16188" y="16332"/>
                  <a:pt x="16276" y="15199"/>
                  <a:pt x="16394" y="14066"/>
                </a:cubicBezTo>
                <a:cubicBezTo>
                  <a:pt x="16615" y="11814"/>
                  <a:pt x="16718" y="9474"/>
                  <a:pt x="16159" y="7340"/>
                </a:cubicBezTo>
                <a:close/>
                <a:moveTo>
                  <a:pt x="16321" y="7487"/>
                </a:moveTo>
                <a:lnTo>
                  <a:pt x="16365" y="7546"/>
                </a:lnTo>
                <a:cubicBezTo>
                  <a:pt x="16998" y="9459"/>
                  <a:pt x="17086" y="11770"/>
                  <a:pt x="16688" y="14713"/>
                </a:cubicBezTo>
                <a:lnTo>
                  <a:pt x="16688" y="14757"/>
                </a:lnTo>
                <a:cubicBezTo>
                  <a:pt x="16541" y="15743"/>
                  <a:pt x="16409" y="16744"/>
                  <a:pt x="16335" y="17715"/>
                </a:cubicBezTo>
                <a:cubicBezTo>
                  <a:pt x="16321" y="17700"/>
                  <a:pt x="16321" y="17686"/>
                  <a:pt x="16291" y="17642"/>
                </a:cubicBezTo>
                <a:cubicBezTo>
                  <a:pt x="16321" y="16626"/>
                  <a:pt x="16424" y="15537"/>
                  <a:pt x="16571" y="14404"/>
                </a:cubicBezTo>
                <a:cubicBezTo>
                  <a:pt x="16836" y="12329"/>
                  <a:pt x="16998" y="9813"/>
                  <a:pt x="16321" y="7487"/>
                </a:cubicBezTo>
                <a:close/>
                <a:moveTo>
                  <a:pt x="16306" y="17803"/>
                </a:moveTo>
                <a:cubicBezTo>
                  <a:pt x="16306" y="17818"/>
                  <a:pt x="16321" y="17848"/>
                  <a:pt x="16321" y="17862"/>
                </a:cubicBezTo>
                <a:lnTo>
                  <a:pt x="16321" y="17921"/>
                </a:lnTo>
                <a:cubicBezTo>
                  <a:pt x="16321" y="17907"/>
                  <a:pt x="16306" y="17877"/>
                  <a:pt x="16306" y="17862"/>
                </a:cubicBezTo>
                <a:lnTo>
                  <a:pt x="16306" y="17803"/>
                </a:lnTo>
                <a:close/>
                <a:moveTo>
                  <a:pt x="16510" y="7643"/>
                </a:moveTo>
                <a:cubicBezTo>
                  <a:pt x="16528" y="7643"/>
                  <a:pt x="16531" y="7657"/>
                  <a:pt x="16541" y="7679"/>
                </a:cubicBezTo>
                <a:cubicBezTo>
                  <a:pt x="17233" y="9665"/>
                  <a:pt x="17365" y="12123"/>
                  <a:pt x="16895" y="15037"/>
                </a:cubicBezTo>
                <a:lnTo>
                  <a:pt x="16821" y="15493"/>
                </a:lnTo>
                <a:cubicBezTo>
                  <a:pt x="16688" y="16317"/>
                  <a:pt x="16541" y="17141"/>
                  <a:pt x="16453" y="17936"/>
                </a:cubicBezTo>
                <a:cubicBezTo>
                  <a:pt x="16424" y="17921"/>
                  <a:pt x="16409" y="17877"/>
                  <a:pt x="16409" y="17862"/>
                </a:cubicBezTo>
                <a:cubicBezTo>
                  <a:pt x="16468" y="16847"/>
                  <a:pt x="16615" y="15802"/>
                  <a:pt x="16762" y="14772"/>
                </a:cubicBezTo>
                <a:lnTo>
                  <a:pt x="16762" y="14742"/>
                </a:lnTo>
                <a:cubicBezTo>
                  <a:pt x="17159" y="11843"/>
                  <a:pt x="17086" y="9548"/>
                  <a:pt x="16482" y="7649"/>
                </a:cubicBezTo>
                <a:cubicBezTo>
                  <a:pt x="16494" y="7645"/>
                  <a:pt x="16503" y="7643"/>
                  <a:pt x="16510" y="7643"/>
                </a:cubicBezTo>
                <a:close/>
                <a:moveTo>
                  <a:pt x="16644" y="7767"/>
                </a:moveTo>
                <a:lnTo>
                  <a:pt x="16644" y="7767"/>
                </a:lnTo>
                <a:cubicBezTo>
                  <a:pt x="16674" y="7782"/>
                  <a:pt x="16688" y="7796"/>
                  <a:pt x="16703" y="7796"/>
                </a:cubicBezTo>
                <a:cubicBezTo>
                  <a:pt x="17675" y="10357"/>
                  <a:pt x="17483" y="13227"/>
                  <a:pt x="17086" y="15331"/>
                </a:cubicBezTo>
                <a:cubicBezTo>
                  <a:pt x="17042" y="15596"/>
                  <a:pt x="16983" y="15890"/>
                  <a:pt x="16924" y="16170"/>
                </a:cubicBezTo>
                <a:cubicBezTo>
                  <a:pt x="16792" y="16832"/>
                  <a:pt x="16659" y="17494"/>
                  <a:pt x="16571" y="18113"/>
                </a:cubicBezTo>
                <a:cubicBezTo>
                  <a:pt x="16556" y="18083"/>
                  <a:pt x="16541" y="18068"/>
                  <a:pt x="16512" y="18024"/>
                </a:cubicBezTo>
                <a:cubicBezTo>
                  <a:pt x="16615" y="17200"/>
                  <a:pt x="16733" y="16332"/>
                  <a:pt x="16880" y="15464"/>
                </a:cubicBezTo>
                <a:lnTo>
                  <a:pt x="16968" y="15007"/>
                </a:lnTo>
                <a:cubicBezTo>
                  <a:pt x="17424" y="12152"/>
                  <a:pt x="17336" y="9724"/>
                  <a:pt x="16644" y="7767"/>
                </a:cubicBezTo>
                <a:close/>
                <a:moveTo>
                  <a:pt x="16394" y="18010"/>
                </a:moveTo>
                <a:cubicBezTo>
                  <a:pt x="16409" y="18024"/>
                  <a:pt x="16409" y="18039"/>
                  <a:pt x="16424" y="18083"/>
                </a:cubicBezTo>
                <a:lnTo>
                  <a:pt x="16424" y="18157"/>
                </a:lnTo>
                <a:cubicBezTo>
                  <a:pt x="16409" y="18113"/>
                  <a:pt x="16409" y="18098"/>
                  <a:pt x="16394" y="18083"/>
                </a:cubicBezTo>
                <a:lnTo>
                  <a:pt x="16394" y="18010"/>
                </a:lnTo>
                <a:close/>
                <a:moveTo>
                  <a:pt x="16394" y="18230"/>
                </a:moveTo>
                <a:cubicBezTo>
                  <a:pt x="16394" y="18274"/>
                  <a:pt x="16409" y="18289"/>
                  <a:pt x="16409" y="18289"/>
                </a:cubicBezTo>
                <a:lnTo>
                  <a:pt x="16409" y="18363"/>
                </a:lnTo>
                <a:cubicBezTo>
                  <a:pt x="16409" y="18348"/>
                  <a:pt x="16394" y="18319"/>
                  <a:pt x="16394" y="18304"/>
                </a:cubicBezTo>
                <a:lnTo>
                  <a:pt x="16394" y="18230"/>
                </a:lnTo>
                <a:close/>
                <a:moveTo>
                  <a:pt x="16512" y="18171"/>
                </a:moveTo>
                <a:cubicBezTo>
                  <a:pt x="16541" y="18216"/>
                  <a:pt x="16556" y="18230"/>
                  <a:pt x="16571" y="18274"/>
                </a:cubicBezTo>
                <a:cubicBezTo>
                  <a:pt x="16541" y="18304"/>
                  <a:pt x="16541" y="18348"/>
                  <a:pt x="16541" y="18363"/>
                </a:cubicBezTo>
                <a:cubicBezTo>
                  <a:pt x="16527" y="18319"/>
                  <a:pt x="16497" y="18304"/>
                  <a:pt x="16497" y="18274"/>
                </a:cubicBezTo>
                <a:cubicBezTo>
                  <a:pt x="16497" y="18230"/>
                  <a:pt x="16497" y="18201"/>
                  <a:pt x="16512" y="18171"/>
                </a:cubicBezTo>
                <a:close/>
                <a:moveTo>
                  <a:pt x="16904" y="8079"/>
                </a:moveTo>
                <a:lnTo>
                  <a:pt x="16904" y="8079"/>
                </a:lnTo>
                <a:cubicBezTo>
                  <a:pt x="17725" y="10191"/>
                  <a:pt x="17853" y="12831"/>
                  <a:pt x="17277" y="15655"/>
                </a:cubicBezTo>
                <a:cubicBezTo>
                  <a:pt x="17189" y="16067"/>
                  <a:pt x="17101" y="16479"/>
                  <a:pt x="17012" y="16876"/>
                </a:cubicBezTo>
                <a:cubicBezTo>
                  <a:pt x="16909" y="17362"/>
                  <a:pt x="16792" y="17862"/>
                  <a:pt x="16703" y="18363"/>
                </a:cubicBezTo>
                <a:lnTo>
                  <a:pt x="16644" y="18245"/>
                </a:lnTo>
                <a:cubicBezTo>
                  <a:pt x="16733" y="17583"/>
                  <a:pt x="16880" y="16891"/>
                  <a:pt x="17012" y="16185"/>
                </a:cubicBezTo>
                <a:cubicBezTo>
                  <a:pt x="17071" y="15920"/>
                  <a:pt x="17130" y="15625"/>
                  <a:pt x="17189" y="15346"/>
                </a:cubicBezTo>
                <a:cubicBezTo>
                  <a:pt x="17564" y="13326"/>
                  <a:pt x="17769" y="10558"/>
                  <a:pt x="16904" y="8079"/>
                </a:cubicBezTo>
                <a:close/>
                <a:moveTo>
                  <a:pt x="16998" y="8091"/>
                </a:moveTo>
                <a:cubicBezTo>
                  <a:pt x="18263" y="11005"/>
                  <a:pt x="17866" y="14198"/>
                  <a:pt x="17454" y="15964"/>
                </a:cubicBezTo>
                <a:cubicBezTo>
                  <a:pt x="17351" y="16508"/>
                  <a:pt x="17204" y="17024"/>
                  <a:pt x="17086" y="17539"/>
                </a:cubicBezTo>
                <a:cubicBezTo>
                  <a:pt x="16998" y="17877"/>
                  <a:pt x="16924" y="18230"/>
                  <a:pt x="16836" y="18569"/>
                </a:cubicBezTo>
                <a:cubicBezTo>
                  <a:pt x="16821" y="18525"/>
                  <a:pt x="16777" y="18480"/>
                  <a:pt x="16762" y="18451"/>
                </a:cubicBezTo>
                <a:cubicBezTo>
                  <a:pt x="16850" y="17936"/>
                  <a:pt x="16983" y="17421"/>
                  <a:pt x="17086" y="16891"/>
                </a:cubicBezTo>
                <a:cubicBezTo>
                  <a:pt x="17174" y="16479"/>
                  <a:pt x="17277" y="16082"/>
                  <a:pt x="17351" y="15670"/>
                </a:cubicBezTo>
                <a:cubicBezTo>
                  <a:pt x="17939" y="12829"/>
                  <a:pt x="17807" y="10195"/>
                  <a:pt x="16998" y="8091"/>
                </a:cubicBezTo>
                <a:close/>
                <a:moveTo>
                  <a:pt x="16615" y="18377"/>
                </a:moveTo>
                <a:cubicBezTo>
                  <a:pt x="16630" y="18407"/>
                  <a:pt x="16644" y="18436"/>
                  <a:pt x="16659" y="18466"/>
                </a:cubicBezTo>
                <a:cubicBezTo>
                  <a:pt x="16674" y="18510"/>
                  <a:pt x="16674" y="18539"/>
                  <a:pt x="16644" y="18583"/>
                </a:cubicBezTo>
                <a:cubicBezTo>
                  <a:pt x="16630" y="18539"/>
                  <a:pt x="16615" y="18510"/>
                  <a:pt x="16600" y="18480"/>
                </a:cubicBezTo>
                <a:cubicBezTo>
                  <a:pt x="16600" y="18451"/>
                  <a:pt x="16615" y="18407"/>
                  <a:pt x="16615" y="18377"/>
                </a:cubicBezTo>
                <a:close/>
                <a:moveTo>
                  <a:pt x="16482" y="18436"/>
                </a:moveTo>
                <a:cubicBezTo>
                  <a:pt x="16497" y="18451"/>
                  <a:pt x="16497" y="18495"/>
                  <a:pt x="16527" y="18510"/>
                </a:cubicBezTo>
                <a:cubicBezTo>
                  <a:pt x="16527" y="18539"/>
                  <a:pt x="16527" y="18569"/>
                  <a:pt x="16497" y="18598"/>
                </a:cubicBezTo>
                <a:cubicBezTo>
                  <a:pt x="16482" y="18583"/>
                  <a:pt x="16482" y="18539"/>
                  <a:pt x="16468" y="18525"/>
                </a:cubicBezTo>
                <a:cubicBezTo>
                  <a:pt x="16482" y="18480"/>
                  <a:pt x="16482" y="18451"/>
                  <a:pt x="16482" y="18436"/>
                </a:cubicBezTo>
                <a:close/>
                <a:moveTo>
                  <a:pt x="17218" y="8370"/>
                </a:moveTo>
                <a:cubicBezTo>
                  <a:pt x="18190" y="10592"/>
                  <a:pt x="18381" y="13433"/>
                  <a:pt x="17660" y="16288"/>
                </a:cubicBezTo>
                <a:cubicBezTo>
                  <a:pt x="17513" y="16906"/>
                  <a:pt x="17336" y="17539"/>
                  <a:pt x="17145" y="18142"/>
                </a:cubicBezTo>
                <a:cubicBezTo>
                  <a:pt x="17086" y="18348"/>
                  <a:pt x="17042" y="18539"/>
                  <a:pt x="16968" y="18760"/>
                </a:cubicBezTo>
                <a:cubicBezTo>
                  <a:pt x="16924" y="18731"/>
                  <a:pt x="16909" y="18686"/>
                  <a:pt x="16880" y="18657"/>
                </a:cubicBezTo>
                <a:lnTo>
                  <a:pt x="17159" y="17553"/>
                </a:lnTo>
                <a:cubicBezTo>
                  <a:pt x="17292" y="17038"/>
                  <a:pt x="17424" y="16523"/>
                  <a:pt x="17542" y="15993"/>
                </a:cubicBezTo>
                <a:cubicBezTo>
                  <a:pt x="17939" y="14272"/>
                  <a:pt x="18337" y="11225"/>
                  <a:pt x="17218" y="8370"/>
                </a:cubicBezTo>
                <a:close/>
                <a:moveTo>
                  <a:pt x="16468" y="18686"/>
                </a:moveTo>
                <a:cubicBezTo>
                  <a:pt x="16468" y="18716"/>
                  <a:pt x="16482" y="18731"/>
                  <a:pt x="16482" y="18745"/>
                </a:cubicBezTo>
                <a:lnTo>
                  <a:pt x="16482" y="18804"/>
                </a:lnTo>
                <a:cubicBezTo>
                  <a:pt x="16482" y="18789"/>
                  <a:pt x="16468" y="18760"/>
                  <a:pt x="16468" y="18745"/>
                </a:cubicBezTo>
                <a:lnTo>
                  <a:pt x="16468" y="18686"/>
                </a:lnTo>
                <a:close/>
                <a:moveTo>
                  <a:pt x="16733" y="18569"/>
                </a:moveTo>
                <a:cubicBezTo>
                  <a:pt x="16762" y="18598"/>
                  <a:pt x="16777" y="18642"/>
                  <a:pt x="16821" y="18672"/>
                </a:cubicBezTo>
                <a:cubicBezTo>
                  <a:pt x="16792" y="18716"/>
                  <a:pt x="16792" y="18745"/>
                  <a:pt x="16777" y="18804"/>
                </a:cubicBezTo>
                <a:lnTo>
                  <a:pt x="16718" y="18686"/>
                </a:lnTo>
                <a:cubicBezTo>
                  <a:pt x="16718" y="18657"/>
                  <a:pt x="16733" y="18598"/>
                  <a:pt x="16733" y="18569"/>
                </a:cubicBezTo>
                <a:close/>
                <a:moveTo>
                  <a:pt x="16571" y="18613"/>
                </a:moveTo>
                <a:cubicBezTo>
                  <a:pt x="16600" y="18657"/>
                  <a:pt x="16615" y="18672"/>
                  <a:pt x="16630" y="18716"/>
                </a:cubicBezTo>
                <a:cubicBezTo>
                  <a:pt x="16630" y="18745"/>
                  <a:pt x="16615" y="18789"/>
                  <a:pt x="16615" y="18819"/>
                </a:cubicBezTo>
                <a:cubicBezTo>
                  <a:pt x="16600" y="18789"/>
                  <a:pt x="16571" y="18760"/>
                  <a:pt x="16571" y="18731"/>
                </a:cubicBezTo>
                <a:lnTo>
                  <a:pt x="16571" y="18613"/>
                </a:lnTo>
                <a:close/>
                <a:moveTo>
                  <a:pt x="17395" y="8562"/>
                </a:moveTo>
                <a:cubicBezTo>
                  <a:pt x="18454" y="10872"/>
                  <a:pt x="18616" y="13727"/>
                  <a:pt x="17866" y="16597"/>
                </a:cubicBezTo>
                <a:cubicBezTo>
                  <a:pt x="17660" y="17333"/>
                  <a:pt x="17439" y="18054"/>
                  <a:pt x="17218" y="18731"/>
                </a:cubicBezTo>
                <a:cubicBezTo>
                  <a:pt x="17204" y="18804"/>
                  <a:pt x="17159" y="18878"/>
                  <a:pt x="17145" y="18951"/>
                </a:cubicBezTo>
                <a:cubicBezTo>
                  <a:pt x="17101" y="18907"/>
                  <a:pt x="17086" y="18878"/>
                  <a:pt x="17056" y="18834"/>
                </a:cubicBezTo>
                <a:cubicBezTo>
                  <a:pt x="17101" y="18613"/>
                  <a:pt x="17189" y="18392"/>
                  <a:pt x="17233" y="18157"/>
                </a:cubicBezTo>
                <a:cubicBezTo>
                  <a:pt x="17410" y="17553"/>
                  <a:pt x="17586" y="16921"/>
                  <a:pt x="17748" y="16288"/>
                </a:cubicBezTo>
                <a:cubicBezTo>
                  <a:pt x="18440" y="13506"/>
                  <a:pt x="18307" y="10769"/>
                  <a:pt x="17395" y="8562"/>
                </a:cubicBezTo>
                <a:close/>
                <a:moveTo>
                  <a:pt x="16453" y="18966"/>
                </a:moveTo>
                <a:cubicBezTo>
                  <a:pt x="16468" y="18981"/>
                  <a:pt x="16468" y="18981"/>
                  <a:pt x="16468" y="19010"/>
                </a:cubicBezTo>
                <a:cubicBezTo>
                  <a:pt x="16453" y="18981"/>
                  <a:pt x="16453" y="18966"/>
                  <a:pt x="16453" y="18966"/>
                </a:cubicBezTo>
                <a:close/>
                <a:moveTo>
                  <a:pt x="16865" y="18760"/>
                </a:moveTo>
                <a:cubicBezTo>
                  <a:pt x="16880" y="18804"/>
                  <a:pt x="16924" y="18834"/>
                  <a:pt x="16939" y="18878"/>
                </a:cubicBezTo>
                <a:cubicBezTo>
                  <a:pt x="16939" y="18907"/>
                  <a:pt x="16924" y="18966"/>
                  <a:pt x="16909" y="19010"/>
                </a:cubicBezTo>
                <a:cubicBezTo>
                  <a:pt x="16895" y="18966"/>
                  <a:pt x="16850" y="18937"/>
                  <a:pt x="16836" y="18893"/>
                </a:cubicBezTo>
                <a:cubicBezTo>
                  <a:pt x="16850" y="18863"/>
                  <a:pt x="16850" y="18804"/>
                  <a:pt x="16865" y="18760"/>
                </a:cubicBezTo>
                <a:close/>
                <a:moveTo>
                  <a:pt x="16541" y="18878"/>
                </a:moveTo>
                <a:cubicBezTo>
                  <a:pt x="16556" y="18893"/>
                  <a:pt x="16556" y="18937"/>
                  <a:pt x="16571" y="18951"/>
                </a:cubicBezTo>
                <a:cubicBezTo>
                  <a:pt x="16600" y="18966"/>
                  <a:pt x="16571" y="19010"/>
                  <a:pt x="16571" y="19025"/>
                </a:cubicBezTo>
                <a:cubicBezTo>
                  <a:pt x="16556" y="19010"/>
                  <a:pt x="16556" y="18966"/>
                  <a:pt x="16541" y="18951"/>
                </a:cubicBezTo>
                <a:lnTo>
                  <a:pt x="16541" y="18878"/>
                </a:lnTo>
                <a:close/>
                <a:moveTo>
                  <a:pt x="16688" y="18819"/>
                </a:moveTo>
                <a:cubicBezTo>
                  <a:pt x="16703" y="18848"/>
                  <a:pt x="16718" y="18878"/>
                  <a:pt x="16733" y="18907"/>
                </a:cubicBezTo>
                <a:cubicBezTo>
                  <a:pt x="16733" y="18951"/>
                  <a:pt x="16733" y="18981"/>
                  <a:pt x="16718" y="19025"/>
                </a:cubicBezTo>
                <a:cubicBezTo>
                  <a:pt x="16703" y="18981"/>
                  <a:pt x="16688" y="18951"/>
                  <a:pt x="16674" y="18937"/>
                </a:cubicBezTo>
                <a:cubicBezTo>
                  <a:pt x="16674" y="18893"/>
                  <a:pt x="16688" y="18848"/>
                  <a:pt x="16688" y="18819"/>
                </a:cubicBezTo>
                <a:close/>
                <a:moveTo>
                  <a:pt x="17675" y="9018"/>
                </a:moveTo>
                <a:cubicBezTo>
                  <a:pt x="18690" y="11314"/>
                  <a:pt x="18837" y="14183"/>
                  <a:pt x="18042" y="16921"/>
                </a:cubicBezTo>
                <a:cubicBezTo>
                  <a:pt x="17822" y="17700"/>
                  <a:pt x="17557" y="18436"/>
                  <a:pt x="17292" y="19172"/>
                </a:cubicBezTo>
                <a:cubicBezTo>
                  <a:pt x="17262" y="19128"/>
                  <a:pt x="17218" y="19099"/>
                  <a:pt x="17204" y="19040"/>
                </a:cubicBezTo>
                <a:cubicBezTo>
                  <a:pt x="17233" y="18951"/>
                  <a:pt x="17262" y="18863"/>
                  <a:pt x="17292" y="18760"/>
                </a:cubicBezTo>
                <a:cubicBezTo>
                  <a:pt x="17513" y="18068"/>
                  <a:pt x="17748" y="17347"/>
                  <a:pt x="17954" y="16611"/>
                </a:cubicBezTo>
                <a:cubicBezTo>
                  <a:pt x="18675" y="13933"/>
                  <a:pt x="18587" y="11240"/>
                  <a:pt x="17675" y="9018"/>
                </a:cubicBezTo>
                <a:close/>
                <a:moveTo>
                  <a:pt x="17012" y="18951"/>
                </a:moveTo>
                <a:cubicBezTo>
                  <a:pt x="17056" y="18981"/>
                  <a:pt x="17071" y="19025"/>
                  <a:pt x="17101" y="19054"/>
                </a:cubicBezTo>
                <a:cubicBezTo>
                  <a:pt x="17086" y="19113"/>
                  <a:pt x="17071" y="19157"/>
                  <a:pt x="17056" y="19202"/>
                </a:cubicBezTo>
                <a:cubicBezTo>
                  <a:pt x="17012" y="19172"/>
                  <a:pt x="16998" y="19128"/>
                  <a:pt x="16983" y="19099"/>
                </a:cubicBezTo>
                <a:cubicBezTo>
                  <a:pt x="16998" y="19040"/>
                  <a:pt x="16998" y="19010"/>
                  <a:pt x="17012" y="18951"/>
                </a:cubicBezTo>
                <a:close/>
                <a:moveTo>
                  <a:pt x="16527" y="19113"/>
                </a:moveTo>
                <a:cubicBezTo>
                  <a:pt x="16527" y="19128"/>
                  <a:pt x="16541" y="19143"/>
                  <a:pt x="16541" y="19172"/>
                </a:cubicBezTo>
                <a:lnTo>
                  <a:pt x="16541" y="19246"/>
                </a:lnTo>
                <a:cubicBezTo>
                  <a:pt x="16541" y="19231"/>
                  <a:pt x="16527" y="19202"/>
                  <a:pt x="16527" y="19187"/>
                </a:cubicBezTo>
                <a:lnTo>
                  <a:pt x="16527" y="19113"/>
                </a:lnTo>
                <a:close/>
                <a:moveTo>
                  <a:pt x="16659" y="19054"/>
                </a:moveTo>
                <a:cubicBezTo>
                  <a:pt x="16688" y="19099"/>
                  <a:pt x="16703" y="19113"/>
                  <a:pt x="16718" y="19157"/>
                </a:cubicBezTo>
                <a:cubicBezTo>
                  <a:pt x="16688" y="19187"/>
                  <a:pt x="16688" y="19216"/>
                  <a:pt x="16688" y="19246"/>
                </a:cubicBezTo>
                <a:cubicBezTo>
                  <a:pt x="16674" y="19202"/>
                  <a:pt x="16644" y="19187"/>
                  <a:pt x="16644" y="19157"/>
                </a:cubicBezTo>
                <a:cubicBezTo>
                  <a:pt x="16644" y="19113"/>
                  <a:pt x="16659" y="19084"/>
                  <a:pt x="16659" y="19054"/>
                </a:cubicBezTo>
                <a:close/>
                <a:moveTo>
                  <a:pt x="16836" y="19010"/>
                </a:moveTo>
                <a:cubicBezTo>
                  <a:pt x="16850" y="19040"/>
                  <a:pt x="16895" y="19084"/>
                  <a:pt x="16909" y="19113"/>
                </a:cubicBezTo>
                <a:cubicBezTo>
                  <a:pt x="16865" y="19157"/>
                  <a:pt x="16850" y="19187"/>
                  <a:pt x="16850" y="19246"/>
                </a:cubicBezTo>
                <a:lnTo>
                  <a:pt x="16792" y="19128"/>
                </a:lnTo>
                <a:cubicBezTo>
                  <a:pt x="16821" y="19099"/>
                  <a:pt x="16821" y="19040"/>
                  <a:pt x="16836" y="19010"/>
                </a:cubicBezTo>
                <a:close/>
                <a:moveTo>
                  <a:pt x="17866" y="9239"/>
                </a:moveTo>
                <a:cubicBezTo>
                  <a:pt x="18940" y="11593"/>
                  <a:pt x="19102" y="14492"/>
                  <a:pt x="18248" y="17244"/>
                </a:cubicBezTo>
                <a:cubicBezTo>
                  <a:pt x="18028" y="17951"/>
                  <a:pt x="17748" y="18672"/>
                  <a:pt x="17468" y="19349"/>
                </a:cubicBezTo>
                <a:cubicBezTo>
                  <a:pt x="17439" y="19319"/>
                  <a:pt x="17395" y="19275"/>
                  <a:pt x="17365" y="19231"/>
                </a:cubicBezTo>
                <a:cubicBezTo>
                  <a:pt x="17645" y="18495"/>
                  <a:pt x="17925" y="17715"/>
                  <a:pt x="18145" y="16921"/>
                </a:cubicBezTo>
                <a:cubicBezTo>
                  <a:pt x="18911" y="14257"/>
                  <a:pt x="18808" y="11505"/>
                  <a:pt x="17866" y="9239"/>
                </a:cubicBezTo>
                <a:close/>
                <a:moveTo>
                  <a:pt x="17159" y="19128"/>
                </a:moveTo>
                <a:cubicBezTo>
                  <a:pt x="17204" y="19172"/>
                  <a:pt x="17233" y="19202"/>
                  <a:pt x="17248" y="19246"/>
                </a:cubicBezTo>
                <a:cubicBezTo>
                  <a:pt x="17262" y="19260"/>
                  <a:pt x="17233" y="19275"/>
                  <a:pt x="17233" y="19305"/>
                </a:cubicBezTo>
                <a:cubicBezTo>
                  <a:pt x="17218" y="19334"/>
                  <a:pt x="17218" y="19378"/>
                  <a:pt x="17204" y="19408"/>
                </a:cubicBezTo>
                <a:cubicBezTo>
                  <a:pt x="17159" y="19378"/>
                  <a:pt x="17145" y="19334"/>
                  <a:pt x="17101" y="19275"/>
                </a:cubicBezTo>
                <a:cubicBezTo>
                  <a:pt x="17130" y="19216"/>
                  <a:pt x="17145" y="19172"/>
                  <a:pt x="17159" y="19128"/>
                </a:cubicBezTo>
                <a:close/>
                <a:moveTo>
                  <a:pt x="16497" y="19349"/>
                </a:moveTo>
                <a:cubicBezTo>
                  <a:pt x="16497" y="19378"/>
                  <a:pt x="16512" y="19378"/>
                  <a:pt x="16512" y="19393"/>
                </a:cubicBezTo>
                <a:lnTo>
                  <a:pt x="16512" y="19452"/>
                </a:lnTo>
                <a:cubicBezTo>
                  <a:pt x="16512" y="19422"/>
                  <a:pt x="16512" y="19422"/>
                  <a:pt x="16497" y="19408"/>
                </a:cubicBezTo>
                <a:lnTo>
                  <a:pt x="16497" y="19349"/>
                </a:lnTo>
                <a:close/>
                <a:moveTo>
                  <a:pt x="16762" y="19246"/>
                </a:moveTo>
                <a:cubicBezTo>
                  <a:pt x="16777" y="19275"/>
                  <a:pt x="16792" y="19319"/>
                  <a:pt x="16821" y="19334"/>
                </a:cubicBezTo>
                <a:cubicBezTo>
                  <a:pt x="16792" y="19378"/>
                  <a:pt x="16792" y="19408"/>
                  <a:pt x="16777" y="19452"/>
                </a:cubicBezTo>
                <a:cubicBezTo>
                  <a:pt x="16762" y="19408"/>
                  <a:pt x="16733" y="19378"/>
                  <a:pt x="16718" y="19349"/>
                </a:cubicBezTo>
                <a:cubicBezTo>
                  <a:pt x="16733" y="19334"/>
                  <a:pt x="16762" y="19305"/>
                  <a:pt x="16762" y="19246"/>
                </a:cubicBezTo>
                <a:close/>
                <a:moveTo>
                  <a:pt x="16939" y="19187"/>
                </a:moveTo>
                <a:cubicBezTo>
                  <a:pt x="16968" y="19216"/>
                  <a:pt x="16998" y="19260"/>
                  <a:pt x="17012" y="19305"/>
                </a:cubicBezTo>
                <a:cubicBezTo>
                  <a:pt x="16998" y="19349"/>
                  <a:pt x="16998" y="19408"/>
                  <a:pt x="16983" y="19452"/>
                </a:cubicBezTo>
                <a:cubicBezTo>
                  <a:pt x="16968" y="19408"/>
                  <a:pt x="16924" y="19378"/>
                  <a:pt x="16909" y="19334"/>
                </a:cubicBezTo>
                <a:cubicBezTo>
                  <a:pt x="16924" y="19275"/>
                  <a:pt x="16924" y="19246"/>
                  <a:pt x="16939" y="19187"/>
                </a:cubicBezTo>
                <a:close/>
                <a:moveTo>
                  <a:pt x="16615" y="19305"/>
                </a:moveTo>
                <a:cubicBezTo>
                  <a:pt x="16630" y="19319"/>
                  <a:pt x="16630" y="19349"/>
                  <a:pt x="16644" y="19378"/>
                </a:cubicBezTo>
                <a:cubicBezTo>
                  <a:pt x="16644" y="19408"/>
                  <a:pt x="16630" y="19422"/>
                  <a:pt x="16630" y="19466"/>
                </a:cubicBezTo>
                <a:cubicBezTo>
                  <a:pt x="16615" y="19452"/>
                  <a:pt x="16615" y="19408"/>
                  <a:pt x="16600" y="19393"/>
                </a:cubicBezTo>
                <a:cubicBezTo>
                  <a:pt x="16600" y="19349"/>
                  <a:pt x="16615" y="19334"/>
                  <a:pt x="16615" y="19305"/>
                </a:cubicBezTo>
                <a:close/>
                <a:moveTo>
                  <a:pt x="18101" y="9680"/>
                </a:moveTo>
                <a:lnTo>
                  <a:pt x="18101" y="9680"/>
                </a:lnTo>
                <a:cubicBezTo>
                  <a:pt x="19176" y="12020"/>
                  <a:pt x="19308" y="14919"/>
                  <a:pt x="18440" y="17553"/>
                </a:cubicBezTo>
                <a:cubicBezTo>
                  <a:pt x="18204" y="18230"/>
                  <a:pt x="17939" y="18893"/>
                  <a:pt x="17645" y="19540"/>
                </a:cubicBezTo>
                <a:lnTo>
                  <a:pt x="17513" y="19408"/>
                </a:lnTo>
                <a:cubicBezTo>
                  <a:pt x="17792" y="18716"/>
                  <a:pt x="18087" y="17995"/>
                  <a:pt x="18307" y="17259"/>
                </a:cubicBezTo>
                <a:cubicBezTo>
                  <a:pt x="19117" y="14669"/>
                  <a:pt x="19028" y="11946"/>
                  <a:pt x="18101" y="9680"/>
                </a:cubicBezTo>
                <a:close/>
                <a:moveTo>
                  <a:pt x="17336" y="19319"/>
                </a:moveTo>
                <a:lnTo>
                  <a:pt x="17439" y="19422"/>
                </a:lnTo>
                <a:cubicBezTo>
                  <a:pt x="17410" y="19496"/>
                  <a:pt x="17380" y="19555"/>
                  <a:pt x="17365" y="19614"/>
                </a:cubicBezTo>
                <a:cubicBezTo>
                  <a:pt x="17336" y="19569"/>
                  <a:pt x="17292" y="19540"/>
                  <a:pt x="17277" y="19481"/>
                </a:cubicBezTo>
                <a:cubicBezTo>
                  <a:pt x="17292" y="19422"/>
                  <a:pt x="17307" y="19393"/>
                  <a:pt x="17336" y="19334"/>
                </a:cubicBezTo>
                <a:lnTo>
                  <a:pt x="17336" y="19319"/>
                </a:lnTo>
                <a:close/>
                <a:moveTo>
                  <a:pt x="17086" y="19393"/>
                </a:moveTo>
                <a:cubicBezTo>
                  <a:pt x="17130" y="19422"/>
                  <a:pt x="17145" y="19466"/>
                  <a:pt x="17174" y="19496"/>
                </a:cubicBezTo>
                <a:cubicBezTo>
                  <a:pt x="17145" y="19555"/>
                  <a:pt x="17130" y="19584"/>
                  <a:pt x="17101" y="19643"/>
                </a:cubicBezTo>
                <a:cubicBezTo>
                  <a:pt x="17086" y="19614"/>
                  <a:pt x="17056" y="19569"/>
                  <a:pt x="17027" y="19540"/>
                </a:cubicBezTo>
                <a:cubicBezTo>
                  <a:pt x="17056" y="19481"/>
                  <a:pt x="17071" y="19422"/>
                  <a:pt x="17086" y="19393"/>
                </a:cubicBezTo>
                <a:close/>
                <a:moveTo>
                  <a:pt x="16895" y="19452"/>
                </a:moveTo>
                <a:cubicBezTo>
                  <a:pt x="16909" y="19481"/>
                  <a:pt x="16924" y="19525"/>
                  <a:pt x="16968" y="19555"/>
                </a:cubicBezTo>
                <a:cubicBezTo>
                  <a:pt x="16924" y="19584"/>
                  <a:pt x="16924" y="19628"/>
                  <a:pt x="16909" y="19687"/>
                </a:cubicBezTo>
                <a:lnTo>
                  <a:pt x="16850" y="19569"/>
                </a:lnTo>
                <a:cubicBezTo>
                  <a:pt x="16865" y="19540"/>
                  <a:pt x="16865" y="19481"/>
                  <a:pt x="16895" y="19452"/>
                </a:cubicBezTo>
                <a:close/>
                <a:moveTo>
                  <a:pt x="16571" y="19555"/>
                </a:moveTo>
                <a:cubicBezTo>
                  <a:pt x="16571" y="19569"/>
                  <a:pt x="16600" y="19584"/>
                  <a:pt x="16600" y="19614"/>
                </a:cubicBezTo>
                <a:cubicBezTo>
                  <a:pt x="16600" y="19643"/>
                  <a:pt x="16571" y="19672"/>
                  <a:pt x="16571" y="19702"/>
                </a:cubicBezTo>
                <a:cubicBezTo>
                  <a:pt x="16571" y="19687"/>
                  <a:pt x="16556" y="19672"/>
                  <a:pt x="16556" y="19643"/>
                </a:cubicBezTo>
                <a:cubicBezTo>
                  <a:pt x="16556" y="19614"/>
                  <a:pt x="16556" y="19584"/>
                  <a:pt x="16571" y="19555"/>
                </a:cubicBezTo>
                <a:close/>
                <a:moveTo>
                  <a:pt x="16703" y="19496"/>
                </a:moveTo>
                <a:cubicBezTo>
                  <a:pt x="16718" y="19540"/>
                  <a:pt x="16747" y="19555"/>
                  <a:pt x="16762" y="19584"/>
                </a:cubicBezTo>
                <a:cubicBezTo>
                  <a:pt x="16747" y="19628"/>
                  <a:pt x="16747" y="19672"/>
                  <a:pt x="16718" y="19702"/>
                </a:cubicBezTo>
                <a:cubicBezTo>
                  <a:pt x="16703" y="19672"/>
                  <a:pt x="16688" y="19643"/>
                  <a:pt x="16688" y="19614"/>
                </a:cubicBezTo>
                <a:cubicBezTo>
                  <a:pt x="16688" y="19569"/>
                  <a:pt x="16703" y="19540"/>
                  <a:pt x="16703" y="19496"/>
                </a:cubicBezTo>
                <a:close/>
                <a:moveTo>
                  <a:pt x="18322" y="9886"/>
                </a:moveTo>
                <a:lnTo>
                  <a:pt x="18322" y="9886"/>
                </a:lnTo>
                <a:cubicBezTo>
                  <a:pt x="19426" y="12285"/>
                  <a:pt x="19573" y="15228"/>
                  <a:pt x="18631" y="17862"/>
                </a:cubicBezTo>
                <a:cubicBezTo>
                  <a:pt x="18410" y="18510"/>
                  <a:pt x="18145" y="19113"/>
                  <a:pt x="17851" y="19717"/>
                </a:cubicBezTo>
                <a:cubicBezTo>
                  <a:pt x="17807" y="19687"/>
                  <a:pt x="17748" y="19643"/>
                  <a:pt x="17719" y="19599"/>
                </a:cubicBezTo>
                <a:cubicBezTo>
                  <a:pt x="18013" y="18937"/>
                  <a:pt x="18293" y="18274"/>
                  <a:pt x="18528" y="17568"/>
                </a:cubicBezTo>
                <a:cubicBezTo>
                  <a:pt x="19367" y="15007"/>
                  <a:pt x="19279" y="12197"/>
                  <a:pt x="18322" y="9886"/>
                </a:cubicBezTo>
                <a:close/>
                <a:moveTo>
                  <a:pt x="17498" y="19496"/>
                </a:moveTo>
                <a:lnTo>
                  <a:pt x="17630" y="19628"/>
                </a:lnTo>
                <a:cubicBezTo>
                  <a:pt x="17586" y="19687"/>
                  <a:pt x="17571" y="19746"/>
                  <a:pt x="17527" y="19790"/>
                </a:cubicBezTo>
                <a:cubicBezTo>
                  <a:pt x="17498" y="19761"/>
                  <a:pt x="17454" y="19717"/>
                  <a:pt x="17424" y="19672"/>
                </a:cubicBezTo>
                <a:cubicBezTo>
                  <a:pt x="17439" y="19614"/>
                  <a:pt x="17483" y="19555"/>
                  <a:pt x="17498" y="19496"/>
                </a:cubicBezTo>
                <a:close/>
                <a:moveTo>
                  <a:pt x="17233" y="19555"/>
                </a:moveTo>
                <a:cubicBezTo>
                  <a:pt x="17277" y="19584"/>
                  <a:pt x="17307" y="19628"/>
                  <a:pt x="17336" y="19672"/>
                </a:cubicBezTo>
                <a:cubicBezTo>
                  <a:pt x="17307" y="19746"/>
                  <a:pt x="17292" y="19790"/>
                  <a:pt x="17277" y="19834"/>
                </a:cubicBezTo>
                <a:cubicBezTo>
                  <a:pt x="17233" y="19820"/>
                  <a:pt x="17204" y="19775"/>
                  <a:pt x="17189" y="19717"/>
                </a:cubicBezTo>
                <a:lnTo>
                  <a:pt x="17233" y="19555"/>
                </a:lnTo>
                <a:close/>
                <a:moveTo>
                  <a:pt x="17277" y="19834"/>
                </a:moveTo>
                <a:cubicBezTo>
                  <a:pt x="17277" y="19842"/>
                  <a:pt x="17273" y="19845"/>
                  <a:pt x="17272" y="19845"/>
                </a:cubicBezTo>
                <a:cubicBezTo>
                  <a:pt x="17270" y="19845"/>
                  <a:pt x="17270" y="19842"/>
                  <a:pt x="17277" y="19834"/>
                </a:cubicBezTo>
                <a:close/>
                <a:moveTo>
                  <a:pt x="16998" y="19628"/>
                </a:moveTo>
                <a:cubicBezTo>
                  <a:pt x="17012" y="19672"/>
                  <a:pt x="17056" y="19702"/>
                  <a:pt x="17071" y="19746"/>
                </a:cubicBezTo>
                <a:cubicBezTo>
                  <a:pt x="17071" y="19790"/>
                  <a:pt x="17056" y="19849"/>
                  <a:pt x="17042" y="19893"/>
                </a:cubicBezTo>
                <a:cubicBezTo>
                  <a:pt x="17012" y="19849"/>
                  <a:pt x="16983" y="19820"/>
                  <a:pt x="16968" y="19775"/>
                </a:cubicBezTo>
                <a:cubicBezTo>
                  <a:pt x="16983" y="19717"/>
                  <a:pt x="16998" y="19687"/>
                  <a:pt x="16998" y="19628"/>
                </a:cubicBezTo>
                <a:close/>
                <a:moveTo>
                  <a:pt x="16541" y="19820"/>
                </a:moveTo>
                <a:cubicBezTo>
                  <a:pt x="16541" y="19834"/>
                  <a:pt x="16556" y="19849"/>
                  <a:pt x="16556" y="19849"/>
                </a:cubicBezTo>
                <a:cubicBezTo>
                  <a:pt x="16556" y="19864"/>
                  <a:pt x="16556" y="19879"/>
                  <a:pt x="16541" y="19908"/>
                </a:cubicBezTo>
                <a:cubicBezTo>
                  <a:pt x="16541" y="19893"/>
                  <a:pt x="16541" y="19864"/>
                  <a:pt x="16527" y="19864"/>
                </a:cubicBezTo>
                <a:cubicBezTo>
                  <a:pt x="16541" y="19849"/>
                  <a:pt x="16541" y="19834"/>
                  <a:pt x="16541" y="19820"/>
                </a:cubicBezTo>
                <a:close/>
                <a:moveTo>
                  <a:pt x="16821" y="19672"/>
                </a:moveTo>
                <a:cubicBezTo>
                  <a:pt x="16836" y="19702"/>
                  <a:pt x="16850" y="19746"/>
                  <a:pt x="16865" y="19761"/>
                </a:cubicBezTo>
                <a:cubicBezTo>
                  <a:pt x="16850" y="19834"/>
                  <a:pt x="16850" y="19864"/>
                  <a:pt x="16836" y="19908"/>
                </a:cubicBezTo>
                <a:lnTo>
                  <a:pt x="16777" y="19790"/>
                </a:lnTo>
                <a:cubicBezTo>
                  <a:pt x="16792" y="19761"/>
                  <a:pt x="16792" y="19702"/>
                  <a:pt x="16821" y="19672"/>
                </a:cubicBezTo>
                <a:close/>
                <a:moveTo>
                  <a:pt x="18543" y="10210"/>
                </a:moveTo>
                <a:cubicBezTo>
                  <a:pt x="19676" y="12638"/>
                  <a:pt x="19808" y="15567"/>
                  <a:pt x="18822" y="18201"/>
                </a:cubicBezTo>
                <a:cubicBezTo>
                  <a:pt x="18602" y="18775"/>
                  <a:pt x="18322" y="19349"/>
                  <a:pt x="18042" y="19908"/>
                </a:cubicBezTo>
                <a:cubicBezTo>
                  <a:pt x="17998" y="19864"/>
                  <a:pt x="17954" y="19834"/>
                  <a:pt x="17895" y="19775"/>
                </a:cubicBezTo>
                <a:cubicBezTo>
                  <a:pt x="18190" y="19172"/>
                  <a:pt x="18469" y="18539"/>
                  <a:pt x="18705" y="17907"/>
                </a:cubicBezTo>
                <a:cubicBezTo>
                  <a:pt x="19617" y="15361"/>
                  <a:pt x="19514" y="12564"/>
                  <a:pt x="18543" y="10210"/>
                </a:cubicBezTo>
                <a:close/>
                <a:moveTo>
                  <a:pt x="16674" y="19746"/>
                </a:moveTo>
                <a:cubicBezTo>
                  <a:pt x="16688" y="19761"/>
                  <a:pt x="16688" y="19790"/>
                  <a:pt x="16703" y="19820"/>
                </a:cubicBezTo>
                <a:cubicBezTo>
                  <a:pt x="16703" y="19849"/>
                  <a:pt x="16688" y="19893"/>
                  <a:pt x="16688" y="19923"/>
                </a:cubicBezTo>
                <a:cubicBezTo>
                  <a:pt x="16674" y="19908"/>
                  <a:pt x="16674" y="19864"/>
                  <a:pt x="16644" y="19849"/>
                </a:cubicBezTo>
                <a:cubicBezTo>
                  <a:pt x="16644" y="19820"/>
                  <a:pt x="16644" y="19775"/>
                  <a:pt x="16674" y="19746"/>
                </a:cubicBezTo>
                <a:close/>
                <a:moveTo>
                  <a:pt x="17660" y="19672"/>
                </a:moveTo>
                <a:lnTo>
                  <a:pt x="17778" y="19775"/>
                </a:lnTo>
                <a:lnTo>
                  <a:pt x="17792" y="19790"/>
                </a:lnTo>
                <a:cubicBezTo>
                  <a:pt x="17778" y="19864"/>
                  <a:pt x="17748" y="19923"/>
                  <a:pt x="17719" y="19982"/>
                </a:cubicBezTo>
                <a:lnTo>
                  <a:pt x="17586" y="19849"/>
                </a:lnTo>
                <a:cubicBezTo>
                  <a:pt x="17601" y="19790"/>
                  <a:pt x="17645" y="19746"/>
                  <a:pt x="17660" y="19672"/>
                </a:cubicBezTo>
                <a:close/>
                <a:moveTo>
                  <a:pt x="17365" y="19761"/>
                </a:moveTo>
                <a:cubicBezTo>
                  <a:pt x="17410" y="19790"/>
                  <a:pt x="17439" y="19834"/>
                  <a:pt x="17468" y="19879"/>
                </a:cubicBezTo>
                <a:cubicBezTo>
                  <a:pt x="17468" y="19937"/>
                  <a:pt x="17439" y="19996"/>
                  <a:pt x="17424" y="20055"/>
                </a:cubicBezTo>
                <a:cubicBezTo>
                  <a:pt x="17380" y="20011"/>
                  <a:pt x="17351" y="19982"/>
                  <a:pt x="17307" y="19923"/>
                </a:cubicBezTo>
                <a:cubicBezTo>
                  <a:pt x="17307" y="19908"/>
                  <a:pt x="17336" y="19893"/>
                  <a:pt x="17336" y="19864"/>
                </a:cubicBezTo>
                <a:cubicBezTo>
                  <a:pt x="17351" y="19834"/>
                  <a:pt x="17365" y="19790"/>
                  <a:pt x="17365" y="19761"/>
                </a:cubicBezTo>
                <a:close/>
                <a:moveTo>
                  <a:pt x="18852" y="10769"/>
                </a:moveTo>
                <a:cubicBezTo>
                  <a:pt x="19911" y="13153"/>
                  <a:pt x="20000" y="16023"/>
                  <a:pt x="19028" y="18510"/>
                </a:cubicBezTo>
                <a:cubicBezTo>
                  <a:pt x="18808" y="19040"/>
                  <a:pt x="18543" y="19555"/>
                  <a:pt x="18263" y="20070"/>
                </a:cubicBezTo>
                <a:cubicBezTo>
                  <a:pt x="18219" y="20040"/>
                  <a:pt x="18160" y="19996"/>
                  <a:pt x="18116" y="19967"/>
                </a:cubicBezTo>
                <a:cubicBezTo>
                  <a:pt x="18410" y="19393"/>
                  <a:pt x="18690" y="18819"/>
                  <a:pt x="18911" y="18230"/>
                </a:cubicBezTo>
                <a:cubicBezTo>
                  <a:pt x="19838" y="15787"/>
                  <a:pt x="19794" y="13080"/>
                  <a:pt x="18852" y="10769"/>
                </a:cubicBezTo>
                <a:close/>
                <a:moveTo>
                  <a:pt x="17145" y="19834"/>
                </a:moveTo>
                <a:cubicBezTo>
                  <a:pt x="17189" y="19864"/>
                  <a:pt x="17204" y="19908"/>
                  <a:pt x="17233" y="19937"/>
                </a:cubicBezTo>
                <a:cubicBezTo>
                  <a:pt x="17204" y="19996"/>
                  <a:pt x="17189" y="20040"/>
                  <a:pt x="17159" y="20085"/>
                </a:cubicBezTo>
                <a:cubicBezTo>
                  <a:pt x="17145" y="20055"/>
                  <a:pt x="17115" y="20011"/>
                  <a:pt x="17086" y="19982"/>
                </a:cubicBezTo>
                <a:cubicBezTo>
                  <a:pt x="17101" y="19923"/>
                  <a:pt x="17130" y="19864"/>
                  <a:pt x="17145" y="19834"/>
                </a:cubicBezTo>
                <a:close/>
                <a:moveTo>
                  <a:pt x="16615" y="19996"/>
                </a:moveTo>
                <a:cubicBezTo>
                  <a:pt x="16615" y="20011"/>
                  <a:pt x="16630" y="20040"/>
                  <a:pt x="16630" y="20070"/>
                </a:cubicBezTo>
                <a:cubicBezTo>
                  <a:pt x="16630" y="20085"/>
                  <a:pt x="16615" y="20129"/>
                  <a:pt x="16615" y="20143"/>
                </a:cubicBezTo>
                <a:cubicBezTo>
                  <a:pt x="16615" y="20129"/>
                  <a:pt x="16600" y="20114"/>
                  <a:pt x="16600" y="20070"/>
                </a:cubicBezTo>
                <a:cubicBezTo>
                  <a:pt x="16600" y="20055"/>
                  <a:pt x="16615" y="20011"/>
                  <a:pt x="16615" y="19996"/>
                </a:cubicBezTo>
                <a:close/>
                <a:moveTo>
                  <a:pt x="16762" y="19923"/>
                </a:moveTo>
                <a:cubicBezTo>
                  <a:pt x="16762" y="19952"/>
                  <a:pt x="16777" y="19996"/>
                  <a:pt x="16792" y="20011"/>
                </a:cubicBezTo>
                <a:cubicBezTo>
                  <a:pt x="16777" y="20055"/>
                  <a:pt x="16777" y="20085"/>
                  <a:pt x="16762" y="20143"/>
                </a:cubicBezTo>
                <a:cubicBezTo>
                  <a:pt x="16747" y="20114"/>
                  <a:pt x="16747" y="20085"/>
                  <a:pt x="16718" y="20055"/>
                </a:cubicBezTo>
                <a:cubicBezTo>
                  <a:pt x="16733" y="20011"/>
                  <a:pt x="16733" y="19982"/>
                  <a:pt x="16762" y="19923"/>
                </a:cubicBezTo>
                <a:close/>
                <a:moveTo>
                  <a:pt x="16924" y="19893"/>
                </a:moveTo>
                <a:cubicBezTo>
                  <a:pt x="16939" y="19923"/>
                  <a:pt x="16968" y="19967"/>
                  <a:pt x="16998" y="19996"/>
                </a:cubicBezTo>
                <a:cubicBezTo>
                  <a:pt x="16983" y="20055"/>
                  <a:pt x="16968" y="20085"/>
                  <a:pt x="16939" y="20143"/>
                </a:cubicBezTo>
                <a:lnTo>
                  <a:pt x="16895" y="20040"/>
                </a:lnTo>
                <a:cubicBezTo>
                  <a:pt x="16909" y="19982"/>
                  <a:pt x="16909" y="19923"/>
                  <a:pt x="16924" y="19893"/>
                </a:cubicBezTo>
                <a:close/>
                <a:moveTo>
                  <a:pt x="17881" y="19849"/>
                </a:moveTo>
                <a:cubicBezTo>
                  <a:pt x="17939" y="19893"/>
                  <a:pt x="17969" y="19923"/>
                  <a:pt x="18028" y="19967"/>
                </a:cubicBezTo>
                <a:cubicBezTo>
                  <a:pt x="17969" y="20040"/>
                  <a:pt x="17939" y="20114"/>
                  <a:pt x="17925" y="20158"/>
                </a:cubicBezTo>
                <a:cubicBezTo>
                  <a:pt x="17881" y="20129"/>
                  <a:pt x="17822" y="20085"/>
                  <a:pt x="17792" y="20040"/>
                </a:cubicBezTo>
                <a:cubicBezTo>
                  <a:pt x="17822" y="19982"/>
                  <a:pt x="17836" y="19908"/>
                  <a:pt x="17881" y="19849"/>
                </a:cubicBezTo>
                <a:close/>
                <a:moveTo>
                  <a:pt x="17557" y="19923"/>
                </a:moveTo>
                <a:cubicBezTo>
                  <a:pt x="17586" y="19952"/>
                  <a:pt x="17630" y="19996"/>
                  <a:pt x="17660" y="20055"/>
                </a:cubicBezTo>
                <a:cubicBezTo>
                  <a:pt x="17645" y="20129"/>
                  <a:pt x="17630" y="20188"/>
                  <a:pt x="17586" y="20232"/>
                </a:cubicBezTo>
                <a:cubicBezTo>
                  <a:pt x="17557" y="20202"/>
                  <a:pt x="17513" y="20158"/>
                  <a:pt x="17483" y="20114"/>
                </a:cubicBezTo>
                <a:cubicBezTo>
                  <a:pt x="17498" y="20055"/>
                  <a:pt x="17527" y="19996"/>
                  <a:pt x="17557" y="19923"/>
                </a:cubicBezTo>
                <a:close/>
                <a:moveTo>
                  <a:pt x="18940" y="10813"/>
                </a:moveTo>
                <a:cubicBezTo>
                  <a:pt x="20162" y="13300"/>
                  <a:pt x="20279" y="16288"/>
                  <a:pt x="19205" y="18819"/>
                </a:cubicBezTo>
                <a:cubicBezTo>
                  <a:pt x="18999" y="19305"/>
                  <a:pt x="18764" y="19775"/>
                  <a:pt x="18484" y="20232"/>
                </a:cubicBezTo>
                <a:lnTo>
                  <a:pt x="18322" y="20129"/>
                </a:lnTo>
                <a:cubicBezTo>
                  <a:pt x="18602" y="19614"/>
                  <a:pt x="18867" y="19099"/>
                  <a:pt x="19073" y="18539"/>
                </a:cubicBezTo>
                <a:cubicBezTo>
                  <a:pt x="20044" y="16096"/>
                  <a:pt x="19970" y="13227"/>
                  <a:pt x="18940" y="10813"/>
                </a:cubicBezTo>
                <a:close/>
                <a:moveTo>
                  <a:pt x="17292" y="19996"/>
                </a:moveTo>
                <a:cubicBezTo>
                  <a:pt x="17336" y="20040"/>
                  <a:pt x="17365" y="20070"/>
                  <a:pt x="17380" y="20129"/>
                </a:cubicBezTo>
                <a:cubicBezTo>
                  <a:pt x="17365" y="20188"/>
                  <a:pt x="17336" y="20232"/>
                  <a:pt x="17307" y="20291"/>
                </a:cubicBezTo>
                <a:cubicBezTo>
                  <a:pt x="17277" y="20261"/>
                  <a:pt x="17262" y="20217"/>
                  <a:pt x="17218" y="20158"/>
                </a:cubicBezTo>
                <a:cubicBezTo>
                  <a:pt x="17233" y="20114"/>
                  <a:pt x="17262" y="20055"/>
                  <a:pt x="17292" y="19996"/>
                </a:cubicBezTo>
                <a:close/>
                <a:moveTo>
                  <a:pt x="17056" y="20070"/>
                </a:moveTo>
                <a:cubicBezTo>
                  <a:pt x="17071" y="20099"/>
                  <a:pt x="17101" y="20143"/>
                  <a:pt x="17130" y="20173"/>
                </a:cubicBezTo>
                <a:cubicBezTo>
                  <a:pt x="17101" y="20232"/>
                  <a:pt x="17086" y="20291"/>
                  <a:pt x="17071" y="20320"/>
                </a:cubicBezTo>
                <a:cubicBezTo>
                  <a:pt x="17056" y="20291"/>
                  <a:pt x="17012" y="20246"/>
                  <a:pt x="16998" y="20217"/>
                </a:cubicBezTo>
                <a:cubicBezTo>
                  <a:pt x="17012" y="20158"/>
                  <a:pt x="17042" y="20129"/>
                  <a:pt x="17056" y="20070"/>
                </a:cubicBezTo>
                <a:close/>
                <a:moveTo>
                  <a:pt x="18087" y="20011"/>
                </a:moveTo>
                <a:cubicBezTo>
                  <a:pt x="18131" y="20055"/>
                  <a:pt x="18190" y="20085"/>
                  <a:pt x="18234" y="20129"/>
                </a:cubicBezTo>
                <a:cubicBezTo>
                  <a:pt x="18190" y="20202"/>
                  <a:pt x="18160" y="20246"/>
                  <a:pt x="18116" y="20320"/>
                </a:cubicBezTo>
                <a:cubicBezTo>
                  <a:pt x="18072" y="20291"/>
                  <a:pt x="18013" y="20261"/>
                  <a:pt x="17969" y="20217"/>
                </a:cubicBezTo>
                <a:cubicBezTo>
                  <a:pt x="18013" y="20143"/>
                  <a:pt x="18042" y="20085"/>
                  <a:pt x="18087" y="20011"/>
                </a:cubicBezTo>
                <a:close/>
                <a:moveTo>
                  <a:pt x="16571" y="20261"/>
                </a:moveTo>
                <a:cubicBezTo>
                  <a:pt x="16571" y="20276"/>
                  <a:pt x="16600" y="20291"/>
                  <a:pt x="16600" y="20291"/>
                </a:cubicBezTo>
                <a:cubicBezTo>
                  <a:pt x="16600" y="20305"/>
                  <a:pt x="16571" y="20320"/>
                  <a:pt x="16571" y="20349"/>
                </a:cubicBezTo>
                <a:cubicBezTo>
                  <a:pt x="16571" y="20335"/>
                  <a:pt x="16571" y="20305"/>
                  <a:pt x="16556" y="20305"/>
                </a:cubicBezTo>
                <a:cubicBezTo>
                  <a:pt x="16556" y="20291"/>
                  <a:pt x="16556" y="20276"/>
                  <a:pt x="16571" y="20261"/>
                </a:cubicBezTo>
                <a:close/>
                <a:moveTo>
                  <a:pt x="16836" y="20129"/>
                </a:moveTo>
                <a:cubicBezTo>
                  <a:pt x="16865" y="20158"/>
                  <a:pt x="16895" y="20202"/>
                  <a:pt x="16909" y="20232"/>
                </a:cubicBezTo>
                <a:cubicBezTo>
                  <a:pt x="16895" y="20276"/>
                  <a:pt x="16865" y="20320"/>
                  <a:pt x="16850" y="20364"/>
                </a:cubicBezTo>
                <a:lnTo>
                  <a:pt x="16792" y="20246"/>
                </a:lnTo>
                <a:cubicBezTo>
                  <a:pt x="16821" y="20217"/>
                  <a:pt x="16821" y="20158"/>
                  <a:pt x="16836" y="20129"/>
                </a:cubicBezTo>
                <a:close/>
                <a:moveTo>
                  <a:pt x="16659" y="20188"/>
                </a:moveTo>
                <a:cubicBezTo>
                  <a:pt x="16703" y="20217"/>
                  <a:pt x="16718" y="20232"/>
                  <a:pt x="16718" y="20276"/>
                </a:cubicBezTo>
                <a:cubicBezTo>
                  <a:pt x="16703" y="20305"/>
                  <a:pt x="16703" y="20349"/>
                  <a:pt x="16688" y="20379"/>
                </a:cubicBezTo>
                <a:cubicBezTo>
                  <a:pt x="16674" y="20349"/>
                  <a:pt x="16674" y="20320"/>
                  <a:pt x="16644" y="20291"/>
                </a:cubicBezTo>
                <a:cubicBezTo>
                  <a:pt x="16644" y="20261"/>
                  <a:pt x="16659" y="20217"/>
                  <a:pt x="16659" y="20188"/>
                </a:cubicBezTo>
                <a:close/>
                <a:moveTo>
                  <a:pt x="17733" y="20129"/>
                </a:moveTo>
                <a:cubicBezTo>
                  <a:pt x="17778" y="20158"/>
                  <a:pt x="17822" y="20202"/>
                  <a:pt x="17866" y="20246"/>
                </a:cubicBezTo>
                <a:cubicBezTo>
                  <a:pt x="17822" y="20305"/>
                  <a:pt x="17792" y="20379"/>
                  <a:pt x="17778" y="20438"/>
                </a:cubicBezTo>
                <a:cubicBezTo>
                  <a:pt x="17733" y="20379"/>
                  <a:pt x="17675" y="20349"/>
                  <a:pt x="17645" y="20305"/>
                </a:cubicBezTo>
                <a:cubicBezTo>
                  <a:pt x="17675" y="20246"/>
                  <a:pt x="17704" y="20188"/>
                  <a:pt x="17733" y="20129"/>
                </a:cubicBezTo>
                <a:close/>
                <a:moveTo>
                  <a:pt x="18293" y="20188"/>
                </a:moveTo>
                <a:lnTo>
                  <a:pt x="18454" y="20291"/>
                </a:lnTo>
                <a:cubicBezTo>
                  <a:pt x="18410" y="20364"/>
                  <a:pt x="18381" y="20438"/>
                  <a:pt x="18322" y="20497"/>
                </a:cubicBezTo>
                <a:cubicBezTo>
                  <a:pt x="18293" y="20482"/>
                  <a:pt x="18234" y="20438"/>
                  <a:pt x="18175" y="20379"/>
                </a:cubicBezTo>
                <a:cubicBezTo>
                  <a:pt x="18219" y="20305"/>
                  <a:pt x="18248" y="20261"/>
                  <a:pt x="18293" y="20188"/>
                </a:cubicBezTo>
                <a:close/>
                <a:moveTo>
                  <a:pt x="17439" y="20202"/>
                </a:moveTo>
                <a:cubicBezTo>
                  <a:pt x="17483" y="20232"/>
                  <a:pt x="17513" y="20276"/>
                  <a:pt x="17557" y="20320"/>
                </a:cubicBezTo>
                <a:cubicBezTo>
                  <a:pt x="17513" y="20379"/>
                  <a:pt x="17498" y="20438"/>
                  <a:pt x="17454" y="20511"/>
                </a:cubicBezTo>
                <a:cubicBezTo>
                  <a:pt x="17424" y="20452"/>
                  <a:pt x="17410" y="20408"/>
                  <a:pt x="17365" y="20364"/>
                </a:cubicBezTo>
                <a:cubicBezTo>
                  <a:pt x="17380" y="20305"/>
                  <a:pt x="17424" y="20261"/>
                  <a:pt x="17439" y="20202"/>
                </a:cubicBezTo>
                <a:close/>
                <a:moveTo>
                  <a:pt x="17189" y="20261"/>
                </a:moveTo>
                <a:cubicBezTo>
                  <a:pt x="17218" y="20291"/>
                  <a:pt x="17233" y="20335"/>
                  <a:pt x="17277" y="20364"/>
                </a:cubicBezTo>
                <a:cubicBezTo>
                  <a:pt x="17262" y="20423"/>
                  <a:pt x="17218" y="20482"/>
                  <a:pt x="17204" y="20526"/>
                </a:cubicBezTo>
                <a:cubicBezTo>
                  <a:pt x="17189" y="20497"/>
                  <a:pt x="17145" y="20452"/>
                  <a:pt x="17130" y="20408"/>
                </a:cubicBezTo>
                <a:cubicBezTo>
                  <a:pt x="17145" y="20364"/>
                  <a:pt x="17159" y="20305"/>
                  <a:pt x="17189" y="20261"/>
                </a:cubicBezTo>
                <a:close/>
                <a:moveTo>
                  <a:pt x="16968" y="20305"/>
                </a:moveTo>
                <a:cubicBezTo>
                  <a:pt x="16983" y="20349"/>
                  <a:pt x="16998" y="20379"/>
                  <a:pt x="17042" y="20423"/>
                </a:cubicBezTo>
                <a:cubicBezTo>
                  <a:pt x="17012" y="20482"/>
                  <a:pt x="16983" y="20526"/>
                  <a:pt x="16968" y="20570"/>
                </a:cubicBezTo>
                <a:lnTo>
                  <a:pt x="16909" y="20452"/>
                </a:lnTo>
                <a:cubicBezTo>
                  <a:pt x="16924" y="20408"/>
                  <a:pt x="16939" y="20364"/>
                  <a:pt x="16968" y="20305"/>
                </a:cubicBezTo>
                <a:close/>
                <a:moveTo>
                  <a:pt x="16630" y="20438"/>
                </a:moveTo>
                <a:cubicBezTo>
                  <a:pt x="16630" y="20452"/>
                  <a:pt x="16644" y="20482"/>
                  <a:pt x="16644" y="20511"/>
                </a:cubicBezTo>
                <a:cubicBezTo>
                  <a:pt x="16644" y="20555"/>
                  <a:pt x="16630" y="20570"/>
                  <a:pt x="16630" y="20600"/>
                </a:cubicBezTo>
                <a:cubicBezTo>
                  <a:pt x="16630" y="20585"/>
                  <a:pt x="16615" y="20570"/>
                  <a:pt x="16615" y="20526"/>
                </a:cubicBezTo>
                <a:cubicBezTo>
                  <a:pt x="16615" y="20497"/>
                  <a:pt x="16630" y="20452"/>
                  <a:pt x="16630" y="20438"/>
                </a:cubicBezTo>
                <a:close/>
                <a:moveTo>
                  <a:pt x="16792" y="20408"/>
                </a:moveTo>
                <a:lnTo>
                  <a:pt x="16836" y="20482"/>
                </a:lnTo>
                <a:cubicBezTo>
                  <a:pt x="16821" y="20511"/>
                  <a:pt x="16792" y="20555"/>
                  <a:pt x="16792" y="20600"/>
                </a:cubicBezTo>
                <a:cubicBezTo>
                  <a:pt x="16777" y="20570"/>
                  <a:pt x="16777" y="20541"/>
                  <a:pt x="16762" y="20511"/>
                </a:cubicBezTo>
                <a:cubicBezTo>
                  <a:pt x="16777" y="20482"/>
                  <a:pt x="16777" y="20438"/>
                  <a:pt x="16792" y="20408"/>
                </a:cubicBezTo>
                <a:close/>
                <a:moveTo>
                  <a:pt x="17939" y="20291"/>
                </a:moveTo>
                <a:cubicBezTo>
                  <a:pt x="17984" y="20320"/>
                  <a:pt x="18028" y="20364"/>
                  <a:pt x="18087" y="20408"/>
                </a:cubicBezTo>
                <a:cubicBezTo>
                  <a:pt x="18042" y="20482"/>
                  <a:pt x="18013" y="20526"/>
                  <a:pt x="17969" y="20600"/>
                </a:cubicBezTo>
                <a:cubicBezTo>
                  <a:pt x="17925" y="20570"/>
                  <a:pt x="17866" y="20526"/>
                  <a:pt x="17822" y="20482"/>
                </a:cubicBezTo>
                <a:cubicBezTo>
                  <a:pt x="17866" y="20423"/>
                  <a:pt x="17895" y="20349"/>
                  <a:pt x="17939" y="20291"/>
                </a:cubicBezTo>
                <a:close/>
                <a:moveTo>
                  <a:pt x="17601" y="20379"/>
                </a:moveTo>
                <a:lnTo>
                  <a:pt x="17733" y="20511"/>
                </a:lnTo>
                <a:cubicBezTo>
                  <a:pt x="17704" y="20570"/>
                  <a:pt x="17660" y="20644"/>
                  <a:pt x="17645" y="20688"/>
                </a:cubicBezTo>
                <a:lnTo>
                  <a:pt x="17513" y="20570"/>
                </a:lnTo>
                <a:cubicBezTo>
                  <a:pt x="17557" y="20511"/>
                  <a:pt x="17571" y="20438"/>
                  <a:pt x="17601" y="20379"/>
                </a:cubicBezTo>
                <a:close/>
                <a:moveTo>
                  <a:pt x="17336" y="20452"/>
                </a:moveTo>
                <a:cubicBezTo>
                  <a:pt x="17365" y="20497"/>
                  <a:pt x="17380" y="20526"/>
                  <a:pt x="17424" y="20570"/>
                </a:cubicBezTo>
                <a:cubicBezTo>
                  <a:pt x="17380" y="20629"/>
                  <a:pt x="17365" y="20673"/>
                  <a:pt x="17336" y="20732"/>
                </a:cubicBezTo>
                <a:cubicBezTo>
                  <a:pt x="17292" y="20703"/>
                  <a:pt x="17277" y="20658"/>
                  <a:pt x="17233" y="20600"/>
                </a:cubicBezTo>
                <a:cubicBezTo>
                  <a:pt x="17277" y="20570"/>
                  <a:pt x="17292" y="20511"/>
                  <a:pt x="17336" y="20452"/>
                </a:cubicBezTo>
                <a:close/>
                <a:moveTo>
                  <a:pt x="17071" y="20511"/>
                </a:moveTo>
                <a:cubicBezTo>
                  <a:pt x="17086" y="20541"/>
                  <a:pt x="17130" y="20585"/>
                  <a:pt x="17145" y="20614"/>
                </a:cubicBezTo>
                <a:cubicBezTo>
                  <a:pt x="17130" y="20673"/>
                  <a:pt x="17086" y="20732"/>
                  <a:pt x="17071" y="20776"/>
                </a:cubicBezTo>
                <a:cubicBezTo>
                  <a:pt x="17056" y="20732"/>
                  <a:pt x="17042" y="20688"/>
                  <a:pt x="16998" y="20658"/>
                </a:cubicBezTo>
                <a:cubicBezTo>
                  <a:pt x="17042" y="20629"/>
                  <a:pt x="17056" y="20570"/>
                  <a:pt x="17071" y="20511"/>
                </a:cubicBezTo>
                <a:close/>
                <a:moveTo>
                  <a:pt x="18131" y="20452"/>
                </a:moveTo>
                <a:cubicBezTo>
                  <a:pt x="18190" y="20497"/>
                  <a:pt x="18248" y="20526"/>
                  <a:pt x="18278" y="20570"/>
                </a:cubicBezTo>
                <a:cubicBezTo>
                  <a:pt x="18248" y="20644"/>
                  <a:pt x="18190" y="20688"/>
                  <a:pt x="18160" y="20776"/>
                </a:cubicBezTo>
                <a:cubicBezTo>
                  <a:pt x="18116" y="20747"/>
                  <a:pt x="18072" y="20688"/>
                  <a:pt x="18028" y="20658"/>
                </a:cubicBezTo>
                <a:cubicBezTo>
                  <a:pt x="18072" y="20585"/>
                  <a:pt x="18101" y="20526"/>
                  <a:pt x="18131" y="20452"/>
                </a:cubicBezTo>
                <a:close/>
                <a:moveTo>
                  <a:pt x="16600" y="20688"/>
                </a:moveTo>
                <a:cubicBezTo>
                  <a:pt x="16600" y="20717"/>
                  <a:pt x="16615" y="20732"/>
                  <a:pt x="16615" y="20747"/>
                </a:cubicBezTo>
                <a:cubicBezTo>
                  <a:pt x="16615" y="20776"/>
                  <a:pt x="16600" y="20791"/>
                  <a:pt x="16600" y="20806"/>
                </a:cubicBezTo>
                <a:cubicBezTo>
                  <a:pt x="16571" y="20791"/>
                  <a:pt x="16571" y="20776"/>
                  <a:pt x="16571" y="20747"/>
                </a:cubicBezTo>
                <a:cubicBezTo>
                  <a:pt x="16571" y="20732"/>
                  <a:pt x="16571" y="20717"/>
                  <a:pt x="16600" y="20688"/>
                </a:cubicBezTo>
                <a:close/>
                <a:moveTo>
                  <a:pt x="16850" y="20570"/>
                </a:moveTo>
                <a:cubicBezTo>
                  <a:pt x="16895" y="20600"/>
                  <a:pt x="16909" y="20644"/>
                  <a:pt x="16924" y="20673"/>
                </a:cubicBezTo>
                <a:cubicBezTo>
                  <a:pt x="16909" y="20717"/>
                  <a:pt x="16880" y="20776"/>
                  <a:pt x="16865" y="20806"/>
                </a:cubicBezTo>
                <a:lnTo>
                  <a:pt x="16821" y="20688"/>
                </a:lnTo>
                <a:cubicBezTo>
                  <a:pt x="16836" y="20658"/>
                  <a:pt x="16850" y="20600"/>
                  <a:pt x="16850" y="20570"/>
                </a:cubicBezTo>
                <a:close/>
                <a:moveTo>
                  <a:pt x="16703" y="20629"/>
                </a:moveTo>
                <a:cubicBezTo>
                  <a:pt x="16718" y="20658"/>
                  <a:pt x="16733" y="20673"/>
                  <a:pt x="16733" y="20717"/>
                </a:cubicBezTo>
                <a:cubicBezTo>
                  <a:pt x="16718" y="20747"/>
                  <a:pt x="16718" y="20791"/>
                  <a:pt x="16703" y="20820"/>
                </a:cubicBezTo>
                <a:cubicBezTo>
                  <a:pt x="16688" y="20791"/>
                  <a:pt x="16688" y="20776"/>
                  <a:pt x="16659" y="20732"/>
                </a:cubicBezTo>
                <a:cubicBezTo>
                  <a:pt x="16688" y="20703"/>
                  <a:pt x="16688" y="20658"/>
                  <a:pt x="16703" y="20629"/>
                </a:cubicBezTo>
                <a:close/>
                <a:moveTo>
                  <a:pt x="17792" y="20570"/>
                </a:moveTo>
                <a:cubicBezTo>
                  <a:pt x="17822" y="20600"/>
                  <a:pt x="17881" y="20644"/>
                  <a:pt x="17925" y="20673"/>
                </a:cubicBezTo>
                <a:cubicBezTo>
                  <a:pt x="17881" y="20732"/>
                  <a:pt x="17836" y="20806"/>
                  <a:pt x="17807" y="20865"/>
                </a:cubicBezTo>
                <a:cubicBezTo>
                  <a:pt x="17778" y="20820"/>
                  <a:pt x="17733" y="20791"/>
                  <a:pt x="17675" y="20747"/>
                </a:cubicBezTo>
                <a:cubicBezTo>
                  <a:pt x="17719" y="20688"/>
                  <a:pt x="17748" y="20629"/>
                  <a:pt x="17792" y="20570"/>
                </a:cubicBezTo>
                <a:close/>
                <a:moveTo>
                  <a:pt x="17483" y="20644"/>
                </a:moveTo>
                <a:cubicBezTo>
                  <a:pt x="17513" y="20673"/>
                  <a:pt x="17557" y="20717"/>
                  <a:pt x="17586" y="20776"/>
                </a:cubicBezTo>
                <a:cubicBezTo>
                  <a:pt x="17557" y="20820"/>
                  <a:pt x="17513" y="20879"/>
                  <a:pt x="17498" y="20953"/>
                </a:cubicBezTo>
                <a:cubicBezTo>
                  <a:pt x="17454" y="20894"/>
                  <a:pt x="17424" y="20865"/>
                  <a:pt x="17410" y="20820"/>
                </a:cubicBezTo>
                <a:cubicBezTo>
                  <a:pt x="17424" y="20747"/>
                  <a:pt x="17454" y="20703"/>
                  <a:pt x="17483" y="20644"/>
                </a:cubicBezTo>
                <a:close/>
                <a:moveTo>
                  <a:pt x="17218" y="20717"/>
                </a:moveTo>
                <a:cubicBezTo>
                  <a:pt x="17262" y="20747"/>
                  <a:pt x="17277" y="20791"/>
                  <a:pt x="17307" y="20820"/>
                </a:cubicBezTo>
                <a:cubicBezTo>
                  <a:pt x="17277" y="20879"/>
                  <a:pt x="17233" y="20938"/>
                  <a:pt x="17218" y="20997"/>
                </a:cubicBezTo>
                <a:cubicBezTo>
                  <a:pt x="17204" y="20953"/>
                  <a:pt x="17159" y="20923"/>
                  <a:pt x="17145" y="20879"/>
                </a:cubicBezTo>
                <a:cubicBezTo>
                  <a:pt x="17159" y="20820"/>
                  <a:pt x="17204" y="20776"/>
                  <a:pt x="17218" y="20717"/>
                </a:cubicBezTo>
                <a:close/>
                <a:moveTo>
                  <a:pt x="16983" y="20776"/>
                </a:moveTo>
                <a:cubicBezTo>
                  <a:pt x="16998" y="20806"/>
                  <a:pt x="17012" y="20850"/>
                  <a:pt x="17056" y="20879"/>
                </a:cubicBezTo>
                <a:cubicBezTo>
                  <a:pt x="17042" y="20938"/>
                  <a:pt x="17012" y="20968"/>
                  <a:pt x="16983" y="21026"/>
                </a:cubicBezTo>
                <a:lnTo>
                  <a:pt x="16924" y="20923"/>
                </a:lnTo>
                <a:cubicBezTo>
                  <a:pt x="16939" y="20865"/>
                  <a:pt x="16968" y="20820"/>
                  <a:pt x="16983" y="20776"/>
                </a:cubicBezTo>
                <a:close/>
                <a:moveTo>
                  <a:pt x="16644" y="20879"/>
                </a:moveTo>
                <a:cubicBezTo>
                  <a:pt x="16644" y="20894"/>
                  <a:pt x="16659" y="20938"/>
                  <a:pt x="16659" y="20953"/>
                </a:cubicBezTo>
                <a:cubicBezTo>
                  <a:pt x="16644" y="20982"/>
                  <a:pt x="16644" y="21012"/>
                  <a:pt x="16630" y="21041"/>
                </a:cubicBezTo>
                <a:cubicBezTo>
                  <a:pt x="16630" y="21026"/>
                  <a:pt x="16615" y="21012"/>
                  <a:pt x="16615" y="20968"/>
                </a:cubicBezTo>
                <a:cubicBezTo>
                  <a:pt x="16630" y="20938"/>
                  <a:pt x="16630" y="20894"/>
                  <a:pt x="16644" y="20879"/>
                </a:cubicBezTo>
                <a:close/>
                <a:moveTo>
                  <a:pt x="16792" y="20820"/>
                </a:moveTo>
                <a:cubicBezTo>
                  <a:pt x="16821" y="20865"/>
                  <a:pt x="16836" y="20879"/>
                  <a:pt x="16836" y="20923"/>
                </a:cubicBezTo>
                <a:cubicBezTo>
                  <a:pt x="16821" y="20953"/>
                  <a:pt x="16792" y="21012"/>
                  <a:pt x="16777" y="21041"/>
                </a:cubicBezTo>
                <a:cubicBezTo>
                  <a:pt x="16762" y="21012"/>
                  <a:pt x="16762" y="20982"/>
                  <a:pt x="16747" y="20953"/>
                </a:cubicBezTo>
                <a:cubicBezTo>
                  <a:pt x="16762" y="20894"/>
                  <a:pt x="16777" y="20865"/>
                  <a:pt x="16792" y="20820"/>
                </a:cubicBezTo>
                <a:close/>
                <a:moveTo>
                  <a:pt x="17969" y="20732"/>
                </a:moveTo>
                <a:cubicBezTo>
                  <a:pt x="18028" y="20776"/>
                  <a:pt x="18072" y="20806"/>
                  <a:pt x="18116" y="20865"/>
                </a:cubicBezTo>
                <a:cubicBezTo>
                  <a:pt x="18087" y="20938"/>
                  <a:pt x="18028" y="20982"/>
                  <a:pt x="17984" y="21056"/>
                </a:cubicBezTo>
                <a:cubicBezTo>
                  <a:pt x="17954" y="21012"/>
                  <a:pt x="17925" y="20968"/>
                  <a:pt x="17866" y="20938"/>
                </a:cubicBezTo>
                <a:cubicBezTo>
                  <a:pt x="17895" y="20865"/>
                  <a:pt x="17939" y="20806"/>
                  <a:pt x="17969" y="20732"/>
                </a:cubicBezTo>
                <a:close/>
                <a:moveTo>
                  <a:pt x="17645" y="20820"/>
                </a:moveTo>
                <a:lnTo>
                  <a:pt x="17778" y="20953"/>
                </a:lnTo>
                <a:cubicBezTo>
                  <a:pt x="17733" y="21012"/>
                  <a:pt x="17704" y="21085"/>
                  <a:pt x="17660" y="21144"/>
                </a:cubicBezTo>
                <a:cubicBezTo>
                  <a:pt x="17630" y="21085"/>
                  <a:pt x="17586" y="21041"/>
                  <a:pt x="17557" y="21012"/>
                </a:cubicBezTo>
                <a:cubicBezTo>
                  <a:pt x="17586" y="20953"/>
                  <a:pt x="17630" y="20879"/>
                  <a:pt x="17645" y="20820"/>
                </a:cubicBezTo>
                <a:close/>
                <a:moveTo>
                  <a:pt x="17351" y="20894"/>
                </a:moveTo>
                <a:cubicBezTo>
                  <a:pt x="17380" y="20938"/>
                  <a:pt x="17410" y="20968"/>
                  <a:pt x="17439" y="21012"/>
                </a:cubicBezTo>
                <a:cubicBezTo>
                  <a:pt x="17410" y="21071"/>
                  <a:pt x="17365" y="21115"/>
                  <a:pt x="17351" y="21174"/>
                </a:cubicBezTo>
                <a:cubicBezTo>
                  <a:pt x="17336" y="21144"/>
                  <a:pt x="17307" y="21115"/>
                  <a:pt x="17277" y="21085"/>
                </a:cubicBezTo>
                <a:cubicBezTo>
                  <a:pt x="17277" y="21071"/>
                  <a:pt x="17262" y="21071"/>
                  <a:pt x="17262" y="21041"/>
                </a:cubicBezTo>
                <a:cubicBezTo>
                  <a:pt x="17292" y="21012"/>
                  <a:pt x="17336" y="20953"/>
                  <a:pt x="17351" y="20894"/>
                </a:cubicBezTo>
                <a:close/>
                <a:moveTo>
                  <a:pt x="17115" y="20968"/>
                </a:moveTo>
                <a:cubicBezTo>
                  <a:pt x="17130" y="21012"/>
                  <a:pt x="17159" y="21041"/>
                  <a:pt x="17189" y="21085"/>
                </a:cubicBezTo>
                <a:cubicBezTo>
                  <a:pt x="17145" y="21115"/>
                  <a:pt x="17130" y="21174"/>
                  <a:pt x="17086" y="21232"/>
                </a:cubicBezTo>
                <a:lnTo>
                  <a:pt x="17042" y="21115"/>
                </a:lnTo>
                <a:cubicBezTo>
                  <a:pt x="17056" y="21056"/>
                  <a:pt x="17086" y="21012"/>
                  <a:pt x="17115" y="20968"/>
                </a:cubicBezTo>
                <a:close/>
                <a:moveTo>
                  <a:pt x="16571" y="21115"/>
                </a:moveTo>
                <a:cubicBezTo>
                  <a:pt x="16571" y="21144"/>
                  <a:pt x="16571" y="21159"/>
                  <a:pt x="16585" y="21174"/>
                </a:cubicBezTo>
                <a:cubicBezTo>
                  <a:pt x="16585" y="21188"/>
                  <a:pt x="16571" y="21232"/>
                  <a:pt x="16571" y="21247"/>
                </a:cubicBezTo>
                <a:cubicBezTo>
                  <a:pt x="16571" y="21232"/>
                  <a:pt x="16556" y="21218"/>
                  <a:pt x="16556" y="21188"/>
                </a:cubicBezTo>
                <a:cubicBezTo>
                  <a:pt x="16556" y="21174"/>
                  <a:pt x="16571" y="21144"/>
                  <a:pt x="16571" y="21115"/>
                </a:cubicBezTo>
                <a:close/>
                <a:moveTo>
                  <a:pt x="16718" y="21056"/>
                </a:moveTo>
                <a:cubicBezTo>
                  <a:pt x="16718" y="21100"/>
                  <a:pt x="16733" y="21115"/>
                  <a:pt x="16733" y="21159"/>
                </a:cubicBezTo>
                <a:cubicBezTo>
                  <a:pt x="16718" y="21188"/>
                  <a:pt x="16703" y="21232"/>
                  <a:pt x="16703" y="21262"/>
                </a:cubicBezTo>
                <a:cubicBezTo>
                  <a:pt x="16703" y="21232"/>
                  <a:pt x="16688" y="21203"/>
                  <a:pt x="16688" y="21174"/>
                </a:cubicBezTo>
                <a:cubicBezTo>
                  <a:pt x="16703" y="21144"/>
                  <a:pt x="16703" y="21100"/>
                  <a:pt x="16718" y="21056"/>
                </a:cubicBezTo>
                <a:close/>
                <a:moveTo>
                  <a:pt x="16895" y="21012"/>
                </a:moveTo>
                <a:lnTo>
                  <a:pt x="16939" y="21115"/>
                </a:lnTo>
                <a:cubicBezTo>
                  <a:pt x="16924" y="21174"/>
                  <a:pt x="16909" y="21218"/>
                  <a:pt x="16895" y="21262"/>
                </a:cubicBezTo>
                <a:cubicBezTo>
                  <a:pt x="16865" y="21232"/>
                  <a:pt x="16850" y="21188"/>
                  <a:pt x="16850" y="21159"/>
                </a:cubicBezTo>
                <a:cubicBezTo>
                  <a:pt x="16850" y="21100"/>
                  <a:pt x="16865" y="21056"/>
                  <a:pt x="16895" y="21012"/>
                </a:cubicBezTo>
                <a:close/>
                <a:moveTo>
                  <a:pt x="17822" y="21012"/>
                </a:moveTo>
                <a:cubicBezTo>
                  <a:pt x="17866" y="21041"/>
                  <a:pt x="17925" y="21085"/>
                  <a:pt x="17954" y="21144"/>
                </a:cubicBezTo>
                <a:cubicBezTo>
                  <a:pt x="17925" y="21218"/>
                  <a:pt x="17866" y="21262"/>
                  <a:pt x="17822" y="21335"/>
                </a:cubicBezTo>
                <a:cubicBezTo>
                  <a:pt x="17792" y="21262"/>
                  <a:pt x="17748" y="21232"/>
                  <a:pt x="17719" y="21188"/>
                </a:cubicBezTo>
                <a:cubicBezTo>
                  <a:pt x="17748" y="21144"/>
                  <a:pt x="17792" y="21071"/>
                  <a:pt x="17822" y="21012"/>
                </a:cubicBezTo>
                <a:close/>
                <a:moveTo>
                  <a:pt x="17498" y="21056"/>
                </a:moveTo>
                <a:cubicBezTo>
                  <a:pt x="17527" y="21100"/>
                  <a:pt x="17571" y="21144"/>
                  <a:pt x="17601" y="21188"/>
                </a:cubicBezTo>
                <a:cubicBezTo>
                  <a:pt x="17571" y="21247"/>
                  <a:pt x="17527" y="21321"/>
                  <a:pt x="17498" y="21380"/>
                </a:cubicBezTo>
                <a:cubicBezTo>
                  <a:pt x="17454" y="21335"/>
                  <a:pt x="17439" y="21306"/>
                  <a:pt x="17410" y="21247"/>
                </a:cubicBezTo>
                <a:cubicBezTo>
                  <a:pt x="17439" y="21188"/>
                  <a:pt x="17483" y="21144"/>
                  <a:pt x="17498" y="21056"/>
                </a:cubicBezTo>
                <a:close/>
                <a:moveTo>
                  <a:pt x="17218" y="21144"/>
                </a:moveTo>
                <a:cubicBezTo>
                  <a:pt x="17233" y="21174"/>
                  <a:pt x="17277" y="21218"/>
                  <a:pt x="17307" y="21247"/>
                </a:cubicBezTo>
                <a:cubicBezTo>
                  <a:pt x="17277" y="21306"/>
                  <a:pt x="17262" y="21350"/>
                  <a:pt x="17218" y="21409"/>
                </a:cubicBezTo>
                <a:cubicBezTo>
                  <a:pt x="17204" y="21394"/>
                  <a:pt x="17204" y="21380"/>
                  <a:pt x="17189" y="21350"/>
                </a:cubicBezTo>
                <a:cubicBezTo>
                  <a:pt x="17159" y="21335"/>
                  <a:pt x="17159" y="21321"/>
                  <a:pt x="17145" y="21306"/>
                </a:cubicBezTo>
                <a:cubicBezTo>
                  <a:pt x="17159" y="21247"/>
                  <a:pt x="17204" y="21188"/>
                  <a:pt x="17218" y="21144"/>
                </a:cubicBezTo>
                <a:close/>
                <a:moveTo>
                  <a:pt x="16983" y="21218"/>
                </a:moveTo>
                <a:lnTo>
                  <a:pt x="17042" y="21321"/>
                </a:lnTo>
                <a:cubicBezTo>
                  <a:pt x="17012" y="21380"/>
                  <a:pt x="16983" y="21424"/>
                  <a:pt x="16968" y="21468"/>
                </a:cubicBezTo>
                <a:lnTo>
                  <a:pt x="16909" y="21365"/>
                </a:lnTo>
                <a:cubicBezTo>
                  <a:pt x="16939" y="21306"/>
                  <a:pt x="16968" y="21247"/>
                  <a:pt x="16983" y="21218"/>
                </a:cubicBezTo>
                <a:close/>
                <a:moveTo>
                  <a:pt x="16644" y="21321"/>
                </a:moveTo>
                <a:cubicBezTo>
                  <a:pt x="16644" y="21335"/>
                  <a:pt x="16674" y="21380"/>
                  <a:pt x="16674" y="21394"/>
                </a:cubicBezTo>
                <a:cubicBezTo>
                  <a:pt x="16644" y="21424"/>
                  <a:pt x="16644" y="21468"/>
                  <a:pt x="16630" y="21483"/>
                </a:cubicBezTo>
                <a:cubicBezTo>
                  <a:pt x="16615" y="21453"/>
                  <a:pt x="16615" y="21424"/>
                  <a:pt x="16615" y="21409"/>
                </a:cubicBezTo>
                <a:cubicBezTo>
                  <a:pt x="16630" y="21380"/>
                  <a:pt x="16630" y="21335"/>
                  <a:pt x="16644" y="21321"/>
                </a:cubicBezTo>
                <a:close/>
                <a:moveTo>
                  <a:pt x="16792" y="21262"/>
                </a:moveTo>
                <a:cubicBezTo>
                  <a:pt x="16806" y="21306"/>
                  <a:pt x="16836" y="21335"/>
                  <a:pt x="16836" y="21365"/>
                </a:cubicBezTo>
                <a:cubicBezTo>
                  <a:pt x="16821" y="21394"/>
                  <a:pt x="16792" y="21453"/>
                  <a:pt x="16777" y="21483"/>
                </a:cubicBezTo>
                <a:cubicBezTo>
                  <a:pt x="16762" y="21453"/>
                  <a:pt x="16762" y="21409"/>
                  <a:pt x="16733" y="21394"/>
                </a:cubicBezTo>
                <a:cubicBezTo>
                  <a:pt x="16762" y="21365"/>
                  <a:pt x="16777" y="21306"/>
                  <a:pt x="16792" y="21262"/>
                </a:cubicBezTo>
                <a:close/>
                <a:moveTo>
                  <a:pt x="17660" y="21262"/>
                </a:moveTo>
                <a:cubicBezTo>
                  <a:pt x="17704" y="21306"/>
                  <a:pt x="17733" y="21365"/>
                  <a:pt x="17763" y="21394"/>
                </a:cubicBezTo>
                <a:cubicBezTo>
                  <a:pt x="17733" y="21453"/>
                  <a:pt x="17675" y="21527"/>
                  <a:pt x="17645" y="21586"/>
                </a:cubicBezTo>
                <a:cubicBezTo>
                  <a:pt x="17630" y="21541"/>
                  <a:pt x="17586" y="21483"/>
                  <a:pt x="17557" y="21453"/>
                </a:cubicBezTo>
                <a:cubicBezTo>
                  <a:pt x="17586" y="21394"/>
                  <a:pt x="17630" y="21321"/>
                  <a:pt x="17660" y="21262"/>
                </a:cubicBezTo>
                <a:close/>
                <a:moveTo>
                  <a:pt x="17365" y="21335"/>
                </a:moveTo>
                <a:cubicBezTo>
                  <a:pt x="17410" y="21380"/>
                  <a:pt x="17424" y="21409"/>
                  <a:pt x="17454" y="21468"/>
                </a:cubicBezTo>
                <a:lnTo>
                  <a:pt x="17351" y="21630"/>
                </a:lnTo>
                <a:cubicBezTo>
                  <a:pt x="17307" y="21600"/>
                  <a:pt x="17292" y="21541"/>
                  <a:pt x="17277" y="21512"/>
                </a:cubicBezTo>
                <a:cubicBezTo>
                  <a:pt x="17307" y="21453"/>
                  <a:pt x="17336" y="21394"/>
                  <a:pt x="17365" y="21335"/>
                </a:cubicBezTo>
                <a:close/>
                <a:moveTo>
                  <a:pt x="17086" y="21394"/>
                </a:moveTo>
                <a:cubicBezTo>
                  <a:pt x="17096" y="21394"/>
                  <a:pt x="17099" y="21401"/>
                  <a:pt x="17096" y="21401"/>
                </a:cubicBezTo>
                <a:cubicBezTo>
                  <a:pt x="17094" y="21401"/>
                  <a:pt x="17091" y="21399"/>
                  <a:pt x="17086" y="21394"/>
                </a:cubicBezTo>
                <a:lnTo>
                  <a:pt x="17086" y="21394"/>
                </a:lnTo>
                <a:cubicBezTo>
                  <a:pt x="17130" y="21453"/>
                  <a:pt x="17145" y="21468"/>
                  <a:pt x="17159" y="21512"/>
                </a:cubicBezTo>
                <a:cubicBezTo>
                  <a:pt x="17130" y="21556"/>
                  <a:pt x="17115" y="21615"/>
                  <a:pt x="17071" y="21674"/>
                </a:cubicBezTo>
                <a:cubicBezTo>
                  <a:pt x="17071" y="21659"/>
                  <a:pt x="17056" y="21659"/>
                  <a:pt x="17056" y="21630"/>
                </a:cubicBezTo>
                <a:cubicBezTo>
                  <a:pt x="17042" y="21600"/>
                  <a:pt x="17012" y="21586"/>
                  <a:pt x="17012" y="21541"/>
                </a:cubicBezTo>
                <a:cubicBezTo>
                  <a:pt x="17042" y="21512"/>
                  <a:pt x="17071" y="21453"/>
                  <a:pt x="17086" y="21394"/>
                </a:cubicBezTo>
                <a:close/>
                <a:moveTo>
                  <a:pt x="16556" y="21556"/>
                </a:moveTo>
                <a:cubicBezTo>
                  <a:pt x="16556" y="21586"/>
                  <a:pt x="16556" y="21600"/>
                  <a:pt x="16571" y="21615"/>
                </a:cubicBezTo>
                <a:cubicBezTo>
                  <a:pt x="16571" y="21630"/>
                  <a:pt x="16556" y="21674"/>
                  <a:pt x="16556" y="21689"/>
                </a:cubicBezTo>
                <a:cubicBezTo>
                  <a:pt x="16541" y="21674"/>
                  <a:pt x="16541" y="21659"/>
                  <a:pt x="16541" y="21630"/>
                </a:cubicBezTo>
                <a:cubicBezTo>
                  <a:pt x="16541" y="21615"/>
                  <a:pt x="16556" y="21586"/>
                  <a:pt x="16556" y="21556"/>
                </a:cubicBezTo>
                <a:close/>
                <a:moveTo>
                  <a:pt x="16688" y="21512"/>
                </a:moveTo>
                <a:cubicBezTo>
                  <a:pt x="16703" y="21541"/>
                  <a:pt x="16718" y="21556"/>
                  <a:pt x="16718" y="21600"/>
                </a:cubicBezTo>
                <a:lnTo>
                  <a:pt x="16674" y="21703"/>
                </a:lnTo>
                <a:cubicBezTo>
                  <a:pt x="16674" y="21674"/>
                  <a:pt x="16644" y="21644"/>
                  <a:pt x="16644" y="21615"/>
                </a:cubicBezTo>
                <a:cubicBezTo>
                  <a:pt x="16674" y="21586"/>
                  <a:pt x="16688" y="21541"/>
                  <a:pt x="16688" y="21512"/>
                </a:cubicBezTo>
                <a:close/>
                <a:moveTo>
                  <a:pt x="16865" y="21453"/>
                </a:moveTo>
                <a:lnTo>
                  <a:pt x="16924" y="21556"/>
                </a:lnTo>
                <a:cubicBezTo>
                  <a:pt x="16909" y="21615"/>
                  <a:pt x="16865" y="21659"/>
                  <a:pt x="16850" y="21703"/>
                </a:cubicBezTo>
                <a:cubicBezTo>
                  <a:pt x="16836" y="21674"/>
                  <a:pt x="16836" y="21630"/>
                  <a:pt x="16806" y="21600"/>
                </a:cubicBezTo>
                <a:cubicBezTo>
                  <a:pt x="16836" y="21541"/>
                  <a:pt x="16850" y="21512"/>
                  <a:pt x="16865" y="21453"/>
                </a:cubicBezTo>
                <a:close/>
                <a:moveTo>
                  <a:pt x="17513" y="21527"/>
                </a:moveTo>
                <a:cubicBezTo>
                  <a:pt x="17557" y="21556"/>
                  <a:pt x="17586" y="21615"/>
                  <a:pt x="17616" y="21644"/>
                </a:cubicBezTo>
                <a:cubicBezTo>
                  <a:pt x="17586" y="21703"/>
                  <a:pt x="17542" y="21777"/>
                  <a:pt x="17498" y="21836"/>
                </a:cubicBezTo>
                <a:cubicBezTo>
                  <a:pt x="17454" y="21777"/>
                  <a:pt x="17424" y="21747"/>
                  <a:pt x="17410" y="21689"/>
                </a:cubicBezTo>
                <a:lnTo>
                  <a:pt x="17513" y="21527"/>
                </a:lnTo>
                <a:close/>
                <a:moveTo>
                  <a:pt x="17218" y="21586"/>
                </a:moveTo>
                <a:cubicBezTo>
                  <a:pt x="17233" y="21615"/>
                  <a:pt x="17277" y="21659"/>
                  <a:pt x="17292" y="21703"/>
                </a:cubicBezTo>
                <a:cubicBezTo>
                  <a:pt x="17262" y="21762"/>
                  <a:pt x="17233" y="21821"/>
                  <a:pt x="17204" y="21880"/>
                </a:cubicBezTo>
                <a:cubicBezTo>
                  <a:pt x="17189" y="21836"/>
                  <a:pt x="17145" y="21792"/>
                  <a:pt x="17130" y="21747"/>
                </a:cubicBezTo>
                <a:cubicBezTo>
                  <a:pt x="17159" y="21689"/>
                  <a:pt x="17174" y="21630"/>
                  <a:pt x="17218" y="21586"/>
                </a:cubicBezTo>
                <a:close/>
                <a:moveTo>
                  <a:pt x="16497" y="21836"/>
                </a:moveTo>
                <a:lnTo>
                  <a:pt x="16497" y="21850"/>
                </a:lnTo>
                <a:cubicBezTo>
                  <a:pt x="16497" y="21880"/>
                  <a:pt x="16482" y="21895"/>
                  <a:pt x="16482" y="21895"/>
                </a:cubicBezTo>
                <a:lnTo>
                  <a:pt x="16482" y="21880"/>
                </a:lnTo>
                <a:cubicBezTo>
                  <a:pt x="16482" y="21850"/>
                  <a:pt x="16482" y="21836"/>
                  <a:pt x="16497" y="21836"/>
                </a:cubicBezTo>
                <a:close/>
                <a:moveTo>
                  <a:pt x="16983" y="21659"/>
                </a:moveTo>
                <a:cubicBezTo>
                  <a:pt x="16983" y="21674"/>
                  <a:pt x="16998" y="21674"/>
                  <a:pt x="16998" y="21689"/>
                </a:cubicBezTo>
                <a:cubicBezTo>
                  <a:pt x="17012" y="21703"/>
                  <a:pt x="17042" y="21747"/>
                  <a:pt x="17042" y="21762"/>
                </a:cubicBezTo>
                <a:cubicBezTo>
                  <a:pt x="16998" y="21821"/>
                  <a:pt x="16983" y="21880"/>
                  <a:pt x="16939" y="21909"/>
                </a:cubicBezTo>
                <a:lnTo>
                  <a:pt x="16895" y="21806"/>
                </a:lnTo>
                <a:cubicBezTo>
                  <a:pt x="16924" y="21747"/>
                  <a:pt x="16939" y="21689"/>
                  <a:pt x="16983" y="21659"/>
                </a:cubicBezTo>
                <a:close/>
                <a:moveTo>
                  <a:pt x="16615" y="21762"/>
                </a:moveTo>
                <a:cubicBezTo>
                  <a:pt x="16615" y="21777"/>
                  <a:pt x="16630" y="21821"/>
                  <a:pt x="16630" y="21836"/>
                </a:cubicBezTo>
                <a:cubicBezTo>
                  <a:pt x="16615" y="21880"/>
                  <a:pt x="16615" y="21909"/>
                  <a:pt x="16600" y="21924"/>
                </a:cubicBezTo>
                <a:cubicBezTo>
                  <a:pt x="16600" y="21909"/>
                  <a:pt x="16571" y="21880"/>
                  <a:pt x="16571" y="21850"/>
                </a:cubicBezTo>
                <a:cubicBezTo>
                  <a:pt x="16600" y="21821"/>
                  <a:pt x="16600" y="21777"/>
                  <a:pt x="16615" y="21762"/>
                </a:cubicBezTo>
                <a:close/>
                <a:moveTo>
                  <a:pt x="16777" y="21703"/>
                </a:moveTo>
                <a:cubicBezTo>
                  <a:pt x="16777" y="21733"/>
                  <a:pt x="16792" y="21762"/>
                  <a:pt x="16821" y="21792"/>
                </a:cubicBezTo>
                <a:cubicBezTo>
                  <a:pt x="16792" y="21836"/>
                  <a:pt x="16777" y="21895"/>
                  <a:pt x="16762" y="21924"/>
                </a:cubicBezTo>
                <a:cubicBezTo>
                  <a:pt x="16747" y="21895"/>
                  <a:pt x="16747" y="21865"/>
                  <a:pt x="16718" y="21836"/>
                </a:cubicBezTo>
                <a:cubicBezTo>
                  <a:pt x="16733" y="21792"/>
                  <a:pt x="16762" y="21747"/>
                  <a:pt x="16777" y="21703"/>
                </a:cubicBezTo>
                <a:close/>
                <a:moveTo>
                  <a:pt x="17351" y="21777"/>
                </a:moveTo>
                <a:cubicBezTo>
                  <a:pt x="17380" y="21821"/>
                  <a:pt x="17410" y="21880"/>
                  <a:pt x="17439" y="21909"/>
                </a:cubicBezTo>
                <a:cubicBezTo>
                  <a:pt x="17410" y="21939"/>
                  <a:pt x="17380" y="21998"/>
                  <a:pt x="17351" y="22042"/>
                </a:cubicBezTo>
                <a:cubicBezTo>
                  <a:pt x="17336" y="22057"/>
                  <a:pt x="17336" y="22071"/>
                  <a:pt x="17307" y="22086"/>
                </a:cubicBezTo>
                <a:cubicBezTo>
                  <a:pt x="17292" y="22057"/>
                  <a:pt x="17262" y="22012"/>
                  <a:pt x="17233" y="21968"/>
                </a:cubicBezTo>
                <a:cubicBezTo>
                  <a:pt x="17277" y="21895"/>
                  <a:pt x="17307" y="21836"/>
                  <a:pt x="17351" y="21777"/>
                </a:cubicBezTo>
                <a:close/>
                <a:moveTo>
                  <a:pt x="17086" y="21836"/>
                </a:moveTo>
                <a:cubicBezTo>
                  <a:pt x="17101" y="21880"/>
                  <a:pt x="17130" y="21909"/>
                  <a:pt x="17159" y="21954"/>
                </a:cubicBezTo>
                <a:cubicBezTo>
                  <a:pt x="17130" y="21998"/>
                  <a:pt x="17086" y="22057"/>
                  <a:pt x="17071" y="22115"/>
                </a:cubicBezTo>
                <a:cubicBezTo>
                  <a:pt x="17042" y="22071"/>
                  <a:pt x="17012" y="22042"/>
                  <a:pt x="16998" y="21998"/>
                </a:cubicBezTo>
                <a:cubicBezTo>
                  <a:pt x="17042" y="21954"/>
                  <a:pt x="17056" y="21895"/>
                  <a:pt x="17086" y="21836"/>
                </a:cubicBezTo>
                <a:close/>
                <a:moveTo>
                  <a:pt x="16512" y="22027"/>
                </a:moveTo>
                <a:cubicBezTo>
                  <a:pt x="16512" y="22042"/>
                  <a:pt x="16512" y="22057"/>
                  <a:pt x="16541" y="22071"/>
                </a:cubicBezTo>
                <a:cubicBezTo>
                  <a:pt x="16512" y="22101"/>
                  <a:pt x="16512" y="22130"/>
                  <a:pt x="16497" y="22145"/>
                </a:cubicBezTo>
                <a:lnTo>
                  <a:pt x="16497" y="22101"/>
                </a:lnTo>
                <a:cubicBezTo>
                  <a:pt x="16497" y="22071"/>
                  <a:pt x="16512" y="22042"/>
                  <a:pt x="16512" y="22027"/>
                </a:cubicBezTo>
                <a:close/>
                <a:moveTo>
                  <a:pt x="16674" y="21954"/>
                </a:moveTo>
                <a:cubicBezTo>
                  <a:pt x="16688" y="21983"/>
                  <a:pt x="16688" y="21998"/>
                  <a:pt x="16703" y="22042"/>
                </a:cubicBezTo>
                <a:lnTo>
                  <a:pt x="16644" y="22145"/>
                </a:lnTo>
                <a:cubicBezTo>
                  <a:pt x="16644" y="22115"/>
                  <a:pt x="16630" y="22086"/>
                  <a:pt x="16630" y="22057"/>
                </a:cubicBezTo>
                <a:cubicBezTo>
                  <a:pt x="16630" y="22042"/>
                  <a:pt x="16644" y="21983"/>
                  <a:pt x="16674" y="21954"/>
                </a:cubicBezTo>
                <a:close/>
                <a:moveTo>
                  <a:pt x="16850" y="21895"/>
                </a:moveTo>
                <a:cubicBezTo>
                  <a:pt x="16865" y="21909"/>
                  <a:pt x="16865" y="21924"/>
                  <a:pt x="16865" y="21954"/>
                </a:cubicBezTo>
                <a:cubicBezTo>
                  <a:pt x="16865" y="21968"/>
                  <a:pt x="16880" y="21983"/>
                  <a:pt x="16880" y="21998"/>
                </a:cubicBezTo>
                <a:cubicBezTo>
                  <a:pt x="16865" y="22057"/>
                  <a:pt x="16836" y="22101"/>
                  <a:pt x="16806" y="22145"/>
                </a:cubicBezTo>
                <a:cubicBezTo>
                  <a:pt x="16792" y="22115"/>
                  <a:pt x="16792" y="22071"/>
                  <a:pt x="16777" y="22042"/>
                </a:cubicBezTo>
                <a:cubicBezTo>
                  <a:pt x="16792" y="21983"/>
                  <a:pt x="16836" y="21954"/>
                  <a:pt x="16850" y="21895"/>
                </a:cubicBezTo>
                <a:close/>
                <a:moveTo>
                  <a:pt x="16453" y="22263"/>
                </a:moveTo>
                <a:lnTo>
                  <a:pt x="16453" y="22292"/>
                </a:lnTo>
                <a:cubicBezTo>
                  <a:pt x="16453" y="22307"/>
                  <a:pt x="16424" y="22336"/>
                  <a:pt x="16424" y="22336"/>
                </a:cubicBezTo>
                <a:lnTo>
                  <a:pt x="16424" y="22321"/>
                </a:lnTo>
                <a:cubicBezTo>
                  <a:pt x="16424" y="22292"/>
                  <a:pt x="16453" y="22277"/>
                  <a:pt x="16453" y="22263"/>
                </a:cubicBezTo>
                <a:close/>
                <a:moveTo>
                  <a:pt x="17204" y="22042"/>
                </a:moveTo>
                <a:cubicBezTo>
                  <a:pt x="17218" y="22071"/>
                  <a:pt x="17248" y="22115"/>
                  <a:pt x="17277" y="22160"/>
                </a:cubicBezTo>
                <a:lnTo>
                  <a:pt x="17159" y="22336"/>
                </a:lnTo>
                <a:cubicBezTo>
                  <a:pt x="17145" y="22292"/>
                  <a:pt x="17130" y="22263"/>
                  <a:pt x="17086" y="22204"/>
                </a:cubicBezTo>
                <a:lnTo>
                  <a:pt x="17204" y="22042"/>
                </a:lnTo>
                <a:close/>
                <a:moveTo>
                  <a:pt x="16556" y="22189"/>
                </a:moveTo>
                <a:cubicBezTo>
                  <a:pt x="16556" y="22204"/>
                  <a:pt x="16571" y="22248"/>
                  <a:pt x="16571" y="22263"/>
                </a:cubicBezTo>
                <a:lnTo>
                  <a:pt x="16538" y="22340"/>
                </a:lnTo>
                <a:cubicBezTo>
                  <a:pt x="16538" y="22329"/>
                  <a:pt x="16534" y="22314"/>
                  <a:pt x="16527" y="22292"/>
                </a:cubicBezTo>
                <a:cubicBezTo>
                  <a:pt x="16541" y="22263"/>
                  <a:pt x="16541" y="22218"/>
                  <a:pt x="16556" y="22189"/>
                </a:cubicBezTo>
                <a:close/>
                <a:moveTo>
                  <a:pt x="16718" y="22145"/>
                </a:moveTo>
                <a:cubicBezTo>
                  <a:pt x="16733" y="22160"/>
                  <a:pt x="16762" y="22204"/>
                  <a:pt x="16762" y="22218"/>
                </a:cubicBezTo>
                <a:lnTo>
                  <a:pt x="16762" y="22248"/>
                </a:lnTo>
                <a:cubicBezTo>
                  <a:pt x="16747" y="22277"/>
                  <a:pt x="16703" y="22336"/>
                  <a:pt x="16688" y="22366"/>
                </a:cubicBezTo>
                <a:cubicBezTo>
                  <a:pt x="16674" y="22336"/>
                  <a:pt x="16674" y="22292"/>
                  <a:pt x="16674" y="22277"/>
                </a:cubicBezTo>
                <a:cubicBezTo>
                  <a:pt x="16688" y="22248"/>
                  <a:pt x="16703" y="22189"/>
                  <a:pt x="16718" y="22145"/>
                </a:cubicBezTo>
                <a:close/>
                <a:moveTo>
                  <a:pt x="16968" y="22101"/>
                </a:moveTo>
                <a:cubicBezTo>
                  <a:pt x="16968" y="22130"/>
                  <a:pt x="16983" y="22160"/>
                  <a:pt x="16998" y="22204"/>
                </a:cubicBezTo>
                <a:cubicBezTo>
                  <a:pt x="16968" y="22263"/>
                  <a:pt x="16939" y="22321"/>
                  <a:pt x="16909" y="22366"/>
                </a:cubicBezTo>
                <a:cubicBezTo>
                  <a:pt x="16895" y="22336"/>
                  <a:pt x="16865" y="22292"/>
                  <a:pt x="16865" y="22263"/>
                </a:cubicBezTo>
                <a:cubicBezTo>
                  <a:pt x="16909" y="22204"/>
                  <a:pt x="16924" y="22145"/>
                  <a:pt x="16968" y="22101"/>
                </a:cubicBezTo>
                <a:close/>
                <a:moveTo>
                  <a:pt x="17042" y="22277"/>
                </a:moveTo>
                <a:cubicBezTo>
                  <a:pt x="17056" y="22321"/>
                  <a:pt x="17071" y="22351"/>
                  <a:pt x="17115" y="22395"/>
                </a:cubicBezTo>
                <a:lnTo>
                  <a:pt x="16998" y="22557"/>
                </a:lnTo>
                <a:lnTo>
                  <a:pt x="16939" y="22439"/>
                </a:lnTo>
                <a:cubicBezTo>
                  <a:pt x="16983" y="22395"/>
                  <a:pt x="17012" y="22336"/>
                  <a:pt x="17042" y="22277"/>
                </a:cubicBezTo>
                <a:close/>
                <a:moveTo>
                  <a:pt x="16482" y="22454"/>
                </a:moveTo>
                <a:cubicBezTo>
                  <a:pt x="16482" y="22483"/>
                  <a:pt x="16482" y="22498"/>
                  <a:pt x="16497" y="22513"/>
                </a:cubicBezTo>
                <a:cubicBezTo>
                  <a:pt x="16482" y="22527"/>
                  <a:pt x="16482" y="22572"/>
                  <a:pt x="16468" y="22586"/>
                </a:cubicBezTo>
                <a:cubicBezTo>
                  <a:pt x="16453" y="22572"/>
                  <a:pt x="16453" y="22557"/>
                  <a:pt x="16453" y="22527"/>
                </a:cubicBezTo>
                <a:cubicBezTo>
                  <a:pt x="16468" y="22513"/>
                  <a:pt x="16468" y="22483"/>
                  <a:pt x="16482" y="22454"/>
                </a:cubicBezTo>
                <a:close/>
                <a:moveTo>
                  <a:pt x="16792" y="22336"/>
                </a:moveTo>
                <a:cubicBezTo>
                  <a:pt x="16836" y="22366"/>
                  <a:pt x="16836" y="22410"/>
                  <a:pt x="16850" y="22439"/>
                </a:cubicBezTo>
                <a:cubicBezTo>
                  <a:pt x="16821" y="22498"/>
                  <a:pt x="16792" y="22527"/>
                  <a:pt x="16762" y="22586"/>
                </a:cubicBezTo>
                <a:cubicBezTo>
                  <a:pt x="16747" y="22557"/>
                  <a:pt x="16747" y="22513"/>
                  <a:pt x="16718" y="22483"/>
                </a:cubicBezTo>
                <a:cubicBezTo>
                  <a:pt x="16733" y="22424"/>
                  <a:pt x="16777" y="22395"/>
                  <a:pt x="16792" y="22336"/>
                </a:cubicBezTo>
                <a:close/>
                <a:moveTo>
                  <a:pt x="16615" y="22395"/>
                </a:moveTo>
                <a:cubicBezTo>
                  <a:pt x="16615" y="22424"/>
                  <a:pt x="16630" y="22439"/>
                  <a:pt x="16630" y="22483"/>
                </a:cubicBezTo>
                <a:cubicBezTo>
                  <a:pt x="16615" y="22513"/>
                  <a:pt x="16585" y="22557"/>
                  <a:pt x="16571" y="22616"/>
                </a:cubicBezTo>
                <a:cubicBezTo>
                  <a:pt x="16571" y="22572"/>
                  <a:pt x="16571" y="22527"/>
                  <a:pt x="16556" y="22513"/>
                </a:cubicBezTo>
                <a:cubicBezTo>
                  <a:pt x="16571" y="22483"/>
                  <a:pt x="16600" y="22439"/>
                  <a:pt x="16615" y="22395"/>
                </a:cubicBezTo>
                <a:close/>
                <a:moveTo>
                  <a:pt x="16365" y="22704"/>
                </a:moveTo>
                <a:lnTo>
                  <a:pt x="16365" y="22719"/>
                </a:lnTo>
                <a:cubicBezTo>
                  <a:pt x="16365" y="22733"/>
                  <a:pt x="16350" y="22748"/>
                  <a:pt x="16350" y="22778"/>
                </a:cubicBezTo>
                <a:lnTo>
                  <a:pt x="16350" y="22763"/>
                </a:lnTo>
                <a:cubicBezTo>
                  <a:pt x="16350" y="22733"/>
                  <a:pt x="16365" y="22719"/>
                  <a:pt x="16365" y="22704"/>
                </a:cubicBezTo>
                <a:close/>
                <a:moveTo>
                  <a:pt x="16497" y="22630"/>
                </a:moveTo>
                <a:cubicBezTo>
                  <a:pt x="16497" y="22645"/>
                  <a:pt x="16512" y="22689"/>
                  <a:pt x="16512" y="22704"/>
                </a:cubicBezTo>
                <a:lnTo>
                  <a:pt x="16468" y="22807"/>
                </a:lnTo>
                <a:lnTo>
                  <a:pt x="16468" y="22733"/>
                </a:lnTo>
                <a:cubicBezTo>
                  <a:pt x="16482" y="22704"/>
                  <a:pt x="16497" y="22660"/>
                  <a:pt x="16497" y="22630"/>
                </a:cubicBezTo>
                <a:close/>
                <a:moveTo>
                  <a:pt x="16688" y="22586"/>
                </a:moveTo>
                <a:cubicBezTo>
                  <a:pt x="16703" y="22630"/>
                  <a:pt x="16703" y="22660"/>
                  <a:pt x="16718" y="22689"/>
                </a:cubicBezTo>
                <a:cubicBezTo>
                  <a:pt x="16703" y="22719"/>
                  <a:pt x="16674" y="22778"/>
                  <a:pt x="16644" y="22807"/>
                </a:cubicBezTo>
                <a:cubicBezTo>
                  <a:pt x="16644" y="22792"/>
                  <a:pt x="16630" y="22748"/>
                  <a:pt x="16630" y="22733"/>
                </a:cubicBezTo>
                <a:cubicBezTo>
                  <a:pt x="16615" y="22733"/>
                  <a:pt x="16615" y="22733"/>
                  <a:pt x="16615" y="22719"/>
                </a:cubicBezTo>
                <a:cubicBezTo>
                  <a:pt x="16630" y="22689"/>
                  <a:pt x="16674" y="22630"/>
                  <a:pt x="16688" y="22586"/>
                </a:cubicBezTo>
                <a:close/>
                <a:moveTo>
                  <a:pt x="16895" y="22542"/>
                </a:moveTo>
                <a:lnTo>
                  <a:pt x="16939" y="22645"/>
                </a:lnTo>
                <a:lnTo>
                  <a:pt x="16836" y="22807"/>
                </a:lnTo>
                <a:cubicBezTo>
                  <a:pt x="16821" y="22778"/>
                  <a:pt x="16821" y="22733"/>
                  <a:pt x="16792" y="22704"/>
                </a:cubicBezTo>
                <a:cubicBezTo>
                  <a:pt x="16836" y="22645"/>
                  <a:pt x="16850" y="22586"/>
                  <a:pt x="16895" y="22542"/>
                </a:cubicBezTo>
                <a:close/>
                <a:moveTo>
                  <a:pt x="16409" y="22881"/>
                </a:moveTo>
                <a:lnTo>
                  <a:pt x="16409" y="22940"/>
                </a:lnTo>
                <a:cubicBezTo>
                  <a:pt x="16394" y="22984"/>
                  <a:pt x="16394" y="22998"/>
                  <a:pt x="16365" y="23028"/>
                </a:cubicBezTo>
                <a:lnTo>
                  <a:pt x="16365" y="22984"/>
                </a:lnTo>
                <a:cubicBezTo>
                  <a:pt x="16394" y="22940"/>
                  <a:pt x="16394" y="22925"/>
                  <a:pt x="16409" y="22881"/>
                </a:cubicBezTo>
                <a:close/>
                <a:moveTo>
                  <a:pt x="16762" y="22778"/>
                </a:moveTo>
                <a:cubicBezTo>
                  <a:pt x="16762" y="22836"/>
                  <a:pt x="16777" y="22851"/>
                  <a:pt x="16792" y="22881"/>
                </a:cubicBezTo>
                <a:cubicBezTo>
                  <a:pt x="16762" y="22940"/>
                  <a:pt x="16747" y="22984"/>
                  <a:pt x="16703" y="23028"/>
                </a:cubicBezTo>
                <a:cubicBezTo>
                  <a:pt x="16688" y="22998"/>
                  <a:pt x="16688" y="22954"/>
                  <a:pt x="16674" y="22925"/>
                </a:cubicBezTo>
                <a:cubicBezTo>
                  <a:pt x="16703" y="22866"/>
                  <a:pt x="16718" y="22836"/>
                  <a:pt x="16762" y="22778"/>
                </a:cubicBezTo>
                <a:close/>
                <a:moveTo>
                  <a:pt x="16556" y="22836"/>
                </a:moveTo>
                <a:cubicBezTo>
                  <a:pt x="16556" y="22866"/>
                  <a:pt x="16571" y="22881"/>
                  <a:pt x="16571" y="22925"/>
                </a:cubicBezTo>
                <a:cubicBezTo>
                  <a:pt x="16556" y="22954"/>
                  <a:pt x="16512" y="22998"/>
                  <a:pt x="16497" y="23057"/>
                </a:cubicBezTo>
                <a:lnTo>
                  <a:pt x="16497" y="23013"/>
                </a:lnTo>
                <a:lnTo>
                  <a:pt x="16497" y="22954"/>
                </a:lnTo>
                <a:cubicBezTo>
                  <a:pt x="16512" y="22925"/>
                  <a:pt x="16541" y="22881"/>
                  <a:pt x="16556" y="22836"/>
                </a:cubicBezTo>
                <a:close/>
                <a:moveTo>
                  <a:pt x="16291" y="23146"/>
                </a:moveTo>
                <a:lnTo>
                  <a:pt x="16291" y="23160"/>
                </a:lnTo>
                <a:cubicBezTo>
                  <a:pt x="16291" y="23175"/>
                  <a:pt x="16276" y="23190"/>
                  <a:pt x="16276" y="23219"/>
                </a:cubicBezTo>
                <a:lnTo>
                  <a:pt x="16276" y="23204"/>
                </a:lnTo>
                <a:cubicBezTo>
                  <a:pt x="16276" y="23175"/>
                  <a:pt x="16291" y="23160"/>
                  <a:pt x="16291" y="23146"/>
                </a:cubicBezTo>
                <a:close/>
                <a:moveTo>
                  <a:pt x="16615" y="23057"/>
                </a:moveTo>
                <a:cubicBezTo>
                  <a:pt x="16630" y="23087"/>
                  <a:pt x="16630" y="23131"/>
                  <a:pt x="16644" y="23146"/>
                </a:cubicBezTo>
                <a:cubicBezTo>
                  <a:pt x="16615" y="23175"/>
                  <a:pt x="16600" y="23234"/>
                  <a:pt x="16556" y="23263"/>
                </a:cubicBezTo>
                <a:cubicBezTo>
                  <a:pt x="16541" y="23234"/>
                  <a:pt x="16541" y="23204"/>
                  <a:pt x="16541" y="23175"/>
                </a:cubicBezTo>
                <a:cubicBezTo>
                  <a:pt x="16556" y="23116"/>
                  <a:pt x="16600" y="23087"/>
                  <a:pt x="16615" y="23057"/>
                </a:cubicBezTo>
                <a:close/>
                <a:moveTo>
                  <a:pt x="16424" y="23087"/>
                </a:moveTo>
                <a:cubicBezTo>
                  <a:pt x="16424" y="23101"/>
                  <a:pt x="16424" y="23146"/>
                  <a:pt x="16438" y="23160"/>
                </a:cubicBezTo>
                <a:lnTo>
                  <a:pt x="16394" y="23278"/>
                </a:lnTo>
                <a:cubicBezTo>
                  <a:pt x="16394" y="23234"/>
                  <a:pt x="16394" y="23219"/>
                  <a:pt x="16365" y="23204"/>
                </a:cubicBezTo>
                <a:lnTo>
                  <a:pt x="16424" y="23087"/>
                </a:lnTo>
                <a:close/>
                <a:moveTo>
                  <a:pt x="16321" y="23322"/>
                </a:moveTo>
                <a:lnTo>
                  <a:pt x="16321" y="23381"/>
                </a:lnTo>
                <a:cubicBezTo>
                  <a:pt x="16306" y="23425"/>
                  <a:pt x="16276" y="23440"/>
                  <a:pt x="16276" y="23469"/>
                </a:cubicBezTo>
                <a:lnTo>
                  <a:pt x="16276" y="23425"/>
                </a:lnTo>
                <a:cubicBezTo>
                  <a:pt x="16291" y="23381"/>
                  <a:pt x="16291" y="23366"/>
                  <a:pt x="16321" y="23322"/>
                </a:cubicBezTo>
                <a:close/>
                <a:moveTo>
                  <a:pt x="16482" y="23278"/>
                </a:moveTo>
                <a:cubicBezTo>
                  <a:pt x="16482" y="23307"/>
                  <a:pt x="16497" y="23322"/>
                  <a:pt x="16497" y="23366"/>
                </a:cubicBezTo>
                <a:cubicBezTo>
                  <a:pt x="16482" y="23396"/>
                  <a:pt x="16453" y="23440"/>
                  <a:pt x="16424" y="23499"/>
                </a:cubicBezTo>
                <a:cubicBezTo>
                  <a:pt x="16409" y="23455"/>
                  <a:pt x="16409" y="23440"/>
                  <a:pt x="16409" y="23396"/>
                </a:cubicBezTo>
                <a:cubicBezTo>
                  <a:pt x="16424" y="23366"/>
                  <a:pt x="16453" y="23322"/>
                  <a:pt x="16482" y="23278"/>
                </a:cubicBezTo>
                <a:close/>
                <a:moveTo>
                  <a:pt x="16188" y="23587"/>
                </a:moveTo>
                <a:lnTo>
                  <a:pt x="16188" y="23602"/>
                </a:lnTo>
                <a:cubicBezTo>
                  <a:pt x="16188" y="23616"/>
                  <a:pt x="16173" y="23631"/>
                  <a:pt x="16173" y="23661"/>
                </a:cubicBezTo>
                <a:lnTo>
                  <a:pt x="16173" y="23631"/>
                </a:lnTo>
                <a:cubicBezTo>
                  <a:pt x="16173" y="23616"/>
                  <a:pt x="16188" y="23602"/>
                  <a:pt x="16188" y="23587"/>
                </a:cubicBezTo>
                <a:close/>
                <a:moveTo>
                  <a:pt x="16335" y="23528"/>
                </a:moveTo>
                <a:cubicBezTo>
                  <a:pt x="16335" y="23543"/>
                  <a:pt x="16335" y="23587"/>
                  <a:pt x="16350" y="23602"/>
                </a:cubicBezTo>
                <a:lnTo>
                  <a:pt x="16291" y="23719"/>
                </a:lnTo>
                <a:cubicBezTo>
                  <a:pt x="16276" y="23675"/>
                  <a:pt x="16276" y="23661"/>
                  <a:pt x="16276" y="23631"/>
                </a:cubicBezTo>
                <a:lnTo>
                  <a:pt x="16335" y="23528"/>
                </a:lnTo>
                <a:close/>
                <a:moveTo>
                  <a:pt x="16203" y="23764"/>
                </a:moveTo>
                <a:lnTo>
                  <a:pt x="16203" y="23822"/>
                </a:lnTo>
                <a:cubicBezTo>
                  <a:pt x="16193" y="23832"/>
                  <a:pt x="16183" y="23855"/>
                  <a:pt x="16173" y="23874"/>
                </a:cubicBezTo>
                <a:lnTo>
                  <a:pt x="16173" y="23874"/>
                </a:lnTo>
                <a:cubicBezTo>
                  <a:pt x="16173" y="23871"/>
                  <a:pt x="16173" y="23869"/>
                  <a:pt x="16173" y="23867"/>
                </a:cubicBezTo>
                <a:cubicBezTo>
                  <a:pt x="16188" y="23822"/>
                  <a:pt x="16203" y="23808"/>
                  <a:pt x="16203" y="23764"/>
                </a:cubicBezTo>
                <a:close/>
                <a:moveTo>
                  <a:pt x="16085" y="24043"/>
                </a:moveTo>
                <a:lnTo>
                  <a:pt x="16085" y="24058"/>
                </a:lnTo>
                <a:cubicBezTo>
                  <a:pt x="16085" y="24087"/>
                  <a:pt x="16056" y="24102"/>
                  <a:pt x="16056" y="24102"/>
                </a:cubicBezTo>
                <a:cubicBezTo>
                  <a:pt x="16056" y="24087"/>
                  <a:pt x="16085" y="24058"/>
                  <a:pt x="16085" y="24043"/>
                </a:cubicBezTo>
                <a:close/>
                <a:moveTo>
                  <a:pt x="18528" y="20364"/>
                </a:moveTo>
                <a:cubicBezTo>
                  <a:pt x="19705" y="21144"/>
                  <a:pt x="21103" y="21556"/>
                  <a:pt x="22457" y="21983"/>
                </a:cubicBezTo>
                <a:cubicBezTo>
                  <a:pt x="24194" y="22498"/>
                  <a:pt x="25975" y="23057"/>
                  <a:pt x="27270" y="24279"/>
                </a:cubicBezTo>
                <a:cubicBezTo>
                  <a:pt x="28962" y="25897"/>
                  <a:pt x="29580" y="28694"/>
                  <a:pt x="28933" y="31740"/>
                </a:cubicBezTo>
                <a:cubicBezTo>
                  <a:pt x="28918" y="31843"/>
                  <a:pt x="28888" y="31975"/>
                  <a:pt x="28844" y="32078"/>
                </a:cubicBezTo>
                <a:cubicBezTo>
                  <a:pt x="29271" y="29062"/>
                  <a:pt x="28535" y="26383"/>
                  <a:pt x="26828" y="24705"/>
                </a:cubicBezTo>
                <a:cubicBezTo>
                  <a:pt x="25548" y="23455"/>
                  <a:pt x="23841" y="22866"/>
                  <a:pt x="22192" y="22292"/>
                </a:cubicBezTo>
                <a:cubicBezTo>
                  <a:pt x="20868" y="21836"/>
                  <a:pt x="19499" y="21380"/>
                  <a:pt x="18396" y="20570"/>
                </a:cubicBezTo>
                <a:cubicBezTo>
                  <a:pt x="18440" y="20497"/>
                  <a:pt x="18484" y="20423"/>
                  <a:pt x="18528" y="20364"/>
                </a:cubicBezTo>
                <a:close/>
                <a:moveTo>
                  <a:pt x="18351" y="20644"/>
                </a:moveTo>
                <a:cubicBezTo>
                  <a:pt x="19485" y="21453"/>
                  <a:pt x="20839" y="21924"/>
                  <a:pt x="22163" y="22395"/>
                </a:cubicBezTo>
                <a:cubicBezTo>
                  <a:pt x="23811" y="22954"/>
                  <a:pt x="25518" y="23543"/>
                  <a:pt x="26769" y="24779"/>
                </a:cubicBezTo>
                <a:cubicBezTo>
                  <a:pt x="28491" y="26471"/>
                  <a:pt x="29212" y="29194"/>
                  <a:pt x="28756" y="32226"/>
                </a:cubicBezTo>
                <a:cubicBezTo>
                  <a:pt x="28712" y="32402"/>
                  <a:pt x="28697" y="32579"/>
                  <a:pt x="28638" y="32770"/>
                </a:cubicBezTo>
                <a:lnTo>
                  <a:pt x="28638" y="32711"/>
                </a:lnTo>
                <a:cubicBezTo>
                  <a:pt x="28815" y="30945"/>
                  <a:pt x="28741" y="27619"/>
                  <a:pt x="26298" y="25206"/>
                </a:cubicBezTo>
                <a:cubicBezTo>
                  <a:pt x="25077" y="23970"/>
                  <a:pt x="23458" y="23322"/>
                  <a:pt x="21883" y="22719"/>
                </a:cubicBezTo>
                <a:cubicBezTo>
                  <a:pt x="20544" y="22189"/>
                  <a:pt x="19264" y="21689"/>
                  <a:pt x="18234" y="20850"/>
                </a:cubicBezTo>
                <a:cubicBezTo>
                  <a:pt x="18263" y="20776"/>
                  <a:pt x="18322" y="20688"/>
                  <a:pt x="18351" y="20644"/>
                </a:cubicBezTo>
                <a:close/>
                <a:moveTo>
                  <a:pt x="18160" y="20923"/>
                </a:moveTo>
                <a:cubicBezTo>
                  <a:pt x="19205" y="21762"/>
                  <a:pt x="20485" y="22277"/>
                  <a:pt x="21839" y="22792"/>
                </a:cubicBezTo>
                <a:cubicBezTo>
                  <a:pt x="23399" y="23396"/>
                  <a:pt x="25003" y="24043"/>
                  <a:pt x="26225" y="25265"/>
                </a:cubicBezTo>
                <a:cubicBezTo>
                  <a:pt x="28624" y="27649"/>
                  <a:pt x="28697" y="30945"/>
                  <a:pt x="28535" y="32711"/>
                </a:cubicBezTo>
                <a:cubicBezTo>
                  <a:pt x="28550" y="32844"/>
                  <a:pt x="28535" y="32991"/>
                  <a:pt x="28506" y="33138"/>
                </a:cubicBezTo>
                <a:cubicBezTo>
                  <a:pt x="28491" y="33182"/>
                  <a:pt x="28476" y="33226"/>
                  <a:pt x="28462" y="33285"/>
                </a:cubicBezTo>
                <a:lnTo>
                  <a:pt x="28462" y="33182"/>
                </a:lnTo>
                <a:cubicBezTo>
                  <a:pt x="28565" y="30195"/>
                  <a:pt x="27638" y="27546"/>
                  <a:pt x="25813" y="25706"/>
                </a:cubicBezTo>
                <a:cubicBezTo>
                  <a:pt x="24606" y="24485"/>
                  <a:pt x="23090" y="23808"/>
                  <a:pt x="21589" y="23160"/>
                </a:cubicBezTo>
                <a:cubicBezTo>
                  <a:pt x="20294" y="22572"/>
                  <a:pt x="19043" y="22027"/>
                  <a:pt x="18028" y="21115"/>
                </a:cubicBezTo>
                <a:cubicBezTo>
                  <a:pt x="18057" y="21041"/>
                  <a:pt x="18116" y="20997"/>
                  <a:pt x="18160" y="20923"/>
                </a:cubicBezTo>
                <a:close/>
                <a:moveTo>
                  <a:pt x="18028" y="21174"/>
                </a:moveTo>
                <a:cubicBezTo>
                  <a:pt x="19043" y="22071"/>
                  <a:pt x="20294" y="22630"/>
                  <a:pt x="21604" y="23219"/>
                </a:cubicBezTo>
                <a:cubicBezTo>
                  <a:pt x="23075" y="23867"/>
                  <a:pt x="24591" y="24544"/>
                  <a:pt x="25769" y="25750"/>
                </a:cubicBezTo>
                <a:cubicBezTo>
                  <a:pt x="27579" y="27575"/>
                  <a:pt x="28521" y="30224"/>
                  <a:pt x="28388" y="33182"/>
                </a:cubicBezTo>
                <a:cubicBezTo>
                  <a:pt x="28388" y="33300"/>
                  <a:pt x="28373" y="33403"/>
                  <a:pt x="28373" y="33521"/>
                </a:cubicBezTo>
                <a:cubicBezTo>
                  <a:pt x="28344" y="33594"/>
                  <a:pt x="28315" y="33653"/>
                  <a:pt x="28285" y="33727"/>
                </a:cubicBezTo>
                <a:lnTo>
                  <a:pt x="28285" y="33653"/>
                </a:lnTo>
                <a:cubicBezTo>
                  <a:pt x="28256" y="30739"/>
                  <a:pt x="27211" y="28090"/>
                  <a:pt x="25327" y="26177"/>
                </a:cubicBezTo>
                <a:cubicBezTo>
                  <a:pt x="24179" y="24985"/>
                  <a:pt x="22737" y="24279"/>
                  <a:pt x="21354" y="23587"/>
                </a:cubicBezTo>
                <a:cubicBezTo>
                  <a:pt x="20073" y="22940"/>
                  <a:pt x="18837" y="22336"/>
                  <a:pt x="17895" y="21380"/>
                </a:cubicBezTo>
                <a:cubicBezTo>
                  <a:pt x="17939" y="21306"/>
                  <a:pt x="17998" y="21247"/>
                  <a:pt x="18028" y="21174"/>
                </a:cubicBezTo>
                <a:close/>
                <a:moveTo>
                  <a:pt x="28344" y="33815"/>
                </a:moveTo>
                <a:cubicBezTo>
                  <a:pt x="28329" y="33844"/>
                  <a:pt x="28329" y="33889"/>
                  <a:pt x="28329" y="33918"/>
                </a:cubicBezTo>
                <a:cubicBezTo>
                  <a:pt x="28315" y="33962"/>
                  <a:pt x="28285" y="34021"/>
                  <a:pt x="28285" y="34050"/>
                </a:cubicBezTo>
                <a:lnTo>
                  <a:pt x="28285" y="33947"/>
                </a:lnTo>
                <a:cubicBezTo>
                  <a:pt x="28314" y="33903"/>
                  <a:pt x="28329" y="33844"/>
                  <a:pt x="28344" y="33815"/>
                </a:cubicBezTo>
                <a:close/>
                <a:moveTo>
                  <a:pt x="17866" y="21453"/>
                </a:moveTo>
                <a:cubicBezTo>
                  <a:pt x="18822" y="22410"/>
                  <a:pt x="20059" y="23013"/>
                  <a:pt x="21339" y="23661"/>
                </a:cubicBezTo>
                <a:cubicBezTo>
                  <a:pt x="22722" y="24338"/>
                  <a:pt x="24135" y="25059"/>
                  <a:pt x="25298" y="26236"/>
                </a:cubicBezTo>
                <a:cubicBezTo>
                  <a:pt x="27152" y="28134"/>
                  <a:pt x="28182" y="30754"/>
                  <a:pt x="28241" y="33653"/>
                </a:cubicBezTo>
                <a:cubicBezTo>
                  <a:pt x="28197" y="33741"/>
                  <a:pt x="28197" y="33830"/>
                  <a:pt x="28197" y="33918"/>
                </a:cubicBezTo>
                <a:cubicBezTo>
                  <a:pt x="28167" y="33992"/>
                  <a:pt x="28123" y="34095"/>
                  <a:pt x="28108" y="34168"/>
                </a:cubicBezTo>
                <a:lnTo>
                  <a:pt x="28108" y="34124"/>
                </a:lnTo>
                <a:cubicBezTo>
                  <a:pt x="27932" y="31269"/>
                  <a:pt x="26784" y="28694"/>
                  <a:pt x="24841" y="26677"/>
                </a:cubicBezTo>
                <a:cubicBezTo>
                  <a:pt x="23738" y="25515"/>
                  <a:pt x="22384" y="24779"/>
                  <a:pt x="21118" y="24058"/>
                </a:cubicBezTo>
                <a:cubicBezTo>
                  <a:pt x="19853" y="23352"/>
                  <a:pt x="18631" y="22660"/>
                  <a:pt x="17733" y="21659"/>
                </a:cubicBezTo>
                <a:cubicBezTo>
                  <a:pt x="17778" y="21586"/>
                  <a:pt x="17822" y="21527"/>
                  <a:pt x="17866" y="21453"/>
                </a:cubicBezTo>
                <a:close/>
                <a:moveTo>
                  <a:pt x="28197" y="34168"/>
                </a:moveTo>
                <a:lnTo>
                  <a:pt x="28197" y="34168"/>
                </a:lnTo>
                <a:cubicBezTo>
                  <a:pt x="28197" y="34212"/>
                  <a:pt x="28182" y="34271"/>
                  <a:pt x="28182" y="34345"/>
                </a:cubicBezTo>
                <a:cubicBezTo>
                  <a:pt x="28167" y="34404"/>
                  <a:pt x="28138" y="34477"/>
                  <a:pt x="28108" y="34536"/>
                </a:cubicBezTo>
                <a:lnTo>
                  <a:pt x="28108" y="34359"/>
                </a:lnTo>
                <a:cubicBezTo>
                  <a:pt x="28123" y="34315"/>
                  <a:pt x="28138" y="34256"/>
                  <a:pt x="28182" y="34198"/>
                </a:cubicBezTo>
                <a:cubicBezTo>
                  <a:pt x="28182" y="34183"/>
                  <a:pt x="28197" y="34183"/>
                  <a:pt x="28197" y="34168"/>
                </a:cubicBezTo>
                <a:close/>
                <a:moveTo>
                  <a:pt x="17660" y="21703"/>
                </a:moveTo>
                <a:cubicBezTo>
                  <a:pt x="18557" y="22733"/>
                  <a:pt x="19779" y="23425"/>
                  <a:pt x="21059" y="24117"/>
                </a:cubicBezTo>
                <a:cubicBezTo>
                  <a:pt x="22354" y="24838"/>
                  <a:pt x="23664" y="25574"/>
                  <a:pt x="24768" y="26707"/>
                </a:cubicBezTo>
                <a:cubicBezTo>
                  <a:pt x="26696" y="28723"/>
                  <a:pt x="27829" y="31269"/>
                  <a:pt x="28020" y="34109"/>
                </a:cubicBezTo>
                <a:cubicBezTo>
                  <a:pt x="28020" y="34183"/>
                  <a:pt x="28020" y="34256"/>
                  <a:pt x="28035" y="34330"/>
                </a:cubicBezTo>
                <a:lnTo>
                  <a:pt x="27932" y="34610"/>
                </a:lnTo>
                <a:lnTo>
                  <a:pt x="27932" y="34580"/>
                </a:lnTo>
                <a:cubicBezTo>
                  <a:pt x="27593" y="31858"/>
                  <a:pt x="26357" y="29282"/>
                  <a:pt x="24326" y="27148"/>
                </a:cubicBezTo>
                <a:cubicBezTo>
                  <a:pt x="23267" y="26045"/>
                  <a:pt x="22031" y="25279"/>
                  <a:pt x="20868" y="24544"/>
                </a:cubicBezTo>
                <a:cubicBezTo>
                  <a:pt x="19588" y="23749"/>
                  <a:pt x="18381" y="22998"/>
                  <a:pt x="17527" y="21895"/>
                </a:cubicBezTo>
                <a:cubicBezTo>
                  <a:pt x="17571" y="21836"/>
                  <a:pt x="17630" y="21762"/>
                  <a:pt x="17660" y="21703"/>
                </a:cubicBezTo>
                <a:close/>
                <a:moveTo>
                  <a:pt x="28138" y="34654"/>
                </a:moveTo>
                <a:cubicBezTo>
                  <a:pt x="28167" y="34698"/>
                  <a:pt x="28167" y="34713"/>
                  <a:pt x="28138" y="34757"/>
                </a:cubicBezTo>
                <a:cubicBezTo>
                  <a:pt x="28123" y="34786"/>
                  <a:pt x="28123" y="34830"/>
                  <a:pt x="28108" y="34860"/>
                </a:cubicBezTo>
                <a:lnTo>
                  <a:pt x="28108" y="34771"/>
                </a:lnTo>
                <a:cubicBezTo>
                  <a:pt x="28123" y="34727"/>
                  <a:pt x="28123" y="34698"/>
                  <a:pt x="28138" y="34654"/>
                </a:cubicBezTo>
                <a:close/>
                <a:moveTo>
                  <a:pt x="28035" y="34551"/>
                </a:moveTo>
                <a:lnTo>
                  <a:pt x="28035" y="34757"/>
                </a:lnTo>
                <a:cubicBezTo>
                  <a:pt x="28020" y="34830"/>
                  <a:pt x="27976" y="34904"/>
                  <a:pt x="27961" y="34978"/>
                </a:cubicBezTo>
                <a:lnTo>
                  <a:pt x="27961" y="34992"/>
                </a:lnTo>
                <a:cubicBezTo>
                  <a:pt x="27961" y="34919"/>
                  <a:pt x="27947" y="34860"/>
                  <a:pt x="27947" y="34786"/>
                </a:cubicBezTo>
                <a:cubicBezTo>
                  <a:pt x="27976" y="34698"/>
                  <a:pt x="28020" y="34624"/>
                  <a:pt x="28035" y="34551"/>
                </a:cubicBezTo>
                <a:close/>
                <a:moveTo>
                  <a:pt x="17498" y="21968"/>
                </a:moveTo>
                <a:cubicBezTo>
                  <a:pt x="18351" y="23072"/>
                  <a:pt x="19558" y="23822"/>
                  <a:pt x="20824" y="24617"/>
                </a:cubicBezTo>
                <a:cubicBezTo>
                  <a:pt x="22001" y="25353"/>
                  <a:pt x="23208" y="26104"/>
                  <a:pt x="24267" y="27207"/>
                </a:cubicBezTo>
                <a:cubicBezTo>
                  <a:pt x="26284" y="29326"/>
                  <a:pt x="27520" y="31887"/>
                  <a:pt x="27829" y="34610"/>
                </a:cubicBezTo>
                <a:cubicBezTo>
                  <a:pt x="27829" y="34654"/>
                  <a:pt x="27844" y="34713"/>
                  <a:pt x="27844" y="34771"/>
                </a:cubicBezTo>
                <a:cubicBezTo>
                  <a:pt x="27814" y="34860"/>
                  <a:pt x="27770" y="34978"/>
                  <a:pt x="27741" y="35066"/>
                </a:cubicBezTo>
                <a:lnTo>
                  <a:pt x="27741" y="35051"/>
                </a:lnTo>
                <a:cubicBezTo>
                  <a:pt x="27299" y="32432"/>
                  <a:pt x="25989" y="29945"/>
                  <a:pt x="23826" y="27649"/>
                </a:cubicBezTo>
                <a:cubicBezTo>
                  <a:pt x="22825" y="26604"/>
                  <a:pt x="21722" y="25824"/>
                  <a:pt x="20662" y="25073"/>
                </a:cubicBezTo>
                <a:cubicBezTo>
                  <a:pt x="19382" y="24190"/>
                  <a:pt x="18175" y="23352"/>
                  <a:pt x="17365" y="22145"/>
                </a:cubicBezTo>
                <a:cubicBezTo>
                  <a:pt x="17380" y="22130"/>
                  <a:pt x="17395" y="22086"/>
                  <a:pt x="17424" y="22071"/>
                </a:cubicBezTo>
                <a:cubicBezTo>
                  <a:pt x="17439" y="22042"/>
                  <a:pt x="17468" y="21998"/>
                  <a:pt x="17498" y="21968"/>
                </a:cubicBezTo>
                <a:close/>
                <a:moveTo>
                  <a:pt x="28050" y="35022"/>
                </a:moveTo>
                <a:cubicBezTo>
                  <a:pt x="28035" y="35066"/>
                  <a:pt x="28035" y="35125"/>
                  <a:pt x="28035" y="35169"/>
                </a:cubicBezTo>
                <a:cubicBezTo>
                  <a:pt x="28020" y="35228"/>
                  <a:pt x="28005" y="35301"/>
                  <a:pt x="27976" y="35360"/>
                </a:cubicBezTo>
                <a:lnTo>
                  <a:pt x="27976" y="35213"/>
                </a:lnTo>
                <a:cubicBezTo>
                  <a:pt x="28005" y="35154"/>
                  <a:pt x="28020" y="35081"/>
                  <a:pt x="28050" y="35022"/>
                </a:cubicBezTo>
                <a:close/>
                <a:moveTo>
                  <a:pt x="27873" y="34948"/>
                </a:moveTo>
                <a:cubicBezTo>
                  <a:pt x="27873" y="35022"/>
                  <a:pt x="27888" y="35095"/>
                  <a:pt x="27888" y="35169"/>
                </a:cubicBezTo>
                <a:cubicBezTo>
                  <a:pt x="27858" y="35287"/>
                  <a:pt x="27829" y="35375"/>
                  <a:pt x="27799" y="35448"/>
                </a:cubicBezTo>
                <a:cubicBezTo>
                  <a:pt x="27799" y="35375"/>
                  <a:pt x="27785" y="35301"/>
                  <a:pt x="27755" y="35242"/>
                </a:cubicBezTo>
                <a:cubicBezTo>
                  <a:pt x="27799" y="35154"/>
                  <a:pt x="27829" y="35051"/>
                  <a:pt x="27873" y="34948"/>
                </a:cubicBezTo>
                <a:close/>
                <a:moveTo>
                  <a:pt x="17307" y="22218"/>
                </a:moveTo>
                <a:cubicBezTo>
                  <a:pt x="18116" y="23425"/>
                  <a:pt x="19337" y="24264"/>
                  <a:pt x="20603" y="25147"/>
                </a:cubicBezTo>
                <a:cubicBezTo>
                  <a:pt x="21677" y="25883"/>
                  <a:pt x="22781" y="26663"/>
                  <a:pt x="23767" y="27708"/>
                </a:cubicBezTo>
                <a:cubicBezTo>
                  <a:pt x="25916" y="29989"/>
                  <a:pt x="27225" y="32476"/>
                  <a:pt x="27652" y="35081"/>
                </a:cubicBezTo>
                <a:cubicBezTo>
                  <a:pt x="27652" y="35139"/>
                  <a:pt x="27667" y="35198"/>
                  <a:pt x="27667" y="35228"/>
                </a:cubicBezTo>
                <a:cubicBezTo>
                  <a:pt x="27638" y="35360"/>
                  <a:pt x="27593" y="35463"/>
                  <a:pt x="27564" y="35581"/>
                </a:cubicBezTo>
                <a:lnTo>
                  <a:pt x="27564" y="35537"/>
                </a:lnTo>
                <a:cubicBezTo>
                  <a:pt x="27019" y="33035"/>
                  <a:pt x="25651" y="30636"/>
                  <a:pt x="23326" y="28149"/>
                </a:cubicBezTo>
                <a:cubicBezTo>
                  <a:pt x="22428" y="27163"/>
                  <a:pt x="21427" y="26398"/>
                  <a:pt x="20471" y="25662"/>
                </a:cubicBezTo>
                <a:cubicBezTo>
                  <a:pt x="19190" y="24676"/>
                  <a:pt x="17954" y="23719"/>
                  <a:pt x="17204" y="22410"/>
                </a:cubicBezTo>
                <a:cubicBezTo>
                  <a:pt x="17233" y="22351"/>
                  <a:pt x="17277" y="22292"/>
                  <a:pt x="17307" y="22218"/>
                </a:cubicBezTo>
                <a:close/>
                <a:moveTo>
                  <a:pt x="28020" y="35508"/>
                </a:moveTo>
                <a:lnTo>
                  <a:pt x="28020" y="35508"/>
                </a:lnTo>
                <a:cubicBezTo>
                  <a:pt x="28005" y="35537"/>
                  <a:pt x="28005" y="35566"/>
                  <a:pt x="28005" y="35581"/>
                </a:cubicBezTo>
                <a:cubicBezTo>
                  <a:pt x="28005" y="35610"/>
                  <a:pt x="27976" y="35640"/>
                  <a:pt x="27976" y="35669"/>
                </a:cubicBezTo>
                <a:lnTo>
                  <a:pt x="27976" y="35596"/>
                </a:lnTo>
                <a:cubicBezTo>
                  <a:pt x="28005" y="35566"/>
                  <a:pt x="28005" y="35537"/>
                  <a:pt x="28020" y="35508"/>
                </a:cubicBezTo>
                <a:close/>
                <a:moveTo>
                  <a:pt x="27902" y="35390"/>
                </a:moveTo>
                <a:cubicBezTo>
                  <a:pt x="27888" y="35463"/>
                  <a:pt x="27902" y="35537"/>
                  <a:pt x="27902" y="35596"/>
                </a:cubicBezTo>
                <a:cubicBezTo>
                  <a:pt x="27888" y="35669"/>
                  <a:pt x="27858" y="35743"/>
                  <a:pt x="27829" y="35816"/>
                </a:cubicBezTo>
                <a:cubicBezTo>
                  <a:pt x="27829" y="35757"/>
                  <a:pt x="27814" y="35684"/>
                  <a:pt x="27814" y="35625"/>
                </a:cubicBezTo>
                <a:cubicBezTo>
                  <a:pt x="27858" y="35551"/>
                  <a:pt x="27873" y="35463"/>
                  <a:pt x="27902" y="35390"/>
                </a:cubicBezTo>
                <a:close/>
                <a:moveTo>
                  <a:pt x="27711" y="35419"/>
                </a:moveTo>
                <a:cubicBezTo>
                  <a:pt x="27726" y="35493"/>
                  <a:pt x="27726" y="35566"/>
                  <a:pt x="27726" y="35654"/>
                </a:cubicBezTo>
                <a:cubicBezTo>
                  <a:pt x="27682" y="35743"/>
                  <a:pt x="27652" y="35860"/>
                  <a:pt x="27608" y="35949"/>
                </a:cubicBezTo>
                <a:cubicBezTo>
                  <a:pt x="27593" y="35875"/>
                  <a:pt x="27593" y="35816"/>
                  <a:pt x="27579" y="35743"/>
                </a:cubicBezTo>
                <a:cubicBezTo>
                  <a:pt x="27638" y="35640"/>
                  <a:pt x="27667" y="35522"/>
                  <a:pt x="27711" y="35419"/>
                </a:cubicBezTo>
                <a:close/>
                <a:moveTo>
                  <a:pt x="17145" y="22483"/>
                </a:moveTo>
                <a:cubicBezTo>
                  <a:pt x="17925" y="23793"/>
                  <a:pt x="19131" y="24720"/>
                  <a:pt x="20412" y="25721"/>
                </a:cubicBezTo>
                <a:cubicBezTo>
                  <a:pt x="21383" y="26457"/>
                  <a:pt x="22369" y="27222"/>
                  <a:pt x="23267" y="28179"/>
                </a:cubicBezTo>
                <a:cubicBezTo>
                  <a:pt x="25563" y="30666"/>
                  <a:pt x="26946" y="33064"/>
                  <a:pt x="27490" y="35537"/>
                </a:cubicBezTo>
                <a:cubicBezTo>
                  <a:pt x="27505" y="35596"/>
                  <a:pt x="27505" y="35654"/>
                  <a:pt x="27520" y="35713"/>
                </a:cubicBezTo>
                <a:cubicBezTo>
                  <a:pt x="27490" y="35802"/>
                  <a:pt x="27461" y="35875"/>
                  <a:pt x="27446" y="35949"/>
                </a:cubicBezTo>
                <a:cubicBezTo>
                  <a:pt x="27432" y="36008"/>
                  <a:pt x="27402" y="36052"/>
                  <a:pt x="27387" y="36096"/>
                </a:cubicBezTo>
                <a:cubicBezTo>
                  <a:pt x="27387" y="36052"/>
                  <a:pt x="27373" y="36037"/>
                  <a:pt x="27373" y="36008"/>
                </a:cubicBezTo>
                <a:cubicBezTo>
                  <a:pt x="26769" y="33609"/>
                  <a:pt x="25401" y="31401"/>
                  <a:pt x="22825" y="28620"/>
                </a:cubicBezTo>
                <a:cubicBezTo>
                  <a:pt x="22016" y="27737"/>
                  <a:pt x="21162" y="27001"/>
                  <a:pt x="20323" y="26295"/>
                </a:cubicBezTo>
                <a:cubicBezTo>
                  <a:pt x="18999" y="25162"/>
                  <a:pt x="17733" y="24087"/>
                  <a:pt x="17042" y="22645"/>
                </a:cubicBezTo>
                <a:lnTo>
                  <a:pt x="17145" y="22483"/>
                </a:lnTo>
                <a:close/>
                <a:moveTo>
                  <a:pt x="27902" y="35907"/>
                </a:moveTo>
                <a:cubicBezTo>
                  <a:pt x="27899" y="35942"/>
                  <a:pt x="27888" y="35971"/>
                  <a:pt x="27888" y="36022"/>
                </a:cubicBezTo>
                <a:cubicBezTo>
                  <a:pt x="27873" y="36081"/>
                  <a:pt x="27858" y="36125"/>
                  <a:pt x="27858" y="36184"/>
                </a:cubicBezTo>
                <a:lnTo>
                  <a:pt x="27858" y="36052"/>
                </a:lnTo>
                <a:cubicBezTo>
                  <a:pt x="27873" y="36008"/>
                  <a:pt x="27887" y="35951"/>
                  <a:pt x="27902" y="35907"/>
                </a:cubicBezTo>
                <a:close/>
                <a:moveTo>
                  <a:pt x="27755" y="35831"/>
                </a:moveTo>
                <a:lnTo>
                  <a:pt x="27755" y="36037"/>
                </a:lnTo>
                <a:cubicBezTo>
                  <a:pt x="27741" y="36125"/>
                  <a:pt x="27711" y="36228"/>
                  <a:pt x="27682" y="36302"/>
                </a:cubicBezTo>
                <a:cubicBezTo>
                  <a:pt x="27682" y="36228"/>
                  <a:pt x="27667" y="36170"/>
                  <a:pt x="27667" y="36111"/>
                </a:cubicBezTo>
                <a:cubicBezTo>
                  <a:pt x="27711" y="36022"/>
                  <a:pt x="27726" y="35934"/>
                  <a:pt x="27755" y="35831"/>
                </a:cubicBezTo>
                <a:close/>
                <a:moveTo>
                  <a:pt x="27535" y="35905"/>
                </a:moveTo>
                <a:cubicBezTo>
                  <a:pt x="27549" y="35978"/>
                  <a:pt x="27549" y="36052"/>
                  <a:pt x="27579" y="36111"/>
                </a:cubicBezTo>
                <a:lnTo>
                  <a:pt x="27461" y="36449"/>
                </a:lnTo>
                <a:cubicBezTo>
                  <a:pt x="27446" y="36376"/>
                  <a:pt x="27446" y="36317"/>
                  <a:pt x="27432" y="36258"/>
                </a:cubicBezTo>
                <a:cubicBezTo>
                  <a:pt x="27461" y="36170"/>
                  <a:pt x="27490" y="36081"/>
                  <a:pt x="27520" y="35978"/>
                </a:cubicBezTo>
                <a:cubicBezTo>
                  <a:pt x="27520" y="35949"/>
                  <a:pt x="27535" y="35934"/>
                  <a:pt x="27535" y="35905"/>
                </a:cubicBezTo>
                <a:close/>
                <a:moveTo>
                  <a:pt x="27873" y="36390"/>
                </a:moveTo>
                <a:lnTo>
                  <a:pt x="27873" y="36449"/>
                </a:lnTo>
                <a:cubicBezTo>
                  <a:pt x="27873" y="36464"/>
                  <a:pt x="27858" y="36479"/>
                  <a:pt x="27858" y="36493"/>
                </a:cubicBezTo>
                <a:lnTo>
                  <a:pt x="27858" y="36464"/>
                </a:lnTo>
                <a:cubicBezTo>
                  <a:pt x="27858" y="36449"/>
                  <a:pt x="27873" y="36420"/>
                  <a:pt x="27873" y="36390"/>
                </a:cubicBezTo>
                <a:close/>
                <a:moveTo>
                  <a:pt x="16998" y="22748"/>
                </a:moveTo>
                <a:cubicBezTo>
                  <a:pt x="17719" y="24190"/>
                  <a:pt x="18970" y="25250"/>
                  <a:pt x="20294" y="26383"/>
                </a:cubicBezTo>
                <a:cubicBezTo>
                  <a:pt x="21118" y="27090"/>
                  <a:pt x="21986" y="27811"/>
                  <a:pt x="22796" y="28694"/>
                </a:cubicBezTo>
                <a:cubicBezTo>
                  <a:pt x="25342" y="31475"/>
                  <a:pt x="26710" y="33682"/>
                  <a:pt x="27314" y="36052"/>
                </a:cubicBezTo>
                <a:lnTo>
                  <a:pt x="27373" y="36273"/>
                </a:lnTo>
                <a:cubicBezTo>
                  <a:pt x="27299" y="36376"/>
                  <a:pt x="27270" y="36479"/>
                  <a:pt x="27225" y="36611"/>
                </a:cubicBezTo>
                <a:cubicBezTo>
                  <a:pt x="27211" y="36567"/>
                  <a:pt x="27211" y="36537"/>
                  <a:pt x="27181" y="36493"/>
                </a:cubicBezTo>
                <a:cubicBezTo>
                  <a:pt x="26343" y="33697"/>
                  <a:pt x="24415" y="31416"/>
                  <a:pt x="22325" y="29135"/>
                </a:cubicBezTo>
                <a:cubicBezTo>
                  <a:pt x="21633" y="28370"/>
                  <a:pt x="20912" y="27693"/>
                  <a:pt x="20220" y="27045"/>
                </a:cubicBezTo>
                <a:cubicBezTo>
                  <a:pt x="18764" y="25691"/>
                  <a:pt x="17513" y="24529"/>
                  <a:pt x="16880" y="22925"/>
                </a:cubicBezTo>
                <a:lnTo>
                  <a:pt x="16998" y="22748"/>
                </a:lnTo>
                <a:close/>
                <a:moveTo>
                  <a:pt x="27785" y="36302"/>
                </a:moveTo>
                <a:lnTo>
                  <a:pt x="27770" y="36464"/>
                </a:lnTo>
                <a:lnTo>
                  <a:pt x="27726" y="36685"/>
                </a:lnTo>
                <a:cubicBezTo>
                  <a:pt x="27726" y="36626"/>
                  <a:pt x="27711" y="36567"/>
                  <a:pt x="27711" y="36523"/>
                </a:cubicBezTo>
                <a:cubicBezTo>
                  <a:pt x="27726" y="36449"/>
                  <a:pt x="27755" y="36361"/>
                  <a:pt x="27785" y="36302"/>
                </a:cubicBezTo>
                <a:close/>
                <a:moveTo>
                  <a:pt x="27593" y="36302"/>
                </a:moveTo>
                <a:cubicBezTo>
                  <a:pt x="27593" y="36376"/>
                  <a:pt x="27608" y="36420"/>
                  <a:pt x="27608" y="36493"/>
                </a:cubicBezTo>
                <a:cubicBezTo>
                  <a:pt x="27593" y="36596"/>
                  <a:pt x="27564" y="36699"/>
                  <a:pt x="27535" y="36788"/>
                </a:cubicBezTo>
                <a:cubicBezTo>
                  <a:pt x="27520" y="36729"/>
                  <a:pt x="27520" y="36670"/>
                  <a:pt x="27505" y="36611"/>
                </a:cubicBezTo>
                <a:cubicBezTo>
                  <a:pt x="27535" y="36493"/>
                  <a:pt x="27549" y="36405"/>
                  <a:pt x="27593" y="36302"/>
                </a:cubicBezTo>
                <a:close/>
                <a:moveTo>
                  <a:pt x="27387" y="36405"/>
                </a:moveTo>
                <a:cubicBezTo>
                  <a:pt x="27402" y="36479"/>
                  <a:pt x="27432" y="36537"/>
                  <a:pt x="27432" y="36611"/>
                </a:cubicBezTo>
                <a:cubicBezTo>
                  <a:pt x="27387" y="36714"/>
                  <a:pt x="27358" y="36846"/>
                  <a:pt x="27314" y="36964"/>
                </a:cubicBezTo>
                <a:lnTo>
                  <a:pt x="27270" y="36743"/>
                </a:lnTo>
                <a:cubicBezTo>
                  <a:pt x="27299" y="36626"/>
                  <a:pt x="27343" y="36523"/>
                  <a:pt x="27387" y="36405"/>
                </a:cubicBezTo>
                <a:close/>
                <a:moveTo>
                  <a:pt x="27770" y="36758"/>
                </a:moveTo>
                <a:lnTo>
                  <a:pt x="27770" y="36861"/>
                </a:lnTo>
                <a:cubicBezTo>
                  <a:pt x="27755" y="36920"/>
                  <a:pt x="27755" y="36979"/>
                  <a:pt x="27741" y="37038"/>
                </a:cubicBezTo>
                <a:lnTo>
                  <a:pt x="27741" y="36920"/>
                </a:lnTo>
                <a:cubicBezTo>
                  <a:pt x="27755" y="36861"/>
                  <a:pt x="27770" y="36817"/>
                  <a:pt x="27770" y="36758"/>
                </a:cubicBezTo>
                <a:close/>
                <a:moveTo>
                  <a:pt x="16821" y="22954"/>
                </a:moveTo>
                <a:cubicBezTo>
                  <a:pt x="17454" y="24573"/>
                  <a:pt x="18734" y="25736"/>
                  <a:pt x="20162" y="27075"/>
                </a:cubicBezTo>
                <a:cubicBezTo>
                  <a:pt x="20868" y="27722"/>
                  <a:pt x="21574" y="28399"/>
                  <a:pt x="22281" y="29179"/>
                </a:cubicBezTo>
                <a:cubicBezTo>
                  <a:pt x="24356" y="31460"/>
                  <a:pt x="26269" y="33741"/>
                  <a:pt x="27122" y="36523"/>
                </a:cubicBezTo>
                <a:lnTo>
                  <a:pt x="27167" y="36743"/>
                </a:lnTo>
                <a:cubicBezTo>
                  <a:pt x="27137" y="36846"/>
                  <a:pt x="27078" y="36964"/>
                  <a:pt x="27034" y="37067"/>
                </a:cubicBezTo>
                <a:cubicBezTo>
                  <a:pt x="27019" y="37038"/>
                  <a:pt x="27019" y="36994"/>
                  <a:pt x="27005" y="36964"/>
                </a:cubicBezTo>
                <a:cubicBezTo>
                  <a:pt x="26107" y="34345"/>
                  <a:pt x="24209" y="32255"/>
                  <a:pt x="22207" y="30018"/>
                </a:cubicBezTo>
                <a:lnTo>
                  <a:pt x="21839" y="29606"/>
                </a:lnTo>
                <a:cubicBezTo>
                  <a:pt x="21280" y="28973"/>
                  <a:pt x="20721" y="28399"/>
                  <a:pt x="20162" y="27855"/>
                </a:cubicBezTo>
                <a:cubicBezTo>
                  <a:pt x="18616" y="26295"/>
                  <a:pt x="17277" y="24926"/>
                  <a:pt x="16718" y="23131"/>
                </a:cubicBezTo>
                <a:cubicBezTo>
                  <a:pt x="16762" y="23072"/>
                  <a:pt x="16792" y="23013"/>
                  <a:pt x="16821" y="22954"/>
                </a:cubicBezTo>
                <a:close/>
                <a:moveTo>
                  <a:pt x="27638" y="36743"/>
                </a:moveTo>
                <a:cubicBezTo>
                  <a:pt x="27652" y="36773"/>
                  <a:pt x="27652" y="36846"/>
                  <a:pt x="27652" y="36905"/>
                </a:cubicBezTo>
                <a:cubicBezTo>
                  <a:pt x="27638" y="36979"/>
                  <a:pt x="27608" y="37067"/>
                  <a:pt x="27579" y="37156"/>
                </a:cubicBezTo>
                <a:cubicBezTo>
                  <a:pt x="27579" y="37111"/>
                  <a:pt x="27564" y="37053"/>
                  <a:pt x="27564" y="36994"/>
                </a:cubicBezTo>
                <a:cubicBezTo>
                  <a:pt x="27579" y="36905"/>
                  <a:pt x="27608" y="36817"/>
                  <a:pt x="27638" y="36743"/>
                </a:cubicBezTo>
                <a:close/>
                <a:moveTo>
                  <a:pt x="27446" y="36788"/>
                </a:moveTo>
                <a:cubicBezTo>
                  <a:pt x="27461" y="36846"/>
                  <a:pt x="27461" y="36920"/>
                  <a:pt x="27490" y="36979"/>
                </a:cubicBezTo>
                <a:cubicBezTo>
                  <a:pt x="27461" y="37067"/>
                  <a:pt x="27432" y="37156"/>
                  <a:pt x="27402" y="37259"/>
                </a:cubicBezTo>
                <a:cubicBezTo>
                  <a:pt x="27402" y="37273"/>
                  <a:pt x="27387" y="37288"/>
                  <a:pt x="27387" y="37303"/>
                </a:cubicBezTo>
                <a:cubicBezTo>
                  <a:pt x="27373" y="37229"/>
                  <a:pt x="27373" y="37185"/>
                  <a:pt x="27358" y="37111"/>
                </a:cubicBezTo>
                <a:cubicBezTo>
                  <a:pt x="27387" y="36994"/>
                  <a:pt x="27432" y="36891"/>
                  <a:pt x="27446" y="36788"/>
                </a:cubicBezTo>
                <a:close/>
                <a:moveTo>
                  <a:pt x="27211" y="36861"/>
                </a:moveTo>
                <a:cubicBezTo>
                  <a:pt x="27225" y="36935"/>
                  <a:pt x="27240" y="37023"/>
                  <a:pt x="27270" y="37097"/>
                </a:cubicBezTo>
                <a:lnTo>
                  <a:pt x="27152" y="37435"/>
                </a:lnTo>
                <a:cubicBezTo>
                  <a:pt x="27137" y="37362"/>
                  <a:pt x="27093" y="37273"/>
                  <a:pt x="27078" y="37200"/>
                </a:cubicBezTo>
                <a:cubicBezTo>
                  <a:pt x="27122" y="37082"/>
                  <a:pt x="27167" y="36979"/>
                  <a:pt x="27211" y="36861"/>
                </a:cubicBezTo>
                <a:close/>
                <a:moveTo>
                  <a:pt x="16674" y="23234"/>
                </a:moveTo>
                <a:cubicBezTo>
                  <a:pt x="17233" y="25015"/>
                  <a:pt x="18587" y="26383"/>
                  <a:pt x="20103" y="27928"/>
                </a:cubicBezTo>
                <a:cubicBezTo>
                  <a:pt x="20662" y="28473"/>
                  <a:pt x="21236" y="29047"/>
                  <a:pt x="21780" y="29680"/>
                </a:cubicBezTo>
                <a:lnTo>
                  <a:pt x="22148" y="30092"/>
                </a:lnTo>
                <a:cubicBezTo>
                  <a:pt x="24150" y="32329"/>
                  <a:pt x="26033" y="34418"/>
                  <a:pt x="26931" y="36994"/>
                </a:cubicBezTo>
                <a:cubicBezTo>
                  <a:pt x="26946" y="37053"/>
                  <a:pt x="26975" y="37126"/>
                  <a:pt x="26990" y="37185"/>
                </a:cubicBezTo>
                <a:cubicBezTo>
                  <a:pt x="26931" y="37288"/>
                  <a:pt x="26902" y="37406"/>
                  <a:pt x="26843" y="37509"/>
                </a:cubicBezTo>
                <a:cubicBezTo>
                  <a:pt x="26843" y="37494"/>
                  <a:pt x="26828" y="37450"/>
                  <a:pt x="26828" y="37435"/>
                </a:cubicBezTo>
                <a:cubicBezTo>
                  <a:pt x="25945" y="35139"/>
                  <a:pt x="24267" y="33315"/>
                  <a:pt x="22487" y="31372"/>
                </a:cubicBezTo>
                <a:cubicBezTo>
                  <a:pt x="22119" y="30960"/>
                  <a:pt x="21707" y="30518"/>
                  <a:pt x="21339" y="30092"/>
                </a:cubicBezTo>
                <a:cubicBezTo>
                  <a:pt x="20956" y="29650"/>
                  <a:pt x="20574" y="29253"/>
                  <a:pt x="20206" y="28841"/>
                </a:cubicBezTo>
                <a:cubicBezTo>
                  <a:pt x="18513" y="27031"/>
                  <a:pt x="17042" y="25427"/>
                  <a:pt x="16571" y="23366"/>
                </a:cubicBezTo>
                <a:cubicBezTo>
                  <a:pt x="16615" y="23322"/>
                  <a:pt x="16630" y="23293"/>
                  <a:pt x="16674" y="23234"/>
                </a:cubicBezTo>
                <a:close/>
                <a:moveTo>
                  <a:pt x="27652" y="37156"/>
                </a:moveTo>
                <a:cubicBezTo>
                  <a:pt x="27667" y="37214"/>
                  <a:pt x="27667" y="37259"/>
                  <a:pt x="27667" y="37303"/>
                </a:cubicBezTo>
                <a:cubicBezTo>
                  <a:pt x="27652" y="37376"/>
                  <a:pt x="27638" y="37435"/>
                  <a:pt x="27608" y="37509"/>
                </a:cubicBezTo>
                <a:cubicBezTo>
                  <a:pt x="27608" y="37450"/>
                  <a:pt x="27608" y="37420"/>
                  <a:pt x="27593" y="37362"/>
                </a:cubicBezTo>
                <a:cubicBezTo>
                  <a:pt x="27608" y="37288"/>
                  <a:pt x="27638" y="37229"/>
                  <a:pt x="27652" y="37156"/>
                </a:cubicBezTo>
                <a:close/>
                <a:moveTo>
                  <a:pt x="27505" y="37156"/>
                </a:moveTo>
                <a:cubicBezTo>
                  <a:pt x="27505" y="37214"/>
                  <a:pt x="27520" y="37288"/>
                  <a:pt x="27520" y="37347"/>
                </a:cubicBezTo>
                <a:cubicBezTo>
                  <a:pt x="27505" y="37450"/>
                  <a:pt x="27490" y="37553"/>
                  <a:pt x="27461" y="37641"/>
                </a:cubicBezTo>
                <a:cubicBezTo>
                  <a:pt x="27446" y="37582"/>
                  <a:pt x="27446" y="37523"/>
                  <a:pt x="27432" y="37450"/>
                </a:cubicBezTo>
                <a:cubicBezTo>
                  <a:pt x="27446" y="37376"/>
                  <a:pt x="27461" y="37332"/>
                  <a:pt x="27490" y="37259"/>
                </a:cubicBezTo>
                <a:cubicBezTo>
                  <a:pt x="27490" y="37214"/>
                  <a:pt x="27505" y="37200"/>
                  <a:pt x="27505" y="37156"/>
                </a:cubicBezTo>
                <a:close/>
                <a:moveTo>
                  <a:pt x="27299" y="37259"/>
                </a:moveTo>
                <a:cubicBezTo>
                  <a:pt x="27314" y="37332"/>
                  <a:pt x="27343" y="37406"/>
                  <a:pt x="27343" y="37479"/>
                </a:cubicBezTo>
                <a:cubicBezTo>
                  <a:pt x="27314" y="37582"/>
                  <a:pt x="27284" y="37671"/>
                  <a:pt x="27240" y="37788"/>
                </a:cubicBezTo>
                <a:lnTo>
                  <a:pt x="27196" y="37568"/>
                </a:lnTo>
                <a:cubicBezTo>
                  <a:pt x="27225" y="37479"/>
                  <a:pt x="27270" y="37362"/>
                  <a:pt x="27299" y="37259"/>
                </a:cubicBezTo>
                <a:close/>
                <a:moveTo>
                  <a:pt x="27684" y="37684"/>
                </a:moveTo>
                <a:cubicBezTo>
                  <a:pt x="27682" y="37697"/>
                  <a:pt x="27682" y="37709"/>
                  <a:pt x="27682" y="37715"/>
                </a:cubicBezTo>
                <a:cubicBezTo>
                  <a:pt x="27682" y="37744"/>
                  <a:pt x="27667" y="37803"/>
                  <a:pt x="27667" y="37832"/>
                </a:cubicBezTo>
                <a:lnTo>
                  <a:pt x="27667" y="37744"/>
                </a:lnTo>
                <a:cubicBezTo>
                  <a:pt x="27674" y="37729"/>
                  <a:pt x="27678" y="37707"/>
                  <a:pt x="27684" y="37684"/>
                </a:cubicBezTo>
                <a:close/>
                <a:moveTo>
                  <a:pt x="27034" y="37303"/>
                </a:moveTo>
                <a:cubicBezTo>
                  <a:pt x="27064" y="37406"/>
                  <a:pt x="27093" y="37479"/>
                  <a:pt x="27122" y="37568"/>
                </a:cubicBezTo>
                <a:cubicBezTo>
                  <a:pt x="27064" y="37656"/>
                  <a:pt x="27019" y="37774"/>
                  <a:pt x="26990" y="37877"/>
                </a:cubicBezTo>
                <a:cubicBezTo>
                  <a:pt x="26946" y="37788"/>
                  <a:pt x="26931" y="37715"/>
                  <a:pt x="26902" y="37626"/>
                </a:cubicBezTo>
                <a:cubicBezTo>
                  <a:pt x="26946" y="37509"/>
                  <a:pt x="26990" y="37420"/>
                  <a:pt x="27034" y="37303"/>
                </a:cubicBezTo>
                <a:close/>
                <a:moveTo>
                  <a:pt x="16527" y="23499"/>
                </a:moveTo>
                <a:cubicBezTo>
                  <a:pt x="17012" y="25530"/>
                  <a:pt x="18469" y="27119"/>
                  <a:pt x="20147" y="28914"/>
                </a:cubicBezTo>
                <a:cubicBezTo>
                  <a:pt x="20515" y="29326"/>
                  <a:pt x="20897" y="29724"/>
                  <a:pt x="21280" y="30165"/>
                </a:cubicBezTo>
                <a:cubicBezTo>
                  <a:pt x="21677" y="30607"/>
                  <a:pt x="22060" y="31034"/>
                  <a:pt x="22443" y="31446"/>
                </a:cubicBezTo>
                <a:cubicBezTo>
                  <a:pt x="24209" y="33373"/>
                  <a:pt x="25886" y="35198"/>
                  <a:pt x="26769" y="37479"/>
                </a:cubicBezTo>
                <a:cubicBezTo>
                  <a:pt x="26784" y="37523"/>
                  <a:pt x="26799" y="37568"/>
                  <a:pt x="26828" y="37626"/>
                </a:cubicBezTo>
                <a:cubicBezTo>
                  <a:pt x="26769" y="37729"/>
                  <a:pt x="26710" y="37818"/>
                  <a:pt x="26681" y="37935"/>
                </a:cubicBezTo>
                <a:lnTo>
                  <a:pt x="26681" y="37921"/>
                </a:lnTo>
                <a:cubicBezTo>
                  <a:pt x="25798" y="35831"/>
                  <a:pt x="24223" y="34198"/>
                  <a:pt x="22590" y="32446"/>
                </a:cubicBezTo>
                <a:cubicBezTo>
                  <a:pt x="22016" y="31858"/>
                  <a:pt x="21457" y="31240"/>
                  <a:pt x="20883" y="30592"/>
                </a:cubicBezTo>
                <a:cubicBezTo>
                  <a:pt x="20736" y="30415"/>
                  <a:pt x="20574" y="30239"/>
                  <a:pt x="20426" y="30077"/>
                </a:cubicBezTo>
                <a:cubicBezTo>
                  <a:pt x="18454" y="27884"/>
                  <a:pt x="16792" y="26001"/>
                  <a:pt x="16424" y="23616"/>
                </a:cubicBezTo>
                <a:cubicBezTo>
                  <a:pt x="16468" y="23558"/>
                  <a:pt x="16482" y="23528"/>
                  <a:pt x="16527" y="23499"/>
                </a:cubicBezTo>
                <a:close/>
                <a:moveTo>
                  <a:pt x="27579" y="37582"/>
                </a:moveTo>
                <a:lnTo>
                  <a:pt x="27579" y="37582"/>
                </a:lnTo>
                <a:cubicBezTo>
                  <a:pt x="27564" y="37641"/>
                  <a:pt x="27564" y="37700"/>
                  <a:pt x="27579" y="37744"/>
                </a:cubicBezTo>
                <a:cubicBezTo>
                  <a:pt x="27564" y="37818"/>
                  <a:pt x="27535" y="37921"/>
                  <a:pt x="27520" y="37994"/>
                </a:cubicBezTo>
                <a:cubicBezTo>
                  <a:pt x="27520" y="37935"/>
                  <a:pt x="27505" y="37877"/>
                  <a:pt x="27505" y="37847"/>
                </a:cubicBezTo>
                <a:cubicBezTo>
                  <a:pt x="27520" y="37744"/>
                  <a:pt x="27535" y="37671"/>
                  <a:pt x="27579" y="37582"/>
                </a:cubicBezTo>
                <a:close/>
                <a:moveTo>
                  <a:pt x="27373" y="37656"/>
                </a:moveTo>
                <a:cubicBezTo>
                  <a:pt x="27387" y="37715"/>
                  <a:pt x="27387" y="37788"/>
                  <a:pt x="27417" y="37847"/>
                </a:cubicBezTo>
                <a:cubicBezTo>
                  <a:pt x="27417" y="37862"/>
                  <a:pt x="27387" y="37877"/>
                  <a:pt x="27387" y="37921"/>
                </a:cubicBezTo>
                <a:cubicBezTo>
                  <a:pt x="27373" y="37994"/>
                  <a:pt x="27358" y="38068"/>
                  <a:pt x="27343" y="38156"/>
                </a:cubicBezTo>
                <a:cubicBezTo>
                  <a:pt x="27314" y="38083"/>
                  <a:pt x="27314" y="38024"/>
                  <a:pt x="27299" y="37950"/>
                </a:cubicBezTo>
                <a:cubicBezTo>
                  <a:pt x="27314" y="37847"/>
                  <a:pt x="27343" y="37744"/>
                  <a:pt x="27373" y="37656"/>
                </a:cubicBezTo>
                <a:close/>
                <a:moveTo>
                  <a:pt x="27152" y="37715"/>
                </a:moveTo>
                <a:cubicBezTo>
                  <a:pt x="27167" y="37788"/>
                  <a:pt x="27196" y="37877"/>
                  <a:pt x="27211" y="37950"/>
                </a:cubicBezTo>
                <a:cubicBezTo>
                  <a:pt x="27167" y="38039"/>
                  <a:pt x="27137" y="38142"/>
                  <a:pt x="27093" y="38245"/>
                </a:cubicBezTo>
                <a:cubicBezTo>
                  <a:pt x="27078" y="38156"/>
                  <a:pt x="27049" y="38083"/>
                  <a:pt x="27019" y="38009"/>
                </a:cubicBezTo>
                <a:cubicBezTo>
                  <a:pt x="27064" y="37921"/>
                  <a:pt x="27122" y="37803"/>
                  <a:pt x="27152" y="37715"/>
                </a:cubicBezTo>
                <a:close/>
                <a:moveTo>
                  <a:pt x="26843" y="37715"/>
                </a:moveTo>
                <a:cubicBezTo>
                  <a:pt x="26872" y="37803"/>
                  <a:pt x="26902" y="37891"/>
                  <a:pt x="26931" y="37994"/>
                </a:cubicBezTo>
                <a:cubicBezTo>
                  <a:pt x="26902" y="38097"/>
                  <a:pt x="26843" y="38186"/>
                  <a:pt x="26799" y="38303"/>
                </a:cubicBezTo>
                <a:lnTo>
                  <a:pt x="26696" y="38024"/>
                </a:lnTo>
                <a:cubicBezTo>
                  <a:pt x="26755" y="37935"/>
                  <a:pt x="26799" y="37818"/>
                  <a:pt x="26843" y="37715"/>
                </a:cubicBezTo>
                <a:close/>
                <a:moveTo>
                  <a:pt x="16365" y="23734"/>
                </a:moveTo>
                <a:cubicBezTo>
                  <a:pt x="16762" y="26089"/>
                  <a:pt x="18410" y="27987"/>
                  <a:pt x="20323" y="30136"/>
                </a:cubicBezTo>
                <a:cubicBezTo>
                  <a:pt x="20471" y="30298"/>
                  <a:pt x="20647" y="30489"/>
                  <a:pt x="20780" y="30651"/>
                </a:cubicBezTo>
                <a:cubicBezTo>
                  <a:pt x="21354" y="31298"/>
                  <a:pt x="21928" y="31902"/>
                  <a:pt x="22502" y="32505"/>
                </a:cubicBezTo>
                <a:cubicBezTo>
                  <a:pt x="24135" y="34242"/>
                  <a:pt x="25680" y="35875"/>
                  <a:pt x="26578" y="37950"/>
                </a:cubicBezTo>
                <a:cubicBezTo>
                  <a:pt x="26593" y="37965"/>
                  <a:pt x="26593" y="38009"/>
                  <a:pt x="26622" y="38024"/>
                </a:cubicBezTo>
                <a:cubicBezTo>
                  <a:pt x="26563" y="38142"/>
                  <a:pt x="26504" y="38230"/>
                  <a:pt x="26446" y="38333"/>
                </a:cubicBezTo>
                <a:cubicBezTo>
                  <a:pt x="25548" y="36420"/>
                  <a:pt x="24076" y="34948"/>
                  <a:pt x="22516" y="33373"/>
                </a:cubicBezTo>
                <a:cubicBezTo>
                  <a:pt x="21795" y="32652"/>
                  <a:pt x="21059" y="31902"/>
                  <a:pt x="20368" y="31107"/>
                </a:cubicBezTo>
                <a:cubicBezTo>
                  <a:pt x="18190" y="28605"/>
                  <a:pt x="16497" y="26457"/>
                  <a:pt x="16321" y="23881"/>
                </a:cubicBezTo>
                <a:cubicBezTo>
                  <a:pt x="16321" y="23808"/>
                  <a:pt x="16335" y="23764"/>
                  <a:pt x="16365" y="23734"/>
                </a:cubicBezTo>
                <a:close/>
                <a:moveTo>
                  <a:pt x="27593" y="38024"/>
                </a:moveTo>
                <a:lnTo>
                  <a:pt x="27593" y="38156"/>
                </a:lnTo>
                <a:cubicBezTo>
                  <a:pt x="27579" y="38230"/>
                  <a:pt x="27549" y="38289"/>
                  <a:pt x="27549" y="38362"/>
                </a:cubicBezTo>
                <a:cubicBezTo>
                  <a:pt x="27549" y="38318"/>
                  <a:pt x="27549" y="38289"/>
                  <a:pt x="27535" y="38230"/>
                </a:cubicBezTo>
                <a:cubicBezTo>
                  <a:pt x="27549" y="38186"/>
                  <a:pt x="27549" y="38156"/>
                  <a:pt x="27579" y="38112"/>
                </a:cubicBezTo>
                <a:cubicBezTo>
                  <a:pt x="27579" y="38083"/>
                  <a:pt x="27593" y="38068"/>
                  <a:pt x="27593" y="38024"/>
                </a:cubicBezTo>
                <a:close/>
                <a:moveTo>
                  <a:pt x="27432" y="38068"/>
                </a:moveTo>
                <a:cubicBezTo>
                  <a:pt x="27432" y="38112"/>
                  <a:pt x="27446" y="38171"/>
                  <a:pt x="27446" y="38230"/>
                </a:cubicBezTo>
                <a:cubicBezTo>
                  <a:pt x="27432" y="38303"/>
                  <a:pt x="27402" y="38392"/>
                  <a:pt x="27387" y="38480"/>
                </a:cubicBezTo>
                <a:cubicBezTo>
                  <a:pt x="27373" y="38436"/>
                  <a:pt x="27373" y="38377"/>
                  <a:pt x="27358" y="38318"/>
                </a:cubicBezTo>
                <a:cubicBezTo>
                  <a:pt x="27373" y="38230"/>
                  <a:pt x="27402" y="38142"/>
                  <a:pt x="27432" y="38068"/>
                </a:cubicBezTo>
                <a:close/>
                <a:moveTo>
                  <a:pt x="27240" y="38068"/>
                </a:moveTo>
                <a:cubicBezTo>
                  <a:pt x="27270" y="38142"/>
                  <a:pt x="27284" y="38215"/>
                  <a:pt x="27284" y="38289"/>
                </a:cubicBezTo>
                <a:cubicBezTo>
                  <a:pt x="27240" y="38406"/>
                  <a:pt x="27211" y="38509"/>
                  <a:pt x="27196" y="38598"/>
                </a:cubicBezTo>
                <a:cubicBezTo>
                  <a:pt x="27167" y="38524"/>
                  <a:pt x="27152" y="38451"/>
                  <a:pt x="27137" y="38362"/>
                </a:cubicBezTo>
                <a:cubicBezTo>
                  <a:pt x="27167" y="38259"/>
                  <a:pt x="27211" y="38171"/>
                  <a:pt x="27240" y="38068"/>
                </a:cubicBezTo>
                <a:close/>
                <a:moveTo>
                  <a:pt x="26975" y="38097"/>
                </a:moveTo>
                <a:cubicBezTo>
                  <a:pt x="26990" y="38186"/>
                  <a:pt x="27019" y="38259"/>
                  <a:pt x="27049" y="38362"/>
                </a:cubicBezTo>
                <a:cubicBezTo>
                  <a:pt x="27005" y="38451"/>
                  <a:pt x="26975" y="38554"/>
                  <a:pt x="26931" y="38657"/>
                </a:cubicBezTo>
                <a:cubicBezTo>
                  <a:pt x="26902" y="38554"/>
                  <a:pt x="26872" y="38480"/>
                  <a:pt x="26843" y="38392"/>
                </a:cubicBezTo>
                <a:cubicBezTo>
                  <a:pt x="26872" y="38303"/>
                  <a:pt x="26931" y="38215"/>
                  <a:pt x="26975" y="38097"/>
                </a:cubicBezTo>
                <a:close/>
                <a:moveTo>
                  <a:pt x="26637" y="38112"/>
                </a:moveTo>
                <a:lnTo>
                  <a:pt x="26755" y="38392"/>
                </a:lnTo>
                <a:cubicBezTo>
                  <a:pt x="26696" y="38509"/>
                  <a:pt x="26652" y="38598"/>
                  <a:pt x="26607" y="38686"/>
                </a:cubicBezTo>
                <a:cubicBezTo>
                  <a:pt x="26563" y="38598"/>
                  <a:pt x="26504" y="38509"/>
                  <a:pt x="26475" y="38406"/>
                </a:cubicBezTo>
                <a:cubicBezTo>
                  <a:pt x="26534" y="38318"/>
                  <a:pt x="26578" y="38215"/>
                  <a:pt x="26637" y="38112"/>
                </a:cubicBezTo>
                <a:close/>
                <a:moveTo>
                  <a:pt x="27593" y="38480"/>
                </a:moveTo>
                <a:lnTo>
                  <a:pt x="27593" y="38554"/>
                </a:lnTo>
                <a:cubicBezTo>
                  <a:pt x="27593" y="38598"/>
                  <a:pt x="27579" y="38627"/>
                  <a:pt x="27579" y="38686"/>
                </a:cubicBezTo>
                <a:lnTo>
                  <a:pt x="27579" y="38612"/>
                </a:lnTo>
                <a:cubicBezTo>
                  <a:pt x="27593" y="38583"/>
                  <a:pt x="27593" y="38539"/>
                  <a:pt x="27593" y="38480"/>
                </a:cubicBezTo>
                <a:close/>
                <a:moveTo>
                  <a:pt x="16232" y="23970"/>
                </a:moveTo>
                <a:cubicBezTo>
                  <a:pt x="16468" y="26530"/>
                  <a:pt x="18145" y="28664"/>
                  <a:pt x="20294" y="31151"/>
                </a:cubicBezTo>
                <a:cubicBezTo>
                  <a:pt x="20986" y="31961"/>
                  <a:pt x="21722" y="32696"/>
                  <a:pt x="22443" y="33432"/>
                </a:cubicBezTo>
                <a:cubicBezTo>
                  <a:pt x="24003" y="35007"/>
                  <a:pt x="25489" y="36523"/>
                  <a:pt x="26401" y="38436"/>
                </a:cubicBezTo>
                <a:cubicBezTo>
                  <a:pt x="26343" y="38539"/>
                  <a:pt x="26284" y="38627"/>
                  <a:pt x="26210" y="38745"/>
                </a:cubicBezTo>
                <a:cubicBezTo>
                  <a:pt x="25298" y="36994"/>
                  <a:pt x="23870" y="35610"/>
                  <a:pt x="22369" y="34183"/>
                </a:cubicBezTo>
                <a:cubicBezTo>
                  <a:pt x="21516" y="33373"/>
                  <a:pt x="20662" y="32520"/>
                  <a:pt x="19853" y="31607"/>
                </a:cubicBezTo>
                <a:cubicBezTo>
                  <a:pt x="17939" y="29371"/>
                  <a:pt x="16173" y="26913"/>
                  <a:pt x="16173" y="24102"/>
                </a:cubicBezTo>
                <a:cubicBezTo>
                  <a:pt x="16188" y="24043"/>
                  <a:pt x="16203" y="23999"/>
                  <a:pt x="16232" y="23970"/>
                </a:cubicBezTo>
                <a:close/>
                <a:moveTo>
                  <a:pt x="27461" y="38436"/>
                </a:moveTo>
                <a:cubicBezTo>
                  <a:pt x="27490" y="38509"/>
                  <a:pt x="27490" y="38554"/>
                  <a:pt x="27490" y="38598"/>
                </a:cubicBezTo>
                <a:lnTo>
                  <a:pt x="27432" y="38818"/>
                </a:lnTo>
                <a:cubicBezTo>
                  <a:pt x="27432" y="38760"/>
                  <a:pt x="27417" y="38730"/>
                  <a:pt x="27417" y="38671"/>
                </a:cubicBezTo>
                <a:cubicBezTo>
                  <a:pt x="27417" y="38627"/>
                  <a:pt x="27432" y="38598"/>
                  <a:pt x="27432" y="38554"/>
                </a:cubicBezTo>
                <a:cubicBezTo>
                  <a:pt x="27446" y="38524"/>
                  <a:pt x="27446" y="38465"/>
                  <a:pt x="27461" y="38436"/>
                </a:cubicBezTo>
                <a:close/>
                <a:moveTo>
                  <a:pt x="27299" y="38480"/>
                </a:moveTo>
                <a:cubicBezTo>
                  <a:pt x="27314" y="38554"/>
                  <a:pt x="27314" y="38612"/>
                  <a:pt x="27343" y="38686"/>
                </a:cubicBezTo>
                <a:cubicBezTo>
                  <a:pt x="27314" y="38774"/>
                  <a:pt x="27284" y="38877"/>
                  <a:pt x="27270" y="38966"/>
                </a:cubicBezTo>
                <a:cubicBezTo>
                  <a:pt x="27240" y="38892"/>
                  <a:pt x="27225" y="38818"/>
                  <a:pt x="27225" y="38760"/>
                </a:cubicBezTo>
                <a:cubicBezTo>
                  <a:pt x="27240" y="38671"/>
                  <a:pt x="27284" y="38583"/>
                  <a:pt x="27299" y="38480"/>
                </a:cubicBezTo>
                <a:close/>
                <a:moveTo>
                  <a:pt x="27078" y="38509"/>
                </a:moveTo>
                <a:cubicBezTo>
                  <a:pt x="27093" y="38598"/>
                  <a:pt x="27108" y="38671"/>
                  <a:pt x="27137" y="38760"/>
                </a:cubicBezTo>
                <a:cubicBezTo>
                  <a:pt x="27093" y="38833"/>
                  <a:pt x="27064" y="38921"/>
                  <a:pt x="27034" y="39039"/>
                </a:cubicBezTo>
                <a:cubicBezTo>
                  <a:pt x="27019" y="38951"/>
                  <a:pt x="26990" y="38877"/>
                  <a:pt x="26961" y="38774"/>
                </a:cubicBezTo>
                <a:lnTo>
                  <a:pt x="27078" y="38509"/>
                </a:lnTo>
                <a:close/>
                <a:moveTo>
                  <a:pt x="26784" y="38509"/>
                </a:moveTo>
                <a:cubicBezTo>
                  <a:pt x="26828" y="38598"/>
                  <a:pt x="26843" y="38686"/>
                  <a:pt x="26872" y="38774"/>
                </a:cubicBezTo>
                <a:cubicBezTo>
                  <a:pt x="26843" y="38877"/>
                  <a:pt x="26784" y="38980"/>
                  <a:pt x="26755" y="39069"/>
                </a:cubicBezTo>
                <a:lnTo>
                  <a:pt x="26637" y="38804"/>
                </a:lnTo>
                <a:cubicBezTo>
                  <a:pt x="26696" y="38701"/>
                  <a:pt x="26725" y="38598"/>
                  <a:pt x="26784" y="38509"/>
                </a:cubicBezTo>
                <a:close/>
                <a:moveTo>
                  <a:pt x="26416" y="38524"/>
                </a:moveTo>
                <a:cubicBezTo>
                  <a:pt x="26460" y="38612"/>
                  <a:pt x="26504" y="38701"/>
                  <a:pt x="26549" y="38804"/>
                </a:cubicBezTo>
                <a:cubicBezTo>
                  <a:pt x="26490" y="38892"/>
                  <a:pt x="26431" y="38980"/>
                  <a:pt x="26387" y="39098"/>
                </a:cubicBezTo>
                <a:lnTo>
                  <a:pt x="26269" y="38877"/>
                </a:lnTo>
                <a:cubicBezTo>
                  <a:pt x="26254" y="38848"/>
                  <a:pt x="26254" y="38833"/>
                  <a:pt x="26239" y="38818"/>
                </a:cubicBezTo>
                <a:cubicBezTo>
                  <a:pt x="26284" y="38730"/>
                  <a:pt x="26343" y="38612"/>
                  <a:pt x="26416" y="38524"/>
                </a:cubicBezTo>
                <a:close/>
                <a:moveTo>
                  <a:pt x="16085" y="24235"/>
                </a:moveTo>
                <a:cubicBezTo>
                  <a:pt x="16159" y="27001"/>
                  <a:pt x="17881" y="29429"/>
                  <a:pt x="19779" y="31637"/>
                </a:cubicBezTo>
                <a:cubicBezTo>
                  <a:pt x="20559" y="32579"/>
                  <a:pt x="21442" y="33403"/>
                  <a:pt x="22295" y="34242"/>
                </a:cubicBezTo>
                <a:cubicBezTo>
                  <a:pt x="23811" y="35684"/>
                  <a:pt x="25224" y="37053"/>
                  <a:pt x="26136" y="38818"/>
                </a:cubicBezTo>
                <a:cubicBezTo>
                  <a:pt x="26092" y="38921"/>
                  <a:pt x="26019" y="39025"/>
                  <a:pt x="25960" y="39113"/>
                </a:cubicBezTo>
                <a:cubicBezTo>
                  <a:pt x="25003" y="37465"/>
                  <a:pt x="23620" y="36228"/>
                  <a:pt x="22163" y="34889"/>
                </a:cubicBezTo>
                <a:cubicBezTo>
                  <a:pt x="21206" y="34006"/>
                  <a:pt x="20220" y="33109"/>
                  <a:pt x="19337" y="32078"/>
                </a:cubicBezTo>
                <a:cubicBezTo>
                  <a:pt x="16909" y="29209"/>
                  <a:pt x="15864" y="26751"/>
                  <a:pt x="16026" y="24323"/>
                </a:cubicBezTo>
                <a:cubicBezTo>
                  <a:pt x="16041" y="24279"/>
                  <a:pt x="16056" y="24249"/>
                  <a:pt x="16085" y="24235"/>
                </a:cubicBezTo>
                <a:close/>
                <a:moveTo>
                  <a:pt x="27505" y="38892"/>
                </a:moveTo>
                <a:cubicBezTo>
                  <a:pt x="27520" y="38921"/>
                  <a:pt x="27520" y="38966"/>
                  <a:pt x="27520" y="38995"/>
                </a:cubicBezTo>
                <a:cubicBezTo>
                  <a:pt x="27505" y="39054"/>
                  <a:pt x="27505" y="39113"/>
                  <a:pt x="27490" y="39172"/>
                </a:cubicBezTo>
                <a:cubicBezTo>
                  <a:pt x="27490" y="39128"/>
                  <a:pt x="27490" y="39098"/>
                  <a:pt x="27461" y="39054"/>
                </a:cubicBezTo>
                <a:cubicBezTo>
                  <a:pt x="27490" y="38995"/>
                  <a:pt x="27490" y="38951"/>
                  <a:pt x="27505" y="38892"/>
                </a:cubicBezTo>
                <a:close/>
                <a:moveTo>
                  <a:pt x="27373" y="38877"/>
                </a:moveTo>
                <a:cubicBezTo>
                  <a:pt x="27373" y="38951"/>
                  <a:pt x="27387" y="38995"/>
                  <a:pt x="27387" y="39054"/>
                </a:cubicBezTo>
                <a:cubicBezTo>
                  <a:pt x="27373" y="39113"/>
                  <a:pt x="27373" y="39172"/>
                  <a:pt x="27358" y="39216"/>
                </a:cubicBezTo>
                <a:cubicBezTo>
                  <a:pt x="27358" y="39260"/>
                  <a:pt x="27343" y="39289"/>
                  <a:pt x="27343" y="39319"/>
                </a:cubicBezTo>
                <a:cubicBezTo>
                  <a:pt x="27314" y="39260"/>
                  <a:pt x="27314" y="39201"/>
                  <a:pt x="27299" y="39128"/>
                </a:cubicBezTo>
                <a:cubicBezTo>
                  <a:pt x="27314" y="39054"/>
                  <a:pt x="27358" y="38966"/>
                  <a:pt x="27373" y="38877"/>
                </a:cubicBezTo>
                <a:close/>
                <a:moveTo>
                  <a:pt x="27167" y="38892"/>
                </a:moveTo>
                <a:cubicBezTo>
                  <a:pt x="27181" y="38966"/>
                  <a:pt x="27211" y="39039"/>
                  <a:pt x="27225" y="39128"/>
                </a:cubicBezTo>
                <a:cubicBezTo>
                  <a:pt x="27196" y="39216"/>
                  <a:pt x="27152" y="39319"/>
                  <a:pt x="27137" y="39407"/>
                </a:cubicBezTo>
                <a:cubicBezTo>
                  <a:pt x="27122" y="39334"/>
                  <a:pt x="27093" y="39245"/>
                  <a:pt x="27078" y="39172"/>
                </a:cubicBezTo>
                <a:cubicBezTo>
                  <a:pt x="27122" y="39069"/>
                  <a:pt x="27152" y="38980"/>
                  <a:pt x="27167" y="38892"/>
                </a:cubicBezTo>
                <a:close/>
                <a:moveTo>
                  <a:pt x="26916" y="38892"/>
                </a:moveTo>
                <a:cubicBezTo>
                  <a:pt x="26931" y="38980"/>
                  <a:pt x="26975" y="39069"/>
                  <a:pt x="26990" y="39142"/>
                </a:cubicBezTo>
                <a:lnTo>
                  <a:pt x="26872" y="39422"/>
                </a:lnTo>
                <a:cubicBezTo>
                  <a:pt x="26843" y="39334"/>
                  <a:pt x="26828" y="39245"/>
                  <a:pt x="26784" y="39172"/>
                </a:cubicBezTo>
                <a:cubicBezTo>
                  <a:pt x="26828" y="39069"/>
                  <a:pt x="26872" y="38980"/>
                  <a:pt x="26916" y="38892"/>
                </a:cubicBezTo>
                <a:close/>
                <a:moveTo>
                  <a:pt x="26195" y="38892"/>
                </a:moveTo>
                <a:lnTo>
                  <a:pt x="26195" y="38907"/>
                </a:lnTo>
                <a:cubicBezTo>
                  <a:pt x="26254" y="38980"/>
                  <a:pt x="26284" y="39069"/>
                  <a:pt x="26343" y="39172"/>
                </a:cubicBezTo>
                <a:cubicBezTo>
                  <a:pt x="26284" y="39260"/>
                  <a:pt x="26239" y="39363"/>
                  <a:pt x="26181" y="39466"/>
                </a:cubicBezTo>
                <a:cubicBezTo>
                  <a:pt x="26166" y="39422"/>
                  <a:pt x="26136" y="39363"/>
                  <a:pt x="26107" y="39334"/>
                </a:cubicBezTo>
                <a:cubicBezTo>
                  <a:pt x="26063" y="39275"/>
                  <a:pt x="26048" y="39245"/>
                  <a:pt x="26004" y="39186"/>
                </a:cubicBezTo>
                <a:cubicBezTo>
                  <a:pt x="26078" y="39098"/>
                  <a:pt x="26136" y="38980"/>
                  <a:pt x="26195" y="38892"/>
                </a:cubicBezTo>
                <a:close/>
                <a:moveTo>
                  <a:pt x="26578" y="38892"/>
                </a:moveTo>
                <a:lnTo>
                  <a:pt x="26696" y="39172"/>
                </a:lnTo>
                <a:cubicBezTo>
                  <a:pt x="26637" y="39260"/>
                  <a:pt x="26593" y="39363"/>
                  <a:pt x="26549" y="39466"/>
                </a:cubicBezTo>
                <a:cubicBezTo>
                  <a:pt x="26504" y="39363"/>
                  <a:pt x="26475" y="39275"/>
                  <a:pt x="26416" y="39186"/>
                </a:cubicBezTo>
                <a:cubicBezTo>
                  <a:pt x="26490" y="39069"/>
                  <a:pt x="26534" y="38980"/>
                  <a:pt x="26578" y="38892"/>
                </a:cubicBezTo>
                <a:close/>
                <a:moveTo>
                  <a:pt x="15953" y="24485"/>
                </a:moveTo>
                <a:lnTo>
                  <a:pt x="15953" y="24485"/>
                </a:lnTo>
                <a:cubicBezTo>
                  <a:pt x="15835" y="26883"/>
                  <a:pt x="16909" y="29326"/>
                  <a:pt x="19293" y="32123"/>
                </a:cubicBezTo>
                <a:cubicBezTo>
                  <a:pt x="20176" y="33153"/>
                  <a:pt x="21177" y="34065"/>
                  <a:pt x="22134" y="34948"/>
                </a:cubicBezTo>
                <a:cubicBezTo>
                  <a:pt x="23605" y="36302"/>
                  <a:pt x="24989" y="37553"/>
                  <a:pt x="25916" y="39186"/>
                </a:cubicBezTo>
                <a:cubicBezTo>
                  <a:pt x="25842" y="39289"/>
                  <a:pt x="25798" y="39392"/>
                  <a:pt x="25724" y="39481"/>
                </a:cubicBezTo>
                <a:cubicBezTo>
                  <a:pt x="24738" y="37950"/>
                  <a:pt x="23399" y="36788"/>
                  <a:pt x="21972" y="35551"/>
                </a:cubicBezTo>
                <a:cubicBezTo>
                  <a:pt x="20897" y="34639"/>
                  <a:pt x="19794" y="33682"/>
                  <a:pt x="18852" y="32564"/>
                </a:cubicBezTo>
                <a:cubicBezTo>
                  <a:pt x="16571" y="29856"/>
                  <a:pt x="15585" y="27075"/>
                  <a:pt x="15909" y="24544"/>
                </a:cubicBezTo>
                <a:cubicBezTo>
                  <a:pt x="15909" y="24529"/>
                  <a:pt x="15923" y="24499"/>
                  <a:pt x="15953" y="24485"/>
                </a:cubicBezTo>
                <a:close/>
                <a:moveTo>
                  <a:pt x="27520" y="39348"/>
                </a:moveTo>
                <a:lnTo>
                  <a:pt x="27520" y="39407"/>
                </a:lnTo>
                <a:cubicBezTo>
                  <a:pt x="27520" y="39437"/>
                  <a:pt x="27505" y="39466"/>
                  <a:pt x="27505" y="39495"/>
                </a:cubicBezTo>
                <a:lnTo>
                  <a:pt x="27505" y="39437"/>
                </a:lnTo>
                <a:cubicBezTo>
                  <a:pt x="27505" y="39407"/>
                  <a:pt x="27520" y="39392"/>
                  <a:pt x="27520" y="39348"/>
                </a:cubicBezTo>
                <a:close/>
                <a:moveTo>
                  <a:pt x="27417" y="39275"/>
                </a:moveTo>
                <a:cubicBezTo>
                  <a:pt x="27432" y="39334"/>
                  <a:pt x="27432" y="39392"/>
                  <a:pt x="27432" y="39422"/>
                </a:cubicBezTo>
                <a:lnTo>
                  <a:pt x="27373" y="39643"/>
                </a:lnTo>
                <a:cubicBezTo>
                  <a:pt x="27373" y="39584"/>
                  <a:pt x="27358" y="39554"/>
                  <a:pt x="27358" y="39495"/>
                </a:cubicBezTo>
                <a:lnTo>
                  <a:pt x="27417" y="39275"/>
                </a:lnTo>
                <a:close/>
                <a:moveTo>
                  <a:pt x="27240" y="39289"/>
                </a:moveTo>
                <a:cubicBezTo>
                  <a:pt x="27270" y="39363"/>
                  <a:pt x="27270" y="39437"/>
                  <a:pt x="27284" y="39495"/>
                </a:cubicBezTo>
                <a:cubicBezTo>
                  <a:pt x="27270" y="39584"/>
                  <a:pt x="27240" y="39657"/>
                  <a:pt x="27211" y="39760"/>
                </a:cubicBezTo>
                <a:lnTo>
                  <a:pt x="27152" y="39540"/>
                </a:lnTo>
                <a:cubicBezTo>
                  <a:pt x="27196" y="39466"/>
                  <a:pt x="27225" y="39392"/>
                  <a:pt x="27240" y="39289"/>
                </a:cubicBezTo>
                <a:close/>
                <a:moveTo>
                  <a:pt x="27019" y="39289"/>
                </a:moveTo>
                <a:cubicBezTo>
                  <a:pt x="27034" y="39392"/>
                  <a:pt x="27064" y="39466"/>
                  <a:pt x="27078" y="39554"/>
                </a:cubicBezTo>
                <a:cubicBezTo>
                  <a:pt x="27034" y="39643"/>
                  <a:pt x="27019" y="39731"/>
                  <a:pt x="26990" y="39804"/>
                </a:cubicBezTo>
                <a:cubicBezTo>
                  <a:pt x="26975" y="39716"/>
                  <a:pt x="26931" y="39643"/>
                  <a:pt x="26916" y="39554"/>
                </a:cubicBezTo>
                <a:cubicBezTo>
                  <a:pt x="26946" y="39466"/>
                  <a:pt x="26990" y="39363"/>
                  <a:pt x="27019" y="39289"/>
                </a:cubicBezTo>
                <a:close/>
                <a:moveTo>
                  <a:pt x="26725" y="39275"/>
                </a:moveTo>
                <a:cubicBezTo>
                  <a:pt x="26769" y="39363"/>
                  <a:pt x="26784" y="39466"/>
                  <a:pt x="26813" y="39554"/>
                </a:cubicBezTo>
                <a:cubicBezTo>
                  <a:pt x="26784" y="39643"/>
                  <a:pt x="26725" y="39731"/>
                  <a:pt x="26696" y="39834"/>
                </a:cubicBezTo>
                <a:lnTo>
                  <a:pt x="26578" y="39554"/>
                </a:lnTo>
                <a:cubicBezTo>
                  <a:pt x="26637" y="39466"/>
                  <a:pt x="26666" y="39363"/>
                  <a:pt x="26725" y="39275"/>
                </a:cubicBezTo>
                <a:close/>
                <a:moveTo>
                  <a:pt x="15806" y="24764"/>
                </a:moveTo>
                <a:lnTo>
                  <a:pt x="15806" y="24764"/>
                </a:lnTo>
                <a:cubicBezTo>
                  <a:pt x="15541" y="27266"/>
                  <a:pt x="16571" y="29974"/>
                  <a:pt x="18778" y="32623"/>
                </a:cubicBezTo>
                <a:cubicBezTo>
                  <a:pt x="19720" y="33741"/>
                  <a:pt x="20824" y="34698"/>
                  <a:pt x="21913" y="35610"/>
                </a:cubicBezTo>
                <a:cubicBezTo>
                  <a:pt x="23340" y="36846"/>
                  <a:pt x="24709" y="38024"/>
                  <a:pt x="25666" y="39554"/>
                </a:cubicBezTo>
                <a:cubicBezTo>
                  <a:pt x="25592" y="39657"/>
                  <a:pt x="25518" y="39760"/>
                  <a:pt x="25445" y="39849"/>
                </a:cubicBezTo>
                <a:cubicBezTo>
                  <a:pt x="24444" y="38436"/>
                  <a:pt x="23120" y="37332"/>
                  <a:pt x="21707" y="36184"/>
                </a:cubicBezTo>
                <a:cubicBezTo>
                  <a:pt x="20529" y="35228"/>
                  <a:pt x="19337" y="34242"/>
                  <a:pt x="18337" y="33035"/>
                </a:cubicBezTo>
                <a:cubicBezTo>
                  <a:pt x="16159" y="30386"/>
                  <a:pt x="15246" y="27472"/>
                  <a:pt x="15806" y="24764"/>
                </a:cubicBezTo>
                <a:close/>
                <a:moveTo>
                  <a:pt x="25975" y="39260"/>
                </a:moveTo>
                <a:cubicBezTo>
                  <a:pt x="25989" y="39289"/>
                  <a:pt x="26019" y="39334"/>
                  <a:pt x="26048" y="39363"/>
                </a:cubicBezTo>
                <a:cubicBezTo>
                  <a:pt x="26048" y="39422"/>
                  <a:pt x="26092" y="39495"/>
                  <a:pt x="26122" y="39554"/>
                </a:cubicBezTo>
                <a:cubicBezTo>
                  <a:pt x="26063" y="39643"/>
                  <a:pt x="25989" y="39760"/>
                  <a:pt x="25930" y="39849"/>
                </a:cubicBezTo>
                <a:cubicBezTo>
                  <a:pt x="25930" y="39834"/>
                  <a:pt x="25916" y="39834"/>
                  <a:pt x="25916" y="39804"/>
                </a:cubicBezTo>
                <a:cubicBezTo>
                  <a:pt x="25872" y="39716"/>
                  <a:pt x="25813" y="39643"/>
                  <a:pt x="25769" y="39554"/>
                </a:cubicBezTo>
                <a:cubicBezTo>
                  <a:pt x="25842" y="39466"/>
                  <a:pt x="25901" y="39348"/>
                  <a:pt x="25975" y="39260"/>
                </a:cubicBezTo>
                <a:close/>
                <a:moveTo>
                  <a:pt x="26387" y="39275"/>
                </a:moveTo>
                <a:cubicBezTo>
                  <a:pt x="26416" y="39363"/>
                  <a:pt x="26460" y="39466"/>
                  <a:pt x="26504" y="39569"/>
                </a:cubicBezTo>
                <a:cubicBezTo>
                  <a:pt x="26460" y="39643"/>
                  <a:pt x="26401" y="39731"/>
                  <a:pt x="26343" y="39849"/>
                </a:cubicBezTo>
                <a:cubicBezTo>
                  <a:pt x="26298" y="39760"/>
                  <a:pt x="26254" y="39657"/>
                  <a:pt x="26210" y="39569"/>
                </a:cubicBezTo>
                <a:cubicBezTo>
                  <a:pt x="26269" y="39481"/>
                  <a:pt x="26328" y="39392"/>
                  <a:pt x="26387" y="39275"/>
                </a:cubicBezTo>
                <a:close/>
                <a:moveTo>
                  <a:pt x="27432" y="39701"/>
                </a:moveTo>
                <a:cubicBezTo>
                  <a:pt x="27446" y="39760"/>
                  <a:pt x="27446" y="39790"/>
                  <a:pt x="27446" y="39804"/>
                </a:cubicBezTo>
                <a:cubicBezTo>
                  <a:pt x="27432" y="39863"/>
                  <a:pt x="27432" y="39922"/>
                  <a:pt x="27402" y="39981"/>
                </a:cubicBezTo>
                <a:cubicBezTo>
                  <a:pt x="27402" y="39937"/>
                  <a:pt x="27402" y="39922"/>
                  <a:pt x="27387" y="39878"/>
                </a:cubicBezTo>
                <a:lnTo>
                  <a:pt x="27387" y="39863"/>
                </a:lnTo>
                <a:cubicBezTo>
                  <a:pt x="27402" y="39804"/>
                  <a:pt x="27402" y="39760"/>
                  <a:pt x="27432" y="39701"/>
                </a:cubicBezTo>
                <a:close/>
                <a:moveTo>
                  <a:pt x="27314" y="39701"/>
                </a:moveTo>
                <a:cubicBezTo>
                  <a:pt x="27314" y="39775"/>
                  <a:pt x="27314" y="39834"/>
                  <a:pt x="27343" y="39878"/>
                </a:cubicBezTo>
                <a:lnTo>
                  <a:pt x="27284" y="40099"/>
                </a:lnTo>
                <a:cubicBezTo>
                  <a:pt x="27270" y="40040"/>
                  <a:pt x="27270" y="39981"/>
                  <a:pt x="27240" y="39922"/>
                </a:cubicBezTo>
                <a:cubicBezTo>
                  <a:pt x="27270" y="39849"/>
                  <a:pt x="27284" y="39775"/>
                  <a:pt x="27314" y="39701"/>
                </a:cubicBezTo>
                <a:close/>
                <a:moveTo>
                  <a:pt x="27122" y="39672"/>
                </a:moveTo>
                <a:cubicBezTo>
                  <a:pt x="27137" y="39760"/>
                  <a:pt x="27152" y="39849"/>
                  <a:pt x="27167" y="39922"/>
                </a:cubicBezTo>
                <a:cubicBezTo>
                  <a:pt x="27137" y="40010"/>
                  <a:pt x="27122" y="40084"/>
                  <a:pt x="27078" y="40172"/>
                </a:cubicBezTo>
                <a:cubicBezTo>
                  <a:pt x="27064" y="40099"/>
                  <a:pt x="27034" y="40010"/>
                  <a:pt x="27019" y="39937"/>
                </a:cubicBezTo>
                <a:cubicBezTo>
                  <a:pt x="27064" y="39849"/>
                  <a:pt x="27078" y="39775"/>
                  <a:pt x="27122" y="39672"/>
                </a:cubicBezTo>
                <a:close/>
                <a:moveTo>
                  <a:pt x="15658" y="25162"/>
                </a:moveTo>
                <a:lnTo>
                  <a:pt x="15658" y="25162"/>
                </a:lnTo>
                <a:cubicBezTo>
                  <a:pt x="15276" y="27781"/>
                  <a:pt x="16203" y="30563"/>
                  <a:pt x="18293" y="33094"/>
                </a:cubicBezTo>
                <a:cubicBezTo>
                  <a:pt x="19279" y="34286"/>
                  <a:pt x="20500" y="35287"/>
                  <a:pt x="21677" y="36243"/>
                </a:cubicBezTo>
                <a:cubicBezTo>
                  <a:pt x="23075" y="37406"/>
                  <a:pt x="24415" y="38480"/>
                  <a:pt x="25401" y="39907"/>
                </a:cubicBezTo>
                <a:cubicBezTo>
                  <a:pt x="25327" y="39996"/>
                  <a:pt x="25253" y="40099"/>
                  <a:pt x="25180" y="40202"/>
                </a:cubicBezTo>
                <a:cubicBezTo>
                  <a:pt x="24179" y="38848"/>
                  <a:pt x="22811" y="37803"/>
                  <a:pt x="21486" y="36773"/>
                </a:cubicBezTo>
                <a:cubicBezTo>
                  <a:pt x="20220" y="35802"/>
                  <a:pt x="18911" y="34786"/>
                  <a:pt x="17881" y="33521"/>
                </a:cubicBezTo>
                <a:cubicBezTo>
                  <a:pt x="15806" y="31034"/>
                  <a:pt x="14981" y="27928"/>
                  <a:pt x="15658" y="25162"/>
                </a:cubicBezTo>
                <a:close/>
                <a:moveTo>
                  <a:pt x="26858" y="39657"/>
                </a:moveTo>
                <a:cubicBezTo>
                  <a:pt x="26872" y="39760"/>
                  <a:pt x="26916" y="39849"/>
                  <a:pt x="26931" y="39922"/>
                </a:cubicBezTo>
                <a:lnTo>
                  <a:pt x="26828" y="40202"/>
                </a:lnTo>
                <a:cubicBezTo>
                  <a:pt x="26784" y="40099"/>
                  <a:pt x="26769" y="40010"/>
                  <a:pt x="26725" y="39922"/>
                </a:cubicBezTo>
                <a:cubicBezTo>
                  <a:pt x="26784" y="39849"/>
                  <a:pt x="26828" y="39760"/>
                  <a:pt x="26858" y="39657"/>
                </a:cubicBezTo>
                <a:close/>
                <a:moveTo>
                  <a:pt x="25724" y="39628"/>
                </a:moveTo>
                <a:cubicBezTo>
                  <a:pt x="25754" y="39701"/>
                  <a:pt x="25798" y="39775"/>
                  <a:pt x="25842" y="39849"/>
                </a:cubicBezTo>
                <a:cubicBezTo>
                  <a:pt x="25857" y="39863"/>
                  <a:pt x="25857" y="39907"/>
                  <a:pt x="25886" y="39922"/>
                </a:cubicBezTo>
                <a:cubicBezTo>
                  <a:pt x="25813" y="40010"/>
                  <a:pt x="25754" y="40128"/>
                  <a:pt x="25680" y="40217"/>
                </a:cubicBezTo>
                <a:cubicBezTo>
                  <a:pt x="25621" y="40128"/>
                  <a:pt x="25548" y="40010"/>
                  <a:pt x="25504" y="39922"/>
                </a:cubicBezTo>
                <a:cubicBezTo>
                  <a:pt x="25577" y="39834"/>
                  <a:pt x="25651" y="39716"/>
                  <a:pt x="25724" y="39628"/>
                </a:cubicBezTo>
                <a:close/>
                <a:moveTo>
                  <a:pt x="26181" y="39628"/>
                </a:moveTo>
                <a:cubicBezTo>
                  <a:pt x="26210" y="39731"/>
                  <a:pt x="26254" y="39834"/>
                  <a:pt x="26298" y="39922"/>
                </a:cubicBezTo>
                <a:cubicBezTo>
                  <a:pt x="26254" y="40010"/>
                  <a:pt x="26195" y="40099"/>
                  <a:pt x="26136" y="40217"/>
                </a:cubicBezTo>
                <a:cubicBezTo>
                  <a:pt x="26078" y="40128"/>
                  <a:pt x="26048" y="40025"/>
                  <a:pt x="25989" y="39922"/>
                </a:cubicBezTo>
                <a:cubicBezTo>
                  <a:pt x="26048" y="39834"/>
                  <a:pt x="26122" y="39731"/>
                  <a:pt x="26181" y="39628"/>
                </a:cubicBezTo>
                <a:close/>
                <a:moveTo>
                  <a:pt x="26534" y="39657"/>
                </a:moveTo>
                <a:lnTo>
                  <a:pt x="26637" y="39937"/>
                </a:lnTo>
                <a:cubicBezTo>
                  <a:pt x="26593" y="40025"/>
                  <a:pt x="26549" y="40128"/>
                  <a:pt x="26490" y="40217"/>
                </a:cubicBezTo>
                <a:cubicBezTo>
                  <a:pt x="26475" y="40128"/>
                  <a:pt x="26431" y="40025"/>
                  <a:pt x="26387" y="39937"/>
                </a:cubicBezTo>
                <a:cubicBezTo>
                  <a:pt x="26431" y="39849"/>
                  <a:pt x="26490" y="39760"/>
                  <a:pt x="26534" y="39657"/>
                </a:cubicBezTo>
                <a:close/>
                <a:moveTo>
                  <a:pt x="27461" y="40172"/>
                </a:moveTo>
                <a:lnTo>
                  <a:pt x="27461" y="40202"/>
                </a:lnTo>
                <a:cubicBezTo>
                  <a:pt x="27461" y="40231"/>
                  <a:pt x="27446" y="40275"/>
                  <a:pt x="27446" y="40305"/>
                </a:cubicBezTo>
                <a:lnTo>
                  <a:pt x="27446" y="40275"/>
                </a:lnTo>
                <a:cubicBezTo>
                  <a:pt x="27446" y="40231"/>
                  <a:pt x="27461" y="40217"/>
                  <a:pt x="27461" y="40172"/>
                </a:cubicBezTo>
                <a:close/>
                <a:moveTo>
                  <a:pt x="27373" y="40128"/>
                </a:moveTo>
                <a:lnTo>
                  <a:pt x="27373" y="40128"/>
                </a:lnTo>
                <a:cubicBezTo>
                  <a:pt x="27358" y="40172"/>
                  <a:pt x="27373" y="40217"/>
                  <a:pt x="27373" y="40275"/>
                </a:cubicBezTo>
                <a:cubicBezTo>
                  <a:pt x="27358" y="40320"/>
                  <a:pt x="27358" y="40393"/>
                  <a:pt x="27343" y="40452"/>
                </a:cubicBezTo>
                <a:cubicBezTo>
                  <a:pt x="27343" y="40393"/>
                  <a:pt x="27314" y="40364"/>
                  <a:pt x="27314" y="40305"/>
                </a:cubicBezTo>
                <a:cubicBezTo>
                  <a:pt x="27343" y="40246"/>
                  <a:pt x="27358" y="40172"/>
                  <a:pt x="27373" y="40128"/>
                </a:cubicBezTo>
                <a:close/>
                <a:moveTo>
                  <a:pt x="27167" y="40084"/>
                </a:moveTo>
                <a:cubicBezTo>
                  <a:pt x="27211" y="40158"/>
                  <a:pt x="27211" y="40231"/>
                  <a:pt x="27225" y="40305"/>
                </a:cubicBezTo>
                <a:cubicBezTo>
                  <a:pt x="27211" y="40378"/>
                  <a:pt x="27181" y="40467"/>
                  <a:pt x="27152" y="40540"/>
                </a:cubicBezTo>
                <a:lnTo>
                  <a:pt x="27093" y="40320"/>
                </a:lnTo>
                <a:cubicBezTo>
                  <a:pt x="27108" y="40246"/>
                  <a:pt x="27152" y="40172"/>
                  <a:pt x="27167" y="40084"/>
                </a:cubicBezTo>
                <a:close/>
                <a:moveTo>
                  <a:pt x="15467" y="25633"/>
                </a:moveTo>
                <a:cubicBezTo>
                  <a:pt x="14996" y="28296"/>
                  <a:pt x="15820" y="31225"/>
                  <a:pt x="17792" y="33594"/>
                </a:cubicBezTo>
                <a:cubicBezTo>
                  <a:pt x="18837" y="34860"/>
                  <a:pt x="20147" y="35890"/>
                  <a:pt x="21412" y="36861"/>
                </a:cubicBezTo>
                <a:cubicBezTo>
                  <a:pt x="22737" y="37891"/>
                  <a:pt x="24091" y="38951"/>
                  <a:pt x="25106" y="40290"/>
                </a:cubicBezTo>
                <a:cubicBezTo>
                  <a:pt x="25033" y="40378"/>
                  <a:pt x="24944" y="40496"/>
                  <a:pt x="24871" y="40584"/>
                </a:cubicBezTo>
                <a:cubicBezTo>
                  <a:pt x="23826" y="39334"/>
                  <a:pt x="22487" y="38333"/>
                  <a:pt x="21177" y="37376"/>
                </a:cubicBezTo>
                <a:cubicBezTo>
                  <a:pt x="19808" y="36390"/>
                  <a:pt x="18410" y="35360"/>
                  <a:pt x="17351" y="34036"/>
                </a:cubicBezTo>
                <a:cubicBezTo>
                  <a:pt x="15393" y="31622"/>
                  <a:pt x="14702" y="28429"/>
                  <a:pt x="15467" y="25633"/>
                </a:cubicBezTo>
                <a:close/>
                <a:moveTo>
                  <a:pt x="25445" y="39996"/>
                </a:moveTo>
                <a:cubicBezTo>
                  <a:pt x="25518" y="40084"/>
                  <a:pt x="25563" y="40172"/>
                  <a:pt x="25621" y="40290"/>
                </a:cubicBezTo>
                <a:cubicBezTo>
                  <a:pt x="25548" y="40378"/>
                  <a:pt x="25474" y="40496"/>
                  <a:pt x="25430" y="40584"/>
                </a:cubicBezTo>
                <a:cubicBezTo>
                  <a:pt x="25357" y="40496"/>
                  <a:pt x="25298" y="40378"/>
                  <a:pt x="25224" y="40290"/>
                </a:cubicBezTo>
                <a:cubicBezTo>
                  <a:pt x="25298" y="40202"/>
                  <a:pt x="25371" y="40084"/>
                  <a:pt x="25445" y="39996"/>
                </a:cubicBezTo>
                <a:close/>
                <a:moveTo>
                  <a:pt x="25930" y="39996"/>
                </a:moveTo>
                <a:cubicBezTo>
                  <a:pt x="25975" y="40099"/>
                  <a:pt x="26033" y="40202"/>
                  <a:pt x="26092" y="40290"/>
                </a:cubicBezTo>
                <a:cubicBezTo>
                  <a:pt x="26033" y="40378"/>
                  <a:pt x="25975" y="40467"/>
                  <a:pt x="25901" y="40584"/>
                </a:cubicBezTo>
                <a:cubicBezTo>
                  <a:pt x="25842" y="40496"/>
                  <a:pt x="25798" y="40378"/>
                  <a:pt x="25739" y="40290"/>
                </a:cubicBezTo>
                <a:cubicBezTo>
                  <a:pt x="25813" y="40202"/>
                  <a:pt x="25872" y="40099"/>
                  <a:pt x="25930" y="39996"/>
                </a:cubicBezTo>
                <a:close/>
                <a:moveTo>
                  <a:pt x="26343" y="40025"/>
                </a:moveTo>
                <a:cubicBezTo>
                  <a:pt x="26387" y="40128"/>
                  <a:pt x="26416" y="40217"/>
                  <a:pt x="26475" y="40320"/>
                </a:cubicBezTo>
                <a:cubicBezTo>
                  <a:pt x="26416" y="40393"/>
                  <a:pt x="26357" y="40496"/>
                  <a:pt x="26298" y="40584"/>
                </a:cubicBezTo>
                <a:cubicBezTo>
                  <a:pt x="26269" y="40496"/>
                  <a:pt x="26210" y="40393"/>
                  <a:pt x="26181" y="40305"/>
                </a:cubicBezTo>
                <a:lnTo>
                  <a:pt x="26343" y="40025"/>
                </a:lnTo>
                <a:close/>
                <a:moveTo>
                  <a:pt x="26681" y="40025"/>
                </a:moveTo>
                <a:cubicBezTo>
                  <a:pt x="26710" y="40128"/>
                  <a:pt x="26725" y="40217"/>
                  <a:pt x="26769" y="40305"/>
                </a:cubicBezTo>
                <a:cubicBezTo>
                  <a:pt x="26725" y="40393"/>
                  <a:pt x="26696" y="40496"/>
                  <a:pt x="26637" y="40584"/>
                </a:cubicBezTo>
                <a:cubicBezTo>
                  <a:pt x="26622" y="40496"/>
                  <a:pt x="26578" y="40393"/>
                  <a:pt x="26549" y="40305"/>
                </a:cubicBezTo>
                <a:cubicBezTo>
                  <a:pt x="26607" y="40217"/>
                  <a:pt x="26637" y="40128"/>
                  <a:pt x="26681" y="40025"/>
                </a:cubicBezTo>
                <a:close/>
                <a:moveTo>
                  <a:pt x="26975" y="40069"/>
                </a:moveTo>
                <a:cubicBezTo>
                  <a:pt x="26990" y="40158"/>
                  <a:pt x="27005" y="40231"/>
                  <a:pt x="27019" y="40320"/>
                </a:cubicBezTo>
                <a:cubicBezTo>
                  <a:pt x="26990" y="40423"/>
                  <a:pt x="26975" y="40496"/>
                  <a:pt x="26931" y="40584"/>
                </a:cubicBezTo>
                <a:cubicBezTo>
                  <a:pt x="26916" y="40496"/>
                  <a:pt x="26872" y="40423"/>
                  <a:pt x="26858" y="40320"/>
                </a:cubicBezTo>
                <a:cubicBezTo>
                  <a:pt x="26902" y="40231"/>
                  <a:pt x="26931" y="40158"/>
                  <a:pt x="26975" y="40069"/>
                </a:cubicBezTo>
                <a:close/>
                <a:moveTo>
                  <a:pt x="27387" y="40584"/>
                </a:moveTo>
                <a:lnTo>
                  <a:pt x="27387" y="40658"/>
                </a:lnTo>
                <a:cubicBezTo>
                  <a:pt x="27387" y="40717"/>
                  <a:pt x="27373" y="40746"/>
                  <a:pt x="27373" y="40805"/>
                </a:cubicBezTo>
                <a:cubicBezTo>
                  <a:pt x="27373" y="40761"/>
                  <a:pt x="27373" y="40732"/>
                  <a:pt x="27358" y="40717"/>
                </a:cubicBezTo>
                <a:cubicBezTo>
                  <a:pt x="27373" y="40673"/>
                  <a:pt x="27373" y="40614"/>
                  <a:pt x="27387" y="40584"/>
                </a:cubicBezTo>
                <a:close/>
                <a:moveTo>
                  <a:pt x="25165" y="40364"/>
                </a:moveTo>
                <a:cubicBezTo>
                  <a:pt x="25239" y="40452"/>
                  <a:pt x="25312" y="40540"/>
                  <a:pt x="25371" y="40658"/>
                </a:cubicBezTo>
                <a:cubicBezTo>
                  <a:pt x="25312" y="40732"/>
                  <a:pt x="25239" y="40820"/>
                  <a:pt x="25180" y="40893"/>
                </a:cubicBezTo>
                <a:cubicBezTo>
                  <a:pt x="25165" y="40879"/>
                  <a:pt x="25150" y="40879"/>
                  <a:pt x="25150" y="40864"/>
                </a:cubicBezTo>
                <a:lnTo>
                  <a:pt x="25106" y="40893"/>
                </a:lnTo>
                <a:cubicBezTo>
                  <a:pt x="25062" y="40820"/>
                  <a:pt x="24974" y="40732"/>
                  <a:pt x="24930" y="40658"/>
                </a:cubicBezTo>
                <a:cubicBezTo>
                  <a:pt x="25003" y="40570"/>
                  <a:pt x="25092" y="40452"/>
                  <a:pt x="25165" y="40364"/>
                </a:cubicBezTo>
                <a:close/>
                <a:moveTo>
                  <a:pt x="27240" y="40511"/>
                </a:moveTo>
                <a:cubicBezTo>
                  <a:pt x="27270" y="40570"/>
                  <a:pt x="27270" y="40643"/>
                  <a:pt x="27284" y="40687"/>
                </a:cubicBezTo>
                <a:lnTo>
                  <a:pt x="27225" y="40908"/>
                </a:lnTo>
                <a:cubicBezTo>
                  <a:pt x="27211" y="40835"/>
                  <a:pt x="27211" y="40790"/>
                  <a:pt x="27196" y="40717"/>
                </a:cubicBezTo>
                <a:cubicBezTo>
                  <a:pt x="27211" y="40643"/>
                  <a:pt x="27225" y="40584"/>
                  <a:pt x="27240" y="40511"/>
                </a:cubicBezTo>
                <a:close/>
                <a:moveTo>
                  <a:pt x="15261" y="26074"/>
                </a:moveTo>
                <a:lnTo>
                  <a:pt x="15261" y="26074"/>
                </a:lnTo>
                <a:cubicBezTo>
                  <a:pt x="14672" y="28767"/>
                  <a:pt x="15408" y="31769"/>
                  <a:pt x="17277" y="34065"/>
                </a:cubicBezTo>
                <a:cubicBezTo>
                  <a:pt x="18366" y="35390"/>
                  <a:pt x="19764" y="36449"/>
                  <a:pt x="21118" y="37435"/>
                </a:cubicBezTo>
                <a:cubicBezTo>
                  <a:pt x="22428" y="38392"/>
                  <a:pt x="23767" y="39392"/>
                  <a:pt x="24797" y="40643"/>
                </a:cubicBezTo>
                <a:cubicBezTo>
                  <a:pt x="24709" y="40746"/>
                  <a:pt x="24635" y="40835"/>
                  <a:pt x="24547" y="40938"/>
                </a:cubicBezTo>
                <a:cubicBezTo>
                  <a:pt x="23517" y="39775"/>
                  <a:pt x="22192" y="38833"/>
                  <a:pt x="20883" y="37935"/>
                </a:cubicBezTo>
                <a:cubicBezTo>
                  <a:pt x="19440" y="36920"/>
                  <a:pt x="17954" y="35890"/>
                  <a:pt x="16850" y="34507"/>
                </a:cubicBezTo>
                <a:cubicBezTo>
                  <a:pt x="14967" y="32181"/>
                  <a:pt x="14378" y="28914"/>
                  <a:pt x="15261" y="26074"/>
                </a:cubicBezTo>
                <a:close/>
                <a:moveTo>
                  <a:pt x="25680" y="40349"/>
                </a:moveTo>
                <a:cubicBezTo>
                  <a:pt x="25739" y="40452"/>
                  <a:pt x="25798" y="40540"/>
                  <a:pt x="25842" y="40658"/>
                </a:cubicBezTo>
                <a:cubicBezTo>
                  <a:pt x="25798" y="40746"/>
                  <a:pt x="25710" y="40835"/>
                  <a:pt x="25666" y="40938"/>
                </a:cubicBezTo>
                <a:cubicBezTo>
                  <a:pt x="25621" y="40879"/>
                  <a:pt x="25592" y="40805"/>
                  <a:pt x="25548" y="40746"/>
                </a:cubicBezTo>
                <a:cubicBezTo>
                  <a:pt x="25533" y="40717"/>
                  <a:pt x="25504" y="40673"/>
                  <a:pt x="25474" y="40643"/>
                </a:cubicBezTo>
                <a:cubicBezTo>
                  <a:pt x="25548" y="40540"/>
                  <a:pt x="25621" y="40452"/>
                  <a:pt x="25680" y="40349"/>
                </a:cubicBezTo>
                <a:close/>
                <a:moveTo>
                  <a:pt x="26136" y="40378"/>
                </a:moveTo>
                <a:cubicBezTo>
                  <a:pt x="26195" y="40467"/>
                  <a:pt x="26239" y="40584"/>
                  <a:pt x="26269" y="40673"/>
                </a:cubicBezTo>
                <a:lnTo>
                  <a:pt x="26107" y="40952"/>
                </a:lnTo>
                <a:cubicBezTo>
                  <a:pt x="26048" y="40864"/>
                  <a:pt x="26019" y="40746"/>
                  <a:pt x="25960" y="40658"/>
                </a:cubicBezTo>
                <a:cubicBezTo>
                  <a:pt x="26019" y="40570"/>
                  <a:pt x="26063" y="40467"/>
                  <a:pt x="26136" y="40378"/>
                </a:cubicBezTo>
                <a:close/>
                <a:moveTo>
                  <a:pt x="26490" y="40393"/>
                </a:moveTo>
                <a:lnTo>
                  <a:pt x="26593" y="40673"/>
                </a:lnTo>
                <a:cubicBezTo>
                  <a:pt x="26563" y="40761"/>
                  <a:pt x="26504" y="40864"/>
                  <a:pt x="26475" y="40952"/>
                </a:cubicBezTo>
                <a:cubicBezTo>
                  <a:pt x="26431" y="40864"/>
                  <a:pt x="26401" y="40761"/>
                  <a:pt x="26343" y="40673"/>
                </a:cubicBezTo>
                <a:cubicBezTo>
                  <a:pt x="26401" y="40584"/>
                  <a:pt x="26431" y="40496"/>
                  <a:pt x="26490" y="40393"/>
                </a:cubicBezTo>
                <a:close/>
                <a:moveTo>
                  <a:pt x="27078" y="40467"/>
                </a:moveTo>
                <a:cubicBezTo>
                  <a:pt x="27078" y="40540"/>
                  <a:pt x="27093" y="40643"/>
                  <a:pt x="27122" y="40717"/>
                </a:cubicBezTo>
                <a:cubicBezTo>
                  <a:pt x="27093" y="40790"/>
                  <a:pt x="27064" y="40879"/>
                  <a:pt x="27034" y="40952"/>
                </a:cubicBezTo>
                <a:cubicBezTo>
                  <a:pt x="27019" y="40879"/>
                  <a:pt x="27005" y="40790"/>
                  <a:pt x="26990" y="40717"/>
                </a:cubicBezTo>
                <a:cubicBezTo>
                  <a:pt x="27019" y="40643"/>
                  <a:pt x="27034" y="40540"/>
                  <a:pt x="27078" y="40467"/>
                </a:cubicBezTo>
                <a:close/>
                <a:moveTo>
                  <a:pt x="26799" y="40437"/>
                </a:moveTo>
                <a:cubicBezTo>
                  <a:pt x="26813" y="40526"/>
                  <a:pt x="26858" y="40614"/>
                  <a:pt x="26872" y="40717"/>
                </a:cubicBezTo>
                <a:cubicBezTo>
                  <a:pt x="26843" y="40805"/>
                  <a:pt x="26799" y="40879"/>
                  <a:pt x="26769" y="40967"/>
                </a:cubicBezTo>
                <a:cubicBezTo>
                  <a:pt x="26725" y="40879"/>
                  <a:pt x="26710" y="40790"/>
                  <a:pt x="26681" y="40687"/>
                </a:cubicBezTo>
                <a:cubicBezTo>
                  <a:pt x="26725" y="40599"/>
                  <a:pt x="26769" y="40526"/>
                  <a:pt x="26799" y="40437"/>
                </a:cubicBezTo>
                <a:close/>
                <a:moveTo>
                  <a:pt x="24871" y="40717"/>
                </a:moveTo>
                <a:cubicBezTo>
                  <a:pt x="24944" y="40805"/>
                  <a:pt x="25003" y="40879"/>
                  <a:pt x="25062" y="40952"/>
                </a:cubicBezTo>
                <a:lnTo>
                  <a:pt x="25003" y="41011"/>
                </a:lnTo>
                <a:cubicBezTo>
                  <a:pt x="24944" y="41085"/>
                  <a:pt x="24871" y="41158"/>
                  <a:pt x="24797" y="41232"/>
                </a:cubicBezTo>
                <a:cubicBezTo>
                  <a:pt x="24738" y="41158"/>
                  <a:pt x="24665" y="41085"/>
                  <a:pt x="24621" y="41011"/>
                </a:cubicBezTo>
                <a:cubicBezTo>
                  <a:pt x="24709" y="40908"/>
                  <a:pt x="24783" y="40820"/>
                  <a:pt x="24871" y="40717"/>
                </a:cubicBezTo>
                <a:close/>
                <a:moveTo>
                  <a:pt x="27299" y="40938"/>
                </a:moveTo>
                <a:cubicBezTo>
                  <a:pt x="27314" y="40967"/>
                  <a:pt x="27314" y="41026"/>
                  <a:pt x="27314" y="41085"/>
                </a:cubicBezTo>
                <a:cubicBezTo>
                  <a:pt x="27314" y="41114"/>
                  <a:pt x="27299" y="41158"/>
                  <a:pt x="27299" y="41173"/>
                </a:cubicBezTo>
                <a:cubicBezTo>
                  <a:pt x="27299" y="41188"/>
                  <a:pt x="27284" y="41232"/>
                  <a:pt x="27284" y="41247"/>
                </a:cubicBezTo>
                <a:cubicBezTo>
                  <a:pt x="27284" y="41188"/>
                  <a:pt x="27270" y="41129"/>
                  <a:pt x="27270" y="41100"/>
                </a:cubicBezTo>
                <a:cubicBezTo>
                  <a:pt x="27284" y="41041"/>
                  <a:pt x="27299" y="40982"/>
                  <a:pt x="27299" y="40938"/>
                </a:cubicBezTo>
                <a:close/>
                <a:moveTo>
                  <a:pt x="25430" y="40717"/>
                </a:moveTo>
                <a:cubicBezTo>
                  <a:pt x="25445" y="40746"/>
                  <a:pt x="25460" y="40761"/>
                  <a:pt x="25474" y="40805"/>
                </a:cubicBezTo>
                <a:cubicBezTo>
                  <a:pt x="25518" y="40879"/>
                  <a:pt x="25563" y="40952"/>
                  <a:pt x="25607" y="41011"/>
                </a:cubicBezTo>
                <a:cubicBezTo>
                  <a:pt x="25533" y="41100"/>
                  <a:pt x="25474" y="41188"/>
                  <a:pt x="25401" y="41276"/>
                </a:cubicBezTo>
                <a:cubicBezTo>
                  <a:pt x="25386" y="41261"/>
                  <a:pt x="25386" y="41247"/>
                  <a:pt x="25371" y="41232"/>
                </a:cubicBezTo>
                <a:cubicBezTo>
                  <a:pt x="25401" y="41188"/>
                  <a:pt x="25430" y="41158"/>
                  <a:pt x="25460" y="41114"/>
                </a:cubicBezTo>
                <a:cubicBezTo>
                  <a:pt x="25445" y="41114"/>
                  <a:pt x="25430" y="41100"/>
                  <a:pt x="25401" y="41085"/>
                </a:cubicBezTo>
                <a:cubicBezTo>
                  <a:pt x="25386" y="41114"/>
                  <a:pt x="25357" y="41129"/>
                  <a:pt x="25327" y="41173"/>
                </a:cubicBezTo>
                <a:cubicBezTo>
                  <a:pt x="25298" y="41114"/>
                  <a:pt x="25253" y="41055"/>
                  <a:pt x="25195" y="41011"/>
                </a:cubicBezTo>
                <a:cubicBezTo>
                  <a:pt x="25283" y="40908"/>
                  <a:pt x="25342" y="40820"/>
                  <a:pt x="25430" y="40717"/>
                </a:cubicBezTo>
                <a:close/>
                <a:moveTo>
                  <a:pt x="25886" y="40732"/>
                </a:moveTo>
                <a:cubicBezTo>
                  <a:pt x="25930" y="40820"/>
                  <a:pt x="25989" y="40938"/>
                  <a:pt x="26033" y="41026"/>
                </a:cubicBezTo>
                <a:cubicBezTo>
                  <a:pt x="25975" y="41114"/>
                  <a:pt x="25916" y="41203"/>
                  <a:pt x="25842" y="41306"/>
                </a:cubicBezTo>
                <a:cubicBezTo>
                  <a:pt x="25827" y="41203"/>
                  <a:pt x="25754" y="41114"/>
                  <a:pt x="25695" y="41011"/>
                </a:cubicBezTo>
                <a:cubicBezTo>
                  <a:pt x="25754" y="40908"/>
                  <a:pt x="25827" y="40820"/>
                  <a:pt x="25886" y="40732"/>
                </a:cubicBezTo>
                <a:close/>
                <a:moveTo>
                  <a:pt x="26298" y="40761"/>
                </a:moveTo>
                <a:cubicBezTo>
                  <a:pt x="26343" y="40864"/>
                  <a:pt x="26387" y="40952"/>
                  <a:pt x="26431" y="41055"/>
                </a:cubicBezTo>
                <a:cubicBezTo>
                  <a:pt x="26387" y="41158"/>
                  <a:pt x="26343" y="41247"/>
                  <a:pt x="26284" y="41335"/>
                </a:cubicBezTo>
                <a:cubicBezTo>
                  <a:pt x="26254" y="41247"/>
                  <a:pt x="26195" y="41144"/>
                  <a:pt x="26166" y="41041"/>
                </a:cubicBezTo>
                <a:cubicBezTo>
                  <a:pt x="26195" y="40952"/>
                  <a:pt x="26254" y="40864"/>
                  <a:pt x="26298" y="40761"/>
                </a:cubicBezTo>
                <a:close/>
                <a:moveTo>
                  <a:pt x="26637" y="40805"/>
                </a:moveTo>
                <a:cubicBezTo>
                  <a:pt x="26681" y="40893"/>
                  <a:pt x="26696" y="40982"/>
                  <a:pt x="26725" y="41085"/>
                </a:cubicBezTo>
                <a:cubicBezTo>
                  <a:pt x="26696" y="41173"/>
                  <a:pt x="26652" y="41261"/>
                  <a:pt x="26622" y="41335"/>
                </a:cubicBezTo>
                <a:lnTo>
                  <a:pt x="26504" y="41055"/>
                </a:lnTo>
                <a:cubicBezTo>
                  <a:pt x="26549" y="40967"/>
                  <a:pt x="26607" y="40893"/>
                  <a:pt x="26637" y="40805"/>
                </a:cubicBezTo>
                <a:close/>
                <a:moveTo>
                  <a:pt x="26916" y="40835"/>
                </a:moveTo>
                <a:cubicBezTo>
                  <a:pt x="26931" y="40938"/>
                  <a:pt x="26946" y="41026"/>
                  <a:pt x="26975" y="41100"/>
                </a:cubicBezTo>
                <a:cubicBezTo>
                  <a:pt x="26931" y="41173"/>
                  <a:pt x="26916" y="41261"/>
                  <a:pt x="26872" y="41335"/>
                </a:cubicBezTo>
                <a:cubicBezTo>
                  <a:pt x="26858" y="41247"/>
                  <a:pt x="26828" y="41144"/>
                  <a:pt x="26799" y="41070"/>
                </a:cubicBezTo>
                <a:cubicBezTo>
                  <a:pt x="26858" y="41011"/>
                  <a:pt x="26902" y="40908"/>
                  <a:pt x="26916" y="40835"/>
                </a:cubicBezTo>
                <a:close/>
                <a:moveTo>
                  <a:pt x="27137" y="40893"/>
                </a:moveTo>
                <a:cubicBezTo>
                  <a:pt x="27152" y="40952"/>
                  <a:pt x="27167" y="41026"/>
                  <a:pt x="27167" y="41100"/>
                </a:cubicBezTo>
                <a:cubicBezTo>
                  <a:pt x="27152" y="41173"/>
                  <a:pt x="27137" y="41247"/>
                  <a:pt x="27122" y="41335"/>
                </a:cubicBezTo>
                <a:lnTo>
                  <a:pt x="27064" y="41114"/>
                </a:lnTo>
                <a:cubicBezTo>
                  <a:pt x="27078" y="41041"/>
                  <a:pt x="27122" y="40967"/>
                  <a:pt x="27137" y="40893"/>
                </a:cubicBezTo>
                <a:close/>
                <a:moveTo>
                  <a:pt x="25150" y="41085"/>
                </a:moveTo>
                <a:cubicBezTo>
                  <a:pt x="25180" y="41129"/>
                  <a:pt x="25224" y="41188"/>
                  <a:pt x="25283" y="41247"/>
                </a:cubicBezTo>
                <a:lnTo>
                  <a:pt x="25062" y="41512"/>
                </a:lnTo>
                <a:cubicBezTo>
                  <a:pt x="25018" y="41467"/>
                  <a:pt x="24959" y="41409"/>
                  <a:pt x="24930" y="41350"/>
                </a:cubicBezTo>
                <a:lnTo>
                  <a:pt x="25150" y="41085"/>
                </a:lnTo>
                <a:close/>
                <a:moveTo>
                  <a:pt x="27343" y="41379"/>
                </a:moveTo>
                <a:cubicBezTo>
                  <a:pt x="27343" y="41394"/>
                  <a:pt x="27343" y="41423"/>
                  <a:pt x="27358" y="41467"/>
                </a:cubicBezTo>
                <a:cubicBezTo>
                  <a:pt x="27358" y="41497"/>
                  <a:pt x="27343" y="41556"/>
                  <a:pt x="27343" y="41600"/>
                </a:cubicBezTo>
                <a:cubicBezTo>
                  <a:pt x="27343" y="41556"/>
                  <a:pt x="27343" y="41526"/>
                  <a:pt x="27314" y="41497"/>
                </a:cubicBezTo>
                <a:cubicBezTo>
                  <a:pt x="27343" y="41467"/>
                  <a:pt x="27343" y="41409"/>
                  <a:pt x="27343" y="41379"/>
                </a:cubicBezTo>
                <a:close/>
                <a:moveTo>
                  <a:pt x="25312" y="41320"/>
                </a:moveTo>
                <a:cubicBezTo>
                  <a:pt x="25327" y="41335"/>
                  <a:pt x="25327" y="41350"/>
                  <a:pt x="25357" y="41379"/>
                </a:cubicBezTo>
                <a:cubicBezTo>
                  <a:pt x="25283" y="41467"/>
                  <a:pt x="25209" y="41556"/>
                  <a:pt x="25136" y="41673"/>
                </a:cubicBezTo>
                <a:lnTo>
                  <a:pt x="25077" y="41615"/>
                </a:lnTo>
                <a:cubicBezTo>
                  <a:pt x="25165" y="41497"/>
                  <a:pt x="25239" y="41409"/>
                  <a:pt x="25312" y="41320"/>
                </a:cubicBezTo>
                <a:close/>
                <a:moveTo>
                  <a:pt x="25666" y="41100"/>
                </a:moveTo>
                <a:cubicBezTo>
                  <a:pt x="25724" y="41188"/>
                  <a:pt x="25769" y="41306"/>
                  <a:pt x="25827" y="41394"/>
                </a:cubicBezTo>
                <a:cubicBezTo>
                  <a:pt x="25769" y="41482"/>
                  <a:pt x="25695" y="41570"/>
                  <a:pt x="25651" y="41673"/>
                </a:cubicBezTo>
                <a:cubicBezTo>
                  <a:pt x="25621" y="41629"/>
                  <a:pt x="25592" y="41600"/>
                  <a:pt x="25577" y="41541"/>
                </a:cubicBezTo>
                <a:cubicBezTo>
                  <a:pt x="25607" y="41482"/>
                  <a:pt x="25651" y="41423"/>
                  <a:pt x="25695" y="41379"/>
                </a:cubicBezTo>
                <a:cubicBezTo>
                  <a:pt x="25666" y="41350"/>
                  <a:pt x="25651" y="41335"/>
                  <a:pt x="25621" y="41320"/>
                </a:cubicBezTo>
                <a:cubicBezTo>
                  <a:pt x="25592" y="41379"/>
                  <a:pt x="25548" y="41423"/>
                  <a:pt x="25518" y="41467"/>
                </a:cubicBezTo>
                <a:cubicBezTo>
                  <a:pt x="25504" y="41423"/>
                  <a:pt x="25474" y="41394"/>
                  <a:pt x="25460" y="41379"/>
                </a:cubicBezTo>
                <a:cubicBezTo>
                  <a:pt x="25533" y="41276"/>
                  <a:pt x="25592" y="41188"/>
                  <a:pt x="25666" y="41100"/>
                </a:cubicBezTo>
                <a:close/>
                <a:moveTo>
                  <a:pt x="26092" y="41114"/>
                </a:moveTo>
                <a:cubicBezTo>
                  <a:pt x="26136" y="41203"/>
                  <a:pt x="26181" y="41320"/>
                  <a:pt x="26210" y="41409"/>
                </a:cubicBezTo>
                <a:lnTo>
                  <a:pt x="26048" y="41688"/>
                </a:lnTo>
                <a:cubicBezTo>
                  <a:pt x="25989" y="41600"/>
                  <a:pt x="25960" y="41482"/>
                  <a:pt x="25901" y="41394"/>
                </a:cubicBezTo>
                <a:cubicBezTo>
                  <a:pt x="25975" y="41306"/>
                  <a:pt x="26033" y="41203"/>
                  <a:pt x="26092" y="41114"/>
                </a:cubicBezTo>
                <a:close/>
                <a:moveTo>
                  <a:pt x="26475" y="41158"/>
                </a:moveTo>
                <a:lnTo>
                  <a:pt x="26578" y="41423"/>
                </a:lnTo>
                <a:cubicBezTo>
                  <a:pt x="26534" y="41512"/>
                  <a:pt x="26475" y="41615"/>
                  <a:pt x="26431" y="41688"/>
                </a:cubicBezTo>
                <a:lnTo>
                  <a:pt x="26328" y="41409"/>
                </a:lnTo>
                <a:cubicBezTo>
                  <a:pt x="26387" y="41320"/>
                  <a:pt x="26416" y="41247"/>
                  <a:pt x="26475" y="41158"/>
                </a:cubicBezTo>
                <a:close/>
                <a:moveTo>
                  <a:pt x="27181" y="41306"/>
                </a:moveTo>
                <a:cubicBezTo>
                  <a:pt x="27211" y="41350"/>
                  <a:pt x="27225" y="41423"/>
                  <a:pt x="27225" y="41482"/>
                </a:cubicBezTo>
                <a:cubicBezTo>
                  <a:pt x="27211" y="41556"/>
                  <a:pt x="27181" y="41615"/>
                  <a:pt x="27167" y="41688"/>
                </a:cubicBezTo>
                <a:cubicBezTo>
                  <a:pt x="27152" y="41615"/>
                  <a:pt x="27152" y="41556"/>
                  <a:pt x="27137" y="41482"/>
                </a:cubicBezTo>
                <a:cubicBezTo>
                  <a:pt x="27152" y="41423"/>
                  <a:pt x="27167" y="41350"/>
                  <a:pt x="27181" y="41306"/>
                </a:cubicBezTo>
                <a:close/>
                <a:moveTo>
                  <a:pt x="26769" y="41188"/>
                </a:moveTo>
                <a:cubicBezTo>
                  <a:pt x="26784" y="41276"/>
                  <a:pt x="26813" y="41379"/>
                  <a:pt x="26843" y="41467"/>
                </a:cubicBezTo>
                <a:cubicBezTo>
                  <a:pt x="26799" y="41556"/>
                  <a:pt x="26769" y="41629"/>
                  <a:pt x="26725" y="41718"/>
                </a:cubicBezTo>
                <a:cubicBezTo>
                  <a:pt x="26696" y="41629"/>
                  <a:pt x="26681" y="41541"/>
                  <a:pt x="26637" y="41453"/>
                </a:cubicBezTo>
                <a:cubicBezTo>
                  <a:pt x="26696" y="41350"/>
                  <a:pt x="26725" y="41276"/>
                  <a:pt x="26769" y="41188"/>
                </a:cubicBezTo>
                <a:close/>
                <a:moveTo>
                  <a:pt x="27019" y="41247"/>
                </a:moveTo>
                <a:cubicBezTo>
                  <a:pt x="27034" y="41320"/>
                  <a:pt x="27034" y="41394"/>
                  <a:pt x="27064" y="41482"/>
                </a:cubicBezTo>
                <a:cubicBezTo>
                  <a:pt x="27049" y="41556"/>
                  <a:pt x="27005" y="41629"/>
                  <a:pt x="26990" y="41718"/>
                </a:cubicBezTo>
                <a:cubicBezTo>
                  <a:pt x="26975" y="41629"/>
                  <a:pt x="26946" y="41556"/>
                  <a:pt x="26931" y="41482"/>
                </a:cubicBezTo>
                <a:cubicBezTo>
                  <a:pt x="26975" y="41409"/>
                  <a:pt x="26990" y="41335"/>
                  <a:pt x="27019" y="41247"/>
                </a:cubicBezTo>
                <a:close/>
                <a:moveTo>
                  <a:pt x="25401" y="41453"/>
                </a:moveTo>
                <a:cubicBezTo>
                  <a:pt x="25430" y="41482"/>
                  <a:pt x="25445" y="41497"/>
                  <a:pt x="25460" y="41541"/>
                </a:cubicBezTo>
                <a:lnTo>
                  <a:pt x="25239" y="41821"/>
                </a:lnTo>
                <a:cubicBezTo>
                  <a:pt x="25224" y="41776"/>
                  <a:pt x="25195" y="41762"/>
                  <a:pt x="25180" y="41718"/>
                </a:cubicBezTo>
                <a:lnTo>
                  <a:pt x="25401" y="41453"/>
                </a:lnTo>
                <a:close/>
                <a:moveTo>
                  <a:pt x="25518" y="41615"/>
                </a:moveTo>
                <a:cubicBezTo>
                  <a:pt x="25533" y="41644"/>
                  <a:pt x="25563" y="41703"/>
                  <a:pt x="25592" y="41732"/>
                </a:cubicBezTo>
                <a:cubicBezTo>
                  <a:pt x="25518" y="41835"/>
                  <a:pt x="25460" y="41924"/>
                  <a:pt x="25386" y="42012"/>
                </a:cubicBezTo>
                <a:cubicBezTo>
                  <a:pt x="25357" y="41982"/>
                  <a:pt x="25327" y="41924"/>
                  <a:pt x="25298" y="41879"/>
                </a:cubicBezTo>
                <a:lnTo>
                  <a:pt x="25518" y="41615"/>
                </a:lnTo>
                <a:close/>
                <a:moveTo>
                  <a:pt x="25842" y="41453"/>
                </a:moveTo>
                <a:cubicBezTo>
                  <a:pt x="25901" y="41541"/>
                  <a:pt x="25960" y="41644"/>
                  <a:pt x="25989" y="41747"/>
                </a:cubicBezTo>
                <a:cubicBezTo>
                  <a:pt x="25960" y="41850"/>
                  <a:pt x="25901" y="41938"/>
                  <a:pt x="25842" y="42041"/>
                </a:cubicBezTo>
                <a:cubicBezTo>
                  <a:pt x="25813" y="41968"/>
                  <a:pt x="25769" y="41909"/>
                  <a:pt x="25739" y="41835"/>
                </a:cubicBezTo>
                <a:cubicBezTo>
                  <a:pt x="25798" y="41762"/>
                  <a:pt x="25842" y="41688"/>
                  <a:pt x="25886" y="41615"/>
                </a:cubicBezTo>
                <a:cubicBezTo>
                  <a:pt x="25872" y="41585"/>
                  <a:pt x="25842" y="41570"/>
                  <a:pt x="25827" y="41541"/>
                </a:cubicBezTo>
                <a:cubicBezTo>
                  <a:pt x="25769" y="41615"/>
                  <a:pt x="25739" y="41688"/>
                  <a:pt x="25680" y="41747"/>
                </a:cubicBezTo>
                <a:cubicBezTo>
                  <a:pt x="25680" y="41747"/>
                  <a:pt x="25680" y="41718"/>
                  <a:pt x="25666" y="41718"/>
                </a:cubicBezTo>
                <a:cubicBezTo>
                  <a:pt x="25724" y="41629"/>
                  <a:pt x="25798" y="41541"/>
                  <a:pt x="25842" y="41453"/>
                </a:cubicBezTo>
                <a:close/>
                <a:moveTo>
                  <a:pt x="27270" y="41718"/>
                </a:moveTo>
                <a:cubicBezTo>
                  <a:pt x="27270" y="41776"/>
                  <a:pt x="27270" y="41821"/>
                  <a:pt x="27284" y="41865"/>
                </a:cubicBezTo>
                <a:cubicBezTo>
                  <a:pt x="27270" y="41924"/>
                  <a:pt x="27270" y="41982"/>
                  <a:pt x="27240" y="42041"/>
                </a:cubicBezTo>
                <a:cubicBezTo>
                  <a:pt x="27240" y="41982"/>
                  <a:pt x="27225" y="41938"/>
                  <a:pt x="27225" y="41879"/>
                </a:cubicBezTo>
                <a:cubicBezTo>
                  <a:pt x="27240" y="41835"/>
                  <a:pt x="27270" y="41776"/>
                  <a:pt x="27270" y="41718"/>
                </a:cubicBezTo>
                <a:close/>
                <a:moveTo>
                  <a:pt x="26269" y="41497"/>
                </a:moveTo>
                <a:cubicBezTo>
                  <a:pt x="26313" y="41600"/>
                  <a:pt x="26343" y="41703"/>
                  <a:pt x="26387" y="41791"/>
                </a:cubicBezTo>
                <a:cubicBezTo>
                  <a:pt x="26328" y="41894"/>
                  <a:pt x="26284" y="41982"/>
                  <a:pt x="26239" y="42056"/>
                </a:cubicBezTo>
                <a:cubicBezTo>
                  <a:pt x="26195" y="41968"/>
                  <a:pt x="26136" y="41850"/>
                  <a:pt x="26107" y="41762"/>
                </a:cubicBezTo>
                <a:cubicBezTo>
                  <a:pt x="26166" y="41673"/>
                  <a:pt x="26210" y="41600"/>
                  <a:pt x="26269" y="41497"/>
                </a:cubicBezTo>
                <a:close/>
                <a:moveTo>
                  <a:pt x="27093" y="41629"/>
                </a:moveTo>
                <a:cubicBezTo>
                  <a:pt x="27122" y="41718"/>
                  <a:pt x="27122" y="41791"/>
                  <a:pt x="27137" y="41865"/>
                </a:cubicBezTo>
                <a:cubicBezTo>
                  <a:pt x="27122" y="41938"/>
                  <a:pt x="27093" y="42012"/>
                  <a:pt x="27078" y="42071"/>
                </a:cubicBezTo>
                <a:lnTo>
                  <a:pt x="27019" y="41850"/>
                </a:lnTo>
                <a:cubicBezTo>
                  <a:pt x="27034" y="41776"/>
                  <a:pt x="27078" y="41703"/>
                  <a:pt x="27093" y="41629"/>
                </a:cubicBezTo>
                <a:close/>
                <a:moveTo>
                  <a:pt x="26607" y="41541"/>
                </a:moveTo>
                <a:cubicBezTo>
                  <a:pt x="26637" y="41629"/>
                  <a:pt x="26652" y="41718"/>
                  <a:pt x="26696" y="41835"/>
                </a:cubicBezTo>
                <a:cubicBezTo>
                  <a:pt x="26652" y="41924"/>
                  <a:pt x="26622" y="41997"/>
                  <a:pt x="26578" y="42086"/>
                </a:cubicBezTo>
                <a:cubicBezTo>
                  <a:pt x="26549" y="41982"/>
                  <a:pt x="26504" y="41879"/>
                  <a:pt x="26475" y="41791"/>
                </a:cubicBezTo>
                <a:cubicBezTo>
                  <a:pt x="26504" y="41703"/>
                  <a:pt x="26563" y="41629"/>
                  <a:pt x="26607" y="41541"/>
                </a:cubicBezTo>
                <a:close/>
                <a:moveTo>
                  <a:pt x="26872" y="41600"/>
                </a:moveTo>
                <a:cubicBezTo>
                  <a:pt x="26902" y="41688"/>
                  <a:pt x="26916" y="41776"/>
                  <a:pt x="26931" y="41850"/>
                </a:cubicBezTo>
                <a:cubicBezTo>
                  <a:pt x="26902" y="41924"/>
                  <a:pt x="26872" y="42012"/>
                  <a:pt x="26843" y="42086"/>
                </a:cubicBezTo>
                <a:cubicBezTo>
                  <a:pt x="26828" y="41997"/>
                  <a:pt x="26784" y="41909"/>
                  <a:pt x="26769" y="41835"/>
                </a:cubicBezTo>
                <a:cubicBezTo>
                  <a:pt x="26828" y="41747"/>
                  <a:pt x="26843" y="41673"/>
                  <a:pt x="26872" y="41600"/>
                </a:cubicBezTo>
                <a:close/>
                <a:moveTo>
                  <a:pt x="25621" y="41821"/>
                </a:moveTo>
                <a:cubicBezTo>
                  <a:pt x="25621" y="41821"/>
                  <a:pt x="25621" y="41835"/>
                  <a:pt x="25651" y="41835"/>
                </a:cubicBezTo>
                <a:cubicBezTo>
                  <a:pt x="25592" y="41924"/>
                  <a:pt x="25518" y="42012"/>
                  <a:pt x="25445" y="42115"/>
                </a:cubicBezTo>
                <a:cubicBezTo>
                  <a:pt x="25445" y="42115"/>
                  <a:pt x="25445" y="42086"/>
                  <a:pt x="25430" y="42086"/>
                </a:cubicBezTo>
                <a:cubicBezTo>
                  <a:pt x="25504" y="41997"/>
                  <a:pt x="25563" y="41909"/>
                  <a:pt x="25621" y="41821"/>
                </a:cubicBezTo>
                <a:close/>
                <a:moveTo>
                  <a:pt x="26063" y="41865"/>
                </a:moveTo>
                <a:cubicBezTo>
                  <a:pt x="26107" y="41938"/>
                  <a:pt x="26122" y="42012"/>
                  <a:pt x="26166" y="42086"/>
                </a:cubicBezTo>
                <a:cubicBezTo>
                  <a:pt x="26107" y="42189"/>
                  <a:pt x="26063" y="42247"/>
                  <a:pt x="26019" y="42350"/>
                </a:cubicBezTo>
                <a:lnTo>
                  <a:pt x="25901" y="42130"/>
                </a:lnTo>
                <a:cubicBezTo>
                  <a:pt x="25960" y="42041"/>
                  <a:pt x="26019" y="41968"/>
                  <a:pt x="26063" y="41865"/>
                </a:cubicBezTo>
                <a:close/>
                <a:moveTo>
                  <a:pt x="27284" y="42159"/>
                </a:moveTo>
                <a:cubicBezTo>
                  <a:pt x="27299" y="42203"/>
                  <a:pt x="27299" y="42218"/>
                  <a:pt x="27299" y="42247"/>
                </a:cubicBezTo>
                <a:cubicBezTo>
                  <a:pt x="27299" y="42292"/>
                  <a:pt x="27284" y="42321"/>
                  <a:pt x="27284" y="42365"/>
                </a:cubicBezTo>
                <a:cubicBezTo>
                  <a:pt x="27284" y="42336"/>
                  <a:pt x="27284" y="42292"/>
                  <a:pt x="27270" y="42277"/>
                </a:cubicBezTo>
                <a:cubicBezTo>
                  <a:pt x="27270" y="42233"/>
                  <a:pt x="27284" y="42203"/>
                  <a:pt x="27284" y="42159"/>
                </a:cubicBezTo>
                <a:close/>
                <a:moveTo>
                  <a:pt x="25680" y="41909"/>
                </a:moveTo>
                <a:cubicBezTo>
                  <a:pt x="25724" y="41982"/>
                  <a:pt x="25754" y="42041"/>
                  <a:pt x="25798" y="42115"/>
                </a:cubicBezTo>
                <a:cubicBezTo>
                  <a:pt x="25739" y="42203"/>
                  <a:pt x="25666" y="42292"/>
                  <a:pt x="25607" y="42380"/>
                </a:cubicBezTo>
                <a:cubicBezTo>
                  <a:pt x="25563" y="42306"/>
                  <a:pt x="25518" y="42233"/>
                  <a:pt x="25474" y="42189"/>
                </a:cubicBezTo>
                <a:cubicBezTo>
                  <a:pt x="25548" y="42086"/>
                  <a:pt x="25621" y="41997"/>
                  <a:pt x="25680" y="41909"/>
                </a:cubicBezTo>
                <a:close/>
                <a:moveTo>
                  <a:pt x="26431" y="41894"/>
                </a:moveTo>
                <a:cubicBezTo>
                  <a:pt x="26475" y="41982"/>
                  <a:pt x="26504" y="42086"/>
                  <a:pt x="26549" y="42189"/>
                </a:cubicBezTo>
                <a:cubicBezTo>
                  <a:pt x="26504" y="42277"/>
                  <a:pt x="26460" y="42350"/>
                  <a:pt x="26416" y="42439"/>
                </a:cubicBezTo>
                <a:cubicBezTo>
                  <a:pt x="26416" y="42424"/>
                  <a:pt x="26401" y="42409"/>
                  <a:pt x="26401" y="42380"/>
                </a:cubicBezTo>
                <a:cubicBezTo>
                  <a:pt x="26401" y="42365"/>
                  <a:pt x="26416" y="42365"/>
                  <a:pt x="26416" y="42350"/>
                </a:cubicBezTo>
                <a:cubicBezTo>
                  <a:pt x="26387" y="42336"/>
                  <a:pt x="26387" y="42292"/>
                  <a:pt x="26357" y="42277"/>
                </a:cubicBezTo>
                <a:cubicBezTo>
                  <a:pt x="26357" y="42277"/>
                  <a:pt x="26357" y="42292"/>
                  <a:pt x="26343" y="42292"/>
                </a:cubicBezTo>
                <a:cubicBezTo>
                  <a:pt x="26328" y="42233"/>
                  <a:pt x="26313" y="42203"/>
                  <a:pt x="26284" y="42144"/>
                </a:cubicBezTo>
                <a:cubicBezTo>
                  <a:pt x="26343" y="42056"/>
                  <a:pt x="26387" y="41982"/>
                  <a:pt x="26431" y="41894"/>
                </a:cubicBezTo>
                <a:close/>
                <a:moveTo>
                  <a:pt x="26725" y="41938"/>
                </a:moveTo>
                <a:cubicBezTo>
                  <a:pt x="26755" y="42041"/>
                  <a:pt x="26784" y="42130"/>
                  <a:pt x="26799" y="42218"/>
                </a:cubicBezTo>
                <a:cubicBezTo>
                  <a:pt x="26769" y="42292"/>
                  <a:pt x="26725" y="42380"/>
                  <a:pt x="26710" y="42453"/>
                </a:cubicBezTo>
                <a:cubicBezTo>
                  <a:pt x="26681" y="42365"/>
                  <a:pt x="26652" y="42277"/>
                  <a:pt x="26622" y="42189"/>
                </a:cubicBezTo>
                <a:cubicBezTo>
                  <a:pt x="26652" y="42115"/>
                  <a:pt x="26696" y="42012"/>
                  <a:pt x="26725" y="41938"/>
                </a:cubicBezTo>
                <a:close/>
                <a:moveTo>
                  <a:pt x="27167" y="42071"/>
                </a:moveTo>
                <a:cubicBezTo>
                  <a:pt x="27167" y="42130"/>
                  <a:pt x="27167" y="42203"/>
                  <a:pt x="27196" y="42277"/>
                </a:cubicBezTo>
                <a:cubicBezTo>
                  <a:pt x="27167" y="42336"/>
                  <a:pt x="27152" y="42409"/>
                  <a:pt x="27152" y="42453"/>
                </a:cubicBezTo>
                <a:cubicBezTo>
                  <a:pt x="27137" y="42380"/>
                  <a:pt x="27137" y="42336"/>
                  <a:pt x="27122" y="42247"/>
                </a:cubicBezTo>
                <a:cubicBezTo>
                  <a:pt x="27137" y="42203"/>
                  <a:pt x="27152" y="42130"/>
                  <a:pt x="27167" y="42071"/>
                </a:cubicBezTo>
                <a:close/>
                <a:moveTo>
                  <a:pt x="26990" y="42012"/>
                </a:moveTo>
                <a:cubicBezTo>
                  <a:pt x="27005" y="42115"/>
                  <a:pt x="27019" y="42189"/>
                  <a:pt x="27034" y="42277"/>
                </a:cubicBezTo>
                <a:cubicBezTo>
                  <a:pt x="27005" y="42336"/>
                  <a:pt x="26975" y="42409"/>
                  <a:pt x="26946" y="42483"/>
                </a:cubicBezTo>
                <a:cubicBezTo>
                  <a:pt x="26931" y="42409"/>
                  <a:pt x="26916" y="42306"/>
                  <a:pt x="26902" y="42233"/>
                </a:cubicBezTo>
                <a:cubicBezTo>
                  <a:pt x="26931" y="42159"/>
                  <a:pt x="26946" y="42086"/>
                  <a:pt x="26990" y="42012"/>
                </a:cubicBezTo>
                <a:close/>
                <a:moveTo>
                  <a:pt x="26239" y="42233"/>
                </a:moveTo>
                <a:cubicBezTo>
                  <a:pt x="26254" y="42292"/>
                  <a:pt x="26269" y="42336"/>
                  <a:pt x="26284" y="42380"/>
                </a:cubicBezTo>
                <a:cubicBezTo>
                  <a:pt x="26254" y="42483"/>
                  <a:pt x="26195" y="42556"/>
                  <a:pt x="26136" y="42645"/>
                </a:cubicBezTo>
                <a:cubicBezTo>
                  <a:pt x="26122" y="42586"/>
                  <a:pt x="26092" y="42556"/>
                  <a:pt x="26063" y="42498"/>
                </a:cubicBezTo>
                <a:cubicBezTo>
                  <a:pt x="26136" y="42409"/>
                  <a:pt x="26181" y="42336"/>
                  <a:pt x="26239" y="42233"/>
                </a:cubicBezTo>
                <a:close/>
                <a:moveTo>
                  <a:pt x="25842" y="42203"/>
                </a:moveTo>
                <a:lnTo>
                  <a:pt x="25960" y="42424"/>
                </a:lnTo>
                <a:cubicBezTo>
                  <a:pt x="25901" y="42512"/>
                  <a:pt x="25842" y="42601"/>
                  <a:pt x="25783" y="42674"/>
                </a:cubicBezTo>
                <a:cubicBezTo>
                  <a:pt x="25754" y="42601"/>
                  <a:pt x="25710" y="42527"/>
                  <a:pt x="25666" y="42453"/>
                </a:cubicBezTo>
                <a:cubicBezTo>
                  <a:pt x="25739" y="42380"/>
                  <a:pt x="25798" y="42292"/>
                  <a:pt x="25842" y="42203"/>
                </a:cubicBezTo>
                <a:close/>
                <a:moveTo>
                  <a:pt x="26328" y="42483"/>
                </a:moveTo>
                <a:cubicBezTo>
                  <a:pt x="26328" y="42498"/>
                  <a:pt x="26343" y="42512"/>
                  <a:pt x="26343" y="42527"/>
                </a:cubicBezTo>
                <a:cubicBezTo>
                  <a:pt x="26298" y="42630"/>
                  <a:pt x="26254" y="42704"/>
                  <a:pt x="26210" y="42792"/>
                </a:cubicBezTo>
                <a:cubicBezTo>
                  <a:pt x="26210" y="42777"/>
                  <a:pt x="26195" y="42748"/>
                  <a:pt x="26195" y="42733"/>
                </a:cubicBezTo>
                <a:cubicBezTo>
                  <a:pt x="26239" y="42645"/>
                  <a:pt x="26284" y="42571"/>
                  <a:pt x="26328" y="42483"/>
                </a:cubicBezTo>
                <a:close/>
                <a:moveTo>
                  <a:pt x="26563" y="42292"/>
                </a:moveTo>
                <a:cubicBezTo>
                  <a:pt x="26607" y="42380"/>
                  <a:pt x="26622" y="42468"/>
                  <a:pt x="26652" y="42586"/>
                </a:cubicBezTo>
                <a:cubicBezTo>
                  <a:pt x="26622" y="42659"/>
                  <a:pt x="26578" y="42748"/>
                  <a:pt x="26549" y="42821"/>
                </a:cubicBezTo>
                <a:cubicBezTo>
                  <a:pt x="26534" y="42792"/>
                  <a:pt x="26504" y="42733"/>
                  <a:pt x="26490" y="42704"/>
                </a:cubicBezTo>
                <a:cubicBezTo>
                  <a:pt x="26504" y="42659"/>
                  <a:pt x="26534" y="42630"/>
                  <a:pt x="26549" y="42601"/>
                </a:cubicBezTo>
                <a:cubicBezTo>
                  <a:pt x="26534" y="42571"/>
                  <a:pt x="26504" y="42556"/>
                  <a:pt x="26490" y="42512"/>
                </a:cubicBezTo>
                <a:cubicBezTo>
                  <a:pt x="26475" y="42527"/>
                  <a:pt x="26475" y="42571"/>
                  <a:pt x="26460" y="42586"/>
                </a:cubicBezTo>
                <a:cubicBezTo>
                  <a:pt x="26460" y="42571"/>
                  <a:pt x="26431" y="42556"/>
                  <a:pt x="26431" y="42527"/>
                </a:cubicBezTo>
                <a:cubicBezTo>
                  <a:pt x="26475" y="42453"/>
                  <a:pt x="26534" y="42365"/>
                  <a:pt x="26563" y="42292"/>
                </a:cubicBezTo>
                <a:close/>
                <a:moveTo>
                  <a:pt x="27211" y="42512"/>
                </a:moveTo>
                <a:cubicBezTo>
                  <a:pt x="27225" y="42556"/>
                  <a:pt x="27225" y="42601"/>
                  <a:pt x="27225" y="42659"/>
                </a:cubicBezTo>
                <a:cubicBezTo>
                  <a:pt x="27211" y="42718"/>
                  <a:pt x="27211" y="42777"/>
                  <a:pt x="27181" y="42821"/>
                </a:cubicBezTo>
                <a:cubicBezTo>
                  <a:pt x="27181" y="42777"/>
                  <a:pt x="27167" y="42718"/>
                  <a:pt x="27167" y="42659"/>
                </a:cubicBezTo>
                <a:cubicBezTo>
                  <a:pt x="27181" y="42601"/>
                  <a:pt x="27211" y="42571"/>
                  <a:pt x="27211" y="42512"/>
                </a:cubicBezTo>
                <a:close/>
                <a:moveTo>
                  <a:pt x="26843" y="42350"/>
                </a:moveTo>
                <a:cubicBezTo>
                  <a:pt x="26858" y="42439"/>
                  <a:pt x="26872" y="42527"/>
                  <a:pt x="26902" y="42601"/>
                </a:cubicBezTo>
                <a:cubicBezTo>
                  <a:pt x="26872" y="42674"/>
                  <a:pt x="26843" y="42748"/>
                  <a:pt x="26799" y="42836"/>
                </a:cubicBezTo>
                <a:cubicBezTo>
                  <a:pt x="26784" y="42748"/>
                  <a:pt x="26755" y="42659"/>
                  <a:pt x="26725" y="42586"/>
                </a:cubicBezTo>
                <a:cubicBezTo>
                  <a:pt x="26784" y="42512"/>
                  <a:pt x="26799" y="42424"/>
                  <a:pt x="26843" y="42350"/>
                </a:cubicBezTo>
                <a:close/>
                <a:moveTo>
                  <a:pt x="27064" y="42424"/>
                </a:moveTo>
                <a:cubicBezTo>
                  <a:pt x="27064" y="42498"/>
                  <a:pt x="27078" y="42571"/>
                  <a:pt x="27093" y="42645"/>
                </a:cubicBezTo>
                <a:cubicBezTo>
                  <a:pt x="27078" y="42718"/>
                  <a:pt x="27064" y="42777"/>
                  <a:pt x="27049" y="42851"/>
                </a:cubicBezTo>
                <a:lnTo>
                  <a:pt x="26990" y="42630"/>
                </a:lnTo>
                <a:cubicBezTo>
                  <a:pt x="27005" y="42556"/>
                  <a:pt x="27049" y="42498"/>
                  <a:pt x="27064" y="42424"/>
                </a:cubicBezTo>
                <a:close/>
                <a:moveTo>
                  <a:pt x="26401" y="42645"/>
                </a:moveTo>
                <a:cubicBezTo>
                  <a:pt x="26401" y="42659"/>
                  <a:pt x="26416" y="42674"/>
                  <a:pt x="26416" y="42704"/>
                </a:cubicBezTo>
                <a:cubicBezTo>
                  <a:pt x="26372" y="42792"/>
                  <a:pt x="26328" y="42865"/>
                  <a:pt x="26284" y="42954"/>
                </a:cubicBezTo>
                <a:cubicBezTo>
                  <a:pt x="26284" y="42939"/>
                  <a:pt x="26269" y="42924"/>
                  <a:pt x="26269" y="42895"/>
                </a:cubicBezTo>
                <a:cubicBezTo>
                  <a:pt x="26298" y="42792"/>
                  <a:pt x="26343" y="42718"/>
                  <a:pt x="26401" y="42645"/>
                </a:cubicBezTo>
                <a:close/>
                <a:moveTo>
                  <a:pt x="27240" y="42939"/>
                </a:moveTo>
                <a:cubicBezTo>
                  <a:pt x="27270" y="42968"/>
                  <a:pt x="27270" y="43013"/>
                  <a:pt x="27270" y="43042"/>
                </a:cubicBezTo>
                <a:cubicBezTo>
                  <a:pt x="27270" y="43086"/>
                  <a:pt x="27270" y="43101"/>
                  <a:pt x="27240" y="43145"/>
                </a:cubicBezTo>
                <a:lnTo>
                  <a:pt x="27240" y="43160"/>
                </a:lnTo>
                <a:cubicBezTo>
                  <a:pt x="27240" y="43116"/>
                  <a:pt x="27240" y="43086"/>
                  <a:pt x="27225" y="43042"/>
                </a:cubicBezTo>
                <a:cubicBezTo>
                  <a:pt x="27225" y="43013"/>
                  <a:pt x="27240" y="42968"/>
                  <a:pt x="27240" y="42939"/>
                </a:cubicBezTo>
                <a:close/>
                <a:moveTo>
                  <a:pt x="26460" y="42807"/>
                </a:moveTo>
                <a:cubicBezTo>
                  <a:pt x="26475" y="42836"/>
                  <a:pt x="26490" y="42895"/>
                  <a:pt x="26490" y="42939"/>
                </a:cubicBezTo>
                <a:cubicBezTo>
                  <a:pt x="26460" y="43013"/>
                  <a:pt x="26416" y="43101"/>
                  <a:pt x="26387" y="43175"/>
                </a:cubicBezTo>
                <a:cubicBezTo>
                  <a:pt x="26357" y="43145"/>
                  <a:pt x="26343" y="43086"/>
                  <a:pt x="26328" y="43042"/>
                </a:cubicBezTo>
                <a:cubicBezTo>
                  <a:pt x="26357" y="42968"/>
                  <a:pt x="26416" y="42880"/>
                  <a:pt x="26460" y="42807"/>
                </a:cubicBezTo>
                <a:close/>
                <a:moveTo>
                  <a:pt x="26696" y="42704"/>
                </a:moveTo>
                <a:cubicBezTo>
                  <a:pt x="26710" y="42792"/>
                  <a:pt x="26755" y="42880"/>
                  <a:pt x="26769" y="42968"/>
                </a:cubicBezTo>
                <a:cubicBezTo>
                  <a:pt x="26769" y="42998"/>
                  <a:pt x="26769" y="42998"/>
                  <a:pt x="26755" y="43013"/>
                </a:cubicBezTo>
                <a:cubicBezTo>
                  <a:pt x="26725" y="43086"/>
                  <a:pt x="26696" y="43160"/>
                  <a:pt x="26681" y="43219"/>
                </a:cubicBezTo>
                <a:cubicBezTo>
                  <a:pt x="26652" y="43160"/>
                  <a:pt x="26637" y="43086"/>
                  <a:pt x="26622" y="43027"/>
                </a:cubicBezTo>
                <a:cubicBezTo>
                  <a:pt x="26637" y="42968"/>
                  <a:pt x="26681" y="42924"/>
                  <a:pt x="26696" y="42865"/>
                </a:cubicBezTo>
                <a:cubicBezTo>
                  <a:pt x="26666" y="42821"/>
                  <a:pt x="26652" y="42807"/>
                  <a:pt x="26652" y="42792"/>
                </a:cubicBezTo>
                <a:cubicBezTo>
                  <a:pt x="26666" y="42748"/>
                  <a:pt x="26696" y="42733"/>
                  <a:pt x="26696" y="42704"/>
                </a:cubicBezTo>
                <a:close/>
                <a:moveTo>
                  <a:pt x="26931" y="42748"/>
                </a:moveTo>
                <a:cubicBezTo>
                  <a:pt x="26946" y="42851"/>
                  <a:pt x="26975" y="42924"/>
                  <a:pt x="26990" y="43013"/>
                </a:cubicBezTo>
                <a:cubicBezTo>
                  <a:pt x="26975" y="43086"/>
                  <a:pt x="26931" y="43160"/>
                  <a:pt x="26916" y="43233"/>
                </a:cubicBezTo>
                <a:cubicBezTo>
                  <a:pt x="26902" y="43145"/>
                  <a:pt x="26872" y="43072"/>
                  <a:pt x="26858" y="42968"/>
                </a:cubicBezTo>
                <a:cubicBezTo>
                  <a:pt x="26902" y="42895"/>
                  <a:pt x="26916" y="42821"/>
                  <a:pt x="26931" y="42748"/>
                </a:cubicBezTo>
                <a:close/>
                <a:moveTo>
                  <a:pt x="27137" y="42836"/>
                </a:moveTo>
                <a:cubicBezTo>
                  <a:pt x="27137" y="42924"/>
                  <a:pt x="27137" y="42968"/>
                  <a:pt x="27152" y="43042"/>
                </a:cubicBezTo>
                <a:cubicBezTo>
                  <a:pt x="27137" y="43101"/>
                  <a:pt x="27122" y="43160"/>
                  <a:pt x="27122" y="43233"/>
                </a:cubicBezTo>
                <a:cubicBezTo>
                  <a:pt x="27093" y="43160"/>
                  <a:pt x="27093" y="43101"/>
                  <a:pt x="27078" y="43027"/>
                </a:cubicBezTo>
                <a:cubicBezTo>
                  <a:pt x="27093" y="42968"/>
                  <a:pt x="27122" y="42910"/>
                  <a:pt x="27137" y="42836"/>
                </a:cubicBezTo>
                <a:close/>
                <a:moveTo>
                  <a:pt x="26799" y="43116"/>
                </a:moveTo>
                <a:cubicBezTo>
                  <a:pt x="26813" y="43175"/>
                  <a:pt x="26813" y="43219"/>
                  <a:pt x="26843" y="43263"/>
                </a:cubicBezTo>
                <a:cubicBezTo>
                  <a:pt x="26799" y="43322"/>
                  <a:pt x="26784" y="43410"/>
                  <a:pt x="26755" y="43484"/>
                </a:cubicBezTo>
                <a:cubicBezTo>
                  <a:pt x="26725" y="43439"/>
                  <a:pt x="26710" y="43381"/>
                  <a:pt x="26710" y="43336"/>
                </a:cubicBezTo>
                <a:cubicBezTo>
                  <a:pt x="26755" y="43263"/>
                  <a:pt x="26769" y="43189"/>
                  <a:pt x="26799" y="43116"/>
                </a:cubicBezTo>
                <a:close/>
                <a:moveTo>
                  <a:pt x="26563" y="43116"/>
                </a:moveTo>
                <a:cubicBezTo>
                  <a:pt x="26578" y="43189"/>
                  <a:pt x="26607" y="43248"/>
                  <a:pt x="26622" y="43322"/>
                </a:cubicBezTo>
                <a:cubicBezTo>
                  <a:pt x="26578" y="43395"/>
                  <a:pt x="26549" y="43469"/>
                  <a:pt x="26504" y="43557"/>
                </a:cubicBezTo>
                <a:cubicBezTo>
                  <a:pt x="26490" y="43484"/>
                  <a:pt x="26460" y="43439"/>
                  <a:pt x="26431" y="43366"/>
                </a:cubicBezTo>
                <a:cubicBezTo>
                  <a:pt x="26490" y="43292"/>
                  <a:pt x="26534" y="43189"/>
                  <a:pt x="26563" y="43116"/>
                </a:cubicBezTo>
                <a:close/>
                <a:moveTo>
                  <a:pt x="27167" y="43263"/>
                </a:moveTo>
                <a:cubicBezTo>
                  <a:pt x="27167" y="43322"/>
                  <a:pt x="27196" y="43381"/>
                  <a:pt x="27196" y="43439"/>
                </a:cubicBezTo>
                <a:cubicBezTo>
                  <a:pt x="27167" y="43484"/>
                  <a:pt x="27167" y="43528"/>
                  <a:pt x="27152" y="43587"/>
                </a:cubicBezTo>
                <a:cubicBezTo>
                  <a:pt x="27152" y="43528"/>
                  <a:pt x="27137" y="43469"/>
                  <a:pt x="27137" y="43410"/>
                </a:cubicBezTo>
                <a:cubicBezTo>
                  <a:pt x="27152" y="43366"/>
                  <a:pt x="27152" y="43322"/>
                  <a:pt x="27167" y="43263"/>
                </a:cubicBezTo>
                <a:close/>
                <a:moveTo>
                  <a:pt x="27019" y="43189"/>
                </a:moveTo>
                <a:cubicBezTo>
                  <a:pt x="27019" y="43263"/>
                  <a:pt x="27034" y="43336"/>
                  <a:pt x="27064" y="43410"/>
                </a:cubicBezTo>
                <a:cubicBezTo>
                  <a:pt x="27049" y="43484"/>
                  <a:pt x="27019" y="43542"/>
                  <a:pt x="27005" y="43616"/>
                </a:cubicBezTo>
                <a:lnTo>
                  <a:pt x="27005" y="43601"/>
                </a:lnTo>
                <a:lnTo>
                  <a:pt x="27005" y="43572"/>
                </a:lnTo>
                <a:cubicBezTo>
                  <a:pt x="27005" y="43557"/>
                  <a:pt x="26990" y="43557"/>
                  <a:pt x="26990" y="43542"/>
                </a:cubicBezTo>
                <a:cubicBezTo>
                  <a:pt x="26990" y="43528"/>
                  <a:pt x="26990" y="43528"/>
                  <a:pt x="26975" y="43513"/>
                </a:cubicBezTo>
                <a:cubicBezTo>
                  <a:pt x="26975" y="43469"/>
                  <a:pt x="26946" y="43439"/>
                  <a:pt x="26946" y="43395"/>
                </a:cubicBezTo>
                <a:cubicBezTo>
                  <a:pt x="26975" y="43322"/>
                  <a:pt x="26990" y="43263"/>
                  <a:pt x="27019" y="43189"/>
                </a:cubicBezTo>
                <a:close/>
                <a:moveTo>
                  <a:pt x="26902" y="43528"/>
                </a:moveTo>
                <a:cubicBezTo>
                  <a:pt x="26902" y="43542"/>
                  <a:pt x="26902" y="43557"/>
                  <a:pt x="26916" y="43587"/>
                </a:cubicBezTo>
                <a:cubicBezTo>
                  <a:pt x="26902" y="43660"/>
                  <a:pt x="26858" y="43734"/>
                  <a:pt x="26843" y="43807"/>
                </a:cubicBezTo>
                <a:cubicBezTo>
                  <a:pt x="26843" y="43778"/>
                  <a:pt x="26813" y="43748"/>
                  <a:pt x="26813" y="43734"/>
                </a:cubicBezTo>
                <a:cubicBezTo>
                  <a:pt x="26843" y="43675"/>
                  <a:pt x="26872" y="43601"/>
                  <a:pt x="26902" y="43528"/>
                </a:cubicBezTo>
                <a:close/>
                <a:moveTo>
                  <a:pt x="27093" y="43616"/>
                </a:moveTo>
                <a:cubicBezTo>
                  <a:pt x="27093" y="43675"/>
                  <a:pt x="27093" y="43748"/>
                  <a:pt x="27122" y="43822"/>
                </a:cubicBezTo>
                <a:cubicBezTo>
                  <a:pt x="27078" y="43763"/>
                  <a:pt x="27078" y="43748"/>
                  <a:pt x="27064" y="43704"/>
                </a:cubicBezTo>
                <a:cubicBezTo>
                  <a:pt x="27078" y="43675"/>
                  <a:pt x="27078" y="43645"/>
                  <a:pt x="27093" y="43616"/>
                </a:cubicBezTo>
                <a:close/>
                <a:moveTo>
                  <a:pt x="26652" y="43454"/>
                </a:moveTo>
                <a:lnTo>
                  <a:pt x="26710" y="43616"/>
                </a:lnTo>
                <a:cubicBezTo>
                  <a:pt x="26666" y="43690"/>
                  <a:pt x="26637" y="43763"/>
                  <a:pt x="26607" y="43851"/>
                </a:cubicBezTo>
                <a:cubicBezTo>
                  <a:pt x="26578" y="43807"/>
                  <a:pt x="26563" y="43748"/>
                  <a:pt x="26549" y="43675"/>
                </a:cubicBezTo>
                <a:lnTo>
                  <a:pt x="26652" y="43454"/>
                </a:lnTo>
                <a:close/>
                <a:moveTo>
                  <a:pt x="27211" y="43719"/>
                </a:moveTo>
                <a:cubicBezTo>
                  <a:pt x="27211" y="43763"/>
                  <a:pt x="27225" y="43807"/>
                  <a:pt x="27225" y="43837"/>
                </a:cubicBezTo>
                <a:cubicBezTo>
                  <a:pt x="27225" y="43881"/>
                  <a:pt x="27211" y="43910"/>
                  <a:pt x="27211" y="43925"/>
                </a:cubicBezTo>
                <a:cubicBezTo>
                  <a:pt x="27211" y="43896"/>
                  <a:pt x="27211" y="43851"/>
                  <a:pt x="27196" y="43822"/>
                </a:cubicBezTo>
                <a:cubicBezTo>
                  <a:pt x="27196" y="43778"/>
                  <a:pt x="27211" y="43763"/>
                  <a:pt x="27211" y="43719"/>
                </a:cubicBezTo>
                <a:close/>
                <a:moveTo>
                  <a:pt x="26946" y="43763"/>
                </a:moveTo>
                <a:lnTo>
                  <a:pt x="26946" y="43778"/>
                </a:lnTo>
                <a:cubicBezTo>
                  <a:pt x="26931" y="43851"/>
                  <a:pt x="26902" y="43910"/>
                  <a:pt x="26872" y="43984"/>
                </a:cubicBezTo>
                <a:lnTo>
                  <a:pt x="26872" y="43969"/>
                </a:lnTo>
                <a:cubicBezTo>
                  <a:pt x="26902" y="43896"/>
                  <a:pt x="26931" y="43822"/>
                  <a:pt x="26946" y="43763"/>
                </a:cubicBezTo>
                <a:close/>
                <a:moveTo>
                  <a:pt x="27078" y="43822"/>
                </a:moveTo>
                <a:cubicBezTo>
                  <a:pt x="27078" y="43837"/>
                  <a:pt x="27078" y="43837"/>
                  <a:pt x="27093" y="43851"/>
                </a:cubicBezTo>
                <a:cubicBezTo>
                  <a:pt x="27078" y="43910"/>
                  <a:pt x="27078" y="43954"/>
                  <a:pt x="27064" y="43984"/>
                </a:cubicBezTo>
                <a:cubicBezTo>
                  <a:pt x="27064" y="43969"/>
                  <a:pt x="27064" y="43954"/>
                  <a:pt x="27049" y="43925"/>
                </a:cubicBezTo>
                <a:cubicBezTo>
                  <a:pt x="27064" y="43896"/>
                  <a:pt x="27064" y="43851"/>
                  <a:pt x="27078" y="43822"/>
                </a:cubicBezTo>
                <a:close/>
                <a:moveTo>
                  <a:pt x="26769" y="43851"/>
                </a:moveTo>
                <a:cubicBezTo>
                  <a:pt x="26769" y="43896"/>
                  <a:pt x="26784" y="43910"/>
                  <a:pt x="26784" y="43940"/>
                </a:cubicBezTo>
                <a:cubicBezTo>
                  <a:pt x="26769" y="44028"/>
                  <a:pt x="26725" y="44087"/>
                  <a:pt x="26710" y="44175"/>
                </a:cubicBezTo>
                <a:cubicBezTo>
                  <a:pt x="26696" y="44131"/>
                  <a:pt x="26696" y="44102"/>
                  <a:pt x="26666" y="44058"/>
                </a:cubicBezTo>
                <a:cubicBezTo>
                  <a:pt x="26710" y="43984"/>
                  <a:pt x="26725" y="43910"/>
                  <a:pt x="26769" y="43851"/>
                </a:cubicBezTo>
                <a:close/>
                <a:moveTo>
                  <a:pt x="26799" y="44116"/>
                </a:moveTo>
                <a:lnTo>
                  <a:pt x="26799" y="44146"/>
                </a:lnTo>
                <a:cubicBezTo>
                  <a:pt x="26799" y="44205"/>
                  <a:pt x="26784" y="44278"/>
                  <a:pt x="26755" y="44352"/>
                </a:cubicBezTo>
                <a:cubicBezTo>
                  <a:pt x="26755" y="44337"/>
                  <a:pt x="26755" y="44337"/>
                  <a:pt x="26725" y="44322"/>
                </a:cubicBezTo>
                <a:cubicBezTo>
                  <a:pt x="26755" y="44249"/>
                  <a:pt x="26784" y="44190"/>
                  <a:pt x="26799" y="44116"/>
                </a:cubicBezTo>
                <a:close/>
                <a:moveTo>
                  <a:pt x="27137" y="44175"/>
                </a:moveTo>
                <a:cubicBezTo>
                  <a:pt x="27152" y="44175"/>
                  <a:pt x="27152" y="44205"/>
                  <a:pt x="27152" y="44219"/>
                </a:cubicBezTo>
                <a:cubicBezTo>
                  <a:pt x="27137" y="44278"/>
                  <a:pt x="27137" y="44322"/>
                  <a:pt x="27122" y="44367"/>
                </a:cubicBezTo>
                <a:cubicBezTo>
                  <a:pt x="27122" y="44352"/>
                  <a:pt x="27122" y="44322"/>
                  <a:pt x="27093" y="44293"/>
                </a:cubicBezTo>
                <a:cubicBezTo>
                  <a:pt x="27122" y="44264"/>
                  <a:pt x="27122" y="44205"/>
                  <a:pt x="27137" y="44175"/>
                </a:cubicBezTo>
                <a:close/>
                <a:moveTo>
                  <a:pt x="26990" y="44131"/>
                </a:moveTo>
                <a:cubicBezTo>
                  <a:pt x="27005" y="44131"/>
                  <a:pt x="27005" y="44175"/>
                  <a:pt x="27005" y="44190"/>
                </a:cubicBezTo>
                <a:cubicBezTo>
                  <a:pt x="26990" y="44264"/>
                  <a:pt x="26975" y="44308"/>
                  <a:pt x="26946" y="44396"/>
                </a:cubicBezTo>
                <a:cubicBezTo>
                  <a:pt x="26946" y="44367"/>
                  <a:pt x="26931" y="44337"/>
                  <a:pt x="26931" y="44322"/>
                </a:cubicBezTo>
                <a:cubicBezTo>
                  <a:pt x="26946" y="44264"/>
                  <a:pt x="26975" y="44190"/>
                  <a:pt x="26990" y="44131"/>
                </a:cubicBezTo>
                <a:close/>
                <a:moveTo>
                  <a:pt x="26858" y="44278"/>
                </a:moveTo>
                <a:cubicBezTo>
                  <a:pt x="26843" y="44352"/>
                  <a:pt x="26813" y="44425"/>
                  <a:pt x="26784" y="44499"/>
                </a:cubicBezTo>
                <a:lnTo>
                  <a:pt x="26784" y="44484"/>
                </a:lnTo>
                <a:cubicBezTo>
                  <a:pt x="26799" y="44411"/>
                  <a:pt x="26843" y="44352"/>
                  <a:pt x="26858" y="44278"/>
                </a:cubicBezTo>
                <a:close/>
                <a:moveTo>
                  <a:pt x="27184" y="44596"/>
                </a:moveTo>
                <a:cubicBezTo>
                  <a:pt x="27188" y="44608"/>
                  <a:pt x="27196" y="44617"/>
                  <a:pt x="27196" y="44617"/>
                </a:cubicBezTo>
                <a:cubicBezTo>
                  <a:pt x="27196" y="44646"/>
                  <a:pt x="27167" y="44676"/>
                  <a:pt x="27167" y="44705"/>
                </a:cubicBezTo>
                <a:lnTo>
                  <a:pt x="27167" y="44646"/>
                </a:lnTo>
                <a:cubicBezTo>
                  <a:pt x="27167" y="44629"/>
                  <a:pt x="27176" y="44613"/>
                  <a:pt x="27184" y="44596"/>
                </a:cubicBezTo>
                <a:close/>
                <a:moveTo>
                  <a:pt x="26902" y="44455"/>
                </a:moveTo>
                <a:cubicBezTo>
                  <a:pt x="26902" y="44499"/>
                  <a:pt x="26916" y="44514"/>
                  <a:pt x="26916" y="44558"/>
                </a:cubicBezTo>
                <a:cubicBezTo>
                  <a:pt x="26902" y="44617"/>
                  <a:pt x="26858" y="44690"/>
                  <a:pt x="26843" y="44734"/>
                </a:cubicBezTo>
                <a:cubicBezTo>
                  <a:pt x="26843" y="44705"/>
                  <a:pt x="26828" y="44676"/>
                  <a:pt x="26828" y="44646"/>
                </a:cubicBezTo>
                <a:cubicBezTo>
                  <a:pt x="26843" y="44587"/>
                  <a:pt x="26872" y="44514"/>
                  <a:pt x="26902" y="44455"/>
                </a:cubicBezTo>
                <a:close/>
                <a:moveTo>
                  <a:pt x="27064" y="44484"/>
                </a:moveTo>
                <a:cubicBezTo>
                  <a:pt x="27064" y="44514"/>
                  <a:pt x="27064" y="44558"/>
                  <a:pt x="27078" y="44587"/>
                </a:cubicBezTo>
                <a:lnTo>
                  <a:pt x="27019" y="44764"/>
                </a:lnTo>
                <a:cubicBezTo>
                  <a:pt x="27019" y="44720"/>
                  <a:pt x="27005" y="44690"/>
                  <a:pt x="27005" y="44646"/>
                </a:cubicBezTo>
                <a:lnTo>
                  <a:pt x="27064" y="44484"/>
                </a:lnTo>
                <a:close/>
                <a:moveTo>
                  <a:pt x="26975" y="44808"/>
                </a:moveTo>
                <a:cubicBezTo>
                  <a:pt x="26975" y="44852"/>
                  <a:pt x="26990" y="44911"/>
                  <a:pt x="26990" y="44940"/>
                </a:cubicBezTo>
                <a:cubicBezTo>
                  <a:pt x="26975" y="45014"/>
                  <a:pt x="26946" y="45073"/>
                  <a:pt x="26931" y="45132"/>
                </a:cubicBezTo>
                <a:cubicBezTo>
                  <a:pt x="26931" y="45073"/>
                  <a:pt x="26916" y="45029"/>
                  <a:pt x="26916" y="44985"/>
                </a:cubicBezTo>
                <a:lnTo>
                  <a:pt x="26975" y="44808"/>
                </a:lnTo>
                <a:close/>
                <a:moveTo>
                  <a:pt x="27093" y="44882"/>
                </a:moveTo>
                <a:cubicBezTo>
                  <a:pt x="27093" y="44926"/>
                  <a:pt x="27093" y="44955"/>
                  <a:pt x="27122" y="44999"/>
                </a:cubicBezTo>
                <a:cubicBezTo>
                  <a:pt x="27093" y="45058"/>
                  <a:pt x="27093" y="45088"/>
                  <a:pt x="27078" y="45147"/>
                </a:cubicBezTo>
                <a:cubicBezTo>
                  <a:pt x="27078" y="45102"/>
                  <a:pt x="27064" y="45073"/>
                  <a:pt x="27064" y="45014"/>
                </a:cubicBezTo>
                <a:cubicBezTo>
                  <a:pt x="27078" y="44985"/>
                  <a:pt x="27078" y="44926"/>
                  <a:pt x="27093" y="44882"/>
                </a:cubicBezTo>
                <a:close/>
                <a:moveTo>
                  <a:pt x="27137" y="45323"/>
                </a:moveTo>
                <a:lnTo>
                  <a:pt x="27137" y="45426"/>
                </a:lnTo>
                <a:cubicBezTo>
                  <a:pt x="27137" y="45442"/>
                  <a:pt x="27133" y="45454"/>
                  <a:pt x="27129" y="45468"/>
                </a:cubicBezTo>
                <a:lnTo>
                  <a:pt x="27129" y="45468"/>
                </a:lnTo>
                <a:cubicBezTo>
                  <a:pt x="27128" y="45445"/>
                  <a:pt x="27122" y="45424"/>
                  <a:pt x="27122" y="45397"/>
                </a:cubicBezTo>
                <a:cubicBezTo>
                  <a:pt x="27122" y="45382"/>
                  <a:pt x="27137" y="45353"/>
                  <a:pt x="27137" y="45323"/>
                </a:cubicBezTo>
                <a:close/>
                <a:moveTo>
                  <a:pt x="26990" y="45220"/>
                </a:moveTo>
                <a:cubicBezTo>
                  <a:pt x="26990" y="45279"/>
                  <a:pt x="27005" y="45323"/>
                  <a:pt x="27005" y="45367"/>
                </a:cubicBezTo>
                <a:cubicBezTo>
                  <a:pt x="27019" y="45426"/>
                  <a:pt x="27005" y="45470"/>
                  <a:pt x="26990" y="45529"/>
                </a:cubicBezTo>
                <a:cubicBezTo>
                  <a:pt x="26975" y="45470"/>
                  <a:pt x="26975" y="45411"/>
                  <a:pt x="26946" y="45353"/>
                </a:cubicBezTo>
                <a:cubicBezTo>
                  <a:pt x="26961" y="45308"/>
                  <a:pt x="26990" y="45250"/>
                  <a:pt x="26990" y="45220"/>
                </a:cubicBezTo>
                <a:close/>
                <a:moveTo>
                  <a:pt x="24577" y="41085"/>
                </a:moveTo>
                <a:cubicBezTo>
                  <a:pt x="24635" y="41158"/>
                  <a:pt x="24709" y="41232"/>
                  <a:pt x="24768" y="41306"/>
                </a:cubicBezTo>
                <a:cubicBezTo>
                  <a:pt x="23855" y="42306"/>
                  <a:pt x="22855" y="43204"/>
                  <a:pt x="21854" y="44072"/>
                </a:cubicBezTo>
                <a:cubicBezTo>
                  <a:pt x="21236" y="44631"/>
                  <a:pt x="20588" y="45205"/>
                  <a:pt x="19985" y="45794"/>
                </a:cubicBezTo>
                <a:cubicBezTo>
                  <a:pt x="20691" y="45014"/>
                  <a:pt x="21457" y="44264"/>
                  <a:pt x="22207" y="43528"/>
                </a:cubicBezTo>
                <a:cubicBezTo>
                  <a:pt x="22987" y="42733"/>
                  <a:pt x="23811" y="41924"/>
                  <a:pt x="24577" y="41085"/>
                </a:cubicBezTo>
                <a:close/>
                <a:moveTo>
                  <a:pt x="27064" y="45617"/>
                </a:moveTo>
                <a:cubicBezTo>
                  <a:pt x="27064" y="45676"/>
                  <a:pt x="27078" y="45735"/>
                  <a:pt x="27078" y="45779"/>
                </a:cubicBezTo>
                <a:cubicBezTo>
                  <a:pt x="27078" y="45823"/>
                  <a:pt x="27064" y="45853"/>
                  <a:pt x="27064" y="45897"/>
                </a:cubicBezTo>
                <a:cubicBezTo>
                  <a:pt x="27034" y="45838"/>
                  <a:pt x="27034" y="45794"/>
                  <a:pt x="27019" y="45735"/>
                </a:cubicBezTo>
                <a:cubicBezTo>
                  <a:pt x="27034" y="45691"/>
                  <a:pt x="27034" y="45662"/>
                  <a:pt x="27064" y="45617"/>
                </a:cubicBezTo>
                <a:close/>
                <a:moveTo>
                  <a:pt x="27314" y="45529"/>
                </a:moveTo>
                <a:cubicBezTo>
                  <a:pt x="27314" y="45647"/>
                  <a:pt x="27299" y="45765"/>
                  <a:pt x="27284" y="45897"/>
                </a:cubicBezTo>
                <a:lnTo>
                  <a:pt x="27284" y="45823"/>
                </a:lnTo>
                <a:lnTo>
                  <a:pt x="27284" y="45735"/>
                </a:lnTo>
                <a:cubicBezTo>
                  <a:pt x="27299" y="45662"/>
                  <a:pt x="27299" y="45588"/>
                  <a:pt x="27314" y="45529"/>
                </a:cubicBezTo>
                <a:close/>
                <a:moveTo>
                  <a:pt x="27093" y="46059"/>
                </a:moveTo>
                <a:cubicBezTo>
                  <a:pt x="27093" y="46118"/>
                  <a:pt x="27093" y="46162"/>
                  <a:pt x="27122" y="46206"/>
                </a:cubicBezTo>
                <a:lnTo>
                  <a:pt x="27122" y="46250"/>
                </a:lnTo>
                <a:cubicBezTo>
                  <a:pt x="27093" y="46250"/>
                  <a:pt x="27093" y="46265"/>
                  <a:pt x="27093" y="46265"/>
                </a:cubicBezTo>
                <a:cubicBezTo>
                  <a:pt x="27093" y="46236"/>
                  <a:pt x="27078" y="46191"/>
                  <a:pt x="27078" y="46133"/>
                </a:cubicBezTo>
                <a:cubicBezTo>
                  <a:pt x="27078" y="46118"/>
                  <a:pt x="27093" y="46088"/>
                  <a:pt x="27093" y="46059"/>
                </a:cubicBezTo>
                <a:close/>
                <a:moveTo>
                  <a:pt x="24812" y="41350"/>
                </a:moveTo>
                <a:lnTo>
                  <a:pt x="24812" y="41350"/>
                </a:lnTo>
                <a:cubicBezTo>
                  <a:pt x="24797" y="41379"/>
                  <a:pt x="24783" y="41394"/>
                  <a:pt x="24768" y="41423"/>
                </a:cubicBezTo>
                <a:lnTo>
                  <a:pt x="24812" y="41482"/>
                </a:lnTo>
                <a:lnTo>
                  <a:pt x="24871" y="41423"/>
                </a:lnTo>
                <a:cubicBezTo>
                  <a:pt x="24915" y="41482"/>
                  <a:pt x="24959" y="41541"/>
                  <a:pt x="25003" y="41585"/>
                </a:cubicBezTo>
                <a:cubicBezTo>
                  <a:pt x="24003" y="42762"/>
                  <a:pt x="22869" y="43675"/>
                  <a:pt x="21648" y="44631"/>
                </a:cubicBezTo>
                <a:cubicBezTo>
                  <a:pt x="20897" y="45220"/>
                  <a:pt x="20147" y="45823"/>
                  <a:pt x="19411" y="46500"/>
                </a:cubicBezTo>
                <a:cubicBezTo>
                  <a:pt x="20206" y="45662"/>
                  <a:pt x="21059" y="44882"/>
                  <a:pt x="21913" y="44131"/>
                </a:cubicBezTo>
                <a:cubicBezTo>
                  <a:pt x="22899" y="43263"/>
                  <a:pt x="23914" y="42365"/>
                  <a:pt x="24812" y="41350"/>
                </a:cubicBezTo>
                <a:close/>
                <a:moveTo>
                  <a:pt x="27019" y="46353"/>
                </a:moveTo>
                <a:cubicBezTo>
                  <a:pt x="27019" y="46412"/>
                  <a:pt x="27019" y="46471"/>
                  <a:pt x="27034" y="46500"/>
                </a:cubicBezTo>
                <a:cubicBezTo>
                  <a:pt x="27019" y="46545"/>
                  <a:pt x="27019" y="46574"/>
                  <a:pt x="27005" y="46618"/>
                </a:cubicBezTo>
                <a:cubicBezTo>
                  <a:pt x="27005" y="46574"/>
                  <a:pt x="26990" y="46545"/>
                  <a:pt x="26990" y="46500"/>
                </a:cubicBezTo>
                <a:cubicBezTo>
                  <a:pt x="27005" y="46456"/>
                  <a:pt x="27005" y="46412"/>
                  <a:pt x="27019" y="46353"/>
                </a:cubicBezTo>
                <a:close/>
                <a:moveTo>
                  <a:pt x="27343" y="46000"/>
                </a:moveTo>
                <a:cubicBezTo>
                  <a:pt x="27343" y="46265"/>
                  <a:pt x="27299" y="46545"/>
                  <a:pt x="27240" y="46824"/>
                </a:cubicBezTo>
                <a:lnTo>
                  <a:pt x="27240" y="46633"/>
                </a:lnTo>
                <a:lnTo>
                  <a:pt x="27240" y="46515"/>
                </a:lnTo>
                <a:cubicBezTo>
                  <a:pt x="27284" y="46353"/>
                  <a:pt x="27314" y="46177"/>
                  <a:pt x="27343" y="46000"/>
                </a:cubicBezTo>
                <a:close/>
                <a:moveTo>
                  <a:pt x="27064" y="46868"/>
                </a:moveTo>
                <a:cubicBezTo>
                  <a:pt x="27064" y="46898"/>
                  <a:pt x="27078" y="46927"/>
                  <a:pt x="27078" y="46971"/>
                </a:cubicBezTo>
                <a:cubicBezTo>
                  <a:pt x="27078" y="46986"/>
                  <a:pt x="27064" y="47001"/>
                  <a:pt x="27064" y="47030"/>
                </a:cubicBezTo>
                <a:cubicBezTo>
                  <a:pt x="27064" y="47015"/>
                  <a:pt x="27064" y="46986"/>
                  <a:pt x="27049" y="46971"/>
                </a:cubicBezTo>
                <a:cubicBezTo>
                  <a:pt x="27049" y="46927"/>
                  <a:pt x="27064" y="46912"/>
                  <a:pt x="27064" y="46868"/>
                </a:cubicBezTo>
                <a:close/>
                <a:moveTo>
                  <a:pt x="25033" y="41644"/>
                </a:moveTo>
                <a:cubicBezTo>
                  <a:pt x="25062" y="41673"/>
                  <a:pt x="25077" y="41688"/>
                  <a:pt x="25092" y="41718"/>
                </a:cubicBezTo>
                <a:lnTo>
                  <a:pt x="25062" y="41762"/>
                </a:lnTo>
                <a:lnTo>
                  <a:pt x="25106" y="41821"/>
                </a:lnTo>
                <a:cubicBezTo>
                  <a:pt x="25106" y="41791"/>
                  <a:pt x="25121" y="41791"/>
                  <a:pt x="25121" y="41776"/>
                </a:cubicBezTo>
                <a:cubicBezTo>
                  <a:pt x="25150" y="41821"/>
                  <a:pt x="25165" y="41835"/>
                  <a:pt x="25180" y="41865"/>
                </a:cubicBezTo>
                <a:cubicBezTo>
                  <a:pt x="25121" y="41938"/>
                  <a:pt x="25077" y="42012"/>
                  <a:pt x="25018" y="42071"/>
                </a:cubicBezTo>
                <a:cubicBezTo>
                  <a:pt x="23988" y="43307"/>
                  <a:pt x="22737" y="44190"/>
                  <a:pt x="21427" y="45132"/>
                </a:cubicBezTo>
                <a:cubicBezTo>
                  <a:pt x="20544" y="45750"/>
                  <a:pt x="19647" y="46397"/>
                  <a:pt x="18778" y="47163"/>
                </a:cubicBezTo>
                <a:cubicBezTo>
                  <a:pt x="19720" y="46250"/>
                  <a:pt x="20721" y="45456"/>
                  <a:pt x="21692" y="44690"/>
                </a:cubicBezTo>
                <a:cubicBezTo>
                  <a:pt x="22899" y="43734"/>
                  <a:pt x="24047" y="42821"/>
                  <a:pt x="25033" y="41644"/>
                </a:cubicBezTo>
                <a:close/>
                <a:moveTo>
                  <a:pt x="25253" y="41938"/>
                </a:moveTo>
                <a:cubicBezTo>
                  <a:pt x="25298" y="41982"/>
                  <a:pt x="25312" y="42041"/>
                  <a:pt x="25342" y="42071"/>
                </a:cubicBezTo>
                <a:cubicBezTo>
                  <a:pt x="25371" y="42086"/>
                  <a:pt x="25386" y="42115"/>
                  <a:pt x="25401" y="42144"/>
                </a:cubicBezTo>
                <a:cubicBezTo>
                  <a:pt x="25401" y="42144"/>
                  <a:pt x="25401" y="42159"/>
                  <a:pt x="25415" y="42159"/>
                </a:cubicBezTo>
                <a:cubicBezTo>
                  <a:pt x="25312" y="42306"/>
                  <a:pt x="25180" y="42453"/>
                  <a:pt x="25077" y="42630"/>
                </a:cubicBezTo>
                <a:cubicBezTo>
                  <a:pt x="24003" y="43910"/>
                  <a:pt x="22678" y="44764"/>
                  <a:pt x="21280" y="45662"/>
                </a:cubicBezTo>
                <a:cubicBezTo>
                  <a:pt x="20323" y="46265"/>
                  <a:pt x="19337" y="46912"/>
                  <a:pt x="18410" y="47707"/>
                </a:cubicBezTo>
                <a:cubicBezTo>
                  <a:pt x="18396" y="47678"/>
                  <a:pt x="18410" y="47663"/>
                  <a:pt x="18440" y="47634"/>
                </a:cubicBezTo>
                <a:cubicBezTo>
                  <a:pt x="19411" y="46677"/>
                  <a:pt x="20456" y="45941"/>
                  <a:pt x="21486" y="45205"/>
                </a:cubicBezTo>
                <a:cubicBezTo>
                  <a:pt x="22811" y="44264"/>
                  <a:pt x="24047" y="43381"/>
                  <a:pt x="25092" y="42130"/>
                </a:cubicBezTo>
                <a:cubicBezTo>
                  <a:pt x="25150" y="42071"/>
                  <a:pt x="25195" y="41997"/>
                  <a:pt x="25253" y="41938"/>
                </a:cubicBezTo>
                <a:close/>
                <a:moveTo>
                  <a:pt x="25460" y="42218"/>
                </a:moveTo>
                <a:cubicBezTo>
                  <a:pt x="25518" y="42292"/>
                  <a:pt x="25548" y="42350"/>
                  <a:pt x="25607" y="42424"/>
                </a:cubicBezTo>
                <a:cubicBezTo>
                  <a:pt x="25445" y="42659"/>
                  <a:pt x="25253" y="42895"/>
                  <a:pt x="25062" y="43145"/>
                </a:cubicBezTo>
                <a:cubicBezTo>
                  <a:pt x="23958" y="44484"/>
                  <a:pt x="22575" y="45294"/>
                  <a:pt x="21089" y="46133"/>
                </a:cubicBezTo>
                <a:cubicBezTo>
                  <a:pt x="20095" y="46717"/>
                  <a:pt x="19073" y="47301"/>
                  <a:pt x="18108" y="48087"/>
                </a:cubicBezTo>
                <a:lnTo>
                  <a:pt x="18108" y="48087"/>
                </a:lnTo>
                <a:cubicBezTo>
                  <a:pt x="18130" y="48063"/>
                  <a:pt x="18153" y="48024"/>
                  <a:pt x="18175" y="48001"/>
                </a:cubicBezTo>
                <a:cubicBezTo>
                  <a:pt x="19190" y="47074"/>
                  <a:pt x="20250" y="46397"/>
                  <a:pt x="21309" y="45720"/>
                </a:cubicBezTo>
                <a:cubicBezTo>
                  <a:pt x="22708" y="44808"/>
                  <a:pt x="24032" y="43969"/>
                  <a:pt x="25106" y="42659"/>
                </a:cubicBezTo>
                <a:cubicBezTo>
                  <a:pt x="25224" y="42512"/>
                  <a:pt x="25357" y="42365"/>
                  <a:pt x="25460" y="42218"/>
                </a:cubicBezTo>
                <a:close/>
                <a:moveTo>
                  <a:pt x="25651" y="42512"/>
                </a:moveTo>
                <a:cubicBezTo>
                  <a:pt x="25695" y="42586"/>
                  <a:pt x="25739" y="42645"/>
                  <a:pt x="25769" y="42718"/>
                </a:cubicBezTo>
                <a:cubicBezTo>
                  <a:pt x="25548" y="43042"/>
                  <a:pt x="25312" y="43381"/>
                  <a:pt x="25062" y="43690"/>
                </a:cubicBezTo>
                <a:cubicBezTo>
                  <a:pt x="23929" y="45073"/>
                  <a:pt x="22457" y="45838"/>
                  <a:pt x="20897" y="46677"/>
                </a:cubicBezTo>
                <a:cubicBezTo>
                  <a:pt x="19867" y="47222"/>
                  <a:pt x="18808" y="47781"/>
                  <a:pt x="17792" y="48531"/>
                </a:cubicBezTo>
                <a:cubicBezTo>
                  <a:pt x="17836" y="48472"/>
                  <a:pt x="17881" y="48414"/>
                  <a:pt x="17925" y="48369"/>
                </a:cubicBezTo>
                <a:cubicBezTo>
                  <a:pt x="18940" y="47501"/>
                  <a:pt x="20044" y="46854"/>
                  <a:pt x="21118" y="46236"/>
                </a:cubicBezTo>
                <a:cubicBezTo>
                  <a:pt x="22605" y="45367"/>
                  <a:pt x="24003" y="44558"/>
                  <a:pt x="25106" y="43219"/>
                </a:cubicBezTo>
                <a:cubicBezTo>
                  <a:pt x="25298" y="42998"/>
                  <a:pt x="25474" y="42748"/>
                  <a:pt x="25651" y="42512"/>
                </a:cubicBezTo>
                <a:close/>
                <a:moveTo>
                  <a:pt x="17704" y="48561"/>
                </a:moveTo>
                <a:cubicBezTo>
                  <a:pt x="17675" y="48605"/>
                  <a:pt x="17645" y="48634"/>
                  <a:pt x="17630" y="48693"/>
                </a:cubicBezTo>
                <a:cubicBezTo>
                  <a:pt x="17601" y="48708"/>
                  <a:pt x="17571" y="48723"/>
                  <a:pt x="17557" y="48752"/>
                </a:cubicBezTo>
                <a:cubicBezTo>
                  <a:pt x="17571" y="48693"/>
                  <a:pt x="17601" y="48664"/>
                  <a:pt x="17630" y="48620"/>
                </a:cubicBezTo>
                <a:cubicBezTo>
                  <a:pt x="17645" y="48605"/>
                  <a:pt x="17675" y="48590"/>
                  <a:pt x="17704" y="48561"/>
                </a:cubicBezTo>
                <a:close/>
                <a:moveTo>
                  <a:pt x="26048" y="42586"/>
                </a:moveTo>
                <a:cubicBezTo>
                  <a:pt x="26063" y="42645"/>
                  <a:pt x="26107" y="42704"/>
                  <a:pt x="26122" y="42733"/>
                </a:cubicBezTo>
                <a:cubicBezTo>
                  <a:pt x="25827" y="43248"/>
                  <a:pt x="25474" y="43748"/>
                  <a:pt x="25092" y="44249"/>
                </a:cubicBezTo>
                <a:cubicBezTo>
                  <a:pt x="23929" y="45676"/>
                  <a:pt x="22413" y="46412"/>
                  <a:pt x="20765" y="47192"/>
                </a:cubicBezTo>
                <a:cubicBezTo>
                  <a:pt x="19705" y="47707"/>
                  <a:pt x="18616" y="48222"/>
                  <a:pt x="17586" y="48958"/>
                </a:cubicBezTo>
                <a:cubicBezTo>
                  <a:pt x="17586" y="48855"/>
                  <a:pt x="17645" y="48811"/>
                  <a:pt x="17675" y="48737"/>
                </a:cubicBezTo>
                <a:cubicBezTo>
                  <a:pt x="18734" y="47898"/>
                  <a:pt x="19853" y="47310"/>
                  <a:pt x="20956" y="46751"/>
                </a:cubicBezTo>
                <a:cubicBezTo>
                  <a:pt x="22516" y="45912"/>
                  <a:pt x="23988" y="45147"/>
                  <a:pt x="25136" y="43748"/>
                </a:cubicBezTo>
                <a:cubicBezTo>
                  <a:pt x="25386" y="43439"/>
                  <a:pt x="25621" y="43116"/>
                  <a:pt x="25827" y="42792"/>
                </a:cubicBezTo>
                <a:cubicBezTo>
                  <a:pt x="25872" y="42865"/>
                  <a:pt x="25901" y="42924"/>
                  <a:pt x="25960" y="42998"/>
                </a:cubicBezTo>
                <a:cubicBezTo>
                  <a:pt x="25945" y="42939"/>
                  <a:pt x="25901" y="42895"/>
                  <a:pt x="25886" y="42851"/>
                </a:cubicBezTo>
                <a:cubicBezTo>
                  <a:pt x="25930" y="42748"/>
                  <a:pt x="25989" y="42659"/>
                  <a:pt x="26048" y="42586"/>
                </a:cubicBezTo>
                <a:close/>
                <a:moveTo>
                  <a:pt x="17498" y="48870"/>
                </a:moveTo>
                <a:cubicBezTo>
                  <a:pt x="17454" y="48929"/>
                  <a:pt x="17424" y="48987"/>
                  <a:pt x="17395" y="49046"/>
                </a:cubicBezTo>
                <a:cubicBezTo>
                  <a:pt x="17365" y="49076"/>
                  <a:pt x="17321" y="49090"/>
                  <a:pt x="17292" y="49135"/>
                </a:cubicBezTo>
                <a:cubicBezTo>
                  <a:pt x="17307" y="49076"/>
                  <a:pt x="17351" y="49032"/>
                  <a:pt x="17380" y="48973"/>
                </a:cubicBezTo>
                <a:cubicBezTo>
                  <a:pt x="17424" y="48929"/>
                  <a:pt x="17454" y="48914"/>
                  <a:pt x="17498" y="48870"/>
                </a:cubicBezTo>
                <a:close/>
                <a:moveTo>
                  <a:pt x="17159" y="49149"/>
                </a:moveTo>
                <a:cubicBezTo>
                  <a:pt x="17145" y="49194"/>
                  <a:pt x="17101" y="49223"/>
                  <a:pt x="17086" y="49267"/>
                </a:cubicBezTo>
                <a:lnTo>
                  <a:pt x="17027" y="49326"/>
                </a:lnTo>
                <a:cubicBezTo>
                  <a:pt x="17056" y="49282"/>
                  <a:pt x="17071" y="49238"/>
                  <a:pt x="17101" y="49208"/>
                </a:cubicBezTo>
                <a:lnTo>
                  <a:pt x="17159" y="49149"/>
                </a:lnTo>
                <a:close/>
                <a:moveTo>
                  <a:pt x="26136" y="42836"/>
                </a:moveTo>
                <a:cubicBezTo>
                  <a:pt x="26166" y="42851"/>
                  <a:pt x="26166" y="42865"/>
                  <a:pt x="26181" y="42880"/>
                </a:cubicBezTo>
                <a:cubicBezTo>
                  <a:pt x="26122" y="42968"/>
                  <a:pt x="26092" y="43042"/>
                  <a:pt x="26033" y="43145"/>
                </a:cubicBezTo>
                <a:cubicBezTo>
                  <a:pt x="26048" y="43160"/>
                  <a:pt x="26063" y="43189"/>
                  <a:pt x="26063" y="43204"/>
                </a:cubicBezTo>
                <a:cubicBezTo>
                  <a:pt x="26122" y="43145"/>
                  <a:pt x="26166" y="43042"/>
                  <a:pt x="26210" y="42968"/>
                </a:cubicBezTo>
                <a:cubicBezTo>
                  <a:pt x="26239" y="42983"/>
                  <a:pt x="26239" y="43013"/>
                  <a:pt x="26239" y="43042"/>
                </a:cubicBezTo>
                <a:cubicBezTo>
                  <a:pt x="25916" y="43631"/>
                  <a:pt x="25533" y="44205"/>
                  <a:pt x="25077" y="44779"/>
                </a:cubicBezTo>
                <a:cubicBezTo>
                  <a:pt x="23900" y="46250"/>
                  <a:pt x="22281" y="46942"/>
                  <a:pt x="20574" y="47678"/>
                </a:cubicBezTo>
                <a:cubicBezTo>
                  <a:pt x="19485" y="48163"/>
                  <a:pt x="18381" y="48634"/>
                  <a:pt x="17307" y="49341"/>
                </a:cubicBezTo>
                <a:cubicBezTo>
                  <a:pt x="17351" y="49267"/>
                  <a:pt x="17410" y="49194"/>
                  <a:pt x="17439" y="49120"/>
                </a:cubicBezTo>
                <a:cubicBezTo>
                  <a:pt x="18528" y="48325"/>
                  <a:pt x="19661" y="47795"/>
                  <a:pt x="20765" y="47251"/>
                </a:cubicBezTo>
                <a:cubicBezTo>
                  <a:pt x="22413" y="46471"/>
                  <a:pt x="23958" y="45735"/>
                  <a:pt x="25136" y="44293"/>
                </a:cubicBezTo>
                <a:cubicBezTo>
                  <a:pt x="25518" y="43822"/>
                  <a:pt x="25842" y="43336"/>
                  <a:pt x="26136" y="42836"/>
                </a:cubicBezTo>
                <a:close/>
                <a:moveTo>
                  <a:pt x="17292" y="49223"/>
                </a:moveTo>
                <a:cubicBezTo>
                  <a:pt x="17248" y="49297"/>
                  <a:pt x="17218" y="49355"/>
                  <a:pt x="17189" y="49429"/>
                </a:cubicBezTo>
                <a:cubicBezTo>
                  <a:pt x="17130" y="49458"/>
                  <a:pt x="17086" y="49503"/>
                  <a:pt x="17042" y="49517"/>
                </a:cubicBezTo>
                <a:cubicBezTo>
                  <a:pt x="17071" y="49473"/>
                  <a:pt x="17101" y="49400"/>
                  <a:pt x="17145" y="49341"/>
                </a:cubicBezTo>
                <a:cubicBezTo>
                  <a:pt x="17189" y="49297"/>
                  <a:pt x="17233" y="49267"/>
                  <a:pt x="17292" y="49223"/>
                </a:cubicBezTo>
                <a:close/>
                <a:moveTo>
                  <a:pt x="16968" y="49488"/>
                </a:moveTo>
                <a:cubicBezTo>
                  <a:pt x="16924" y="49547"/>
                  <a:pt x="16909" y="49591"/>
                  <a:pt x="16865" y="49650"/>
                </a:cubicBezTo>
                <a:cubicBezTo>
                  <a:pt x="16836" y="49664"/>
                  <a:pt x="16792" y="49709"/>
                  <a:pt x="16777" y="49723"/>
                </a:cubicBezTo>
                <a:cubicBezTo>
                  <a:pt x="16792" y="49664"/>
                  <a:pt x="16836" y="49606"/>
                  <a:pt x="16865" y="49561"/>
                </a:cubicBezTo>
                <a:cubicBezTo>
                  <a:pt x="16909" y="49547"/>
                  <a:pt x="16924" y="49503"/>
                  <a:pt x="16968" y="49488"/>
                </a:cubicBezTo>
                <a:close/>
                <a:moveTo>
                  <a:pt x="26254" y="43145"/>
                </a:moveTo>
                <a:cubicBezTo>
                  <a:pt x="26269" y="43175"/>
                  <a:pt x="26284" y="43233"/>
                  <a:pt x="26298" y="43263"/>
                </a:cubicBezTo>
                <a:lnTo>
                  <a:pt x="26195" y="43484"/>
                </a:lnTo>
                <a:cubicBezTo>
                  <a:pt x="26210" y="43513"/>
                  <a:pt x="26210" y="43542"/>
                  <a:pt x="26225" y="43557"/>
                </a:cubicBezTo>
                <a:cubicBezTo>
                  <a:pt x="25930" y="44116"/>
                  <a:pt x="25548" y="44705"/>
                  <a:pt x="25077" y="45294"/>
                </a:cubicBezTo>
                <a:cubicBezTo>
                  <a:pt x="23855" y="46795"/>
                  <a:pt x="22178" y="47457"/>
                  <a:pt x="20397" y="48178"/>
                </a:cubicBezTo>
                <a:cubicBezTo>
                  <a:pt x="19293" y="48620"/>
                  <a:pt x="18175" y="49061"/>
                  <a:pt x="17086" y="49723"/>
                </a:cubicBezTo>
                <a:cubicBezTo>
                  <a:pt x="17130" y="49650"/>
                  <a:pt x="17174" y="49561"/>
                  <a:pt x="17218" y="49488"/>
                </a:cubicBezTo>
                <a:cubicBezTo>
                  <a:pt x="18337" y="48737"/>
                  <a:pt x="19485" y="48237"/>
                  <a:pt x="20603" y="47751"/>
                </a:cubicBezTo>
                <a:cubicBezTo>
                  <a:pt x="22310" y="47001"/>
                  <a:pt x="23929" y="46309"/>
                  <a:pt x="25121" y="44808"/>
                </a:cubicBezTo>
                <a:cubicBezTo>
                  <a:pt x="25563" y="44264"/>
                  <a:pt x="25930" y="43704"/>
                  <a:pt x="26254" y="43145"/>
                </a:cubicBezTo>
                <a:close/>
                <a:moveTo>
                  <a:pt x="16644" y="49767"/>
                </a:moveTo>
                <a:lnTo>
                  <a:pt x="16644" y="49767"/>
                </a:lnTo>
                <a:cubicBezTo>
                  <a:pt x="16630" y="49797"/>
                  <a:pt x="16600" y="49826"/>
                  <a:pt x="16571" y="49870"/>
                </a:cubicBezTo>
                <a:cubicBezTo>
                  <a:pt x="16556" y="49885"/>
                  <a:pt x="16527" y="49915"/>
                  <a:pt x="16497" y="49929"/>
                </a:cubicBezTo>
                <a:cubicBezTo>
                  <a:pt x="16541" y="49885"/>
                  <a:pt x="16556" y="49856"/>
                  <a:pt x="16571" y="49812"/>
                </a:cubicBezTo>
                <a:cubicBezTo>
                  <a:pt x="16600" y="49797"/>
                  <a:pt x="16615" y="49782"/>
                  <a:pt x="16644" y="49767"/>
                </a:cubicBezTo>
                <a:close/>
                <a:moveTo>
                  <a:pt x="17086" y="49591"/>
                </a:moveTo>
                <a:lnTo>
                  <a:pt x="16983" y="49812"/>
                </a:lnTo>
                <a:lnTo>
                  <a:pt x="16821" y="49929"/>
                </a:lnTo>
                <a:cubicBezTo>
                  <a:pt x="16836" y="49856"/>
                  <a:pt x="16895" y="49782"/>
                  <a:pt x="16924" y="49709"/>
                </a:cubicBezTo>
                <a:lnTo>
                  <a:pt x="17086" y="49591"/>
                </a:lnTo>
                <a:close/>
                <a:moveTo>
                  <a:pt x="16762" y="49812"/>
                </a:moveTo>
                <a:lnTo>
                  <a:pt x="16762" y="49812"/>
                </a:lnTo>
                <a:cubicBezTo>
                  <a:pt x="16718" y="49885"/>
                  <a:pt x="16688" y="49944"/>
                  <a:pt x="16644" y="50018"/>
                </a:cubicBezTo>
                <a:cubicBezTo>
                  <a:pt x="16615" y="50062"/>
                  <a:pt x="16556" y="50076"/>
                  <a:pt x="16527" y="50106"/>
                </a:cubicBezTo>
                <a:cubicBezTo>
                  <a:pt x="16556" y="50032"/>
                  <a:pt x="16600" y="49973"/>
                  <a:pt x="16630" y="49915"/>
                </a:cubicBezTo>
                <a:cubicBezTo>
                  <a:pt x="16674" y="49870"/>
                  <a:pt x="16718" y="49841"/>
                  <a:pt x="16762" y="49812"/>
                </a:cubicBezTo>
                <a:close/>
                <a:moveTo>
                  <a:pt x="26387" y="43454"/>
                </a:moveTo>
                <a:cubicBezTo>
                  <a:pt x="26401" y="43528"/>
                  <a:pt x="26431" y="43601"/>
                  <a:pt x="26460" y="43660"/>
                </a:cubicBezTo>
                <a:cubicBezTo>
                  <a:pt x="26122" y="44352"/>
                  <a:pt x="25680" y="45073"/>
                  <a:pt x="25092" y="45823"/>
                </a:cubicBezTo>
                <a:cubicBezTo>
                  <a:pt x="23855" y="47369"/>
                  <a:pt x="22089" y="48016"/>
                  <a:pt x="20250" y="48678"/>
                </a:cubicBezTo>
                <a:cubicBezTo>
                  <a:pt x="19146" y="49076"/>
                  <a:pt x="18013" y="49488"/>
                  <a:pt x="16909" y="50106"/>
                </a:cubicBezTo>
                <a:cubicBezTo>
                  <a:pt x="16939" y="50018"/>
                  <a:pt x="16998" y="49944"/>
                  <a:pt x="17042" y="49856"/>
                </a:cubicBezTo>
                <a:cubicBezTo>
                  <a:pt x="18160" y="49179"/>
                  <a:pt x="19308" y="48708"/>
                  <a:pt x="20441" y="48252"/>
                </a:cubicBezTo>
                <a:cubicBezTo>
                  <a:pt x="22222" y="47531"/>
                  <a:pt x="23929" y="46868"/>
                  <a:pt x="25150" y="45353"/>
                </a:cubicBezTo>
                <a:cubicBezTo>
                  <a:pt x="25666" y="44705"/>
                  <a:pt x="26063" y="44058"/>
                  <a:pt x="26387" y="43454"/>
                </a:cubicBezTo>
                <a:close/>
                <a:moveTo>
                  <a:pt x="16468" y="50062"/>
                </a:moveTo>
                <a:lnTo>
                  <a:pt x="16468" y="50062"/>
                </a:lnTo>
                <a:cubicBezTo>
                  <a:pt x="16424" y="50106"/>
                  <a:pt x="16409" y="50165"/>
                  <a:pt x="16365" y="50209"/>
                </a:cubicBezTo>
                <a:cubicBezTo>
                  <a:pt x="16335" y="50238"/>
                  <a:pt x="16291" y="50253"/>
                  <a:pt x="16262" y="50297"/>
                </a:cubicBezTo>
                <a:cubicBezTo>
                  <a:pt x="16276" y="50253"/>
                  <a:pt x="16321" y="50209"/>
                  <a:pt x="16350" y="50150"/>
                </a:cubicBezTo>
                <a:cubicBezTo>
                  <a:pt x="16394" y="50106"/>
                  <a:pt x="16424" y="50091"/>
                  <a:pt x="16468" y="50062"/>
                </a:cubicBezTo>
                <a:close/>
                <a:moveTo>
                  <a:pt x="16909" y="49929"/>
                </a:moveTo>
                <a:lnTo>
                  <a:pt x="16909" y="49929"/>
                </a:lnTo>
                <a:cubicBezTo>
                  <a:pt x="16865" y="50032"/>
                  <a:pt x="16821" y="50106"/>
                  <a:pt x="16777" y="50180"/>
                </a:cubicBezTo>
                <a:cubicBezTo>
                  <a:pt x="16718" y="50224"/>
                  <a:pt x="16644" y="50253"/>
                  <a:pt x="16600" y="50297"/>
                </a:cubicBezTo>
                <a:cubicBezTo>
                  <a:pt x="16630" y="50224"/>
                  <a:pt x="16674" y="50135"/>
                  <a:pt x="16718" y="50062"/>
                </a:cubicBezTo>
                <a:cubicBezTo>
                  <a:pt x="16777" y="50018"/>
                  <a:pt x="16850" y="49988"/>
                  <a:pt x="16909" y="49929"/>
                </a:cubicBezTo>
                <a:close/>
                <a:moveTo>
                  <a:pt x="16600" y="50150"/>
                </a:moveTo>
                <a:lnTo>
                  <a:pt x="16600" y="50150"/>
                </a:lnTo>
                <a:cubicBezTo>
                  <a:pt x="16541" y="50238"/>
                  <a:pt x="16497" y="50312"/>
                  <a:pt x="16468" y="50386"/>
                </a:cubicBezTo>
                <a:cubicBezTo>
                  <a:pt x="16409" y="50430"/>
                  <a:pt x="16350" y="50459"/>
                  <a:pt x="16321" y="50474"/>
                </a:cubicBezTo>
                <a:cubicBezTo>
                  <a:pt x="16350" y="50400"/>
                  <a:pt x="16394" y="50327"/>
                  <a:pt x="16453" y="50253"/>
                </a:cubicBezTo>
                <a:cubicBezTo>
                  <a:pt x="16497" y="50224"/>
                  <a:pt x="16541" y="50180"/>
                  <a:pt x="16600" y="50150"/>
                </a:cubicBezTo>
                <a:close/>
                <a:moveTo>
                  <a:pt x="16129" y="50327"/>
                </a:moveTo>
                <a:cubicBezTo>
                  <a:pt x="16115" y="50371"/>
                  <a:pt x="16100" y="50400"/>
                  <a:pt x="16056" y="50444"/>
                </a:cubicBezTo>
                <a:cubicBezTo>
                  <a:pt x="16041" y="50459"/>
                  <a:pt x="16012" y="50474"/>
                  <a:pt x="15982" y="50503"/>
                </a:cubicBezTo>
                <a:cubicBezTo>
                  <a:pt x="15997" y="50474"/>
                  <a:pt x="16026" y="50444"/>
                  <a:pt x="16056" y="50400"/>
                </a:cubicBezTo>
                <a:cubicBezTo>
                  <a:pt x="16085" y="50386"/>
                  <a:pt x="16115" y="50371"/>
                  <a:pt x="16129" y="50327"/>
                </a:cubicBezTo>
                <a:close/>
                <a:moveTo>
                  <a:pt x="26504" y="43763"/>
                </a:moveTo>
                <a:cubicBezTo>
                  <a:pt x="26534" y="43822"/>
                  <a:pt x="26549" y="43896"/>
                  <a:pt x="26563" y="43940"/>
                </a:cubicBezTo>
                <a:cubicBezTo>
                  <a:pt x="26195" y="44793"/>
                  <a:pt x="25724" y="45603"/>
                  <a:pt x="25106" y="46383"/>
                </a:cubicBezTo>
                <a:cubicBezTo>
                  <a:pt x="23841" y="47972"/>
                  <a:pt x="22016" y="48561"/>
                  <a:pt x="20088" y="49208"/>
                </a:cubicBezTo>
                <a:cubicBezTo>
                  <a:pt x="18970" y="49576"/>
                  <a:pt x="17822" y="49944"/>
                  <a:pt x="16718" y="50533"/>
                </a:cubicBezTo>
                <a:cubicBezTo>
                  <a:pt x="16762" y="50444"/>
                  <a:pt x="16792" y="50341"/>
                  <a:pt x="16850" y="50253"/>
                </a:cubicBezTo>
                <a:cubicBezTo>
                  <a:pt x="17969" y="49606"/>
                  <a:pt x="19146" y="49194"/>
                  <a:pt x="20294" y="48767"/>
                </a:cubicBezTo>
                <a:cubicBezTo>
                  <a:pt x="22148" y="48090"/>
                  <a:pt x="23914" y="47457"/>
                  <a:pt x="25165" y="45882"/>
                </a:cubicBezTo>
                <a:cubicBezTo>
                  <a:pt x="25695" y="45220"/>
                  <a:pt x="26107" y="44573"/>
                  <a:pt x="26416" y="43940"/>
                </a:cubicBezTo>
                <a:cubicBezTo>
                  <a:pt x="26460" y="43896"/>
                  <a:pt x="26475" y="43822"/>
                  <a:pt x="26504" y="43763"/>
                </a:cubicBezTo>
                <a:close/>
                <a:moveTo>
                  <a:pt x="16262" y="50386"/>
                </a:moveTo>
                <a:lnTo>
                  <a:pt x="16262" y="50386"/>
                </a:lnTo>
                <a:cubicBezTo>
                  <a:pt x="16232" y="50444"/>
                  <a:pt x="16188" y="50518"/>
                  <a:pt x="16159" y="50562"/>
                </a:cubicBezTo>
                <a:cubicBezTo>
                  <a:pt x="16100" y="50606"/>
                  <a:pt x="16056" y="50636"/>
                  <a:pt x="16012" y="50665"/>
                </a:cubicBezTo>
                <a:cubicBezTo>
                  <a:pt x="16041" y="50621"/>
                  <a:pt x="16085" y="50547"/>
                  <a:pt x="16115" y="50503"/>
                </a:cubicBezTo>
                <a:cubicBezTo>
                  <a:pt x="16159" y="50459"/>
                  <a:pt x="16203" y="50430"/>
                  <a:pt x="16262" y="50386"/>
                </a:cubicBezTo>
                <a:close/>
                <a:moveTo>
                  <a:pt x="16718" y="50312"/>
                </a:moveTo>
                <a:lnTo>
                  <a:pt x="16718" y="50312"/>
                </a:lnTo>
                <a:cubicBezTo>
                  <a:pt x="16688" y="50400"/>
                  <a:pt x="16644" y="50474"/>
                  <a:pt x="16615" y="50577"/>
                </a:cubicBezTo>
                <a:cubicBezTo>
                  <a:pt x="16541" y="50621"/>
                  <a:pt x="16468" y="50665"/>
                  <a:pt x="16394" y="50695"/>
                </a:cubicBezTo>
                <a:cubicBezTo>
                  <a:pt x="16424" y="50606"/>
                  <a:pt x="16468" y="50533"/>
                  <a:pt x="16527" y="50444"/>
                </a:cubicBezTo>
                <a:cubicBezTo>
                  <a:pt x="16600" y="50400"/>
                  <a:pt x="16644" y="50371"/>
                  <a:pt x="16718" y="50312"/>
                </a:cubicBezTo>
                <a:close/>
                <a:moveTo>
                  <a:pt x="15923" y="50650"/>
                </a:moveTo>
                <a:cubicBezTo>
                  <a:pt x="15894" y="50695"/>
                  <a:pt x="15879" y="50739"/>
                  <a:pt x="15835" y="50798"/>
                </a:cubicBezTo>
                <a:cubicBezTo>
                  <a:pt x="15806" y="50827"/>
                  <a:pt x="15761" y="50842"/>
                  <a:pt x="15732" y="50886"/>
                </a:cubicBezTo>
                <a:cubicBezTo>
                  <a:pt x="15761" y="50827"/>
                  <a:pt x="15806" y="50798"/>
                  <a:pt x="15820" y="50739"/>
                </a:cubicBezTo>
                <a:cubicBezTo>
                  <a:pt x="15864" y="50695"/>
                  <a:pt x="15894" y="50680"/>
                  <a:pt x="15923" y="50650"/>
                </a:cubicBezTo>
                <a:close/>
                <a:moveTo>
                  <a:pt x="16394" y="50533"/>
                </a:moveTo>
                <a:lnTo>
                  <a:pt x="16394" y="50533"/>
                </a:lnTo>
                <a:cubicBezTo>
                  <a:pt x="16350" y="50606"/>
                  <a:pt x="16321" y="50695"/>
                  <a:pt x="16276" y="50768"/>
                </a:cubicBezTo>
                <a:cubicBezTo>
                  <a:pt x="16232" y="50812"/>
                  <a:pt x="16173" y="50842"/>
                  <a:pt x="16100" y="50886"/>
                </a:cubicBezTo>
                <a:cubicBezTo>
                  <a:pt x="16129" y="50812"/>
                  <a:pt x="16173" y="50739"/>
                  <a:pt x="16232" y="50650"/>
                </a:cubicBezTo>
                <a:cubicBezTo>
                  <a:pt x="16276" y="50606"/>
                  <a:pt x="16335" y="50547"/>
                  <a:pt x="16394" y="50533"/>
                </a:cubicBezTo>
                <a:close/>
                <a:moveTo>
                  <a:pt x="26622" y="44205"/>
                </a:moveTo>
                <a:cubicBezTo>
                  <a:pt x="26637" y="44249"/>
                  <a:pt x="26637" y="44278"/>
                  <a:pt x="26652" y="44322"/>
                </a:cubicBezTo>
                <a:cubicBezTo>
                  <a:pt x="26328" y="45147"/>
                  <a:pt x="25827" y="46015"/>
                  <a:pt x="25136" y="46927"/>
                </a:cubicBezTo>
                <a:cubicBezTo>
                  <a:pt x="23841" y="48561"/>
                  <a:pt x="21942" y="49135"/>
                  <a:pt x="19941" y="49738"/>
                </a:cubicBezTo>
                <a:cubicBezTo>
                  <a:pt x="18822" y="50076"/>
                  <a:pt x="17675" y="50430"/>
                  <a:pt x="16556" y="50959"/>
                </a:cubicBezTo>
                <a:cubicBezTo>
                  <a:pt x="16600" y="50827"/>
                  <a:pt x="16630" y="50739"/>
                  <a:pt x="16674" y="50650"/>
                </a:cubicBezTo>
                <a:cubicBezTo>
                  <a:pt x="17807" y="50032"/>
                  <a:pt x="18970" y="49650"/>
                  <a:pt x="20103" y="49282"/>
                </a:cubicBezTo>
                <a:cubicBezTo>
                  <a:pt x="22060" y="48634"/>
                  <a:pt x="23885" y="48046"/>
                  <a:pt x="25165" y="46427"/>
                </a:cubicBezTo>
                <a:cubicBezTo>
                  <a:pt x="25724" y="45735"/>
                  <a:pt x="26181" y="44999"/>
                  <a:pt x="26504" y="44278"/>
                </a:cubicBezTo>
                <a:cubicBezTo>
                  <a:pt x="26534" y="44322"/>
                  <a:pt x="26534" y="44337"/>
                  <a:pt x="26549" y="44367"/>
                </a:cubicBezTo>
                <a:cubicBezTo>
                  <a:pt x="26563" y="44322"/>
                  <a:pt x="26607" y="44264"/>
                  <a:pt x="26622" y="44205"/>
                </a:cubicBezTo>
                <a:close/>
                <a:moveTo>
                  <a:pt x="15599" y="50915"/>
                </a:moveTo>
                <a:cubicBezTo>
                  <a:pt x="15585" y="50959"/>
                  <a:pt x="15570" y="50974"/>
                  <a:pt x="15541" y="51018"/>
                </a:cubicBezTo>
                <a:cubicBezTo>
                  <a:pt x="15526" y="51033"/>
                  <a:pt x="15496" y="51048"/>
                  <a:pt x="15467" y="51062"/>
                </a:cubicBezTo>
                <a:cubicBezTo>
                  <a:pt x="15496" y="51048"/>
                  <a:pt x="15511" y="51033"/>
                  <a:pt x="15526" y="50989"/>
                </a:cubicBezTo>
                <a:cubicBezTo>
                  <a:pt x="15541" y="50974"/>
                  <a:pt x="15585" y="50959"/>
                  <a:pt x="15599" y="50915"/>
                </a:cubicBezTo>
                <a:close/>
                <a:moveTo>
                  <a:pt x="16085" y="50753"/>
                </a:moveTo>
                <a:lnTo>
                  <a:pt x="16085" y="50753"/>
                </a:lnTo>
                <a:cubicBezTo>
                  <a:pt x="16041" y="50812"/>
                  <a:pt x="15997" y="50886"/>
                  <a:pt x="15967" y="50959"/>
                </a:cubicBezTo>
                <a:lnTo>
                  <a:pt x="15806" y="51062"/>
                </a:lnTo>
                <a:cubicBezTo>
                  <a:pt x="15835" y="50989"/>
                  <a:pt x="15879" y="50915"/>
                  <a:pt x="15909" y="50871"/>
                </a:cubicBezTo>
                <a:lnTo>
                  <a:pt x="16085" y="50753"/>
                </a:lnTo>
                <a:close/>
                <a:moveTo>
                  <a:pt x="16571" y="50680"/>
                </a:moveTo>
                <a:lnTo>
                  <a:pt x="16468" y="50959"/>
                </a:lnTo>
                <a:cubicBezTo>
                  <a:pt x="16365" y="51018"/>
                  <a:pt x="16306" y="51048"/>
                  <a:pt x="16232" y="51077"/>
                </a:cubicBezTo>
                <a:cubicBezTo>
                  <a:pt x="16262" y="50989"/>
                  <a:pt x="16306" y="50901"/>
                  <a:pt x="16350" y="50812"/>
                </a:cubicBezTo>
                <a:cubicBezTo>
                  <a:pt x="16424" y="50768"/>
                  <a:pt x="16497" y="50739"/>
                  <a:pt x="16571" y="50680"/>
                </a:cubicBezTo>
                <a:close/>
                <a:moveTo>
                  <a:pt x="16232" y="50886"/>
                </a:moveTo>
                <a:cubicBezTo>
                  <a:pt x="16188" y="50974"/>
                  <a:pt x="16144" y="51048"/>
                  <a:pt x="16115" y="51136"/>
                </a:cubicBezTo>
                <a:cubicBezTo>
                  <a:pt x="16041" y="51180"/>
                  <a:pt x="15967" y="51210"/>
                  <a:pt x="15909" y="51254"/>
                </a:cubicBezTo>
                <a:cubicBezTo>
                  <a:pt x="15953" y="51166"/>
                  <a:pt x="15982" y="51092"/>
                  <a:pt x="16041" y="50989"/>
                </a:cubicBezTo>
                <a:cubicBezTo>
                  <a:pt x="16100" y="50959"/>
                  <a:pt x="16173" y="50915"/>
                  <a:pt x="16232" y="50886"/>
                </a:cubicBezTo>
                <a:close/>
                <a:moveTo>
                  <a:pt x="15747" y="50974"/>
                </a:moveTo>
                <a:lnTo>
                  <a:pt x="15747" y="50974"/>
                </a:lnTo>
                <a:cubicBezTo>
                  <a:pt x="15717" y="51033"/>
                  <a:pt x="15673" y="51107"/>
                  <a:pt x="15644" y="51151"/>
                </a:cubicBezTo>
                <a:cubicBezTo>
                  <a:pt x="15585" y="51195"/>
                  <a:pt x="15541" y="51224"/>
                  <a:pt x="15496" y="51269"/>
                </a:cubicBezTo>
                <a:cubicBezTo>
                  <a:pt x="15526" y="51195"/>
                  <a:pt x="15570" y="51136"/>
                  <a:pt x="15599" y="51077"/>
                </a:cubicBezTo>
                <a:cubicBezTo>
                  <a:pt x="15658" y="51048"/>
                  <a:pt x="15688" y="51018"/>
                  <a:pt x="15747" y="50974"/>
                </a:cubicBezTo>
                <a:close/>
                <a:moveTo>
                  <a:pt x="26681" y="44425"/>
                </a:moveTo>
                <a:cubicBezTo>
                  <a:pt x="26681" y="44440"/>
                  <a:pt x="26681" y="44440"/>
                  <a:pt x="26696" y="44470"/>
                </a:cubicBezTo>
                <a:lnTo>
                  <a:pt x="26637" y="44631"/>
                </a:lnTo>
                <a:cubicBezTo>
                  <a:pt x="26652" y="44661"/>
                  <a:pt x="26652" y="44720"/>
                  <a:pt x="26681" y="44764"/>
                </a:cubicBezTo>
                <a:cubicBezTo>
                  <a:pt x="26696" y="44705"/>
                  <a:pt x="26710" y="44661"/>
                  <a:pt x="26725" y="44617"/>
                </a:cubicBezTo>
                <a:lnTo>
                  <a:pt x="26725" y="44646"/>
                </a:lnTo>
                <a:cubicBezTo>
                  <a:pt x="26416" y="45514"/>
                  <a:pt x="25901" y="46471"/>
                  <a:pt x="25136" y="47442"/>
                </a:cubicBezTo>
                <a:cubicBezTo>
                  <a:pt x="23811" y="49135"/>
                  <a:pt x="21839" y="49664"/>
                  <a:pt x="19764" y="50224"/>
                </a:cubicBezTo>
                <a:cubicBezTo>
                  <a:pt x="18631" y="50518"/>
                  <a:pt x="17513" y="50827"/>
                  <a:pt x="16394" y="51327"/>
                </a:cubicBezTo>
                <a:cubicBezTo>
                  <a:pt x="16424" y="51239"/>
                  <a:pt x="16468" y="51121"/>
                  <a:pt x="16497" y="51033"/>
                </a:cubicBezTo>
                <a:cubicBezTo>
                  <a:pt x="17645" y="50474"/>
                  <a:pt x="18808" y="50135"/>
                  <a:pt x="19941" y="49782"/>
                </a:cubicBezTo>
                <a:cubicBezTo>
                  <a:pt x="21972" y="49179"/>
                  <a:pt x="23855" y="48605"/>
                  <a:pt x="25165" y="46942"/>
                </a:cubicBezTo>
                <a:cubicBezTo>
                  <a:pt x="25813" y="46118"/>
                  <a:pt x="26313" y="45279"/>
                  <a:pt x="26681" y="44425"/>
                </a:cubicBezTo>
                <a:close/>
                <a:moveTo>
                  <a:pt x="15894" y="51077"/>
                </a:moveTo>
                <a:lnTo>
                  <a:pt x="15894" y="51077"/>
                </a:lnTo>
                <a:cubicBezTo>
                  <a:pt x="15864" y="51151"/>
                  <a:pt x="15820" y="51254"/>
                  <a:pt x="15791" y="51327"/>
                </a:cubicBezTo>
                <a:cubicBezTo>
                  <a:pt x="15717" y="51357"/>
                  <a:pt x="15658" y="51401"/>
                  <a:pt x="15585" y="51430"/>
                </a:cubicBezTo>
                <a:cubicBezTo>
                  <a:pt x="15614" y="51357"/>
                  <a:pt x="15658" y="51283"/>
                  <a:pt x="15717" y="51210"/>
                </a:cubicBezTo>
                <a:cubicBezTo>
                  <a:pt x="15761" y="51166"/>
                  <a:pt x="15835" y="51121"/>
                  <a:pt x="15894" y="51077"/>
                </a:cubicBezTo>
                <a:close/>
                <a:moveTo>
                  <a:pt x="15408" y="51239"/>
                </a:moveTo>
                <a:lnTo>
                  <a:pt x="15408" y="51239"/>
                </a:lnTo>
                <a:cubicBezTo>
                  <a:pt x="15379" y="51283"/>
                  <a:pt x="15364" y="51327"/>
                  <a:pt x="15320" y="51386"/>
                </a:cubicBezTo>
                <a:cubicBezTo>
                  <a:pt x="15290" y="51416"/>
                  <a:pt x="15246" y="51430"/>
                  <a:pt x="15187" y="51475"/>
                </a:cubicBezTo>
                <a:cubicBezTo>
                  <a:pt x="15246" y="51416"/>
                  <a:pt x="15290" y="51357"/>
                  <a:pt x="15305" y="51327"/>
                </a:cubicBezTo>
                <a:cubicBezTo>
                  <a:pt x="15349" y="51283"/>
                  <a:pt x="15379" y="51254"/>
                  <a:pt x="15408" y="51239"/>
                </a:cubicBezTo>
                <a:close/>
                <a:moveTo>
                  <a:pt x="16409" y="51092"/>
                </a:moveTo>
                <a:cubicBezTo>
                  <a:pt x="16365" y="51180"/>
                  <a:pt x="16335" y="51269"/>
                  <a:pt x="16306" y="51386"/>
                </a:cubicBezTo>
                <a:cubicBezTo>
                  <a:pt x="16232" y="51416"/>
                  <a:pt x="16129" y="51445"/>
                  <a:pt x="16056" y="51489"/>
                </a:cubicBezTo>
                <a:lnTo>
                  <a:pt x="16173" y="51210"/>
                </a:lnTo>
                <a:cubicBezTo>
                  <a:pt x="16247" y="51180"/>
                  <a:pt x="16335" y="51136"/>
                  <a:pt x="16409" y="51092"/>
                </a:cubicBezTo>
                <a:close/>
                <a:moveTo>
                  <a:pt x="15541" y="51327"/>
                </a:moveTo>
                <a:lnTo>
                  <a:pt x="15541" y="51327"/>
                </a:lnTo>
                <a:cubicBezTo>
                  <a:pt x="15526" y="51386"/>
                  <a:pt x="15496" y="51445"/>
                  <a:pt x="15452" y="51533"/>
                </a:cubicBezTo>
                <a:cubicBezTo>
                  <a:pt x="15393" y="51563"/>
                  <a:pt x="15349" y="51607"/>
                  <a:pt x="15261" y="51636"/>
                </a:cubicBezTo>
                <a:cubicBezTo>
                  <a:pt x="15305" y="51563"/>
                  <a:pt x="15349" y="51504"/>
                  <a:pt x="15379" y="51430"/>
                </a:cubicBezTo>
                <a:lnTo>
                  <a:pt x="15541" y="51327"/>
                </a:lnTo>
                <a:close/>
                <a:moveTo>
                  <a:pt x="16056" y="51269"/>
                </a:moveTo>
                <a:lnTo>
                  <a:pt x="15953" y="51548"/>
                </a:lnTo>
                <a:lnTo>
                  <a:pt x="15732" y="51651"/>
                </a:lnTo>
                <a:cubicBezTo>
                  <a:pt x="15761" y="51563"/>
                  <a:pt x="15806" y="51475"/>
                  <a:pt x="15835" y="51401"/>
                </a:cubicBezTo>
                <a:cubicBezTo>
                  <a:pt x="15909" y="51342"/>
                  <a:pt x="15982" y="51313"/>
                  <a:pt x="16056" y="51269"/>
                </a:cubicBezTo>
                <a:close/>
                <a:moveTo>
                  <a:pt x="15084" y="51504"/>
                </a:moveTo>
                <a:cubicBezTo>
                  <a:pt x="15070" y="51548"/>
                  <a:pt x="15040" y="51563"/>
                  <a:pt x="15026" y="51607"/>
                </a:cubicBezTo>
                <a:cubicBezTo>
                  <a:pt x="14996" y="51622"/>
                  <a:pt x="14981" y="51636"/>
                  <a:pt x="14937" y="51666"/>
                </a:cubicBezTo>
                <a:lnTo>
                  <a:pt x="14937" y="51666"/>
                </a:lnTo>
                <a:cubicBezTo>
                  <a:pt x="14981" y="51636"/>
                  <a:pt x="14996" y="51622"/>
                  <a:pt x="15011" y="51578"/>
                </a:cubicBezTo>
                <a:lnTo>
                  <a:pt x="15070" y="51533"/>
                </a:lnTo>
                <a:lnTo>
                  <a:pt x="15084" y="51504"/>
                </a:lnTo>
                <a:close/>
                <a:moveTo>
                  <a:pt x="26784" y="44779"/>
                </a:moveTo>
                <a:cubicBezTo>
                  <a:pt x="26784" y="44808"/>
                  <a:pt x="26799" y="44852"/>
                  <a:pt x="26799" y="44882"/>
                </a:cubicBezTo>
                <a:cubicBezTo>
                  <a:pt x="26784" y="44940"/>
                  <a:pt x="26769" y="44999"/>
                  <a:pt x="26755" y="45029"/>
                </a:cubicBezTo>
                <a:cubicBezTo>
                  <a:pt x="26755" y="45073"/>
                  <a:pt x="26769" y="45088"/>
                  <a:pt x="26769" y="45132"/>
                </a:cubicBezTo>
                <a:cubicBezTo>
                  <a:pt x="26431" y="46015"/>
                  <a:pt x="25916" y="46971"/>
                  <a:pt x="25150" y="47972"/>
                </a:cubicBezTo>
                <a:cubicBezTo>
                  <a:pt x="23782" y="49709"/>
                  <a:pt x="21766" y="50224"/>
                  <a:pt x="19617" y="50739"/>
                </a:cubicBezTo>
                <a:cubicBezTo>
                  <a:pt x="18513" y="51018"/>
                  <a:pt x="17380" y="51283"/>
                  <a:pt x="16276" y="51725"/>
                </a:cubicBezTo>
                <a:cubicBezTo>
                  <a:pt x="16321" y="51622"/>
                  <a:pt x="16335" y="51519"/>
                  <a:pt x="16379" y="51416"/>
                </a:cubicBezTo>
                <a:cubicBezTo>
                  <a:pt x="17513" y="50915"/>
                  <a:pt x="18661" y="50592"/>
                  <a:pt x="19794" y="50297"/>
                </a:cubicBezTo>
                <a:cubicBezTo>
                  <a:pt x="21898" y="49723"/>
                  <a:pt x="23855" y="49194"/>
                  <a:pt x="25209" y="47472"/>
                </a:cubicBezTo>
                <a:cubicBezTo>
                  <a:pt x="25901" y="46589"/>
                  <a:pt x="26416" y="45691"/>
                  <a:pt x="26784" y="44779"/>
                </a:cubicBezTo>
                <a:close/>
                <a:moveTo>
                  <a:pt x="15702" y="51460"/>
                </a:moveTo>
                <a:lnTo>
                  <a:pt x="15702" y="51460"/>
                </a:lnTo>
                <a:cubicBezTo>
                  <a:pt x="15688" y="51548"/>
                  <a:pt x="15658" y="51622"/>
                  <a:pt x="15614" y="51710"/>
                </a:cubicBezTo>
                <a:lnTo>
                  <a:pt x="15393" y="51828"/>
                </a:lnTo>
                <a:cubicBezTo>
                  <a:pt x="15438" y="51725"/>
                  <a:pt x="15467" y="51651"/>
                  <a:pt x="15511" y="51578"/>
                </a:cubicBezTo>
                <a:cubicBezTo>
                  <a:pt x="15585" y="51548"/>
                  <a:pt x="15629" y="51489"/>
                  <a:pt x="15702" y="51460"/>
                </a:cubicBezTo>
                <a:close/>
                <a:moveTo>
                  <a:pt x="15232" y="51548"/>
                </a:moveTo>
                <a:lnTo>
                  <a:pt x="15232" y="51548"/>
                </a:lnTo>
                <a:cubicBezTo>
                  <a:pt x="15187" y="51607"/>
                  <a:pt x="15158" y="51666"/>
                  <a:pt x="15143" y="51725"/>
                </a:cubicBezTo>
                <a:cubicBezTo>
                  <a:pt x="15084" y="51769"/>
                  <a:pt x="15026" y="51798"/>
                  <a:pt x="14996" y="51842"/>
                </a:cubicBezTo>
                <a:cubicBezTo>
                  <a:pt x="15026" y="51769"/>
                  <a:pt x="15055" y="51710"/>
                  <a:pt x="15084" y="51651"/>
                </a:cubicBezTo>
                <a:cubicBezTo>
                  <a:pt x="15143" y="51622"/>
                  <a:pt x="15173" y="51578"/>
                  <a:pt x="15232" y="51548"/>
                </a:cubicBezTo>
                <a:close/>
                <a:moveTo>
                  <a:pt x="16276" y="51489"/>
                </a:moveTo>
                <a:cubicBezTo>
                  <a:pt x="16247" y="51578"/>
                  <a:pt x="16203" y="51695"/>
                  <a:pt x="16188" y="51784"/>
                </a:cubicBezTo>
                <a:cubicBezTo>
                  <a:pt x="16100" y="51813"/>
                  <a:pt x="16026" y="51857"/>
                  <a:pt x="15938" y="51901"/>
                </a:cubicBezTo>
                <a:cubicBezTo>
                  <a:pt x="15953" y="51784"/>
                  <a:pt x="15982" y="51695"/>
                  <a:pt x="16026" y="51607"/>
                </a:cubicBezTo>
                <a:cubicBezTo>
                  <a:pt x="16115" y="51563"/>
                  <a:pt x="16188" y="51533"/>
                  <a:pt x="16276" y="51489"/>
                </a:cubicBezTo>
                <a:close/>
                <a:moveTo>
                  <a:pt x="15393" y="51651"/>
                </a:moveTo>
                <a:lnTo>
                  <a:pt x="15393" y="51651"/>
                </a:lnTo>
                <a:cubicBezTo>
                  <a:pt x="15364" y="51725"/>
                  <a:pt x="15320" y="51798"/>
                  <a:pt x="15290" y="51901"/>
                </a:cubicBezTo>
                <a:cubicBezTo>
                  <a:pt x="15217" y="51931"/>
                  <a:pt x="15158" y="51975"/>
                  <a:pt x="15084" y="52004"/>
                </a:cubicBezTo>
                <a:lnTo>
                  <a:pt x="15202" y="51784"/>
                </a:lnTo>
                <a:cubicBezTo>
                  <a:pt x="15261" y="51754"/>
                  <a:pt x="15320" y="51695"/>
                  <a:pt x="15393" y="51651"/>
                </a:cubicBezTo>
                <a:close/>
                <a:moveTo>
                  <a:pt x="14893" y="51798"/>
                </a:moveTo>
                <a:lnTo>
                  <a:pt x="14893" y="51798"/>
                </a:lnTo>
                <a:cubicBezTo>
                  <a:pt x="14864" y="51857"/>
                  <a:pt x="14849" y="51901"/>
                  <a:pt x="14820" y="51945"/>
                </a:cubicBezTo>
                <a:cubicBezTo>
                  <a:pt x="14790" y="51990"/>
                  <a:pt x="14731" y="52004"/>
                  <a:pt x="14702" y="52048"/>
                </a:cubicBezTo>
                <a:cubicBezTo>
                  <a:pt x="14731" y="51990"/>
                  <a:pt x="14761" y="51945"/>
                  <a:pt x="14790" y="51901"/>
                </a:cubicBezTo>
                <a:cubicBezTo>
                  <a:pt x="14834" y="51857"/>
                  <a:pt x="14864" y="51828"/>
                  <a:pt x="14893" y="51798"/>
                </a:cubicBezTo>
                <a:close/>
                <a:moveTo>
                  <a:pt x="15894" y="51651"/>
                </a:moveTo>
                <a:lnTo>
                  <a:pt x="15894" y="51651"/>
                </a:lnTo>
                <a:cubicBezTo>
                  <a:pt x="15864" y="51754"/>
                  <a:pt x="15820" y="51842"/>
                  <a:pt x="15806" y="51945"/>
                </a:cubicBezTo>
                <a:cubicBezTo>
                  <a:pt x="15732" y="51975"/>
                  <a:pt x="15658" y="52004"/>
                  <a:pt x="15570" y="52048"/>
                </a:cubicBezTo>
                <a:lnTo>
                  <a:pt x="15673" y="51769"/>
                </a:lnTo>
                <a:lnTo>
                  <a:pt x="15894" y="51651"/>
                </a:lnTo>
                <a:close/>
                <a:moveTo>
                  <a:pt x="26843" y="45147"/>
                </a:moveTo>
                <a:cubicBezTo>
                  <a:pt x="26858" y="45205"/>
                  <a:pt x="26858" y="45250"/>
                  <a:pt x="26872" y="45308"/>
                </a:cubicBezTo>
                <a:cubicBezTo>
                  <a:pt x="26858" y="45367"/>
                  <a:pt x="26843" y="45426"/>
                  <a:pt x="26828" y="45456"/>
                </a:cubicBezTo>
                <a:lnTo>
                  <a:pt x="26828" y="45500"/>
                </a:lnTo>
                <a:cubicBezTo>
                  <a:pt x="26490" y="46427"/>
                  <a:pt x="25960" y="47442"/>
                  <a:pt x="25136" y="48502"/>
                </a:cubicBezTo>
                <a:cubicBezTo>
                  <a:pt x="23752" y="50297"/>
                  <a:pt x="21648" y="50753"/>
                  <a:pt x="19426" y="51269"/>
                </a:cubicBezTo>
                <a:cubicBezTo>
                  <a:pt x="18381" y="51504"/>
                  <a:pt x="17262" y="51769"/>
                  <a:pt x="16129" y="52166"/>
                </a:cubicBezTo>
                <a:lnTo>
                  <a:pt x="16247" y="51842"/>
                </a:lnTo>
                <a:cubicBezTo>
                  <a:pt x="17365" y="51386"/>
                  <a:pt x="18513" y="51107"/>
                  <a:pt x="19632" y="50827"/>
                </a:cubicBezTo>
                <a:cubicBezTo>
                  <a:pt x="21795" y="50297"/>
                  <a:pt x="23841" y="49782"/>
                  <a:pt x="25209" y="48031"/>
                </a:cubicBezTo>
                <a:cubicBezTo>
                  <a:pt x="25989" y="47015"/>
                  <a:pt x="26504" y="46044"/>
                  <a:pt x="26843" y="45147"/>
                </a:cubicBezTo>
                <a:close/>
                <a:moveTo>
                  <a:pt x="15055" y="51857"/>
                </a:moveTo>
                <a:lnTo>
                  <a:pt x="15055" y="51857"/>
                </a:lnTo>
                <a:cubicBezTo>
                  <a:pt x="15026" y="51945"/>
                  <a:pt x="14996" y="52019"/>
                  <a:pt x="14952" y="52078"/>
                </a:cubicBezTo>
                <a:cubicBezTo>
                  <a:pt x="14908" y="52122"/>
                  <a:pt x="14834" y="52152"/>
                  <a:pt x="14775" y="52196"/>
                </a:cubicBezTo>
                <a:cubicBezTo>
                  <a:pt x="14805" y="52122"/>
                  <a:pt x="14849" y="52063"/>
                  <a:pt x="14878" y="51990"/>
                </a:cubicBezTo>
                <a:cubicBezTo>
                  <a:pt x="14937" y="51945"/>
                  <a:pt x="14996" y="51916"/>
                  <a:pt x="15055" y="51857"/>
                </a:cubicBezTo>
                <a:close/>
                <a:moveTo>
                  <a:pt x="15570" y="51813"/>
                </a:moveTo>
                <a:lnTo>
                  <a:pt x="15452" y="52093"/>
                </a:lnTo>
                <a:cubicBezTo>
                  <a:pt x="15379" y="52137"/>
                  <a:pt x="15290" y="52166"/>
                  <a:pt x="15217" y="52210"/>
                </a:cubicBezTo>
                <a:cubicBezTo>
                  <a:pt x="15246" y="52122"/>
                  <a:pt x="15290" y="52019"/>
                  <a:pt x="15320" y="51945"/>
                </a:cubicBezTo>
                <a:cubicBezTo>
                  <a:pt x="15423" y="51916"/>
                  <a:pt x="15496" y="51857"/>
                  <a:pt x="15570" y="51813"/>
                </a:cubicBezTo>
                <a:close/>
                <a:moveTo>
                  <a:pt x="14569" y="52093"/>
                </a:moveTo>
                <a:lnTo>
                  <a:pt x="14569" y="52093"/>
                </a:lnTo>
                <a:cubicBezTo>
                  <a:pt x="14555" y="52122"/>
                  <a:pt x="14525" y="52152"/>
                  <a:pt x="14510" y="52166"/>
                </a:cubicBezTo>
                <a:cubicBezTo>
                  <a:pt x="14481" y="52196"/>
                  <a:pt x="14466" y="52225"/>
                  <a:pt x="14422" y="52240"/>
                </a:cubicBezTo>
                <a:cubicBezTo>
                  <a:pt x="14437" y="52225"/>
                  <a:pt x="14466" y="52210"/>
                  <a:pt x="14481" y="52166"/>
                </a:cubicBezTo>
                <a:cubicBezTo>
                  <a:pt x="14510" y="52152"/>
                  <a:pt x="14525" y="52122"/>
                  <a:pt x="14569" y="52093"/>
                </a:cubicBezTo>
                <a:close/>
                <a:moveTo>
                  <a:pt x="16129" y="51872"/>
                </a:moveTo>
                <a:cubicBezTo>
                  <a:pt x="16100" y="51990"/>
                  <a:pt x="16085" y="52093"/>
                  <a:pt x="16041" y="52181"/>
                </a:cubicBezTo>
                <a:cubicBezTo>
                  <a:pt x="15967" y="52225"/>
                  <a:pt x="15879" y="52269"/>
                  <a:pt x="15791" y="52299"/>
                </a:cubicBezTo>
                <a:cubicBezTo>
                  <a:pt x="15820" y="52181"/>
                  <a:pt x="15835" y="52093"/>
                  <a:pt x="15879" y="51990"/>
                </a:cubicBezTo>
                <a:cubicBezTo>
                  <a:pt x="15967" y="51945"/>
                  <a:pt x="16056" y="51916"/>
                  <a:pt x="16129" y="51872"/>
                </a:cubicBezTo>
                <a:close/>
                <a:moveTo>
                  <a:pt x="15217" y="52004"/>
                </a:moveTo>
                <a:cubicBezTo>
                  <a:pt x="15202" y="52093"/>
                  <a:pt x="15158" y="52181"/>
                  <a:pt x="15129" y="52269"/>
                </a:cubicBezTo>
                <a:lnTo>
                  <a:pt x="14893" y="52372"/>
                </a:lnTo>
                <a:cubicBezTo>
                  <a:pt x="14937" y="52299"/>
                  <a:pt x="14981" y="52210"/>
                  <a:pt x="15011" y="52137"/>
                </a:cubicBezTo>
                <a:cubicBezTo>
                  <a:pt x="15084" y="52093"/>
                  <a:pt x="15158" y="52048"/>
                  <a:pt x="15217" y="52004"/>
                </a:cubicBezTo>
                <a:close/>
                <a:moveTo>
                  <a:pt x="14731" y="52122"/>
                </a:moveTo>
                <a:cubicBezTo>
                  <a:pt x="14702" y="52166"/>
                  <a:pt x="14658" y="52225"/>
                  <a:pt x="14643" y="52299"/>
                </a:cubicBezTo>
                <a:lnTo>
                  <a:pt x="14481" y="52416"/>
                </a:lnTo>
                <a:lnTo>
                  <a:pt x="14584" y="52240"/>
                </a:lnTo>
                <a:cubicBezTo>
                  <a:pt x="14628" y="52181"/>
                  <a:pt x="14687" y="52152"/>
                  <a:pt x="14731" y="52122"/>
                </a:cubicBezTo>
                <a:close/>
                <a:moveTo>
                  <a:pt x="15776" y="52034"/>
                </a:moveTo>
                <a:lnTo>
                  <a:pt x="15776" y="52034"/>
                </a:lnTo>
                <a:cubicBezTo>
                  <a:pt x="15747" y="52152"/>
                  <a:pt x="15732" y="52240"/>
                  <a:pt x="15688" y="52358"/>
                </a:cubicBezTo>
                <a:cubicBezTo>
                  <a:pt x="15599" y="52372"/>
                  <a:pt x="15511" y="52416"/>
                  <a:pt x="15438" y="52446"/>
                </a:cubicBezTo>
                <a:cubicBezTo>
                  <a:pt x="15467" y="52358"/>
                  <a:pt x="15511" y="52240"/>
                  <a:pt x="15541" y="52152"/>
                </a:cubicBezTo>
                <a:cubicBezTo>
                  <a:pt x="15614" y="52122"/>
                  <a:pt x="15717" y="52078"/>
                  <a:pt x="15776" y="52034"/>
                </a:cubicBezTo>
                <a:close/>
                <a:moveTo>
                  <a:pt x="14878" y="52225"/>
                </a:moveTo>
                <a:lnTo>
                  <a:pt x="14878" y="52225"/>
                </a:lnTo>
                <a:cubicBezTo>
                  <a:pt x="14849" y="52299"/>
                  <a:pt x="14805" y="52372"/>
                  <a:pt x="14775" y="52461"/>
                </a:cubicBezTo>
                <a:cubicBezTo>
                  <a:pt x="14702" y="52505"/>
                  <a:pt x="14643" y="52534"/>
                  <a:pt x="14569" y="52593"/>
                </a:cubicBezTo>
                <a:lnTo>
                  <a:pt x="14687" y="52372"/>
                </a:lnTo>
                <a:cubicBezTo>
                  <a:pt x="14761" y="52299"/>
                  <a:pt x="14834" y="52269"/>
                  <a:pt x="14878" y="52225"/>
                </a:cubicBezTo>
                <a:close/>
                <a:moveTo>
                  <a:pt x="26902" y="45529"/>
                </a:moveTo>
                <a:cubicBezTo>
                  <a:pt x="26931" y="45588"/>
                  <a:pt x="26931" y="45647"/>
                  <a:pt x="26946" y="45720"/>
                </a:cubicBezTo>
                <a:cubicBezTo>
                  <a:pt x="26946" y="45750"/>
                  <a:pt x="26931" y="45765"/>
                  <a:pt x="26931" y="45809"/>
                </a:cubicBezTo>
                <a:cubicBezTo>
                  <a:pt x="26622" y="46824"/>
                  <a:pt x="26063" y="47898"/>
                  <a:pt x="25165" y="49061"/>
                </a:cubicBezTo>
                <a:cubicBezTo>
                  <a:pt x="23752" y="50886"/>
                  <a:pt x="21574" y="51327"/>
                  <a:pt x="19279" y="51798"/>
                </a:cubicBezTo>
                <a:cubicBezTo>
                  <a:pt x="18248" y="52004"/>
                  <a:pt x="17145" y="52240"/>
                  <a:pt x="16041" y="52593"/>
                </a:cubicBezTo>
                <a:cubicBezTo>
                  <a:pt x="16056" y="52475"/>
                  <a:pt x="16100" y="52372"/>
                  <a:pt x="16115" y="52255"/>
                </a:cubicBezTo>
                <a:cubicBezTo>
                  <a:pt x="17218" y="51857"/>
                  <a:pt x="18337" y="51592"/>
                  <a:pt x="19440" y="51357"/>
                </a:cubicBezTo>
                <a:cubicBezTo>
                  <a:pt x="21692" y="50871"/>
                  <a:pt x="23811" y="50386"/>
                  <a:pt x="25209" y="48575"/>
                </a:cubicBezTo>
                <a:cubicBezTo>
                  <a:pt x="26033" y="47516"/>
                  <a:pt x="26563" y="46486"/>
                  <a:pt x="26902" y="45529"/>
                </a:cubicBezTo>
                <a:close/>
                <a:moveTo>
                  <a:pt x="14393" y="52387"/>
                </a:moveTo>
                <a:cubicBezTo>
                  <a:pt x="14363" y="52431"/>
                  <a:pt x="14334" y="52490"/>
                  <a:pt x="14304" y="52519"/>
                </a:cubicBezTo>
                <a:cubicBezTo>
                  <a:pt x="14275" y="52549"/>
                  <a:pt x="14216" y="52593"/>
                  <a:pt x="14187" y="52608"/>
                </a:cubicBezTo>
                <a:cubicBezTo>
                  <a:pt x="14201" y="52578"/>
                  <a:pt x="14246" y="52534"/>
                  <a:pt x="14260" y="52505"/>
                </a:cubicBezTo>
                <a:cubicBezTo>
                  <a:pt x="14290" y="52461"/>
                  <a:pt x="14349" y="52431"/>
                  <a:pt x="14393" y="52387"/>
                </a:cubicBezTo>
                <a:close/>
                <a:moveTo>
                  <a:pt x="15408" y="52210"/>
                </a:moveTo>
                <a:cubicBezTo>
                  <a:pt x="15379" y="52299"/>
                  <a:pt x="15335" y="52416"/>
                  <a:pt x="15320" y="52505"/>
                </a:cubicBezTo>
                <a:cubicBezTo>
                  <a:pt x="15246" y="52534"/>
                  <a:pt x="15158" y="52578"/>
                  <a:pt x="15070" y="52608"/>
                </a:cubicBezTo>
                <a:lnTo>
                  <a:pt x="15173" y="52343"/>
                </a:lnTo>
                <a:cubicBezTo>
                  <a:pt x="15246" y="52299"/>
                  <a:pt x="15349" y="52240"/>
                  <a:pt x="15408" y="52210"/>
                </a:cubicBezTo>
                <a:close/>
                <a:moveTo>
                  <a:pt x="16041" y="52299"/>
                </a:moveTo>
                <a:cubicBezTo>
                  <a:pt x="16026" y="52416"/>
                  <a:pt x="15982" y="52519"/>
                  <a:pt x="15967" y="52637"/>
                </a:cubicBezTo>
                <a:cubicBezTo>
                  <a:pt x="15864" y="52652"/>
                  <a:pt x="15761" y="52681"/>
                  <a:pt x="15673" y="52725"/>
                </a:cubicBezTo>
                <a:cubicBezTo>
                  <a:pt x="15688" y="52608"/>
                  <a:pt x="15732" y="52505"/>
                  <a:pt x="15761" y="52416"/>
                </a:cubicBezTo>
                <a:lnTo>
                  <a:pt x="16041" y="52299"/>
                </a:lnTo>
                <a:close/>
                <a:moveTo>
                  <a:pt x="14555" y="52431"/>
                </a:moveTo>
                <a:cubicBezTo>
                  <a:pt x="14510" y="52519"/>
                  <a:pt x="14481" y="52578"/>
                  <a:pt x="14437" y="52652"/>
                </a:cubicBezTo>
                <a:cubicBezTo>
                  <a:pt x="14393" y="52681"/>
                  <a:pt x="14304" y="52725"/>
                  <a:pt x="14260" y="52755"/>
                </a:cubicBezTo>
                <a:cubicBezTo>
                  <a:pt x="14290" y="52681"/>
                  <a:pt x="14334" y="52637"/>
                  <a:pt x="14363" y="52549"/>
                </a:cubicBezTo>
                <a:cubicBezTo>
                  <a:pt x="14422" y="52519"/>
                  <a:pt x="14481" y="52461"/>
                  <a:pt x="14555" y="52431"/>
                </a:cubicBezTo>
                <a:close/>
                <a:moveTo>
                  <a:pt x="14039" y="52667"/>
                </a:moveTo>
                <a:cubicBezTo>
                  <a:pt x="14025" y="52681"/>
                  <a:pt x="13995" y="52725"/>
                  <a:pt x="13981" y="52740"/>
                </a:cubicBezTo>
                <a:cubicBezTo>
                  <a:pt x="13970" y="52746"/>
                  <a:pt x="13957" y="52755"/>
                  <a:pt x="13944" y="52766"/>
                </a:cubicBezTo>
                <a:lnTo>
                  <a:pt x="13944" y="52766"/>
                </a:lnTo>
                <a:cubicBezTo>
                  <a:pt x="13946" y="52763"/>
                  <a:pt x="13949" y="52759"/>
                  <a:pt x="13951" y="52755"/>
                </a:cubicBezTo>
                <a:lnTo>
                  <a:pt x="14039" y="52667"/>
                </a:lnTo>
                <a:close/>
                <a:moveTo>
                  <a:pt x="15070" y="52387"/>
                </a:moveTo>
                <a:lnTo>
                  <a:pt x="14952" y="52667"/>
                </a:lnTo>
                <a:cubicBezTo>
                  <a:pt x="14878" y="52711"/>
                  <a:pt x="14790" y="52740"/>
                  <a:pt x="14716" y="52784"/>
                </a:cubicBezTo>
                <a:cubicBezTo>
                  <a:pt x="14761" y="52681"/>
                  <a:pt x="14790" y="52593"/>
                  <a:pt x="14834" y="52519"/>
                </a:cubicBezTo>
                <a:cubicBezTo>
                  <a:pt x="14923" y="52461"/>
                  <a:pt x="14996" y="52431"/>
                  <a:pt x="15070" y="52387"/>
                </a:cubicBezTo>
                <a:close/>
                <a:moveTo>
                  <a:pt x="15658" y="52431"/>
                </a:moveTo>
                <a:lnTo>
                  <a:pt x="15658" y="52431"/>
                </a:lnTo>
                <a:cubicBezTo>
                  <a:pt x="15614" y="52534"/>
                  <a:pt x="15599" y="52637"/>
                  <a:pt x="15585" y="52740"/>
                </a:cubicBezTo>
                <a:lnTo>
                  <a:pt x="15305" y="52858"/>
                </a:lnTo>
                <a:cubicBezTo>
                  <a:pt x="15349" y="52740"/>
                  <a:pt x="15364" y="52652"/>
                  <a:pt x="15393" y="52534"/>
                </a:cubicBezTo>
                <a:cubicBezTo>
                  <a:pt x="15496" y="52505"/>
                  <a:pt x="15585" y="52461"/>
                  <a:pt x="15658" y="52431"/>
                </a:cubicBezTo>
                <a:close/>
                <a:moveTo>
                  <a:pt x="14216" y="52681"/>
                </a:moveTo>
                <a:cubicBezTo>
                  <a:pt x="14187" y="52740"/>
                  <a:pt x="14172" y="52799"/>
                  <a:pt x="14128" y="52858"/>
                </a:cubicBezTo>
                <a:lnTo>
                  <a:pt x="13966" y="52961"/>
                </a:lnTo>
                <a:cubicBezTo>
                  <a:pt x="13995" y="52902"/>
                  <a:pt x="14025" y="52858"/>
                  <a:pt x="14054" y="52799"/>
                </a:cubicBezTo>
                <a:cubicBezTo>
                  <a:pt x="14113" y="52784"/>
                  <a:pt x="14157" y="52740"/>
                  <a:pt x="14216" y="52681"/>
                </a:cubicBezTo>
                <a:close/>
                <a:moveTo>
                  <a:pt x="14731" y="52593"/>
                </a:moveTo>
                <a:cubicBezTo>
                  <a:pt x="14687" y="52667"/>
                  <a:pt x="14658" y="52740"/>
                  <a:pt x="14628" y="52828"/>
                </a:cubicBezTo>
                <a:cubicBezTo>
                  <a:pt x="14555" y="52873"/>
                  <a:pt x="14481" y="52902"/>
                  <a:pt x="14407" y="52961"/>
                </a:cubicBezTo>
                <a:cubicBezTo>
                  <a:pt x="14437" y="52873"/>
                  <a:pt x="14481" y="52799"/>
                  <a:pt x="14510" y="52725"/>
                </a:cubicBezTo>
                <a:cubicBezTo>
                  <a:pt x="14584" y="52681"/>
                  <a:pt x="14658" y="52622"/>
                  <a:pt x="14731" y="52593"/>
                </a:cubicBezTo>
                <a:close/>
                <a:moveTo>
                  <a:pt x="15305" y="52593"/>
                </a:moveTo>
                <a:cubicBezTo>
                  <a:pt x="15261" y="52711"/>
                  <a:pt x="15246" y="52799"/>
                  <a:pt x="15217" y="52902"/>
                </a:cubicBezTo>
                <a:cubicBezTo>
                  <a:pt x="15129" y="52917"/>
                  <a:pt x="15026" y="52961"/>
                  <a:pt x="14937" y="53020"/>
                </a:cubicBezTo>
                <a:cubicBezTo>
                  <a:pt x="14981" y="52917"/>
                  <a:pt x="15011" y="52814"/>
                  <a:pt x="15040" y="52725"/>
                </a:cubicBezTo>
                <a:cubicBezTo>
                  <a:pt x="15143" y="52681"/>
                  <a:pt x="15217" y="52652"/>
                  <a:pt x="15305" y="52593"/>
                </a:cubicBezTo>
                <a:close/>
                <a:moveTo>
                  <a:pt x="26975" y="45941"/>
                </a:moveTo>
                <a:cubicBezTo>
                  <a:pt x="26990" y="45985"/>
                  <a:pt x="26990" y="46059"/>
                  <a:pt x="27005" y="46133"/>
                </a:cubicBezTo>
                <a:cubicBezTo>
                  <a:pt x="26990" y="46191"/>
                  <a:pt x="26975" y="46236"/>
                  <a:pt x="26975" y="46280"/>
                </a:cubicBezTo>
                <a:lnTo>
                  <a:pt x="26975" y="46309"/>
                </a:lnTo>
                <a:cubicBezTo>
                  <a:pt x="26652" y="47310"/>
                  <a:pt x="26092" y="48443"/>
                  <a:pt x="25180" y="49620"/>
                </a:cubicBezTo>
                <a:cubicBezTo>
                  <a:pt x="23752" y="51489"/>
                  <a:pt x="21604" y="51872"/>
                  <a:pt x="19131" y="52343"/>
                </a:cubicBezTo>
                <a:cubicBezTo>
                  <a:pt x="18116" y="52519"/>
                  <a:pt x="17071" y="52725"/>
                  <a:pt x="15982" y="53034"/>
                </a:cubicBezTo>
                <a:lnTo>
                  <a:pt x="16041" y="52711"/>
                </a:lnTo>
                <a:cubicBezTo>
                  <a:pt x="17159" y="52343"/>
                  <a:pt x="18263" y="52093"/>
                  <a:pt x="19293" y="51901"/>
                </a:cubicBezTo>
                <a:cubicBezTo>
                  <a:pt x="21619" y="51416"/>
                  <a:pt x="23811" y="50974"/>
                  <a:pt x="25224" y="49135"/>
                </a:cubicBezTo>
                <a:cubicBezTo>
                  <a:pt x="26048" y="48075"/>
                  <a:pt x="26578" y="47045"/>
                  <a:pt x="26916" y="46088"/>
                </a:cubicBezTo>
                <a:lnTo>
                  <a:pt x="26916" y="46103"/>
                </a:lnTo>
                <a:lnTo>
                  <a:pt x="26975" y="45941"/>
                </a:lnTo>
                <a:close/>
                <a:moveTo>
                  <a:pt x="15938" y="52681"/>
                </a:moveTo>
                <a:lnTo>
                  <a:pt x="15938" y="52681"/>
                </a:lnTo>
                <a:cubicBezTo>
                  <a:pt x="15909" y="52814"/>
                  <a:pt x="15894" y="52917"/>
                  <a:pt x="15879" y="53034"/>
                </a:cubicBezTo>
                <a:cubicBezTo>
                  <a:pt x="15761" y="53079"/>
                  <a:pt x="15673" y="53093"/>
                  <a:pt x="15570" y="53123"/>
                </a:cubicBezTo>
                <a:cubicBezTo>
                  <a:pt x="15585" y="53020"/>
                  <a:pt x="15599" y="52902"/>
                  <a:pt x="15644" y="52799"/>
                </a:cubicBezTo>
                <a:cubicBezTo>
                  <a:pt x="15732" y="52755"/>
                  <a:pt x="15835" y="52725"/>
                  <a:pt x="15938" y="52681"/>
                </a:cubicBezTo>
                <a:close/>
                <a:moveTo>
                  <a:pt x="14393" y="52799"/>
                </a:moveTo>
                <a:lnTo>
                  <a:pt x="14393" y="52799"/>
                </a:lnTo>
                <a:cubicBezTo>
                  <a:pt x="14349" y="52873"/>
                  <a:pt x="14304" y="52946"/>
                  <a:pt x="14275" y="53034"/>
                </a:cubicBezTo>
                <a:cubicBezTo>
                  <a:pt x="14201" y="53079"/>
                  <a:pt x="14128" y="53108"/>
                  <a:pt x="14069" y="53167"/>
                </a:cubicBezTo>
                <a:lnTo>
                  <a:pt x="14187" y="52946"/>
                </a:lnTo>
                <a:cubicBezTo>
                  <a:pt x="14246" y="52873"/>
                  <a:pt x="14319" y="52828"/>
                  <a:pt x="14393" y="52799"/>
                </a:cubicBezTo>
                <a:close/>
                <a:moveTo>
                  <a:pt x="14923" y="52755"/>
                </a:moveTo>
                <a:lnTo>
                  <a:pt x="14923" y="52755"/>
                </a:lnTo>
                <a:cubicBezTo>
                  <a:pt x="14878" y="52858"/>
                  <a:pt x="14849" y="52946"/>
                  <a:pt x="14820" y="53049"/>
                </a:cubicBezTo>
                <a:cubicBezTo>
                  <a:pt x="14761" y="53093"/>
                  <a:pt x="14658" y="53123"/>
                  <a:pt x="14569" y="53167"/>
                </a:cubicBezTo>
                <a:lnTo>
                  <a:pt x="14672" y="52887"/>
                </a:lnTo>
                <a:cubicBezTo>
                  <a:pt x="14761" y="52858"/>
                  <a:pt x="14849" y="52799"/>
                  <a:pt x="14923" y="52755"/>
                </a:cubicBezTo>
                <a:close/>
                <a:moveTo>
                  <a:pt x="13878" y="52961"/>
                </a:moveTo>
                <a:lnTo>
                  <a:pt x="13878" y="52961"/>
                </a:lnTo>
                <a:cubicBezTo>
                  <a:pt x="13848" y="53005"/>
                  <a:pt x="13819" y="53049"/>
                  <a:pt x="13804" y="53093"/>
                </a:cubicBezTo>
                <a:cubicBezTo>
                  <a:pt x="13745" y="53123"/>
                  <a:pt x="13701" y="53167"/>
                  <a:pt x="13657" y="53196"/>
                </a:cubicBezTo>
                <a:cubicBezTo>
                  <a:pt x="13672" y="53167"/>
                  <a:pt x="13701" y="53123"/>
                  <a:pt x="13730" y="53093"/>
                </a:cubicBezTo>
                <a:cubicBezTo>
                  <a:pt x="13745" y="53079"/>
                  <a:pt x="13775" y="53049"/>
                  <a:pt x="13804" y="53020"/>
                </a:cubicBezTo>
                <a:cubicBezTo>
                  <a:pt x="13819" y="53005"/>
                  <a:pt x="13833" y="52976"/>
                  <a:pt x="13878" y="52961"/>
                </a:cubicBezTo>
                <a:close/>
                <a:moveTo>
                  <a:pt x="15541" y="52858"/>
                </a:moveTo>
                <a:lnTo>
                  <a:pt x="15541" y="52858"/>
                </a:lnTo>
                <a:cubicBezTo>
                  <a:pt x="15526" y="52961"/>
                  <a:pt x="15496" y="53079"/>
                  <a:pt x="15467" y="53167"/>
                </a:cubicBezTo>
                <a:lnTo>
                  <a:pt x="15202" y="53270"/>
                </a:lnTo>
                <a:cubicBezTo>
                  <a:pt x="15217" y="53167"/>
                  <a:pt x="15246" y="53079"/>
                  <a:pt x="15276" y="52961"/>
                </a:cubicBezTo>
                <a:lnTo>
                  <a:pt x="15541" y="52858"/>
                </a:lnTo>
                <a:close/>
                <a:moveTo>
                  <a:pt x="14040" y="53020"/>
                </a:moveTo>
                <a:cubicBezTo>
                  <a:pt x="13995" y="53093"/>
                  <a:pt x="13966" y="53167"/>
                  <a:pt x="13951" y="53226"/>
                </a:cubicBezTo>
                <a:cubicBezTo>
                  <a:pt x="13878" y="53255"/>
                  <a:pt x="13819" y="53285"/>
                  <a:pt x="13745" y="53344"/>
                </a:cubicBezTo>
                <a:cubicBezTo>
                  <a:pt x="13775" y="53270"/>
                  <a:pt x="13819" y="53226"/>
                  <a:pt x="13848" y="53138"/>
                </a:cubicBezTo>
                <a:cubicBezTo>
                  <a:pt x="13907" y="53093"/>
                  <a:pt x="13981" y="53049"/>
                  <a:pt x="14040" y="53020"/>
                </a:cubicBezTo>
                <a:close/>
                <a:moveTo>
                  <a:pt x="14569" y="52946"/>
                </a:moveTo>
                <a:lnTo>
                  <a:pt x="14466" y="53226"/>
                </a:lnTo>
                <a:cubicBezTo>
                  <a:pt x="14393" y="53255"/>
                  <a:pt x="14290" y="53285"/>
                  <a:pt x="14216" y="53344"/>
                </a:cubicBezTo>
                <a:cubicBezTo>
                  <a:pt x="14260" y="53255"/>
                  <a:pt x="14290" y="53167"/>
                  <a:pt x="14334" y="53093"/>
                </a:cubicBezTo>
                <a:cubicBezTo>
                  <a:pt x="14422" y="53034"/>
                  <a:pt x="14496" y="52976"/>
                  <a:pt x="14569" y="52946"/>
                </a:cubicBezTo>
                <a:close/>
                <a:moveTo>
                  <a:pt x="15173" y="53020"/>
                </a:moveTo>
                <a:lnTo>
                  <a:pt x="15173" y="53020"/>
                </a:lnTo>
                <a:cubicBezTo>
                  <a:pt x="15143" y="53123"/>
                  <a:pt x="15129" y="53226"/>
                  <a:pt x="15099" y="53329"/>
                </a:cubicBezTo>
                <a:cubicBezTo>
                  <a:pt x="15011" y="53329"/>
                  <a:pt x="14893" y="53373"/>
                  <a:pt x="14805" y="53417"/>
                </a:cubicBezTo>
                <a:cubicBezTo>
                  <a:pt x="14849" y="53314"/>
                  <a:pt x="14864" y="53226"/>
                  <a:pt x="14893" y="53123"/>
                </a:cubicBezTo>
                <a:lnTo>
                  <a:pt x="15173" y="53020"/>
                </a:lnTo>
                <a:close/>
                <a:moveTo>
                  <a:pt x="13524" y="53270"/>
                </a:moveTo>
                <a:cubicBezTo>
                  <a:pt x="13510" y="53299"/>
                  <a:pt x="13480" y="53329"/>
                  <a:pt x="13466" y="53344"/>
                </a:cubicBezTo>
                <a:cubicBezTo>
                  <a:pt x="13421" y="53388"/>
                  <a:pt x="13392" y="53402"/>
                  <a:pt x="13363" y="53447"/>
                </a:cubicBezTo>
                <a:cubicBezTo>
                  <a:pt x="13377" y="53417"/>
                  <a:pt x="13392" y="53388"/>
                  <a:pt x="13407" y="53373"/>
                </a:cubicBezTo>
                <a:cubicBezTo>
                  <a:pt x="13451" y="53329"/>
                  <a:pt x="13480" y="53314"/>
                  <a:pt x="13524" y="53270"/>
                </a:cubicBezTo>
                <a:close/>
                <a:moveTo>
                  <a:pt x="26961" y="46456"/>
                </a:moveTo>
                <a:lnTo>
                  <a:pt x="26961" y="46471"/>
                </a:lnTo>
                <a:cubicBezTo>
                  <a:pt x="26975" y="46486"/>
                  <a:pt x="26990" y="46530"/>
                  <a:pt x="26990" y="46545"/>
                </a:cubicBezTo>
                <a:cubicBezTo>
                  <a:pt x="26990" y="46574"/>
                  <a:pt x="26990" y="46618"/>
                  <a:pt x="27005" y="46648"/>
                </a:cubicBezTo>
                <a:cubicBezTo>
                  <a:pt x="26666" y="47751"/>
                  <a:pt x="26107" y="48929"/>
                  <a:pt x="25180" y="50135"/>
                </a:cubicBezTo>
                <a:cubicBezTo>
                  <a:pt x="23708" y="52034"/>
                  <a:pt x="21501" y="52402"/>
                  <a:pt x="18940" y="52858"/>
                </a:cubicBezTo>
                <a:cubicBezTo>
                  <a:pt x="17969" y="53020"/>
                  <a:pt x="16939" y="53182"/>
                  <a:pt x="15909" y="53461"/>
                </a:cubicBezTo>
                <a:cubicBezTo>
                  <a:pt x="15923" y="53344"/>
                  <a:pt x="15953" y="53226"/>
                  <a:pt x="15953" y="53108"/>
                </a:cubicBezTo>
                <a:cubicBezTo>
                  <a:pt x="17027" y="52784"/>
                  <a:pt x="18101" y="52578"/>
                  <a:pt x="19117" y="52387"/>
                </a:cubicBezTo>
                <a:cubicBezTo>
                  <a:pt x="21501" y="51945"/>
                  <a:pt x="23752" y="51533"/>
                  <a:pt x="25224" y="49635"/>
                </a:cubicBezTo>
                <a:cubicBezTo>
                  <a:pt x="26033" y="48590"/>
                  <a:pt x="26593" y="47516"/>
                  <a:pt x="26961" y="46456"/>
                </a:cubicBezTo>
                <a:close/>
                <a:moveTo>
                  <a:pt x="14201" y="53167"/>
                </a:moveTo>
                <a:cubicBezTo>
                  <a:pt x="14187" y="53226"/>
                  <a:pt x="14143" y="53314"/>
                  <a:pt x="14113" y="53402"/>
                </a:cubicBezTo>
                <a:cubicBezTo>
                  <a:pt x="14040" y="53447"/>
                  <a:pt x="13966" y="53491"/>
                  <a:pt x="13878" y="53535"/>
                </a:cubicBezTo>
                <a:cubicBezTo>
                  <a:pt x="13907" y="53461"/>
                  <a:pt x="13951" y="53373"/>
                  <a:pt x="13981" y="53285"/>
                </a:cubicBezTo>
                <a:cubicBezTo>
                  <a:pt x="14054" y="53255"/>
                  <a:pt x="14128" y="53196"/>
                  <a:pt x="14201" y="53167"/>
                </a:cubicBezTo>
                <a:close/>
                <a:moveTo>
                  <a:pt x="14805" y="53152"/>
                </a:moveTo>
                <a:lnTo>
                  <a:pt x="14805" y="53152"/>
                </a:lnTo>
                <a:cubicBezTo>
                  <a:pt x="14775" y="53241"/>
                  <a:pt x="14761" y="53344"/>
                  <a:pt x="14716" y="53447"/>
                </a:cubicBezTo>
                <a:lnTo>
                  <a:pt x="14437" y="53550"/>
                </a:lnTo>
                <a:cubicBezTo>
                  <a:pt x="14481" y="53461"/>
                  <a:pt x="14496" y="53373"/>
                  <a:pt x="14525" y="53255"/>
                </a:cubicBezTo>
                <a:cubicBezTo>
                  <a:pt x="14628" y="53241"/>
                  <a:pt x="14716" y="53196"/>
                  <a:pt x="14805" y="53152"/>
                </a:cubicBezTo>
                <a:close/>
                <a:moveTo>
                  <a:pt x="13686" y="53270"/>
                </a:moveTo>
                <a:cubicBezTo>
                  <a:pt x="13657" y="53329"/>
                  <a:pt x="13627" y="53388"/>
                  <a:pt x="13598" y="53447"/>
                </a:cubicBezTo>
                <a:cubicBezTo>
                  <a:pt x="13539" y="53476"/>
                  <a:pt x="13480" y="53505"/>
                  <a:pt x="13407" y="53564"/>
                </a:cubicBezTo>
                <a:cubicBezTo>
                  <a:pt x="13451" y="53505"/>
                  <a:pt x="13480" y="53461"/>
                  <a:pt x="13510" y="53402"/>
                </a:cubicBezTo>
                <a:cubicBezTo>
                  <a:pt x="13583" y="53373"/>
                  <a:pt x="13627" y="53314"/>
                  <a:pt x="13686" y="53270"/>
                </a:cubicBezTo>
                <a:close/>
                <a:moveTo>
                  <a:pt x="15879" y="53138"/>
                </a:moveTo>
                <a:lnTo>
                  <a:pt x="15879" y="53138"/>
                </a:lnTo>
                <a:cubicBezTo>
                  <a:pt x="15864" y="53255"/>
                  <a:pt x="15835" y="53358"/>
                  <a:pt x="15835" y="53491"/>
                </a:cubicBezTo>
                <a:cubicBezTo>
                  <a:pt x="15717" y="53491"/>
                  <a:pt x="15599" y="53535"/>
                  <a:pt x="15511" y="53564"/>
                </a:cubicBezTo>
                <a:lnTo>
                  <a:pt x="15570" y="53241"/>
                </a:lnTo>
                <a:cubicBezTo>
                  <a:pt x="15673" y="53196"/>
                  <a:pt x="15761" y="53167"/>
                  <a:pt x="15879" y="53138"/>
                </a:cubicBezTo>
                <a:close/>
                <a:moveTo>
                  <a:pt x="13142" y="53594"/>
                </a:moveTo>
                <a:cubicBezTo>
                  <a:pt x="13142" y="53608"/>
                  <a:pt x="13112" y="53608"/>
                  <a:pt x="13112" y="53623"/>
                </a:cubicBezTo>
                <a:cubicBezTo>
                  <a:pt x="13100" y="53635"/>
                  <a:pt x="13078" y="53648"/>
                  <a:pt x="13053" y="53669"/>
                </a:cubicBezTo>
                <a:lnTo>
                  <a:pt x="13053" y="53669"/>
                </a:lnTo>
                <a:cubicBezTo>
                  <a:pt x="13054" y="53665"/>
                  <a:pt x="13054" y="53659"/>
                  <a:pt x="13054" y="53653"/>
                </a:cubicBezTo>
                <a:lnTo>
                  <a:pt x="13142" y="53594"/>
                </a:lnTo>
                <a:close/>
                <a:moveTo>
                  <a:pt x="15467" y="53255"/>
                </a:moveTo>
                <a:lnTo>
                  <a:pt x="15423" y="53594"/>
                </a:lnTo>
                <a:cubicBezTo>
                  <a:pt x="15305" y="53623"/>
                  <a:pt x="15217" y="53653"/>
                  <a:pt x="15099" y="53697"/>
                </a:cubicBezTo>
                <a:cubicBezTo>
                  <a:pt x="15129" y="53594"/>
                  <a:pt x="15143" y="53476"/>
                  <a:pt x="15173" y="53373"/>
                </a:cubicBezTo>
                <a:cubicBezTo>
                  <a:pt x="15276" y="53329"/>
                  <a:pt x="15379" y="53299"/>
                  <a:pt x="15467" y="53255"/>
                </a:cubicBezTo>
                <a:close/>
                <a:moveTo>
                  <a:pt x="13878" y="53373"/>
                </a:moveTo>
                <a:cubicBezTo>
                  <a:pt x="13833" y="53447"/>
                  <a:pt x="13789" y="53520"/>
                  <a:pt x="13760" y="53608"/>
                </a:cubicBezTo>
                <a:cubicBezTo>
                  <a:pt x="13686" y="53638"/>
                  <a:pt x="13613" y="53697"/>
                  <a:pt x="13539" y="53741"/>
                </a:cubicBezTo>
                <a:lnTo>
                  <a:pt x="13657" y="53520"/>
                </a:lnTo>
                <a:cubicBezTo>
                  <a:pt x="13730" y="53461"/>
                  <a:pt x="13789" y="53402"/>
                  <a:pt x="13878" y="53373"/>
                </a:cubicBezTo>
                <a:close/>
                <a:moveTo>
                  <a:pt x="14437" y="53329"/>
                </a:moveTo>
                <a:lnTo>
                  <a:pt x="14437" y="53329"/>
                </a:lnTo>
                <a:cubicBezTo>
                  <a:pt x="14407" y="53417"/>
                  <a:pt x="14363" y="53520"/>
                  <a:pt x="14349" y="53608"/>
                </a:cubicBezTo>
                <a:cubicBezTo>
                  <a:pt x="14260" y="53638"/>
                  <a:pt x="14157" y="53682"/>
                  <a:pt x="14069" y="53741"/>
                </a:cubicBezTo>
                <a:lnTo>
                  <a:pt x="14187" y="53461"/>
                </a:lnTo>
                <a:cubicBezTo>
                  <a:pt x="14275" y="53417"/>
                  <a:pt x="14349" y="53373"/>
                  <a:pt x="14437" y="53329"/>
                </a:cubicBezTo>
                <a:close/>
                <a:moveTo>
                  <a:pt x="13333" y="53550"/>
                </a:moveTo>
                <a:lnTo>
                  <a:pt x="13333" y="53550"/>
                </a:lnTo>
                <a:cubicBezTo>
                  <a:pt x="13318" y="53594"/>
                  <a:pt x="13289" y="53638"/>
                  <a:pt x="13260" y="53682"/>
                </a:cubicBezTo>
                <a:cubicBezTo>
                  <a:pt x="13201" y="53711"/>
                  <a:pt x="13157" y="53756"/>
                  <a:pt x="13112" y="53785"/>
                </a:cubicBezTo>
                <a:cubicBezTo>
                  <a:pt x="13127" y="53756"/>
                  <a:pt x="13171" y="53711"/>
                  <a:pt x="13186" y="53682"/>
                </a:cubicBezTo>
                <a:cubicBezTo>
                  <a:pt x="13230" y="53638"/>
                  <a:pt x="13289" y="53608"/>
                  <a:pt x="13333" y="53550"/>
                </a:cubicBezTo>
                <a:close/>
                <a:moveTo>
                  <a:pt x="15084" y="53402"/>
                </a:moveTo>
                <a:cubicBezTo>
                  <a:pt x="15070" y="53520"/>
                  <a:pt x="15040" y="53623"/>
                  <a:pt x="15011" y="53711"/>
                </a:cubicBezTo>
                <a:cubicBezTo>
                  <a:pt x="14893" y="53756"/>
                  <a:pt x="14805" y="53785"/>
                  <a:pt x="14702" y="53829"/>
                </a:cubicBezTo>
                <a:cubicBezTo>
                  <a:pt x="14731" y="53711"/>
                  <a:pt x="14761" y="53608"/>
                  <a:pt x="14790" y="53520"/>
                </a:cubicBezTo>
                <a:cubicBezTo>
                  <a:pt x="14878" y="53476"/>
                  <a:pt x="14996" y="53447"/>
                  <a:pt x="15084" y="53402"/>
                </a:cubicBezTo>
                <a:close/>
                <a:moveTo>
                  <a:pt x="14069" y="53520"/>
                </a:moveTo>
                <a:lnTo>
                  <a:pt x="14069" y="53520"/>
                </a:lnTo>
                <a:cubicBezTo>
                  <a:pt x="14040" y="53608"/>
                  <a:pt x="13995" y="53697"/>
                  <a:pt x="13981" y="53770"/>
                </a:cubicBezTo>
                <a:cubicBezTo>
                  <a:pt x="13892" y="53814"/>
                  <a:pt x="13819" y="53859"/>
                  <a:pt x="13716" y="53903"/>
                </a:cubicBezTo>
                <a:cubicBezTo>
                  <a:pt x="13760" y="53814"/>
                  <a:pt x="13789" y="53741"/>
                  <a:pt x="13833" y="53638"/>
                </a:cubicBezTo>
                <a:cubicBezTo>
                  <a:pt x="13907" y="53608"/>
                  <a:pt x="13995" y="53550"/>
                  <a:pt x="14069" y="53520"/>
                </a:cubicBezTo>
                <a:close/>
                <a:moveTo>
                  <a:pt x="27005" y="46868"/>
                </a:moveTo>
                <a:cubicBezTo>
                  <a:pt x="27005" y="46927"/>
                  <a:pt x="27019" y="46986"/>
                  <a:pt x="27019" y="47015"/>
                </a:cubicBezTo>
                <a:cubicBezTo>
                  <a:pt x="27034" y="47030"/>
                  <a:pt x="27034" y="47060"/>
                  <a:pt x="27034" y="47089"/>
                </a:cubicBezTo>
                <a:cubicBezTo>
                  <a:pt x="26710" y="48237"/>
                  <a:pt x="26122" y="49429"/>
                  <a:pt x="25180" y="50665"/>
                </a:cubicBezTo>
                <a:cubicBezTo>
                  <a:pt x="23679" y="52622"/>
                  <a:pt x="21412" y="52976"/>
                  <a:pt x="18764" y="53358"/>
                </a:cubicBezTo>
                <a:cubicBezTo>
                  <a:pt x="17822" y="53505"/>
                  <a:pt x="16850" y="53653"/>
                  <a:pt x="15864" y="53903"/>
                </a:cubicBezTo>
                <a:cubicBezTo>
                  <a:pt x="15864" y="53785"/>
                  <a:pt x="15879" y="53653"/>
                  <a:pt x="15894" y="53550"/>
                </a:cubicBezTo>
                <a:cubicBezTo>
                  <a:pt x="16939" y="53270"/>
                  <a:pt x="17969" y="53093"/>
                  <a:pt x="18940" y="52917"/>
                </a:cubicBezTo>
                <a:cubicBezTo>
                  <a:pt x="21516" y="52505"/>
                  <a:pt x="23723" y="52122"/>
                  <a:pt x="25239" y="50180"/>
                </a:cubicBezTo>
                <a:cubicBezTo>
                  <a:pt x="26107" y="49046"/>
                  <a:pt x="26666" y="47943"/>
                  <a:pt x="27005" y="46868"/>
                </a:cubicBezTo>
                <a:close/>
                <a:moveTo>
                  <a:pt x="13524" y="53564"/>
                </a:moveTo>
                <a:lnTo>
                  <a:pt x="13524" y="53564"/>
                </a:lnTo>
                <a:cubicBezTo>
                  <a:pt x="13480" y="53653"/>
                  <a:pt x="13451" y="53741"/>
                  <a:pt x="13407" y="53785"/>
                </a:cubicBezTo>
                <a:cubicBezTo>
                  <a:pt x="13333" y="53829"/>
                  <a:pt x="13289" y="53888"/>
                  <a:pt x="13215" y="53917"/>
                </a:cubicBezTo>
                <a:cubicBezTo>
                  <a:pt x="13245" y="53844"/>
                  <a:pt x="13289" y="53785"/>
                  <a:pt x="13318" y="53711"/>
                </a:cubicBezTo>
                <a:cubicBezTo>
                  <a:pt x="13392" y="53653"/>
                  <a:pt x="13451" y="53623"/>
                  <a:pt x="13524" y="53564"/>
                </a:cubicBezTo>
                <a:close/>
                <a:moveTo>
                  <a:pt x="14687" y="53550"/>
                </a:moveTo>
                <a:lnTo>
                  <a:pt x="14687" y="53550"/>
                </a:lnTo>
                <a:cubicBezTo>
                  <a:pt x="14658" y="53667"/>
                  <a:pt x="14628" y="53756"/>
                  <a:pt x="14613" y="53859"/>
                </a:cubicBezTo>
                <a:cubicBezTo>
                  <a:pt x="14510" y="53903"/>
                  <a:pt x="14422" y="53932"/>
                  <a:pt x="14319" y="53976"/>
                </a:cubicBezTo>
                <a:cubicBezTo>
                  <a:pt x="14334" y="53859"/>
                  <a:pt x="14363" y="53770"/>
                  <a:pt x="14407" y="53682"/>
                </a:cubicBezTo>
                <a:cubicBezTo>
                  <a:pt x="14496" y="53638"/>
                  <a:pt x="14584" y="53608"/>
                  <a:pt x="14687" y="53550"/>
                </a:cubicBezTo>
                <a:close/>
                <a:moveTo>
                  <a:pt x="15820" y="53564"/>
                </a:moveTo>
                <a:lnTo>
                  <a:pt x="15820" y="53564"/>
                </a:lnTo>
                <a:cubicBezTo>
                  <a:pt x="15806" y="53682"/>
                  <a:pt x="15806" y="53814"/>
                  <a:pt x="15806" y="53917"/>
                </a:cubicBezTo>
                <a:cubicBezTo>
                  <a:pt x="15673" y="53932"/>
                  <a:pt x="15570" y="53976"/>
                  <a:pt x="15452" y="54006"/>
                </a:cubicBezTo>
                <a:cubicBezTo>
                  <a:pt x="15467" y="53903"/>
                  <a:pt x="15467" y="53770"/>
                  <a:pt x="15496" y="53667"/>
                </a:cubicBezTo>
                <a:cubicBezTo>
                  <a:pt x="15599" y="53623"/>
                  <a:pt x="15717" y="53608"/>
                  <a:pt x="15820" y="53564"/>
                </a:cubicBezTo>
                <a:close/>
                <a:moveTo>
                  <a:pt x="12965" y="53859"/>
                </a:moveTo>
                <a:cubicBezTo>
                  <a:pt x="12951" y="53888"/>
                  <a:pt x="12936" y="53917"/>
                  <a:pt x="12921" y="53932"/>
                </a:cubicBezTo>
                <a:cubicBezTo>
                  <a:pt x="12877" y="53976"/>
                  <a:pt x="12818" y="54006"/>
                  <a:pt x="12789" y="54050"/>
                </a:cubicBezTo>
                <a:cubicBezTo>
                  <a:pt x="12803" y="54020"/>
                  <a:pt x="12818" y="54006"/>
                  <a:pt x="12847" y="53976"/>
                </a:cubicBezTo>
                <a:cubicBezTo>
                  <a:pt x="12877" y="53932"/>
                  <a:pt x="12936" y="53903"/>
                  <a:pt x="12965" y="53859"/>
                </a:cubicBezTo>
                <a:close/>
                <a:moveTo>
                  <a:pt x="13716" y="53697"/>
                </a:moveTo>
                <a:lnTo>
                  <a:pt x="13716" y="53697"/>
                </a:lnTo>
                <a:cubicBezTo>
                  <a:pt x="13686" y="53785"/>
                  <a:pt x="13657" y="53888"/>
                  <a:pt x="13613" y="53962"/>
                </a:cubicBezTo>
                <a:cubicBezTo>
                  <a:pt x="13539" y="53991"/>
                  <a:pt x="13451" y="54050"/>
                  <a:pt x="13377" y="54079"/>
                </a:cubicBezTo>
                <a:cubicBezTo>
                  <a:pt x="13407" y="54006"/>
                  <a:pt x="13451" y="53917"/>
                  <a:pt x="13480" y="53844"/>
                </a:cubicBezTo>
                <a:cubicBezTo>
                  <a:pt x="13554" y="53785"/>
                  <a:pt x="13657" y="53756"/>
                  <a:pt x="13716" y="53697"/>
                </a:cubicBezTo>
                <a:close/>
                <a:moveTo>
                  <a:pt x="14319" y="53711"/>
                </a:moveTo>
                <a:cubicBezTo>
                  <a:pt x="14275" y="53814"/>
                  <a:pt x="14260" y="53917"/>
                  <a:pt x="14246" y="54006"/>
                </a:cubicBezTo>
                <a:cubicBezTo>
                  <a:pt x="14143" y="54050"/>
                  <a:pt x="14054" y="54079"/>
                  <a:pt x="13951" y="54123"/>
                </a:cubicBezTo>
                <a:cubicBezTo>
                  <a:pt x="13981" y="54035"/>
                  <a:pt x="13995" y="53932"/>
                  <a:pt x="14040" y="53829"/>
                </a:cubicBezTo>
                <a:lnTo>
                  <a:pt x="14319" y="53711"/>
                </a:lnTo>
                <a:close/>
                <a:moveTo>
                  <a:pt x="15393" y="53682"/>
                </a:moveTo>
                <a:lnTo>
                  <a:pt x="15393" y="53682"/>
                </a:lnTo>
                <a:cubicBezTo>
                  <a:pt x="15379" y="53785"/>
                  <a:pt x="15364" y="53903"/>
                  <a:pt x="15364" y="54020"/>
                </a:cubicBezTo>
                <a:cubicBezTo>
                  <a:pt x="15246" y="54065"/>
                  <a:pt x="15143" y="54079"/>
                  <a:pt x="15026" y="54123"/>
                </a:cubicBezTo>
                <a:cubicBezTo>
                  <a:pt x="15055" y="54006"/>
                  <a:pt x="15070" y="53903"/>
                  <a:pt x="15084" y="53770"/>
                </a:cubicBezTo>
                <a:cubicBezTo>
                  <a:pt x="15187" y="53741"/>
                  <a:pt x="15305" y="53697"/>
                  <a:pt x="15393" y="53682"/>
                </a:cubicBezTo>
                <a:close/>
                <a:moveTo>
                  <a:pt x="13157" y="53859"/>
                </a:moveTo>
                <a:cubicBezTo>
                  <a:pt x="13112" y="53917"/>
                  <a:pt x="13098" y="53976"/>
                  <a:pt x="13054" y="54020"/>
                </a:cubicBezTo>
                <a:cubicBezTo>
                  <a:pt x="13009" y="54065"/>
                  <a:pt x="12936" y="54123"/>
                  <a:pt x="12877" y="54153"/>
                </a:cubicBezTo>
                <a:cubicBezTo>
                  <a:pt x="12921" y="54094"/>
                  <a:pt x="12936" y="54050"/>
                  <a:pt x="12965" y="54006"/>
                </a:cubicBezTo>
                <a:cubicBezTo>
                  <a:pt x="13039" y="53962"/>
                  <a:pt x="13098" y="53903"/>
                  <a:pt x="13157" y="53859"/>
                </a:cubicBezTo>
                <a:close/>
                <a:moveTo>
                  <a:pt x="14996" y="53814"/>
                </a:moveTo>
                <a:lnTo>
                  <a:pt x="14937" y="54138"/>
                </a:lnTo>
                <a:cubicBezTo>
                  <a:pt x="14849" y="54182"/>
                  <a:pt x="14731" y="54212"/>
                  <a:pt x="14628" y="54256"/>
                </a:cubicBezTo>
                <a:lnTo>
                  <a:pt x="14672" y="53917"/>
                </a:lnTo>
                <a:cubicBezTo>
                  <a:pt x="14790" y="53888"/>
                  <a:pt x="14878" y="53844"/>
                  <a:pt x="14996" y="53814"/>
                </a:cubicBezTo>
                <a:close/>
                <a:moveTo>
                  <a:pt x="13363" y="53932"/>
                </a:moveTo>
                <a:lnTo>
                  <a:pt x="13245" y="54153"/>
                </a:lnTo>
                <a:cubicBezTo>
                  <a:pt x="13171" y="54197"/>
                  <a:pt x="13098" y="54241"/>
                  <a:pt x="13009" y="54285"/>
                </a:cubicBezTo>
                <a:lnTo>
                  <a:pt x="13112" y="54065"/>
                </a:lnTo>
                <a:cubicBezTo>
                  <a:pt x="13215" y="54020"/>
                  <a:pt x="13289" y="53976"/>
                  <a:pt x="13363" y="53932"/>
                </a:cubicBezTo>
                <a:close/>
                <a:moveTo>
                  <a:pt x="13951" y="53888"/>
                </a:moveTo>
                <a:cubicBezTo>
                  <a:pt x="13907" y="53976"/>
                  <a:pt x="13878" y="54065"/>
                  <a:pt x="13848" y="54153"/>
                </a:cubicBezTo>
                <a:cubicBezTo>
                  <a:pt x="13760" y="54197"/>
                  <a:pt x="13672" y="54227"/>
                  <a:pt x="13583" y="54285"/>
                </a:cubicBezTo>
                <a:lnTo>
                  <a:pt x="13686" y="54006"/>
                </a:lnTo>
                <a:cubicBezTo>
                  <a:pt x="13775" y="53976"/>
                  <a:pt x="13878" y="53917"/>
                  <a:pt x="13951" y="53888"/>
                </a:cubicBezTo>
                <a:close/>
                <a:moveTo>
                  <a:pt x="12568" y="54197"/>
                </a:moveTo>
                <a:cubicBezTo>
                  <a:pt x="12553" y="54212"/>
                  <a:pt x="12553" y="54227"/>
                  <a:pt x="12524" y="54256"/>
                </a:cubicBezTo>
                <a:cubicBezTo>
                  <a:pt x="12509" y="54271"/>
                  <a:pt x="12494" y="54285"/>
                  <a:pt x="12450" y="54300"/>
                </a:cubicBezTo>
                <a:cubicBezTo>
                  <a:pt x="12494" y="54285"/>
                  <a:pt x="12509" y="54271"/>
                  <a:pt x="12509" y="54256"/>
                </a:cubicBezTo>
                <a:lnTo>
                  <a:pt x="12568" y="54197"/>
                </a:lnTo>
                <a:close/>
                <a:moveTo>
                  <a:pt x="27075" y="47307"/>
                </a:moveTo>
                <a:lnTo>
                  <a:pt x="27075" y="47307"/>
                </a:lnTo>
                <a:cubicBezTo>
                  <a:pt x="27064" y="47345"/>
                  <a:pt x="27065" y="47371"/>
                  <a:pt x="27078" y="47398"/>
                </a:cubicBezTo>
                <a:lnTo>
                  <a:pt x="27078" y="47457"/>
                </a:lnTo>
                <a:lnTo>
                  <a:pt x="27078" y="47531"/>
                </a:lnTo>
                <a:cubicBezTo>
                  <a:pt x="26769" y="48664"/>
                  <a:pt x="26195" y="49885"/>
                  <a:pt x="25195" y="51195"/>
                </a:cubicBezTo>
                <a:cubicBezTo>
                  <a:pt x="23649" y="53211"/>
                  <a:pt x="21324" y="53535"/>
                  <a:pt x="18616" y="53903"/>
                </a:cubicBezTo>
                <a:cubicBezTo>
                  <a:pt x="17733" y="54020"/>
                  <a:pt x="16821" y="54138"/>
                  <a:pt x="15879" y="54344"/>
                </a:cubicBezTo>
                <a:cubicBezTo>
                  <a:pt x="15879" y="54212"/>
                  <a:pt x="15879" y="54094"/>
                  <a:pt x="15894" y="53976"/>
                </a:cubicBezTo>
                <a:cubicBezTo>
                  <a:pt x="16880" y="53726"/>
                  <a:pt x="17881" y="53579"/>
                  <a:pt x="18822" y="53432"/>
                </a:cubicBezTo>
                <a:cubicBezTo>
                  <a:pt x="21471" y="53034"/>
                  <a:pt x="23752" y="52681"/>
                  <a:pt x="25268" y="50695"/>
                </a:cubicBezTo>
                <a:cubicBezTo>
                  <a:pt x="26148" y="49536"/>
                  <a:pt x="26736" y="48393"/>
                  <a:pt x="27075" y="47307"/>
                </a:cubicBezTo>
                <a:close/>
                <a:moveTo>
                  <a:pt x="14584" y="53962"/>
                </a:moveTo>
                <a:cubicBezTo>
                  <a:pt x="14569" y="54065"/>
                  <a:pt x="14555" y="54182"/>
                  <a:pt x="14525" y="54271"/>
                </a:cubicBezTo>
                <a:cubicBezTo>
                  <a:pt x="14422" y="54300"/>
                  <a:pt x="14334" y="54344"/>
                  <a:pt x="14216" y="54374"/>
                </a:cubicBezTo>
                <a:cubicBezTo>
                  <a:pt x="14246" y="54271"/>
                  <a:pt x="14275" y="54182"/>
                  <a:pt x="14290" y="54065"/>
                </a:cubicBezTo>
                <a:cubicBezTo>
                  <a:pt x="14393" y="54035"/>
                  <a:pt x="14496" y="53991"/>
                  <a:pt x="14584" y="53962"/>
                </a:cubicBezTo>
                <a:close/>
                <a:moveTo>
                  <a:pt x="12789" y="54153"/>
                </a:moveTo>
                <a:lnTo>
                  <a:pt x="12789" y="54153"/>
                </a:lnTo>
                <a:cubicBezTo>
                  <a:pt x="12774" y="54197"/>
                  <a:pt x="12730" y="54227"/>
                  <a:pt x="12715" y="54285"/>
                </a:cubicBezTo>
                <a:cubicBezTo>
                  <a:pt x="12656" y="54330"/>
                  <a:pt x="12583" y="54374"/>
                  <a:pt x="12524" y="54418"/>
                </a:cubicBezTo>
                <a:cubicBezTo>
                  <a:pt x="12538" y="54374"/>
                  <a:pt x="12583" y="54344"/>
                  <a:pt x="12597" y="54300"/>
                </a:cubicBezTo>
                <a:cubicBezTo>
                  <a:pt x="12671" y="54256"/>
                  <a:pt x="12730" y="54197"/>
                  <a:pt x="12789" y="54153"/>
                </a:cubicBezTo>
                <a:close/>
                <a:moveTo>
                  <a:pt x="15806" y="53991"/>
                </a:moveTo>
                <a:lnTo>
                  <a:pt x="15806" y="54359"/>
                </a:lnTo>
                <a:cubicBezTo>
                  <a:pt x="15673" y="54374"/>
                  <a:pt x="15570" y="54418"/>
                  <a:pt x="15438" y="54433"/>
                </a:cubicBezTo>
                <a:cubicBezTo>
                  <a:pt x="15423" y="54359"/>
                  <a:pt x="15423" y="54271"/>
                  <a:pt x="15438" y="54197"/>
                </a:cubicBezTo>
                <a:cubicBezTo>
                  <a:pt x="15438" y="54153"/>
                  <a:pt x="15438" y="54123"/>
                  <a:pt x="15452" y="54079"/>
                </a:cubicBezTo>
                <a:cubicBezTo>
                  <a:pt x="15555" y="54050"/>
                  <a:pt x="15688" y="54020"/>
                  <a:pt x="15806" y="53991"/>
                </a:cubicBezTo>
                <a:close/>
                <a:moveTo>
                  <a:pt x="13554" y="54065"/>
                </a:moveTo>
                <a:lnTo>
                  <a:pt x="13554" y="54065"/>
                </a:lnTo>
                <a:cubicBezTo>
                  <a:pt x="13524" y="54153"/>
                  <a:pt x="13480" y="54256"/>
                  <a:pt x="13466" y="54330"/>
                </a:cubicBezTo>
                <a:cubicBezTo>
                  <a:pt x="13377" y="54359"/>
                  <a:pt x="13289" y="54418"/>
                  <a:pt x="13201" y="54447"/>
                </a:cubicBezTo>
                <a:cubicBezTo>
                  <a:pt x="13245" y="54359"/>
                  <a:pt x="13289" y="54285"/>
                  <a:pt x="13318" y="54197"/>
                </a:cubicBezTo>
                <a:cubicBezTo>
                  <a:pt x="13392" y="54182"/>
                  <a:pt x="13480" y="54123"/>
                  <a:pt x="13554" y="54065"/>
                </a:cubicBezTo>
                <a:close/>
                <a:moveTo>
                  <a:pt x="12980" y="54197"/>
                </a:moveTo>
                <a:cubicBezTo>
                  <a:pt x="12951" y="54256"/>
                  <a:pt x="12921" y="54300"/>
                  <a:pt x="12892" y="54374"/>
                </a:cubicBezTo>
                <a:cubicBezTo>
                  <a:pt x="12818" y="54418"/>
                  <a:pt x="12744" y="54477"/>
                  <a:pt x="12671" y="54521"/>
                </a:cubicBezTo>
                <a:cubicBezTo>
                  <a:pt x="12715" y="54477"/>
                  <a:pt x="12744" y="54403"/>
                  <a:pt x="12789" y="54344"/>
                </a:cubicBezTo>
                <a:cubicBezTo>
                  <a:pt x="12862" y="54285"/>
                  <a:pt x="12936" y="54227"/>
                  <a:pt x="12980" y="54197"/>
                </a:cubicBezTo>
                <a:close/>
                <a:moveTo>
                  <a:pt x="14201" y="54109"/>
                </a:moveTo>
                <a:lnTo>
                  <a:pt x="14201" y="54109"/>
                </a:lnTo>
                <a:cubicBezTo>
                  <a:pt x="14187" y="54212"/>
                  <a:pt x="14143" y="54300"/>
                  <a:pt x="14128" y="54418"/>
                </a:cubicBezTo>
                <a:cubicBezTo>
                  <a:pt x="14025" y="54447"/>
                  <a:pt x="13922" y="54491"/>
                  <a:pt x="13819" y="54521"/>
                </a:cubicBezTo>
                <a:cubicBezTo>
                  <a:pt x="13848" y="54418"/>
                  <a:pt x="13892" y="54330"/>
                  <a:pt x="13907" y="54227"/>
                </a:cubicBezTo>
                <a:cubicBezTo>
                  <a:pt x="13995" y="54197"/>
                  <a:pt x="14113" y="54138"/>
                  <a:pt x="14201" y="54109"/>
                </a:cubicBezTo>
                <a:close/>
                <a:moveTo>
                  <a:pt x="15349" y="54094"/>
                </a:moveTo>
                <a:lnTo>
                  <a:pt x="15349" y="54168"/>
                </a:lnTo>
                <a:cubicBezTo>
                  <a:pt x="15349" y="54271"/>
                  <a:pt x="15320" y="54359"/>
                  <a:pt x="15320" y="54447"/>
                </a:cubicBezTo>
                <a:cubicBezTo>
                  <a:pt x="15217" y="54491"/>
                  <a:pt x="15099" y="54521"/>
                  <a:pt x="14981" y="54550"/>
                </a:cubicBezTo>
                <a:lnTo>
                  <a:pt x="14981" y="54433"/>
                </a:lnTo>
                <a:cubicBezTo>
                  <a:pt x="14981" y="54359"/>
                  <a:pt x="14996" y="54271"/>
                  <a:pt x="15011" y="54197"/>
                </a:cubicBezTo>
                <a:cubicBezTo>
                  <a:pt x="15129" y="54153"/>
                  <a:pt x="15232" y="54123"/>
                  <a:pt x="15349" y="54094"/>
                </a:cubicBezTo>
                <a:close/>
                <a:moveTo>
                  <a:pt x="14937" y="54212"/>
                </a:moveTo>
                <a:cubicBezTo>
                  <a:pt x="14937" y="54285"/>
                  <a:pt x="14923" y="54359"/>
                  <a:pt x="14923" y="54433"/>
                </a:cubicBezTo>
                <a:cubicBezTo>
                  <a:pt x="14923" y="54462"/>
                  <a:pt x="14923" y="54521"/>
                  <a:pt x="14908" y="54565"/>
                </a:cubicBezTo>
                <a:cubicBezTo>
                  <a:pt x="14790" y="54594"/>
                  <a:pt x="14687" y="54624"/>
                  <a:pt x="14555" y="54653"/>
                </a:cubicBezTo>
                <a:cubicBezTo>
                  <a:pt x="14569" y="54565"/>
                  <a:pt x="14584" y="54447"/>
                  <a:pt x="14613" y="54330"/>
                </a:cubicBezTo>
                <a:lnTo>
                  <a:pt x="14937" y="54212"/>
                </a:lnTo>
                <a:close/>
                <a:moveTo>
                  <a:pt x="12406" y="54462"/>
                </a:moveTo>
                <a:cubicBezTo>
                  <a:pt x="12377" y="54506"/>
                  <a:pt x="12362" y="54521"/>
                  <a:pt x="12347" y="54565"/>
                </a:cubicBezTo>
                <a:cubicBezTo>
                  <a:pt x="12303" y="54594"/>
                  <a:pt x="12259" y="54639"/>
                  <a:pt x="12215" y="54668"/>
                </a:cubicBezTo>
                <a:cubicBezTo>
                  <a:pt x="12229" y="54639"/>
                  <a:pt x="12259" y="54624"/>
                  <a:pt x="12274" y="54580"/>
                </a:cubicBezTo>
                <a:cubicBezTo>
                  <a:pt x="12303" y="54550"/>
                  <a:pt x="12362" y="54506"/>
                  <a:pt x="12406" y="54462"/>
                </a:cubicBezTo>
                <a:close/>
                <a:moveTo>
                  <a:pt x="13186" y="54285"/>
                </a:moveTo>
                <a:lnTo>
                  <a:pt x="13186" y="54285"/>
                </a:lnTo>
                <a:cubicBezTo>
                  <a:pt x="13157" y="54359"/>
                  <a:pt x="13112" y="54447"/>
                  <a:pt x="13098" y="54521"/>
                </a:cubicBezTo>
                <a:cubicBezTo>
                  <a:pt x="13009" y="54565"/>
                  <a:pt x="12936" y="54624"/>
                  <a:pt x="12833" y="54668"/>
                </a:cubicBezTo>
                <a:cubicBezTo>
                  <a:pt x="12877" y="54594"/>
                  <a:pt x="12921" y="54506"/>
                  <a:pt x="12951" y="54433"/>
                </a:cubicBezTo>
                <a:cubicBezTo>
                  <a:pt x="13024" y="54374"/>
                  <a:pt x="13112" y="54330"/>
                  <a:pt x="13186" y="54285"/>
                </a:cubicBezTo>
                <a:close/>
                <a:moveTo>
                  <a:pt x="13819" y="54271"/>
                </a:moveTo>
                <a:cubicBezTo>
                  <a:pt x="13775" y="54359"/>
                  <a:pt x="13760" y="54477"/>
                  <a:pt x="13745" y="54565"/>
                </a:cubicBezTo>
                <a:cubicBezTo>
                  <a:pt x="13657" y="54594"/>
                  <a:pt x="13539" y="54639"/>
                  <a:pt x="13451" y="54697"/>
                </a:cubicBezTo>
                <a:cubicBezTo>
                  <a:pt x="13480" y="54594"/>
                  <a:pt x="13510" y="54506"/>
                  <a:pt x="13539" y="54388"/>
                </a:cubicBezTo>
                <a:cubicBezTo>
                  <a:pt x="13627" y="54359"/>
                  <a:pt x="13730" y="54300"/>
                  <a:pt x="13819" y="54271"/>
                </a:cubicBezTo>
                <a:close/>
                <a:moveTo>
                  <a:pt x="12597" y="54447"/>
                </a:moveTo>
                <a:lnTo>
                  <a:pt x="12597" y="54447"/>
                </a:lnTo>
                <a:cubicBezTo>
                  <a:pt x="12568" y="54506"/>
                  <a:pt x="12553" y="54565"/>
                  <a:pt x="12509" y="54624"/>
                </a:cubicBezTo>
                <a:cubicBezTo>
                  <a:pt x="12435" y="54668"/>
                  <a:pt x="12362" y="54712"/>
                  <a:pt x="12303" y="54771"/>
                </a:cubicBezTo>
                <a:cubicBezTo>
                  <a:pt x="12347" y="54712"/>
                  <a:pt x="12362" y="54668"/>
                  <a:pt x="12406" y="54624"/>
                </a:cubicBezTo>
                <a:cubicBezTo>
                  <a:pt x="12435" y="54580"/>
                  <a:pt x="12494" y="54550"/>
                  <a:pt x="12524" y="54506"/>
                </a:cubicBezTo>
                <a:cubicBezTo>
                  <a:pt x="12553" y="54491"/>
                  <a:pt x="12583" y="54477"/>
                  <a:pt x="12597" y="54447"/>
                </a:cubicBezTo>
                <a:close/>
                <a:moveTo>
                  <a:pt x="14510" y="54359"/>
                </a:moveTo>
                <a:lnTo>
                  <a:pt x="14466" y="54697"/>
                </a:lnTo>
                <a:lnTo>
                  <a:pt x="14128" y="54800"/>
                </a:lnTo>
                <a:cubicBezTo>
                  <a:pt x="14157" y="54697"/>
                  <a:pt x="14187" y="54580"/>
                  <a:pt x="14201" y="54477"/>
                </a:cubicBezTo>
                <a:cubicBezTo>
                  <a:pt x="14304" y="54433"/>
                  <a:pt x="14422" y="54403"/>
                  <a:pt x="14510" y="54359"/>
                </a:cubicBezTo>
                <a:close/>
                <a:moveTo>
                  <a:pt x="27078" y="47737"/>
                </a:moveTo>
                <a:cubicBezTo>
                  <a:pt x="27122" y="47766"/>
                  <a:pt x="27122" y="47766"/>
                  <a:pt x="27122" y="47795"/>
                </a:cubicBezTo>
                <a:lnTo>
                  <a:pt x="27122" y="47810"/>
                </a:lnTo>
                <a:lnTo>
                  <a:pt x="27122" y="47854"/>
                </a:lnTo>
                <a:lnTo>
                  <a:pt x="27122" y="47869"/>
                </a:lnTo>
                <a:lnTo>
                  <a:pt x="27122" y="47898"/>
                </a:lnTo>
                <a:lnTo>
                  <a:pt x="27122" y="47928"/>
                </a:lnTo>
                <a:lnTo>
                  <a:pt x="27122" y="47943"/>
                </a:lnTo>
                <a:lnTo>
                  <a:pt x="27122" y="47957"/>
                </a:lnTo>
                <a:cubicBezTo>
                  <a:pt x="26828" y="49105"/>
                  <a:pt x="26210" y="50371"/>
                  <a:pt x="25180" y="51725"/>
                </a:cubicBezTo>
                <a:cubicBezTo>
                  <a:pt x="23620" y="53785"/>
                  <a:pt x="21192" y="54109"/>
                  <a:pt x="18410" y="54433"/>
                </a:cubicBezTo>
                <a:cubicBezTo>
                  <a:pt x="17586" y="54550"/>
                  <a:pt x="16718" y="54639"/>
                  <a:pt x="15864" y="54800"/>
                </a:cubicBezTo>
                <a:cubicBezTo>
                  <a:pt x="15864" y="54668"/>
                  <a:pt x="15864" y="54550"/>
                  <a:pt x="15835" y="54418"/>
                </a:cubicBezTo>
                <a:cubicBezTo>
                  <a:pt x="16777" y="54212"/>
                  <a:pt x="17719" y="54079"/>
                  <a:pt x="18602" y="53976"/>
                </a:cubicBezTo>
                <a:cubicBezTo>
                  <a:pt x="21324" y="53608"/>
                  <a:pt x="23694" y="53270"/>
                  <a:pt x="25239" y="51239"/>
                </a:cubicBezTo>
                <a:cubicBezTo>
                  <a:pt x="26195" y="49988"/>
                  <a:pt x="26769" y="48826"/>
                  <a:pt x="27078" y="47737"/>
                </a:cubicBezTo>
                <a:close/>
                <a:moveTo>
                  <a:pt x="13421" y="54447"/>
                </a:moveTo>
                <a:cubicBezTo>
                  <a:pt x="13392" y="54550"/>
                  <a:pt x="13377" y="54639"/>
                  <a:pt x="13333" y="54727"/>
                </a:cubicBezTo>
                <a:cubicBezTo>
                  <a:pt x="13245" y="54771"/>
                  <a:pt x="13157" y="54815"/>
                  <a:pt x="13054" y="54859"/>
                </a:cubicBezTo>
                <a:cubicBezTo>
                  <a:pt x="13098" y="54771"/>
                  <a:pt x="13142" y="54668"/>
                  <a:pt x="13157" y="54580"/>
                </a:cubicBezTo>
                <a:cubicBezTo>
                  <a:pt x="13245" y="54550"/>
                  <a:pt x="13333" y="54491"/>
                  <a:pt x="13421" y="54447"/>
                </a:cubicBezTo>
                <a:close/>
                <a:moveTo>
                  <a:pt x="12818" y="54506"/>
                </a:moveTo>
                <a:lnTo>
                  <a:pt x="12818" y="54506"/>
                </a:lnTo>
                <a:cubicBezTo>
                  <a:pt x="12789" y="54580"/>
                  <a:pt x="12744" y="54653"/>
                  <a:pt x="12730" y="54727"/>
                </a:cubicBezTo>
                <a:cubicBezTo>
                  <a:pt x="12656" y="54786"/>
                  <a:pt x="12568" y="54815"/>
                  <a:pt x="12494" y="54874"/>
                </a:cubicBezTo>
                <a:cubicBezTo>
                  <a:pt x="12524" y="54800"/>
                  <a:pt x="12568" y="54727"/>
                  <a:pt x="12597" y="54668"/>
                </a:cubicBezTo>
                <a:cubicBezTo>
                  <a:pt x="12656" y="54624"/>
                  <a:pt x="12744" y="54565"/>
                  <a:pt x="12818" y="54506"/>
                </a:cubicBezTo>
                <a:close/>
                <a:moveTo>
                  <a:pt x="15761" y="54447"/>
                </a:moveTo>
                <a:cubicBezTo>
                  <a:pt x="15791" y="54580"/>
                  <a:pt x="15791" y="54697"/>
                  <a:pt x="15791" y="54815"/>
                </a:cubicBezTo>
                <a:cubicBezTo>
                  <a:pt x="15658" y="54845"/>
                  <a:pt x="15526" y="54874"/>
                  <a:pt x="15393" y="54889"/>
                </a:cubicBezTo>
                <a:lnTo>
                  <a:pt x="15393" y="54521"/>
                </a:lnTo>
                <a:cubicBezTo>
                  <a:pt x="15526" y="54491"/>
                  <a:pt x="15644" y="54462"/>
                  <a:pt x="15761" y="54447"/>
                </a:cubicBezTo>
                <a:close/>
                <a:moveTo>
                  <a:pt x="12009" y="54800"/>
                </a:moveTo>
                <a:lnTo>
                  <a:pt x="12009" y="54800"/>
                </a:lnTo>
                <a:cubicBezTo>
                  <a:pt x="11994" y="54815"/>
                  <a:pt x="11994" y="54845"/>
                  <a:pt x="11979" y="54859"/>
                </a:cubicBezTo>
                <a:cubicBezTo>
                  <a:pt x="11935" y="54874"/>
                  <a:pt x="11906" y="54918"/>
                  <a:pt x="11891" y="54933"/>
                </a:cubicBezTo>
                <a:lnTo>
                  <a:pt x="11891" y="54933"/>
                </a:lnTo>
                <a:cubicBezTo>
                  <a:pt x="11906" y="54918"/>
                  <a:pt x="11920" y="54889"/>
                  <a:pt x="11920" y="54874"/>
                </a:cubicBezTo>
                <a:cubicBezTo>
                  <a:pt x="11965" y="54859"/>
                  <a:pt x="11979" y="54815"/>
                  <a:pt x="12009" y="54800"/>
                </a:cubicBezTo>
                <a:close/>
                <a:moveTo>
                  <a:pt x="14113" y="54506"/>
                </a:moveTo>
                <a:lnTo>
                  <a:pt x="14113" y="54506"/>
                </a:lnTo>
                <a:cubicBezTo>
                  <a:pt x="14098" y="54624"/>
                  <a:pt x="14069" y="54727"/>
                  <a:pt x="14054" y="54815"/>
                </a:cubicBezTo>
                <a:lnTo>
                  <a:pt x="13730" y="54933"/>
                </a:lnTo>
                <a:cubicBezTo>
                  <a:pt x="13745" y="54815"/>
                  <a:pt x="13775" y="54727"/>
                  <a:pt x="13789" y="54624"/>
                </a:cubicBezTo>
                <a:cubicBezTo>
                  <a:pt x="13907" y="54580"/>
                  <a:pt x="13995" y="54550"/>
                  <a:pt x="14113" y="54506"/>
                </a:cubicBezTo>
                <a:close/>
                <a:moveTo>
                  <a:pt x="15320" y="54550"/>
                </a:moveTo>
                <a:lnTo>
                  <a:pt x="15320" y="54918"/>
                </a:lnTo>
                <a:cubicBezTo>
                  <a:pt x="15202" y="54933"/>
                  <a:pt x="15084" y="54962"/>
                  <a:pt x="14952" y="54992"/>
                </a:cubicBezTo>
                <a:cubicBezTo>
                  <a:pt x="14952" y="54874"/>
                  <a:pt x="14981" y="54771"/>
                  <a:pt x="14981" y="54639"/>
                </a:cubicBezTo>
                <a:cubicBezTo>
                  <a:pt x="15084" y="54594"/>
                  <a:pt x="15217" y="54580"/>
                  <a:pt x="15320" y="54550"/>
                </a:cubicBezTo>
                <a:close/>
                <a:moveTo>
                  <a:pt x="12215" y="54742"/>
                </a:moveTo>
                <a:cubicBezTo>
                  <a:pt x="12200" y="54800"/>
                  <a:pt x="12185" y="54845"/>
                  <a:pt x="12141" y="54889"/>
                </a:cubicBezTo>
                <a:cubicBezTo>
                  <a:pt x="12097" y="54918"/>
                  <a:pt x="12082" y="54933"/>
                  <a:pt x="12053" y="54948"/>
                </a:cubicBezTo>
                <a:cubicBezTo>
                  <a:pt x="12009" y="54962"/>
                  <a:pt x="11979" y="55006"/>
                  <a:pt x="11935" y="55021"/>
                </a:cubicBezTo>
                <a:cubicBezTo>
                  <a:pt x="11950" y="54992"/>
                  <a:pt x="11994" y="54948"/>
                  <a:pt x="12038" y="54889"/>
                </a:cubicBezTo>
                <a:cubicBezTo>
                  <a:pt x="12082" y="54845"/>
                  <a:pt x="12141" y="54800"/>
                  <a:pt x="12215" y="54742"/>
                </a:cubicBezTo>
                <a:close/>
                <a:moveTo>
                  <a:pt x="13039" y="54639"/>
                </a:moveTo>
                <a:lnTo>
                  <a:pt x="13039" y="54639"/>
                </a:lnTo>
                <a:cubicBezTo>
                  <a:pt x="13024" y="54727"/>
                  <a:pt x="12995" y="54815"/>
                  <a:pt x="12951" y="54918"/>
                </a:cubicBezTo>
                <a:cubicBezTo>
                  <a:pt x="12862" y="54948"/>
                  <a:pt x="12774" y="55006"/>
                  <a:pt x="12671" y="55036"/>
                </a:cubicBezTo>
                <a:cubicBezTo>
                  <a:pt x="12715" y="54948"/>
                  <a:pt x="12744" y="54874"/>
                  <a:pt x="12789" y="54786"/>
                </a:cubicBezTo>
                <a:cubicBezTo>
                  <a:pt x="12877" y="54727"/>
                  <a:pt x="12965" y="54697"/>
                  <a:pt x="13039" y="54639"/>
                </a:cubicBezTo>
                <a:close/>
                <a:moveTo>
                  <a:pt x="13701" y="54653"/>
                </a:moveTo>
                <a:lnTo>
                  <a:pt x="13701" y="54653"/>
                </a:lnTo>
                <a:cubicBezTo>
                  <a:pt x="13686" y="54771"/>
                  <a:pt x="13657" y="54859"/>
                  <a:pt x="13627" y="54962"/>
                </a:cubicBezTo>
                <a:cubicBezTo>
                  <a:pt x="13524" y="55006"/>
                  <a:pt x="13421" y="55036"/>
                  <a:pt x="13318" y="55080"/>
                </a:cubicBezTo>
                <a:cubicBezTo>
                  <a:pt x="13363" y="54992"/>
                  <a:pt x="13377" y="54874"/>
                  <a:pt x="13407" y="54786"/>
                </a:cubicBezTo>
                <a:cubicBezTo>
                  <a:pt x="13510" y="54742"/>
                  <a:pt x="13613" y="54697"/>
                  <a:pt x="13701" y="54653"/>
                </a:cubicBezTo>
                <a:close/>
                <a:moveTo>
                  <a:pt x="12435" y="54771"/>
                </a:moveTo>
                <a:lnTo>
                  <a:pt x="12435" y="54771"/>
                </a:lnTo>
                <a:cubicBezTo>
                  <a:pt x="12421" y="54845"/>
                  <a:pt x="12377" y="54889"/>
                  <a:pt x="12347" y="54948"/>
                </a:cubicBezTo>
                <a:cubicBezTo>
                  <a:pt x="12274" y="55006"/>
                  <a:pt x="12185" y="55065"/>
                  <a:pt x="12112" y="55095"/>
                </a:cubicBezTo>
                <a:cubicBezTo>
                  <a:pt x="12141" y="55036"/>
                  <a:pt x="12156" y="54992"/>
                  <a:pt x="12200" y="54933"/>
                </a:cubicBezTo>
                <a:cubicBezTo>
                  <a:pt x="12274" y="54874"/>
                  <a:pt x="12362" y="54815"/>
                  <a:pt x="12435" y="54771"/>
                </a:cubicBezTo>
                <a:close/>
                <a:moveTo>
                  <a:pt x="14908" y="54653"/>
                </a:moveTo>
                <a:cubicBezTo>
                  <a:pt x="14908" y="54771"/>
                  <a:pt x="14878" y="54889"/>
                  <a:pt x="14878" y="55006"/>
                </a:cubicBezTo>
                <a:cubicBezTo>
                  <a:pt x="14761" y="55036"/>
                  <a:pt x="14643" y="55065"/>
                  <a:pt x="14510" y="55095"/>
                </a:cubicBezTo>
                <a:cubicBezTo>
                  <a:pt x="14510" y="54992"/>
                  <a:pt x="14525" y="54874"/>
                  <a:pt x="14555" y="54742"/>
                </a:cubicBezTo>
                <a:cubicBezTo>
                  <a:pt x="14658" y="54712"/>
                  <a:pt x="14790" y="54668"/>
                  <a:pt x="14908" y="54653"/>
                </a:cubicBezTo>
                <a:close/>
                <a:moveTo>
                  <a:pt x="14452" y="54786"/>
                </a:moveTo>
                <a:lnTo>
                  <a:pt x="14452" y="54786"/>
                </a:lnTo>
                <a:cubicBezTo>
                  <a:pt x="14437" y="54889"/>
                  <a:pt x="14437" y="55021"/>
                  <a:pt x="14422" y="55139"/>
                </a:cubicBezTo>
                <a:cubicBezTo>
                  <a:pt x="14304" y="55168"/>
                  <a:pt x="14187" y="55183"/>
                  <a:pt x="14069" y="55227"/>
                </a:cubicBezTo>
                <a:cubicBezTo>
                  <a:pt x="14098" y="55139"/>
                  <a:pt x="14098" y="55065"/>
                  <a:pt x="14113" y="54962"/>
                </a:cubicBezTo>
                <a:cubicBezTo>
                  <a:pt x="14113" y="54948"/>
                  <a:pt x="14113" y="54918"/>
                  <a:pt x="14128" y="54889"/>
                </a:cubicBezTo>
                <a:lnTo>
                  <a:pt x="14452" y="54786"/>
                </a:lnTo>
                <a:close/>
                <a:moveTo>
                  <a:pt x="12671" y="54859"/>
                </a:moveTo>
                <a:lnTo>
                  <a:pt x="12671" y="54859"/>
                </a:lnTo>
                <a:cubicBezTo>
                  <a:pt x="12641" y="54933"/>
                  <a:pt x="12597" y="55021"/>
                  <a:pt x="12583" y="55095"/>
                </a:cubicBezTo>
                <a:cubicBezTo>
                  <a:pt x="12494" y="55154"/>
                  <a:pt x="12406" y="55183"/>
                  <a:pt x="12303" y="55242"/>
                </a:cubicBezTo>
                <a:cubicBezTo>
                  <a:pt x="12347" y="55168"/>
                  <a:pt x="12377" y="55095"/>
                  <a:pt x="12421" y="55006"/>
                </a:cubicBezTo>
                <a:cubicBezTo>
                  <a:pt x="12494" y="54962"/>
                  <a:pt x="12583" y="54918"/>
                  <a:pt x="12671" y="54859"/>
                </a:cubicBezTo>
                <a:close/>
                <a:moveTo>
                  <a:pt x="13318" y="54845"/>
                </a:moveTo>
                <a:lnTo>
                  <a:pt x="13318" y="54845"/>
                </a:lnTo>
                <a:cubicBezTo>
                  <a:pt x="13289" y="54933"/>
                  <a:pt x="13260" y="55036"/>
                  <a:pt x="13245" y="55139"/>
                </a:cubicBezTo>
                <a:cubicBezTo>
                  <a:pt x="13142" y="55168"/>
                  <a:pt x="13039" y="55227"/>
                  <a:pt x="12936" y="55257"/>
                </a:cubicBezTo>
                <a:cubicBezTo>
                  <a:pt x="12951" y="55154"/>
                  <a:pt x="12995" y="55065"/>
                  <a:pt x="13024" y="54962"/>
                </a:cubicBezTo>
                <a:cubicBezTo>
                  <a:pt x="13112" y="54918"/>
                  <a:pt x="13230" y="54874"/>
                  <a:pt x="13318" y="54845"/>
                </a:cubicBezTo>
                <a:close/>
                <a:moveTo>
                  <a:pt x="11832" y="55065"/>
                </a:moveTo>
                <a:lnTo>
                  <a:pt x="11832" y="55065"/>
                </a:lnTo>
                <a:cubicBezTo>
                  <a:pt x="11817" y="55095"/>
                  <a:pt x="11788" y="55139"/>
                  <a:pt x="11758" y="55168"/>
                </a:cubicBezTo>
                <a:cubicBezTo>
                  <a:pt x="11714" y="55183"/>
                  <a:pt x="11700" y="55227"/>
                  <a:pt x="11655" y="55242"/>
                </a:cubicBezTo>
                <a:cubicBezTo>
                  <a:pt x="11641" y="55257"/>
                  <a:pt x="11611" y="55286"/>
                  <a:pt x="11582" y="55301"/>
                </a:cubicBezTo>
                <a:cubicBezTo>
                  <a:pt x="11626" y="55257"/>
                  <a:pt x="11670" y="55227"/>
                  <a:pt x="11685" y="55183"/>
                </a:cubicBezTo>
                <a:cubicBezTo>
                  <a:pt x="11729" y="55154"/>
                  <a:pt x="11788" y="55095"/>
                  <a:pt x="11832" y="55065"/>
                </a:cubicBezTo>
                <a:close/>
                <a:moveTo>
                  <a:pt x="14040" y="54903"/>
                </a:moveTo>
                <a:lnTo>
                  <a:pt x="14040" y="54948"/>
                </a:lnTo>
                <a:cubicBezTo>
                  <a:pt x="14025" y="55036"/>
                  <a:pt x="14025" y="55154"/>
                  <a:pt x="13995" y="55242"/>
                </a:cubicBezTo>
                <a:cubicBezTo>
                  <a:pt x="13892" y="55271"/>
                  <a:pt x="13775" y="55316"/>
                  <a:pt x="13657" y="55360"/>
                </a:cubicBezTo>
                <a:cubicBezTo>
                  <a:pt x="13657" y="55316"/>
                  <a:pt x="13672" y="55257"/>
                  <a:pt x="13672" y="55227"/>
                </a:cubicBezTo>
                <a:cubicBezTo>
                  <a:pt x="13686" y="55154"/>
                  <a:pt x="13686" y="55095"/>
                  <a:pt x="13701" y="55021"/>
                </a:cubicBezTo>
                <a:lnTo>
                  <a:pt x="14040" y="54903"/>
                </a:lnTo>
                <a:close/>
                <a:moveTo>
                  <a:pt x="12053" y="55065"/>
                </a:moveTo>
                <a:cubicBezTo>
                  <a:pt x="12009" y="55109"/>
                  <a:pt x="11994" y="55168"/>
                  <a:pt x="11950" y="55213"/>
                </a:cubicBezTo>
                <a:lnTo>
                  <a:pt x="11729" y="55374"/>
                </a:lnTo>
                <a:cubicBezTo>
                  <a:pt x="11773" y="55316"/>
                  <a:pt x="11788" y="55286"/>
                  <a:pt x="11832" y="55227"/>
                </a:cubicBezTo>
                <a:lnTo>
                  <a:pt x="12053" y="55065"/>
                </a:lnTo>
                <a:close/>
                <a:moveTo>
                  <a:pt x="12921" y="55006"/>
                </a:moveTo>
                <a:lnTo>
                  <a:pt x="12921" y="55006"/>
                </a:lnTo>
                <a:cubicBezTo>
                  <a:pt x="12877" y="55095"/>
                  <a:pt x="12862" y="55183"/>
                  <a:pt x="12818" y="55286"/>
                </a:cubicBezTo>
                <a:cubicBezTo>
                  <a:pt x="12730" y="55316"/>
                  <a:pt x="12627" y="55374"/>
                  <a:pt x="12524" y="55404"/>
                </a:cubicBezTo>
                <a:cubicBezTo>
                  <a:pt x="12568" y="55330"/>
                  <a:pt x="12597" y="55242"/>
                  <a:pt x="12641" y="55154"/>
                </a:cubicBezTo>
                <a:cubicBezTo>
                  <a:pt x="12730" y="55095"/>
                  <a:pt x="12818" y="55065"/>
                  <a:pt x="12921" y="55006"/>
                </a:cubicBezTo>
                <a:close/>
                <a:moveTo>
                  <a:pt x="12288" y="55095"/>
                </a:moveTo>
                <a:lnTo>
                  <a:pt x="12288" y="55095"/>
                </a:lnTo>
                <a:cubicBezTo>
                  <a:pt x="12259" y="55168"/>
                  <a:pt x="12215" y="55242"/>
                  <a:pt x="12200" y="55316"/>
                </a:cubicBezTo>
                <a:cubicBezTo>
                  <a:pt x="12112" y="55374"/>
                  <a:pt x="12009" y="55433"/>
                  <a:pt x="11935" y="55477"/>
                </a:cubicBezTo>
                <a:cubicBezTo>
                  <a:pt x="11979" y="55404"/>
                  <a:pt x="12009" y="55360"/>
                  <a:pt x="12053" y="55271"/>
                </a:cubicBezTo>
                <a:cubicBezTo>
                  <a:pt x="12112" y="55213"/>
                  <a:pt x="12200" y="55154"/>
                  <a:pt x="12288" y="55095"/>
                </a:cubicBezTo>
                <a:close/>
                <a:moveTo>
                  <a:pt x="13613" y="55065"/>
                </a:moveTo>
                <a:lnTo>
                  <a:pt x="13613" y="55065"/>
                </a:lnTo>
                <a:cubicBezTo>
                  <a:pt x="13598" y="55109"/>
                  <a:pt x="13598" y="55154"/>
                  <a:pt x="13583" y="55213"/>
                </a:cubicBezTo>
                <a:cubicBezTo>
                  <a:pt x="13554" y="55257"/>
                  <a:pt x="13554" y="55316"/>
                  <a:pt x="13554" y="55374"/>
                </a:cubicBezTo>
                <a:lnTo>
                  <a:pt x="13230" y="55477"/>
                </a:lnTo>
                <a:cubicBezTo>
                  <a:pt x="13245" y="55389"/>
                  <a:pt x="13260" y="55286"/>
                  <a:pt x="13304" y="55183"/>
                </a:cubicBezTo>
                <a:cubicBezTo>
                  <a:pt x="13407" y="55154"/>
                  <a:pt x="13524" y="55109"/>
                  <a:pt x="13613" y="55065"/>
                </a:cubicBezTo>
                <a:close/>
                <a:moveTo>
                  <a:pt x="11420" y="55404"/>
                </a:moveTo>
                <a:lnTo>
                  <a:pt x="11420" y="55404"/>
                </a:lnTo>
                <a:cubicBezTo>
                  <a:pt x="11405" y="55433"/>
                  <a:pt x="11391" y="55463"/>
                  <a:pt x="11376" y="55477"/>
                </a:cubicBezTo>
                <a:cubicBezTo>
                  <a:pt x="11332" y="55507"/>
                  <a:pt x="11302" y="55536"/>
                  <a:pt x="11258" y="55551"/>
                </a:cubicBezTo>
                <a:cubicBezTo>
                  <a:pt x="11317" y="55522"/>
                  <a:pt x="11317" y="55507"/>
                  <a:pt x="11332" y="55477"/>
                </a:cubicBezTo>
                <a:cubicBezTo>
                  <a:pt x="11376" y="55463"/>
                  <a:pt x="11405" y="55433"/>
                  <a:pt x="11420" y="55404"/>
                </a:cubicBezTo>
                <a:close/>
                <a:moveTo>
                  <a:pt x="12524" y="55227"/>
                </a:moveTo>
                <a:lnTo>
                  <a:pt x="12524" y="55227"/>
                </a:lnTo>
                <a:cubicBezTo>
                  <a:pt x="12494" y="55316"/>
                  <a:pt x="12465" y="55389"/>
                  <a:pt x="12435" y="55477"/>
                </a:cubicBezTo>
                <a:cubicBezTo>
                  <a:pt x="12318" y="55522"/>
                  <a:pt x="12229" y="55580"/>
                  <a:pt x="12141" y="55625"/>
                </a:cubicBezTo>
                <a:cubicBezTo>
                  <a:pt x="12185" y="55536"/>
                  <a:pt x="12215" y="55463"/>
                  <a:pt x="12244" y="55374"/>
                </a:cubicBezTo>
                <a:cubicBezTo>
                  <a:pt x="12347" y="55316"/>
                  <a:pt x="12435" y="55257"/>
                  <a:pt x="12524" y="55227"/>
                </a:cubicBezTo>
                <a:close/>
                <a:moveTo>
                  <a:pt x="11641" y="55374"/>
                </a:moveTo>
                <a:lnTo>
                  <a:pt x="11641" y="55374"/>
                </a:lnTo>
                <a:cubicBezTo>
                  <a:pt x="11626" y="55404"/>
                  <a:pt x="11582" y="55463"/>
                  <a:pt x="11567" y="55507"/>
                </a:cubicBezTo>
                <a:cubicBezTo>
                  <a:pt x="11494" y="55551"/>
                  <a:pt x="11420" y="55610"/>
                  <a:pt x="11346" y="55654"/>
                </a:cubicBezTo>
                <a:cubicBezTo>
                  <a:pt x="11391" y="55610"/>
                  <a:pt x="11405" y="55551"/>
                  <a:pt x="11449" y="55522"/>
                </a:cubicBezTo>
                <a:cubicBezTo>
                  <a:pt x="11523" y="55463"/>
                  <a:pt x="11567" y="55404"/>
                  <a:pt x="11641" y="55374"/>
                </a:cubicBezTo>
                <a:close/>
                <a:moveTo>
                  <a:pt x="13215" y="55227"/>
                </a:moveTo>
                <a:lnTo>
                  <a:pt x="13215" y="55227"/>
                </a:lnTo>
                <a:cubicBezTo>
                  <a:pt x="13186" y="55301"/>
                  <a:pt x="13171" y="55389"/>
                  <a:pt x="13157" y="55463"/>
                </a:cubicBezTo>
                <a:cubicBezTo>
                  <a:pt x="13157" y="55477"/>
                  <a:pt x="13157" y="55507"/>
                  <a:pt x="13142" y="55522"/>
                </a:cubicBezTo>
                <a:cubicBezTo>
                  <a:pt x="13024" y="55551"/>
                  <a:pt x="12921" y="55595"/>
                  <a:pt x="12803" y="55654"/>
                </a:cubicBezTo>
                <a:cubicBezTo>
                  <a:pt x="12847" y="55551"/>
                  <a:pt x="12862" y="55448"/>
                  <a:pt x="12892" y="55360"/>
                </a:cubicBezTo>
                <a:cubicBezTo>
                  <a:pt x="13009" y="55316"/>
                  <a:pt x="13098" y="55257"/>
                  <a:pt x="13215" y="55227"/>
                </a:cubicBezTo>
                <a:close/>
                <a:moveTo>
                  <a:pt x="11876" y="55374"/>
                </a:moveTo>
                <a:lnTo>
                  <a:pt x="11876" y="55374"/>
                </a:lnTo>
                <a:cubicBezTo>
                  <a:pt x="11847" y="55433"/>
                  <a:pt x="11832" y="55507"/>
                  <a:pt x="11788" y="55551"/>
                </a:cubicBezTo>
                <a:cubicBezTo>
                  <a:pt x="11700" y="55610"/>
                  <a:pt x="11626" y="55669"/>
                  <a:pt x="11538" y="55728"/>
                </a:cubicBezTo>
                <a:cubicBezTo>
                  <a:pt x="11567" y="55669"/>
                  <a:pt x="11582" y="55610"/>
                  <a:pt x="11626" y="55551"/>
                </a:cubicBezTo>
                <a:cubicBezTo>
                  <a:pt x="11641" y="55536"/>
                  <a:pt x="11670" y="55522"/>
                  <a:pt x="11685" y="55522"/>
                </a:cubicBezTo>
                <a:cubicBezTo>
                  <a:pt x="11758" y="55463"/>
                  <a:pt x="11817" y="55433"/>
                  <a:pt x="11876" y="55374"/>
                </a:cubicBezTo>
                <a:close/>
                <a:moveTo>
                  <a:pt x="12803" y="55389"/>
                </a:moveTo>
                <a:lnTo>
                  <a:pt x="12803" y="55389"/>
                </a:lnTo>
                <a:cubicBezTo>
                  <a:pt x="12774" y="55477"/>
                  <a:pt x="12744" y="55595"/>
                  <a:pt x="12730" y="55683"/>
                </a:cubicBezTo>
                <a:cubicBezTo>
                  <a:pt x="12627" y="55728"/>
                  <a:pt x="12509" y="55772"/>
                  <a:pt x="12406" y="55816"/>
                </a:cubicBezTo>
                <a:cubicBezTo>
                  <a:pt x="12435" y="55728"/>
                  <a:pt x="12450" y="55625"/>
                  <a:pt x="12494" y="55536"/>
                </a:cubicBezTo>
                <a:cubicBezTo>
                  <a:pt x="12597" y="55477"/>
                  <a:pt x="12686" y="55448"/>
                  <a:pt x="12803" y="55389"/>
                </a:cubicBezTo>
                <a:close/>
                <a:moveTo>
                  <a:pt x="12126" y="55448"/>
                </a:moveTo>
                <a:cubicBezTo>
                  <a:pt x="12082" y="55522"/>
                  <a:pt x="12053" y="55610"/>
                  <a:pt x="12038" y="55683"/>
                </a:cubicBezTo>
                <a:cubicBezTo>
                  <a:pt x="11935" y="55728"/>
                  <a:pt x="11847" y="55772"/>
                  <a:pt x="11744" y="55831"/>
                </a:cubicBezTo>
                <a:lnTo>
                  <a:pt x="11847" y="55610"/>
                </a:lnTo>
                <a:lnTo>
                  <a:pt x="12126" y="55448"/>
                </a:lnTo>
                <a:close/>
                <a:moveTo>
                  <a:pt x="11258" y="55669"/>
                </a:moveTo>
                <a:cubicBezTo>
                  <a:pt x="11243" y="55698"/>
                  <a:pt x="11199" y="55742"/>
                  <a:pt x="11185" y="55772"/>
                </a:cubicBezTo>
                <a:cubicBezTo>
                  <a:pt x="11126" y="55816"/>
                  <a:pt x="11082" y="55875"/>
                  <a:pt x="11023" y="55904"/>
                </a:cubicBezTo>
                <a:cubicBezTo>
                  <a:pt x="11037" y="55875"/>
                  <a:pt x="11052" y="55831"/>
                  <a:pt x="11096" y="55801"/>
                </a:cubicBezTo>
                <a:cubicBezTo>
                  <a:pt x="11155" y="55757"/>
                  <a:pt x="11199" y="55728"/>
                  <a:pt x="11258" y="55669"/>
                </a:cubicBezTo>
                <a:close/>
                <a:moveTo>
                  <a:pt x="11479" y="55669"/>
                </a:moveTo>
                <a:lnTo>
                  <a:pt x="11479" y="55669"/>
                </a:lnTo>
                <a:cubicBezTo>
                  <a:pt x="11449" y="55728"/>
                  <a:pt x="11420" y="55772"/>
                  <a:pt x="11391" y="55816"/>
                </a:cubicBezTo>
                <a:cubicBezTo>
                  <a:pt x="11332" y="55845"/>
                  <a:pt x="11273" y="55889"/>
                  <a:pt x="11214" y="55948"/>
                </a:cubicBezTo>
                <a:cubicBezTo>
                  <a:pt x="11199" y="55963"/>
                  <a:pt x="11170" y="55978"/>
                  <a:pt x="11140" y="55992"/>
                </a:cubicBezTo>
                <a:cubicBezTo>
                  <a:pt x="11185" y="55948"/>
                  <a:pt x="11199" y="55889"/>
                  <a:pt x="11243" y="55845"/>
                </a:cubicBezTo>
                <a:cubicBezTo>
                  <a:pt x="11317" y="55801"/>
                  <a:pt x="11391" y="55728"/>
                  <a:pt x="11479" y="55669"/>
                </a:cubicBezTo>
                <a:close/>
                <a:moveTo>
                  <a:pt x="12377" y="55595"/>
                </a:moveTo>
                <a:lnTo>
                  <a:pt x="12377" y="55595"/>
                </a:lnTo>
                <a:cubicBezTo>
                  <a:pt x="12347" y="55683"/>
                  <a:pt x="12318" y="55772"/>
                  <a:pt x="12288" y="55875"/>
                </a:cubicBezTo>
                <a:cubicBezTo>
                  <a:pt x="12185" y="55919"/>
                  <a:pt x="12082" y="55963"/>
                  <a:pt x="11979" y="56022"/>
                </a:cubicBezTo>
                <a:cubicBezTo>
                  <a:pt x="12038" y="55904"/>
                  <a:pt x="12068" y="55831"/>
                  <a:pt x="12082" y="55742"/>
                </a:cubicBezTo>
                <a:cubicBezTo>
                  <a:pt x="12185" y="55683"/>
                  <a:pt x="12288" y="55625"/>
                  <a:pt x="12377" y="55595"/>
                </a:cubicBezTo>
                <a:close/>
                <a:moveTo>
                  <a:pt x="11714" y="55683"/>
                </a:moveTo>
                <a:lnTo>
                  <a:pt x="11714" y="55683"/>
                </a:lnTo>
                <a:cubicBezTo>
                  <a:pt x="11685" y="55757"/>
                  <a:pt x="11641" y="55831"/>
                  <a:pt x="11626" y="55904"/>
                </a:cubicBezTo>
                <a:lnTo>
                  <a:pt x="11346" y="56066"/>
                </a:lnTo>
                <a:cubicBezTo>
                  <a:pt x="11391" y="55992"/>
                  <a:pt x="11420" y="55934"/>
                  <a:pt x="11449" y="55860"/>
                </a:cubicBezTo>
                <a:cubicBezTo>
                  <a:pt x="11538" y="55816"/>
                  <a:pt x="11626" y="55757"/>
                  <a:pt x="11714" y="55683"/>
                </a:cubicBezTo>
                <a:close/>
                <a:moveTo>
                  <a:pt x="10861" y="55963"/>
                </a:moveTo>
                <a:cubicBezTo>
                  <a:pt x="10831" y="55992"/>
                  <a:pt x="10817" y="56022"/>
                  <a:pt x="10802" y="56051"/>
                </a:cubicBezTo>
                <a:cubicBezTo>
                  <a:pt x="10758" y="56095"/>
                  <a:pt x="10714" y="56125"/>
                  <a:pt x="10669" y="56140"/>
                </a:cubicBezTo>
                <a:cubicBezTo>
                  <a:pt x="10684" y="56125"/>
                  <a:pt x="10714" y="56110"/>
                  <a:pt x="10728" y="56066"/>
                </a:cubicBezTo>
                <a:cubicBezTo>
                  <a:pt x="10758" y="56037"/>
                  <a:pt x="10817" y="55992"/>
                  <a:pt x="10861" y="55963"/>
                </a:cubicBezTo>
                <a:close/>
                <a:moveTo>
                  <a:pt x="11994" y="55801"/>
                </a:moveTo>
                <a:cubicBezTo>
                  <a:pt x="11950" y="55889"/>
                  <a:pt x="11935" y="55963"/>
                  <a:pt x="11906" y="56051"/>
                </a:cubicBezTo>
                <a:cubicBezTo>
                  <a:pt x="11788" y="56110"/>
                  <a:pt x="11700" y="56169"/>
                  <a:pt x="11582" y="56199"/>
                </a:cubicBezTo>
                <a:cubicBezTo>
                  <a:pt x="11626" y="56125"/>
                  <a:pt x="11670" y="56037"/>
                  <a:pt x="11700" y="55963"/>
                </a:cubicBezTo>
                <a:cubicBezTo>
                  <a:pt x="11788" y="55904"/>
                  <a:pt x="11891" y="55845"/>
                  <a:pt x="11994" y="55801"/>
                </a:cubicBezTo>
                <a:close/>
                <a:moveTo>
                  <a:pt x="11052" y="55978"/>
                </a:moveTo>
                <a:cubicBezTo>
                  <a:pt x="11023" y="56037"/>
                  <a:pt x="10993" y="56066"/>
                  <a:pt x="10964" y="56125"/>
                </a:cubicBezTo>
                <a:cubicBezTo>
                  <a:pt x="10890" y="56184"/>
                  <a:pt x="10817" y="56213"/>
                  <a:pt x="10743" y="56272"/>
                </a:cubicBezTo>
                <a:cubicBezTo>
                  <a:pt x="10787" y="56213"/>
                  <a:pt x="10817" y="56169"/>
                  <a:pt x="10846" y="56125"/>
                </a:cubicBezTo>
                <a:cubicBezTo>
                  <a:pt x="10934" y="56066"/>
                  <a:pt x="10993" y="56037"/>
                  <a:pt x="11052" y="55978"/>
                </a:cubicBezTo>
                <a:close/>
                <a:moveTo>
                  <a:pt x="11309" y="55989"/>
                </a:moveTo>
                <a:cubicBezTo>
                  <a:pt x="11271" y="56044"/>
                  <a:pt x="11255" y="56100"/>
                  <a:pt x="11214" y="56169"/>
                </a:cubicBezTo>
                <a:cubicBezTo>
                  <a:pt x="11126" y="56213"/>
                  <a:pt x="11037" y="56287"/>
                  <a:pt x="10949" y="56346"/>
                </a:cubicBezTo>
                <a:cubicBezTo>
                  <a:pt x="10964" y="56287"/>
                  <a:pt x="11008" y="56243"/>
                  <a:pt x="11037" y="56184"/>
                </a:cubicBezTo>
                <a:cubicBezTo>
                  <a:pt x="11111" y="56125"/>
                  <a:pt x="11199" y="56066"/>
                  <a:pt x="11273" y="56022"/>
                </a:cubicBezTo>
                <a:cubicBezTo>
                  <a:pt x="11283" y="56002"/>
                  <a:pt x="11299" y="55996"/>
                  <a:pt x="11309" y="55989"/>
                </a:cubicBezTo>
                <a:close/>
                <a:moveTo>
                  <a:pt x="10449" y="56316"/>
                </a:moveTo>
                <a:cubicBezTo>
                  <a:pt x="10449" y="56331"/>
                  <a:pt x="10434" y="56331"/>
                  <a:pt x="10434" y="56346"/>
                </a:cubicBezTo>
                <a:cubicBezTo>
                  <a:pt x="10419" y="56360"/>
                  <a:pt x="10390" y="56360"/>
                  <a:pt x="10375" y="56390"/>
                </a:cubicBezTo>
                <a:cubicBezTo>
                  <a:pt x="10375" y="56360"/>
                  <a:pt x="10375" y="56360"/>
                  <a:pt x="10390" y="56346"/>
                </a:cubicBezTo>
                <a:cubicBezTo>
                  <a:pt x="10405" y="56331"/>
                  <a:pt x="10434" y="56331"/>
                  <a:pt x="10449" y="56316"/>
                </a:cubicBezTo>
                <a:close/>
                <a:moveTo>
                  <a:pt x="11567" y="56037"/>
                </a:moveTo>
                <a:cubicBezTo>
                  <a:pt x="11538" y="56110"/>
                  <a:pt x="11494" y="56199"/>
                  <a:pt x="11479" y="56272"/>
                </a:cubicBezTo>
                <a:cubicBezTo>
                  <a:pt x="11376" y="56331"/>
                  <a:pt x="11273" y="56390"/>
                  <a:pt x="11170" y="56434"/>
                </a:cubicBezTo>
                <a:lnTo>
                  <a:pt x="11273" y="56213"/>
                </a:lnTo>
                <a:cubicBezTo>
                  <a:pt x="11376" y="56140"/>
                  <a:pt x="11479" y="56095"/>
                  <a:pt x="11567" y="56037"/>
                </a:cubicBezTo>
                <a:close/>
                <a:moveTo>
                  <a:pt x="10655" y="56272"/>
                </a:moveTo>
                <a:cubicBezTo>
                  <a:pt x="10611" y="56316"/>
                  <a:pt x="10596" y="56360"/>
                  <a:pt x="10566" y="56405"/>
                </a:cubicBezTo>
                <a:cubicBezTo>
                  <a:pt x="10478" y="56434"/>
                  <a:pt x="10434" y="56493"/>
                  <a:pt x="10360" y="56537"/>
                </a:cubicBezTo>
                <a:cubicBezTo>
                  <a:pt x="10390" y="56493"/>
                  <a:pt x="10434" y="56434"/>
                  <a:pt x="10463" y="56405"/>
                </a:cubicBezTo>
                <a:cubicBezTo>
                  <a:pt x="10522" y="56360"/>
                  <a:pt x="10596" y="56316"/>
                  <a:pt x="10655" y="56272"/>
                </a:cubicBezTo>
                <a:close/>
                <a:moveTo>
                  <a:pt x="10875" y="56287"/>
                </a:moveTo>
                <a:cubicBezTo>
                  <a:pt x="10831" y="56346"/>
                  <a:pt x="10817" y="56405"/>
                  <a:pt x="10787" y="56463"/>
                </a:cubicBezTo>
                <a:cubicBezTo>
                  <a:pt x="10684" y="56508"/>
                  <a:pt x="10596" y="56581"/>
                  <a:pt x="10508" y="56640"/>
                </a:cubicBezTo>
                <a:lnTo>
                  <a:pt x="10611" y="56478"/>
                </a:lnTo>
                <a:cubicBezTo>
                  <a:pt x="10714" y="56405"/>
                  <a:pt x="10802" y="56346"/>
                  <a:pt x="10875" y="56287"/>
                </a:cubicBezTo>
                <a:close/>
                <a:moveTo>
                  <a:pt x="11155" y="56287"/>
                </a:moveTo>
                <a:lnTo>
                  <a:pt x="11155" y="56287"/>
                </a:lnTo>
                <a:cubicBezTo>
                  <a:pt x="11111" y="56360"/>
                  <a:pt x="11096" y="56419"/>
                  <a:pt x="11052" y="56493"/>
                </a:cubicBezTo>
                <a:cubicBezTo>
                  <a:pt x="10949" y="56552"/>
                  <a:pt x="10861" y="56625"/>
                  <a:pt x="10743" y="56684"/>
                </a:cubicBezTo>
                <a:cubicBezTo>
                  <a:pt x="10787" y="56625"/>
                  <a:pt x="10802" y="56552"/>
                  <a:pt x="10831" y="56493"/>
                </a:cubicBezTo>
                <a:cubicBezTo>
                  <a:pt x="10949" y="56434"/>
                  <a:pt x="11052" y="56360"/>
                  <a:pt x="11155" y="56287"/>
                </a:cubicBezTo>
                <a:close/>
                <a:moveTo>
                  <a:pt x="10243" y="56552"/>
                </a:moveTo>
                <a:cubicBezTo>
                  <a:pt x="10228" y="56581"/>
                  <a:pt x="10199" y="56625"/>
                  <a:pt x="10169" y="56655"/>
                </a:cubicBezTo>
                <a:cubicBezTo>
                  <a:pt x="10140" y="56699"/>
                  <a:pt x="10081" y="56714"/>
                  <a:pt x="10037" y="56758"/>
                </a:cubicBezTo>
                <a:lnTo>
                  <a:pt x="10022" y="56772"/>
                </a:lnTo>
                <a:cubicBezTo>
                  <a:pt x="10051" y="56728"/>
                  <a:pt x="10081" y="56699"/>
                  <a:pt x="10110" y="56655"/>
                </a:cubicBezTo>
                <a:cubicBezTo>
                  <a:pt x="10154" y="56625"/>
                  <a:pt x="10213" y="56581"/>
                  <a:pt x="10243" y="56552"/>
                </a:cubicBezTo>
                <a:close/>
                <a:moveTo>
                  <a:pt x="10449" y="56581"/>
                </a:moveTo>
                <a:lnTo>
                  <a:pt x="10449" y="56581"/>
                </a:lnTo>
                <a:cubicBezTo>
                  <a:pt x="10434" y="56625"/>
                  <a:pt x="10390" y="56684"/>
                  <a:pt x="10360" y="56728"/>
                </a:cubicBezTo>
                <a:cubicBezTo>
                  <a:pt x="10287" y="56787"/>
                  <a:pt x="10199" y="56846"/>
                  <a:pt x="10096" y="56905"/>
                </a:cubicBezTo>
                <a:cubicBezTo>
                  <a:pt x="10140" y="56846"/>
                  <a:pt x="10169" y="56787"/>
                  <a:pt x="10228" y="56728"/>
                </a:cubicBezTo>
                <a:cubicBezTo>
                  <a:pt x="10302" y="56684"/>
                  <a:pt x="10375" y="56625"/>
                  <a:pt x="10449" y="56581"/>
                </a:cubicBezTo>
                <a:close/>
                <a:moveTo>
                  <a:pt x="10699" y="56581"/>
                </a:moveTo>
                <a:lnTo>
                  <a:pt x="10699" y="56581"/>
                </a:lnTo>
                <a:cubicBezTo>
                  <a:pt x="10669" y="56655"/>
                  <a:pt x="10655" y="56714"/>
                  <a:pt x="10611" y="56772"/>
                </a:cubicBezTo>
                <a:cubicBezTo>
                  <a:pt x="10522" y="56831"/>
                  <a:pt x="10449" y="56875"/>
                  <a:pt x="10360" y="56934"/>
                </a:cubicBezTo>
                <a:cubicBezTo>
                  <a:pt x="10349" y="56946"/>
                  <a:pt x="10327" y="56948"/>
                  <a:pt x="10312" y="56964"/>
                </a:cubicBezTo>
                <a:lnTo>
                  <a:pt x="10312" y="56964"/>
                </a:lnTo>
                <a:cubicBezTo>
                  <a:pt x="10350" y="56908"/>
                  <a:pt x="10378" y="56841"/>
                  <a:pt x="10405" y="56787"/>
                </a:cubicBezTo>
                <a:cubicBezTo>
                  <a:pt x="10508" y="56714"/>
                  <a:pt x="10611" y="56655"/>
                  <a:pt x="10699" y="56581"/>
                </a:cubicBezTo>
                <a:close/>
                <a:moveTo>
                  <a:pt x="9831" y="56876"/>
                </a:moveTo>
                <a:lnTo>
                  <a:pt x="9831" y="56876"/>
                </a:lnTo>
                <a:cubicBezTo>
                  <a:pt x="9801" y="56905"/>
                  <a:pt x="9786" y="56920"/>
                  <a:pt x="9786" y="56934"/>
                </a:cubicBezTo>
                <a:cubicBezTo>
                  <a:pt x="9772" y="56949"/>
                  <a:pt x="9728" y="56978"/>
                  <a:pt x="9713" y="56993"/>
                </a:cubicBezTo>
                <a:cubicBezTo>
                  <a:pt x="9728" y="56978"/>
                  <a:pt x="9728" y="56949"/>
                  <a:pt x="9742" y="56934"/>
                </a:cubicBezTo>
                <a:cubicBezTo>
                  <a:pt x="9772" y="56920"/>
                  <a:pt x="9801" y="56905"/>
                  <a:pt x="9831" y="56876"/>
                </a:cubicBezTo>
                <a:close/>
                <a:moveTo>
                  <a:pt x="10037" y="56861"/>
                </a:moveTo>
                <a:cubicBezTo>
                  <a:pt x="10007" y="56920"/>
                  <a:pt x="9963" y="56949"/>
                  <a:pt x="9948" y="57008"/>
                </a:cubicBezTo>
                <a:cubicBezTo>
                  <a:pt x="9875" y="57052"/>
                  <a:pt x="9801" y="57096"/>
                  <a:pt x="9728" y="57140"/>
                </a:cubicBezTo>
                <a:cubicBezTo>
                  <a:pt x="9772" y="57081"/>
                  <a:pt x="9801" y="57052"/>
                  <a:pt x="9845" y="56993"/>
                </a:cubicBezTo>
                <a:cubicBezTo>
                  <a:pt x="9919" y="56949"/>
                  <a:pt x="9978" y="56905"/>
                  <a:pt x="10037" y="56861"/>
                </a:cubicBezTo>
                <a:close/>
                <a:moveTo>
                  <a:pt x="10272" y="56905"/>
                </a:moveTo>
                <a:cubicBezTo>
                  <a:pt x="10228" y="56949"/>
                  <a:pt x="10199" y="57023"/>
                  <a:pt x="10169" y="57081"/>
                </a:cubicBezTo>
                <a:cubicBezTo>
                  <a:pt x="10081" y="57140"/>
                  <a:pt x="9978" y="57214"/>
                  <a:pt x="9875" y="57273"/>
                </a:cubicBezTo>
                <a:cubicBezTo>
                  <a:pt x="9919" y="57199"/>
                  <a:pt x="9978" y="57140"/>
                  <a:pt x="10007" y="57067"/>
                </a:cubicBezTo>
                <a:cubicBezTo>
                  <a:pt x="10081" y="57008"/>
                  <a:pt x="10169" y="56949"/>
                  <a:pt x="10272" y="56905"/>
                </a:cubicBezTo>
                <a:close/>
                <a:moveTo>
                  <a:pt x="9639" y="57140"/>
                </a:moveTo>
                <a:lnTo>
                  <a:pt x="9639" y="57140"/>
                </a:lnTo>
                <a:cubicBezTo>
                  <a:pt x="9610" y="57170"/>
                  <a:pt x="9580" y="57214"/>
                  <a:pt x="9551" y="57258"/>
                </a:cubicBezTo>
                <a:lnTo>
                  <a:pt x="9374" y="57376"/>
                </a:lnTo>
                <a:cubicBezTo>
                  <a:pt x="9404" y="57317"/>
                  <a:pt x="9433" y="57288"/>
                  <a:pt x="9477" y="57243"/>
                </a:cubicBezTo>
                <a:lnTo>
                  <a:pt x="9639" y="57140"/>
                </a:lnTo>
                <a:close/>
                <a:moveTo>
                  <a:pt x="9831" y="57170"/>
                </a:moveTo>
                <a:cubicBezTo>
                  <a:pt x="9801" y="57229"/>
                  <a:pt x="9772" y="57288"/>
                  <a:pt x="9728" y="57346"/>
                </a:cubicBezTo>
                <a:lnTo>
                  <a:pt x="9463" y="57508"/>
                </a:lnTo>
                <a:cubicBezTo>
                  <a:pt x="9492" y="57449"/>
                  <a:pt x="9551" y="57376"/>
                  <a:pt x="9580" y="57317"/>
                </a:cubicBezTo>
                <a:cubicBezTo>
                  <a:pt x="9654" y="57258"/>
                  <a:pt x="9757" y="57229"/>
                  <a:pt x="9831" y="57170"/>
                </a:cubicBezTo>
                <a:close/>
                <a:moveTo>
                  <a:pt x="9170" y="57449"/>
                </a:moveTo>
                <a:cubicBezTo>
                  <a:pt x="9159" y="57462"/>
                  <a:pt x="9147" y="57478"/>
                  <a:pt x="9139" y="57494"/>
                </a:cubicBezTo>
                <a:cubicBezTo>
                  <a:pt x="9126" y="57500"/>
                  <a:pt x="9111" y="57506"/>
                  <a:pt x="9097" y="57512"/>
                </a:cubicBezTo>
                <a:lnTo>
                  <a:pt x="9097" y="57512"/>
                </a:lnTo>
                <a:cubicBezTo>
                  <a:pt x="9101" y="57507"/>
                  <a:pt x="9106" y="57501"/>
                  <a:pt x="9110" y="57494"/>
                </a:cubicBezTo>
                <a:cubicBezTo>
                  <a:pt x="9128" y="57475"/>
                  <a:pt x="9151" y="57463"/>
                  <a:pt x="9170" y="57449"/>
                </a:cubicBezTo>
                <a:close/>
                <a:moveTo>
                  <a:pt x="9408" y="57434"/>
                </a:moveTo>
                <a:lnTo>
                  <a:pt x="9301" y="57582"/>
                </a:lnTo>
                <a:cubicBezTo>
                  <a:pt x="9227" y="57611"/>
                  <a:pt x="9154" y="57670"/>
                  <a:pt x="9065" y="57714"/>
                </a:cubicBezTo>
                <a:cubicBezTo>
                  <a:pt x="9124" y="57670"/>
                  <a:pt x="9168" y="57611"/>
                  <a:pt x="9198" y="57567"/>
                </a:cubicBezTo>
                <a:cubicBezTo>
                  <a:pt x="9271" y="57523"/>
                  <a:pt x="9330" y="57494"/>
                  <a:pt x="9404" y="57435"/>
                </a:cubicBezTo>
                <a:cubicBezTo>
                  <a:pt x="9404" y="57435"/>
                  <a:pt x="9406" y="57435"/>
                  <a:pt x="9408" y="57434"/>
                </a:cubicBezTo>
                <a:close/>
                <a:moveTo>
                  <a:pt x="8992" y="57685"/>
                </a:moveTo>
                <a:lnTo>
                  <a:pt x="8992" y="57685"/>
                </a:lnTo>
                <a:cubicBezTo>
                  <a:pt x="8962" y="57729"/>
                  <a:pt x="8918" y="57773"/>
                  <a:pt x="8889" y="57832"/>
                </a:cubicBezTo>
                <a:cubicBezTo>
                  <a:pt x="8830" y="57876"/>
                  <a:pt x="8771" y="57891"/>
                  <a:pt x="8742" y="57935"/>
                </a:cubicBezTo>
                <a:cubicBezTo>
                  <a:pt x="8727" y="57935"/>
                  <a:pt x="8727" y="57950"/>
                  <a:pt x="8697" y="57950"/>
                </a:cubicBezTo>
                <a:cubicBezTo>
                  <a:pt x="8756" y="57876"/>
                  <a:pt x="8800" y="57832"/>
                  <a:pt x="8830" y="57803"/>
                </a:cubicBezTo>
                <a:lnTo>
                  <a:pt x="8992" y="57685"/>
                </a:lnTo>
                <a:close/>
                <a:moveTo>
                  <a:pt x="8565" y="57950"/>
                </a:moveTo>
                <a:cubicBezTo>
                  <a:pt x="8550" y="57979"/>
                  <a:pt x="8521" y="58009"/>
                  <a:pt x="8491" y="58038"/>
                </a:cubicBezTo>
                <a:cubicBezTo>
                  <a:pt x="8462" y="58053"/>
                  <a:pt x="8418" y="58082"/>
                  <a:pt x="8374" y="58112"/>
                </a:cubicBezTo>
                <a:cubicBezTo>
                  <a:pt x="8403" y="58082"/>
                  <a:pt x="8447" y="58053"/>
                  <a:pt x="8462" y="58023"/>
                </a:cubicBezTo>
                <a:cubicBezTo>
                  <a:pt x="8506" y="58009"/>
                  <a:pt x="8536" y="57964"/>
                  <a:pt x="8565" y="57950"/>
                </a:cubicBezTo>
                <a:close/>
                <a:moveTo>
                  <a:pt x="15791" y="54903"/>
                </a:moveTo>
                <a:cubicBezTo>
                  <a:pt x="15879" y="56493"/>
                  <a:pt x="16335" y="58038"/>
                  <a:pt x="16777" y="59554"/>
                </a:cubicBezTo>
                <a:cubicBezTo>
                  <a:pt x="17277" y="61246"/>
                  <a:pt x="17792" y="62968"/>
                  <a:pt x="17778" y="64734"/>
                </a:cubicBezTo>
                <a:cubicBezTo>
                  <a:pt x="17778" y="67736"/>
                  <a:pt x="16188" y="70635"/>
                  <a:pt x="13701" y="72313"/>
                </a:cubicBezTo>
                <a:cubicBezTo>
                  <a:pt x="15864" y="70562"/>
                  <a:pt x="17159" y="67766"/>
                  <a:pt x="17145" y="64808"/>
                </a:cubicBezTo>
                <a:cubicBezTo>
                  <a:pt x="17145" y="63100"/>
                  <a:pt x="16688" y="61408"/>
                  <a:pt x="16262" y="59789"/>
                </a:cubicBezTo>
                <a:cubicBezTo>
                  <a:pt x="15835" y="58215"/>
                  <a:pt x="15423" y="56596"/>
                  <a:pt x="15393" y="54977"/>
                </a:cubicBezTo>
                <a:cubicBezTo>
                  <a:pt x="15526" y="54962"/>
                  <a:pt x="15658" y="54933"/>
                  <a:pt x="15791" y="54903"/>
                </a:cubicBezTo>
                <a:close/>
                <a:moveTo>
                  <a:pt x="15320" y="55006"/>
                </a:moveTo>
                <a:cubicBezTo>
                  <a:pt x="15335" y="56640"/>
                  <a:pt x="15776" y="58244"/>
                  <a:pt x="16188" y="59819"/>
                </a:cubicBezTo>
                <a:cubicBezTo>
                  <a:pt x="16630" y="61438"/>
                  <a:pt x="17071" y="63130"/>
                  <a:pt x="17071" y="64822"/>
                </a:cubicBezTo>
                <a:cubicBezTo>
                  <a:pt x="17086" y="67927"/>
                  <a:pt x="15629" y="70856"/>
                  <a:pt x="13260" y="72548"/>
                </a:cubicBezTo>
                <a:cubicBezTo>
                  <a:pt x="15320" y="70782"/>
                  <a:pt x="16497" y="67972"/>
                  <a:pt x="16468" y="64881"/>
                </a:cubicBezTo>
                <a:cubicBezTo>
                  <a:pt x="16453" y="63248"/>
                  <a:pt x="16056" y="61629"/>
                  <a:pt x="15688" y="60069"/>
                </a:cubicBezTo>
                <a:cubicBezTo>
                  <a:pt x="15305" y="58421"/>
                  <a:pt x="14893" y="56758"/>
                  <a:pt x="14952" y="55080"/>
                </a:cubicBezTo>
                <a:cubicBezTo>
                  <a:pt x="15084" y="55036"/>
                  <a:pt x="15217" y="55021"/>
                  <a:pt x="15320" y="55006"/>
                </a:cubicBezTo>
                <a:close/>
                <a:moveTo>
                  <a:pt x="14864" y="55095"/>
                </a:moveTo>
                <a:lnTo>
                  <a:pt x="14864" y="55095"/>
                </a:lnTo>
                <a:cubicBezTo>
                  <a:pt x="14834" y="56772"/>
                  <a:pt x="15217" y="58450"/>
                  <a:pt x="15614" y="60084"/>
                </a:cubicBezTo>
                <a:cubicBezTo>
                  <a:pt x="15982" y="61644"/>
                  <a:pt x="16365" y="63248"/>
                  <a:pt x="16394" y="64881"/>
                </a:cubicBezTo>
                <a:cubicBezTo>
                  <a:pt x="16424" y="68119"/>
                  <a:pt x="15099" y="71062"/>
                  <a:pt x="12862" y="72799"/>
                </a:cubicBezTo>
                <a:cubicBezTo>
                  <a:pt x="14790" y="71003"/>
                  <a:pt x="15820" y="68251"/>
                  <a:pt x="15761" y="64955"/>
                </a:cubicBezTo>
                <a:cubicBezTo>
                  <a:pt x="15747" y="63395"/>
                  <a:pt x="15408" y="61864"/>
                  <a:pt x="15099" y="60378"/>
                </a:cubicBezTo>
                <a:cubicBezTo>
                  <a:pt x="14731" y="58597"/>
                  <a:pt x="14363" y="56905"/>
                  <a:pt x="14496" y="55183"/>
                </a:cubicBezTo>
                <a:cubicBezTo>
                  <a:pt x="14628" y="55154"/>
                  <a:pt x="14731" y="55139"/>
                  <a:pt x="14864" y="55095"/>
                </a:cubicBezTo>
                <a:close/>
                <a:moveTo>
                  <a:pt x="14407" y="55213"/>
                </a:moveTo>
                <a:lnTo>
                  <a:pt x="14407" y="55213"/>
                </a:lnTo>
                <a:cubicBezTo>
                  <a:pt x="14290" y="56934"/>
                  <a:pt x="14643" y="58627"/>
                  <a:pt x="15011" y="60393"/>
                </a:cubicBezTo>
                <a:cubicBezTo>
                  <a:pt x="15320" y="61864"/>
                  <a:pt x="15644" y="63395"/>
                  <a:pt x="15673" y="64955"/>
                </a:cubicBezTo>
                <a:cubicBezTo>
                  <a:pt x="15747" y="68398"/>
                  <a:pt x="14613" y="71253"/>
                  <a:pt x="12480" y="73019"/>
                </a:cubicBezTo>
                <a:cubicBezTo>
                  <a:pt x="14246" y="71224"/>
                  <a:pt x="15143" y="68472"/>
                  <a:pt x="15070" y="65028"/>
                </a:cubicBezTo>
                <a:cubicBezTo>
                  <a:pt x="15026" y="63557"/>
                  <a:pt x="14775" y="62129"/>
                  <a:pt x="14510" y="60731"/>
                </a:cubicBezTo>
                <a:cubicBezTo>
                  <a:pt x="14157" y="58862"/>
                  <a:pt x="13848" y="57096"/>
                  <a:pt x="14054" y="55301"/>
                </a:cubicBezTo>
                <a:cubicBezTo>
                  <a:pt x="14157" y="55257"/>
                  <a:pt x="14290" y="55227"/>
                  <a:pt x="14407" y="55213"/>
                </a:cubicBezTo>
                <a:close/>
                <a:moveTo>
                  <a:pt x="13995" y="55316"/>
                </a:moveTo>
                <a:lnTo>
                  <a:pt x="13995" y="55316"/>
                </a:lnTo>
                <a:cubicBezTo>
                  <a:pt x="13804" y="57096"/>
                  <a:pt x="14128" y="58862"/>
                  <a:pt x="14466" y="60716"/>
                </a:cubicBezTo>
                <a:cubicBezTo>
                  <a:pt x="14716" y="62100"/>
                  <a:pt x="14981" y="63557"/>
                  <a:pt x="15011" y="65014"/>
                </a:cubicBezTo>
                <a:cubicBezTo>
                  <a:pt x="15084" y="68546"/>
                  <a:pt x="14128" y="71342"/>
                  <a:pt x="12274" y="73108"/>
                </a:cubicBezTo>
                <a:cubicBezTo>
                  <a:pt x="12229" y="73122"/>
                  <a:pt x="12215" y="73137"/>
                  <a:pt x="12200" y="73137"/>
                </a:cubicBezTo>
                <a:cubicBezTo>
                  <a:pt x="13775" y="71342"/>
                  <a:pt x="14481" y="68766"/>
                  <a:pt x="14393" y="65087"/>
                </a:cubicBezTo>
                <a:cubicBezTo>
                  <a:pt x="14349" y="63719"/>
                  <a:pt x="14143" y="62394"/>
                  <a:pt x="13951" y="61114"/>
                </a:cubicBezTo>
                <a:cubicBezTo>
                  <a:pt x="13627" y="59156"/>
                  <a:pt x="13363" y="57302"/>
                  <a:pt x="13657" y="55433"/>
                </a:cubicBezTo>
                <a:cubicBezTo>
                  <a:pt x="13760" y="55389"/>
                  <a:pt x="13892" y="55360"/>
                  <a:pt x="13995" y="55316"/>
                </a:cubicBezTo>
                <a:close/>
                <a:moveTo>
                  <a:pt x="13524" y="55477"/>
                </a:moveTo>
                <a:lnTo>
                  <a:pt x="13524" y="55477"/>
                </a:lnTo>
                <a:cubicBezTo>
                  <a:pt x="13245" y="57346"/>
                  <a:pt x="13524" y="59201"/>
                  <a:pt x="13833" y="61143"/>
                </a:cubicBezTo>
                <a:cubicBezTo>
                  <a:pt x="14040" y="62438"/>
                  <a:pt x="14246" y="63763"/>
                  <a:pt x="14275" y="65117"/>
                </a:cubicBezTo>
                <a:cubicBezTo>
                  <a:pt x="14407" y="68840"/>
                  <a:pt x="13672" y="71430"/>
                  <a:pt x="12009" y="73211"/>
                </a:cubicBezTo>
                <a:cubicBezTo>
                  <a:pt x="11979" y="73240"/>
                  <a:pt x="11965" y="73240"/>
                  <a:pt x="11920" y="73255"/>
                </a:cubicBezTo>
                <a:cubicBezTo>
                  <a:pt x="13613" y="71047"/>
                  <a:pt x="13760" y="68060"/>
                  <a:pt x="13672" y="65161"/>
                </a:cubicBezTo>
                <a:cubicBezTo>
                  <a:pt x="13627" y="63925"/>
                  <a:pt x="13466" y="62733"/>
                  <a:pt x="13318" y="61570"/>
                </a:cubicBezTo>
                <a:cubicBezTo>
                  <a:pt x="13039" y="59495"/>
                  <a:pt x="12803" y="57538"/>
                  <a:pt x="13186" y="55595"/>
                </a:cubicBezTo>
                <a:lnTo>
                  <a:pt x="13524" y="55477"/>
                </a:lnTo>
                <a:close/>
                <a:moveTo>
                  <a:pt x="13112" y="55610"/>
                </a:moveTo>
                <a:cubicBezTo>
                  <a:pt x="12730" y="57567"/>
                  <a:pt x="12980" y="59510"/>
                  <a:pt x="13260" y="61570"/>
                </a:cubicBezTo>
                <a:cubicBezTo>
                  <a:pt x="13407" y="62733"/>
                  <a:pt x="13569" y="63939"/>
                  <a:pt x="13613" y="65161"/>
                </a:cubicBezTo>
                <a:cubicBezTo>
                  <a:pt x="13701" y="68104"/>
                  <a:pt x="13539" y="71121"/>
                  <a:pt x="11788" y="73314"/>
                </a:cubicBezTo>
                <a:cubicBezTo>
                  <a:pt x="11744" y="73343"/>
                  <a:pt x="11700" y="73343"/>
                  <a:pt x="11670" y="73358"/>
                </a:cubicBezTo>
                <a:cubicBezTo>
                  <a:pt x="13083" y="71209"/>
                  <a:pt x="13112" y="68501"/>
                  <a:pt x="12995" y="65234"/>
                </a:cubicBezTo>
                <a:cubicBezTo>
                  <a:pt x="12951" y="64160"/>
                  <a:pt x="12847" y="63115"/>
                  <a:pt x="12730" y="62100"/>
                </a:cubicBezTo>
                <a:cubicBezTo>
                  <a:pt x="12509" y="59878"/>
                  <a:pt x="12288" y="57803"/>
                  <a:pt x="12789" y="55742"/>
                </a:cubicBezTo>
                <a:cubicBezTo>
                  <a:pt x="12892" y="55698"/>
                  <a:pt x="13009" y="55654"/>
                  <a:pt x="13112" y="55610"/>
                </a:cubicBezTo>
                <a:close/>
                <a:moveTo>
                  <a:pt x="11881" y="73374"/>
                </a:moveTo>
                <a:cubicBezTo>
                  <a:pt x="11888" y="73374"/>
                  <a:pt x="11881" y="73387"/>
                  <a:pt x="11861" y="73387"/>
                </a:cubicBezTo>
                <a:cubicBezTo>
                  <a:pt x="11871" y="73377"/>
                  <a:pt x="11878" y="73374"/>
                  <a:pt x="11881" y="73374"/>
                </a:cubicBezTo>
                <a:close/>
                <a:moveTo>
                  <a:pt x="11861" y="73387"/>
                </a:moveTo>
                <a:lnTo>
                  <a:pt x="11861" y="73387"/>
                </a:lnTo>
                <a:cubicBezTo>
                  <a:pt x="11847" y="73402"/>
                  <a:pt x="11832" y="73402"/>
                  <a:pt x="11817" y="73417"/>
                </a:cubicBezTo>
                <a:lnTo>
                  <a:pt x="11832" y="73402"/>
                </a:lnTo>
                <a:cubicBezTo>
                  <a:pt x="11847" y="73387"/>
                  <a:pt x="11861" y="73387"/>
                  <a:pt x="11861" y="73387"/>
                </a:cubicBezTo>
                <a:close/>
                <a:moveTo>
                  <a:pt x="12686" y="55801"/>
                </a:moveTo>
                <a:lnTo>
                  <a:pt x="12686" y="55801"/>
                </a:lnTo>
                <a:cubicBezTo>
                  <a:pt x="12215" y="57861"/>
                  <a:pt x="12421" y="59936"/>
                  <a:pt x="12656" y="62144"/>
                </a:cubicBezTo>
                <a:cubicBezTo>
                  <a:pt x="12759" y="63159"/>
                  <a:pt x="12877" y="64204"/>
                  <a:pt x="12906" y="65249"/>
                </a:cubicBezTo>
                <a:cubicBezTo>
                  <a:pt x="13039" y="68560"/>
                  <a:pt x="13009" y="71283"/>
                  <a:pt x="11538" y="73431"/>
                </a:cubicBezTo>
                <a:cubicBezTo>
                  <a:pt x="11494" y="73461"/>
                  <a:pt x="11435" y="73476"/>
                  <a:pt x="11405" y="73490"/>
                </a:cubicBezTo>
                <a:cubicBezTo>
                  <a:pt x="12568" y="71401"/>
                  <a:pt x="12450" y="68869"/>
                  <a:pt x="12318" y="66000"/>
                </a:cubicBezTo>
                <a:cubicBezTo>
                  <a:pt x="12303" y="65764"/>
                  <a:pt x="12303" y="65543"/>
                  <a:pt x="12288" y="65308"/>
                </a:cubicBezTo>
                <a:cubicBezTo>
                  <a:pt x="12244" y="64454"/>
                  <a:pt x="12185" y="63616"/>
                  <a:pt x="12126" y="62791"/>
                </a:cubicBezTo>
                <a:cubicBezTo>
                  <a:pt x="11935" y="60407"/>
                  <a:pt x="11758" y="58171"/>
                  <a:pt x="12347" y="55992"/>
                </a:cubicBezTo>
                <a:cubicBezTo>
                  <a:pt x="12347" y="55978"/>
                  <a:pt x="12362" y="55948"/>
                  <a:pt x="12362" y="55919"/>
                </a:cubicBezTo>
                <a:cubicBezTo>
                  <a:pt x="12465" y="55875"/>
                  <a:pt x="12583" y="55831"/>
                  <a:pt x="12686" y="55801"/>
                </a:cubicBezTo>
                <a:close/>
                <a:moveTo>
                  <a:pt x="11660" y="73469"/>
                </a:moveTo>
                <a:cubicBezTo>
                  <a:pt x="11649" y="73474"/>
                  <a:pt x="11641" y="73482"/>
                  <a:pt x="11641" y="73490"/>
                </a:cubicBezTo>
                <a:cubicBezTo>
                  <a:pt x="11611" y="73505"/>
                  <a:pt x="11597" y="73505"/>
                  <a:pt x="11552" y="73534"/>
                </a:cubicBezTo>
                <a:cubicBezTo>
                  <a:pt x="11567" y="73505"/>
                  <a:pt x="11567" y="73490"/>
                  <a:pt x="11597" y="73490"/>
                </a:cubicBezTo>
                <a:cubicBezTo>
                  <a:pt x="11620" y="73479"/>
                  <a:pt x="11634" y="73476"/>
                  <a:pt x="11660" y="73469"/>
                </a:cubicBezTo>
                <a:close/>
                <a:moveTo>
                  <a:pt x="12288" y="55963"/>
                </a:moveTo>
                <a:lnTo>
                  <a:pt x="12288" y="55978"/>
                </a:lnTo>
                <a:cubicBezTo>
                  <a:pt x="11685" y="58171"/>
                  <a:pt x="11861" y="60407"/>
                  <a:pt x="12053" y="62806"/>
                </a:cubicBezTo>
                <a:cubicBezTo>
                  <a:pt x="12126" y="63616"/>
                  <a:pt x="12185" y="64454"/>
                  <a:pt x="12215" y="65323"/>
                </a:cubicBezTo>
                <a:cubicBezTo>
                  <a:pt x="12229" y="65558"/>
                  <a:pt x="12229" y="65779"/>
                  <a:pt x="12259" y="66029"/>
                </a:cubicBezTo>
                <a:cubicBezTo>
                  <a:pt x="12377" y="68928"/>
                  <a:pt x="12494" y="71445"/>
                  <a:pt x="11302" y="73534"/>
                </a:cubicBezTo>
                <a:cubicBezTo>
                  <a:pt x="11243" y="73549"/>
                  <a:pt x="11199" y="73564"/>
                  <a:pt x="11155" y="73579"/>
                </a:cubicBezTo>
                <a:cubicBezTo>
                  <a:pt x="12009" y="71665"/>
                  <a:pt x="11861" y="69517"/>
                  <a:pt x="11700" y="67074"/>
                </a:cubicBezTo>
                <a:cubicBezTo>
                  <a:pt x="11670" y="66515"/>
                  <a:pt x="11626" y="65970"/>
                  <a:pt x="11597" y="65382"/>
                </a:cubicBezTo>
                <a:cubicBezTo>
                  <a:pt x="11552" y="64808"/>
                  <a:pt x="11523" y="64219"/>
                  <a:pt x="11494" y="63674"/>
                </a:cubicBezTo>
                <a:cubicBezTo>
                  <a:pt x="11332" y="61055"/>
                  <a:pt x="11170" y="58597"/>
                  <a:pt x="11920" y="56257"/>
                </a:cubicBezTo>
                <a:cubicBezTo>
                  <a:pt x="11935" y="56199"/>
                  <a:pt x="11965" y="56169"/>
                  <a:pt x="11979" y="56110"/>
                </a:cubicBezTo>
                <a:cubicBezTo>
                  <a:pt x="12082" y="56051"/>
                  <a:pt x="12185" y="56022"/>
                  <a:pt x="12288" y="55963"/>
                </a:cubicBezTo>
                <a:close/>
                <a:moveTo>
                  <a:pt x="11449" y="73549"/>
                </a:moveTo>
                <a:cubicBezTo>
                  <a:pt x="11420" y="73564"/>
                  <a:pt x="11420" y="73579"/>
                  <a:pt x="11405" y="73608"/>
                </a:cubicBezTo>
                <a:cubicBezTo>
                  <a:pt x="11376" y="73608"/>
                  <a:pt x="11332" y="73623"/>
                  <a:pt x="11302" y="73637"/>
                </a:cubicBezTo>
                <a:cubicBezTo>
                  <a:pt x="11317" y="73623"/>
                  <a:pt x="11317" y="73608"/>
                  <a:pt x="11332" y="73579"/>
                </a:cubicBezTo>
                <a:cubicBezTo>
                  <a:pt x="11376" y="73564"/>
                  <a:pt x="11405" y="73549"/>
                  <a:pt x="11449" y="73549"/>
                </a:cubicBezTo>
                <a:close/>
                <a:moveTo>
                  <a:pt x="11861" y="56169"/>
                </a:moveTo>
                <a:cubicBezTo>
                  <a:pt x="11861" y="56184"/>
                  <a:pt x="11847" y="56213"/>
                  <a:pt x="11847" y="56243"/>
                </a:cubicBezTo>
                <a:cubicBezTo>
                  <a:pt x="11111" y="58568"/>
                  <a:pt x="11258" y="61055"/>
                  <a:pt x="11420" y="63689"/>
                </a:cubicBezTo>
                <a:cubicBezTo>
                  <a:pt x="11464" y="64234"/>
                  <a:pt x="11494" y="64822"/>
                  <a:pt x="11523" y="65396"/>
                </a:cubicBezTo>
                <a:cubicBezTo>
                  <a:pt x="11552" y="65970"/>
                  <a:pt x="11597" y="66544"/>
                  <a:pt x="11626" y="67089"/>
                </a:cubicBezTo>
                <a:cubicBezTo>
                  <a:pt x="11788" y="69576"/>
                  <a:pt x="11935" y="71724"/>
                  <a:pt x="11023" y="73623"/>
                </a:cubicBezTo>
                <a:cubicBezTo>
                  <a:pt x="10964" y="73623"/>
                  <a:pt x="10905" y="73637"/>
                  <a:pt x="10846" y="73652"/>
                </a:cubicBezTo>
                <a:cubicBezTo>
                  <a:pt x="11508" y="71916"/>
                  <a:pt x="11332" y="70017"/>
                  <a:pt x="11111" y="67839"/>
                </a:cubicBezTo>
                <a:cubicBezTo>
                  <a:pt x="11037" y="67074"/>
                  <a:pt x="10949" y="66265"/>
                  <a:pt x="10905" y="65440"/>
                </a:cubicBezTo>
                <a:lnTo>
                  <a:pt x="10875" y="64881"/>
                </a:lnTo>
                <a:cubicBezTo>
                  <a:pt x="10714" y="61908"/>
                  <a:pt x="10537" y="59083"/>
                  <a:pt x="11479" y="56508"/>
                </a:cubicBezTo>
                <a:cubicBezTo>
                  <a:pt x="11494" y="56463"/>
                  <a:pt x="11538" y="56390"/>
                  <a:pt x="11552" y="56331"/>
                </a:cubicBezTo>
                <a:cubicBezTo>
                  <a:pt x="11670" y="56272"/>
                  <a:pt x="11758" y="56213"/>
                  <a:pt x="11861" y="56169"/>
                </a:cubicBezTo>
                <a:close/>
                <a:moveTo>
                  <a:pt x="11491" y="73646"/>
                </a:moveTo>
                <a:cubicBezTo>
                  <a:pt x="11493" y="73646"/>
                  <a:pt x="11494" y="73648"/>
                  <a:pt x="11494" y="73652"/>
                </a:cubicBezTo>
                <a:cubicBezTo>
                  <a:pt x="11479" y="73682"/>
                  <a:pt x="11464" y="73682"/>
                  <a:pt x="11449" y="73696"/>
                </a:cubicBezTo>
                <a:lnTo>
                  <a:pt x="11464" y="73682"/>
                </a:lnTo>
                <a:cubicBezTo>
                  <a:pt x="11475" y="73660"/>
                  <a:pt x="11486" y="73646"/>
                  <a:pt x="11491" y="73646"/>
                </a:cubicBezTo>
                <a:close/>
                <a:moveTo>
                  <a:pt x="11199" y="73623"/>
                </a:moveTo>
                <a:lnTo>
                  <a:pt x="11199" y="73623"/>
                </a:lnTo>
                <a:cubicBezTo>
                  <a:pt x="11185" y="73637"/>
                  <a:pt x="11170" y="73682"/>
                  <a:pt x="11170" y="73696"/>
                </a:cubicBezTo>
                <a:cubicBezTo>
                  <a:pt x="11126" y="73711"/>
                  <a:pt x="11082" y="73726"/>
                  <a:pt x="11037" y="73755"/>
                </a:cubicBezTo>
                <a:cubicBezTo>
                  <a:pt x="11052" y="73726"/>
                  <a:pt x="11052" y="73696"/>
                  <a:pt x="11082" y="73682"/>
                </a:cubicBezTo>
                <a:cubicBezTo>
                  <a:pt x="11111" y="73652"/>
                  <a:pt x="11170" y="73637"/>
                  <a:pt x="11199" y="73623"/>
                </a:cubicBezTo>
                <a:close/>
                <a:moveTo>
                  <a:pt x="11449" y="56375"/>
                </a:moveTo>
                <a:lnTo>
                  <a:pt x="11449" y="56375"/>
                </a:lnTo>
                <a:cubicBezTo>
                  <a:pt x="11420" y="56419"/>
                  <a:pt x="11420" y="56449"/>
                  <a:pt x="11405" y="56493"/>
                </a:cubicBezTo>
                <a:cubicBezTo>
                  <a:pt x="10463" y="59083"/>
                  <a:pt x="10625" y="61923"/>
                  <a:pt x="10802" y="64896"/>
                </a:cubicBezTo>
                <a:lnTo>
                  <a:pt x="10831" y="65455"/>
                </a:lnTo>
                <a:cubicBezTo>
                  <a:pt x="10875" y="66294"/>
                  <a:pt x="10964" y="67089"/>
                  <a:pt x="11037" y="67869"/>
                </a:cubicBezTo>
                <a:cubicBezTo>
                  <a:pt x="11258" y="70032"/>
                  <a:pt x="11464" y="71945"/>
                  <a:pt x="10758" y="73696"/>
                </a:cubicBezTo>
                <a:cubicBezTo>
                  <a:pt x="10684" y="73711"/>
                  <a:pt x="10640" y="73726"/>
                  <a:pt x="10581" y="73770"/>
                </a:cubicBezTo>
                <a:cubicBezTo>
                  <a:pt x="11082" y="72136"/>
                  <a:pt x="10817" y="70415"/>
                  <a:pt x="10537" y="68487"/>
                </a:cubicBezTo>
                <a:cubicBezTo>
                  <a:pt x="10405" y="67545"/>
                  <a:pt x="10257" y="66574"/>
                  <a:pt x="10213" y="65529"/>
                </a:cubicBezTo>
                <a:cubicBezTo>
                  <a:pt x="10022" y="62453"/>
                  <a:pt x="9948" y="59480"/>
                  <a:pt x="11037" y="56772"/>
                </a:cubicBezTo>
                <a:cubicBezTo>
                  <a:pt x="11082" y="56699"/>
                  <a:pt x="11096" y="56625"/>
                  <a:pt x="11126" y="56566"/>
                </a:cubicBezTo>
                <a:cubicBezTo>
                  <a:pt x="11243" y="56508"/>
                  <a:pt x="11332" y="56434"/>
                  <a:pt x="11449" y="56375"/>
                </a:cubicBezTo>
                <a:close/>
                <a:moveTo>
                  <a:pt x="11296" y="73750"/>
                </a:moveTo>
                <a:cubicBezTo>
                  <a:pt x="11291" y="73757"/>
                  <a:pt x="11284" y="73764"/>
                  <a:pt x="11273" y="73770"/>
                </a:cubicBezTo>
                <a:cubicBezTo>
                  <a:pt x="11258" y="73785"/>
                  <a:pt x="11229" y="73799"/>
                  <a:pt x="11199" y="73799"/>
                </a:cubicBezTo>
                <a:cubicBezTo>
                  <a:pt x="11214" y="73785"/>
                  <a:pt x="11214" y="73770"/>
                  <a:pt x="11243" y="73770"/>
                </a:cubicBezTo>
                <a:cubicBezTo>
                  <a:pt x="11261" y="73761"/>
                  <a:pt x="11279" y="73757"/>
                  <a:pt x="11296" y="73750"/>
                </a:cubicBezTo>
                <a:close/>
                <a:moveTo>
                  <a:pt x="11008" y="56625"/>
                </a:moveTo>
                <a:lnTo>
                  <a:pt x="10949" y="56728"/>
                </a:lnTo>
                <a:cubicBezTo>
                  <a:pt x="9860" y="59436"/>
                  <a:pt x="9934" y="62438"/>
                  <a:pt x="10125" y="65514"/>
                </a:cubicBezTo>
                <a:cubicBezTo>
                  <a:pt x="10169" y="66559"/>
                  <a:pt x="10316" y="67530"/>
                  <a:pt x="10449" y="68472"/>
                </a:cubicBezTo>
                <a:cubicBezTo>
                  <a:pt x="10728" y="70415"/>
                  <a:pt x="10978" y="72136"/>
                  <a:pt x="10463" y="73770"/>
                </a:cubicBezTo>
                <a:cubicBezTo>
                  <a:pt x="10419" y="73785"/>
                  <a:pt x="10346" y="73799"/>
                  <a:pt x="10287" y="73829"/>
                </a:cubicBezTo>
                <a:cubicBezTo>
                  <a:pt x="10640" y="72254"/>
                  <a:pt x="10316" y="70635"/>
                  <a:pt x="9992" y="68928"/>
                </a:cubicBezTo>
                <a:cubicBezTo>
                  <a:pt x="9786" y="67869"/>
                  <a:pt x="9566" y="66735"/>
                  <a:pt x="9492" y="65543"/>
                </a:cubicBezTo>
                <a:cubicBezTo>
                  <a:pt x="9242" y="61776"/>
                  <a:pt x="9566" y="59215"/>
                  <a:pt x="10581" y="56993"/>
                </a:cubicBezTo>
                <a:cubicBezTo>
                  <a:pt x="10611" y="56920"/>
                  <a:pt x="10640" y="56861"/>
                  <a:pt x="10669" y="56787"/>
                </a:cubicBezTo>
                <a:cubicBezTo>
                  <a:pt x="10802" y="56758"/>
                  <a:pt x="10890" y="56699"/>
                  <a:pt x="11008" y="56625"/>
                </a:cubicBezTo>
                <a:close/>
                <a:moveTo>
                  <a:pt x="10964" y="73711"/>
                </a:moveTo>
                <a:cubicBezTo>
                  <a:pt x="10949" y="73755"/>
                  <a:pt x="10934" y="73770"/>
                  <a:pt x="10934" y="73799"/>
                </a:cubicBezTo>
                <a:cubicBezTo>
                  <a:pt x="10875" y="73829"/>
                  <a:pt x="10831" y="73843"/>
                  <a:pt x="10787" y="73858"/>
                </a:cubicBezTo>
                <a:cubicBezTo>
                  <a:pt x="10787" y="73829"/>
                  <a:pt x="10802" y="73785"/>
                  <a:pt x="10817" y="73770"/>
                </a:cubicBezTo>
                <a:cubicBezTo>
                  <a:pt x="10875" y="73755"/>
                  <a:pt x="10934" y="73726"/>
                  <a:pt x="10964" y="73711"/>
                </a:cubicBezTo>
                <a:close/>
                <a:moveTo>
                  <a:pt x="10558" y="56925"/>
                </a:moveTo>
                <a:lnTo>
                  <a:pt x="10558" y="56925"/>
                </a:lnTo>
                <a:cubicBezTo>
                  <a:pt x="10537" y="56943"/>
                  <a:pt x="10536" y="56980"/>
                  <a:pt x="10522" y="56993"/>
                </a:cubicBezTo>
                <a:cubicBezTo>
                  <a:pt x="9507" y="59230"/>
                  <a:pt x="9183" y="61805"/>
                  <a:pt x="9433" y="65588"/>
                </a:cubicBezTo>
                <a:cubicBezTo>
                  <a:pt x="9507" y="66780"/>
                  <a:pt x="9728" y="67898"/>
                  <a:pt x="9934" y="68972"/>
                </a:cubicBezTo>
                <a:cubicBezTo>
                  <a:pt x="10272" y="70679"/>
                  <a:pt x="10581" y="72298"/>
                  <a:pt x="10213" y="73858"/>
                </a:cubicBezTo>
                <a:cubicBezTo>
                  <a:pt x="10140" y="73873"/>
                  <a:pt x="10081" y="73902"/>
                  <a:pt x="10007" y="73917"/>
                </a:cubicBezTo>
                <a:cubicBezTo>
                  <a:pt x="10228" y="72445"/>
                  <a:pt x="9860" y="70959"/>
                  <a:pt x="9492" y="69370"/>
                </a:cubicBezTo>
                <a:cubicBezTo>
                  <a:pt x="9213" y="68192"/>
                  <a:pt x="8918" y="66986"/>
                  <a:pt x="8830" y="65661"/>
                </a:cubicBezTo>
                <a:cubicBezTo>
                  <a:pt x="8594" y="62291"/>
                  <a:pt x="9021" y="59554"/>
                  <a:pt x="10169" y="57288"/>
                </a:cubicBezTo>
                <a:cubicBezTo>
                  <a:pt x="10199" y="57229"/>
                  <a:pt x="10228" y="57170"/>
                  <a:pt x="10243" y="57140"/>
                </a:cubicBezTo>
                <a:cubicBezTo>
                  <a:pt x="10302" y="57096"/>
                  <a:pt x="10375" y="57052"/>
                  <a:pt x="10434" y="57008"/>
                </a:cubicBezTo>
                <a:cubicBezTo>
                  <a:pt x="10462" y="56980"/>
                  <a:pt x="10515" y="56953"/>
                  <a:pt x="10558" y="56925"/>
                </a:cubicBezTo>
                <a:close/>
                <a:moveTo>
                  <a:pt x="11096" y="73799"/>
                </a:moveTo>
                <a:cubicBezTo>
                  <a:pt x="11082" y="73829"/>
                  <a:pt x="11052" y="73843"/>
                  <a:pt x="11052" y="73858"/>
                </a:cubicBezTo>
                <a:cubicBezTo>
                  <a:pt x="11023" y="73902"/>
                  <a:pt x="10978" y="73917"/>
                  <a:pt x="10949" y="73932"/>
                </a:cubicBezTo>
                <a:cubicBezTo>
                  <a:pt x="10964" y="73917"/>
                  <a:pt x="10964" y="73902"/>
                  <a:pt x="10978" y="73858"/>
                </a:cubicBezTo>
                <a:lnTo>
                  <a:pt x="11096" y="73799"/>
                </a:lnTo>
                <a:close/>
                <a:moveTo>
                  <a:pt x="10714" y="73799"/>
                </a:moveTo>
                <a:lnTo>
                  <a:pt x="10714" y="73799"/>
                </a:lnTo>
                <a:cubicBezTo>
                  <a:pt x="10684" y="73843"/>
                  <a:pt x="10669" y="73873"/>
                  <a:pt x="10669" y="73902"/>
                </a:cubicBezTo>
                <a:cubicBezTo>
                  <a:pt x="10611" y="73917"/>
                  <a:pt x="10566" y="73932"/>
                  <a:pt x="10508" y="73976"/>
                </a:cubicBezTo>
                <a:cubicBezTo>
                  <a:pt x="10522" y="73932"/>
                  <a:pt x="10522" y="73902"/>
                  <a:pt x="10537" y="73858"/>
                </a:cubicBezTo>
                <a:lnTo>
                  <a:pt x="10714" y="73799"/>
                </a:lnTo>
                <a:close/>
                <a:moveTo>
                  <a:pt x="11136" y="73926"/>
                </a:moveTo>
                <a:cubicBezTo>
                  <a:pt x="11140" y="73926"/>
                  <a:pt x="11146" y="73927"/>
                  <a:pt x="11155" y="73932"/>
                </a:cubicBezTo>
                <a:cubicBezTo>
                  <a:pt x="11126" y="73946"/>
                  <a:pt x="11111" y="73946"/>
                  <a:pt x="11096" y="73976"/>
                </a:cubicBezTo>
                <a:lnTo>
                  <a:pt x="11111" y="73946"/>
                </a:lnTo>
                <a:cubicBezTo>
                  <a:pt x="11121" y="73936"/>
                  <a:pt x="11124" y="73926"/>
                  <a:pt x="11136" y="73926"/>
                </a:cubicBezTo>
                <a:close/>
                <a:moveTo>
                  <a:pt x="10096" y="57214"/>
                </a:moveTo>
                <a:cubicBezTo>
                  <a:pt x="10096" y="57229"/>
                  <a:pt x="10081" y="57229"/>
                  <a:pt x="10081" y="57243"/>
                </a:cubicBezTo>
                <a:cubicBezTo>
                  <a:pt x="8918" y="59524"/>
                  <a:pt x="8506" y="62276"/>
                  <a:pt x="8742" y="65661"/>
                </a:cubicBezTo>
                <a:cubicBezTo>
                  <a:pt x="8830" y="66971"/>
                  <a:pt x="9124" y="68192"/>
                  <a:pt x="9419" y="69370"/>
                </a:cubicBezTo>
                <a:cubicBezTo>
                  <a:pt x="9801" y="70959"/>
                  <a:pt x="10154" y="72460"/>
                  <a:pt x="9934" y="73946"/>
                </a:cubicBezTo>
                <a:cubicBezTo>
                  <a:pt x="9860" y="73961"/>
                  <a:pt x="9801" y="73991"/>
                  <a:pt x="9728" y="74020"/>
                </a:cubicBezTo>
                <a:cubicBezTo>
                  <a:pt x="9845" y="72593"/>
                  <a:pt x="9433" y="71165"/>
                  <a:pt x="8992" y="69679"/>
                </a:cubicBezTo>
                <a:cubicBezTo>
                  <a:pt x="8624" y="68428"/>
                  <a:pt x="8241" y="67147"/>
                  <a:pt x="8138" y="65705"/>
                </a:cubicBezTo>
                <a:cubicBezTo>
                  <a:pt x="7888" y="62585"/>
                  <a:pt x="8433" y="59833"/>
                  <a:pt x="9713" y="57523"/>
                </a:cubicBezTo>
                <a:cubicBezTo>
                  <a:pt x="9728" y="57479"/>
                  <a:pt x="9772" y="57435"/>
                  <a:pt x="9786" y="57391"/>
                </a:cubicBezTo>
                <a:cubicBezTo>
                  <a:pt x="9904" y="57346"/>
                  <a:pt x="9992" y="57288"/>
                  <a:pt x="10096" y="57214"/>
                </a:cubicBezTo>
                <a:close/>
                <a:moveTo>
                  <a:pt x="10861" y="73917"/>
                </a:moveTo>
                <a:cubicBezTo>
                  <a:pt x="10861" y="73917"/>
                  <a:pt x="10861" y="73932"/>
                  <a:pt x="10831" y="73932"/>
                </a:cubicBezTo>
                <a:cubicBezTo>
                  <a:pt x="10817" y="73946"/>
                  <a:pt x="10817" y="73976"/>
                  <a:pt x="10802" y="73991"/>
                </a:cubicBezTo>
                <a:cubicBezTo>
                  <a:pt x="10787" y="74005"/>
                  <a:pt x="10728" y="74020"/>
                  <a:pt x="10684" y="74049"/>
                </a:cubicBezTo>
                <a:cubicBezTo>
                  <a:pt x="10714" y="74020"/>
                  <a:pt x="10714" y="73991"/>
                  <a:pt x="10728" y="73976"/>
                </a:cubicBezTo>
                <a:cubicBezTo>
                  <a:pt x="10758" y="73946"/>
                  <a:pt x="10817" y="73932"/>
                  <a:pt x="10861" y="73917"/>
                </a:cubicBezTo>
                <a:close/>
                <a:moveTo>
                  <a:pt x="10463" y="73873"/>
                </a:moveTo>
                <a:lnTo>
                  <a:pt x="10463" y="73873"/>
                </a:lnTo>
                <a:cubicBezTo>
                  <a:pt x="10449" y="73917"/>
                  <a:pt x="10449" y="73946"/>
                  <a:pt x="10434" y="73991"/>
                </a:cubicBezTo>
                <a:cubicBezTo>
                  <a:pt x="10360" y="74020"/>
                  <a:pt x="10302" y="74049"/>
                  <a:pt x="10243" y="74064"/>
                </a:cubicBezTo>
                <a:cubicBezTo>
                  <a:pt x="10257" y="74020"/>
                  <a:pt x="10257" y="73991"/>
                  <a:pt x="10287" y="73932"/>
                </a:cubicBezTo>
                <a:cubicBezTo>
                  <a:pt x="10346" y="73917"/>
                  <a:pt x="10419" y="73902"/>
                  <a:pt x="10463" y="73873"/>
                </a:cubicBezTo>
                <a:close/>
                <a:moveTo>
                  <a:pt x="10949" y="73991"/>
                </a:moveTo>
                <a:cubicBezTo>
                  <a:pt x="10949" y="74020"/>
                  <a:pt x="10949" y="74049"/>
                  <a:pt x="10934" y="74049"/>
                </a:cubicBezTo>
                <a:cubicBezTo>
                  <a:pt x="10905" y="74064"/>
                  <a:pt x="10875" y="74079"/>
                  <a:pt x="10831" y="74079"/>
                </a:cubicBezTo>
                <a:cubicBezTo>
                  <a:pt x="10831" y="74064"/>
                  <a:pt x="10846" y="74049"/>
                  <a:pt x="10846" y="74020"/>
                </a:cubicBezTo>
                <a:cubicBezTo>
                  <a:pt x="10890" y="74005"/>
                  <a:pt x="10905" y="74005"/>
                  <a:pt x="10949" y="73991"/>
                </a:cubicBezTo>
                <a:close/>
                <a:moveTo>
                  <a:pt x="9639" y="57494"/>
                </a:moveTo>
                <a:lnTo>
                  <a:pt x="9639" y="57494"/>
                </a:lnTo>
                <a:cubicBezTo>
                  <a:pt x="8315" y="59819"/>
                  <a:pt x="7785" y="62585"/>
                  <a:pt x="8035" y="65735"/>
                </a:cubicBezTo>
                <a:cubicBezTo>
                  <a:pt x="8153" y="67162"/>
                  <a:pt x="8536" y="68472"/>
                  <a:pt x="8903" y="69723"/>
                </a:cubicBezTo>
                <a:cubicBezTo>
                  <a:pt x="9345" y="71209"/>
                  <a:pt x="9742" y="72622"/>
                  <a:pt x="9639" y="74064"/>
                </a:cubicBezTo>
                <a:cubicBezTo>
                  <a:pt x="9610" y="74079"/>
                  <a:pt x="9580" y="74079"/>
                  <a:pt x="9551" y="74094"/>
                </a:cubicBezTo>
                <a:cubicBezTo>
                  <a:pt x="9507" y="74123"/>
                  <a:pt x="9477" y="74123"/>
                  <a:pt x="9419" y="74138"/>
                </a:cubicBezTo>
                <a:cubicBezTo>
                  <a:pt x="9433" y="72740"/>
                  <a:pt x="8977" y="71401"/>
                  <a:pt x="8477" y="69973"/>
                </a:cubicBezTo>
                <a:cubicBezTo>
                  <a:pt x="8020" y="68663"/>
                  <a:pt x="7564" y="67309"/>
                  <a:pt x="7432" y="65808"/>
                </a:cubicBezTo>
                <a:cubicBezTo>
                  <a:pt x="7196" y="62880"/>
                  <a:pt x="7814" y="60113"/>
                  <a:pt x="9271" y="57803"/>
                </a:cubicBezTo>
                <a:cubicBezTo>
                  <a:pt x="9316" y="57744"/>
                  <a:pt x="9330" y="57714"/>
                  <a:pt x="9360" y="57655"/>
                </a:cubicBezTo>
                <a:lnTo>
                  <a:pt x="9639" y="57494"/>
                </a:lnTo>
                <a:close/>
                <a:moveTo>
                  <a:pt x="10611" y="74005"/>
                </a:moveTo>
                <a:lnTo>
                  <a:pt x="10611" y="74005"/>
                </a:lnTo>
                <a:cubicBezTo>
                  <a:pt x="10596" y="74020"/>
                  <a:pt x="10596" y="74064"/>
                  <a:pt x="10581" y="74079"/>
                </a:cubicBezTo>
                <a:lnTo>
                  <a:pt x="10581" y="74094"/>
                </a:lnTo>
                <a:cubicBezTo>
                  <a:pt x="10522" y="74123"/>
                  <a:pt x="10478" y="74138"/>
                  <a:pt x="10434" y="74152"/>
                </a:cubicBezTo>
                <a:cubicBezTo>
                  <a:pt x="10449" y="74138"/>
                  <a:pt x="10463" y="74094"/>
                  <a:pt x="10463" y="74064"/>
                </a:cubicBezTo>
                <a:cubicBezTo>
                  <a:pt x="10522" y="74049"/>
                  <a:pt x="10566" y="74020"/>
                  <a:pt x="10611" y="74005"/>
                </a:cubicBezTo>
                <a:close/>
                <a:moveTo>
                  <a:pt x="10169" y="73991"/>
                </a:moveTo>
                <a:cubicBezTo>
                  <a:pt x="10154" y="74020"/>
                  <a:pt x="10154" y="74079"/>
                  <a:pt x="10140" y="74123"/>
                </a:cubicBezTo>
                <a:cubicBezTo>
                  <a:pt x="10081" y="74123"/>
                  <a:pt x="10022" y="74138"/>
                  <a:pt x="9978" y="74167"/>
                </a:cubicBezTo>
                <a:cubicBezTo>
                  <a:pt x="9978" y="74138"/>
                  <a:pt x="9992" y="74079"/>
                  <a:pt x="9992" y="74049"/>
                </a:cubicBezTo>
                <a:cubicBezTo>
                  <a:pt x="10037" y="74020"/>
                  <a:pt x="10110" y="74005"/>
                  <a:pt x="10169" y="73991"/>
                </a:cubicBezTo>
                <a:close/>
                <a:moveTo>
                  <a:pt x="9198" y="57758"/>
                </a:moveTo>
                <a:lnTo>
                  <a:pt x="9198" y="57758"/>
                </a:lnTo>
                <a:cubicBezTo>
                  <a:pt x="7726" y="60098"/>
                  <a:pt x="7079" y="62880"/>
                  <a:pt x="7344" y="65808"/>
                </a:cubicBezTo>
                <a:cubicBezTo>
                  <a:pt x="7476" y="67324"/>
                  <a:pt x="7947" y="68693"/>
                  <a:pt x="8403" y="70002"/>
                </a:cubicBezTo>
                <a:cubicBezTo>
                  <a:pt x="8903" y="71415"/>
                  <a:pt x="9360" y="72754"/>
                  <a:pt x="9345" y="74152"/>
                </a:cubicBezTo>
                <a:cubicBezTo>
                  <a:pt x="9271" y="74167"/>
                  <a:pt x="9198" y="74211"/>
                  <a:pt x="9124" y="74226"/>
                </a:cubicBezTo>
                <a:cubicBezTo>
                  <a:pt x="9051" y="72872"/>
                  <a:pt x="8536" y="71577"/>
                  <a:pt x="7976" y="70223"/>
                </a:cubicBezTo>
                <a:cubicBezTo>
                  <a:pt x="7432" y="68855"/>
                  <a:pt x="6858" y="67457"/>
                  <a:pt x="6711" y="65867"/>
                </a:cubicBezTo>
                <a:cubicBezTo>
                  <a:pt x="6461" y="63100"/>
                  <a:pt x="7196" y="60393"/>
                  <a:pt x="8815" y="58053"/>
                </a:cubicBezTo>
                <a:cubicBezTo>
                  <a:pt x="8845" y="57994"/>
                  <a:pt x="8903" y="57950"/>
                  <a:pt x="8933" y="57891"/>
                </a:cubicBezTo>
                <a:cubicBezTo>
                  <a:pt x="9036" y="57832"/>
                  <a:pt x="9124" y="57788"/>
                  <a:pt x="9198" y="57758"/>
                </a:cubicBezTo>
                <a:close/>
                <a:moveTo>
                  <a:pt x="10743" y="74094"/>
                </a:moveTo>
                <a:lnTo>
                  <a:pt x="10743" y="74094"/>
                </a:lnTo>
                <a:cubicBezTo>
                  <a:pt x="10728" y="74123"/>
                  <a:pt x="10728" y="74138"/>
                  <a:pt x="10714" y="74152"/>
                </a:cubicBezTo>
                <a:cubicBezTo>
                  <a:pt x="10669" y="74197"/>
                  <a:pt x="10640" y="74211"/>
                  <a:pt x="10596" y="74226"/>
                </a:cubicBezTo>
                <a:cubicBezTo>
                  <a:pt x="10611" y="74211"/>
                  <a:pt x="10611" y="74197"/>
                  <a:pt x="10640" y="74152"/>
                </a:cubicBezTo>
                <a:lnTo>
                  <a:pt x="10743" y="74094"/>
                </a:lnTo>
                <a:close/>
                <a:moveTo>
                  <a:pt x="10798" y="74220"/>
                </a:moveTo>
                <a:cubicBezTo>
                  <a:pt x="10801" y="74220"/>
                  <a:pt x="10802" y="74222"/>
                  <a:pt x="10802" y="74226"/>
                </a:cubicBezTo>
                <a:cubicBezTo>
                  <a:pt x="10788" y="74240"/>
                  <a:pt x="10760" y="74241"/>
                  <a:pt x="10758" y="74267"/>
                </a:cubicBezTo>
                <a:lnTo>
                  <a:pt x="10758" y="74267"/>
                </a:lnTo>
                <a:cubicBezTo>
                  <a:pt x="10758" y="74259"/>
                  <a:pt x="10761" y="74241"/>
                  <a:pt x="10772" y="74241"/>
                </a:cubicBezTo>
                <a:cubicBezTo>
                  <a:pt x="10783" y="74230"/>
                  <a:pt x="10793" y="74220"/>
                  <a:pt x="10798" y="74220"/>
                </a:cubicBezTo>
                <a:close/>
                <a:moveTo>
                  <a:pt x="9904" y="74064"/>
                </a:moveTo>
                <a:cubicBezTo>
                  <a:pt x="9904" y="74094"/>
                  <a:pt x="9875" y="74152"/>
                  <a:pt x="9875" y="74197"/>
                </a:cubicBezTo>
                <a:cubicBezTo>
                  <a:pt x="9831" y="74211"/>
                  <a:pt x="9757" y="74241"/>
                  <a:pt x="9698" y="74270"/>
                </a:cubicBezTo>
                <a:cubicBezTo>
                  <a:pt x="9698" y="74211"/>
                  <a:pt x="9713" y="74167"/>
                  <a:pt x="9713" y="74123"/>
                </a:cubicBezTo>
                <a:cubicBezTo>
                  <a:pt x="9772" y="74094"/>
                  <a:pt x="9845" y="74079"/>
                  <a:pt x="9904" y="74064"/>
                </a:cubicBezTo>
                <a:close/>
                <a:moveTo>
                  <a:pt x="10375" y="74094"/>
                </a:moveTo>
                <a:lnTo>
                  <a:pt x="10375" y="74094"/>
                </a:lnTo>
                <a:cubicBezTo>
                  <a:pt x="10360" y="74138"/>
                  <a:pt x="10360" y="74167"/>
                  <a:pt x="10346" y="74211"/>
                </a:cubicBezTo>
                <a:cubicBezTo>
                  <a:pt x="10287" y="74226"/>
                  <a:pt x="10228" y="74241"/>
                  <a:pt x="10199" y="74285"/>
                </a:cubicBezTo>
                <a:cubicBezTo>
                  <a:pt x="10199" y="74226"/>
                  <a:pt x="10213" y="74197"/>
                  <a:pt x="10213" y="74152"/>
                </a:cubicBezTo>
                <a:lnTo>
                  <a:pt x="10375" y="74094"/>
                </a:lnTo>
                <a:close/>
                <a:moveTo>
                  <a:pt x="8756" y="57979"/>
                </a:moveTo>
                <a:cubicBezTo>
                  <a:pt x="8771" y="57979"/>
                  <a:pt x="8771" y="58009"/>
                  <a:pt x="8756" y="58023"/>
                </a:cubicBezTo>
                <a:cubicBezTo>
                  <a:pt x="7123" y="60363"/>
                  <a:pt x="6387" y="63086"/>
                  <a:pt x="6637" y="65882"/>
                </a:cubicBezTo>
                <a:cubicBezTo>
                  <a:pt x="6784" y="67471"/>
                  <a:pt x="7358" y="68869"/>
                  <a:pt x="7917" y="70253"/>
                </a:cubicBezTo>
                <a:cubicBezTo>
                  <a:pt x="8462" y="71621"/>
                  <a:pt x="8977" y="72902"/>
                  <a:pt x="9036" y="74270"/>
                </a:cubicBezTo>
                <a:cubicBezTo>
                  <a:pt x="8962" y="74285"/>
                  <a:pt x="8889" y="74314"/>
                  <a:pt x="8815" y="74344"/>
                </a:cubicBezTo>
                <a:cubicBezTo>
                  <a:pt x="8668" y="72990"/>
                  <a:pt x="8094" y="71739"/>
                  <a:pt x="7491" y="70444"/>
                </a:cubicBezTo>
                <a:cubicBezTo>
                  <a:pt x="6843" y="69046"/>
                  <a:pt x="6181" y="67589"/>
                  <a:pt x="6019" y="65955"/>
                </a:cubicBezTo>
                <a:cubicBezTo>
                  <a:pt x="5754" y="63321"/>
                  <a:pt x="6608" y="60613"/>
                  <a:pt x="8374" y="58332"/>
                </a:cubicBezTo>
                <a:lnTo>
                  <a:pt x="8536" y="58112"/>
                </a:lnTo>
                <a:cubicBezTo>
                  <a:pt x="8609" y="58082"/>
                  <a:pt x="8683" y="58023"/>
                  <a:pt x="8756" y="57979"/>
                </a:cubicBezTo>
                <a:close/>
                <a:moveTo>
                  <a:pt x="10522" y="74211"/>
                </a:moveTo>
                <a:cubicBezTo>
                  <a:pt x="10508" y="74226"/>
                  <a:pt x="10508" y="74270"/>
                  <a:pt x="10493" y="74285"/>
                </a:cubicBezTo>
                <a:cubicBezTo>
                  <a:pt x="10449" y="74300"/>
                  <a:pt x="10390" y="74344"/>
                  <a:pt x="10360" y="74359"/>
                </a:cubicBezTo>
                <a:cubicBezTo>
                  <a:pt x="10375" y="74314"/>
                  <a:pt x="10375" y="74300"/>
                  <a:pt x="10390" y="74270"/>
                </a:cubicBezTo>
                <a:cubicBezTo>
                  <a:pt x="10434" y="74241"/>
                  <a:pt x="10463" y="74226"/>
                  <a:pt x="10522" y="74211"/>
                </a:cubicBezTo>
                <a:close/>
                <a:moveTo>
                  <a:pt x="9625" y="74152"/>
                </a:moveTo>
                <a:cubicBezTo>
                  <a:pt x="9625" y="74211"/>
                  <a:pt x="9610" y="74241"/>
                  <a:pt x="9610" y="74300"/>
                </a:cubicBezTo>
                <a:cubicBezTo>
                  <a:pt x="9551" y="74314"/>
                  <a:pt x="9477" y="74344"/>
                  <a:pt x="9419" y="74373"/>
                </a:cubicBezTo>
                <a:lnTo>
                  <a:pt x="9419" y="74226"/>
                </a:lnTo>
                <a:cubicBezTo>
                  <a:pt x="9477" y="74211"/>
                  <a:pt x="9507" y="74197"/>
                  <a:pt x="9566" y="74167"/>
                </a:cubicBezTo>
                <a:cubicBezTo>
                  <a:pt x="9580" y="74167"/>
                  <a:pt x="9610" y="74152"/>
                  <a:pt x="9625" y="74152"/>
                </a:cubicBezTo>
                <a:close/>
                <a:moveTo>
                  <a:pt x="10096" y="74197"/>
                </a:moveTo>
                <a:lnTo>
                  <a:pt x="10096" y="74197"/>
                </a:lnTo>
                <a:cubicBezTo>
                  <a:pt x="10081" y="74226"/>
                  <a:pt x="10081" y="74270"/>
                  <a:pt x="10066" y="74300"/>
                </a:cubicBezTo>
                <a:cubicBezTo>
                  <a:pt x="10022" y="74344"/>
                  <a:pt x="9978" y="74359"/>
                  <a:pt x="9919" y="74373"/>
                </a:cubicBezTo>
                <a:cubicBezTo>
                  <a:pt x="9934" y="74344"/>
                  <a:pt x="9934" y="74300"/>
                  <a:pt x="9934" y="74241"/>
                </a:cubicBezTo>
                <a:lnTo>
                  <a:pt x="10096" y="74197"/>
                </a:lnTo>
                <a:close/>
                <a:moveTo>
                  <a:pt x="10611" y="74314"/>
                </a:moveTo>
                <a:cubicBezTo>
                  <a:pt x="10611" y="74314"/>
                  <a:pt x="10596" y="74344"/>
                  <a:pt x="10596" y="74359"/>
                </a:cubicBezTo>
                <a:cubicBezTo>
                  <a:pt x="10581" y="74373"/>
                  <a:pt x="10537" y="74388"/>
                  <a:pt x="10522" y="74388"/>
                </a:cubicBezTo>
                <a:cubicBezTo>
                  <a:pt x="10522" y="74373"/>
                  <a:pt x="10537" y="74359"/>
                  <a:pt x="10537" y="74359"/>
                </a:cubicBezTo>
                <a:cubicBezTo>
                  <a:pt x="10552" y="74329"/>
                  <a:pt x="10596" y="74329"/>
                  <a:pt x="10611" y="74314"/>
                </a:cubicBezTo>
                <a:close/>
                <a:moveTo>
                  <a:pt x="8374" y="58200"/>
                </a:moveTo>
                <a:lnTo>
                  <a:pt x="8315" y="58259"/>
                </a:lnTo>
                <a:cubicBezTo>
                  <a:pt x="6534" y="60555"/>
                  <a:pt x="5681" y="63277"/>
                  <a:pt x="5945" y="65926"/>
                </a:cubicBezTo>
                <a:cubicBezTo>
                  <a:pt x="6107" y="67589"/>
                  <a:pt x="6770" y="69031"/>
                  <a:pt x="7417" y="70444"/>
                </a:cubicBezTo>
                <a:cubicBezTo>
                  <a:pt x="8020" y="71739"/>
                  <a:pt x="8594" y="72990"/>
                  <a:pt x="8742" y="74329"/>
                </a:cubicBezTo>
                <a:cubicBezTo>
                  <a:pt x="8668" y="74359"/>
                  <a:pt x="8594" y="74388"/>
                  <a:pt x="8521" y="74403"/>
                </a:cubicBezTo>
                <a:cubicBezTo>
                  <a:pt x="8300" y="73078"/>
                  <a:pt x="7667" y="71871"/>
                  <a:pt x="7005" y="70576"/>
                </a:cubicBezTo>
                <a:cubicBezTo>
                  <a:pt x="6269" y="69149"/>
                  <a:pt x="5519" y="67677"/>
                  <a:pt x="5327" y="65985"/>
                </a:cubicBezTo>
                <a:cubicBezTo>
                  <a:pt x="5077" y="63424"/>
                  <a:pt x="5990" y="60790"/>
                  <a:pt x="7947" y="58553"/>
                </a:cubicBezTo>
                <a:lnTo>
                  <a:pt x="8182" y="58318"/>
                </a:lnTo>
                <a:cubicBezTo>
                  <a:pt x="8241" y="58274"/>
                  <a:pt x="8315" y="58244"/>
                  <a:pt x="8374" y="58200"/>
                </a:cubicBezTo>
                <a:close/>
                <a:moveTo>
                  <a:pt x="9330" y="74226"/>
                </a:moveTo>
                <a:lnTo>
                  <a:pt x="9330" y="74388"/>
                </a:lnTo>
                <a:lnTo>
                  <a:pt x="9316" y="74388"/>
                </a:lnTo>
                <a:cubicBezTo>
                  <a:pt x="9257" y="74432"/>
                  <a:pt x="9183" y="74447"/>
                  <a:pt x="9124" y="74462"/>
                </a:cubicBezTo>
                <a:lnTo>
                  <a:pt x="9124" y="74300"/>
                </a:lnTo>
                <a:cubicBezTo>
                  <a:pt x="9198" y="74285"/>
                  <a:pt x="9271" y="74270"/>
                  <a:pt x="9330" y="74226"/>
                </a:cubicBezTo>
                <a:close/>
                <a:moveTo>
                  <a:pt x="10287" y="74314"/>
                </a:moveTo>
                <a:lnTo>
                  <a:pt x="10287" y="74314"/>
                </a:lnTo>
                <a:cubicBezTo>
                  <a:pt x="10257" y="74359"/>
                  <a:pt x="10257" y="74373"/>
                  <a:pt x="10243" y="74417"/>
                </a:cubicBezTo>
                <a:cubicBezTo>
                  <a:pt x="10213" y="74432"/>
                  <a:pt x="10154" y="74447"/>
                  <a:pt x="10110" y="74462"/>
                </a:cubicBezTo>
                <a:cubicBezTo>
                  <a:pt x="10110" y="74447"/>
                  <a:pt x="10140" y="74417"/>
                  <a:pt x="10140" y="74388"/>
                </a:cubicBezTo>
                <a:lnTo>
                  <a:pt x="10140" y="74373"/>
                </a:lnTo>
                <a:cubicBezTo>
                  <a:pt x="10184" y="74359"/>
                  <a:pt x="10228" y="74344"/>
                  <a:pt x="10287" y="74314"/>
                </a:cubicBezTo>
                <a:close/>
                <a:moveTo>
                  <a:pt x="9860" y="74285"/>
                </a:moveTo>
                <a:cubicBezTo>
                  <a:pt x="9860" y="74314"/>
                  <a:pt x="9845" y="74373"/>
                  <a:pt x="9816" y="74417"/>
                </a:cubicBezTo>
                <a:cubicBezTo>
                  <a:pt x="9772" y="74447"/>
                  <a:pt x="9713" y="74462"/>
                  <a:pt x="9654" y="74491"/>
                </a:cubicBezTo>
                <a:cubicBezTo>
                  <a:pt x="9654" y="74447"/>
                  <a:pt x="9669" y="74388"/>
                  <a:pt x="9669" y="74359"/>
                </a:cubicBezTo>
                <a:cubicBezTo>
                  <a:pt x="9728" y="74344"/>
                  <a:pt x="9801" y="74314"/>
                  <a:pt x="9860" y="74285"/>
                </a:cubicBezTo>
                <a:close/>
                <a:moveTo>
                  <a:pt x="7947" y="58450"/>
                </a:moveTo>
                <a:cubicBezTo>
                  <a:pt x="7932" y="58465"/>
                  <a:pt x="7903" y="58494"/>
                  <a:pt x="7873" y="58509"/>
                </a:cubicBezTo>
                <a:cubicBezTo>
                  <a:pt x="5901" y="60775"/>
                  <a:pt x="4959" y="63424"/>
                  <a:pt x="5239" y="66000"/>
                </a:cubicBezTo>
                <a:cubicBezTo>
                  <a:pt x="5430" y="67692"/>
                  <a:pt x="6181" y="69178"/>
                  <a:pt x="6917" y="70621"/>
                </a:cubicBezTo>
                <a:cubicBezTo>
                  <a:pt x="7579" y="71886"/>
                  <a:pt x="8197" y="73122"/>
                  <a:pt x="8418" y="74432"/>
                </a:cubicBezTo>
                <a:cubicBezTo>
                  <a:pt x="8344" y="74447"/>
                  <a:pt x="8271" y="74491"/>
                  <a:pt x="8197" y="74506"/>
                </a:cubicBezTo>
                <a:cubicBezTo>
                  <a:pt x="7903" y="73181"/>
                  <a:pt x="7226" y="71974"/>
                  <a:pt x="6505" y="70724"/>
                </a:cubicBezTo>
                <a:cubicBezTo>
                  <a:pt x="5681" y="69281"/>
                  <a:pt x="4812" y="67766"/>
                  <a:pt x="4636" y="66058"/>
                </a:cubicBezTo>
                <a:cubicBezTo>
                  <a:pt x="4268" y="62718"/>
                  <a:pt x="6269" y="60084"/>
                  <a:pt x="7505" y="58818"/>
                </a:cubicBezTo>
                <a:lnTo>
                  <a:pt x="7814" y="58494"/>
                </a:lnTo>
                <a:cubicBezTo>
                  <a:pt x="7859" y="58494"/>
                  <a:pt x="7903" y="58480"/>
                  <a:pt x="7947" y="58450"/>
                </a:cubicBezTo>
                <a:close/>
                <a:moveTo>
                  <a:pt x="10419" y="74388"/>
                </a:moveTo>
                <a:cubicBezTo>
                  <a:pt x="10390" y="74417"/>
                  <a:pt x="10390" y="74432"/>
                  <a:pt x="10375" y="74447"/>
                </a:cubicBezTo>
                <a:cubicBezTo>
                  <a:pt x="10346" y="74506"/>
                  <a:pt x="10316" y="74520"/>
                  <a:pt x="10287" y="74520"/>
                </a:cubicBezTo>
                <a:cubicBezTo>
                  <a:pt x="10302" y="74506"/>
                  <a:pt x="10302" y="74491"/>
                  <a:pt x="10316" y="74447"/>
                </a:cubicBezTo>
                <a:cubicBezTo>
                  <a:pt x="10360" y="74432"/>
                  <a:pt x="10390" y="74417"/>
                  <a:pt x="10419" y="74388"/>
                </a:cubicBezTo>
                <a:close/>
                <a:moveTo>
                  <a:pt x="10455" y="74549"/>
                </a:moveTo>
                <a:cubicBezTo>
                  <a:pt x="10450" y="74556"/>
                  <a:pt x="10445" y="74561"/>
                  <a:pt x="10441" y="74565"/>
                </a:cubicBezTo>
                <a:lnTo>
                  <a:pt x="10441" y="74565"/>
                </a:lnTo>
                <a:lnTo>
                  <a:pt x="10449" y="74550"/>
                </a:lnTo>
                <a:cubicBezTo>
                  <a:pt x="10451" y="74550"/>
                  <a:pt x="10453" y="74550"/>
                  <a:pt x="10455" y="74549"/>
                </a:cubicBezTo>
                <a:close/>
                <a:moveTo>
                  <a:pt x="9051" y="74344"/>
                </a:moveTo>
                <a:lnTo>
                  <a:pt x="9051" y="74506"/>
                </a:lnTo>
                <a:cubicBezTo>
                  <a:pt x="8977" y="74520"/>
                  <a:pt x="8918" y="74565"/>
                  <a:pt x="8845" y="74579"/>
                </a:cubicBezTo>
                <a:cubicBezTo>
                  <a:pt x="8845" y="74520"/>
                  <a:pt x="8845" y="74462"/>
                  <a:pt x="8830" y="74417"/>
                </a:cubicBezTo>
                <a:cubicBezTo>
                  <a:pt x="8903" y="74373"/>
                  <a:pt x="8977" y="74359"/>
                  <a:pt x="9051" y="74344"/>
                </a:cubicBezTo>
                <a:close/>
                <a:moveTo>
                  <a:pt x="9580" y="74373"/>
                </a:moveTo>
                <a:cubicBezTo>
                  <a:pt x="9580" y="74432"/>
                  <a:pt x="9566" y="74462"/>
                  <a:pt x="9566" y="74520"/>
                </a:cubicBezTo>
                <a:cubicBezTo>
                  <a:pt x="9507" y="74535"/>
                  <a:pt x="9463" y="74579"/>
                  <a:pt x="9389" y="74594"/>
                </a:cubicBezTo>
                <a:cubicBezTo>
                  <a:pt x="9404" y="74565"/>
                  <a:pt x="9404" y="74506"/>
                  <a:pt x="9404" y="74447"/>
                </a:cubicBezTo>
                <a:cubicBezTo>
                  <a:pt x="9463" y="74432"/>
                  <a:pt x="9536" y="74417"/>
                  <a:pt x="9580" y="74373"/>
                </a:cubicBezTo>
                <a:close/>
                <a:moveTo>
                  <a:pt x="10037" y="74417"/>
                </a:moveTo>
                <a:lnTo>
                  <a:pt x="10037" y="74417"/>
                </a:lnTo>
                <a:cubicBezTo>
                  <a:pt x="10022" y="74447"/>
                  <a:pt x="10022" y="74491"/>
                  <a:pt x="10007" y="74520"/>
                </a:cubicBezTo>
                <a:cubicBezTo>
                  <a:pt x="9948" y="74535"/>
                  <a:pt x="9919" y="74579"/>
                  <a:pt x="9860" y="74594"/>
                </a:cubicBezTo>
                <a:cubicBezTo>
                  <a:pt x="9875" y="74579"/>
                  <a:pt x="9875" y="74565"/>
                  <a:pt x="9875" y="74520"/>
                </a:cubicBezTo>
                <a:cubicBezTo>
                  <a:pt x="9875" y="74506"/>
                  <a:pt x="9875" y="74491"/>
                  <a:pt x="9889" y="74462"/>
                </a:cubicBezTo>
                <a:cubicBezTo>
                  <a:pt x="9948" y="74447"/>
                  <a:pt x="10007" y="74432"/>
                  <a:pt x="10037" y="74417"/>
                </a:cubicBezTo>
                <a:close/>
                <a:moveTo>
                  <a:pt x="7440" y="58780"/>
                </a:moveTo>
                <a:lnTo>
                  <a:pt x="7440" y="58780"/>
                </a:lnTo>
                <a:cubicBezTo>
                  <a:pt x="6204" y="60048"/>
                  <a:pt x="4195" y="62694"/>
                  <a:pt x="4562" y="66073"/>
                </a:cubicBezTo>
                <a:cubicBezTo>
                  <a:pt x="4739" y="67810"/>
                  <a:pt x="5607" y="69340"/>
                  <a:pt x="6461" y="70782"/>
                </a:cubicBezTo>
                <a:cubicBezTo>
                  <a:pt x="7167" y="72033"/>
                  <a:pt x="7859" y="73240"/>
                  <a:pt x="8153" y="74535"/>
                </a:cubicBezTo>
                <a:cubicBezTo>
                  <a:pt x="8079" y="74565"/>
                  <a:pt x="8006" y="74594"/>
                  <a:pt x="7932" y="74609"/>
                </a:cubicBezTo>
                <a:cubicBezTo>
                  <a:pt x="7564" y="73270"/>
                  <a:pt x="6799" y="72063"/>
                  <a:pt x="6048" y="70856"/>
                </a:cubicBezTo>
                <a:cubicBezTo>
                  <a:pt x="5136" y="69384"/>
                  <a:pt x="4179" y="67869"/>
                  <a:pt x="3973" y="66117"/>
                </a:cubicBezTo>
                <a:cubicBezTo>
                  <a:pt x="3694" y="63704"/>
                  <a:pt x="4842" y="61128"/>
                  <a:pt x="7093" y="59053"/>
                </a:cubicBezTo>
                <a:cubicBezTo>
                  <a:pt x="7185" y="58975"/>
                  <a:pt x="7310" y="58874"/>
                  <a:pt x="7440" y="58780"/>
                </a:cubicBezTo>
                <a:close/>
                <a:moveTo>
                  <a:pt x="8756" y="74417"/>
                </a:moveTo>
                <a:lnTo>
                  <a:pt x="8756" y="74594"/>
                </a:lnTo>
                <a:cubicBezTo>
                  <a:pt x="8683" y="74609"/>
                  <a:pt x="8609" y="74653"/>
                  <a:pt x="8550" y="74668"/>
                </a:cubicBezTo>
                <a:cubicBezTo>
                  <a:pt x="8550" y="74609"/>
                  <a:pt x="8536" y="74550"/>
                  <a:pt x="8536" y="74491"/>
                </a:cubicBezTo>
                <a:cubicBezTo>
                  <a:pt x="8609" y="74462"/>
                  <a:pt x="8683" y="74432"/>
                  <a:pt x="8756" y="74417"/>
                </a:cubicBezTo>
                <a:close/>
                <a:moveTo>
                  <a:pt x="10199" y="74520"/>
                </a:moveTo>
                <a:cubicBezTo>
                  <a:pt x="10169" y="74535"/>
                  <a:pt x="10169" y="74579"/>
                  <a:pt x="10154" y="74594"/>
                </a:cubicBezTo>
                <a:cubicBezTo>
                  <a:pt x="10110" y="74609"/>
                  <a:pt x="10081" y="74653"/>
                  <a:pt x="10051" y="74668"/>
                </a:cubicBezTo>
                <a:cubicBezTo>
                  <a:pt x="10066" y="74638"/>
                  <a:pt x="10066" y="74609"/>
                  <a:pt x="10081" y="74579"/>
                </a:cubicBezTo>
                <a:lnTo>
                  <a:pt x="10199" y="74520"/>
                </a:lnTo>
                <a:close/>
                <a:moveTo>
                  <a:pt x="9330" y="74491"/>
                </a:moveTo>
                <a:cubicBezTo>
                  <a:pt x="9330" y="74535"/>
                  <a:pt x="9316" y="74579"/>
                  <a:pt x="9316" y="74638"/>
                </a:cubicBezTo>
                <a:cubicBezTo>
                  <a:pt x="9257" y="74668"/>
                  <a:pt x="9183" y="74682"/>
                  <a:pt x="9124" y="74712"/>
                </a:cubicBezTo>
                <a:lnTo>
                  <a:pt x="9124" y="74565"/>
                </a:lnTo>
                <a:cubicBezTo>
                  <a:pt x="9198" y="74535"/>
                  <a:pt x="9257" y="74506"/>
                  <a:pt x="9330" y="74491"/>
                </a:cubicBezTo>
                <a:close/>
                <a:moveTo>
                  <a:pt x="9801" y="74506"/>
                </a:moveTo>
                <a:lnTo>
                  <a:pt x="9801" y="74506"/>
                </a:lnTo>
                <a:cubicBezTo>
                  <a:pt x="9786" y="74535"/>
                  <a:pt x="9786" y="74579"/>
                  <a:pt x="9772" y="74609"/>
                </a:cubicBezTo>
                <a:cubicBezTo>
                  <a:pt x="9728" y="74653"/>
                  <a:pt x="9683" y="74682"/>
                  <a:pt x="9625" y="74712"/>
                </a:cubicBezTo>
                <a:lnTo>
                  <a:pt x="9625" y="74668"/>
                </a:lnTo>
                <a:cubicBezTo>
                  <a:pt x="9625" y="74638"/>
                  <a:pt x="9639" y="74609"/>
                  <a:pt x="9639" y="74579"/>
                </a:cubicBezTo>
                <a:cubicBezTo>
                  <a:pt x="9698" y="74565"/>
                  <a:pt x="9742" y="74535"/>
                  <a:pt x="9801" y="74506"/>
                </a:cubicBezTo>
                <a:close/>
                <a:moveTo>
                  <a:pt x="10287" y="74638"/>
                </a:moveTo>
                <a:cubicBezTo>
                  <a:pt x="10287" y="74638"/>
                  <a:pt x="10287" y="74653"/>
                  <a:pt x="10272" y="74668"/>
                </a:cubicBezTo>
                <a:cubicBezTo>
                  <a:pt x="10243" y="74682"/>
                  <a:pt x="10213" y="74712"/>
                  <a:pt x="10199" y="74726"/>
                </a:cubicBezTo>
                <a:cubicBezTo>
                  <a:pt x="10199" y="74712"/>
                  <a:pt x="10213" y="74682"/>
                  <a:pt x="10213" y="74668"/>
                </a:cubicBezTo>
                <a:cubicBezTo>
                  <a:pt x="10228" y="74653"/>
                  <a:pt x="10257" y="74653"/>
                  <a:pt x="10287" y="74638"/>
                </a:cubicBezTo>
                <a:close/>
                <a:moveTo>
                  <a:pt x="6887" y="59142"/>
                </a:moveTo>
                <a:cubicBezTo>
                  <a:pt x="4680" y="61217"/>
                  <a:pt x="3576" y="63777"/>
                  <a:pt x="3841" y="66176"/>
                </a:cubicBezTo>
                <a:cubicBezTo>
                  <a:pt x="4047" y="67942"/>
                  <a:pt x="5018" y="69458"/>
                  <a:pt x="5945" y="70959"/>
                </a:cubicBezTo>
                <a:cubicBezTo>
                  <a:pt x="6681" y="72122"/>
                  <a:pt x="7447" y="73358"/>
                  <a:pt x="7814" y="74682"/>
                </a:cubicBezTo>
                <a:cubicBezTo>
                  <a:pt x="7741" y="74726"/>
                  <a:pt x="7667" y="74741"/>
                  <a:pt x="7594" y="74785"/>
                </a:cubicBezTo>
                <a:cubicBezTo>
                  <a:pt x="7167" y="73402"/>
                  <a:pt x="6343" y="72210"/>
                  <a:pt x="5533" y="71033"/>
                </a:cubicBezTo>
                <a:cubicBezTo>
                  <a:pt x="4533" y="69532"/>
                  <a:pt x="3458" y="68016"/>
                  <a:pt x="3238" y="66220"/>
                </a:cubicBezTo>
                <a:cubicBezTo>
                  <a:pt x="2943" y="63895"/>
                  <a:pt x="4209" y="61335"/>
                  <a:pt x="6608" y="59363"/>
                </a:cubicBezTo>
                <a:lnTo>
                  <a:pt x="6887" y="59142"/>
                </a:lnTo>
                <a:close/>
                <a:moveTo>
                  <a:pt x="8447" y="74520"/>
                </a:moveTo>
                <a:cubicBezTo>
                  <a:pt x="8462" y="74594"/>
                  <a:pt x="8462" y="74653"/>
                  <a:pt x="8477" y="74712"/>
                </a:cubicBezTo>
                <a:cubicBezTo>
                  <a:pt x="8403" y="74726"/>
                  <a:pt x="8330" y="74756"/>
                  <a:pt x="8256" y="74785"/>
                </a:cubicBezTo>
                <a:cubicBezTo>
                  <a:pt x="8241" y="74726"/>
                  <a:pt x="8241" y="74653"/>
                  <a:pt x="8227" y="74594"/>
                </a:cubicBezTo>
                <a:cubicBezTo>
                  <a:pt x="8300" y="74579"/>
                  <a:pt x="8374" y="74535"/>
                  <a:pt x="8447" y="74520"/>
                </a:cubicBezTo>
                <a:close/>
                <a:moveTo>
                  <a:pt x="9978" y="74653"/>
                </a:moveTo>
                <a:lnTo>
                  <a:pt x="9978" y="74653"/>
                </a:lnTo>
                <a:cubicBezTo>
                  <a:pt x="9948" y="74682"/>
                  <a:pt x="9948" y="74712"/>
                  <a:pt x="9934" y="74741"/>
                </a:cubicBezTo>
                <a:cubicBezTo>
                  <a:pt x="9904" y="74741"/>
                  <a:pt x="9860" y="74756"/>
                  <a:pt x="9801" y="74800"/>
                </a:cubicBezTo>
                <a:cubicBezTo>
                  <a:pt x="9831" y="74756"/>
                  <a:pt x="9831" y="74726"/>
                  <a:pt x="9845" y="74712"/>
                </a:cubicBezTo>
                <a:cubicBezTo>
                  <a:pt x="9875" y="74682"/>
                  <a:pt x="9934" y="74668"/>
                  <a:pt x="9978" y="74653"/>
                </a:cubicBezTo>
                <a:close/>
                <a:moveTo>
                  <a:pt x="9051" y="74579"/>
                </a:moveTo>
                <a:lnTo>
                  <a:pt x="9051" y="74741"/>
                </a:lnTo>
                <a:cubicBezTo>
                  <a:pt x="8992" y="74756"/>
                  <a:pt x="8918" y="74800"/>
                  <a:pt x="8874" y="74815"/>
                </a:cubicBezTo>
                <a:lnTo>
                  <a:pt x="8874" y="74653"/>
                </a:lnTo>
                <a:cubicBezTo>
                  <a:pt x="8903" y="74638"/>
                  <a:pt x="8977" y="74609"/>
                  <a:pt x="9051" y="74579"/>
                </a:cubicBezTo>
                <a:close/>
                <a:moveTo>
                  <a:pt x="9551" y="74609"/>
                </a:moveTo>
                <a:lnTo>
                  <a:pt x="9551" y="74653"/>
                </a:lnTo>
                <a:cubicBezTo>
                  <a:pt x="9551" y="74682"/>
                  <a:pt x="9536" y="74712"/>
                  <a:pt x="9536" y="74741"/>
                </a:cubicBezTo>
                <a:cubicBezTo>
                  <a:pt x="9477" y="74785"/>
                  <a:pt x="9419" y="74800"/>
                  <a:pt x="9360" y="74815"/>
                </a:cubicBezTo>
                <a:cubicBezTo>
                  <a:pt x="9360" y="74756"/>
                  <a:pt x="9374" y="74726"/>
                  <a:pt x="9374" y="74682"/>
                </a:cubicBezTo>
                <a:cubicBezTo>
                  <a:pt x="9433" y="74668"/>
                  <a:pt x="9492" y="74638"/>
                  <a:pt x="9551" y="74609"/>
                </a:cubicBezTo>
                <a:close/>
                <a:moveTo>
                  <a:pt x="10096" y="74726"/>
                </a:moveTo>
                <a:cubicBezTo>
                  <a:pt x="10081" y="74741"/>
                  <a:pt x="10081" y="74785"/>
                  <a:pt x="10066" y="74800"/>
                </a:cubicBezTo>
                <a:cubicBezTo>
                  <a:pt x="10022" y="74815"/>
                  <a:pt x="10007" y="74829"/>
                  <a:pt x="9978" y="74859"/>
                </a:cubicBezTo>
                <a:cubicBezTo>
                  <a:pt x="9992" y="74829"/>
                  <a:pt x="9992" y="74800"/>
                  <a:pt x="10007" y="74785"/>
                </a:cubicBezTo>
                <a:cubicBezTo>
                  <a:pt x="10051" y="74756"/>
                  <a:pt x="10066" y="74741"/>
                  <a:pt x="10096" y="74726"/>
                </a:cubicBezTo>
                <a:close/>
                <a:moveTo>
                  <a:pt x="8138" y="74653"/>
                </a:moveTo>
                <a:cubicBezTo>
                  <a:pt x="8168" y="74682"/>
                  <a:pt x="8168" y="74756"/>
                  <a:pt x="8182" y="74815"/>
                </a:cubicBezTo>
                <a:cubicBezTo>
                  <a:pt x="8109" y="74829"/>
                  <a:pt x="8035" y="74874"/>
                  <a:pt x="7962" y="74903"/>
                </a:cubicBezTo>
                <a:cubicBezTo>
                  <a:pt x="7947" y="74859"/>
                  <a:pt x="7932" y="74785"/>
                  <a:pt x="7903" y="74726"/>
                </a:cubicBezTo>
                <a:cubicBezTo>
                  <a:pt x="7991" y="74697"/>
                  <a:pt x="8050" y="74668"/>
                  <a:pt x="8138" y="74653"/>
                </a:cubicBezTo>
                <a:close/>
                <a:moveTo>
                  <a:pt x="9742" y="74726"/>
                </a:moveTo>
                <a:cubicBezTo>
                  <a:pt x="9728" y="74756"/>
                  <a:pt x="9728" y="74800"/>
                  <a:pt x="9713" y="74829"/>
                </a:cubicBezTo>
                <a:cubicBezTo>
                  <a:pt x="9669" y="74859"/>
                  <a:pt x="9625" y="74888"/>
                  <a:pt x="9580" y="74903"/>
                </a:cubicBezTo>
                <a:cubicBezTo>
                  <a:pt x="9580" y="74888"/>
                  <a:pt x="9580" y="74859"/>
                  <a:pt x="9610" y="74800"/>
                </a:cubicBezTo>
                <a:cubicBezTo>
                  <a:pt x="9654" y="74785"/>
                  <a:pt x="9698" y="74756"/>
                  <a:pt x="9742" y="74726"/>
                </a:cubicBezTo>
                <a:close/>
                <a:moveTo>
                  <a:pt x="8771" y="74682"/>
                </a:moveTo>
                <a:lnTo>
                  <a:pt x="8771" y="74859"/>
                </a:lnTo>
                <a:cubicBezTo>
                  <a:pt x="8727" y="74874"/>
                  <a:pt x="8639" y="74903"/>
                  <a:pt x="8580" y="74918"/>
                </a:cubicBezTo>
                <a:cubicBezTo>
                  <a:pt x="8580" y="74874"/>
                  <a:pt x="8550" y="74815"/>
                  <a:pt x="8550" y="74756"/>
                </a:cubicBezTo>
                <a:cubicBezTo>
                  <a:pt x="8624" y="74741"/>
                  <a:pt x="8697" y="74712"/>
                  <a:pt x="8771" y="74682"/>
                </a:cubicBezTo>
                <a:close/>
                <a:moveTo>
                  <a:pt x="9286" y="74726"/>
                </a:moveTo>
                <a:lnTo>
                  <a:pt x="9286" y="74800"/>
                </a:lnTo>
                <a:cubicBezTo>
                  <a:pt x="9286" y="74815"/>
                  <a:pt x="9286" y="74829"/>
                  <a:pt x="9271" y="74874"/>
                </a:cubicBezTo>
                <a:cubicBezTo>
                  <a:pt x="9213" y="74888"/>
                  <a:pt x="9168" y="74918"/>
                  <a:pt x="9110" y="74947"/>
                </a:cubicBezTo>
                <a:lnTo>
                  <a:pt x="9110" y="74800"/>
                </a:lnTo>
                <a:cubicBezTo>
                  <a:pt x="9183" y="74785"/>
                  <a:pt x="9242" y="74741"/>
                  <a:pt x="9286" y="74726"/>
                </a:cubicBezTo>
                <a:close/>
                <a:moveTo>
                  <a:pt x="9889" y="74859"/>
                </a:moveTo>
                <a:lnTo>
                  <a:pt x="9889" y="74859"/>
                </a:lnTo>
                <a:cubicBezTo>
                  <a:pt x="9875" y="74888"/>
                  <a:pt x="9875" y="74903"/>
                  <a:pt x="9860" y="74947"/>
                </a:cubicBezTo>
                <a:cubicBezTo>
                  <a:pt x="9831" y="74947"/>
                  <a:pt x="9786" y="74962"/>
                  <a:pt x="9742" y="75006"/>
                </a:cubicBezTo>
                <a:cubicBezTo>
                  <a:pt x="9772" y="74962"/>
                  <a:pt x="9772" y="74947"/>
                  <a:pt x="9786" y="74903"/>
                </a:cubicBezTo>
                <a:lnTo>
                  <a:pt x="9889" y="74859"/>
                </a:lnTo>
                <a:close/>
                <a:moveTo>
                  <a:pt x="7844" y="74741"/>
                </a:moveTo>
                <a:cubicBezTo>
                  <a:pt x="7859" y="74800"/>
                  <a:pt x="7873" y="74874"/>
                  <a:pt x="7888" y="74932"/>
                </a:cubicBezTo>
                <a:cubicBezTo>
                  <a:pt x="7814" y="74962"/>
                  <a:pt x="7741" y="74977"/>
                  <a:pt x="7667" y="75021"/>
                </a:cubicBezTo>
                <a:cubicBezTo>
                  <a:pt x="7653" y="74947"/>
                  <a:pt x="7638" y="74888"/>
                  <a:pt x="7623" y="74829"/>
                </a:cubicBezTo>
                <a:cubicBezTo>
                  <a:pt x="7697" y="74800"/>
                  <a:pt x="7770" y="74785"/>
                  <a:pt x="7844" y="74741"/>
                </a:cubicBezTo>
                <a:close/>
                <a:moveTo>
                  <a:pt x="9992" y="74932"/>
                </a:moveTo>
                <a:lnTo>
                  <a:pt x="9992" y="74932"/>
                </a:lnTo>
                <a:cubicBezTo>
                  <a:pt x="9978" y="74962"/>
                  <a:pt x="9978" y="74962"/>
                  <a:pt x="9948" y="74977"/>
                </a:cubicBezTo>
                <a:cubicBezTo>
                  <a:pt x="9934" y="75006"/>
                  <a:pt x="9919" y="75021"/>
                  <a:pt x="9904" y="75021"/>
                </a:cubicBezTo>
                <a:cubicBezTo>
                  <a:pt x="9904" y="75006"/>
                  <a:pt x="9919" y="74977"/>
                  <a:pt x="9919" y="74962"/>
                </a:cubicBezTo>
                <a:cubicBezTo>
                  <a:pt x="9934" y="74947"/>
                  <a:pt x="9948" y="74947"/>
                  <a:pt x="9992" y="74932"/>
                </a:cubicBezTo>
                <a:close/>
                <a:moveTo>
                  <a:pt x="8477" y="74800"/>
                </a:moveTo>
                <a:cubicBezTo>
                  <a:pt x="8477" y="74859"/>
                  <a:pt x="8506" y="74903"/>
                  <a:pt x="8506" y="74962"/>
                </a:cubicBezTo>
                <a:cubicBezTo>
                  <a:pt x="8418" y="74977"/>
                  <a:pt x="8374" y="75021"/>
                  <a:pt x="8300" y="75035"/>
                </a:cubicBezTo>
                <a:cubicBezTo>
                  <a:pt x="8300" y="74977"/>
                  <a:pt x="8285" y="74918"/>
                  <a:pt x="8256" y="74859"/>
                </a:cubicBezTo>
                <a:cubicBezTo>
                  <a:pt x="8359" y="74859"/>
                  <a:pt x="8403" y="74815"/>
                  <a:pt x="8477" y="74800"/>
                </a:cubicBezTo>
                <a:close/>
                <a:moveTo>
                  <a:pt x="9492" y="74829"/>
                </a:moveTo>
                <a:lnTo>
                  <a:pt x="9492" y="74829"/>
                </a:lnTo>
                <a:cubicBezTo>
                  <a:pt x="9477" y="74874"/>
                  <a:pt x="9477" y="74903"/>
                  <a:pt x="9448" y="74962"/>
                </a:cubicBezTo>
                <a:cubicBezTo>
                  <a:pt x="9433" y="75006"/>
                  <a:pt x="9374" y="75021"/>
                  <a:pt x="9330" y="75035"/>
                </a:cubicBezTo>
                <a:cubicBezTo>
                  <a:pt x="9330" y="75006"/>
                  <a:pt x="9345" y="74962"/>
                  <a:pt x="9345" y="74903"/>
                </a:cubicBezTo>
                <a:cubicBezTo>
                  <a:pt x="9404" y="74888"/>
                  <a:pt x="9448" y="74859"/>
                  <a:pt x="9492" y="74829"/>
                </a:cubicBezTo>
                <a:close/>
                <a:moveTo>
                  <a:pt x="9036" y="74829"/>
                </a:moveTo>
                <a:lnTo>
                  <a:pt x="9036" y="74947"/>
                </a:lnTo>
                <a:lnTo>
                  <a:pt x="9036" y="74977"/>
                </a:lnTo>
                <a:cubicBezTo>
                  <a:pt x="8977" y="75006"/>
                  <a:pt x="8918" y="75035"/>
                  <a:pt x="8874" y="75050"/>
                </a:cubicBezTo>
                <a:lnTo>
                  <a:pt x="8874" y="74903"/>
                </a:lnTo>
                <a:cubicBezTo>
                  <a:pt x="8918" y="74888"/>
                  <a:pt x="8977" y="74859"/>
                  <a:pt x="9036" y="74829"/>
                </a:cubicBezTo>
                <a:close/>
                <a:moveTo>
                  <a:pt x="9698" y="74947"/>
                </a:moveTo>
                <a:lnTo>
                  <a:pt x="9698" y="74947"/>
                </a:lnTo>
                <a:cubicBezTo>
                  <a:pt x="9683" y="74977"/>
                  <a:pt x="9683" y="75021"/>
                  <a:pt x="9654" y="75035"/>
                </a:cubicBezTo>
                <a:cubicBezTo>
                  <a:pt x="9610" y="75080"/>
                  <a:pt x="9566" y="75109"/>
                  <a:pt x="9536" y="75124"/>
                </a:cubicBezTo>
                <a:cubicBezTo>
                  <a:pt x="9551" y="75094"/>
                  <a:pt x="9551" y="75050"/>
                  <a:pt x="9566" y="75021"/>
                </a:cubicBezTo>
                <a:cubicBezTo>
                  <a:pt x="9610" y="75006"/>
                  <a:pt x="9654" y="74977"/>
                  <a:pt x="9698" y="74947"/>
                </a:cubicBezTo>
                <a:close/>
                <a:moveTo>
                  <a:pt x="9271" y="74962"/>
                </a:moveTo>
                <a:cubicBezTo>
                  <a:pt x="9271" y="75006"/>
                  <a:pt x="9257" y="75050"/>
                  <a:pt x="9257" y="75094"/>
                </a:cubicBezTo>
                <a:cubicBezTo>
                  <a:pt x="9198" y="75109"/>
                  <a:pt x="9139" y="75153"/>
                  <a:pt x="9095" y="75168"/>
                </a:cubicBezTo>
                <a:cubicBezTo>
                  <a:pt x="9095" y="75124"/>
                  <a:pt x="9095" y="75080"/>
                  <a:pt x="9110" y="75035"/>
                </a:cubicBezTo>
                <a:cubicBezTo>
                  <a:pt x="9154" y="75021"/>
                  <a:pt x="9213" y="74977"/>
                  <a:pt x="9271" y="74962"/>
                </a:cubicBezTo>
                <a:close/>
                <a:moveTo>
                  <a:pt x="8182" y="74903"/>
                </a:moveTo>
                <a:cubicBezTo>
                  <a:pt x="8197" y="74962"/>
                  <a:pt x="8197" y="75021"/>
                  <a:pt x="8197" y="75094"/>
                </a:cubicBezTo>
                <a:cubicBezTo>
                  <a:pt x="8124" y="75124"/>
                  <a:pt x="8079" y="75153"/>
                  <a:pt x="8006" y="75183"/>
                </a:cubicBezTo>
                <a:cubicBezTo>
                  <a:pt x="8020" y="75109"/>
                  <a:pt x="8006" y="75035"/>
                  <a:pt x="7991" y="74977"/>
                </a:cubicBezTo>
                <a:cubicBezTo>
                  <a:pt x="8065" y="74947"/>
                  <a:pt x="8138" y="74932"/>
                  <a:pt x="8182" y="74903"/>
                </a:cubicBezTo>
                <a:close/>
                <a:moveTo>
                  <a:pt x="8771" y="74947"/>
                </a:moveTo>
                <a:lnTo>
                  <a:pt x="8771" y="75094"/>
                </a:lnTo>
                <a:lnTo>
                  <a:pt x="8771" y="75109"/>
                </a:lnTo>
                <a:cubicBezTo>
                  <a:pt x="8727" y="75124"/>
                  <a:pt x="8639" y="75168"/>
                  <a:pt x="8594" y="75183"/>
                </a:cubicBezTo>
                <a:cubicBezTo>
                  <a:pt x="8594" y="75124"/>
                  <a:pt x="8594" y="75080"/>
                  <a:pt x="8580" y="75021"/>
                </a:cubicBezTo>
                <a:cubicBezTo>
                  <a:pt x="8639" y="75006"/>
                  <a:pt x="8697" y="74962"/>
                  <a:pt x="8771" y="74947"/>
                </a:cubicBezTo>
                <a:close/>
                <a:moveTo>
                  <a:pt x="9786" y="75050"/>
                </a:moveTo>
                <a:cubicBezTo>
                  <a:pt x="9786" y="75080"/>
                  <a:pt x="9772" y="75109"/>
                  <a:pt x="9772" y="75124"/>
                </a:cubicBezTo>
                <a:cubicBezTo>
                  <a:pt x="9728" y="75153"/>
                  <a:pt x="9713" y="75168"/>
                  <a:pt x="9683" y="75183"/>
                </a:cubicBezTo>
                <a:cubicBezTo>
                  <a:pt x="9683" y="75168"/>
                  <a:pt x="9698" y="75124"/>
                  <a:pt x="9698" y="75109"/>
                </a:cubicBezTo>
                <a:cubicBezTo>
                  <a:pt x="9728" y="75094"/>
                  <a:pt x="9742" y="75080"/>
                  <a:pt x="9786" y="75050"/>
                </a:cubicBezTo>
                <a:close/>
                <a:moveTo>
                  <a:pt x="9433" y="75080"/>
                </a:moveTo>
                <a:lnTo>
                  <a:pt x="9433" y="75080"/>
                </a:lnTo>
                <a:cubicBezTo>
                  <a:pt x="9419" y="75109"/>
                  <a:pt x="9419" y="75153"/>
                  <a:pt x="9404" y="75183"/>
                </a:cubicBezTo>
                <a:cubicBezTo>
                  <a:pt x="9360" y="75197"/>
                  <a:pt x="9316" y="75241"/>
                  <a:pt x="9271" y="75256"/>
                </a:cubicBezTo>
                <a:cubicBezTo>
                  <a:pt x="9316" y="75227"/>
                  <a:pt x="9316" y="75183"/>
                  <a:pt x="9316" y="75153"/>
                </a:cubicBezTo>
                <a:cubicBezTo>
                  <a:pt x="9345" y="75124"/>
                  <a:pt x="9404" y="75094"/>
                  <a:pt x="9433" y="75080"/>
                </a:cubicBezTo>
                <a:close/>
                <a:moveTo>
                  <a:pt x="7903" y="75006"/>
                </a:moveTo>
                <a:cubicBezTo>
                  <a:pt x="7932" y="75050"/>
                  <a:pt x="7932" y="75124"/>
                  <a:pt x="7947" y="75183"/>
                </a:cubicBezTo>
                <a:cubicBezTo>
                  <a:pt x="7873" y="75227"/>
                  <a:pt x="7814" y="75241"/>
                  <a:pt x="7741" y="75271"/>
                </a:cubicBezTo>
                <a:cubicBezTo>
                  <a:pt x="7726" y="75227"/>
                  <a:pt x="7711" y="75168"/>
                  <a:pt x="7711" y="75094"/>
                </a:cubicBezTo>
                <a:cubicBezTo>
                  <a:pt x="7785" y="75050"/>
                  <a:pt x="7859" y="75035"/>
                  <a:pt x="7903" y="75006"/>
                </a:cubicBezTo>
                <a:close/>
                <a:moveTo>
                  <a:pt x="9006" y="75080"/>
                </a:moveTo>
                <a:cubicBezTo>
                  <a:pt x="9006" y="75124"/>
                  <a:pt x="8992" y="75168"/>
                  <a:pt x="8992" y="75227"/>
                </a:cubicBezTo>
                <a:cubicBezTo>
                  <a:pt x="8948" y="75241"/>
                  <a:pt x="8889" y="75271"/>
                  <a:pt x="8830" y="75300"/>
                </a:cubicBezTo>
                <a:lnTo>
                  <a:pt x="8830" y="75153"/>
                </a:lnTo>
                <a:cubicBezTo>
                  <a:pt x="8903" y="75124"/>
                  <a:pt x="8962" y="75094"/>
                  <a:pt x="9006" y="75080"/>
                </a:cubicBezTo>
                <a:close/>
                <a:moveTo>
                  <a:pt x="8506" y="75050"/>
                </a:moveTo>
                <a:cubicBezTo>
                  <a:pt x="8506" y="75109"/>
                  <a:pt x="8506" y="75168"/>
                  <a:pt x="8521" y="75227"/>
                </a:cubicBezTo>
                <a:cubicBezTo>
                  <a:pt x="8462" y="75256"/>
                  <a:pt x="8388" y="75271"/>
                  <a:pt x="8330" y="75315"/>
                </a:cubicBezTo>
                <a:cubicBezTo>
                  <a:pt x="8330" y="75256"/>
                  <a:pt x="8315" y="75197"/>
                  <a:pt x="8315" y="75153"/>
                </a:cubicBezTo>
                <a:cubicBezTo>
                  <a:pt x="8374" y="75109"/>
                  <a:pt x="8447" y="75080"/>
                  <a:pt x="8506" y="75050"/>
                </a:cubicBezTo>
                <a:close/>
                <a:moveTo>
                  <a:pt x="9580" y="75183"/>
                </a:moveTo>
                <a:lnTo>
                  <a:pt x="9580" y="75183"/>
                </a:lnTo>
                <a:cubicBezTo>
                  <a:pt x="9566" y="75227"/>
                  <a:pt x="9566" y="75241"/>
                  <a:pt x="9551" y="75256"/>
                </a:cubicBezTo>
                <a:cubicBezTo>
                  <a:pt x="9536" y="75271"/>
                  <a:pt x="9492" y="75315"/>
                  <a:pt x="9463" y="75330"/>
                </a:cubicBezTo>
                <a:cubicBezTo>
                  <a:pt x="9477" y="75300"/>
                  <a:pt x="9477" y="75271"/>
                  <a:pt x="9477" y="75241"/>
                </a:cubicBezTo>
                <a:lnTo>
                  <a:pt x="9580" y="75183"/>
                </a:lnTo>
                <a:close/>
                <a:moveTo>
                  <a:pt x="9669" y="75256"/>
                </a:moveTo>
                <a:cubicBezTo>
                  <a:pt x="9683" y="75300"/>
                  <a:pt x="9683" y="75300"/>
                  <a:pt x="9654" y="75315"/>
                </a:cubicBezTo>
                <a:cubicBezTo>
                  <a:pt x="9639" y="75330"/>
                  <a:pt x="9625" y="75345"/>
                  <a:pt x="9610" y="75345"/>
                </a:cubicBezTo>
                <a:cubicBezTo>
                  <a:pt x="9610" y="75330"/>
                  <a:pt x="9625" y="75315"/>
                  <a:pt x="9625" y="75300"/>
                </a:cubicBezTo>
                <a:cubicBezTo>
                  <a:pt x="9639" y="75271"/>
                  <a:pt x="9654" y="75256"/>
                  <a:pt x="9669" y="75256"/>
                </a:cubicBezTo>
                <a:close/>
                <a:moveTo>
                  <a:pt x="9242" y="75183"/>
                </a:moveTo>
                <a:cubicBezTo>
                  <a:pt x="9242" y="75227"/>
                  <a:pt x="9213" y="75271"/>
                  <a:pt x="9198" y="75315"/>
                </a:cubicBezTo>
                <a:cubicBezTo>
                  <a:pt x="9139" y="75345"/>
                  <a:pt x="9110" y="75374"/>
                  <a:pt x="9065" y="75389"/>
                </a:cubicBezTo>
                <a:cubicBezTo>
                  <a:pt x="9065" y="75345"/>
                  <a:pt x="9095" y="75300"/>
                  <a:pt x="9095" y="75256"/>
                </a:cubicBezTo>
                <a:cubicBezTo>
                  <a:pt x="9139" y="75241"/>
                  <a:pt x="9183" y="75197"/>
                  <a:pt x="9242" y="75183"/>
                </a:cubicBezTo>
                <a:close/>
                <a:moveTo>
                  <a:pt x="8241" y="75168"/>
                </a:moveTo>
                <a:cubicBezTo>
                  <a:pt x="8241" y="75227"/>
                  <a:pt x="8256" y="75271"/>
                  <a:pt x="8256" y="75330"/>
                </a:cubicBezTo>
                <a:cubicBezTo>
                  <a:pt x="8212" y="75374"/>
                  <a:pt x="8138" y="75389"/>
                  <a:pt x="8079" y="75418"/>
                </a:cubicBezTo>
                <a:cubicBezTo>
                  <a:pt x="8079" y="75374"/>
                  <a:pt x="8065" y="75315"/>
                  <a:pt x="8065" y="75241"/>
                </a:cubicBezTo>
                <a:cubicBezTo>
                  <a:pt x="8109" y="75227"/>
                  <a:pt x="8168" y="75183"/>
                  <a:pt x="8241" y="75168"/>
                </a:cubicBezTo>
                <a:close/>
                <a:moveTo>
                  <a:pt x="8756" y="75197"/>
                </a:moveTo>
                <a:lnTo>
                  <a:pt x="8756" y="75345"/>
                </a:lnTo>
                <a:cubicBezTo>
                  <a:pt x="8697" y="75374"/>
                  <a:pt x="8639" y="75389"/>
                  <a:pt x="8594" y="75418"/>
                </a:cubicBezTo>
                <a:lnTo>
                  <a:pt x="8594" y="75271"/>
                </a:lnTo>
                <a:cubicBezTo>
                  <a:pt x="8639" y="75256"/>
                  <a:pt x="8697" y="75227"/>
                  <a:pt x="8756" y="75197"/>
                </a:cubicBezTo>
                <a:close/>
                <a:moveTo>
                  <a:pt x="9360" y="75315"/>
                </a:moveTo>
                <a:lnTo>
                  <a:pt x="9360" y="75315"/>
                </a:lnTo>
                <a:cubicBezTo>
                  <a:pt x="9345" y="75345"/>
                  <a:pt x="9345" y="75389"/>
                  <a:pt x="9330" y="75403"/>
                </a:cubicBezTo>
                <a:cubicBezTo>
                  <a:pt x="9316" y="75418"/>
                  <a:pt x="9271" y="75448"/>
                  <a:pt x="9242" y="75477"/>
                </a:cubicBezTo>
                <a:cubicBezTo>
                  <a:pt x="9242" y="75448"/>
                  <a:pt x="9257" y="75403"/>
                  <a:pt x="9257" y="75389"/>
                </a:cubicBezTo>
                <a:cubicBezTo>
                  <a:pt x="9286" y="75374"/>
                  <a:pt x="9330" y="75345"/>
                  <a:pt x="9360" y="75315"/>
                </a:cubicBezTo>
                <a:close/>
                <a:moveTo>
                  <a:pt x="9492" y="75389"/>
                </a:moveTo>
                <a:cubicBezTo>
                  <a:pt x="9492" y="75418"/>
                  <a:pt x="9477" y="75448"/>
                  <a:pt x="9477" y="75462"/>
                </a:cubicBezTo>
                <a:cubicBezTo>
                  <a:pt x="9463" y="75477"/>
                  <a:pt x="9419" y="75492"/>
                  <a:pt x="9404" y="75521"/>
                </a:cubicBezTo>
                <a:cubicBezTo>
                  <a:pt x="9404" y="75492"/>
                  <a:pt x="9419" y="75462"/>
                  <a:pt x="9419" y="75448"/>
                </a:cubicBezTo>
                <a:cubicBezTo>
                  <a:pt x="9433" y="75418"/>
                  <a:pt x="9477" y="75403"/>
                  <a:pt x="9492" y="75389"/>
                </a:cubicBezTo>
                <a:close/>
                <a:moveTo>
                  <a:pt x="8992" y="75330"/>
                </a:moveTo>
                <a:cubicBezTo>
                  <a:pt x="8992" y="75374"/>
                  <a:pt x="8977" y="75418"/>
                  <a:pt x="8977" y="75462"/>
                </a:cubicBezTo>
                <a:cubicBezTo>
                  <a:pt x="8918" y="75477"/>
                  <a:pt x="8874" y="75492"/>
                  <a:pt x="8830" y="75536"/>
                </a:cubicBezTo>
                <a:cubicBezTo>
                  <a:pt x="8830" y="75492"/>
                  <a:pt x="8830" y="75448"/>
                  <a:pt x="8845" y="75403"/>
                </a:cubicBezTo>
                <a:cubicBezTo>
                  <a:pt x="8903" y="75389"/>
                  <a:pt x="8962" y="75345"/>
                  <a:pt x="8992" y="75330"/>
                </a:cubicBezTo>
                <a:close/>
                <a:moveTo>
                  <a:pt x="7962" y="75271"/>
                </a:moveTo>
                <a:cubicBezTo>
                  <a:pt x="7976" y="75330"/>
                  <a:pt x="7976" y="75389"/>
                  <a:pt x="7976" y="75462"/>
                </a:cubicBezTo>
                <a:cubicBezTo>
                  <a:pt x="7932" y="75492"/>
                  <a:pt x="7859" y="75521"/>
                  <a:pt x="7800" y="75551"/>
                </a:cubicBezTo>
                <a:cubicBezTo>
                  <a:pt x="7785" y="75477"/>
                  <a:pt x="7785" y="75418"/>
                  <a:pt x="7770" y="75374"/>
                </a:cubicBezTo>
                <a:cubicBezTo>
                  <a:pt x="7844" y="75330"/>
                  <a:pt x="7888" y="75315"/>
                  <a:pt x="7962" y="75271"/>
                </a:cubicBezTo>
                <a:close/>
                <a:moveTo>
                  <a:pt x="8521" y="75300"/>
                </a:moveTo>
                <a:lnTo>
                  <a:pt x="8521" y="75462"/>
                </a:lnTo>
                <a:cubicBezTo>
                  <a:pt x="8462" y="75492"/>
                  <a:pt x="8403" y="75521"/>
                  <a:pt x="8359" y="75551"/>
                </a:cubicBezTo>
                <a:lnTo>
                  <a:pt x="8359" y="75389"/>
                </a:lnTo>
                <a:cubicBezTo>
                  <a:pt x="8388" y="75345"/>
                  <a:pt x="8462" y="75330"/>
                  <a:pt x="8521" y="75300"/>
                </a:cubicBezTo>
                <a:close/>
                <a:moveTo>
                  <a:pt x="9183" y="75418"/>
                </a:moveTo>
                <a:lnTo>
                  <a:pt x="9183" y="75418"/>
                </a:lnTo>
                <a:cubicBezTo>
                  <a:pt x="9168" y="75462"/>
                  <a:pt x="9168" y="75492"/>
                  <a:pt x="9139" y="75536"/>
                </a:cubicBezTo>
                <a:cubicBezTo>
                  <a:pt x="9110" y="75551"/>
                  <a:pt x="9065" y="75595"/>
                  <a:pt x="9036" y="75609"/>
                </a:cubicBezTo>
                <a:cubicBezTo>
                  <a:pt x="9036" y="75565"/>
                  <a:pt x="9036" y="75536"/>
                  <a:pt x="9051" y="75492"/>
                </a:cubicBezTo>
                <a:cubicBezTo>
                  <a:pt x="9095" y="75477"/>
                  <a:pt x="9139" y="75448"/>
                  <a:pt x="9183" y="75418"/>
                </a:cubicBezTo>
                <a:close/>
                <a:moveTo>
                  <a:pt x="8756" y="75418"/>
                </a:moveTo>
                <a:cubicBezTo>
                  <a:pt x="8756" y="75477"/>
                  <a:pt x="8756" y="75521"/>
                  <a:pt x="8742" y="75565"/>
                </a:cubicBezTo>
                <a:cubicBezTo>
                  <a:pt x="8683" y="75609"/>
                  <a:pt x="8653" y="75624"/>
                  <a:pt x="8594" y="75668"/>
                </a:cubicBezTo>
                <a:lnTo>
                  <a:pt x="8594" y="75521"/>
                </a:lnTo>
                <a:cubicBezTo>
                  <a:pt x="8639" y="75477"/>
                  <a:pt x="8697" y="75462"/>
                  <a:pt x="8756" y="75418"/>
                </a:cubicBezTo>
                <a:close/>
                <a:moveTo>
                  <a:pt x="8256" y="75418"/>
                </a:moveTo>
                <a:lnTo>
                  <a:pt x="8256" y="75595"/>
                </a:lnTo>
                <a:cubicBezTo>
                  <a:pt x="8212" y="75624"/>
                  <a:pt x="8153" y="75639"/>
                  <a:pt x="8094" y="75683"/>
                </a:cubicBezTo>
                <a:cubicBezTo>
                  <a:pt x="8094" y="75624"/>
                  <a:pt x="8079" y="75565"/>
                  <a:pt x="8079" y="75521"/>
                </a:cubicBezTo>
                <a:cubicBezTo>
                  <a:pt x="8138" y="75477"/>
                  <a:pt x="8212" y="75448"/>
                  <a:pt x="8256" y="75418"/>
                </a:cubicBezTo>
                <a:close/>
                <a:moveTo>
                  <a:pt x="9286" y="75536"/>
                </a:moveTo>
                <a:cubicBezTo>
                  <a:pt x="9271" y="75551"/>
                  <a:pt x="9271" y="75595"/>
                  <a:pt x="9257" y="75609"/>
                </a:cubicBezTo>
                <a:cubicBezTo>
                  <a:pt x="9257" y="75624"/>
                  <a:pt x="9213" y="75639"/>
                  <a:pt x="9183" y="75683"/>
                </a:cubicBezTo>
                <a:cubicBezTo>
                  <a:pt x="9183" y="75639"/>
                  <a:pt x="9198" y="75624"/>
                  <a:pt x="9198" y="75595"/>
                </a:cubicBezTo>
                <a:cubicBezTo>
                  <a:pt x="9242" y="75565"/>
                  <a:pt x="9271" y="75551"/>
                  <a:pt x="9286" y="75536"/>
                </a:cubicBezTo>
                <a:close/>
                <a:moveTo>
                  <a:pt x="9404" y="75609"/>
                </a:moveTo>
                <a:lnTo>
                  <a:pt x="9404" y="75609"/>
                </a:lnTo>
                <a:cubicBezTo>
                  <a:pt x="9374" y="75624"/>
                  <a:pt x="9374" y="75639"/>
                  <a:pt x="9374" y="75668"/>
                </a:cubicBezTo>
                <a:cubicBezTo>
                  <a:pt x="9360" y="75683"/>
                  <a:pt x="9345" y="75683"/>
                  <a:pt x="9330" y="75698"/>
                </a:cubicBezTo>
                <a:cubicBezTo>
                  <a:pt x="9330" y="75683"/>
                  <a:pt x="9345" y="75668"/>
                  <a:pt x="9345" y="75639"/>
                </a:cubicBezTo>
                <a:cubicBezTo>
                  <a:pt x="9360" y="75624"/>
                  <a:pt x="9374" y="75624"/>
                  <a:pt x="9404" y="75609"/>
                </a:cubicBezTo>
                <a:close/>
                <a:moveTo>
                  <a:pt x="8948" y="75551"/>
                </a:moveTo>
                <a:cubicBezTo>
                  <a:pt x="8948" y="75595"/>
                  <a:pt x="8918" y="75624"/>
                  <a:pt x="8918" y="75683"/>
                </a:cubicBezTo>
                <a:cubicBezTo>
                  <a:pt x="8889" y="75698"/>
                  <a:pt x="8845" y="75712"/>
                  <a:pt x="8800" y="75757"/>
                </a:cubicBezTo>
                <a:cubicBezTo>
                  <a:pt x="8800" y="75712"/>
                  <a:pt x="8815" y="75668"/>
                  <a:pt x="8815" y="75624"/>
                </a:cubicBezTo>
                <a:cubicBezTo>
                  <a:pt x="8845" y="75609"/>
                  <a:pt x="8903" y="75565"/>
                  <a:pt x="8948" y="75551"/>
                </a:cubicBezTo>
                <a:close/>
                <a:moveTo>
                  <a:pt x="8006" y="75536"/>
                </a:moveTo>
                <a:cubicBezTo>
                  <a:pt x="8006" y="75595"/>
                  <a:pt x="8020" y="75639"/>
                  <a:pt x="8020" y="75698"/>
                </a:cubicBezTo>
                <a:cubicBezTo>
                  <a:pt x="7962" y="75727"/>
                  <a:pt x="7903" y="75757"/>
                  <a:pt x="7829" y="75786"/>
                </a:cubicBezTo>
                <a:cubicBezTo>
                  <a:pt x="7844" y="75757"/>
                  <a:pt x="7844" y="75698"/>
                  <a:pt x="7814" y="75639"/>
                </a:cubicBezTo>
                <a:cubicBezTo>
                  <a:pt x="7873" y="75595"/>
                  <a:pt x="7947" y="75565"/>
                  <a:pt x="8006" y="75536"/>
                </a:cubicBezTo>
                <a:close/>
                <a:moveTo>
                  <a:pt x="8521" y="75565"/>
                </a:moveTo>
                <a:lnTo>
                  <a:pt x="8521" y="75712"/>
                </a:lnTo>
                <a:cubicBezTo>
                  <a:pt x="8462" y="75742"/>
                  <a:pt x="8403" y="75757"/>
                  <a:pt x="8359" y="75786"/>
                </a:cubicBezTo>
                <a:lnTo>
                  <a:pt x="8359" y="75639"/>
                </a:lnTo>
                <a:cubicBezTo>
                  <a:pt x="8403" y="75624"/>
                  <a:pt x="8462" y="75595"/>
                  <a:pt x="8521" y="75565"/>
                </a:cubicBezTo>
                <a:close/>
                <a:moveTo>
                  <a:pt x="9110" y="75668"/>
                </a:moveTo>
                <a:lnTo>
                  <a:pt x="9110" y="75668"/>
                </a:lnTo>
                <a:cubicBezTo>
                  <a:pt x="9095" y="75698"/>
                  <a:pt x="9095" y="75742"/>
                  <a:pt x="9065" y="75757"/>
                </a:cubicBezTo>
                <a:cubicBezTo>
                  <a:pt x="9051" y="75771"/>
                  <a:pt x="9006" y="75786"/>
                  <a:pt x="8977" y="75830"/>
                </a:cubicBezTo>
                <a:cubicBezTo>
                  <a:pt x="8977" y="75786"/>
                  <a:pt x="8992" y="75757"/>
                  <a:pt x="8992" y="75742"/>
                </a:cubicBezTo>
                <a:cubicBezTo>
                  <a:pt x="9036" y="75712"/>
                  <a:pt x="9065" y="75683"/>
                  <a:pt x="9110" y="75668"/>
                </a:cubicBezTo>
                <a:close/>
                <a:moveTo>
                  <a:pt x="9213" y="75742"/>
                </a:moveTo>
                <a:cubicBezTo>
                  <a:pt x="9213" y="75771"/>
                  <a:pt x="9198" y="75786"/>
                  <a:pt x="9198" y="75815"/>
                </a:cubicBezTo>
                <a:cubicBezTo>
                  <a:pt x="9183" y="75830"/>
                  <a:pt x="9139" y="75845"/>
                  <a:pt x="9124" y="75860"/>
                </a:cubicBezTo>
                <a:cubicBezTo>
                  <a:pt x="9124" y="75845"/>
                  <a:pt x="9139" y="75830"/>
                  <a:pt x="9139" y="75786"/>
                </a:cubicBezTo>
                <a:cubicBezTo>
                  <a:pt x="9154" y="75771"/>
                  <a:pt x="9198" y="75757"/>
                  <a:pt x="9213" y="75742"/>
                </a:cubicBezTo>
                <a:close/>
                <a:moveTo>
                  <a:pt x="8742" y="75683"/>
                </a:moveTo>
                <a:cubicBezTo>
                  <a:pt x="8742" y="75712"/>
                  <a:pt x="8727" y="75771"/>
                  <a:pt x="8727" y="75815"/>
                </a:cubicBezTo>
                <a:cubicBezTo>
                  <a:pt x="8668" y="75830"/>
                  <a:pt x="8624" y="75860"/>
                  <a:pt x="8580" y="75889"/>
                </a:cubicBezTo>
                <a:cubicBezTo>
                  <a:pt x="8580" y="75845"/>
                  <a:pt x="8580" y="75786"/>
                  <a:pt x="8594" y="75757"/>
                </a:cubicBezTo>
                <a:cubicBezTo>
                  <a:pt x="8639" y="75742"/>
                  <a:pt x="8683" y="75698"/>
                  <a:pt x="8742" y="75683"/>
                </a:cubicBezTo>
                <a:close/>
                <a:moveTo>
                  <a:pt x="8271" y="75683"/>
                </a:moveTo>
                <a:lnTo>
                  <a:pt x="8271" y="75845"/>
                </a:lnTo>
                <a:cubicBezTo>
                  <a:pt x="8256" y="75860"/>
                  <a:pt x="8241" y="75860"/>
                  <a:pt x="8227" y="75889"/>
                </a:cubicBezTo>
                <a:lnTo>
                  <a:pt x="8109" y="75933"/>
                </a:lnTo>
                <a:cubicBezTo>
                  <a:pt x="8109" y="75889"/>
                  <a:pt x="8109" y="75830"/>
                  <a:pt x="8094" y="75771"/>
                </a:cubicBezTo>
                <a:cubicBezTo>
                  <a:pt x="8168" y="75742"/>
                  <a:pt x="8227" y="75698"/>
                  <a:pt x="8271" y="75683"/>
                </a:cubicBezTo>
                <a:close/>
                <a:moveTo>
                  <a:pt x="8903" y="75786"/>
                </a:moveTo>
                <a:cubicBezTo>
                  <a:pt x="8903" y="75830"/>
                  <a:pt x="8889" y="75860"/>
                  <a:pt x="8889" y="75904"/>
                </a:cubicBezTo>
                <a:cubicBezTo>
                  <a:pt x="8845" y="75918"/>
                  <a:pt x="8815" y="75963"/>
                  <a:pt x="8771" y="75977"/>
                </a:cubicBezTo>
                <a:lnTo>
                  <a:pt x="8771" y="75860"/>
                </a:lnTo>
                <a:cubicBezTo>
                  <a:pt x="8815" y="75845"/>
                  <a:pt x="8845" y="75815"/>
                  <a:pt x="8903" y="75786"/>
                </a:cubicBezTo>
                <a:close/>
                <a:moveTo>
                  <a:pt x="8506" y="75815"/>
                </a:moveTo>
                <a:cubicBezTo>
                  <a:pt x="8506" y="75860"/>
                  <a:pt x="8506" y="75904"/>
                  <a:pt x="8477" y="75963"/>
                </a:cubicBezTo>
                <a:cubicBezTo>
                  <a:pt x="8447" y="75977"/>
                  <a:pt x="8388" y="75992"/>
                  <a:pt x="8359" y="76036"/>
                </a:cubicBezTo>
                <a:lnTo>
                  <a:pt x="8359" y="75889"/>
                </a:lnTo>
                <a:cubicBezTo>
                  <a:pt x="8403" y="75860"/>
                  <a:pt x="8447" y="75830"/>
                  <a:pt x="8506" y="75815"/>
                </a:cubicBezTo>
                <a:close/>
                <a:moveTo>
                  <a:pt x="9036" y="75889"/>
                </a:moveTo>
                <a:lnTo>
                  <a:pt x="9036" y="75889"/>
                </a:lnTo>
                <a:cubicBezTo>
                  <a:pt x="9006" y="75918"/>
                  <a:pt x="9006" y="75933"/>
                  <a:pt x="8992" y="75977"/>
                </a:cubicBezTo>
                <a:cubicBezTo>
                  <a:pt x="8977" y="75977"/>
                  <a:pt x="8962" y="76007"/>
                  <a:pt x="8918" y="76036"/>
                </a:cubicBezTo>
                <a:cubicBezTo>
                  <a:pt x="8918" y="75992"/>
                  <a:pt x="8933" y="75977"/>
                  <a:pt x="8933" y="75933"/>
                </a:cubicBezTo>
                <a:cubicBezTo>
                  <a:pt x="8977" y="75918"/>
                  <a:pt x="8992" y="75904"/>
                  <a:pt x="9036" y="75889"/>
                </a:cubicBezTo>
                <a:close/>
                <a:moveTo>
                  <a:pt x="8020" y="75786"/>
                </a:moveTo>
                <a:lnTo>
                  <a:pt x="8020" y="75963"/>
                </a:lnTo>
                <a:cubicBezTo>
                  <a:pt x="7962" y="75992"/>
                  <a:pt x="7917" y="76007"/>
                  <a:pt x="7859" y="76051"/>
                </a:cubicBezTo>
                <a:cubicBezTo>
                  <a:pt x="7859" y="75992"/>
                  <a:pt x="7844" y="75933"/>
                  <a:pt x="7844" y="75889"/>
                </a:cubicBezTo>
                <a:cubicBezTo>
                  <a:pt x="7903" y="75860"/>
                  <a:pt x="7962" y="75830"/>
                  <a:pt x="8020" y="75786"/>
                </a:cubicBezTo>
                <a:close/>
                <a:moveTo>
                  <a:pt x="9124" y="75977"/>
                </a:moveTo>
                <a:lnTo>
                  <a:pt x="9124" y="75977"/>
                </a:lnTo>
                <a:cubicBezTo>
                  <a:pt x="9124" y="75978"/>
                  <a:pt x="9110" y="75992"/>
                  <a:pt x="9110" y="76007"/>
                </a:cubicBezTo>
                <a:cubicBezTo>
                  <a:pt x="9095" y="76036"/>
                  <a:pt x="9065" y="76051"/>
                  <a:pt x="9051" y="76051"/>
                </a:cubicBezTo>
                <a:cubicBezTo>
                  <a:pt x="9051" y="76021"/>
                  <a:pt x="9065" y="76007"/>
                  <a:pt x="9065" y="76007"/>
                </a:cubicBezTo>
                <a:cubicBezTo>
                  <a:pt x="9080" y="75992"/>
                  <a:pt x="9109" y="75992"/>
                  <a:pt x="9124" y="75977"/>
                </a:cubicBezTo>
                <a:close/>
                <a:moveTo>
                  <a:pt x="8697" y="75918"/>
                </a:moveTo>
                <a:cubicBezTo>
                  <a:pt x="8697" y="75963"/>
                  <a:pt x="8683" y="75992"/>
                  <a:pt x="8683" y="76051"/>
                </a:cubicBezTo>
                <a:cubicBezTo>
                  <a:pt x="8624" y="76066"/>
                  <a:pt x="8594" y="76080"/>
                  <a:pt x="8550" y="76124"/>
                </a:cubicBezTo>
                <a:cubicBezTo>
                  <a:pt x="8550" y="76080"/>
                  <a:pt x="8565" y="76036"/>
                  <a:pt x="8565" y="75992"/>
                </a:cubicBezTo>
                <a:cubicBezTo>
                  <a:pt x="8609" y="75977"/>
                  <a:pt x="8668" y="75933"/>
                  <a:pt x="8697" y="75918"/>
                </a:cubicBezTo>
                <a:close/>
                <a:moveTo>
                  <a:pt x="8271" y="75933"/>
                </a:moveTo>
                <a:lnTo>
                  <a:pt x="8271" y="76080"/>
                </a:lnTo>
                <a:cubicBezTo>
                  <a:pt x="8227" y="76110"/>
                  <a:pt x="8168" y="76139"/>
                  <a:pt x="8109" y="76154"/>
                </a:cubicBezTo>
                <a:lnTo>
                  <a:pt x="8109" y="76007"/>
                </a:lnTo>
                <a:cubicBezTo>
                  <a:pt x="8168" y="75992"/>
                  <a:pt x="8212" y="75963"/>
                  <a:pt x="8256" y="75933"/>
                </a:cubicBezTo>
                <a:close/>
                <a:moveTo>
                  <a:pt x="8845" y="76007"/>
                </a:moveTo>
                <a:cubicBezTo>
                  <a:pt x="8845" y="76051"/>
                  <a:pt x="8830" y="76080"/>
                  <a:pt x="8830" y="76110"/>
                </a:cubicBezTo>
                <a:cubicBezTo>
                  <a:pt x="8800" y="76139"/>
                  <a:pt x="8756" y="76154"/>
                  <a:pt x="8727" y="76183"/>
                </a:cubicBezTo>
                <a:cubicBezTo>
                  <a:pt x="8727" y="76139"/>
                  <a:pt x="8742" y="76110"/>
                  <a:pt x="8742" y="76080"/>
                </a:cubicBezTo>
                <a:cubicBezTo>
                  <a:pt x="8771" y="76066"/>
                  <a:pt x="8815" y="76036"/>
                  <a:pt x="8845" y="76007"/>
                </a:cubicBezTo>
                <a:close/>
                <a:moveTo>
                  <a:pt x="8962" y="76110"/>
                </a:moveTo>
                <a:lnTo>
                  <a:pt x="8962" y="76110"/>
                </a:lnTo>
                <a:cubicBezTo>
                  <a:pt x="8948" y="76124"/>
                  <a:pt x="8948" y="76139"/>
                  <a:pt x="8918" y="76183"/>
                </a:cubicBezTo>
                <a:lnTo>
                  <a:pt x="8874" y="76227"/>
                </a:lnTo>
                <a:cubicBezTo>
                  <a:pt x="8874" y="76213"/>
                  <a:pt x="8889" y="76198"/>
                  <a:pt x="8889" y="76154"/>
                </a:cubicBezTo>
                <a:cubicBezTo>
                  <a:pt x="8903" y="76139"/>
                  <a:pt x="8918" y="76124"/>
                  <a:pt x="8962" y="76110"/>
                </a:cubicBezTo>
                <a:close/>
                <a:moveTo>
                  <a:pt x="8477" y="76051"/>
                </a:moveTo>
                <a:cubicBezTo>
                  <a:pt x="8477" y="76080"/>
                  <a:pt x="8462" y="76139"/>
                  <a:pt x="8462" y="76183"/>
                </a:cubicBezTo>
                <a:cubicBezTo>
                  <a:pt x="8433" y="76213"/>
                  <a:pt x="8374" y="76227"/>
                  <a:pt x="8330" y="76272"/>
                </a:cubicBezTo>
                <a:cubicBezTo>
                  <a:pt x="8330" y="76213"/>
                  <a:pt x="8359" y="76183"/>
                  <a:pt x="8359" y="76124"/>
                </a:cubicBezTo>
                <a:cubicBezTo>
                  <a:pt x="8388" y="76110"/>
                  <a:pt x="8447" y="76066"/>
                  <a:pt x="8477" y="76051"/>
                </a:cubicBezTo>
                <a:close/>
                <a:moveTo>
                  <a:pt x="8035" y="76051"/>
                </a:moveTo>
                <a:lnTo>
                  <a:pt x="8035" y="76213"/>
                </a:lnTo>
                <a:cubicBezTo>
                  <a:pt x="8006" y="76227"/>
                  <a:pt x="7947" y="76272"/>
                  <a:pt x="7903" y="76286"/>
                </a:cubicBezTo>
                <a:lnTo>
                  <a:pt x="7888" y="76286"/>
                </a:lnTo>
                <a:cubicBezTo>
                  <a:pt x="7888" y="76227"/>
                  <a:pt x="7888" y="76169"/>
                  <a:pt x="7873" y="76124"/>
                </a:cubicBezTo>
                <a:cubicBezTo>
                  <a:pt x="7932" y="76124"/>
                  <a:pt x="7991" y="76080"/>
                  <a:pt x="8035" y="76051"/>
                </a:cubicBezTo>
                <a:close/>
                <a:moveTo>
                  <a:pt x="8639" y="76154"/>
                </a:moveTo>
                <a:cubicBezTo>
                  <a:pt x="8639" y="76198"/>
                  <a:pt x="8624" y="76227"/>
                  <a:pt x="8624" y="76272"/>
                </a:cubicBezTo>
                <a:cubicBezTo>
                  <a:pt x="8594" y="76286"/>
                  <a:pt x="8550" y="76301"/>
                  <a:pt x="8521" y="76345"/>
                </a:cubicBezTo>
                <a:cubicBezTo>
                  <a:pt x="8521" y="76301"/>
                  <a:pt x="8536" y="76272"/>
                  <a:pt x="8536" y="76227"/>
                </a:cubicBezTo>
                <a:cubicBezTo>
                  <a:pt x="8580" y="76213"/>
                  <a:pt x="8609" y="76169"/>
                  <a:pt x="8639" y="76154"/>
                </a:cubicBezTo>
                <a:close/>
                <a:moveTo>
                  <a:pt x="8771" y="76227"/>
                </a:moveTo>
                <a:cubicBezTo>
                  <a:pt x="8771" y="76257"/>
                  <a:pt x="8756" y="76286"/>
                  <a:pt x="8756" y="76301"/>
                </a:cubicBezTo>
                <a:lnTo>
                  <a:pt x="8668" y="76404"/>
                </a:lnTo>
                <a:cubicBezTo>
                  <a:pt x="8668" y="76360"/>
                  <a:pt x="8683" y="76345"/>
                  <a:pt x="8683" y="76301"/>
                </a:cubicBezTo>
                <a:cubicBezTo>
                  <a:pt x="8727" y="76286"/>
                  <a:pt x="8742" y="76272"/>
                  <a:pt x="8771" y="76227"/>
                </a:cubicBezTo>
                <a:close/>
                <a:moveTo>
                  <a:pt x="8256" y="76183"/>
                </a:moveTo>
                <a:cubicBezTo>
                  <a:pt x="8256" y="76227"/>
                  <a:pt x="8256" y="76272"/>
                  <a:pt x="8241" y="76331"/>
                </a:cubicBezTo>
                <a:cubicBezTo>
                  <a:pt x="8212" y="76360"/>
                  <a:pt x="8153" y="76375"/>
                  <a:pt x="8109" y="76419"/>
                </a:cubicBezTo>
                <a:lnTo>
                  <a:pt x="8109" y="76272"/>
                </a:lnTo>
                <a:cubicBezTo>
                  <a:pt x="8168" y="76227"/>
                  <a:pt x="8227" y="76198"/>
                  <a:pt x="8256" y="76183"/>
                </a:cubicBezTo>
                <a:close/>
                <a:moveTo>
                  <a:pt x="8845" y="76365"/>
                </a:moveTo>
                <a:cubicBezTo>
                  <a:pt x="8845" y="76368"/>
                  <a:pt x="8845" y="76371"/>
                  <a:pt x="8845" y="76375"/>
                </a:cubicBezTo>
                <a:lnTo>
                  <a:pt x="8815" y="76419"/>
                </a:lnTo>
                <a:cubicBezTo>
                  <a:pt x="8815" y="76389"/>
                  <a:pt x="8830" y="76375"/>
                  <a:pt x="8830" y="76375"/>
                </a:cubicBezTo>
                <a:lnTo>
                  <a:pt x="8845" y="76365"/>
                </a:lnTo>
                <a:close/>
                <a:moveTo>
                  <a:pt x="8447" y="76286"/>
                </a:moveTo>
                <a:cubicBezTo>
                  <a:pt x="8447" y="76331"/>
                  <a:pt x="8418" y="76360"/>
                  <a:pt x="8418" y="76419"/>
                </a:cubicBezTo>
                <a:cubicBezTo>
                  <a:pt x="8388" y="76434"/>
                  <a:pt x="8359" y="76448"/>
                  <a:pt x="8315" y="76492"/>
                </a:cubicBezTo>
                <a:cubicBezTo>
                  <a:pt x="8315" y="76448"/>
                  <a:pt x="8330" y="76404"/>
                  <a:pt x="8330" y="76360"/>
                </a:cubicBezTo>
                <a:cubicBezTo>
                  <a:pt x="8374" y="76345"/>
                  <a:pt x="8403" y="76301"/>
                  <a:pt x="8447" y="76286"/>
                </a:cubicBezTo>
                <a:close/>
                <a:moveTo>
                  <a:pt x="8035" y="76301"/>
                </a:moveTo>
                <a:lnTo>
                  <a:pt x="8035" y="76448"/>
                </a:lnTo>
                <a:cubicBezTo>
                  <a:pt x="8006" y="76492"/>
                  <a:pt x="7947" y="76507"/>
                  <a:pt x="7903" y="76551"/>
                </a:cubicBezTo>
                <a:lnTo>
                  <a:pt x="7903" y="76404"/>
                </a:lnTo>
                <a:cubicBezTo>
                  <a:pt x="7903" y="76375"/>
                  <a:pt x="7932" y="76375"/>
                  <a:pt x="7947" y="76360"/>
                </a:cubicBezTo>
                <a:cubicBezTo>
                  <a:pt x="7991" y="76345"/>
                  <a:pt x="8006" y="76331"/>
                  <a:pt x="8035" y="76301"/>
                </a:cubicBezTo>
                <a:close/>
                <a:moveTo>
                  <a:pt x="8594" y="76375"/>
                </a:moveTo>
                <a:cubicBezTo>
                  <a:pt x="8594" y="76419"/>
                  <a:pt x="8580" y="76448"/>
                  <a:pt x="8580" y="76478"/>
                </a:cubicBezTo>
                <a:cubicBezTo>
                  <a:pt x="8536" y="76492"/>
                  <a:pt x="8521" y="76522"/>
                  <a:pt x="8477" y="76551"/>
                </a:cubicBezTo>
                <a:cubicBezTo>
                  <a:pt x="8477" y="76522"/>
                  <a:pt x="8506" y="76492"/>
                  <a:pt x="8506" y="76448"/>
                </a:cubicBezTo>
                <a:cubicBezTo>
                  <a:pt x="8536" y="76434"/>
                  <a:pt x="8550" y="76404"/>
                  <a:pt x="8594" y="76375"/>
                </a:cubicBezTo>
                <a:close/>
                <a:moveTo>
                  <a:pt x="8727" y="76448"/>
                </a:moveTo>
                <a:cubicBezTo>
                  <a:pt x="8697" y="76492"/>
                  <a:pt x="8683" y="76507"/>
                  <a:pt x="8683" y="76522"/>
                </a:cubicBezTo>
                <a:lnTo>
                  <a:pt x="8624" y="76581"/>
                </a:lnTo>
                <a:cubicBezTo>
                  <a:pt x="8624" y="76566"/>
                  <a:pt x="8639" y="76551"/>
                  <a:pt x="8639" y="76507"/>
                </a:cubicBezTo>
                <a:cubicBezTo>
                  <a:pt x="8668" y="76492"/>
                  <a:pt x="8683" y="76478"/>
                  <a:pt x="8727" y="76448"/>
                </a:cubicBezTo>
                <a:close/>
                <a:moveTo>
                  <a:pt x="8241" y="76419"/>
                </a:moveTo>
                <a:cubicBezTo>
                  <a:pt x="8241" y="76448"/>
                  <a:pt x="8227" y="76507"/>
                  <a:pt x="8227" y="76551"/>
                </a:cubicBezTo>
                <a:cubicBezTo>
                  <a:pt x="8182" y="76581"/>
                  <a:pt x="8153" y="76625"/>
                  <a:pt x="8109" y="76640"/>
                </a:cubicBezTo>
                <a:lnTo>
                  <a:pt x="8109" y="76507"/>
                </a:lnTo>
                <a:cubicBezTo>
                  <a:pt x="8153" y="76478"/>
                  <a:pt x="8212" y="76448"/>
                  <a:pt x="8241" y="76419"/>
                </a:cubicBezTo>
                <a:close/>
                <a:moveTo>
                  <a:pt x="8388" y="76522"/>
                </a:moveTo>
                <a:cubicBezTo>
                  <a:pt x="8388" y="76566"/>
                  <a:pt x="8374" y="76595"/>
                  <a:pt x="8374" y="76640"/>
                </a:cubicBezTo>
                <a:cubicBezTo>
                  <a:pt x="8330" y="76654"/>
                  <a:pt x="8315" y="76698"/>
                  <a:pt x="8285" y="76713"/>
                </a:cubicBezTo>
                <a:cubicBezTo>
                  <a:pt x="8300" y="76669"/>
                  <a:pt x="8300" y="76640"/>
                  <a:pt x="8300" y="76595"/>
                </a:cubicBezTo>
                <a:cubicBezTo>
                  <a:pt x="8330" y="76581"/>
                  <a:pt x="8374" y="76551"/>
                  <a:pt x="8388" y="76522"/>
                </a:cubicBezTo>
                <a:close/>
                <a:moveTo>
                  <a:pt x="8521" y="76625"/>
                </a:moveTo>
                <a:cubicBezTo>
                  <a:pt x="8521" y="76640"/>
                  <a:pt x="8506" y="76669"/>
                  <a:pt x="8506" y="76698"/>
                </a:cubicBezTo>
                <a:cubicBezTo>
                  <a:pt x="8477" y="76728"/>
                  <a:pt x="8462" y="76743"/>
                  <a:pt x="8433" y="76772"/>
                </a:cubicBezTo>
                <a:cubicBezTo>
                  <a:pt x="8433" y="76728"/>
                  <a:pt x="8447" y="76713"/>
                  <a:pt x="8447" y="76669"/>
                </a:cubicBezTo>
                <a:cubicBezTo>
                  <a:pt x="8462" y="76654"/>
                  <a:pt x="8506" y="76640"/>
                  <a:pt x="8521" y="76625"/>
                </a:cubicBezTo>
                <a:close/>
                <a:moveTo>
                  <a:pt x="8609" y="76731"/>
                </a:moveTo>
                <a:cubicBezTo>
                  <a:pt x="8609" y="76735"/>
                  <a:pt x="8609" y="76739"/>
                  <a:pt x="8609" y="76743"/>
                </a:cubicBezTo>
                <a:lnTo>
                  <a:pt x="8580" y="76787"/>
                </a:lnTo>
                <a:cubicBezTo>
                  <a:pt x="8580" y="76757"/>
                  <a:pt x="8594" y="76743"/>
                  <a:pt x="8594" y="76743"/>
                </a:cubicBezTo>
                <a:cubicBezTo>
                  <a:pt x="8600" y="76737"/>
                  <a:pt x="8605" y="76734"/>
                  <a:pt x="8609" y="76731"/>
                </a:cubicBezTo>
                <a:close/>
                <a:moveTo>
                  <a:pt x="8035" y="76566"/>
                </a:moveTo>
                <a:cubicBezTo>
                  <a:pt x="8035" y="76625"/>
                  <a:pt x="8035" y="76654"/>
                  <a:pt x="8020" y="76713"/>
                </a:cubicBezTo>
                <a:cubicBezTo>
                  <a:pt x="7991" y="76743"/>
                  <a:pt x="7947" y="76772"/>
                  <a:pt x="7888" y="76801"/>
                </a:cubicBezTo>
                <a:lnTo>
                  <a:pt x="7888" y="76654"/>
                </a:lnTo>
                <a:cubicBezTo>
                  <a:pt x="7947" y="76625"/>
                  <a:pt x="7991" y="76581"/>
                  <a:pt x="8035" y="76566"/>
                </a:cubicBezTo>
                <a:close/>
                <a:moveTo>
                  <a:pt x="8227" y="76669"/>
                </a:moveTo>
                <a:cubicBezTo>
                  <a:pt x="8227" y="76713"/>
                  <a:pt x="8197" y="76743"/>
                  <a:pt x="8197" y="76801"/>
                </a:cubicBezTo>
                <a:cubicBezTo>
                  <a:pt x="8168" y="76816"/>
                  <a:pt x="8138" y="76846"/>
                  <a:pt x="8094" y="76875"/>
                </a:cubicBezTo>
                <a:cubicBezTo>
                  <a:pt x="8094" y="76846"/>
                  <a:pt x="8094" y="76801"/>
                  <a:pt x="8109" y="76743"/>
                </a:cubicBezTo>
                <a:cubicBezTo>
                  <a:pt x="8153" y="76728"/>
                  <a:pt x="8182" y="76698"/>
                  <a:pt x="8227" y="76669"/>
                </a:cubicBezTo>
                <a:close/>
                <a:moveTo>
                  <a:pt x="8359" y="76772"/>
                </a:moveTo>
                <a:cubicBezTo>
                  <a:pt x="8359" y="76801"/>
                  <a:pt x="8330" y="76846"/>
                  <a:pt x="8330" y="76860"/>
                </a:cubicBezTo>
                <a:cubicBezTo>
                  <a:pt x="8300" y="76875"/>
                  <a:pt x="8271" y="76890"/>
                  <a:pt x="8256" y="76934"/>
                </a:cubicBezTo>
                <a:cubicBezTo>
                  <a:pt x="8256" y="76890"/>
                  <a:pt x="8271" y="76860"/>
                  <a:pt x="8271" y="76846"/>
                </a:cubicBezTo>
                <a:cubicBezTo>
                  <a:pt x="8300" y="76816"/>
                  <a:pt x="8330" y="76801"/>
                  <a:pt x="8359" y="76772"/>
                </a:cubicBezTo>
                <a:close/>
                <a:moveTo>
                  <a:pt x="8447" y="76846"/>
                </a:moveTo>
                <a:cubicBezTo>
                  <a:pt x="8447" y="76875"/>
                  <a:pt x="8447" y="76890"/>
                  <a:pt x="8433" y="76919"/>
                </a:cubicBezTo>
                <a:lnTo>
                  <a:pt x="8374" y="76963"/>
                </a:lnTo>
                <a:cubicBezTo>
                  <a:pt x="8374" y="76949"/>
                  <a:pt x="8388" y="76934"/>
                  <a:pt x="8388" y="76890"/>
                </a:cubicBezTo>
                <a:lnTo>
                  <a:pt x="8447" y="76846"/>
                </a:lnTo>
                <a:close/>
                <a:moveTo>
                  <a:pt x="8006" y="76801"/>
                </a:moveTo>
                <a:cubicBezTo>
                  <a:pt x="8006" y="76846"/>
                  <a:pt x="7991" y="76890"/>
                  <a:pt x="7991" y="76934"/>
                </a:cubicBezTo>
                <a:cubicBezTo>
                  <a:pt x="7962" y="76963"/>
                  <a:pt x="7932" y="77007"/>
                  <a:pt x="7888" y="77022"/>
                </a:cubicBezTo>
                <a:lnTo>
                  <a:pt x="7888" y="76890"/>
                </a:lnTo>
                <a:cubicBezTo>
                  <a:pt x="7932" y="76860"/>
                  <a:pt x="7962" y="76846"/>
                  <a:pt x="8006" y="76801"/>
                </a:cubicBezTo>
                <a:close/>
                <a:moveTo>
                  <a:pt x="8168" y="76919"/>
                </a:moveTo>
                <a:cubicBezTo>
                  <a:pt x="8168" y="76949"/>
                  <a:pt x="8153" y="76993"/>
                  <a:pt x="8153" y="77022"/>
                </a:cubicBezTo>
                <a:cubicBezTo>
                  <a:pt x="8109" y="77037"/>
                  <a:pt x="8094" y="77081"/>
                  <a:pt x="8065" y="77096"/>
                </a:cubicBezTo>
                <a:cubicBezTo>
                  <a:pt x="8079" y="77066"/>
                  <a:pt x="8079" y="77022"/>
                  <a:pt x="8079" y="76993"/>
                </a:cubicBezTo>
                <a:cubicBezTo>
                  <a:pt x="8109" y="76963"/>
                  <a:pt x="8153" y="76934"/>
                  <a:pt x="8168" y="76919"/>
                </a:cubicBezTo>
                <a:close/>
                <a:moveTo>
                  <a:pt x="8271" y="77007"/>
                </a:moveTo>
                <a:cubicBezTo>
                  <a:pt x="8271" y="77022"/>
                  <a:pt x="8271" y="77066"/>
                  <a:pt x="8256" y="77081"/>
                </a:cubicBezTo>
                <a:lnTo>
                  <a:pt x="8212" y="77140"/>
                </a:lnTo>
                <a:cubicBezTo>
                  <a:pt x="8212" y="77110"/>
                  <a:pt x="8227" y="77081"/>
                  <a:pt x="8227" y="77066"/>
                </a:cubicBezTo>
                <a:lnTo>
                  <a:pt x="8271" y="77007"/>
                </a:lnTo>
                <a:close/>
                <a:moveTo>
                  <a:pt x="8374" y="77096"/>
                </a:moveTo>
                <a:cubicBezTo>
                  <a:pt x="8374" y="77110"/>
                  <a:pt x="8359" y="77110"/>
                  <a:pt x="8359" y="77140"/>
                </a:cubicBezTo>
                <a:cubicBezTo>
                  <a:pt x="8359" y="77155"/>
                  <a:pt x="8330" y="77155"/>
                  <a:pt x="8330" y="77169"/>
                </a:cubicBezTo>
                <a:cubicBezTo>
                  <a:pt x="8330" y="77155"/>
                  <a:pt x="8330" y="77140"/>
                  <a:pt x="8359" y="77140"/>
                </a:cubicBezTo>
                <a:cubicBezTo>
                  <a:pt x="8359" y="77110"/>
                  <a:pt x="8359" y="77096"/>
                  <a:pt x="8374" y="77096"/>
                </a:cubicBezTo>
                <a:close/>
                <a:moveTo>
                  <a:pt x="8006" y="77066"/>
                </a:moveTo>
                <a:cubicBezTo>
                  <a:pt x="8006" y="77096"/>
                  <a:pt x="7991" y="77140"/>
                  <a:pt x="7991" y="77184"/>
                </a:cubicBezTo>
                <a:cubicBezTo>
                  <a:pt x="7932" y="77213"/>
                  <a:pt x="7903" y="77228"/>
                  <a:pt x="7873" y="77258"/>
                </a:cubicBezTo>
                <a:cubicBezTo>
                  <a:pt x="7873" y="77228"/>
                  <a:pt x="7873" y="77184"/>
                  <a:pt x="7888" y="77140"/>
                </a:cubicBezTo>
                <a:cubicBezTo>
                  <a:pt x="7932" y="77110"/>
                  <a:pt x="7962" y="77081"/>
                  <a:pt x="8006" y="77066"/>
                </a:cubicBezTo>
                <a:close/>
                <a:moveTo>
                  <a:pt x="8109" y="77155"/>
                </a:moveTo>
                <a:cubicBezTo>
                  <a:pt x="8109" y="77184"/>
                  <a:pt x="8094" y="77213"/>
                  <a:pt x="8094" y="77243"/>
                </a:cubicBezTo>
                <a:lnTo>
                  <a:pt x="8020" y="77317"/>
                </a:lnTo>
                <a:cubicBezTo>
                  <a:pt x="8020" y="77287"/>
                  <a:pt x="8035" y="77243"/>
                  <a:pt x="8035" y="77228"/>
                </a:cubicBezTo>
                <a:lnTo>
                  <a:pt x="8109" y="77155"/>
                </a:lnTo>
                <a:close/>
                <a:moveTo>
                  <a:pt x="8227" y="77243"/>
                </a:moveTo>
                <a:cubicBezTo>
                  <a:pt x="8212" y="77258"/>
                  <a:pt x="8212" y="77287"/>
                  <a:pt x="8212" y="77302"/>
                </a:cubicBezTo>
                <a:lnTo>
                  <a:pt x="8168" y="77331"/>
                </a:lnTo>
                <a:cubicBezTo>
                  <a:pt x="8168" y="77317"/>
                  <a:pt x="8168" y="77302"/>
                  <a:pt x="8182" y="77272"/>
                </a:cubicBezTo>
                <a:lnTo>
                  <a:pt x="8227" y="77243"/>
                </a:lnTo>
                <a:close/>
                <a:moveTo>
                  <a:pt x="7947" y="77302"/>
                </a:moveTo>
                <a:cubicBezTo>
                  <a:pt x="7947" y="77331"/>
                  <a:pt x="7932" y="77375"/>
                  <a:pt x="7932" y="77405"/>
                </a:cubicBezTo>
                <a:cubicBezTo>
                  <a:pt x="7917" y="77434"/>
                  <a:pt x="7873" y="77464"/>
                  <a:pt x="7844" y="77478"/>
                </a:cubicBezTo>
                <a:cubicBezTo>
                  <a:pt x="7844" y="77449"/>
                  <a:pt x="7859" y="77405"/>
                  <a:pt x="7859" y="77375"/>
                </a:cubicBezTo>
                <a:cubicBezTo>
                  <a:pt x="7888" y="77361"/>
                  <a:pt x="7932" y="77317"/>
                  <a:pt x="7947" y="77302"/>
                </a:cubicBezTo>
                <a:close/>
                <a:moveTo>
                  <a:pt x="8094" y="77390"/>
                </a:moveTo>
                <a:lnTo>
                  <a:pt x="8094" y="77390"/>
                </a:lnTo>
                <a:cubicBezTo>
                  <a:pt x="8065" y="77405"/>
                  <a:pt x="8065" y="77434"/>
                  <a:pt x="8065" y="77464"/>
                </a:cubicBezTo>
                <a:lnTo>
                  <a:pt x="8006" y="77523"/>
                </a:lnTo>
                <a:cubicBezTo>
                  <a:pt x="8006" y="77508"/>
                  <a:pt x="8020" y="77464"/>
                  <a:pt x="8020" y="77449"/>
                </a:cubicBezTo>
                <a:cubicBezTo>
                  <a:pt x="8035" y="77434"/>
                  <a:pt x="8065" y="77405"/>
                  <a:pt x="8094" y="77390"/>
                </a:cubicBezTo>
                <a:close/>
                <a:moveTo>
                  <a:pt x="7903" y="77537"/>
                </a:moveTo>
                <a:cubicBezTo>
                  <a:pt x="7888" y="77581"/>
                  <a:pt x="7888" y="77596"/>
                  <a:pt x="7888" y="77626"/>
                </a:cubicBezTo>
                <a:cubicBezTo>
                  <a:pt x="7873" y="77655"/>
                  <a:pt x="7859" y="77684"/>
                  <a:pt x="7814" y="77699"/>
                </a:cubicBezTo>
                <a:cubicBezTo>
                  <a:pt x="7814" y="77670"/>
                  <a:pt x="7829" y="77626"/>
                  <a:pt x="7829" y="77611"/>
                </a:cubicBezTo>
                <a:cubicBezTo>
                  <a:pt x="7859" y="77596"/>
                  <a:pt x="7888" y="77581"/>
                  <a:pt x="7903" y="77537"/>
                </a:cubicBezTo>
                <a:close/>
                <a:moveTo>
                  <a:pt x="8020" y="77611"/>
                </a:moveTo>
                <a:cubicBezTo>
                  <a:pt x="8006" y="77655"/>
                  <a:pt x="8006" y="77655"/>
                  <a:pt x="7991" y="77670"/>
                </a:cubicBezTo>
                <a:cubicBezTo>
                  <a:pt x="7962" y="77684"/>
                  <a:pt x="7947" y="77699"/>
                  <a:pt x="7947" y="77729"/>
                </a:cubicBezTo>
                <a:cubicBezTo>
                  <a:pt x="7947" y="77699"/>
                  <a:pt x="7947" y="77684"/>
                  <a:pt x="7962" y="77670"/>
                </a:cubicBezTo>
                <a:lnTo>
                  <a:pt x="8020" y="77611"/>
                </a:lnTo>
                <a:close/>
                <a:moveTo>
                  <a:pt x="7859" y="77773"/>
                </a:moveTo>
                <a:lnTo>
                  <a:pt x="7859" y="77773"/>
                </a:lnTo>
                <a:cubicBezTo>
                  <a:pt x="7844" y="77817"/>
                  <a:pt x="7844" y="77832"/>
                  <a:pt x="7844" y="77846"/>
                </a:cubicBezTo>
                <a:lnTo>
                  <a:pt x="7785" y="77905"/>
                </a:lnTo>
                <a:cubicBezTo>
                  <a:pt x="7785" y="77890"/>
                  <a:pt x="7800" y="77846"/>
                  <a:pt x="7800" y="77832"/>
                </a:cubicBezTo>
                <a:lnTo>
                  <a:pt x="7859" y="77773"/>
                </a:lnTo>
                <a:close/>
                <a:moveTo>
                  <a:pt x="7800" y="78023"/>
                </a:moveTo>
                <a:cubicBezTo>
                  <a:pt x="7785" y="78038"/>
                  <a:pt x="7785" y="78052"/>
                  <a:pt x="7785" y="78067"/>
                </a:cubicBezTo>
                <a:cubicBezTo>
                  <a:pt x="7770" y="78096"/>
                  <a:pt x="7770" y="78111"/>
                  <a:pt x="7741" y="78111"/>
                </a:cubicBezTo>
                <a:cubicBezTo>
                  <a:pt x="7741" y="78096"/>
                  <a:pt x="7741" y="78067"/>
                  <a:pt x="7770" y="78052"/>
                </a:cubicBezTo>
                <a:cubicBezTo>
                  <a:pt x="7785" y="78038"/>
                  <a:pt x="7785" y="78023"/>
                  <a:pt x="7800" y="78023"/>
                </a:cubicBezTo>
                <a:close/>
                <a:moveTo>
                  <a:pt x="7535" y="74859"/>
                </a:moveTo>
                <a:cubicBezTo>
                  <a:pt x="7564" y="74918"/>
                  <a:pt x="7579" y="74977"/>
                  <a:pt x="7594" y="75050"/>
                </a:cubicBezTo>
                <a:cubicBezTo>
                  <a:pt x="7064" y="75271"/>
                  <a:pt x="6534" y="75521"/>
                  <a:pt x="6019" y="75815"/>
                </a:cubicBezTo>
                <a:cubicBezTo>
                  <a:pt x="3723" y="77110"/>
                  <a:pt x="1987" y="79392"/>
                  <a:pt x="1266" y="81893"/>
                </a:cubicBezTo>
                <a:cubicBezTo>
                  <a:pt x="1913" y="79230"/>
                  <a:pt x="3694" y="76816"/>
                  <a:pt x="6107" y="75521"/>
                </a:cubicBezTo>
                <a:cubicBezTo>
                  <a:pt x="6564" y="75256"/>
                  <a:pt x="7049" y="75050"/>
                  <a:pt x="7535" y="74859"/>
                </a:cubicBezTo>
                <a:close/>
                <a:moveTo>
                  <a:pt x="7638" y="75109"/>
                </a:moveTo>
                <a:cubicBezTo>
                  <a:pt x="7638" y="75183"/>
                  <a:pt x="7653" y="75256"/>
                  <a:pt x="7667" y="75315"/>
                </a:cubicBezTo>
                <a:cubicBezTo>
                  <a:pt x="7108" y="75565"/>
                  <a:pt x="6519" y="75845"/>
                  <a:pt x="5975" y="76183"/>
                </a:cubicBezTo>
                <a:cubicBezTo>
                  <a:pt x="3738" y="77508"/>
                  <a:pt x="2075" y="79642"/>
                  <a:pt x="1339" y="82026"/>
                </a:cubicBezTo>
                <a:cubicBezTo>
                  <a:pt x="2016" y="79495"/>
                  <a:pt x="3753" y="77184"/>
                  <a:pt x="6063" y="75860"/>
                </a:cubicBezTo>
                <a:cubicBezTo>
                  <a:pt x="6564" y="75565"/>
                  <a:pt x="7093" y="75330"/>
                  <a:pt x="7638" y="75109"/>
                </a:cubicBezTo>
                <a:close/>
                <a:moveTo>
                  <a:pt x="7682" y="75403"/>
                </a:moveTo>
                <a:cubicBezTo>
                  <a:pt x="7711" y="75462"/>
                  <a:pt x="7711" y="75536"/>
                  <a:pt x="7726" y="75595"/>
                </a:cubicBezTo>
                <a:cubicBezTo>
                  <a:pt x="7123" y="75889"/>
                  <a:pt x="6519" y="76198"/>
                  <a:pt x="5931" y="76537"/>
                </a:cubicBezTo>
                <a:cubicBezTo>
                  <a:pt x="3635" y="77964"/>
                  <a:pt x="1957" y="80201"/>
                  <a:pt x="1251" y="82629"/>
                </a:cubicBezTo>
                <a:cubicBezTo>
                  <a:pt x="1884" y="80039"/>
                  <a:pt x="3606" y="77670"/>
                  <a:pt x="6019" y="76257"/>
                </a:cubicBezTo>
                <a:cubicBezTo>
                  <a:pt x="6549" y="75933"/>
                  <a:pt x="7123" y="75668"/>
                  <a:pt x="7682" y="75403"/>
                </a:cubicBezTo>
                <a:close/>
                <a:moveTo>
                  <a:pt x="7741" y="75668"/>
                </a:moveTo>
                <a:cubicBezTo>
                  <a:pt x="7770" y="75712"/>
                  <a:pt x="7770" y="75771"/>
                  <a:pt x="7770" y="75845"/>
                </a:cubicBezTo>
                <a:cubicBezTo>
                  <a:pt x="7123" y="76183"/>
                  <a:pt x="6490" y="76522"/>
                  <a:pt x="5872" y="76919"/>
                </a:cubicBezTo>
                <a:cubicBezTo>
                  <a:pt x="3606" y="78361"/>
                  <a:pt x="1913" y="80628"/>
                  <a:pt x="1221" y="83041"/>
                </a:cubicBezTo>
                <a:cubicBezTo>
                  <a:pt x="1854" y="80466"/>
                  <a:pt x="3591" y="78096"/>
                  <a:pt x="5960" y="76625"/>
                </a:cubicBezTo>
                <a:cubicBezTo>
                  <a:pt x="6534" y="76272"/>
                  <a:pt x="7137" y="75963"/>
                  <a:pt x="7741" y="75668"/>
                </a:cubicBezTo>
                <a:close/>
                <a:moveTo>
                  <a:pt x="7785" y="75933"/>
                </a:moveTo>
                <a:cubicBezTo>
                  <a:pt x="7785" y="75992"/>
                  <a:pt x="7800" y="76051"/>
                  <a:pt x="7800" y="76110"/>
                </a:cubicBezTo>
                <a:cubicBezTo>
                  <a:pt x="7137" y="76478"/>
                  <a:pt x="6475" y="76860"/>
                  <a:pt x="5828" y="77272"/>
                </a:cubicBezTo>
                <a:cubicBezTo>
                  <a:pt x="3591" y="78788"/>
                  <a:pt x="1943" y="80981"/>
                  <a:pt x="1236" y="83321"/>
                </a:cubicBezTo>
                <a:cubicBezTo>
                  <a:pt x="1884" y="80834"/>
                  <a:pt x="3591" y="78494"/>
                  <a:pt x="5931" y="76993"/>
                </a:cubicBezTo>
                <a:cubicBezTo>
                  <a:pt x="6534" y="76595"/>
                  <a:pt x="7152" y="76257"/>
                  <a:pt x="7785" y="75933"/>
                </a:cubicBezTo>
                <a:close/>
                <a:moveTo>
                  <a:pt x="7800" y="76198"/>
                </a:moveTo>
                <a:cubicBezTo>
                  <a:pt x="7800" y="76257"/>
                  <a:pt x="7800" y="76301"/>
                  <a:pt x="7814" y="76360"/>
                </a:cubicBezTo>
                <a:cubicBezTo>
                  <a:pt x="7137" y="76757"/>
                  <a:pt x="6461" y="77184"/>
                  <a:pt x="5784" y="77670"/>
                </a:cubicBezTo>
                <a:cubicBezTo>
                  <a:pt x="3517" y="79244"/>
                  <a:pt x="1884" y="81496"/>
                  <a:pt x="1177" y="83836"/>
                </a:cubicBezTo>
                <a:cubicBezTo>
                  <a:pt x="1781" y="81305"/>
                  <a:pt x="3473" y="78950"/>
                  <a:pt x="5872" y="77361"/>
                </a:cubicBezTo>
                <a:cubicBezTo>
                  <a:pt x="6490" y="76934"/>
                  <a:pt x="7152" y="76551"/>
                  <a:pt x="7800" y="76198"/>
                </a:cubicBezTo>
                <a:close/>
                <a:moveTo>
                  <a:pt x="7800" y="76448"/>
                </a:moveTo>
                <a:lnTo>
                  <a:pt x="7800" y="76625"/>
                </a:lnTo>
                <a:cubicBezTo>
                  <a:pt x="7726" y="76669"/>
                  <a:pt x="7638" y="76728"/>
                  <a:pt x="7564" y="76787"/>
                </a:cubicBezTo>
                <a:cubicBezTo>
                  <a:pt x="6961" y="77184"/>
                  <a:pt x="6313" y="77596"/>
                  <a:pt x="5710" y="78052"/>
                </a:cubicBezTo>
                <a:cubicBezTo>
                  <a:pt x="3458" y="79701"/>
                  <a:pt x="1854" y="81864"/>
                  <a:pt x="1163" y="84145"/>
                </a:cubicBezTo>
                <a:cubicBezTo>
                  <a:pt x="1825" y="81673"/>
                  <a:pt x="3473" y="79362"/>
                  <a:pt x="5813" y="77729"/>
                </a:cubicBezTo>
                <a:cubicBezTo>
                  <a:pt x="6475" y="77258"/>
                  <a:pt x="7152" y="76846"/>
                  <a:pt x="7800" y="76448"/>
                </a:cubicBezTo>
                <a:close/>
                <a:moveTo>
                  <a:pt x="7829" y="76698"/>
                </a:moveTo>
                <a:lnTo>
                  <a:pt x="7829" y="76846"/>
                </a:lnTo>
                <a:cubicBezTo>
                  <a:pt x="7653" y="76963"/>
                  <a:pt x="7447" y="77110"/>
                  <a:pt x="7270" y="77243"/>
                </a:cubicBezTo>
                <a:cubicBezTo>
                  <a:pt x="6755" y="77611"/>
                  <a:pt x="6210" y="77979"/>
                  <a:pt x="5695" y="78391"/>
                </a:cubicBezTo>
                <a:cubicBezTo>
                  <a:pt x="3414" y="80113"/>
                  <a:pt x="1825" y="82335"/>
                  <a:pt x="1148" y="84616"/>
                </a:cubicBezTo>
                <a:cubicBezTo>
                  <a:pt x="1737" y="82188"/>
                  <a:pt x="3370" y="79833"/>
                  <a:pt x="5784" y="78096"/>
                </a:cubicBezTo>
                <a:cubicBezTo>
                  <a:pt x="6387" y="77655"/>
                  <a:pt x="7005" y="77228"/>
                  <a:pt x="7638" y="76816"/>
                </a:cubicBezTo>
                <a:cubicBezTo>
                  <a:pt x="7711" y="76787"/>
                  <a:pt x="7770" y="76728"/>
                  <a:pt x="7829" y="76698"/>
                </a:cubicBezTo>
                <a:close/>
                <a:moveTo>
                  <a:pt x="7800" y="76949"/>
                </a:moveTo>
                <a:lnTo>
                  <a:pt x="7800" y="77096"/>
                </a:lnTo>
                <a:cubicBezTo>
                  <a:pt x="7505" y="77331"/>
                  <a:pt x="7196" y="77552"/>
                  <a:pt x="6902" y="77802"/>
                </a:cubicBezTo>
                <a:cubicBezTo>
                  <a:pt x="6475" y="78111"/>
                  <a:pt x="6048" y="78435"/>
                  <a:pt x="5622" y="78773"/>
                </a:cubicBezTo>
                <a:cubicBezTo>
                  <a:pt x="4253" y="79862"/>
                  <a:pt x="2016" y="81996"/>
                  <a:pt x="1118" y="84910"/>
                </a:cubicBezTo>
                <a:cubicBezTo>
                  <a:pt x="1751" y="82541"/>
                  <a:pt x="3385" y="80245"/>
                  <a:pt x="5725" y="78464"/>
                </a:cubicBezTo>
                <a:cubicBezTo>
                  <a:pt x="6240" y="78067"/>
                  <a:pt x="6770" y="77684"/>
                  <a:pt x="7285" y="77317"/>
                </a:cubicBezTo>
                <a:cubicBezTo>
                  <a:pt x="7476" y="77184"/>
                  <a:pt x="7638" y="77081"/>
                  <a:pt x="7800" y="76949"/>
                </a:cubicBezTo>
                <a:close/>
                <a:moveTo>
                  <a:pt x="7785" y="77213"/>
                </a:moveTo>
                <a:cubicBezTo>
                  <a:pt x="7785" y="77243"/>
                  <a:pt x="7785" y="77302"/>
                  <a:pt x="7770" y="77331"/>
                </a:cubicBezTo>
                <a:cubicBezTo>
                  <a:pt x="7358" y="77670"/>
                  <a:pt x="6946" y="78008"/>
                  <a:pt x="6534" y="78347"/>
                </a:cubicBezTo>
                <a:cubicBezTo>
                  <a:pt x="6210" y="78597"/>
                  <a:pt x="5887" y="78862"/>
                  <a:pt x="5578" y="79141"/>
                </a:cubicBezTo>
                <a:cubicBezTo>
                  <a:pt x="3355" y="80981"/>
                  <a:pt x="1795" y="83129"/>
                  <a:pt x="1104" y="85278"/>
                </a:cubicBezTo>
                <a:lnTo>
                  <a:pt x="1104" y="85263"/>
                </a:lnTo>
                <a:cubicBezTo>
                  <a:pt x="1928" y="82188"/>
                  <a:pt x="4268" y="79965"/>
                  <a:pt x="5666" y="78832"/>
                </a:cubicBezTo>
                <a:cubicBezTo>
                  <a:pt x="6093" y="78494"/>
                  <a:pt x="6505" y="78170"/>
                  <a:pt x="6931" y="77846"/>
                </a:cubicBezTo>
                <a:cubicBezTo>
                  <a:pt x="7226" y="77626"/>
                  <a:pt x="7505" y="77405"/>
                  <a:pt x="7785" y="77213"/>
                </a:cubicBezTo>
                <a:close/>
                <a:moveTo>
                  <a:pt x="7770" y="77449"/>
                </a:moveTo>
                <a:cubicBezTo>
                  <a:pt x="7770" y="77478"/>
                  <a:pt x="7741" y="77523"/>
                  <a:pt x="7741" y="77581"/>
                </a:cubicBezTo>
                <a:cubicBezTo>
                  <a:pt x="7255" y="78038"/>
                  <a:pt x="6711" y="78494"/>
                  <a:pt x="6181" y="78950"/>
                </a:cubicBezTo>
                <a:cubicBezTo>
                  <a:pt x="5960" y="79141"/>
                  <a:pt x="5739" y="79318"/>
                  <a:pt x="5519" y="79524"/>
                </a:cubicBezTo>
                <a:cubicBezTo>
                  <a:pt x="3959" y="80869"/>
                  <a:pt x="2107" y="82854"/>
                  <a:pt x="1194" y="85316"/>
                </a:cubicBezTo>
                <a:lnTo>
                  <a:pt x="1194" y="85316"/>
                </a:lnTo>
                <a:cubicBezTo>
                  <a:pt x="1869" y="83161"/>
                  <a:pt x="3422" y="81026"/>
                  <a:pt x="5636" y="79200"/>
                </a:cubicBezTo>
                <a:cubicBezTo>
                  <a:pt x="5945" y="78935"/>
                  <a:pt x="6269" y="78656"/>
                  <a:pt x="6593" y="78406"/>
                </a:cubicBezTo>
                <a:cubicBezTo>
                  <a:pt x="6990" y="78067"/>
                  <a:pt x="7373" y="77758"/>
                  <a:pt x="7770" y="77449"/>
                </a:cubicBezTo>
                <a:close/>
                <a:moveTo>
                  <a:pt x="7726" y="77684"/>
                </a:moveTo>
                <a:cubicBezTo>
                  <a:pt x="7726" y="77714"/>
                  <a:pt x="7711" y="77758"/>
                  <a:pt x="7711" y="77802"/>
                </a:cubicBezTo>
                <a:cubicBezTo>
                  <a:pt x="7123" y="78376"/>
                  <a:pt x="6475" y="78965"/>
                  <a:pt x="5813" y="79568"/>
                </a:cubicBezTo>
                <a:lnTo>
                  <a:pt x="5460" y="79877"/>
                </a:lnTo>
                <a:cubicBezTo>
                  <a:pt x="3318" y="81799"/>
                  <a:pt x="1892" y="83751"/>
                  <a:pt x="1169" y="85702"/>
                </a:cubicBezTo>
                <a:lnTo>
                  <a:pt x="1169" y="85702"/>
                </a:lnTo>
                <a:cubicBezTo>
                  <a:pt x="1168" y="85693"/>
                  <a:pt x="1163" y="85684"/>
                  <a:pt x="1163" y="85675"/>
                </a:cubicBezTo>
                <a:cubicBezTo>
                  <a:pt x="2001" y="83071"/>
                  <a:pt x="3959" y="80951"/>
                  <a:pt x="5578" y="79568"/>
                </a:cubicBezTo>
                <a:cubicBezTo>
                  <a:pt x="5798" y="79377"/>
                  <a:pt x="6019" y="79200"/>
                  <a:pt x="6240" y="78994"/>
                </a:cubicBezTo>
                <a:cubicBezTo>
                  <a:pt x="6755" y="78553"/>
                  <a:pt x="7255" y="78126"/>
                  <a:pt x="7726" y="77684"/>
                </a:cubicBezTo>
                <a:close/>
                <a:moveTo>
                  <a:pt x="7711" y="77964"/>
                </a:moveTo>
                <a:cubicBezTo>
                  <a:pt x="7697" y="77979"/>
                  <a:pt x="7697" y="77993"/>
                  <a:pt x="7667" y="78038"/>
                </a:cubicBezTo>
                <a:cubicBezTo>
                  <a:pt x="6990" y="78788"/>
                  <a:pt x="6210" y="79509"/>
                  <a:pt x="5460" y="80216"/>
                </a:cubicBezTo>
                <a:lnTo>
                  <a:pt x="5430" y="80260"/>
                </a:lnTo>
                <a:cubicBezTo>
                  <a:pt x="3296" y="82246"/>
                  <a:pt x="1928" y="84101"/>
                  <a:pt x="1192" y="85940"/>
                </a:cubicBezTo>
                <a:lnTo>
                  <a:pt x="1192" y="85881"/>
                </a:lnTo>
                <a:cubicBezTo>
                  <a:pt x="1898" y="83895"/>
                  <a:pt x="3355" y="81893"/>
                  <a:pt x="5533" y="79951"/>
                </a:cubicBezTo>
                <a:lnTo>
                  <a:pt x="5887" y="79627"/>
                </a:lnTo>
                <a:cubicBezTo>
                  <a:pt x="6519" y="79068"/>
                  <a:pt x="7137" y="78509"/>
                  <a:pt x="7711" y="77964"/>
                </a:cubicBezTo>
                <a:close/>
                <a:moveTo>
                  <a:pt x="7638" y="78199"/>
                </a:moveTo>
                <a:lnTo>
                  <a:pt x="7638" y="78258"/>
                </a:lnTo>
                <a:cubicBezTo>
                  <a:pt x="6990" y="79024"/>
                  <a:pt x="6210" y="79804"/>
                  <a:pt x="5386" y="80613"/>
                </a:cubicBezTo>
                <a:cubicBezTo>
                  <a:pt x="3900" y="82070"/>
                  <a:pt x="2193" y="83939"/>
                  <a:pt x="1251" y="86161"/>
                </a:cubicBezTo>
                <a:cubicBezTo>
                  <a:pt x="1251" y="86146"/>
                  <a:pt x="1236" y="86117"/>
                  <a:pt x="1236" y="86087"/>
                </a:cubicBezTo>
                <a:cubicBezTo>
                  <a:pt x="1928" y="84218"/>
                  <a:pt x="3311" y="82335"/>
                  <a:pt x="5475" y="80319"/>
                </a:cubicBezTo>
                <a:lnTo>
                  <a:pt x="5519" y="80274"/>
                </a:lnTo>
                <a:cubicBezTo>
                  <a:pt x="6240" y="79598"/>
                  <a:pt x="6976" y="78921"/>
                  <a:pt x="7638" y="78199"/>
                </a:cubicBezTo>
                <a:close/>
                <a:moveTo>
                  <a:pt x="7579" y="78435"/>
                </a:moveTo>
                <a:cubicBezTo>
                  <a:pt x="7579" y="78464"/>
                  <a:pt x="7579" y="78464"/>
                  <a:pt x="7564" y="78479"/>
                </a:cubicBezTo>
                <a:cubicBezTo>
                  <a:pt x="6902" y="79347"/>
                  <a:pt x="6107" y="80171"/>
                  <a:pt x="5342" y="80981"/>
                </a:cubicBezTo>
                <a:cubicBezTo>
                  <a:pt x="3738" y="82600"/>
                  <a:pt x="2193" y="84366"/>
                  <a:pt x="1310" y="86367"/>
                </a:cubicBezTo>
                <a:cubicBezTo>
                  <a:pt x="1310" y="86352"/>
                  <a:pt x="1295" y="86308"/>
                  <a:pt x="1295" y="86293"/>
                </a:cubicBezTo>
                <a:cubicBezTo>
                  <a:pt x="2207" y="84027"/>
                  <a:pt x="3944" y="82143"/>
                  <a:pt x="5445" y="80672"/>
                </a:cubicBezTo>
                <a:cubicBezTo>
                  <a:pt x="6225" y="79907"/>
                  <a:pt x="6961" y="79171"/>
                  <a:pt x="7579" y="78435"/>
                </a:cubicBezTo>
                <a:close/>
                <a:moveTo>
                  <a:pt x="1118" y="86382"/>
                </a:moveTo>
                <a:cubicBezTo>
                  <a:pt x="1118" y="86411"/>
                  <a:pt x="1118" y="86426"/>
                  <a:pt x="1148" y="86441"/>
                </a:cubicBezTo>
                <a:lnTo>
                  <a:pt x="1148" y="86455"/>
                </a:lnTo>
                <a:cubicBezTo>
                  <a:pt x="1118" y="86441"/>
                  <a:pt x="1118" y="86426"/>
                  <a:pt x="1118" y="86411"/>
                </a:cubicBezTo>
                <a:lnTo>
                  <a:pt x="1118" y="86382"/>
                </a:lnTo>
                <a:close/>
                <a:moveTo>
                  <a:pt x="1221" y="86455"/>
                </a:moveTo>
                <a:cubicBezTo>
                  <a:pt x="1236" y="86455"/>
                  <a:pt x="1236" y="86500"/>
                  <a:pt x="1236" y="86514"/>
                </a:cubicBezTo>
                <a:lnTo>
                  <a:pt x="1236" y="86529"/>
                </a:lnTo>
                <a:cubicBezTo>
                  <a:pt x="1236" y="86500"/>
                  <a:pt x="1236" y="86485"/>
                  <a:pt x="1221" y="86455"/>
                </a:cubicBezTo>
                <a:close/>
                <a:moveTo>
                  <a:pt x="7478" y="78754"/>
                </a:moveTo>
                <a:lnTo>
                  <a:pt x="7478" y="78754"/>
                </a:lnTo>
                <a:cubicBezTo>
                  <a:pt x="6821" y="79681"/>
                  <a:pt x="6038" y="80551"/>
                  <a:pt x="5298" y="81349"/>
                </a:cubicBezTo>
                <a:cubicBezTo>
                  <a:pt x="3797" y="82953"/>
                  <a:pt x="2281" y="84660"/>
                  <a:pt x="1369" y="86603"/>
                </a:cubicBezTo>
                <a:cubicBezTo>
                  <a:pt x="1369" y="86573"/>
                  <a:pt x="1339" y="86558"/>
                  <a:pt x="1339" y="86514"/>
                </a:cubicBezTo>
                <a:cubicBezTo>
                  <a:pt x="2222" y="84454"/>
                  <a:pt x="3797" y="82688"/>
                  <a:pt x="5416" y="81040"/>
                </a:cubicBezTo>
                <a:cubicBezTo>
                  <a:pt x="6135" y="80292"/>
                  <a:pt x="6854" y="79543"/>
                  <a:pt x="7478" y="78754"/>
                </a:cubicBezTo>
                <a:close/>
                <a:moveTo>
                  <a:pt x="1177" y="86588"/>
                </a:moveTo>
                <a:cubicBezTo>
                  <a:pt x="1177" y="86603"/>
                  <a:pt x="1177" y="86632"/>
                  <a:pt x="1192" y="86647"/>
                </a:cubicBezTo>
                <a:cubicBezTo>
                  <a:pt x="1192" y="86661"/>
                  <a:pt x="1192" y="86661"/>
                  <a:pt x="1177" y="86676"/>
                </a:cubicBezTo>
                <a:cubicBezTo>
                  <a:pt x="1163" y="86661"/>
                  <a:pt x="1163" y="86647"/>
                  <a:pt x="1163" y="86632"/>
                </a:cubicBezTo>
                <a:cubicBezTo>
                  <a:pt x="1163" y="86603"/>
                  <a:pt x="1163" y="86603"/>
                  <a:pt x="1177" y="86588"/>
                </a:cubicBezTo>
                <a:close/>
                <a:moveTo>
                  <a:pt x="1280" y="86647"/>
                </a:moveTo>
                <a:cubicBezTo>
                  <a:pt x="1280" y="86661"/>
                  <a:pt x="1310" y="86706"/>
                  <a:pt x="1310" y="86720"/>
                </a:cubicBezTo>
                <a:cubicBezTo>
                  <a:pt x="1310" y="86720"/>
                  <a:pt x="1310" y="86735"/>
                  <a:pt x="1280" y="86735"/>
                </a:cubicBezTo>
                <a:cubicBezTo>
                  <a:pt x="1280" y="86720"/>
                  <a:pt x="1266" y="86676"/>
                  <a:pt x="1266" y="86661"/>
                </a:cubicBezTo>
                <a:cubicBezTo>
                  <a:pt x="1266" y="86661"/>
                  <a:pt x="1266" y="86647"/>
                  <a:pt x="1280" y="86647"/>
                </a:cubicBezTo>
                <a:close/>
                <a:moveTo>
                  <a:pt x="7299" y="79141"/>
                </a:moveTo>
                <a:lnTo>
                  <a:pt x="7299" y="79141"/>
                </a:lnTo>
                <a:cubicBezTo>
                  <a:pt x="6681" y="80054"/>
                  <a:pt x="5960" y="80922"/>
                  <a:pt x="5239" y="81717"/>
                </a:cubicBezTo>
                <a:cubicBezTo>
                  <a:pt x="3885" y="83218"/>
                  <a:pt x="2369" y="84895"/>
                  <a:pt x="1413" y="86809"/>
                </a:cubicBezTo>
                <a:cubicBezTo>
                  <a:pt x="1413" y="86779"/>
                  <a:pt x="1398" y="86750"/>
                  <a:pt x="1398" y="86720"/>
                </a:cubicBezTo>
                <a:cubicBezTo>
                  <a:pt x="2296" y="84748"/>
                  <a:pt x="3826" y="83012"/>
                  <a:pt x="5357" y="81408"/>
                </a:cubicBezTo>
                <a:cubicBezTo>
                  <a:pt x="6019" y="80701"/>
                  <a:pt x="6696" y="79951"/>
                  <a:pt x="7299" y="79141"/>
                </a:cubicBezTo>
                <a:close/>
                <a:moveTo>
                  <a:pt x="1104" y="86794"/>
                </a:moveTo>
                <a:cubicBezTo>
                  <a:pt x="1104" y="86809"/>
                  <a:pt x="1104" y="86823"/>
                  <a:pt x="1118" y="86853"/>
                </a:cubicBezTo>
                <a:cubicBezTo>
                  <a:pt x="1118" y="86853"/>
                  <a:pt x="1118" y="86867"/>
                  <a:pt x="1104" y="86867"/>
                </a:cubicBezTo>
                <a:lnTo>
                  <a:pt x="1104" y="86809"/>
                </a:lnTo>
                <a:lnTo>
                  <a:pt x="1104" y="86794"/>
                </a:lnTo>
                <a:close/>
                <a:moveTo>
                  <a:pt x="1207" y="86794"/>
                </a:moveTo>
                <a:cubicBezTo>
                  <a:pt x="1207" y="86809"/>
                  <a:pt x="1236" y="86853"/>
                  <a:pt x="1236" y="86867"/>
                </a:cubicBezTo>
                <a:cubicBezTo>
                  <a:pt x="1236" y="86882"/>
                  <a:pt x="1207" y="86897"/>
                  <a:pt x="1207" y="86897"/>
                </a:cubicBezTo>
                <a:cubicBezTo>
                  <a:pt x="1221" y="86882"/>
                  <a:pt x="1192" y="86867"/>
                  <a:pt x="1192" y="86823"/>
                </a:cubicBezTo>
                <a:cubicBezTo>
                  <a:pt x="1192" y="86809"/>
                  <a:pt x="1207" y="86794"/>
                  <a:pt x="1207" y="86794"/>
                </a:cubicBezTo>
                <a:close/>
                <a:moveTo>
                  <a:pt x="1339" y="86823"/>
                </a:moveTo>
                <a:cubicBezTo>
                  <a:pt x="1339" y="86867"/>
                  <a:pt x="1354" y="86882"/>
                  <a:pt x="1354" y="86926"/>
                </a:cubicBezTo>
                <a:cubicBezTo>
                  <a:pt x="1354" y="86941"/>
                  <a:pt x="1339" y="86941"/>
                  <a:pt x="1339" y="86956"/>
                </a:cubicBezTo>
                <a:cubicBezTo>
                  <a:pt x="1324" y="86941"/>
                  <a:pt x="1324" y="86897"/>
                  <a:pt x="1324" y="86867"/>
                </a:cubicBezTo>
                <a:cubicBezTo>
                  <a:pt x="1324" y="86838"/>
                  <a:pt x="1324" y="86838"/>
                  <a:pt x="1339" y="86823"/>
                </a:cubicBezTo>
                <a:close/>
                <a:moveTo>
                  <a:pt x="7137" y="79480"/>
                </a:moveTo>
                <a:cubicBezTo>
                  <a:pt x="6564" y="80451"/>
                  <a:pt x="5857" y="81334"/>
                  <a:pt x="5195" y="82085"/>
                </a:cubicBezTo>
                <a:lnTo>
                  <a:pt x="4930" y="82379"/>
                </a:lnTo>
                <a:cubicBezTo>
                  <a:pt x="3664" y="83851"/>
                  <a:pt x="2340" y="85352"/>
                  <a:pt x="1457" y="87044"/>
                </a:cubicBezTo>
                <a:cubicBezTo>
                  <a:pt x="1428" y="87015"/>
                  <a:pt x="1428" y="86970"/>
                  <a:pt x="1413" y="86941"/>
                </a:cubicBezTo>
                <a:cubicBezTo>
                  <a:pt x="2355" y="84984"/>
                  <a:pt x="3885" y="83291"/>
                  <a:pt x="5283" y="81761"/>
                </a:cubicBezTo>
                <a:cubicBezTo>
                  <a:pt x="5916" y="81054"/>
                  <a:pt x="6564" y="80289"/>
                  <a:pt x="7137" y="79480"/>
                </a:cubicBezTo>
                <a:close/>
                <a:moveTo>
                  <a:pt x="1148" y="86970"/>
                </a:moveTo>
                <a:cubicBezTo>
                  <a:pt x="1148" y="87000"/>
                  <a:pt x="1163" y="87015"/>
                  <a:pt x="1163" y="87044"/>
                </a:cubicBezTo>
                <a:cubicBezTo>
                  <a:pt x="1163" y="87073"/>
                  <a:pt x="1148" y="87073"/>
                  <a:pt x="1148" y="87088"/>
                </a:cubicBezTo>
                <a:cubicBezTo>
                  <a:pt x="1148" y="87044"/>
                  <a:pt x="1148" y="87029"/>
                  <a:pt x="1118" y="87015"/>
                </a:cubicBezTo>
                <a:cubicBezTo>
                  <a:pt x="1118" y="87000"/>
                  <a:pt x="1118" y="87000"/>
                  <a:pt x="1148" y="86970"/>
                </a:cubicBezTo>
                <a:close/>
                <a:moveTo>
                  <a:pt x="1266" y="87000"/>
                </a:moveTo>
                <a:cubicBezTo>
                  <a:pt x="1266" y="87029"/>
                  <a:pt x="1280" y="87044"/>
                  <a:pt x="1280" y="87088"/>
                </a:cubicBezTo>
                <a:cubicBezTo>
                  <a:pt x="1280" y="87103"/>
                  <a:pt x="1266" y="87118"/>
                  <a:pt x="1266" y="87147"/>
                </a:cubicBezTo>
                <a:cubicBezTo>
                  <a:pt x="1251" y="87103"/>
                  <a:pt x="1251" y="87073"/>
                  <a:pt x="1251" y="87044"/>
                </a:cubicBezTo>
                <a:cubicBezTo>
                  <a:pt x="1251" y="87029"/>
                  <a:pt x="1266" y="87015"/>
                  <a:pt x="1266" y="87000"/>
                </a:cubicBezTo>
                <a:close/>
                <a:moveTo>
                  <a:pt x="1383" y="87044"/>
                </a:moveTo>
                <a:cubicBezTo>
                  <a:pt x="1383" y="87088"/>
                  <a:pt x="1398" y="87118"/>
                  <a:pt x="1413" y="87147"/>
                </a:cubicBezTo>
                <a:cubicBezTo>
                  <a:pt x="1413" y="87162"/>
                  <a:pt x="1398" y="87162"/>
                  <a:pt x="1398" y="87176"/>
                </a:cubicBezTo>
                <a:cubicBezTo>
                  <a:pt x="1383" y="87162"/>
                  <a:pt x="1383" y="87118"/>
                  <a:pt x="1369" y="87088"/>
                </a:cubicBezTo>
                <a:cubicBezTo>
                  <a:pt x="1369" y="87073"/>
                  <a:pt x="1383" y="87073"/>
                  <a:pt x="1383" y="87044"/>
                </a:cubicBezTo>
                <a:close/>
                <a:moveTo>
                  <a:pt x="7005" y="79848"/>
                </a:moveTo>
                <a:lnTo>
                  <a:pt x="7005" y="79848"/>
                </a:lnTo>
                <a:cubicBezTo>
                  <a:pt x="6461" y="80819"/>
                  <a:pt x="5784" y="81673"/>
                  <a:pt x="5136" y="82453"/>
                </a:cubicBezTo>
                <a:cubicBezTo>
                  <a:pt x="4945" y="82673"/>
                  <a:pt x="4783" y="82879"/>
                  <a:pt x="4592" y="83100"/>
                </a:cubicBezTo>
                <a:cubicBezTo>
                  <a:pt x="3488" y="84425"/>
                  <a:pt x="2355" y="85764"/>
                  <a:pt x="1531" y="87265"/>
                </a:cubicBezTo>
                <a:cubicBezTo>
                  <a:pt x="1516" y="87235"/>
                  <a:pt x="1516" y="87191"/>
                  <a:pt x="1486" y="87162"/>
                </a:cubicBezTo>
                <a:cubicBezTo>
                  <a:pt x="2369" y="85425"/>
                  <a:pt x="3694" y="83924"/>
                  <a:pt x="4989" y="82423"/>
                </a:cubicBezTo>
                <a:lnTo>
                  <a:pt x="5239" y="82129"/>
                </a:lnTo>
                <a:cubicBezTo>
                  <a:pt x="5828" y="81452"/>
                  <a:pt x="6461" y="80687"/>
                  <a:pt x="7005" y="79848"/>
                </a:cubicBezTo>
                <a:close/>
                <a:moveTo>
                  <a:pt x="1192" y="87176"/>
                </a:moveTo>
                <a:cubicBezTo>
                  <a:pt x="1192" y="87191"/>
                  <a:pt x="1207" y="87235"/>
                  <a:pt x="1207" y="87250"/>
                </a:cubicBezTo>
                <a:cubicBezTo>
                  <a:pt x="1207" y="87265"/>
                  <a:pt x="1192" y="87294"/>
                  <a:pt x="1192" y="87294"/>
                </a:cubicBezTo>
                <a:cubicBezTo>
                  <a:pt x="1177" y="87265"/>
                  <a:pt x="1177" y="87250"/>
                  <a:pt x="1177" y="87221"/>
                </a:cubicBezTo>
                <a:cubicBezTo>
                  <a:pt x="1177" y="87191"/>
                  <a:pt x="1192" y="87176"/>
                  <a:pt x="1192" y="87176"/>
                </a:cubicBezTo>
                <a:close/>
                <a:moveTo>
                  <a:pt x="1310" y="87191"/>
                </a:moveTo>
                <a:cubicBezTo>
                  <a:pt x="1310" y="87235"/>
                  <a:pt x="1324" y="87250"/>
                  <a:pt x="1324" y="87294"/>
                </a:cubicBezTo>
                <a:cubicBezTo>
                  <a:pt x="1324" y="87309"/>
                  <a:pt x="1310" y="87324"/>
                  <a:pt x="1310" y="87338"/>
                </a:cubicBezTo>
                <a:cubicBezTo>
                  <a:pt x="1310" y="87324"/>
                  <a:pt x="1310" y="87294"/>
                  <a:pt x="1280" y="87250"/>
                </a:cubicBezTo>
                <a:cubicBezTo>
                  <a:pt x="1280" y="87235"/>
                  <a:pt x="1310" y="87221"/>
                  <a:pt x="1310" y="87191"/>
                </a:cubicBezTo>
                <a:close/>
                <a:moveTo>
                  <a:pt x="1457" y="87265"/>
                </a:moveTo>
                <a:cubicBezTo>
                  <a:pt x="1472" y="87309"/>
                  <a:pt x="1472" y="87338"/>
                  <a:pt x="1486" y="87383"/>
                </a:cubicBezTo>
                <a:cubicBezTo>
                  <a:pt x="1486" y="87397"/>
                  <a:pt x="1472" y="87412"/>
                  <a:pt x="1472" y="87412"/>
                </a:cubicBezTo>
                <a:cubicBezTo>
                  <a:pt x="1457" y="87383"/>
                  <a:pt x="1442" y="87338"/>
                  <a:pt x="1442" y="87309"/>
                </a:cubicBezTo>
                <a:cubicBezTo>
                  <a:pt x="1442" y="87294"/>
                  <a:pt x="1457" y="87294"/>
                  <a:pt x="1457" y="87265"/>
                </a:cubicBezTo>
                <a:close/>
                <a:moveTo>
                  <a:pt x="1118" y="87368"/>
                </a:moveTo>
                <a:lnTo>
                  <a:pt x="1118" y="87368"/>
                </a:lnTo>
                <a:cubicBezTo>
                  <a:pt x="1148" y="87383"/>
                  <a:pt x="1148" y="87397"/>
                  <a:pt x="1148" y="87412"/>
                </a:cubicBezTo>
                <a:lnTo>
                  <a:pt x="1148" y="87441"/>
                </a:lnTo>
                <a:cubicBezTo>
                  <a:pt x="1118" y="87412"/>
                  <a:pt x="1118" y="87397"/>
                  <a:pt x="1118" y="87368"/>
                </a:cubicBezTo>
                <a:close/>
                <a:moveTo>
                  <a:pt x="6755" y="80436"/>
                </a:moveTo>
                <a:lnTo>
                  <a:pt x="6755" y="80436"/>
                </a:lnTo>
                <a:cubicBezTo>
                  <a:pt x="6240" y="81349"/>
                  <a:pt x="5636" y="82158"/>
                  <a:pt x="5092" y="82835"/>
                </a:cubicBezTo>
                <a:cubicBezTo>
                  <a:pt x="4842" y="83144"/>
                  <a:pt x="4577" y="83483"/>
                  <a:pt x="4327" y="83792"/>
                </a:cubicBezTo>
                <a:cubicBezTo>
                  <a:pt x="3355" y="84969"/>
                  <a:pt x="2369" y="86190"/>
                  <a:pt x="1619" y="87515"/>
                </a:cubicBezTo>
                <a:cubicBezTo>
                  <a:pt x="1604" y="87471"/>
                  <a:pt x="1604" y="87441"/>
                  <a:pt x="1575" y="87397"/>
                </a:cubicBezTo>
                <a:cubicBezTo>
                  <a:pt x="2414" y="85867"/>
                  <a:pt x="3547" y="84513"/>
                  <a:pt x="4665" y="83159"/>
                </a:cubicBezTo>
                <a:cubicBezTo>
                  <a:pt x="4856" y="82953"/>
                  <a:pt x="5033" y="82747"/>
                  <a:pt x="5210" y="82526"/>
                </a:cubicBezTo>
                <a:cubicBezTo>
                  <a:pt x="5725" y="81893"/>
                  <a:pt x="6269" y="81202"/>
                  <a:pt x="6755" y="80436"/>
                </a:cubicBezTo>
                <a:close/>
                <a:moveTo>
                  <a:pt x="1236" y="87383"/>
                </a:moveTo>
                <a:cubicBezTo>
                  <a:pt x="1236" y="87412"/>
                  <a:pt x="1251" y="87441"/>
                  <a:pt x="1251" y="87471"/>
                </a:cubicBezTo>
                <a:cubicBezTo>
                  <a:pt x="1251" y="87486"/>
                  <a:pt x="1236" y="87515"/>
                  <a:pt x="1236" y="87530"/>
                </a:cubicBezTo>
                <a:cubicBezTo>
                  <a:pt x="1236" y="87486"/>
                  <a:pt x="1221" y="87456"/>
                  <a:pt x="1221" y="87441"/>
                </a:cubicBezTo>
                <a:cubicBezTo>
                  <a:pt x="1221" y="87412"/>
                  <a:pt x="1236" y="87397"/>
                  <a:pt x="1236" y="87383"/>
                </a:cubicBezTo>
                <a:close/>
                <a:moveTo>
                  <a:pt x="1383" y="87412"/>
                </a:moveTo>
                <a:cubicBezTo>
                  <a:pt x="1398" y="87456"/>
                  <a:pt x="1398" y="87486"/>
                  <a:pt x="1413" y="87515"/>
                </a:cubicBezTo>
                <a:cubicBezTo>
                  <a:pt x="1398" y="87530"/>
                  <a:pt x="1398" y="87544"/>
                  <a:pt x="1383" y="87559"/>
                </a:cubicBezTo>
                <a:cubicBezTo>
                  <a:pt x="1369" y="87544"/>
                  <a:pt x="1369" y="87515"/>
                  <a:pt x="1339" y="87471"/>
                </a:cubicBezTo>
                <a:cubicBezTo>
                  <a:pt x="1369" y="87456"/>
                  <a:pt x="1369" y="87441"/>
                  <a:pt x="1383" y="87412"/>
                </a:cubicBezTo>
                <a:close/>
                <a:moveTo>
                  <a:pt x="1045" y="87530"/>
                </a:moveTo>
                <a:cubicBezTo>
                  <a:pt x="1045" y="87544"/>
                  <a:pt x="1045" y="87559"/>
                  <a:pt x="1060" y="87589"/>
                </a:cubicBezTo>
                <a:lnTo>
                  <a:pt x="1060" y="87603"/>
                </a:lnTo>
                <a:cubicBezTo>
                  <a:pt x="1045" y="87589"/>
                  <a:pt x="1045" y="87559"/>
                  <a:pt x="1045" y="87544"/>
                </a:cubicBezTo>
                <a:lnTo>
                  <a:pt x="1045" y="87530"/>
                </a:lnTo>
                <a:close/>
                <a:moveTo>
                  <a:pt x="1163" y="87559"/>
                </a:moveTo>
                <a:cubicBezTo>
                  <a:pt x="1163" y="87589"/>
                  <a:pt x="1177" y="87618"/>
                  <a:pt x="1177" y="87633"/>
                </a:cubicBezTo>
                <a:cubicBezTo>
                  <a:pt x="1177" y="87633"/>
                  <a:pt x="1177" y="87662"/>
                  <a:pt x="1163" y="87662"/>
                </a:cubicBezTo>
                <a:lnTo>
                  <a:pt x="1163" y="87589"/>
                </a:lnTo>
                <a:lnTo>
                  <a:pt x="1163" y="87559"/>
                </a:lnTo>
                <a:close/>
                <a:moveTo>
                  <a:pt x="1516" y="87486"/>
                </a:moveTo>
                <a:cubicBezTo>
                  <a:pt x="1531" y="87530"/>
                  <a:pt x="1531" y="87559"/>
                  <a:pt x="1545" y="87603"/>
                </a:cubicBezTo>
                <a:cubicBezTo>
                  <a:pt x="1545" y="87618"/>
                  <a:pt x="1531" y="87633"/>
                  <a:pt x="1531" y="87662"/>
                </a:cubicBezTo>
                <a:cubicBezTo>
                  <a:pt x="1516" y="87603"/>
                  <a:pt x="1516" y="87559"/>
                  <a:pt x="1486" y="87530"/>
                </a:cubicBezTo>
                <a:cubicBezTo>
                  <a:pt x="1486" y="87515"/>
                  <a:pt x="1516" y="87486"/>
                  <a:pt x="1516" y="87486"/>
                </a:cubicBezTo>
                <a:close/>
                <a:moveTo>
                  <a:pt x="1280" y="87589"/>
                </a:moveTo>
                <a:cubicBezTo>
                  <a:pt x="1280" y="87618"/>
                  <a:pt x="1310" y="87633"/>
                  <a:pt x="1310" y="87677"/>
                </a:cubicBezTo>
                <a:cubicBezTo>
                  <a:pt x="1280" y="87692"/>
                  <a:pt x="1280" y="87706"/>
                  <a:pt x="1266" y="87736"/>
                </a:cubicBezTo>
                <a:cubicBezTo>
                  <a:pt x="1280" y="87706"/>
                  <a:pt x="1266" y="87677"/>
                  <a:pt x="1266" y="87633"/>
                </a:cubicBezTo>
                <a:cubicBezTo>
                  <a:pt x="1266" y="87618"/>
                  <a:pt x="1280" y="87603"/>
                  <a:pt x="1280" y="87589"/>
                </a:cubicBezTo>
                <a:close/>
                <a:moveTo>
                  <a:pt x="6534" y="80996"/>
                </a:moveTo>
                <a:cubicBezTo>
                  <a:pt x="6107" y="81702"/>
                  <a:pt x="5636" y="82438"/>
                  <a:pt x="5048" y="83203"/>
                </a:cubicBezTo>
                <a:cubicBezTo>
                  <a:pt x="4724" y="83630"/>
                  <a:pt x="4386" y="84057"/>
                  <a:pt x="4062" y="84454"/>
                </a:cubicBezTo>
                <a:cubicBezTo>
                  <a:pt x="3223" y="85499"/>
                  <a:pt x="2369" y="86573"/>
                  <a:pt x="1692" y="87736"/>
                </a:cubicBezTo>
                <a:cubicBezTo>
                  <a:pt x="1678" y="87692"/>
                  <a:pt x="1648" y="87662"/>
                  <a:pt x="1648" y="87603"/>
                </a:cubicBezTo>
                <a:cubicBezTo>
                  <a:pt x="2414" y="86264"/>
                  <a:pt x="3414" y="85043"/>
                  <a:pt x="4400" y="83851"/>
                </a:cubicBezTo>
                <a:cubicBezTo>
                  <a:pt x="4650" y="83542"/>
                  <a:pt x="4915" y="83203"/>
                  <a:pt x="5165" y="82894"/>
                </a:cubicBezTo>
                <a:cubicBezTo>
                  <a:pt x="5607" y="82335"/>
                  <a:pt x="6093" y="81702"/>
                  <a:pt x="6534" y="80996"/>
                </a:cubicBezTo>
                <a:close/>
                <a:moveTo>
                  <a:pt x="1442" y="87618"/>
                </a:moveTo>
                <a:cubicBezTo>
                  <a:pt x="1457" y="87662"/>
                  <a:pt x="1457" y="87692"/>
                  <a:pt x="1472" y="87736"/>
                </a:cubicBezTo>
                <a:cubicBezTo>
                  <a:pt x="1457" y="87750"/>
                  <a:pt x="1457" y="87765"/>
                  <a:pt x="1442" y="87809"/>
                </a:cubicBezTo>
                <a:cubicBezTo>
                  <a:pt x="1413" y="87765"/>
                  <a:pt x="1413" y="87736"/>
                  <a:pt x="1398" y="87692"/>
                </a:cubicBezTo>
                <a:cubicBezTo>
                  <a:pt x="1413" y="87677"/>
                  <a:pt x="1413" y="87662"/>
                  <a:pt x="1442" y="87618"/>
                </a:cubicBezTo>
                <a:close/>
                <a:moveTo>
                  <a:pt x="1104" y="87706"/>
                </a:moveTo>
                <a:cubicBezTo>
                  <a:pt x="1104" y="87736"/>
                  <a:pt x="1104" y="87750"/>
                  <a:pt x="1118" y="87780"/>
                </a:cubicBezTo>
                <a:cubicBezTo>
                  <a:pt x="1118" y="87809"/>
                  <a:pt x="1118" y="87809"/>
                  <a:pt x="1104" y="87824"/>
                </a:cubicBezTo>
                <a:cubicBezTo>
                  <a:pt x="1104" y="87809"/>
                  <a:pt x="1089" y="87765"/>
                  <a:pt x="1089" y="87750"/>
                </a:cubicBezTo>
                <a:cubicBezTo>
                  <a:pt x="1089" y="87736"/>
                  <a:pt x="1089" y="87736"/>
                  <a:pt x="1104" y="87706"/>
                </a:cubicBezTo>
                <a:close/>
                <a:moveTo>
                  <a:pt x="1575" y="87692"/>
                </a:moveTo>
                <a:cubicBezTo>
                  <a:pt x="1604" y="87736"/>
                  <a:pt x="1604" y="87765"/>
                  <a:pt x="1619" y="87809"/>
                </a:cubicBezTo>
                <a:cubicBezTo>
                  <a:pt x="1619" y="87824"/>
                  <a:pt x="1604" y="87839"/>
                  <a:pt x="1604" y="87853"/>
                </a:cubicBezTo>
                <a:cubicBezTo>
                  <a:pt x="1589" y="87824"/>
                  <a:pt x="1589" y="87780"/>
                  <a:pt x="1560" y="87750"/>
                </a:cubicBezTo>
                <a:cubicBezTo>
                  <a:pt x="1560" y="87736"/>
                  <a:pt x="1575" y="87706"/>
                  <a:pt x="1575" y="87692"/>
                </a:cubicBezTo>
                <a:close/>
                <a:moveTo>
                  <a:pt x="1207" y="87750"/>
                </a:moveTo>
                <a:cubicBezTo>
                  <a:pt x="1207" y="87780"/>
                  <a:pt x="1236" y="87809"/>
                  <a:pt x="1236" y="87839"/>
                </a:cubicBezTo>
                <a:cubicBezTo>
                  <a:pt x="1236" y="87848"/>
                  <a:pt x="1223" y="87852"/>
                  <a:pt x="1215" y="87861"/>
                </a:cubicBezTo>
                <a:lnTo>
                  <a:pt x="1215" y="87861"/>
                </a:lnTo>
                <a:cubicBezTo>
                  <a:pt x="1220" y="87838"/>
                  <a:pt x="1214" y="87813"/>
                  <a:pt x="1192" y="87780"/>
                </a:cubicBezTo>
                <a:cubicBezTo>
                  <a:pt x="1192" y="87765"/>
                  <a:pt x="1192" y="87765"/>
                  <a:pt x="1207" y="87750"/>
                </a:cubicBezTo>
                <a:close/>
                <a:moveTo>
                  <a:pt x="1369" y="87809"/>
                </a:moveTo>
                <a:cubicBezTo>
                  <a:pt x="1383" y="87839"/>
                  <a:pt x="1383" y="87883"/>
                  <a:pt x="1398" y="87912"/>
                </a:cubicBezTo>
                <a:cubicBezTo>
                  <a:pt x="1383" y="87927"/>
                  <a:pt x="1383" y="87956"/>
                  <a:pt x="1369" y="87971"/>
                </a:cubicBezTo>
                <a:cubicBezTo>
                  <a:pt x="1339" y="87927"/>
                  <a:pt x="1324" y="87898"/>
                  <a:pt x="1324" y="87853"/>
                </a:cubicBezTo>
                <a:cubicBezTo>
                  <a:pt x="1339" y="87839"/>
                  <a:pt x="1339" y="87824"/>
                  <a:pt x="1369" y="87809"/>
                </a:cubicBezTo>
                <a:close/>
                <a:moveTo>
                  <a:pt x="1148" y="87912"/>
                </a:moveTo>
                <a:cubicBezTo>
                  <a:pt x="1148" y="87927"/>
                  <a:pt x="1163" y="87971"/>
                  <a:pt x="1163" y="87986"/>
                </a:cubicBezTo>
                <a:cubicBezTo>
                  <a:pt x="1163" y="88001"/>
                  <a:pt x="1148" y="88001"/>
                  <a:pt x="1148" y="88030"/>
                </a:cubicBezTo>
                <a:cubicBezTo>
                  <a:pt x="1148" y="88001"/>
                  <a:pt x="1148" y="87986"/>
                  <a:pt x="1118" y="87956"/>
                </a:cubicBezTo>
                <a:cubicBezTo>
                  <a:pt x="1118" y="87927"/>
                  <a:pt x="1148" y="87927"/>
                  <a:pt x="1148" y="87912"/>
                </a:cubicBezTo>
                <a:close/>
                <a:moveTo>
                  <a:pt x="1516" y="87839"/>
                </a:moveTo>
                <a:cubicBezTo>
                  <a:pt x="1531" y="87883"/>
                  <a:pt x="1531" y="87912"/>
                  <a:pt x="1545" y="87956"/>
                </a:cubicBezTo>
                <a:cubicBezTo>
                  <a:pt x="1531" y="87971"/>
                  <a:pt x="1516" y="88001"/>
                  <a:pt x="1516" y="88030"/>
                </a:cubicBezTo>
                <a:cubicBezTo>
                  <a:pt x="1486" y="87986"/>
                  <a:pt x="1486" y="87956"/>
                  <a:pt x="1472" y="87912"/>
                </a:cubicBezTo>
                <a:cubicBezTo>
                  <a:pt x="1486" y="87898"/>
                  <a:pt x="1486" y="87853"/>
                  <a:pt x="1516" y="87839"/>
                </a:cubicBezTo>
                <a:close/>
                <a:moveTo>
                  <a:pt x="1266" y="87971"/>
                </a:moveTo>
                <a:cubicBezTo>
                  <a:pt x="1266" y="88001"/>
                  <a:pt x="1280" y="88030"/>
                  <a:pt x="1280" y="88059"/>
                </a:cubicBezTo>
                <a:cubicBezTo>
                  <a:pt x="1280" y="88074"/>
                  <a:pt x="1266" y="88074"/>
                  <a:pt x="1266" y="88104"/>
                </a:cubicBezTo>
                <a:cubicBezTo>
                  <a:pt x="1266" y="88059"/>
                  <a:pt x="1266" y="88045"/>
                  <a:pt x="1251" y="88001"/>
                </a:cubicBezTo>
                <a:cubicBezTo>
                  <a:pt x="1251" y="87986"/>
                  <a:pt x="1266" y="87986"/>
                  <a:pt x="1266" y="87971"/>
                </a:cubicBezTo>
                <a:close/>
                <a:moveTo>
                  <a:pt x="1089" y="88104"/>
                </a:moveTo>
                <a:cubicBezTo>
                  <a:pt x="1089" y="88118"/>
                  <a:pt x="1104" y="88148"/>
                  <a:pt x="1104" y="88162"/>
                </a:cubicBezTo>
                <a:cubicBezTo>
                  <a:pt x="1104" y="88162"/>
                  <a:pt x="1104" y="88192"/>
                  <a:pt x="1089" y="88192"/>
                </a:cubicBezTo>
                <a:cubicBezTo>
                  <a:pt x="1089" y="88177"/>
                  <a:pt x="1074" y="88133"/>
                  <a:pt x="1074" y="88118"/>
                </a:cubicBezTo>
                <a:cubicBezTo>
                  <a:pt x="1074" y="88118"/>
                  <a:pt x="1074" y="88104"/>
                  <a:pt x="1089" y="88104"/>
                </a:cubicBezTo>
                <a:close/>
                <a:moveTo>
                  <a:pt x="1413" y="88001"/>
                </a:moveTo>
                <a:cubicBezTo>
                  <a:pt x="1428" y="88045"/>
                  <a:pt x="1428" y="88074"/>
                  <a:pt x="1457" y="88118"/>
                </a:cubicBezTo>
                <a:cubicBezTo>
                  <a:pt x="1442" y="88133"/>
                  <a:pt x="1413" y="88148"/>
                  <a:pt x="1413" y="88192"/>
                </a:cubicBezTo>
                <a:cubicBezTo>
                  <a:pt x="1398" y="88148"/>
                  <a:pt x="1398" y="88118"/>
                  <a:pt x="1383" y="88074"/>
                </a:cubicBezTo>
                <a:cubicBezTo>
                  <a:pt x="1398" y="88059"/>
                  <a:pt x="1398" y="88045"/>
                  <a:pt x="1413" y="88001"/>
                </a:cubicBezTo>
                <a:close/>
                <a:moveTo>
                  <a:pt x="1192" y="88133"/>
                </a:moveTo>
                <a:cubicBezTo>
                  <a:pt x="1192" y="88177"/>
                  <a:pt x="1207" y="88192"/>
                  <a:pt x="1207" y="88221"/>
                </a:cubicBezTo>
                <a:cubicBezTo>
                  <a:pt x="1207" y="88251"/>
                  <a:pt x="1192" y="88265"/>
                  <a:pt x="1192" y="88265"/>
                </a:cubicBezTo>
                <a:cubicBezTo>
                  <a:pt x="1192" y="88221"/>
                  <a:pt x="1177" y="88207"/>
                  <a:pt x="1177" y="88177"/>
                </a:cubicBezTo>
                <a:cubicBezTo>
                  <a:pt x="1177" y="88148"/>
                  <a:pt x="1192" y="88133"/>
                  <a:pt x="1192" y="88133"/>
                </a:cubicBezTo>
                <a:close/>
                <a:moveTo>
                  <a:pt x="1324" y="88177"/>
                </a:moveTo>
                <a:cubicBezTo>
                  <a:pt x="1339" y="88207"/>
                  <a:pt x="1339" y="88251"/>
                  <a:pt x="1369" y="88280"/>
                </a:cubicBezTo>
                <a:cubicBezTo>
                  <a:pt x="1339" y="88295"/>
                  <a:pt x="1339" y="88324"/>
                  <a:pt x="1339" y="88324"/>
                </a:cubicBezTo>
                <a:cubicBezTo>
                  <a:pt x="1324" y="88280"/>
                  <a:pt x="1324" y="88251"/>
                  <a:pt x="1310" y="88207"/>
                </a:cubicBezTo>
                <a:cubicBezTo>
                  <a:pt x="1310" y="88192"/>
                  <a:pt x="1324" y="88192"/>
                  <a:pt x="1324" y="88177"/>
                </a:cubicBezTo>
                <a:close/>
                <a:moveTo>
                  <a:pt x="1001" y="88251"/>
                </a:moveTo>
                <a:cubicBezTo>
                  <a:pt x="1015" y="88280"/>
                  <a:pt x="1030" y="88295"/>
                  <a:pt x="1030" y="88324"/>
                </a:cubicBezTo>
                <a:cubicBezTo>
                  <a:pt x="1030" y="88324"/>
                  <a:pt x="1030" y="88339"/>
                  <a:pt x="1015" y="88339"/>
                </a:cubicBezTo>
                <a:cubicBezTo>
                  <a:pt x="1015" y="88324"/>
                  <a:pt x="1015" y="88295"/>
                  <a:pt x="1001" y="88265"/>
                </a:cubicBezTo>
                <a:lnTo>
                  <a:pt x="1001" y="88251"/>
                </a:lnTo>
                <a:close/>
                <a:moveTo>
                  <a:pt x="1118" y="88280"/>
                </a:moveTo>
                <a:cubicBezTo>
                  <a:pt x="1118" y="88295"/>
                  <a:pt x="1133" y="88339"/>
                  <a:pt x="1133" y="88354"/>
                </a:cubicBezTo>
                <a:cubicBezTo>
                  <a:pt x="1133" y="88368"/>
                  <a:pt x="1118" y="88368"/>
                  <a:pt x="1118" y="88398"/>
                </a:cubicBezTo>
                <a:cubicBezTo>
                  <a:pt x="1118" y="88368"/>
                  <a:pt x="1118" y="88354"/>
                  <a:pt x="1104" y="88324"/>
                </a:cubicBezTo>
                <a:cubicBezTo>
                  <a:pt x="1104" y="88295"/>
                  <a:pt x="1104" y="88295"/>
                  <a:pt x="1118" y="88280"/>
                </a:cubicBezTo>
                <a:close/>
                <a:moveTo>
                  <a:pt x="1251" y="88339"/>
                </a:moveTo>
                <a:cubicBezTo>
                  <a:pt x="1251" y="88368"/>
                  <a:pt x="1266" y="88413"/>
                  <a:pt x="1295" y="88427"/>
                </a:cubicBezTo>
                <a:cubicBezTo>
                  <a:pt x="1266" y="88442"/>
                  <a:pt x="1266" y="88472"/>
                  <a:pt x="1251" y="88486"/>
                </a:cubicBezTo>
                <a:cubicBezTo>
                  <a:pt x="1251" y="88442"/>
                  <a:pt x="1236" y="88413"/>
                  <a:pt x="1236" y="88398"/>
                </a:cubicBezTo>
                <a:cubicBezTo>
                  <a:pt x="1236" y="88368"/>
                  <a:pt x="1251" y="88354"/>
                  <a:pt x="1251" y="88339"/>
                </a:cubicBezTo>
                <a:close/>
                <a:moveTo>
                  <a:pt x="1060" y="88442"/>
                </a:moveTo>
                <a:cubicBezTo>
                  <a:pt x="1060" y="88472"/>
                  <a:pt x="1089" y="88501"/>
                  <a:pt x="1089" y="88516"/>
                </a:cubicBezTo>
                <a:cubicBezTo>
                  <a:pt x="1089" y="88545"/>
                  <a:pt x="1060" y="88545"/>
                  <a:pt x="1060" y="88560"/>
                </a:cubicBezTo>
                <a:cubicBezTo>
                  <a:pt x="1045" y="88545"/>
                  <a:pt x="1045" y="88516"/>
                  <a:pt x="1045" y="88486"/>
                </a:cubicBezTo>
                <a:cubicBezTo>
                  <a:pt x="1045" y="88472"/>
                  <a:pt x="1045" y="88472"/>
                  <a:pt x="1060" y="88442"/>
                </a:cubicBezTo>
                <a:close/>
                <a:moveTo>
                  <a:pt x="1177" y="88501"/>
                </a:moveTo>
                <a:cubicBezTo>
                  <a:pt x="1177" y="88545"/>
                  <a:pt x="1192" y="88560"/>
                  <a:pt x="1192" y="88589"/>
                </a:cubicBezTo>
                <a:cubicBezTo>
                  <a:pt x="1192" y="88619"/>
                  <a:pt x="1192" y="88619"/>
                  <a:pt x="1177" y="88633"/>
                </a:cubicBezTo>
                <a:cubicBezTo>
                  <a:pt x="1177" y="88589"/>
                  <a:pt x="1163" y="88575"/>
                  <a:pt x="1163" y="88545"/>
                </a:cubicBezTo>
                <a:cubicBezTo>
                  <a:pt x="1163" y="88516"/>
                  <a:pt x="1177" y="88516"/>
                  <a:pt x="1177" y="88501"/>
                </a:cubicBezTo>
                <a:close/>
                <a:moveTo>
                  <a:pt x="957" y="88633"/>
                </a:moveTo>
                <a:cubicBezTo>
                  <a:pt x="1001" y="88663"/>
                  <a:pt x="1001" y="88678"/>
                  <a:pt x="1001" y="88707"/>
                </a:cubicBezTo>
                <a:cubicBezTo>
                  <a:pt x="1001" y="88707"/>
                  <a:pt x="1001" y="88722"/>
                  <a:pt x="971" y="88722"/>
                </a:cubicBezTo>
                <a:cubicBezTo>
                  <a:pt x="971" y="88707"/>
                  <a:pt x="971" y="88678"/>
                  <a:pt x="957" y="88648"/>
                </a:cubicBezTo>
                <a:lnTo>
                  <a:pt x="957" y="88633"/>
                </a:lnTo>
                <a:close/>
                <a:moveTo>
                  <a:pt x="1104" y="88663"/>
                </a:moveTo>
                <a:cubicBezTo>
                  <a:pt x="1104" y="88707"/>
                  <a:pt x="1118" y="88722"/>
                  <a:pt x="1118" y="88751"/>
                </a:cubicBezTo>
                <a:cubicBezTo>
                  <a:pt x="1118" y="88766"/>
                  <a:pt x="1104" y="88781"/>
                  <a:pt x="1104" y="88795"/>
                </a:cubicBezTo>
                <a:cubicBezTo>
                  <a:pt x="1104" y="88751"/>
                  <a:pt x="1089" y="88736"/>
                  <a:pt x="1089" y="88707"/>
                </a:cubicBezTo>
                <a:cubicBezTo>
                  <a:pt x="1089" y="88678"/>
                  <a:pt x="1104" y="88663"/>
                  <a:pt x="1104" y="88663"/>
                </a:cubicBezTo>
                <a:close/>
                <a:moveTo>
                  <a:pt x="1030" y="88854"/>
                </a:moveTo>
                <a:cubicBezTo>
                  <a:pt x="1030" y="88869"/>
                  <a:pt x="1030" y="88884"/>
                  <a:pt x="1045" y="88928"/>
                </a:cubicBezTo>
                <a:cubicBezTo>
                  <a:pt x="1045" y="88942"/>
                  <a:pt x="1030" y="88942"/>
                  <a:pt x="1030" y="88957"/>
                </a:cubicBezTo>
                <a:cubicBezTo>
                  <a:pt x="1030" y="88942"/>
                  <a:pt x="1015" y="88913"/>
                  <a:pt x="1015" y="88884"/>
                </a:cubicBezTo>
                <a:cubicBezTo>
                  <a:pt x="1015" y="88869"/>
                  <a:pt x="1015" y="88869"/>
                  <a:pt x="1030" y="88854"/>
                </a:cubicBezTo>
                <a:close/>
                <a:moveTo>
                  <a:pt x="957" y="89001"/>
                </a:moveTo>
                <a:cubicBezTo>
                  <a:pt x="957" y="89031"/>
                  <a:pt x="971" y="89045"/>
                  <a:pt x="971" y="89075"/>
                </a:cubicBezTo>
                <a:cubicBezTo>
                  <a:pt x="957" y="89075"/>
                  <a:pt x="957" y="89031"/>
                  <a:pt x="957" y="89016"/>
                </a:cubicBezTo>
                <a:lnTo>
                  <a:pt x="957" y="89001"/>
                </a:lnTo>
                <a:close/>
                <a:moveTo>
                  <a:pt x="883" y="89178"/>
                </a:moveTo>
                <a:cubicBezTo>
                  <a:pt x="898" y="89207"/>
                  <a:pt x="898" y="89222"/>
                  <a:pt x="898" y="89237"/>
                </a:cubicBezTo>
                <a:cubicBezTo>
                  <a:pt x="898" y="89237"/>
                  <a:pt x="898" y="89251"/>
                  <a:pt x="883" y="89251"/>
                </a:cubicBezTo>
                <a:lnTo>
                  <a:pt x="883" y="89207"/>
                </a:lnTo>
                <a:lnTo>
                  <a:pt x="883" y="89178"/>
                </a:lnTo>
                <a:close/>
                <a:moveTo>
                  <a:pt x="9151" y="1"/>
                </a:moveTo>
                <a:cubicBezTo>
                  <a:pt x="8699" y="1"/>
                  <a:pt x="8245" y="78"/>
                  <a:pt x="7800" y="247"/>
                </a:cubicBezTo>
                <a:lnTo>
                  <a:pt x="7844" y="320"/>
                </a:lnTo>
                <a:cubicBezTo>
                  <a:pt x="8284" y="155"/>
                  <a:pt x="8730" y="79"/>
                  <a:pt x="9173" y="79"/>
                </a:cubicBezTo>
                <a:cubicBezTo>
                  <a:pt x="10580" y="79"/>
                  <a:pt x="11953" y="849"/>
                  <a:pt x="12995" y="1969"/>
                </a:cubicBezTo>
                <a:cubicBezTo>
                  <a:pt x="12597" y="1601"/>
                  <a:pt x="12185" y="1248"/>
                  <a:pt x="11714" y="997"/>
                </a:cubicBezTo>
                <a:cubicBezTo>
                  <a:pt x="10828" y="465"/>
                  <a:pt x="9902" y="191"/>
                  <a:pt x="9007" y="191"/>
                </a:cubicBezTo>
                <a:cubicBezTo>
                  <a:pt x="8565" y="191"/>
                  <a:pt x="8130" y="258"/>
                  <a:pt x="7711" y="394"/>
                </a:cubicBezTo>
                <a:lnTo>
                  <a:pt x="7726" y="468"/>
                </a:lnTo>
                <a:cubicBezTo>
                  <a:pt x="8149" y="330"/>
                  <a:pt x="8578" y="266"/>
                  <a:pt x="9006" y="266"/>
                </a:cubicBezTo>
                <a:cubicBezTo>
                  <a:pt x="10494" y="266"/>
                  <a:pt x="11959" y="1043"/>
                  <a:pt x="13068" y="2175"/>
                </a:cubicBezTo>
                <a:cubicBezTo>
                  <a:pt x="11931" y="1095"/>
                  <a:pt x="10445" y="356"/>
                  <a:pt x="8903" y="356"/>
                </a:cubicBezTo>
                <a:cubicBezTo>
                  <a:pt x="8469" y="356"/>
                  <a:pt x="8030" y="415"/>
                  <a:pt x="7594" y="541"/>
                </a:cubicBezTo>
                <a:lnTo>
                  <a:pt x="7623" y="615"/>
                </a:lnTo>
                <a:cubicBezTo>
                  <a:pt x="8046" y="495"/>
                  <a:pt x="8471" y="439"/>
                  <a:pt x="8892" y="439"/>
                </a:cubicBezTo>
                <a:cubicBezTo>
                  <a:pt x="10538" y="439"/>
                  <a:pt x="12123" y="1291"/>
                  <a:pt x="13260" y="2498"/>
                </a:cubicBezTo>
                <a:cubicBezTo>
                  <a:pt x="12818" y="2086"/>
                  <a:pt x="12332" y="1719"/>
                  <a:pt x="11817" y="1424"/>
                </a:cubicBezTo>
                <a:cubicBezTo>
                  <a:pt x="10796" y="845"/>
                  <a:pt x="9729" y="545"/>
                  <a:pt x="8698" y="545"/>
                </a:cubicBezTo>
                <a:cubicBezTo>
                  <a:pt x="8288" y="545"/>
                  <a:pt x="7884" y="592"/>
                  <a:pt x="7491" y="688"/>
                </a:cubicBezTo>
                <a:lnTo>
                  <a:pt x="7505" y="762"/>
                </a:lnTo>
                <a:cubicBezTo>
                  <a:pt x="7888" y="668"/>
                  <a:pt x="8283" y="623"/>
                  <a:pt x="8681" y="623"/>
                </a:cubicBezTo>
                <a:cubicBezTo>
                  <a:pt x="10351" y="623"/>
                  <a:pt x="12097" y="1412"/>
                  <a:pt x="13392" y="2719"/>
                </a:cubicBezTo>
                <a:cubicBezTo>
                  <a:pt x="12043" y="1478"/>
                  <a:pt x="10270" y="721"/>
                  <a:pt x="8541" y="721"/>
                </a:cubicBezTo>
                <a:cubicBezTo>
                  <a:pt x="8157" y="721"/>
                  <a:pt x="7776" y="758"/>
                  <a:pt x="7402" y="836"/>
                </a:cubicBezTo>
                <a:lnTo>
                  <a:pt x="7417" y="909"/>
                </a:lnTo>
                <a:cubicBezTo>
                  <a:pt x="7782" y="835"/>
                  <a:pt x="8155" y="799"/>
                  <a:pt x="8531" y="799"/>
                </a:cubicBezTo>
                <a:cubicBezTo>
                  <a:pt x="10386" y="799"/>
                  <a:pt x="12316" y="1673"/>
                  <a:pt x="13686" y="3117"/>
                </a:cubicBezTo>
                <a:cubicBezTo>
                  <a:pt x="13157" y="2616"/>
                  <a:pt x="12568" y="2175"/>
                  <a:pt x="11906" y="1822"/>
                </a:cubicBezTo>
                <a:cubicBezTo>
                  <a:pt x="10775" y="1206"/>
                  <a:pt x="9550" y="888"/>
                  <a:pt x="8374" y="888"/>
                </a:cubicBezTo>
                <a:cubicBezTo>
                  <a:pt x="8005" y="888"/>
                  <a:pt x="7640" y="919"/>
                  <a:pt x="7285" y="983"/>
                </a:cubicBezTo>
                <a:lnTo>
                  <a:pt x="7299" y="1056"/>
                </a:lnTo>
                <a:cubicBezTo>
                  <a:pt x="7645" y="995"/>
                  <a:pt x="7996" y="966"/>
                  <a:pt x="8349" y="966"/>
                </a:cubicBezTo>
                <a:cubicBezTo>
                  <a:pt x="10296" y="966"/>
                  <a:pt x="12300" y="1861"/>
                  <a:pt x="13745" y="3293"/>
                </a:cubicBezTo>
                <a:cubicBezTo>
                  <a:pt x="12225" y="1900"/>
                  <a:pt x="10172" y="1063"/>
                  <a:pt x="8146" y="1063"/>
                </a:cubicBezTo>
                <a:cubicBezTo>
                  <a:pt x="7818" y="1063"/>
                  <a:pt x="7491" y="1085"/>
                  <a:pt x="7167" y="1130"/>
                </a:cubicBezTo>
                <a:lnTo>
                  <a:pt x="7196" y="1203"/>
                </a:lnTo>
                <a:cubicBezTo>
                  <a:pt x="7513" y="1158"/>
                  <a:pt x="7833" y="1137"/>
                  <a:pt x="8155" y="1137"/>
                </a:cubicBezTo>
                <a:cubicBezTo>
                  <a:pt x="10254" y="1137"/>
                  <a:pt x="12405" y="2069"/>
                  <a:pt x="13937" y="3587"/>
                </a:cubicBezTo>
                <a:cubicBezTo>
                  <a:pt x="12339" y="2133"/>
                  <a:pt x="10145" y="1228"/>
                  <a:pt x="7952" y="1228"/>
                </a:cubicBezTo>
                <a:cubicBezTo>
                  <a:pt x="7660" y="1228"/>
                  <a:pt x="7369" y="1244"/>
                  <a:pt x="7079" y="1277"/>
                </a:cubicBezTo>
                <a:lnTo>
                  <a:pt x="7079" y="1351"/>
                </a:lnTo>
                <a:cubicBezTo>
                  <a:pt x="7363" y="1320"/>
                  <a:pt x="7648" y="1305"/>
                  <a:pt x="7934" y="1305"/>
                </a:cubicBezTo>
                <a:cubicBezTo>
                  <a:pt x="10237" y="1305"/>
                  <a:pt x="12545" y="2286"/>
                  <a:pt x="14143" y="3897"/>
                </a:cubicBezTo>
                <a:cubicBezTo>
                  <a:pt x="13539" y="3337"/>
                  <a:pt x="12818" y="2852"/>
                  <a:pt x="12038" y="2454"/>
                </a:cubicBezTo>
                <a:cubicBezTo>
                  <a:pt x="10678" y="1762"/>
                  <a:pt x="9157" y="1392"/>
                  <a:pt x="7695" y="1392"/>
                </a:cubicBezTo>
                <a:cubicBezTo>
                  <a:pt x="7448" y="1392"/>
                  <a:pt x="7203" y="1403"/>
                  <a:pt x="6961" y="1424"/>
                </a:cubicBezTo>
                <a:lnTo>
                  <a:pt x="6961" y="1498"/>
                </a:lnTo>
                <a:cubicBezTo>
                  <a:pt x="7195" y="1478"/>
                  <a:pt x="7429" y="1469"/>
                  <a:pt x="7664" y="1469"/>
                </a:cubicBezTo>
                <a:cubicBezTo>
                  <a:pt x="10108" y="1469"/>
                  <a:pt x="12583" y="2497"/>
                  <a:pt x="14275" y="4161"/>
                </a:cubicBezTo>
                <a:cubicBezTo>
                  <a:pt x="12492" y="2542"/>
                  <a:pt x="9992" y="1552"/>
                  <a:pt x="7460" y="1552"/>
                </a:cubicBezTo>
                <a:cubicBezTo>
                  <a:pt x="7255" y="1552"/>
                  <a:pt x="7049" y="1558"/>
                  <a:pt x="6843" y="1571"/>
                </a:cubicBezTo>
                <a:lnTo>
                  <a:pt x="6843" y="1645"/>
                </a:lnTo>
                <a:cubicBezTo>
                  <a:pt x="7017" y="1636"/>
                  <a:pt x="7190" y="1631"/>
                  <a:pt x="7363" y="1631"/>
                </a:cubicBezTo>
                <a:cubicBezTo>
                  <a:pt x="9997" y="1631"/>
                  <a:pt x="12584" y="2670"/>
                  <a:pt x="14393" y="4382"/>
                </a:cubicBezTo>
                <a:cubicBezTo>
                  <a:pt x="12488" y="2690"/>
                  <a:pt x="9800" y="1685"/>
                  <a:pt x="7032" y="1685"/>
                </a:cubicBezTo>
                <a:cubicBezTo>
                  <a:pt x="6935" y="1685"/>
                  <a:pt x="6838" y="1687"/>
                  <a:pt x="6740" y="1689"/>
                </a:cubicBezTo>
                <a:lnTo>
                  <a:pt x="6740" y="1763"/>
                </a:lnTo>
                <a:cubicBezTo>
                  <a:pt x="6853" y="1759"/>
                  <a:pt x="6966" y="1758"/>
                  <a:pt x="7078" y="1758"/>
                </a:cubicBezTo>
                <a:cubicBezTo>
                  <a:pt x="9873" y="1758"/>
                  <a:pt x="12570" y="2803"/>
                  <a:pt x="14437" y="4529"/>
                </a:cubicBezTo>
                <a:lnTo>
                  <a:pt x="14437" y="4544"/>
                </a:lnTo>
                <a:cubicBezTo>
                  <a:pt x="13760" y="3970"/>
                  <a:pt x="13009" y="3484"/>
                  <a:pt x="12141" y="3072"/>
                </a:cubicBezTo>
                <a:cubicBezTo>
                  <a:pt x="10518" y="2289"/>
                  <a:pt x="8632" y="1864"/>
                  <a:pt x="6805" y="1864"/>
                </a:cubicBezTo>
                <a:cubicBezTo>
                  <a:pt x="6744" y="1864"/>
                  <a:pt x="6683" y="1865"/>
                  <a:pt x="6622" y="1866"/>
                </a:cubicBezTo>
                <a:lnTo>
                  <a:pt x="6622" y="1939"/>
                </a:lnTo>
                <a:cubicBezTo>
                  <a:pt x="6665" y="1939"/>
                  <a:pt x="6707" y="1939"/>
                  <a:pt x="6749" y="1939"/>
                </a:cubicBezTo>
                <a:cubicBezTo>
                  <a:pt x="9733" y="1939"/>
                  <a:pt x="12522" y="2964"/>
                  <a:pt x="14496" y="4691"/>
                </a:cubicBezTo>
                <a:cubicBezTo>
                  <a:pt x="14496" y="4706"/>
                  <a:pt x="14496" y="4706"/>
                  <a:pt x="14510" y="4735"/>
                </a:cubicBezTo>
                <a:cubicBezTo>
                  <a:pt x="13833" y="4176"/>
                  <a:pt x="13054" y="3676"/>
                  <a:pt x="12200" y="3278"/>
                </a:cubicBezTo>
                <a:cubicBezTo>
                  <a:pt x="10463" y="2469"/>
                  <a:pt x="8521" y="2028"/>
                  <a:pt x="6534" y="1983"/>
                </a:cubicBezTo>
                <a:lnTo>
                  <a:pt x="6534" y="2057"/>
                </a:lnTo>
                <a:cubicBezTo>
                  <a:pt x="9625" y="2116"/>
                  <a:pt x="12524" y="3161"/>
                  <a:pt x="14569" y="4883"/>
                </a:cubicBezTo>
                <a:lnTo>
                  <a:pt x="14569" y="4897"/>
                </a:lnTo>
                <a:cubicBezTo>
                  <a:pt x="13892" y="4367"/>
                  <a:pt x="13112" y="3882"/>
                  <a:pt x="12259" y="3484"/>
                </a:cubicBezTo>
                <a:cubicBezTo>
                  <a:pt x="10508" y="2675"/>
                  <a:pt x="8506" y="2204"/>
                  <a:pt x="6416" y="2131"/>
                </a:cubicBezTo>
                <a:lnTo>
                  <a:pt x="6416" y="2204"/>
                </a:lnTo>
                <a:cubicBezTo>
                  <a:pt x="9051" y="2307"/>
                  <a:pt x="12229" y="3131"/>
                  <a:pt x="14613" y="5030"/>
                </a:cubicBezTo>
                <a:cubicBezTo>
                  <a:pt x="14613" y="5044"/>
                  <a:pt x="14613" y="5044"/>
                  <a:pt x="14628" y="5059"/>
                </a:cubicBezTo>
                <a:cubicBezTo>
                  <a:pt x="13951" y="4544"/>
                  <a:pt x="13171" y="4088"/>
                  <a:pt x="12303" y="3676"/>
                </a:cubicBezTo>
                <a:cubicBezTo>
                  <a:pt x="10537" y="2896"/>
                  <a:pt x="8477" y="2395"/>
                  <a:pt x="6328" y="2263"/>
                </a:cubicBezTo>
                <a:lnTo>
                  <a:pt x="6328" y="2337"/>
                </a:lnTo>
                <a:cubicBezTo>
                  <a:pt x="9639" y="2528"/>
                  <a:pt x="12568" y="3558"/>
                  <a:pt x="14658" y="5192"/>
                </a:cubicBezTo>
                <a:cubicBezTo>
                  <a:pt x="14658" y="5206"/>
                  <a:pt x="14658" y="5221"/>
                  <a:pt x="14687" y="5250"/>
                </a:cubicBezTo>
                <a:cubicBezTo>
                  <a:pt x="12553" y="3676"/>
                  <a:pt x="9625" y="2690"/>
                  <a:pt x="6240" y="2425"/>
                </a:cubicBezTo>
                <a:lnTo>
                  <a:pt x="6240" y="2498"/>
                </a:lnTo>
                <a:cubicBezTo>
                  <a:pt x="9654" y="2763"/>
                  <a:pt x="12597" y="3764"/>
                  <a:pt x="14716" y="5368"/>
                </a:cubicBezTo>
                <a:cubicBezTo>
                  <a:pt x="14716" y="5383"/>
                  <a:pt x="14716" y="5412"/>
                  <a:pt x="14731" y="5427"/>
                </a:cubicBezTo>
                <a:cubicBezTo>
                  <a:pt x="11935" y="3440"/>
                  <a:pt x="8374" y="2793"/>
                  <a:pt x="6137" y="2572"/>
                </a:cubicBezTo>
                <a:lnTo>
                  <a:pt x="6137" y="2646"/>
                </a:lnTo>
                <a:cubicBezTo>
                  <a:pt x="8388" y="2866"/>
                  <a:pt x="11994" y="3514"/>
                  <a:pt x="14775" y="5530"/>
                </a:cubicBezTo>
                <a:cubicBezTo>
                  <a:pt x="14775" y="5559"/>
                  <a:pt x="14775" y="5574"/>
                  <a:pt x="14790" y="5589"/>
                </a:cubicBezTo>
                <a:cubicBezTo>
                  <a:pt x="14084" y="5118"/>
                  <a:pt x="13318" y="4691"/>
                  <a:pt x="12465" y="4323"/>
                </a:cubicBezTo>
                <a:cubicBezTo>
                  <a:pt x="10669" y="3529"/>
                  <a:pt x="8506" y="2999"/>
                  <a:pt x="6048" y="2719"/>
                </a:cubicBezTo>
                <a:lnTo>
                  <a:pt x="6048" y="2793"/>
                </a:lnTo>
                <a:cubicBezTo>
                  <a:pt x="8786" y="3102"/>
                  <a:pt x="12200" y="3867"/>
                  <a:pt x="14820" y="5707"/>
                </a:cubicBezTo>
                <a:lnTo>
                  <a:pt x="14820" y="5751"/>
                </a:lnTo>
                <a:cubicBezTo>
                  <a:pt x="12656" y="4309"/>
                  <a:pt x="9713" y="3352"/>
                  <a:pt x="5960" y="2866"/>
                </a:cubicBezTo>
                <a:lnTo>
                  <a:pt x="5945" y="2940"/>
                </a:lnTo>
                <a:cubicBezTo>
                  <a:pt x="9728" y="3440"/>
                  <a:pt x="12671" y="4397"/>
                  <a:pt x="14849" y="5869"/>
                </a:cubicBezTo>
                <a:cubicBezTo>
                  <a:pt x="14849" y="5883"/>
                  <a:pt x="14864" y="5927"/>
                  <a:pt x="14864" y="5942"/>
                </a:cubicBezTo>
                <a:cubicBezTo>
                  <a:pt x="12068" y="4117"/>
                  <a:pt x="8550" y="3396"/>
                  <a:pt x="5842" y="3014"/>
                </a:cubicBezTo>
                <a:lnTo>
                  <a:pt x="5828" y="3087"/>
                </a:lnTo>
                <a:cubicBezTo>
                  <a:pt x="8550" y="3470"/>
                  <a:pt x="12068" y="4206"/>
                  <a:pt x="14878" y="6045"/>
                </a:cubicBezTo>
                <a:cubicBezTo>
                  <a:pt x="14878" y="6089"/>
                  <a:pt x="14893" y="6104"/>
                  <a:pt x="14893" y="6148"/>
                </a:cubicBezTo>
                <a:cubicBezTo>
                  <a:pt x="12141" y="4412"/>
                  <a:pt x="8727" y="3646"/>
                  <a:pt x="5739" y="3161"/>
                </a:cubicBezTo>
                <a:lnTo>
                  <a:pt x="5725" y="3234"/>
                </a:lnTo>
                <a:cubicBezTo>
                  <a:pt x="8697" y="3720"/>
                  <a:pt x="12156" y="4485"/>
                  <a:pt x="14908" y="6236"/>
                </a:cubicBezTo>
                <a:cubicBezTo>
                  <a:pt x="14908" y="6251"/>
                  <a:pt x="14908" y="6266"/>
                  <a:pt x="14923" y="6295"/>
                </a:cubicBezTo>
                <a:cubicBezTo>
                  <a:pt x="12274" y="4676"/>
                  <a:pt x="8962" y="3882"/>
                  <a:pt x="5636" y="3308"/>
                </a:cubicBezTo>
                <a:lnTo>
                  <a:pt x="5607" y="3381"/>
                </a:lnTo>
                <a:cubicBezTo>
                  <a:pt x="8948" y="3970"/>
                  <a:pt x="12274" y="4765"/>
                  <a:pt x="14923" y="6398"/>
                </a:cubicBezTo>
                <a:cubicBezTo>
                  <a:pt x="15129" y="7737"/>
                  <a:pt x="15129" y="9136"/>
                  <a:pt x="15129" y="10504"/>
                </a:cubicBezTo>
                <a:cubicBezTo>
                  <a:pt x="15129" y="11019"/>
                  <a:pt x="15129" y="11564"/>
                  <a:pt x="15143" y="12079"/>
                </a:cubicBezTo>
                <a:cubicBezTo>
                  <a:pt x="15173" y="13668"/>
                  <a:pt x="15364" y="15022"/>
                  <a:pt x="15702" y="16199"/>
                </a:cubicBezTo>
                <a:cubicBezTo>
                  <a:pt x="15747" y="16376"/>
                  <a:pt x="15776" y="16523"/>
                  <a:pt x="15820" y="16670"/>
                </a:cubicBezTo>
                <a:cubicBezTo>
                  <a:pt x="15850" y="16862"/>
                  <a:pt x="15909" y="17068"/>
                  <a:pt x="15967" y="17274"/>
                </a:cubicBezTo>
                <a:cubicBezTo>
                  <a:pt x="15982" y="17377"/>
                  <a:pt x="15997" y="17480"/>
                  <a:pt x="16041" y="17583"/>
                </a:cubicBezTo>
                <a:lnTo>
                  <a:pt x="16100" y="17921"/>
                </a:lnTo>
                <a:cubicBezTo>
                  <a:pt x="16115" y="18113"/>
                  <a:pt x="16144" y="18319"/>
                  <a:pt x="16188" y="18525"/>
                </a:cubicBezTo>
                <a:cubicBezTo>
                  <a:pt x="16203" y="18657"/>
                  <a:pt x="16218" y="18775"/>
                  <a:pt x="16247" y="18893"/>
                </a:cubicBezTo>
                <a:lnTo>
                  <a:pt x="16291" y="19393"/>
                </a:lnTo>
                <a:cubicBezTo>
                  <a:pt x="16291" y="19496"/>
                  <a:pt x="16321" y="19614"/>
                  <a:pt x="16321" y="19731"/>
                </a:cubicBezTo>
                <a:cubicBezTo>
                  <a:pt x="16321" y="19908"/>
                  <a:pt x="16335" y="20085"/>
                  <a:pt x="16335" y="20246"/>
                </a:cubicBezTo>
                <a:lnTo>
                  <a:pt x="16335" y="20688"/>
                </a:lnTo>
                <a:cubicBezTo>
                  <a:pt x="16335" y="20850"/>
                  <a:pt x="16321" y="21012"/>
                  <a:pt x="16321" y="21159"/>
                </a:cubicBezTo>
                <a:cubicBezTo>
                  <a:pt x="16291" y="21306"/>
                  <a:pt x="16291" y="21424"/>
                  <a:pt x="16291" y="21586"/>
                </a:cubicBezTo>
                <a:cubicBezTo>
                  <a:pt x="16276" y="21733"/>
                  <a:pt x="16262" y="21880"/>
                  <a:pt x="16262" y="22027"/>
                </a:cubicBezTo>
                <a:lnTo>
                  <a:pt x="16203" y="22469"/>
                </a:lnTo>
                <a:cubicBezTo>
                  <a:pt x="16173" y="22616"/>
                  <a:pt x="16144" y="22763"/>
                  <a:pt x="16129" y="22910"/>
                </a:cubicBezTo>
                <a:cubicBezTo>
                  <a:pt x="16100" y="23057"/>
                  <a:pt x="16056" y="23204"/>
                  <a:pt x="16041" y="23352"/>
                </a:cubicBezTo>
                <a:lnTo>
                  <a:pt x="15923" y="23793"/>
                </a:lnTo>
                <a:cubicBezTo>
                  <a:pt x="15894" y="23940"/>
                  <a:pt x="15835" y="24087"/>
                  <a:pt x="15806" y="24205"/>
                </a:cubicBezTo>
                <a:cubicBezTo>
                  <a:pt x="15747" y="24352"/>
                  <a:pt x="15702" y="24499"/>
                  <a:pt x="15658" y="24647"/>
                </a:cubicBezTo>
                <a:lnTo>
                  <a:pt x="15482" y="25088"/>
                </a:lnTo>
                <a:lnTo>
                  <a:pt x="15379" y="25368"/>
                </a:lnTo>
                <a:cubicBezTo>
                  <a:pt x="14201" y="28385"/>
                  <a:pt x="14746" y="31961"/>
                  <a:pt x="16762" y="34477"/>
                </a:cubicBezTo>
                <a:cubicBezTo>
                  <a:pt x="17866" y="35860"/>
                  <a:pt x="19367" y="36905"/>
                  <a:pt x="20809" y="37921"/>
                </a:cubicBezTo>
                <a:cubicBezTo>
                  <a:pt x="22089" y="38818"/>
                  <a:pt x="23414" y="39731"/>
                  <a:pt x="24488" y="40908"/>
                </a:cubicBezTo>
                <a:cubicBezTo>
                  <a:pt x="24459" y="40952"/>
                  <a:pt x="24429" y="40967"/>
                  <a:pt x="24415" y="41011"/>
                </a:cubicBezTo>
                <a:cubicBezTo>
                  <a:pt x="23679" y="41821"/>
                  <a:pt x="22884" y="42601"/>
                  <a:pt x="22104" y="43366"/>
                </a:cubicBezTo>
                <a:cubicBezTo>
                  <a:pt x="21133" y="44337"/>
                  <a:pt x="20117" y="45323"/>
                  <a:pt x="19205" y="46397"/>
                </a:cubicBezTo>
                <a:cubicBezTo>
                  <a:pt x="19087" y="46530"/>
                  <a:pt x="18984" y="46648"/>
                  <a:pt x="18867" y="46795"/>
                </a:cubicBezTo>
                <a:lnTo>
                  <a:pt x="18778" y="46898"/>
                </a:lnTo>
                <a:cubicBezTo>
                  <a:pt x="18616" y="47074"/>
                  <a:pt x="18469" y="47266"/>
                  <a:pt x="18322" y="47442"/>
                </a:cubicBezTo>
                <a:cubicBezTo>
                  <a:pt x="18131" y="47648"/>
                  <a:pt x="17954" y="47869"/>
                  <a:pt x="17763" y="48075"/>
                </a:cubicBezTo>
                <a:cubicBezTo>
                  <a:pt x="17586" y="48252"/>
                  <a:pt x="17424" y="48472"/>
                  <a:pt x="17233" y="48693"/>
                </a:cubicBezTo>
                <a:cubicBezTo>
                  <a:pt x="17056" y="48870"/>
                  <a:pt x="16880" y="49090"/>
                  <a:pt x="16703" y="49297"/>
                </a:cubicBezTo>
                <a:cubicBezTo>
                  <a:pt x="16512" y="49503"/>
                  <a:pt x="16321" y="49723"/>
                  <a:pt x="16144" y="49929"/>
                </a:cubicBezTo>
                <a:cubicBezTo>
                  <a:pt x="15967" y="50106"/>
                  <a:pt x="15806" y="50312"/>
                  <a:pt x="15629" y="50503"/>
                </a:cubicBezTo>
                <a:cubicBezTo>
                  <a:pt x="15452" y="50695"/>
                  <a:pt x="15290" y="50886"/>
                  <a:pt x="15114" y="51077"/>
                </a:cubicBezTo>
                <a:lnTo>
                  <a:pt x="14569" y="51695"/>
                </a:lnTo>
                <a:lnTo>
                  <a:pt x="14069" y="52240"/>
                </a:lnTo>
                <a:cubicBezTo>
                  <a:pt x="13848" y="52461"/>
                  <a:pt x="13642" y="52681"/>
                  <a:pt x="13466" y="52902"/>
                </a:cubicBezTo>
                <a:cubicBezTo>
                  <a:pt x="13274" y="53093"/>
                  <a:pt x="13112" y="53270"/>
                  <a:pt x="12951" y="53461"/>
                </a:cubicBezTo>
                <a:cubicBezTo>
                  <a:pt x="12730" y="53682"/>
                  <a:pt x="12524" y="53903"/>
                  <a:pt x="12318" y="54123"/>
                </a:cubicBezTo>
                <a:cubicBezTo>
                  <a:pt x="12141" y="54300"/>
                  <a:pt x="11979" y="54477"/>
                  <a:pt x="11832" y="54639"/>
                </a:cubicBezTo>
                <a:cubicBezTo>
                  <a:pt x="11611" y="54845"/>
                  <a:pt x="11391" y="55065"/>
                  <a:pt x="11185" y="55301"/>
                </a:cubicBezTo>
                <a:cubicBezTo>
                  <a:pt x="10978" y="55507"/>
                  <a:pt x="10772" y="55683"/>
                  <a:pt x="10581" y="55904"/>
                </a:cubicBezTo>
                <a:cubicBezTo>
                  <a:pt x="10360" y="56095"/>
                  <a:pt x="10154" y="56287"/>
                  <a:pt x="9963" y="56478"/>
                </a:cubicBezTo>
                <a:cubicBezTo>
                  <a:pt x="9742" y="56655"/>
                  <a:pt x="9551" y="56846"/>
                  <a:pt x="9345" y="57052"/>
                </a:cubicBezTo>
                <a:cubicBezTo>
                  <a:pt x="9124" y="57229"/>
                  <a:pt x="8903" y="57420"/>
                  <a:pt x="8697" y="57597"/>
                </a:cubicBezTo>
                <a:cubicBezTo>
                  <a:pt x="8477" y="57758"/>
                  <a:pt x="8256" y="57935"/>
                  <a:pt x="8050" y="58112"/>
                </a:cubicBezTo>
                <a:cubicBezTo>
                  <a:pt x="7829" y="58259"/>
                  <a:pt x="7608" y="58421"/>
                  <a:pt x="7417" y="58597"/>
                </a:cubicBezTo>
                <a:cubicBezTo>
                  <a:pt x="7123" y="58774"/>
                  <a:pt x="6828" y="58980"/>
                  <a:pt x="6549" y="59201"/>
                </a:cubicBezTo>
                <a:cubicBezTo>
                  <a:pt x="5445" y="60098"/>
                  <a:pt x="4562" y="61143"/>
                  <a:pt x="3959" y="62276"/>
                </a:cubicBezTo>
                <a:cubicBezTo>
                  <a:pt x="3252" y="63557"/>
                  <a:pt x="2973" y="64866"/>
                  <a:pt x="3149" y="66147"/>
                </a:cubicBezTo>
                <a:cubicBezTo>
                  <a:pt x="3370" y="67957"/>
                  <a:pt x="4430" y="69502"/>
                  <a:pt x="5445" y="70988"/>
                </a:cubicBezTo>
                <a:cubicBezTo>
                  <a:pt x="6255" y="72166"/>
                  <a:pt x="7079" y="73358"/>
                  <a:pt x="7505" y="74712"/>
                </a:cubicBezTo>
                <a:cubicBezTo>
                  <a:pt x="7005" y="74888"/>
                  <a:pt x="6505" y="75109"/>
                  <a:pt x="6048" y="75374"/>
                </a:cubicBezTo>
                <a:cubicBezTo>
                  <a:pt x="3149" y="76949"/>
                  <a:pt x="1133" y="80098"/>
                  <a:pt x="957" y="83409"/>
                </a:cubicBezTo>
                <a:cubicBezTo>
                  <a:pt x="957" y="83483"/>
                  <a:pt x="957" y="83556"/>
                  <a:pt x="942" y="83615"/>
                </a:cubicBezTo>
                <a:lnTo>
                  <a:pt x="942" y="83718"/>
                </a:lnTo>
                <a:cubicBezTo>
                  <a:pt x="942" y="83792"/>
                  <a:pt x="942" y="83880"/>
                  <a:pt x="912" y="83954"/>
                </a:cubicBezTo>
                <a:lnTo>
                  <a:pt x="912" y="84027"/>
                </a:lnTo>
                <a:cubicBezTo>
                  <a:pt x="912" y="84130"/>
                  <a:pt x="898" y="84233"/>
                  <a:pt x="898" y="84321"/>
                </a:cubicBezTo>
                <a:lnTo>
                  <a:pt x="898" y="84351"/>
                </a:lnTo>
                <a:cubicBezTo>
                  <a:pt x="883" y="84469"/>
                  <a:pt x="883" y="84601"/>
                  <a:pt x="883" y="84734"/>
                </a:cubicBezTo>
                <a:cubicBezTo>
                  <a:pt x="868" y="84837"/>
                  <a:pt x="868" y="84969"/>
                  <a:pt x="868" y="85087"/>
                </a:cubicBezTo>
                <a:cubicBezTo>
                  <a:pt x="839" y="85204"/>
                  <a:pt x="839" y="85352"/>
                  <a:pt x="839" y="85484"/>
                </a:cubicBezTo>
                <a:cubicBezTo>
                  <a:pt x="824" y="85602"/>
                  <a:pt x="824" y="85705"/>
                  <a:pt x="824" y="85823"/>
                </a:cubicBezTo>
                <a:cubicBezTo>
                  <a:pt x="809" y="85940"/>
                  <a:pt x="809" y="86073"/>
                  <a:pt x="809" y="86205"/>
                </a:cubicBezTo>
                <a:cubicBezTo>
                  <a:pt x="795" y="86308"/>
                  <a:pt x="795" y="86441"/>
                  <a:pt x="795" y="86558"/>
                </a:cubicBezTo>
                <a:cubicBezTo>
                  <a:pt x="780" y="86676"/>
                  <a:pt x="780" y="86809"/>
                  <a:pt x="751" y="86956"/>
                </a:cubicBezTo>
                <a:cubicBezTo>
                  <a:pt x="736" y="87088"/>
                  <a:pt x="736" y="87221"/>
                  <a:pt x="721" y="87324"/>
                </a:cubicBezTo>
                <a:cubicBezTo>
                  <a:pt x="706" y="87456"/>
                  <a:pt x="706" y="87559"/>
                  <a:pt x="677" y="87692"/>
                </a:cubicBezTo>
                <a:cubicBezTo>
                  <a:pt x="662" y="87809"/>
                  <a:pt x="662" y="87912"/>
                  <a:pt x="648" y="88045"/>
                </a:cubicBezTo>
                <a:cubicBezTo>
                  <a:pt x="633" y="88192"/>
                  <a:pt x="603" y="88324"/>
                  <a:pt x="603" y="88472"/>
                </a:cubicBezTo>
                <a:cubicBezTo>
                  <a:pt x="589" y="88589"/>
                  <a:pt x="589" y="88707"/>
                  <a:pt x="574" y="88839"/>
                </a:cubicBezTo>
                <a:cubicBezTo>
                  <a:pt x="545" y="88942"/>
                  <a:pt x="545" y="89075"/>
                  <a:pt x="530" y="89178"/>
                </a:cubicBezTo>
                <a:cubicBezTo>
                  <a:pt x="515" y="89310"/>
                  <a:pt x="515" y="89428"/>
                  <a:pt x="500" y="89546"/>
                </a:cubicBezTo>
                <a:cubicBezTo>
                  <a:pt x="471" y="89693"/>
                  <a:pt x="456" y="89840"/>
                  <a:pt x="456" y="89987"/>
                </a:cubicBezTo>
                <a:cubicBezTo>
                  <a:pt x="441" y="90105"/>
                  <a:pt x="441" y="90193"/>
                  <a:pt x="427" y="90311"/>
                </a:cubicBezTo>
                <a:cubicBezTo>
                  <a:pt x="397" y="90414"/>
                  <a:pt x="397" y="90502"/>
                  <a:pt x="383" y="90620"/>
                </a:cubicBezTo>
                <a:cubicBezTo>
                  <a:pt x="368" y="90753"/>
                  <a:pt x="353" y="90900"/>
                  <a:pt x="353" y="91017"/>
                </a:cubicBezTo>
                <a:cubicBezTo>
                  <a:pt x="0" y="93490"/>
                  <a:pt x="986" y="96271"/>
                  <a:pt x="3326" y="97051"/>
                </a:cubicBezTo>
                <a:lnTo>
                  <a:pt x="3341" y="96978"/>
                </a:lnTo>
                <a:cubicBezTo>
                  <a:pt x="1486" y="96359"/>
                  <a:pt x="515" y="94461"/>
                  <a:pt x="383" y="92460"/>
                </a:cubicBezTo>
                <a:lnTo>
                  <a:pt x="383" y="92460"/>
                </a:lnTo>
                <a:cubicBezTo>
                  <a:pt x="441" y="92989"/>
                  <a:pt x="574" y="93519"/>
                  <a:pt x="751" y="94020"/>
                </a:cubicBezTo>
                <a:cubicBezTo>
                  <a:pt x="1280" y="95477"/>
                  <a:pt x="2266" y="96536"/>
                  <a:pt x="3517" y="97007"/>
                </a:cubicBezTo>
                <a:lnTo>
                  <a:pt x="3547" y="96933"/>
                </a:lnTo>
                <a:cubicBezTo>
                  <a:pt x="1692" y="96212"/>
                  <a:pt x="662" y="94255"/>
                  <a:pt x="471" y="92254"/>
                </a:cubicBezTo>
                <a:lnTo>
                  <a:pt x="471" y="92254"/>
                </a:lnTo>
                <a:cubicBezTo>
                  <a:pt x="751" y="94240"/>
                  <a:pt x="1795" y="96153"/>
                  <a:pt x="3694" y="96963"/>
                </a:cubicBezTo>
                <a:lnTo>
                  <a:pt x="3738" y="96889"/>
                </a:lnTo>
                <a:cubicBezTo>
                  <a:pt x="1751" y="96050"/>
                  <a:pt x="692" y="93961"/>
                  <a:pt x="515" y="91871"/>
                </a:cubicBezTo>
                <a:lnTo>
                  <a:pt x="515" y="91871"/>
                </a:lnTo>
                <a:cubicBezTo>
                  <a:pt x="589" y="92474"/>
                  <a:pt x="751" y="93063"/>
                  <a:pt x="971" y="93637"/>
                </a:cubicBezTo>
                <a:cubicBezTo>
                  <a:pt x="1560" y="95138"/>
                  <a:pt x="2605" y="96301"/>
                  <a:pt x="3885" y="96904"/>
                </a:cubicBezTo>
                <a:lnTo>
                  <a:pt x="3915" y="96830"/>
                </a:lnTo>
                <a:cubicBezTo>
                  <a:pt x="2060" y="95977"/>
                  <a:pt x="809" y="93872"/>
                  <a:pt x="574" y="91606"/>
                </a:cubicBezTo>
                <a:lnTo>
                  <a:pt x="574" y="91606"/>
                </a:lnTo>
                <a:cubicBezTo>
                  <a:pt x="898" y="93843"/>
                  <a:pt x="2193" y="95903"/>
                  <a:pt x="4062" y="96860"/>
                </a:cubicBezTo>
                <a:lnTo>
                  <a:pt x="4106" y="96786"/>
                </a:lnTo>
                <a:cubicBezTo>
                  <a:pt x="2119" y="95771"/>
                  <a:pt x="809" y="93505"/>
                  <a:pt x="589" y="91120"/>
                </a:cubicBezTo>
                <a:lnTo>
                  <a:pt x="589" y="91120"/>
                </a:lnTo>
                <a:cubicBezTo>
                  <a:pt x="677" y="91827"/>
                  <a:pt x="883" y="92548"/>
                  <a:pt x="1163" y="93225"/>
                </a:cubicBezTo>
                <a:cubicBezTo>
                  <a:pt x="1825" y="94800"/>
                  <a:pt x="2899" y="96050"/>
                  <a:pt x="4224" y="96786"/>
                </a:cubicBezTo>
                <a:lnTo>
                  <a:pt x="4268" y="96713"/>
                </a:lnTo>
                <a:cubicBezTo>
                  <a:pt x="2281" y="95609"/>
                  <a:pt x="912" y="93328"/>
                  <a:pt x="648" y="90929"/>
                </a:cubicBezTo>
                <a:lnTo>
                  <a:pt x="648" y="90929"/>
                </a:lnTo>
                <a:cubicBezTo>
                  <a:pt x="1015" y="93298"/>
                  <a:pt x="2384" y="95535"/>
                  <a:pt x="4400" y="96727"/>
                </a:cubicBezTo>
                <a:lnTo>
                  <a:pt x="4430" y="96654"/>
                </a:lnTo>
                <a:cubicBezTo>
                  <a:pt x="2355" y="95418"/>
                  <a:pt x="957" y="93034"/>
                  <a:pt x="677" y="90561"/>
                </a:cubicBezTo>
                <a:lnTo>
                  <a:pt x="677" y="90561"/>
                </a:lnTo>
                <a:cubicBezTo>
                  <a:pt x="1060" y="93004"/>
                  <a:pt x="2487" y="95329"/>
                  <a:pt x="4577" y="96669"/>
                </a:cubicBezTo>
                <a:lnTo>
                  <a:pt x="4621" y="96595"/>
                </a:lnTo>
                <a:cubicBezTo>
                  <a:pt x="2443" y="95197"/>
                  <a:pt x="986" y="92739"/>
                  <a:pt x="721" y="90179"/>
                </a:cubicBezTo>
                <a:lnTo>
                  <a:pt x="721" y="90179"/>
                </a:lnTo>
                <a:cubicBezTo>
                  <a:pt x="839" y="91003"/>
                  <a:pt x="1089" y="91812"/>
                  <a:pt x="1457" y="92622"/>
                </a:cubicBezTo>
                <a:cubicBezTo>
                  <a:pt x="2193" y="94240"/>
                  <a:pt x="3370" y="95653"/>
                  <a:pt x="4768" y="96610"/>
                </a:cubicBezTo>
                <a:lnTo>
                  <a:pt x="4798" y="96536"/>
                </a:lnTo>
                <a:cubicBezTo>
                  <a:pt x="2575" y="95035"/>
                  <a:pt x="1089" y="92460"/>
                  <a:pt x="765" y="89870"/>
                </a:cubicBezTo>
                <a:lnTo>
                  <a:pt x="765" y="89870"/>
                </a:lnTo>
                <a:cubicBezTo>
                  <a:pt x="1177" y="92415"/>
                  <a:pt x="2708" y="94947"/>
                  <a:pt x="4930" y="96536"/>
                </a:cubicBezTo>
                <a:lnTo>
                  <a:pt x="4989" y="96463"/>
                </a:lnTo>
                <a:cubicBezTo>
                  <a:pt x="2708" y="94829"/>
                  <a:pt x="1177" y="92224"/>
                  <a:pt x="809" y="89605"/>
                </a:cubicBezTo>
                <a:lnTo>
                  <a:pt x="809" y="89605"/>
                </a:lnTo>
                <a:cubicBezTo>
                  <a:pt x="1251" y="92195"/>
                  <a:pt x="2796" y="94755"/>
                  <a:pt x="5092" y="96492"/>
                </a:cubicBezTo>
                <a:lnTo>
                  <a:pt x="5151" y="96433"/>
                </a:lnTo>
                <a:cubicBezTo>
                  <a:pt x="2811" y="94667"/>
                  <a:pt x="1266" y="92077"/>
                  <a:pt x="868" y="89458"/>
                </a:cubicBezTo>
                <a:lnTo>
                  <a:pt x="868" y="89443"/>
                </a:lnTo>
                <a:cubicBezTo>
                  <a:pt x="1030" y="90311"/>
                  <a:pt x="1324" y="91165"/>
                  <a:pt x="1722" y="92033"/>
                </a:cubicBezTo>
                <a:cubicBezTo>
                  <a:pt x="2531" y="93711"/>
                  <a:pt x="3782" y="95270"/>
                  <a:pt x="5254" y="96448"/>
                </a:cubicBezTo>
                <a:lnTo>
                  <a:pt x="5313" y="96389"/>
                </a:lnTo>
                <a:cubicBezTo>
                  <a:pt x="2943" y="94520"/>
                  <a:pt x="1383" y="91930"/>
                  <a:pt x="912" y="89310"/>
                </a:cubicBezTo>
                <a:cubicBezTo>
                  <a:pt x="912" y="89296"/>
                  <a:pt x="912" y="89296"/>
                  <a:pt x="942" y="89281"/>
                </a:cubicBezTo>
                <a:cubicBezTo>
                  <a:pt x="1118" y="90134"/>
                  <a:pt x="1413" y="91003"/>
                  <a:pt x="1840" y="91856"/>
                </a:cubicBezTo>
                <a:cubicBezTo>
                  <a:pt x="2664" y="93563"/>
                  <a:pt x="3915" y="95138"/>
                  <a:pt x="5460" y="96418"/>
                </a:cubicBezTo>
                <a:lnTo>
                  <a:pt x="5519" y="96359"/>
                </a:lnTo>
                <a:cubicBezTo>
                  <a:pt x="3149" y="94387"/>
                  <a:pt x="1531" y="91739"/>
                  <a:pt x="1015" y="89148"/>
                </a:cubicBezTo>
                <a:cubicBezTo>
                  <a:pt x="1015" y="89148"/>
                  <a:pt x="1015" y="89134"/>
                  <a:pt x="1030" y="89134"/>
                </a:cubicBezTo>
                <a:cubicBezTo>
                  <a:pt x="1236" y="89973"/>
                  <a:pt x="1531" y="90841"/>
                  <a:pt x="1943" y="91680"/>
                </a:cubicBezTo>
                <a:cubicBezTo>
                  <a:pt x="2796" y="93401"/>
                  <a:pt x="4076" y="95035"/>
                  <a:pt x="5651" y="96374"/>
                </a:cubicBezTo>
                <a:lnTo>
                  <a:pt x="5695" y="96315"/>
                </a:lnTo>
                <a:cubicBezTo>
                  <a:pt x="3709" y="94594"/>
                  <a:pt x="1722" y="91959"/>
                  <a:pt x="1089" y="89016"/>
                </a:cubicBezTo>
                <a:cubicBezTo>
                  <a:pt x="1089" y="89001"/>
                  <a:pt x="1104" y="89001"/>
                  <a:pt x="1104" y="88987"/>
                </a:cubicBezTo>
                <a:cubicBezTo>
                  <a:pt x="1310" y="89811"/>
                  <a:pt x="1619" y="90650"/>
                  <a:pt x="2060" y="91503"/>
                </a:cubicBezTo>
                <a:cubicBezTo>
                  <a:pt x="2929" y="93225"/>
                  <a:pt x="4224" y="94903"/>
                  <a:pt x="5828" y="96345"/>
                </a:cubicBezTo>
                <a:lnTo>
                  <a:pt x="5887" y="96286"/>
                </a:lnTo>
                <a:cubicBezTo>
                  <a:pt x="3414" y="94064"/>
                  <a:pt x="1781" y="91430"/>
                  <a:pt x="1177" y="88854"/>
                </a:cubicBezTo>
                <a:cubicBezTo>
                  <a:pt x="1177" y="88839"/>
                  <a:pt x="1192" y="88810"/>
                  <a:pt x="1192" y="88810"/>
                </a:cubicBezTo>
                <a:cubicBezTo>
                  <a:pt x="1869" y="91371"/>
                  <a:pt x="3532" y="93990"/>
                  <a:pt x="6019" y="96301"/>
                </a:cubicBezTo>
                <a:lnTo>
                  <a:pt x="6063" y="96242"/>
                </a:lnTo>
                <a:cubicBezTo>
                  <a:pt x="3561" y="93887"/>
                  <a:pt x="1913" y="91282"/>
                  <a:pt x="1251" y="88707"/>
                </a:cubicBezTo>
                <a:cubicBezTo>
                  <a:pt x="1251" y="88692"/>
                  <a:pt x="1266" y="88663"/>
                  <a:pt x="1266" y="88648"/>
                </a:cubicBezTo>
                <a:cubicBezTo>
                  <a:pt x="2207" y="91945"/>
                  <a:pt x="4577" y="94682"/>
                  <a:pt x="6181" y="96242"/>
                </a:cubicBezTo>
                <a:lnTo>
                  <a:pt x="6240" y="96198"/>
                </a:lnTo>
                <a:cubicBezTo>
                  <a:pt x="4621" y="94623"/>
                  <a:pt x="2222" y="91856"/>
                  <a:pt x="1324" y="88545"/>
                </a:cubicBezTo>
                <a:cubicBezTo>
                  <a:pt x="1324" y="88516"/>
                  <a:pt x="1339" y="88501"/>
                  <a:pt x="1339" y="88486"/>
                </a:cubicBezTo>
                <a:cubicBezTo>
                  <a:pt x="1575" y="89296"/>
                  <a:pt x="1913" y="90105"/>
                  <a:pt x="2355" y="90929"/>
                </a:cubicBezTo>
                <a:cubicBezTo>
                  <a:pt x="3267" y="92680"/>
                  <a:pt x="4621" y="94446"/>
                  <a:pt x="6358" y="96198"/>
                </a:cubicBezTo>
                <a:lnTo>
                  <a:pt x="6416" y="96139"/>
                </a:lnTo>
                <a:cubicBezTo>
                  <a:pt x="4474" y="94181"/>
                  <a:pt x="2310" y="91459"/>
                  <a:pt x="1413" y="88368"/>
                </a:cubicBezTo>
                <a:cubicBezTo>
                  <a:pt x="1413" y="88354"/>
                  <a:pt x="1428" y="88339"/>
                  <a:pt x="1428" y="88339"/>
                </a:cubicBezTo>
                <a:cubicBezTo>
                  <a:pt x="2222" y="90826"/>
                  <a:pt x="3900" y="93416"/>
                  <a:pt x="6549" y="96153"/>
                </a:cubicBezTo>
                <a:lnTo>
                  <a:pt x="6608" y="96095"/>
                </a:lnTo>
                <a:cubicBezTo>
                  <a:pt x="3959" y="93343"/>
                  <a:pt x="2266" y="90753"/>
                  <a:pt x="1486" y="88251"/>
                </a:cubicBezTo>
                <a:cubicBezTo>
                  <a:pt x="1501" y="88221"/>
                  <a:pt x="1501" y="88192"/>
                  <a:pt x="1531" y="88177"/>
                </a:cubicBezTo>
                <a:cubicBezTo>
                  <a:pt x="2575" y="91356"/>
                  <a:pt x="4856" y="94093"/>
                  <a:pt x="6711" y="96095"/>
                </a:cubicBezTo>
                <a:lnTo>
                  <a:pt x="6770" y="96050"/>
                </a:lnTo>
                <a:cubicBezTo>
                  <a:pt x="4886" y="94034"/>
                  <a:pt x="2590" y="91268"/>
                  <a:pt x="1575" y="88074"/>
                </a:cubicBezTo>
                <a:cubicBezTo>
                  <a:pt x="1604" y="88059"/>
                  <a:pt x="1604" y="88030"/>
                  <a:pt x="1619" y="88001"/>
                </a:cubicBezTo>
                <a:cubicBezTo>
                  <a:pt x="2678" y="91076"/>
                  <a:pt x="4871" y="93843"/>
                  <a:pt x="6902" y="96050"/>
                </a:cubicBezTo>
                <a:lnTo>
                  <a:pt x="6946" y="95992"/>
                </a:lnTo>
                <a:cubicBezTo>
                  <a:pt x="4930" y="93769"/>
                  <a:pt x="2723" y="90988"/>
                  <a:pt x="1678" y="87898"/>
                </a:cubicBezTo>
                <a:cubicBezTo>
                  <a:pt x="1692" y="87883"/>
                  <a:pt x="1692" y="87853"/>
                  <a:pt x="1707" y="87839"/>
                </a:cubicBezTo>
                <a:cubicBezTo>
                  <a:pt x="2752" y="90767"/>
                  <a:pt x="4856" y="93446"/>
                  <a:pt x="7079" y="95992"/>
                </a:cubicBezTo>
                <a:lnTo>
                  <a:pt x="7137" y="95933"/>
                </a:lnTo>
                <a:cubicBezTo>
                  <a:pt x="4915" y="93401"/>
                  <a:pt x="2796" y="90694"/>
                  <a:pt x="1766" y="87750"/>
                </a:cubicBezTo>
                <a:cubicBezTo>
                  <a:pt x="2458" y="86573"/>
                  <a:pt x="3326" y="85484"/>
                  <a:pt x="4179" y="84439"/>
                </a:cubicBezTo>
                <a:cubicBezTo>
                  <a:pt x="4503" y="84027"/>
                  <a:pt x="4842" y="83615"/>
                  <a:pt x="5151" y="83188"/>
                </a:cubicBezTo>
                <a:cubicBezTo>
                  <a:pt x="6107" y="81937"/>
                  <a:pt x="6828" y="80745"/>
                  <a:pt x="7285" y="79612"/>
                </a:cubicBezTo>
                <a:cubicBezTo>
                  <a:pt x="7358" y="79465"/>
                  <a:pt x="7417" y="79318"/>
                  <a:pt x="7491" y="79171"/>
                </a:cubicBezTo>
                <a:cubicBezTo>
                  <a:pt x="7579" y="78994"/>
                  <a:pt x="7667" y="78788"/>
                  <a:pt x="7756" y="78612"/>
                </a:cubicBezTo>
                <a:cubicBezTo>
                  <a:pt x="7814" y="78509"/>
                  <a:pt x="7859" y="78420"/>
                  <a:pt x="7903" y="78317"/>
                </a:cubicBezTo>
                <a:cubicBezTo>
                  <a:pt x="7962" y="78214"/>
                  <a:pt x="8020" y="78111"/>
                  <a:pt x="8079" y="78023"/>
                </a:cubicBezTo>
                <a:cubicBezTo>
                  <a:pt x="8182" y="77832"/>
                  <a:pt x="8271" y="77670"/>
                  <a:pt x="8374" y="77478"/>
                </a:cubicBezTo>
                <a:cubicBezTo>
                  <a:pt x="8447" y="77375"/>
                  <a:pt x="8491" y="77258"/>
                  <a:pt x="8565" y="77155"/>
                </a:cubicBezTo>
                <a:cubicBezTo>
                  <a:pt x="8668" y="77007"/>
                  <a:pt x="8756" y="76875"/>
                  <a:pt x="8845" y="76728"/>
                </a:cubicBezTo>
                <a:cubicBezTo>
                  <a:pt x="8918" y="76640"/>
                  <a:pt x="8977" y="76551"/>
                  <a:pt x="9051" y="76448"/>
                </a:cubicBezTo>
                <a:cubicBezTo>
                  <a:pt x="9154" y="76331"/>
                  <a:pt x="9257" y="76183"/>
                  <a:pt x="9345" y="76051"/>
                </a:cubicBezTo>
                <a:cubicBezTo>
                  <a:pt x="9433" y="75933"/>
                  <a:pt x="9522" y="75815"/>
                  <a:pt x="9625" y="75698"/>
                </a:cubicBezTo>
                <a:lnTo>
                  <a:pt x="9889" y="75374"/>
                </a:lnTo>
                <a:cubicBezTo>
                  <a:pt x="10007" y="75256"/>
                  <a:pt x="10096" y="75153"/>
                  <a:pt x="10184" y="75035"/>
                </a:cubicBezTo>
                <a:lnTo>
                  <a:pt x="10508" y="74726"/>
                </a:lnTo>
                <a:cubicBezTo>
                  <a:pt x="10611" y="74638"/>
                  <a:pt x="10728" y="74520"/>
                  <a:pt x="10817" y="74417"/>
                </a:cubicBezTo>
                <a:cubicBezTo>
                  <a:pt x="10920" y="74314"/>
                  <a:pt x="11052" y="74211"/>
                  <a:pt x="11170" y="74123"/>
                </a:cubicBezTo>
                <a:cubicBezTo>
                  <a:pt x="11288" y="74020"/>
                  <a:pt x="11405" y="73932"/>
                  <a:pt x="11508" y="73829"/>
                </a:cubicBezTo>
                <a:cubicBezTo>
                  <a:pt x="11641" y="73726"/>
                  <a:pt x="11758" y="73637"/>
                  <a:pt x="11861" y="73549"/>
                </a:cubicBezTo>
                <a:cubicBezTo>
                  <a:pt x="11994" y="73461"/>
                  <a:pt x="12097" y="73387"/>
                  <a:pt x="12229" y="73284"/>
                </a:cubicBezTo>
                <a:cubicBezTo>
                  <a:pt x="12362" y="73211"/>
                  <a:pt x="12494" y="73122"/>
                  <a:pt x="12612" y="73034"/>
                </a:cubicBezTo>
                <a:cubicBezTo>
                  <a:pt x="12744" y="72960"/>
                  <a:pt x="12892" y="72872"/>
                  <a:pt x="13024" y="72799"/>
                </a:cubicBezTo>
                <a:cubicBezTo>
                  <a:pt x="13112" y="72740"/>
                  <a:pt x="13201" y="72696"/>
                  <a:pt x="13304" y="72651"/>
                </a:cubicBezTo>
                <a:cubicBezTo>
                  <a:pt x="16100" y="71047"/>
                  <a:pt x="17910" y="67898"/>
                  <a:pt x="17939" y="64675"/>
                </a:cubicBezTo>
                <a:cubicBezTo>
                  <a:pt x="17939" y="62894"/>
                  <a:pt x="17424" y="61143"/>
                  <a:pt x="16924" y="59480"/>
                </a:cubicBezTo>
                <a:cubicBezTo>
                  <a:pt x="16482" y="57964"/>
                  <a:pt x="16026" y="56405"/>
                  <a:pt x="15953" y="54845"/>
                </a:cubicBezTo>
                <a:cubicBezTo>
                  <a:pt x="16836" y="54668"/>
                  <a:pt x="17689" y="54565"/>
                  <a:pt x="18499" y="54477"/>
                </a:cubicBezTo>
                <a:cubicBezTo>
                  <a:pt x="21324" y="54123"/>
                  <a:pt x="23752" y="53829"/>
                  <a:pt x="25327" y="51725"/>
                </a:cubicBezTo>
                <a:cubicBezTo>
                  <a:pt x="26210" y="50577"/>
                  <a:pt x="26813" y="49414"/>
                  <a:pt x="27167" y="48237"/>
                </a:cubicBezTo>
                <a:cubicBezTo>
                  <a:pt x="27167" y="48193"/>
                  <a:pt x="27167" y="48178"/>
                  <a:pt x="27181" y="48163"/>
                </a:cubicBezTo>
                <a:cubicBezTo>
                  <a:pt x="27211" y="48105"/>
                  <a:pt x="27225" y="48031"/>
                  <a:pt x="27240" y="47972"/>
                </a:cubicBezTo>
                <a:cubicBezTo>
                  <a:pt x="27240" y="47957"/>
                  <a:pt x="27255" y="47957"/>
                  <a:pt x="27255" y="47943"/>
                </a:cubicBezTo>
                <a:cubicBezTo>
                  <a:pt x="27314" y="47737"/>
                  <a:pt x="27358" y="47516"/>
                  <a:pt x="27387" y="47310"/>
                </a:cubicBezTo>
                <a:cubicBezTo>
                  <a:pt x="27432" y="47045"/>
                  <a:pt x="27432" y="46780"/>
                  <a:pt x="27432" y="46500"/>
                </a:cubicBezTo>
                <a:lnTo>
                  <a:pt x="27432" y="46486"/>
                </a:lnTo>
                <a:cubicBezTo>
                  <a:pt x="27402" y="46839"/>
                  <a:pt x="27358" y="47207"/>
                  <a:pt x="27255" y="47575"/>
                </a:cubicBezTo>
                <a:lnTo>
                  <a:pt x="27255" y="47428"/>
                </a:lnTo>
                <a:cubicBezTo>
                  <a:pt x="27255" y="47369"/>
                  <a:pt x="27255" y="47310"/>
                  <a:pt x="27284" y="47266"/>
                </a:cubicBezTo>
                <a:cubicBezTo>
                  <a:pt x="27358" y="46986"/>
                  <a:pt x="27387" y="46721"/>
                  <a:pt x="27432" y="46471"/>
                </a:cubicBezTo>
                <a:cubicBezTo>
                  <a:pt x="27432" y="46118"/>
                  <a:pt x="27446" y="45765"/>
                  <a:pt x="27446" y="45426"/>
                </a:cubicBezTo>
                <a:cubicBezTo>
                  <a:pt x="27446" y="45102"/>
                  <a:pt x="27387" y="44852"/>
                  <a:pt x="27402" y="44558"/>
                </a:cubicBezTo>
                <a:cubicBezTo>
                  <a:pt x="27402" y="44543"/>
                  <a:pt x="27402" y="44543"/>
                  <a:pt x="27387" y="44514"/>
                </a:cubicBezTo>
                <a:cubicBezTo>
                  <a:pt x="27387" y="44411"/>
                  <a:pt x="27387" y="44293"/>
                  <a:pt x="27402" y="44190"/>
                </a:cubicBezTo>
                <a:cubicBezTo>
                  <a:pt x="27432" y="43925"/>
                  <a:pt x="27446" y="43660"/>
                  <a:pt x="27446" y="43395"/>
                </a:cubicBezTo>
                <a:cubicBezTo>
                  <a:pt x="27461" y="43116"/>
                  <a:pt x="27476" y="42851"/>
                  <a:pt x="27476" y="42571"/>
                </a:cubicBezTo>
                <a:cubicBezTo>
                  <a:pt x="27505" y="42336"/>
                  <a:pt x="27520" y="42071"/>
                  <a:pt x="27520" y="41835"/>
                </a:cubicBezTo>
                <a:cubicBezTo>
                  <a:pt x="27549" y="41526"/>
                  <a:pt x="27579" y="41232"/>
                  <a:pt x="27579" y="40938"/>
                </a:cubicBezTo>
                <a:cubicBezTo>
                  <a:pt x="27593" y="40673"/>
                  <a:pt x="27608" y="40437"/>
                  <a:pt x="27623" y="40172"/>
                </a:cubicBezTo>
                <a:cubicBezTo>
                  <a:pt x="27667" y="39863"/>
                  <a:pt x="27682" y="39569"/>
                  <a:pt x="27696" y="39275"/>
                </a:cubicBezTo>
                <a:cubicBezTo>
                  <a:pt x="27726" y="39039"/>
                  <a:pt x="27755" y="38804"/>
                  <a:pt x="27755" y="38554"/>
                </a:cubicBezTo>
                <a:cubicBezTo>
                  <a:pt x="27799" y="38259"/>
                  <a:pt x="27829" y="37950"/>
                  <a:pt x="27844" y="37641"/>
                </a:cubicBezTo>
                <a:cubicBezTo>
                  <a:pt x="27888" y="37362"/>
                  <a:pt x="27917" y="37067"/>
                  <a:pt x="27947" y="36788"/>
                </a:cubicBezTo>
                <a:cubicBezTo>
                  <a:pt x="27991" y="36523"/>
                  <a:pt x="28035" y="36243"/>
                  <a:pt x="28050" y="35963"/>
                </a:cubicBezTo>
                <a:cubicBezTo>
                  <a:pt x="28108" y="35684"/>
                  <a:pt x="28138" y="35419"/>
                  <a:pt x="28182" y="35139"/>
                </a:cubicBezTo>
                <a:lnTo>
                  <a:pt x="28344" y="34315"/>
                </a:lnTo>
                <a:cubicBezTo>
                  <a:pt x="28418" y="34036"/>
                  <a:pt x="28476" y="33771"/>
                  <a:pt x="28535" y="33506"/>
                </a:cubicBezTo>
                <a:cubicBezTo>
                  <a:pt x="28609" y="33241"/>
                  <a:pt x="28682" y="32991"/>
                  <a:pt x="28727" y="32726"/>
                </a:cubicBezTo>
                <a:cubicBezTo>
                  <a:pt x="28844" y="32402"/>
                  <a:pt x="28947" y="32049"/>
                  <a:pt x="29021" y="31710"/>
                </a:cubicBezTo>
                <a:cubicBezTo>
                  <a:pt x="29315" y="30342"/>
                  <a:pt x="29359" y="28944"/>
                  <a:pt x="29124" y="27708"/>
                </a:cubicBezTo>
                <a:cubicBezTo>
                  <a:pt x="28844" y="26310"/>
                  <a:pt x="28241" y="25118"/>
                  <a:pt x="27314" y="24205"/>
                </a:cubicBezTo>
                <a:cubicBezTo>
                  <a:pt x="26019" y="22940"/>
                  <a:pt x="24223" y="22410"/>
                  <a:pt x="22502" y="21895"/>
                </a:cubicBezTo>
                <a:cubicBezTo>
                  <a:pt x="21133" y="21483"/>
                  <a:pt x="19735" y="21071"/>
                  <a:pt x="18557" y="20291"/>
                </a:cubicBezTo>
                <a:cubicBezTo>
                  <a:pt x="18837" y="19834"/>
                  <a:pt x="19073" y="19349"/>
                  <a:pt x="19279" y="18863"/>
                </a:cubicBezTo>
                <a:cubicBezTo>
                  <a:pt x="20559" y="15802"/>
                  <a:pt x="20147" y="12094"/>
                  <a:pt x="18204" y="9400"/>
                </a:cubicBezTo>
                <a:cubicBezTo>
                  <a:pt x="18175" y="9371"/>
                  <a:pt x="18131" y="9312"/>
                  <a:pt x="18116" y="9268"/>
                </a:cubicBezTo>
                <a:cubicBezTo>
                  <a:pt x="18087" y="9239"/>
                  <a:pt x="18072" y="9180"/>
                  <a:pt x="18028" y="9150"/>
                </a:cubicBezTo>
                <a:lnTo>
                  <a:pt x="17925" y="8974"/>
                </a:lnTo>
                <a:cubicBezTo>
                  <a:pt x="17895" y="8944"/>
                  <a:pt x="17881" y="8900"/>
                  <a:pt x="17836" y="8885"/>
                </a:cubicBezTo>
                <a:cubicBezTo>
                  <a:pt x="17792" y="8812"/>
                  <a:pt x="17733" y="8723"/>
                  <a:pt x="17675" y="8650"/>
                </a:cubicBezTo>
                <a:cubicBezTo>
                  <a:pt x="17675" y="8650"/>
                  <a:pt x="17675" y="8635"/>
                  <a:pt x="17660" y="8635"/>
                </a:cubicBezTo>
                <a:cubicBezTo>
                  <a:pt x="17586" y="8517"/>
                  <a:pt x="17513" y="8429"/>
                  <a:pt x="17439" y="8311"/>
                </a:cubicBezTo>
                <a:cubicBezTo>
                  <a:pt x="17365" y="8223"/>
                  <a:pt x="17307" y="8120"/>
                  <a:pt x="17233" y="8017"/>
                </a:cubicBezTo>
                <a:cubicBezTo>
                  <a:pt x="17159" y="7914"/>
                  <a:pt x="17086" y="7796"/>
                  <a:pt x="16998" y="7693"/>
                </a:cubicBezTo>
                <a:cubicBezTo>
                  <a:pt x="16939" y="7605"/>
                  <a:pt x="16865" y="7502"/>
                  <a:pt x="16792" y="7414"/>
                </a:cubicBezTo>
                <a:cubicBezTo>
                  <a:pt x="16718" y="7311"/>
                  <a:pt x="16644" y="7193"/>
                  <a:pt x="16571" y="7105"/>
                </a:cubicBezTo>
                <a:cubicBezTo>
                  <a:pt x="16497" y="7016"/>
                  <a:pt x="16453" y="6899"/>
                  <a:pt x="16379" y="6810"/>
                </a:cubicBezTo>
                <a:lnTo>
                  <a:pt x="16159" y="6472"/>
                </a:lnTo>
                <a:cubicBezTo>
                  <a:pt x="16085" y="6369"/>
                  <a:pt x="16012" y="6281"/>
                  <a:pt x="15938" y="6163"/>
                </a:cubicBezTo>
                <a:cubicBezTo>
                  <a:pt x="15864" y="6060"/>
                  <a:pt x="15806" y="5957"/>
                  <a:pt x="15732" y="5869"/>
                </a:cubicBezTo>
                <a:cubicBezTo>
                  <a:pt x="15673" y="5780"/>
                  <a:pt x="15599" y="5692"/>
                  <a:pt x="15526" y="5574"/>
                </a:cubicBezTo>
                <a:cubicBezTo>
                  <a:pt x="15452" y="5471"/>
                  <a:pt x="15379" y="5339"/>
                  <a:pt x="15290" y="5221"/>
                </a:cubicBezTo>
                <a:cubicBezTo>
                  <a:pt x="15217" y="5118"/>
                  <a:pt x="15158" y="5030"/>
                  <a:pt x="15084" y="4927"/>
                </a:cubicBezTo>
                <a:cubicBezTo>
                  <a:pt x="15026" y="4838"/>
                  <a:pt x="14952" y="4735"/>
                  <a:pt x="14878" y="4632"/>
                </a:cubicBezTo>
                <a:cubicBezTo>
                  <a:pt x="14805" y="4529"/>
                  <a:pt x="14761" y="4441"/>
                  <a:pt x="14687" y="4323"/>
                </a:cubicBezTo>
                <a:cubicBezTo>
                  <a:pt x="14613" y="4191"/>
                  <a:pt x="14510" y="4073"/>
                  <a:pt x="14437" y="3955"/>
                </a:cubicBezTo>
                <a:cubicBezTo>
                  <a:pt x="14393" y="3867"/>
                  <a:pt x="14334" y="3794"/>
                  <a:pt x="14275" y="3705"/>
                </a:cubicBezTo>
                <a:lnTo>
                  <a:pt x="14113" y="3426"/>
                </a:lnTo>
                <a:cubicBezTo>
                  <a:pt x="14040" y="3308"/>
                  <a:pt x="13966" y="3190"/>
                  <a:pt x="13892" y="3072"/>
                </a:cubicBezTo>
                <a:cubicBezTo>
                  <a:pt x="12872" y="1341"/>
                  <a:pt x="11030" y="1"/>
                  <a:pt x="9151" y="1"/>
                </a:cubicBezTo>
                <a:close/>
              </a:path>
            </a:pathLst>
          </a:custGeom>
          <a:gradFill>
            <a:gsLst>
              <a:gs pos="0">
                <a:schemeClr val="accent1"/>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14"/>
          <p:cNvSpPr/>
          <p:nvPr/>
        </p:nvSpPr>
        <p:spPr>
          <a:xfrm flipH="1">
            <a:off x="4285663" y="4760370"/>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14"/>
          <p:cNvSpPr/>
          <p:nvPr/>
        </p:nvSpPr>
        <p:spPr>
          <a:xfrm flipH="1">
            <a:off x="4285663" y="-172280"/>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14"/>
          <p:cNvSpPr/>
          <p:nvPr/>
        </p:nvSpPr>
        <p:spPr>
          <a:xfrm flipH="1" rot="10800000">
            <a:off x="7456380" y="397693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14"/>
          <p:cNvSpPr/>
          <p:nvPr/>
        </p:nvSpPr>
        <p:spPr>
          <a:xfrm flipH="1" rot="10800000">
            <a:off x="1700093" y="30113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14"/>
          <p:cNvSpPr/>
          <p:nvPr/>
        </p:nvSpPr>
        <p:spPr>
          <a:xfrm flipH="1" rot="10800000">
            <a:off x="491282" y="3010055"/>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14"/>
          <p:cNvSpPr/>
          <p:nvPr/>
        </p:nvSpPr>
        <p:spPr>
          <a:xfrm flipH="1" rot="10800000">
            <a:off x="8483951" y="791583"/>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7">
    <p:spTree>
      <p:nvGrpSpPr>
        <p:cNvPr id="408" name="Shape 408"/>
        <p:cNvGrpSpPr/>
        <p:nvPr/>
      </p:nvGrpSpPr>
      <p:grpSpPr>
        <a:xfrm>
          <a:off x="0" y="0"/>
          <a:ext cx="0" cy="0"/>
          <a:chOff x="0" y="0"/>
          <a:chExt cx="0" cy="0"/>
        </a:xfrm>
      </p:grpSpPr>
      <p:sp>
        <p:nvSpPr>
          <p:cNvPr id="409" name="Google Shape;409;p15"/>
          <p:cNvSpPr txBox="1"/>
          <p:nvPr>
            <p:ph type="title"/>
          </p:nvPr>
        </p:nvSpPr>
        <p:spPr>
          <a:xfrm>
            <a:off x="732300" y="445025"/>
            <a:ext cx="7679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10" name="Google Shape;410;p15"/>
          <p:cNvSpPr txBox="1"/>
          <p:nvPr>
            <p:ph idx="1" type="subTitle"/>
          </p:nvPr>
        </p:nvSpPr>
        <p:spPr>
          <a:xfrm>
            <a:off x="918175" y="1427300"/>
            <a:ext cx="3559200" cy="30168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2"/>
              </a:buClr>
              <a:buSzPts val="1200"/>
              <a:buChar char="●"/>
              <a:defRPr sz="1200"/>
            </a:lvl1pPr>
            <a:lvl2pPr lvl="1" rtl="0">
              <a:spcBef>
                <a:spcPts val="0"/>
              </a:spcBef>
              <a:spcAft>
                <a:spcPts val="0"/>
              </a:spcAft>
              <a:buSzPts val="1400"/>
              <a:buChar char="○"/>
              <a:defRPr/>
            </a:lvl2pPr>
            <a:lvl3pPr lvl="2" rtl="0">
              <a:spcBef>
                <a:spcPts val="0"/>
              </a:spcBef>
              <a:spcAft>
                <a:spcPts val="0"/>
              </a:spcAft>
              <a:buSzPts val="1400"/>
              <a:buChar char="■"/>
              <a:defRPr/>
            </a:lvl3pPr>
            <a:lvl4pPr lvl="3" rtl="0">
              <a:spcBef>
                <a:spcPts val="0"/>
              </a:spcBef>
              <a:spcAft>
                <a:spcPts val="0"/>
              </a:spcAft>
              <a:buSzPts val="1400"/>
              <a:buChar char="●"/>
              <a:defRPr/>
            </a:lvl4pPr>
            <a:lvl5pPr lvl="4" rtl="0">
              <a:spcBef>
                <a:spcPts val="0"/>
              </a:spcBef>
              <a:spcAft>
                <a:spcPts val="0"/>
              </a:spcAft>
              <a:buSzPts val="1400"/>
              <a:buChar char="○"/>
              <a:defRPr/>
            </a:lvl5pPr>
            <a:lvl6pPr lvl="5" rtl="0">
              <a:spcBef>
                <a:spcPts val="0"/>
              </a:spcBef>
              <a:spcAft>
                <a:spcPts val="0"/>
              </a:spcAft>
              <a:buSzPts val="1400"/>
              <a:buChar char="■"/>
              <a:defRPr/>
            </a:lvl6pPr>
            <a:lvl7pPr lvl="6" rtl="0">
              <a:spcBef>
                <a:spcPts val="0"/>
              </a:spcBef>
              <a:spcAft>
                <a:spcPts val="0"/>
              </a:spcAft>
              <a:buSzPts val="1400"/>
              <a:buChar char="●"/>
              <a:defRPr/>
            </a:lvl7pPr>
            <a:lvl8pPr lvl="7" rtl="0">
              <a:spcBef>
                <a:spcPts val="0"/>
              </a:spcBef>
              <a:spcAft>
                <a:spcPts val="0"/>
              </a:spcAft>
              <a:buSzPts val="1400"/>
              <a:buChar char="○"/>
              <a:defRPr/>
            </a:lvl8pPr>
            <a:lvl9pPr lvl="8" rtl="0">
              <a:spcBef>
                <a:spcPts val="0"/>
              </a:spcBef>
              <a:spcAft>
                <a:spcPts val="0"/>
              </a:spcAft>
              <a:buSzPts val="1400"/>
              <a:buChar char="■"/>
              <a:defRPr/>
            </a:lvl9pPr>
          </a:lstStyle>
          <a:p/>
        </p:txBody>
      </p:sp>
      <p:sp>
        <p:nvSpPr>
          <p:cNvPr id="411" name="Google Shape;411;p15"/>
          <p:cNvSpPr txBox="1"/>
          <p:nvPr>
            <p:ph idx="2" type="subTitle"/>
          </p:nvPr>
        </p:nvSpPr>
        <p:spPr>
          <a:xfrm>
            <a:off x="4666650" y="1427300"/>
            <a:ext cx="3559200" cy="30321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2"/>
              </a:buClr>
              <a:buSzPts val="1400"/>
              <a:buChar char="●"/>
              <a:defRPr sz="1200"/>
            </a:lvl1pPr>
            <a:lvl2pPr lvl="1" rtl="0">
              <a:spcBef>
                <a:spcPts val="0"/>
              </a:spcBef>
              <a:spcAft>
                <a:spcPts val="0"/>
              </a:spcAft>
              <a:buClr>
                <a:srgbClr val="000000"/>
              </a:buClr>
              <a:buSzPts val="1400"/>
              <a:buChar char="○"/>
              <a:defRPr/>
            </a:lvl2pPr>
            <a:lvl3pPr lvl="2" rtl="0">
              <a:spcBef>
                <a:spcPts val="0"/>
              </a:spcBef>
              <a:spcAft>
                <a:spcPts val="0"/>
              </a:spcAft>
              <a:buClr>
                <a:srgbClr val="000000"/>
              </a:buClr>
              <a:buSzPts val="1400"/>
              <a:buChar char="■"/>
              <a:defRPr/>
            </a:lvl3pPr>
            <a:lvl4pPr lvl="3" rtl="0">
              <a:spcBef>
                <a:spcPts val="0"/>
              </a:spcBef>
              <a:spcAft>
                <a:spcPts val="0"/>
              </a:spcAft>
              <a:buClr>
                <a:srgbClr val="000000"/>
              </a:buClr>
              <a:buSzPts val="1400"/>
              <a:buChar char="●"/>
              <a:defRPr/>
            </a:lvl4pPr>
            <a:lvl5pPr lvl="4" rtl="0">
              <a:spcBef>
                <a:spcPts val="0"/>
              </a:spcBef>
              <a:spcAft>
                <a:spcPts val="0"/>
              </a:spcAft>
              <a:buClr>
                <a:srgbClr val="000000"/>
              </a:buClr>
              <a:buSzPts val="1400"/>
              <a:buChar char="○"/>
              <a:defRPr/>
            </a:lvl5pPr>
            <a:lvl6pPr lvl="5" rtl="0">
              <a:spcBef>
                <a:spcPts val="0"/>
              </a:spcBef>
              <a:spcAft>
                <a:spcPts val="0"/>
              </a:spcAft>
              <a:buClr>
                <a:srgbClr val="000000"/>
              </a:buClr>
              <a:buSzPts val="1400"/>
              <a:buChar char="■"/>
              <a:defRPr/>
            </a:lvl6pPr>
            <a:lvl7pPr lvl="6" rtl="0">
              <a:spcBef>
                <a:spcPts val="0"/>
              </a:spcBef>
              <a:spcAft>
                <a:spcPts val="0"/>
              </a:spcAft>
              <a:buClr>
                <a:srgbClr val="000000"/>
              </a:buClr>
              <a:buSzPts val="1400"/>
              <a:buChar char="●"/>
              <a:defRPr/>
            </a:lvl7pPr>
            <a:lvl8pPr lvl="7" rtl="0">
              <a:spcBef>
                <a:spcPts val="0"/>
              </a:spcBef>
              <a:spcAft>
                <a:spcPts val="0"/>
              </a:spcAft>
              <a:buClr>
                <a:srgbClr val="000000"/>
              </a:buClr>
              <a:buSzPts val="1400"/>
              <a:buChar char="○"/>
              <a:defRPr/>
            </a:lvl8pPr>
            <a:lvl9pPr lvl="8" rtl="0">
              <a:spcBef>
                <a:spcPts val="0"/>
              </a:spcBef>
              <a:spcAft>
                <a:spcPts val="0"/>
              </a:spcAft>
              <a:buClr>
                <a:srgbClr val="000000"/>
              </a:buClr>
              <a:buSzPts val="1400"/>
              <a:buChar char="■"/>
              <a:defRPr/>
            </a:lvl9pPr>
          </a:lstStyle>
          <a:p/>
        </p:txBody>
      </p:sp>
      <p:sp>
        <p:nvSpPr>
          <p:cNvPr id="412" name="Google Shape;412;p15"/>
          <p:cNvSpPr/>
          <p:nvPr/>
        </p:nvSpPr>
        <p:spPr>
          <a:xfrm rot="-5400000">
            <a:off x="-699811" y="3167138"/>
            <a:ext cx="2668377" cy="1324155"/>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15"/>
          <p:cNvSpPr/>
          <p:nvPr/>
        </p:nvSpPr>
        <p:spPr>
          <a:xfrm rot="-5400000">
            <a:off x="-335318" y="4436934"/>
            <a:ext cx="1033594" cy="418359"/>
          </a:xfrm>
          <a:custGeom>
            <a:rect b="b" l="l" r="r" t="t"/>
            <a:pathLst>
              <a:path extrusionOk="0" h="12718" w="31421">
                <a:moveTo>
                  <a:pt x="0" y="1"/>
                </a:moveTo>
                <a:lnTo>
                  <a:pt x="15" y="11318"/>
                </a:lnTo>
                <a:cubicBezTo>
                  <a:pt x="714" y="12333"/>
                  <a:pt x="1913" y="12717"/>
                  <a:pt x="3174" y="12717"/>
                </a:cubicBezTo>
                <a:cubicBezTo>
                  <a:pt x="3905" y="12717"/>
                  <a:pt x="4656" y="12588"/>
                  <a:pt x="5342" y="12377"/>
                </a:cubicBezTo>
                <a:cubicBezTo>
                  <a:pt x="7024" y="11870"/>
                  <a:pt x="8681" y="11024"/>
                  <a:pt x="10412" y="11024"/>
                </a:cubicBezTo>
                <a:cubicBezTo>
                  <a:pt x="10590" y="11024"/>
                  <a:pt x="10769" y="11033"/>
                  <a:pt x="10949" y="11053"/>
                </a:cubicBezTo>
                <a:cubicBezTo>
                  <a:pt x="12370" y="11196"/>
                  <a:pt x="13772" y="11959"/>
                  <a:pt x="15138" y="11959"/>
                </a:cubicBezTo>
                <a:cubicBezTo>
                  <a:pt x="15456" y="11959"/>
                  <a:pt x="15772" y="11918"/>
                  <a:pt x="16086" y="11818"/>
                </a:cubicBezTo>
                <a:cubicBezTo>
                  <a:pt x="18411" y="11067"/>
                  <a:pt x="18808" y="7683"/>
                  <a:pt x="20942" y="6491"/>
                </a:cubicBezTo>
                <a:cubicBezTo>
                  <a:pt x="21681" y="6076"/>
                  <a:pt x="22511" y="5989"/>
                  <a:pt x="23370" y="5989"/>
                </a:cubicBezTo>
                <a:cubicBezTo>
                  <a:pt x="23993" y="5989"/>
                  <a:pt x="24631" y="6035"/>
                  <a:pt x="25262" y="6035"/>
                </a:cubicBezTo>
                <a:cubicBezTo>
                  <a:pt x="25616" y="6035"/>
                  <a:pt x="25968" y="6020"/>
                  <a:pt x="26313" y="5976"/>
                </a:cubicBezTo>
                <a:cubicBezTo>
                  <a:pt x="29124" y="5608"/>
                  <a:pt x="31420" y="2826"/>
                  <a:pt x="31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15"/>
          <p:cNvSpPr/>
          <p:nvPr/>
        </p:nvSpPr>
        <p:spPr>
          <a:xfrm rot="5400000">
            <a:off x="7158739" y="672113"/>
            <a:ext cx="2668377" cy="1324155"/>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15"/>
          <p:cNvSpPr/>
          <p:nvPr/>
        </p:nvSpPr>
        <p:spPr>
          <a:xfrm rot="5400000">
            <a:off x="8429029" y="308114"/>
            <a:ext cx="1033594" cy="418359"/>
          </a:xfrm>
          <a:custGeom>
            <a:rect b="b" l="l" r="r" t="t"/>
            <a:pathLst>
              <a:path extrusionOk="0" h="12718" w="31421">
                <a:moveTo>
                  <a:pt x="0" y="1"/>
                </a:moveTo>
                <a:lnTo>
                  <a:pt x="15" y="11318"/>
                </a:lnTo>
                <a:cubicBezTo>
                  <a:pt x="714" y="12333"/>
                  <a:pt x="1913" y="12717"/>
                  <a:pt x="3174" y="12717"/>
                </a:cubicBezTo>
                <a:cubicBezTo>
                  <a:pt x="3905" y="12717"/>
                  <a:pt x="4656" y="12588"/>
                  <a:pt x="5342" y="12377"/>
                </a:cubicBezTo>
                <a:cubicBezTo>
                  <a:pt x="7024" y="11870"/>
                  <a:pt x="8681" y="11024"/>
                  <a:pt x="10412" y="11024"/>
                </a:cubicBezTo>
                <a:cubicBezTo>
                  <a:pt x="10590" y="11024"/>
                  <a:pt x="10769" y="11033"/>
                  <a:pt x="10949" y="11053"/>
                </a:cubicBezTo>
                <a:cubicBezTo>
                  <a:pt x="12370" y="11196"/>
                  <a:pt x="13772" y="11959"/>
                  <a:pt x="15138" y="11959"/>
                </a:cubicBezTo>
                <a:cubicBezTo>
                  <a:pt x="15456" y="11959"/>
                  <a:pt x="15772" y="11918"/>
                  <a:pt x="16086" y="11818"/>
                </a:cubicBezTo>
                <a:cubicBezTo>
                  <a:pt x="18411" y="11067"/>
                  <a:pt x="18808" y="7683"/>
                  <a:pt x="20942" y="6491"/>
                </a:cubicBezTo>
                <a:cubicBezTo>
                  <a:pt x="21681" y="6076"/>
                  <a:pt x="22511" y="5989"/>
                  <a:pt x="23370" y="5989"/>
                </a:cubicBezTo>
                <a:cubicBezTo>
                  <a:pt x="23993" y="5989"/>
                  <a:pt x="24631" y="6035"/>
                  <a:pt x="25262" y="6035"/>
                </a:cubicBezTo>
                <a:cubicBezTo>
                  <a:pt x="25616" y="6035"/>
                  <a:pt x="25968" y="6020"/>
                  <a:pt x="26313" y="5976"/>
                </a:cubicBezTo>
                <a:cubicBezTo>
                  <a:pt x="29124" y="5608"/>
                  <a:pt x="31420" y="2826"/>
                  <a:pt x="31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15"/>
          <p:cNvSpPr/>
          <p:nvPr/>
        </p:nvSpPr>
        <p:spPr>
          <a:xfrm rot="-4825246">
            <a:off x="-1590814" y="2792242"/>
            <a:ext cx="3747720" cy="1323018"/>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15"/>
          <p:cNvSpPr/>
          <p:nvPr/>
        </p:nvSpPr>
        <p:spPr>
          <a:xfrm rot="-5400000">
            <a:off x="6653595" y="1115166"/>
            <a:ext cx="3747660" cy="1322997"/>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15"/>
          <p:cNvSpPr/>
          <p:nvPr/>
        </p:nvSpPr>
        <p:spPr>
          <a:xfrm flipH="1" rot="10800000">
            <a:off x="-283487" y="4509924"/>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15"/>
          <p:cNvSpPr/>
          <p:nvPr/>
        </p:nvSpPr>
        <p:spPr>
          <a:xfrm flipH="1" rot="10800000">
            <a:off x="8917023" y="162235"/>
            <a:ext cx="483505" cy="483542"/>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15"/>
          <p:cNvSpPr/>
          <p:nvPr/>
        </p:nvSpPr>
        <p:spPr>
          <a:xfrm flipH="1" rot="10800000">
            <a:off x="8623380" y="4428558"/>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15"/>
          <p:cNvSpPr/>
          <p:nvPr/>
        </p:nvSpPr>
        <p:spPr>
          <a:xfrm flipH="1" rot="10800000">
            <a:off x="8170626" y="4693233"/>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15"/>
          <p:cNvSpPr/>
          <p:nvPr/>
        </p:nvSpPr>
        <p:spPr>
          <a:xfrm flipH="1" rot="10800000">
            <a:off x="8170623" y="162236"/>
            <a:ext cx="138900" cy="138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15"/>
          <p:cNvSpPr/>
          <p:nvPr/>
        </p:nvSpPr>
        <p:spPr>
          <a:xfrm flipH="1" rot="10800000">
            <a:off x="447674" y="4386549"/>
            <a:ext cx="194700" cy="194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15"/>
          <p:cNvSpPr/>
          <p:nvPr/>
        </p:nvSpPr>
        <p:spPr>
          <a:xfrm flipH="1" rot="10800000">
            <a:off x="138607" y="109430"/>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7_1">
    <p:spTree>
      <p:nvGrpSpPr>
        <p:cNvPr id="425" name="Shape 425"/>
        <p:cNvGrpSpPr/>
        <p:nvPr/>
      </p:nvGrpSpPr>
      <p:grpSpPr>
        <a:xfrm>
          <a:off x="0" y="0"/>
          <a:ext cx="0" cy="0"/>
          <a:chOff x="0" y="0"/>
          <a:chExt cx="0" cy="0"/>
        </a:xfrm>
      </p:grpSpPr>
      <p:sp>
        <p:nvSpPr>
          <p:cNvPr id="426" name="Google Shape;426;p16"/>
          <p:cNvSpPr txBox="1"/>
          <p:nvPr>
            <p:ph type="title"/>
          </p:nvPr>
        </p:nvSpPr>
        <p:spPr>
          <a:xfrm>
            <a:off x="732300" y="445025"/>
            <a:ext cx="7679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27" name="Google Shape;427;p16"/>
          <p:cNvSpPr/>
          <p:nvPr/>
        </p:nvSpPr>
        <p:spPr>
          <a:xfrm rot="-5400000">
            <a:off x="-506644" y="3523962"/>
            <a:ext cx="2112963" cy="1241413"/>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16"/>
          <p:cNvSpPr/>
          <p:nvPr/>
        </p:nvSpPr>
        <p:spPr>
          <a:xfrm rot="-5400000">
            <a:off x="-425863" y="4005128"/>
            <a:ext cx="1551016" cy="841027"/>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16"/>
          <p:cNvSpPr/>
          <p:nvPr/>
        </p:nvSpPr>
        <p:spPr>
          <a:xfrm flipH="1" rot="5400000">
            <a:off x="7444507" y="3437020"/>
            <a:ext cx="2174187" cy="1277383"/>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16"/>
          <p:cNvSpPr/>
          <p:nvPr/>
        </p:nvSpPr>
        <p:spPr>
          <a:xfrm flipH="1" rot="5400000">
            <a:off x="7939615" y="3932128"/>
            <a:ext cx="1595957" cy="865396"/>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16"/>
          <p:cNvSpPr/>
          <p:nvPr/>
        </p:nvSpPr>
        <p:spPr>
          <a:xfrm flipH="1" rot="-7189706">
            <a:off x="-1576831" y="2986679"/>
            <a:ext cx="3335768" cy="1177591"/>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16"/>
          <p:cNvSpPr/>
          <p:nvPr/>
        </p:nvSpPr>
        <p:spPr>
          <a:xfrm rot="7189666">
            <a:off x="7185971" y="2884344"/>
            <a:ext cx="3432078" cy="1211590"/>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16"/>
          <p:cNvSpPr/>
          <p:nvPr/>
        </p:nvSpPr>
        <p:spPr>
          <a:xfrm rot="6097091">
            <a:off x="-206444" y="-493727"/>
            <a:ext cx="1407422" cy="1618054"/>
          </a:xfrm>
          <a:custGeom>
            <a:rect b="b" l="l" r="r" t="t"/>
            <a:pathLst>
              <a:path extrusionOk="0" fill="none" h="26226" w="22812">
                <a:moveTo>
                  <a:pt x="1" y="1"/>
                </a:moveTo>
                <a:cubicBezTo>
                  <a:pt x="236" y="1708"/>
                  <a:pt x="1752" y="3018"/>
                  <a:pt x="3371" y="3606"/>
                </a:cubicBezTo>
                <a:cubicBezTo>
                  <a:pt x="4990" y="4210"/>
                  <a:pt x="6756" y="4283"/>
                  <a:pt x="8463" y="4563"/>
                </a:cubicBezTo>
                <a:cubicBezTo>
                  <a:pt x="10170" y="4842"/>
                  <a:pt x="11936" y="5357"/>
                  <a:pt x="13113" y="6638"/>
                </a:cubicBezTo>
                <a:cubicBezTo>
                  <a:pt x="15203" y="8904"/>
                  <a:pt x="14585" y="12436"/>
                  <a:pt x="14923" y="15482"/>
                </a:cubicBezTo>
                <a:cubicBezTo>
                  <a:pt x="15424" y="20118"/>
                  <a:pt x="18544" y="24371"/>
                  <a:pt x="22812" y="26225"/>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16"/>
          <p:cNvSpPr/>
          <p:nvPr/>
        </p:nvSpPr>
        <p:spPr>
          <a:xfrm rot="6097091">
            <a:off x="-241941" y="-558025"/>
            <a:ext cx="1407361" cy="1618980"/>
          </a:xfrm>
          <a:custGeom>
            <a:rect b="b" l="l" r="r" t="t"/>
            <a:pathLst>
              <a:path extrusionOk="0" fill="none" h="26241" w="22811">
                <a:moveTo>
                  <a:pt x="0" y="1"/>
                </a:moveTo>
                <a:cubicBezTo>
                  <a:pt x="236" y="1723"/>
                  <a:pt x="1752" y="3018"/>
                  <a:pt x="3356" y="3606"/>
                </a:cubicBezTo>
                <a:cubicBezTo>
                  <a:pt x="4974" y="4225"/>
                  <a:pt x="6740" y="4298"/>
                  <a:pt x="8462" y="4563"/>
                </a:cubicBezTo>
                <a:cubicBezTo>
                  <a:pt x="10169" y="4843"/>
                  <a:pt x="11935" y="5358"/>
                  <a:pt x="13113" y="6653"/>
                </a:cubicBezTo>
                <a:cubicBezTo>
                  <a:pt x="15188" y="8904"/>
                  <a:pt x="14584" y="12436"/>
                  <a:pt x="14908" y="15497"/>
                </a:cubicBezTo>
                <a:cubicBezTo>
                  <a:pt x="15408" y="20133"/>
                  <a:pt x="18543" y="24386"/>
                  <a:pt x="22811" y="26240"/>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16"/>
          <p:cNvSpPr/>
          <p:nvPr/>
        </p:nvSpPr>
        <p:spPr>
          <a:xfrm rot="6097091">
            <a:off x="-277650" y="-620522"/>
            <a:ext cx="1407361" cy="1618054"/>
          </a:xfrm>
          <a:custGeom>
            <a:rect b="b" l="l" r="r" t="t"/>
            <a:pathLst>
              <a:path extrusionOk="0" fill="none" h="26226" w="22811">
                <a:moveTo>
                  <a:pt x="0" y="1"/>
                </a:moveTo>
                <a:cubicBezTo>
                  <a:pt x="236" y="1708"/>
                  <a:pt x="1752" y="3018"/>
                  <a:pt x="3370" y="3606"/>
                </a:cubicBezTo>
                <a:cubicBezTo>
                  <a:pt x="4974" y="4210"/>
                  <a:pt x="6755" y="4283"/>
                  <a:pt x="8462" y="4563"/>
                </a:cubicBezTo>
                <a:cubicBezTo>
                  <a:pt x="10169" y="4843"/>
                  <a:pt x="11935" y="5358"/>
                  <a:pt x="13113" y="6638"/>
                </a:cubicBezTo>
                <a:cubicBezTo>
                  <a:pt x="15188" y="8904"/>
                  <a:pt x="14584" y="12436"/>
                  <a:pt x="14908" y="15483"/>
                </a:cubicBezTo>
                <a:cubicBezTo>
                  <a:pt x="15408" y="20118"/>
                  <a:pt x="18543" y="24371"/>
                  <a:pt x="22811" y="26226"/>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16"/>
          <p:cNvSpPr/>
          <p:nvPr/>
        </p:nvSpPr>
        <p:spPr>
          <a:xfrm rot="6097091">
            <a:off x="-313388" y="-683919"/>
            <a:ext cx="1407361" cy="1618918"/>
          </a:xfrm>
          <a:custGeom>
            <a:rect b="b" l="l" r="r" t="t"/>
            <a:pathLst>
              <a:path extrusionOk="0" fill="none" h="26240" w="22811">
                <a:moveTo>
                  <a:pt x="0" y="0"/>
                </a:moveTo>
                <a:cubicBezTo>
                  <a:pt x="236" y="1722"/>
                  <a:pt x="1752" y="3017"/>
                  <a:pt x="3370" y="3606"/>
                </a:cubicBezTo>
                <a:cubicBezTo>
                  <a:pt x="4989" y="4194"/>
                  <a:pt x="6755" y="4297"/>
                  <a:pt x="8462" y="4562"/>
                </a:cubicBezTo>
                <a:cubicBezTo>
                  <a:pt x="10169" y="4842"/>
                  <a:pt x="11935" y="5357"/>
                  <a:pt x="13113" y="6652"/>
                </a:cubicBezTo>
                <a:cubicBezTo>
                  <a:pt x="15188" y="8904"/>
                  <a:pt x="14584" y="12436"/>
                  <a:pt x="14923" y="15497"/>
                </a:cubicBezTo>
                <a:cubicBezTo>
                  <a:pt x="15408" y="20132"/>
                  <a:pt x="18543" y="24385"/>
                  <a:pt x="22811" y="26239"/>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16"/>
          <p:cNvSpPr/>
          <p:nvPr/>
        </p:nvSpPr>
        <p:spPr>
          <a:xfrm flipH="1" rot="-6097091">
            <a:off x="8091314" y="-524802"/>
            <a:ext cx="1407422" cy="1618054"/>
          </a:xfrm>
          <a:custGeom>
            <a:rect b="b" l="l" r="r" t="t"/>
            <a:pathLst>
              <a:path extrusionOk="0" fill="none" h="26226" w="22812">
                <a:moveTo>
                  <a:pt x="1" y="1"/>
                </a:moveTo>
                <a:cubicBezTo>
                  <a:pt x="236" y="1708"/>
                  <a:pt x="1752" y="3018"/>
                  <a:pt x="3371" y="3606"/>
                </a:cubicBezTo>
                <a:cubicBezTo>
                  <a:pt x="4990" y="4210"/>
                  <a:pt x="6756" y="4283"/>
                  <a:pt x="8463" y="4563"/>
                </a:cubicBezTo>
                <a:cubicBezTo>
                  <a:pt x="10170" y="4842"/>
                  <a:pt x="11936" y="5357"/>
                  <a:pt x="13113" y="6638"/>
                </a:cubicBezTo>
                <a:cubicBezTo>
                  <a:pt x="15203" y="8904"/>
                  <a:pt x="14585" y="12436"/>
                  <a:pt x="14923" y="15482"/>
                </a:cubicBezTo>
                <a:cubicBezTo>
                  <a:pt x="15424" y="20118"/>
                  <a:pt x="18544" y="24371"/>
                  <a:pt x="22812" y="26225"/>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16"/>
          <p:cNvSpPr/>
          <p:nvPr/>
        </p:nvSpPr>
        <p:spPr>
          <a:xfrm flipH="1" rot="-6097091">
            <a:off x="8126873" y="-589100"/>
            <a:ext cx="1407361" cy="1618980"/>
          </a:xfrm>
          <a:custGeom>
            <a:rect b="b" l="l" r="r" t="t"/>
            <a:pathLst>
              <a:path extrusionOk="0" fill="none" h="26241" w="22811">
                <a:moveTo>
                  <a:pt x="0" y="1"/>
                </a:moveTo>
                <a:cubicBezTo>
                  <a:pt x="236" y="1723"/>
                  <a:pt x="1752" y="3018"/>
                  <a:pt x="3356" y="3606"/>
                </a:cubicBezTo>
                <a:cubicBezTo>
                  <a:pt x="4974" y="4225"/>
                  <a:pt x="6740" y="4298"/>
                  <a:pt x="8462" y="4563"/>
                </a:cubicBezTo>
                <a:cubicBezTo>
                  <a:pt x="10169" y="4843"/>
                  <a:pt x="11935" y="5358"/>
                  <a:pt x="13113" y="6653"/>
                </a:cubicBezTo>
                <a:cubicBezTo>
                  <a:pt x="15188" y="8904"/>
                  <a:pt x="14584" y="12436"/>
                  <a:pt x="14908" y="15497"/>
                </a:cubicBezTo>
                <a:cubicBezTo>
                  <a:pt x="15408" y="20133"/>
                  <a:pt x="18543" y="24386"/>
                  <a:pt x="22811" y="26240"/>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16"/>
          <p:cNvSpPr/>
          <p:nvPr/>
        </p:nvSpPr>
        <p:spPr>
          <a:xfrm flipH="1" rot="-6097091">
            <a:off x="8162581" y="-651597"/>
            <a:ext cx="1407361" cy="1618054"/>
          </a:xfrm>
          <a:custGeom>
            <a:rect b="b" l="l" r="r" t="t"/>
            <a:pathLst>
              <a:path extrusionOk="0" fill="none" h="26226" w="22811">
                <a:moveTo>
                  <a:pt x="0" y="1"/>
                </a:moveTo>
                <a:cubicBezTo>
                  <a:pt x="236" y="1708"/>
                  <a:pt x="1752" y="3018"/>
                  <a:pt x="3370" y="3606"/>
                </a:cubicBezTo>
                <a:cubicBezTo>
                  <a:pt x="4974" y="4210"/>
                  <a:pt x="6755" y="4283"/>
                  <a:pt x="8462" y="4563"/>
                </a:cubicBezTo>
                <a:cubicBezTo>
                  <a:pt x="10169" y="4843"/>
                  <a:pt x="11935" y="5358"/>
                  <a:pt x="13113" y="6638"/>
                </a:cubicBezTo>
                <a:cubicBezTo>
                  <a:pt x="15188" y="8904"/>
                  <a:pt x="14584" y="12436"/>
                  <a:pt x="14908" y="15483"/>
                </a:cubicBezTo>
                <a:cubicBezTo>
                  <a:pt x="15408" y="20118"/>
                  <a:pt x="18543" y="24371"/>
                  <a:pt x="22811" y="26226"/>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16"/>
          <p:cNvSpPr/>
          <p:nvPr/>
        </p:nvSpPr>
        <p:spPr>
          <a:xfrm flipH="1" rot="-6097091">
            <a:off x="8198320" y="-714994"/>
            <a:ext cx="1407361" cy="1618918"/>
          </a:xfrm>
          <a:custGeom>
            <a:rect b="b" l="l" r="r" t="t"/>
            <a:pathLst>
              <a:path extrusionOk="0" fill="none" h="26240" w="22811">
                <a:moveTo>
                  <a:pt x="0" y="0"/>
                </a:moveTo>
                <a:cubicBezTo>
                  <a:pt x="236" y="1722"/>
                  <a:pt x="1752" y="3017"/>
                  <a:pt x="3370" y="3606"/>
                </a:cubicBezTo>
                <a:cubicBezTo>
                  <a:pt x="4989" y="4194"/>
                  <a:pt x="6755" y="4297"/>
                  <a:pt x="8462" y="4562"/>
                </a:cubicBezTo>
                <a:cubicBezTo>
                  <a:pt x="10169" y="4842"/>
                  <a:pt x="11935" y="5357"/>
                  <a:pt x="13113" y="6652"/>
                </a:cubicBezTo>
                <a:cubicBezTo>
                  <a:pt x="15188" y="8904"/>
                  <a:pt x="14584" y="12436"/>
                  <a:pt x="14923" y="15497"/>
                </a:cubicBezTo>
                <a:cubicBezTo>
                  <a:pt x="15408" y="20132"/>
                  <a:pt x="18543" y="24385"/>
                  <a:pt x="22811" y="26239"/>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16"/>
          <p:cNvSpPr/>
          <p:nvPr/>
        </p:nvSpPr>
        <p:spPr>
          <a:xfrm flipH="1" rot="10800000">
            <a:off x="8807055" y="394108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16"/>
          <p:cNvSpPr/>
          <p:nvPr/>
        </p:nvSpPr>
        <p:spPr>
          <a:xfrm flipH="1" rot="10800000">
            <a:off x="8707301" y="1700121"/>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16"/>
          <p:cNvSpPr/>
          <p:nvPr/>
        </p:nvSpPr>
        <p:spPr>
          <a:xfrm flipH="1" rot="10800000">
            <a:off x="8626698" y="245861"/>
            <a:ext cx="138900" cy="138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16"/>
          <p:cNvSpPr/>
          <p:nvPr/>
        </p:nvSpPr>
        <p:spPr>
          <a:xfrm flipH="1" rot="10800000">
            <a:off x="90724" y="2361599"/>
            <a:ext cx="194700" cy="194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16"/>
          <p:cNvSpPr/>
          <p:nvPr/>
        </p:nvSpPr>
        <p:spPr>
          <a:xfrm flipH="1" rot="10800000">
            <a:off x="188232" y="445017"/>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16"/>
          <p:cNvSpPr txBox="1"/>
          <p:nvPr>
            <p:ph idx="2" type="title"/>
          </p:nvPr>
        </p:nvSpPr>
        <p:spPr>
          <a:xfrm>
            <a:off x="5044350" y="2381144"/>
            <a:ext cx="2336400" cy="527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447" name="Google Shape;447;p16"/>
          <p:cNvSpPr txBox="1"/>
          <p:nvPr>
            <p:ph idx="1" type="subTitle"/>
          </p:nvPr>
        </p:nvSpPr>
        <p:spPr>
          <a:xfrm>
            <a:off x="5044350" y="2709975"/>
            <a:ext cx="2336400" cy="85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8" name="Google Shape;448;p16"/>
          <p:cNvSpPr txBox="1"/>
          <p:nvPr>
            <p:ph idx="3" type="title"/>
          </p:nvPr>
        </p:nvSpPr>
        <p:spPr>
          <a:xfrm>
            <a:off x="1763250" y="2381144"/>
            <a:ext cx="2336400" cy="527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449" name="Google Shape;449;p16"/>
          <p:cNvSpPr txBox="1"/>
          <p:nvPr>
            <p:ph idx="4" type="subTitle"/>
          </p:nvPr>
        </p:nvSpPr>
        <p:spPr>
          <a:xfrm>
            <a:off x="1763250" y="2704800"/>
            <a:ext cx="2336400" cy="85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50" name="Google Shape;450;p16"/>
          <p:cNvSpPr/>
          <p:nvPr/>
        </p:nvSpPr>
        <p:spPr>
          <a:xfrm flipH="1" rot="10800000">
            <a:off x="-360900" y="3851787"/>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16"/>
          <p:cNvSpPr/>
          <p:nvPr/>
        </p:nvSpPr>
        <p:spPr>
          <a:xfrm flipH="1" rot="10800000">
            <a:off x="1822175" y="4528574"/>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16"/>
          <p:cNvSpPr/>
          <p:nvPr/>
        </p:nvSpPr>
        <p:spPr>
          <a:xfrm flipH="1" rot="10800000">
            <a:off x="1705455" y="4321321"/>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16"/>
          <p:cNvSpPr/>
          <p:nvPr/>
        </p:nvSpPr>
        <p:spPr>
          <a:xfrm flipH="1" rot="10800000">
            <a:off x="7682451" y="4516608"/>
            <a:ext cx="389400" cy="389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16"/>
          <p:cNvSpPr/>
          <p:nvPr/>
        </p:nvSpPr>
        <p:spPr>
          <a:xfrm flipH="1" rot="10800000">
            <a:off x="1243288" y="4516608"/>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21">
    <p:spTree>
      <p:nvGrpSpPr>
        <p:cNvPr id="455" name="Shape 455"/>
        <p:cNvGrpSpPr/>
        <p:nvPr/>
      </p:nvGrpSpPr>
      <p:grpSpPr>
        <a:xfrm>
          <a:off x="0" y="0"/>
          <a:ext cx="0" cy="0"/>
          <a:chOff x="0" y="0"/>
          <a:chExt cx="0" cy="0"/>
        </a:xfrm>
      </p:grpSpPr>
      <p:sp>
        <p:nvSpPr>
          <p:cNvPr id="456" name="Google Shape;456;p17"/>
          <p:cNvSpPr/>
          <p:nvPr/>
        </p:nvSpPr>
        <p:spPr>
          <a:xfrm flipH="1">
            <a:off x="6389152" y="4582839"/>
            <a:ext cx="20067" cy="21015"/>
          </a:xfrm>
          <a:custGeom>
            <a:rect b="b" l="l" r="r" t="t"/>
            <a:pathLst>
              <a:path extrusionOk="0" h="421" w="402">
                <a:moveTo>
                  <a:pt x="401" y="421"/>
                </a:moveTo>
                <a:lnTo>
                  <a:pt x="401" y="421"/>
                </a:lnTo>
                <a:lnTo>
                  <a:pt x="401" y="421"/>
                </a:lnTo>
                <a:lnTo>
                  <a:pt x="0" y="1"/>
                </a:lnTo>
                <a:lnTo>
                  <a:pt x="401" y="42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17"/>
          <p:cNvSpPr txBox="1"/>
          <p:nvPr>
            <p:ph type="title"/>
          </p:nvPr>
        </p:nvSpPr>
        <p:spPr>
          <a:xfrm>
            <a:off x="4760100" y="2379938"/>
            <a:ext cx="3651600" cy="836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sz="40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458" name="Google Shape;458;p17"/>
          <p:cNvSpPr txBox="1"/>
          <p:nvPr>
            <p:ph hasCustomPrompt="1" idx="2" type="title"/>
          </p:nvPr>
        </p:nvSpPr>
        <p:spPr>
          <a:xfrm>
            <a:off x="7167950" y="1525794"/>
            <a:ext cx="1275300" cy="9060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sz="6100">
                <a:solidFill>
                  <a:schemeClr val="accent3"/>
                </a:solidFill>
              </a:defRPr>
            </a:lvl1pPr>
            <a:lvl2pPr lvl="1" rtl="0" algn="r">
              <a:spcBef>
                <a:spcPts val="0"/>
              </a:spcBef>
              <a:spcAft>
                <a:spcPts val="0"/>
              </a:spcAft>
              <a:buSzPts val="3000"/>
              <a:buNone/>
              <a:defRPr sz="3000"/>
            </a:lvl2pPr>
            <a:lvl3pPr lvl="2" rtl="0" algn="r">
              <a:spcBef>
                <a:spcPts val="0"/>
              </a:spcBef>
              <a:spcAft>
                <a:spcPts val="0"/>
              </a:spcAft>
              <a:buSzPts val="3000"/>
              <a:buNone/>
              <a:defRPr sz="3000"/>
            </a:lvl3pPr>
            <a:lvl4pPr lvl="3" rtl="0" algn="r">
              <a:spcBef>
                <a:spcPts val="0"/>
              </a:spcBef>
              <a:spcAft>
                <a:spcPts val="0"/>
              </a:spcAft>
              <a:buSzPts val="3000"/>
              <a:buNone/>
              <a:defRPr sz="3000"/>
            </a:lvl4pPr>
            <a:lvl5pPr lvl="4" rtl="0" algn="r">
              <a:spcBef>
                <a:spcPts val="0"/>
              </a:spcBef>
              <a:spcAft>
                <a:spcPts val="0"/>
              </a:spcAft>
              <a:buSzPts val="3000"/>
              <a:buNone/>
              <a:defRPr sz="3000"/>
            </a:lvl5pPr>
            <a:lvl6pPr lvl="5" rtl="0" algn="r">
              <a:spcBef>
                <a:spcPts val="0"/>
              </a:spcBef>
              <a:spcAft>
                <a:spcPts val="0"/>
              </a:spcAft>
              <a:buSzPts val="3000"/>
              <a:buNone/>
              <a:defRPr sz="3000"/>
            </a:lvl6pPr>
            <a:lvl7pPr lvl="6" rtl="0" algn="r">
              <a:spcBef>
                <a:spcPts val="0"/>
              </a:spcBef>
              <a:spcAft>
                <a:spcPts val="0"/>
              </a:spcAft>
              <a:buSzPts val="3000"/>
              <a:buNone/>
              <a:defRPr sz="3000"/>
            </a:lvl7pPr>
            <a:lvl8pPr lvl="7" rtl="0" algn="r">
              <a:spcBef>
                <a:spcPts val="0"/>
              </a:spcBef>
              <a:spcAft>
                <a:spcPts val="0"/>
              </a:spcAft>
              <a:buSzPts val="3000"/>
              <a:buNone/>
              <a:defRPr sz="3000"/>
            </a:lvl8pPr>
            <a:lvl9pPr lvl="8" rtl="0" algn="r">
              <a:spcBef>
                <a:spcPts val="0"/>
              </a:spcBef>
              <a:spcAft>
                <a:spcPts val="0"/>
              </a:spcAft>
              <a:buSzPts val="3000"/>
              <a:buNone/>
              <a:defRPr sz="3000"/>
            </a:lvl9pPr>
          </a:lstStyle>
          <a:p>
            <a:r>
              <a:t>xx%</a:t>
            </a:r>
          </a:p>
        </p:txBody>
      </p:sp>
      <p:sp>
        <p:nvSpPr>
          <p:cNvPr id="459" name="Google Shape;459;p17"/>
          <p:cNvSpPr txBox="1"/>
          <p:nvPr>
            <p:ph idx="1" type="subTitle"/>
          </p:nvPr>
        </p:nvSpPr>
        <p:spPr>
          <a:xfrm>
            <a:off x="6049475" y="3084988"/>
            <a:ext cx="2336400" cy="484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solidFill>
                  <a:schemeClr val="dk1"/>
                </a:solidFill>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460" name="Google Shape;460;p17"/>
          <p:cNvSpPr/>
          <p:nvPr/>
        </p:nvSpPr>
        <p:spPr>
          <a:xfrm>
            <a:off x="-4312" y="12588"/>
            <a:ext cx="2957675" cy="1737700"/>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17"/>
          <p:cNvSpPr/>
          <p:nvPr/>
        </p:nvSpPr>
        <p:spPr>
          <a:xfrm>
            <a:off x="-4312" y="12588"/>
            <a:ext cx="2171075" cy="1177250"/>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17"/>
          <p:cNvSpPr/>
          <p:nvPr/>
        </p:nvSpPr>
        <p:spPr>
          <a:xfrm>
            <a:off x="-172124" y="-98300"/>
            <a:ext cx="3737924" cy="1319560"/>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17"/>
          <p:cNvSpPr/>
          <p:nvPr/>
        </p:nvSpPr>
        <p:spPr>
          <a:xfrm rot="10800000">
            <a:off x="6238271" y="3395733"/>
            <a:ext cx="2957675" cy="1737700"/>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17"/>
          <p:cNvSpPr/>
          <p:nvPr/>
        </p:nvSpPr>
        <p:spPr>
          <a:xfrm rot="10800000">
            <a:off x="7024871" y="3956183"/>
            <a:ext cx="2171075" cy="1177250"/>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17"/>
          <p:cNvSpPr/>
          <p:nvPr/>
        </p:nvSpPr>
        <p:spPr>
          <a:xfrm rot="9558981">
            <a:off x="6752879" y="3556720"/>
            <a:ext cx="3084254" cy="1088802"/>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17"/>
          <p:cNvSpPr/>
          <p:nvPr/>
        </p:nvSpPr>
        <p:spPr>
          <a:xfrm flipH="1" rot="-5400000">
            <a:off x="56147" y="-280168"/>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17"/>
          <p:cNvSpPr/>
          <p:nvPr/>
        </p:nvSpPr>
        <p:spPr>
          <a:xfrm flipH="1" rot="-5400000">
            <a:off x="775147" y="-280168"/>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17"/>
          <p:cNvSpPr/>
          <p:nvPr/>
        </p:nvSpPr>
        <p:spPr>
          <a:xfrm flipH="1" rot="-5400000">
            <a:off x="7724304" y="4837653"/>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17"/>
          <p:cNvSpPr/>
          <p:nvPr/>
        </p:nvSpPr>
        <p:spPr>
          <a:xfrm flipH="1" rot="-5400000">
            <a:off x="8443304" y="4837653"/>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17"/>
          <p:cNvSpPr/>
          <p:nvPr/>
        </p:nvSpPr>
        <p:spPr>
          <a:xfrm flipH="1" rot="-5400000">
            <a:off x="8314350" y="4720951"/>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17"/>
          <p:cNvSpPr/>
          <p:nvPr/>
        </p:nvSpPr>
        <p:spPr>
          <a:xfrm flipH="1" rot="-5400000">
            <a:off x="467592" y="1441238"/>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17"/>
          <p:cNvSpPr/>
          <p:nvPr/>
        </p:nvSpPr>
        <p:spPr>
          <a:xfrm flipH="1" rot="-5400000">
            <a:off x="3165405" y="168205"/>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17"/>
          <p:cNvSpPr/>
          <p:nvPr/>
        </p:nvSpPr>
        <p:spPr>
          <a:xfrm>
            <a:off x="1348413" y="-415375"/>
            <a:ext cx="3737924" cy="1319560"/>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17"/>
          <p:cNvSpPr/>
          <p:nvPr/>
        </p:nvSpPr>
        <p:spPr>
          <a:xfrm rot="9558981">
            <a:off x="5597092" y="4379395"/>
            <a:ext cx="3084254" cy="1088802"/>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17"/>
          <p:cNvSpPr/>
          <p:nvPr/>
        </p:nvSpPr>
        <p:spPr>
          <a:xfrm rot="-2054271">
            <a:off x="929540" y="1052540"/>
            <a:ext cx="2359888" cy="7742533"/>
          </a:xfrm>
          <a:custGeom>
            <a:rect b="b" l="l" r="r" t="t"/>
            <a:pathLst>
              <a:path extrusionOk="0" h="97052" w="29581">
                <a:moveTo>
                  <a:pt x="14658" y="4824"/>
                </a:moveTo>
                <a:cubicBezTo>
                  <a:pt x="14687" y="4838"/>
                  <a:pt x="14687" y="4853"/>
                  <a:pt x="14702" y="4883"/>
                </a:cubicBezTo>
                <a:lnTo>
                  <a:pt x="14702" y="4897"/>
                </a:lnTo>
                <a:cubicBezTo>
                  <a:pt x="14687" y="4883"/>
                  <a:pt x="14658" y="4883"/>
                  <a:pt x="14658" y="4853"/>
                </a:cubicBezTo>
                <a:lnTo>
                  <a:pt x="14658" y="4824"/>
                </a:lnTo>
                <a:close/>
                <a:moveTo>
                  <a:pt x="14716" y="5015"/>
                </a:moveTo>
                <a:lnTo>
                  <a:pt x="14775" y="5074"/>
                </a:lnTo>
                <a:cubicBezTo>
                  <a:pt x="14761" y="5059"/>
                  <a:pt x="14731" y="5044"/>
                  <a:pt x="14716" y="5044"/>
                </a:cubicBezTo>
                <a:lnTo>
                  <a:pt x="14716" y="5015"/>
                </a:lnTo>
                <a:close/>
                <a:moveTo>
                  <a:pt x="14761" y="5147"/>
                </a:moveTo>
                <a:lnTo>
                  <a:pt x="14805" y="5206"/>
                </a:lnTo>
                <a:lnTo>
                  <a:pt x="14805" y="5250"/>
                </a:lnTo>
                <a:lnTo>
                  <a:pt x="14761" y="5192"/>
                </a:lnTo>
                <a:lnTo>
                  <a:pt x="14761" y="5147"/>
                </a:lnTo>
                <a:close/>
                <a:moveTo>
                  <a:pt x="14923" y="5309"/>
                </a:moveTo>
                <a:cubicBezTo>
                  <a:pt x="14937" y="5324"/>
                  <a:pt x="14952" y="5339"/>
                  <a:pt x="14981" y="5353"/>
                </a:cubicBezTo>
                <a:lnTo>
                  <a:pt x="14981" y="5368"/>
                </a:lnTo>
                <a:cubicBezTo>
                  <a:pt x="14952" y="5353"/>
                  <a:pt x="14937" y="5353"/>
                  <a:pt x="14923" y="5339"/>
                </a:cubicBezTo>
                <a:lnTo>
                  <a:pt x="14923" y="5309"/>
                </a:lnTo>
                <a:close/>
                <a:moveTo>
                  <a:pt x="14789" y="5352"/>
                </a:moveTo>
                <a:cubicBezTo>
                  <a:pt x="14801" y="5364"/>
                  <a:pt x="14818" y="5377"/>
                  <a:pt x="14849" y="5398"/>
                </a:cubicBezTo>
                <a:cubicBezTo>
                  <a:pt x="14864" y="5412"/>
                  <a:pt x="14864" y="5427"/>
                  <a:pt x="14864" y="5427"/>
                </a:cubicBezTo>
                <a:cubicBezTo>
                  <a:pt x="14849" y="5412"/>
                  <a:pt x="14834" y="5398"/>
                  <a:pt x="14790" y="5368"/>
                </a:cubicBezTo>
                <a:cubicBezTo>
                  <a:pt x="14790" y="5363"/>
                  <a:pt x="14790" y="5357"/>
                  <a:pt x="14789" y="5352"/>
                </a:cubicBezTo>
                <a:close/>
                <a:moveTo>
                  <a:pt x="14981" y="5486"/>
                </a:moveTo>
                <a:lnTo>
                  <a:pt x="15026" y="5530"/>
                </a:lnTo>
                <a:lnTo>
                  <a:pt x="15026" y="5559"/>
                </a:lnTo>
                <a:cubicBezTo>
                  <a:pt x="15011" y="5545"/>
                  <a:pt x="14996" y="5515"/>
                  <a:pt x="14981" y="5515"/>
                </a:cubicBezTo>
                <a:lnTo>
                  <a:pt x="14981" y="5486"/>
                </a:lnTo>
                <a:close/>
                <a:moveTo>
                  <a:pt x="14848" y="5535"/>
                </a:moveTo>
                <a:cubicBezTo>
                  <a:pt x="14863" y="5552"/>
                  <a:pt x="14886" y="5563"/>
                  <a:pt x="14908" y="5574"/>
                </a:cubicBezTo>
                <a:cubicBezTo>
                  <a:pt x="14893" y="5574"/>
                  <a:pt x="14923" y="5589"/>
                  <a:pt x="14923" y="5618"/>
                </a:cubicBezTo>
                <a:cubicBezTo>
                  <a:pt x="14908" y="5589"/>
                  <a:pt x="14864" y="5574"/>
                  <a:pt x="14849" y="5559"/>
                </a:cubicBezTo>
                <a:cubicBezTo>
                  <a:pt x="14849" y="5553"/>
                  <a:pt x="14849" y="5543"/>
                  <a:pt x="14848" y="5535"/>
                </a:cubicBezTo>
                <a:close/>
                <a:moveTo>
                  <a:pt x="15143" y="5633"/>
                </a:moveTo>
                <a:cubicBezTo>
                  <a:pt x="15158" y="5648"/>
                  <a:pt x="15173" y="5662"/>
                  <a:pt x="15202" y="5662"/>
                </a:cubicBezTo>
                <a:lnTo>
                  <a:pt x="15202" y="5692"/>
                </a:lnTo>
                <a:cubicBezTo>
                  <a:pt x="15173" y="5662"/>
                  <a:pt x="15158" y="5662"/>
                  <a:pt x="15143" y="5648"/>
                </a:cubicBezTo>
                <a:lnTo>
                  <a:pt x="15143" y="5633"/>
                </a:lnTo>
                <a:close/>
                <a:moveTo>
                  <a:pt x="15008" y="5661"/>
                </a:moveTo>
                <a:cubicBezTo>
                  <a:pt x="15020" y="5676"/>
                  <a:pt x="15037" y="5696"/>
                  <a:pt x="15070" y="5707"/>
                </a:cubicBezTo>
                <a:cubicBezTo>
                  <a:pt x="15084" y="5707"/>
                  <a:pt x="15084" y="5721"/>
                  <a:pt x="15084" y="5736"/>
                </a:cubicBezTo>
                <a:cubicBezTo>
                  <a:pt x="15070" y="5721"/>
                  <a:pt x="15040" y="5707"/>
                  <a:pt x="15011" y="5692"/>
                </a:cubicBezTo>
                <a:cubicBezTo>
                  <a:pt x="15011" y="5674"/>
                  <a:pt x="15011" y="5667"/>
                  <a:pt x="15008" y="5661"/>
                </a:cubicBezTo>
                <a:close/>
                <a:moveTo>
                  <a:pt x="14864" y="5663"/>
                </a:moveTo>
                <a:cubicBezTo>
                  <a:pt x="14878" y="5692"/>
                  <a:pt x="14923" y="5707"/>
                  <a:pt x="14937" y="5721"/>
                </a:cubicBezTo>
                <a:cubicBezTo>
                  <a:pt x="14952" y="5736"/>
                  <a:pt x="14952" y="5766"/>
                  <a:pt x="14952" y="5780"/>
                </a:cubicBezTo>
                <a:cubicBezTo>
                  <a:pt x="14937" y="5766"/>
                  <a:pt x="14908" y="5736"/>
                  <a:pt x="14878" y="5721"/>
                </a:cubicBezTo>
                <a:cubicBezTo>
                  <a:pt x="14878" y="5707"/>
                  <a:pt x="14878" y="5692"/>
                  <a:pt x="14864" y="5663"/>
                </a:cubicBezTo>
                <a:close/>
                <a:moveTo>
                  <a:pt x="15202" y="5810"/>
                </a:moveTo>
                <a:lnTo>
                  <a:pt x="15246" y="5869"/>
                </a:lnTo>
                <a:cubicBezTo>
                  <a:pt x="15232" y="5854"/>
                  <a:pt x="15217" y="5839"/>
                  <a:pt x="15202" y="5839"/>
                </a:cubicBezTo>
                <a:lnTo>
                  <a:pt x="15202" y="5810"/>
                </a:lnTo>
                <a:close/>
                <a:moveTo>
                  <a:pt x="15055" y="5795"/>
                </a:moveTo>
                <a:cubicBezTo>
                  <a:pt x="15070" y="5810"/>
                  <a:pt x="15099" y="5839"/>
                  <a:pt x="15129" y="5854"/>
                </a:cubicBezTo>
                <a:cubicBezTo>
                  <a:pt x="15129" y="5883"/>
                  <a:pt x="15129" y="5883"/>
                  <a:pt x="15143" y="5913"/>
                </a:cubicBezTo>
                <a:cubicBezTo>
                  <a:pt x="15129" y="5883"/>
                  <a:pt x="15084" y="5869"/>
                  <a:pt x="15070" y="5854"/>
                </a:cubicBezTo>
                <a:cubicBezTo>
                  <a:pt x="15070" y="5839"/>
                  <a:pt x="15070" y="5810"/>
                  <a:pt x="15055" y="5795"/>
                </a:cubicBezTo>
                <a:close/>
                <a:moveTo>
                  <a:pt x="14893" y="5854"/>
                </a:moveTo>
                <a:cubicBezTo>
                  <a:pt x="14937" y="5869"/>
                  <a:pt x="14952" y="5883"/>
                  <a:pt x="14996" y="5913"/>
                </a:cubicBezTo>
                <a:lnTo>
                  <a:pt x="14996" y="5942"/>
                </a:lnTo>
                <a:cubicBezTo>
                  <a:pt x="14952" y="5927"/>
                  <a:pt x="14937" y="5913"/>
                  <a:pt x="14893" y="5883"/>
                </a:cubicBezTo>
                <a:lnTo>
                  <a:pt x="14893" y="5854"/>
                </a:lnTo>
                <a:close/>
                <a:moveTo>
                  <a:pt x="15231" y="5958"/>
                </a:moveTo>
                <a:cubicBezTo>
                  <a:pt x="15243" y="5973"/>
                  <a:pt x="15259" y="5991"/>
                  <a:pt x="15290" y="6001"/>
                </a:cubicBezTo>
                <a:cubicBezTo>
                  <a:pt x="15290" y="6016"/>
                  <a:pt x="15305" y="6030"/>
                  <a:pt x="15305" y="6030"/>
                </a:cubicBezTo>
                <a:cubicBezTo>
                  <a:pt x="15290" y="6016"/>
                  <a:pt x="15261" y="6001"/>
                  <a:pt x="15232" y="5986"/>
                </a:cubicBezTo>
                <a:cubicBezTo>
                  <a:pt x="15232" y="5975"/>
                  <a:pt x="15232" y="5965"/>
                  <a:pt x="15231" y="5958"/>
                </a:cubicBezTo>
                <a:close/>
                <a:moveTo>
                  <a:pt x="15099" y="5986"/>
                </a:moveTo>
                <a:cubicBezTo>
                  <a:pt x="15114" y="6001"/>
                  <a:pt x="15158" y="6016"/>
                  <a:pt x="15173" y="6030"/>
                </a:cubicBezTo>
                <a:lnTo>
                  <a:pt x="15173" y="6075"/>
                </a:lnTo>
                <a:cubicBezTo>
                  <a:pt x="15158" y="6060"/>
                  <a:pt x="15129" y="6030"/>
                  <a:pt x="15099" y="6016"/>
                </a:cubicBezTo>
                <a:lnTo>
                  <a:pt x="15099" y="5986"/>
                </a:lnTo>
                <a:close/>
                <a:moveTo>
                  <a:pt x="14937" y="6001"/>
                </a:moveTo>
                <a:lnTo>
                  <a:pt x="14937" y="6001"/>
                </a:lnTo>
                <a:cubicBezTo>
                  <a:pt x="14981" y="6016"/>
                  <a:pt x="14996" y="6030"/>
                  <a:pt x="15026" y="6075"/>
                </a:cubicBezTo>
                <a:cubicBezTo>
                  <a:pt x="15026" y="6089"/>
                  <a:pt x="15040" y="6133"/>
                  <a:pt x="15040" y="6148"/>
                </a:cubicBezTo>
                <a:cubicBezTo>
                  <a:pt x="15011" y="6133"/>
                  <a:pt x="14996" y="6104"/>
                  <a:pt x="14952" y="6089"/>
                </a:cubicBezTo>
                <a:cubicBezTo>
                  <a:pt x="14937" y="6045"/>
                  <a:pt x="14937" y="6030"/>
                  <a:pt x="14937" y="6001"/>
                </a:cubicBezTo>
                <a:close/>
                <a:moveTo>
                  <a:pt x="15408" y="6104"/>
                </a:moveTo>
                <a:lnTo>
                  <a:pt x="15452" y="6148"/>
                </a:lnTo>
                <a:cubicBezTo>
                  <a:pt x="15452" y="6163"/>
                  <a:pt x="15452" y="6163"/>
                  <a:pt x="15467" y="6178"/>
                </a:cubicBezTo>
                <a:cubicBezTo>
                  <a:pt x="15452" y="6163"/>
                  <a:pt x="15438" y="6148"/>
                  <a:pt x="15408" y="6148"/>
                </a:cubicBezTo>
                <a:lnTo>
                  <a:pt x="15408" y="6104"/>
                </a:lnTo>
                <a:close/>
                <a:moveTo>
                  <a:pt x="15261" y="6104"/>
                </a:moveTo>
                <a:cubicBezTo>
                  <a:pt x="15290" y="6133"/>
                  <a:pt x="15320" y="6148"/>
                  <a:pt x="15349" y="6163"/>
                </a:cubicBezTo>
                <a:lnTo>
                  <a:pt x="15349" y="6207"/>
                </a:lnTo>
                <a:cubicBezTo>
                  <a:pt x="15320" y="6178"/>
                  <a:pt x="15290" y="6163"/>
                  <a:pt x="15261" y="6148"/>
                </a:cubicBezTo>
                <a:lnTo>
                  <a:pt x="15261" y="6104"/>
                </a:lnTo>
                <a:close/>
                <a:moveTo>
                  <a:pt x="15099" y="6148"/>
                </a:moveTo>
                <a:cubicBezTo>
                  <a:pt x="15143" y="6163"/>
                  <a:pt x="15158" y="6178"/>
                  <a:pt x="15202" y="6192"/>
                </a:cubicBezTo>
                <a:cubicBezTo>
                  <a:pt x="15217" y="6222"/>
                  <a:pt x="15217" y="6236"/>
                  <a:pt x="15217" y="6281"/>
                </a:cubicBezTo>
                <a:cubicBezTo>
                  <a:pt x="15173" y="6251"/>
                  <a:pt x="15158" y="6236"/>
                  <a:pt x="15129" y="6222"/>
                </a:cubicBezTo>
                <a:cubicBezTo>
                  <a:pt x="15129" y="6207"/>
                  <a:pt x="15129" y="6163"/>
                  <a:pt x="15099" y="6148"/>
                </a:cubicBezTo>
                <a:close/>
                <a:moveTo>
                  <a:pt x="15585" y="6236"/>
                </a:moveTo>
                <a:cubicBezTo>
                  <a:pt x="15585" y="6251"/>
                  <a:pt x="15599" y="6251"/>
                  <a:pt x="15614" y="6281"/>
                </a:cubicBezTo>
                <a:lnTo>
                  <a:pt x="15614" y="6295"/>
                </a:lnTo>
                <a:cubicBezTo>
                  <a:pt x="15599" y="6281"/>
                  <a:pt x="15585" y="6281"/>
                  <a:pt x="15585" y="6251"/>
                </a:cubicBezTo>
                <a:lnTo>
                  <a:pt x="15585" y="6236"/>
                </a:lnTo>
                <a:close/>
                <a:moveTo>
                  <a:pt x="14952" y="6178"/>
                </a:moveTo>
                <a:lnTo>
                  <a:pt x="14952" y="6178"/>
                </a:lnTo>
                <a:cubicBezTo>
                  <a:pt x="14996" y="6192"/>
                  <a:pt x="15026" y="6222"/>
                  <a:pt x="15055" y="6251"/>
                </a:cubicBezTo>
                <a:cubicBezTo>
                  <a:pt x="15055" y="6281"/>
                  <a:pt x="15070" y="6310"/>
                  <a:pt x="15070" y="6325"/>
                </a:cubicBezTo>
                <a:cubicBezTo>
                  <a:pt x="15026" y="6310"/>
                  <a:pt x="14996" y="6295"/>
                  <a:pt x="14981" y="6251"/>
                </a:cubicBezTo>
                <a:cubicBezTo>
                  <a:pt x="14981" y="6236"/>
                  <a:pt x="14981" y="6222"/>
                  <a:pt x="14952" y="6178"/>
                </a:cubicBezTo>
                <a:close/>
                <a:moveTo>
                  <a:pt x="15452" y="6251"/>
                </a:moveTo>
                <a:cubicBezTo>
                  <a:pt x="15467" y="6281"/>
                  <a:pt x="15496" y="6295"/>
                  <a:pt x="15511" y="6325"/>
                </a:cubicBezTo>
                <a:lnTo>
                  <a:pt x="15452" y="6281"/>
                </a:lnTo>
                <a:lnTo>
                  <a:pt x="15452" y="6251"/>
                </a:lnTo>
                <a:close/>
                <a:moveTo>
                  <a:pt x="15305" y="6281"/>
                </a:moveTo>
                <a:cubicBezTo>
                  <a:pt x="15320" y="6295"/>
                  <a:pt x="15364" y="6310"/>
                  <a:pt x="15379" y="6325"/>
                </a:cubicBezTo>
                <a:cubicBezTo>
                  <a:pt x="15379" y="6354"/>
                  <a:pt x="15393" y="6369"/>
                  <a:pt x="15393" y="6384"/>
                </a:cubicBezTo>
                <a:cubicBezTo>
                  <a:pt x="15379" y="6369"/>
                  <a:pt x="15349" y="6354"/>
                  <a:pt x="15320" y="6325"/>
                </a:cubicBezTo>
                <a:cubicBezTo>
                  <a:pt x="15320" y="6310"/>
                  <a:pt x="15320" y="6295"/>
                  <a:pt x="15305" y="6281"/>
                </a:cubicBezTo>
                <a:close/>
                <a:moveTo>
                  <a:pt x="15158" y="6310"/>
                </a:moveTo>
                <a:lnTo>
                  <a:pt x="15158" y="6310"/>
                </a:lnTo>
                <a:cubicBezTo>
                  <a:pt x="15202" y="6325"/>
                  <a:pt x="15217" y="6354"/>
                  <a:pt x="15246" y="6369"/>
                </a:cubicBezTo>
                <a:cubicBezTo>
                  <a:pt x="15246" y="6384"/>
                  <a:pt x="15261" y="6413"/>
                  <a:pt x="15261" y="6442"/>
                </a:cubicBezTo>
                <a:cubicBezTo>
                  <a:pt x="15232" y="6428"/>
                  <a:pt x="15217" y="6398"/>
                  <a:pt x="15173" y="6384"/>
                </a:cubicBezTo>
                <a:cubicBezTo>
                  <a:pt x="15158" y="6369"/>
                  <a:pt x="15158" y="6354"/>
                  <a:pt x="15158" y="6310"/>
                </a:cubicBezTo>
                <a:close/>
                <a:moveTo>
                  <a:pt x="14996" y="6369"/>
                </a:moveTo>
                <a:cubicBezTo>
                  <a:pt x="15026" y="6384"/>
                  <a:pt x="15070" y="6398"/>
                  <a:pt x="15099" y="6442"/>
                </a:cubicBezTo>
                <a:cubicBezTo>
                  <a:pt x="15099" y="6457"/>
                  <a:pt x="15099" y="6472"/>
                  <a:pt x="15114" y="6501"/>
                </a:cubicBezTo>
                <a:cubicBezTo>
                  <a:pt x="15084" y="6472"/>
                  <a:pt x="15040" y="6457"/>
                  <a:pt x="15011" y="6413"/>
                </a:cubicBezTo>
                <a:cubicBezTo>
                  <a:pt x="14996" y="6398"/>
                  <a:pt x="14996" y="6384"/>
                  <a:pt x="14996" y="6369"/>
                </a:cubicBezTo>
                <a:close/>
                <a:moveTo>
                  <a:pt x="15467" y="6398"/>
                </a:moveTo>
                <a:cubicBezTo>
                  <a:pt x="15496" y="6413"/>
                  <a:pt x="15511" y="6442"/>
                  <a:pt x="15541" y="6457"/>
                </a:cubicBezTo>
                <a:cubicBezTo>
                  <a:pt x="15570" y="6472"/>
                  <a:pt x="15570" y="6501"/>
                  <a:pt x="15570" y="6516"/>
                </a:cubicBezTo>
                <a:cubicBezTo>
                  <a:pt x="15541" y="6501"/>
                  <a:pt x="15511" y="6472"/>
                  <a:pt x="15496" y="6457"/>
                </a:cubicBezTo>
                <a:cubicBezTo>
                  <a:pt x="15496" y="6442"/>
                  <a:pt x="15496" y="6413"/>
                  <a:pt x="15467" y="6398"/>
                </a:cubicBezTo>
                <a:close/>
                <a:moveTo>
                  <a:pt x="15349" y="6457"/>
                </a:moveTo>
                <a:lnTo>
                  <a:pt x="15349" y="6457"/>
                </a:lnTo>
                <a:cubicBezTo>
                  <a:pt x="15379" y="6472"/>
                  <a:pt x="15393" y="6501"/>
                  <a:pt x="15438" y="6516"/>
                </a:cubicBezTo>
                <a:cubicBezTo>
                  <a:pt x="15438" y="6531"/>
                  <a:pt x="15438" y="6545"/>
                  <a:pt x="15452" y="6590"/>
                </a:cubicBezTo>
                <a:cubicBezTo>
                  <a:pt x="15408" y="6575"/>
                  <a:pt x="15393" y="6545"/>
                  <a:pt x="15364" y="6531"/>
                </a:cubicBezTo>
                <a:cubicBezTo>
                  <a:pt x="15364" y="6516"/>
                  <a:pt x="15349" y="6472"/>
                  <a:pt x="15349" y="6457"/>
                </a:cubicBezTo>
                <a:close/>
                <a:moveTo>
                  <a:pt x="15202" y="6501"/>
                </a:moveTo>
                <a:cubicBezTo>
                  <a:pt x="15232" y="6516"/>
                  <a:pt x="15276" y="6531"/>
                  <a:pt x="15290" y="6575"/>
                </a:cubicBezTo>
                <a:cubicBezTo>
                  <a:pt x="15290" y="6590"/>
                  <a:pt x="15290" y="6604"/>
                  <a:pt x="15305" y="6619"/>
                </a:cubicBezTo>
                <a:cubicBezTo>
                  <a:pt x="15261" y="6604"/>
                  <a:pt x="15232" y="6590"/>
                  <a:pt x="15217" y="6575"/>
                </a:cubicBezTo>
                <a:cubicBezTo>
                  <a:pt x="15202" y="6531"/>
                  <a:pt x="15202" y="6516"/>
                  <a:pt x="15202" y="6501"/>
                </a:cubicBezTo>
                <a:close/>
                <a:moveTo>
                  <a:pt x="15658" y="6531"/>
                </a:moveTo>
                <a:lnTo>
                  <a:pt x="15717" y="6590"/>
                </a:lnTo>
                <a:cubicBezTo>
                  <a:pt x="15732" y="6619"/>
                  <a:pt x="15732" y="6619"/>
                  <a:pt x="15732" y="6648"/>
                </a:cubicBezTo>
                <a:lnTo>
                  <a:pt x="15673" y="6590"/>
                </a:lnTo>
                <a:cubicBezTo>
                  <a:pt x="15673" y="6575"/>
                  <a:pt x="15673" y="6546"/>
                  <a:pt x="15658" y="6531"/>
                </a:cubicBezTo>
                <a:close/>
                <a:moveTo>
                  <a:pt x="15526" y="6604"/>
                </a:moveTo>
                <a:cubicBezTo>
                  <a:pt x="15541" y="6619"/>
                  <a:pt x="15585" y="6648"/>
                  <a:pt x="15599" y="6663"/>
                </a:cubicBezTo>
                <a:cubicBezTo>
                  <a:pt x="15614" y="6663"/>
                  <a:pt x="15614" y="6678"/>
                  <a:pt x="15614" y="6722"/>
                </a:cubicBezTo>
                <a:cubicBezTo>
                  <a:pt x="15599" y="6693"/>
                  <a:pt x="15570" y="6678"/>
                  <a:pt x="15541" y="6663"/>
                </a:cubicBezTo>
                <a:cubicBezTo>
                  <a:pt x="15541" y="6648"/>
                  <a:pt x="15526" y="6619"/>
                  <a:pt x="15526" y="6604"/>
                </a:cubicBezTo>
                <a:close/>
                <a:moveTo>
                  <a:pt x="15393" y="6648"/>
                </a:moveTo>
                <a:cubicBezTo>
                  <a:pt x="15438" y="6663"/>
                  <a:pt x="15452" y="6678"/>
                  <a:pt x="15496" y="6693"/>
                </a:cubicBezTo>
                <a:cubicBezTo>
                  <a:pt x="15481" y="6708"/>
                  <a:pt x="15473" y="6720"/>
                  <a:pt x="15474" y="6727"/>
                </a:cubicBezTo>
                <a:lnTo>
                  <a:pt x="15474" y="6727"/>
                </a:lnTo>
                <a:cubicBezTo>
                  <a:pt x="15446" y="6712"/>
                  <a:pt x="15429" y="6690"/>
                  <a:pt x="15393" y="6678"/>
                </a:cubicBezTo>
                <a:lnTo>
                  <a:pt x="15393" y="6648"/>
                </a:lnTo>
                <a:close/>
                <a:moveTo>
                  <a:pt x="15836" y="6693"/>
                </a:moveTo>
                <a:cubicBezTo>
                  <a:pt x="15865" y="6722"/>
                  <a:pt x="15879" y="6737"/>
                  <a:pt x="15894" y="6737"/>
                </a:cubicBezTo>
                <a:cubicBezTo>
                  <a:pt x="15894" y="6752"/>
                  <a:pt x="15894" y="6752"/>
                  <a:pt x="15909" y="6766"/>
                </a:cubicBezTo>
                <a:cubicBezTo>
                  <a:pt x="15894" y="6752"/>
                  <a:pt x="15879" y="6737"/>
                  <a:pt x="15864" y="6737"/>
                </a:cubicBezTo>
                <a:cubicBezTo>
                  <a:pt x="15864" y="6722"/>
                  <a:pt x="15864" y="6722"/>
                  <a:pt x="15836" y="6693"/>
                </a:cubicBezTo>
                <a:close/>
                <a:moveTo>
                  <a:pt x="15688" y="6737"/>
                </a:moveTo>
                <a:lnTo>
                  <a:pt x="15688" y="6737"/>
                </a:lnTo>
                <a:cubicBezTo>
                  <a:pt x="15717" y="6752"/>
                  <a:pt x="15732" y="6766"/>
                  <a:pt x="15761" y="6796"/>
                </a:cubicBezTo>
                <a:cubicBezTo>
                  <a:pt x="15791" y="6810"/>
                  <a:pt x="15791" y="6825"/>
                  <a:pt x="15791" y="6840"/>
                </a:cubicBezTo>
                <a:cubicBezTo>
                  <a:pt x="15761" y="6825"/>
                  <a:pt x="15747" y="6810"/>
                  <a:pt x="15717" y="6796"/>
                </a:cubicBezTo>
                <a:cubicBezTo>
                  <a:pt x="15717" y="6766"/>
                  <a:pt x="15688" y="6752"/>
                  <a:pt x="15688" y="6737"/>
                </a:cubicBezTo>
                <a:close/>
                <a:moveTo>
                  <a:pt x="15585" y="6766"/>
                </a:moveTo>
                <a:cubicBezTo>
                  <a:pt x="15614" y="6781"/>
                  <a:pt x="15629" y="6810"/>
                  <a:pt x="15658" y="6825"/>
                </a:cubicBezTo>
                <a:lnTo>
                  <a:pt x="15658" y="6869"/>
                </a:lnTo>
                <a:cubicBezTo>
                  <a:pt x="15644" y="6840"/>
                  <a:pt x="15599" y="6825"/>
                  <a:pt x="15585" y="6810"/>
                </a:cubicBezTo>
                <a:lnTo>
                  <a:pt x="15585" y="6766"/>
                </a:lnTo>
                <a:close/>
                <a:moveTo>
                  <a:pt x="15997" y="6825"/>
                </a:moveTo>
                <a:cubicBezTo>
                  <a:pt x="16026" y="6869"/>
                  <a:pt x="16026" y="6869"/>
                  <a:pt x="16041" y="6884"/>
                </a:cubicBezTo>
                <a:lnTo>
                  <a:pt x="16041" y="6899"/>
                </a:lnTo>
                <a:lnTo>
                  <a:pt x="15997" y="6855"/>
                </a:lnTo>
                <a:lnTo>
                  <a:pt x="15997" y="6825"/>
                </a:lnTo>
                <a:close/>
                <a:moveTo>
                  <a:pt x="15892" y="6879"/>
                </a:moveTo>
                <a:lnTo>
                  <a:pt x="15938" y="6913"/>
                </a:lnTo>
                <a:cubicBezTo>
                  <a:pt x="15953" y="6943"/>
                  <a:pt x="15953" y="6958"/>
                  <a:pt x="15953" y="6958"/>
                </a:cubicBezTo>
                <a:lnTo>
                  <a:pt x="15894" y="6899"/>
                </a:lnTo>
                <a:cubicBezTo>
                  <a:pt x="15894" y="6892"/>
                  <a:pt x="15894" y="6884"/>
                  <a:pt x="15892" y="6879"/>
                </a:cubicBezTo>
                <a:close/>
                <a:moveTo>
                  <a:pt x="15761" y="6899"/>
                </a:moveTo>
                <a:cubicBezTo>
                  <a:pt x="15776" y="6913"/>
                  <a:pt x="15820" y="6943"/>
                  <a:pt x="15835" y="6958"/>
                </a:cubicBezTo>
                <a:cubicBezTo>
                  <a:pt x="15820" y="6972"/>
                  <a:pt x="15835" y="6987"/>
                  <a:pt x="15835" y="6987"/>
                </a:cubicBezTo>
                <a:cubicBezTo>
                  <a:pt x="15820" y="6972"/>
                  <a:pt x="15791" y="6958"/>
                  <a:pt x="15761" y="6943"/>
                </a:cubicBezTo>
                <a:lnTo>
                  <a:pt x="15761" y="6899"/>
                </a:lnTo>
                <a:close/>
                <a:moveTo>
                  <a:pt x="16041" y="7016"/>
                </a:moveTo>
                <a:cubicBezTo>
                  <a:pt x="16056" y="7031"/>
                  <a:pt x="16085" y="7031"/>
                  <a:pt x="16085" y="7046"/>
                </a:cubicBezTo>
                <a:cubicBezTo>
                  <a:pt x="16115" y="7061"/>
                  <a:pt x="16115" y="7090"/>
                  <a:pt x="16115" y="7090"/>
                </a:cubicBezTo>
                <a:cubicBezTo>
                  <a:pt x="16100" y="7061"/>
                  <a:pt x="16085" y="7061"/>
                  <a:pt x="16056" y="7046"/>
                </a:cubicBezTo>
                <a:cubicBezTo>
                  <a:pt x="16056" y="7031"/>
                  <a:pt x="16056" y="7031"/>
                  <a:pt x="16041" y="7016"/>
                </a:cubicBezTo>
                <a:close/>
                <a:moveTo>
                  <a:pt x="15923" y="7046"/>
                </a:moveTo>
                <a:cubicBezTo>
                  <a:pt x="15953" y="7061"/>
                  <a:pt x="15967" y="7090"/>
                  <a:pt x="15997" y="7105"/>
                </a:cubicBezTo>
                <a:lnTo>
                  <a:pt x="15997" y="7119"/>
                </a:lnTo>
                <a:cubicBezTo>
                  <a:pt x="15982" y="7105"/>
                  <a:pt x="15967" y="7090"/>
                  <a:pt x="15923" y="7061"/>
                </a:cubicBezTo>
                <a:lnTo>
                  <a:pt x="15923" y="7046"/>
                </a:lnTo>
                <a:close/>
                <a:moveTo>
                  <a:pt x="16232" y="7149"/>
                </a:moveTo>
                <a:lnTo>
                  <a:pt x="16262" y="7193"/>
                </a:lnTo>
                <a:lnTo>
                  <a:pt x="16262" y="7208"/>
                </a:lnTo>
                <a:cubicBezTo>
                  <a:pt x="16247" y="7193"/>
                  <a:pt x="16232" y="7193"/>
                  <a:pt x="16232" y="7178"/>
                </a:cubicBezTo>
                <a:lnTo>
                  <a:pt x="16232" y="7149"/>
                </a:lnTo>
                <a:close/>
                <a:moveTo>
                  <a:pt x="16115" y="7193"/>
                </a:moveTo>
                <a:cubicBezTo>
                  <a:pt x="16129" y="7208"/>
                  <a:pt x="16159" y="7208"/>
                  <a:pt x="16173" y="7252"/>
                </a:cubicBezTo>
                <a:cubicBezTo>
                  <a:pt x="16159" y="7237"/>
                  <a:pt x="16129" y="7208"/>
                  <a:pt x="16115" y="7208"/>
                </a:cubicBezTo>
                <a:lnTo>
                  <a:pt x="16115" y="7193"/>
                </a:lnTo>
                <a:close/>
                <a:moveTo>
                  <a:pt x="15011" y="6531"/>
                </a:moveTo>
                <a:lnTo>
                  <a:pt x="15011" y="6531"/>
                </a:lnTo>
                <a:cubicBezTo>
                  <a:pt x="15055" y="6545"/>
                  <a:pt x="15084" y="6590"/>
                  <a:pt x="15129" y="6604"/>
                </a:cubicBezTo>
                <a:cubicBezTo>
                  <a:pt x="15379" y="8120"/>
                  <a:pt x="15364" y="9695"/>
                  <a:pt x="15349" y="11240"/>
                </a:cubicBezTo>
                <a:lnTo>
                  <a:pt x="15349" y="12476"/>
                </a:lnTo>
                <a:cubicBezTo>
                  <a:pt x="15349" y="13168"/>
                  <a:pt x="15364" y="13977"/>
                  <a:pt x="15467" y="14787"/>
                </a:cubicBezTo>
                <a:cubicBezTo>
                  <a:pt x="15320" y="14007"/>
                  <a:pt x="15246" y="13124"/>
                  <a:pt x="15232" y="12167"/>
                </a:cubicBezTo>
                <a:cubicBezTo>
                  <a:pt x="15217" y="11623"/>
                  <a:pt x="15217" y="11093"/>
                  <a:pt x="15217" y="10578"/>
                </a:cubicBezTo>
                <a:cubicBezTo>
                  <a:pt x="15217" y="9239"/>
                  <a:pt x="15217" y="7870"/>
                  <a:pt x="15011" y="6531"/>
                </a:cubicBezTo>
                <a:close/>
                <a:moveTo>
                  <a:pt x="15232" y="6678"/>
                </a:moveTo>
                <a:lnTo>
                  <a:pt x="15232" y="6678"/>
                </a:lnTo>
                <a:cubicBezTo>
                  <a:pt x="15246" y="6678"/>
                  <a:pt x="15290" y="6722"/>
                  <a:pt x="15320" y="6737"/>
                </a:cubicBezTo>
                <a:cubicBezTo>
                  <a:pt x="15644" y="8429"/>
                  <a:pt x="15599" y="10225"/>
                  <a:pt x="15570" y="11976"/>
                </a:cubicBezTo>
                <a:cubicBezTo>
                  <a:pt x="15570" y="12255"/>
                  <a:pt x="15541" y="12535"/>
                  <a:pt x="15541" y="12800"/>
                </a:cubicBezTo>
                <a:cubicBezTo>
                  <a:pt x="15526" y="13609"/>
                  <a:pt x="15541" y="14492"/>
                  <a:pt x="15644" y="15405"/>
                </a:cubicBezTo>
                <a:cubicBezTo>
                  <a:pt x="15467" y="14375"/>
                  <a:pt x="15438" y="13359"/>
                  <a:pt x="15438" y="12491"/>
                </a:cubicBezTo>
                <a:lnTo>
                  <a:pt x="15438" y="11255"/>
                </a:lnTo>
                <a:cubicBezTo>
                  <a:pt x="15452" y="9739"/>
                  <a:pt x="15452" y="8164"/>
                  <a:pt x="15232" y="6678"/>
                </a:cubicBezTo>
                <a:close/>
                <a:moveTo>
                  <a:pt x="15408" y="6810"/>
                </a:moveTo>
                <a:cubicBezTo>
                  <a:pt x="15438" y="6810"/>
                  <a:pt x="15467" y="6840"/>
                  <a:pt x="15511" y="6869"/>
                </a:cubicBezTo>
                <a:cubicBezTo>
                  <a:pt x="15894" y="8753"/>
                  <a:pt x="15820" y="10769"/>
                  <a:pt x="15747" y="12726"/>
                </a:cubicBezTo>
                <a:lnTo>
                  <a:pt x="15732" y="13124"/>
                </a:lnTo>
                <a:cubicBezTo>
                  <a:pt x="15688" y="14021"/>
                  <a:pt x="15688" y="15007"/>
                  <a:pt x="15791" y="16008"/>
                </a:cubicBezTo>
                <a:cubicBezTo>
                  <a:pt x="15614" y="14904"/>
                  <a:pt x="15599" y="13801"/>
                  <a:pt x="15614" y="12800"/>
                </a:cubicBezTo>
                <a:cubicBezTo>
                  <a:pt x="15614" y="12535"/>
                  <a:pt x="15629" y="12255"/>
                  <a:pt x="15629" y="11976"/>
                </a:cubicBezTo>
                <a:cubicBezTo>
                  <a:pt x="15673" y="10254"/>
                  <a:pt x="15717" y="8488"/>
                  <a:pt x="15408" y="6810"/>
                </a:cubicBezTo>
                <a:close/>
                <a:moveTo>
                  <a:pt x="15599" y="6913"/>
                </a:moveTo>
                <a:cubicBezTo>
                  <a:pt x="15644" y="6928"/>
                  <a:pt x="15658" y="6958"/>
                  <a:pt x="15688" y="6972"/>
                </a:cubicBezTo>
                <a:cubicBezTo>
                  <a:pt x="16173" y="9091"/>
                  <a:pt x="16041" y="11358"/>
                  <a:pt x="15938" y="13418"/>
                </a:cubicBezTo>
                <a:cubicBezTo>
                  <a:pt x="15879" y="14375"/>
                  <a:pt x="15835" y="15361"/>
                  <a:pt x="15909" y="16332"/>
                </a:cubicBezTo>
                <a:cubicBezTo>
                  <a:pt x="15791" y="15228"/>
                  <a:pt x="15791" y="14110"/>
                  <a:pt x="15820" y="13080"/>
                </a:cubicBezTo>
                <a:lnTo>
                  <a:pt x="15835" y="12697"/>
                </a:lnTo>
                <a:cubicBezTo>
                  <a:pt x="15894" y="10799"/>
                  <a:pt x="15967" y="8797"/>
                  <a:pt x="15599" y="6913"/>
                </a:cubicBezTo>
                <a:close/>
                <a:moveTo>
                  <a:pt x="15791" y="7061"/>
                </a:moveTo>
                <a:cubicBezTo>
                  <a:pt x="15806" y="7075"/>
                  <a:pt x="15835" y="7105"/>
                  <a:pt x="15864" y="7119"/>
                </a:cubicBezTo>
                <a:cubicBezTo>
                  <a:pt x="16394" y="9239"/>
                  <a:pt x="16276" y="11534"/>
                  <a:pt x="16100" y="13742"/>
                </a:cubicBezTo>
                <a:cubicBezTo>
                  <a:pt x="16026" y="14698"/>
                  <a:pt x="15953" y="15728"/>
                  <a:pt x="15982" y="16729"/>
                </a:cubicBezTo>
                <a:cubicBezTo>
                  <a:pt x="15894" y="15640"/>
                  <a:pt x="15909" y="14492"/>
                  <a:pt x="15982" y="13433"/>
                </a:cubicBezTo>
                <a:cubicBezTo>
                  <a:pt x="16115" y="11402"/>
                  <a:pt x="16247" y="9165"/>
                  <a:pt x="15791" y="7061"/>
                </a:cubicBezTo>
                <a:close/>
                <a:moveTo>
                  <a:pt x="15967" y="7193"/>
                </a:moveTo>
                <a:cubicBezTo>
                  <a:pt x="15982" y="7208"/>
                  <a:pt x="16026" y="7237"/>
                  <a:pt x="16041" y="7252"/>
                </a:cubicBezTo>
                <a:cubicBezTo>
                  <a:pt x="16630" y="9400"/>
                  <a:pt x="16541" y="11770"/>
                  <a:pt x="16306" y="14051"/>
                </a:cubicBezTo>
                <a:cubicBezTo>
                  <a:pt x="16188" y="15108"/>
                  <a:pt x="16100" y="16165"/>
                  <a:pt x="16114" y="17208"/>
                </a:cubicBezTo>
                <a:lnTo>
                  <a:pt x="16114" y="17208"/>
                </a:lnTo>
                <a:cubicBezTo>
                  <a:pt x="16114" y="17200"/>
                  <a:pt x="16112" y="17197"/>
                  <a:pt x="16100" y="17185"/>
                </a:cubicBezTo>
                <a:cubicBezTo>
                  <a:pt x="16026" y="16038"/>
                  <a:pt x="16100" y="14860"/>
                  <a:pt x="16173" y="13742"/>
                </a:cubicBezTo>
                <a:cubicBezTo>
                  <a:pt x="16365" y="11578"/>
                  <a:pt x="16482" y="9297"/>
                  <a:pt x="15967" y="7193"/>
                </a:cubicBezTo>
                <a:close/>
                <a:moveTo>
                  <a:pt x="16159" y="7340"/>
                </a:moveTo>
                <a:lnTo>
                  <a:pt x="16203" y="7399"/>
                </a:lnTo>
                <a:cubicBezTo>
                  <a:pt x="16909" y="9739"/>
                  <a:pt x="16747" y="12314"/>
                  <a:pt x="16497" y="14389"/>
                </a:cubicBezTo>
                <a:cubicBezTo>
                  <a:pt x="16365" y="15478"/>
                  <a:pt x="16262" y="16508"/>
                  <a:pt x="16232" y="17480"/>
                </a:cubicBezTo>
                <a:cubicBezTo>
                  <a:pt x="16232" y="17465"/>
                  <a:pt x="16203" y="17436"/>
                  <a:pt x="16203" y="17421"/>
                </a:cubicBezTo>
                <a:cubicBezTo>
                  <a:pt x="16188" y="16332"/>
                  <a:pt x="16276" y="15199"/>
                  <a:pt x="16394" y="14066"/>
                </a:cubicBezTo>
                <a:cubicBezTo>
                  <a:pt x="16615" y="11814"/>
                  <a:pt x="16718" y="9474"/>
                  <a:pt x="16159" y="7340"/>
                </a:cubicBezTo>
                <a:close/>
                <a:moveTo>
                  <a:pt x="16321" y="7487"/>
                </a:moveTo>
                <a:lnTo>
                  <a:pt x="16365" y="7546"/>
                </a:lnTo>
                <a:cubicBezTo>
                  <a:pt x="16998" y="9459"/>
                  <a:pt x="17086" y="11770"/>
                  <a:pt x="16688" y="14713"/>
                </a:cubicBezTo>
                <a:lnTo>
                  <a:pt x="16688" y="14757"/>
                </a:lnTo>
                <a:cubicBezTo>
                  <a:pt x="16541" y="15743"/>
                  <a:pt x="16409" y="16744"/>
                  <a:pt x="16335" y="17715"/>
                </a:cubicBezTo>
                <a:cubicBezTo>
                  <a:pt x="16321" y="17700"/>
                  <a:pt x="16321" y="17686"/>
                  <a:pt x="16291" y="17642"/>
                </a:cubicBezTo>
                <a:cubicBezTo>
                  <a:pt x="16321" y="16626"/>
                  <a:pt x="16424" y="15537"/>
                  <a:pt x="16571" y="14404"/>
                </a:cubicBezTo>
                <a:cubicBezTo>
                  <a:pt x="16836" y="12329"/>
                  <a:pt x="16998" y="9813"/>
                  <a:pt x="16321" y="7487"/>
                </a:cubicBezTo>
                <a:close/>
                <a:moveTo>
                  <a:pt x="16306" y="17803"/>
                </a:moveTo>
                <a:cubicBezTo>
                  <a:pt x="16306" y="17818"/>
                  <a:pt x="16321" y="17848"/>
                  <a:pt x="16321" y="17862"/>
                </a:cubicBezTo>
                <a:lnTo>
                  <a:pt x="16321" y="17921"/>
                </a:lnTo>
                <a:cubicBezTo>
                  <a:pt x="16321" y="17907"/>
                  <a:pt x="16306" y="17877"/>
                  <a:pt x="16306" y="17862"/>
                </a:cubicBezTo>
                <a:lnTo>
                  <a:pt x="16306" y="17803"/>
                </a:lnTo>
                <a:close/>
                <a:moveTo>
                  <a:pt x="16510" y="7643"/>
                </a:moveTo>
                <a:cubicBezTo>
                  <a:pt x="16528" y="7643"/>
                  <a:pt x="16531" y="7657"/>
                  <a:pt x="16541" y="7679"/>
                </a:cubicBezTo>
                <a:cubicBezTo>
                  <a:pt x="17233" y="9665"/>
                  <a:pt x="17365" y="12123"/>
                  <a:pt x="16895" y="15037"/>
                </a:cubicBezTo>
                <a:lnTo>
                  <a:pt x="16821" y="15493"/>
                </a:lnTo>
                <a:cubicBezTo>
                  <a:pt x="16688" y="16317"/>
                  <a:pt x="16541" y="17141"/>
                  <a:pt x="16453" y="17936"/>
                </a:cubicBezTo>
                <a:cubicBezTo>
                  <a:pt x="16424" y="17921"/>
                  <a:pt x="16409" y="17877"/>
                  <a:pt x="16409" y="17862"/>
                </a:cubicBezTo>
                <a:cubicBezTo>
                  <a:pt x="16468" y="16847"/>
                  <a:pt x="16615" y="15802"/>
                  <a:pt x="16762" y="14772"/>
                </a:cubicBezTo>
                <a:lnTo>
                  <a:pt x="16762" y="14742"/>
                </a:lnTo>
                <a:cubicBezTo>
                  <a:pt x="17159" y="11843"/>
                  <a:pt x="17086" y="9548"/>
                  <a:pt x="16482" y="7649"/>
                </a:cubicBezTo>
                <a:cubicBezTo>
                  <a:pt x="16494" y="7645"/>
                  <a:pt x="16503" y="7643"/>
                  <a:pt x="16510" y="7643"/>
                </a:cubicBezTo>
                <a:close/>
                <a:moveTo>
                  <a:pt x="16644" y="7767"/>
                </a:moveTo>
                <a:lnTo>
                  <a:pt x="16644" y="7767"/>
                </a:lnTo>
                <a:cubicBezTo>
                  <a:pt x="16674" y="7782"/>
                  <a:pt x="16688" y="7796"/>
                  <a:pt x="16703" y="7796"/>
                </a:cubicBezTo>
                <a:cubicBezTo>
                  <a:pt x="17675" y="10357"/>
                  <a:pt x="17483" y="13227"/>
                  <a:pt x="17086" y="15331"/>
                </a:cubicBezTo>
                <a:cubicBezTo>
                  <a:pt x="17042" y="15596"/>
                  <a:pt x="16983" y="15890"/>
                  <a:pt x="16924" y="16170"/>
                </a:cubicBezTo>
                <a:cubicBezTo>
                  <a:pt x="16792" y="16832"/>
                  <a:pt x="16659" y="17494"/>
                  <a:pt x="16571" y="18113"/>
                </a:cubicBezTo>
                <a:cubicBezTo>
                  <a:pt x="16556" y="18083"/>
                  <a:pt x="16541" y="18068"/>
                  <a:pt x="16512" y="18024"/>
                </a:cubicBezTo>
                <a:cubicBezTo>
                  <a:pt x="16615" y="17200"/>
                  <a:pt x="16733" y="16332"/>
                  <a:pt x="16880" y="15464"/>
                </a:cubicBezTo>
                <a:lnTo>
                  <a:pt x="16968" y="15007"/>
                </a:lnTo>
                <a:cubicBezTo>
                  <a:pt x="17424" y="12152"/>
                  <a:pt x="17336" y="9724"/>
                  <a:pt x="16644" y="7767"/>
                </a:cubicBezTo>
                <a:close/>
                <a:moveTo>
                  <a:pt x="16394" y="18010"/>
                </a:moveTo>
                <a:cubicBezTo>
                  <a:pt x="16409" y="18024"/>
                  <a:pt x="16409" y="18039"/>
                  <a:pt x="16424" y="18083"/>
                </a:cubicBezTo>
                <a:lnTo>
                  <a:pt x="16424" y="18157"/>
                </a:lnTo>
                <a:cubicBezTo>
                  <a:pt x="16409" y="18113"/>
                  <a:pt x="16409" y="18098"/>
                  <a:pt x="16394" y="18083"/>
                </a:cubicBezTo>
                <a:lnTo>
                  <a:pt x="16394" y="18010"/>
                </a:lnTo>
                <a:close/>
                <a:moveTo>
                  <a:pt x="16394" y="18230"/>
                </a:moveTo>
                <a:cubicBezTo>
                  <a:pt x="16394" y="18274"/>
                  <a:pt x="16409" y="18289"/>
                  <a:pt x="16409" y="18289"/>
                </a:cubicBezTo>
                <a:lnTo>
                  <a:pt x="16409" y="18363"/>
                </a:lnTo>
                <a:cubicBezTo>
                  <a:pt x="16409" y="18348"/>
                  <a:pt x="16394" y="18319"/>
                  <a:pt x="16394" y="18304"/>
                </a:cubicBezTo>
                <a:lnTo>
                  <a:pt x="16394" y="18230"/>
                </a:lnTo>
                <a:close/>
                <a:moveTo>
                  <a:pt x="16512" y="18171"/>
                </a:moveTo>
                <a:cubicBezTo>
                  <a:pt x="16541" y="18216"/>
                  <a:pt x="16556" y="18230"/>
                  <a:pt x="16571" y="18274"/>
                </a:cubicBezTo>
                <a:cubicBezTo>
                  <a:pt x="16541" y="18304"/>
                  <a:pt x="16541" y="18348"/>
                  <a:pt x="16541" y="18363"/>
                </a:cubicBezTo>
                <a:cubicBezTo>
                  <a:pt x="16527" y="18319"/>
                  <a:pt x="16497" y="18304"/>
                  <a:pt x="16497" y="18274"/>
                </a:cubicBezTo>
                <a:cubicBezTo>
                  <a:pt x="16497" y="18230"/>
                  <a:pt x="16497" y="18201"/>
                  <a:pt x="16512" y="18171"/>
                </a:cubicBezTo>
                <a:close/>
                <a:moveTo>
                  <a:pt x="16904" y="8079"/>
                </a:moveTo>
                <a:lnTo>
                  <a:pt x="16904" y="8079"/>
                </a:lnTo>
                <a:cubicBezTo>
                  <a:pt x="17725" y="10191"/>
                  <a:pt x="17853" y="12831"/>
                  <a:pt x="17277" y="15655"/>
                </a:cubicBezTo>
                <a:cubicBezTo>
                  <a:pt x="17189" y="16067"/>
                  <a:pt x="17101" y="16479"/>
                  <a:pt x="17012" y="16876"/>
                </a:cubicBezTo>
                <a:cubicBezTo>
                  <a:pt x="16909" y="17362"/>
                  <a:pt x="16792" y="17862"/>
                  <a:pt x="16703" y="18363"/>
                </a:cubicBezTo>
                <a:lnTo>
                  <a:pt x="16644" y="18245"/>
                </a:lnTo>
                <a:cubicBezTo>
                  <a:pt x="16733" y="17583"/>
                  <a:pt x="16880" y="16891"/>
                  <a:pt x="17012" y="16185"/>
                </a:cubicBezTo>
                <a:cubicBezTo>
                  <a:pt x="17071" y="15920"/>
                  <a:pt x="17130" y="15625"/>
                  <a:pt x="17189" y="15346"/>
                </a:cubicBezTo>
                <a:cubicBezTo>
                  <a:pt x="17564" y="13326"/>
                  <a:pt x="17769" y="10558"/>
                  <a:pt x="16904" y="8079"/>
                </a:cubicBezTo>
                <a:close/>
                <a:moveTo>
                  <a:pt x="16998" y="8091"/>
                </a:moveTo>
                <a:cubicBezTo>
                  <a:pt x="18263" y="11005"/>
                  <a:pt x="17866" y="14198"/>
                  <a:pt x="17454" y="15964"/>
                </a:cubicBezTo>
                <a:cubicBezTo>
                  <a:pt x="17351" y="16508"/>
                  <a:pt x="17204" y="17024"/>
                  <a:pt x="17086" y="17539"/>
                </a:cubicBezTo>
                <a:cubicBezTo>
                  <a:pt x="16998" y="17877"/>
                  <a:pt x="16924" y="18230"/>
                  <a:pt x="16836" y="18569"/>
                </a:cubicBezTo>
                <a:cubicBezTo>
                  <a:pt x="16821" y="18525"/>
                  <a:pt x="16777" y="18480"/>
                  <a:pt x="16762" y="18451"/>
                </a:cubicBezTo>
                <a:cubicBezTo>
                  <a:pt x="16850" y="17936"/>
                  <a:pt x="16983" y="17421"/>
                  <a:pt x="17086" y="16891"/>
                </a:cubicBezTo>
                <a:cubicBezTo>
                  <a:pt x="17174" y="16479"/>
                  <a:pt x="17277" y="16082"/>
                  <a:pt x="17351" y="15670"/>
                </a:cubicBezTo>
                <a:cubicBezTo>
                  <a:pt x="17939" y="12829"/>
                  <a:pt x="17807" y="10195"/>
                  <a:pt x="16998" y="8091"/>
                </a:cubicBezTo>
                <a:close/>
                <a:moveTo>
                  <a:pt x="16615" y="18377"/>
                </a:moveTo>
                <a:cubicBezTo>
                  <a:pt x="16630" y="18407"/>
                  <a:pt x="16644" y="18436"/>
                  <a:pt x="16659" y="18466"/>
                </a:cubicBezTo>
                <a:cubicBezTo>
                  <a:pt x="16674" y="18510"/>
                  <a:pt x="16674" y="18539"/>
                  <a:pt x="16644" y="18583"/>
                </a:cubicBezTo>
                <a:cubicBezTo>
                  <a:pt x="16630" y="18539"/>
                  <a:pt x="16615" y="18510"/>
                  <a:pt x="16600" y="18480"/>
                </a:cubicBezTo>
                <a:cubicBezTo>
                  <a:pt x="16600" y="18451"/>
                  <a:pt x="16615" y="18407"/>
                  <a:pt x="16615" y="18377"/>
                </a:cubicBezTo>
                <a:close/>
                <a:moveTo>
                  <a:pt x="16482" y="18436"/>
                </a:moveTo>
                <a:cubicBezTo>
                  <a:pt x="16497" y="18451"/>
                  <a:pt x="16497" y="18495"/>
                  <a:pt x="16527" y="18510"/>
                </a:cubicBezTo>
                <a:cubicBezTo>
                  <a:pt x="16527" y="18539"/>
                  <a:pt x="16527" y="18569"/>
                  <a:pt x="16497" y="18598"/>
                </a:cubicBezTo>
                <a:cubicBezTo>
                  <a:pt x="16482" y="18583"/>
                  <a:pt x="16482" y="18539"/>
                  <a:pt x="16468" y="18525"/>
                </a:cubicBezTo>
                <a:cubicBezTo>
                  <a:pt x="16482" y="18480"/>
                  <a:pt x="16482" y="18451"/>
                  <a:pt x="16482" y="18436"/>
                </a:cubicBezTo>
                <a:close/>
                <a:moveTo>
                  <a:pt x="17218" y="8370"/>
                </a:moveTo>
                <a:cubicBezTo>
                  <a:pt x="18190" y="10592"/>
                  <a:pt x="18381" y="13433"/>
                  <a:pt x="17660" y="16288"/>
                </a:cubicBezTo>
                <a:cubicBezTo>
                  <a:pt x="17513" y="16906"/>
                  <a:pt x="17336" y="17539"/>
                  <a:pt x="17145" y="18142"/>
                </a:cubicBezTo>
                <a:cubicBezTo>
                  <a:pt x="17086" y="18348"/>
                  <a:pt x="17042" y="18539"/>
                  <a:pt x="16968" y="18760"/>
                </a:cubicBezTo>
                <a:cubicBezTo>
                  <a:pt x="16924" y="18731"/>
                  <a:pt x="16909" y="18686"/>
                  <a:pt x="16880" y="18657"/>
                </a:cubicBezTo>
                <a:lnTo>
                  <a:pt x="17159" y="17553"/>
                </a:lnTo>
                <a:cubicBezTo>
                  <a:pt x="17292" y="17038"/>
                  <a:pt x="17424" y="16523"/>
                  <a:pt x="17542" y="15993"/>
                </a:cubicBezTo>
                <a:cubicBezTo>
                  <a:pt x="17939" y="14272"/>
                  <a:pt x="18337" y="11225"/>
                  <a:pt x="17218" y="8370"/>
                </a:cubicBezTo>
                <a:close/>
                <a:moveTo>
                  <a:pt x="16468" y="18686"/>
                </a:moveTo>
                <a:cubicBezTo>
                  <a:pt x="16468" y="18716"/>
                  <a:pt x="16482" y="18731"/>
                  <a:pt x="16482" y="18745"/>
                </a:cubicBezTo>
                <a:lnTo>
                  <a:pt x="16482" y="18804"/>
                </a:lnTo>
                <a:cubicBezTo>
                  <a:pt x="16482" y="18789"/>
                  <a:pt x="16468" y="18760"/>
                  <a:pt x="16468" y="18745"/>
                </a:cubicBezTo>
                <a:lnTo>
                  <a:pt x="16468" y="18686"/>
                </a:lnTo>
                <a:close/>
                <a:moveTo>
                  <a:pt x="16733" y="18569"/>
                </a:moveTo>
                <a:cubicBezTo>
                  <a:pt x="16762" y="18598"/>
                  <a:pt x="16777" y="18642"/>
                  <a:pt x="16821" y="18672"/>
                </a:cubicBezTo>
                <a:cubicBezTo>
                  <a:pt x="16792" y="18716"/>
                  <a:pt x="16792" y="18745"/>
                  <a:pt x="16777" y="18804"/>
                </a:cubicBezTo>
                <a:lnTo>
                  <a:pt x="16718" y="18686"/>
                </a:lnTo>
                <a:cubicBezTo>
                  <a:pt x="16718" y="18657"/>
                  <a:pt x="16733" y="18598"/>
                  <a:pt x="16733" y="18569"/>
                </a:cubicBezTo>
                <a:close/>
                <a:moveTo>
                  <a:pt x="16571" y="18613"/>
                </a:moveTo>
                <a:cubicBezTo>
                  <a:pt x="16600" y="18657"/>
                  <a:pt x="16615" y="18672"/>
                  <a:pt x="16630" y="18716"/>
                </a:cubicBezTo>
                <a:cubicBezTo>
                  <a:pt x="16630" y="18745"/>
                  <a:pt x="16615" y="18789"/>
                  <a:pt x="16615" y="18819"/>
                </a:cubicBezTo>
                <a:cubicBezTo>
                  <a:pt x="16600" y="18789"/>
                  <a:pt x="16571" y="18760"/>
                  <a:pt x="16571" y="18731"/>
                </a:cubicBezTo>
                <a:lnTo>
                  <a:pt x="16571" y="18613"/>
                </a:lnTo>
                <a:close/>
                <a:moveTo>
                  <a:pt x="17395" y="8562"/>
                </a:moveTo>
                <a:cubicBezTo>
                  <a:pt x="18454" y="10872"/>
                  <a:pt x="18616" y="13727"/>
                  <a:pt x="17866" y="16597"/>
                </a:cubicBezTo>
                <a:cubicBezTo>
                  <a:pt x="17660" y="17333"/>
                  <a:pt x="17439" y="18054"/>
                  <a:pt x="17218" y="18731"/>
                </a:cubicBezTo>
                <a:cubicBezTo>
                  <a:pt x="17204" y="18804"/>
                  <a:pt x="17159" y="18878"/>
                  <a:pt x="17145" y="18951"/>
                </a:cubicBezTo>
                <a:cubicBezTo>
                  <a:pt x="17101" y="18907"/>
                  <a:pt x="17086" y="18878"/>
                  <a:pt x="17056" y="18834"/>
                </a:cubicBezTo>
                <a:cubicBezTo>
                  <a:pt x="17101" y="18613"/>
                  <a:pt x="17189" y="18392"/>
                  <a:pt x="17233" y="18157"/>
                </a:cubicBezTo>
                <a:cubicBezTo>
                  <a:pt x="17410" y="17553"/>
                  <a:pt x="17586" y="16921"/>
                  <a:pt x="17748" y="16288"/>
                </a:cubicBezTo>
                <a:cubicBezTo>
                  <a:pt x="18440" y="13506"/>
                  <a:pt x="18307" y="10769"/>
                  <a:pt x="17395" y="8562"/>
                </a:cubicBezTo>
                <a:close/>
                <a:moveTo>
                  <a:pt x="16453" y="18966"/>
                </a:moveTo>
                <a:cubicBezTo>
                  <a:pt x="16468" y="18981"/>
                  <a:pt x="16468" y="18981"/>
                  <a:pt x="16468" y="19010"/>
                </a:cubicBezTo>
                <a:cubicBezTo>
                  <a:pt x="16453" y="18981"/>
                  <a:pt x="16453" y="18966"/>
                  <a:pt x="16453" y="18966"/>
                </a:cubicBezTo>
                <a:close/>
                <a:moveTo>
                  <a:pt x="16865" y="18760"/>
                </a:moveTo>
                <a:cubicBezTo>
                  <a:pt x="16880" y="18804"/>
                  <a:pt x="16924" y="18834"/>
                  <a:pt x="16939" y="18878"/>
                </a:cubicBezTo>
                <a:cubicBezTo>
                  <a:pt x="16939" y="18907"/>
                  <a:pt x="16924" y="18966"/>
                  <a:pt x="16909" y="19010"/>
                </a:cubicBezTo>
                <a:cubicBezTo>
                  <a:pt x="16895" y="18966"/>
                  <a:pt x="16850" y="18937"/>
                  <a:pt x="16836" y="18893"/>
                </a:cubicBezTo>
                <a:cubicBezTo>
                  <a:pt x="16850" y="18863"/>
                  <a:pt x="16850" y="18804"/>
                  <a:pt x="16865" y="18760"/>
                </a:cubicBezTo>
                <a:close/>
                <a:moveTo>
                  <a:pt x="16541" y="18878"/>
                </a:moveTo>
                <a:cubicBezTo>
                  <a:pt x="16556" y="18893"/>
                  <a:pt x="16556" y="18937"/>
                  <a:pt x="16571" y="18951"/>
                </a:cubicBezTo>
                <a:cubicBezTo>
                  <a:pt x="16600" y="18966"/>
                  <a:pt x="16571" y="19010"/>
                  <a:pt x="16571" y="19025"/>
                </a:cubicBezTo>
                <a:cubicBezTo>
                  <a:pt x="16556" y="19010"/>
                  <a:pt x="16556" y="18966"/>
                  <a:pt x="16541" y="18951"/>
                </a:cubicBezTo>
                <a:lnTo>
                  <a:pt x="16541" y="18878"/>
                </a:lnTo>
                <a:close/>
                <a:moveTo>
                  <a:pt x="16688" y="18819"/>
                </a:moveTo>
                <a:cubicBezTo>
                  <a:pt x="16703" y="18848"/>
                  <a:pt x="16718" y="18878"/>
                  <a:pt x="16733" y="18907"/>
                </a:cubicBezTo>
                <a:cubicBezTo>
                  <a:pt x="16733" y="18951"/>
                  <a:pt x="16733" y="18981"/>
                  <a:pt x="16718" y="19025"/>
                </a:cubicBezTo>
                <a:cubicBezTo>
                  <a:pt x="16703" y="18981"/>
                  <a:pt x="16688" y="18951"/>
                  <a:pt x="16674" y="18937"/>
                </a:cubicBezTo>
                <a:cubicBezTo>
                  <a:pt x="16674" y="18893"/>
                  <a:pt x="16688" y="18848"/>
                  <a:pt x="16688" y="18819"/>
                </a:cubicBezTo>
                <a:close/>
                <a:moveTo>
                  <a:pt x="17675" y="9018"/>
                </a:moveTo>
                <a:cubicBezTo>
                  <a:pt x="18690" y="11314"/>
                  <a:pt x="18837" y="14183"/>
                  <a:pt x="18042" y="16921"/>
                </a:cubicBezTo>
                <a:cubicBezTo>
                  <a:pt x="17822" y="17700"/>
                  <a:pt x="17557" y="18436"/>
                  <a:pt x="17292" y="19172"/>
                </a:cubicBezTo>
                <a:cubicBezTo>
                  <a:pt x="17262" y="19128"/>
                  <a:pt x="17218" y="19099"/>
                  <a:pt x="17204" y="19040"/>
                </a:cubicBezTo>
                <a:cubicBezTo>
                  <a:pt x="17233" y="18951"/>
                  <a:pt x="17262" y="18863"/>
                  <a:pt x="17292" y="18760"/>
                </a:cubicBezTo>
                <a:cubicBezTo>
                  <a:pt x="17513" y="18068"/>
                  <a:pt x="17748" y="17347"/>
                  <a:pt x="17954" y="16611"/>
                </a:cubicBezTo>
                <a:cubicBezTo>
                  <a:pt x="18675" y="13933"/>
                  <a:pt x="18587" y="11240"/>
                  <a:pt x="17675" y="9018"/>
                </a:cubicBezTo>
                <a:close/>
                <a:moveTo>
                  <a:pt x="17012" y="18951"/>
                </a:moveTo>
                <a:cubicBezTo>
                  <a:pt x="17056" y="18981"/>
                  <a:pt x="17071" y="19025"/>
                  <a:pt x="17101" y="19054"/>
                </a:cubicBezTo>
                <a:cubicBezTo>
                  <a:pt x="17086" y="19113"/>
                  <a:pt x="17071" y="19157"/>
                  <a:pt x="17056" y="19202"/>
                </a:cubicBezTo>
                <a:cubicBezTo>
                  <a:pt x="17012" y="19172"/>
                  <a:pt x="16998" y="19128"/>
                  <a:pt x="16983" y="19099"/>
                </a:cubicBezTo>
                <a:cubicBezTo>
                  <a:pt x="16998" y="19040"/>
                  <a:pt x="16998" y="19010"/>
                  <a:pt x="17012" y="18951"/>
                </a:cubicBezTo>
                <a:close/>
                <a:moveTo>
                  <a:pt x="16527" y="19113"/>
                </a:moveTo>
                <a:cubicBezTo>
                  <a:pt x="16527" y="19128"/>
                  <a:pt x="16541" y="19143"/>
                  <a:pt x="16541" y="19172"/>
                </a:cubicBezTo>
                <a:lnTo>
                  <a:pt x="16541" y="19246"/>
                </a:lnTo>
                <a:cubicBezTo>
                  <a:pt x="16541" y="19231"/>
                  <a:pt x="16527" y="19202"/>
                  <a:pt x="16527" y="19187"/>
                </a:cubicBezTo>
                <a:lnTo>
                  <a:pt x="16527" y="19113"/>
                </a:lnTo>
                <a:close/>
                <a:moveTo>
                  <a:pt x="16659" y="19054"/>
                </a:moveTo>
                <a:cubicBezTo>
                  <a:pt x="16688" y="19099"/>
                  <a:pt x="16703" y="19113"/>
                  <a:pt x="16718" y="19157"/>
                </a:cubicBezTo>
                <a:cubicBezTo>
                  <a:pt x="16688" y="19187"/>
                  <a:pt x="16688" y="19216"/>
                  <a:pt x="16688" y="19246"/>
                </a:cubicBezTo>
                <a:cubicBezTo>
                  <a:pt x="16674" y="19202"/>
                  <a:pt x="16644" y="19187"/>
                  <a:pt x="16644" y="19157"/>
                </a:cubicBezTo>
                <a:cubicBezTo>
                  <a:pt x="16644" y="19113"/>
                  <a:pt x="16659" y="19084"/>
                  <a:pt x="16659" y="19054"/>
                </a:cubicBezTo>
                <a:close/>
                <a:moveTo>
                  <a:pt x="16836" y="19010"/>
                </a:moveTo>
                <a:cubicBezTo>
                  <a:pt x="16850" y="19040"/>
                  <a:pt x="16895" y="19084"/>
                  <a:pt x="16909" y="19113"/>
                </a:cubicBezTo>
                <a:cubicBezTo>
                  <a:pt x="16865" y="19157"/>
                  <a:pt x="16850" y="19187"/>
                  <a:pt x="16850" y="19246"/>
                </a:cubicBezTo>
                <a:lnTo>
                  <a:pt x="16792" y="19128"/>
                </a:lnTo>
                <a:cubicBezTo>
                  <a:pt x="16821" y="19099"/>
                  <a:pt x="16821" y="19040"/>
                  <a:pt x="16836" y="19010"/>
                </a:cubicBezTo>
                <a:close/>
                <a:moveTo>
                  <a:pt x="17866" y="9239"/>
                </a:moveTo>
                <a:cubicBezTo>
                  <a:pt x="18940" y="11593"/>
                  <a:pt x="19102" y="14492"/>
                  <a:pt x="18248" y="17244"/>
                </a:cubicBezTo>
                <a:cubicBezTo>
                  <a:pt x="18028" y="17951"/>
                  <a:pt x="17748" y="18672"/>
                  <a:pt x="17468" y="19349"/>
                </a:cubicBezTo>
                <a:cubicBezTo>
                  <a:pt x="17439" y="19319"/>
                  <a:pt x="17395" y="19275"/>
                  <a:pt x="17365" y="19231"/>
                </a:cubicBezTo>
                <a:cubicBezTo>
                  <a:pt x="17645" y="18495"/>
                  <a:pt x="17925" y="17715"/>
                  <a:pt x="18145" y="16921"/>
                </a:cubicBezTo>
                <a:cubicBezTo>
                  <a:pt x="18911" y="14257"/>
                  <a:pt x="18808" y="11505"/>
                  <a:pt x="17866" y="9239"/>
                </a:cubicBezTo>
                <a:close/>
                <a:moveTo>
                  <a:pt x="17159" y="19128"/>
                </a:moveTo>
                <a:cubicBezTo>
                  <a:pt x="17204" y="19172"/>
                  <a:pt x="17233" y="19202"/>
                  <a:pt x="17248" y="19246"/>
                </a:cubicBezTo>
                <a:cubicBezTo>
                  <a:pt x="17262" y="19260"/>
                  <a:pt x="17233" y="19275"/>
                  <a:pt x="17233" y="19305"/>
                </a:cubicBezTo>
                <a:cubicBezTo>
                  <a:pt x="17218" y="19334"/>
                  <a:pt x="17218" y="19378"/>
                  <a:pt x="17204" y="19408"/>
                </a:cubicBezTo>
                <a:cubicBezTo>
                  <a:pt x="17159" y="19378"/>
                  <a:pt x="17145" y="19334"/>
                  <a:pt x="17101" y="19275"/>
                </a:cubicBezTo>
                <a:cubicBezTo>
                  <a:pt x="17130" y="19216"/>
                  <a:pt x="17145" y="19172"/>
                  <a:pt x="17159" y="19128"/>
                </a:cubicBezTo>
                <a:close/>
                <a:moveTo>
                  <a:pt x="16497" y="19349"/>
                </a:moveTo>
                <a:cubicBezTo>
                  <a:pt x="16497" y="19378"/>
                  <a:pt x="16512" y="19378"/>
                  <a:pt x="16512" y="19393"/>
                </a:cubicBezTo>
                <a:lnTo>
                  <a:pt x="16512" y="19452"/>
                </a:lnTo>
                <a:cubicBezTo>
                  <a:pt x="16512" y="19422"/>
                  <a:pt x="16512" y="19422"/>
                  <a:pt x="16497" y="19408"/>
                </a:cubicBezTo>
                <a:lnTo>
                  <a:pt x="16497" y="19349"/>
                </a:lnTo>
                <a:close/>
                <a:moveTo>
                  <a:pt x="16762" y="19246"/>
                </a:moveTo>
                <a:cubicBezTo>
                  <a:pt x="16777" y="19275"/>
                  <a:pt x="16792" y="19319"/>
                  <a:pt x="16821" y="19334"/>
                </a:cubicBezTo>
                <a:cubicBezTo>
                  <a:pt x="16792" y="19378"/>
                  <a:pt x="16792" y="19408"/>
                  <a:pt x="16777" y="19452"/>
                </a:cubicBezTo>
                <a:cubicBezTo>
                  <a:pt x="16762" y="19408"/>
                  <a:pt x="16733" y="19378"/>
                  <a:pt x="16718" y="19349"/>
                </a:cubicBezTo>
                <a:cubicBezTo>
                  <a:pt x="16733" y="19334"/>
                  <a:pt x="16762" y="19305"/>
                  <a:pt x="16762" y="19246"/>
                </a:cubicBezTo>
                <a:close/>
                <a:moveTo>
                  <a:pt x="16939" y="19187"/>
                </a:moveTo>
                <a:cubicBezTo>
                  <a:pt x="16968" y="19216"/>
                  <a:pt x="16998" y="19260"/>
                  <a:pt x="17012" y="19305"/>
                </a:cubicBezTo>
                <a:cubicBezTo>
                  <a:pt x="16998" y="19349"/>
                  <a:pt x="16998" y="19408"/>
                  <a:pt x="16983" y="19452"/>
                </a:cubicBezTo>
                <a:cubicBezTo>
                  <a:pt x="16968" y="19408"/>
                  <a:pt x="16924" y="19378"/>
                  <a:pt x="16909" y="19334"/>
                </a:cubicBezTo>
                <a:cubicBezTo>
                  <a:pt x="16924" y="19275"/>
                  <a:pt x="16924" y="19246"/>
                  <a:pt x="16939" y="19187"/>
                </a:cubicBezTo>
                <a:close/>
                <a:moveTo>
                  <a:pt x="16615" y="19305"/>
                </a:moveTo>
                <a:cubicBezTo>
                  <a:pt x="16630" y="19319"/>
                  <a:pt x="16630" y="19349"/>
                  <a:pt x="16644" y="19378"/>
                </a:cubicBezTo>
                <a:cubicBezTo>
                  <a:pt x="16644" y="19408"/>
                  <a:pt x="16630" y="19422"/>
                  <a:pt x="16630" y="19466"/>
                </a:cubicBezTo>
                <a:cubicBezTo>
                  <a:pt x="16615" y="19452"/>
                  <a:pt x="16615" y="19408"/>
                  <a:pt x="16600" y="19393"/>
                </a:cubicBezTo>
                <a:cubicBezTo>
                  <a:pt x="16600" y="19349"/>
                  <a:pt x="16615" y="19334"/>
                  <a:pt x="16615" y="19305"/>
                </a:cubicBezTo>
                <a:close/>
                <a:moveTo>
                  <a:pt x="18101" y="9680"/>
                </a:moveTo>
                <a:lnTo>
                  <a:pt x="18101" y="9680"/>
                </a:lnTo>
                <a:cubicBezTo>
                  <a:pt x="19176" y="12020"/>
                  <a:pt x="19308" y="14919"/>
                  <a:pt x="18440" y="17553"/>
                </a:cubicBezTo>
                <a:cubicBezTo>
                  <a:pt x="18204" y="18230"/>
                  <a:pt x="17939" y="18893"/>
                  <a:pt x="17645" y="19540"/>
                </a:cubicBezTo>
                <a:lnTo>
                  <a:pt x="17513" y="19408"/>
                </a:lnTo>
                <a:cubicBezTo>
                  <a:pt x="17792" y="18716"/>
                  <a:pt x="18087" y="17995"/>
                  <a:pt x="18307" y="17259"/>
                </a:cubicBezTo>
                <a:cubicBezTo>
                  <a:pt x="19117" y="14669"/>
                  <a:pt x="19028" y="11946"/>
                  <a:pt x="18101" y="9680"/>
                </a:cubicBezTo>
                <a:close/>
                <a:moveTo>
                  <a:pt x="17336" y="19319"/>
                </a:moveTo>
                <a:lnTo>
                  <a:pt x="17439" y="19422"/>
                </a:lnTo>
                <a:cubicBezTo>
                  <a:pt x="17410" y="19496"/>
                  <a:pt x="17380" y="19555"/>
                  <a:pt x="17365" y="19614"/>
                </a:cubicBezTo>
                <a:cubicBezTo>
                  <a:pt x="17336" y="19569"/>
                  <a:pt x="17292" y="19540"/>
                  <a:pt x="17277" y="19481"/>
                </a:cubicBezTo>
                <a:cubicBezTo>
                  <a:pt x="17292" y="19422"/>
                  <a:pt x="17307" y="19393"/>
                  <a:pt x="17336" y="19334"/>
                </a:cubicBezTo>
                <a:lnTo>
                  <a:pt x="17336" y="19319"/>
                </a:lnTo>
                <a:close/>
                <a:moveTo>
                  <a:pt x="17086" y="19393"/>
                </a:moveTo>
                <a:cubicBezTo>
                  <a:pt x="17130" y="19422"/>
                  <a:pt x="17145" y="19466"/>
                  <a:pt x="17174" y="19496"/>
                </a:cubicBezTo>
                <a:cubicBezTo>
                  <a:pt x="17145" y="19555"/>
                  <a:pt x="17130" y="19584"/>
                  <a:pt x="17101" y="19643"/>
                </a:cubicBezTo>
                <a:cubicBezTo>
                  <a:pt x="17086" y="19614"/>
                  <a:pt x="17056" y="19569"/>
                  <a:pt x="17027" y="19540"/>
                </a:cubicBezTo>
                <a:cubicBezTo>
                  <a:pt x="17056" y="19481"/>
                  <a:pt x="17071" y="19422"/>
                  <a:pt x="17086" y="19393"/>
                </a:cubicBezTo>
                <a:close/>
                <a:moveTo>
                  <a:pt x="16895" y="19452"/>
                </a:moveTo>
                <a:cubicBezTo>
                  <a:pt x="16909" y="19481"/>
                  <a:pt x="16924" y="19525"/>
                  <a:pt x="16968" y="19555"/>
                </a:cubicBezTo>
                <a:cubicBezTo>
                  <a:pt x="16924" y="19584"/>
                  <a:pt x="16924" y="19628"/>
                  <a:pt x="16909" y="19687"/>
                </a:cubicBezTo>
                <a:lnTo>
                  <a:pt x="16850" y="19569"/>
                </a:lnTo>
                <a:cubicBezTo>
                  <a:pt x="16865" y="19540"/>
                  <a:pt x="16865" y="19481"/>
                  <a:pt x="16895" y="19452"/>
                </a:cubicBezTo>
                <a:close/>
                <a:moveTo>
                  <a:pt x="16571" y="19555"/>
                </a:moveTo>
                <a:cubicBezTo>
                  <a:pt x="16571" y="19569"/>
                  <a:pt x="16600" y="19584"/>
                  <a:pt x="16600" y="19614"/>
                </a:cubicBezTo>
                <a:cubicBezTo>
                  <a:pt x="16600" y="19643"/>
                  <a:pt x="16571" y="19672"/>
                  <a:pt x="16571" y="19702"/>
                </a:cubicBezTo>
                <a:cubicBezTo>
                  <a:pt x="16571" y="19687"/>
                  <a:pt x="16556" y="19672"/>
                  <a:pt x="16556" y="19643"/>
                </a:cubicBezTo>
                <a:cubicBezTo>
                  <a:pt x="16556" y="19614"/>
                  <a:pt x="16556" y="19584"/>
                  <a:pt x="16571" y="19555"/>
                </a:cubicBezTo>
                <a:close/>
                <a:moveTo>
                  <a:pt x="16703" y="19496"/>
                </a:moveTo>
                <a:cubicBezTo>
                  <a:pt x="16718" y="19540"/>
                  <a:pt x="16747" y="19555"/>
                  <a:pt x="16762" y="19584"/>
                </a:cubicBezTo>
                <a:cubicBezTo>
                  <a:pt x="16747" y="19628"/>
                  <a:pt x="16747" y="19672"/>
                  <a:pt x="16718" y="19702"/>
                </a:cubicBezTo>
                <a:cubicBezTo>
                  <a:pt x="16703" y="19672"/>
                  <a:pt x="16688" y="19643"/>
                  <a:pt x="16688" y="19614"/>
                </a:cubicBezTo>
                <a:cubicBezTo>
                  <a:pt x="16688" y="19569"/>
                  <a:pt x="16703" y="19540"/>
                  <a:pt x="16703" y="19496"/>
                </a:cubicBezTo>
                <a:close/>
                <a:moveTo>
                  <a:pt x="18322" y="9886"/>
                </a:moveTo>
                <a:lnTo>
                  <a:pt x="18322" y="9886"/>
                </a:lnTo>
                <a:cubicBezTo>
                  <a:pt x="19426" y="12285"/>
                  <a:pt x="19573" y="15228"/>
                  <a:pt x="18631" y="17862"/>
                </a:cubicBezTo>
                <a:cubicBezTo>
                  <a:pt x="18410" y="18510"/>
                  <a:pt x="18145" y="19113"/>
                  <a:pt x="17851" y="19717"/>
                </a:cubicBezTo>
                <a:cubicBezTo>
                  <a:pt x="17807" y="19687"/>
                  <a:pt x="17748" y="19643"/>
                  <a:pt x="17719" y="19599"/>
                </a:cubicBezTo>
                <a:cubicBezTo>
                  <a:pt x="18013" y="18937"/>
                  <a:pt x="18293" y="18274"/>
                  <a:pt x="18528" y="17568"/>
                </a:cubicBezTo>
                <a:cubicBezTo>
                  <a:pt x="19367" y="15007"/>
                  <a:pt x="19279" y="12197"/>
                  <a:pt x="18322" y="9886"/>
                </a:cubicBezTo>
                <a:close/>
                <a:moveTo>
                  <a:pt x="17498" y="19496"/>
                </a:moveTo>
                <a:lnTo>
                  <a:pt x="17630" y="19628"/>
                </a:lnTo>
                <a:cubicBezTo>
                  <a:pt x="17586" y="19687"/>
                  <a:pt x="17571" y="19746"/>
                  <a:pt x="17527" y="19790"/>
                </a:cubicBezTo>
                <a:cubicBezTo>
                  <a:pt x="17498" y="19761"/>
                  <a:pt x="17454" y="19717"/>
                  <a:pt x="17424" y="19672"/>
                </a:cubicBezTo>
                <a:cubicBezTo>
                  <a:pt x="17439" y="19614"/>
                  <a:pt x="17483" y="19555"/>
                  <a:pt x="17498" y="19496"/>
                </a:cubicBezTo>
                <a:close/>
                <a:moveTo>
                  <a:pt x="17233" y="19555"/>
                </a:moveTo>
                <a:cubicBezTo>
                  <a:pt x="17277" y="19584"/>
                  <a:pt x="17307" y="19628"/>
                  <a:pt x="17336" y="19672"/>
                </a:cubicBezTo>
                <a:cubicBezTo>
                  <a:pt x="17307" y="19746"/>
                  <a:pt x="17292" y="19790"/>
                  <a:pt x="17277" y="19834"/>
                </a:cubicBezTo>
                <a:cubicBezTo>
                  <a:pt x="17233" y="19820"/>
                  <a:pt x="17204" y="19775"/>
                  <a:pt x="17189" y="19717"/>
                </a:cubicBezTo>
                <a:lnTo>
                  <a:pt x="17233" y="19555"/>
                </a:lnTo>
                <a:close/>
                <a:moveTo>
                  <a:pt x="17277" y="19834"/>
                </a:moveTo>
                <a:cubicBezTo>
                  <a:pt x="17277" y="19842"/>
                  <a:pt x="17273" y="19845"/>
                  <a:pt x="17272" y="19845"/>
                </a:cubicBezTo>
                <a:cubicBezTo>
                  <a:pt x="17270" y="19845"/>
                  <a:pt x="17270" y="19842"/>
                  <a:pt x="17277" y="19834"/>
                </a:cubicBezTo>
                <a:close/>
                <a:moveTo>
                  <a:pt x="16998" y="19628"/>
                </a:moveTo>
                <a:cubicBezTo>
                  <a:pt x="17012" y="19672"/>
                  <a:pt x="17056" y="19702"/>
                  <a:pt x="17071" y="19746"/>
                </a:cubicBezTo>
                <a:cubicBezTo>
                  <a:pt x="17071" y="19790"/>
                  <a:pt x="17056" y="19849"/>
                  <a:pt x="17042" y="19893"/>
                </a:cubicBezTo>
                <a:cubicBezTo>
                  <a:pt x="17012" y="19849"/>
                  <a:pt x="16983" y="19820"/>
                  <a:pt x="16968" y="19775"/>
                </a:cubicBezTo>
                <a:cubicBezTo>
                  <a:pt x="16983" y="19717"/>
                  <a:pt x="16998" y="19687"/>
                  <a:pt x="16998" y="19628"/>
                </a:cubicBezTo>
                <a:close/>
                <a:moveTo>
                  <a:pt x="16541" y="19820"/>
                </a:moveTo>
                <a:cubicBezTo>
                  <a:pt x="16541" y="19834"/>
                  <a:pt x="16556" y="19849"/>
                  <a:pt x="16556" y="19849"/>
                </a:cubicBezTo>
                <a:cubicBezTo>
                  <a:pt x="16556" y="19864"/>
                  <a:pt x="16556" y="19879"/>
                  <a:pt x="16541" y="19908"/>
                </a:cubicBezTo>
                <a:cubicBezTo>
                  <a:pt x="16541" y="19893"/>
                  <a:pt x="16541" y="19864"/>
                  <a:pt x="16527" y="19864"/>
                </a:cubicBezTo>
                <a:cubicBezTo>
                  <a:pt x="16541" y="19849"/>
                  <a:pt x="16541" y="19834"/>
                  <a:pt x="16541" y="19820"/>
                </a:cubicBezTo>
                <a:close/>
                <a:moveTo>
                  <a:pt x="16821" y="19672"/>
                </a:moveTo>
                <a:cubicBezTo>
                  <a:pt x="16836" y="19702"/>
                  <a:pt x="16850" y="19746"/>
                  <a:pt x="16865" y="19761"/>
                </a:cubicBezTo>
                <a:cubicBezTo>
                  <a:pt x="16850" y="19834"/>
                  <a:pt x="16850" y="19864"/>
                  <a:pt x="16836" y="19908"/>
                </a:cubicBezTo>
                <a:lnTo>
                  <a:pt x="16777" y="19790"/>
                </a:lnTo>
                <a:cubicBezTo>
                  <a:pt x="16792" y="19761"/>
                  <a:pt x="16792" y="19702"/>
                  <a:pt x="16821" y="19672"/>
                </a:cubicBezTo>
                <a:close/>
                <a:moveTo>
                  <a:pt x="18543" y="10210"/>
                </a:moveTo>
                <a:cubicBezTo>
                  <a:pt x="19676" y="12638"/>
                  <a:pt x="19808" y="15567"/>
                  <a:pt x="18822" y="18201"/>
                </a:cubicBezTo>
                <a:cubicBezTo>
                  <a:pt x="18602" y="18775"/>
                  <a:pt x="18322" y="19349"/>
                  <a:pt x="18042" y="19908"/>
                </a:cubicBezTo>
                <a:cubicBezTo>
                  <a:pt x="17998" y="19864"/>
                  <a:pt x="17954" y="19834"/>
                  <a:pt x="17895" y="19775"/>
                </a:cubicBezTo>
                <a:cubicBezTo>
                  <a:pt x="18190" y="19172"/>
                  <a:pt x="18469" y="18539"/>
                  <a:pt x="18705" y="17907"/>
                </a:cubicBezTo>
                <a:cubicBezTo>
                  <a:pt x="19617" y="15361"/>
                  <a:pt x="19514" y="12564"/>
                  <a:pt x="18543" y="10210"/>
                </a:cubicBezTo>
                <a:close/>
                <a:moveTo>
                  <a:pt x="16674" y="19746"/>
                </a:moveTo>
                <a:cubicBezTo>
                  <a:pt x="16688" y="19761"/>
                  <a:pt x="16688" y="19790"/>
                  <a:pt x="16703" y="19820"/>
                </a:cubicBezTo>
                <a:cubicBezTo>
                  <a:pt x="16703" y="19849"/>
                  <a:pt x="16688" y="19893"/>
                  <a:pt x="16688" y="19923"/>
                </a:cubicBezTo>
                <a:cubicBezTo>
                  <a:pt x="16674" y="19908"/>
                  <a:pt x="16674" y="19864"/>
                  <a:pt x="16644" y="19849"/>
                </a:cubicBezTo>
                <a:cubicBezTo>
                  <a:pt x="16644" y="19820"/>
                  <a:pt x="16644" y="19775"/>
                  <a:pt x="16674" y="19746"/>
                </a:cubicBezTo>
                <a:close/>
                <a:moveTo>
                  <a:pt x="17660" y="19672"/>
                </a:moveTo>
                <a:lnTo>
                  <a:pt x="17778" y="19775"/>
                </a:lnTo>
                <a:lnTo>
                  <a:pt x="17792" y="19790"/>
                </a:lnTo>
                <a:cubicBezTo>
                  <a:pt x="17778" y="19864"/>
                  <a:pt x="17748" y="19923"/>
                  <a:pt x="17719" y="19982"/>
                </a:cubicBezTo>
                <a:lnTo>
                  <a:pt x="17586" y="19849"/>
                </a:lnTo>
                <a:cubicBezTo>
                  <a:pt x="17601" y="19790"/>
                  <a:pt x="17645" y="19746"/>
                  <a:pt x="17660" y="19672"/>
                </a:cubicBezTo>
                <a:close/>
                <a:moveTo>
                  <a:pt x="17365" y="19761"/>
                </a:moveTo>
                <a:cubicBezTo>
                  <a:pt x="17410" y="19790"/>
                  <a:pt x="17439" y="19834"/>
                  <a:pt x="17468" y="19879"/>
                </a:cubicBezTo>
                <a:cubicBezTo>
                  <a:pt x="17468" y="19937"/>
                  <a:pt x="17439" y="19996"/>
                  <a:pt x="17424" y="20055"/>
                </a:cubicBezTo>
                <a:cubicBezTo>
                  <a:pt x="17380" y="20011"/>
                  <a:pt x="17351" y="19982"/>
                  <a:pt x="17307" y="19923"/>
                </a:cubicBezTo>
                <a:cubicBezTo>
                  <a:pt x="17307" y="19908"/>
                  <a:pt x="17336" y="19893"/>
                  <a:pt x="17336" y="19864"/>
                </a:cubicBezTo>
                <a:cubicBezTo>
                  <a:pt x="17351" y="19834"/>
                  <a:pt x="17365" y="19790"/>
                  <a:pt x="17365" y="19761"/>
                </a:cubicBezTo>
                <a:close/>
                <a:moveTo>
                  <a:pt x="18852" y="10769"/>
                </a:moveTo>
                <a:cubicBezTo>
                  <a:pt x="19911" y="13153"/>
                  <a:pt x="20000" y="16023"/>
                  <a:pt x="19028" y="18510"/>
                </a:cubicBezTo>
                <a:cubicBezTo>
                  <a:pt x="18808" y="19040"/>
                  <a:pt x="18543" y="19555"/>
                  <a:pt x="18263" y="20070"/>
                </a:cubicBezTo>
                <a:cubicBezTo>
                  <a:pt x="18219" y="20040"/>
                  <a:pt x="18160" y="19996"/>
                  <a:pt x="18116" y="19967"/>
                </a:cubicBezTo>
                <a:cubicBezTo>
                  <a:pt x="18410" y="19393"/>
                  <a:pt x="18690" y="18819"/>
                  <a:pt x="18911" y="18230"/>
                </a:cubicBezTo>
                <a:cubicBezTo>
                  <a:pt x="19838" y="15787"/>
                  <a:pt x="19794" y="13080"/>
                  <a:pt x="18852" y="10769"/>
                </a:cubicBezTo>
                <a:close/>
                <a:moveTo>
                  <a:pt x="17145" y="19834"/>
                </a:moveTo>
                <a:cubicBezTo>
                  <a:pt x="17189" y="19864"/>
                  <a:pt x="17204" y="19908"/>
                  <a:pt x="17233" y="19937"/>
                </a:cubicBezTo>
                <a:cubicBezTo>
                  <a:pt x="17204" y="19996"/>
                  <a:pt x="17189" y="20040"/>
                  <a:pt x="17159" y="20085"/>
                </a:cubicBezTo>
                <a:cubicBezTo>
                  <a:pt x="17145" y="20055"/>
                  <a:pt x="17115" y="20011"/>
                  <a:pt x="17086" y="19982"/>
                </a:cubicBezTo>
                <a:cubicBezTo>
                  <a:pt x="17101" y="19923"/>
                  <a:pt x="17130" y="19864"/>
                  <a:pt x="17145" y="19834"/>
                </a:cubicBezTo>
                <a:close/>
                <a:moveTo>
                  <a:pt x="16615" y="19996"/>
                </a:moveTo>
                <a:cubicBezTo>
                  <a:pt x="16615" y="20011"/>
                  <a:pt x="16630" y="20040"/>
                  <a:pt x="16630" y="20070"/>
                </a:cubicBezTo>
                <a:cubicBezTo>
                  <a:pt x="16630" y="20085"/>
                  <a:pt x="16615" y="20129"/>
                  <a:pt x="16615" y="20143"/>
                </a:cubicBezTo>
                <a:cubicBezTo>
                  <a:pt x="16615" y="20129"/>
                  <a:pt x="16600" y="20114"/>
                  <a:pt x="16600" y="20070"/>
                </a:cubicBezTo>
                <a:cubicBezTo>
                  <a:pt x="16600" y="20055"/>
                  <a:pt x="16615" y="20011"/>
                  <a:pt x="16615" y="19996"/>
                </a:cubicBezTo>
                <a:close/>
                <a:moveTo>
                  <a:pt x="16762" y="19923"/>
                </a:moveTo>
                <a:cubicBezTo>
                  <a:pt x="16762" y="19952"/>
                  <a:pt x="16777" y="19996"/>
                  <a:pt x="16792" y="20011"/>
                </a:cubicBezTo>
                <a:cubicBezTo>
                  <a:pt x="16777" y="20055"/>
                  <a:pt x="16777" y="20085"/>
                  <a:pt x="16762" y="20143"/>
                </a:cubicBezTo>
                <a:cubicBezTo>
                  <a:pt x="16747" y="20114"/>
                  <a:pt x="16747" y="20085"/>
                  <a:pt x="16718" y="20055"/>
                </a:cubicBezTo>
                <a:cubicBezTo>
                  <a:pt x="16733" y="20011"/>
                  <a:pt x="16733" y="19982"/>
                  <a:pt x="16762" y="19923"/>
                </a:cubicBezTo>
                <a:close/>
                <a:moveTo>
                  <a:pt x="16924" y="19893"/>
                </a:moveTo>
                <a:cubicBezTo>
                  <a:pt x="16939" y="19923"/>
                  <a:pt x="16968" y="19967"/>
                  <a:pt x="16998" y="19996"/>
                </a:cubicBezTo>
                <a:cubicBezTo>
                  <a:pt x="16983" y="20055"/>
                  <a:pt x="16968" y="20085"/>
                  <a:pt x="16939" y="20143"/>
                </a:cubicBezTo>
                <a:lnTo>
                  <a:pt x="16895" y="20040"/>
                </a:lnTo>
                <a:cubicBezTo>
                  <a:pt x="16909" y="19982"/>
                  <a:pt x="16909" y="19923"/>
                  <a:pt x="16924" y="19893"/>
                </a:cubicBezTo>
                <a:close/>
                <a:moveTo>
                  <a:pt x="17881" y="19849"/>
                </a:moveTo>
                <a:cubicBezTo>
                  <a:pt x="17939" y="19893"/>
                  <a:pt x="17969" y="19923"/>
                  <a:pt x="18028" y="19967"/>
                </a:cubicBezTo>
                <a:cubicBezTo>
                  <a:pt x="17969" y="20040"/>
                  <a:pt x="17939" y="20114"/>
                  <a:pt x="17925" y="20158"/>
                </a:cubicBezTo>
                <a:cubicBezTo>
                  <a:pt x="17881" y="20129"/>
                  <a:pt x="17822" y="20085"/>
                  <a:pt x="17792" y="20040"/>
                </a:cubicBezTo>
                <a:cubicBezTo>
                  <a:pt x="17822" y="19982"/>
                  <a:pt x="17836" y="19908"/>
                  <a:pt x="17881" y="19849"/>
                </a:cubicBezTo>
                <a:close/>
                <a:moveTo>
                  <a:pt x="17557" y="19923"/>
                </a:moveTo>
                <a:cubicBezTo>
                  <a:pt x="17586" y="19952"/>
                  <a:pt x="17630" y="19996"/>
                  <a:pt x="17660" y="20055"/>
                </a:cubicBezTo>
                <a:cubicBezTo>
                  <a:pt x="17645" y="20129"/>
                  <a:pt x="17630" y="20188"/>
                  <a:pt x="17586" y="20232"/>
                </a:cubicBezTo>
                <a:cubicBezTo>
                  <a:pt x="17557" y="20202"/>
                  <a:pt x="17513" y="20158"/>
                  <a:pt x="17483" y="20114"/>
                </a:cubicBezTo>
                <a:cubicBezTo>
                  <a:pt x="17498" y="20055"/>
                  <a:pt x="17527" y="19996"/>
                  <a:pt x="17557" y="19923"/>
                </a:cubicBezTo>
                <a:close/>
                <a:moveTo>
                  <a:pt x="18940" y="10813"/>
                </a:moveTo>
                <a:cubicBezTo>
                  <a:pt x="20162" y="13300"/>
                  <a:pt x="20279" y="16288"/>
                  <a:pt x="19205" y="18819"/>
                </a:cubicBezTo>
                <a:cubicBezTo>
                  <a:pt x="18999" y="19305"/>
                  <a:pt x="18764" y="19775"/>
                  <a:pt x="18484" y="20232"/>
                </a:cubicBezTo>
                <a:lnTo>
                  <a:pt x="18322" y="20129"/>
                </a:lnTo>
                <a:cubicBezTo>
                  <a:pt x="18602" y="19614"/>
                  <a:pt x="18867" y="19099"/>
                  <a:pt x="19073" y="18539"/>
                </a:cubicBezTo>
                <a:cubicBezTo>
                  <a:pt x="20044" y="16096"/>
                  <a:pt x="19970" y="13227"/>
                  <a:pt x="18940" y="10813"/>
                </a:cubicBezTo>
                <a:close/>
                <a:moveTo>
                  <a:pt x="17292" y="19996"/>
                </a:moveTo>
                <a:cubicBezTo>
                  <a:pt x="17336" y="20040"/>
                  <a:pt x="17365" y="20070"/>
                  <a:pt x="17380" y="20129"/>
                </a:cubicBezTo>
                <a:cubicBezTo>
                  <a:pt x="17365" y="20188"/>
                  <a:pt x="17336" y="20232"/>
                  <a:pt x="17307" y="20291"/>
                </a:cubicBezTo>
                <a:cubicBezTo>
                  <a:pt x="17277" y="20261"/>
                  <a:pt x="17262" y="20217"/>
                  <a:pt x="17218" y="20158"/>
                </a:cubicBezTo>
                <a:cubicBezTo>
                  <a:pt x="17233" y="20114"/>
                  <a:pt x="17262" y="20055"/>
                  <a:pt x="17292" y="19996"/>
                </a:cubicBezTo>
                <a:close/>
                <a:moveTo>
                  <a:pt x="17056" y="20070"/>
                </a:moveTo>
                <a:cubicBezTo>
                  <a:pt x="17071" y="20099"/>
                  <a:pt x="17101" y="20143"/>
                  <a:pt x="17130" y="20173"/>
                </a:cubicBezTo>
                <a:cubicBezTo>
                  <a:pt x="17101" y="20232"/>
                  <a:pt x="17086" y="20291"/>
                  <a:pt x="17071" y="20320"/>
                </a:cubicBezTo>
                <a:cubicBezTo>
                  <a:pt x="17056" y="20291"/>
                  <a:pt x="17012" y="20246"/>
                  <a:pt x="16998" y="20217"/>
                </a:cubicBezTo>
                <a:cubicBezTo>
                  <a:pt x="17012" y="20158"/>
                  <a:pt x="17042" y="20129"/>
                  <a:pt x="17056" y="20070"/>
                </a:cubicBezTo>
                <a:close/>
                <a:moveTo>
                  <a:pt x="18087" y="20011"/>
                </a:moveTo>
                <a:cubicBezTo>
                  <a:pt x="18131" y="20055"/>
                  <a:pt x="18190" y="20085"/>
                  <a:pt x="18234" y="20129"/>
                </a:cubicBezTo>
                <a:cubicBezTo>
                  <a:pt x="18190" y="20202"/>
                  <a:pt x="18160" y="20246"/>
                  <a:pt x="18116" y="20320"/>
                </a:cubicBezTo>
                <a:cubicBezTo>
                  <a:pt x="18072" y="20291"/>
                  <a:pt x="18013" y="20261"/>
                  <a:pt x="17969" y="20217"/>
                </a:cubicBezTo>
                <a:cubicBezTo>
                  <a:pt x="18013" y="20143"/>
                  <a:pt x="18042" y="20085"/>
                  <a:pt x="18087" y="20011"/>
                </a:cubicBezTo>
                <a:close/>
                <a:moveTo>
                  <a:pt x="16571" y="20261"/>
                </a:moveTo>
                <a:cubicBezTo>
                  <a:pt x="16571" y="20276"/>
                  <a:pt x="16600" y="20291"/>
                  <a:pt x="16600" y="20291"/>
                </a:cubicBezTo>
                <a:cubicBezTo>
                  <a:pt x="16600" y="20305"/>
                  <a:pt x="16571" y="20320"/>
                  <a:pt x="16571" y="20349"/>
                </a:cubicBezTo>
                <a:cubicBezTo>
                  <a:pt x="16571" y="20335"/>
                  <a:pt x="16571" y="20305"/>
                  <a:pt x="16556" y="20305"/>
                </a:cubicBezTo>
                <a:cubicBezTo>
                  <a:pt x="16556" y="20291"/>
                  <a:pt x="16556" y="20276"/>
                  <a:pt x="16571" y="20261"/>
                </a:cubicBezTo>
                <a:close/>
                <a:moveTo>
                  <a:pt x="16836" y="20129"/>
                </a:moveTo>
                <a:cubicBezTo>
                  <a:pt x="16865" y="20158"/>
                  <a:pt x="16895" y="20202"/>
                  <a:pt x="16909" y="20232"/>
                </a:cubicBezTo>
                <a:cubicBezTo>
                  <a:pt x="16895" y="20276"/>
                  <a:pt x="16865" y="20320"/>
                  <a:pt x="16850" y="20364"/>
                </a:cubicBezTo>
                <a:lnTo>
                  <a:pt x="16792" y="20246"/>
                </a:lnTo>
                <a:cubicBezTo>
                  <a:pt x="16821" y="20217"/>
                  <a:pt x="16821" y="20158"/>
                  <a:pt x="16836" y="20129"/>
                </a:cubicBezTo>
                <a:close/>
                <a:moveTo>
                  <a:pt x="16659" y="20188"/>
                </a:moveTo>
                <a:cubicBezTo>
                  <a:pt x="16703" y="20217"/>
                  <a:pt x="16718" y="20232"/>
                  <a:pt x="16718" y="20276"/>
                </a:cubicBezTo>
                <a:cubicBezTo>
                  <a:pt x="16703" y="20305"/>
                  <a:pt x="16703" y="20349"/>
                  <a:pt x="16688" y="20379"/>
                </a:cubicBezTo>
                <a:cubicBezTo>
                  <a:pt x="16674" y="20349"/>
                  <a:pt x="16674" y="20320"/>
                  <a:pt x="16644" y="20291"/>
                </a:cubicBezTo>
                <a:cubicBezTo>
                  <a:pt x="16644" y="20261"/>
                  <a:pt x="16659" y="20217"/>
                  <a:pt x="16659" y="20188"/>
                </a:cubicBezTo>
                <a:close/>
                <a:moveTo>
                  <a:pt x="17733" y="20129"/>
                </a:moveTo>
                <a:cubicBezTo>
                  <a:pt x="17778" y="20158"/>
                  <a:pt x="17822" y="20202"/>
                  <a:pt x="17866" y="20246"/>
                </a:cubicBezTo>
                <a:cubicBezTo>
                  <a:pt x="17822" y="20305"/>
                  <a:pt x="17792" y="20379"/>
                  <a:pt x="17778" y="20438"/>
                </a:cubicBezTo>
                <a:cubicBezTo>
                  <a:pt x="17733" y="20379"/>
                  <a:pt x="17675" y="20349"/>
                  <a:pt x="17645" y="20305"/>
                </a:cubicBezTo>
                <a:cubicBezTo>
                  <a:pt x="17675" y="20246"/>
                  <a:pt x="17704" y="20188"/>
                  <a:pt x="17733" y="20129"/>
                </a:cubicBezTo>
                <a:close/>
                <a:moveTo>
                  <a:pt x="18293" y="20188"/>
                </a:moveTo>
                <a:lnTo>
                  <a:pt x="18454" y="20291"/>
                </a:lnTo>
                <a:cubicBezTo>
                  <a:pt x="18410" y="20364"/>
                  <a:pt x="18381" y="20438"/>
                  <a:pt x="18322" y="20497"/>
                </a:cubicBezTo>
                <a:cubicBezTo>
                  <a:pt x="18293" y="20482"/>
                  <a:pt x="18234" y="20438"/>
                  <a:pt x="18175" y="20379"/>
                </a:cubicBezTo>
                <a:cubicBezTo>
                  <a:pt x="18219" y="20305"/>
                  <a:pt x="18248" y="20261"/>
                  <a:pt x="18293" y="20188"/>
                </a:cubicBezTo>
                <a:close/>
                <a:moveTo>
                  <a:pt x="17439" y="20202"/>
                </a:moveTo>
                <a:cubicBezTo>
                  <a:pt x="17483" y="20232"/>
                  <a:pt x="17513" y="20276"/>
                  <a:pt x="17557" y="20320"/>
                </a:cubicBezTo>
                <a:cubicBezTo>
                  <a:pt x="17513" y="20379"/>
                  <a:pt x="17498" y="20438"/>
                  <a:pt x="17454" y="20511"/>
                </a:cubicBezTo>
                <a:cubicBezTo>
                  <a:pt x="17424" y="20452"/>
                  <a:pt x="17410" y="20408"/>
                  <a:pt x="17365" y="20364"/>
                </a:cubicBezTo>
                <a:cubicBezTo>
                  <a:pt x="17380" y="20305"/>
                  <a:pt x="17424" y="20261"/>
                  <a:pt x="17439" y="20202"/>
                </a:cubicBezTo>
                <a:close/>
                <a:moveTo>
                  <a:pt x="17189" y="20261"/>
                </a:moveTo>
                <a:cubicBezTo>
                  <a:pt x="17218" y="20291"/>
                  <a:pt x="17233" y="20335"/>
                  <a:pt x="17277" y="20364"/>
                </a:cubicBezTo>
                <a:cubicBezTo>
                  <a:pt x="17262" y="20423"/>
                  <a:pt x="17218" y="20482"/>
                  <a:pt x="17204" y="20526"/>
                </a:cubicBezTo>
                <a:cubicBezTo>
                  <a:pt x="17189" y="20497"/>
                  <a:pt x="17145" y="20452"/>
                  <a:pt x="17130" y="20408"/>
                </a:cubicBezTo>
                <a:cubicBezTo>
                  <a:pt x="17145" y="20364"/>
                  <a:pt x="17159" y="20305"/>
                  <a:pt x="17189" y="20261"/>
                </a:cubicBezTo>
                <a:close/>
                <a:moveTo>
                  <a:pt x="16968" y="20305"/>
                </a:moveTo>
                <a:cubicBezTo>
                  <a:pt x="16983" y="20349"/>
                  <a:pt x="16998" y="20379"/>
                  <a:pt x="17042" y="20423"/>
                </a:cubicBezTo>
                <a:cubicBezTo>
                  <a:pt x="17012" y="20482"/>
                  <a:pt x="16983" y="20526"/>
                  <a:pt x="16968" y="20570"/>
                </a:cubicBezTo>
                <a:lnTo>
                  <a:pt x="16909" y="20452"/>
                </a:lnTo>
                <a:cubicBezTo>
                  <a:pt x="16924" y="20408"/>
                  <a:pt x="16939" y="20364"/>
                  <a:pt x="16968" y="20305"/>
                </a:cubicBezTo>
                <a:close/>
                <a:moveTo>
                  <a:pt x="16630" y="20438"/>
                </a:moveTo>
                <a:cubicBezTo>
                  <a:pt x="16630" y="20452"/>
                  <a:pt x="16644" y="20482"/>
                  <a:pt x="16644" y="20511"/>
                </a:cubicBezTo>
                <a:cubicBezTo>
                  <a:pt x="16644" y="20555"/>
                  <a:pt x="16630" y="20570"/>
                  <a:pt x="16630" y="20600"/>
                </a:cubicBezTo>
                <a:cubicBezTo>
                  <a:pt x="16630" y="20585"/>
                  <a:pt x="16615" y="20570"/>
                  <a:pt x="16615" y="20526"/>
                </a:cubicBezTo>
                <a:cubicBezTo>
                  <a:pt x="16615" y="20497"/>
                  <a:pt x="16630" y="20452"/>
                  <a:pt x="16630" y="20438"/>
                </a:cubicBezTo>
                <a:close/>
                <a:moveTo>
                  <a:pt x="16792" y="20408"/>
                </a:moveTo>
                <a:lnTo>
                  <a:pt x="16836" y="20482"/>
                </a:lnTo>
                <a:cubicBezTo>
                  <a:pt x="16821" y="20511"/>
                  <a:pt x="16792" y="20555"/>
                  <a:pt x="16792" y="20600"/>
                </a:cubicBezTo>
                <a:cubicBezTo>
                  <a:pt x="16777" y="20570"/>
                  <a:pt x="16777" y="20541"/>
                  <a:pt x="16762" y="20511"/>
                </a:cubicBezTo>
                <a:cubicBezTo>
                  <a:pt x="16777" y="20482"/>
                  <a:pt x="16777" y="20438"/>
                  <a:pt x="16792" y="20408"/>
                </a:cubicBezTo>
                <a:close/>
                <a:moveTo>
                  <a:pt x="17939" y="20291"/>
                </a:moveTo>
                <a:cubicBezTo>
                  <a:pt x="17984" y="20320"/>
                  <a:pt x="18028" y="20364"/>
                  <a:pt x="18087" y="20408"/>
                </a:cubicBezTo>
                <a:cubicBezTo>
                  <a:pt x="18042" y="20482"/>
                  <a:pt x="18013" y="20526"/>
                  <a:pt x="17969" y="20600"/>
                </a:cubicBezTo>
                <a:cubicBezTo>
                  <a:pt x="17925" y="20570"/>
                  <a:pt x="17866" y="20526"/>
                  <a:pt x="17822" y="20482"/>
                </a:cubicBezTo>
                <a:cubicBezTo>
                  <a:pt x="17866" y="20423"/>
                  <a:pt x="17895" y="20349"/>
                  <a:pt x="17939" y="20291"/>
                </a:cubicBezTo>
                <a:close/>
                <a:moveTo>
                  <a:pt x="17601" y="20379"/>
                </a:moveTo>
                <a:lnTo>
                  <a:pt x="17733" y="20511"/>
                </a:lnTo>
                <a:cubicBezTo>
                  <a:pt x="17704" y="20570"/>
                  <a:pt x="17660" y="20644"/>
                  <a:pt x="17645" y="20688"/>
                </a:cubicBezTo>
                <a:lnTo>
                  <a:pt x="17513" y="20570"/>
                </a:lnTo>
                <a:cubicBezTo>
                  <a:pt x="17557" y="20511"/>
                  <a:pt x="17571" y="20438"/>
                  <a:pt x="17601" y="20379"/>
                </a:cubicBezTo>
                <a:close/>
                <a:moveTo>
                  <a:pt x="17336" y="20452"/>
                </a:moveTo>
                <a:cubicBezTo>
                  <a:pt x="17365" y="20497"/>
                  <a:pt x="17380" y="20526"/>
                  <a:pt x="17424" y="20570"/>
                </a:cubicBezTo>
                <a:cubicBezTo>
                  <a:pt x="17380" y="20629"/>
                  <a:pt x="17365" y="20673"/>
                  <a:pt x="17336" y="20732"/>
                </a:cubicBezTo>
                <a:cubicBezTo>
                  <a:pt x="17292" y="20703"/>
                  <a:pt x="17277" y="20658"/>
                  <a:pt x="17233" y="20600"/>
                </a:cubicBezTo>
                <a:cubicBezTo>
                  <a:pt x="17277" y="20570"/>
                  <a:pt x="17292" y="20511"/>
                  <a:pt x="17336" y="20452"/>
                </a:cubicBezTo>
                <a:close/>
                <a:moveTo>
                  <a:pt x="17071" y="20511"/>
                </a:moveTo>
                <a:cubicBezTo>
                  <a:pt x="17086" y="20541"/>
                  <a:pt x="17130" y="20585"/>
                  <a:pt x="17145" y="20614"/>
                </a:cubicBezTo>
                <a:cubicBezTo>
                  <a:pt x="17130" y="20673"/>
                  <a:pt x="17086" y="20732"/>
                  <a:pt x="17071" y="20776"/>
                </a:cubicBezTo>
                <a:cubicBezTo>
                  <a:pt x="17056" y="20732"/>
                  <a:pt x="17042" y="20688"/>
                  <a:pt x="16998" y="20658"/>
                </a:cubicBezTo>
                <a:cubicBezTo>
                  <a:pt x="17042" y="20629"/>
                  <a:pt x="17056" y="20570"/>
                  <a:pt x="17071" y="20511"/>
                </a:cubicBezTo>
                <a:close/>
                <a:moveTo>
                  <a:pt x="18131" y="20452"/>
                </a:moveTo>
                <a:cubicBezTo>
                  <a:pt x="18190" y="20497"/>
                  <a:pt x="18248" y="20526"/>
                  <a:pt x="18278" y="20570"/>
                </a:cubicBezTo>
                <a:cubicBezTo>
                  <a:pt x="18248" y="20644"/>
                  <a:pt x="18190" y="20688"/>
                  <a:pt x="18160" y="20776"/>
                </a:cubicBezTo>
                <a:cubicBezTo>
                  <a:pt x="18116" y="20747"/>
                  <a:pt x="18072" y="20688"/>
                  <a:pt x="18028" y="20658"/>
                </a:cubicBezTo>
                <a:cubicBezTo>
                  <a:pt x="18072" y="20585"/>
                  <a:pt x="18101" y="20526"/>
                  <a:pt x="18131" y="20452"/>
                </a:cubicBezTo>
                <a:close/>
                <a:moveTo>
                  <a:pt x="16600" y="20688"/>
                </a:moveTo>
                <a:cubicBezTo>
                  <a:pt x="16600" y="20717"/>
                  <a:pt x="16615" y="20732"/>
                  <a:pt x="16615" y="20747"/>
                </a:cubicBezTo>
                <a:cubicBezTo>
                  <a:pt x="16615" y="20776"/>
                  <a:pt x="16600" y="20791"/>
                  <a:pt x="16600" y="20806"/>
                </a:cubicBezTo>
                <a:cubicBezTo>
                  <a:pt x="16571" y="20791"/>
                  <a:pt x="16571" y="20776"/>
                  <a:pt x="16571" y="20747"/>
                </a:cubicBezTo>
                <a:cubicBezTo>
                  <a:pt x="16571" y="20732"/>
                  <a:pt x="16571" y="20717"/>
                  <a:pt x="16600" y="20688"/>
                </a:cubicBezTo>
                <a:close/>
                <a:moveTo>
                  <a:pt x="16850" y="20570"/>
                </a:moveTo>
                <a:cubicBezTo>
                  <a:pt x="16895" y="20600"/>
                  <a:pt x="16909" y="20644"/>
                  <a:pt x="16924" y="20673"/>
                </a:cubicBezTo>
                <a:cubicBezTo>
                  <a:pt x="16909" y="20717"/>
                  <a:pt x="16880" y="20776"/>
                  <a:pt x="16865" y="20806"/>
                </a:cubicBezTo>
                <a:lnTo>
                  <a:pt x="16821" y="20688"/>
                </a:lnTo>
                <a:cubicBezTo>
                  <a:pt x="16836" y="20658"/>
                  <a:pt x="16850" y="20600"/>
                  <a:pt x="16850" y="20570"/>
                </a:cubicBezTo>
                <a:close/>
                <a:moveTo>
                  <a:pt x="16703" y="20629"/>
                </a:moveTo>
                <a:cubicBezTo>
                  <a:pt x="16718" y="20658"/>
                  <a:pt x="16733" y="20673"/>
                  <a:pt x="16733" y="20717"/>
                </a:cubicBezTo>
                <a:cubicBezTo>
                  <a:pt x="16718" y="20747"/>
                  <a:pt x="16718" y="20791"/>
                  <a:pt x="16703" y="20820"/>
                </a:cubicBezTo>
                <a:cubicBezTo>
                  <a:pt x="16688" y="20791"/>
                  <a:pt x="16688" y="20776"/>
                  <a:pt x="16659" y="20732"/>
                </a:cubicBezTo>
                <a:cubicBezTo>
                  <a:pt x="16688" y="20703"/>
                  <a:pt x="16688" y="20658"/>
                  <a:pt x="16703" y="20629"/>
                </a:cubicBezTo>
                <a:close/>
                <a:moveTo>
                  <a:pt x="17792" y="20570"/>
                </a:moveTo>
                <a:cubicBezTo>
                  <a:pt x="17822" y="20600"/>
                  <a:pt x="17881" y="20644"/>
                  <a:pt x="17925" y="20673"/>
                </a:cubicBezTo>
                <a:cubicBezTo>
                  <a:pt x="17881" y="20732"/>
                  <a:pt x="17836" y="20806"/>
                  <a:pt x="17807" y="20865"/>
                </a:cubicBezTo>
                <a:cubicBezTo>
                  <a:pt x="17778" y="20820"/>
                  <a:pt x="17733" y="20791"/>
                  <a:pt x="17675" y="20747"/>
                </a:cubicBezTo>
                <a:cubicBezTo>
                  <a:pt x="17719" y="20688"/>
                  <a:pt x="17748" y="20629"/>
                  <a:pt x="17792" y="20570"/>
                </a:cubicBezTo>
                <a:close/>
                <a:moveTo>
                  <a:pt x="17483" y="20644"/>
                </a:moveTo>
                <a:cubicBezTo>
                  <a:pt x="17513" y="20673"/>
                  <a:pt x="17557" y="20717"/>
                  <a:pt x="17586" y="20776"/>
                </a:cubicBezTo>
                <a:cubicBezTo>
                  <a:pt x="17557" y="20820"/>
                  <a:pt x="17513" y="20879"/>
                  <a:pt x="17498" y="20953"/>
                </a:cubicBezTo>
                <a:cubicBezTo>
                  <a:pt x="17454" y="20894"/>
                  <a:pt x="17424" y="20865"/>
                  <a:pt x="17410" y="20820"/>
                </a:cubicBezTo>
                <a:cubicBezTo>
                  <a:pt x="17424" y="20747"/>
                  <a:pt x="17454" y="20703"/>
                  <a:pt x="17483" y="20644"/>
                </a:cubicBezTo>
                <a:close/>
                <a:moveTo>
                  <a:pt x="17218" y="20717"/>
                </a:moveTo>
                <a:cubicBezTo>
                  <a:pt x="17262" y="20747"/>
                  <a:pt x="17277" y="20791"/>
                  <a:pt x="17307" y="20820"/>
                </a:cubicBezTo>
                <a:cubicBezTo>
                  <a:pt x="17277" y="20879"/>
                  <a:pt x="17233" y="20938"/>
                  <a:pt x="17218" y="20997"/>
                </a:cubicBezTo>
                <a:cubicBezTo>
                  <a:pt x="17204" y="20953"/>
                  <a:pt x="17159" y="20923"/>
                  <a:pt x="17145" y="20879"/>
                </a:cubicBezTo>
                <a:cubicBezTo>
                  <a:pt x="17159" y="20820"/>
                  <a:pt x="17204" y="20776"/>
                  <a:pt x="17218" y="20717"/>
                </a:cubicBezTo>
                <a:close/>
                <a:moveTo>
                  <a:pt x="16983" y="20776"/>
                </a:moveTo>
                <a:cubicBezTo>
                  <a:pt x="16998" y="20806"/>
                  <a:pt x="17012" y="20850"/>
                  <a:pt x="17056" y="20879"/>
                </a:cubicBezTo>
                <a:cubicBezTo>
                  <a:pt x="17042" y="20938"/>
                  <a:pt x="17012" y="20968"/>
                  <a:pt x="16983" y="21026"/>
                </a:cubicBezTo>
                <a:lnTo>
                  <a:pt x="16924" y="20923"/>
                </a:lnTo>
                <a:cubicBezTo>
                  <a:pt x="16939" y="20865"/>
                  <a:pt x="16968" y="20820"/>
                  <a:pt x="16983" y="20776"/>
                </a:cubicBezTo>
                <a:close/>
                <a:moveTo>
                  <a:pt x="16644" y="20879"/>
                </a:moveTo>
                <a:cubicBezTo>
                  <a:pt x="16644" y="20894"/>
                  <a:pt x="16659" y="20938"/>
                  <a:pt x="16659" y="20953"/>
                </a:cubicBezTo>
                <a:cubicBezTo>
                  <a:pt x="16644" y="20982"/>
                  <a:pt x="16644" y="21012"/>
                  <a:pt x="16630" y="21041"/>
                </a:cubicBezTo>
                <a:cubicBezTo>
                  <a:pt x="16630" y="21026"/>
                  <a:pt x="16615" y="21012"/>
                  <a:pt x="16615" y="20968"/>
                </a:cubicBezTo>
                <a:cubicBezTo>
                  <a:pt x="16630" y="20938"/>
                  <a:pt x="16630" y="20894"/>
                  <a:pt x="16644" y="20879"/>
                </a:cubicBezTo>
                <a:close/>
                <a:moveTo>
                  <a:pt x="16792" y="20820"/>
                </a:moveTo>
                <a:cubicBezTo>
                  <a:pt x="16821" y="20865"/>
                  <a:pt x="16836" y="20879"/>
                  <a:pt x="16836" y="20923"/>
                </a:cubicBezTo>
                <a:cubicBezTo>
                  <a:pt x="16821" y="20953"/>
                  <a:pt x="16792" y="21012"/>
                  <a:pt x="16777" y="21041"/>
                </a:cubicBezTo>
                <a:cubicBezTo>
                  <a:pt x="16762" y="21012"/>
                  <a:pt x="16762" y="20982"/>
                  <a:pt x="16747" y="20953"/>
                </a:cubicBezTo>
                <a:cubicBezTo>
                  <a:pt x="16762" y="20894"/>
                  <a:pt x="16777" y="20865"/>
                  <a:pt x="16792" y="20820"/>
                </a:cubicBezTo>
                <a:close/>
                <a:moveTo>
                  <a:pt x="17969" y="20732"/>
                </a:moveTo>
                <a:cubicBezTo>
                  <a:pt x="18028" y="20776"/>
                  <a:pt x="18072" y="20806"/>
                  <a:pt x="18116" y="20865"/>
                </a:cubicBezTo>
                <a:cubicBezTo>
                  <a:pt x="18087" y="20938"/>
                  <a:pt x="18028" y="20982"/>
                  <a:pt x="17984" y="21056"/>
                </a:cubicBezTo>
                <a:cubicBezTo>
                  <a:pt x="17954" y="21012"/>
                  <a:pt x="17925" y="20968"/>
                  <a:pt x="17866" y="20938"/>
                </a:cubicBezTo>
                <a:cubicBezTo>
                  <a:pt x="17895" y="20865"/>
                  <a:pt x="17939" y="20806"/>
                  <a:pt x="17969" y="20732"/>
                </a:cubicBezTo>
                <a:close/>
                <a:moveTo>
                  <a:pt x="17645" y="20820"/>
                </a:moveTo>
                <a:lnTo>
                  <a:pt x="17778" y="20953"/>
                </a:lnTo>
                <a:cubicBezTo>
                  <a:pt x="17733" y="21012"/>
                  <a:pt x="17704" y="21085"/>
                  <a:pt x="17660" y="21144"/>
                </a:cubicBezTo>
                <a:cubicBezTo>
                  <a:pt x="17630" y="21085"/>
                  <a:pt x="17586" y="21041"/>
                  <a:pt x="17557" y="21012"/>
                </a:cubicBezTo>
                <a:cubicBezTo>
                  <a:pt x="17586" y="20953"/>
                  <a:pt x="17630" y="20879"/>
                  <a:pt x="17645" y="20820"/>
                </a:cubicBezTo>
                <a:close/>
                <a:moveTo>
                  <a:pt x="17351" y="20894"/>
                </a:moveTo>
                <a:cubicBezTo>
                  <a:pt x="17380" y="20938"/>
                  <a:pt x="17410" y="20968"/>
                  <a:pt x="17439" y="21012"/>
                </a:cubicBezTo>
                <a:cubicBezTo>
                  <a:pt x="17410" y="21071"/>
                  <a:pt x="17365" y="21115"/>
                  <a:pt x="17351" y="21174"/>
                </a:cubicBezTo>
                <a:cubicBezTo>
                  <a:pt x="17336" y="21144"/>
                  <a:pt x="17307" y="21115"/>
                  <a:pt x="17277" y="21085"/>
                </a:cubicBezTo>
                <a:cubicBezTo>
                  <a:pt x="17277" y="21071"/>
                  <a:pt x="17262" y="21071"/>
                  <a:pt x="17262" y="21041"/>
                </a:cubicBezTo>
                <a:cubicBezTo>
                  <a:pt x="17292" y="21012"/>
                  <a:pt x="17336" y="20953"/>
                  <a:pt x="17351" y="20894"/>
                </a:cubicBezTo>
                <a:close/>
                <a:moveTo>
                  <a:pt x="17115" y="20968"/>
                </a:moveTo>
                <a:cubicBezTo>
                  <a:pt x="17130" y="21012"/>
                  <a:pt x="17159" y="21041"/>
                  <a:pt x="17189" y="21085"/>
                </a:cubicBezTo>
                <a:cubicBezTo>
                  <a:pt x="17145" y="21115"/>
                  <a:pt x="17130" y="21174"/>
                  <a:pt x="17086" y="21232"/>
                </a:cubicBezTo>
                <a:lnTo>
                  <a:pt x="17042" y="21115"/>
                </a:lnTo>
                <a:cubicBezTo>
                  <a:pt x="17056" y="21056"/>
                  <a:pt x="17086" y="21012"/>
                  <a:pt x="17115" y="20968"/>
                </a:cubicBezTo>
                <a:close/>
                <a:moveTo>
                  <a:pt x="16571" y="21115"/>
                </a:moveTo>
                <a:cubicBezTo>
                  <a:pt x="16571" y="21144"/>
                  <a:pt x="16571" y="21159"/>
                  <a:pt x="16585" y="21174"/>
                </a:cubicBezTo>
                <a:cubicBezTo>
                  <a:pt x="16585" y="21188"/>
                  <a:pt x="16571" y="21232"/>
                  <a:pt x="16571" y="21247"/>
                </a:cubicBezTo>
                <a:cubicBezTo>
                  <a:pt x="16571" y="21232"/>
                  <a:pt x="16556" y="21218"/>
                  <a:pt x="16556" y="21188"/>
                </a:cubicBezTo>
                <a:cubicBezTo>
                  <a:pt x="16556" y="21174"/>
                  <a:pt x="16571" y="21144"/>
                  <a:pt x="16571" y="21115"/>
                </a:cubicBezTo>
                <a:close/>
                <a:moveTo>
                  <a:pt x="16718" y="21056"/>
                </a:moveTo>
                <a:cubicBezTo>
                  <a:pt x="16718" y="21100"/>
                  <a:pt x="16733" y="21115"/>
                  <a:pt x="16733" y="21159"/>
                </a:cubicBezTo>
                <a:cubicBezTo>
                  <a:pt x="16718" y="21188"/>
                  <a:pt x="16703" y="21232"/>
                  <a:pt x="16703" y="21262"/>
                </a:cubicBezTo>
                <a:cubicBezTo>
                  <a:pt x="16703" y="21232"/>
                  <a:pt x="16688" y="21203"/>
                  <a:pt x="16688" y="21174"/>
                </a:cubicBezTo>
                <a:cubicBezTo>
                  <a:pt x="16703" y="21144"/>
                  <a:pt x="16703" y="21100"/>
                  <a:pt x="16718" y="21056"/>
                </a:cubicBezTo>
                <a:close/>
                <a:moveTo>
                  <a:pt x="16895" y="21012"/>
                </a:moveTo>
                <a:lnTo>
                  <a:pt x="16939" y="21115"/>
                </a:lnTo>
                <a:cubicBezTo>
                  <a:pt x="16924" y="21174"/>
                  <a:pt x="16909" y="21218"/>
                  <a:pt x="16895" y="21262"/>
                </a:cubicBezTo>
                <a:cubicBezTo>
                  <a:pt x="16865" y="21232"/>
                  <a:pt x="16850" y="21188"/>
                  <a:pt x="16850" y="21159"/>
                </a:cubicBezTo>
                <a:cubicBezTo>
                  <a:pt x="16850" y="21100"/>
                  <a:pt x="16865" y="21056"/>
                  <a:pt x="16895" y="21012"/>
                </a:cubicBezTo>
                <a:close/>
                <a:moveTo>
                  <a:pt x="17822" y="21012"/>
                </a:moveTo>
                <a:cubicBezTo>
                  <a:pt x="17866" y="21041"/>
                  <a:pt x="17925" y="21085"/>
                  <a:pt x="17954" y="21144"/>
                </a:cubicBezTo>
                <a:cubicBezTo>
                  <a:pt x="17925" y="21218"/>
                  <a:pt x="17866" y="21262"/>
                  <a:pt x="17822" y="21335"/>
                </a:cubicBezTo>
                <a:cubicBezTo>
                  <a:pt x="17792" y="21262"/>
                  <a:pt x="17748" y="21232"/>
                  <a:pt x="17719" y="21188"/>
                </a:cubicBezTo>
                <a:cubicBezTo>
                  <a:pt x="17748" y="21144"/>
                  <a:pt x="17792" y="21071"/>
                  <a:pt x="17822" y="21012"/>
                </a:cubicBezTo>
                <a:close/>
                <a:moveTo>
                  <a:pt x="17498" y="21056"/>
                </a:moveTo>
                <a:cubicBezTo>
                  <a:pt x="17527" y="21100"/>
                  <a:pt x="17571" y="21144"/>
                  <a:pt x="17601" y="21188"/>
                </a:cubicBezTo>
                <a:cubicBezTo>
                  <a:pt x="17571" y="21247"/>
                  <a:pt x="17527" y="21321"/>
                  <a:pt x="17498" y="21380"/>
                </a:cubicBezTo>
                <a:cubicBezTo>
                  <a:pt x="17454" y="21335"/>
                  <a:pt x="17439" y="21306"/>
                  <a:pt x="17410" y="21247"/>
                </a:cubicBezTo>
                <a:cubicBezTo>
                  <a:pt x="17439" y="21188"/>
                  <a:pt x="17483" y="21144"/>
                  <a:pt x="17498" y="21056"/>
                </a:cubicBezTo>
                <a:close/>
                <a:moveTo>
                  <a:pt x="17218" y="21144"/>
                </a:moveTo>
                <a:cubicBezTo>
                  <a:pt x="17233" y="21174"/>
                  <a:pt x="17277" y="21218"/>
                  <a:pt x="17307" y="21247"/>
                </a:cubicBezTo>
                <a:cubicBezTo>
                  <a:pt x="17277" y="21306"/>
                  <a:pt x="17262" y="21350"/>
                  <a:pt x="17218" y="21409"/>
                </a:cubicBezTo>
                <a:cubicBezTo>
                  <a:pt x="17204" y="21394"/>
                  <a:pt x="17204" y="21380"/>
                  <a:pt x="17189" y="21350"/>
                </a:cubicBezTo>
                <a:cubicBezTo>
                  <a:pt x="17159" y="21335"/>
                  <a:pt x="17159" y="21321"/>
                  <a:pt x="17145" y="21306"/>
                </a:cubicBezTo>
                <a:cubicBezTo>
                  <a:pt x="17159" y="21247"/>
                  <a:pt x="17204" y="21188"/>
                  <a:pt x="17218" y="21144"/>
                </a:cubicBezTo>
                <a:close/>
                <a:moveTo>
                  <a:pt x="16983" y="21218"/>
                </a:moveTo>
                <a:lnTo>
                  <a:pt x="17042" y="21321"/>
                </a:lnTo>
                <a:cubicBezTo>
                  <a:pt x="17012" y="21380"/>
                  <a:pt x="16983" y="21424"/>
                  <a:pt x="16968" y="21468"/>
                </a:cubicBezTo>
                <a:lnTo>
                  <a:pt x="16909" y="21365"/>
                </a:lnTo>
                <a:cubicBezTo>
                  <a:pt x="16939" y="21306"/>
                  <a:pt x="16968" y="21247"/>
                  <a:pt x="16983" y="21218"/>
                </a:cubicBezTo>
                <a:close/>
                <a:moveTo>
                  <a:pt x="16644" y="21321"/>
                </a:moveTo>
                <a:cubicBezTo>
                  <a:pt x="16644" y="21335"/>
                  <a:pt x="16674" y="21380"/>
                  <a:pt x="16674" y="21394"/>
                </a:cubicBezTo>
                <a:cubicBezTo>
                  <a:pt x="16644" y="21424"/>
                  <a:pt x="16644" y="21468"/>
                  <a:pt x="16630" y="21483"/>
                </a:cubicBezTo>
                <a:cubicBezTo>
                  <a:pt x="16615" y="21453"/>
                  <a:pt x="16615" y="21424"/>
                  <a:pt x="16615" y="21409"/>
                </a:cubicBezTo>
                <a:cubicBezTo>
                  <a:pt x="16630" y="21380"/>
                  <a:pt x="16630" y="21335"/>
                  <a:pt x="16644" y="21321"/>
                </a:cubicBezTo>
                <a:close/>
                <a:moveTo>
                  <a:pt x="16792" y="21262"/>
                </a:moveTo>
                <a:cubicBezTo>
                  <a:pt x="16806" y="21306"/>
                  <a:pt x="16836" y="21335"/>
                  <a:pt x="16836" y="21365"/>
                </a:cubicBezTo>
                <a:cubicBezTo>
                  <a:pt x="16821" y="21394"/>
                  <a:pt x="16792" y="21453"/>
                  <a:pt x="16777" y="21483"/>
                </a:cubicBezTo>
                <a:cubicBezTo>
                  <a:pt x="16762" y="21453"/>
                  <a:pt x="16762" y="21409"/>
                  <a:pt x="16733" y="21394"/>
                </a:cubicBezTo>
                <a:cubicBezTo>
                  <a:pt x="16762" y="21365"/>
                  <a:pt x="16777" y="21306"/>
                  <a:pt x="16792" y="21262"/>
                </a:cubicBezTo>
                <a:close/>
                <a:moveTo>
                  <a:pt x="17660" y="21262"/>
                </a:moveTo>
                <a:cubicBezTo>
                  <a:pt x="17704" y="21306"/>
                  <a:pt x="17733" y="21365"/>
                  <a:pt x="17763" y="21394"/>
                </a:cubicBezTo>
                <a:cubicBezTo>
                  <a:pt x="17733" y="21453"/>
                  <a:pt x="17675" y="21527"/>
                  <a:pt x="17645" y="21586"/>
                </a:cubicBezTo>
                <a:cubicBezTo>
                  <a:pt x="17630" y="21541"/>
                  <a:pt x="17586" y="21483"/>
                  <a:pt x="17557" y="21453"/>
                </a:cubicBezTo>
                <a:cubicBezTo>
                  <a:pt x="17586" y="21394"/>
                  <a:pt x="17630" y="21321"/>
                  <a:pt x="17660" y="21262"/>
                </a:cubicBezTo>
                <a:close/>
                <a:moveTo>
                  <a:pt x="17365" y="21335"/>
                </a:moveTo>
                <a:cubicBezTo>
                  <a:pt x="17410" y="21380"/>
                  <a:pt x="17424" y="21409"/>
                  <a:pt x="17454" y="21468"/>
                </a:cubicBezTo>
                <a:lnTo>
                  <a:pt x="17351" y="21630"/>
                </a:lnTo>
                <a:cubicBezTo>
                  <a:pt x="17307" y="21600"/>
                  <a:pt x="17292" y="21541"/>
                  <a:pt x="17277" y="21512"/>
                </a:cubicBezTo>
                <a:cubicBezTo>
                  <a:pt x="17307" y="21453"/>
                  <a:pt x="17336" y="21394"/>
                  <a:pt x="17365" y="21335"/>
                </a:cubicBezTo>
                <a:close/>
                <a:moveTo>
                  <a:pt x="17086" y="21394"/>
                </a:moveTo>
                <a:cubicBezTo>
                  <a:pt x="17096" y="21394"/>
                  <a:pt x="17099" y="21401"/>
                  <a:pt x="17096" y="21401"/>
                </a:cubicBezTo>
                <a:cubicBezTo>
                  <a:pt x="17094" y="21401"/>
                  <a:pt x="17091" y="21399"/>
                  <a:pt x="17086" y="21394"/>
                </a:cubicBezTo>
                <a:lnTo>
                  <a:pt x="17086" y="21394"/>
                </a:lnTo>
                <a:cubicBezTo>
                  <a:pt x="17130" y="21453"/>
                  <a:pt x="17145" y="21468"/>
                  <a:pt x="17159" y="21512"/>
                </a:cubicBezTo>
                <a:cubicBezTo>
                  <a:pt x="17130" y="21556"/>
                  <a:pt x="17115" y="21615"/>
                  <a:pt x="17071" y="21674"/>
                </a:cubicBezTo>
                <a:cubicBezTo>
                  <a:pt x="17071" y="21659"/>
                  <a:pt x="17056" y="21659"/>
                  <a:pt x="17056" y="21630"/>
                </a:cubicBezTo>
                <a:cubicBezTo>
                  <a:pt x="17042" y="21600"/>
                  <a:pt x="17012" y="21586"/>
                  <a:pt x="17012" y="21541"/>
                </a:cubicBezTo>
                <a:cubicBezTo>
                  <a:pt x="17042" y="21512"/>
                  <a:pt x="17071" y="21453"/>
                  <a:pt x="17086" y="21394"/>
                </a:cubicBezTo>
                <a:close/>
                <a:moveTo>
                  <a:pt x="16556" y="21556"/>
                </a:moveTo>
                <a:cubicBezTo>
                  <a:pt x="16556" y="21586"/>
                  <a:pt x="16556" y="21600"/>
                  <a:pt x="16571" y="21615"/>
                </a:cubicBezTo>
                <a:cubicBezTo>
                  <a:pt x="16571" y="21630"/>
                  <a:pt x="16556" y="21674"/>
                  <a:pt x="16556" y="21689"/>
                </a:cubicBezTo>
                <a:cubicBezTo>
                  <a:pt x="16541" y="21674"/>
                  <a:pt x="16541" y="21659"/>
                  <a:pt x="16541" y="21630"/>
                </a:cubicBezTo>
                <a:cubicBezTo>
                  <a:pt x="16541" y="21615"/>
                  <a:pt x="16556" y="21586"/>
                  <a:pt x="16556" y="21556"/>
                </a:cubicBezTo>
                <a:close/>
                <a:moveTo>
                  <a:pt x="16688" y="21512"/>
                </a:moveTo>
                <a:cubicBezTo>
                  <a:pt x="16703" y="21541"/>
                  <a:pt x="16718" y="21556"/>
                  <a:pt x="16718" y="21600"/>
                </a:cubicBezTo>
                <a:lnTo>
                  <a:pt x="16674" y="21703"/>
                </a:lnTo>
                <a:cubicBezTo>
                  <a:pt x="16674" y="21674"/>
                  <a:pt x="16644" y="21644"/>
                  <a:pt x="16644" y="21615"/>
                </a:cubicBezTo>
                <a:cubicBezTo>
                  <a:pt x="16674" y="21586"/>
                  <a:pt x="16688" y="21541"/>
                  <a:pt x="16688" y="21512"/>
                </a:cubicBezTo>
                <a:close/>
                <a:moveTo>
                  <a:pt x="16865" y="21453"/>
                </a:moveTo>
                <a:lnTo>
                  <a:pt x="16924" y="21556"/>
                </a:lnTo>
                <a:cubicBezTo>
                  <a:pt x="16909" y="21615"/>
                  <a:pt x="16865" y="21659"/>
                  <a:pt x="16850" y="21703"/>
                </a:cubicBezTo>
                <a:cubicBezTo>
                  <a:pt x="16836" y="21674"/>
                  <a:pt x="16836" y="21630"/>
                  <a:pt x="16806" y="21600"/>
                </a:cubicBezTo>
                <a:cubicBezTo>
                  <a:pt x="16836" y="21541"/>
                  <a:pt x="16850" y="21512"/>
                  <a:pt x="16865" y="21453"/>
                </a:cubicBezTo>
                <a:close/>
                <a:moveTo>
                  <a:pt x="17513" y="21527"/>
                </a:moveTo>
                <a:cubicBezTo>
                  <a:pt x="17557" y="21556"/>
                  <a:pt x="17586" y="21615"/>
                  <a:pt x="17616" y="21644"/>
                </a:cubicBezTo>
                <a:cubicBezTo>
                  <a:pt x="17586" y="21703"/>
                  <a:pt x="17542" y="21777"/>
                  <a:pt x="17498" y="21836"/>
                </a:cubicBezTo>
                <a:cubicBezTo>
                  <a:pt x="17454" y="21777"/>
                  <a:pt x="17424" y="21747"/>
                  <a:pt x="17410" y="21689"/>
                </a:cubicBezTo>
                <a:lnTo>
                  <a:pt x="17513" y="21527"/>
                </a:lnTo>
                <a:close/>
                <a:moveTo>
                  <a:pt x="17218" y="21586"/>
                </a:moveTo>
                <a:cubicBezTo>
                  <a:pt x="17233" y="21615"/>
                  <a:pt x="17277" y="21659"/>
                  <a:pt x="17292" y="21703"/>
                </a:cubicBezTo>
                <a:cubicBezTo>
                  <a:pt x="17262" y="21762"/>
                  <a:pt x="17233" y="21821"/>
                  <a:pt x="17204" y="21880"/>
                </a:cubicBezTo>
                <a:cubicBezTo>
                  <a:pt x="17189" y="21836"/>
                  <a:pt x="17145" y="21792"/>
                  <a:pt x="17130" y="21747"/>
                </a:cubicBezTo>
                <a:cubicBezTo>
                  <a:pt x="17159" y="21689"/>
                  <a:pt x="17174" y="21630"/>
                  <a:pt x="17218" y="21586"/>
                </a:cubicBezTo>
                <a:close/>
                <a:moveTo>
                  <a:pt x="16497" y="21836"/>
                </a:moveTo>
                <a:lnTo>
                  <a:pt x="16497" y="21850"/>
                </a:lnTo>
                <a:cubicBezTo>
                  <a:pt x="16497" y="21880"/>
                  <a:pt x="16482" y="21895"/>
                  <a:pt x="16482" y="21895"/>
                </a:cubicBezTo>
                <a:lnTo>
                  <a:pt x="16482" y="21880"/>
                </a:lnTo>
                <a:cubicBezTo>
                  <a:pt x="16482" y="21850"/>
                  <a:pt x="16482" y="21836"/>
                  <a:pt x="16497" y="21836"/>
                </a:cubicBezTo>
                <a:close/>
                <a:moveTo>
                  <a:pt x="16983" y="21659"/>
                </a:moveTo>
                <a:cubicBezTo>
                  <a:pt x="16983" y="21674"/>
                  <a:pt x="16998" y="21674"/>
                  <a:pt x="16998" y="21689"/>
                </a:cubicBezTo>
                <a:cubicBezTo>
                  <a:pt x="17012" y="21703"/>
                  <a:pt x="17042" y="21747"/>
                  <a:pt x="17042" y="21762"/>
                </a:cubicBezTo>
                <a:cubicBezTo>
                  <a:pt x="16998" y="21821"/>
                  <a:pt x="16983" y="21880"/>
                  <a:pt x="16939" y="21909"/>
                </a:cubicBezTo>
                <a:lnTo>
                  <a:pt x="16895" y="21806"/>
                </a:lnTo>
                <a:cubicBezTo>
                  <a:pt x="16924" y="21747"/>
                  <a:pt x="16939" y="21689"/>
                  <a:pt x="16983" y="21659"/>
                </a:cubicBezTo>
                <a:close/>
                <a:moveTo>
                  <a:pt x="16615" y="21762"/>
                </a:moveTo>
                <a:cubicBezTo>
                  <a:pt x="16615" y="21777"/>
                  <a:pt x="16630" y="21821"/>
                  <a:pt x="16630" y="21836"/>
                </a:cubicBezTo>
                <a:cubicBezTo>
                  <a:pt x="16615" y="21880"/>
                  <a:pt x="16615" y="21909"/>
                  <a:pt x="16600" y="21924"/>
                </a:cubicBezTo>
                <a:cubicBezTo>
                  <a:pt x="16600" y="21909"/>
                  <a:pt x="16571" y="21880"/>
                  <a:pt x="16571" y="21850"/>
                </a:cubicBezTo>
                <a:cubicBezTo>
                  <a:pt x="16600" y="21821"/>
                  <a:pt x="16600" y="21777"/>
                  <a:pt x="16615" y="21762"/>
                </a:cubicBezTo>
                <a:close/>
                <a:moveTo>
                  <a:pt x="16777" y="21703"/>
                </a:moveTo>
                <a:cubicBezTo>
                  <a:pt x="16777" y="21733"/>
                  <a:pt x="16792" y="21762"/>
                  <a:pt x="16821" y="21792"/>
                </a:cubicBezTo>
                <a:cubicBezTo>
                  <a:pt x="16792" y="21836"/>
                  <a:pt x="16777" y="21895"/>
                  <a:pt x="16762" y="21924"/>
                </a:cubicBezTo>
                <a:cubicBezTo>
                  <a:pt x="16747" y="21895"/>
                  <a:pt x="16747" y="21865"/>
                  <a:pt x="16718" y="21836"/>
                </a:cubicBezTo>
                <a:cubicBezTo>
                  <a:pt x="16733" y="21792"/>
                  <a:pt x="16762" y="21747"/>
                  <a:pt x="16777" y="21703"/>
                </a:cubicBezTo>
                <a:close/>
                <a:moveTo>
                  <a:pt x="17351" y="21777"/>
                </a:moveTo>
                <a:cubicBezTo>
                  <a:pt x="17380" y="21821"/>
                  <a:pt x="17410" y="21880"/>
                  <a:pt x="17439" y="21909"/>
                </a:cubicBezTo>
                <a:cubicBezTo>
                  <a:pt x="17410" y="21939"/>
                  <a:pt x="17380" y="21998"/>
                  <a:pt x="17351" y="22042"/>
                </a:cubicBezTo>
                <a:cubicBezTo>
                  <a:pt x="17336" y="22057"/>
                  <a:pt x="17336" y="22071"/>
                  <a:pt x="17307" y="22086"/>
                </a:cubicBezTo>
                <a:cubicBezTo>
                  <a:pt x="17292" y="22057"/>
                  <a:pt x="17262" y="22012"/>
                  <a:pt x="17233" y="21968"/>
                </a:cubicBezTo>
                <a:cubicBezTo>
                  <a:pt x="17277" y="21895"/>
                  <a:pt x="17307" y="21836"/>
                  <a:pt x="17351" y="21777"/>
                </a:cubicBezTo>
                <a:close/>
                <a:moveTo>
                  <a:pt x="17086" y="21836"/>
                </a:moveTo>
                <a:cubicBezTo>
                  <a:pt x="17101" y="21880"/>
                  <a:pt x="17130" y="21909"/>
                  <a:pt x="17159" y="21954"/>
                </a:cubicBezTo>
                <a:cubicBezTo>
                  <a:pt x="17130" y="21998"/>
                  <a:pt x="17086" y="22057"/>
                  <a:pt x="17071" y="22115"/>
                </a:cubicBezTo>
                <a:cubicBezTo>
                  <a:pt x="17042" y="22071"/>
                  <a:pt x="17012" y="22042"/>
                  <a:pt x="16998" y="21998"/>
                </a:cubicBezTo>
                <a:cubicBezTo>
                  <a:pt x="17042" y="21954"/>
                  <a:pt x="17056" y="21895"/>
                  <a:pt x="17086" y="21836"/>
                </a:cubicBezTo>
                <a:close/>
                <a:moveTo>
                  <a:pt x="16512" y="22027"/>
                </a:moveTo>
                <a:cubicBezTo>
                  <a:pt x="16512" y="22042"/>
                  <a:pt x="16512" y="22057"/>
                  <a:pt x="16541" y="22071"/>
                </a:cubicBezTo>
                <a:cubicBezTo>
                  <a:pt x="16512" y="22101"/>
                  <a:pt x="16512" y="22130"/>
                  <a:pt x="16497" y="22145"/>
                </a:cubicBezTo>
                <a:lnTo>
                  <a:pt x="16497" y="22101"/>
                </a:lnTo>
                <a:cubicBezTo>
                  <a:pt x="16497" y="22071"/>
                  <a:pt x="16512" y="22042"/>
                  <a:pt x="16512" y="22027"/>
                </a:cubicBezTo>
                <a:close/>
                <a:moveTo>
                  <a:pt x="16674" y="21954"/>
                </a:moveTo>
                <a:cubicBezTo>
                  <a:pt x="16688" y="21983"/>
                  <a:pt x="16688" y="21998"/>
                  <a:pt x="16703" y="22042"/>
                </a:cubicBezTo>
                <a:lnTo>
                  <a:pt x="16644" y="22145"/>
                </a:lnTo>
                <a:cubicBezTo>
                  <a:pt x="16644" y="22115"/>
                  <a:pt x="16630" y="22086"/>
                  <a:pt x="16630" y="22057"/>
                </a:cubicBezTo>
                <a:cubicBezTo>
                  <a:pt x="16630" y="22042"/>
                  <a:pt x="16644" y="21983"/>
                  <a:pt x="16674" y="21954"/>
                </a:cubicBezTo>
                <a:close/>
                <a:moveTo>
                  <a:pt x="16850" y="21895"/>
                </a:moveTo>
                <a:cubicBezTo>
                  <a:pt x="16865" y="21909"/>
                  <a:pt x="16865" y="21924"/>
                  <a:pt x="16865" y="21954"/>
                </a:cubicBezTo>
                <a:cubicBezTo>
                  <a:pt x="16865" y="21968"/>
                  <a:pt x="16880" y="21983"/>
                  <a:pt x="16880" y="21998"/>
                </a:cubicBezTo>
                <a:cubicBezTo>
                  <a:pt x="16865" y="22057"/>
                  <a:pt x="16836" y="22101"/>
                  <a:pt x="16806" y="22145"/>
                </a:cubicBezTo>
                <a:cubicBezTo>
                  <a:pt x="16792" y="22115"/>
                  <a:pt x="16792" y="22071"/>
                  <a:pt x="16777" y="22042"/>
                </a:cubicBezTo>
                <a:cubicBezTo>
                  <a:pt x="16792" y="21983"/>
                  <a:pt x="16836" y="21954"/>
                  <a:pt x="16850" y="21895"/>
                </a:cubicBezTo>
                <a:close/>
                <a:moveTo>
                  <a:pt x="16453" y="22263"/>
                </a:moveTo>
                <a:lnTo>
                  <a:pt x="16453" y="22292"/>
                </a:lnTo>
                <a:cubicBezTo>
                  <a:pt x="16453" y="22307"/>
                  <a:pt x="16424" y="22336"/>
                  <a:pt x="16424" y="22336"/>
                </a:cubicBezTo>
                <a:lnTo>
                  <a:pt x="16424" y="22321"/>
                </a:lnTo>
                <a:cubicBezTo>
                  <a:pt x="16424" y="22292"/>
                  <a:pt x="16453" y="22277"/>
                  <a:pt x="16453" y="22263"/>
                </a:cubicBezTo>
                <a:close/>
                <a:moveTo>
                  <a:pt x="17204" y="22042"/>
                </a:moveTo>
                <a:cubicBezTo>
                  <a:pt x="17218" y="22071"/>
                  <a:pt x="17248" y="22115"/>
                  <a:pt x="17277" y="22160"/>
                </a:cubicBezTo>
                <a:lnTo>
                  <a:pt x="17159" y="22336"/>
                </a:lnTo>
                <a:cubicBezTo>
                  <a:pt x="17145" y="22292"/>
                  <a:pt x="17130" y="22263"/>
                  <a:pt x="17086" y="22204"/>
                </a:cubicBezTo>
                <a:lnTo>
                  <a:pt x="17204" y="22042"/>
                </a:lnTo>
                <a:close/>
                <a:moveTo>
                  <a:pt x="16556" y="22189"/>
                </a:moveTo>
                <a:cubicBezTo>
                  <a:pt x="16556" y="22204"/>
                  <a:pt x="16571" y="22248"/>
                  <a:pt x="16571" y="22263"/>
                </a:cubicBezTo>
                <a:lnTo>
                  <a:pt x="16538" y="22340"/>
                </a:lnTo>
                <a:cubicBezTo>
                  <a:pt x="16538" y="22329"/>
                  <a:pt x="16534" y="22314"/>
                  <a:pt x="16527" y="22292"/>
                </a:cubicBezTo>
                <a:cubicBezTo>
                  <a:pt x="16541" y="22263"/>
                  <a:pt x="16541" y="22218"/>
                  <a:pt x="16556" y="22189"/>
                </a:cubicBezTo>
                <a:close/>
                <a:moveTo>
                  <a:pt x="16718" y="22145"/>
                </a:moveTo>
                <a:cubicBezTo>
                  <a:pt x="16733" y="22160"/>
                  <a:pt x="16762" y="22204"/>
                  <a:pt x="16762" y="22218"/>
                </a:cubicBezTo>
                <a:lnTo>
                  <a:pt x="16762" y="22248"/>
                </a:lnTo>
                <a:cubicBezTo>
                  <a:pt x="16747" y="22277"/>
                  <a:pt x="16703" y="22336"/>
                  <a:pt x="16688" y="22366"/>
                </a:cubicBezTo>
                <a:cubicBezTo>
                  <a:pt x="16674" y="22336"/>
                  <a:pt x="16674" y="22292"/>
                  <a:pt x="16674" y="22277"/>
                </a:cubicBezTo>
                <a:cubicBezTo>
                  <a:pt x="16688" y="22248"/>
                  <a:pt x="16703" y="22189"/>
                  <a:pt x="16718" y="22145"/>
                </a:cubicBezTo>
                <a:close/>
                <a:moveTo>
                  <a:pt x="16968" y="22101"/>
                </a:moveTo>
                <a:cubicBezTo>
                  <a:pt x="16968" y="22130"/>
                  <a:pt x="16983" y="22160"/>
                  <a:pt x="16998" y="22204"/>
                </a:cubicBezTo>
                <a:cubicBezTo>
                  <a:pt x="16968" y="22263"/>
                  <a:pt x="16939" y="22321"/>
                  <a:pt x="16909" y="22366"/>
                </a:cubicBezTo>
                <a:cubicBezTo>
                  <a:pt x="16895" y="22336"/>
                  <a:pt x="16865" y="22292"/>
                  <a:pt x="16865" y="22263"/>
                </a:cubicBezTo>
                <a:cubicBezTo>
                  <a:pt x="16909" y="22204"/>
                  <a:pt x="16924" y="22145"/>
                  <a:pt x="16968" y="22101"/>
                </a:cubicBezTo>
                <a:close/>
                <a:moveTo>
                  <a:pt x="17042" y="22277"/>
                </a:moveTo>
                <a:cubicBezTo>
                  <a:pt x="17056" y="22321"/>
                  <a:pt x="17071" y="22351"/>
                  <a:pt x="17115" y="22395"/>
                </a:cubicBezTo>
                <a:lnTo>
                  <a:pt x="16998" y="22557"/>
                </a:lnTo>
                <a:lnTo>
                  <a:pt x="16939" y="22439"/>
                </a:lnTo>
                <a:cubicBezTo>
                  <a:pt x="16983" y="22395"/>
                  <a:pt x="17012" y="22336"/>
                  <a:pt x="17042" y="22277"/>
                </a:cubicBezTo>
                <a:close/>
                <a:moveTo>
                  <a:pt x="16482" y="22454"/>
                </a:moveTo>
                <a:cubicBezTo>
                  <a:pt x="16482" y="22483"/>
                  <a:pt x="16482" y="22498"/>
                  <a:pt x="16497" y="22513"/>
                </a:cubicBezTo>
                <a:cubicBezTo>
                  <a:pt x="16482" y="22527"/>
                  <a:pt x="16482" y="22572"/>
                  <a:pt x="16468" y="22586"/>
                </a:cubicBezTo>
                <a:cubicBezTo>
                  <a:pt x="16453" y="22572"/>
                  <a:pt x="16453" y="22557"/>
                  <a:pt x="16453" y="22527"/>
                </a:cubicBezTo>
                <a:cubicBezTo>
                  <a:pt x="16468" y="22513"/>
                  <a:pt x="16468" y="22483"/>
                  <a:pt x="16482" y="22454"/>
                </a:cubicBezTo>
                <a:close/>
                <a:moveTo>
                  <a:pt x="16792" y="22336"/>
                </a:moveTo>
                <a:cubicBezTo>
                  <a:pt x="16836" y="22366"/>
                  <a:pt x="16836" y="22410"/>
                  <a:pt x="16850" y="22439"/>
                </a:cubicBezTo>
                <a:cubicBezTo>
                  <a:pt x="16821" y="22498"/>
                  <a:pt x="16792" y="22527"/>
                  <a:pt x="16762" y="22586"/>
                </a:cubicBezTo>
                <a:cubicBezTo>
                  <a:pt x="16747" y="22557"/>
                  <a:pt x="16747" y="22513"/>
                  <a:pt x="16718" y="22483"/>
                </a:cubicBezTo>
                <a:cubicBezTo>
                  <a:pt x="16733" y="22424"/>
                  <a:pt x="16777" y="22395"/>
                  <a:pt x="16792" y="22336"/>
                </a:cubicBezTo>
                <a:close/>
                <a:moveTo>
                  <a:pt x="16615" y="22395"/>
                </a:moveTo>
                <a:cubicBezTo>
                  <a:pt x="16615" y="22424"/>
                  <a:pt x="16630" y="22439"/>
                  <a:pt x="16630" y="22483"/>
                </a:cubicBezTo>
                <a:cubicBezTo>
                  <a:pt x="16615" y="22513"/>
                  <a:pt x="16585" y="22557"/>
                  <a:pt x="16571" y="22616"/>
                </a:cubicBezTo>
                <a:cubicBezTo>
                  <a:pt x="16571" y="22572"/>
                  <a:pt x="16571" y="22527"/>
                  <a:pt x="16556" y="22513"/>
                </a:cubicBezTo>
                <a:cubicBezTo>
                  <a:pt x="16571" y="22483"/>
                  <a:pt x="16600" y="22439"/>
                  <a:pt x="16615" y="22395"/>
                </a:cubicBezTo>
                <a:close/>
                <a:moveTo>
                  <a:pt x="16365" y="22704"/>
                </a:moveTo>
                <a:lnTo>
                  <a:pt x="16365" y="22719"/>
                </a:lnTo>
                <a:cubicBezTo>
                  <a:pt x="16365" y="22733"/>
                  <a:pt x="16350" y="22748"/>
                  <a:pt x="16350" y="22778"/>
                </a:cubicBezTo>
                <a:lnTo>
                  <a:pt x="16350" y="22763"/>
                </a:lnTo>
                <a:cubicBezTo>
                  <a:pt x="16350" y="22733"/>
                  <a:pt x="16365" y="22719"/>
                  <a:pt x="16365" y="22704"/>
                </a:cubicBezTo>
                <a:close/>
                <a:moveTo>
                  <a:pt x="16497" y="22630"/>
                </a:moveTo>
                <a:cubicBezTo>
                  <a:pt x="16497" y="22645"/>
                  <a:pt x="16512" y="22689"/>
                  <a:pt x="16512" y="22704"/>
                </a:cubicBezTo>
                <a:lnTo>
                  <a:pt x="16468" y="22807"/>
                </a:lnTo>
                <a:lnTo>
                  <a:pt x="16468" y="22733"/>
                </a:lnTo>
                <a:cubicBezTo>
                  <a:pt x="16482" y="22704"/>
                  <a:pt x="16497" y="22660"/>
                  <a:pt x="16497" y="22630"/>
                </a:cubicBezTo>
                <a:close/>
                <a:moveTo>
                  <a:pt x="16688" y="22586"/>
                </a:moveTo>
                <a:cubicBezTo>
                  <a:pt x="16703" y="22630"/>
                  <a:pt x="16703" y="22660"/>
                  <a:pt x="16718" y="22689"/>
                </a:cubicBezTo>
                <a:cubicBezTo>
                  <a:pt x="16703" y="22719"/>
                  <a:pt x="16674" y="22778"/>
                  <a:pt x="16644" y="22807"/>
                </a:cubicBezTo>
                <a:cubicBezTo>
                  <a:pt x="16644" y="22792"/>
                  <a:pt x="16630" y="22748"/>
                  <a:pt x="16630" y="22733"/>
                </a:cubicBezTo>
                <a:cubicBezTo>
                  <a:pt x="16615" y="22733"/>
                  <a:pt x="16615" y="22733"/>
                  <a:pt x="16615" y="22719"/>
                </a:cubicBezTo>
                <a:cubicBezTo>
                  <a:pt x="16630" y="22689"/>
                  <a:pt x="16674" y="22630"/>
                  <a:pt x="16688" y="22586"/>
                </a:cubicBezTo>
                <a:close/>
                <a:moveTo>
                  <a:pt x="16895" y="22542"/>
                </a:moveTo>
                <a:lnTo>
                  <a:pt x="16939" y="22645"/>
                </a:lnTo>
                <a:lnTo>
                  <a:pt x="16836" y="22807"/>
                </a:lnTo>
                <a:cubicBezTo>
                  <a:pt x="16821" y="22778"/>
                  <a:pt x="16821" y="22733"/>
                  <a:pt x="16792" y="22704"/>
                </a:cubicBezTo>
                <a:cubicBezTo>
                  <a:pt x="16836" y="22645"/>
                  <a:pt x="16850" y="22586"/>
                  <a:pt x="16895" y="22542"/>
                </a:cubicBezTo>
                <a:close/>
                <a:moveTo>
                  <a:pt x="16409" y="22881"/>
                </a:moveTo>
                <a:lnTo>
                  <a:pt x="16409" y="22940"/>
                </a:lnTo>
                <a:cubicBezTo>
                  <a:pt x="16394" y="22984"/>
                  <a:pt x="16394" y="22998"/>
                  <a:pt x="16365" y="23028"/>
                </a:cubicBezTo>
                <a:lnTo>
                  <a:pt x="16365" y="22984"/>
                </a:lnTo>
                <a:cubicBezTo>
                  <a:pt x="16394" y="22940"/>
                  <a:pt x="16394" y="22925"/>
                  <a:pt x="16409" y="22881"/>
                </a:cubicBezTo>
                <a:close/>
                <a:moveTo>
                  <a:pt x="16762" y="22778"/>
                </a:moveTo>
                <a:cubicBezTo>
                  <a:pt x="16762" y="22836"/>
                  <a:pt x="16777" y="22851"/>
                  <a:pt x="16792" y="22881"/>
                </a:cubicBezTo>
                <a:cubicBezTo>
                  <a:pt x="16762" y="22940"/>
                  <a:pt x="16747" y="22984"/>
                  <a:pt x="16703" y="23028"/>
                </a:cubicBezTo>
                <a:cubicBezTo>
                  <a:pt x="16688" y="22998"/>
                  <a:pt x="16688" y="22954"/>
                  <a:pt x="16674" y="22925"/>
                </a:cubicBezTo>
                <a:cubicBezTo>
                  <a:pt x="16703" y="22866"/>
                  <a:pt x="16718" y="22836"/>
                  <a:pt x="16762" y="22778"/>
                </a:cubicBezTo>
                <a:close/>
                <a:moveTo>
                  <a:pt x="16556" y="22836"/>
                </a:moveTo>
                <a:cubicBezTo>
                  <a:pt x="16556" y="22866"/>
                  <a:pt x="16571" y="22881"/>
                  <a:pt x="16571" y="22925"/>
                </a:cubicBezTo>
                <a:cubicBezTo>
                  <a:pt x="16556" y="22954"/>
                  <a:pt x="16512" y="22998"/>
                  <a:pt x="16497" y="23057"/>
                </a:cubicBezTo>
                <a:lnTo>
                  <a:pt x="16497" y="23013"/>
                </a:lnTo>
                <a:lnTo>
                  <a:pt x="16497" y="22954"/>
                </a:lnTo>
                <a:cubicBezTo>
                  <a:pt x="16512" y="22925"/>
                  <a:pt x="16541" y="22881"/>
                  <a:pt x="16556" y="22836"/>
                </a:cubicBezTo>
                <a:close/>
                <a:moveTo>
                  <a:pt x="16291" y="23146"/>
                </a:moveTo>
                <a:lnTo>
                  <a:pt x="16291" y="23160"/>
                </a:lnTo>
                <a:cubicBezTo>
                  <a:pt x="16291" y="23175"/>
                  <a:pt x="16276" y="23190"/>
                  <a:pt x="16276" y="23219"/>
                </a:cubicBezTo>
                <a:lnTo>
                  <a:pt x="16276" y="23204"/>
                </a:lnTo>
                <a:cubicBezTo>
                  <a:pt x="16276" y="23175"/>
                  <a:pt x="16291" y="23160"/>
                  <a:pt x="16291" y="23146"/>
                </a:cubicBezTo>
                <a:close/>
                <a:moveTo>
                  <a:pt x="16615" y="23057"/>
                </a:moveTo>
                <a:cubicBezTo>
                  <a:pt x="16630" y="23087"/>
                  <a:pt x="16630" y="23131"/>
                  <a:pt x="16644" y="23146"/>
                </a:cubicBezTo>
                <a:cubicBezTo>
                  <a:pt x="16615" y="23175"/>
                  <a:pt x="16600" y="23234"/>
                  <a:pt x="16556" y="23263"/>
                </a:cubicBezTo>
                <a:cubicBezTo>
                  <a:pt x="16541" y="23234"/>
                  <a:pt x="16541" y="23204"/>
                  <a:pt x="16541" y="23175"/>
                </a:cubicBezTo>
                <a:cubicBezTo>
                  <a:pt x="16556" y="23116"/>
                  <a:pt x="16600" y="23087"/>
                  <a:pt x="16615" y="23057"/>
                </a:cubicBezTo>
                <a:close/>
                <a:moveTo>
                  <a:pt x="16424" y="23087"/>
                </a:moveTo>
                <a:cubicBezTo>
                  <a:pt x="16424" y="23101"/>
                  <a:pt x="16424" y="23146"/>
                  <a:pt x="16438" y="23160"/>
                </a:cubicBezTo>
                <a:lnTo>
                  <a:pt x="16394" y="23278"/>
                </a:lnTo>
                <a:cubicBezTo>
                  <a:pt x="16394" y="23234"/>
                  <a:pt x="16394" y="23219"/>
                  <a:pt x="16365" y="23204"/>
                </a:cubicBezTo>
                <a:lnTo>
                  <a:pt x="16424" y="23087"/>
                </a:lnTo>
                <a:close/>
                <a:moveTo>
                  <a:pt x="16321" y="23322"/>
                </a:moveTo>
                <a:lnTo>
                  <a:pt x="16321" y="23381"/>
                </a:lnTo>
                <a:cubicBezTo>
                  <a:pt x="16306" y="23425"/>
                  <a:pt x="16276" y="23440"/>
                  <a:pt x="16276" y="23469"/>
                </a:cubicBezTo>
                <a:lnTo>
                  <a:pt x="16276" y="23425"/>
                </a:lnTo>
                <a:cubicBezTo>
                  <a:pt x="16291" y="23381"/>
                  <a:pt x="16291" y="23366"/>
                  <a:pt x="16321" y="23322"/>
                </a:cubicBezTo>
                <a:close/>
                <a:moveTo>
                  <a:pt x="16482" y="23278"/>
                </a:moveTo>
                <a:cubicBezTo>
                  <a:pt x="16482" y="23307"/>
                  <a:pt x="16497" y="23322"/>
                  <a:pt x="16497" y="23366"/>
                </a:cubicBezTo>
                <a:cubicBezTo>
                  <a:pt x="16482" y="23396"/>
                  <a:pt x="16453" y="23440"/>
                  <a:pt x="16424" y="23499"/>
                </a:cubicBezTo>
                <a:cubicBezTo>
                  <a:pt x="16409" y="23455"/>
                  <a:pt x="16409" y="23440"/>
                  <a:pt x="16409" y="23396"/>
                </a:cubicBezTo>
                <a:cubicBezTo>
                  <a:pt x="16424" y="23366"/>
                  <a:pt x="16453" y="23322"/>
                  <a:pt x="16482" y="23278"/>
                </a:cubicBezTo>
                <a:close/>
                <a:moveTo>
                  <a:pt x="16188" y="23587"/>
                </a:moveTo>
                <a:lnTo>
                  <a:pt x="16188" y="23602"/>
                </a:lnTo>
                <a:cubicBezTo>
                  <a:pt x="16188" y="23616"/>
                  <a:pt x="16173" y="23631"/>
                  <a:pt x="16173" y="23661"/>
                </a:cubicBezTo>
                <a:lnTo>
                  <a:pt x="16173" y="23631"/>
                </a:lnTo>
                <a:cubicBezTo>
                  <a:pt x="16173" y="23616"/>
                  <a:pt x="16188" y="23602"/>
                  <a:pt x="16188" y="23587"/>
                </a:cubicBezTo>
                <a:close/>
                <a:moveTo>
                  <a:pt x="16335" y="23528"/>
                </a:moveTo>
                <a:cubicBezTo>
                  <a:pt x="16335" y="23543"/>
                  <a:pt x="16335" y="23587"/>
                  <a:pt x="16350" y="23602"/>
                </a:cubicBezTo>
                <a:lnTo>
                  <a:pt x="16291" y="23719"/>
                </a:lnTo>
                <a:cubicBezTo>
                  <a:pt x="16276" y="23675"/>
                  <a:pt x="16276" y="23661"/>
                  <a:pt x="16276" y="23631"/>
                </a:cubicBezTo>
                <a:lnTo>
                  <a:pt x="16335" y="23528"/>
                </a:lnTo>
                <a:close/>
                <a:moveTo>
                  <a:pt x="16203" y="23764"/>
                </a:moveTo>
                <a:lnTo>
                  <a:pt x="16203" y="23822"/>
                </a:lnTo>
                <a:cubicBezTo>
                  <a:pt x="16193" y="23832"/>
                  <a:pt x="16183" y="23855"/>
                  <a:pt x="16173" y="23874"/>
                </a:cubicBezTo>
                <a:lnTo>
                  <a:pt x="16173" y="23874"/>
                </a:lnTo>
                <a:cubicBezTo>
                  <a:pt x="16173" y="23871"/>
                  <a:pt x="16173" y="23869"/>
                  <a:pt x="16173" y="23867"/>
                </a:cubicBezTo>
                <a:cubicBezTo>
                  <a:pt x="16188" y="23822"/>
                  <a:pt x="16203" y="23808"/>
                  <a:pt x="16203" y="23764"/>
                </a:cubicBezTo>
                <a:close/>
                <a:moveTo>
                  <a:pt x="16085" y="24043"/>
                </a:moveTo>
                <a:lnTo>
                  <a:pt x="16085" y="24058"/>
                </a:lnTo>
                <a:cubicBezTo>
                  <a:pt x="16085" y="24087"/>
                  <a:pt x="16056" y="24102"/>
                  <a:pt x="16056" y="24102"/>
                </a:cubicBezTo>
                <a:cubicBezTo>
                  <a:pt x="16056" y="24087"/>
                  <a:pt x="16085" y="24058"/>
                  <a:pt x="16085" y="24043"/>
                </a:cubicBezTo>
                <a:close/>
                <a:moveTo>
                  <a:pt x="18528" y="20364"/>
                </a:moveTo>
                <a:cubicBezTo>
                  <a:pt x="19705" y="21144"/>
                  <a:pt x="21103" y="21556"/>
                  <a:pt x="22457" y="21983"/>
                </a:cubicBezTo>
                <a:cubicBezTo>
                  <a:pt x="24194" y="22498"/>
                  <a:pt x="25975" y="23057"/>
                  <a:pt x="27270" y="24279"/>
                </a:cubicBezTo>
                <a:cubicBezTo>
                  <a:pt x="28962" y="25897"/>
                  <a:pt x="29580" y="28694"/>
                  <a:pt x="28933" y="31740"/>
                </a:cubicBezTo>
                <a:cubicBezTo>
                  <a:pt x="28918" y="31843"/>
                  <a:pt x="28888" y="31975"/>
                  <a:pt x="28844" y="32078"/>
                </a:cubicBezTo>
                <a:cubicBezTo>
                  <a:pt x="29271" y="29062"/>
                  <a:pt x="28535" y="26383"/>
                  <a:pt x="26828" y="24705"/>
                </a:cubicBezTo>
                <a:cubicBezTo>
                  <a:pt x="25548" y="23455"/>
                  <a:pt x="23841" y="22866"/>
                  <a:pt x="22192" y="22292"/>
                </a:cubicBezTo>
                <a:cubicBezTo>
                  <a:pt x="20868" y="21836"/>
                  <a:pt x="19499" y="21380"/>
                  <a:pt x="18396" y="20570"/>
                </a:cubicBezTo>
                <a:cubicBezTo>
                  <a:pt x="18440" y="20497"/>
                  <a:pt x="18484" y="20423"/>
                  <a:pt x="18528" y="20364"/>
                </a:cubicBezTo>
                <a:close/>
                <a:moveTo>
                  <a:pt x="18351" y="20644"/>
                </a:moveTo>
                <a:cubicBezTo>
                  <a:pt x="19485" y="21453"/>
                  <a:pt x="20839" y="21924"/>
                  <a:pt x="22163" y="22395"/>
                </a:cubicBezTo>
                <a:cubicBezTo>
                  <a:pt x="23811" y="22954"/>
                  <a:pt x="25518" y="23543"/>
                  <a:pt x="26769" y="24779"/>
                </a:cubicBezTo>
                <a:cubicBezTo>
                  <a:pt x="28491" y="26471"/>
                  <a:pt x="29212" y="29194"/>
                  <a:pt x="28756" y="32226"/>
                </a:cubicBezTo>
                <a:cubicBezTo>
                  <a:pt x="28712" y="32402"/>
                  <a:pt x="28697" y="32579"/>
                  <a:pt x="28638" y="32770"/>
                </a:cubicBezTo>
                <a:lnTo>
                  <a:pt x="28638" y="32711"/>
                </a:lnTo>
                <a:cubicBezTo>
                  <a:pt x="28815" y="30945"/>
                  <a:pt x="28741" y="27619"/>
                  <a:pt x="26298" y="25206"/>
                </a:cubicBezTo>
                <a:cubicBezTo>
                  <a:pt x="25077" y="23970"/>
                  <a:pt x="23458" y="23322"/>
                  <a:pt x="21883" y="22719"/>
                </a:cubicBezTo>
                <a:cubicBezTo>
                  <a:pt x="20544" y="22189"/>
                  <a:pt x="19264" y="21689"/>
                  <a:pt x="18234" y="20850"/>
                </a:cubicBezTo>
                <a:cubicBezTo>
                  <a:pt x="18263" y="20776"/>
                  <a:pt x="18322" y="20688"/>
                  <a:pt x="18351" y="20644"/>
                </a:cubicBezTo>
                <a:close/>
                <a:moveTo>
                  <a:pt x="18160" y="20923"/>
                </a:moveTo>
                <a:cubicBezTo>
                  <a:pt x="19205" y="21762"/>
                  <a:pt x="20485" y="22277"/>
                  <a:pt x="21839" y="22792"/>
                </a:cubicBezTo>
                <a:cubicBezTo>
                  <a:pt x="23399" y="23396"/>
                  <a:pt x="25003" y="24043"/>
                  <a:pt x="26225" y="25265"/>
                </a:cubicBezTo>
                <a:cubicBezTo>
                  <a:pt x="28624" y="27649"/>
                  <a:pt x="28697" y="30945"/>
                  <a:pt x="28535" y="32711"/>
                </a:cubicBezTo>
                <a:cubicBezTo>
                  <a:pt x="28550" y="32844"/>
                  <a:pt x="28535" y="32991"/>
                  <a:pt x="28506" y="33138"/>
                </a:cubicBezTo>
                <a:cubicBezTo>
                  <a:pt x="28491" y="33182"/>
                  <a:pt x="28476" y="33226"/>
                  <a:pt x="28462" y="33285"/>
                </a:cubicBezTo>
                <a:lnTo>
                  <a:pt x="28462" y="33182"/>
                </a:lnTo>
                <a:cubicBezTo>
                  <a:pt x="28565" y="30195"/>
                  <a:pt x="27638" y="27546"/>
                  <a:pt x="25813" y="25706"/>
                </a:cubicBezTo>
                <a:cubicBezTo>
                  <a:pt x="24606" y="24485"/>
                  <a:pt x="23090" y="23808"/>
                  <a:pt x="21589" y="23160"/>
                </a:cubicBezTo>
                <a:cubicBezTo>
                  <a:pt x="20294" y="22572"/>
                  <a:pt x="19043" y="22027"/>
                  <a:pt x="18028" y="21115"/>
                </a:cubicBezTo>
                <a:cubicBezTo>
                  <a:pt x="18057" y="21041"/>
                  <a:pt x="18116" y="20997"/>
                  <a:pt x="18160" y="20923"/>
                </a:cubicBezTo>
                <a:close/>
                <a:moveTo>
                  <a:pt x="18028" y="21174"/>
                </a:moveTo>
                <a:cubicBezTo>
                  <a:pt x="19043" y="22071"/>
                  <a:pt x="20294" y="22630"/>
                  <a:pt x="21604" y="23219"/>
                </a:cubicBezTo>
                <a:cubicBezTo>
                  <a:pt x="23075" y="23867"/>
                  <a:pt x="24591" y="24544"/>
                  <a:pt x="25769" y="25750"/>
                </a:cubicBezTo>
                <a:cubicBezTo>
                  <a:pt x="27579" y="27575"/>
                  <a:pt x="28521" y="30224"/>
                  <a:pt x="28388" y="33182"/>
                </a:cubicBezTo>
                <a:cubicBezTo>
                  <a:pt x="28388" y="33300"/>
                  <a:pt x="28373" y="33403"/>
                  <a:pt x="28373" y="33521"/>
                </a:cubicBezTo>
                <a:cubicBezTo>
                  <a:pt x="28344" y="33594"/>
                  <a:pt x="28315" y="33653"/>
                  <a:pt x="28285" y="33727"/>
                </a:cubicBezTo>
                <a:lnTo>
                  <a:pt x="28285" y="33653"/>
                </a:lnTo>
                <a:cubicBezTo>
                  <a:pt x="28256" y="30739"/>
                  <a:pt x="27211" y="28090"/>
                  <a:pt x="25327" y="26177"/>
                </a:cubicBezTo>
                <a:cubicBezTo>
                  <a:pt x="24179" y="24985"/>
                  <a:pt x="22737" y="24279"/>
                  <a:pt x="21354" y="23587"/>
                </a:cubicBezTo>
                <a:cubicBezTo>
                  <a:pt x="20073" y="22940"/>
                  <a:pt x="18837" y="22336"/>
                  <a:pt x="17895" y="21380"/>
                </a:cubicBezTo>
                <a:cubicBezTo>
                  <a:pt x="17939" y="21306"/>
                  <a:pt x="17998" y="21247"/>
                  <a:pt x="18028" y="21174"/>
                </a:cubicBezTo>
                <a:close/>
                <a:moveTo>
                  <a:pt x="28344" y="33815"/>
                </a:moveTo>
                <a:cubicBezTo>
                  <a:pt x="28329" y="33844"/>
                  <a:pt x="28329" y="33889"/>
                  <a:pt x="28329" y="33918"/>
                </a:cubicBezTo>
                <a:cubicBezTo>
                  <a:pt x="28315" y="33962"/>
                  <a:pt x="28285" y="34021"/>
                  <a:pt x="28285" y="34050"/>
                </a:cubicBezTo>
                <a:lnTo>
                  <a:pt x="28285" y="33947"/>
                </a:lnTo>
                <a:cubicBezTo>
                  <a:pt x="28314" y="33903"/>
                  <a:pt x="28329" y="33844"/>
                  <a:pt x="28344" y="33815"/>
                </a:cubicBezTo>
                <a:close/>
                <a:moveTo>
                  <a:pt x="17866" y="21453"/>
                </a:moveTo>
                <a:cubicBezTo>
                  <a:pt x="18822" y="22410"/>
                  <a:pt x="20059" y="23013"/>
                  <a:pt x="21339" y="23661"/>
                </a:cubicBezTo>
                <a:cubicBezTo>
                  <a:pt x="22722" y="24338"/>
                  <a:pt x="24135" y="25059"/>
                  <a:pt x="25298" y="26236"/>
                </a:cubicBezTo>
                <a:cubicBezTo>
                  <a:pt x="27152" y="28134"/>
                  <a:pt x="28182" y="30754"/>
                  <a:pt x="28241" y="33653"/>
                </a:cubicBezTo>
                <a:cubicBezTo>
                  <a:pt x="28197" y="33741"/>
                  <a:pt x="28197" y="33830"/>
                  <a:pt x="28197" y="33918"/>
                </a:cubicBezTo>
                <a:cubicBezTo>
                  <a:pt x="28167" y="33992"/>
                  <a:pt x="28123" y="34095"/>
                  <a:pt x="28108" y="34168"/>
                </a:cubicBezTo>
                <a:lnTo>
                  <a:pt x="28108" y="34124"/>
                </a:lnTo>
                <a:cubicBezTo>
                  <a:pt x="27932" y="31269"/>
                  <a:pt x="26784" y="28694"/>
                  <a:pt x="24841" y="26677"/>
                </a:cubicBezTo>
                <a:cubicBezTo>
                  <a:pt x="23738" y="25515"/>
                  <a:pt x="22384" y="24779"/>
                  <a:pt x="21118" y="24058"/>
                </a:cubicBezTo>
                <a:cubicBezTo>
                  <a:pt x="19853" y="23352"/>
                  <a:pt x="18631" y="22660"/>
                  <a:pt x="17733" y="21659"/>
                </a:cubicBezTo>
                <a:cubicBezTo>
                  <a:pt x="17778" y="21586"/>
                  <a:pt x="17822" y="21527"/>
                  <a:pt x="17866" y="21453"/>
                </a:cubicBezTo>
                <a:close/>
                <a:moveTo>
                  <a:pt x="28197" y="34168"/>
                </a:moveTo>
                <a:lnTo>
                  <a:pt x="28197" y="34168"/>
                </a:lnTo>
                <a:cubicBezTo>
                  <a:pt x="28197" y="34212"/>
                  <a:pt x="28182" y="34271"/>
                  <a:pt x="28182" y="34345"/>
                </a:cubicBezTo>
                <a:cubicBezTo>
                  <a:pt x="28167" y="34404"/>
                  <a:pt x="28138" y="34477"/>
                  <a:pt x="28108" y="34536"/>
                </a:cubicBezTo>
                <a:lnTo>
                  <a:pt x="28108" y="34359"/>
                </a:lnTo>
                <a:cubicBezTo>
                  <a:pt x="28123" y="34315"/>
                  <a:pt x="28138" y="34256"/>
                  <a:pt x="28182" y="34198"/>
                </a:cubicBezTo>
                <a:cubicBezTo>
                  <a:pt x="28182" y="34183"/>
                  <a:pt x="28197" y="34183"/>
                  <a:pt x="28197" y="34168"/>
                </a:cubicBezTo>
                <a:close/>
                <a:moveTo>
                  <a:pt x="17660" y="21703"/>
                </a:moveTo>
                <a:cubicBezTo>
                  <a:pt x="18557" y="22733"/>
                  <a:pt x="19779" y="23425"/>
                  <a:pt x="21059" y="24117"/>
                </a:cubicBezTo>
                <a:cubicBezTo>
                  <a:pt x="22354" y="24838"/>
                  <a:pt x="23664" y="25574"/>
                  <a:pt x="24768" y="26707"/>
                </a:cubicBezTo>
                <a:cubicBezTo>
                  <a:pt x="26696" y="28723"/>
                  <a:pt x="27829" y="31269"/>
                  <a:pt x="28020" y="34109"/>
                </a:cubicBezTo>
                <a:cubicBezTo>
                  <a:pt x="28020" y="34183"/>
                  <a:pt x="28020" y="34256"/>
                  <a:pt x="28035" y="34330"/>
                </a:cubicBezTo>
                <a:lnTo>
                  <a:pt x="27932" y="34610"/>
                </a:lnTo>
                <a:lnTo>
                  <a:pt x="27932" y="34580"/>
                </a:lnTo>
                <a:cubicBezTo>
                  <a:pt x="27593" y="31858"/>
                  <a:pt x="26357" y="29282"/>
                  <a:pt x="24326" y="27148"/>
                </a:cubicBezTo>
                <a:cubicBezTo>
                  <a:pt x="23267" y="26045"/>
                  <a:pt x="22031" y="25279"/>
                  <a:pt x="20868" y="24544"/>
                </a:cubicBezTo>
                <a:cubicBezTo>
                  <a:pt x="19588" y="23749"/>
                  <a:pt x="18381" y="22998"/>
                  <a:pt x="17527" y="21895"/>
                </a:cubicBezTo>
                <a:cubicBezTo>
                  <a:pt x="17571" y="21836"/>
                  <a:pt x="17630" y="21762"/>
                  <a:pt x="17660" y="21703"/>
                </a:cubicBezTo>
                <a:close/>
                <a:moveTo>
                  <a:pt x="28138" y="34654"/>
                </a:moveTo>
                <a:cubicBezTo>
                  <a:pt x="28167" y="34698"/>
                  <a:pt x="28167" y="34713"/>
                  <a:pt x="28138" y="34757"/>
                </a:cubicBezTo>
                <a:cubicBezTo>
                  <a:pt x="28123" y="34786"/>
                  <a:pt x="28123" y="34830"/>
                  <a:pt x="28108" y="34860"/>
                </a:cubicBezTo>
                <a:lnTo>
                  <a:pt x="28108" y="34771"/>
                </a:lnTo>
                <a:cubicBezTo>
                  <a:pt x="28123" y="34727"/>
                  <a:pt x="28123" y="34698"/>
                  <a:pt x="28138" y="34654"/>
                </a:cubicBezTo>
                <a:close/>
                <a:moveTo>
                  <a:pt x="28035" y="34551"/>
                </a:moveTo>
                <a:lnTo>
                  <a:pt x="28035" y="34757"/>
                </a:lnTo>
                <a:cubicBezTo>
                  <a:pt x="28020" y="34830"/>
                  <a:pt x="27976" y="34904"/>
                  <a:pt x="27961" y="34978"/>
                </a:cubicBezTo>
                <a:lnTo>
                  <a:pt x="27961" y="34992"/>
                </a:lnTo>
                <a:cubicBezTo>
                  <a:pt x="27961" y="34919"/>
                  <a:pt x="27947" y="34860"/>
                  <a:pt x="27947" y="34786"/>
                </a:cubicBezTo>
                <a:cubicBezTo>
                  <a:pt x="27976" y="34698"/>
                  <a:pt x="28020" y="34624"/>
                  <a:pt x="28035" y="34551"/>
                </a:cubicBezTo>
                <a:close/>
                <a:moveTo>
                  <a:pt x="17498" y="21968"/>
                </a:moveTo>
                <a:cubicBezTo>
                  <a:pt x="18351" y="23072"/>
                  <a:pt x="19558" y="23822"/>
                  <a:pt x="20824" y="24617"/>
                </a:cubicBezTo>
                <a:cubicBezTo>
                  <a:pt x="22001" y="25353"/>
                  <a:pt x="23208" y="26104"/>
                  <a:pt x="24267" y="27207"/>
                </a:cubicBezTo>
                <a:cubicBezTo>
                  <a:pt x="26284" y="29326"/>
                  <a:pt x="27520" y="31887"/>
                  <a:pt x="27829" y="34610"/>
                </a:cubicBezTo>
                <a:cubicBezTo>
                  <a:pt x="27829" y="34654"/>
                  <a:pt x="27844" y="34713"/>
                  <a:pt x="27844" y="34771"/>
                </a:cubicBezTo>
                <a:cubicBezTo>
                  <a:pt x="27814" y="34860"/>
                  <a:pt x="27770" y="34978"/>
                  <a:pt x="27741" y="35066"/>
                </a:cubicBezTo>
                <a:lnTo>
                  <a:pt x="27741" y="35051"/>
                </a:lnTo>
                <a:cubicBezTo>
                  <a:pt x="27299" y="32432"/>
                  <a:pt x="25989" y="29945"/>
                  <a:pt x="23826" y="27649"/>
                </a:cubicBezTo>
                <a:cubicBezTo>
                  <a:pt x="22825" y="26604"/>
                  <a:pt x="21722" y="25824"/>
                  <a:pt x="20662" y="25073"/>
                </a:cubicBezTo>
                <a:cubicBezTo>
                  <a:pt x="19382" y="24190"/>
                  <a:pt x="18175" y="23352"/>
                  <a:pt x="17365" y="22145"/>
                </a:cubicBezTo>
                <a:cubicBezTo>
                  <a:pt x="17380" y="22130"/>
                  <a:pt x="17395" y="22086"/>
                  <a:pt x="17424" y="22071"/>
                </a:cubicBezTo>
                <a:cubicBezTo>
                  <a:pt x="17439" y="22042"/>
                  <a:pt x="17468" y="21998"/>
                  <a:pt x="17498" y="21968"/>
                </a:cubicBezTo>
                <a:close/>
                <a:moveTo>
                  <a:pt x="28050" y="35022"/>
                </a:moveTo>
                <a:cubicBezTo>
                  <a:pt x="28035" y="35066"/>
                  <a:pt x="28035" y="35125"/>
                  <a:pt x="28035" y="35169"/>
                </a:cubicBezTo>
                <a:cubicBezTo>
                  <a:pt x="28020" y="35228"/>
                  <a:pt x="28005" y="35301"/>
                  <a:pt x="27976" y="35360"/>
                </a:cubicBezTo>
                <a:lnTo>
                  <a:pt x="27976" y="35213"/>
                </a:lnTo>
                <a:cubicBezTo>
                  <a:pt x="28005" y="35154"/>
                  <a:pt x="28020" y="35081"/>
                  <a:pt x="28050" y="35022"/>
                </a:cubicBezTo>
                <a:close/>
                <a:moveTo>
                  <a:pt x="27873" y="34948"/>
                </a:moveTo>
                <a:cubicBezTo>
                  <a:pt x="27873" y="35022"/>
                  <a:pt x="27888" y="35095"/>
                  <a:pt x="27888" y="35169"/>
                </a:cubicBezTo>
                <a:cubicBezTo>
                  <a:pt x="27858" y="35287"/>
                  <a:pt x="27829" y="35375"/>
                  <a:pt x="27799" y="35448"/>
                </a:cubicBezTo>
                <a:cubicBezTo>
                  <a:pt x="27799" y="35375"/>
                  <a:pt x="27785" y="35301"/>
                  <a:pt x="27755" y="35242"/>
                </a:cubicBezTo>
                <a:cubicBezTo>
                  <a:pt x="27799" y="35154"/>
                  <a:pt x="27829" y="35051"/>
                  <a:pt x="27873" y="34948"/>
                </a:cubicBezTo>
                <a:close/>
                <a:moveTo>
                  <a:pt x="17307" y="22218"/>
                </a:moveTo>
                <a:cubicBezTo>
                  <a:pt x="18116" y="23425"/>
                  <a:pt x="19337" y="24264"/>
                  <a:pt x="20603" y="25147"/>
                </a:cubicBezTo>
                <a:cubicBezTo>
                  <a:pt x="21677" y="25883"/>
                  <a:pt x="22781" y="26663"/>
                  <a:pt x="23767" y="27708"/>
                </a:cubicBezTo>
                <a:cubicBezTo>
                  <a:pt x="25916" y="29989"/>
                  <a:pt x="27225" y="32476"/>
                  <a:pt x="27652" y="35081"/>
                </a:cubicBezTo>
                <a:cubicBezTo>
                  <a:pt x="27652" y="35139"/>
                  <a:pt x="27667" y="35198"/>
                  <a:pt x="27667" y="35228"/>
                </a:cubicBezTo>
                <a:cubicBezTo>
                  <a:pt x="27638" y="35360"/>
                  <a:pt x="27593" y="35463"/>
                  <a:pt x="27564" y="35581"/>
                </a:cubicBezTo>
                <a:lnTo>
                  <a:pt x="27564" y="35537"/>
                </a:lnTo>
                <a:cubicBezTo>
                  <a:pt x="27019" y="33035"/>
                  <a:pt x="25651" y="30636"/>
                  <a:pt x="23326" y="28149"/>
                </a:cubicBezTo>
                <a:cubicBezTo>
                  <a:pt x="22428" y="27163"/>
                  <a:pt x="21427" y="26398"/>
                  <a:pt x="20471" y="25662"/>
                </a:cubicBezTo>
                <a:cubicBezTo>
                  <a:pt x="19190" y="24676"/>
                  <a:pt x="17954" y="23719"/>
                  <a:pt x="17204" y="22410"/>
                </a:cubicBezTo>
                <a:cubicBezTo>
                  <a:pt x="17233" y="22351"/>
                  <a:pt x="17277" y="22292"/>
                  <a:pt x="17307" y="22218"/>
                </a:cubicBezTo>
                <a:close/>
                <a:moveTo>
                  <a:pt x="28020" y="35508"/>
                </a:moveTo>
                <a:lnTo>
                  <a:pt x="28020" y="35508"/>
                </a:lnTo>
                <a:cubicBezTo>
                  <a:pt x="28005" y="35537"/>
                  <a:pt x="28005" y="35566"/>
                  <a:pt x="28005" y="35581"/>
                </a:cubicBezTo>
                <a:cubicBezTo>
                  <a:pt x="28005" y="35610"/>
                  <a:pt x="27976" y="35640"/>
                  <a:pt x="27976" y="35669"/>
                </a:cubicBezTo>
                <a:lnTo>
                  <a:pt x="27976" y="35596"/>
                </a:lnTo>
                <a:cubicBezTo>
                  <a:pt x="28005" y="35566"/>
                  <a:pt x="28005" y="35537"/>
                  <a:pt x="28020" y="35508"/>
                </a:cubicBezTo>
                <a:close/>
                <a:moveTo>
                  <a:pt x="27902" y="35390"/>
                </a:moveTo>
                <a:cubicBezTo>
                  <a:pt x="27888" y="35463"/>
                  <a:pt x="27902" y="35537"/>
                  <a:pt x="27902" y="35596"/>
                </a:cubicBezTo>
                <a:cubicBezTo>
                  <a:pt x="27888" y="35669"/>
                  <a:pt x="27858" y="35743"/>
                  <a:pt x="27829" y="35816"/>
                </a:cubicBezTo>
                <a:cubicBezTo>
                  <a:pt x="27829" y="35757"/>
                  <a:pt x="27814" y="35684"/>
                  <a:pt x="27814" y="35625"/>
                </a:cubicBezTo>
                <a:cubicBezTo>
                  <a:pt x="27858" y="35551"/>
                  <a:pt x="27873" y="35463"/>
                  <a:pt x="27902" y="35390"/>
                </a:cubicBezTo>
                <a:close/>
                <a:moveTo>
                  <a:pt x="27711" y="35419"/>
                </a:moveTo>
                <a:cubicBezTo>
                  <a:pt x="27726" y="35493"/>
                  <a:pt x="27726" y="35566"/>
                  <a:pt x="27726" y="35654"/>
                </a:cubicBezTo>
                <a:cubicBezTo>
                  <a:pt x="27682" y="35743"/>
                  <a:pt x="27652" y="35860"/>
                  <a:pt x="27608" y="35949"/>
                </a:cubicBezTo>
                <a:cubicBezTo>
                  <a:pt x="27593" y="35875"/>
                  <a:pt x="27593" y="35816"/>
                  <a:pt x="27579" y="35743"/>
                </a:cubicBezTo>
                <a:cubicBezTo>
                  <a:pt x="27638" y="35640"/>
                  <a:pt x="27667" y="35522"/>
                  <a:pt x="27711" y="35419"/>
                </a:cubicBezTo>
                <a:close/>
                <a:moveTo>
                  <a:pt x="17145" y="22483"/>
                </a:moveTo>
                <a:cubicBezTo>
                  <a:pt x="17925" y="23793"/>
                  <a:pt x="19131" y="24720"/>
                  <a:pt x="20412" y="25721"/>
                </a:cubicBezTo>
                <a:cubicBezTo>
                  <a:pt x="21383" y="26457"/>
                  <a:pt x="22369" y="27222"/>
                  <a:pt x="23267" y="28179"/>
                </a:cubicBezTo>
                <a:cubicBezTo>
                  <a:pt x="25563" y="30666"/>
                  <a:pt x="26946" y="33064"/>
                  <a:pt x="27490" y="35537"/>
                </a:cubicBezTo>
                <a:cubicBezTo>
                  <a:pt x="27505" y="35596"/>
                  <a:pt x="27505" y="35654"/>
                  <a:pt x="27520" y="35713"/>
                </a:cubicBezTo>
                <a:cubicBezTo>
                  <a:pt x="27490" y="35802"/>
                  <a:pt x="27461" y="35875"/>
                  <a:pt x="27446" y="35949"/>
                </a:cubicBezTo>
                <a:cubicBezTo>
                  <a:pt x="27432" y="36008"/>
                  <a:pt x="27402" y="36052"/>
                  <a:pt x="27387" y="36096"/>
                </a:cubicBezTo>
                <a:cubicBezTo>
                  <a:pt x="27387" y="36052"/>
                  <a:pt x="27373" y="36037"/>
                  <a:pt x="27373" y="36008"/>
                </a:cubicBezTo>
                <a:cubicBezTo>
                  <a:pt x="26769" y="33609"/>
                  <a:pt x="25401" y="31401"/>
                  <a:pt x="22825" y="28620"/>
                </a:cubicBezTo>
                <a:cubicBezTo>
                  <a:pt x="22016" y="27737"/>
                  <a:pt x="21162" y="27001"/>
                  <a:pt x="20323" y="26295"/>
                </a:cubicBezTo>
                <a:cubicBezTo>
                  <a:pt x="18999" y="25162"/>
                  <a:pt x="17733" y="24087"/>
                  <a:pt x="17042" y="22645"/>
                </a:cubicBezTo>
                <a:lnTo>
                  <a:pt x="17145" y="22483"/>
                </a:lnTo>
                <a:close/>
                <a:moveTo>
                  <a:pt x="27902" y="35907"/>
                </a:moveTo>
                <a:cubicBezTo>
                  <a:pt x="27899" y="35942"/>
                  <a:pt x="27888" y="35971"/>
                  <a:pt x="27888" y="36022"/>
                </a:cubicBezTo>
                <a:cubicBezTo>
                  <a:pt x="27873" y="36081"/>
                  <a:pt x="27858" y="36125"/>
                  <a:pt x="27858" y="36184"/>
                </a:cubicBezTo>
                <a:lnTo>
                  <a:pt x="27858" y="36052"/>
                </a:lnTo>
                <a:cubicBezTo>
                  <a:pt x="27873" y="36008"/>
                  <a:pt x="27887" y="35951"/>
                  <a:pt x="27902" y="35907"/>
                </a:cubicBezTo>
                <a:close/>
                <a:moveTo>
                  <a:pt x="27755" y="35831"/>
                </a:moveTo>
                <a:lnTo>
                  <a:pt x="27755" y="36037"/>
                </a:lnTo>
                <a:cubicBezTo>
                  <a:pt x="27741" y="36125"/>
                  <a:pt x="27711" y="36228"/>
                  <a:pt x="27682" y="36302"/>
                </a:cubicBezTo>
                <a:cubicBezTo>
                  <a:pt x="27682" y="36228"/>
                  <a:pt x="27667" y="36170"/>
                  <a:pt x="27667" y="36111"/>
                </a:cubicBezTo>
                <a:cubicBezTo>
                  <a:pt x="27711" y="36022"/>
                  <a:pt x="27726" y="35934"/>
                  <a:pt x="27755" y="35831"/>
                </a:cubicBezTo>
                <a:close/>
                <a:moveTo>
                  <a:pt x="27535" y="35905"/>
                </a:moveTo>
                <a:cubicBezTo>
                  <a:pt x="27549" y="35978"/>
                  <a:pt x="27549" y="36052"/>
                  <a:pt x="27579" y="36111"/>
                </a:cubicBezTo>
                <a:lnTo>
                  <a:pt x="27461" y="36449"/>
                </a:lnTo>
                <a:cubicBezTo>
                  <a:pt x="27446" y="36376"/>
                  <a:pt x="27446" y="36317"/>
                  <a:pt x="27432" y="36258"/>
                </a:cubicBezTo>
                <a:cubicBezTo>
                  <a:pt x="27461" y="36170"/>
                  <a:pt x="27490" y="36081"/>
                  <a:pt x="27520" y="35978"/>
                </a:cubicBezTo>
                <a:cubicBezTo>
                  <a:pt x="27520" y="35949"/>
                  <a:pt x="27535" y="35934"/>
                  <a:pt x="27535" y="35905"/>
                </a:cubicBezTo>
                <a:close/>
                <a:moveTo>
                  <a:pt x="27873" y="36390"/>
                </a:moveTo>
                <a:lnTo>
                  <a:pt x="27873" y="36449"/>
                </a:lnTo>
                <a:cubicBezTo>
                  <a:pt x="27873" y="36464"/>
                  <a:pt x="27858" y="36479"/>
                  <a:pt x="27858" y="36493"/>
                </a:cubicBezTo>
                <a:lnTo>
                  <a:pt x="27858" y="36464"/>
                </a:lnTo>
                <a:cubicBezTo>
                  <a:pt x="27858" y="36449"/>
                  <a:pt x="27873" y="36420"/>
                  <a:pt x="27873" y="36390"/>
                </a:cubicBezTo>
                <a:close/>
                <a:moveTo>
                  <a:pt x="16998" y="22748"/>
                </a:moveTo>
                <a:cubicBezTo>
                  <a:pt x="17719" y="24190"/>
                  <a:pt x="18970" y="25250"/>
                  <a:pt x="20294" y="26383"/>
                </a:cubicBezTo>
                <a:cubicBezTo>
                  <a:pt x="21118" y="27090"/>
                  <a:pt x="21986" y="27811"/>
                  <a:pt x="22796" y="28694"/>
                </a:cubicBezTo>
                <a:cubicBezTo>
                  <a:pt x="25342" y="31475"/>
                  <a:pt x="26710" y="33682"/>
                  <a:pt x="27314" y="36052"/>
                </a:cubicBezTo>
                <a:lnTo>
                  <a:pt x="27373" y="36273"/>
                </a:lnTo>
                <a:cubicBezTo>
                  <a:pt x="27299" y="36376"/>
                  <a:pt x="27270" y="36479"/>
                  <a:pt x="27225" y="36611"/>
                </a:cubicBezTo>
                <a:cubicBezTo>
                  <a:pt x="27211" y="36567"/>
                  <a:pt x="27211" y="36537"/>
                  <a:pt x="27181" y="36493"/>
                </a:cubicBezTo>
                <a:cubicBezTo>
                  <a:pt x="26343" y="33697"/>
                  <a:pt x="24415" y="31416"/>
                  <a:pt x="22325" y="29135"/>
                </a:cubicBezTo>
                <a:cubicBezTo>
                  <a:pt x="21633" y="28370"/>
                  <a:pt x="20912" y="27693"/>
                  <a:pt x="20220" y="27045"/>
                </a:cubicBezTo>
                <a:cubicBezTo>
                  <a:pt x="18764" y="25691"/>
                  <a:pt x="17513" y="24529"/>
                  <a:pt x="16880" y="22925"/>
                </a:cubicBezTo>
                <a:lnTo>
                  <a:pt x="16998" y="22748"/>
                </a:lnTo>
                <a:close/>
                <a:moveTo>
                  <a:pt x="27785" y="36302"/>
                </a:moveTo>
                <a:lnTo>
                  <a:pt x="27770" y="36464"/>
                </a:lnTo>
                <a:lnTo>
                  <a:pt x="27726" y="36685"/>
                </a:lnTo>
                <a:cubicBezTo>
                  <a:pt x="27726" y="36626"/>
                  <a:pt x="27711" y="36567"/>
                  <a:pt x="27711" y="36523"/>
                </a:cubicBezTo>
                <a:cubicBezTo>
                  <a:pt x="27726" y="36449"/>
                  <a:pt x="27755" y="36361"/>
                  <a:pt x="27785" y="36302"/>
                </a:cubicBezTo>
                <a:close/>
                <a:moveTo>
                  <a:pt x="27593" y="36302"/>
                </a:moveTo>
                <a:cubicBezTo>
                  <a:pt x="27593" y="36376"/>
                  <a:pt x="27608" y="36420"/>
                  <a:pt x="27608" y="36493"/>
                </a:cubicBezTo>
                <a:cubicBezTo>
                  <a:pt x="27593" y="36596"/>
                  <a:pt x="27564" y="36699"/>
                  <a:pt x="27535" y="36788"/>
                </a:cubicBezTo>
                <a:cubicBezTo>
                  <a:pt x="27520" y="36729"/>
                  <a:pt x="27520" y="36670"/>
                  <a:pt x="27505" y="36611"/>
                </a:cubicBezTo>
                <a:cubicBezTo>
                  <a:pt x="27535" y="36493"/>
                  <a:pt x="27549" y="36405"/>
                  <a:pt x="27593" y="36302"/>
                </a:cubicBezTo>
                <a:close/>
                <a:moveTo>
                  <a:pt x="27387" y="36405"/>
                </a:moveTo>
                <a:cubicBezTo>
                  <a:pt x="27402" y="36479"/>
                  <a:pt x="27432" y="36537"/>
                  <a:pt x="27432" y="36611"/>
                </a:cubicBezTo>
                <a:cubicBezTo>
                  <a:pt x="27387" y="36714"/>
                  <a:pt x="27358" y="36846"/>
                  <a:pt x="27314" y="36964"/>
                </a:cubicBezTo>
                <a:lnTo>
                  <a:pt x="27270" y="36743"/>
                </a:lnTo>
                <a:cubicBezTo>
                  <a:pt x="27299" y="36626"/>
                  <a:pt x="27343" y="36523"/>
                  <a:pt x="27387" y="36405"/>
                </a:cubicBezTo>
                <a:close/>
                <a:moveTo>
                  <a:pt x="27770" y="36758"/>
                </a:moveTo>
                <a:lnTo>
                  <a:pt x="27770" y="36861"/>
                </a:lnTo>
                <a:cubicBezTo>
                  <a:pt x="27755" y="36920"/>
                  <a:pt x="27755" y="36979"/>
                  <a:pt x="27741" y="37038"/>
                </a:cubicBezTo>
                <a:lnTo>
                  <a:pt x="27741" y="36920"/>
                </a:lnTo>
                <a:cubicBezTo>
                  <a:pt x="27755" y="36861"/>
                  <a:pt x="27770" y="36817"/>
                  <a:pt x="27770" y="36758"/>
                </a:cubicBezTo>
                <a:close/>
                <a:moveTo>
                  <a:pt x="16821" y="22954"/>
                </a:moveTo>
                <a:cubicBezTo>
                  <a:pt x="17454" y="24573"/>
                  <a:pt x="18734" y="25736"/>
                  <a:pt x="20162" y="27075"/>
                </a:cubicBezTo>
                <a:cubicBezTo>
                  <a:pt x="20868" y="27722"/>
                  <a:pt x="21574" y="28399"/>
                  <a:pt x="22281" y="29179"/>
                </a:cubicBezTo>
                <a:cubicBezTo>
                  <a:pt x="24356" y="31460"/>
                  <a:pt x="26269" y="33741"/>
                  <a:pt x="27122" y="36523"/>
                </a:cubicBezTo>
                <a:lnTo>
                  <a:pt x="27167" y="36743"/>
                </a:lnTo>
                <a:cubicBezTo>
                  <a:pt x="27137" y="36846"/>
                  <a:pt x="27078" y="36964"/>
                  <a:pt x="27034" y="37067"/>
                </a:cubicBezTo>
                <a:cubicBezTo>
                  <a:pt x="27019" y="37038"/>
                  <a:pt x="27019" y="36994"/>
                  <a:pt x="27005" y="36964"/>
                </a:cubicBezTo>
                <a:cubicBezTo>
                  <a:pt x="26107" y="34345"/>
                  <a:pt x="24209" y="32255"/>
                  <a:pt x="22207" y="30018"/>
                </a:cubicBezTo>
                <a:lnTo>
                  <a:pt x="21839" y="29606"/>
                </a:lnTo>
                <a:cubicBezTo>
                  <a:pt x="21280" y="28973"/>
                  <a:pt x="20721" y="28399"/>
                  <a:pt x="20162" y="27855"/>
                </a:cubicBezTo>
                <a:cubicBezTo>
                  <a:pt x="18616" y="26295"/>
                  <a:pt x="17277" y="24926"/>
                  <a:pt x="16718" y="23131"/>
                </a:cubicBezTo>
                <a:cubicBezTo>
                  <a:pt x="16762" y="23072"/>
                  <a:pt x="16792" y="23013"/>
                  <a:pt x="16821" y="22954"/>
                </a:cubicBezTo>
                <a:close/>
                <a:moveTo>
                  <a:pt x="27638" y="36743"/>
                </a:moveTo>
                <a:cubicBezTo>
                  <a:pt x="27652" y="36773"/>
                  <a:pt x="27652" y="36846"/>
                  <a:pt x="27652" y="36905"/>
                </a:cubicBezTo>
                <a:cubicBezTo>
                  <a:pt x="27638" y="36979"/>
                  <a:pt x="27608" y="37067"/>
                  <a:pt x="27579" y="37156"/>
                </a:cubicBezTo>
                <a:cubicBezTo>
                  <a:pt x="27579" y="37111"/>
                  <a:pt x="27564" y="37053"/>
                  <a:pt x="27564" y="36994"/>
                </a:cubicBezTo>
                <a:cubicBezTo>
                  <a:pt x="27579" y="36905"/>
                  <a:pt x="27608" y="36817"/>
                  <a:pt x="27638" y="36743"/>
                </a:cubicBezTo>
                <a:close/>
                <a:moveTo>
                  <a:pt x="27446" y="36788"/>
                </a:moveTo>
                <a:cubicBezTo>
                  <a:pt x="27461" y="36846"/>
                  <a:pt x="27461" y="36920"/>
                  <a:pt x="27490" y="36979"/>
                </a:cubicBezTo>
                <a:cubicBezTo>
                  <a:pt x="27461" y="37067"/>
                  <a:pt x="27432" y="37156"/>
                  <a:pt x="27402" y="37259"/>
                </a:cubicBezTo>
                <a:cubicBezTo>
                  <a:pt x="27402" y="37273"/>
                  <a:pt x="27387" y="37288"/>
                  <a:pt x="27387" y="37303"/>
                </a:cubicBezTo>
                <a:cubicBezTo>
                  <a:pt x="27373" y="37229"/>
                  <a:pt x="27373" y="37185"/>
                  <a:pt x="27358" y="37111"/>
                </a:cubicBezTo>
                <a:cubicBezTo>
                  <a:pt x="27387" y="36994"/>
                  <a:pt x="27432" y="36891"/>
                  <a:pt x="27446" y="36788"/>
                </a:cubicBezTo>
                <a:close/>
                <a:moveTo>
                  <a:pt x="27211" y="36861"/>
                </a:moveTo>
                <a:cubicBezTo>
                  <a:pt x="27225" y="36935"/>
                  <a:pt x="27240" y="37023"/>
                  <a:pt x="27270" y="37097"/>
                </a:cubicBezTo>
                <a:lnTo>
                  <a:pt x="27152" y="37435"/>
                </a:lnTo>
                <a:cubicBezTo>
                  <a:pt x="27137" y="37362"/>
                  <a:pt x="27093" y="37273"/>
                  <a:pt x="27078" y="37200"/>
                </a:cubicBezTo>
                <a:cubicBezTo>
                  <a:pt x="27122" y="37082"/>
                  <a:pt x="27167" y="36979"/>
                  <a:pt x="27211" y="36861"/>
                </a:cubicBezTo>
                <a:close/>
                <a:moveTo>
                  <a:pt x="16674" y="23234"/>
                </a:moveTo>
                <a:cubicBezTo>
                  <a:pt x="17233" y="25015"/>
                  <a:pt x="18587" y="26383"/>
                  <a:pt x="20103" y="27928"/>
                </a:cubicBezTo>
                <a:cubicBezTo>
                  <a:pt x="20662" y="28473"/>
                  <a:pt x="21236" y="29047"/>
                  <a:pt x="21780" y="29680"/>
                </a:cubicBezTo>
                <a:lnTo>
                  <a:pt x="22148" y="30092"/>
                </a:lnTo>
                <a:cubicBezTo>
                  <a:pt x="24150" y="32329"/>
                  <a:pt x="26033" y="34418"/>
                  <a:pt x="26931" y="36994"/>
                </a:cubicBezTo>
                <a:cubicBezTo>
                  <a:pt x="26946" y="37053"/>
                  <a:pt x="26975" y="37126"/>
                  <a:pt x="26990" y="37185"/>
                </a:cubicBezTo>
                <a:cubicBezTo>
                  <a:pt x="26931" y="37288"/>
                  <a:pt x="26902" y="37406"/>
                  <a:pt x="26843" y="37509"/>
                </a:cubicBezTo>
                <a:cubicBezTo>
                  <a:pt x="26843" y="37494"/>
                  <a:pt x="26828" y="37450"/>
                  <a:pt x="26828" y="37435"/>
                </a:cubicBezTo>
                <a:cubicBezTo>
                  <a:pt x="25945" y="35139"/>
                  <a:pt x="24267" y="33315"/>
                  <a:pt x="22487" y="31372"/>
                </a:cubicBezTo>
                <a:cubicBezTo>
                  <a:pt x="22119" y="30960"/>
                  <a:pt x="21707" y="30518"/>
                  <a:pt x="21339" y="30092"/>
                </a:cubicBezTo>
                <a:cubicBezTo>
                  <a:pt x="20956" y="29650"/>
                  <a:pt x="20574" y="29253"/>
                  <a:pt x="20206" y="28841"/>
                </a:cubicBezTo>
                <a:cubicBezTo>
                  <a:pt x="18513" y="27031"/>
                  <a:pt x="17042" y="25427"/>
                  <a:pt x="16571" y="23366"/>
                </a:cubicBezTo>
                <a:cubicBezTo>
                  <a:pt x="16615" y="23322"/>
                  <a:pt x="16630" y="23293"/>
                  <a:pt x="16674" y="23234"/>
                </a:cubicBezTo>
                <a:close/>
                <a:moveTo>
                  <a:pt x="27652" y="37156"/>
                </a:moveTo>
                <a:cubicBezTo>
                  <a:pt x="27667" y="37214"/>
                  <a:pt x="27667" y="37259"/>
                  <a:pt x="27667" y="37303"/>
                </a:cubicBezTo>
                <a:cubicBezTo>
                  <a:pt x="27652" y="37376"/>
                  <a:pt x="27638" y="37435"/>
                  <a:pt x="27608" y="37509"/>
                </a:cubicBezTo>
                <a:cubicBezTo>
                  <a:pt x="27608" y="37450"/>
                  <a:pt x="27608" y="37420"/>
                  <a:pt x="27593" y="37362"/>
                </a:cubicBezTo>
                <a:cubicBezTo>
                  <a:pt x="27608" y="37288"/>
                  <a:pt x="27638" y="37229"/>
                  <a:pt x="27652" y="37156"/>
                </a:cubicBezTo>
                <a:close/>
                <a:moveTo>
                  <a:pt x="27505" y="37156"/>
                </a:moveTo>
                <a:cubicBezTo>
                  <a:pt x="27505" y="37214"/>
                  <a:pt x="27520" y="37288"/>
                  <a:pt x="27520" y="37347"/>
                </a:cubicBezTo>
                <a:cubicBezTo>
                  <a:pt x="27505" y="37450"/>
                  <a:pt x="27490" y="37553"/>
                  <a:pt x="27461" y="37641"/>
                </a:cubicBezTo>
                <a:cubicBezTo>
                  <a:pt x="27446" y="37582"/>
                  <a:pt x="27446" y="37523"/>
                  <a:pt x="27432" y="37450"/>
                </a:cubicBezTo>
                <a:cubicBezTo>
                  <a:pt x="27446" y="37376"/>
                  <a:pt x="27461" y="37332"/>
                  <a:pt x="27490" y="37259"/>
                </a:cubicBezTo>
                <a:cubicBezTo>
                  <a:pt x="27490" y="37214"/>
                  <a:pt x="27505" y="37200"/>
                  <a:pt x="27505" y="37156"/>
                </a:cubicBezTo>
                <a:close/>
                <a:moveTo>
                  <a:pt x="27299" y="37259"/>
                </a:moveTo>
                <a:cubicBezTo>
                  <a:pt x="27314" y="37332"/>
                  <a:pt x="27343" y="37406"/>
                  <a:pt x="27343" y="37479"/>
                </a:cubicBezTo>
                <a:cubicBezTo>
                  <a:pt x="27314" y="37582"/>
                  <a:pt x="27284" y="37671"/>
                  <a:pt x="27240" y="37788"/>
                </a:cubicBezTo>
                <a:lnTo>
                  <a:pt x="27196" y="37568"/>
                </a:lnTo>
                <a:cubicBezTo>
                  <a:pt x="27225" y="37479"/>
                  <a:pt x="27270" y="37362"/>
                  <a:pt x="27299" y="37259"/>
                </a:cubicBezTo>
                <a:close/>
                <a:moveTo>
                  <a:pt x="27684" y="37684"/>
                </a:moveTo>
                <a:cubicBezTo>
                  <a:pt x="27682" y="37697"/>
                  <a:pt x="27682" y="37709"/>
                  <a:pt x="27682" y="37715"/>
                </a:cubicBezTo>
                <a:cubicBezTo>
                  <a:pt x="27682" y="37744"/>
                  <a:pt x="27667" y="37803"/>
                  <a:pt x="27667" y="37832"/>
                </a:cubicBezTo>
                <a:lnTo>
                  <a:pt x="27667" y="37744"/>
                </a:lnTo>
                <a:cubicBezTo>
                  <a:pt x="27674" y="37729"/>
                  <a:pt x="27678" y="37707"/>
                  <a:pt x="27684" y="37684"/>
                </a:cubicBezTo>
                <a:close/>
                <a:moveTo>
                  <a:pt x="27034" y="37303"/>
                </a:moveTo>
                <a:cubicBezTo>
                  <a:pt x="27064" y="37406"/>
                  <a:pt x="27093" y="37479"/>
                  <a:pt x="27122" y="37568"/>
                </a:cubicBezTo>
                <a:cubicBezTo>
                  <a:pt x="27064" y="37656"/>
                  <a:pt x="27019" y="37774"/>
                  <a:pt x="26990" y="37877"/>
                </a:cubicBezTo>
                <a:cubicBezTo>
                  <a:pt x="26946" y="37788"/>
                  <a:pt x="26931" y="37715"/>
                  <a:pt x="26902" y="37626"/>
                </a:cubicBezTo>
                <a:cubicBezTo>
                  <a:pt x="26946" y="37509"/>
                  <a:pt x="26990" y="37420"/>
                  <a:pt x="27034" y="37303"/>
                </a:cubicBezTo>
                <a:close/>
                <a:moveTo>
                  <a:pt x="16527" y="23499"/>
                </a:moveTo>
                <a:cubicBezTo>
                  <a:pt x="17012" y="25530"/>
                  <a:pt x="18469" y="27119"/>
                  <a:pt x="20147" y="28914"/>
                </a:cubicBezTo>
                <a:cubicBezTo>
                  <a:pt x="20515" y="29326"/>
                  <a:pt x="20897" y="29724"/>
                  <a:pt x="21280" y="30165"/>
                </a:cubicBezTo>
                <a:cubicBezTo>
                  <a:pt x="21677" y="30607"/>
                  <a:pt x="22060" y="31034"/>
                  <a:pt x="22443" y="31446"/>
                </a:cubicBezTo>
                <a:cubicBezTo>
                  <a:pt x="24209" y="33373"/>
                  <a:pt x="25886" y="35198"/>
                  <a:pt x="26769" y="37479"/>
                </a:cubicBezTo>
                <a:cubicBezTo>
                  <a:pt x="26784" y="37523"/>
                  <a:pt x="26799" y="37568"/>
                  <a:pt x="26828" y="37626"/>
                </a:cubicBezTo>
                <a:cubicBezTo>
                  <a:pt x="26769" y="37729"/>
                  <a:pt x="26710" y="37818"/>
                  <a:pt x="26681" y="37935"/>
                </a:cubicBezTo>
                <a:lnTo>
                  <a:pt x="26681" y="37921"/>
                </a:lnTo>
                <a:cubicBezTo>
                  <a:pt x="25798" y="35831"/>
                  <a:pt x="24223" y="34198"/>
                  <a:pt x="22590" y="32446"/>
                </a:cubicBezTo>
                <a:cubicBezTo>
                  <a:pt x="22016" y="31858"/>
                  <a:pt x="21457" y="31240"/>
                  <a:pt x="20883" y="30592"/>
                </a:cubicBezTo>
                <a:cubicBezTo>
                  <a:pt x="20736" y="30415"/>
                  <a:pt x="20574" y="30239"/>
                  <a:pt x="20426" y="30077"/>
                </a:cubicBezTo>
                <a:cubicBezTo>
                  <a:pt x="18454" y="27884"/>
                  <a:pt x="16792" y="26001"/>
                  <a:pt x="16424" y="23616"/>
                </a:cubicBezTo>
                <a:cubicBezTo>
                  <a:pt x="16468" y="23558"/>
                  <a:pt x="16482" y="23528"/>
                  <a:pt x="16527" y="23499"/>
                </a:cubicBezTo>
                <a:close/>
                <a:moveTo>
                  <a:pt x="27579" y="37582"/>
                </a:moveTo>
                <a:lnTo>
                  <a:pt x="27579" y="37582"/>
                </a:lnTo>
                <a:cubicBezTo>
                  <a:pt x="27564" y="37641"/>
                  <a:pt x="27564" y="37700"/>
                  <a:pt x="27579" y="37744"/>
                </a:cubicBezTo>
                <a:cubicBezTo>
                  <a:pt x="27564" y="37818"/>
                  <a:pt x="27535" y="37921"/>
                  <a:pt x="27520" y="37994"/>
                </a:cubicBezTo>
                <a:cubicBezTo>
                  <a:pt x="27520" y="37935"/>
                  <a:pt x="27505" y="37877"/>
                  <a:pt x="27505" y="37847"/>
                </a:cubicBezTo>
                <a:cubicBezTo>
                  <a:pt x="27520" y="37744"/>
                  <a:pt x="27535" y="37671"/>
                  <a:pt x="27579" y="37582"/>
                </a:cubicBezTo>
                <a:close/>
                <a:moveTo>
                  <a:pt x="27373" y="37656"/>
                </a:moveTo>
                <a:cubicBezTo>
                  <a:pt x="27387" y="37715"/>
                  <a:pt x="27387" y="37788"/>
                  <a:pt x="27417" y="37847"/>
                </a:cubicBezTo>
                <a:cubicBezTo>
                  <a:pt x="27417" y="37862"/>
                  <a:pt x="27387" y="37877"/>
                  <a:pt x="27387" y="37921"/>
                </a:cubicBezTo>
                <a:cubicBezTo>
                  <a:pt x="27373" y="37994"/>
                  <a:pt x="27358" y="38068"/>
                  <a:pt x="27343" y="38156"/>
                </a:cubicBezTo>
                <a:cubicBezTo>
                  <a:pt x="27314" y="38083"/>
                  <a:pt x="27314" y="38024"/>
                  <a:pt x="27299" y="37950"/>
                </a:cubicBezTo>
                <a:cubicBezTo>
                  <a:pt x="27314" y="37847"/>
                  <a:pt x="27343" y="37744"/>
                  <a:pt x="27373" y="37656"/>
                </a:cubicBezTo>
                <a:close/>
                <a:moveTo>
                  <a:pt x="27152" y="37715"/>
                </a:moveTo>
                <a:cubicBezTo>
                  <a:pt x="27167" y="37788"/>
                  <a:pt x="27196" y="37877"/>
                  <a:pt x="27211" y="37950"/>
                </a:cubicBezTo>
                <a:cubicBezTo>
                  <a:pt x="27167" y="38039"/>
                  <a:pt x="27137" y="38142"/>
                  <a:pt x="27093" y="38245"/>
                </a:cubicBezTo>
                <a:cubicBezTo>
                  <a:pt x="27078" y="38156"/>
                  <a:pt x="27049" y="38083"/>
                  <a:pt x="27019" y="38009"/>
                </a:cubicBezTo>
                <a:cubicBezTo>
                  <a:pt x="27064" y="37921"/>
                  <a:pt x="27122" y="37803"/>
                  <a:pt x="27152" y="37715"/>
                </a:cubicBezTo>
                <a:close/>
                <a:moveTo>
                  <a:pt x="26843" y="37715"/>
                </a:moveTo>
                <a:cubicBezTo>
                  <a:pt x="26872" y="37803"/>
                  <a:pt x="26902" y="37891"/>
                  <a:pt x="26931" y="37994"/>
                </a:cubicBezTo>
                <a:cubicBezTo>
                  <a:pt x="26902" y="38097"/>
                  <a:pt x="26843" y="38186"/>
                  <a:pt x="26799" y="38303"/>
                </a:cubicBezTo>
                <a:lnTo>
                  <a:pt x="26696" y="38024"/>
                </a:lnTo>
                <a:cubicBezTo>
                  <a:pt x="26755" y="37935"/>
                  <a:pt x="26799" y="37818"/>
                  <a:pt x="26843" y="37715"/>
                </a:cubicBezTo>
                <a:close/>
                <a:moveTo>
                  <a:pt x="16365" y="23734"/>
                </a:moveTo>
                <a:cubicBezTo>
                  <a:pt x="16762" y="26089"/>
                  <a:pt x="18410" y="27987"/>
                  <a:pt x="20323" y="30136"/>
                </a:cubicBezTo>
                <a:cubicBezTo>
                  <a:pt x="20471" y="30298"/>
                  <a:pt x="20647" y="30489"/>
                  <a:pt x="20780" y="30651"/>
                </a:cubicBezTo>
                <a:cubicBezTo>
                  <a:pt x="21354" y="31298"/>
                  <a:pt x="21928" y="31902"/>
                  <a:pt x="22502" y="32505"/>
                </a:cubicBezTo>
                <a:cubicBezTo>
                  <a:pt x="24135" y="34242"/>
                  <a:pt x="25680" y="35875"/>
                  <a:pt x="26578" y="37950"/>
                </a:cubicBezTo>
                <a:cubicBezTo>
                  <a:pt x="26593" y="37965"/>
                  <a:pt x="26593" y="38009"/>
                  <a:pt x="26622" y="38024"/>
                </a:cubicBezTo>
                <a:cubicBezTo>
                  <a:pt x="26563" y="38142"/>
                  <a:pt x="26504" y="38230"/>
                  <a:pt x="26446" y="38333"/>
                </a:cubicBezTo>
                <a:cubicBezTo>
                  <a:pt x="25548" y="36420"/>
                  <a:pt x="24076" y="34948"/>
                  <a:pt x="22516" y="33373"/>
                </a:cubicBezTo>
                <a:cubicBezTo>
                  <a:pt x="21795" y="32652"/>
                  <a:pt x="21059" y="31902"/>
                  <a:pt x="20368" y="31107"/>
                </a:cubicBezTo>
                <a:cubicBezTo>
                  <a:pt x="18190" y="28605"/>
                  <a:pt x="16497" y="26457"/>
                  <a:pt x="16321" y="23881"/>
                </a:cubicBezTo>
                <a:cubicBezTo>
                  <a:pt x="16321" y="23808"/>
                  <a:pt x="16335" y="23764"/>
                  <a:pt x="16365" y="23734"/>
                </a:cubicBezTo>
                <a:close/>
                <a:moveTo>
                  <a:pt x="27593" y="38024"/>
                </a:moveTo>
                <a:lnTo>
                  <a:pt x="27593" y="38156"/>
                </a:lnTo>
                <a:cubicBezTo>
                  <a:pt x="27579" y="38230"/>
                  <a:pt x="27549" y="38289"/>
                  <a:pt x="27549" y="38362"/>
                </a:cubicBezTo>
                <a:cubicBezTo>
                  <a:pt x="27549" y="38318"/>
                  <a:pt x="27549" y="38289"/>
                  <a:pt x="27535" y="38230"/>
                </a:cubicBezTo>
                <a:cubicBezTo>
                  <a:pt x="27549" y="38186"/>
                  <a:pt x="27549" y="38156"/>
                  <a:pt x="27579" y="38112"/>
                </a:cubicBezTo>
                <a:cubicBezTo>
                  <a:pt x="27579" y="38083"/>
                  <a:pt x="27593" y="38068"/>
                  <a:pt x="27593" y="38024"/>
                </a:cubicBezTo>
                <a:close/>
                <a:moveTo>
                  <a:pt x="27432" y="38068"/>
                </a:moveTo>
                <a:cubicBezTo>
                  <a:pt x="27432" y="38112"/>
                  <a:pt x="27446" y="38171"/>
                  <a:pt x="27446" y="38230"/>
                </a:cubicBezTo>
                <a:cubicBezTo>
                  <a:pt x="27432" y="38303"/>
                  <a:pt x="27402" y="38392"/>
                  <a:pt x="27387" y="38480"/>
                </a:cubicBezTo>
                <a:cubicBezTo>
                  <a:pt x="27373" y="38436"/>
                  <a:pt x="27373" y="38377"/>
                  <a:pt x="27358" y="38318"/>
                </a:cubicBezTo>
                <a:cubicBezTo>
                  <a:pt x="27373" y="38230"/>
                  <a:pt x="27402" y="38142"/>
                  <a:pt x="27432" y="38068"/>
                </a:cubicBezTo>
                <a:close/>
                <a:moveTo>
                  <a:pt x="27240" y="38068"/>
                </a:moveTo>
                <a:cubicBezTo>
                  <a:pt x="27270" y="38142"/>
                  <a:pt x="27284" y="38215"/>
                  <a:pt x="27284" y="38289"/>
                </a:cubicBezTo>
                <a:cubicBezTo>
                  <a:pt x="27240" y="38406"/>
                  <a:pt x="27211" y="38509"/>
                  <a:pt x="27196" y="38598"/>
                </a:cubicBezTo>
                <a:cubicBezTo>
                  <a:pt x="27167" y="38524"/>
                  <a:pt x="27152" y="38451"/>
                  <a:pt x="27137" y="38362"/>
                </a:cubicBezTo>
                <a:cubicBezTo>
                  <a:pt x="27167" y="38259"/>
                  <a:pt x="27211" y="38171"/>
                  <a:pt x="27240" y="38068"/>
                </a:cubicBezTo>
                <a:close/>
                <a:moveTo>
                  <a:pt x="26975" y="38097"/>
                </a:moveTo>
                <a:cubicBezTo>
                  <a:pt x="26990" y="38186"/>
                  <a:pt x="27019" y="38259"/>
                  <a:pt x="27049" y="38362"/>
                </a:cubicBezTo>
                <a:cubicBezTo>
                  <a:pt x="27005" y="38451"/>
                  <a:pt x="26975" y="38554"/>
                  <a:pt x="26931" y="38657"/>
                </a:cubicBezTo>
                <a:cubicBezTo>
                  <a:pt x="26902" y="38554"/>
                  <a:pt x="26872" y="38480"/>
                  <a:pt x="26843" y="38392"/>
                </a:cubicBezTo>
                <a:cubicBezTo>
                  <a:pt x="26872" y="38303"/>
                  <a:pt x="26931" y="38215"/>
                  <a:pt x="26975" y="38097"/>
                </a:cubicBezTo>
                <a:close/>
                <a:moveTo>
                  <a:pt x="26637" y="38112"/>
                </a:moveTo>
                <a:lnTo>
                  <a:pt x="26755" y="38392"/>
                </a:lnTo>
                <a:cubicBezTo>
                  <a:pt x="26696" y="38509"/>
                  <a:pt x="26652" y="38598"/>
                  <a:pt x="26607" y="38686"/>
                </a:cubicBezTo>
                <a:cubicBezTo>
                  <a:pt x="26563" y="38598"/>
                  <a:pt x="26504" y="38509"/>
                  <a:pt x="26475" y="38406"/>
                </a:cubicBezTo>
                <a:cubicBezTo>
                  <a:pt x="26534" y="38318"/>
                  <a:pt x="26578" y="38215"/>
                  <a:pt x="26637" y="38112"/>
                </a:cubicBezTo>
                <a:close/>
                <a:moveTo>
                  <a:pt x="27593" y="38480"/>
                </a:moveTo>
                <a:lnTo>
                  <a:pt x="27593" y="38554"/>
                </a:lnTo>
                <a:cubicBezTo>
                  <a:pt x="27593" y="38598"/>
                  <a:pt x="27579" y="38627"/>
                  <a:pt x="27579" y="38686"/>
                </a:cubicBezTo>
                <a:lnTo>
                  <a:pt x="27579" y="38612"/>
                </a:lnTo>
                <a:cubicBezTo>
                  <a:pt x="27593" y="38583"/>
                  <a:pt x="27593" y="38539"/>
                  <a:pt x="27593" y="38480"/>
                </a:cubicBezTo>
                <a:close/>
                <a:moveTo>
                  <a:pt x="16232" y="23970"/>
                </a:moveTo>
                <a:cubicBezTo>
                  <a:pt x="16468" y="26530"/>
                  <a:pt x="18145" y="28664"/>
                  <a:pt x="20294" y="31151"/>
                </a:cubicBezTo>
                <a:cubicBezTo>
                  <a:pt x="20986" y="31961"/>
                  <a:pt x="21722" y="32696"/>
                  <a:pt x="22443" y="33432"/>
                </a:cubicBezTo>
                <a:cubicBezTo>
                  <a:pt x="24003" y="35007"/>
                  <a:pt x="25489" y="36523"/>
                  <a:pt x="26401" y="38436"/>
                </a:cubicBezTo>
                <a:cubicBezTo>
                  <a:pt x="26343" y="38539"/>
                  <a:pt x="26284" y="38627"/>
                  <a:pt x="26210" y="38745"/>
                </a:cubicBezTo>
                <a:cubicBezTo>
                  <a:pt x="25298" y="36994"/>
                  <a:pt x="23870" y="35610"/>
                  <a:pt x="22369" y="34183"/>
                </a:cubicBezTo>
                <a:cubicBezTo>
                  <a:pt x="21516" y="33373"/>
                  <a:pt x="20662" y="32520"/>
                  <a:pt x="19853" y="31607"/>
                </a:cubicBezTo>
                <a:cubicBezTo>
                  <a:pt x="17939" y="29371"/>
                  <a:pt x="16173" y="26913"/>
                  <a:pt x="16173" y="24102"/>
                </a:cubicBezTo>
                <a:cubicBezTo>
                  <a:pt x="16188" y="24043"/>
                  <a:pt x="16203" y="23999"/>
                  <a:pt x="16232" y="23970"/>
                </a:cubicBezTo>
                <a:close/>
                <a:moveTo>
                  <a:pt x="27461" y="38436"/>
                </a:moveTo>
                <a:cubicBezTo>
                  <a:pt x="27490" y="38509"/>
                  <a:pt x="27490" y="38554"/>
                  <a:pt x="27490" y="38598"/>
                </a:cubicBezTo>
                <a:lnTo>
                  <a:pt x="27432" y="38818"/>
                </a:lnTo>
                <a:cubicBezTo>
                  <a:pt x="27432" y="38760"/>
                  <a:pt x="27417" y="38730"/>
                  <a:pt x="27417" y="38671"/>
                </a:cubicBezTo>
                <a:cubicBezTo>
                  <a:pt x="27417" y="38627"/>
                  <a:pt x="27432" y="38598"/>
                  <a:pt x="27432" y="38554"/>
                </a:cubicBezTo>
                <a:cubicBezTo>
                  <a:pt x="27446" y="38524"/>
                  <a:pt x="27446" y="38465"/>
                  <a:pt x="27461" y="38436"/>
                </a:cubicBezTo>
                <a:close/>
                <a:moveTo>
                  <a:pt x="27299" y="38480"/>
                </a:moveTo>
                <a:cubicBezTo>
                  <a:pt x="27314" y="38554"/>
                  <a:pt x="27314" y="38612"/>
                  <a:pt x="27343" y="38686"/>
                </a:cubicBezTo>
                <a:cubicBezTo>
                  <a:pt x="27314" y="38774"/>
                  <a:pt x="27284" y="38877"/>
                  <a:pt x="27270" y="38966"/>
                </a:cubicBezTo>
                <a:cubicBezTo>
                  <a:pt x="27240" y="38892"/>
                  <a:pt x="27225" y="38818"/>
                  <a:pt x="27225" y="38760"/>
                </a:cubicBezTo>
                <a:cubicBezTo>
                  <a:pt x="27240" y="38671"/>
                  <a:pt x="27284" y="38583"/>
                  <a:pt x="27299" y="38480"/>
                </a:cubicBezTo>
                <a:close/>
                <a:moveTo>
                  <a:pt x="27078" y="38509"/>
                </a:moveTo>
                <a:cubicBezTo>
                  <a:pt x="27093" y="38598"/>
                  <a:pt x="27108" y="38671"/>
                  <a:pt x="27137" y="38760"/>
                </a:cubicBezTo>
                <a:cubicBezTo>
                  <a:pt x="27093" y="38833"/>
                  <a:pt x="27064" y="38921"/>
                  <a:pt x="27034" y="39039"/>
                </a:cubicBezTo>
                <a:cubicBezTo>
                  <a:pt x="27019" y="38951"/>
                  <a:pt x="26990" y="38877"/>
                  <a:pt x="26961" y="38774"/>
                </a:cubicBezTo>
                <a:lnTo>
                  <a:pt x="27078" y="38509"/>
                </a:lnTo>
                <a:close/>
                <a:moveTo>
                  <a:pt x="26784" y="38509"/>
                </a:moveTo>
                <a:cubicBezTo>
                  <a:pt x="26828" y="38598"/>
                  <a:pt x="26843" y="38686"/>
                  <a:pt x="26872" y="38774"/>
                </a:cubicBezTo>
                <a:cubicBezTo>
                  <a:pt x="26843" y="38877"/>
                  <a:pt x="26784" y="38980"/>
                  <a:pt x="26755" y="39069"/>
                </a:cubicBezTo>
                <a:lnTo>
                  <a:pt x="26637" y="38804"/>
                </a:lnTo>
                <a:cubicBezTo>
                  <a:pt x="26696" y="38701"/>
                  <a:pt x="26725" y="38598"/>
                  <a:pt x="26784" y="38509"/>
                </a:cubicBezTo>
                <a:close/>
                <a:moveTo>
                  <a:pt x="26416" y="38524"/>
                </a:moveTo>
                <a:cubicBezTo>
                  <a:pt x="26460" y="38612"/>
                  <a:pt x="26504" y="38701"/>
                  <a:pt x="26549" y="38804"/>
                </a:cubicBezTo>
                <a:cubicBezTo>
                  <a:pt x="26490" y="38892"/>
                  <a:pt x="26431" y="38980"/>
                  <a:pt x="26387" y="39098"/>
                </a:cubicBezTo>
                <a:lnTo>
                  <a:pt x="26269" y="38877"/>
                </a:lnTo>
                <a:cubicBezTo>
                  <a:pt x="26254" y="38848"/>
                  <a:pt x="26254" y="38833"/>
                  <a:pt x="26239" y="38818"/>
                </a:cubicBezTo>
                <a:cubicBezTo>
                  <a:pt x="26284" y="38730"/>
                  <a:pt x="26343" y="38612"/>
                  <a:pt x="26416" y="38524"/>
                </a:cubicBezTo>
                <a:close/>
                <a:moveTo>
                  <a:pt x="16085" y="24235"/>
                </a:moveTo>
                <a:cubicBezTo>
                  <a:pt x="16159" y="27001"/>
                  <a:pt x="17881" y="29429"/>
                  <a:pt x="19779" y="31637"/>
                </a:cubicBezTo>
                <a:cubicBezTo>
                  <a:pt x="20559" y="32579"/>
                  <a:pt x="21442" y="33403"/>
                  <a:pt x="22295" y="34242"/>
                </a:cubicBezTo>
                <a:cubicBezTo>
                  <a:pt x="23811" y="35684"/>
                  <a:pt x="25224" y="37053"/>
                  <a:pt x="26136" y="38818"/>
                </a:cubicBezTo>
                <a:cubicBezTo>
                  <a:pt x="26092" y="38921"/>
                  <a:pt x="26019" y="39025"/>
                  <a:pt x="25960" y="39113"/>
                </a:cubicBezTo>
                <a:cubicBezTo>
                  <a:pt x="25003" y="37465"/>
                  <a:pt x="23620" y="36228"/>
                  <a:pt x="22163" y="34889"/>
                </a:cubicBezTo>
                <a:cubicBezTo>
                  <a:pt x="21206" y="34006"/>
                  <a:pt x="20220" y="33109"/>
                  <a:pt x="19337" y="32078"/>
                </a:cubicBezTo>
                <a:cubicBezTo>
                  <a:pt x="16909" y="29209"/>
                  <a:pt x="15864" y="26751"/>
                  <a:pt x="16026" y="24323"/>
                </a:cubicBezTo>
                <a:cubicBezTo>
                  <a:pt x="16041" y="24279"/>
                  <a:pt x="16056" y="24249"/>
                  <a:pt x="16085" y="24235"/>
                </a:cubicBezTo>
                <a:close/>
                <a:moveTo>
                  <a:pt x="27505" y="38892"/>
                </a:moveTo>
                <a:cubicBezTo>
                  <a:pt x="27520" y="38921"/>
                  <a:pt x="27520" y="38966"/>
                  <a:pt x="27520" y="38995"/>
                </a:cubicBezTo>
                <a:cubicBezTo>
                  <a:pt x="27505" y="39054"/>
                  <a:pt x="27505" y="39113"/>
                  <a:pt x="27490" y="39172"/>
                </a:cubicBezTo>
                <a:cubicBezTo>
                  <a:pt x="27490" y="39128"/>
                  <a:pt x="27490" y="39098"/>
                  <a:pt x="27461" y="39054"/>
                </a:cubicBezTo>
                <a:cubicBezTo>
                  <a:pt x="27490" y="38995"/>
                  <a:pt x="27490" y="38951"/>
                  <a:pt x="27505" y="38892"/>
                </a:cubicBezTo>
                <a:close/>
                <a:moveTo>
                  <a:pt x="27373" y="38877"/>
                </a:moveTo>
                <a:cubicBezTo>
                  <a:pt x="27373" y="38951"/>
                  <a:pt x="27387" y="38995"/>
                  <a:pt x="27387" y="39054"/>
                </a:cubicBezTo>
                <a:cubicBezTo>
                  <a:pt x="27373" y="39113"/>
                  <a:pt x="27373" y="39172"/>
                  <a:pt x="27358" y="39216"/>
                </a:cubicBezTo>
                <a:cubicBezTo>
                  <a:pt x="27358" y="39260"/>
                  <a:pt x="27343" y="39289"/>
                  <a:pt x="27343" y="39319"/>
                </a:cubicBezTo>
                <a:cubicBezTo>
                  <a:pt x="27314" y="39260"/>
                  <a:pt x="27314" y="39201"/>
                  <a:pt x="27299" y="39128"/>
                </a:cubicBezTo>
                <a:cubicBezTo>
                  <a:pt x="27314" y="39054"/>
                  <a:pt x="27358" y="38966"/>
                  <a:pt x="27373" y="38877"/>
                </a:cubicBezTo>
                <a:close/>
                <a:moveTo>
                  <a:pt x="27167" y="38892"/>
                </a:moveTo>
                <a:cubicBezTo>
                  <a:pt x="27181" y="38966"/>
                  <a:pt x="27211" y="39039"/>
                  <a:pt x="27225" y="39128"/>
                </a:cubicBezTo>
                <a:cubicBezTo>
                  <a:pt x="27196" y="39216"/>
                  <a:pt x="27152" y="39319"/>
                  <a:pt x="27137" y="39407"/>
                </a:cubicBezTo>
                <a:cubicBezTo>
                  <a:pt x="27122" y="39334"/>
                  <a:pt x="27093" y="39245"/>
                  <a:pt x="27078" y="39172"/>
                </a:cubicBezTo>
                <a:cubicBezTo>
                  <a:pt x="27122" y="39069"/>
                  <a:pt x="27152" y="38980"/>
                  <a:pt x="27167" y="38892"/>
                </a:cubicBezTo>
                <a:close/>
                <a:moveTo>
                  <a:pt x="26916" y="38892"/>
                </a:moveTo>
                <a:cubicBezTo>
                  <a:pt x="26931" y="38980"/>
                  <a:pt x="26975" y="39069"/>
                  <a:pt x="26990" y="39142"/>
                </a:cubicBezTo>
                <a:lnTo>
                  <a:pt x="26872" y="39422"/>
                </a:lnTo>
                <a:cubicBezTo>
                  <a:pt x="26843" y="39334"/>
                  <a:pt x="26828" y="39245"/>
                  <a:pt x="26784" y="39172"/>
                </a:cubicBezTo>
                <a:cubicBezTo>
                  <a:pt x="26828" y="39069"/>
                  <a:pt x="26872" y="38980"/>
                  <a:pt x="26916" y="38892"/>
                </a:cubicBezTo>
                <a:close/>
                <a:moveTo>
                  <a:pt x="26195" y="38892"/>
                </a:moveTo>
                <a:lnTo>
                  <a:pt x="26195" y="38907"/>
                </a:lnTo>
                <a:cubicBezTo>
                  <a:pt x="26254" y="38980"/>
                  <a:pt x="26284" y="39069"/>
                  <a:pt x="26343" y="39172"/>
                </a:cubicBezTo>
                <a:cubicBezTo>
                  <a:pt x="26284" y="39260"/>
                  <a:pt x="26239" y="39363"/>
                  <a:pt x="26181" y="39466"/>
                </a:cubicBezTo>
                <a:cubicBezTo>
                  <a:pt x="26166" y="39422"/>
                  <a:pt x="26136" y="39363"/>
                  <a:pt x="26107" y="39334"/>
                </a:cubicBezTo>
                <a:cubicBezTo>
                  <a:pt x="26063" y="39275"/>
                  <a:pt x="26048" y="39245"/>
                  <a:pt x="26004" y="39186"/>
                </a:cubicBezTo>
                <a:cubicBezTo>
                  <a:pt x="26078" y="39098"/>
                  <a:pt x="26136" y="38980"/>
                  <a:pt x="26195" y="38892"/>
                </a:cubicBezTo>
                <a:close/>
                <a:moveTo>
                  <a:pt x="26578" y="38892"/>
                </a:moveTo>
                <a:lnTo>
                  <a:pt x="26696" y="39172"/>
                </a:lnTo>
                <a:cubicBezTo>
                  <a:pt x="26637" y="39260"/>
                  <a:pt x="26593" y="39363"/>
                  <a:pt x="26549" y="39466"/>
                </a:cubicBezTo>
                <a:cubicBezTo>
                  <a:pt x="26504" y="39363"/>
                  <a:pt x="26475" y="39275"/>
                  <a:pt x="26416" y="39186"/>
                </a:cubicBezTo>
                <a:cubicBezTo>
                  <a:pt x="26490" y="39069"/>
                  <a:pt x="26534" y="38980"/>
                  <a:pt x="26578" y="38892"/>
                </a:cubicBezTo>
                <a:close/>
                <a:moveTo>
                  <a:pt x="15953" y="24485"/>
                </a:moveTo>
                <a:lnTo>
                  <a:pt x="15953" y="24485"/>
                </a:lnTo>
                <a:cubicBezTo>
                  <a:pt x="15835" y="26883"/>
                  <a:pt x="16909" y="29326"/>
                  <a:pt x="19293" y="32123"/>
                </a:cubicBezTo>
                <a:cubicBezTo>
                  <a:pt x="20176" y="33153"/>
                  <a:pt x="21177" y="34065"/>
                  <a:pt x="22134" y="34948"/>
                </a:cubicBezTo>
                <a:cubicBezTo>
                  <a:pt x="23605" y="36302"/>
                  <a:pt x="24989" y="37553"/>
                  <a:pt x="25916" y="39186"/>
                </a:cubicBezTo>
                <a:cubicBezTo>
                  <a:pt x="25842" y="39289"/>
                  <a:pt x="25798" y="39392"/>
                  <a:pt x="25724" y="39481"/>
                </a:cubicBezTo>
                <a:cubicBezTo>
                  <a:pt x="24738" y="37950"/>
                  <a:pt x="23399" y="36788"/>
                  <a:pt x="21972" y="35551"/>
                </a:cubicBezTo>
                <a:cubicBezTo>
                  <a:pt x="20897" y="34639"/>
                  <a:pt x="19794" y="33682"/>
                  <a:pt x="18852" y="32564"/>
                </a:cubicBezTo>
                <a:cubicBezTo>
                  <a:pt x="16571" y="29856"/>
                  <a:pt x="15585" y="27075"/>
                  <a:pt x="15909" y="24544"/>
                </a:cubicBezTo>
                <a:cubicBezTo>
                  <a:pt x="15909" y="24529"/>
                  <a:pt x="15923" y="24499"/>
                  <a:pt x="15953" y="24485"/>
                </a:cubicBezTo>
                <a:close/>
                <a:moveTo>
                  <a:pt x="27520" y="39348"/>
                </a:moveTo>
                <a:lnTo>
                  <a:pt x="27520" y="39407"/>
                </a:lnTo>
                <a:cubicBezTo>
                  <a:pt x="27520" y="39437"/>
                  <a:pt x="27505" y="39466"/>
                  <a:pt x="27505" y="39495"/>
                </a:cubicBezTo>
                <a:lnTo>
                  <a:pt x="27505" y="39437"/>
                </a:lnTo>
                <a:cubicBezTo>
                  <a:pt x="27505" y="39407"/>
                  <a:pt x="27520" y="39392"/>
                  <a:pt x="27520" y="39348"/>
                </a:cubicBezTo>
                <a:close/>
                <a:moveTo>
                  <a:pt x="27417" y="39275"/>
                </a:moveTo>
                <a:cubicBezTo>
                  <a:pt x="27432" y="39334"/>
                  <a:pt x="27432" y="39392"/>
                  <a:pt x="27432" y="39422"/>
                </a:cubicBezTo>
                <a:lnTo>
                  <a:pt x="27373" y="39643"/>
                </a:lnTo>
                <a:cubicBezTo>
                  <a:pt x="27373" y="39584"/>
                  <a:pt x="27358" y="39554"/>
                  <a:pt x="27358" y="39495"/>
                </a:cubicBezTo>
                <a:lnTo>
                  <a:pt x="27417" y="39275"/>
                </a:lnTo>
                <a:close/>
                <a:moveTo>
                  <a:pt x="27240" y="39289"/>
                </a:moveTo>
                <a:cubicBezTo>
                  <a:pt x="27270" y="39363"/>
                  <a:pt x="27270" y="39437"/>
                  <a:pt x="27284" y="39495"/>
                </a:cubicBezTo>
                <a:cubicBezTo>
                  <a:pt x="27270" y="39584"/>
                  <a:pt x="27240" y="39657"/>
                  <a:pt x="27211" y="39760"/>
                </a:cubicBezTo>
                <a:lnTo>
                  <a:pt x="27152" y="39540"/>
                </a:lnTo>
                <a:cubicBezTo>
                  <a:pt x="27196" y="39466"/>
                  <a:pt x="27225" y="39392"/>
                  <a:pt x="27240" y="39289"/>
                </a:cubicBezTo>
                <a:close/>
                <a:moveTo>
                  <a:pt x="27019" y="39289"/>
                </a:moveTo>
                <a:cubicBezTo>
                  <a:pt x="27034" y="39392"/>
                  <a:pt x="27064" y="39466"/>
                  <a:pt x="27078" y="39554"/>
                </a:cubicBezTo>
                <a:cubicBezTo>
                  <a:pt x="27034" y="39643"/>
                  <a:pt x="27019" y="39731"/>
                  <a:pt x="26990" y="39804"/>
                </a:cubicBezTo>
                <a:cubicBezTo>
                  <a:pt x="26975" y="39716"/>
                  <a:pt x="26931" y="39643"/>
                  <a:pt x="26916" y="39554"/>
                </a:cubicBezTo>
                <a:cubicBezTo>
                  <a:pt x="26946" y="39466"/>
                  <a:pt x="26990" y="39363"/>
                  <a:pt x="27019" y="39289"/>
                </a:cubicBezTo>
                <a:close/>
                <a:moveTo>
                  <a:pt x="26725" y="39275"/>
                </a:moveTo>
                <a:cubicBezTo>
                  <a:pt x="26769" y="39363"/>
                  <a:pt x="26784" y="39466"/>
                  <a:pt x="26813" y="39554"/>
                </a:cubicBezTo>
                <a:cubicBezTo>
                  <a:pt x="26784" y="39643"/>
                  <a:pt x="26725" y="39731"/>
                  <a:pt x="26696" y="39834"/>
                </a:cubicBezTo>
                <a:lnTo>
                  <a:pt x="26578" y="39554"/>
                </a:lnTo>
                <a:cubicBezTo>
                  <a:pt x="26637" y="39466"/>
                  <a:pt x="26666" y="39363"/>
                  <a:pt x="26725" y="39275"/>
                </a:cubicBezTo>
                <a:close/>
                <a:moveTo>
                  <a:pt x="15806" y="24764"/>
                </a:moveTo>
                <a:lnTo>
                  <a:pt x="15806" y="24764"/>
                </a:lnTo>
                <a:cubicBezTo>
                  <a:pt x="15541" y="27266"/>
                  <a:pt x="16571" y="29974"/>
                  <a:pt x="18778" y="32623"/>
                </a:cubicBezTo>
                <a:cubicBezTo>
                  <a:pt x="19720" y="33741"/>
                  <a:pt x="20824" y="34698"/>
                  <a:pt x="21913" y="35610"/>
                </a:cubicBezTo>
                <a:cubicBezTo>
                  <a:pt x="23340" y="36846"/>
                  <a:pt x="24709" y="38024"/>
                  <a:pt x="25666" y="39554"/>
                </a:cubicBezTo>
                <a:cubicBezTo>
                  <a:pt x="25592" y="39657"/>
                  <a:pt x="25518" y="39760"/>
                  <a:pt x="25445" y="39849"/>
                </a:cubicBezTo>
                <a:cubicBezTo>
                  <a:pt x="24444" y="38436"/>
                  <a:pt x="23120" y="37332"/>
                  <a:pt x="21707" y="36184"/>
                </a:cubicBezTo>
                <a:cubicBezTo>
                  <a:pt x="20529" y="35228"/>
                  <a:pt x="19337" y="34242"/>
                  <a:pt x="18337" y="33035"/>
                </a:cubicBezTo>
                <a:cubicBezTo>
                  <a:pt x="16159" y="30386"/>
                  <a:pt x="15246" y="27472"/>
                  <a:pt x="15806" y="24764"/>
                </a:cubicBezTo>
                <a:close/>
                <a:moveTo>
                  <a:pt x="25975" y="39260"/>
                </a:moveTo>
                <a:cubicBezTo>
                  <a:pt x="25989" y="39289"/>
                  <a:pt x="26019" y="39334"/>
                  <a:pt x="26048" y="39363"/>
                </a:cubicBezTo>
                <a:cubicBezTo>
                  <a:pt x="26048" y="39422"/>
                  <a:pt x="26092" y="39495"/>
                  <a:pt x="26122" y="39554"/>
                </a:cubicBezTo>
                <a:cubicBezTo>
                  <a:pt x="26063" y="39643"/>
                  <a:pt x="25989" y="39760"/>
                  <a:pt x="25930" y="39849"/>
                </a:cubicBezTo>
                <a:cubicBezTo>
                  <a:pt x="25930" y="39834"/>
                  <a:pt x="25916" y="39834"/>
                  <a:pt x="25916" y="39804"/>
                </a:cubicBezTo>
                <a:cubicBezTo>
                  <a:pt x="25872" y="39716"/>
                  <a:pt x="25813" y="39643"/>
                  <a:pt x="25769" y="39554"/>
                </a:cubicBezTo>
                <a:cubicBezTo>
                  <a:pt x="25842" y="39466"/>
                  <a:pt x="25901" y="39348"/>
                  <a:pt x="25975" y="39260"/>
                </a:cubicBezTo>
                <a:close/>
                <a:moveTo>
                  <a:pt x="26387" y="39275"/>
                </a:moveTo>
                <a:cubicBezTo>
                  <a:pt x="26416" y="39363"/>
                  <a:pt x="26460" y="39466"/>
                  <a:pt x="26504" y="39569"/>
                </a:cubicBezTo>
                <a:cubicBezTo>
                  <a:pt x="26460" y="39643"/>
                  <a:pt x="26401" y="39731"/>
                  <a:pt x="26343" y="39849"/>
                </a:cubicBezTo>
                <a:cubicBezTo>
                  <a:pt x="26298" y="39760"/>
                  <a:pt x="26254" y="39657"/>
                  <a:pt x="26210" y="39569"/>
                </a:cubicBezTo>
                <a:cubicBezTo>
                  <a:pt x="26269" y="39481"/>
                  <a:pt x="26328" y="39392"/>
                  <a:pt x="26387" y="39275"/>
                </a:cubicBezTo>
                <a:close/>
                <a:moveTo>
                  <a:pt x="27432" y="39701"/>
                </a:moveTo>
                <a:cubicBezTo>
                  <a:pt x="27446" y="39760"/>
                  <a:pt x="27446" y="39790"/>
                  <a:pt x="27446" y="39804"/>
                </a:cubicBezTo>
                <a:cubicBezTo>
                  <a:pt x="27432" y="39863"/>
                  <a:pt x="27432" y="39922"/>
                  <a:pt x="27402" y="39981"/>
                </a:cubicBezTo>
                <a:cubicBezTo>
                  <a:pt x="27402" y="39937"/>
                  <a:pt x="27402" y="39922"/>
                  <a:pt x="27387" y="39878"/>
                </a:cubicBezTo>
                <a:lnTo>
                  <a:pt x="27387" y="39863"/>
                </a:lnTo>
                <a:cubicBezTo>
                  <a:pt x="27402" y="39804"/>
                  <a:pt x="27402" y="39760"/>
                  <a:pt x="27432" y="39701"/>
                </a:cubicBezTo>
                <a:close/>
                <a:moveTo>
                  <a:pt x="27314" y="39701"/>
                </a:moveTo>
                <a:cubicBezTo>
                  <a:pt x="27314" y="39775"/>
                  <a:pt x="27314" y="39834"/>
                  <a:pt x="27343" y="39878"/>
                </a:cubicBezTo>
                <a:lnTo>
                  <a:pt x="27284" y="40099"/>
                </a:lnTo>
                <a:cubicBezTo>
                  <a:pt x="27270" y="40040"/>
                  <a:pt x="27270" y="39981"/>
                  <a:pt x="27240" y="39922"/>
                </a:cubicBezTo>
                <a:cubicBezTo>
                  <a:pt x="27270" y="39849"/>
                  <a:pt x="27284" y="39775"/>
                  <a:pt x="27314" y="39701"/>
                </a:cubicBezTo>
                <a:close/>
                <a:moveTo>
                  <a:pt x="27122" y="39672"/>
                </a:moveTo>
                <a:cubicBezTo>
                  <a:pt x="27137" y="39760"/>
                  <a:pt x="27152" y="39849"/>
                  <a:pt x="27167" y="39922"/>
                </a:cubicBezTo>
                <a:cubicBezTo>
                  <a:pt x="27137" y="40010"/>
                  <a:pt x="27122" y="40084"/>
                  <a:pt x="27078" y="40172"/>
                </a:cubicBezTo>
                <a:cubicBezTo>
                  <a:pt x="27064" y="40099"/>
                  <a:pt x="27034" y="40010"/>
                  <a:pt x="27019" y="39937"/>
                </a:cubicBezTo>
                <a:cubicBezTo>
                  <a:pt x="27064" y="39849"/>
                  <a:pt x="27078" y="39775"/>
                  <a:pt x="27122" y="39672"/>
                </a:cubicBezTo>
                <a:close/>
                <a:moveTo>
                  <a:pt x="15658" y="25162"/>
                </a:moveTo>
                <a:lnTo>
                  <a:pt x="15658" y="25162"/>
                </a:lnTo>
                <a:cubicBezTo>
                  <a:pt x="15276" y="27781"/>
                  <a:pt x="16203" y="30563"/>
                  <a:pt x="18293" y="33094"/>
                </a:cubicBezTo>
                <a:cubicBezTo>
                  <a:pt x="19279" y="34286"/>
                  <a:pt x="20500" y="35287"/>
                  <a:pt x="21677" y="36243"/>
                </a:cubicBezTo>
                <a:cubicBezTo>
                  <a:pt x="23075" y="37406"/>
                  <a:pt x="24415" y="38480"/>
                  <a:pt x="25401" y="39907"/>
                </a:cubicBezTo>
                <a:cubicBezTo>
                  <a:pt x="25327" y="39996"/>
                  <a:pt x="25253" y="40099"/>
                  <a:pt x="25180" y="40202"/>
                </a:cubicBezTo>
                <a:cubicBezTo>
                  <a:pt x="24179" y="38848"/>
                  <a:pt x="22811" y="37803"/>
                  <a:pt x="21486" y="36773"/>
                </a:cubicBezTo>
                <a:cubicBezTo>
                  <a:pt x="20220" y="35802"/>
                  <a:pt x="18911" y="34786"/>
                  <a:pt x="17881" y="33521"/>
                </a:cubicBezTo>
                <a:cubicBezTo>
                  <a:pt x="15806" y="31034"/>
                  <a:pt x="14981" y="27928"/>
                  <a:pt x="15658" y="25162"/>
                </a:cubicBezTo>
                <a:close/>
                <a:moveTo>
                  <a:pt x="26858" y="39657"/>
                </a:moveTo>
                <a:cubicBezTo>
                  <a:pt x="26872" y="39760"/>
                  <a:pt x="26916" y="39849"/>
                  <a:pt x="26931" y="39922"/>
                </a:cubicBezTo>
                <a:lnTo>
                  <a:pt x="26828" y="40202"/>
                </a:lnTo>
                <a:cubicBezTo>
                  <a:pt x="26784" y="40099"/>
                  <a:pt x="26769" y="40010"/>
                  <a:pt x="26725" y="39922"/>
                </a:cubicBezTo>
                <a:cubicBezTo>
                  <a:pt x="26784" y="39849"/>
                  <a:pt x="26828" y="39760"/>
                  <a:pt x="26858" y="39657"/>
                </a:cubicBezTo>
                <a:close/>
                <a:moveTo>
                  <a:pt x="25724" y="39628"/>
                </a:moveTo>
                <a:cubicBezTo>
                  <a:pt x="25754" y="39701"/>
                  <a:pt x="25798" y="39775"/>
                  <a:pt x="25842" y="39849"/>
                </a:cubicBezTo>
                <a:cubicBezTo>
                  <a:pt x="25857" y="39863"/>
                  <a:pt x="25857" y="39907"/>
                  <a:pt x="25886" y="39922"/>
                </a:cubicBezTo>
                <a:cubicBezTo>
                  <a:pt x="25813" y="40010"/>
                  <a:pt x="25754" y="40128"/>
                  <a:pt x="25680" y="40217"/>
                </a:cubicBezTo>
                <a:cubicBezTo>
                  <a:pt x="25621" y="40128"/>
                  <a:pt x="25548" y="40010"/>
                  <a:pt x="25504" y="39922"/>
                </a:cubicBezTo>
                <a:cubicBezTo>
                  <a:pt x="25577" y="39834"/>
                  <a:pt x="25651" y="39716"/>
                  <a:pt x="25724" y="39628"/>
                </a:cubicBezTo>
                <a:close/>
                <a:moveTo>
                  <a:pt x="26181" y="39628"/>
                </a:moveTo>
                <a:cubicBezTo>
                  <a:pt x="26210" y="39731"/>
                  <a:pt x="26254" y="39834"/>
                  <a:pt x="26298" y="39922"/>
                </a:cubicBezTo>
                <a:cubicBezTo>
                  <a:pt x="26254" y="40010"/>
                  <a:pt x="26195" y="40099"/>
                  <a:pt x="26136" y="40217"/>
                </a:cubicBezTo>
                <a:cubicBezTo>
                  <a:pt x="26078" y="40128"/>
                  <a:pt x="26048" y="40025"/>
                  <a:pt x="25989" y="39922"/>
                </a:cubicBezTo>
                <a:cubicBezTo>
                  <a:pt x="26048" y="39834"/>
                  <a:pt x="26122" y="39731"/>
                  <a:pt x="26181" y="39628"/>
                </a:cubicBezTo>
                <a:close/>
                <a:moveTo>
                  <a:pt x="26534" y="39657"/>
                </a:moveTo>
                <a:lnTo>
                  <a:pt x="26637" y="39937"/>
                </a:lnTo>
                <a:cubicBezTo>
                  <a:pt x="26593" y="40025"/>
                  <a:pt x="26549" y="40128"/>
                  <a:pt x="26490" y="40217"/>
                </a:cubicBezTo>
                <a:cubicBezTo>
                  <a:pt x="26475" y="40128"/>
                  <a:pt x="26431" y="40025"/>
                  <a:pt x="26387" y="39937"/>
                </a:cubicBezTo>
                <a:cubicBezTo>
                  <a:pt x="26431" y="39849"/>
                  <a:pt x="26490" y="39760"/>
                  <a:pt x="26534" y="39657"/>
                </a:cubicBezTo>
                <a:close/>
                <a:moveTo>
                  <a:pt x="27461" y="40172"/>
                </a:moveTo>
                <a:lnTo>
                  <a:pt x="27461" y="40202"/>
                </a:lnTo>
                <a:cubicBezTo>
                  <a:pt x="27461" y="40231"/>
                  <a:pt x="27446" y="40275"/>
                  <a:pt x="27446" y="40305"/>
                </a:cubicBezTo>
                <a:lnTo>
                  <a:pt x="27446" y="40275"/>
                </a:lnTo>
                <a:cubicBezTo>
                  <a:pt x="27446" y="40231"/>
                  <a:pt x="27461" y="40217"/>
                  <a:pt x="27461" y="40172"/>
                </a:cubicBezTo>
                <a:close/>
                <a:moveTo>
                  <a:pt x="27373" y="40128"/>
                </a:moveTo>
                <a:lnTo>
                  <a:pt x="27373" y="40128"/>
                </a:lnTo>
                <a:cubicBezTo>
                  <a:pt x="27358" y="40172"/>
                  <a:pt x="27373" y="40217"/>
                  <a:pt x="27373" y="40275"/>
                </a:cubicBezTo>
                <a:cubicBezTo>
                  <a:pt x="27358" y="40320"/>
                  <a:pt x="27358" y="40393"/>
                  <a:pt x="27343" y="40452"/>
                </a:cubicBezTo>
                <a:cubicBezTo>
                  <a:pt x="27343" y="40393"/>
                  <a:pt x="27314" y="40364"/>
                  <a:pt x="27314" y="40305"/>
                </a:cubicBezTo>
                <a:cubicBezTo>
                  <a:pt x="27343" y="40246"/>
                  <a:pt x="27358" y="40172"/>
                  <a:pt x="27373" y="40128"/>
                </a:cubicBezTo>
                <a:close/>
                <a:moveTo>
                  <a:pt x="27167" y="40084"/>
                </a:moveTo>
                <a:cubicBezTo>
                  <a:pt x="27211" y="40158"/>
                  <a:pt x="27211" y="40231"/>
                  <a:pt x="27225" y="40305"/>
                </a:cubicBezTo>
                <a:cubicBezTo>
                  <a:pt x="27211" y="40378"/>
                  <a:pt x="27181" y="40467"/>
                  <a:pt x="27152" y="40540"/>
                </a:cubicBezTo>
                <a:lnTo>
                  <a:pt x="27093" y="40320"/>
                </a:lnTo>
                <a:cubicBezTo>
                  <a:pt x="27108" y="40246"/>
                  <a:pt x="27152" y="40172"/>
                  <a:pt x="27167" y="40084"/>
                </a:cubicBezTo>
                <a:close/>
                <a:moveTo>
                  <a:pt x="15467" y="25633"/>
                </a:moveTo>
                <a:cubicBezTo>
                  <a:pt x="14996" y="28296"/>
                  <a:pt x="15820" y="31225"/>
                  <a:pt x="17792" y="33594"/>
                </a:cubicBezTo>
                <a:cubicBezTo>
                  <a:pt x="18837" y="34860"/>
                  <a:pt x="20147" y="35890"/>
                  <a:pt x="21412" y="36861"/>
                </a:cubicBezTo>
                <a:cubicBezTo>
                  <a:pt x="22737" y="37891"/>
                  <a:pt x="24091" y="38951"/>
                  <a:pt x="25106" y="40290"/>
                </a:cubicBezTo>
                <a:cubicBezTo>
                  <a:pt x="25033" y="40378"/>
                  <a:pt x="24944" y="40496"/>
                  <a:pt x="24871" y="40584"/>
                </a:cubicBezTo>
                <a:cubicBezTo>
                  <a:pt x="23826" y="39334"/>
                  <a:pt x="22487" y="38333"/>
                  <a:pt x="21177" y="37376"/>
                </a:cubicBezTo>
                <a:cubicBezTo>
                  <a:pt x="19808" y="36390"/>
                  <a:pt x="18410" y="35360"/>
                  <a:pt x="17351" y="34036"/>
                </a:cubicBezTo>
                <a:cubicBezTo>
                  <a:pt x="15393" y="31622"/>
                  <a:pt x="14702" y="28429"/>
                  <a:pt x="15467" y="25633"/>
                </a:cubicBezTo>
                <a:close/>
                <a:moveTo>
                  <a:pt x="25445" y="39996"/>
                </a:moveTo>
                <a:cubicBezTo>
                  <a:pt x="25518" y="40084"/>
                  <a:pt x="25563" y="40172"/>
                  <a:pt x="25621" y="40290"/>
                </a:cubicBezTo>
                <a:cubicBezTo>
                  <a:pt x="25548" y="40378"/>
                  <a:pt x="25474" y="40496"/>
                  <a:pt x="25430" y="40584"/>
                </a:cubicBezTo>
                <a:cubicBezTo>
                  <a:pt x="25357" y="40496"/>
                  <a:pt x="25298" y="40378"/>
                  <a:pt x="25224" y="40290"/>
                </a:cubicBezTo>
                <a:cubicBezTo>
                  <a:pt x="25298" y="40202"/>
                  <a:pt x="25371" y="40084"/>
                  <a:pt x="25445" y="39996"/>
                </a:cubicBezTo>
                <a:close/>
                <a:moveTo>
                  <a:pt x="25930" y="39996"/>
                </a:moveTo>
                <a:cubicBezTo>
                  <a:pt x="25975" y="40099"/>
                  <a:pt x="26033" y="40202"/>
                  <a:pt x="26092" y="40290"/>
                </a:cubicBezTo>
                <a:cubicBezTo>
                  <a:pt x="26033" y="40378"/>
                  <a:pt x="25975" y="40467"/>
                  <a:pt x="25901" y="40584"/>
                </a:cubicBezTo>
                <a:cubicBezTo>
                  <a:pt x="25842" y="40496"/>
                  <a:pt x="25798" y="40378"/>
                  <a:pt x="25739" y="40290"/>
                </a:cubicBezTo>
                <a:cubicBezTo>
                  <a:pt x="25813" y="40202"/>
                  <a:pt x="25872" y="40099"/>
                  <a:pt x="25930" y="39996"/>
                </a:cubicBezTo>
                <a:close/>
                <a:moveTo>
                  <a:pt x="26343" y="40025"/>
                </a:moveTo>
                <a:cubicBezTo>
                  <a:pt x="26387" y="40128"/>
                  <a:pt x="26416" y="40217"/>
                  <a:pt x="26475" y="40320"/>
                </a:cubicBezTo>
                <a:cubicBezTo>
                  <a:pt x="26416" y="40393"/>
                  <a:pt x="26357" y="40496"/>
                  <a:pt x="26298" y="40584"/>
                </a:cubicBezTo>
                <a:cubicBezTo>
                  <a:pt x="26269" y="40496"/>
                  <a:pt x="26210" y="40393"/>
                  <a:pt x="26181" y="40305"/>
                </a:cubicBezTo>
                <a:lnTo>
                  <a:pt x="26343" y="40025"/>
                </a:lnTo>
                <a:close/>
                <a:moveTo>
                  <a:pt x="26681" y="40025"/>
                </a:moveTo>
                <a:cubicBezTo>
                  <a:pt x="26710" y="40128"/>
                  <a:pt x="26725" y="40217"/>
                  <a:pt x="26769" y="40305"/>
                </a:cubicBezTo>
                <a:cubicBezTo>
                  <a:pt x="26725" y="40393"/>
                  <a:pt x="26696" y="40496"/>
                  <a:pt x="26637" y="40584"/>
                </a:cubicBezTo>
                <a:cubicBezTo>
                  <a:pt x="26622" y="40496"/>
                  <a:pt x="26578" y="40393"/>
                  <a:pt x="26549" y="40305"/>
                </a:cubicBezTo>
                <a:cubicBezTo>
                  <a:pt x="26607" y="40217"/>
                  <a:pt x="26637" y="40128"/>
                  <a:pt x="26681" y="40025"/>
                </a:cubicBezTo>
                <a:close/>
                <a:moveTo>
                  <a:pt x="26975" y="40069"/>
                </a:moveTo>
                <a:cubicBezTo>
                  <a:pt x="26990" y="40158"/>
                  <a:pt x="27005" y="40231"/>
                  <a:pt x="27019" y="40320"/>
                </a:cubicBezTo>
                <a:cubicBezTo>
                  <a:pt x="26990" y="40423"/>
                  <a:pt x="26975" y="40496"/>
                  <a:pt x="26931" y="40584"/>
                </a:cubicBezTo>
                <a:cubicBezTo>
                  <a:pt x="26916" y="40496"/>
                  <a:pt x="26872" y="40423"/>
                  <a:pt x="26858" y="40320"/>
                </a:cubicBezTo>
                <a:cubicBezTo>
                  <a:pt x="26902" y="40231"/>
                  <a:pt x="26931" y="40158"/>
                  <a:pt x="26975" y="40069"/>
                </a:cubicBezTo>
                <a:close/>
                <a:moveTo>
                  <a:pt x="27387" y="40584"/>
                </a:moveTo>
                <a:lnTo>
                  <a:pt x="27387" y="40658"/>
                </a:lnTo>
                <a:cubicBezTo>
                  <a:pt x="27387" y="40717"/>
                  <a:pt x="27373" y="40746"/>
                  <a:pt x="27373" y="40805"/>
                </a:cubicBezTo>
                <a:cubicBezTo>
                  <a:pt x="27373" y="40761"/>
                  <a:pt x="27373" y="40732"/>
                  <a:pt x="27358" y="40717"/>
                </a:cubicBezTo>
                <a:cubicBezTo>
                  <a:pt x="27373" y="40673"/>
                  <a:pt x="27373" y="40614"/>
                  <a:pt x="27387" y="40584"/>
                </a:cubicBezTo>
                <a:close/>
                <a:moveTo>
                  <a:pt x="25165" y="40364"/>
                </a:moveTo>
                <a:cubicBezTo>
                  <a:pt x="25239" y="40452"/>
                  <a:pt x="25312" y="40540"/>
                  <a:pt x="25371" y="40658"/>
                </a:cubicBezTo>
                <a:cubicBezTo>
                  <a:pt x="25312" y="40732"/>
                  <a:pt x="25239" y="40820"/>
                  <a:pt x="25180" y="40893"/>
                </a:cubicBezTo>
                <a:cubicBezTo>
                  <a:pt x="25165" y="40879"/>
                  <a:pt x="25150" y="40879"/>
                  <a:pt x="25150" y="40864"/>
                </a:cubicBezTo>
                <a:lnTo>
                  <a:pt x="25106" y="40893"/>
                </a:lnTo>
                <a:cubicBezTo>
                  <a:pt x="25062" y="40820"/>
                  <a:pt x="24974" y="40732"/>
                  <a:pt x="24930" y="40658"/>
                </a:cubicBezTo>
                <a:cubicBezTo>
                  <a:pt x="25003" y="40570"/>
                  <a:pt x="25092" y="40452"/>
                  <a:pt x="25165" y="40364"/>
                </a:cubicBezTo>
                <a:close/>
                <a:moveTo>
                  <a:pt x="27240" y="40511"/>
                </a:moveTo>
                <a:cubicBezTo>
                  <a:pt x="27270" y="40570"/>
                  <a:pt x="27270" y="40643"/>
                  <a:pt x="27284" y="40687"/>
                </a:cubicBezTo>
                <a:lnTo>
                  <a:pt x="27225" y="40908"/>
                </a:lnTo>
                <a:cubicBezTo>
                  <a:pt x="27211" y="40835"/>
                  <a:pt x="27211" y="40790"/>
                  <a:pt x="27196" y="40717"/>
                </a:cubicBezTo>
                <a:cubicBezTo>
                  <a:pt x="27211" y="40643"/>
                  <a:pt x="27225" y="40584"/>
                  <a:pt x="27240" y="40511"/>
                </a:cubicBezTo>
                <a:close/>
                <a:moveTo>
                  <a:pt x="15261" y="26074"/>
                </a:moveTo>
                <a:lnTo>
                  <a:pt x="15261" y="26074"/>
                </a:lnTo>
                <a:cubicBezTo>
                  <a:pt x="14672" y="28767"/>
                  <a:pt x="15408" y="31769"/>
                  <a:pt x="17277" y="34065"/>
                </a:cubicBezTo>
                <a:cubicBezTo>
                  <a:pt x="18366" y="35390"/>
                  <a:pt x="19764" y="36449"/>
                  <a:pt x="21118" y="37435"/>
                </a:cubicBezTo>
                <a:cubicBezTo>
                  <a:pt x="22428" y="38392"/>
                  <a:pt x="23767" y="39392"/>
                  <a:pt x="24797" y="40643"/>
                </a:cubicBezTo>
                <a:cubicBezTo>
                  <a:pt x="24709" y="40746"/>
                  <a:pt x="24635" y="40835"/>
                  <a:pt x="24547" y="40938"/>
                </a:cubicBezTo>
                <a:cubicBezTo>
                  <a:pt x="23517" y="39775"/>
                  <a:pt x="22192" y="38833"/>
                  <a:pt x="20883" y="37935"/>
                </a:cubicBezTo>
                <a:cubicBezTo>
                  <a:pt x="19440" y="36920"/>
                  <a:pt x="17954" y="35890"/>
                  <a:pt x="16850" y="34507"/>
                </a:cubicBezTo>
                <a:cubicBezTo>
                  <a:pt x="14967" y="32181"/>
                  <a:pt x="14378" y="28914"/>
                  <a:pt x="15261" y="26074"/>
                </a:cubicBezTo>
                <a:close/>
                <a:moveTo>
                  <a:pt x="25680" y="40349"/>
                </a:moveTo>
                <a:cubicBezTo>
                  <a:pt x="25739" y="40452"/>
                  <a:pt x="25798" y="40540"/>
                  <a:pt x="25842" y="40658"/>
                </a:cubicBezTo>
                <a:cubicBezTo>
                  <a:pt x="25798" y="40746"/>
                  <a:pt x="25710" y="40835"/>
                  <a:pt x="25666" y="40938"/>
                </a:cubicBezTo>
                <a:cubicBezTo>
                  <a:pt x="25621" y="40879"/>
                  <a:pt x="25592" y="40805"/>
                  <a:pt x="25548" y="40746"/>
                </a:cubicBezTo>
                <a:cubicBezTo>
                  <a:pt x="25533" y="40717"/>
                  <a:pt x="25504" y="40673"/>
                  <a:pt x="25474" y="40643"/>
                </a:cubicBezTo>
                <a:cubicBezTo>
                  <a:pt x="25548" y="40540"/>
                  <a:pt x="25621" y="40452"/>
                  <a:pt x="25680" y="40349"/>
                </a:cubicBezTo>
                <a:close/>
                <a:moveTo>
                  <a:pt x="26136" y="40378"/>
                </a:moveTo>
                <a:cubicBezTo>
                  <a:pt x="26195" y="40467"/>
                  <a:pt x="26239" y="40584"/>
                  <a:pt x="26269" y="40673"/>
                </a:cubicBezTo>
                <a:lnTo>
                  <a:pt x="26107" y="40952"/>
                </a:lnTo>
                <a:cubicBezTo>
                  <a:pt x="26048" y="40864"/>
                  <a:pt x="26019" y="40746"/>
                  <a:pt x="25960" y="40658"/>
                </a:cubicBezTo>
                <a:cubicBezTo>
                  <a:pt x="26019" y="40570"/>
                  <a:pt x="26063" y="40467"/>
                  <a:pt x="26136" y="40378"/>
                </a:cubicBezTo>
                <a:close/>
                <a:moveTo>
                  <a:pt x="26490" y="40393"/>
                </a:moveTo>
                <a:lnTo>
                  <a:pt x="26593" y="40673"/>
                </a:lnTo>
                <a:cubicBezTo>
                  <a:pt x="26563" y="40761"/>
                  <a:pt x="26504" y="40864"/>
                  <a:pt x="26475" y="40952"/>
                </a:cubicBezTo>
                <a:cubicBezTo>
                  <a:pt x="26431" y="40864"/>
                  <a:pt x="26401" y="40761"/>
                  <a:pt x="26343" y="40673"/>
                </a:cubicBezTo>
                <a:cubicBezTo>
                  <a:pt x="26401" y="40584"/>
                  <a:pt x="26431" y="40496"/>
                  <a:pt x="26490" y="40393"/>
                </a:cubicBezTo>
                <a:close/>
                <a:moveTo>
                  <a:pt x="27078" y="40467"/>
                </a:moveTo>
                <a:cubicBezTo>
                  <a:pt x="27078" y="40540"/>
                  <a:pt x="27093" y="40643"/>
                  <a:pt x="27122" y="40717"/>
                </a:cubicBezTo>
                <a:cubicBezTo>
                  <a:pt x="27093" y="40790"/>
                  <a:pt x="27064" y="40879"/>
                  <a:pt x="27034" y="40952"/>
                </a:cubicBezTo>
                <a:cubicBezTo>
                  <a:pt x="27019" y="40879"/>
                  <a:pt x="27005" y="40790"/>
                  <a:pt x="26990" y="40717"/>
                </a:cubicBezTo>
                <a:cubicBezTo>
                  <a:pt x="27019" y="40643"/>
                  <a:pt x="27034" y="40540"/>
                  <a:pt x="27078" y="40467"/>
                </a:cubicBezTo>
                <a:close/>
                <a:moveTo>
                  <a:pt x="26799" y="40437"/>
                </a:moveTo>
                <a:cubicBezTo>
                  <a:pt x="26813" y="40526"/>
                  <a:pt x="26858" y="40614"/>
                  <a:pt x="26872" y="40717"/>
                </a:cubicBezTo>
                <a:cubicBezTo>
                  <a:pt x="26843" y="40805"/>
                  <a:pt x="26799" y="40879"/>
                  <a:pt x="26769" y="40967"/>
                </a:cubicBezTo>
                <a:cubicBezTo>
                  <a:pt x="26725" y="40879"/>
                  <a:pt x="26710" y="40790"/>
                  <a:pt x="26681" y="40687"/>
                </a:cubicBezTo>
                <a:cubicBezTo>
                  <a:pt x="26725" y="40599"/>
                  <a:pt x="26769" y="40526"/>
                  <a:pt x="26799" y="40437"/>
                </a:cubicBezTo>
                <a:close/>
                <a:moveTo>
                  <a:pt x="24871" y="40717"/>
                </a:moveTo>
                <a:cubicBezTo>
                  <a:pt x="24944" y="40805"/>
                  <a:pt x="25003" y="40879"/>
                  <a:pt x="25062" y="40952"/>
                </a:cubicBezTo>
                <a:lnTo>
                  <a:pt x="25003" y="41011"/>
                </a:lnTo>
                <a:cubicBezTo>
                  <a:pt x="24944" y="41085"/>
                  <a:pt x="24871" y="41158"/>
                  <a:pt x="24797" y="41232"/>
                </a:cubicBezTo>
                <a:cubicBezTo>
                  <a:pt x="24738" y="41158"/>
                  <a:pt x="24665" y="41085"/>
                  <a:pt x="24621" y="41011"/>
                </a:cubicBezTo>
                <a:cubicBezTo>
                  <a:pt x="24709" y="40908"/>
                  <a:pt x="24783" y="40820"/>
                  <a:pt x="24871" y="40717"/>
                </a:cubicBezTo>
                <a:close/>
                <a:moveTo>
                  <a:pt x="27299" y="40938"/>
                </a:moveTo>
                <a:cubicBezTo>
                  <a:pt x="27314" y="40967"/>
                  <a:pt x="27314" y="41026"/>
                  <a:pt x="27314" y="41085"/>
                </a:cubicBezTo>
                <a:cubicBezTo>
                  <a:pt x="27314" y="41114"/>
                  <a:pt x="27299" y="41158"/>
                  <a:pt x="27299" y="41173"/>
                </a:cubicBezTo>
                <a:cubicBezTo>
                  <a:pt x="27299" y="41188"/>
                  <a:pt x="27284" y="41232"/>
                  <a:pt x="27284" y="41247"/>
                </a:cubicBezTo>
                <a:cubicBezTo>
                  <a:pt x="27284" y="41188"/>
                  <a:pt x="27270" y="41129"/>
                  <a:pt x="27270" y="41100"/>
                </a:cubicBezTo>
                <a:cubicBezTo>
                  <a:pt x="27284" y="41041"/>
                  <a:pt x="27299" y="40982"/>
                  <a:pt x="27299" y="40938"/>
                </a:cubicBezTo>
                <a:close/>
                <a:moveTo>
                  <a:pt x="25430" y="40717"/>
                </a:moveTo>
                <a:cubicBezTo>
                  <a:pt x="25445" y="40746"/>
                  <a:pt x="25460" y="40761"/>
                  <a:pt x="25474" y="40805"/>
                </a:cubicBezTo>
                <a:cubicBezTo>
                  <a:pt x="25518" y="40879"/>
                  <a:pt x="25563" y="40952"/>
                  <a:pt x="25607" y="41011"/>
                </a:cubicBezTo>
                <a:cubicBezTo>
                  <a:pt x="25533" y="41100"/>
                  <a:pt x="25474" y="41188"/>
                  <a:pt x="25401" y="41276"/>
                </a:cubicBezTo>
                <a:cubicBezTo>
                  <a:pt x="25386" y="41261"/>
                  <a:pt x="25386" y="41247"/>
                  <a:pt x="25371" y="41232"/>
                </a:cubicBezTo>
                <a:cubicBezTo>
                  <a:pt x="25401" y="41188"/>
                  <a:pt x="25430" y="41158"/>
                  <a:pt x="25460" y="41114"/>
                </a:cubicBezTo>
                <a:cubicBezTo>
                  <a:pt x="25445" y="41114"/>
                  <a:pt x="25430" y="41100"/>
                  <a:pt x="25401" y="41085"/>
                </a:cubicBezTo>
                <a:cubicBezTo>
                  <a:pt x="25386" y="41114"/>
                  <a:pt x="25357" y="41129"/>
                  <a:pt x="25327" y="41173"/>
                </a:cubicBezTo>
                <a:cubicBezTo>
                  <a:pt x="25298" y="41114"/>
                  <a:pt x="25253" y="41055"/>
                  <a:pt x="25195" y="41011"/>
                </a:cubicBezTo>
                <a:cubicBezTo>
                  <a:pt x="25283" y="40908"/>
                  <a:pt x="25342" y="40820"/>
                  <a:pt x="25430" y="40717"/>
                </a:cubicBezTo>
                <a:close/>
                <a:moveTo>
                  <a:pt x="25886" y="40732"/>
                </a:moveTo>
                <a:cubicBezTo>
                  <a:pt x="25930" y="40820"/>
                  <a:pt x="25989" y="40938"/>
                  <a:pt x="26033" y="41026"/>
                </a:cubicBezTo>
                <a:cubicBezTo>
                  <a:pt x="25975" y="41114"/>
                  <a:pt x="25916" y="41203"/>
                  <a:pt x="25842" y="41306"/>
                </a:cubicBezTo>
                <a:cubicBezTo>
                  <a:pt x="25827" y="41203"/>
                  <a:pt x="25754" y="41114"/>
                  <a:pt x="25695" y="41011"/>
                </a:cubicBezTo>
                <a:cubicBezTo>
                  <a:pt x="25754" y="40908"/>
                  <a:pt x="25827" y="40820"/>
                  <a:pt x="25886" y="40732"/>
                </a:cubicBezTo>
                <a:close/>
                <a:moveTo>
                  <a:pt x="26298" y="40761"/>
                </a:moveTo>
                <a:cubicBezTo>
                  <a:pt x="26343" y="40864"/>
                  <a:pt x="26387" y="40952"/>
                  <a:pt x="26431" y="41055"/>
                </a:cubicBezTo>
                <a:cubicBezTo>
                  <a:pt x="26387" y="41158"/>
                  <a:pt x="26343" y="41247"/>
                  <a:pt x="26284" y="41335"/>
                </a:cubicBezTo>
                <a:cubicBezTo>
                  <a:pt x="26254" y="41247"/>
                  <a:pt x="26195" y="41144"/>
                  <a:pt x="26166" y="41041"/>
                </a:cubicBezTo>
                <a:cubicBezTo>
                  <a:pt x="26195" y="40952"/>
                  <a:pt x="26254" y="40864"/>
                  <a:pt x="26298" y="40761"/>
                </a:cubicBezTo>
                <a:close/>
                <a:moveTo>
                  <a:pt x="26637" y="40805"/>
                </a:moveTo>
                <a:cubicBezTo>
                  <a:pt x="26681" y="40893"/>
                  <a:pt x="26696" y="40982"/>
                  <a:pt x="26725" y="41085"/>
                </a:cubicBezTo>
                <a:cubicBezTo>
                  <a:pt x="26696" y="41173"/>
                  <a:pt x="26652" y="41261"/>
                  <a:pt x="26622" y="41335"/>
                </a:cubicBezTo>
                <a:lnTo>
                  <a:pt x="26504" y="41055"/>
                </a:lnTo>
                <a:cubicBezTo>
                  <a:pt x="26549" y="40967"/>
                  <a:pt x="26607" y="40893"/>
                  <a:pt x="26637" y="40805"/>
                </a:cubicBezTo>
                <a:close/>
                <a:moveTo>
                  <a:pt x="26916" y="40835"/>
                </a:moveTo>
                <a:cubicBezTo>
                  <a:pt x="26931" y="40938"/>
                  <a:pt x="26946" y="41026"/>
                  <a:pt x="26975" y="41100"/>
                </a:cubicBezTo>
                <a:cubicBezTo>
                  <a:pt x="26931" y="41173"/>
                  <a:pt x="26916" y="41261"/>
                  <a:pt x="26872" y="41335"/>
                </a:cubicBezTo>
                <a:cubicBezTo>
                  <a:pt x="26858" y="41247"/>
                  <a:pt x="26828" y="41144"/>
                  <a:pt x="26799" y="41070"/>
                </a:cubicBezTo>
                <a:cubicBezTo>
                  <a:pt x="26858" y="41011"/>
                  <a:pt x="26902" y="40908"/>
                  <a:pt x="26916" y="40835"/>
                </a:cubicBezTo>
                <a:close/>
                <a:moveTo>
                  <a:pt x="27137" y="40893"/>
                </a:moveTo>
                <a:cubicBezTo>
                  <a:pt x="27152" y="40952"/>
                  <a:pt x="27167" y="41026"/>
                  <a:pt x="27167" y="41100"/>
                </a:cubicBezTo>
                <a:cubicBezTo>
                  <a:pt x="27152" y="41173"/>
                  <a:pt x="27137" y="41247"/>
                  <a:pt x="27122" y="41335"/>
                </a:cubicBezTo>
                <a:lnTo>
                  <a:pt x="27064" y="41114"/>
                </a:lnTo>
                <a:cubicBezTo>
                  <a:pt x="27078" y="41041"/>
                  <a:pt x="27122" y="40967"/>
                  <a:pt x="27137" y="40893"/>
                </a:cubicBezTo>
                <a:close/>
                <a:moveTo>
                  <a:pt x="25150" y="41085"/>
                </a:moveTo>
                <a:cubicBezTo>
                  <a:pt x="25180" y="41129"/>
                  <a:pt x="25224" y="41188"/>
                  <a:pt x="25283" y="41247"/>
                </a:cubicBezTo>
                <a:lnTo>
                  <a:pt x="25062" y="41512"/>
                </a:lnTo>
                <a:cubicBezTo>
                  <a:pt x="25018" y="41467"/>
                  <a:pt x="24959" y="41409"/>
                  <a:pt x="24930" y="41350"/>
                </a:cubicBezTo>
                <a:lnTo>
                  <a:pt x="25150" y="41085"/>
                </a:lnTo>
                <a:close/>
                <a:moveTo>
                  <a:pt x="27343" y="41379"/>
                </a:moveTo>
                <a:cubicBezTo>
                  <a:pt x="27343" y="41394"/>
                  <a:pt x="27343" y="41423"/>
                  <a:pt x="27358" y="41467"/>
                </a:cubicBezTo>
                <a:cubicBezTo>
                  <a:pt x="27358" y="41497"/>
                  <a:pt x="27343" y="41556"/>
                  <a:pt x="27343" y="41600"/>
                </a:cubicBezTo>
                <a:cubicBezTo>
                  <a:pt x="27343" y="41556"/>
                  <a:pt x="27343" y="41526"/>
                  <a:pt x="27314" y="41497"/>
                </a:cubicBezTo>
                <a:cubicBezTo>
                  <a:pt x="27343" y="41467"/>
                  <a:pt x="27343" y="41409"/>
                  <a:pt x="27343" y="41379"/>
                </a:cubicBezTo>
                <a:close/>
                <a:moveTo>
                  <a:pt x="25312" y="41320"/>
                </a:moveTo>
                <a:cubicBezTo>
                  <a:pt x="25327" y="41335"/>
                  <a:pt x="25327" y="41350"/>
                  <a:pt x="25357" y="41379"/>
                </a:cubicBezTo>
                <a:cubicBezTo>
                  <a:pt x="25283" y="41467"/>
                  <a:pt x="25209" y="41556"/>
                  <a:pt x="25136" y="41673"/>
                </a:cubicBezTo>
                <a:lnTo>
                  <a:pt x="25077" y="41615"/>
                </a:lnTo>
                <a:cubicBezTo>
                  <a:pt x="25165" y="41497"/>
                  <a:pt x="25239" y="41409"/>
                  <a:pt x="25312" y="41320"/>
                </a:cubicBezTo>
                <a:close/>
                <a:moveTo>
                  <a:pt x="25666" y="41100"/>
                </a:moveTo>
                <a:cubicBezTo>
                  <a:pt x="25724" y="41188"/>
                  <a:pt x="25769" y="41306"/>
                  <a:pt x="25827" y="41394"/>
                </a:cubicBezTo>
                <a:cubicBezTo>
                  <a:pt x="25769" y="41482"/>
                  <a:pt x="25695" y="41570"/>
                  <a:pt x="25651" y="41673"/>
                </a:cubicBezTo>
                <a:cubicBezTo>
                  <a:pt x="25621" y="41629"/>
                  <a:pt x="25592" y="41600"/>
                  <a:pt x="25577" y="41541"/>
                </a:cubicBezTo>
                <a:cubicBezTo>
                  <a:pt x="25607" y="41482"/>
                  <a:pt x="25651" y="41423"/>
                  <a:pt x="25695" y="41379"/>
                </a:cubicBezTo>
                <a:cubicBezTo>
                  <a:pt x="25666" y="41350"/>
                  <a:pt x="25651" y="41335"/>
                  <a:pt x="25621" y="41320"/>
                </a:cubicBezTo>
                <a:cubicBezTo>
                  <a:pt x="25592" y="41379"/>
                  <a:pt x="25548" y="41423"/>
                  <a:pt x="25518" y="41467"/>
                </a:cubicBezTo>
                <a:cubicBezTo>
                  <a:pt x="25504" y="41423"/>
                  <a:pt x="25474" y="41394"/>
                  <a:pt x="25460" y="41379"/>
                </a:cubicBezTo>
                <a:cubicBezTo>
                  <a:pt x="25533" y="41276"/>
                  <a:pt x="25592" y="41188"/>
                  <a:pt x="25666" y="41100"/>
                </a:cubicBezTo>
                <a:close/>
                <a:moveTo>
                  <a:pt x="26092" y="41114"/>
                </a:moveTo>
                <a:cubicBezTo>
                  <a:pt x="26136" y="41203"/>
                  <a:pt x="26181" y="41320"/>
                  <a:pt x="26210" y="41409"/>
                </a:cubicBezTo>
                <a:lnTo>
                  <a:pt x="26048" y="41688"/>
                </a:lnTo>
                <a:cubicBezTo>
                  <a:pt x="25989" y="41600"/>
                  <a:pt x="25960" y="41482"/>
                  <a:pt x="25901" y="41394"/>
                </a:cubicBezTo>
                <a:cubicBezTo>
                  <a:pt x="25975" y="41306"/>
                  <a:pt x="26033" y="41203"/>
                  <a:pt x="26092" y="41114"/>
                </a:cubicBezTo>
                <a:close/>
                <a:moveTo>
                  <a:pt x="26475" y="41158"/>
                </a:moveTo>
                <a:lnTo>
                  <a:pt x="26578" y="41423"/>
                </a:lnTo>
                <a:cubicBezTo>
                  <a:pt x="26534" y="41512"/>
                  <a:pt x="26475" y="41615"/>
                  <a:pt x="26431" y="41688"/>
                </a:cubicBezTo>
                <a:lnTo>
                  <a:pt x="26328" y="41409"/>
                </a:lnTo>
                <a:cubicBezTo>
                  <a:pt x="26387" y="41320"/>
                  <a:pt x="26416" y="41247"/>
                  <a:pt x="26475" y="41158"/>
                </a:cubicBezTo>
                <a:close/>
                <a:moveTo>
                  <a:pt x="27181" y="41306"/>
                </a:moveTo>
                <a:cubicBezTo>
                  <a:pt x="27211" y="41350"/>
                  <a:pt x="27225" y="41423"/>
                  <a:pt x="27225" y="41482"/>
                </a:cubicBezTo>
                <a:cubicBezTo>
                  <a:pt x="27211" y="41556"/>
                  <a:pt x="27181" y="41615"/>
                  <a:pt x="27167" y="41688"/>
                </a:cubicBezTo>
                <a:cubicBezTo>
                  <a:pt x="27152" y="41615"/>
                  <a:pt x="27152" y="41556"/>
                  <a:pt x="27137" y="41482"/>
                </a:cubicBezTo>
                <a:cubicBezTo>
                  <a:pt x="27152" y="41423"/>
                  <a:pt x="27167" y="41350"/>
                  <a:pt x="27181" y="41306"/>
                </a:cubicBezTo>
                <a:close/>
                <a:moveTo>
                  <a:pt x="26769" y="41188"/>
                </a:moveTo>
                <a:cubicBezTo>
                  <a:pt x="26784" y="41276"/>
                  <a:pt x="26813" y="41379"/>
                  <a:pt x="26843" y="41467"/>
                </a:cubicBezTo>
                <a:cubicBezTo>
                  <a:pt x="26799" y="41556"/>
                  <a:pt x="26769" y="41629"/>
                  <a:pt x="26725" y="41718"/>
                </a:cubicBezTo>
                <a:cubicBezTo>
                  <a:pt x="26696" y="41629"/>
                  <a:pt x="26681" y="41541"/>
                  <a:pt x="26637" y="41453"/>
                </a:cubicBezTo>
                <a:cubicBezTo>
                  <a:pt x="26696" y="41350"/>
                  <a:pt x="26725" y="41276"/>
                  <a:pt x="26769" y="41188"/>
                </a:cubicBezTo>
                <a:close/>
                <a:moveTo>
                  <a:pt x="27019" y="41247"/>
                </a:moveTo>
                <a:cubicBezTo>
                  <a:pt x="27034" y="41320"/>
                  <a:pt x="27034" y="41394"/>
                  <a:pt x="27064" y="41482"/>
                </a:cubicBezTo>
                <a:cubicBezTo>
                  <a:pt x="27049" y="41556"/>
                  <a:pt x="27005" y="41629"/>
                  <a:pt x="26990" y="41718"/>
                </a:cubicBezTo>
                <a:cubicBezTo>
                  <a:pt x="26975" y="41629"/>
                  <a:pt x="26946" y="41556"/>
                  <a:pt x="26931" y="41482"/>
                </a:cubicBezTo>
                <a:cubicBezTo>
                  <a:pt x="26975" y="41409"/>
                  <a:pt x="26990" y="41335"/>
                  <a:pt x="27019" y="41247"/>
                </a:cubicBezTo>
                <a:close/>
                <a:moveTo>
                  <a:pt x="25401" y="41453"/>
                </a:moveTo>
                <a:cubicBezTo>
                  <a:pt x="25430" y="41482"/>
                  <a:pt x="25445" y="41497"/>
                  <a:pt x="25460" y="41541"/>
                </a:cubicBezTo>
                <a:lnTo>
                  <a:pt x="25239" y="41821"/>
                </a:lnTo>
                <a:cubicBezTo>
                  <a:pt x="25224" y="41776"/>
                  <a:pt x="25195" y="41762"/>
                  <a:pt x="25180" y="41718"/>
                </a:cubicBezTo>
                <a:lnTo>
                  <a:pt x="25401" y="41453"/>
                </a:lnTo>
                <a:close/>
                <a:moveTo>
                  <a:pt x="25518" y="41615"/>
                </a:moveTo>
                <a:cubicBezTo>
                  <a:pt x="25533" y="41644"/>
                  <a:pt x="25563" y="41703"/>
                  <a:pt x="25592" y="41732"/>
                </a:cubicBezTo>
                <a:cubicBezTo>
                  <a:pt x="25518" y="41835"/>
                  <a:pt x="25460" y="41924"/>
                  <a:pt x="25386" y="42012"/>
                </a:cubicBezTo>
                <a:cubicBezTo>
                  <a:pt x="25357" y="41982"/>
                  <a:pt x="25327" y="41924"/>
                  <a:pt x="25298" y="41879"/>
                </a:cubicBezTo>
                <a:lnTo>
                  <a:pt x="25518" y="41615"/>
                </a:lnTo>
                <a:close/>
                <a:moveTo>
                  <a:pt x="25842" y="41453"/>
                </a:moveTo>
                <a:cubicBezTo>
                  <a:pt x="25901" y="41541"/>
                  <a:pt x="25960" y="41644"/>
                  <a:pt x="25989" y="41747"/>
                </a:cubicBezTo>
                <a:cubicBezTo>
                  <a:pt x="25960" y="41850"/>
                  <a:pt x="25901" y="41938"/>
                  <a:pt x="25842" y="42041"/>
                </a:cubicBezTo>
                <a:cubicBezTo>
                  <a:pt x="25813" y="41968"/>
                  <a:pt x="25769" y="41909"/>
                  <a:pt x="25739" y="41835"/>
                </a:cubicBezTo>
                <a:cubicBezTo>
                  <a:pt x="25798" y="41762"/>
                  <a:pt x="25842" y="41688"/>
                  <a:pt x="25886" y="41615"/>
                </a:cubicBezTo>
                <a:cubicBezTo>
                  <a:pt x="25872" y="41585"/>
                  <a:pt x="25842" y="41570"/>
                  <a:pt x="25827" y="41541"/>
                </a:cubicBezTo>
                <a:cubicBezTo>
                  <a:pt x="25769" y="41615"/>
                  <a:pt x="25739" y="41688"/>
                  <a:pt x="25680" y="41747"/>
                </a:cubicBezTo>
                <a:cubicBezTo>
                  <a:pt x="25680" y="41747"/>
                  <a:pt x="25680" y="41718"/>
                  <a:pt x="25666" y="41718"/>
                </a:cubicBezTo>
                <a:cubicBezTo>
                  <a:pt x="25724" y="41629"/>
                  <a:pt x="25798" y="41541"/>
                  <a:pt x="25842" y="41453"/>
                </a:cubicBezTo>
                <a:close/>
                <a:moveTo>
                  <a:pt x="27270" y="41718"/>
                </a:moveTo>
                <a:cubicBezTo>
                  <a:pt x="27270" y="41776"/>
                  <a:pt x="27270" y="41821"/>
                  <a:pt x="27284" y="41865"/>
                </a:cubicBezTo>
                <a:cubicBezTo>
                  <a:pt x="27270" y="41924"/>
                  <a:pt x="27270" y="41982"/>
                  <a:pt x="27240" y="42041"/>
                </a:cubicBezTo>
                <a:cubicBezTo>
                  <a:pt x="27240" y="41982"/>
                  <a:pt x="27225" y="41938"/>
                  <a:pt x="27225" y="41879"/>
                </a:cubicBezTo>
                <a:cubicBezTo>
                  <a:pt x="27240" y="41835"/>
                  <a:pt x="27270" y="41776"/>
                  <a:pt x="27270" y="41718"/>
                </a:cubicBezTo>
                <a:close/>
                <a:moveTo>
                  <a:pt x="26269" y="41497"/>
                </a:moveTo>
                <a:cubicBezTo>
                  <a:pt x="26313" y="41600"/>
                  <a:pt x="26343" y="41703"/>
                  <a:pt x="26387" y="41791"/>
                </a:cubicBezTo>
                <a:cubicBezTo>
                  <a:pt x="26328" y="41894"/>
                  <a:pt x="26284" y="41982"/>
                  <a:pt x="26239" y="42056"/>
                </a:cubicBezTo>
                <a:cubicBezTo>
                  <a:pt x="26195" y="41968"/>
                  <a:pt x="26136" y="41850"/>
                  <a:pt x="26107" y="41762"/>
                </a:cubicBezTo>
                <a:cubicBezTo>
                  <a:pt x="26166" y="41673"/>
                  <a:pt x="26210" y="41600"/>
                  <a:pt x="26269" y="41497"/>
                </a:cubicBezTo>
                <a:close/>
                <a:moveTo>
                  <a:pt x="27093" y="41629"/>
                </a:moveTo>
                <a:cubicBezTo>
                  <a:pt x="27122" y="41718"/>
                  <a:pt x="27122" y="41791"/>
                  <a:pt x="27137" y="41865"/>
                </a:cubicBezTo>
                <a:cubicBezTo>
                  <a:pt x="27122" y="41938"/>
                  <a:pt x="27093" y="42012"/>
                  <a:pt x="27078" y="42071"/>
                </a:cubicBezTo>
                <a:lnTo>
                  <a:pt x="27019" y="41850"/>
                </a:lnTo>
                <a:cubicBezTo>
                  <a:pt x="27034" y="41776"/>
                  <a:pt x="27078" y="41703"/>
                  <a:pt x="27093" y="41629"/>
                </a:cubicBezTo>
                <a:close/>
                <a:moveTo>
                  <a:pt x="26607" y="41541"/>
                </a:moveTo>
                <a:cubicBezTo>
                  <a:pt x="26637" y="41629"/>
                  <a:pt x="26652" y="41718"/>
                  <a:pt x="26696" y="41835"/>
                </a:cubicBezTo>
                <a:cubicBezTo>
                  <a:pt x="26652" y="41924"/>
                  <a:pt x="26622" y="41997"/>
                  <a:pt x="26578" y="42086"/>
                </a:cubicBezTo>
                <a:cubicBezTo>
                  <a:pt x="26549" y="41982"/>
                  <a:pt x="26504" y="41879"/>
                  <a:pt x="26475" y="41791"/>
                </a:cubicBezTo>
                <a:cubicBezTo>
                  <a:pt x="26504" y="41703"/>
                  <a:pt x="26563" y="41629"/>
                  <a:pt x="26607" y="41541"/>
                </a:cubicBezTo>
                <a:close/>
                <a:moveTo>
                  <a:pt x="26872" y="41600"/>
                </a:moveTo>
                <a:cubicBezTo>
                  <a:pt x="26902" y="41688"/>
                  <a:pt x="26916" y="41776"/>
                  <a:pt x="26931" y="41850"/>
                </a:cubicBezTo>
                <a:cubicBezTo>
                  <a:pt x="26902" y="41924"/>
                  <a:pt x="26872" y="42012"/>
                  <a:pt x="26843" y="42086"/>
                </a:cubicBezTo>
                <a:cubicBezTo>
                  <a:pt x="26828" y="41997"/>
                  <a:pt x="26784" y="41909"/>
                  <a:pt x="26769" y="41835"/>
                </a:cubicBezTo>
                <a:cubicBezTo>
                  <a:pt x="26828" y="41747"/>
                  <a:pt x="26843" y="41673"/>
                  <a:pt x="26872" y="41600"/>
                </a:cubicBezTo>
                <a:close/>
                <a:moveTo>
                  <a:pt x="25621" y="41821"/>
                </a:moveTo>
                <a:cubicBezTo>
                  <a:pt x="25621" y="41821"/>
                  <a:pt x="25621" y="41835"/>
                  <a:pt x="25651" y="41835"/>
                </a:cubicBezTo>
                <a:cubicBezTo>
                  <a:pt x="25592" y="41924"/>
                  <a:pt x="25518" y="42012"/>
                  <a:pt x="25445" y="42115"/>
                </a:cubicBezTo>
                <a:cubicBezTo>
                  <a:pt x="25445" y="42115"/>
                  <a:pt x="25445" y="42086"/>
                  <a:pt x="25430" y="42086"/>
                </a:cubicBezTo>
                <a:cubicBezTo>
                  <a:pt x="25504" y="41997"/>
                  <a:pt x="25563" y="41909"/>
                  <a:pt x="25621" y="41821"/>
                </a:cubicBezTo>
                <a:close/>
                <a:moveTo>
                  <a:pt x="26063" y="41865"/>
                </a:moveTo>
                <a:cubicBezTo>
                  <a:pt x="26107" y="41938"/>
                  <a:pt x="26122" y="42012"/>
                  <a:pt x="26166" y="42086"/>
                </a:cubicBezTo>
                <a:cubicBezTo>
                  <a:pt x="26107" y="42189"/>
                  <a:pt x="26063" y="42247"/>
                  <a:pt x="26019" y="42350"/>
                </a:cubicBezTo>
                <a:lnTo>
                  <a:pt x="25901" y="42130"/>
                </a:lnTo>
                <a:cubicBezTo>
                  <a:pt x="25960" y="42041"/>
                  <a:pt x="26019" y="41968"/>
                  <a:pt x="26063" y="41865"/>
                </a:cubicBezTo>
                <a:close/>
                <a:moveTo>
                  <a:pt x="27284" y="42159"/>
                </a:moveTo>
                <a:cubicBezTo>
                  <a:pt x="27299" y="42203"/>
                  <a:pt x="27299" y="42218"/>
                  <a:pt x="27299" y="42247"/>
                </a:cubicBezTo>
                <a:cubicBezTo>
                  <a:pt x="27299" y="42292"/>
                  <a:pt x="27284" y="42321"/>
                  <a:pt x="27284" y="42365"/>
                </a:cubicBezTo>
                <a:cubicBezTo>
                  <a:pt x="27284" y="42336"/>
                  <a:pt x="27284" y="42292"/>
                  <a:pt x="27270" y="42277"/>
                </a:cubicBezTo>
                <a:cubicBezTo>
                  <a:pt x="27270" y="42233"/>
                  <a:pt x="27284" y="42203"/>
                  <a:pt x="27284" y="42159"/>
                </a:cubicBezTo>
                <a:close/>
                <a:moveTo>
                  <a:pt x="25680" y="41909"/>
                </a:moveTo>
                <a:cubicBezTo>
                  <a:pt x="25724" y="41982"/>
                  <a:pt x="25754" y="42041"/>
                  <a:pt x="25798" y="42115"/>
                </a:cubicBezTo>
                <a:cubicBezTo>
                  <a:pt x="25739" y="42203"/>
                  <a:pt x="25666" y="42292"/>
                  <a:pt x="25607" y="42380"/>
                </a:cubicBezTo>
                <a:cubicBezTo>
                  <a:pt x="25563" y="42306"/>
                  <a:pt x="25518" y="42233"/>
                  <a:pt x="25474" y="42189"/>
                </a:cubicBezTo>
                <a:cubicBezTo>
                  <a:pt x="25548" y="42086"/>
                  <a:pt x="25621" y="41997"/>
                  <a:pt x="25680" y="41909"/>
                </a:cubicBezTo>
                <a:close/>
                <a:moveTo>
                  <a:pt x="26431" y="41894"/>
                </a:moveTo>
                <a:cubicBezTo>
                  <a:pt x="26475" y="41982"/>
                  <a:pt x="26504" y="42086"/>
                  <a:pt x="26549" y="42189"/>
                </a:cubicBezTo>
                <a:cubicBezTo>
                  <a:pt x="26504" y="42277"/>
                  <a:pt x="26460" y="42350"/>
                  <a:pt x="26416" y="42439"/>
                </a:cubicBezTo>
                <a:cubicBezTo>
                  <a:pt x="26416" y="42424"/>
                  <a:pt x="26401" y="42409"/>
                  <a:pt x="26401" y="42380"/>
                </a:cubicBezTo>
                <a:cubicBezTo>
                  <a:pt x="26401" y="42365"/>
                  <a:pt x="26416" y="42365"/>
                  <a:pt x="26416" y="42350"/>
                </a:cubicBezTo>
                <a:cubicBezTo>
                  <a:pt x="26387" y="42336"/>
                  <a:pt x="26387" y="42292"/>
                  <a:pt x="26357" y="42277"/>
                </a:cubicBezTo>
                <a:cubicBezTo>
                  <a:pt x="26357" y="42277"/>
                  <a:pt x="26357" y="42292"/>
                  <a:pt x="26343" y="42292"/>
                </a:cubicBezTo>
                <a:cubicBezTo>
                  <a:pt x="26328" y="42233"/>
                  <a:pt x="26313" y="42203"/>
                  <a:pt x="26284" y="42144"/>
                </a:cubicBezTo>
                <a:cubicBezTo>
                  <a:pt x="26343" y="42056"/>
                  <a:pt x="26387" y="41982"/>
                  <a:pt x="26431" y="41894"/>
                </a:cubicBezTo>
                <a:close/>
                <a:moveTo>
                  <a:pt x="26725" y="41938"/>
                </a:moveTo>
                <a:cubicBezTo>
                  <a:pt x="26755" y="42041"/>
                  <a:pt x="26784" y="42130"/>
                  <a:pt x="26799" y="42218"/>
                </a:cubicBezTo>
                <a:cubicBezTo>
                  <a:pt x="26769" y="42292"/>
                  <a:pt x="26725" y="42380"/>
                  <a:pt x="26710" y="42453"/>
                </a:cubicBezTo>
                <a:cubicBezTo>
                  <a:pt x="26681" y="42365"/>
                  <a:pt x="26652" y="42277"/>
                  <a:pt x="26622" y="42189"/>
                </a:cubicBezTo>
                <a:cubicBezTo>
                  <a:pt x="26652" y="42115"/>
                  <a:pt x="26696" y="42012"/>
                  <a:pt x="26725" y="41938"/>
                </a:cubicBezTo>
                <a:close/>
                <a:moveTo>
                  <a:pt x="27167" y="42071"/>
                </a:moveTo>
                <a:cubicBezTo>
                  <a:pt x="27167" y="42130"/>
                  <a:pt x="27167" y="42203"/>
                  <a:pt x="27196" y="42277"/>
                </a:cubicBezTo>
                <a:cubicBezTo>
                  <a:pt x="27167" y="42336"/>
                  <a:pt x="27152" y="42409"/>
                  <a:pt x="27152" y="42453"/>
                </a:cubicBezTo>
                <a:cubicBezTo>
                  <a:pt x="27137" y="42380"/>
                  <a:pt x="27137" y="42336"/>
                  <a:pt x="27122" y="42247"/>
                </a:cubicBezTo>
                <a:cubicBezTo>
                  <a:pt x="27137" y="42203"/>
                  <a:pt x="27152" y="42130"/>
                  <a:pt x="27167" y="42071"/>
                </a:cubicBezTo>
                <a:close/>
                <a:moveTo>
                  <a:pt x="26990" y="42012"/>
                </a:moveTo>
                <a:cubicBezTo>
                  <a:pt x="27005" y="42115"/>
                  <a:pt x="27019" y="42189"/>
                  <a:pt x="27034" y="42277"/>
                </a:cubicBezTo>
                <a:cubicBezTo>
                  <a:pt x="27005" y="42336"/>
                  <a:pt x="26975" y="42409"/>
                  <a:pt x="26946" y="42483"/>
                </a:cubicBezTo>
                <a:cubicBezTo>
                  <a:pt x="26931" y="42409"/>
                  <a:pt x="26916" y="42306"/>
                  <a:pt x="26902" y="42233"/>
                </a:cubicBezTo>
                <a:cubicBezTo>
                  <a:pt x="26931" y="42159"/>
                  <a:pt x="26946" y="42086"/>
                  <a:pt x="26990" y="42012"/>
                </a:cubicBezTo>
                <a:close/>
                <a:moveTo>
                  <a:pt x="26239" y="42233"/>
                </a:moveTo>
                <a:cubicBezTo>
                  <a:pt x="26254" y="42292"/>
                  <a:pt x="26269" y="42336"/>
                  <a:pt x="26284" y="42380"/>
                </a:cubicBezTo>
                <a:cubicBezTo>
                  <a:pt x="26254" y="42483"/>
                  <a:pt x="26195" y="42556"/>
                  <a:pt x="26136" y="42645"/>
                </a:cubicBezTo>
                <a:cubicBezTo>
                  <a:pt x="26122" y="42586"/>
                  <a:pt x="26092" y="42556"/>
                  <a:pt x="26063" y="42498"/>
                </a:cubicBezTo>
                <a:cubicBezTo>
                  <a:pt x="26136" y="42409"/>
                  <a:pt x="26181" y="42336"/>
                  <a:pt x="26239" y="42233"/>
                </a:cubicBezTo>
                <a:close/>
                <a:moveTo>
                  <a:pt x="25842" y="42203"/>
                </a:moveTo>
                <a:lnTo>
                  <a:pt x="25960" y="42424"/>
                </a:lnTo>
                <a:cubicBezTo>
                  <a:pt x="25901" y="42512"/>
                  <a:pt x="25842" y="42601"/>
                  <a:pt x="25783" y="42674"/>
                </a:cubicBezTo>
                <a:cubicBezTo>
                  <a:pt x="25754" y="42601"/>
                  <a:pt x="25710" y="42527"/>
                  <a:pt x="25666" y="42453"/>
                </a:cubicBezTo>
                <a:cubicBezTo>
                  <a:pt x="25739" y="42380"/>
                  <a:pt x="25798" y="42292"/>
                  <a:pt x="25842" y="42203"/>
                </a:cubicBezTo>
                <a:close/>
                <a:moveTo>
                  <a:pt x="26328" y="42483"/>
                </a:moveTo>
                <a:cubicBezTo>
                  <a:pt x="26328" y="42498"/>
                  <a:pt x="26343" y="42512"/>
                  <a:pt x="26343" y="42527"/>
                </a:cubicBezTo>
                <a:cubicBezTo>
                  <a:pt x="26298" y="42630"/>
                  <a:pt x="26254" y="42704"/>
                  <a:pt x="26210" y="42792"/>
                </a:cubicBezTo>
                <a:cubicBezTo>
                  <a:pt x="26210" y="42777"/>
                  <a:pt x="26195" y="42748"/>
                  <a:pt x="26195" y="42733"/>
                </a:cubicBezTo>
                <a:cubicBezTo>
                  <a:pt x="26239" y="42645"/>
                  <a:pt x="26284" y="42571"/>
                  <a:pt x="26328" y="42483"/>
                </a:cubicBezTo>
                <a:close/>
                <a:moveTo>
                  <a:pt x="26563" y="42292"/>
                </a:moveTo>
                <a:cubicBezTo>
                  <a:pt x="26607" y="42380"/>
                  <a:pt x="26622" y="42468"/>
                  <a:pt x="26652" y="42586"/>
                </a:cubicBezTo>
                <a:cubicBezTo>
                  <a:pt x="26622" y="42659"/>
                  <a:pt x="26578" y="42748"/>
                  <a:pt x="26549" y="42821"/>
                </a:cubicBezTo>
                <a:cubicBezTo>
                  <a:pt x="26534" y="42792"/>
                  <a:pt x="26504" y="42733"/>
                  <a:pt x="26490" y="42704"/>
                </a:cubicBezTo>
                <a:cubicBezTo>
                  <a:pt x="26504" y="42659"/>
                  <a:pt x="26534" y="42630"/>
                  <a:pt x="26549" y="42601"/>
                </a:cubicBezTo>
                <a:cubicBezTo>
                  <a:pt x="26534" y="42571"/>
                  <a:pt x="26504" y="42556"/>
                  <a:pt x="26490" y="42512"/>
                </a:cubicBezTo>
                <a:cubicBezTo>
                  <a:pt x="26475" y="42527"/>
                  <a:pt x="26475" y="42571"/>
                  <a:pt x="26460" y="42586"/>
                </a:cubicBezTo>
                <a:cubicBezTo>
                  <a:pt x="26460" y="42571"/>
                  <a:pt x="26431" y="42556"/>
                  <a:pt x="26431" y="42527"/>
                </a:cubicBezTo>
                <a:cubicBezTo>
                  <a:pt x="26475" y="42453"/>
                  <a:pt x="26534" y="42365"/>
                  <a:pt x="26563" y="42292"/>
                </a:cubicBezTo>
                <a:close/>
                <a:moveTo>
                  <a:pt x="27211" y="42512"/>
                </a:moveTo>
                <a:cubicBezTo>
                  <a:pt x="27225" y="42556"/>
                  <a:pt x="27225" y="42601"/>
                  <a:pt x="27225" y="42659"/>
                </a:cubicBezTo>
                <a:cubicBezTo>
                  <a:pt x="27211" y="42718"/>
                  <a:pt x="27211" y="42777"/>
                  <a:pt x="27181" y="42821"/>
                </a:cubicBezTo>
                <a:cubicBezTo>
                  <a:pt x="27181" y="42777"/>
                  <a:pt x="27167" y="42718"/>
                  <a:pt x="27167" y="42659"/>
                </a:cubicBezTo>
                <a:cubicBezTo>
                  <a:pt x="27181" y="42601"/>
                  <a:pt x="27211" y="42571"/>
                  <a:pt x="27211" y="42512"/>
                </a:cubicBezTo>
                <a:close/>
                <a:moveTo>
                  <a:pt x="26843" y="42350"/>
                </a:moveTo>
                <a:cubicBezTo>
                  <a:pt x="26858" y="42439"/>
                  <a:pt x="26872" y="42527"/>
                  <a:pt x="26902" y="42601"/>
                </a:cubicBezTo>
                <a:cubicBezTo>
                  <a:pt x="26872" y="42674"/>
                  <a:pt x="26843" y="42748"/>
                  <a:pt x="26799" y="42836"/>
                </a:cubicBezTo>
                <a:cubicBezTo>
                  <a:pt x="26784" y="42748"/>
                  <a:pt x="26755" y="42659"/>
                  <a:pt x="26725" y="42586"/>
                </a:cubicBezTo>
                <a:cubicBezTo>
                  <a:pt x="26784" y="42512"/>
                  <a:pt x="26799" y="42424"/>
                  <a:pt x="26843" y="42350"/>
                </a:cubicBezTo>
                <a:close/>
                <a:moveTo>
                  <a:pt x="27064" y="42424"/>
                </a:moveTo>
                <a:cubicBezTo>
                  <a:pt x="27064" y="42498"/>
                  <a:pt x="27078" y="42571"/>
                  <a:pt x="27093" y="42645"/>
                </a:cubicBezTo>
                <a:cubicBezTo>
                  <a:pt x="27078" y="42718"/>
                  <a:pt x="27064" y="42777"/>
                  <a:pt x="27049" y="42851"/>
                </a:cubicBezTo>
                <a:lnTo>
                  <a:pt x="26990" y="42630"/>
                </a:lnTo>
                <a:cubicBezTo>
                  <a:pt x="27005" y="42556"/>
                  <a:pt x="27049" y="42498"/>
                  <a:pt x="27064" y="42424"/>
                </a:cubicBezTo>
                <a:close/>
                <a:moveTo>
                  <a:pt x="26401" y="42645"/>
                </a:moveTo>
                <a:cubicBezTo>
                  <a:pt x="26401" y="42659"/>
                  <a:pt x="26416" y="42674"/>
                  <a:pt x="26416" y="42704"/>
                </a:cubicBezTo>
                <a:cubicBezTo>
                  <a:pt x="26372" y="42792"/>
                  <a:pt x="26328" y="42865"/>
                  <a:pt x="26284" y="42954"/>
                </a:cubicBezTo>
                <a:cubicBezTo>
                  <a:pt x="26284" y="42939"/>
                  <a:pt x="26269" y="42924"/>
                  <a:pt x="26269" y="42895"/>
                </a:cubicBezTo>
                <a:cubicBezTo>
                  <a:pt x="26298" y="42792"/>
                  <a:pt x="26343" y="42718"/>
                  <a:pt x="26401" y="42645"/>
                </a:cubicBezTo>
                <a:close/>
                <a:moveTo>
                  <a:pt x="27240" y="42939"/>
                </a:moveTo>
                <a:cubicBezTo>
                  <a:pt x="27270" y="42968"/>
                  <a:pt x="27270" y="43013"/>
                  <a:pt x="27270" y="43042"/>
                </a:cubicBezTo>
                <a:cubicBezTo>
                  <a:pt x="27270" y="43086"/>
                  <a:pt x="27270" y="43101"/>
                  <a:pt x="27240" y="43145"/>
                </a:cubicBezTo>
                <a:lnTo>
                  <a:pt x="27240" y="43160"/>
                </a:lnTo>
                <a:cubicBezTo>
                  <a:pt x="27240" y="43116"/>
                  <a:pt x="27240" y="43086"/>
                  <a:pt x="27225" y="43042"/>
                </a:cubicBezTo>
                <a:cubicBezTo>
                  <a:pt x="27225" y="43013"/>
                  <a:pt x="27240" y="42968"/>
                  <a:pt x="27240" y="42939"/>
                </a:cubicBezTo>
                <a:close/>
                <a:moveTo>
                  <a:pt x="26460" y="42807"/>
                </a:moveTo>
                <a:cubicBezTo>
                  <a:pt x="26475" y="42836"/>
                  <a:pt x="26490" y="42895"/>
                  <a:pt x="26490" y="42939"/>
                </a:cubicBezTo>
                <a:cubicBezTo>
                  <a:pt x="26460" y="43013"/>
                  <a:pt x="26416" y="43101"/>
                  <a:pt x="26387" y="43175"/>
                </a:cubicBezTo>
                <a:cubicBezTo>
                  <a:pt x="26357" y="43145"/>
                  <a:pt x="26343" y="43086"/>
                  <a:pt x="26328" y="43042"/>
                </a:cubicBezTo>
                <a:cubicBezTo>
                  <a:pt x="26357" y="42968"/>
                  <a:pt x="26416" y="42880"/>
                  <a:pt x="26460" y="42807"/>
                </a:cubicBezTo>
                <a:close/>
                <a:moveTo>
                  <a:pt x="26696" y="42704"/>
                </a:moveTo>
                <a:cubicBezTo>
                  <a:pt x="26710" y="42792"/>
                  <a:pt x="26755" y="42880"/>
                  <a:pt x="26769" y="42968"/>
                </a:cubicBezTo>
                <a:cubicBezTo>
                  <a:pt x="26769" y="42998"/>
                  <a:pt x="26769" y="42998"/>
                  <a:pt x="26755" y="43013"/>
                </a:cubicBezTo>
                <a:cubicBezTo>
                  <a:pt x="26725" y="43086"/>
                  <a:pt x="26696" y="43160"/>
                  <a:pt x="26681" y="43219"/>
                </a:cubicBezTo>
                <a:cubicBezTo>
                  <a:pt x="26652" y="43160"/>
                  <a:pt x="26637" y="43086"/>
                  <a:pt x="26622" y="43027"/>
                </a:cubicBezTo>
                <a:cubicBezTo>
                  <a:pt x="26637" y="42968"/>
                  <a:pt x="26681" y="42924"/>
                  <a:pt x="26696" y="42865"/>
                </a:cubicBezTo>
                <a:cubicBezTo>
                  <a:pt x="26666" y="42821"/>
                  <a:pt x="26652" y="42807"/>
                  <a:pt x="26652" y="42792"/>
                </a:cubicBezTo>
                <a:cubicBezTo>
                  <a:pt x="26666" y="42748"/>
                  <a:pt x="26696" y="42733"/>
                  <a:pt x="26696" y="42704"/>
                </a:cubicBezTo>
                <a:close/>
                <a:moveTo>
                  <a:pt x="26931" y="42748"/>
                </a:moveTo>
                <a:cubicBezTo>
                  <a:pt x="26946" y="42851"/>
                  <a:pt x="26975" y="42924"/>
                  <a:pt x="26990" y="43013"/>
                </a:cubicBezTo>
                <a:cubicBezTo>
                  <a:pt x="26975" y="43086"/>
                  <a:pt x="26931" y="43160"/>
                  <a:pt x="26916" y="43233"/>
                </a:cubicBezTo>
                <a:cubicBezTo>
                  <a:pt x="26902" y="43145"/>
                  <a:pt x="26872" y="43072"/>
                  <a:pt x="26858" y="42968"/>
                </a:cubicBezTo>
                <a:cubicBezTo>
                  <a:pt x="26902" y="42895"/>
                  <a:pt x="26916" y="42821"/>
                  <a:pt x="26931" y="42748"/>
                </a:cubicBezTo>
                <a:close/>
                <a:moveTo>
                  <a:pt x="27137" y="42836"/>
                </a:moveTo>
                <a:cubicBezTo>
                  <a:pt x="27137" y="42924"/>
                  <a:pt x="27137" y="42968"/>
                  <a:pt x="27152" y="43042"/>
                </a:cubicBezTo>
                <a:cubicBezTo>
                  <a:pt x="27137" y="43101"/>
                  <a:pt x="27122" y="43160"/>
                  <a:pt x="27122" y="43233"/>
                </a:cubicBezTo>
                <a:cubicBezTo>
                  <a:pt x="27093" y="43160"/>
                  <a:pt x="27093" y="43101"/>
                  <a:pt x="27078" y="43027"/>
                </a:cubicBezTo>
                <a:cubicBezTo>
                  <a:pt x="27093" y="42968"/>
                  <a:pt x="27122" y="42910"/>
                  <a:pt x="27137" y="42836"/>
                </a:cubicBezTo>
                <a:close/>
                <a:moveTo>
                  <a:pt x="26799" y="43116"/>
                </a:moveTo>
                <a:cubicBezTo>
                  <a:pt x="26813" y="43175"/>
                  <a:pt x="26813" y="43219"/>
                  <a:pt x="26843" y="43263"/>
                </a:cubicBezTo>
                <a:cubicBezTo>
                  <a:pt x="26799" y="43322"/>
                  <a:pt x="26784" y="43410"/>
                  <a:pt x="26755" y="43484"/>
                </a:cubicBezTo>
                <a:cubicBezTo>
                  <a:pt x="26725" y="43439"/>
                  <a:pt x="26710" y="43381"/>
                  <a:pt x="26710" y="43336"/>
                </a:cubicBezTo>
                <a:cubicBezTo>
                  <a:pt x="26755" y="43263"/>
                  <a:pt x="26769" y="43189"/>
                  <a:pt x="26799" y="43116"/>
                </a:cubicBezTo>
                <a:close/>
                <a:moveTo>
                  <a:pt x="26563" y="43116"/>
                </a:moveTo>
                <a:cubicBezTo>
                  <a:pt x="26578" y="43189"/>
                  <a:pt x="26607" y="43248"/>
                  <a:pt x="26622" y="43322"/>
                </a:cubicBezTo>
                <a:cubicBezTo>
                  <a:pt x="26578" y="43395"/>
                  <a:pt x="26549" y="43469"/>
                  <a:pt x="26504" y="43557"/>
                </a:cubicBezTo>
                <a:cubicBezTo>
                  <a:pt x="26490" y="43484"/>
                  <a:pt x="26460" y="43439"/>
                  <a:pt x="26431" y="43366"/>
                </a:cubicBezTo>
                <a:cubicBezTo>
                  <a:pt x="26490" y="43292"/>
                  <a:pt x="26534" y="43189"/>
                  <a:pt x="26563" y="43116"/>
                </a:cubicBezTo>
                <a:close/>
                <a:moveTo>
                  <a:pt x="27167" y="43263"/>
                </a:moveTo>
                <a:cubicBezTo>
                  <a:pt x="27167" y="43322"/>
                  <a:pt x="27196" y="43381"/>
                  <a:pt x="27196" y="43439"/>
                </a:cubicBezTo>
                <a:cubicBezTo>
                  <a:pt x="27167" y="43484"/>
                  <a:pt x="27167" y="43528"/>
                  <a:pt x="27152" y="43587"/>
                </a:cubicBezTo>
                <a:cubicBezTo>
                  <a:pt x="27152" y="43528"/>
                  <a:pt x="27137" y="43469"/>
                  <a:pt x="27137" y="43410"/>
                </a:cubicBezTo>
                <a:cubicBezTo>
                  <a:pt x="27152" y="43366"/>
                  <a:pt x="27152" y="43322"/>
                  <a:pt x="27167" y="43263"/>
                </a:cubicBezTo>
                <a:close/>
                <a:moveTo>
                  <a:pt x="27019" y="43189"/>
                </a:moveTo>
                <a:cubicBezTo>
                  <a:pt x="27019" y="43263"/>
                  <a:pt x="27034" y="43336"/>
                  <a:pt x="27064" y="43410"/>
                </a:cubicBezTo>
                <a:cubicBezTo>
                  <a:pt x="27049" y="43484"/>
                  <a:pt x="27019" y="43542"/>
                  <a:pt x="27005" y="43616"/>
                </a:cubicBezTo>
                <a:lnTo>
                  <a:pt x="27005" y="43601"/>
                </a:lnTo>
                <a:lnTo>
                  <a:pt x="27005" y="43572"/>
                </a:lnTo>
                <a:cubicBezTo>
                  <a:pt x="27005" y="43557"/>
                  <a:pt x="26990" y="43557"/>
                  <a:pt x="26990" y="43542"/>
                </a:cubicBezTo>
                <a:cubicBezTo>
                  <a:pt x="26990" y="43528"/>
                  <a:pt x="26990" y="43528"/>
                  <a:pt x="26975" y="43513"/>
                </a:cubicBezTo>
                <a:cubicBezTo>
                  <a:pt x="26975" y="43469"/>
                  <a:pt x="26946" y="43439"/>
                  <a:pt x="26946" y="43395"/>
                </a:cubicBezTo>
                <a:cubicBezTo>
                  <a:pt x="26975" y="43322"/>
                  <a:pt x="26990" y="43263"/>
                  <a:pt x="27019" y="43189"/>
                </a:cubicBezTo>
                <a:close/>
                <a:moveTo>
                  <a:pt x="26902" y="43528"/>
                </a:moveTo>
                <a:cubicBezTo>
                  <a:pt x="26902" y="43542"/>
                  <a:pt x="26902" y="43557"/>
                  <a:pt x="26916" y="43587"/>
                </a:cubicBezTo>
                <a:cubicBezTo>
                  <a:pt x="26902" y="43660"/>
                  <a:pt x="26858" y="43734"/>
                  <a:pt x="26843" y="43807"/>
                </a:cubicBezTo>
                <a:cubicBezTo>
                  <a:pt x="26843" y="43778"/>
                  <a:pt x="26813" y="43748"/>
                  <a:pt x="26813" y="43734"/>
                </a:cubicBezTo>
                <a:cubicBezTo>
                  <a:pt x="26843" y="43675"/>
                  <a:pt x="26872" y="43601"/>
                  <a:pt x="26902" y="43528"/>
                </a:cubicBezTo>
                <a:close/>
                <a:moveTo>
                  <a:pt x="27093" y="43616"/>
                </a:moveTo>
                <a:cubicBezTo>
                  <a:pt x="27093" y="43675"/>
                  <a:pt x="27093" y="43748"/>
                  <a:pt x="27122" y="43822"/>
                </a:cubicBezTo>
                <a:cubicBezTo>
                  <a:pt x="27078" y="43763"/>
                  <a:pt x="27078" y="43748"/>
                  <a:pt x="27064" y="43704"/>
                </a:cubicBezTo>
                <a:cubicBezTo>
                  <a:pt x="27078" y="43675"/>
                  <a:pt x="27078" y="43645"/>
                  <a:pt x="27093" y="43616"/>
                </a:cubicBezTo>
                <a:close/>
                <a:moveTo>
                  <a:pt x="26652" y="43454"/>
                </a:moveTo>
                <a:lnTo>
                  <a:pt x="26710" y="43616"/>
                </a:lnTo>
                <a:cubicBezTo>
                  <a:pt x="26666" y="43690"/>
                  <a:pt x="26637" y="43763"/>
                  <a:pt x="26607" y="43851"/>
                </a:cubicBezTo>
                <a:cubicBezTo>
                  <a:pt x="26578" y="43807"/>
                  <a:pt x="26563" y="43748"/>
                  <a:pt x="26549" y="43675"/>
                </a:cubicBezTo>
                <a:lnTo>
                  <a:pt x="26652" y="43454"/>
                </a:lnTo>
                <a:close/>
                <a:moveTo>
                  <a:pt x="27211" y="43719"/>
                </a:moveTo>
                <a:cubicBezTo>
                  <a:pt x="27211" y="43763"/>
                  <a:pt x="27225" y="43807"/>
                  <a:pt x="27225" y="43837"/>
                </a:cubicBezTo>
                <a:cubicBezTo>
                  <a:pt x="27225" y="43881"/>
                  <a:pt x="27211" y="43910"/>
                  <a:pt x="27211" y="43925"/>
                </a:cubicBezTo>
                <a:cubicBezTo>
                  <a:pt x="27211" y="43896"/>
                  <a:pt x="27211" y="43851"/>
                  <a:pt x="27196" y="43822"/>
                </a:cubicBezTo>
                <a:cubicBezTo>
                  <a:pt x="27196" y="43778"/>
                  <a:pt x="27211" y="43763"/>
                  <a:pt x="27211" y="43719"/>
                </a:cubicBezTo>
                <a:close/>
                <a:moveTo>
                  <a:pt x="26946" y="43763"/>
                </a:moveTo>
                <a:lnTo>
                  <a:pt x="26946" y="43778"/>
                </a:lnTo>
                <a:cubicBezTo>
                  <a:pt x="26931" y="43851"/>
                  <a:pt x="26902" y="43910"/>
                  <a:pt x="26872" y="43984"/>
                </a:cubicBezTo>
                <a:lnTo>
                  <a:pt x="26872" y="43969"/>
                </a:lnTo>
                <a:cubicBezTo>
                  <a:pt x="26902" y="43896"/>
                  <a:pt x="26931" y="43822"/>
                  <a:pt x="26946" y="43763"/>
                </a:cubicBezTo>
                <a:close/>
                <a:moveTo>
                  <a:pt x="27078" y="43822"/>
                </a:moveTo>
                <a:cubicBezTo>
                  <a:pt x="27078" y="43837"/>
                  <a:pt x="27078" y="43837"/>
                  <a:pt x="27093" y="43851"/>
                </a:cubicBezTo>
                <a:cubicBezTo>
                  <a:pt x="27078" y="43910"/>
                  <a:pt x="27078" y="43954"/>
                  <a:pt x="27064" y="43984"/>
                </a:cubicBezTo>
                <a:cubicBezTo>
                  <a:pt x="27064" y="43969"/>
                  <a:pt x="27064" y="43954"/>
                  <a:pt x="27049" y="43925"/>
                </a:cubicBezTo>
                <a:cubicBezTo>
                  <a:pt x="27064" y="43896"/>
                  <a:pt x="27064" y="43851"/>
                  <a:pt x="27078" y="43822"/>
                </a:cubicBezTo>
                <a:close/>
                <a:moveTo>
                  <a:pt x="26769" y="43851"/>
                </a:moveTo>
                <a:cubicBezTo>
                  <a:pt x="26769" y="43896"/>
                  <a:pt x="26784" y="43910"/>
                  <a:pt x="26784" y="43940"/>
                </a:cubicBezTo>
                <a:cubicBezTo>
                  <a:pt x="26769" y="44028"/>
                  <a:pt x="26725" y="44087"/>
                  <a:pt x="26710" y="44175"/>
                </a:cubicBezTo>
                <a:cubicBezTo>
                  <a:pt x="26696" y="44131"/>
                  <a:pt x="26696" y="44102"/>
                  <a:pt x="26666" y="44058"/>
                </a:cubicBezTo>
                <a:cubicBezTo>
                  <a:pt x="26710" y="43984"/>
                  <a:pt x="26725" y="43910"/>
                  <a:pt x="26769" y="43851"/>
                </a:cubicBezTo>
                <a:close/>
                <a:moveTo>
                  <a:pt x="26799" y="44116"/>
                </a:moveTo>
                <a:lnTo>
                  <a:pt x="26799" y="44146"/>
                </a:lnTo>
                <a:cubicBezTo>
                  <a:pt x="26799" y="44205"/>
                  <a:pt x="26784" y="44278"/>
                  <a:pt x="26755" y="44352"/>
                </a:cubicBezTo>
                <a:cubicBezTo>
                  <a:pt x="26755" y="44337"/>
                  <a:pt x="26755" y="44337"/>
                  <a:pt x="26725" y="44322"/>
                </a:cubicBezTo>
                <a:cubicBezTo>
                  <a:pt x="26755" y="44249"/>
                  <a:pt x="26784" y="44190"/>
                  <a:pt x="26799" y="44116"/>
                </a:cubicBezTo>
                <a:close/>
                <a:moveTo>
                  <a:pt x="27137" y="44175"/>
                </a:moveTo>
                <a:cubicBezTo>
                  <a:pt x="27152" y="44175"/>
                  <a:pt x="27152" y="44205"/>
                  <a:pt x="27152" y="44219"/>
                </a:cubicBezTo>
                <a:cubicBezTo>
                  <a:pt x="27137" y="44278"/>
                  <a:pt x="27137" y="44322"/>
                  <a:pt x="27122" y="44367"/>
                </a:cubicBezTo>
                <a:cubicBezTo>
                  <a:pt x="27122" y="44352"/>
                  <a:pt x="27122" y="44322"/>
                  <a:pt x="27093" y="44293"/>
                </a:cubicBezTo>
                <a:cubicBezTo>
                  <a:pt x="27122" y="44264"/>
                  <a:pt x="27122" y="44205"/>
                  <a:pt x="27137" y="44175"/>
                </a:cubicBezTo>
                <a:close/>
                <a:moveTo>
                  <a:pt x="26990" y="44131"/>
                </a:moveTo>
                <a:cubicBezTo>
                  <a:pt x="27005" y="44131"/>
                  <a:pt x="27005" y="44175"/>
                  <a:pt x="27005" y="44190"/>
                </a:cubicBezTo>
                <a:cubicBezTo>
                  <a:pt x="26990" y="44264"/>
                  <a:pt x="26975" y="44308"/>
                  <a:pt x="26946" y="44396"/>
                </a:cubicBezTo>
                <a:cubicBezTo>
                  <a:pt x="26946" y="44367"/>
                  <a:pt x="26931" y="44337"/>
                  <a:pt x="26931" y="44322"/>
                </a:cubicBezTo>
                <a:cubicBezTo>
                  <a:pt x="26946" y="44264"/>
                  <a:pt x="26975" y="44190"/>
                  <a:pt x="26990" y="44131"/>
                </a:cubicBezTo>
                <a:close/>
                <a:moveTo>
                  <a:pt x="26858" y="44278"/>
                </a:moveTo>
                <a:cubicBezTo>
                  <a:pt x="26843" y="44352"/>
                  <a:pt x="26813" y="44425"/>
                  <a:pt x="26784" y="44499"/>
                </a:cubicBezTo>
                <a:lnTo>
                  <a:pt x="26784" y="44484"/>
                </a:lnTo>
                <a:cubicBezTo>
                  <a:pt x="26799" y="44411"/>
                  <a:pt x="26843" y="44352"/>
                  <a:pt x="26858" y="44278"/>
                </a:cubicBezTo>
                <a:close/>
                <a:moveTo>
                  <a:pt x="27184" y="44596"/>
                </a:moveTo>
                <a:cubicBezTo>
                  <a:pt x="27188" y="44608"/>
                  <a:pt x="27196" y="44617"/>
                  <a:pt x="27196" y="44617"/>
                </a:cubicBezTo>
                <a:cubicBezTo>
                  <a:pt x="27196" y="44646"/>
                  <a:pt x="27167" y="44676"/>
                  <a:pt x="27167" y="44705"/>
                </a:cubicBezTo>
                <a:lnTo>
                  <a:pt x="27167" y="44646"/>
                </a:lnTo>
                <a:cubicBezTo>
                  <a:pt x="27167" y="44629"/>
                  <a:pt x="27176" y="44613"/>
                  <a:pt x="27184" y="44596"/>
                </a:cubicBezTo>
                <a:close/>
                <a:moveTo>
                  <a:pt x="26902" y="44455"/>
                </a:moveTo>
                <a:cubicBezTo>
                  <a:pt x="26902" y="44499"/>
                  <a:pt x="26916" y="44514"/>
                  <a:pt x="26916" y="44558"/>
                </a:cubicBezTo>
                <a:cubicBezTo>
                  <a:pt x="26902" y="44617"/>
                  <a:pt x="26858" y="44690"/>
                  <a:pt x="26843" y="44734"/>
                </a:cubicBezTo>
                <a:cubicBezTo>
                  <a:pt x="26843" y="44705"/>
                  <a:pt x="26828" y="44676"/>
                  <a:pt x="26828" y="44646"/>
                </a:cubicBezTo>
                <a:cubicBezTo>
                  <a:pt x="26843" y="44587"/>
                  <a:pt x="26872" y="44514"/>
                  <a:pt x="26902" y="44455"/>
                </a:cubicBezTo>
                <a:close/>
                <a:moveTo>
                  <a:pt x="27064" y="44484"/>
                </a:moveTo>
                <a:cubicBezTo>
                  <a:pt x="27064" y="44514"/>
                  <a:pt x="27064" y="44558"/>
                  <a:pt x="27078" y="44587"/>
                </a:cubicBezTo>
                <a:lnTo>
                  <a:pt x="27019" y="44764"/>
                </a:lnTo>
                <a:cubicBezTo>
                  <a:pt x="27019" y="44720"/>
                  <a:pt x="27005" y="44690"/>
                  <a:pt x="27005" y="44646"/>
                </a:cubicBezTo>
                <a:lnTo>
                  <a:pt x="27064" y="44484"/>
                </a:lnTo>
                <a:close/>
                <a:moveTo>
                  <a:pt x="26975" y="44808"/>
                </a:moveTo>
                <a:cubicBezTo>
                  <a:pt x="26975" y="44852"/>
                  <a:pt x="26990" y="44911"/>
                  <a:pt x="26990" y="44940"/>
                </a:cubicBezTo>
                <a:cubicBezTo>
                  <a:pt x="26975" y="45014"/>
                  <a:pt x="26946" y="45073"/>
                  <a:pt x="26931" y="45132"/>
                </a:cubicBezTo>
                <a:cubicBezTo>
                  <a:pt x="26931" y="45073"/>
                  <a:pt x="26916" y="45029"/>
                  <a:pt x="26916" y="44985"/>
                </a:cubicBezTo>
                <a:lnTo>
                  <a:pt x="26975" y="44808"/>
                </a:lnTo>
                <a:close/>
                <a:moveTo>
                  <a:pt x="27093" y="44882"/>
                </a:moveTo>
                <a:cubicBezTo>
                  <a:pt x="27093" y="44926"/>
                  <a:pt x="27093" y="44955"/>
                  <a:pt x="27122" y="44999"/>
                </a:cubicBezTo>
                <a:cubicBezTo>
                  <a:pt x="27093" y="45058"/>
                  <a:pt x="27093" y="45088"/>
                  <a:pt x="27078" y="45147"/>
                </a:cubicBezTo>
                <a:cubicBezTo>
                  <a:pt x="27078" y="45102"/>
                  <a:pt x="27064" y="45073"/>
                  <a:pt x="27064" y="45014"/>
                </a:cubicBezTo>
                <a:cubicBezTo>
                  <a:pt x="27078" y="44985"/>
                  <a:pt x="27078" y="44926"/>
                  <a:pt x="27093" y="44882"/>
                </a:cubicBezTo>
                <a:close/>
                <a:moveTo>
                  <a:pt x="27137" y="45323"/>
                </a:moveTo>
                <a:lnTo>
                  <a:pt x="27137" y="45426"/>
                </a:lnTo>
                <a:cubicBezTo>
                  <a:pt x="27137" y="45442"/>
                  <a:pt x="27133" y="45454"/>
                  <a:pt x="27129" y="45468"/>
                </a:cubicBezTo>
                <a:lnTo>
                  <a:pt x="27129" y="45468"/>
                </a:lnTo>
                <a:cubicBezTo>
                  <a:pt x="27128" y="45445"/>
                  <a:pt x="27122" y="45424"/>
                  <a:pt x="27122" y="45397"/>
                </a:cubicBezTo>
                <a:cubicBezTo>
                  <a:pt x="27122" y="45382"/>
                  <a:pt x="27137" y="45353"/>
                  <a:pt x="27137" y="45323"/>
                </a:cubicBezTo>
                <a:close/>
                <a:moveTo>
                  <a:pt x="26990" y="45220"/>
                </a:moveTo>
                <a:cubicBezTo>
                  <a:pt x="26990" y="45279"/>
                  <a:pt x="27005" y="45323"/>
                  <a:pt x="27005" y="45367"/>
                </a:cubicBezTo>
                <a:cubicBezTo>
                  <a:pt x="27019" y="45426"/>
                  <a:pt x="27005" y="45470"/>
                  <a:pt x="26990" y="45529"/>
                </a:cubicBezTo>
                <a:cubicBezTo>
                  <a:pt x="26975" y="45470"/>
                  <a:pt x="26975" y="45411"/>
                  <a:pt x="26946" y="45353"/>
                </a:cubicBezTo>
                <a:cubicBezTo>
                  <a:pt x="26961" y="45308"/>
                  <a:pt x="26990" y="45250"/>
                  <a:pt x="26990" y="45220"/>
                </a:cubicBezTo>
                <a:close/>
                <a:moveTo>
                  <a:pt x="24577" y="41085"/>
                </a:moveTo>
                <a:cubicBezTo>
                  <a:pt x="24635" y="41158"/>
                  <a:pt x="24709" y="41232"/>
                  <a:pt x="24768" y="41306"/>
                </a:cubicBezTo>
                <a:cubicBezTo>
                  <a:pt x="23855" y="42306"/>
                  <a:pt x="22855" y="43204"/>
                  <a:pt x="21854" y="44072"/>
                </a:cubicBezTo>
                <a:cubicBezTo>
                  <a:pt x="21236" y="44631"/>
                  <a:pt x="20588" y="45205"/>
                  <a:pt x="19985" y="45794"/>
                </a:cubicBezTo>
                <a:cubicBezTo>
                  <a:pt x="20691" y="45014"/>
                  <a:pt x="21457" y="44264"/>
                  <a:pt x="22207" y="43528"/>
                </a:cubicBezTo>
                <a:cubicBezTo>
                  <a:pt x="22987" y="42733"/>
                  <a:pt x="23811" y="41924"/>
                  <a:pt x="24577" y="41085"/>
                </a:cubicBezTo>
                <a:close/>
                <a:moveTo>
                  <a:pt x="27064" y="45617"/>
                </a:moveTo>
                <a:cubicBezTo>
                  <a:pt x="27064" y="45676"/>
                  <a:pt x="27078" y="45735"/>
                  <a:pt x="27078" y="45779"/>
                </a:cubicBezTo>
                <a:cubicBezTo>
                  <a:pt x="27078" y="45823"/>
                  <a:pt x="27064" y="45853"/>
                  <a:pt x="27064" y="45897"/>
                </a:cubicBezTo>
                <a:cubicBezTo>
                  <a:pt x="27034" y="45838"/>
                  <a:pt x="27034" y="45794"/>
                  <a:pt x="27019" y="45735"/>
                </a:cubicBezTo>
                <a:cubicBezTo>
                  <a:pt x="27034" y="45691"/>
                  <a:pt x="27034" y="45662"/>
                  <a:pt x="27064" y="45617"/>
                </a:cubicBezTo>
                <a:close/>
                <a:moveTo>
                  <a:pt x="27314" y="45529"/>
                </a:moveTo>
                <a:cubicBezTo>
                  <a:pt x="27314" y="45647"/>
                  <a:pt x="27299" y="45765"/>
                  <a:pt x="27284" y="45897"/>
                </a:cubicBezTo>
                <a:lnTo>
                  <a:pt x="27284" y="45823"/>
                </a:lnTo>
                <a:lnTo>
                  <a:pt x="27284" y="45735"/>
                </a:lnTo>
                <a:cubicBezTo>
                  <a:pt x="27299" y="45662"/>
                  <a:pt x="27299" y="45588"/>
                  <a:pt x="27314" y="45529"/>
                </a:cubicBezTo>
                <a:close/>
                <a:moveTo>
                  <a:pt x="27093" y="46059"/>
                </a:moveTo>
                <a:cubicBezTo>
                  <a:pt x="27093" y="46118"/>
                  <a:pt x="27093" y="46162"/>
                  <a:pt x="27122" y="46206"/>
                </a:cubicBezTo>
                <a:lnTo>
                  <a:pt x="27122" y="46250"/>
                </a:lnTo>
                <a:cubicBezTo>
                  <a:pt x="27093" y="46250"/>
                  <a:pt x="27093" y="46265"/>
                  <a:pt x="27093" y="46265"/>
                </a:cubicBezTo>
                <a:cubicBezTo>
                  <a:pt x="27093" y="46236"/>
                  <a:pt x="27078" y="46191"/>
                  <a:pt x="27078" y="46133"/>
                </a:cubicBezTo>
                <a:cubicBezTo>
                  <a:pt x="27078" y="46118"/>
                  <a:pt x="27093" y="46088"/>
                  <a:pt x="27093" y="46059"/>
                </a:cubicBezTo>
                <a:close/>
                <a:moveTo>
                  <a:pt x="24812" y="41350"/>
                </a:moveTo>
                <a:lnTo>
                  <a:pt x="24812" y="41350"/>
                </a:lnTo>
                <a:cubicBezTo>
                  <a:pt x="24797" y="41379"/>
                  <a:pt x="24783" y="41394"/>
                  <a:pt x="24768" y="41423"/>
                </a:cubicBezTo>
                <a:lnTo>
                  <a:pt x="24812" y="41482"/>
                </a:lnTo>
                <a:lnTo>
                  <a:pt x="24871" y="41423"/>
                </a:lnTo>
                <a:cubicBezTo>
                  <a:pt x="24915" y="41482"/>
                  <a:pt x="24959" y="41541"/>
                  <a:pt x="25003" y="41585"/>
                </a:cubicBezTo>
                <a:cubicBezTo>
                  <a:pt x="24003" y="42762"/>
                  <a:pt x="22869" y="43675"/>
                  <a:pt x="21648" y="44631"/>
                </a:cubicBezTo>
                <a:cubicBezTo>
                  <a:pt x="20897" y="45220"/>
                  <a:pt x="20147" y="45823"/>
                  <a:pt x="19411" y="46500"/>
                </a:cubicBezTo>
                <a:cubicBezTo>
                  <a:pt x="20206" y="45662"/>
                  <a:pt x="21059" y="44882"/>
                  <a:pt x="21913" y="44131"/>
                </a:cubicBezTo>
                <a:cubicBezTo>
                  <a:pt x="22899" y="43263"/>
                  <a:pt x="23914" y="42365"/>
                  <a:pt x="24812" y="41350"/>
                </a:cubicBezTo>
                <a:close/>
                <a:moveTo>
                  <a:pt x="27019" y="46353"/>
                </a:moveTo>
                <a:cubicBezTo>
                  <a:pt x="27019" y="46412"/>
                  <a:pt x="27019" y="46471"/>
                  <a:pt x="27034" y="46500"/>
                </a:cubicBezTo>
                <a:cubicBezTo>
                  <a:pt x="27019" y="46545"/>
                  <a:pt x="27019" y="46574"/>
                  <a:pt x="27005" y="46618"/>
                </a:cubicBezTo>
                <a:cubicBezTo>
                  <a:pt x="27005" y="46574"/>
                  <a:pt x="26990" y="46545"/>
                  <a:pt x="26990" y="46500"/>
                </a:cubicBezTo>
                <a:cubicBezTo>
                  <a:pt x="27005" y="46456"/>
                  <a:pt x="27005" y="46412"/>
                  <a:pt x="27019" y="46353"/>
                </a:cubicBezTo>
                <a:close/>
                <a:moveTo>
                  <a:pt x="27343" y="46000"/>
                </a:moveTo>
                <a:cubicBezTo>
                  <a:pt x="27343" y="46265"/>
                  <a:pt x="27299" y="46545"/>
                  <a:pt x="27240" y="46824"/>
                </a:cubicBezTo>
                <a:lnTo>
                  <a:pt x="27240" y="46633"/>
                </a:lnTo>
                <a:lnTo>
                  <a:pt x="27240" y="46515"/>
                </a:lnTo>
                <a:cubicBezTo>
                  <a:pt x="27284" y="46353"/>
                  <a:pt x="27314" y="46177"/>
                  <a:pt x="27343" y="46000"/>
                </a:cubicBezTo>
                <a:close/>
                <a:moveTo>
                  <a:pt x="27064" y="46868"/>
                </a:moveTo>
                <a:cubicBezTo>
                  <a:pt x="27064" y="46898"/>
                  <a:pt x="27078" y="46927"/>
                  <a:pt x="27078" y="46971"/>
                </a:cubicBezTo>
                <a:cubicBezTo>
                  <a:pt x="27078" y="46986"/>
                  <a:pt x="27064" y="47001"/>
                  <a:pt x="27064" y="47030"/>
                </a:cubicBezTo>
                <a:cubicBezTo>
                  <a:pt x="27064" y="47015"/>
                  <a:pt x="27064" y="46986"/>
                  <a:pt x="27049" y="46971"/>
                </a:cubicBezTo>
                <a:cubicBezTo>
                  <a:pt x="27049" y="46927"/>
                  <a:pt x="27064" y="46912"/>
                  <a:pt x="27064" y="46868"/>
                </a:cubicBezTo>
                <a:close/>
                <a:moveTo>
                  <a:pt x="25033" y="41644"/>
                </a:moveTo>
                <a:cubicBezTo>
                  <a:pt x="25062" y="41673"/>
                  <a:pt x="25077" y="41688"/>
                  <a:pt x="25092" y="41718"/>
                </a:cubicBezTo>
                <a:lnTo>
                  <a:pt x="25062" y="41762"/>
                </a:lnTo>
                <a:lnTo>
                  <a:pt x="25106" y="41821"/>
                </a:lnTo>
                <a:cubicBezTo>
                  <a:pt x="25106" y="41791"/>
                  <a:pt x="25121" y="41791"/>
                  <a:pt x="25121" y="41776"/>
                </a:cubicBezTo>
                <a:cubicBezTo>
                  <a:pt x="25150" y="41821"/>
                  <a:pt x="25165" y="41835"/>
                  <a:pt x="25180" y="41865"/>
                </a:cubicBezTo>
                <a:cubicBezTo>
                  <a:pt x="25121" y="41938"/>
                  <a:pt x="25077" y="42012"/>
                  <a:pt x="25018" y="42071"/>
                </a:cubicBezTo>
                <a:cubicBezTo>
                  <a:pt x="23988" y="43307"/>
                  <a:pt x="22737" y="44190"/>
                  <a:pt x="21427" y="45132"/>
                </a:cubicBezTo>
                <a:cubicBezTo>
                  <a:pt x="20544" y="45750"/>
                  <a:pt x="19647" y="46397"/>
                  <a:pt x="18778" y="47163"/>
                </a:cubicBezTo>
                <a:cubicBezTo>
                  <a:pt x="19720" y="46250"/>
                  <a:pt x="20721" y="45456"/>
                  <a:pt x="21692" y="44690"/>
                </a:cubicBezTo>
                <a:cubicBezTo>
                  <a:pt x="22899" y="43734"/>
                  <a:pt x="24047" y="42821"/>
                  <a:pt x="25033" y="41644"/>
                </a:cubicBezTo>
                <a:close/>
                <a:moveTo>
                  <a:pt x="25253" y="41938"/>
                </a:moveTo>
                <a:cubicBezTo>
                  <a:pt x="25298" y="41982"/>
                  <a:pt x="25312" y="42041"/>
                  <a:pt x="25342" y="42071"/>
                </a:cubicBezTo>
                <a:cubicBezTo>
                  <a:pt x="25371" y="42086"/>
                  <a:pt x="25386" y="42115"/>
                  <a:pt x="25401" y="42144"/>
                </a:cubicBezTo>
                <a:cubicBezTo>
                  <a:pt x="25401" y="42144"/>
                  <a:pt x="25401" y="42159"/>
                  <a:pt x="25415" y="42159"/>
                </a:cubicBezTo>
                <a:cubicBezTo>
                  <a:pt x="25312" y="42306"/>
                  <a:pt x="25180" y="42453"/>
                  <a:pt x="25077" y="42630"/>
                </a:cubicBezTo>
                <a:cubicBezTo>
                  <a:pt x="24003" y="43910"/>
                  <a:pt x="22678" y="44764"/>
                  <a:pt x="21280" y="45662"/>
                </a:cubicBezTo>
                <a:cubicBezTo>
                  <a:pt x="20323" y="46265"/>
                  <a:pt x="19337" y="46912"/>
                  <a:pt x="18410" y="47707"/>
                </a:cubicBezTo>
                <a:cubicBezTo>
                  <a:pt x="18396" y="47678"/>
                  <a:pt x="18410" y="47663"/>
                  <a:pt x="18440" y="47634"/>
                </a:cubicBezTo>
                <a:cubicBezTo>
                  <a:pt x="19411" y="46677"/>
                  <a:pt x="20456" y="45941"/>
                  <a:pt x="21486" y="45205"/>
                </a:cubicBezTo>
                <a:cubicBezTo>
                  <a:pt x="22811" y="44264"/>
                  <a:pt x="24047" y="43381"/>
                  <a:pt x="25092" y="42130"/>
                </a:cubicBezTo>
                <a:cubicBezTo>
                  <a:pt x="25150" y="42071"/>
                  <a:pt x="25195" y="41997"/>
                  <a:pt x="25253" y="41938"/>
                </a:cubicBezTo>
                <a:close/>
                <a:moveTo>
                  <a:pt x="25460" y="42218"/>
                </a:moveTo>
                <a:cubicBezTo>
                  <a:pt x="25518" y="42292"/>
                  <a:pt x="25548" y="42350"/>
                  <a:pt x="25607" y="42424"/>
                </a:cubicBezTo>
                <a:cubicBezTo>
                  <a:pt x="25445" y="42659"/>
                  <a:pt x="25253" y="42895"/>
                  <a:pt x="25062" y="43145"/>
                </a:cubicBezTo>
                <a:cubicBezTo>
                  <a:pt x="23958" y="44484"/>
                  <a:pt x="22575" y="45294"/>
                  <a:pt x="21089" y="46133"/>
                </a:cubicBezTo>
                <a:cubicBezTo>
                  <a:pt x="20095" y="46717"/>
                  <a:pt x="19073" y="47301"/>
                  <a:pt x="18108" y="48087"/>
                </a:cubicBezTo>
                <a:lnTo>
                  <a:pt x="18108" y="48087"/>
                </a:lnTo>
                <a:cubicBezTo>
                  <a:pt x="18130" y="48063"/>
                  <a:pt x="18153" y="48024"/>
                  <a:pt x="18175" y="48001"/>
                </a:cubicBezTo>
                <a:cubicBezTo>
                  <a:pt x="19190" y="47074"/>
                  <a:pt x="20250" y="46397"/>
                  <a:pt x="21309" y="45720"/>
                </a:cubicBezTo>
                <a:cubicBezTo>
                  <a:pt x="22708" y="44808"/>
                  <a:pt x="24032" y="43969"/>
                  <a:pt x="25106" y="42659"/>
                </a:cubicBezTo>
                <a:cubicBezTo>
                  <a:pt x="25224" y="42512"/>
                  <a:pt x="25357" y="42365"/>
                  <a:pt x="25460" y="42218"/>
                </a:cubicBezTo>
                <a:close/>
                <a:moveTo>
                  <a:pt x="25651" y="42512"/>
                </a:moveTo>
                <a:cubicBezTo>
                  <a:pt x="25695" y="42586"/>
                  <a:pt x="25739" y="42645"/>
                  <a:pt x="25769" y="42718"/>
                </a:cubicBezTo>
                <a:cubicBezTo>
                  <a:pt x="25548" y="43042"/>
                  <a:pt x="25312" y="43381"/>
                  <a:pt x="25062" y="43690"/>
                </a:cubicBezTo>
                <a:cubicBezTo>
                  <a:pt x="23929" y="45073"/>
                  <a:pt x="22457" y="45838"/>
                  <a:pt x="20897" y="46677"/>
                </a:cubicBezTo>
                <a:cubicBezTo>
                  <a:pt x="19867" y="47222"/>
                  <a:pt x="18808" y="47781"/>
                  <a:pt x="17792" y="48531"/>
                </a:cubicBezTo>
                <a:cubicBezTo>
                  <a:pt x="17836" y="48472"/>
                  <a:pt x="17881" y="48414"/>
                  <a:pt x="17925" y="48369"/>
                </a:cubicBezTo>
                <a:cubicBezTo>
                  <a:pt x="18940" y="47501"/>
                  <a:pt x="20044" y="46854"/>
                  <a:pt x="21118" y="46236"/>
                </a:cubicBezTo>
                <a:cubicBezTo>
                  <a:pt x="22605" y="45367"/>
                  <a:pt x="24003" y="44558"/>
                  <a:pt x="25106" y="43219"/>
                </a:cubicBezTo>
                <a:cubicBezTo>
                  <a:pt x="25298" y="42998"/>
                  <a:pt x="25474" y="42748"/>
                  <a:pt x="25651" y="42512"/>
                </a:cubicBezTo>
                <a:close/>
                <a:moveTo>
                  <a:pt x="17704" y="48561"/>
                </a:moveTo>
                <a:cubicBezTo>
                  <a:pt x="17675" y="48605"/>
                  <a:pt x="17645" y="48634"/>
                  <a:pt x="17630" y="48693"/>
                </a:cubicBezTo>
                <a:cubicBezTo>
                  <a:pt x="17601" y="48708"/>
                  <a:pt x="17571" y="48723"/>
                  <a:pt x="17557" y="48752"/>
                </a:cubicBezTo>
                <a:cubicBezTo>
                  <a:pt x="17571" y="48693"/>
                  <a:pt x="17601" y="48664"/>
                  <a:pt x="17630" y="48620"/>
                </a:cubicBezTo>
                <a:cubicBezTo>
                  <a:pt x="17645" y="48605"/>
                  <a:pt x="17675" y="48590"/>
                  <a:pt x="17704" y="48561"/>
                </a:cubicBezTo>
                <a:close/>
                <a:moveTo>
                  <a:pt x="26048" y="42586"/>
                </a:moveTo>
                <a:cubicBezTo>
                  <a:pt x="26063" y="42645"/>
                  <a:pt x="26107" y="42704"/>
                  <a:pt x="26122" y="42733"/>
                </a:cubicBezTo>
                <a:cubicBezTo>
                  <a:pt x="25827" y="43248"/>
                  <a:pt x="25474" y="43748"/>
                  <a:pt x="25092" y="44249"/>
                </a:cubicBezTo>
                <a:cubicBezTo>
                  <a:pt x="23929" y="45676"/>
                  <a:pt x="22413" y="46412"/>
                  <a:pt x="20765" y="47192"/>
                </a:cubicBezTo>
                <a:cubicBezTo>
                  <a:pt x="19705" y="47707"/>
                  <a:pt x="18616" y="48222"/>
                  <a:pt x="17586" y="48958"/>
                </a:cubicBezTo>
                <a:cubicBezTo>
                  <a:pt x="17586" y="48855"/>
                  <a:pt x="17645" y="48811"/>
                  <a:pt x="17675" y="48737"/>
                </a:cubicBezTo>
                <a:cubicBezTo>
                  <a:pt x="18734" y="47898"/>
                  <a:pt x="19853" y="47310"/>
                  <a:pt x="20956" y="46751"/>
                </a:cubicBezTo>
                <a:cubicBezTo>
                  <a:pt x="22516" y="45912"/>
                  <a:pt x="23988" y="45147"/>
                  <a:pt x="25136" y="43748"/>
                </a:cubicBezTo>
                <a:cubicBezTo>
                  <a:pt x="25386" y="43439"/>
                  <a:pt x="25621" y="43116"/>
                  <a:pt x="25827" y="42792"/>
                </a:cubicBezTo>
                <a:cubicBezTo>
                  <a:pt x="25872" y="42865"/>
                  <a:pt x="25901" y="42924"/>
                  <a:pt x="25960" y="42998"/>
                </a:cubicBezTo>
                <a:cubicBezTo>
                  <a:pt x="25945" y="42939"/>
                  <a:pt x="25901" y="42895"/>
                  <a:pt x="25886" y="42851"/>
                </a:cubicBezTo>
                <a:cubicBezTo>
                  <a:pt x="25930" y="42748"/>
                  <a:pt x="25989" y="42659"/>
                  <a:pt x="26048" y="42586"/>
                </a:cubicBezTo>
                <a:close/>
                <a:moveTo>
                  <a:pt x="17498" y="48870"/>
                </a:moveTo>
                <a:cubicBezTo>
                  <a:pt x="17454" y="48929"/>
                  <a:pt x="17424" y="48987"/>
                  <a:pt x="17395" y="49046"/>
                </a:cubicBezTo>
                <a:cubicBezTo>
                  <a:pt x="17365" y="49076"/>
                  <a:pt x="17321" y="49090"/>
                  <a:pt x="17292" y="49135"/>
                </a:cubicBezTo>
                <a:cubicBezTo>
                  <a:pt x="17307" y="49076"/>
                  <a:pt x="17351" y="49032"/>
                  <a:pt x="17380" y="48973"/>
                </a:cubicBezTo>
                <a:cubicBezTo>
                  <a:pt x="17424" y="48929"/>
                  <a:pt x="17454" y="48914"/>
                  <a:pt x="17498" y="48870"/>
                </a:cubicBezTo>
                <a:close/>
                <a:moveTo>
                  <a:pt x="17159" y="49149"/>
                </a:moveTo>
                <a:cubicBezTo>
                  <a:pt x="17145" y="49194"/>
                  <a:pt x="17101" y="49223"/>
                  <a:pt x="17086" y="49267"/>
                </a:cubicBezTo>
                <a:lnTo>
                  <a:pt x="17027" y="49326"/>
                </a:lnTo>
                <a:cubicBezTo>
                  <a:pt x="17056" y="49282"/>
                  <a:pt x="17071" y="49238"/>
                  <a:pt x="17101" y="49208"/>
                </a:cubicBezTo>
                <a:lnTo>
                  <a:pt x="17159" y="49149"/>
                </a:lnTo>
                <a:close/>
                <a:moveTo>
                  <a:pt x="26136" y="42836"/>
                </a:moveTo>
                <a:cubicBezTo>
                  <a:pt x="26166" y="42851"/>
                  <a:pt x="26166" y="42865"/>
                  <a:pt x="26181" y="42880"/>
                </a:cubicBezTo>
                <a:cubicBezTo>
                  <a:pt x="26122" y="42968"/>
                  <a:pt x="26092" y="43042"/>
                  <a:pt x="26033" y="43145"/>
                </a:cubicBezTo>
                <a:cubicBezTo>
                  <a:pt x="26048" y="43160"/>
                  <a:pt x="26063" y="43189"/>
                  <a:pt x="26063" y="43204"/>
                </a:cubicBezTo>
                <a:cubicBezTo>
                  <a:pt x="26122" y="43145"/>
                  <a:pt x="26166" y="43042"/>
                  <a:pt x="26210" y="42968"/>
                </a:cubicBezTo>
                <a:cubicBezTo>
                  <a:pt x="26239" y="42983"/>
                  <a:pt x="26239" y="43013"/>
                  <a:pt x="26239" y="43042"/>
                </a:cubicBezTo>
                <a:cubicBezTo>
                  <a:pt x="25916" y="43631"/>
                  <a:pt x="25533" y="44205"/>
                  <a:pt x="25077" y="44779"/>
                </a:cubicBezTo>
                <a:cubicBezTo>
                  <a:pt x="23900" y="46250"/>
                  <a:pt x="22281" y="46942"/>
                  <a:pt x="20574" y="47678"/>
                </a:cubicBezTo>
                <a:cubicBezTo>
                  <a:pt x="19485" y="48163"/>
                  <a:pt x="18381" y="48634"/>
                  <a:pt x="17307" y="49341"/>
                </a:cubicBezTo>
                <a:cubicBezTo>
                  <a:pt x="17351" y="49267"/>
                  <a:pt x="17410" y="49194"/>
                  <a:pt x="17439" y="49120"/>
                </a:cubicBezTo>
                <a:cubicBezTo>
                  <a:pt x="18528" y="48325"/>
                  <a:pt x="19661" y="47795"/>
                  <a:pt x="20765" y="47251"/>
                </a:cubicBezTo>
                <a:cubicBezTo>
                  <a:pt x="22413" y="46471"/>
                  <a:pt x="23958" y="45735"/>
                  <a:pt x="25136" y="44293"/>
                </a:cubicBezTo>
                <a:cubicBezTo>
                  <a:pt x="25518" y="43822"/>
                  <a:pt x="25842" y="43336"/>
                  <a:pt x="26136" y="42836"/>
                </a:cubicBezTo>
                <a:close/>
                <a:moveTo>
                  <a:pt x="17292" y="49223"/>
                </a:moveTo>
                <a:cubicBezTo>
                  <a:pt x="17248" y="49297"/>
                  <a:pt x="17218" y="49355"/>
                  <a:pt x="17189" y="49429"/>
                </a:cubicBezTo>
                <a:cubicBezTo>
                  <a:pt x="17130" y="49458"/>
                  <a:pt x="17086" y="49503"/>
                  <a:pt x="17042" y="49517"/>
                </a:cubicBezTo>
                <a:cubicBezTo>
                  <a:pt x="17071" y="49473"/>
                  <a:pt x="17101" y="49400"/>
                  <a:pt x="17145" y="49341"/>
                </a:cubicBezTo>
                <a:cubicBezTo>
                  <a:pt x="17189" y="49297"/>
                  <a:pt x="17233" y="49267"/>
                  <a:pt x="17292" y="49223"/>
                </a:cubicBezTo>
                <a:close/>
                <a:moveTo>
                  <a:pt x="16968" y="49488"/>
                </a:moveTo>
                <a:cubicBezTo>
                  <a:pt x="16924" y="49547"/>
                  <a:pt x="16909" y="49591"/>
                  <a:pt x="16865" y="49650"/>
                </a:cubicBezTo>
                <a:cubicBezTo>
                  <a:pt x="16836" y="49664"/>
                  <a:pt x="16792" y="49709"/>
                  <a:pt x="16777" y="49723"/>
                </a:cubicBezTo>
                <a:cubicBezTo>
                  <a:pt x="16792" y="49664"/>
                  <a:pt x="16836" y="49606"/>
                  <a:pt x="16865" y="49561"/>
                </a:cubicBezTo>
                <a:cubicBezTo>
                  <a:pt x="16909" y="49547"/>
                  <a:pt x="16924" y="49503"/>
                  <a:pt x="16968" y="49488"/>
                </a:cubicBezTo>
                <a:close/>
                <a:moveTo>
                  <a:pt x="26254" y="43145"/>
                </a:moveTo>
                <a:cubicBezTo>
                  <a:pt x="26269" y="43175"/>
                  <a:pt x="26284" y="43233"/>
                  <a:pt x="26298" y="43263"/>
                </a:cubicBezTo>
                <a:lnTo>
                  <a:pt x="26195" y="43484"/>
                </a:lnTo>
                <a:cubicBezTo>
                  <a:pt x="26210" y="43513"/>
                  <a:pt x="26210" y="43542"/>
                  <a:pt x="26225" y="43557"/>
                </a:cubicBezTo>
                <a:cubicBezTo>
                  <a:pt x="25930" y="44116"/>
                  <a:pt x="25548" y="44705"/>
                  <a:pt x="25077" y="45294"/>
                </a:cubicBezTo>
                <a:cubicBezTo>
                  <a:pt x="23855" y="46795"/>
                  <a:pt x="22178" y="47457"/>
                  <a:pt x="20397" y="48178"/>
                </a:cubicBezTo>
                <a:cubicBezTo>
                  <a:pt x="19293" y="48620"/>
                  <a:pt x="18175" y="49061"/>
                  <a:pt x="17086" y="49723"/>
                </a:cubicBezTo>
                <a:cubicBezTo>
                  <a:pt x="17130" y="49650"/>
                  <a:pt x="17174" y="49561"/>
                  <a:pt x="17218" y="49488"/>
                </a:cubicBezTo>
                <a:cubicBezTo>
                  <a:pt x="18337" y="48737"/>
                  <a:pt x="19485" y="48237"/>
                  <a:pt x="20603" y="47751"/>
                </a:cubicBezTo>
                <a:cubicBezTo>
                  <a:pt x="22310" y="47001"/>
                  <a:pt x="23929" y="46309"/>
                  <a:pt x="25121" y="44808"/>
                </a:cubicBezTo>
                <a:cubicBezTo>
                  <a:pt x="25563" y="44264"/>
                  <a:pt x="25930" y="43704"/>
                  <a:pt x="26254" y="43145"/>
                </a:cubicBezTo>
                <a:close/>
                <a:moveTo>
                  <a:pt x="16644" y="49767"/>
                </a:moveTo>
                <a:lnTo>
                  <a:pt x="16644" y="49767"/>
                </a:lnTo>
                <a:cubicBezTo>
                  <a:pt x="16630" y="49797"/>
                  <a:pt x="16600" y="49826"/>
                  <a:pt x="16571" y="49870"/>
                </a:cubicBezTo>
                <a:cubicBezTo>
                  <a:pt x="16556" y="49885"/>
                  <a:pt x="16527" y="49915"/>
                  <a:pt x="16497" y="49929"/>
                </a:cubicBezTo>
                <a:cubicBezTo>
                  <a:pt x="16541" y="49885"/>
                  <a:pt x="16556" y="49856"/>
                  <a:pt x="16571" y="49812"/>
                </a:cubicBezTo>
                <a:cubicBezTo>
                  <a:pt x="16600" y="49797"/>
                  <a:pt x="16615" y="49782"/>
                  <a:pt x="16644" y="49767"/>
                </a:cubicBezTo>
                <a:close/>
                <a:moveTo>
                  <a:pt x="17086" y="49591"/>
                </a:moveTo>
                <a:lnTo>
                  <a:pt x="16983" y="49812"/>
                </a:lnTo>
                <a:lnTo>
                  <a:pt x="16821" y="49929"/>
                </a:lnTo>
                <a:cubicBezTo>
                  <a:pt x="16836" y="49856"/>
                  <a:pt x="16895" y="49782"/>
                  <a:pt x="16924" y="49709"/>
                </a:cubicBezTo>
                <a:lnTo>
                  <a:pt x="17086" y="49591"/>
                </a:lnTo>
                <a:close/>
                <a:moveTo>
                  <a:pt x="16762" y="49812"/>
                </a:moveTo>
                <a:lnTo>
                  <a:pt x="16762" y="49812"/>
                </a:lnTo>
                <a:cubicBezTo>
                  <a:pt x="16718" y="49885"/>
                  <a:pt x="16688" y="49944"/>
                  <a:pt x="16644" y="50018"/>
                </a:cubicBezTo>
                <a:cubicBezTo>
                  <a:pt x="16615" y="50062"/>
                  <a:pt x="16556" y="50076"/>
                  <a:pt x="16527" y="50106"/>
                </a:cubicBezTo>
                <a:cubicBezTo>
                  <a:pt x="16556" y="50032"/>
                  <a:pt x="16600" y="49973"/>
                  <a:pt x="16630" y="49915"/>
                </a:cubicBezTo>
                <a:cubicBezTo>
                  <a:pt x="16674" y="49870"/>
                  <a:pt x="16718" y="49841"/>
                  <a:pt x="16762" y="49812"/>
                </a:cubicBezTo>
                <a:close/>
                <a:moveTo>
                  <a:pt x="26387" y="43454"/>
                </a:moveTo>
                <a:cubicBezTo>
                  <a:pt x="26401" y="43528"/>
                  <a:pt x="26431" y="43601"/>
                  <a:pt x="26460" y="43660"/>
                </a:cubicBezTo>
                <a:cubicBezTo>
                  <a:pt x="26122" y="44352"/>
                  <a:pt x="25680" y="45073"/>
                  <a:pt x="25092" y="45823"/>
                </a:cubicBezTo>
                <a:cubicBezTo>
                  <a:pt x="23855" y="47369"/>
                  <a:pt x="22089" y="48016"/>
                  <a:pt x="20250" y="48678"/>
                </a:cubicBezTo>
                <a:cubicBezTo>
                  <a:pt x="19146" y="49076"/>
                  <a:pt x="18013" y="49488"/>
                  <a:pt x="16909" y="50106"/>
                </a:cubicBezTo>
                <a:cubicBezTo>
                  <a:pt x="16939" y="50018"/>
                  <a:pt x="16998" y="49944"/>
                  <a:pt x="17042" y="49856"/>
                </a:cubicBezTo>
                <a:cubicBezTo>
                  <a:pt x="18160" y="49179"/>
                  <a:pt x="19308" y="48708"/>
                  <a:pt x="20441" y="48252"/>
                </a:cubicBezTo>
                <a:cubicBezTo>
                  <a:pt x="22222" y="47531"/>
                  <a:pt x="23929" y="46868"/>
                  <a:pt x="25150" y="45353"/>
                </a:cubicBezTo>
                <a:cubicBezTo>
                  <a:pt x="25666" y="44705"/>
                  <a:pt x="26063" y="44058"/>
                  <a:pt x="26387" y="43454"/>
                </a:cubicBezTo>
                <a:close/>
                <a:moveTo>
                  <a:pt x="16468" y="50062"/>
                </a:moveTo>
                <a:lnTo>
                  <a:pt x="16468" y="50062"/>
                </a:lnTo>
                <a:cubicBezTo>
                  <a:pt x="16424" y="50106"/>
                  <a:pt x="16409" y="50165"/>
                  <a:pt x="16365" y="50209"/>
                </a:cubicBezTo>
                <a:cubicBezTo>
                  <a:pt x="16335" y="50238"/>
                  <a:pt x="16291" y="50253"/>
                  <a:pt x="16262" y="50297"/>
                </a:cubicBezTo>
                <a:cubicBezTo>
                  <a:pt x="16276" y="50253"/>
                  <a:pt x="16321" y="50209"/>
                  <a:pt x="16350" y="50150"/>
                </a:cubicBezTo>
                <a:cubicBezTo>
                  <a:pt x="16394" y="50106"/>
                  <a:pt x="16424" y="50091"/>
                  <a:pt x="16468" y="50062"/>
                </a:cubicBezTo>
                <a:close/>
                <a:moveTo>
                  <a:pt x="16909" y="49929"/>
                </a:moveTo>
                <a:lnTo>
                  <a:pt x="16909" y="49929"/>
                </a:lnTo>
                <a:cubicBezTo>
                  <a:pt x="16865" y="50032"/>
                  <a:pt x="16821" y="50106"/>
                  <a:pt x="16777" y="50180"/>
                </a:cubicBezTo>
                <a:cubicBezTo>
                  <a:pt x="16718" y="50224"/>
                  <a:pt x="16644" y="50253"/>
                  <a:pt x="16600" y="50297"/>
                </a:cubicBezTo>
                <a:cubicBezTo>
                  <a:pt x="16630" y="50224"/>
                  <a:pt x="16674" y="50135"/>
                  <a:pt x="16718" y="50062"/>
                </a:cubicBezTo>
                <a:cubicBezTo>
                  <a:pt x="16777" y="50018"/>
                  <a:pt x="16850" y="49988"/>
                  <a:pt x="16909" y="49929"/>
                </a:cubicBezTo>
                <a:close/>
                <a:moveTo>
                  <a:pt x="16600" y="50150"/>
                </a:moveTo>
                <a:lnTo>
                  <a:pt x="16600" y="50150"/>
                </a:lnTo>
                <a:cubicBezTo>
                  <a:pt x="16541" y="50238"/>
                  <a:pt x="16497" y="50312"/>
                  <a:pt x="16468" y="50386"/>
                </a:cubicBezTo>
                <a:cubicBezTo>
                  <a:pt x="16409" y="50430"/>
                  <a:pt x="16350" y="50459"/>
                  <a:pt x="16321" y="50474"/>
                </a:cubicBezTo>
                <a:cubicBezTo>
                  <a:pt x="16350" y="50400"/>
                  <a:pt x="16394" y="50327"/>
                  <a:pt x="16453" y="50253"/>
                </a:cubicBezTo>
                <a:cubicBezTo>
                  <a:pt x="16497" y="50224"/>
                  <a:pt x="16541" y="50180"/>
                  <a:pt x="16600" y="50150"/>
                </a:cubicBezTo>
                <a:close/>
                <a:moveTo>
                  <a:pt x="16129" y="50327"/>
                </a:moveTo>
                <a:cubicBezTo>
                  <a:pt x="16115" y="50371"/>
                  <a:pt x="16100" y="50400"/>
                  <a:pt x="16056" y="50444"/>
                </a:cubicBezTo>
                <a:cubicBezTo>
                  <a:pt x="16041" y="50459"/>
                  <a:pt x="16012" y="50474"/>
                  <a:pt x="15982" y="50503"/>
                </a:cubicBezTo>
                <a:cubicBezTo>
                  <a:pt x="15997" y="50474"/>
                  <a:pt x="16026" y="50444"/>
                  <a:pt x="16056" y="50400"/>
                </a:cubicBezTo>
                <a:cubicBezTo>
                  <a:pt x="16085" y="50386"/>
                  <a:pt x="16115" y="50371"/>
                  <a:pt x="16129" y="50327"/>
                </a:cubicBezTo>
                <a:close/>
                <a:moveTo>
                  <a:pt x="26504" y="43763"/>
                </a:moveTo>
                <a:cubicBezTo>
                  <a:pt x="26534" y="43822"/>
                  <a:pt x="26549" y="43896"/>
                  <a:pt x="26563" y="43940"/>
                </a:cubicBezTo>
                <a:cubicBezTo>
                  <a:pt x="26195" y="44793"/>
                  <a:pt x="25724" y="45603"/>
                  <a:pt x="25106" y="46383"/>
                </a:cubicBezTo>
                <a:cubicBezTo>
                  <a:pt x="23841" y="47972"/>
                  <a:pt x="22016" y="48561"/>
                  <a:pt x="20088" y="49208"/>
                </a:cubicBezTo>
                <a:cubicBezTo>
                  <a:pt x="18970" y="49576"/>
                  <a:pt x="17822" y="49944"/>
                  <a:pt x="16718" y="50533"/>
                </a:cubicBezTo>
                <a:cubicBezTo>
                  <a:pt x="16762" y="50444"/>
                  <a:pt x="16792" y="50341"/>
                  <a:pt x="16850" y="50253"/>
                </a:cubicBezTo>
                <a:cubicBezTo>
                  <a:pt x="17969" y="49606"/>
                  <a:pt x="19146" y="49194"/>
                  <a:pt x="20294" y="48767"/>
                </a:cubicBezTo>
                <a:cubicBezTo>
                  <a:pt x="22148" y="48090"/>
                  <a:pt x="23914" y="47457"/>
                  <a:pt x="25165" y="45882"/>
                </a:cubicBezTo>
                <a:cubicBezTo>
                  <a:pt x="25695" y="45220"/>
                  <a:pt x="26107" y="44573"/>
                  <a:pt x="26416" y="43940"/>
                </a:cubicBezTo>
                <a:cubicBezTo>
                  <a:pt x="26460" y="43896"/>
                  <a:pt x="26475" y="43822"/>
                  <a:pt x="26504" y="43763"/>
                </a:cubicBezTo>
                <a:close/>
                <a:moveTo>
                  <a:pt x="16262" y="50386"/>
                </a:moveTo>
                <a:lnTo>
                  <a:pt x="16262" y="50386"/>
                </a:lnTo>
                <a:cubicBezTo>
                  <a:pt x="16232" y="50444"/>
                  <a:pt x="16188" y="50518"/>
                  <a:pt x="16159" y="50562"/>
                </a:cubicBezTo>
                <a:cubicBezTo>
                  <a:pt x="16100" y="50606"/>
                  <a:pt x="16056" y="50636"/>
                  <a:pt x="16012" y="50665"/>
                </a:cubicBezTo>
                <a:cubicBezTo>
                  <a:pt x="16041" y="50621"/>
                  <a:pt x="16085" y="50547"/>
                  <a:pt x="16115" y="50503"/>
                </a:cubicBezTo>
                <a:cubicBezTo>
                  <a:pt x="16159" y="50459"/>
                  <a:pt x="16203" y="50430"/>
                  <a:pt x="16262" y="50386"/>
                </a:cubicBezTo>
                <a:close/>
                <a:moveTo>
                  <a:pt x="16718" y="50312"/>
                </a:moveTo>
                <a:lnTo>
                  <a:pt x="16718" y="50312"/>
                </a:lnTo>
                <a:cubicBezTo>
                  <a:pt x="16688" y="50400"/>
                  <a:pt x="16644" y="50474"/>
                  <a:pt x="16615" y="50577"/>
                </a:cubicBezTo>
                <a:cubicBezTo>
                  <a:pt x="16541" y="50621"/>
                  <a:pt x="16468" y="50665"/>
                  <a:pt x="16394" y="50695"/>
                </a:cubicBezTo>
                <a:cubicBezTo>
                  <a:pt x="16424" y="50606"/>
                  <a:pt x="16468" y="50533"/>
                  <a:pt x="16527" y="50444"/>
                </a:cubicBezTo>
                <a:cubicBezTo>
                  <a:pt x="16600" y="50400"/>
                  <a:pt x="16644" y="50371"/>
                  <a:pt x="16718" y="50312"/>
                </a:cubicBezTo>
                <a:close/>
                <a:moveTo>
                  <a:pt x="15923" y="50650"/>
                </a:moveTo>
                <a:cubicBezTo>
                  <a:pt x="15894" y="50695"/>
                  <a:pt x="15879" y="50739"/>
                  <a:pt x="15835" y="50798"/>
                </a:cubicBezTo>
                <a:cubicBezTo>
                  <a:pt x="15806" y="50827"/>
                  <a:pt x="15761" y="50842"/>
                  <a:pt x="15732" y="50886"/>
                </a:cubicBezTo>
                <a:cubicBezTo>
                  <a:pt x="15761" y="50827"/>
                  <a:pt x="15806" y="50798"/>
                  <a:pt x="15820" y="50739"/>
                </a:cubicBezTo>
                <a:cubicBezTo>
                  <a:pt x="15864" y="50695"/>
                  <a:pt x="15894" y="50680"/>
                  <a:pt x="15923" y="50650"/>
                </a:cubicBezTo>
                <a:close/>
                <a:moveTo>
                  <a:pt x="16394" y="50533"/>
                </a:moveTo>
                <a:lnTo>
                  <a:pt x="16394" y="50533"/>
                </a:lnTo>
                <a:cubicBezTo>
                  <a:pt x="16350" y="50606"/>
                  <a:pt x="16321" y="50695"/>
                  <a:pt x="16276" y="50768"/>
                </a:cubicBezTo>
                <a:cubicBezTo>
                  <a:pt x="16232" y="50812"/>
                  <a:pt x="16173" y="50842"/>
                  <a:pt x="16100" y="50886"/>
                </a:cubicBezTo>
                <a:cubicBezTo>
                  <a:pt x="16129" y="50812"/>
                  <a:pt x="16173" y="50739"/>
                  <a:pt x="16232" y="50650"/>
                </a:cubicBezTo>
                <a:cubicBezTo>
                  <a:pt x="16276" y="50606"/>
                  <a:pt x="16335" y="50547"/>
                  <a:pt x="16394" y="50533"/>
                </a:cubicBezTo>
                <a:close/>
                <a:moveTo>
                  <a:pt x="26622" y="44205"/>
                </a:moveTo>
                <a:cubicBezTo>
                  <a:pt x="26637" y="44249"/>
                  <a:pt x="26637" y="44278"/>
                  <a:pt x="26652" y="44322"/>
                </a:cubicBezTo>
                <a:cubicBezTo>
                  <a:pt x="26328" y="45147"/>
                  <a:pt x="25827" y="46015"/>
                  <a:pt x="25136" y="46927"/>
                </a:cubicBezTo>
                <a:cubicBezTo>
                  <a:pt x="23841" y="48561"/>
                  <a:pt x="21942" y="49135"/>
                  <a:pt x="19941" y="49738"/>
                </a:cubicBezTo>
                <a:cubicBezTo>
                  <a:pt x="18822" y="50076"/>
                  <a:pt x="17675" y="50430"/>
                  <a:pt x="16556" y="50959"/>
                </a:cubicBezTo>
                <a:cubicBezTo>
                  <a:pt x="16600" y="50827"/>
                  <a:pt x="16630" y="50739"/>
                  <a:pt x="16674" y="50650"/>
                </a:cubicBezTo>
                <a:cubicBezTo>
                  <a:pt x="17807" y="50032"/>
                  <a:pt x="18970" y="49650"/>
                  <a:pt x="20103" y="49282"/>
                </a:cubicBezTo>
                <a:cubicBezTo>
                  <a:pt x="22060" y="48634"/>
                  <a:pt x="23885" y="48046"/>
                  <a:pt x="25165" y="46427"/>
                </a:cubicBezTo>
                <a:cubicBezTo>
                  <a:pt x="25724" y="45735"/>
                  <a:pt x="26181" y="44999"/>
                  <a:pt x="26504" y="44278"/>
                </a:cubicBezTo>
                <a:cubicBezTo>
                  <a:pt x="26534" y="44322"/>
                  <a:pt x="26534" y="44337"/>
                  <a:pt x="26549" y="44367"/>
                </a:cubicBezTo>
                <a:cubicBezTo>
                  <a:pt x="26563" y="44322"/>
                  <a:pt x="26607" y="44264"/>
                  <a:pt x="26622" y="44205"/>
                </a:cubicBezTo>
                <a:close/>
                <a:moveTo>
                  <a:pt x="15599" y="50915"/>
                </a:moveTo>
                <a:cubicBezTo>
                  <a:pt x="15585" y="50959"/>
                  <a:pt x="15570" y="50974"/>
                  <a:pt x="15541" y="51018"/>
                </a:cubicBezTo>
                <a:cubicBezTo>
                  <a:pt x="15526" y="51033"/>
                  <a:pt x="15496" y="51048"/>
                  <a:pt x="15467" y="51062"/>
                </a:cubicBezTo>
                <a:cubicBezTo>
                  <a:pt x="15496" y="51048"/>
                  <a:pt x="15511" y="51033"/>
                  <a:pt x="15526" y="50989"/>
                </a:cubicBezTo>
                <a:cubicBezTo>
                  <a:pt x="15541" y="50974"/>
                  <a:pt x="15585" y="50959"/>
                  <a:pt x="15599" y="50915"/>
                </a:cubicBezTo>
                <a:close/>
                <a:moveTo>
                  <a:pt x="16085" y="50753"/>
                </a:moveTo>
                <a:lnTo>
                  <a:pt x="16085" y="50753"/>
                </a:lnTo>
                <a:cubicBezTo>
                  <a:pt x="16041" y="50812"/>
                  <a:pt x="15997" y="50886"/>
                  <a:pt x="15967" y="50959"/>
                </a:cubicBezTo>
                <a:lnTo>
                  <a:pt x="15806" y="51062"/>
                </a:lnTo>
                <a:cubicBezTo>
                  <a:pt x="15835" y="50989"/>
                  <a:pt x="15879" y="50915"/>
                  <a:pt x="15909" y="50871"/>
                </a:cubicBezTo>
                <a:lnTo>
                  <a:pt x="16085" y="50753"/>
                </a:lnTo>
                <a:close/>
                <a:moveTo>
                  <a:pt x="16571" y="50680"/>
                </a:moveTo>
                <a:lnTo>
                  <a:pt x="16468" y="50959"/>
                </a:lnTo>
                <a:cubicBezTo>
                  <a:pt x="16365" y="51018"/>
                  <a:pt x="16306" y="51048"/>
                  <a:pt x="16232" y="51077"/>
                </a:cubicBezTo>
                <a:cubicBezTo>
                  <a:pt x="16262" y="50989"/>
                  <a:pt x="16306" y="50901"/>
                  <a:pt x="16350" y="50812"/>
                </a:cubicBezTo>
                <a:cubicBezTo>
                  <a:pt x="16424" y="50768"/>
                  <a:pt x="16497" y="50739"/>
                  <a:pt x="16571" y="50680"/>
                </a:cubicBezTo>
                <a:close/>
                <a:moveTo>
                  <a:pt x="16232" y="50886"/>
                </a:moveTo>
                <a:cubicBezTo>
                  <a:pt x="16188" y="50974"/>
                  <a:pt x="16144" y="51048"/>
                  <a:pt x="16115" y="51136"/>
                </a:cubicBezTo>
                <a:cubicBezTo>
                  <a:pt x="16041" y="51180"/>
                  <a:pt x="15967" y="51210"/>
                  <a:pt x="15909" y="51254"/>
                </a:cubicBezTo>
                <a:cubicBezTo>
                  <a:pt x="15953" y="51166"/>
                  <a:pt x="15982" y="51092"/>
                  <a:pt x="16041" y="50989"/>
                </a:cubicBezTo>
                <a:cubicBezTo>
                  <a:pt x="16100" y="50959"/>
                  <a:pt x="16173" y="50915"/>
                  <a:pt x="16232" y="50886"/>
                </a:cubicBezTo>
                <a:close/>
                <a:moveTo>
                  <a:pt x="15747" y="50974"/>
                </a:moveTo>
                <a:lnTo>
                  <a:pt x="15747" y="50974"/>
                </a:lnTo>
                <a:cubicBezTo>
                  <a:pt x="15717" y="51033"/>
                  <a:pt x="15673" y="51107"/>
                  <a:pt x="15644" y="51151"/>
                </a:cubicBezTo>
                <a:cubicBezTo>
                  <a:pt x="15585" y="51195"/>
                  <a:pt x="15541" y="51224"/>
                  <a:pt x="15496" y="51269"/>
                </a:cubicBezTo>
                <a:cubicBezTo>
                  <a:pt x="15526" y="51195"/>
                  <a:pt x="15570" y="51136"/>
                  <a:pt x="15599" y="51077"/>
                </a:cubicBezTo>
                <a:cubicBezTo>
                  <a:pt x="15658" y="51048"/>
                  <a:pt x="15688" y="51018"/>
                  <a:pt x="15747" y="50974"/>
                </a:cubicBezTo>
                <a:close/>
                <a:moveTo>
                  <a:pt x="26681" y="44425"/>
                </a:moveTo>
                <a:cubicBezTo>
                  <a:pt x="26681" y="44440"/>
                  <a:pt x="26681" y="44440"/>
                  <a:pt x="26696" y="44470"/>
                </a:cubicBezTo>
                <a:lnTo>
                  <a:pt x="26637" y="44631"/>
                </a:lnTo>
                <a:cubicBezTo>
                  <a:pt x="26652" y="44661"/>
                  <a:pt x="26652" y="44720"/>
                  <a:pt x="26681" y="44764"/>
                </a:cubicBezTo>
                <a:cubicBezTo>
                  <a:pt x="26696" y="44705"/>
                  <a:pt x="26710" y="44661"/>
                  <a:pt x="26725" y="44617"/>
                </a:cubicBezTo>
                <a:lnTo>
                  <a:pt x="26725" y="44646"/>
                </a:lnTo>
                <a:cubicBezTo>
                  <a:pt x="26416" y="45514"/>
                  <a:pt x="25901" y="46471"/>
                  <a:pt x="25136" y="47442"/>
                </a:cubicBezTo>
                <a:cubicBezTo>
                  <a:pt x="23811" y="49135"/>
                  <a:pt x="21839" y="49664"/>
                  <a:pt x="19764" y="50224"/>
                </a:cubicBezTo>
                <a:cubicBezTo>
                  <a:pt x="18631" y="50518"/>
                  <a:pt x="17513" y="50827"/>
                  <a:pt x="16394" y="51327"/>
                </a:cubicBezTo>
                <a:cubicBezTo>
                  <a:pt x="16424" y="51239"/>
                  <a:pt x="16468" y="51121"/>
                  <a:pt x="16497" y="51033"/>
                </a:cubicBezTo>
                <a:cubicBezTo>
                  <a:pt x="17645" y="50474"/>
                  <a:pt x="18808" y="50135"/>
                  <a:pt x="19941" y="49782"/>
                </a:cubicBezTo>
                <a:cubicBezTo>
                  <a:pt x="21972" y="49179"/>
                  <a:pt x="23855" y="48605"/>
                  <a:pt x="25165" y="46942"/>
                </a:cubicBezTo>
                <a:cubicBezTo>
                  <a:pt x="25813" y="46118"/>
                  <a:pt x="26313" y="45279"/>
                  <a:pt x="26681" y="44425"/>
                </a:cubicBezTo>
                <a:close/>
                <a:moveTo>
                  <a:pt x="15894" y="51077"/>
                </a:moveTo>
                <a:lnTo>
                  <a:pt x="15894" y="51077"/>
                </a:lnTo>
                <a:cubicBezTo>
                  <a:pt x="15864" y="51151"/>
                  <a:pt x="15820" y="51254"/>
                  <a:pt x="15791" y="51327"/>
                </a:cubicBezTo>
                <a:cubicBezTo>
                  <a:pt x="15717" y="51357"/>
                  <a:pt x="15658" y="51401"/>
                  <a:pt x="15585" y="51430"/>
                </a:cubicBezTo>
                <a:cubicBezTo>
                  <a:pt x="15614" y="51357"/>
                  <a:pt x="15658" y="51283"/>
                  <a:pt x="15717" y="51210"/>
                </a:cubicBezTo>
                <a:cubicBezTo>
                  <a:pt x="15761" y="51166"/>
                  <a:pt x="15835" y="51121"/>
                  <a:pt x="15894" y="51077"/>
                </a:cubicBezTo>
                <a:close/>
                <a:moveTo>
                  <a:pt x="15408" y="51239"/>
                </a:moveTo>
                <a:lnTo>
                  <a:pt x="15408" y="51239"/>
                </a:lnTo>
                <a:cubicBezTo>
                  <a:pt x="15379" y="51283"/>
                  <a:pt x="15364" y="51327"/>
                  <a:pt x="15320" y="51386"/>
                </a:cubicBezTo>
                <a:cubicBezTo>
                  <a:pt x="15290" y="51416"/>
                  <a:pt x="15246" y="51430"/>
                  <a:pt x="15187" y="51475"/>
                </a:cubicBezTo>
                <a:cubicBezTo>
                  <a:pt x="15246" y="51416"/>
                  <a:pt x="15290" y="51357"/>
                  <a:pt x="15305" y="51327"/>
                </a:cubicBezTo>
                <a:cubicBezTo>
                  <a:pt x="15349" y="51283"/>
                  <a:pt x="15379" y="51254"/>
                  <a:pt x="15408" y="51239"/>
                </a:cubicBezTo>
                <a:close/>
                <a:moveTo>
                  <a:pt x="16409" y="51092"/>
                </a:moveTo>
                <a:cubicBezTo>
                  <a:pt x="16365" y="51180"/>
                  <a:pt x="16335" y="51269"/>
                  <a:pt x="16306" y="51386"/>
                </a:cubicBezTo>
                <a:cubicBezTo>
                  <a:pt x="16232" y="51416"/>
                  <a:pt x="16129" y="51445"/>
                  <a:pt x="16056" y="51489"/>
                </a:cubicBezTo>
                <a:lnTo>
                  <a:pt x="16173" y="51210"/>
                </a:lnTo>
                <a:cubicBezTo>
                  <a:pt x="16247" y="51180"/>
                  <a:pt x="16335" y="51136"/>
                  <a:pt x="16409" y="51092"/>
                </a:cubicBezTo>
                <a:close/>
                <a:moveTo>
                  <a:pt x="15541" y="51327"/>
                </a:moveTo>
                <a:lnTo>
                  <a:pt x="15541" y="51327"/>
                </a:lnTo>
                <a:cubicBezTo>
                  <a:pt x="15526" y="51386"/>
                  <a:pt x="15496" y="51445"/>
                  <a:pt x="15452" y="51533"/>
                </a:cubicBezTo>
                <a:cubicBezTo>
                  <a:pt x="15393" y="51563"/>
                  <a:pt x="15349" y="51607"/>
                  <a:pt x="15261" y="51636"/>
                </a:cubicBezTo>
                <a:cubicBezTo>
                  <a:pt x="15305" y="51563"/>
                  <a:pt x="15349" y="51504"/>
                  <a:pt x="15379" y="51430"/>
                </a:cubicBezTo>
                <a:lnTo>
                  <a:pt x="15541" y="51327"/>
                </a:lnTo>
                <a:close/>
                <a:moveTo>
                  <a:pt x="16056" y="51269"/>
                </a:moveTo>
                <a:lnTo>
                  <a:pt x="15953" y="51548"/>
                </a:lnTo>
                <a:lnTo>
                  <a:pt x="15732" y="51651"/>
                </a:lnTo>
                <a:cubicBezTo>
                  <a:pt x="15761" y="51563"/>
                  <a:pt x="15806" y="51475"/>
                  <a:pt x="15835" y="51401"/>
                </a:cubicBezTo>
                <a:cubicBezTo>
                  <a:pt x="15909" y="51342"/>
                  <a:pt x="15982" y="51313"/>
                  <a:pt x="16056" y="51269"/>
                </a:cubicBezTo>
                <a:close/>
                <a:moveTo>
                  <a:pt x="15084" y="51504"/>
                </a:moveTo>
                <a:cubicBezTo>
                  <a:pt x="15070" y="51548"/>
                  <a:pt x="15040" y="51563"/>
                  <a:pt x="15026" y="51607"/>
                </a:cubicBezTo>
                <a:cubicBezTo>
                  <a:pt x="14996" y="51622"/>
                  <a:pt x="14981" y="51636"/>
                  <a:pt x="14937" y="51666"/>
                </a:cubicBezTo>
                <a:lnTo>
                  <a:pt x="14937" y="51666"/>
                </a:lnTo>
                <a:cubicBezTo>
                  <a:pt x="14981" y="51636"/>
                  <a:pt x="14996" y="51622"/>
                  <a:pt x="15011" y="51578"/>
                </a:cubicBezTo>
                <a:lnTo>
                  <a:pt x="15070" y="51533"/>
                </a:lnTo>
                <a:lnTo>
                  <a:pt x="15084" y="51504"/>
                </a:lnTo>
                <a:close/>
                <a:moveTo>
                  <a:pt x="26784" y="44779"/>
                </a:moveTo>
                <a:cubicBezTo>
                  <a:pt x="26784" y="44808"/>
                  <a:pt x="26799" y="44852"/>
                  <a:pt x="26799" y="44882"/>
                </a:cubicBezTo>
                <a:cubicBezTo>
                  <a:pt x="26784" y="44940"/>
                  <a:pt x="26769" y="44999"/>
                  <a:pt x="26755" y="45029"/>
                </a:cubicBezTo>
                <a:cubicBezTo>
                  <a:pt x="26755" y="45073"/>
                  <a:pt x="26769" y="45088"/>
                  <a:pt x="26769" y="45132"/>
                </a:cubicBezTo>
                <a:cubicBezTo>
                  <a:pt x="26431" y="46015"/>
                  <a:pt x="25916" y="46971"/>
                  <a:pt x="25150" y="47972"/>
                </a:cubicBezTo>
                <a:cubicBezTo>
                  <a:pt x="23782" y="49709"/>
                  <a:pt x="21766" y="50224"/>
                  <a:pt x="19617" y="50739"/>
                </a:cubicBezTo>
                <a:cubicBezTo>
                  <a:pt x="18513" y="51018"/>
                  <a:pt x="17380" y="51283"/>
                  <a:pt x="16276" y="51725"/>
                </a:cubicBezTo>
                <a:cubicBezTo>
                  <a:pt x="16321" y="51622"/>
                  <a:pt x="16335" y="51519"/>
                  <a:pt x="16379" y="51416"/>
                </a:cubicBezTo>
                <a:cubicBezTo>
                  <a:pt x="17513" y="50915"/>
                  <a:pt x="18661" y="50592"/>
                  <a:pt x="19794" y="50297"/>
                </a:cubicBezTo>
                <a:cubicBezTo>
                  <a:pt x="21898" y="49723"/>
                  <a:pt x="23855" y="49194"/>
                  <a:pt x="25209" y="47472"/>
                </a:cubicBezTo>
                <a:cubicBezTo>
                  <a:pt x="25901" y="46589"/>
                  <a:pt x="26416" y="45691"/>
                  <a:pt x="26784" y="44779"/>
                </a:cubicBezTo>
                <a:close/>
                <a:moveTo>
                  <a:pt x="15702" y="51460"/>
                </a:moveTo>
                <a:lnTo>
                  <a:pt x="15702" y="51460"/>
                </a:lnTo>
                <a:cubicBezTo>
                  <a:pt x="15688" y="51548"/>
                  <a:pt x="15658" y="51622"/>
                  <a:pt x="15614" y="51710"/>
                </a:cubicBezTo>
                <a:lnTo>
                  <a:pt x="15393" y="51828"/>
                </a:lnTo>
                <a:cubicBezTo>
                  <a:pt x="15438" y="51725"/>
                  <a:pt x="15467" y="51651"/>
                  <a:pt x="15511" y="51578"/>
                </a:cubicBezTo>
                <a:cubicBezTo>
                  <a:pt x="15585" y="51548"/>
                  <a:pt x="15629" y="51489"/>
                  <a:pt x="15702" y="51460"/>
                </a:cubicBezTo>
                <a:close/>
                <a:moveTo>
                  <a:pt x="15232" y="51548"/>
                </a:moveTo>
                <a:lnTo>
                  <a:pt x="15232" y="51548"/>
                </a:lnTo>
                <a:cubicBezTo>
                  <a:pt x="15187" y="51607"/>
                  <a:pt x="15158" y="51666"/>
                  <a:pt x="15143" y="51725"/>
                </a:cubicBezTo>
                <a:cubicBezTo>
                  <a:pt x="15084" y="51769"/>
                  <a:pt x="15026" y="51798"/>
                  <a:pt x="14996" y="51842"/>
                </a:cubicBezTo>
                <a:cubicBezTo>
                  <a:pt x="15026" y="51769"/>
                  <a:pt x="15055" y="51710"/>
                  <a:pt x="15084" y="51651"/>
                </a:cubicBezTo>
                <a:cubicBezTo>
                  <a:pt x="15143" y="51622"/>
                  <a:pt x="15173" y="51578"/>
                  <a:pt x="15232" y="51548"/>
                </a:cubicBezTo>
                <a:close/>
                <a:moveTo>
                  <a:pt x="16276" y="51489"/>
                </a:moveTo>
                <a:cubicBezTo>
                  <a:pt x="16247" y="51578"/>
                  <a:pt x="16203" y="51695"/>
                  <a:pt x="16188" y="51784"/>
                </a:cubicBezTo>
                <a:cubicBezTo>
                  <a:pt x="16100" y="51813"/>
                  <a:pt x="16026" y="51857"/>
                  <a:pt x="15938" y="51901"/>
                </a:cubicBezTo>
                <a:cubicBezTo>
                  <a:pt x="15953" y="51784"/>
                  <a:pt x="15982" y="51695"/>
                  <a:pt x="16026" y="51607"/>
                </a:cubicBezTo>
                <a:cubicBezTo>
                  <a:pt x="16115" y="51563"/>
                  <a:pt x="16188" y="51533"/>
                  <a:pt x="16276" y="51489"/>
                </a:cubicBezTo>
                <a:close/>
                <a:moveTo>
                  <a:pt x="15393" y="51651"/>
                </a:moveTo>
                <a:lnTo>
                  <a:pt x="15393" y="51651"/>
                </a:lnTo>
                <a:cubicBezTo>
                  <a:pt x="15364" y="51725"/>
                  <a:pt x="15320" y="51798"/>
                  <a:pt x="15290" y="51901"/>
                </a:cubicBezTo>
                <a:cubicBezTo>
                  <a:pt x="15217" y="51931"/>
                  <a:pt x="15158" y="51975"/>
                  <a:pt x="15084" y="52004"/>
                </a:cubicBezTo>
                <a:lnTo>
                  <a:pt x="15202" y="51784"/>
                </a:lnTo>
                <a:cubicBezTo>
                  <a:pt x="15261" y="51754"/>
                  <a:pt x="15320" y="51695"/>
                  <a:pt x="15393" y="51651"/>
                </a:cubicBezTo>
                <a:close/>
                <a:moveTo>
                  <a:pt x="14893" y="51798"/>
                </a:moveTo>
                <a:lnTo>
                  <a:pt x="14893" y="51798"/>
                </a:lnTo>
                <a:cubicBezTo>
                  <a:pt x="14864" y="51857"/>
                  <a:pt x="14849" y="51901"/>
                  <a:pt x="14820" y="51945"/>
                </a:cubicBezTo>
                <a:cubicBezTo>
                  <a:pt x="14790" y="51990"/>
                  <a:pt x="14731" y="52004"/>
                  <a:pt x="14702" y="52048"/>
                </a:cubicBezTo>
                <a:cubicBezTo>
                  <a:pt x="14731" y="51990"/>
                  <a:pt x="14761" y="51945"/>
                  <a:pt x="14790" y="51901"/>
                </a:cubicBezTo>
                <a:cubicBezTo>
                  <a:pt x="14834" y="51857"/>
                  <a:pt x="14864" y="51828"/>
                  <a:pt x="14893" y="51798"/>
                </a:cubicBezTo>
                <a:close/>
                <a:moveTo>
                  <a:pt x="15894" y="51651"/>
                </a:moveTo>
                <a:lnTo>
                  <a:pt x="15894" y="51651"/>
                </a:lnTo>
                <a:cubicBezTo>
                  <a:pt x="15864" y="51754"/>
                  <a:pt x="15820" y="51842"/>
                  <a:pt x="15806" y="51945"/>
                </a:cubicBezTo>
                <a:cubicBezTo>
                  <a:pt x="15732" y="51975"/>
                  <a:pt x="15658" y="52004"/>
                  <a:pt x="15570" y="52048"/>
                </a:cubicBezTo>
                <a:lnTo>
                  <a:pt x="15673" y="51769"/>
                </a:lnTo>
                <a:lnTo>
                  <a:pt x="15894" y="51651"/>
                </a:lnTo>
                <a:close/>
                <a:moveTo>
                  <a:pt x="26843" y="45147"/>
                </a:moveTo>
                <a:cubicBezTo>
                  <a:pt x="26858" y="45205"/>
                  <a:pt x="26858" y="45250"/>
                  <a:pt x="26872" y="45308"/>
                </a:cubicBezTo>
                <a:cubicBezTo>
                  <a:pt x="26858" y="45367"/>
                  <a:pt x="26843" y="45426"/>
                  <a:pt x="26828" y="45456"/>
                </a:cubicBezTo>
                <a:lnTo>
                  <a:pt x="26828" y="45500"/>
                </a:lnTo>
                <a:cubicBezTo>
                  <a:pt x="26490" y="46427"/>
                  <a:pt x="25960" y="47442"/>
                  <a:pt x="25136" y="48502"/>
                </a:cubicBezTo>
                <a:cubicBezTo>
                  <a:pt x="23752" y="50297"/>
                  <a:pt x="21648" y="50753"/>
                  <a:pt x="19426" y="51269"/>
                </a:cubicBezTo>
                <a:cubicBezTo>
                  <a:pt x="18381" y="51504"/>
                  <a:pt x="17262" y="51769"/>
                  <a:pt x="16129" y="52166"/>
                </a:cubicBezTo>
                <a:lnTo>
                  <a:pt x="16247" y="51842"/>
                </a:lnTo>
                <a:cubicBezTo>
                  <a:pt x="17365" y="51386"/>
                  <a:pt x="18513" y="51107"/>
                  <a:pt x="19632" y="50827"/>
                </a:cubicBezTo>
                <a:cubicBezTo>
                  <a:pt x="21795" y="50297"/>
                  <a:pt x="23841" y="49782"/>
                  <a:pt x="25209" y="48031"/>
                </a:cubicBezTo>
                <a:cubicBezTo>
                  <a:pt x="25989" y="47015"/>
                  <a:pt x="26504" y="46044"/>
                  <a:pt x="26843" y="45147"/>
                </a:cubicBezTo>
                <a:close/>
                <a:moveTo>
                  <a:pt x="15055" y="51857"/>
                </a:moveTo>
                <a:lnTo>
                  <a:pt x="15055" y="51857"/>
                </a:lnTo>
                <a:cubicBezTo>
                  <a:pt x="15026" y="51945"/>
                  <a:pt x="14996" y="52019"/>
                  <a:pt x="14952" y="52078"/>
                </a:cubicBezTo>
                <a:cubicBezTo>
                  <a:pt x="14908" y="52122"/>
                  <a:pt x="14834" y="52152"/>
                  <a:pt x="14775" y="52196"/>
                </a:cubicBezTo>
                <a:cubicBezTo>
                  <a:pt x="14805" y="52122"/>
                  <a:pt x="14849" y="52063"/>
                  <a:pt x="14878" y="51990"/>
                </a:cubicBezTo>
                <a:cubicBezTo>
                  <a:pt x="14937" y="51945"/>
                  <a:pt x="14996" y="51916"/>
                  <a:pt x="15055" y="51857"/>
                </a:cubicBezTo>
                <a:close/>
                <a:moveTo>
                  <a:pt x="15570" y="51813"/>
                </a:moveTo>
                <a:lnTo>
                  <a:pt x="15452" y="52093"/>
                </a:lnTo>
                <a:cubicBezTo>
                  <a:pt x="15379" y="52137"/>
                  <a:pt x="15290" y="52166"/>
                  <a:pt x="15217" y="52210"/>
                </a:cubicBezTo>
                <a:cubicBezTo>
                  <a:pt x="15246" y="52122"/>
                  <a:pt x="15290" y="52019"/>
                  <a:pt x="15320" y="51945"/>
                </a:cubicBezTo>
                <a:cubicBezTo>
                  <a:pt x="15423" y="51916"/>
                  <a:pt x="15496" y="51857"/>
                  <a:pt x="15570" y="51813"/>
                </a:cubicBezTo>
                <a:close/>
                <a:moveTo>
                  <a:pt x="14569" y="52093"/>
                </a:moveTo>
                <a:lnTo>
                  <a:pt x="14569" y="52093"/>
                </a:lnTo>
                <a:cubicBezTo>
                  <a:pt x="14555" y="52122"/>
                  <a:pt x="14525" y="52152"/>
                  <a:pt x="14510" y="52166"/>
                </a:cubicBezTo>
                <a:cubicBezTo>
                  <a:pt x="14481" y="52196"/>
                  <a:pt x="14466" y="52225"/>
                  <a:pt x="14422" y="52240"/>
                </a:cubicBezTo>
                <a:cubicBezTo>
                  <a:pt x="14437" y="52225"/>
                  <a:pt x="14466" y="52210"/>
                  <a:pt x="14481" y="52166"/>
                </a:cubicBezTo>
                <a:cubicBezTo>
                  <a:pt x="14510" y="52152"/>
                  <a:pt x="14525" y="52122"/>
                  <a:pt x="14569" y="52093"/>
                </a:cubicBezTo>
                <a:close/>
                <a:moveTo>
                  <a:pt x="16129" y="51872"/>
                </a:moveTo>
                <a:cubicBezTo>
                  <a:pt x="16100" y="51990"/>
                  <a:pt x="16085" y="52093"/>
                  <a:pt x="16041" y="52181"/>
                </a:cubicBezTo>
                <a:cubicBezTo>
                  <a:pt x="15967" y="52225"/>
                  <a:pt x="15879" y="52269"/>
                  <a:pt x="15791" y="52299"/>
                </a:cubicBezTo>
                <a:cubicBezTo>
                  <a:pt x="15820" y="52181"/>
                  <a:pt x="15835" y="52093"/>
                  <a:pt x="15879" y="51990"/>
                </a:cubicBezTo>
                <a:cubicBezTo>
                  <a:pt x="15967" y="51945"/>
                  <a:pt x="16056" y="51916"/>
                  <a:pt x="16129" y="51872"/>
                </a:cubicBezTo>
                <a:close/>
                <a:moveTo>
                  <a:pt x="15217" y="52004"/>
                </a:moveTo>
                <a:cubicBezTo>
                  <a:pt x="15202" y="52093"/>
                  <a:pt x="15158" y="52181"/>
                  <a:pt x="15129" y="52269"/>
                </a:cubicBezTo>
                <a:lnTo>
                  <a:pt x="14893" y="52372"/>
                </a:lnTo>
                <a:cubicBezTo>
                  <a:pt x="14937" y="52299"/>
                  <a:pt x="14981" y="52210"/>
                  <a:pt x="15011" y="52137"/>
                </a:cubicBezTo>
                <a:cubicBezTo>
                  <a:pt x="15084" y="52093"/>
                  <a:pt x="15158" y="52048"/>
                  <a:pt x="15217" y="52004"/>
                </a:cubicBezTo>
                <a:close/>
                <a:moveTo>
                  <a:pt x="14731" y="52122"/>
                </a:moveTo>
                <a:cubicBezTo>
                  <a:pt x="14702" y="52166"/>
                  <a:pt x="14658" y="52225"/>
                  <a:pt x="14643" y="52299"/>
                </a:cubicBezTo>
                <a:lnTo>
                  <a:pt x="14481" y="52416"/>
                </a:lnTo>
                <a:lnTo>
                  <a:pt x="14584" y="52240"/>
                </a:lnTo>
                <a:cubicBezTo>
                  <a:pt x="14628" y="52181"/>
                  <a:pt x="14687" y="52152"/>
                  <a:pt x="14731" y="52122"/>
                </a:cubicBezTo>
                <a:close/>
                <a:moveTo>
                  <a:pt x="15776" y="52034"/>
                </a:moveTo>
                <a:lnTo>
                  <a:pt x="15776" y="52034"/>
                </a:lnTo>
                <a:cubicBezTo>
                  <a:pt x="15747" y="52152"/>
                  <a:pt x="15732" y="52240"/>
                  <a:pt x="15688" y="52358"/>
                </a:cubicBezTo>
                <a:cubicBezTo>
                  <a:pt x="15599" y="52372"/>
                  <a:pt x="15511" y="52416"/>
                  <a:pt x="15438" y="52446"/>
                </a:cubicBezTo>
                <a:cubicBezTo>
                  <a:pt x="15467" y="52358"/>
                  <a:pt x="15511" y="52240"/>
                  <a:pt x="15541" y="52152"/>
                </a:cubicBezTo>
                <a:cubicBezTo>
                  <a:pt x="15614" y="52122"/>
                  <a:pt x="15717" y="52078"/>
                  <a:pt x="15776" y="52034"/>
                </a:cubicBezTo>
                <a:close/>
                <a:moveTo>
                  <a:pt x="14878" y="52225"/>
                </a:moveTo>
                <a:lnTo>
                  <a:pt x="14878" y="52225"/>
                </a:lnTo>
                <a:cubicBezTo>
                  <a:pt x="14849" y="52299"/>
                  <a:pt x="14805" y="52372"/>
                  <a:pt x="14775" y="52461"/>
                </a:cubicBezTo>
                <a:cubicBezTo>
                  <a:pt x="14702" y="52505"/>
                  <a:pt x="14643" y="52534"/>
                  <a:pt x="14569" y="52593"/>
                </a:cubicBezTo>
                <a:lnTo>
                  <a:pt x="14687" y="52372"/>
                </a:lnTo>
                <a:cubicBezTo>
                  <a:pt x="14761" y="52299"/>
                  <a:pt x="14834" y="52269"/>
                  <a:pt x="14878" y="52225"/>
                </a:cubicBezTo>
                <a:close/>
                <a:moveTo>
                  <a:pt x="26902" y="45529"/>
                </a:moveTo>
                <a:cubicBezTo>
                  <a:pt x="26931" y="45588"/>
                  <a:pt x="26931" y="45647"/>
                  <a:pt x="26946" y="45720"/>
                </a:cubicBezTo>
                <a:cubicBezTo>
                  <a:pt x="26946" y="45750"/>
                  <a:pt x="26931" y="45765"/>
                  <a:pt x="26931" y="45809"/>
                </a:cubicBezTo>
                <a:cubicBezTo>
                  <a:pt x="26622" y="46824"/>
                  <a:pt x="26063" y="47898"/>
                  <a:pt x="25165" y="49061"/>
                </a:cubicBezTo>
                <a:cubicBezTo>
                  <a:pt x="23752" y="50886"/>
                  <a:pt x="21574" y="51327"/>
                  <a:pt x="19279" y="51798"/>
                </a:cubicBezTo>
                <a:cubicBezTo>
                  <a:pt x="18248" y="52004"/>
                  <a:pt x="17145" y="52240"/>
                  <a:pt x="16041" y="52593"/>
                </a:cubicBezTo>
                <a:cubicBezTo>
                  <a:pt x="16056" y="52475"/>
                  <a:pt x="16100" y="52372"/>
                  <a:pt x="16115" y="52255"/>
                </a:cubicBezTo>
                <a:cubicBezTo>
                  <a:pt x="17218" y="51857"/>
                  <a:pt x="18337" y="51592"/>
                  <a:pt x="19440" y="51357"/>
                </a:cubicBezTo>
                <a:cubicBezTo>
                  <a:pt x="21692" y="50871"/>
                  <a:pt x="23811" y="50386"/>
                  <a:pt x="25209" y="48575"/>
                </a:cubicBezTo>
                <a:cubicBezTo>
                  <a:pt x="26033" y="47516"/>
                  <a:pt x="26563" y="46486"/>
                  <a:pt x="26902" y="45529"/>
                </a:cubicBezTo>
                <a:close/>
                <a:moveTo>
                  <a:pt x="14393" y="52387"/>
                </a:moveTo>
                <a:cubicBezTo>
                  <a:pt x="14363" y="52431"/>
                  <a:pt x="14334" y="52490"/>
                  <a:pt x="14304" y="52519"/>
                </a:cubicBezTo>
                <a:cubicBezTo>
                  <a:pt x="14275" y="52549"/>
                  <a:pt x="14216" y="52593"/>
                  <a:pt x="14187" y="52608"/>
                </a:cubicBezTo>
                <a:cubicBezTo>
                  <a:pt x="14201" y="52578"/>
                  <a:pt x="14246" y="52534"/>
                  <a:pt x="14260" y="52505"/>
                </a:cubicBezTo>
                <a:cubicBezTo>
                  <a:pt x="14290" y="52461"/>
                  <a:pt x="14349" y="52431"/>
                  <a:pt x="14393" y="52387"/>
                </a:cubicBezTo>
                <a:close/>
                <a:moveTo>
                  <a:pt x="15408" y="52210"/>
                </a:moveTo>
                <a:cubicBezTo>
                  <a:pt x="15379" y="52299"/>
                  <a:pt x="15335" y="52416"/>
                  <a:pt x="15320" y="52505"/>
                </a:cubicBezTo>
                <a:cubicBezTo>
                  <a:pt x="15246" y="52534"/>
                  <a:pt x="15158" y="52578"/>
                  <a:pt x="15070" y="52608"/>
                </a:cubicBezTo>
                <a:lnTo>
                  <a:pt x="15173" y="52343"/>
                </a:lnTo>
                <a:cubicBezTo>
                  <a:pt x="15246" y="52299"/>
                  <a:pt x="15349" y="52240"/>
                  <a:pt x="15408" y="52210"/>
                </a:cubicBezTo>
                <a:close/>
                <a:moveTo>
                  <a:pt x="16041" y="52299"/>
                </a:moveTo>
                <a:cubicBezTo>
                  <a:pt x="16026" y="52416"/>
                  <a:pt x="15982" y="52519"/>
                  <a:pt x="15967" y="52637"/>
                </a:cubicBezTo>
                <a:cubicBezTo>
                  <a:pt x="15864" y="52652"/>
                  <a:pt x="15761" y="52681"/>
                  <a:pt x="15673" y="52725"/>
                </a:cubicBezTo>
                <a:cubicBezTo>
                  <a:pt x="15688" y="52608"/>
                  <a:pt x="15732" y="52505"/>
                  <a:pt x="15761" y="52416"/>
                </a:cubicBezTo>
                <a:lnTo>
                  <a:pt x="16041" y="52299"/>
                </a:lnTo>
                <a:close/>
                <a:moveTo>
                  <a:pt x="14555" y="52431"/>
                </a:moveTo>
                <a:cubicBezTo>
                  <a:pt x="14510" y="52519"/>
                  <a:pt x="14481" y="52578"/>
                  <a:pt x="14437" y="52652"/>
                </a:cubicBezTo>
                <a:cubicBezTo>
                  <a:pt x="14393" y="52681"/>
                  <a:pt x="14304" y="52725"/>
                  <a:pt x="14260" y="52755"/>
                </a:cubicBezTo>
                <a:cubicBezTo>
                  <a:pt x="14290" y="52681"/>
                  <a:pt x="14334" y="52637"/>
                  <a:pt x="14363" y="52549"/>
                </a:cubicBezTo>
                <a:cubicBezTo>
                  <a:pt x="14422" y="52519"/>
                  <a:pt x="14481" y="52461"/>
                  <a:pt x="14555" y="52431"/>
                </a:cubicBezTo>
                <a:close/>
                <a:moveTo>
                  <a:pt x="14039" y="52667"/>
                </a:moveTo>
                <a:cubicBezTo>
                  <a:pt x="14025" y="52681"/>
                  <a:pt x="13995" y="52725"/>
                  <a:pt x="13981" y="52740"/>
                </a:cubicBezTo>
                <a:cubicBezTo>
                  <a:pt x="13970" y="52746"/>
                  <a:pt x="13957" y="52755"/>
                  <a:pt x="13944" y="52766"/>
                </a:cubicBezTo>
                <a:lnTo>
                  <a:pt x="13944" y="52766"/>
                </a:lnTo>
                <a:cubicBezTo>
                  <a:pt x="13946" y="52763"/>
                  <a:pt x="13949" y="52759"/>
                  <a:pt x="13951" y="52755"/>
                </a:cubicBezTo>
                <a:lnTo>
                  <a:pt x="14039" y="52667"/>
                </a:lnTo>
                <a:close/>
                <a:moveTo>
                  <a:pt x="15070" y="52387"/>
                </a:moveTo>
                <a:lnTo>
                  <a:pt x="14952" y="52667"/>
                </a:lnTo>
                <a:cubicBezTo>
                  <a:pt x="14878" y="52711"/>
                  <a:pt x="14790" y="52740"/>
                  <a:pt x="14716" y="52784"/>
                </a:cubicBezTo>
                <a:cubicBezTo>
                  <a:pt x="14761" y="52681"/>
                  <a:pt x="14790" y="52593"/>
                  <a:pt x="14834" y="52519"/>
                </a:cubicBezTo>
                <a:cubicBezTo>
                  <a:pt x="14923" y="52461"/>
                  <a:pt x="14996" y="52431"/>
                  <a:pt x="15070" y="52387"/>
                </a:cubicBezTo>
                <a:close/>
                <a:moveTo>
                  <a:pt x="15658" y="52431"/>
                </a:moveTo>
                <a:lnTo>
                  <a:pt x="15658" y="52431"/>
                </a:lnTo>
                <a:cubicBezTo>
                  <a:pt x="15614" y="52534"/>
                  <a:pt x="15599" y="52637"/>
                  <a:pt x="15585" y="52740"/>
                </a:cubicBezTo>
                <a:lnTo>
                  <a:pt x="15305" y="52858"/>
                </a:lnTo>
                <a:cubicBezTo>
                  <a:pt x="15349" y="52740"/>
                  <a:pt x="15364" y="52652"/>
                  <a:pt x="15393" y="52534"/>
                </a:cubicBezTo>
                <a:cubicBezTo>
                  <a:pt x="15496" y="52505"/>
                  <a:pt x="15585" y="52461"/>
                  <a:pt x="15658" y="52431"/>
                </a:cubicBezTo>
                <a:close/>
                <a:moveTo>
                  <a:pt x="14216" y="52681"/>
                </a:moveTo>
                <a:cubicBezTo>
                  <a:pt x="14187" y="52740"/>
                  <a:pt x="14172" y="52799"/>
                  <a:pt x="14128" y="52858"/>
                </a:cubicBezTo>
                <a:lnTo>
                  <a:pt x="13966" y="52961"/>
                </a:lnTo>
                <a:cubicBezTo>
                  <a:pt x="13995" y="52902"/>
                  <a:pt x="14025" y="52858"/>
                  <a:pt x="14054" y="52799"/>
                </a:cubicBezTo>
                <a:cubicBezTo>
                  <a:pt x="14113" y="52784"/>
                  <a:pt x="14157" y="52740"/>
                  <a:pt x="14216" y="52681"/>
                </a:cubicBezTo>
                <a:close/>
                <a:moveTo>
                  <a:pt x="14731" y="52593"/>
                </a:moveTo>
                <a:cubicBezTo>
                  <a:pt x="14687" y="52667"/>
                  <a:pt x="14658" y="52740"/>
                  <a:pt x="14628" y="52828"/>
                </a:cubicBezTo>
                <a:cubicBezTo>
                  <a:pt x="14555" y="52873"/>
                  <a:pt x="14481" y="52902"/>
                  <a:pt x="14407" y="52961"/>
                </a:cubicBezTo>
                <a:cubicBezTo>
                  <a:pt x="14437" y="52873"/>
                  <a:pt x="14481" y="52799"/>
                  <a:pt x="14510" y="52725"/>
                </a:cubicBezTo>
                <a:cubicBezTo>
                  <a:pt x="14584" y="52681"/>
                  <a:pt x="14658" y="52622"/>
                  <a:pt x="14731" y="52593"/>
                </a:cubicBezTo>
                <a:close/>
                <a:moveTo>
                  <a:pt x="15305" y="52593"/>
                </a:moveTo>
                <a:cubicBezTo>
                  <a:pt x="15261" y="52711"/>
                  <a:pt x="15246" y="52799"/>
                  <a:pt x="15217" y="52902"/>
                </a:cubicBezTo>
                <a:cubicBezTo>
                  <a:pt x="15129" y="52917"/>
                  <a:pt x="15026" y="52961"/>
                  <a:pt x="14937" y="53020"/>
                </a:cubicBezTo>
                <a:cubicBezTo>
                  <a:pt x="14981" y="52917"/>
                  <a:pt x="15011" y="52814"/>
                  <a:pt x="15040" y="52725"/>
                </a:cubicBezTo>
                <a:cubicBezTo>
                  <a:pt x="15143" y="52681"/>
                  <a:pt x="15217" y="52652"/>
                  <a:pt x="15305" y="52593"/>
                </a:cubicBezTo>
                <a:close/>
                <a:moveTo>
                  <a:pt x="26975" y="45941"/>
                </a:moveTo>
                <a:cubicBezTo>
                  <a:pt x="26990" y="45985"/>
                  <a:pt x="26990" y="46059"/>
                  <a:pt x="27005" y="46133"/>
                </a:cubicBezTo>
                <a:cubicBezTo>
                  <a:pt x="26990" y="46191"/>
                  <a:pt x="26975" y="46236"/>
                  <a:pt x="26975" y="46280"/>
                </a:cubicBezTo>
                <a:lnTo>
                  <a:pt x="26975" y="46309"/>
                </a:lnTo>
                <a:cubicBezTo>
                  <a:pt x="26652" y="47310"/>
                  <a:pt x="26092" y="48443"/>
                  <a:pt x="25180" y="49620"/>
                </a:cubicBezTo>
                <a:cubicBezTo>
                  <a:pt x="23752" y="51489"/>
                  <a:pt x="21604" y="51872"/>
                  <a:pt x="19131" y="52343"/>
                </a:cubicBezTo>
                <a:cubicBezTo>
                  <a:pt x="18116" y="52519"/>
                  <a:pt x="17071" y="52725"/>
                  <a:pt x="15982" y="53034"/>
                </a:cubicBezTo>
                <a:lnTo>
                  <a:pt x="16041" y="52711"/>
                </a:lnTo>
                <a:cubicBezTo>
                  <a:pt x="17159" y="52343"/>
                  <a:pt x="18263" y="52093"/>
                  <a:pt x="19293" y="51901"/>
                </a:cubicBezTo>
                <a:cubicBezTo>
                  <a:pt x="21619" y="51416"/>
                  <a:pt x="23811" y="50974"/>
                  <a:pt x="25224" y="49135"/>
                </a:cubicBezTo>
                <a:cubicBezTo>
                  <a:pt x="26048" y="48075"/>
                  <a:pt x="26578" y="47045"/>
                  <a:pt x="26916" y="46088"/>
                </a:cubicBezTo>
                <a:lnTo>
                  <a:pt x="26916" y="46103"/>
                </a:lnTo>
                <a:lnTo>
                  <a:pt x="26975" y="45941"/>
                </a:lnTo>
                <a:close/>
                <a:moveTo>
                  <a:pt x="15938" y="52681"/>
                </a:moveTo>
                <a:lnTo>
                  <a:pt x="15938" y="52681"/>
                </a:lnTo>
                <a:cubicBezTo>
                  <a:pt x="15909" y="52814"/>
                  <a:pt x="15894" y="52917"/>
                  <a:pt x="15879" y="53034"/>
                </a:cubicBezTo>
                <a:cubicBezTo>
                  <a:pt x="15761" y="53079"/>
                  <a:pt x="15673" y="53093"/>
                  <a:pt x="15570" y="53123"/>
                </a:cubicBezTo>
                <a:cubicBezTo>
                  <a:pt x="15585" y="53020"/>
                  <a:pt x="15599" y="52902"/>
                  <a:pt x="15644" y="52799"/>
                </a:cubicBezTo>
                <a:cubicBezTo>
                  <a:pt x="15732" y="52755"/>
                  <a:pt x="15835" y="52725"/>
                  <a:pt x="15938" y="52681"/>
                </a:cubicBezTo>
                <a:close/>
                <a:moveTo>
                  <a:pt x="14393" y="52799"/>
                </a:moveTo>
                <a:lnTo>
                  <a:pt x="14393" y="52799"/>
                </a:lnTo>
                <a:cubicBezTo>
                  <a:pt x="14349" y="52873"/>
                  <a:pt x="14304" y="52946"/>
                  <a:pt x="14275" y="53034"/>
                </a:cubicBezTo>
                <a:cubicBezTo>
                  <a:pt x="14201" y="53079"/>
                  <a:pt x="14128" y="53108"/>
                  <a:pt x="14069" y="53167"/>
                </a:cubicBezTo>
                <a:lnTo>
                  <a:pt x="14187" y="52946"/>
                </a:lnTo>
                <a:cubicBezTo>
                  <a:pt x="14246" y="52873"/>
                  <a:pt x="14319" y="52828"/>
                  <a:pt x="14393" y="52799"/>
                </a:cubicBezTo>
                <a:close/>
                <a:moveTo>
                  <a:pt x="14923" y="52755"/>
                </a:moveTo>
                <a:lnTo>
                  <a:pt x="14923" y="52755"/>
                </a:lnTo>
                <a:cubicBezTo>
                  <a:pt x="14878" y="52858"/>
                  <a:pt x="14849" y="52946"/>
                  <a:pt x="14820" y="53049"/>
                </a:cubicBezTo>
                <a:cubicBezTo>
                  <a:pt x="14761" y="53093"/>
                  <a:pt x="14658" y="53123"/>
                  <a:pt x="14569" y="53167"/>
                </a:cubicBezTo>
                <a:lnTo>
                  <a:pt x="14672" y="52887"/>
                </a:lnTo>
                <a:cubicBezTo>
                  <a:pt x="14761" y="52858"/>
                  <a:pt x="14849" y="52799"/>
                  <a:pt x="14923" y="52755"/>
                </a:cubicBezTo>
                <a:close/>
                <a:moveTo>
                  <a:pt x="13878" y="52961"/>
                </a:moveTo>
                <a:lnTo>
                  <a:pt x="13878" y="52961"/>
                </a:lnTo>
                <a:cubicBezTo>
                  <a:pt x="13848" y="53005"/>
                  <a:pt x="13819" y="53049"/>
                  <a:pt x="13804" y="53093"/>
                </a:cubicBezTo>
                <a:cubicBezTo>
                  <a:pt x="13745" y="53123"/>
                  <a:pt x="13701" y="53167"/>
                  <a:pt x="13657" y="53196"/>
                </a:cubicBezTo>
                <a:cubicBezTo>
                  <a:pt x="13672" y="53167"/>
                  <a:pt x="13701" y="53123"/>
                  <a:pt x="13730" y="53093"/>
                </a:cubicBezTo>
                <a:cubicBezTo>
                  <a:pt x="13745" y="53079"/>
                  <a:pt x="13775" y="53049"/>
                  <a:pt x="13804" y="53020"/>
                </a:cubicBezTo>
                <a:cubicBezTo>
                  <a:pt x="13819" y="53005"/>
                  <a:pt x="13833" y="52976"/>
                  <a:pt x="13878" y="52961"/>
                </a:cubicBezTo>
                <a:close/>
                <a:moveTo>
                  <a:pt x="15541" y="52858"/>
                </a:moveTo>
                <a:lnTo>
                  <a:pt x="15541" y="52858"/>
                </a:lnTo>
                <a:cubicBezTo>
                  <a:pt x="15526" y="52961"/>
                  <a:pt x="15496" y="53079"/>
                  <a:pt x="15467" y="53167"/>
                </a:cubicBezTo>
                <a:lnTo>
                  <a:pt x="15202" y="53270"/>
                </a:lnTo>
                <a:cubicBezTo>
                  <a:pt x="15217" y="53167"/>
                  <a:pt x="15246" y="53079"/>
                  <a:pt x="15276" y="52961"/>
                </a:cubicBezTo>
                <a:lnTo>
                  <a:pt x="15541" y="52858"/>
                </a:lnTo>
                <a:close/>
                <a:moveTo>
                  <a:pt x="14040" y="53020"/>
                </a:moveTo>
                <a:cubicBezTo>
                  <a:pt x="13995" y="53093"/>
                  <a:pt x="13966" y="53167"/>
                  <a:pt x="13951" y="53226"/>
                </a:cubicBezTo>
                <a:cubicBezTo>
                  <a:pt x="13878" y="53255"/>
                  <a:pt x="13819" y="53285"/>
                  <a:pt x="13745" y="53344"/>
                </a:cubicBezTo>
                <a:cubicBezTo>
                  <a:pt x="13775" y="53270"/>
                  <a:pt x="13819" y="53226"/>
                  <a:pt x="13848" y="53138"/>
                </a:cubicBezTo>
                <a:cubicBezTo>
                  <a:pt x="13907" y="53093"/>
                  <a:pt x="13981" y="53049"/>
                  <a:pt x="14040" y="53020"/>
                </a:cubicBezTo>
                <a:close/>
                <a:moveTo>
                  <a:pt x="14569" y="52946"/>
                </a:moveTo>
                <a:lnTo>
                  <a:pt x="14466" y="53226"/>
                </a:lnTo>
                <a:cubicBezTo>
                  <a:pt x="14393" y="53255"/>
                  <a:pt x="14290" y="53285"/>
                  <a:pt x="14216" y="53344"/>
                </a:cubicBezTo>
                <a:cubicBezTo>
                  <a:pt x="14260" y="53255"/>
                  <a:pt x="14290" y="53167"/>
                  <a:pt x="14334" y="53093"/>
                </a:cubicBezTo>
                <a:cubicBezTo>
                  <a:pt x="14422" y="53034"/>
                  <a:pt x="14496" y="52976"/>
                  <a:pt x="14569" y="52946"/>
                </a:cubicBezTo>
                <a:close/>
                <a:moveTo>
                  <a:pt x="15173" y="53020"/>
                </a:moveTo>
                <a:lnTo>
                  <a:pt x="15173" y="53020"/>
                </a:lnTo>
                <a:cubicBezTo>
                  <a:pt x="15143" y="53123"/>
                  <a:pt x="15129" y="53226"/>
                  <a:pt x="15099" y="53329"/>
                </a:cubicBezTo>
                <a:cubicBezTo>
                  <a:pt x="15011" y="53329"/>
                  <a:pt x="14893" y="53373"/>
                  <a:pt x="14805" y="53417"/>
                </a:cubicBezTo>
                <a:cubicBezTo>
                  <a:pt x="14849" y="53314"/>
                  <a:pt x="14864" y="53226"/>
                  <a:pt x="14893" y="53123"/>
                </a:cubicBezTo>
                <a:lnTo>
                  <a:pt x="15173" y="53020"/>
                </a:lnTo>
                <a:close/>
                <a:moveTo>
                  <a:pt x="13524" y="53270"/>
                </a:moveTo>
                <a:cubicBezTo>
                  <a:pt x="13510" y="53299"/>
                  <a:pt x="13480" y="53329"/>
                  <a:pt x="13466" y="53344"/>
                </a:cubicBezTo>
                <a:cubicBezTo>
                  <a:pt x="13421" y="53388"/>
                  <a:pt x="13392" y="53402"/>
                  <a:pt x="13363" y="53447"/>
                </a:cubicBezTo>
                <a:cubicBezTo>
                  <a:pt x="13377" y="53417"/>
                  <a:pt x="13392" y="53388"/>
                  <a:pt x="13407" y="53373"/>
                </a:cubicBezTo>
                <a:cubicBezTo>
                  <a:pt x="13451" y="53329"/>
                  <a:pt x="13480" y="53314"/>
                  <a:pt x="13524" y="53270"/>
                </a:cubicBezTo>
                <a:close/>
                <a:moveTo>
                  <a:pt x="26961" y="46456"/>
                </a:moveTo>
                <a:lnTo>
                  <a:pt x="26961" y="46471"/>
                </a:lnTo>
                <a:cubicBezTo>
                  <a:pt x="26975" y="46486"/>
                  <a:pt x="26990" y="46530"/>
                  <a:pt x="26990" y="46545"/>
                </a:cubicBezTo>
                <a:cubicBezTo>
                  <a:pt x="26990" y="46574"/>
                  <a:pt x="26990" y="46618"/>
                  <a:pt x="27005" y="46648"/>
                </a:cubicBezTo>
                <a:cubicBezTo>
                  <a:pt x="26666" y="47751"/>
                  <a:pt x="26107" y="48929"/>
                  <a:pt x="25180" y="50135"/>
                </a:cubicBezTo>
                <a:cubicBezTo>
                  <a:pt x="23708" y="52034"/>
                  <a:pt x="21501" y="52402"/>
                  <a:pt x="18940" y="52858"/>
                </a:cubicBezTo>
                <a:cubicBezTo>
                  <a:pt x="17969" y="53020"/>
                  <a:pt x="16939" y="53182"/>
                  <a:pt x="15909" y="53461"/>
                </a:cubicBezTo>
                <a:cubicBezTo>
                  <a:pt x="15923" y="53344"/>
                  <a:pt x="15953" y="53226"/>
                  <a:pt x="15953" y="53108"/>
                </a:cubicBezTo>
                <a:cubicBezTo>
                  <a:pt x="17027" y="52784"/>
                  <a:pt x="18101" y="52578"/>
                  <a:pt x="19117" y="52387"/>
                </a:cubicBezTo>
                <a:cubicBezTo>
                  <a:pt x="21501" y="51945"/>
                  <a:pt x="23752" y="51533"/>
                  <a:pt x="25224" y="49635"/>
                </a:cubicBezTo>
                <a:cubicBezTo>
                  <a:pt x="26033" y="48590"/>
                  <a:pt x="26593" y="47516"/>
                  <a:pt x="26961" y="46456"/>
                </a:cubicBezTo>
                <a:close/>
                <a:moveTo>
                  <a:pt x="14201" y="53167"/>
                </a:moveTo>
                <a:cubicBezTo>
                  <a:pt x="14187" y="53226"/>
                  <a:pt x="14143" y="53314"/>
                  <a:pt x="14113" y="53402"/>
                </a:cubicBezTo>
                <a:cubicBezTo>
                  <a:pt x="14040" y="53447"/>
                  <a:pt x="13966" y="53491"/>
                  <a:pt x="13878" y="53535"/>
                </a:cubicBezTo>
                <a:cubicBezTo>
                  <a:pt x="13907" y="53461"/>
                  <a:pt x="13951" y="53373"/>
                  <a:pt x="13981" y="53285"/>
                </a:cubicBezTo>
                <a:cubicBezTo>
                  <a:pt x="14054" y="53255"/>
                  <a:pt x="14128" y="53196"/>
                  <a:pt x="14201" y="53167"/>
                </a:cubicBezTo>
                <a:close/>
                <a:moveTo>
                  <a:pt x="14805" y="53152"/>
                </a:moveTo>
                <a:lnTo>
                  <a:pt x="14805" y="53152"/>
                </a:lnTo>
                <a:cubicBezTo>
                  <a:pt x="14775" y="53241"/>
                  <a:pt x="14761" y="53344"/>
                  <a:pt x="14716" y="53447"/>
                </a:cubicBezTo>
                <a:lnTo>
                  <a:pt x="14437" y="53550"/>
                </a:lnTo>
                <a:cubicBezTo>
                  <a:pt x="14481" y="53461"/>
                  <a:pt x="14496" y="53373"/>
                  <a:pt x="14525" y="53255"/>
                </a:cubicBezTo>
                <a:cubicBezTo>
                  <a:pt x="14628" y="53241"/>
                  <a:pt x="14716" y="53196"/>
                  <a:pt x="14805" y="53152"/>
                </a:cubicBezTo>
                <a:close/>
                <a:moveTo>
                  <a:pt x="13686" y="53270"/>
                </a:moveTo>
                <a:cubicBezTo>
                  <a:pt x="13657" y="53329"/>
                  <a:pt x="13627" y="53388"/>
                  <a:pt x="13598" y="53447"/>
                </a:cubicBezTo>
                <a:cubicBezTo>
                  <a:pt x="13539" y="53476"/>
                  <a:pt x="13480" y="53505"/>
                  <a:pt x="13407" y="53564"/>
                </a:cubicBezTo>
                <a:cubicBezTo>
                  <a:pt x="13451" y="53505"/>
                  <a:pt x="13480" y="53461"/>
                  <a:pt x="13510" y="53402"/>
                </a:cubicBezTo>
                <a:cubicBezTo>
                  <a:pt x="13583" y="53373"/>
                  <a:pt x="13627" y="53314"/>
                  <a:pt x="13686" y="53270"/>
                </a:cubicBezTo>
                <a:close/>
                <a:moveTo>
                  <a:pt x="15879" y="53138"/>
                </a:moveTo>
                <a:lnTo>
                  <a:pt x="15879" y="53138"/>
                </a:lnTo>
                <a:cubicBezTo>
                  <a:pt x="15864" y="53255"/>
                  <a:pt x="15835" y="53358"/>
                  <a:pt x="15835" y="53491"/>
                </a:cubicBezTo>
                <a:cubicBezTo>
                  <a:pt x="15717" y="53491"/>
                  <a:pt x="15599" y="53535"/>
                  <a:pt x="15511" y="53564"/>
                </a:cubicBezTo>
                <a:lnTo>
                  <a:pt x="15570" y="53241"/>
                </a:lnTo>
                <a:cubicBezTo>
                  <a:pt x="15673" y="53196"/>
                  <a:pt x="15761" y="53167"/>
                  <a:pt x="15879" y="53138"/>
                </a:cubicBezTo>
                <a:close/>
                <a:moveTo>
                  <a:pt x="13142" y="53594"/>
                </a:moveTo>
                <a:cubicBezTo>
                  <a:pt x="13142" y="53608"/>
                  <a:pt x="13112" y="53608"/>
                  <a:pt x="13112" y="53623"/>
                </a:cubicBezTo>
                <a:cubicBezTo>
                  <a:pt x="13100" y="53635"/>
                  <a:pt x="13078" y="53648"/>
                  <a:pt x="13053" y="53669"/>
                </a:cubicBezTo>
                <a:lnTo>
                  <a:pt x="13053" y="53669"/>
                </a:lnTo>
                <a:cubicBezTo>
                  <a:pt x="13054" y="53665"/>
                  <a:pt x="13054" y="53659"/>
                  <a:pt x="13054" y="53653"/>
                </a:cubicBezTo>
                <a:lnTo>
                  <a:pt x="13142" y="53594"/>
                </a:lnTo>
                <a:close/>
                <a:moveTo>
                  <a:pt x="15467" y="53255"/>
                </a:moveTo>
                <a:lnTo>
                  <a:pt x="15423" y="53594"/>
                </a:lnTo>
                <a:cubicBezTo>
                  <a:pt x="15305" y="53623"/>
                  <a:pt x="15217" y="53653"/>
                  <a:pt x="15099" y="53697"/>
                </a:cubicBezTo>
                <a:cubicBezTo>
                  <a:pt x="15129" y="53594"/>
                  <a:pt x="15143" y="53476"/>
                  <a:pt x="15173" y="53373"/>
                </a:cubicBezTo>
                <a:cubicBezTo>
                  <a:pt x="15276" y="53329"/>
                  <a:pt x="15379" y="53299"/>
                  <a:pt x="15467" y="53255"/>
                </a:cubicBezTo>
                <a:close/>
                <a:moveTo>
                  <a:pt x="13878" y="53373"/>
                </a:moveTo>
                <a:cubicBezTo>
                  <a:pt x="13833" y="53447"/>
                  <a:pt x="13789" y="53520"/>
                  <a:pt x="13760" y="53608"/>
                </a:cubicBezTo>
                <a:cubicBezTo>
                  <a:pt x="13686" y="53638"/>
                  <a:pt x="13613" y="53697"/>
                  <a:pt x="13539" y="53741"/>
                </a:cubicBezTo>
                <a:lnTo>
                  <a:pt x="13657" y="53520"/>
                </a:lnTo>
                <a:cubicBezTo>
                  <a:pt x="13730" y="53461"/>
                  <a:pt x="13789" y="53402"/>
                  <a:pt x="13878" y="53373"/>
                </a:cubicBezTo>
                <a:close/>
                <a:moveTo>
                  <a:pt x="14437" y="53329"/>
                </a:moveTo>
                <a:lnTo>
                  <a:pt x="14437" y="53329"/>
                </a:lnTo>
                <a:cubicBezTo>
                  <a:pt x="14407" y="53417"/>
                  <a:pt x="14363" y="53520"/>
                  <a:pt x="14349" y="53608"/>
                </a:cubicBezTo>
                <a:cubicBezTo>
                  <a:pt x="14260" y="53638"/>
                  <a:pt x="14157" y="53682"/>
                  <a:pt x="14069" y="53741"/>
                </a:cubicBezTo>
                <a:lnTo>
                  <a:pt x="14187" y="53461"/>
                </a:lnTo>
                <a:cubicBezTo>
                  <a:pt x="14275" y="53417"/>
                  <a:pt x="14349" y="53373"/>
                  <a:pt x="14437" y="53329"/>
                </a:cubicBezTo>
                <a:close/>
                <a:moveTo>
                  <a:pt x="13333" y="53550"/>
                </a:moveTo>
                <a:lnTo>
                  <a:pt x="13333" y="53550"/>
                </a:lnTo>
                <a:cubicBezTo>
                  <a:pt x="13318" y="53594"/>
                  <a:pt x="13289" y="53638"/>
                  <a:pt x="13260" y="53682"/>
                </a:cubicBezTo>
                <a:cubicBezTo>
                  <a:pt x="13201" y="53711"/>
                  <a:pt x="13157" y="53756"/>
                  <a:pt x="13112" y="53785"/>
                </a:cubicBezTo>
                <a:cubicBezTo>
                  <a:pt x="13127" y="53756"/>
                  <a:pt x="13171" y="53711"/>
                  <a:pt x="13186" y="53682"/>
                </a:cubicBezTo>
                <a:cubicBezTo>
                  <a:pt x="13230" y="53638"/>
                  <a:pt x="13289" y="53608"/>
                  <a:pt x="13333" y="53550"/>
                </a:cubicBezTo>
                <a:close/>
                <a:moveTo>
                  <a:pt x="15084" y="53402"/>
                </a:moveTo>
                <a:cubicBezTo>
                  <a:pt x="15070" y="53520"/>
                  <a:pt x="15040" y="53623"/>
                  <a:pt x="15011" y="53711"/>
                </a:cubicBezTo>
                <a:cubicBezTo>
                  <a:pt x="14893" y="53756"/>
                  <a:pt x="14805" y="53785"/>
                  <a:pt x="14702" y="53829"/>
                </a:cubicBezTo>
                <a:cubicBezTo>
                  <a:pt x="14731" y="53711"/>
                  <a:pt x="14761" y="53608"/>
                  <a:pt x="14790" y="53520"/>
                </a:cubicBezTo>
                <a:cubicBezTo>
                  <a:pt x="14878" y="53476"/>
                  <a:pt x="14996" y="53447"/>
                  <a:pt x="15084" y="53402"/>
                </a:cubicBezTo>
                <a:close/>
                <a:moveTo>
                  <a:pt x="14069" y="53520"/>
                </a:moveTo>
                <a:lnTo>
                  <a:pt x="14069" y="53520"/>
                </a:lnTo>
                <a:cubicBezTo>
                  <a:pt x="14040" y="53608"/>
                  <a:pt x="13995" y="53697"/>
                  <a:pt x="13981" y="53770"/>
                </a:cubicBezTo>
                <a:cubicBezTo>
                  <a:pt x="13892" y="53814"/>
                  <a:pt x="13819" y="53859"/>
                  <a:pt x="13716" y="53903"/>
                </a:cubicBezTo>
                <a:cubicBezTo>
                  <a:pt x="13760" y="53814"/>
                  <a:pt x="13789" y="53741"/>
                  <a:pt x="13833" y="53638"/>
                </a:cubicBezTo>
                <a:cubicBezTo>
                  <a:pt x="13907" y="53608"/>
                  <a:pt x="13995" y="53550"/>
                  <a:pt x="14069" y="53520"/>
                </a:cubicBezTo>
                <a:close/>
                <a:moveTo>
                  <a:pt x="27005" y="46868"/>
                </a:moveTo>
                <a:cubicBezTo>
                  <a:pt x="27005" y="46927"/>
                  <a:pt x="27019" y="46986"/>
                  <a:pt x="27019" y="47015"/>
                </a:cubicBezTo>
                <a:cubicBezTo>
                  <a:pt x="27034" y="47030"/>
                  <a:pt x="27034" y="47060"/>
                  <a:pt x="27034" y="47089"/>
                </a:cubicBezTo>
                <a:cubicBezTo>
                  <a:pt x="26710" y="48237"/>
                  <a:pt x="26122" y="49429"/>
                  <a:pt x="25180" y="50665"/>
                </a:cubicBezTo>
                <a:cubicBezTo>
                  <a:pt x="23679" y="52622"/>
                  <a:pt x="21412" y="52976"/>
                  <a:pt x="18764" y="53358"/>
                </a:cubicBezTo>
                <a:cubicBezTo>
                  <a:pt x="17822" y="53505"/>
                  <a:pt x="16850" y="53653"/>
                  <a:pt x="15864" y="53903"/>
                </a:cubicBezTo>
                <a:cubicBezTo>
                  <a:pt x="15864" y="53785"/>
                  <a:pt x="15879" y="53653"/>
                  <a:pt x="15894" y="53550"/>
                </a:cubicBezTo>
                <a:cubicBezTo>
                  <a:pt x="16939" y="53270"/>
                  <a:pt x="17969" y="53093"/>
                  <a:pt x="18940" y="52917"/>
                </a:cubicBezTo>
                <a:cubicBezTo>
                  <a:pt x="21516" y="52505"/>
                  <a:pt x="23723" y="52122"/>
                  <a:pt x="25239" y="50180"/>
                </a:cubicBezTo>
                <a:cubicBezTo>
                  <a:pt x="26107" y="49046"/>
                  <a:pt x="26666" y="47943"/>
                  <a:pt x="27005" y="46868"/>
                </a:cubicBezTo>
                <a:close/>
                <a:moveTo>
                  <a:pt x="13524" y="53564"/>
                </a:moveTo>
                <a:lnTo>
                  <a:pt x="13524" y="53564"/>
                </a:lnTo>
                <a:cubicBezTo>
                  <a:pt x="13480" y="53653"/>
                  <a:pt x="13451" y="53741"/>
                  <a:pt x="13407" y="53785"/>
                </a:cubicBezTo>
                <a:cubicBezTo>
                  <a:pt x="13333" y="53829"/>
                  <a:pt x="13289" y="53888"/>
                  <a:pt x="13215" y="53917"/>
                </a:cubicBezTo>
                <a:cubicBezTo>
                  <a:pt x="13245" y="53844"/>
                  <a:pt x="13289" y="53785"/>
                  <a:pt x="13318" y="53711"/>
                </a:cubicBezTo>
                <a:cubicBezTo>
                  <a:pt x="13392" y="53653"/>
                  <a:pt x="13451" y="53623"/>
                  <a:pt x="13524" y="53564"/>
                </a:cubicBezTo>
                <a:close/>
                <a:moveTo>
                  <a:pt x="14687" y="53550"/>
                </a:moveTo>
                <a:lnTo>
                  <a:pt x="14687" y="53550"/>
                </a:lnTo>
                <a:cubicBezTo>
                  <a:pt x="14658" y="53667"/>
                  <a:pt x="14628" y="53756"/>
                  <a:pt x="14613" y="53859"/>
                </a:cubicBezTo>
                <a:cubicBezTo>
                  <a:pt x="14510" y="53903"/>
                  <a:pt x="14422" y="53932"/>
                  <a:pt x="14319" y="53976"/>
                </a:cubicBezTo>
                <a:cubicBezTo>
                  <a:pt x="14334" y="53859"/>
                  <a:pt x="14363" y="53770"/>
                  <a:pt x="14407" y="53682"/>
                </a:cubicBezTo>
                <a:cubicBezTo>
                  <a:pt x="14496" y="53638"/>
                  <a:pt x="14584" y="53608"/>
                  <a:pt x="14687" y="53550"/>
                </a:cubicBezTo>
                <a:close/>
                <a:moveTo>
                  <a:pt x="15820" y="53564"/>
                </a:moveTo>
                <a:lnTo>
                  <a:pt x="15820" y="53564"/>
                </a:lnTo>
                <a:cubicBezTo>
                  <a:pt x="15806" y="53682"/>
                  <a:pt x="15806" y="53814"/>
                  <a:pt x="15806" y="53917"/>
                </a:cubicBezTo>
                <a:cubicBezTo>
                  <a:pt x="15673" y="53932"/>
                  <a:pt x="15570" y="53976"/>
                  <a:pt x="15452" y="54006"/>
                </a:cubicBezTo>
                <a:cubicBezTo>
                  <a:pt x="15467" y="53903"/>
                  <a:pt x="15467" y="53770"/>
                  <a:pt x="15496" y="53667"/>
                </a:cubicBezTo>
                <a:cubicBezTo>
                  <a:pt x="15599" y="53623"/>
                  <a:pt x="15717" y="53608"/>
                  <a:pt x="15820" y="53564"/>
                </a:cubicBezTo>
                <a:close/>
                <a:moveTo>
                  <a:pt x="12965" y="53859"/>
                </a:moveTo>
                <a:cubicBezTo>
                  <a:pt x="12951" y="53888"/>
                  <a:pt x="12936" y="53917"/>
                  <a:pt x="12921" y="53932"/>
                </a:cubicBezTo>
                <a:cubicBezTo>
                  <a:pt x="12877" y="53976"/>
                  <a:pt x="12818" y="54006"/>
                  <a:pt x="12789" y="54050"/>
                </a:cubicBezTo>
                <a:cubicBezTo>
                  <a:pt x="12803" y="54020"/>
                  <a:pt x="12818" y="54006"/>
                  <a:pt x="12847" y="53976"/>
                </a:cubicBezTo>
                <a:cubicBezTo>
                  <a:pt x="12877" y="53932"/>
                  <a:pt x="12936" y="53903"/>
                  <a:pt x="12965" y="53859"/>
                </a:cubicBezTo>
                <a:close/>
                <a:moveTo>
                  <a:pt x="13716" y="53697"/>
                </a:moveTo>
                <a:lnTo>
                  <a:pt x="13716" y="53697"/>
                </a:lnTo>
                <a:cubicBezTo>
                  <a:pt x="13686" y="53785"/>
                  <a:pt x="13657" y="53888"/>
                  <a:pt x="13613" y="53962"/>
                </a:cubicBezTo>
                <a:cubicBezTo>
                  <a:pt x="13539" y="53991"/>
                  <a:pt x="13451" y="54050"/>
                  <a:pt x="13377" y="54079"/>
                </a:cubicBezTo>
                <a:cubicBezTo>
                  <a:pt x="13407" y="54006"/>
                  <a:pt x="13451" y="53917"/>
                  <a:pt x="13480" y="53844"/>
                </a:cubicBezTo>
                <a:cubicBezTo>
                  <a:pt x="13554" y="53785"/>
                  <a:pt x="13657" y="53756"/>
                  <a:pt x="13716" y="53697"/>
                </a:cubicBezTo>
                <a:close/>
                <a:moveTo>
                  <a:pt x="14319" y="53711"/>
                </a:moveTo>
                <a:cubicBezTo>
                  <a:pt x="14275" y="53814"/>
                  <a:pt x="14260" y="53917"/>
                  <a:pt x="14246" y="54006"/>
                </a:cubicBezTo>
                <a:cubicBezTo>
                  <a:pt x="14143" y="54050"/>
                  <a:pt x="14054" y="54079"/>
                  <a:pt x="13951" y="54123"/>
                </a:cubicBezTo>
                <a:cubicBezTo>
                  <a:pt x="13981" y="54035"/>
                  <a:pt x="13995" y="53932"/>
                  <a:pt x="14040" y="53829"/>
                </a:cubicBezTo>
                <a:lnTo>
                  <a:pt x="14319" y="53711"/>
                </a:lnTo>
                <a:close/>
                <a:moveTo>
                  <a:pt x="15393" y="53682"/>
                </a:moveTo>
                <a:lnTo>
                  <a:pt x="15393" y="53682"/>
                </a:lnTo>
                <a:cubicBezTo>
                  <a:pt x="15379" y="53785"/>
                  <a:pt x="15364" y="53903"/>
                  <a:pt x="15364" y="54020"/>
                </a:cubicBezTo>
                <a:cubicBezTo>
                  <a:pt x="15246" y="54065"/>
                  <a:pt x="15143" y="54079"/>
                  <a:pt x="15026" y="54123"/>
                </a:cubicBezTo>
                <a:cubicBezTo>
                  <a:pt x="15055" y="54006"/>
                  <a:pt x="15070" y="53903"/>
                  <a:pt x="15084" y="53770"/>
                </a:cubicBezTo>
                <a:cubicBezTo>
                  <a:pt x="15187" y="53741"/>
                  <a:pt x="15305" y="53697"/>
                  <a:pt x="15393" y="53682"/>
                </a:cubicBezTo>
                <a:close/>
                <a:moveTo>
                  <a:pt x="13157" y="53859"/>
                </a:moveTo>
                <a:cubicBezTo>
                  <a:pt x="13112" y="53917"/>
                  <a:pt x="13098" y="53976"/>
                  <a:pt x="13054" y="54020"/>
                </a:cubicBezTo>
                <a:cubicBezTo>
                  <a:pt x="13009" y="54065"/>
                  <a:pt x="12936" y="54123"/>
                  <a:pt x="12877" y="54153"/>
                </a:cubicBezTo>
                <a:cubicBezTo>
                  <a:pt x="12921" y="54094"/>
                  <a:pt x="12936" y="54050"/>
                  <a:pt x="12965" y="54006"/>
                </a:cubicBezTo>
                <a:cubicBezTo>
                  <a:pt x="13039" y="53962"/>
                  <a:pt x="13098" y="53903"/>
                  <a:pt x="13157" y="53859"/>
                </a:cubicBezTo>
                <a:close/>
                <a:moveTo>
                  <a:pt x="14996" y="53814"/>
                </a:moveTo>
                <a:lnTo>
                  <a:pt x="14937" y="54138"/>
                </a:lnTo>
                <a:cubicBezTo>
                  <a:pt x="14849" y="54182"/>
                  <a:pt x="14731" y="54212"/>
                  <a:pt x="14628" y="54256"/>
                </a:cubicBezTo>
                <a:lnTo>
                  <a:pt x="14672" y="53917"/>
                </a:lnTo>
                <a:cubicBezTo>
                  <a:pt x="14790" y="53888"/>
                  <a:pt x="14878" y="53844"/>
                  <a:pt x="14996" y="53814"/>
                </a:cubicBezTo>
                <a:close/>
                <a:moveTo>
                  <a:pt x="13363" y="53932"/>
                </a:moveTo>
                <a:lnTo>
                  <a:pt x="13245" y="54153"/>
                </a:lnTo>
                <a:cubicBezTo>
                  <a:pt x="13171" y="54197"/>
                  <a:pt x="13098" y="54241"/>
                  <a:pt x="13009" y="54285"/>
                </a:cubicBezTo>
                <a:lnTo>
                  <a:pt x="13112" y="54065"/>
                </a:lnTo>
                <a:cubicBezTo>
                  <a:pt x="13215" y="54020"/>
                  <a:pt x="13289" y="53976"/>
                  <a:pt x="13363" y="53932"/>
                </a:cubicBezTo>
                <a:close/>
                <a:moveTo>
                  <a:pt x="13951" y="53888"/>
                </a:moveTo>
                <a:cubicBezTo>
                  <a:pt x="13907" y="53976"/>
                  <a:pt x="13878" y="54065"/>
                  <a:pt x="13848" y="54153"/>
                </a:cubicBezTo>
                <a:cubicBezTo>
                  <a:pt x="13760" y="54197"/>
                  <a:pt x="13672" y="54227"/>
                  <a:pt x="13583" y="54285"/>
                </a:cubicBezTo>
                <a:lnTo>
                  <a:pt x="13686" y="54006"/>
                </a:lnTo>
                <a:cubicBezTo>
                  <a:pt x="13775" y="53976"/>
                  <a:pt x="13878" y="53917"/>
                  <a:pt x="13951" y="53888"/>
                </a:cubicBezTo>
                <a:close/>
                <a:moveTo>
                  <a:pt x="12568" y="54197"/>
                </a:moveTo>
                <a:cubicBezTo>
                  <a:pt x="12553" y="54212"/>
                  <a:pt x="12553" y="54227"/>
                  <a:pt x="12524" y="54256"/>
                </a:cubicBezTo>
                <a:cubicBezTo>
                  <a:pt x="12509" y="54271"/>
                  <a:pt x="12494" y="54285"/>
                  <a:pt x="12450" y="54300"/>
                </a:cubicBezTo>
                <a:cubicBezTo>
                  <a:pt x="12494" y="54285"/>
                  <a:pt x="12509" y="54271"/>
                  <a:pt x="12509" y="54256"/>
                </a:cubicBezTo>
                <a:lnTo>
                  <a:pt x="12568" y="54197"/>
                </a:lnTo>
                <a:close/>
                <a:moveTo>
                  <a:pt x="27075" y="47307"/>
                </a:moveTo>
                <a:lnTo>
                  <a:pt x="27075" y="47307"/>
                </a:lnTo>
                <a:cubicBezTo>
                  <a:pt x="27064" y="47345"/>
                  <a:pt x="27065" y="47371"/>
                  <a:pt x="27078" y="47398"/>
                </a:cubicBezTo>
                <a:lnTo>
                  <a:pt x="27078" y="47457"/>
                </a:lnTo>
                <a:lnTo>
                  <a:pt x="27078" y="47531"/>
                </a:lnTo>
                <a:cubicBezTo>
                  <a:pt x="26769" y="48664"/>
                  <a:pt x="26195" y="49885"/>
                  <a:pt x="25195" y="51195"/>
                </a:cubicBezTo>
                <a:cubicBezTo>
                  <a:pt x="23649" y="53211"/>
                  <a:pt x="21324" y="53535"/>
                  <a:pt x="18616" y="53903"/>
                </a:cubicBezTo>
                <a:cubicBezTo>
                  <a:pt x="17733" y="54020"/>
                  <a:pt x="16821" y="54138"/>
                  <a:pt x="15879" y="54344"/>
                </a:cubicBezTo>
                <a:cubicBezTo>
                  <a:pt x="15879" y="54212"/>
                  <a:pt x="15879" y="54094"/>
                  <a:pt x="15894" y="53976"/>
                </a:cubicBezTo>
                <a:cubicBezTo>
                  <a:pt x="16880" y="53726"/>
                  <a:pt x="17881" y="53579"/>
                  <a:pt x="18822" y="53432"/>
                </a:cubicBezTo>
                <a:cubicBezTo>
                  <a:pt x="21471" y="53034"/>
                  <a:pt x="23752" y="52681"/>
                  <a:pt x="25268" y="50695"/>
                </a:cubicBezTo>
                <a:cubicBezTo>
                  <a:pt x="26148" y="49536"/>
                  <a:pt x="26736" y="48393"/>
                  <a:pt x="27075" y="47307"/>
                </a:cubicBezTo>
                <a:close/>
                <a:moveTo>
                  <a:pt x="14584" y="53962"/>
                </a:moveTo>
                <a:cubicBezTo>
                  <a:pt x="14569" y="54065"/>
                  <a:pt x="14555" y="54182"/>
                  <a:pt x="14525" y="54271"/>
                </a:cubicBezTo>
                <a:cubicBezTo>
                  <a:pt x="14422" y="54300"/>
                  <a:pt x="14334" y="54344"/>
                  <a:pt x="14216" y="54374"/>
                </a:cubicBezTo>
                <a:cubicBezTo>
                  <a:pt x="14246" y="54271"/>
                  <a:pt x="14275" y="54182"/>
                  <a:pt x="14290" y="54065"/>
                </a:cubicBezTo>
                <a:cubicBezTo>
                  <a:pt x="14393" y="54035"/>
                  <a:pt x="14496" y="53991"/>
                  <a:pt x="14584" y="53962"/>
                </a:cubicBezTo>
                <a:close/>
                <a:moveTo>
                  <a:pt x="12789" y="54153"/>
                </a:moveTo>
                <a:lnTo>
                  <a:pt x="12789" y="54153"/>
                </a:lnTo>
                <a:cubicBezTo>
                  <a:pt x="12774" y="54197"/>
                  <a:pt x="12730" y="54227"/>
                  <a:pt x="12715" y="54285"/>
                </a:cubicBezTo>
                <a:cubicBezTo>
                  <a:pt x="12656" y="54330"/>
                  <a:pt x="12583" y="54374"/>
                  <a:pt x="12524" y="54418"/>
                </a:cubicBezTo>
                <a:cubicBezTo>
                  <a:pt x="12538" y="54374"/>
                  <a:pt x="12583" y="54344"/>
                  <a:pt x="12597" y="54300"/>
                </a:cubicBezTo>
                <a:cubicBezTo>
                  <a:pt x="12671" y="54256"/>
                  <a:pt x="12730" y="54197"/>
                  <a:pt x="12789" y="54153"/>
                </a:cubicBezTo>
                <a:close/>
                <a:moveTo>
                  <a:pt x="15806" y="53991"/>
                </a:moveTo>
                <a:lnTo>
                  <a:pt x="15806" y="54359"/>
                </a:lnTo>
                <a:cubicBezTo>
                  <a:pt x="15673" y="54374"/>
                  <a:pt x="15570" y="54418"/>
                  <a:pt x="15438" y="54433"/>
                </a:cubicBezTo>
                <a:cubicBezTo>
                  <a:pt x="15423" y="54359"/>
                  <a:pt x="15423" y="54271"/>
                  <a:pt x="15438" y="54197"/>
                </a:cubicBezTo>
                <a:cubicBezTo>
                  <a:pt x="15438" y="54153"/>
                  <a:pt x="15438" y="54123"/>
                  <a:pt x="15452" y="54079"/>
                </a:cubicBezTo>
                <a:cubicBezTo>
                  <a:pt x="15555" y="54050"/>
                  <a:pt x="15688" y="54020"/>
                  <a:pt x="15806" y="53991"/>
                </a:cubicBezTo>
                <a:close/>
                <a:moveTo>
                  <a:pt x="13554" y="54065"/>
                </a:moveTo>
                <a:lnTo>
                  <a:pt x="13554" y="54065"/>
                </a:lnTo>
                <a:cubicBezTo>
                  <a:pt x="13524" y="54153"/>
                  <a:pt x="13480" y="54256"/>
                  <a:pt x="13466" y="54330"/>
                </a:cubicBezTo>
                <a:cubicBezTo>
                  <a:pt x="13377" y="54359"/>
                  <a:pt x="13289" y="54418"/>
                  <a:pt x="13201" y="54447"/>
                </a:cubicBezTo>
                <a:cubicBezTo>
                  <a:pt x="13245" y="54359"/>
                  <a:pt x="13289" y="54285"/>
                  <a:pt x="13318" y="54197"/>
                </a:cubicBezTo>
                <a:cubicBezTo>
                  <a:pt x="13392" y="54182"/>
                  <a:pt x="13480" y="54123"/>
                  <a:pt x="13554" y="54065"/>
                </a:cubicBezTo>
                <a:close/>
                <a:moveTo>
                  <a:pt x="12980" y="54197"/>
                </a:moveTo>
                <a:cubicBezTo>
                  <a:pt x="12951" y="54256"/>
                  <a:pt x="12921" y="54300"/>
                  <a:pt x="12892" y="54374"/>
                </a:cubicBezTo>
                <a:cubicBezTo>
                  <a:pt x="12818" y="54418"/>
                  <a:pt x="12744" y="54477"/>
                  <a:pt x="12671" y="54521"/>
                </a:cubicBezTo>
                <a:cubicBezTo>
                  <a:pt x="12715" y="54477"/>
                  <a:pt x="12744" y="54403"/>
                  <a:pt x="12789" y="54344"/>
                </a:cubicBezTo>
                <a:cubicBezTo>
                  <a:pt x="12862" y="54285"/>
                  <a:pt x="12936" y="54227"/>
                  <a:pt x="12980" y="54197"/>
                </a:cubicBezTo>
                <a:close/>
                <a:moveTo>
                  <a:pt x="14201" y="54109"/>
                </a:moveTo>
                <a:lnTo>
                  <a:pt x="14201" y="54109"/>
                </a:lnTo>
                <a:cubicBezTo>
                  <a:pt x="14187" y="54212"/>
                  <a:pt x="14143" y="54300"/>
                  <a:pt x="14128" y="54418"/>
                </a:cubicBezTo>
                <a:cubicBezTo>
                  <a:pt x="14025" y="54447"/>
                  <a:pt x="13922" y="54491"/>
                  <a:pt x="13819" y="54521"/>
                </a:cubicBezTo>
                <a:cubicBezTo>
                  <a:pt x="13848" y="54418"/>
                  <a:pt x="13892" y="54330"/>
                  <a:pt x="13907" y="54227"/>
                </a:cubicBezTo>
                <a:cubicBezTo>
                  <a:pt x="13995" y="54197"/>
                  <a:pt x="14113" y="54138"/>
                  <a:pt x="14201" y="54109"/>
                </a:cubicBezTo>
                <a:close/>
                <a:moveTo>
                  <a:pt x="15349" y="54094"/>
                </a:moveTo>
                <a:lnTo>
                  <a:pt x="15349" y="54168"/>
                </a:lnTo>
                <a:cubicBezTo>
                  <a:pt x="15349" y="54271"/>
                  <a:pt x="15320" y="54359"/>
                  <a:pt x="15320" y="54447"/>
                </a:cubicBezTo>
                <a:cubicBezTo>
                  <a:pt x="15217" y="54491"/>
                  <a:pt x="15099" y="54521"/>
                  <a:pt x="14981" y="54550"/>
                </a:cubicBezTo>
                <a:lnTo>
                  <a:pt x="14981" y="54433"/>
                </a:lnTo>
                <a:cubicBezTo>
                  <a:pt x="14981" y="54359"/>
                  <a:pt x="14996" y="54271"/>
                  <a:pt x="15011" y="54197"/>
                </a:cubicBezTo>
                <a:cubicBezTo>
                  <a:pt x="15129" y="54153"/>
                  <a:pt x="15232" y="54123"/>
                  <a:pt x="15349" y="54094"/>
                </a:cubicBezTo>
                <a:close/>
                <a:moveTo>
                  <a:pt x="14937" y="54212"/>
                </a:moveTo>
                <a:cubicBezTo>
                  <a:pt x="14937" y="54285"/>
                  <a:pt x="14923" y="54359"/>
                  <a:pt x="14923" y="54433"/>
                </a:cubicBezTo>
                <a:cubicBezTo>
                  <a:pt x="14923" y="54462"/>
                  <a:pt x="14923" y="54521"/>
                  <a:pt x="14908" y="54565"/>
                </a:cubicBezTo>
                <a:cubicBezTo>
                  <a:pt x="14790" y="54594"/>
                  <a:pt x="14687" y="54624"/>
                  <a:pt x="14555" y="54653"/>
                </a:cubicBezTo>
                <a:cubicBezTo>
                  <a:pt x="14569" y="54565"/>
                  <a:pt x="14584" y="54447"/>
                  <a:pt x="14613" y="54330"/>
                </a:cubicBezTo>
                <a:lnTo>
                  <a:pt x="14937" y="54212"/>
                </a:lnTo>
                <a:close/>
                <a:moveTo>
                  <a:pt x="12406" y="54462"/>
                </a:moveTo>
                <a:cubicBezTo>
                  <a:pt x="12377" y="54506"/>
                  <a:pt x="12362" y="54521"/>
                  <a:pt x="12347" y="54565"/>
                </a:cubicBezTo>
                <a:cubicBezTo>
                  <a:pt x="12303" y="54594"/>
                  <a:pt x="12259" y="54639"/>
                  <a:pt x="12215" y="54668"/>
                </a:cubicBezTo>
                <a:cubicBezTo>
                  <a:pt x="12229" y="54639"/>
                  <a:pt x="12259" y="54624"/>
                  <a:pt x="12274" y="54580"/>
                </a:cubicBezTo>
                <a:cubicBezTo>
                  <a:pt x="12303" y="54550"/>
                  <a:pt x="12362" y="54506"/>
                  <a:pt x="12406" y="54462"/>
                </a:cubicBezTo>
                <a:close/>
                <a:moveTo>
                  <a:pt x="13186" y="54285"/>
                </a:moveTo>
                <a:lnTo>
                  <a:pt x="13186" y="54285"/>
                </a:lnTo>
                <a:cubicBezTo>
                  <a:pt x="13157" y="54359"/>
                  <a:pt x="13112" y="54447"/>
                  <a:pt x="13098" y="54521"/>
                </a:cubicBezTo>
                <a:cubicBezTo>
                  <a:pt x="13009" y="54565"/>
                  <a:pt x="12936" y="54624"/>
                  <a:pt x="12833" y="54668"/>
                </a:cubicBezTo>
                <a:cubicBezTo>
                  <a:pt x="12877" y="54594"/>
                  <a:pt x="12921" y="54506"/>
                  <a:pt x="12951" y="54433"/>
                </a:cubicBezTo>
                <a:cubicBezTo>
                  <a:pt x="13024" y="54374"/>
                  <a:pt x="13112" y="54330"/>
                  <a:pt x="13186" y="54285"/>
                </a:cubicBezTo>
                <a:close/>
                <a:moveTo>
                  <a:pt x="13819" y="54271"/>
                </a:moveTo>
                <a:cubicBezTo>
                  <a:pt x="13775" y="54359"/>
                  <a:pt x="13760" y="54477"/>
                  <a:pt x="13745" y="54565"/>
                </a:cubicBezTo>
                <a:cubicBezTo>
                  <a:pt x="13657" y="54594"/>
                  <a:pt x="13539" y="54639"/>
                  <a:pt x="13451" y="54697"/>
                </a:cubicBezTo>
                <a:cubicBezTo>
                  <a:pt x="13480" y="54594"/>
                  <a:pt x="13510" y="54506"/>
                  <a:pt x="13539" y="54388"/>
                </a:cubicBezTo>
                <a:cubicBezTo>
                  <a:pt x="13627" y="54359"/>
                  <a:pt x="13730" y="54300"/>
                  <a:pt x="13819" y="54271"/>
                </a:cubicBezTo>
                <a:close/>
                <a:moveTo>
                  <a:pt x="12597" y="54447"/>
                </a:moveTo>
                <a:lnTo>
                  <a:pt x="12597" y="54447"/>
                </a:lnTo>
                <a:cubicBezTo>
                  <a:pt x="12568" y="54506"/>
                  <a:pt x="12553" y="54565"/>
                  <a:pt x="12509" y="54624"/>
                </a:cubicBezTo>
                <a:cubicBezTo>
                  <a:pt x="12435" y="54668"/>
                  <a:pt x="12362" y="54712"/>
                  <a:pt x="12303" y="54771"/>
                </a:cubicBezTo>
                <a:cubicBezTo>
                  <a:pt x="12347" y="54712"/>
                  <a:pt x="12362" y="54668"/>
                  <a:pt x="12406" y="54624"/>
                </a:cubicBezTo>
                <a:cubicBezTo>
                  <a:pt x="12435" y="54580"/>
                  <a:pt x="12494" y="54550"/>
                  <a:pt x="12524" y="54506"/>
                </a:cubicBezTo>
                <a:cubicBezTo>
                  <a:pt x="12553" y="54491"/>
                  <a:pt x="12583" y="54477"/>
                  <a:pt x="12597" y="54447"/>
                </a:cubicBezTo>
                <a:close/>
                <a:moveTo>
                  <a:pt x="14510" y="54359"/>
                </a:moveTo>
                <a:lnTo>
                  <a:pt x="14466" y="54697"/>
                </a:lnTo>
                <a:lnTo>
                  <a:pt x="14128" y="54800"/>
                </a:lnTo>
                <a:cubicBezTo>
                  <a:pt x="14157" y="54697"/>
                  <a:pt x="14187" y="54580"/>
                  <a:pt x="14201" y="54477"/>
                </a:cubicBezTo>
                <a:cubicBezTo>
                  <a:pt x="14304" y="54433"/>
                  <a:pt x="14422" y="54403"/>
                  <a:pt x="14510" y="54359"/>
                </a:cubicBezTo>
                <a:close/>
                <a:moveTo>
                  <a:pt x="27078" y="47737"/>
                </a:moveTo>
                <a:cubicBezTo>
                  <a:pt x="27122" y="47766"/>
                  <a:pt x="27122" y="47766"/>
                  <a:pt x="27122" y="47795"/>
                </a:cubicBezTo>
                <a:lnTo>
                  <a:pt x="27122" y="47810"/>
                </a:lnTo>
                <a:lnTo>
                  <a:pt x="27122" y="47854"/>
                </a:lnTo>
                <a:lnTo>
                  <a:pt x="27122" y="47869"/>
                </a:lnTo>
                <a:lnTo>
                  <a:pt x="27122" y="47898"/>
                </a:lnTo>
                <a:lnTo>
                  <a:pt x="27122" y="47928"/>
                </a:lnTo>
                <a:lnTo>
                  <a:pt x="27122" y="47943"/>
                </a:lnTo>
                <a:lnTo>
                  <a:pt x="27122" y="47957"/>
                </a:lnTo>
                <a:cubicBezTo>
                  <a:pt x="26828" y="49105"/>
                  <a:pt x="26210" y="50371"/>
                  <a:pt x="25180" y="51725"/>
                </a:cubicBezTo>
                <a:cubicBezTo>
                  <a:pt x="23620" y="53785"/>
                  <a:pt x="21192" y="54109"/>
                  <a:pt x="18410" y="54433"/>
                </a:cubicBezTo>
                <a:cubicBezTo>
                  <a:pt x="17586" y="54550"/>
                  <a:pt x="16718" y="54639"/>
                  <a:pt x="15864" y="54800"/>
                </a:cubicBezTo>
                <a:cubicBezTo>
                  <a:pt x="15864" y="54668"/>
                  <a:pt x="15864" y="54550"/>
                  <a:pt x="15835" y="54418"/>
                </a:cubicBezTo>
                <a:cubicBezTo>
                  <a:pt x="16777" y="54212"/>
                  <a:pt x="17719" y="54079"/>
                  <a:pt x="18602" y="53976"/>
                </a:cubicBezTo>
                <a:cubicBezTo>
                  <a:pt x="21324" y="53608"/>
                  <a:pt x="23694" y="53270"/>
                  <a:pt x="25239" y="51239"/>
                </a:cubicBezTo>
                <a:cubicBezTo>
                  <a:pt x="26195" y="49988"/>
                  <a:pt x="26769" y="48826"/>
                  <a:pt x="27078" y="47737"/>
                </a:cubicBezTo>
                <a:close/>
                <a:moveTo>
                  <a:pt x="13421" y="54447"/>
                </a:moveTo>
                <a:cubicBezTo>
                  <a:pt x="13392" y="54550"/>
                  <a:pt x="13377" y="54639"/>
                  <a:pt x="13333" y="54727"/>
                </a:cubicBezTo>
                <a:cubicBezTo>
                  <a:pt x="13245" y="54771"/>
                  <a:pt x="13157" y="54815"/>
                  <a:pt x="13054" y="54859"/>
                </a:cubicBezTo>
                <a:cubicBezTo>
                  <a:pt x="13098" y="54771"/>
                  <a:pt x="13142" y="54668"/>
                  <a:pt x="13157" y="54580"/>
                </a:cubicBezTo>
                <a:cubicBezTo>
                  <a:pt x="13245" y="54550"/>
                  <a:pt x="13333" y="54491"/>
                  <a:pt x="13421" y="54447"/>
                </a:cubicBezTo>
                <a:close/>
                <a:moveTo>
                  <a:pt x="12818" y="54506"/>
                </a:moveTo>
                <a:lnTo>
                  <a:pt x="12818" y="54506"/>
                </a:lnTo>
                <a:cubicBezTo>
                  <a:pt x="12789" y="54580"/>
                  <a:pt x="12744" y="54653"/>
                  <a:pt x="12730" y="54727"/>
                </a:cubicBezTo>
                <a:cubicBezTo>
                  <a:pt x="12656" y="54786"/>
                  <a:pt x="12568" y="54815"/>
                  <a:pt x="12494" y="54874"/>
                </a:cubicBezTo>
                <a:cubicBezTo>
                  <a:pt x="12524" y="54800"/>
                  <a:pt x="12568" y="54727"/>
                  <a:pt x="12597" y="54668"/>
                </a:cubicBezTo>
                <a:cubicBezTo>
                  <a:pt x="12656" y="54624"/>
                  <a:pt x="12744" y="54565"/>
                  <a:pt x="12818" y="54506"/>
                </a:cubicBezTo>
                <a:close/>
                <a:moveTo>
                  <a:pt x="15761" y="54447"/>
                </a:moveTo>
                <a:cubicBezTo>
                  <a:pt x="15791" y="54580"/>
                  <a:pt x="15791" y="54697"/>
                  <a:pt x="15791" y="54815"/>
                </a:cubicBezTo>
                <a:cubicBezTo>
                  <a:pt x="15658" y="54845"/>
                  <a:pt x="15526" y="54874"/>
                  <a:pt x="15393" y="54889"/>
                </a:cubicBezTo>
                <a:lnTo>
                  <a:pt x="15393" y="54521"/>
                </a:lnTo>
                <a:cubicBezTo>
                  <a:pt x="15526" y="54491"/>
                  <a:pt x="15644" y="54462"/>
                  <a:pt x="15761" y="54447"/>
                </a:cubicBezTo>
                <a:close/>
                <a:moveTo>
                  <a:pt x="12009" y="54800"/>
                </a:moveTo>
                <a:lnTo>
                  <a:pt x="12009" y="54800"/>
                </a:lnTo>
                <a:cubicBezTo>
                  <a:pt x="11994" y="54815"/>
                  <a:pt x="11994" y="54845"/>
                  <a:pt x="11979" y="54859"/>
                </a:cubicBezTo>
                <a:cubicBezTo>
                  <a:pt x="11935" y="54874"/>
                  <a:pt x="11906" y="54918"/>
                  <a:pt x="11891" y="54933"/>
                </a:cubicBezTo>
                <a:lnTo>
                  <a:pt x="11891" y="54933"/>
                </a:lnTo>
                <a:cubicBezTo>
                  <a:pt x="11906" y="54918"/>
                  <a:pt x="11920" y="54889"/>
                  <a:pt x="11920" y="54874"/>
                </a:cubicBezTo>
                <a:cubicBezTo>
                  <a:pt x="11965" y="54859"/>
                  <a:pt x="11979" y="54815"/>
                  <a:pt x="12009" y="54800"/>
                </a:cubicBezTo>
                <a:close/>
                <a:moveTo>
                  <a:pt x="14113" y="54506"/>
                </a:moveTo>
                <a:lnTo>
                  <a:pt x="14113" y="54506"/>
                </a:lnTo>
                <a:cubicBezTo>
                  <a:pt x="14098" y="54624"/>
                  <a:pt x="14069" y="54727"/>
                  <a:pt x="14054" y="54815"/>
                </a:cubicBezTo>
                <a:lnTo>
                  <a:pt x="13730" y="54933"/>
                </a:lnTo>
                <a:cubicBezTo>
                  <a:pt x="13745" y="54815"/>
                  <a:pt x="13775" y="54727"/>
                  <a:pt x="13789" y="54624"/>
                </a:cubicBezTo>
                <a:cubicBezTo>
                  <a:pt x="13907" y="54580"/>
                  <a:pt x="13995" y="54550"/>
                  <a:pt x="14113" y="54506"/>
                </a:cubicBezTo>
                <a:close/>
                <a:moveTo>
                  <a:pt x="15320" y="54550"/>
                </a:moveTo>
                <a:lnTo>
                  <a:pt x="15320" y="54918"/>
                </a:lnTo>
                <a:cubicBezTo>
                  <a:pt x="15202" y="54933"/>
                  <a:pt x="15084" y="54962"/>
                  <a:pt x="14952" y="54992"/>
                </a:cubicBezTo>
                <a:cubicBezTo>
                  <a:pt x="14952" y="54874"/>
                  <a:pt x="14981" y="54771"/>
                  <a:pt x="14981" y="54639"/>
                </a:cubicBezTo>
                <a:cubicBezTo>
                  <a:pt x="15084" y="54594"/>
                  <a:pt x="15217" y="54580"/>
                  <a:pt x="15320" y="54550"/>
                </a:cubicBezTo>
                <a:close/>
                <a:moveTo>
                  <a:pt x="12215" y="54742"/>
                </a:moveTo>
                <a:cubicBezTo>
                  <a:pt x="12200" y="54800"/>
                  <a:pt x="12185" y="54845"/>
                  <a:pt x="12141" y="54889"/>
                </a:cubicBezTo>
                <a:cubicBezTo>
                  <a:pt x="12097" y="54918"/>
                  <a:pt x="12082" y="54933"/>
                  <a:pt x="12053" y="54948"/>
                </a:cubicBezTo>
                <a:cubicBezTo>
                  <a:pt x="12009" y="54962"/>
                  <a:pt x="11979" y="55006"/>
                  <a:pt x="11935" y="55021"/>
                </a:cubicBezTo>
                <a:cubicBezTo>
                  <a:pt x="11950" y="54992"/>
                  <a:pt x="11994" y="54948"/>
                  <a:pt x="12038" y="54889"/>
                </a:cubicBezTo>
                <a:cubicBezTo>
                  <a:pt x="12082" y="54845"/>
                  <a:pt x="12141" y="54800"/>
                  <a:pt x="12215" y="54742"/>
                </a:cubicBezTo>
                <a:close/>
                <a:moveTo>
                  <a:pt x="13039" y="54639"/>
                </a:moveTo>
                <a:lnTo>
                  <a:pt x="13039" y="54639"/>
                </a:lnTo>
                <a:cubicBezTo>
                  <a:pt x="13024" y="54727"/>
                  <a:pt x="12995" y="54815"/>
                  <a:pt x="12951" y="54918"/>
                </a:cubicBezTo>
                <a:cubicBezTo>
                  <a:pt x="12862" y="54948"/>
                  <a:pt x="12774" y="55006"/>
                  <a:pt x="12671" y="55036"/>
                </a:cubicBezTo>
                <a:cubicBezTo>
                  <a:pt x="12715" y="54948"/>
                  <a:pt x="12744" y="54874"/>
                  <a:pt x="12789" y="54786"/>
                </a:cubicBezTo>
                <a:cubicBezTo>
                  <a:pt x="12877" y="54727"/>
                  <a:pt x="12965" y="54697"/>
                  <a:pt x="13039" y="54639"/>
                </a:cubicBezTo>
                <a:close/>
                <a:moveTo>
                  <a:pt x="13701" y="54653"/>
                </a:moveTo>
                <a:lnTo>
                  <a:pt x="13701" y="54653"/>
                </a:lnTo>
                <a:cubicBezTo>
                  <a:pt x="13686" y="54771"/>
                  <a:pt x="13657" y="54859"/>
                  <a:pt x="13627" y="54962"/>
                </a:cubicBezTo>
                <a:cubicBezTo>
                  <a:pt x="13524" y="55006"/>
                  <a:pt x="13421" y="55036"/>
                  <a:pt x="13318" y="55080"/>
                </a:cubicBezTo>
                <a:cubicBezTo>
                  <a:pt x="13363" y="54992"/>
                  <a:pt x="13377" y="54874"/>
                  <a:pt x="13407" y="54786"/>
                </a:cubicBezTo>
                <a:cubicBezTo>
                  <a:pt x="13510" y="54742"/>
                  <a:pt x="13613" y="54697"/>
                  <a:pt x="13701" y="54653"/>
                </a:cubicBezTo>
                <a:close/>
                <a:moveTo>
                  <a:pt x="12435" y="54771"/>
                </a:moveTo>
                <a:lnTo>
                  <a:pt x="12435" y="54771"/>
                </a:lnTo>
                <a:cubicBezTo>
                  <a:pt x="12421" y="54845"/>
                  <a:pt x="12377" y="54889"/>
                  <a:pt x="12347" y="54948"/>
                </a:cubicBezTo>
                <a:cubicBezTo>
                  <a:pt x="12274" y="55006"/>
                  <a:pt x="12185" y="55065"/>
                  <a:pt x="12112" y="55095"/>
                </a:cubicBezTo>
                <a:cubicBezTo>
                  <a:pt x="12141" y="55036"/>
                  <a:pt x="12156" y="54992"/>
                  <a:pt x="12200" y="54933"/>
                </a:cubicBezTo>
                <a:cubicBezTo>
                  <a:pt x="12274" y="54874"/>
                  <a:pt x="12362" y="54815"/>
                  <a:pt x="12435" y="54771"/>
                </a:cubicBezTo>
                <a:close/>
                <a:moveTo>
                  <a:pt x="14908" y="54653"/>
                </a:moveTo>
                <a:cubicBezTo>
                  <a:pt x="14908" y="54771"/>
                  <a:pt x="14878" y="54889"/>
                  <a:pt x="14878" y="55006"/>
                </a:cubicBezTo>
                <a:cubicBezTo>
                  <a:pt x="14761" y="55036"/>
                  <a:pt x="14643" y="55065"/>
                  <a:pt x="14510" y="55095"/>
                </a:cubicBezTo>
                <a:cubicBezTo>
                  <a:pt x="14510" y="54992"/>
                  <a:pt x="14525" y="54874"/>
                  <a:pt x="14555" y="54742"/>
                </a:cubicBezTo>
                <a:cubicBezTo>
                  <a:pt x="14658" y="54712"/>
                  <a:pt x="14790" y="54668"/>
                  <a:pt x="14908" y="54653"/>
                </a:cubicBezTo>
                <a:close/>
                <a:moveTo>
                  <a:pt x="14452" y="54786"/>
                </a:moveTo>
                <a:lnTo>
                  <a:pt x="14452" y="54786"/>
                </a:lnTo>
                <a:cubicBezTo>
                  <a:pt x="14437" y="54889"/>
                  <a:pt x="14437" y="55021"/>
                  <a:pt x="14422" y="55139"/>
                </a:cubicBezTo>
                <a:cubicBezTo>
                  <a:pt x="14304" y="55168"/>
                  <a:pt x="14187" y="55183"/>
                  <a:pt x="14069" y="55227"/>
                </a:cubicBezTo>
                <a:cubicBezTo>
                  <a:pt x="14098" y="55139"/>
                  <a:pt x="14098" y="55065"/>
                  <a:pt x="14113" y="54962"/>
                </a:cubicBezTo>
                <a:cubicBezTo>
                  <a:pt x="14113" y="54948"/>
                  <a:pt x="14113" y="54918"/>
                  <a:pt x="14128" y="54889"/>
                </a:cubicBezTo>
                <a:lnTo>
                  <a:pt x="14452" y="54786"/>
                </a:lnTo>
                <a:close/>
                <a:moveTo>
                  <a:pt x="12671" y="54859"/>
                </a:moveTo>
                <a:lnTo>
                  <a:pt x="12671" y="54859"/>
                </a:lnTo>
                <a:cubicBezTo>
                  <a:pt x="12641" y="54933"/>
                  <a:pt x="12597" y="55021"/>
                  <a:pt x="12583" y="55095"/>
                </a:cubicBezTo>
                <a:cubicBezTo>
                  <a:pt x="12494" y="55154"/>
                  <a:pt x="12406" y="55183"/>
                  <a:pt x="12303" y="55242"/>
                </a:cubicBezTo>
                <a:cubicBezTo>
                  <a:pt x="12347" y="55168"/>
                  <a:pt x="12377" y="55095"/>
                  <a:pt x="12421" y="55006"/>
                </a:cubicBezTo>
                <a:cubicBezTo>
                  <a:pt x="12494" y="54962"/>
                  <a:pt x="12583" y="54918"/>
                  <a:pt x="12671" y="54859"/>
                </a:cubicBezTo>
                <a:close/>
                <a:moveTo>
                  <a:pt x="13318" y="54845"/>
                </a:moveTo>
                <a:lnTo>
                  <a:pt x="13318" y="54845"/>
                </a:lnTo>
                <a:cubicBezTo>
                  <a:pt x="13289" y="54933"/>
                  <a:pt x="13260" y="55036"/>
                  <a:pt x="13245" y="55139"/>
                </a:cubicBezTo>
                <a:cubicBezTo>
                  <a:pt x="13142" y="55168"/>
                  <a:pt x="13039" y="55227"/>
                  <a:pt x="12936" y="55257"/>
                </a:cubicBezTo>
                <a:cubicBezTo>
                  <a:pt x="12951" y="55154"/>
                  <a:pt x="12995" y="55065"/>
                  <a:pt x="13024" y="54962"/>
                </a:cubicBezTo>
                <a:cubicBezTo>
                  <a:pt x="13112" y="54918"/>
                  <a:pt x="13230" y="54874"/>
                  <a:pt x="13318" y="54845"/>
                </a:cubicBezTo>
                <a:close/>
                <a:moveTo>
                  <a:pt x="11832" y="55065"/>
                </a:moveTo>
                <a:lnTo>
                  <a:pt x="11832" y="55065"/>
                </a:lnTo>
                <a:cubicBezTo>
                  <a:pt x="11817" y="55095"/>
                  <a:pt x="11788" y="55139"/>
                  <a:pt x="11758" y="55168"/>
                </a:cubicBezTo>
                <a:cubicBezTo>
                  <a:pt x="11714" y="55183"/>
                  <a:pt x="11700" y="55227"/>
                  <a:pt x="11655" y="55242"/>
                </a:cubicBezTo>
                <a:cubicBezTo>
                  <a:pt x="11641" y="55257"/>
                  <a:pt x="11611" y="55286"/>
                  <a:pt x="11582" y="55301"/>
                </a:cubicBezTo>
                <a:cubicBezTo>
                  <a:pt x="11626" y="55257"/>
                  <a:pt x="11670" y="55227"/>
                  <a:pt x="11685" y="55183"/>
                </a:cubicBezTo>
                <a:cubicBezTo>
                  <a:pt x="11729" y="55154"/>
                  <a:pt x="11788" y="55095"/>
                  <a:pt x="11832" y="55065"/>
                </a:cubicBezTo>
                <a:close/>
                <a:moveTo>
                  <a:pt x="14040" y="54903"/>
                </a:moveTo>
                <a:lnTo>
                  <a:pt x="14040" y="54948"/>
                </a:lnTo>
                <a:cubicBezTo>
                  <a:pt x="14025" y="55036"/>
                  <a:pt x="14025" y="55154"/>
                  <a:pt x="13995" y="55242"/>
                </a:cubicBezTo>
                <a:cubicBezTo>
                  <a:pt x="13892" y="55271"/>
                  <a:pt x="13775" y="55316"/>
                  <a:pt x="13657" y="55360"/>
                </a:cubicBezTo>
                <a:cubicBezTo>
                  <a:pt x="13657" y="55316"/>
                  <a:pt x="13672" y="55257"/>
                  <a:pt x="13672" y="55227"/>
                </a:cubicBezTo>
                <a:cubicBezTo>
                  <a:pt x="13686" y="55154"/>
                  <a:pt x="13686" y="55095"/>
                  <a:pt x="13701" y="55021"/>
                </a:cubicBezTo>
                <a:lnTo>
                  <a:pt x="14040" y="54903"/>
                </a:lnTo>
                <a:close/>
                <a:moveTo>
                  <a:pt x="12053" y="55065"/>
                </a:moveTo>
                <a:cubicBezTo>
                  <a:pt x="12009" y="55109"/>
                  <a:pt x="11994" y="55168"/>
                  <a:pt x="11950" y="55213"/>
                </a:cubicBezTo>
                <a:lnTo>
                  <a:pt x="11729" y="55374"/>
                </a:lnTo>
                <a:cubicBezTo>
                  <a:pt x="11773" y="55316"/>
                  <a:pt x="11788" y="55286"/>
                  <a:pt x="11832" y="55227"/>
                </a:cubicBezTo>
                <a:lnTo>
                  <a:pt x="12053" y="55065"/>
                </a:lnTo>
                <a:close/>
                <a:moveTo>
                  <a:pt x="12921" y="55006"/>
                </a:moveTo>
                <a:lnTo>
                  <a:pt x="12921" y="55006"/>
                </a:lnTo>
                <a:cubicBezTo>
                  <a:pt x="12877" y="55095"/>
                  <a:pt x="12862" y="55183"/>
                  <a:pt x="12818" y="55286"/>
                </a:cubicBezTo>
                <a:cubicBezTo>
                  <a:pt x="12730" y="55316"/>
                  <a:pt x="12627" y="55374"/>
                  <a:pt x="12524" y="55404"/>
                </a:cubicBezTo>
                <a:cubicBezTo>
                  <a:pt x="12568" y="55330"/>
                  <a:pt x="12597" y="55242"/>
                  <a:pt x="12641" y="55154"/>
                </a:cubicBezTo>
                <a:cubicBezTo>
                  <a:pt x="12730" y="55095"/>
                  <a:pt x="12818" y="55065"/>
                  <a:pt x="12921" y="55006"/>
                </a:cubicBezTo>
                <a:close/>
                <a:moveTo>
                  <a:pt x="12288" y="55095"/>
                </a:moveTo>
                <a:lnTo>
                  <a:pt x="12288" y="55095"/>
                </a:lnTo>
                <a:cubicBezTo>
                  <a:pt x="12259" y="55168"/>
                  <a:pt x="12215" y="55242"/>
                  <a:pt x="12200" y="55316"/>
                </a:cubicBezTo>
                <a:cubicBezTo>
                  <a:pt x="12112" y="55374"/>
                  <a:pt x="12009" y="55433"/>
                  <a:pt x="11935" y="55477"/>
                </a:cubicBezTo>
                <a:cubicBezTo>
                  <a:pt x="11979" y="55404"/>
                  <a:pt x="12009" y="55360"/>
                  <a:pt x="12053" y="55271"/>
                </a:cubicBezTo>
                <a:cubicBezTo>
                  <a:pt x="12112" y="55213"/>
                  <a:pt x="12200" y="55154"/>
                  <a:pt x="12288" y="55095"/>
                </a:cubicBezTo>
                <a:close/>
                <a:moveTo>
                  <a:pt x="13613" y="55065"/>
                </a:moveTo>
                <a:lnTo>
                  <a:pt x="13613" y="55065"/>
                </a:lnTo>
                <a:cubicBezTo>
                  <a:pt x="13598" y="55109"/>
                  <a:pt x="13598" y="55154"/>
                  <a:pt x="13583" y="55213"/>
                </a:cubicBezTo>
                <a:cubicBezTo>
                  <a:pt x="13554" y="55257"/>
                  <a:pt x="13554" y="55316"/>
                  <a:pt x="13554" y="55374"/>
                </a:cubicBezTo>
                <a:lnTo>
                  <a:pt x="13230" y="55477"/>
                </a:lnTo>
                <a:cubicBezTo>
                  <a:pt x="13245" y="55389"/>
                  <a:pt x="13260" y="55286"/>
                  <a:pt x="13304" y="55183"/>
                </a:cubicBezTo>
                <a:cubicBezTo>
                  <a:pt x="13407" y="55154"/>
                  <a:pt x="13524" y="55109"/>
                  <a:pt x="13613" y="55065"/>
                </a:cubicBezTo>
                <a:close/>
                <a:moveTo>
                  <a:pt x="11420" y="55404"/>
                </a:moveTo>
                <a:lnTo>
                  <a:pt x="11420" y="55404"/>
                </a:lnTo>
                <a:cubicBezTo>
                  <a:pt x="11405" y="55433"/>
                  <a:pt x="11391" y="55463"/>
                  <a:pt x="11376" y="55477"/>
                </a:cubicBezTo>
                <a:cubicBezTo>
                  <a:pt x="11332" y="55507"/>
                  <a:pt x="11302" y="55536"/>
                  <a:pt x="11258" y="55551"/>
                </a:cubicBezTo>
                <a:cubicBezTo>
                  <a:pt x="11317" y="55522"/>
                  <a:pt x="11317" y="55507"/>
                  <a:pt x="11332" y="55477"/>
                </a:cubicBezTo>
                <a:cubicBezTo>
                  <a:pt x="11376" y="55463"/>
                  <a:pt x="11405" y="55433"/>
                  <a:pt x="11420" y="55404"/>
                </a:cubicBezTo>
                <a:close/>
                <a:moveTo>
                  <a:pt x="12524" y="55227"/>
                </a:moveTo>
                <a:lnTo>
                  <a:pt x="12524" y="55227"/>
                </a:lnTo>
                <a:cubicBezTo>
                  <a:pt x="12494" y="55316"/>
                  <a:pt x="12465" y="55389"/>
                  <a:pt x="12435" y="55477"/>
                </a:cubicBezTo>
                <a:cubicBezTo>
                  <a:pt x="12318" y="55522"/>
                  <a:pt x="12229" y="55580"/>
                  <a:pt x="12141" y="55625"/>
                </a:cubicBezTo>
                <a:cubicBezTo>
                  <a:pt x="12185" y="55536"/>
                  <a:pt x="12215" y="55463"/>
                  <a:pt x="12244" y="55374"/>
                </a:cubicBezTo>
                <a:cubicBezTo>
                  <a:pt x="12347" y="55316"/>
                  <a:pt x="12435" y="55257"/>
                  <a:pt x="12524" y="55227"/>
                </a:cubicBezTo>
                <a:close/>
                <a:moveTo>
                  <a:pt x="11641" y="55374"/>
                </a:moveTo>
                <a:lnTo>
                  <a:pt x="11641" y="55374"/>
                </a:lnTo>
                <a:cubicBezTo>
                  <a:pt x="11626" y="55404"/>
                  <a:pt x="11582" y="55463"/>
                  <a:pt x="11567" y="55507"/>
                </a:cubicBezTo>
                <a:cubicBezTo>
                  <a:pt x="11494" y="55551"/>
                  <a:pt x="11420" y="55610"/>
                  <a:pt x="11346" y="55654"/>
                </a:cubicBezTo>
                <a:cubicBezTo>
                  <a:pt x="11391" y="55610"/>
                  <a:pt x="11405" y="55551"/>
                  <a:pt x="11449" y="55522"/>
                </a:cubicBezTo>
                <a:cubicBezTo>
                  <a:pt x="11523" y="55463"/>
                  <a:pt x="11567" y="55404"/>
                  <a:pt x="11641" y="55374"/>
                </a:cubicBezTo>
                <a:close/>
                <a:moveTo>
                  <a:pt x="13215" y="55227"/>
                </a:moveTo>
                <a:lnTo>
                  <a:pt x="13215" y="55227"/>
                </a:lnTo>
                <a:cubicBezTo>
                  <a:pt x="13186" y="55301"/>
                  <a:pt x="13171" y="55389"/>
                  <a:pt x="13157" y="55463"/>
                </a:cubicBezTo>
                <a:cubicBezTo>
                  <a:pt x="13157" y="55477"/>
                  <a:pt x="13157" y="55507"/>
                  <a:pt x="13142" y="55522"/>
                </a:cubicBezTo>
                <a:cubicBezTo>
                  <a:pt x="13024" y="55551"/>
                  <a:pt x="12921" y="55595"/>
                  <a:pt x="12803" y="55654"/>
                </a:cubicBezTo>
                <a:cubicBezTo>
                  <a:pt x="12847" y="55551"/>
                  <a:pt x="12862" y="55448"/>
                  <a:pt x="12892" y="55360"/>
                </a:cubicBezTo>
                <a:cubicBezTo>
                  <a:pt x="13009" y="55316"/>
                  <a:pt x="13098" y="55257"/>
                  <a:pt x="13215" y="55227"/>
                </a:cubicBezTo>
                <a:close/>
                <a:moveTo>
                  <a:pt x="11876" y="55374"/>
                </a:moveTo>
                <a:lnTo>
                  <a:pt x="11876" y="55374"/>
                </a:lnTo>
                <a:cubicBezTo>
                  <a:pt x="11847" y="55433"/>
                  <a:pt x="11832" y="55507"/>
                  <a:pt x="11788" y="55551"/>
                </a:cubicBezTo>
                <a:cubicBezTo>
                  <a:pt x="11700" y="55610"/>
                  <a:pt x="11626" y="55669"/>
                  <a:pt x="11538" y="55728"/>
                </a:cubicBezTo>
                <a:cubicBezTo>
                  <a:pt x="11567" y="55669"/>
                  <a:pt x="11582" y="55610"/>
                  <a:pt x="11626" y="55551"/>
                </a:cubicBezTo>
                <a:cubicBezTo>
                  <a:pt x="11641" y="55536"/>
                  <a:pt x="11670" y="55522"/>
                  <a:pt x="11685" y="55522"/>
                </a:cubicBezTo>
                <a:cubicBezTo>
                  <a:pt x="11758" y="55463"/>
                  <a:pt x="11817" y="55433"/>
                  <a:pt x="11876" y="55374"/>
                </a:cubicBezTo>
                <a:close/>
                <a:moveTo>
                  <a:pt x="12803" y="55389"/>
                </a:moveTo>
                <a:lnTo>
                  <a:pt x="12803" y="55389"/>
                </a:lnTo>
                <a:cubicBezTo>
                  <a:pt x="12774" y="55477"/>
                  <a:pt x="12744" y="55595"/>
                  <a:pt x="12730" y="55683"/>
                </a:cubicBezTo>
                <a:cubicBezTo>
                  <a:pt x="12627" y="55728"/>
                  <a:pt x="12509" y="55772"/>
                  <a:pt x="12406" y="55816"/>
                </a:cubicBezTo>
                <a:cubicBezTo>
                  <a:pt x="12435" y="55728"/>
                  <a:pt x="12450" y="55625"/>
                  <a:pt x="12494" y="55536"/>
                </a:cubicBezTo>
                <a:cubicBezTo>
                  <a:pt x="12597" y="55477"/>
                  <a:pt x="12686" y="55448"/>
                  <a:pt x="12803" y="55389"/>
                </a:cubicBezTo>
                <a:close/>
                <a:moveTo>
                  <a:pt x="12126" y="55448"/>
                </a:moveTo>
                <a:cubicBezTo>
                  <a:pt x="12082" y="55522"/>
                  <a:pt x="12053" y="55610"/>
                  <a:pt x="12038" y="55683"/>
                </a:cubicBezTo>
                <a:cubicBezTo>
                  <a:pt x="11935" y="55728"/>
                  <a:pt x="11847" y="55772"/>
                  <a:pt x="11744" y="55831"/>
                </a:cubicBezTo>
                <a:lnTo>
                  <a:pt x="11847" y="55610"/>
                </a:lnTo>
                <a:lnTo>
                  <a:pt x="12126" y="55448"/>
                </a:lnTo>
                <a:close/>
                <a:moveTo>
                  <a:pt x="11258" y="55669"/>
                </a:moveTo>
                <a:cubicBezTo>
                  <a:pt x="11243" y="55698"/>
                  <a:pt x="11199" y="55742"/>
                  <a:pt x="11185" y="55772"/>
                </a:cubicBezTo>
                <a:cubicBezTo>
                  <a:pt x="11126" y="55816"/>
                  <a:pt x="11082" y="55875"/>
                  <a:pt x="11023" y="55904"/>
                </a:cubicBezTo>
                <a:cubicBezTo>
                  <a:pt x="11037" y="55875"/>
                  <a:pt x="11052" y="55831"/>
                  <a:pt x="11096" y="55801"/>
                </a:cubicBezTo>
                <a:cubicBezTo>
                  <a:pt x="11155" y="55757"/>
                  <a:pt x="11199" y="55728"/>
                  <a:pt x="11258" y="55669"/>
                </a:cubicBezTo>
                <a:close/>
                <a:moveTo>
                  <a:pt x="11479" y="55669"/>
                </a:moveTo>
                <a:lnTo>
                  <a:pt x="11479" y="55669"/>
                </a:lnTo>
                <a:cubicBezTo>
                  <a:pt x="11449" y="55728"/>
                  <a:pt x="11420" y="55772"/>
                  <a:pt x="11391" y="55816"/>
                </a:cubicBezTo>
                <a:cubicBezTo>
                  <a:pt x="11332" y="55845"/>
                  <a:pt x="11273" y="55889"/>
                  <a:pt x="11214" y="55948"/>
                </a:cubicBezTo>
                <a:cubicBezTo>
                  <a:pt x="11199" y="55963"/>
                  <a:pt x="11170" y="55978"/>
                  <a:pt x="11140" y="55992"/>
                </a:cubicBezTo>
                <a:cubicBezTo>
                  <a:pt x="11185" y="55948"/>
                  <a:pt x="11199" y="55889"/>
                  <a:pt x="11243" y="55845"/>
                </a:cubicBezTo>
                <a:cubicBezTo>
                  <a:pt x="11317" y="55801"/>
                  <a:pt x="11391" y="55728"/>
                  <a:pt x="11479" y="55669"/>
                </a:cubicBezTo>
                <a:close/>
                <a:moveTo>
                  <a:pt x="12377" y="55595"/>
                </a:moveTo>
                <a:lnTo>
                  <a:pt x="12377" y="55595"/>
                </a:lnTo>
                <a:cubicBezTo>
                  <a:pt x="12347" y="55683"/>
                  <a:pt x="12318" y="55772"/>
                  <a:pt x="12288" y="55875"/>
                </a:cubicBezTo>
                <a:cubicBezTo>
                  <a:pt x="12185" y="55919"/>
                  <a:pt x="12082" y="55963"/>
                  <a:pt x="11979" y="56022"/>
                </a:cubicBezTo>
                <a:cubicBezTo>
                  <a:pt x="12038" y="55904"/>
                  <a:pt x="12068" y="55831"/>
                  <a:pt x="12082" y="55742"/>
                </a:cubicBezTo>
                <a:cubicBezTo>
                  <a:pt x="12185" y="55683"/>
                  <a:pt x="12288" y="55625"/>
                  <a:pt x="12377" y="55595"/>
                </a:cubicBezTo>
                <a:close/>
                <a:moveTo>
                  <a:pt x="11714" y="55683"/>
                </a:moveTo>
                <a:lnTo>
                  <a:pt x="11714" y="55683"/>
                </a:lnTo>
                <a:cubicBezTo>
                  <a:pt x="11685" y="55757"/>
                  <a:pt x="11641" y="55831"/>
                  <a:pt x="11626" y="55904"/>
                </a:cubicBezTo>
                <a:lnTo>
                  <a:pt x="11346" y="56066"/>
                </a:lnTo>
                <a:cubicBezTo>
                  <a:pt x="11391" y="55992"/>
                  <a:pt x="11420" y="55934"/>
                  <a:pt x="11449" y="55860"/>
                </a:cubicBezTo>
                <a:cubicBezTo>
                  <a:pt x="11538" y="55816"/>
                  <a:pt x="11626" y="55757"/>
                  <a:pt x="11714" y="55683"/>
                </a:cubicBezTo>
                <a:close/>
                <a:moveTo>
                  <a:pt x="10861" y="55963"/>
                </a:moveTo>
                <a:cubicBezTo>
                  <a:pt x="10831" y="55992"/>
                  <a:pt x="10817" y="56022"/>
                  <a:pt x="10802" y="56051"/>
                </a:cubicBezTo>
                <a:cubicBezTo>
                  <a:pt x="10758" y="56095"/>
                  <a:pt x="10714" y="56125"/>
                  <a:pt x="10669" y="56140"/>
                </a:cubicBezTo>
                <a:cubicBezTo>
                  <a:pt x="10684" y="56125"/>
                  <a:pt x="10714" y="56110"/>
                  <a:pt x="10728" y="56066"/>
                </a:cubicBezTo>
                <a:cubicBezTo>
                  <a:pt x="10758" y="56037"/>
                  <a:pt x="10817" y="55992"/>
                  <a:pt x="10861" y="55963"/>
                </a:cubicBezTo>
                <a:close/>
                <a:moveTo>
                  <a:pt x="11994" y="55801"/>
                </a:moveTo>
                <a:cubicBezTo>
                  <a:pt x="11950" y="55889"/>
                  <a:pt x="11935" y="55963"/>
                  <a:pt x="11906" y="56051"/>
                </a:cubicBezTo>
                <a:cubicBezTo>
                  <a:pt x="11788" y="56110"/>
                  <a:pt x="11700" y="56169"/>
                  <a:pt x="11582" y="56199"/>
                </a:cubicBezTo>
                <a:cubicBezTo>
                  <a:pt x="11626" y="56125"/>
                  <a:pt x="11670" y="56037"/>
                  <a:pt x="11700" y="55963"/>
                </a:cubicBezTo>
                <a:cubicBezTo>
                  <a:pt x="11788" y="55904"/>
                  <a:pt x="11891" y="55845"/>
                  <a:pt x="11994" y="55801"/>
                </a:cubicBezTo>
                <a:close/>
                <a:moveTo>
                  <a:pt x="11052" y="55978"/>
                </a:moveTo>
                <a:cubicBezTo>
                  <a:pt x="11023" y="56037"/>
                  <a:pt x="10993" y="56066"/>
                  <a:pt x="10964" y="56125"/>
                </a:cubicBezTo>
                <a:cubicBezTo>
                  <a:pt x="10890" y="56184"/>
                  <a:pt x="10817" y="56213"/>
                  <a:pt x="10743" y="56272"/>
                </a:cubicBezTo>
                <a:cubicBezTo>
                  <a:pt x="10787" y="56213"/>
                  <a:pt x="10817" y="56169"/>
                  <a:pt x="10846" y="56125"/>
                </a:cubicBezTo>
                <a:cubicBezTo>
                  <a:pt x="10934" y="56066"/>
                  <a:pt x="10993" y="56037"/>
                  <a:pt x="11052" y="55978"/>
                </a:cubicBezTo>
                <a:close/>
                <a:moveTo>
                  <a:pt x="11309" y="55989"/>
                </a:moveTo>
                <a:cubicBezTo>
                  <a:pt x="11271" y="56044"/>
                  <a:pt x="11255" y="56100"/>
                  <a:pt x="11214" y="56169"/>
                </a:cubicBezTo>
                <a:cubicBezTo>
                  <a:pt x="11126" y="56213"/>
                  <a:pt x="11037" y="56287"/>
                  <a:pt x="10949" y="56346"/>
                </a:cubicBezTo>
                <a:cubicBezTo>
                  <a:pt x="10964" y="56287"/>
                  <a:pt x="11008" y="56243"/>
                  <a:pt x="11037" y="56184"/>
                </a:cubicBezTo>
                <a:cubicBezTo>
                  <a:pt x="11111" y="56125"/>
                  <a:pt x="11199" y="56066"/>
                  <a:pt x="11273" y="56022"/>
                </a:cubicBezTo>
                <a:cubicBezTo>
                  <a:pt x="11283" y="56002"/>
                  <a:pt x="11299" y="55996"/>
                  <a:pt x="11309" y="55989"/>
                </a:cubicBezTo>
                <a:close/>
                <a:moveTo>
                  <a:pt x="10449" y="56316"/>
                </a:moveTo>
                <a:cubicBezTo>
                  <a:pt x="10449" y="56331"/>
                  <a:pt x="10434" y="56331"/>
                  <a:pt x="10434" y="56346"/>
                </a:cubicBezTo>
                <a:cubicBezTo>
                  <a:pt x="10419" y="56360"/>
                  <a:pt x="10390" y="56360"/>
                  <a:pt x="10375" y="56390"/>
                </a:cubicBezTo>
                <a:cubicBezTo>
                  <a:pt x="10375" y="56360"/>
                  <a:pt x="10375" y="56360"/>
                  <a:pt x="10390" y="56346"/>
                </a:cubicBezTo>
                <a:cubicBezTo>
                  <a:pt x="10405" y="56331"/>
                  <a:pt x="10434" y="56331"/>
                  <a:pt x="10449" y="56316"/>
                </a:cubicBezTo>
                <a:close/>
                <a:moveTo>
                  <a:pt x="11567" y="56037"/>
                </a:moveTo>
                <a:cubicBezTo>
                  <a:pt x="11538" y="56110"/>
                  <a:pt x="11494" y="56199"/>
                  <a:pt x="11479" y="56272"/>
                </a:cubicBezTo>
                <a:cubicBezTo>
                  <a:pt x="11376" y="56331"/>
                  <a:pt x="11273" y="56390"/>
                  <a:pt x="11170" y="56434"/>
                </a:cubicBezTo>
                <a:lnTo>
                  <a:pt x="11273" y="56213"/>
                </a:lnTo>
                <a:cubicBezTo>
                  <a:pt x="11376" y="56140"/>
                  <a:pt x="11479" y="56095"/>
                  <a:pt x="11567" y="56037"/>
                </a:cubicBezTo>
                <a:close/>
                <a:moveTo>
                  <a:pt x="10655" y="56272"/>
                </a:moveTo>
                <a:cubicBezTo>
                  <a:pt x="10611" y="56316"/>
                  <a:pt x="10596" y="56360"/>
                  <a:pt x="10566" y="56405"/>
                </a:cubicBezTo>
                <a:cubicBezTo>
                  <a:pt x="10478" y="56434"/>
                  <a:pt x="10434" y="56493"/>
                  <a:pt x="10360" y="56537"/>
                </a:cubicBezTo>
                <a:cubicBezTo>
                  <a:pt x="10390" y="56493"/>
                  <a:pt x="10434" y="56434"/>
                  <a:pt x="10463" y="56405"/>
                </a:cubicBezTo>
                <a:cubicBezTo>
                  <a:pt x="10522" y="56360"/>
                  <a:pt x="10596" y="56316"/>
                  <a:pt x="10655" y="56272"/>
                </a:cubicBezTo>
                <a:close/>
                <a:moveTo>
                  <a:pt x="10875" y="56287"/>
                </a:moveTo>
                <a:cubicBezTo>
                  <a:pt x="10831" y="56346"/>
                  <a:pt x="10817" y="56405"/>
                  <a:pt x="10787" y="56463"/>
                </a:cubicBezTo>
                <a:cubicBezTo>
                  <a:pt x="10684" y="56508"/>
                  <a:pt x="10596" y="56581"/>
                  <a:pt x="10508" y="56640"/>
                </a:cubicBezTo>
                <a:lnTo>
                  <a:pt x="10611" y="56478"/>
                </a:lnTo>
                <a:cubicBezTo>
                  <a:pt x="10714" y="56405"/>
                  <a:pt x="10802" y="56346"/>
                  <a:pt x="10875" y="56287"/>
                </a:cubicBezTo>
                <a:close/>
                <a:moveTo>
                  <a:pt x="11155" y="56287"/>
                </a:moveTo>
                <a:lnTo>
                  <a:pt x="11155" y="56287"/>
                </a:lnTo>
                <a:cubicBezTo>
                  <a:pt x="11111" y="56360"/>
                  <a:pt x="11096" y="56419"/>
                  <a:pt x="11052" y="56493"/>
                </a:cubicBezTo>
                <a:cubicBezTo>
                  <a:pt x="10949" y="56552"/>
                  <a:pt x="10861" y="56625"/>
                  <a:pt x="10743" y="56684"/>
                </a:cubicBezTo>
                <a:cubicBezTo>
                  <a:pt x="10787" y="56625"/>
                  <a:pt x="10802" y="56552"/>
                  <a:pt x="10831" y="56493"/>
                </a:cubicBezTo>
                <a:cubicBezTo>
                  <a:pt x="10949" y="56434"/>
                  <a:pt x="11052" y="56360"/>
                  <a:pt x="11155" y="56287"/>
                </a:cubicBezTo>
                <a:close/>
                <a:moveTo>
                  <a:pt x="10243" y="56552"/>
                </a:moveTo>
                <a:cubicBezTo>
                  <a:pt x="10228" y="56581"/>
                  <a:pt x="10199" y="56625"/>
                  <a:pt x="10169" y="56655"/>
                </a:cubicBezTo>
                <a:cubicBezTo>
                  <a:pt x="10140" y="56699"/>
                  <a:pt x="10081" y="56714"/>
                  <a:pt x="10037" y="56758"/>
                </a:cubicBezTo>
                <a:lnTo>
                  <a:pt x="10022" y="56772"/>
                </a:lnTo>
                <a:cubicBezTo>
                  <a:pt x="10051" y="56728"/>
                  <a:pt x="10081" y="56699"/>
                  <a:pt x="10110" y="56655"/>
                </a:cubicBezTo>
                <a:cubicBezTo>
                  <a:pt x="10154" y="56625"/>
                  <a:pt x="10213" y="56581"/>
                  <a:pt x="10243" y="56552"/>
                </a:cubicBezTo>
                <a:close/>
                <a:moveTo>
                  <a:pt x="10449" y="56581"/>
                </a:moveTo>
                <a:lnTo>
                  <a:pt x="10449" y="56581"/>
                </a:lnTo>
                <a:cubicBezTo>
                  <a:pt x="10434" y="56625"/>
                  <a:pt x="10390" y="56684"/>
                  <a:pt x="10360" y="56728"/>
                </a:cubicBezTo>
                <a:cubicBezTo>
                  <a:pt x="10287" y="56787"/>
                  <a:pt x="10199" y="56846"/>
                  <a:pt x="10096" y="56905"/>
                </a:cubicBezTo>
                <a:cubicBezTo>
                  <a:pt x="10140" y="56846"/>
                  <a:pt x="10169" y="56787"/>
                  <a:pt x="10228" y="56728"/>
                </a:cubicBezTo>
                <a:cubicBezTo>
                  <a:pt x="10302" y="56684"/>
                  <a:pt x="10375" y="56625"/>
                  <a:pt x="10449" y="56581"/>
                </a:cubicBezTo>
                <a:close/>
                <a:moveTo>
                  <a:pt x="10699" y="56581"/>
                </a:moveTo>
                <a:lnTo>
                  <a:pt x="10699" y="56581"/>
                </a:lnTo>
                <a:cubicBezTo>
                  <a:pt x="10669" y="56655"/>
                  <a:pt x="10655" y="56714"/>
                  <a:pt x="10611" y="56772"/>
                </a:cubicBezTo>
                <a:cubicBezTo>
                  <a:pt x="10522" y="56831"/>
                  <a:pt x="10449" y="56875"/>
                  <a:pt x="10360" y="56934"/>
                </a:cubicBezTo>
                <a:cubicBezTo>
                  <a:pt x="10349" y="56946"/>
                  <a:pt x="10327" y="56948"/>
                  <a:pt x="10312" y="56964"/>
                </a:cubicBezTo>
                <a:lnTo>
                  <a:pt x="10312" y="56964"/>
                </a:lnTo>
                <a:cubicBezTo>
                  <a:pt x="10350" y="56908"/>
                  <a:pt x="10378" y="56841"/>
                  <a:pt x="10405" y="56787"/>
                </a:cubicBezTo>
                <a:cubicBezTo>
                  <a:pt x="10508" y="56714"/>
                  <a:pt x="10611" y="56655"/>
                  <a:pt x="10699" y="56581"/>
                </a:cubicBezTo>
                <a:close/>
                <a:moveTo>
                  <a:pt x="9831" y="56876"/>
                </a:moveTo>
                <a:lnTo>
                  <a:pt x="9831" y="56876"/>
                </a:lnTo>
                <a:cubicBezTo>
                  <a:pt x="9801" y="56905"/>
                  <a:pt x="9786" y="56920"/>
                  <a:pt x="9786" y="56934"/>
                </a:cubicBezTo>
                <a:cubicBezTo>
                  <a:pt x="9772" y="56949"/>
                  <a:pt x="9728" y="56978"/>
                  <a:pt x="9713" y="56993"/>
                </a:cubicBezTo>
                <a:cubicBezTo>
                  <a:pt x="9728" y="56978"/>
                  <a:pt x="9728" y="56949"/>
                  <a:pt x="9742" y="56934"/>
                </a:cubicBezTo>
                <a:cubicBezTo>
                  <a:pt x="9772" y="56920"/>
                  <a:pt x="9801" y="56905"/>
                  <a:pt x="9831" y="56876"/>
                </a:cubicBezTo>
                <a:close/>
                <a:moveTo>
                  <a:pt x="10037" y="56861"/>
                </a:moveTo>
                <a:cubicBezTo>
                  <a:pt x="10007" y="56920"/>
                  <a:pt x="9963" y="56949"/>
                  <a:pt x="9948" y="57008"/>
                </a:cubicBezTo>
                <a:cubicBezTo>
                  <a:pt x="9875" y="57052"/>
                  <a:pt x="9801" y="57096"/>
                  <a:pt x="9728" y="57140"/>
                </a:cubicBezTo>
                <a:cubicBezTo>
                  <a:pt x="9772" y="57081"/>
                  <a:pt x="9801" y="57052"/>
                  <a:pt x="9845" y="56993"/>
                </a:cubicBezTo>
                <a:cubicBezTo>
                  <a:pt x="9919" y="56949"/>
                  <a:pt x="9978" y="56905"/>
                  <a:pt x="10037" y="56861"/>
                </a:cubicBezTo>
                <a:close/>
                <a:moveTo>
                  <a:pt x="10272" y="56905"/>
                </a:moveTo>
                <a:cubicBezTo>
                  <a:pt x="10228" y="56949"/>
                  <a:pt x="10199" y="57023"/>
                  <a:pt x="10169" y="57081"/>
                </a:cubicBezTo>
                <a:cubicBezTo>
                  <a:pt x="10081" y="57140"/>
                  <a:pt x="9978" y="57214"/>
                  <a:pt x="9875" y="57273"/>
                </a:cubicBezTo>
                <a:cubicBezTo>
                  <a:pt x="9919" y="57199"/>
                  <a:pt x="9978" y="57140"/>
                  <a:pt x="10007" y="57067"/>
                </a:cubicBezTo>
                <a:cubicBezTo>
                  <a:pt x="10081" y="57008"/>
                  <a:pt x="10169" y="56949"/>
                  <a:pt x="10272" y="56905"/>
                </a:cubicBezTo>
                <a:close/>
                <a:moveTo>
                  <a:pt x="9639" y="57140"/>
                </a:moveTo>
                <a:lnTo>
                  <a:pt x="9639" y="57140"/>
                </a:lnTo>
                <a:cubicBezTo>
                  <a:pt x="9610" y="57170"/>
                  <a:pt x="9580" y="57214"/>
                  <a:pt x="9551" y="57258"/>
                </a:cubicBezTo>
                <a:lnTo>
                  <a:pt x="9374" y="57376"/>
                </a:lnTo>
                <a:cubicBezTo>
                  <a:pt x="9404" y="57317"/>
                  <a:pt x="9433" y="57288"/>
                  <a:pt x="9477" y="57243"/>
                </a:cubicBezTo>
                <a:lnTo>
                  <a:pt x="9639" y="57140"/>
                </a:lnTo>
                <a:close/>
                <a:moveTo>
                  <a:pt x="9831" y="57170"/>
                </a:moveTo>
                <a:cubicBezTo>
                  <a:pt x="9801" y="57229"/>
                  <a:pt x="9772" y="57288"/>
                  <a:pt x="9728" y="57346"/>
                </a:cubicBezTo>
                <a:lnTo>
                  <a:pt x="9463" y="57508"/>
                </a:lnTo>
                <a:cubicBezTo>
                  <a:pt x="9492" y="57449"/>
                  <a:pt x="9551" y="57376"/>
                  <a:pt x="9580" y="57317"/>
                </a:cubicBezTo>
                <a:cubicBezTo>
                  <a:pt x="9654" y="57258"/>
                  <a:pt x="9757" y="57229"/>
                  <a:pt x="9831" y="57170"/>
                </a:cubicBezTo>
                <a:close/>
                <a:moveTo>
                  <a:pt x="9170" y="57449"/>
                </a:moveTo>
                <a:cubicBezTo>
                  <a:pt x="9159" y="57462"/>
                  <a:pt x="9147" y="57478"/>
                  <a:pt x="9139" y="57494"/>
                </a:cubicBezTo>
                <a:cubicBezTo>
                  <a:pt x="9126" y="57500"/>
                  <a:pt x="9111" y="57506"/>
                  <a:pt x="9097" y="57512"/>
                </a:cubicBezTo>
                <a:lnTo>
                  <a:pt x="9097" y="57512"/>
                </a:lnTo>
                <a:cubicBezTo>
                  <a:pt x="9101" y="57507"/>
                  <a:pt x="9106" y="57501"/>
                  <a:pt x="9110" y="57494"/>
                </a:cubicBezTo>
                <a:cubicBezTo>
                  <a:pt x="9128" y="57475"/>
                  <a:pt x="9151" y="57463"/>
                  <a:pt x="9170" y="57449"/>
                </a:cubicBezTo>
                <a:close/>
                <a:moveTo>
                  <a:pt x="9408" y="57434"/>
                </a:moveTo>
                <a:lnTo>
                  <a:pt x="9301" y="57582"/>
                </a:lnTo>
                <a:cubicBezTo>
                  <a:pt x="9227" y="57611"/>
                  <a:pt x="9154" y="57670"/>
                  <a:pt x="9065" y="57714"/>
                </a:cubicBezTo>
                <a:cubicBezTo>
                  <a:pt x="9124" y="57670"/>
                  <a:pt x="9168" y="57611"/>
                  <a:pt x="9198" y="57567"/>
                </a:cubicBezTo>
                <a:cubicBezTo>
                  <a:pt x="9271" y="57523"/>
                  <a:pt x="9330" y="57494"/>
                  <a:pt x="9404" y="57435"/>
                </a:cubicBezTo>
                <a:cubicBezTo>
                  <a:pt x="9404" y="57435"/>
                  <a:pt x="9406" y="57435"/>
                  <a:pt x="9408" y="57434"/>
                </a:cubicBezTo>
                <a:close/>
                <a:moveTo>
                  <a:pt x="8992" y="57685"/>
                </a:moveTo>
                <a:lnTo>
                  <a:pt x="8992" y="57685"/>
                </a:lnTo>
                <a:cubicBezTo>
                  <a:pt x="8962" y="57729"/>
                  <a:pt x="8918" y="57773"/>
                  <a:pt x="8889" y="57832"/>
                </a:cubicBezTo>
                <a:cubicBezTo>
                  <a:pt x="8830" y="57876"/>
                  <a:pt x="8771" y="57891"/>
                  <a:pt x="8742" y="57935"/>
                </a:cubicBezTo>
                <a:cubicBezTo>
                  <a:pt x="8727" y="57935"/>
                  <a:pt x="8727" y="57950"/>
                  <a:pt x="8697" y="57950"/>
                </a:cubicBezTo>
                <a:cubicBezTo>
                  <a:pt x="8756" y="57876"/>
                  <a:pt x="8800" y="57832"/>
                  <a:pt x="8830" y="57803"/>
                </a:cubicBezTo>
                <a:lnTo>
                  <a:pt x="8992" y="57685"/>
                </a:lnTo>
                <a:close/>
                <a:moveTo>
                  <a:pt x="8565" y="57950"/>
                </a:moveTo>
                <a:cubicBezTo>
                  <a:pt x="8550" y="57979"/>
                  <a:pt x="8521" y="58009"/>
                  <a:pt x="8491" y="58038"/>
                </a:cubicBezTo>
                <a:cubicBezTo>
                  <a:pt x="8462" y="58053"/>
                  <a:pt x="8418" y="58082"/>
                  <a:pt x="8374" y="58112"/>
                </a:cubicBezTo>
                <a:cubicBezTo>
                  <a:pt x="8403" y="58082"/>
                  <a:pt x="8447" y="58053"/>
                  <a:pt x="8462" y="58023"/>
                </a:cubicBezTo>
                <a:cubicBezTo>
                  <a:pt x="8506" y="58009"/>
                  <a:pt x="8536" y="57964"/>
                  <a:pt x="8565" y="57950"/>
                </a:cubicBezTo>
                <a:close/>
                <a:moveTo>
                  <a:pt x="15791" y="54903"/>
                </a:moveTo>
                <a:cubicBezTo>
                  <a:pt x="15879" y="56493"/>
                  <a:pt x="16335" y="58038"/>
                  <a:pt x="16777" y="59554"/>
                </a:cubicBezTo>
                <a:cubicBezTo>
                  <a:pt x="17277" y="61246"/>
                  <a:pt x="17792" y="62968"/>
                  <a:pt x="17778" y="64734"/>
                </a:cubicBezTo>
                <a:cubicBezTo>
                  <a:pt x="17778" y="67736"/>
                  <a:pt x="16188" y="70635"/>
                  <a:pt x="13701" y="72313"/>
                </a:cubicBezTo>
                <a:cubicBezTo>
                  <a:pt x="15864" y="70562"/>
                  <a:pt x="17159" y="67766"/>
                  <a:pt x="17145" y="64808"/>
                </a:cubicBezTo>
                <a:cubicBezTo>
                  <a:pt x="17145" y="63100"/>
                  <a:pt x="16688" y="61408"/>
                  <a:pt x="16262" y="59789"/>
                </a:cubicBezTo>
                <a:cubicBezTo>
                  <a:pt x="15835" y="58215"/>
                  <a:pt x="15423" y="56596"/>
                  <a:pt x="15393" y="54977"/>
                </a:cubicBezTo>
                <a:cubicBezTo>
                  <a:pt x="15526" y="54962"/>
                  <a:pt x="15658" y="54933"/>
                  <a:pt x="15791" y="54903"/>
                </a:cubicBezTo>
                <a:close/>
                <a:moveTo>
                  <a:pt x="15320" y="55006"/>
                </a:moveTo>
                <a:cubicBezTo>
                  <a:pt x="15335" y="56640"/>
                  <a:pt x="15776" y="58244"/>
                  <a:pt x="16188" y="59819"/>
                </a:cubicBezTo>
                <a:cubicBezTo>
                  <a:pt x="16630" y="61438"/>
                  <a:pt x="17071" y="63130"/>
                  <a:pt x="17071" y="64822"/>
                </a:cubicBezTo>
                <a:cubicBezTo>
                  <a:pt x="17086" y="67927"/>
                  <a:pt x="15629" y="70856"/>
                  <a:pt x="13260" y="72548"/>
                </a:cubicBezTo>
                <a:cubicBezTo>
                  <a:pt x="15320" y="70782"/>
                  <a:pt x="16497" y="67972"/>
                  <a:pt x="16468" y="64881"/>
                </a:cubicBezTo>
                <a:cubicBezTo>
                  <a:pt x="16453" y="63248"/>
                  <a:pt x="16056" y="61629"/>
                  <a:pt x="15688" y="60069"/>
                </a:cubicBezTo>
                <a:cubicBezTo>
                  <a:pt x="15305" y="58421"/>
                  <a:pt x="14893" y="56758"/>
                  <a:pt x="14952" y="55080"/>
                </a:cubicBezTo>
                <a:cubicBezTo>
                  <a:pt x="15084" y="55036"/>
                  <a:pt x="15217" y="55021"/>
                  <a:pt x="15320" y="55006"/>
                </a:cubicBezTo>
                <a:close/>
                <a:moveTo>
                  <a:pt x="14864" y="55095"/>
                </a:moveTo>
                <a:lnTo>
                  <a:pt x="14864" y="55095"/>
                </a:lnTo>
                <a:cubicBezTo>
                  <a:pt x="14834" y="56772"/>
                  <a:pt x="15217" y="58450"/>
                  <a:pt x="15614" y="60084"/>
                </a:cubicBezTo>
                <a:cubicBezTo>
                  <a:pt x="15982" y="61644"/>
                  <a:pt x="16365" y="63248"/>
                  <a:pt x="16394" y="64881"/>
                </a:cubicBezTo>
                <a:cubicBezTo>
                  <a:pt x="16424" y="68119"/>
                  <a:pt x="15099" y="71062"/>
                  <a:pt x="12862" y="72799"/>
                </a:cubicBezTo>
                <a:cubicBezTo>
                  <a:pt x="14790" y="71003"/>
                  <a:pt x="15820" y="68251"/>
                  <a:pt x="15761" y="64955"/>
                </a:cubicBezTo>
                <a:cubicBezTo>
                  <a:pt x="15747" y="63395"/>
                  <a:pt x="15408" y="61864"/>
                  <a:pt x="15099" y="60378"/>
                </a:cubicBezTo>
                <a:cubicBezTo>
                  <a:pt x="14731" y="58597"/>
                  <a:pt x="14363" y="56905"/>
                  <a:pt x="14496" y="55183"/>
                </a:cubicBezTo>
                <a:cubicBezTo>
                  <a:pt x="14628" y="55154"/>
                  <a:pt x="14731" y="55139"/>
                  <a:pt x="14864" y="55095"/>
                </a:cubicBezTo>
                <a:close/>
                <a:moveTo>
                  <a:pt x="14407" y="55213"/>
                </a:moveTo>
                <a:lnTo>
                  <a:pt x="14407" y="55213"/>
                </a:lnTo>
                <a:cubicBezTo>
                  <a:pt x="14290" y="56934"/>
                  <a:pt x="14643" y="58627"/>
                  <a:pt x="15011" y="60393"/>
                </a:cubicBezTo>
                <a:cubicBezTo>
                  <a:pt x="15320" y="61864"/>
                  <a:pt x="15644" y="63395"/>
                  <a:pt x="15673" y="64955"/>
                </a:cubicBezTo>
                <a:cubicBezTo>
                  <a:pt x="15747" y="68398"/>
                  <a:pt x="14613" y="71253"/>
                  <a:pt x="12480" y="73019"/>
                </a:cubicBezTo>
                <a:cubicBezTo>
                  <a:pt x="14246" y="71224"/>
                  <a:pt x="15143" y="68472"/>
                  <a:pt x="15070" y="65028"/>
                </a:cubicBezTo>
                <a:cubicBezTo>
                  <a:pt x="15026" y="63557"/>
                  <a:pt x="14775" y="62129"/>
                  <a:pt x="14510" y="60731"/>
                </a:cubicBezTo>
                <a:cubicBezTo>
                  <a:pt x="14157" y="58862"/>
                  <a:pt x="13848" y="57096"/>
                  <a:pt x="14054" y="55301"/>
                </a:cubicBezTo>
                <a:cubicBezTo>
                  <a:pt x="14157" y="55257"/>
                  <a:pt x="14290" y="55227"/>
                  <a:pt x="14407" y="55213"/>
                </a:cubicBezTo>
                <a:close/>
                <a:moveTo>
                  <a:pt x="13995" y="55316"/>
                </a:moveTo>
                <a:lnTo>
                  <a:pt x="13995" y="55316"/>
                </a:lnTo>
                <a:cubicBezTo>
                  <a:pt x="13804" y="57096"/>
                  <a:pt x="14128" y="58862"/>
                  <a:pt x="14466" y="60716"/>
                </a:cubicBezTo>
                <a:cubicBezTo>
                  <a:pt x="14716" y="62100"/>
                  <a:pt x="14981" y="63557"/>
                  <a:pt x="15011" y="65014"/>
                </a:cubicBezTo>
                <a:cubicBezTo>
                  <a:pt x="15084" y="68546"/>
                  <a:pt x="14128" y="71342"/>
                  <a:pt x="12274" y="73108"/>
                </a:cubicBezTo>
                <a:cubicBezTo>
                  <a:pt x="12229" y="73122"/>
                  <a:pt x="12215" y="73137"/>
                  <a:pt x="12200" y="73137"/>
                </a:cubicBezTo>
                <a:cubicBezTo>
                  <a:pt x="13775" y="71342"/>
                  <a:pt x="14481" y="68766"/>
                  <a:pt x="14393" y="65087"/>
                </a:cubicBezTo>
                <a:cubicBezTo>
                  <a:pt x="14349" y="63719"/>
                  <a:pt x="14143" y="62394"/>
                  <a:pt x="13951" y="61114"/>
                </a:cubicBezTo>
                <a:cubicBezTo>
                  <a:pt x="13627" y="59156"/>
                  <a:pt x="13363" y="57302"/>
                  <a:pt x="13657" y="55433"/>
                </a:cubicBezTo>
                <a:cubicBezTo>
                  <a:pt x="13760" y="55389"/>
                  <a:pt x="13892" y="55360"/>
                  <a:pt x="13995" y="55316"/>
                </a:cubicBezTo>
                <a:close/>
                <a:moveTo>
                  <a:pt x="13524" y="55477"/>
                </a:moveTo>
                <a:lnTo>
                  <a:pt x="13524" y="55477"/>
                </a:lnTo>
                <a:cubicBezTo>
                  <a:pt x="13245" y="57346"/>
                  <a:pt x="13524" y="59201"/>
                  <a:pt x="13833" y="61143"/>
                </a:cubicBezTo>
                <a:cubicBezTo>
                  <a:pt x="14040" y="62438"/>
                  <a:pt x="14246" y="63763"/>
                  <a:pt x="14275" y="65117"/>
                </a:cubicBezTo>
                <a:cubicBezTo>
                  <a:pt x="14407" y="68840"/>
                  <a:pt x="13672" y="71430"/>
                  <a:pt x="12009" y="73211"/>
                </a:cubicBezTo>
                <a:cubicBezTo>
                  <a:pt x="11979" y="73240"/>
                  <a:pt x="11965" y="73240"/>
                  <a:pt x="11920" y="73255"/>
                </a:cubicBezTo>
                <a:cubicBezTo>
                  <a:pt x="13613" y="71047"/>
                  <a:pt x="13760" y="68060"/>
                  <a:pt x="13672" y="65161"/>
                </a:cubicBezTo>
                <a:cubicBezTo>
                  <a:pt x="13627" y="63925"/>
                  <a:pt x="13466" y="62733"/>
                  <a:pt x="13318" y="61570"/>
                </a:cubicBezTo>
                <a:cubicBezTo>
                  <a:pt x="13039" y="59495"/>
                  <a:pt x="12803" y="57538"/>
                  <a:pt x="13186" y="55595"/>
                </a:cubicBezTo>
                <a:lnTo>
                  <a:pt x="13524" y="55477"/>
                </a:lnTo>
                <a:close/>
                <a:moveTo>
                  <a:pt x="13112" y="55610"/>
                </a:moveTo>
                <a:cubicBezTo>
                  <a:pt x="12730" y="57567"/>
                  <a:pt x="12980" y="59510"/>
                  <a:pt x="13260" y="61570"/>
                </a:cubicBezTo>
                <a:cubicBezTo>
                  <a:pt x="13407" y="62733"/>
                  <a:pt x="13569" y="63939"/>
                  <a:pt x="13613" y="65161"/>
                </a:cubicBezTo>
                <a:cubicBezTo>
                  <a:pt x="13701" y="68104"/>
                  <a:pt x="13539" y="71121"/>
                  <a:pt x="11788" y="73314"/>
                </a:cubicBezTo>
                <a:cubicBezTo>
                  <a:pt x="11744" y="73343"/>
                  <a:pt x="11700" y="73343"/>
                  <a:pt x="11670" y="73358"/>
                </a:cubicBezTo>
                <a:cubicBezTo>
                  <a:pt x="13083" y="71209"/>
                  <a:pt x="13112" y="68501"/>
                  <a:pt x="12995" y="65234"/>
                </a:cubicBezTo>
                <a:cubicBezTo>
                  <a:pt x="12951" y="64160"/>
                  <a:pt x="12847" y="63115"/>
                  <a:pt x="12730" y="62100"/>
                </a:cubicBezTo>
                <a:cubicBezTo>
                  <a:pt x="12509" y="59878"/>
                  <a:pt x="12288" y="57803"/>
                  <a:pt x="12789" y="55742"/>
                </a:cubicBezTo>
                <a:cubicBezTo>
                  <a:pt x="12892" y="55698"/>
                  <a:pt x="13009" y="55654"/>
                  <a:pt x="13112" y="55610"/>
                </a:cubicBezTo>
                <a:close/>
                <a:moveTo>
                  <a:pt x="11881" y="73374"/>
                </a:moveTo>
                <a:cubicBezTo>
                  <a:pt x="11888" y="73374"/>
                  <a:pt x="11881" y="73387"/>
                  <a:pt x="11861" y="73387"/>
                </a:cubicBezTo>
                <a:cubicBezTo>
                  <a:pt x="11871" y="73377"/>
                  <a:pt x="11878" y="73374"/>
                  <a:pt x="11881" y="73374"/>
                </a:cubicBezTo>
                <a:close/>
                <a:moveTo>
                  <a:pt x="11861" y="73387"/>
                </a:moveTo>
                <a:lnTo>
                  <a:pt x="11861" y="73387"/>
                </a:lnTo>
                <a:cubicBezTo>
                  <a:pt x="11847" y="73402"/>
                  <a:pt x="11832" y="73402"/>
                  <a:pt x="11817" y="73417"/>
                </a:cubicBezTo>
                <a:lnTo>
                  <a:pt x="11832" y="73402"/>
                </a:lnTo>
                <a:cubicBezTo>
                  <a:pt x="11847" y="73387"/>
                  <a:pt x="11861" y="73387"/>
                  <a:pt x="11861" y="73387"/>
                </a:cubicBezTo>
                <a:close/>
                <a:moveTo>
                  <a:pt x="12686" y="55801"/>
                </a:moveTo>
                <a:lnTo>
                  <a:pt x="12686" y="55801"/>
                </a:lnTo>
                <a:cubicBezTo>
                  <a:pt x="12215" y="57861"/>
                  <a:pt x="12421" y="59936"/>
                  <a:pt x="12656" y="62144"/>
                </a:cubicBezTo>
                <a:cubicBezTo>
                  <a:pt x="12759" y="63159"/>
                  <a:pt x="12877" y="64204"/>
                  <a:pt x="12906" y="65249"/>
                </a:cubicBezTo>
                <a:cubicBezTo>
                  <a:pt x="13039" y="68560"/>
                  <a:pt x="13009" y="71283"/>
                  <a:pt x="11538" y="73431"/>
                </a:cubicBezTo>
                <a:cubicBezTo>
                  <a:pt x="11494" y="73461"/>
                  <a:pt x="11435" y="73476"/>
                  <a:pt x="11405" y="73490"/>
                </a:cubicBezTo>
                <a:cubicBezTo>
                  <a:pt x="12568" y="71401"/>
                  <a:pt x="12450" y="68869"/>
                  <a:pt x="12318" y="66000"/>
                </a:cubicBezTo>
                <a:cubicBezTo>
                  <a:pt x="12303" y="65764"/>
                  <a:pt x="12303" y="65543"/>
                  <a:pt x="12288" y="65308"/>
                </a:cubicBezTo>
                <a:cubicBezTo>
                  <a:pt x="12244" y="64454"/>
                  <a:pt x="12185" y="63616"/>
                  <a:pt x="12126" y="62791"/>
                </a:cubicBezTo>
                <a:cubicBezTo>
                  <a:pt x="11935" y="60407"/>
                  <a:pt x="11758" y="58171"/>
                  <a:pt x="12347" y="55992"/>
                </a:cubicBezTo>
                <a:cubicBezTo>
                  <a:pt x="12347" y="55978"/>
                  <a:pt x="12362" y="55948"/>
                  <a:pt x="12362" y="55919"/>
                </a:cubicBezTo>
                <a:cubicBezTo>
                  <a:pt x="12465" y="55875"/>
                  <a:pt x="12583" y="55831"/>
                  <a:pt x="12686" y="55801"/>
                </a:cubicBezTo>
                <a:close/>
                <a:moveTo>
                  <a:pt x="11660" y="73469"/>
                </a:moveTo>
                <a:cubicBezTo>
                  <a:pt x="11649" y="73474"/>
                  <a:pt x="11641" y="73482"/>
                  <a:pt x="11641" y="73490"/>
                </a:cubicBezTo>
                <a:cubicBezTo>
                  <a:pt x="11611" y="73505"/>
                  <a:pt x="11597" y="73505"/>
                  <a:pt x="11552" y="73534"/>
                </a:cubicBezTo>
                <a:cubicBezTo>
                  <a:pt x="11567" y="73505"/>
                  <a:pt x="11567" y="73490"/>
                  <a:pt x="11597" y="73490"/>
                </a:cubicBezTo>
                <a:cubicBezTo>
                  <a:pt x="11620" y="73479"/>
                  <a:pt x="11634" y="73476"/>
                  <a:pt x="11660" y="73469"/>
                </a:cubicBezTo>
                <a:close/>
                <a:moveTo>
                  <a:pt x="12288" y="55963"/>
                </a:moveTo>
                <a:lnTo>
                  <a:pt x="12288" y="55978"/>
                </a:lnTo>
                <a:cubicBezTo>
                  <a:pt x="11685" y="58171"/>
                  <a:pt x="11861" y="60407"/>
                  <a:pt x="12053" y="62806"/>
                </a:cubicBezTo>
                <a:cubicBezTo>
                  <a:pt x="12126" y="63616"/>
                  <a:pt x="12185" y="64454"/>
                  <a:pt x="12215" y="65323"/>
                </a:cubicBezTo>
                <a:cubicBezTo>
                  <a:pt x="12229" y="65558"/>
                  <a:pt x="12229" y="65779"/>
                  <a:pt x="12259" y="66029"/>
                </a:cubicBezTo>
                <a:cubicBezTo>
                  <a:pt x="12377" y="68928"/>
                  <a:pt x="12494" y="71445"/>
                  <a:pt x="11302" y="73534"/>
                </a:cubicBezTo>
                <a:cubicBezTo>
                  <a:pt x="11243" y="73549"/>
                  <a:pt x="11199" y="73564"/>
                  <a:pt x="11155" y="73579"/>
                </a:cubicBezTo>
                <a:cubicBezTo>
                  <a:pt x="12009" y="71665"/>
                  <a:pt x="11861" y="69517"/>
                  <a:pt x="11700" y="67074"/>
                </a:cubicBezTo>
                <a:cubicBezTo>
                  <a:pt x="11670" y="66515"/>
                  <a:pt x="11626" y="65970"/>
                  <a:pt x="11597" y="65382"/>
                </a:cubicBezTo>
                <a:cubicBezTo>
                  <a:pt x="11552" y="64808"/>
                  <a:pt x="11523" y="64219"/>
                  <a:pt x="11494" y="63674"/>
                </a:cubicBezTo>
                <a:cubicBezTo>
                  <a:pt x="11332" y="61055"/>
                  <a:pt x="11170" y="58597"/>
                  <a:pt x="11920" y="56257"/>
                </a:cubicBezTo>
                <a:cubicBezTo>
                  <a:pt x="11935" y="56199"/>
                  <a:pt x="11965" y="56169"/>
                  <a:pt x="11979" y="56110"/>
                </a:cubicBezTo>
                <a:cubicBezTo>
                  <a:pt x="12082" y="56051"/>
                  <a:pt x="12185" y="56022"/>
                  <a:pt x="12288" y="55963"/>
                </a:cubicBezTo>
                <a:close/>
                <a:moveTo>
                  <a:pt x="11449" y="73549"/>
                </a:moveTo>
                <a:cubicBezTo>
                  <a:pt x="11420" y="73564"/>
                  <a:pt x="11420" y="73579"/>
                  <a:pt x="11405" y="73608"/>
                </a:cubicBezTo>
                <a:cubicBezTo>
                  <a:pt x="11376" y="73608"/>
                  <a:pt x="11332" y="73623"/>
                  <a:pt x="11302" y="73637"/>
                </a:cubicBezTo>
                <a:cubicBezTo>
                  <a:pt x="11317" y="73623"/>
                  <a:pt x="11317" y="73608"/>
                  <a:pt x="11332" y="73579"/>
                </a:cubicBezTo>
                <a:cubicBezTo>
                  <a:pt x="11376" y="73564"/>
                  <a:pt x="11405" y="73549"/>
                  <a:pt x="11449" y="73549"/>
                </a:cubicBezTo>
                <a:close/>
                <a:moveTo>
                  <a:pt x="11861" y="56169"/>
                </a:moveTo>
                <a:cubicBezTo>
                  <a:pt x="11861" y="56184"/>
                  <a:pt x="11847" y="56213"/>
                  <a:pt x="11847" y="56243"/>
                </a:cubicBezTo>
                <a:cubicBezTo>
                  <a:pt x="11111" y="58568"/>
                  <a:pt x="11258" y="61055"/>
                  <a:pt x="11420" y="63689"/>
                </a:cubicBezTo>
                <a:cubicBezTo>
                  <a:pt x="11464" y="64234"/>
                  <a:pt x="11494" y="64822"/>
                  <a:pt x="11523" y="65396"/>
                </a:cubicBezTo>
                <a:cubicBezTo>
                  <a:pt x="11552" y="65970"/>
                  <a:pt x="11597" y="66544"/>
                  <a:pt x="11626" y="67089"/>
                </a:cubicBezTo>
                <a:cubicBezTo>
                  <a:pt x="11788" y="69576"/>
                  <a:pt x="11935" y="71724"/>
                  <a:pt x="11023" y="73623"/>
                </a:cubicBezTo>
                <a:cubicBezTo>
                  <a:pt x="10964" y="73623"/>
                  <a:pt x="10905" y="73637"/>
                  <a:pt x="10846" y="73652"/>
                </a:cubicBezTo>
                <a:cubicBezTo>
                  <a:pt x="11508" y="71916"/>
                  <a:pt x="11332" y="70017"/>
                  <a:pt x="11111" y="67839"/>
                </a:cubicBezTo>
                <a:cubicBezTo>
                  <a:pt x="11037" y="67074"/>
                  <a:pt x="10949" y="66265"/>
                  <a:pt x="10905" y="65440"/>
                </a:cubicBezTo>
                <a:lnTo>
                  <a:pt x="10875" y="64881"/>
                </a:lnTo>
                <a:cubicBezTo>
                  <a:pt x="10714" y="61908"/>
                  <a:pt x="10537" y="59083"/>
                  <a:pt x="11479" y="56508"/>
                </a:cubicBezTo>
                <a:cubicBezTo>
                  <a:pt x="11494" y="56463"/>
                  <a:pt x="11538" y="56390"/>
                  <a:pt x="11552" y="56331"/>
                </a:cubicBezTo>
                <a:cubicBezTo>
                  <a:pt x="11670" y="56272"/>
                  <a:pt x="11758" y="56213"/>
                  <a:pt x="11861" y="56169"/>
                </a:cubicBezTo>
                <a:close/>
                <a:moveTo>
                  <a:pt x="11491" y="73646"/>
                </a:moveTo>
                <a:cubicBezTo>
                  <a:pt x="11493" y="73646"/>
                  <a:pt x="11494" y="73648"/>
                  <a:pt x="11494" y="73652"/>
                </a:cubicBezTo>
                <a:cubicBezTo>
                  <a:pt x="11479" y="73682"/>
                  <a:pt x="11464" y="73682"/>
                  <a:pt x="11449" y="73696"/>
                </a:cubicBezTo>
                <a:lnTo>
                  <a:pt x="11464" y="73682"/>
                </a:lnTo>
                <a:cubicBezTo>
                  <a:pt x="11475" y="73660"/>
                  <a:pt x="11486" y="73646"/>
                  <a:pt x="11491" y="73646"/>
                </a:cubicBezTo>
                <a:close/>
                <a:moveTo>
                  <a:pt x="11199" y="73623"/>
                </a:moveTo>
                <a:lnTo>
                  <a:pt x="11199" y="73623"/>
                </a:lnTo>
                <a:cubicBezTo>
                  <a:pt x="11185" y="73637"/>
                  <a:pt x="11170" y="73682"/>
                  <a:pt x="11170" y="73696"/>
                </a:cubicBezTo>
                <a:cubicBezTo>
                  <a:pt x="11126" y="73711"/>
                  <a:pt x="11082" y="73726"/>
                  <a:pt x="11037" y="73755"/>
                </a:cubicBezTo>
                <a:cubicBezTo>
                  <a:pt x="11052" y="73726"/>
                  <a:pt x="11052" y="73696"/>
                  <a:pt x="11082" y="73682"/>
                </a:cubicBezTo>
                <a:cubicBezTo>
                  <a:pt x="11111" y="73652"/>
                  <a:pt x="11170" y="73637"/>
                  <a:pt x="11199" y="73623"/>
                </a:cubicBezTo>
                <a:close/>
                <a:moveTo>
                  <a:pt x="11449" y="56375"/>
                </a:moveTo>
                <a:lnTo>
                  <a:pt x="11449" y="56375"/>
                </a:lnTo>
                <a:cubicBezTo>
                  <a:pt x="11420" y="56419"/>
                  <a:pt x="11420" y="56449"/>
                  <a:pt x="11405" y="56493"/>
                </a:cubicBezTo>
                <a:cubicBezTo>
                  <a:pt x="10463" y="59083"/>
                  <a:pt x="10625" y="61923"/>
                  <a:pt x="10802" y="64896"/>
                </a:cubicBezTo>
                <a:lnTo>
                  <a:pt x="10831" y="65455"/>
                </a:lnTo>
                <a:cubicBezTo>
                  <a:pt x="10875" y="66294"/>
                  <a:pt x="10964" y="67089"/>
                  <a:pt x="11037" y="67869"/>
                </a:cubicBezTo>
                <a:cubicBezTo>
                  <a:pt x="11258" y="70032"/>
                  <a:pt x="11464" y="71945"/>
                  <a:pt x="10758" y="73696"/>
                </a:cubicBezTo>
                <a:cubicBezTo>
                  <a:pt x="10684" y="73711"/>
                  <a:pt x="10640" y="73726"/>
                  <a:pt x="10581" y="73770"/>
                </a:cubicBezTo>
                <a:cubicBezTo>
                  <a:pt x="11082" y="72136"/>
                  <a:pt x="10817" y="70415"/>
                  <a:pt x="10537" y="68487"/>
                </a:cubicBezTo>
                <a:cubicBezTo>
                  <a:pt x="10405" y="67545"/>
                  <a:pt x="10257" y="66574"/>
                  <a:pt x="10213" y="65529"/>
                </a:cubicBezTo>
                <a:cubicBezTo>
                  <a:pt x="10022" y="62453"/>
                  <a:pt x="9948" y="59480"/>
                  <a:pt x="11037" y="56772"/>
                </a:cubicBezTo>
                <a:cubicBezTo>
                  <a:pt x="11082" y="56699"/>
                  <a:pt x="11096" y="56625"/>
                  <a:pt x="11126" y="56566"/>
                </a:cubicBezTo>
                <a:cubicBezTo>
                  <a:pt x="11243" y="56508"/>
                  <a:pt x="11332" y="56434"/>
                  <a:pt x="11449" y="56375"/>
                </a:cubicBezTo>
                <a:close/>
                <a:moveTo>
                  <a:pt x="11296" y="73750"/>
                </a:moveTo>
                <a:cubicBezTo>
                  <a:pt x="11291" y="73757"/>
                  <a:pt x="11284" y="73764"/>
                  <a:pt x="11273" y="73770"/>
                </a:cubicBezTo>
                <a:cubicBezTo>
                  <a:pt x="11258" y="73785"/>
                  <a:pt x="11229" y="73799"/>
                  <a:pt x="11199" y="73799"/>
                </a:cubicBezTo>
                <a:cubicBezTo>
                  <a:pt x="11214" y="73785"/>
                  <a:pt x="11214" y="73770"/>
                  <a:pt x="11243" y="73770"/>
                </a:cubicBezTo>
                <a:cubicBezTo>
                  <a:pt x="11261" y="73761"/>
                  <a:pt x="11279" y="73757"/>
                  <a:pt x="11296" y="73750"/>
                </a:cubicBezTo>
                <a:close/>
                <a:moveTo>
                  <a:pt x="11008" y="56625"/>
                </a:moveTo>
                <a:lnTo>
                  <a:pt x="10949" y="56728"/>
                </a:lnTo>
                <a:cubicBezTo>
                  <a:pt x="9860" y="59436"/>
                  <a:pt x="9934" y="62438"/>
                  <a:pt x="10125" y="65514"/>
                </a:cubicBezTo>
                <a:cubicBezTo>
                  <a:pt x="10169" y="66559"/>
                  <a:pt x="10316" y="67530"/>
                  <a:pt x="10449" y="68472"/>
                </a:cubicBezTo>
                <a:cubicBezTo>
                  <a:pt x="10728" y="70415"/>
                  <a:pt x="10978" y="72136"/>
                  <a:pt x="10463" y="73770"/>
                </a:cubicBezTo>
                <a:cubicBezTo>
                  <a:pt x="10419" y="73785"/>
                  <a:pt x="10346" y="73799"/>
                  <a:pt x="10287" y="73829"/>
                </a:cubicBezTo>
                <a:cubicBezTo>
                  <a:pt x="10640" y="72254"/>
                  <a:pt x="10316" y="70635"/>
                  <a:pt x="9992" y="68928"/>
                </a:cubicBezTo>
                <a:cubicBezTo>
                  <a:pt x="9786" y="67869"/>
                  <a:pt x="9566" y="66735"/>
                  <a:pt x="9492" y="65543"/>
                </a:cubicBezTo>
                <a:cubicBezTo>
                  <a:pt x="9242" y="61776"/>
                  <a:pt x="9566" y="59215"/>
                  <a:pt x="10581" y="56993"/>
                </a:cubicBezTo>
                <a:cubicBezTo>
                  <a:pt x="10611" y="56920"/>
                  <a:pt x="10640" y="56861"/>
                  <a:pt x="10669" y="56787"/>
                </a:cubicBezTo>
                <a:cubicBezTo>
                  <a:pt x="10802" y="56758"/>
                  <a:pt x="10890" y="56699"/>
                  <a:pt x="11008" y="56625"/>
                </a:cubicBezTo>
                <a:close/>
                <a:moveTo>
                  <a:pt x="10964" y="73711"/>
                </a:moveTo>
                <a:cubicBezTo>
                  <a:pt x="10949" y="73755"/>
                  <a:pt x="10934" y="73770"/>
                  <a:pt x="10934" y="73799"/>
                </a:cubicBezTo>
                <a:cubicBezTo>
                  <a:pt x="10875" y="73829"/>
                  <a:pt x="10831" y="73843"/>
                  <a:pt x="10787" y="73858"/>
                </a:cubicBezTo>
                <a:cubicBezTo>
                  <a:pt x="10787" y="73829"/>
                  <a:pt x="10802" y="73785"/>
                  <a:pt x="10817" y="73770"/>
                </a:cubicBezTo>
                <a:cubicBezTo>
                  <a:pt x="10875" y="73755"/>
                  <a:pt x="10934" y="73726"/>
                  <a:pt x="10964" y="73711"/>
                </a:cubicBezTo>
                <a:close/>
                <a:moveTo>
                  <a:pt x="10558" y="56925"/>
                </a:moveTo>
                <a:lnTo>
                  <a:pt x="10558" y="56925"/>
                </a:lnTo>
                <a:cubicBezTo>
                  <a:pt x="10537" y="56943"/>
                  <a:pt x="10536" y="56980"/>
                  <a:pt x="10522" y="56993"/>
                </a:cubicBezTo>
                <a:cubicBezTo>
                  <a:pt x="9507" y="59230"/>
                  <a:pt x="9183" y="61805"/>
                  <a:pt x="9433" y="65588"/>
                </a:cubicBezTo>
                <a:cubicBezTo>
                  <a:pt x="9507" y="66780"/>
                  <a:pt x="9728" y="67898"/>
                  <a:pt x="9934" y="68972"/>
                </a:cubicBezTo>
                <a:cubicBezTo>
                  <a:pt x="10272" y="70679"/>
                  <a:pt x="10581" y="72298"/>
                  <a:pt x="10213" y="73858"/>
                </a:cubicBezTo>
                <a:cubicBezTo>
                  <a:pt x="10140" y="73873"/>
                  <a:pt x="10081" y="73902"/>
                  <a:pt x="10007" y="73917"/>
                </a:cubicBezTo>
                <a:cubicBezTo>
                  <a:pt x="10228" y="72445"/>
                  <a:pt x="9860" y="70959"/>
                  <a:pt x="9492" y="69370"/>
                </a:cubicBezTo>
                <a:cubicBezTo>
                  <a:pt x="9213" y="68192"/>
                  <a:pt x="8918" y="66986"/>
                  <a:pt x="8830" y="65661"/>
                </a:cubicBezTo>
                <a:cubicBezTo>
                  <a:pt x="8594" y="62291"/>
                  <a:pt x="9021" y="59554"/>
                  <a:pt x="10169" y="57288"/>
                </a:cubicBezTo>
                <a:cubicBezTo>
                  <a:pt x="10199" y="57229"/>
                  <a:pt x="10228" y="57170"/>
                  <a:pt x="10243" y="57140"/>
                </a:cubicBezTo>
                <a:cubicBezTo>
                  <a:pt x="10302" y="57096"/>
                  <a:pt x="10375" y="57052"/>
                  <a:pt x="10434" y="57008"/>
                </a:cubicBezTo>
                <a:cubicBezTo>
                  <a:pt x="10462" y="56980"/>
                  <a:pt x="10515" y="56953"/>
                  <a:pt x="10558" y="56925"/>
                </a:cubicBezTo>
                <a:close/>
                <a:moveTo>
                  <a:pt x="11096" y="73799"/>
                </a:moveTo>
                <a:cubicBezTo>
                  <a:pt x="11082" y="73829"/>
                  <a:pt x="11052" y="73843"/>
                  <a:pt x="11052" y="73858"/>
                </a:cubicBezTo>
                <a:cubicBezTo>
                  <a:pt x="11023" y="73902"/>
                  <a:pt x="10978" y="73917"/>
                  <a:pt x="10949" y="73932"/>
                </a:cubicBezTo>
                <a:cubicBezTo>
                  <a:pt x="10964" y="73917"/>
                  <a:pt x="10964" y="73902"/>
                  <a:pt x="10978" y="73858"/>
                </a:cubicBezTo>
                <a:lnTo>
                  <a:pt x="11096" y="73799"/>
                </a:lnTo>
                <a:close/>
                <a:moveTo>
                  <a:pt x="10714" y="73799"/>
                </a:moveTo>
                <a:lnTo>
                  <a:pt x="10714" y="73799"/>
                </a:lnTo>
                <a:cubicBezTo>
                  <a:pt x="10684" y="73843"/>
                  <a:pt x="10669" y="73873"/>
                  <a:pt x="10669" y="73902"/>
                </a:cubicBezTo>
                <a:cubicBezTo>
                  <a:pt x="10611" y="73917"/>
                  <a:pt x="10566" y="73932"/>
                  <a:pt x="10508" y="73976"/>
                </a:cubicBezTo>
                <a:cubicBezTo>
                  <a:pt x="10522" y="73932"/>
                  <a:pt x="10522" y="73902"/>
                  <a:pt x="10537" y="73858"/>
                </a:cubicBezTo>
                <a:lnTo>
                  <a:pt x="10714" y="73799"/>
                </a:lnTo>
                <a:close/>
                <a:moveTo>
                  <a:pt x="11136" y="73926"/>
                </a:moveTo>
                <a:cubicBezTo>
                  <a:pt x="11140" y="73926"/>
                  <a:pt x="11146" y="73927"/>
                  <a:pt x="11155" y="73932"/>
                </a:cubicBezTo>
                <a:cubicBezTo>
                  <a:pt x="11126" y="73946"/>
                  <a:pt x="11111" y="73946"/>
                  <a:pt x="11096" y="73976"/>
                </a:cubicBezTo>
                <a:lnTo>
                  <a:pt x="11111" y="73946"/>
                </a:lnTo>
                <a:cubicBezTo>
                  <a:pt x="11121" y="73936"/>
                  <a:pt x="11124" y="73926"/>
                  <a:pt x="11136" y="73926"/>
                </a:cubicBezTo>
                <a:close/>
                <a:moveTo>
                  <a:pt x="10096" y="57214"/>
                </a:moveTo>
                <a:cubicBezTo>
                  <a:pt x="10096" y="57229"/>
                  <a:pt x="10081" y="57229"/>
                  <a:pt x="10081" y="57243"/>
                </a:cubicBezTo>
                <a:cubicBezTo>
                  <a:pt x="8918" y="59524"/>
                  <a:pt x="8506" y="62276"/>
                  <a:pt x="8742" y="65661"/>
                </a:cubicBezTo>
                <a:cubicBezTo>
                  <a:pt x="8830" y="66971"/>
                  <a:pt x="9124" y="68192"/>
                  <a:pt x="9419" y="69370"/>
                </a:cubicBezTo>
                <a:cubicBezTo>
                  <a:pt x="9801" y="70959"/>
                  <a:pt x="10154" y="72460"/>
                  <a:pt x="9934" y="73946"/>
                </a:cubicBezTo>
                <a:cubicBezTo>
                  <a:pt x="9860" y="73961"/>
                  <a:pt x="9801" y="73991"/>
                  <a:pt x="9728" y="74020"/>
                </a:cubicBezTo>
                <a:cubicBezTo>
                  <a:pt x="9845" y="72593"/>
                  <a:pt x="9433" y="71165"/>
                  <a:pt x="8992" y="69679"/>
                </a:cubicBezTo>
                <a:cubicBezTo>
                  <a:pt x="8624" y="68428"/>
                  <a:pt x="8241" y="67147"/>
                  <a:pt x="8138" y="65705"/>
                </a:cubicBezTo>
                <a:cubicBezTo>
                  <a:pt x="7888" y="62585"/>
                  <a:pt x="8433" y="59833"/>
                  <a:pt x="9713" y="57523"/>
                </a:cubicBezTo>
                <a:cubicBezTo>
                  <a:pt x="9728" y="57479"/>
                  <a:pt x="9772" y="57435"/>
                  <a:pt x="9786" y="57391"/>
                </a:cubicBezTo>
                <a:cubicBezTo>
                  <a:pt x="9904" y="57346"/>
                  <a:pt x="9992" y="57288"/>
                  <a:pt x="10096" y="57214"/>
                </a:cubicBezTo>
                <a:close/>
                <a:moveTo>
                  <a:pt x="10861" y="73917"/>
                </a:moveTo>
                <a:cubicBezTo>
                  <a:pt x="10861" y="73917"/>
                  <a:pt x="10861" y="73932"/>
                  <a:pt x="10831" y="73932"/>
                </a:cubicBezTo>
                <a:cubicBezTo>
                  <a:pt x="10817" y="73946"/>
                  <a:pt x="10817" y="73976"/>
                  <a:pt x="10802" y="73991"/>
                </a:cubicBezTo>
                <a:cubicBezTo>
                  <a:pt x="10787" y="74005"/>
                  <a:pt x="10728" y="74020"/>
                  <a:pt x="10684" y="74049"/>
                </a:cubicBezTo>
                <a:cubicBezTo>
                  <a:pt x="10714" y="74020"/>
                  <a:pt x="10714" y="73991"/>
                  <a:pt x="10728" y="73976"/>
                </a:cubicBezTo>
                <a:cubicBezTo>
                  <a:pt x="10758" y="73946"/>
                  <a:pt x="10817" y="73932"/>
                  <a:pt x="10861" y="73917"/>
                </a:cubicBezTo>
                <a:close/>
                <a:moveTo>
                  <a:pt x="10463" y="73873"/>
                </a:moveTo>
                <a:lnTo>
                  <a:pt x="10463" y="73873"/>
                </a:lnTo>
                <a:cubicBezTo>
                  <a:pt x="10449" y="73917"/>
                  <a:pt x="10449" y="73946"/>
                  <a:pt x="10434" y="73991"/>
                </a:cubicBezTo>
                <a:cubicBezTo>
                  <a:pt x="10360" y="74020"/>
                  <a:pt x="10302" y="74049"/>
                  <a:pt x="10243" y="74064"/>
                </a:cubicBezTo>
                <a:cubicBezTo>
                  <a:pt x="10257" y="74020"/>
                  <a:pt x="10257" y="73991"/>
                  <a:pt x="10287" y="73932"/>
                </a:cubicBezTo>
                <a:cubicBezTo>
                  <a:pt x="10346" y="73917"/>
                  <a:pt x="10419" y="73902"/>
                  <a:pt x="10463" y="73873"/>
                </a:cubicBezTo>
                <a:close/>
                <a:moveTo>
                  <a:pt x="10949" y="73991"/>
                </a:moveTo>
                <a:cubicBezTo>
                  <a:pt x="10949" y="74020"/>
                  <a:pt x="10949" y="74049"/>
                  <a:pt x="10934" y="74049"/>
                </a:cubicBezTo>
                <a:cubicBezTo>
                  <a:pt x="10905" y="74064"/>
                  <a:pt x="10875" y="74079"/>
                  <a:pt x="10831" y="74079"/>
                </a:cubicBezTo>
                <a:cubicBezTo>
                  <a:pt x="10831" y="74064"/>
                  <a:pt x="10846" y="74049"/>
                  <a:pt x="10846" y="74020"/>
                </a:cubicBezTo>
                <a:cubicBezTo>
                  <a:pt x="10890" y="74005"/>
                  <a:pt x="10905" y="74005"/>
                  <a:pt x="10949" y="73991"/>
                </a:cubicBezTo>
                <a:close/>
                <a:moveTo>
                  <a:pt x="9639" y="57494"/>
                </a:moveTo>
                <a:lnTo>
                  <a:pt x="9639" y="57494"/>
                </a:lnTo>
                <a:cubicBezTo>
                  <a:pt x="8315" y="59819"/>
                  <a:pt x="7785" y="62585"/>
                  <a:pt x="8035" y="65735"/>
                </a:cubicBezTo>
                <a:cubicBezTo>
                  <a:pt x="8153" y="67162"/>
                  <a:pt x="8536" y="68472"/>
                  <a:pt x="8903" y="69723"/>
                </a:cubicBezTo>
                <a:cubicBezTo>
                  <a:pt x="9345" y="71209"/>
                  <a:pt x="9742" y="72622"/>
                  <a:pt x="9639" y="74064"/>
                </a:cubicBezTo>
                <a:cubicBezTo>
                  <a:pt x="9610" y="74079"/>
                  <a:pt x="9580" y="74079"/>
                  <a:pt x="9551" y="74094"/>
                </a:cubicBezTo>
                <a:cubicBezTo>
                  <a:pt x="9507" y="74123"/>
                  <a:pt x="9477" y="74123"/>
                  <a:pt x="9419" y="74138"/>
                </a:cubicBezTo>
                <a:cubicBezTo>
                  <a:pt x="9433" y="72740"/>
                  <a:pt x="8977" y="71401"/>
                  <a:pt x="8477" y="69973"/>
                </a:cubicBezTo>
                <a:cubicBezTo>
                  <a:pt x="8020" y="68663"/>
                  <a:pt x="7564" y="67309"/>
                  <a:pt x="7432" y="65808"/>
                </a:cubicBezTo>
                <a:cubicBezTo>
                  <a:pt x="7196" y="62880"/>
                  <a:pt x="7814" y="60113"/>
                  <a:pt x="9271" y="57803"/>
                </a:cubicBezTo>
                <a:cubicBezTo>
                  <a:pt x="9316" y="57744"/>
                  <a:pt x="9330" y="57714"/>
                  <a:pt x="9360" y="57655"/>
                </a:cubicBezTo>
                <a:lnTo>
                  <a:pt x="9639" y="57494"/>
                </a:lnTo>
                <a:close/>
                <a:moveTo>
                  <a:pt x="10611" y="74005"/>
                </a:moveTo>
                <a:lnTo>
                  <a:pt x="10611" y="74005"/>
                </a:lnTo>
                <a:cubicBezTo>
                  <a:pt x="10596" y="74020"/>
                  <a:pt x="10596" y="74064"/>
                  <a:pt x="10581" y="74079"/>
                </a:cubicBezTo>
                <a:lnTo>
                  <a:pt x="10581" y="74094"/>
                </a:lnTo>
                <a:cubicBezTo>
                  <a:pt x="10522" y="74123"/>
                  <a:pt x="10478" y="74138"/>
                  <a:pt x="10434" y="74152"/>
                </a:cubicBezTo>
                <a:cubicBezTo>
                  <a:pt x="10449" y="74138"/>
                  <a:pt x="10463" y="74094"/>
                  <a:pt x="10463" y="74064"/>
                </a:cubicBezTo>
                <a:cubicBezTo>
                  <a:pt x="10522" y="74049"/>
                  <a:pt x="10566" y="74020"/>
                  <a:pt x="10611" y="74005"/>
                </a:cubicBezTo>
                <a:close/>
                <a:moveTo>
                  <a:pt x="10169" y="73991"/>
                </a:moveTo>
                <a:cubicBezTo>
                  <a:pt x="10154" y="74020"/>
                  <a:pt x="10154" y="74079"/>
                  <a:pt x="10140" y="74123"/>
                </a:cubicBezTo>
                <a:cubicBezTo>
                  <a:pt x="10081" y="74123"/>
                  <a:pt x="10022" y="74138"/>
                  <a:pt x="9978" y="74167"/>
                </a:cubicBezTo>
                <a:cubicBezTo>
                  <a:pt x="9978" y="74138"/>
                  <a:pt x="9992" y="74079"/>
                  <a:pt x="9992" y="74049"/>
                </a:cubicBezTo>
                <a:cubicBezTo>
                  <a:pt x="10037" y="74020"/>
                  <a:pt x="10110" y="74005"/>
                  <a:pt x="10169" y="73991"/>
                </a:cubicBezTo>
                <a:close/>
                <a:moveTo>
                  <a:pt x="9198" y="57758"/>
                </a:moveTo>
                <a:lnTo>
                  <a:pt x="9198" y="57758"/>
                </a:lnTo>
                <a:cubicBezTo>
                  <a:pt x="7726" y="60098"/>
                  <a:pt x="7079" y="62880"/>
                  <a:pt x="7344" y="65808"/>
                </a:cubicBezTo>
                <a:cubicBezTo>
                  <a:pt x="7476" y="67324"/>
                  <a:pt x="7947" y="68693"/>
                  <a:pt x="8403" y="70002"/>
                </a:cubicBezTo>
                <a:cubicBezTo>
                  <a:pt x="8903" y="71415"/>
                  <a:pt x="9360" y="72754"/>
                  <a:pt x="9345" y="74152"/>
                </a:cubicBezTo>
                <a:cubicBezTo>
                  <a:pt x="9271" y="74167"/>
                  <a:pt x="9198" y="74211"/>
                  <a:pt x="9124" y="74226"/>
                </a:cubicBezTo>
                <a:cubicBezTo>
                  <a:pt x="9051" y="72872"/>
                  <a:pt x="8536" y="71577"/>
                  <a:pt x="7976" y="70223"/>
                </a:cubicBezTo>
                <a:cubicBezTo>
                  <a:pt x="7432" y="68855"/>
                  <a:pt x="6858" y="67457"/>
                  <a:pt x="6711" y="65867"/>
                </a:cubicBezTo>
                <a:cubicBezTo>
                  <a:pt x="6461" y="63100"/>
                  <a:pt x="7196" y="60393"/>
                  <a:pt x="8815" y="58053"/>
                </a:cubicBezTo>
                <a:cubicBezTo>
                  <a:pt x="8845" y="57994"/>
                  <a:pt x="8903" y="57950"/>
                  <a:pt x="8933" y="57891"/>
                </a:cubicBezTo>
                <a:cubicBezTo>
                  <a:pt x="9036" y="57832"/>
                  <a:pt x="9124" y="57788"/>
                  <a:pt x="9198" y="57758"/>
                </a:cubicBezTo>
                <a:close/>
                <a:moveTo>
                  <a:pt x="10743" y="74094"/>
                </a:moveTo>
                <a:lnTo>
                  <a:pt x="10743" y="74094"/>
                </a:lnTo>
                <a:cubicBezTo>
                  <a:pt x="10728" y="74123"/>
                  <a:pt x="10728" y="74138"/>
                  <a:pt x="10714" y="74152"/>
                </a:cubicBezTo>
                <a:cubicBezTo>
                  <a:pt x="10669" y="74197"/>
                  <a:pt x="10640" y="74211"/>
                  <a:pt x="10596" y="74226"/>
                </a:cubicBezTo>
                <a:cubicBezTo>
                  <a:pt x="10611" y="74211"/>
                  <a:pt x="10611" y="74197"/>
                  <a:pt x="10640" y="74152"/>
                </a:cubicBezTo>
                <a:lnTo>
                  <a:pt x="10743" y="74094"/>
                </a:lnTo>
                <a:close/>
                <a:moveTo>
                  <a:pt x="10798" y="74220"/>
                </a:moveTo>
                <a:cubicBezTo>
                  <a:pt x="10801" y="74220"/>
                  <a:pt x="10802" y="74222"/>
                  <a:pt x="10802" y="74226"/>
                </a:cubicBezTo>
                <a:cubicBezTo>
                  <a:pt x="10788" y="74240"/>
                  <a:pt x="10760" y="74241"/>
                  <a:pt x="10758" y="74267"/>
                </a:cubicBezTo>
                <a:lnTo>
                  <a:pt x="10758" y="74267"/>
                </a:lnTo>
                <a:cubicBezTo>
                  <a:pt x="10758" y="74259"/>
                  <a:pt x="10761" y="74241"/>
                  <a:pt x="10772" y="74241"/>
                </a:cubicBezTo>
                <a:cubicBezTo>
                  <a:pt x="10783" y="74230"/>
                  <a:pt x="10793" y="74220"/>
                  <a:pt x="10798" y="74220"/>
                </a:cubicBezTo>
                <a:close/>
                <a:moveTo>
                  <a:pt x="9904" y="74064"/>
                </a:moveTo>
                <a:cubicBezTo>
                  <a:pt x="9904" y="74094"/>
                  <a:pt x="9875" y="74152"/>
                  <a:pt x="9875" y="74197"/>
                </a:cubicBezTo>
                <a:cubicBezTo>
                  <a:pt x="9831" y="74211"/>
                  <a:pt x="9757" y="74241"/>
                  <a:pt x="9698" y="74270"/>
                </a:cubicBezTo>
                <a:cubicBezTo>
                  <a:pt x="9698" y="74211"/>
                  <a:pt x="9713" y="74167"/>
                  <a:pt x="9713" y="74123"/>
                </a:cubicBezTo>
                <a:cubicBezTo>
                  <a:pt x="9772" y="74094"/>
                  <a:pt x="9845" y="74079"/>
                  <a:pt x="9904" y="74064"/>
                </a:cubicBezTo>
                <a:close/>
                <a:moveTo>
                  <a:pt x="10375" y="74094"/>
                </a:moveTo>
                <a:lnTo>
                  <a:pt x="10375" y="74094"/>
                </a:lnTo>
                <a:cubicBezTo>
                  <a:pt x="10360" y="74138"/>
                  <a:pt x="10360" y="74167"/>
                  <a:pt x="10346" y="74211"/>
                </a:cubicBezTo>
                <a:cubicBezTo>
                  <a:pt x="10287" y="74226"/>
                  <a:pt x="10228" y="74241"/>
                  <a:pt x="10199" y="74285"/>
                </a:cubicBezTo>
                <a:cubicBezTo>
                  <a:pt x="10199" y="74226"/>
                  <a:pt x="10213" y="74197"/>
                  <a:pt x="10213" y="74152"/>
                </a:cubicBezTo>
                <a:lnTo>
                  <a:pt x="10375" y="74094"/>
                </a:lnTo>
                <a:close/>
                <a:moveTo>
                  <a:pt x="8756" y="57979"/>
                </a:moveTo>
                <a:cubicBezTo>
                  <a:pt x="8771" y="57979"/>
                  <a:pt x="8771" y="58009"/>
                  <a:pt x="8756" y="58023"/>
                </a:cubicBezTo>
                <a:cubicBezTo>
                  <a:pt x="7123" y="60363"/>
                  <a:pt x="6387" y="63086"/>
                  <a:pt x="6637" y="65882"/>
                </a:cubicBezTo>
                <a:cubicBezTo>
                  <a:pt x="6784" y="67471"/>
                  <a:pt x="7358" y="68869"/>
                  <a:pt x="7917" y="70253"/>
                </a:cubicBezTo>
                <a:cubicBezTo>
                  <a:pt x="8462" y="71621"/>
                  <a:pt x="8977" y="72902"/>
                  <a:pt x="9036" y="74270"/>
                </a:cubicBezTo>
                <a:cubicBezTo>
                  <a:pt x="8962" y="74285"/>
                  <a:pt x="8889" y="74314"/>
                  <a:pt x="8815" y="74344"/>
                </a:cubicBezTo>
                <a:cubicBezTo>
                  <a:pt x="8668" y="72990"/>
                  <a:pt x="8094" y="71739"/>
                  <a:pt x="7491" y="70444"/>
                </a:cubicBezTo>
                <a:cubicBezTo>
                  <a:pt x="6843" y="69046"/>
                  <a:pt x="6181" y="67589"/>
                  <a:pt x="6019" y="65955"/>
                </a:cubicBezTo>
                <a:cubicBezTo>
                  <a:pt x="5754" y="63321"/>
                  <a:pt x="6608" y="60613"/>
                  <a:pt x="8374" y="58332"/>
                </a:cubicBezTo>
                <a:lnTo>
                  <a:pt x="8536" y="58112"/>
                </a:lnTo>
                <a:cubicBezTo>
                  <a:pt x="8609" y="58082"/>
                  <a:pt x="8683" y="58023"/>
                  <a:pt x="8756" y="57979"/>
                </a:cubicBezTo>
                <a:close/>
                <a:moveTo>
                  <a:pt x="10522" y="74211"/>
                </a:moveTo>
                <a:cubicBezTo>
                  <a:pt x="10508" y="74226"/>
                  <a:pt x="10508" y="74270"/>
                  <a:pt x="10493" y="74285"/>
                </a:cubicBezTo>
                <a:cubicBezTo>
                  <a:pt x="10449" y="74300"/>
                  <a:pt x="10390" y="74344"/>
                  <a:pt x="10360" y="74359"/>
                </a:cubicBezTo>
                <a:cubicBezTo>
                  <a:pt x="10375" y="74314"/>
                  <a:pt x="10375" y="74300"/>
                  <a:pt x="10390" y="74270"/>
                </a:cubicBezTo>
                <a:cubicBezTo>
                  <a:pt x="10434" y="74241"/>
                  <a:pt x="10463" y="74226"/>
                  <a:pt x="10522" y="74211"/>
                </a:cubicBezTo>
                <a:close/>
                <a:moveTo>
                  <a:pt x="9625" y="74152"/>
                </a:moveTo>
                <a:cubicBezTo>
                  <a:pt x="9625" y="74211"/>
                  <a:pt x="9610" y="74241"/>
                  <a:pt x="9610" y="74300"/>
                </a:cubicBezTo>
                <a:cubicBezTo>
                  <a:pt x="9551" y="74314"/>
                  <a:pt x="9477" y="74344"/>
                  <a:pt x="9419" y="74373"/>
                </a:cubicBezTo>
                <a:lnTo>
                  <a:pt x="9419" y="74226"/>
                </a:lnTo>
                <a:cubicBezTo>
                  <a:pt x="9477" y="74211"/>
                  <a:pt x="9507" y="74197"/>
                  <a:pt x="9566" y="74167"/>
                </a:cubicBezTo>
                <a:cubicBezTo>
                  <a:pt x="9580" y="74167"/>
                  <a:pt x="9610" y="74152"/>
                  <a:pt x="9625" y="74152"/>
                </a:cubicBezTo>
                <a:close/>
                <a:moveTo>
                  <a:pt x="10096" y="74197"/>
                </a:moveTo>
                <a:lnTo>
                  <a:pt x="10096" y="74197"/>
                </a:lnTo>
                <a:cubicBezTo>
                  <a:pt x="10081" y="74226"/>
                  <a:pt x="10081" y="74270"/>
                  <a:pt x="10066" y="74300"/>
                </a:cubicBezTo>
                <a:cubicBezTo>
                  <a:pt x="10022" y="74344"/>
                  <a:pt x="9978" y="74359"/>
                  <a:pt x="9919" y="74373"/>
                </a:cubicBezTo>
                <a:cubicBezTo>
                  <a:pt x="9934" y="74344"/>
                  <a:pt x="9934" y="74300"/>
                  <a:pt x="9934" y="74241"/>
                </a:cubicBezTo>
                <a:lnTo>
                  <a:pt x="10096" y="74197"/>
                </a:lnTo>
                <a:close/>
                <a:moveTo>
                  <a:pt x="10611" y="74314"/>
                </a:moveTo>
                <a:cubicBezTo>
                  <a:pt x="10611" y="74314"/>
                  <a:pt x="10596" y="74344"/>
                  <a:pt x="10596" y="74359"/>
                </a:cubicBezTo>
                <a:cubicBezTo>
                  <a:pt x="10581" y="74373"/>
                  <a:pt x="10537" y="74388"/>
                  <a:pt x="10522" y="74388"/>
                </a:cubicBezTo>
                <a:cubicBezTo>
                  <a:pt x="10522" y="74373"/>
                  <a:pt x="10537" y="74359"/>
                  <a:pt x="10537" y="74359"/>
                </a:cubicBezTo>
                <a:cubicBezTo>
                  <a:pt x="10552" y="74329"/>
                  <a:pt x="10596" y="74329"/>
                  <a:pt x="10611" y="74314"/>
                </a:cubicBezTo>
                <a:close/>
                <a:moveTo>
                  <a:pt x="8374" y="58200"/>
                </a:moveTo>
                <a:lnTo>
                  <a:pt x="8315" y="58259"/>
                </a:lnTo>
                <a:cubicBezTo>
                  <a:pt x="6534" y="60555"/>
                  <a:pt x="5681" y="63277"/>
                  <a:pt x="5945" y="65926"/>
                </a:cubicBezTo>
                <a:cubicBezTo>
                  <a:pt x="6107" y="67589"/>
                  <a:pt x="6770" y="69031"/>
                  <a:pt x="7417" y="70444"/>
                </a:cubicBezTo>
                <a:cubicBezTo>
                  <a:pt x="8020" y="71739"/>
                  <a:pt x="8594" y="72990"/>
                  <a:pt x="8742" y="74329"/>
                </a:cubicBezTo>
                <a:cubicBezTo>
                  <a:pt x="8668" y="74359"/>
                  <a:pt x="8594" y="74388"/>
                  <a:pt x="8521" y="74403"/>
                </a:cubicBezTo>
                <a:cubicBezTo>
                  <a:pt x="8300" y="73078"/>
                  <a:pt x="7667" y="71871"/>
                  <a:pt x="7005" y="70576"/>
                </a:cubicBezTo>
                <a:cubicBezTo>
                  <a:pt x="6269" y="69149"/>
                  <a:pt x="5519" y="67677"/>
                  <a:pt x="5327" y="65985"/>
                </a:cubicBezTo>
                <a:cubicBezTo>
                  <a:pt x="5077" y="63424"/>
                  <a:pt x="5990" y="60790"/>
                  <a:pt x="7947" y="58553"/>
                </a:cubicBezTo>
                <a:lnTo>
                  <a:pt x="8182" y="58318"/>
                </a:lnTo>
                <a:cubicBezTo>
                  <a:pt x="8241" y="58274"/>
                  <a:pt x="8315" y="58244"/>
                  <a:pt x="8374" y="58200"/>
                </a:cubicBezTo>
                <a:close/>
                <a:moveTo>
                  <a:pt x="9330" y="74226"/>
                </a:moveTo>
                <a:lnTo>
                  <a:pt x="9330" y="74388"/>
                </a:lnTo>
                <a:lnTo>
                  <a:pt x="9316" y="74388"/>
                </a:lnTo>
                <a:cubicBezTo>
                  <a:pt x="9257" y="74432"/>
                  <a:pt x="9183" y="74447"/>
                  <a:pt x="9124" y="74462"/>
                </a:cubicBezTo>
                <a:lnTo>
                  <a:pt x="9124" y="74300"/>
                </a:lnTo>
                <a:cubicBezTo>
                  <a:pt x="9198" y="74285"/>
                  <a:pt x="9271" y="74270"/>
                  <a:pt x="9330" y="74226"/>
                </a:cubicBezTo>
                <a:close/>
                <a:moveTo>
                  <a:pt x="10287" y="74314"/>
                </a:moveTo>
                <a:lnTo>
                  <a:pt x="10287" y="74314"/>
                </a:lnTo>
                <a:cubicBezTo>
                  <a:pt x="10257" y="74359"/>
                  <a:pt x="10257" y="74373"/>
                  <a:pt x="10243" y="74417"/>
                </a:cubicBezTo>
                <a:cubicBezTo>
                  <a:pt x="10213" y="74432"/>
                  <a:pt x="10154" y="74447"/>
                  <a:pt x="10110" y="74462"/>
                </a:cubicBezTo>
                <a:cubicBezTo>
                  <a:pt x="10110" y="74447"/>
                  <a:pt x="10140" y="74417"/>
                  <a:pt x="10140" y="74388"/>
                </a:cubicBezTo>
                <a:lnTo>
                  <a:pt x="10140" y="74373"/>
                </a:lnTo>
                <a:cubicBezTo>
                  <a:pt x="10184" y="74359"/>
                  <a:pt x="10228" y="74344"/>
                  <a:pt x="10287" y="74314"/>
                </a:cubicBezTo>
                <a:close/>
                <a:moveTo>
                  <a:pt x="9860" y="74285"/>
                </a:moveTo>
                <a:cubicBezTo>
                  <a:pt x="9860" y="74314"/>
                  <a:pt x="9845" y="74373"/>
                  <a:pt x="9816" y="74417"/>
                </a:cubicBezTo>
                <a:cubicBezTo>
                  <a:pt x="9772" y="74447"/>
                  <a:pt x="9713" y="74462"/>
                  <a:pt x="9654" y="74491"/>
                </a:cubicBezTo>
                <a:cubicBezTo>
                  <a:pt x="9654" y="74447"/>
                  <a:pt x="9669" y="74388"/>
                  <a:pt x="9669" y="74359"/>
                </a:cubicBezTo>
                <a:cubicBezTo>
                  <a:pt x="9728" y="74344"/>
                  <a:pt x="9801" y="74314"/>
                  <a:pt x="9860" y="74285"/>
                </a:cubicBezTo>
                <a:close/>
                <a:moveTo>
                  <a:pt x="7947" y="58450"/>
                </a:moveTo>
                <a:cubicBezTo>
                  <a:pt x="7932" y="58465"/>
                  <a:pt x="7903" y="58494"/>
                  <a:pt x="7873" y="58509"/>
                </a:cubicBezTo>
                <a:cubicBezTo>
                  <a:pt x="5901" y="60775"/>
                  <a:pt x="4959" y="63424"/>
                  <a:pt x="5239" y="66000"/>
                </a:cubicBezTo>
                <a:cubicBezTo>
                  <a:pt x="5430" y="67692"/>
                  <a:pt x="6181" y="69178"/>
                  <a:pt x="6917" y="70621"/>
                </a:cubicBezTo>
                <a:cubicBezTo>
                  <a:pt x="7579" y="71886"/>
                  <a:pt x="8197" y="73122"/>
                  <a:pt x="8418" y="74432"/>
                </a:cubicBezTo>
                <a:cubicBezTo>
                  <a:pt x="8344" y="74447"/>
                  <a:pt x="8271" y="74491"/>
                  <a:pt x="8197" y="74506"/>
                </a:cubicBezTo>
                <a:cubicBezTo>
                  <a:pt x="7903" y="73181"/>
                  <a:pt x="7226" y="71974"/>
                  <a:pt x="6505" y="70724"/>
                </a:cubicBezTo>
                <a:cubicBezTo>
                  <a:pt x="5681" y="69281"/>
                  <a:pt x="4812" y="67766"/>
                  <a:pt x="4636" y="66058"/>
                </a:cubicBezTo>
                <a:cubicBezTo>
                  <a:pt x="4268" y="62718"/>
                  <a:pt x="6269" y="60084"/>
                  <a:pt x="7505" y="58818"/>
                </a:cubicBezTo>
                <a:lnTo>
                  <a:pt x="7814" y="58494"/>
                </a:lnTo>
                <a:cubicBezTo>
                  <a:pt x="7859" y="58494"/>
                  <a:pt x="7903" y="58480"/>
                  <a:pt x="7947" y="58450"/>
                </a:cubicBezTo>
                <a:close/>
                <a:moveTo>
                  <a:pt x="10419" y="74388"/>
                </a:moveTo>
                <a:cubicBezTo>
                  <a:pt x="10390" y="74417"/>
                  <a:pt x="10390" y="74432"/>
                  <a:pt x="10375" y="74447"/>
                </a:cubicBezTo>
                <a:cubicBezTo>
                  <a:pt x="10346" y="74506"/>
                  <a:pt x="10316" y="74520"/>
                  <a:pt x="10287" y="74520"/>
                </a:cubicBezTo>
                <a:cubicBezTo>
                  <a:pt x="10302" y="74506"/>
                  <a:pt x="10302" y="74491"/>
                  <a:pt x="10316" y="74447"/>
                </a:cubicBezTo>
                <a:cubicBezTo>
                  <a:pt x="10360" y="74432"/>
                  <a:pt x="10390" y="74417"/>
                  <a:pt x="10419" y="74388"/>
                </a:cubicBezTo>
                <a:close/>
                <a:moveTo>
                  <a:pt x="10455" y="74549"/>
                </a:moveTo>
                <a:cubicBezTo>
                  <a:pt x="10450" y="74556"/>
                  <a:pt x="10445" y="74561"/>
                  <a:pt x="10441" y="74565"/>
                </a:cubicBezTo>
                <a:lnTo>
                  <a:pt x="10441" y="74565"/>
                </a:lnTo>
                <a:lnTo>
                  <a:pt x="10449" y="74550"/>
                </a:lnTo>
                <a:cubicBezTo>
                  <a:pt x="10451" y="74550"/>
                  <a:pt x="10453" y="74550"/>
                  <a:pt x="10455" y="74549"/>
                </a:cubicBezTo>
                <a:close/>
                <a:moveTo>
                  <a:pt x="9051" y="74344"/>
                </a:moveTo>
                <a:lnTo>
                  <a:pt x="9051" y="74506"/>
                </a:lnTo>
                <a:cubicBezTo>
                  <a:pt x="8977" y="74520"/>
                  <a:pt x="8918" y="74565"/>
                  <a:pt x="8845" y="74579"/>
                </a:cubicBezTo>
                <a:cubicBezTo>
                  <a:pt x="8845" y="74520"/>
                  <a:pt x="8845" y="74462"/>
                  <a:pt x="8830" y="74417"/>
                </a:cubicBezTo>
                <a:cubicBezTo>
                  <a:pt x="8903" y="74373"/>
                  <a:pt x="8977" y="74359"/>
                  <a:pt x="9051" y="74344"/>
                </a:cubicBezTo>
                <a:close/>
                <a:moveTo>
                  <a:pt x="9580" y="74373"/>
                </a:moveTo>
                <a:cubicBezTo>
                  <a:pt x="9580" y="74432"/>
                  <a:pt x="9566" y="74462"/>
                  <a:pt x="9566" y="74520"/>
                </a:cubicBezTo>
                <a:cubicBezTo>
                  <a:pt x="9507" y="74535"/>
                  <a:pt x="9463" y="74579"/>
                  <a:pt x="9389" y="74594"/>
                </a:cubicBezTo>
                <a:cubicBezTo>
                  <a:pt x="9404" y="74565"/>
                  <a:pt x="9404" y="74506"/>
                  <a:pt x="9404" y="74447"/>
                </a:cubicBezTo>
                <a:cubicBezTo>
                  <a:pt x="9463" y="74432"/>
                  <a:pt x="9536" y="74417"/>
                  <a:pt x="9580" y="74373"/>
                </a:cubicBezTo>
                <a:close/>
                <a:moveTo>
                  <a:pt x="10037" y="74417"/>
                </a:moveTo>
                <a:lnTo>
                  <a:pt x="10037" y="74417"/>
                </a:lnTo>
                <a:cubicBezTo>
                  <a:pt x="10022" y="74447"/>
                  <a:pt x="10022" y="74491"/>
                  <a:pt x="10007" y="74520"/>
                </a:cubicBezTo>
                <a:cubicBezTo>
                  <a:pt x="9948" y="74535"/>
                  <a:pt x="9919" y="74579"/>
                  <a:pt x="9860" y="74594"/>
                </a:cubicBezTo>
                <a:cubicBezTo>
                  <a:pt x="9875" y="74579"/>
                  <a:pt x="9875" y="74565"/>
                  <a:pt x="9875" y="74520"/>
                </a:cubicBezTo>
                <a:cubicBezTo>
                  <a:pt x="9875" y="74506"/>
                  <a:pt x="9875" y="74491"/>
                  <a:pt x="9889" y="74462"/>
                </a:cubicBezTo>
                <a:cubicBezTo>
                  <a:pt x="9948" y="74447"/>
                  <a:pt x="10007" y="74432"/>
                  <a:pt x="10037" y="74417"/>
                </a:cubicBezTo>
                <a:close/>
                <a:moveTo>
                  <a:pt x="7440" y="58780"/>
                </a:moveTo>
                <a:lnTo>
                  <a:pt x="7440" y="58780"/>
                </a:lnTo>
                <a:cubicBezTo>
                  <a:pt x="6204" y="60048"/>
                  <a:pt x="4195" y="62694"/>
                  <a:pt x="4562" y="66073"/>
                </a:cubicBezTo>
                <a:cubicBezTo>
                  <a:pt x="4739" y="67810"/>
                  <a:pt x="5607" y="69340"/>
                  <a:pt x="6461" y="70782"/>
                </a:cubicBezTo>
                <a:cubicBezTo>
                  <a:pt x="7167" y="72033"/>
                  <a:pt x="7859" y="73240"/>
                  <a:pt x="8153" y="74535"/>
                </a:cubicBezTo>
                <a:cubicBezTo>
                  <a:pt x="8079" y="74565"/>
                  <a:pt x="8006" y="74594"/>
                  <a:pt x="7932" y="74609"/>
                </a:cubicBezTo>
                <a:cubicBezTo>
                  <a:pt x="7564" y="73270"/>
                  <a:pt x="6799" y="72063"/>
                  <a:pt x="6048" y="70856"/>
                </a:cubicBezTo>
                <a:cubicBezTo>
                  <a:pt x="5136" y="69384"/>
                  <a:pt x="4179" y="67869"/>
                  <a:pt x="3973" y="66117"/>
                </a:cubicBezTo>
                <a:cubicBezTo>
                  <a:pt x="3694" y="63704"/>
                  <a:pt x="4842" y="61128"/>
                  <a:pt x="7093" y="59053"/>
                </a:cubicBezTo>
                <a:cubicBezTo>
                  <a:pt x="7185" y="58975"/>
                  <a:pt x="7310" y="58874"/>
                  <a:pt x="7440" y="58780"/>
                </a:cubicBezTo>
                <a:close/>
                <a:moveTo>
                  <a:pt x="8756" y="74417"/>
                </a:moveTo>
                <a:lnTo>
                  <a:pt x="8756" y="74594"/>
                </a:lnTo>
                <a:cubicBezTo>
                  <a:pt x="8683" y="74609"/>
                  <a:pt x="8609" y="74653"/>
                  <a:pt x="8550" y="74668"/>
                </a:cubicBezTo>
                <a:cubicBezTo>
                  <a:pt x="8550" y="74609"/>
                  <a:pt x="8536" y="74550"/>
                  <a:pt x="8536" y="74491"/>
                </a:cubicBezTo>
                <a:cubicBezTo>
                  <a:pt x="8609" y="74462"/>
                  <a:pt x="8683" y="74432"/>
                  <a:pt x="8756" y="74417"/>
                </a:cubicBezTo>
                <a:close/>
                <a:moveTo>
                  <a:pt x="10199" y="74520"/>
                </a:moveTo>
                <a:cubicBezTo>
                  <a:pt x="10169" y="74535"/>
                  <a:pt x="10169" y="74579"/>
                  <a:pt x="10154" y="74594"/>
                </a:cubicBezTo>
                <a:cubicBezTo>
                  <a:pt x="10110" y="74609"/>
                  <a:pt x="10081" y="74653"/>
                  <a:pt x="10051" y="74668"/>
                </a:cubicBezTo>
                <a:cubicBezTo>
                  <a:pt x="10066" y="74638"/>
                  <a:pt x="10066" y="74609"/>
                  <a:pt x="10081" y="74579"/>
                </a:cubicBezTo>
                <a:lnTo>
                  <a:pt x="10199" y="74520"/>
                </a:lnTo>
                <a:close/>
                <a:moveTo>
                  <a:pt x="9330" y="74491"/>
                </a:moveTo>
                <a:cubicBezTo>
                  <a:pt x="9330" y="74535"/>
                  <a:pt x="9316" y="74579"/>
                  <a:pt x="9316" y="74638"/>
                </a:cubicBezTo>
                <a:cubicBezTo>
                  <a:pt x="9257" y="74668"/>
                  <a:pt x="9183" y="74682"/>
                  <a:pt x="9124" y="74712"/>
                </a:cubicBezTo>
                <a:lnTo>
                  <a:pt x="9124" y="74565"/>
                </a:lnTo>
                <a:cubicBezTo>
                  <a:pt x="9198" y="74535"/>
                  <a:pt x="9257" y="74506"/>
                  <a:pt x="9330" y="74491"/>
                </a:cubicBezTo>
                <a:close/>
                <a:moveTo>
                  <a:pt x="9801" y="74506"/>
                </a:moveTo>
                <a:lnTo>
                  <a:pt x="9801" y="74506"/>
                </a:lnTo>
                <a:cubicBezTo>
                  <a:pt x="9786" y="74535"/>
                  <a:pt x="9786" y="74579"/>
                  <a:pt x="9772" y="74609"/>
                </a:cubicBezTo>
                <a:cubicBezTo>
                  <a:pt x="9728" y="74653"/>
                  <a:pt x="9683" y="74682"/>
                  <a:pt x="9625" y="74712"/>
                </a:cubicBezTo>
                <a:lnTo>
                  <a:pt x="9625" y="74668"/>
                </a:lnTo>
                <a:cubicBezTo>
                  <a:pt x="9625" y="74638"/>
                  <a:pt x="9639" y="74609"/>
                  <a:pt x="9639" y="74579"/>
                </a:cubicBezTo>
                <a:cubicBezTo>
                  <a:pt x="9698" y="74565"/>
                  <a:pt x="9742" y="74535"/>
                  <a:pt x="9801" y="74506"/>
                </a:cubicBezTo>
                <a:close/>
                <a:moveTo>
                  <a:pt x="10287" y="74638"/>
                </a:moveTo>
                <a:cubicBezTo>
                  <a:pt x="10287" y="74638"/>
                  <a:pt x="10287" y="74653"/>
                  <a:pt x="10272" y="74668"/>
                </a:cubicBezTo>
                <a:cubicBezTo>
                  <a:pt x="10243" y="74682"/>
                  <a:pt x="10213" y="74712"/>
                  <a:pt x="10199" y="74726"/>
                </a:cubicBezTo>
                <a:cubicBezTo>
                  <a:pt x="10199" y="74712"/>
                  <a:pt x="10213" y="74682"/>
                  <a:pt x="10213" y="74668"/>
                </a:cubicBezTo>
                <a:cubicBezTo>
                  <a:pt x="10228" y="74653"/>
                  <a:pt x="10257" y="74653"/>
                  <a:pt x="10287" y="74638"/>
                </a:cubicBezTo>
                <a:close/>
                <a:moveTo>
                  <a:pt x="6887" y="59142"/>
                </a:moveTo>
                <a:cubicBezTo>
                  <a:pt x="4680" y="61217"/>
                  <a:pt x="3576" y="63777"/>
                  <a:pt x="3841" y="66176"/>
                </a:cubicBezTo>
                <a:cubicBezTo>
                  <a:pt x="4047" y="67942"/>
                  <a:pt x="5018" y="69458"/>
                  <a:pt x="5945" y="70959"/>
                </a:cubicBezTo>
                <a:cubicBezTo>
                  <a:pt x="6681" y="72122"/>
                  <a:pt x="7447" y="73358"/>
                  <a:pt x="7814" y="74682"/>
                </a:cubicBezTo>
                <a:cubicBezTo>
                  <a:pt x="7741" y="74726"/>
                  <a:pt x="7667" y="74741"/>
                  <a:pt x="7594" y="74785"/>
                </a:cubicBezTo>
                <a:cubicBezTo>
                  <a:pt x="7167" y="73402"/>
                  <a:pt x="6343" y="72210"/>
                  <a:pt x="5533" y="71033"/>
                </a:cubicBezTo>
                <a:cubicBezTo>
                  <a:pt x="4533" y="69532"/>
                  <a:pt x="3458" y="68016"/>
                  <a:pt x="3238" y="66220"/>
                </a:cubicBezTo>
                <a:cubicBezTo>
                  <a:pt x="2943" y="63895"/>
                  <a:pt x="4209" y="61335"/>
                  <a:pt x="6608" y="59363"/>
                </a:cubicBezTo>
                <a:lnTo>
                  <a:pt x="6887" y="59142"/>
                </a:lnTo>
                <a:close/>
                <a:moveTo>
                  <a:pt x="8447" y="74520"/>
                </a:moveTo>
                <a:cubicBezTo>
                  <a:pt x="8462" y="74594"/>
                  <a:pt x="8462" y="74653"/>
                  <a:pt x="8477" y="74712"/>
                </a:cubicBezTo>
                <a:cubicBezTo>
                  <a:pt x="8403" y="74726"/>
                  <a:pt x="8330" y="74756"/>
                  <a:pt x="8256" y="74785"/>
                </a:cubicBezTo>
                <a:cubicBezTo>
                  <a:pt x="8241" y="74726"/>
                  <a:pt x="8241" y="74653"/>
                  <a:pt x="8227" y="74594"/>
                </a:cubicBezTo>
                <a:cubicBezTo>
                  <a:pt x="8300" y="74579"/>
                  <a:pt x="8374" y="74535"/>
                  <a:pt x="8447" y="74520"/>
                </a:cubicBezTo>
                <a:close/>
                <a:moveTo>
                  <a:pt x="9978" y="74653"/>
                </a:moveTo>
                <a:lnTo>
                  <a:pt x="9978" y="74653"/>
                </a:lnTo>
                <a:cubicBezTo>
                  <a:pt x="9948" y="74682"/>
                  <a:pt x="9948" y="74712"/>
                  <a:pt x="9934" y="74741"/>
                </a:cubicBezTo>
                <a:cubicBezTo>
                  <a:pt x="9904" y="74741"/>
                  <a:pt x="9860" y="74756"/>
                  <a:pt x="9801" y="74800"/>
                </a:cubicBezTo>
                <a:cubicBezTo>
                  <a:pt x="9831" y="74756"/>
                  <a:pt x="9831" y="74726"/>
                  <a:pt x="9845" y="74712"/>
                </a:cubicBezTo>
                <a:cubicBezTo>
                  <a:pt x="9875" y="74682"/>
                  <a:pt x="9934" y="74668"/>
                  <a:pt x="9978" y="74653"/>
                </a:cubicBezTo>
                <a:close/>
                <a:moveTo>
                  <a:pt x="9051" y="74579"/>
                </a:moveTo>
                <a:lnTo>
                  <a:pt x="9051" y="74741"/>
                </a:lnTo>
                <a:cubicBezTo>
                  <a:pt x="8992" y="74756"/>
                  <a:pt x="8918" y="74800"/>
                  <a:pt x="8874" y="74815"/>
                </a:cubicBezTo>
                <a:lnTo>
                  <a:pt x="8874" y="74653"/>
                </a:lnTo>
                <a:cubicBezTo>
                  <a:pt x="8903" y="74638"/>
                  <a:pt x="8977" y="74609"/>
                  <a:pt x="9051" y="74579"/>
                </a:cubicBezTo>
                <a:close/>
                <a:moveTo>
                  <a:pt x="9551" y="74609"/>
                </a:moveTo>
                <a:lnTo>
                  <a:pt x="9551" y="74653"/>
                </a:lnTo>
                <a:cubicBezTo>
                  <a:pt x="9551" y="74682"/>
                  <a:pt x="9536" y="74712"/>
                  <a:pt x="9536" y="74741"/>
                </a:cubicBezTo>
                <a:cubicBezTo>
                  <a:pt x="9477" y="74785"/>
                  <a:pt x="9419" y="74800"/>
                  <a:pt x="9360" y="74815"/>
                </a:cubicBezTo>
                <a:cubicBezTo>
                  <a:pt x="9360" y="74756"/>
                  <a:pt x="9374" y="74726"/>
                  <a:pt x="9374" y="74682"/>
                </a:cubicBezTo>
                <a:cubicBezTo>
                  <a:pt x="9433" y="74668"/>
                  <a:pt x="9492" y="74638"/>
                  <a:pt x="9551" y="74609"/>
                </a:cubicBezTo>
                <a:close/>
                <a:moveTo>
                  <a:pt x="10096" y="74726"/>
                </a:moveTo>
                <a:cubicBezTo>
                  <a:pt x="10081" y="74741"/>
                  <a:pt x="10081" y="74785"/>
                  <a:pt x="10066" y="74800"/>
                </a:cubicBezTo>
                <a:cubicBezTo>
                  <a:pt x="10022" y="74815"/>
                  <a:pt x="10007" y="74829"/>
                  <a:pt x="9978" y="74859"/>
                </a:cubicBezTo>
                <a:cubicBezTo>
                  <a:pt x="9992" y="74829"/>
                  <a:pt x="9992" y="74800"/>
                  <a:pt x="10007" y="74785"/>
                </a:cubicBezTo>
                <a:cubicBezTo>
                  <a:pt x="10051" y="74756"/>
                  <a:pt x="10066" y="74741"/>
                  <a:pt x="10096" y="74726"/>
                </a:cubicBezTo>
                <a:close/>
                <a:moveTo>
                  <a:pt x="8138" y="74653"/>
                </a:moveTo>
                <a:cubicBezTo>
                  <a:pt x="8168" y="74682"/>
                  <a:pt x="8168" y="74756"/>
                  <a:pt x="8182" y="74815"/>
                </a:cubicBezTo>
                <a:cubicBezTo>
                  <a:pt x="8109" y="74829"/>
                  <a:pt x="8035" y="74874"/>
                  <a:pt x="7962" y="74903"/>
                </a:cubicBezTo>
                <a:cubicBezTo>
                  <a:pt x="7947" y="74859"/>
                  <a:pt x="7932" y="74785"/>
                  <a:pt x="7903" y="74726"/>
                </a:cubicBezTo>
                <a:cubicBezTo>
                  <a:pt x="7991" y="74697"/>
                  <a:pt x="8050" y="74668"/>
                  <a:pt x="8138" y="74653"/>
                </a:cubicBezTo>
                <a:close/>
                <a:moveTo>
                  <a:pt x="9742" y="74726"/>
                </a:moveTo>
                <a:cubicBezTo>
                  <a:pt x="9728" y="74756"/>
                  <a:pt x="9728" y="74800"/>
                  <a:pt x="9713" y="74829"/>
                </a:cubicBezTo>
                <a:cubicBezTo>
                  <a:pt x="9669" y="74859"/>
                  <a:pt x="9625" y="74888"/>
                  <a:pt x="9580" y="74903"/>
                </a:cubicBezTo>
                <a:cubicBezTo>
                  <a:pt x="9580" y="74888"/>
                  <a:pt x="9580" y="74859"/>
                  <a:pt x="9610" y="74800"/>
                </a:cubicBezTo>
                <a:cubicBezTo>
                  <a:pt x="9654" y="74785"/>
                  <a:pt x="9698" y="74756"/>
                  <a:pt x="9742" y="74726"/>
                </a:cubicBezTo>
                <a:close/>
                <a:moveTo>
                  <a:pt x="8771" y="74682"/>
                </a:moveTo>
                <a:lnTo>
                  <a:pt x="8771" y="74859"/>
                </a:lnTo>
                <a:cubicBezTo>
                  <a:pt x="8727" y="74874"/>
                  <a:pt x="8639" y="74903"/>
                  <a:pt x="8580" y="74918"/>
                </a:cubicBezTo>
                <a:cubicBezTo>
                  <a:pt x="8580" y="74874"/>
                  <a:pt x="8550" y="74815"/>
                  <a:pt x="8550" y="74756"/>
                </a:cubicBezTo>
                <a:cubicBezTo>
                  <a:pt x="8624" y="74741"/>
                  <a:pt x="8697" y="74712"/>
                  <a:pt x="8771" y="74682"/>
                </a:cubicBezTo>
                <a:close/>
                <a:moveTo>
                  <a:pt x="9286" y="74726"/>
                </a:moveTo>
                <a:lnTo>
                  <a:pt x="9286" y="74800"/>
                </a:lnTo>
                <a:cubicBezTo>
                  <a:pt x="9286" y="74815"/>
                  <a:pt x="9286" y="74829"/>
                  <a:pt x="9271" y="74874"/>
                </a:cubicBezTo>
                <a:cubicBezTo>
                  <a:pt x="9213" y="74888"/>
                  <a:pt x="9168" y="74918"/>
                  <a:pt x="9110" y="74947"/>
                </a:cubicBezTo>
                <a:lnTo>
                  <a:pt x="9110" y="74800"/>
                </a:lnTo>
                <a:cubicBezTo>
                  <a:pt x="9183" y="74785"/>
                  <a:pt x="9242" y="74741"/>
                  <a:pt x="9286" y="74726"/>
                </a:cubicBezTo>
                <a:close/>
                <a:moveTo>
                  <a:pt x="9889" y="74859"/>
                </a:moveTo>
                <a:lnTo>
                  <a:pt x="9889" y="74859"/>
                </a:lnTo>
                <a:cubicBezTo>
                  <a:pt x="9875" y="74888"/>
                  <a:pt x="9875" y="74903"/>
                  <a:pt x="9860" y="74947"/>
                </a:cubicBezTo>
                <a:cubicBezTo>
                  <a:pt x="9831" y="74947"/>
                  <a:pt x="9786" y="74962"/>
                  <a:pt x="9742" y="75006"/>
                </a:cubicBezTo>
                <a:cubicBezTo>
                  <a:pt x="9772" y="74962"/>
                  <a:pt x="9772" y="74947"/>
                  <a:pt x="9786" y="74903"/>
                </a:cubicBezTo>
                <a:lnTo>
                  <a:pt x="9889" y="74859"/>
                </a:lnTo>
                <a:close/>
                <a:moveTo>
                  <a:pt x="7844" y="74741"/>
                </a:moveTo>
                <a:cubicBezTo>
                  <a:pt x="7859" y="74800"/>
                  <a:pt x="7873" y="74874"/>
                  <a:pt x="7888" y="74932"/>
                </a:cubicBezTo>
                <a:cubicBezTo>
                  <a:pt x="7814" y="74962"/>
                  <a:pt x="7741" y="74977"/>
                  <a:pt x="7667" y="75021"/>
                </a:cubicBezTo>
                <a:cubicBezTo>
                  <a:pt x="7653" y="74947"/>
                  <a:pt x="7638" y="74888"/>
                  <a:pt x="7623" y="74829"/>
                </a:cubicBezTo>
                <a:cubicBezTo>
                  <a:pt x="7697" y="74800"/>
                  <a:pt x="7770" y="74785"/>
                  <a:pt x="7844" y="74741"/>
                </a:cubicBezTo>
                <a:close/>
                <a:moveTo>
                  <a:pt x="9992" y="74932"/>
                </a:moveTo>
                <a:lnTo>
                  <a:pt x="9992" y="74932"/>
                </a:lnTo>
                <a:cubicBezTo>
                  <a:pt x="9978" y="74962"/>
                  <a:pt x="9978" y="74962"/>
                  <a:pt x="9948" y="74977"/>
                </a:cubicBezTo>
                <a:cubicBezTo>
                  <a:pt x="9934" y="75006"/>
                  <a:pt x="9919" y="75021"/>
                  <a:pt x="9904" y="75021"/>
                </a:cubicBezTo>
                <a:cubicBezTo>
                  <a:pt x="9904" y="75006"/>
                  <a:pt x="9919" y="74977"/>
                  <a:pt x="9919" y="74962"/>
                </a:cubicBezTo>
                <a:cubicBezTo>
                  <a:pt x="9934" y="74947"/>
                  <a:pt x="9948" y="74947"/>
                  <a:pt x="9992" y="74932"/>
                </a:cubicBezTo>
                <a:close/>
                <a:moveTo>
                  <a:pt x="8477" y="74800"/>
                </a:moveTo>
                <a:cubicBezTo>
                  <a:pt x="8477" y="74859"/>
                  <a:pt x="8506" y="74903"/>
                  <a:pt x="8506" y="74962"/>
                </a:cubicBezTo>
                <a:cubicBezTo>
                  <a:pt x="8418" y="74977"/>
                  <a:pt x="8374" y="75021"/>
                  <a:pt x="8300" y="75035"/>
                </a:cubicBezTo>
                <a:cubicBezTo>
                  <a:pt x="8300" y="74977"/>
                  <a:pt x="8285" y="74918"/>
                  <a:pt x="8256" y="74859"/>
                </a:cubicBezTo>
                <a:cubicBezTo>
                  <a:pt x="8359" y="74859"/>
                  <a:pt x="8403" y="74815"/>
                  <a:pt x="8477" y="74800"/>
                </a:cubicBezTo>
                <a:close/>
                <a:moveTo>
                  <a:pt x="9492" y="74829"/>
                </a:moveTo>
                <a:lnTo>
                  <a:pt x="9492" y="74829"/>
                </a:lnTo>
                <a:cubicBezTo>
                  <a:pt x="9477" y="74874"/>
                  <a:pt x="9477" y="74903"/>
                  <a:pt x="9448" y="74962"/>
                </a:cubicBezTo>
                <a:cubicBezTo>
                  <a:pt x="9433" y="75006"/>
                  <a:pt x="9374" y="75021"/>
                  <a:pt x="9330" y="75035"/>
                </a:cubicBezTo>
                <a:cubicBezTo>
                  <a:pt x="9330" y="75006"/>
                  <a:pt x="9345" y="74962"/>
                  <a:pt x="9345" y="74903"/>
                </a:cubicBezTo>
                <a:cubicBezTo>
                  <a:pt x="9404" y="74888"/>
                  <a:pt x="9448" y="74859"/>
                  <a:pt x="9492" y="74829"/>
                </a:cubicBezTo>
                <a:close/>
                <a:moveTo>
                  <a:pt x="9036" y="74829"/>
                </a:moveTo>
                <a:lnTo>
                  <a:pt x="9036" y="74947"/>
                </a:lnTo>
                <a:lnTo>
                  <a:pt x="9036" y="74977"/>
                </a:lnTo>
                <a:cubicBezTo>
                  <a:pt x="8977" y="75006"/>
                  <a:pt x="8918" y="75035"/>
                  <a:pt x="8874" y="75050"/>
                </a:cubicBezTo>
                <a:lnTo>
                  <a:pt x="8874" y="74903"/>
                </a:lnTo>
                <a:cubicBezTo>
                  <a:pt x="8918" y="74888"/>
                  <a:pt x="8977" y="74859"/>
                  <a:pt x="9036" y="74829"/>
                </a:cubicBezTo>
                <a:close/>
                <a:moveTo>
                  <a:pt x="9698" y="74947"/>
                </a:moveTo>
                <a:lnTo>
                  <a:pt x="9698" y="74947"/>
                </a:lnTo>
                <a:cubicBezTo>
                  <a:pt x="9683" y="74977"/>
                  <a:pt x="9683" y="75021"/>
                  <a:pt x="9654" y="75035"/>
                </a:cubicBezTo>
                <a:cubicBezTo>
                  <a:pt x="9610" y="75080"/>
                  <a:pt x="9566" y="75109"/>
                  <a:pt x="9536" y="75124"/>
                </a:cubicBezTo>
                <a:cubicBezTo>
                  <a:pt x="9551" y="75094"/>
                  <a:pt x="9551" y="75050"/>
                  <a:pt x="9566" y="75021"/>
                </a:cubicBezTo>
                <a:cubicBezTo>
                  <a:pt x="9610" y="75006"/>
                  <a:pt x="9654" y="74977"/>
                  <a:pt x="9698" y="74947"/>
                </a:cubicBezTo>
                <a:close/>
                <a:moveTo>
                  <a:pt x="9271" y="74962"/>
                </a:moveTo>
                <a:cubicBezTo>
                  <a:pt x="9271" y="75006"/>
                  <a:pt x="9257" y="75050"/>
                  <a:pt x="9257" y="75094"/>
                </a:cubicBezTo>
                <a:cubicBezTo>
                  <a:pt x="9198" y="75109"/>
                  <a:pt x="9139" y="75153"/>
                  <a:pt x="9095" y="75168"/>
                </a:cubicBezTo>
                <a:cubicBezTo>
                  <a:pt x="9095" y="75124"/>
                  <a:pt x="9095" y="75080"/>
                  <a:pt x="9110" y="75035"/>
                </a:cubicBezTo>
                <a:cubicBezTo>
                  <a:pt x="9154" y="75021"/>
                  <a:pt x="9213" y="74977"/>
                  <a:pt x="9271" y="74962"/>
                </a:cubicBezTo>
                <a:close/>
                <a:moveTo>
                  <a:pt x="8182" y="74903"/>
                </a:moveTo>
                <a:cubicBezTo>
                  <a:pt x="8197" y="74962"/>
                  <a:pt x="8197" y="75021"/>
                  <a:pt x="8197" y="75094"/>
                </a:cubicBezTo>
                <a:cubicBezTo>
                  <a:pt x="8124" y="75124"/>
                  <a:pt x="8079" y="75153"/>
                  <a:pt x="8006" y="75183"/>
                </a:cubicBezTo>
                <a:cubicBezTo>
                  <a:pt x="8020" y="75109"/>
                  <a:pt x="8006" y="75035"/>
                  <a:pt x="7991" y="74977"/>
                </a:cubicBezTo>
                <a:cubicBezTo>
                  <a:pt x="8065" y="74947"/>
                  <a:pt x="8138" y="74932"/>
                  <a:pt x="8182" y="74903"/>
                </a:cubicBezTo>
                <a:close/>
                <a:moveTo>
                  <a:pt x="8771" y="74947"/>
                </a:moveTo>
                <a:lnTo>
                  <a:pt x="8771" y="75094"/>
                </a:lnTo>
                <a:lnTo>
                  <a:pt x="8771" y="75109"/>
                </a:lnTo>
                <a:cubicBezTo>
                  <a:pt x="8727" y="75124"/>
                  <a:pt x="8639" y="75168"/>
                  <a:pt x="8594" y="75183"/>
                </a:cubicBezTo>
                <a:cubicBezTo>
                  <a:pt x="8594" y="75124"/>
                  <a:pt x="8594" y="75080"/>
                  <a:pt x="8580" y="75021"/>
                </a:cubicBezTo>
                <a:cubicBezTo>
                  <a:pt x="8639" y="75006"/>
                  <a:pt x="8697" y="74962"/>
                  <a:pt x="8771" y="74947"/>
                </a:cubicBezTo>
                <a:close/>
                <a:moveTo>
                  <a:pt x="9786" y="75050"/>
                </a:moveTo>
                <a:cubicBezTo>
                  <a:pt x="9786" y="75080"/>
                  <a:pt x="9772" y="75109"/>
                  <a:pt x="9772" y="75124"/>
                </a:cubicBezTo>
                <a:cubicBezTo>
                  <a:pt x="9728" y="75153"/>
                  <a:pt x="9713" y="75168"/>
                  <a:pt x="9683" y="75183"/>
                </a:cubicBezTo>
                <a:cubicBezTo>
                  <a:pt x="9683" y="75168"/>
                  <a:pt x="9698" y="75124"/>
                  <a:pt x="9698" y="75109"/>
                </a:cubicBezTo>
                <a:cubicBezTo>
                  <a:pt x="9728" y="75094"/>
                  <a:pt x="9742" y="75080"/>
                  <a:pt x="9786" y="75050"/>
                </a:cubicBezTo>
                <a:close/>
                <a:moveTo>
                  <a:pt x="9433" y="75080"/>
                </a:moveTo>
                <a:lnTo>
                  <a:pt x="9433" y="75080"/>
                </a:lnTo>
                <a:cubicBezTo>
                  <a:pt x="9419" y="75109"/>
                  <a:pt x="9419" y="75153"/>
                  <a:pt x="9404" y="75183"/>
                </a:cubicBezTo>
                <a:cubicBezTo>
                  <a:pt x="9360" y="75197"/>
                  <a:pt x="9316" y="75241"/>
                  <a:pt x="9271" y="75256"/>
                </a:cubicBezTo>
                <a:cubicBezTo>
                  <a:pt x="9316" y="75227"/>
                  <a:pt x="9316" y="75183"/>
                  <a:pt x="9316" y="75153"/>
                </a:cubicBezTo>
                <a:cubicBezTo>
                  <a:pt x="9345" y="75124"/>
                  <a:pt x="9404" y="75094"/>
                  <a:pt x="9433" y="75080"/>
                </a:cubicBezTo>
                <a:close/>
                <a:moveTo>
                  <a:pt x="7903" y="75006"/>
                </a:moveTo>
                <a:cubicBezTo>
                  <a:pt x="7932" y="75050"/>
                  <a:pt x="7932" y="75124"/>
                  <a:pt x="7947" y="75183"/>
                </a:cubicBezTo>
                <a:cubicBezTo>
                  <a:pt x="7873" y="75227"/>
                  <a:pt x="7814" y="75241"/>
                  <a:pt x="7741" y="75271"/>
                </a:cubicBezTo>
                <a:cubicBezTo>
                  <a:pt x="7726" y="75227"/>
                  <a:pt x="7711" y="75168"/>
                  <a:pt x="7711" y="75094"/>
                </a:cubicBezTo>
                <a:cubicBezTo>
                  <a:pt x="7785" y="75050"/>
                  <a:pt x="7859" y="75035"/>
                  <a:pt x="7903" y="75006"/>
                </a:cubicBezTo>
                <a:close/>
                <a:moveTo>
                  <a:pt x="9006" y="75080"/>
                </a:moveTo>
                <a:cubicBezTo>
                  <a:pt x="9006" y="75124"/>
                  <a:pt x="8992" y="75168"/>
                  <a:pt x="8992" y="75227"/>
                </a:cubicBezTo>
                <a:cubicBezTo>
                  <a:pt x="8948" y="75241"/>
                  <a:pt x="8889" y="75271"/>
                  <a:pt x="8830" y="75300"/>
                </a:cubicBezTo>
                <a:lnTo>
                  <a:pt x="8830" y="75153"/>
                </a:lnTo>
                <a:cubicBezTo>
                  <a:pt x="8903" y="75124"/>
                  <a:pt x="8962" y="75094"/>
                  <a:pt x="9006" y="75080"/>
                </a:cubicBezTo>
                <a:close/>
                <a:moveTo>
                  <a:pt x="8506" y="75050"/>
                </a:moveTo>
                <a:cubicBezTo>
                  <a:pt x="8506" y="75109"/>
                  <a:pt x="8506" y="75168"/>
                  <a:pt x="8521" y="75227"/>
                </a:cubicBezTo>
                <a:cubicBezTo>
                  <a:pt x="8462" y="75256"/>
                  <a:pt x="8388" y="75271"/>
                  <a:pt x="8330" y="75315"/>
                </a:cubicBezTo>
                <a:cubicBezTo>
                  <a:pt x="8330" y="75256"/>
                  <a:pt x="8315" y="75197"/>
                  <a:pt x="8315" y="75153"/>
                </a:cubicBezTo>
                <a:cubicBezTo>
                  <a:pt x="8374" y="75109"/>
                  <a:pt x="8447" y="75080"/>
                  <a:pt x="8506" y="75050"/>
                </a:cubicBezTo>
                <a:close/>
                <a:moveTo>
                  <a:pt x="9580" y="75183"/>
                </a:moveTo>
                <a:lnTo>
                  <a:pt x="9580" y="75183"/>
                </a:lnTo>
                <a:cubicBezTo>
                  <a:pt x="9566" y="75227"/>
                  <a:pt x="9566" y="75241"/>
                  <a:pt x="9551" y="75256"/>
                </a:cubicBezTo>
                <a:cubicBezTo>
                  <a:pt x="9536" y="75271"/>
                  <a:pt x="9492" y="75315"/>
                  <a:pt x="9463" y="75330"/>
                </a:cubicBezTo>
                <a:cubicBezTo>
                  <a:pt x="9477" y="75300"/>
                  <a:pt x="9477" y="75271"/>
                  <a:pt x="9477" y="75241"/>
                </a:cubicBezTo>
                <a:lnTo>
                  <a:pt x="9580" y="75183"/>
                </a:lnTo>
                <a:close/>
                <a:moveTo>
                  <a:pt x="9669" y="75256"/>
                </a:moveTo>
                <a:cubicBezTo>
                  <a:pt x="9683" y="75300"/>
                  <a:pt x="9683" y="75300"/>
                  <a:pt x="9654" y="75315"/>
                </a:cubicBezTo>
                <a:cubicBezTo>
                  <a:pt x="9639" y="75330"/>
                  <a:pt x="9625" y="75345"/>
                  <a:pt x="9610" y="75345"/>
                </a:cubicBezTo>
                <a:cubicBezTo>
                  <a:pt x="9610" y="75330"/>
                  <a:pt x="9625" y="75315"/>
                  <a:pt x="9625" y="75300"/>
                </a:cubicBezTo>
                <a:cubicBezTo>
                  <a:pt x="9639" y="75271"/>
                  <a:pt x="9654" y="75256"/>
                  <a:pt x="9669" y="75256"/>
                </a:cubicBezTo>
                <a:close/>
                <a:moveTo>
                  <a:pt x="9242" y="75183"/>
                </a:moveTo>
                <a:cubicBezTo>
                  <a:pt x="9242" y="75227"/>
                  <a:pt x="9213" y="75271"/>
                  <a:pt x="9198" y="75315"/>
                </a:cubicBezTo>
                <a:cubicBezTo>
                  <a:pt x="9139" y="75345"/>
                  <a:pt x="9110" y="75374"/>
                  <a:pt x="9065" y="75389"/>
                </a:cubicBezTo>
                <a:cubicBezTo>
                  <a:pt x="9065" y="75345"/>
                  <a:pt x="9095" y="75300"/>
                  <a:pt x="9095" y="75256"/>
                </a:cubicBezTo>
                <a:cubicBezTo>
                  <a:pt x="9139" y="75241"/>
                  <a:pt x="9183" y="75197"/>
                  <a:pt x="9242" y="75183"/>
                </a:cubicBezTo>
                <a:close/>
                <a:moveTo>
                  <a:pt x="8241" y="75168"/>
                </a:moveTo>
                <a:cubicBezTo>
                  <a:pt x="8241" y="75227"/>
                  <a:pt x="8256" y="75271"/>
                  <a:pt x="8256" y="75330"/>
                </a:cubicBezTo>
                <a:cubicBezTo>
                  <a:pt x="8212" y="75374"/>
                  <a:pt x="8138" y="75389"/>
                  <a:pt x="8079" y="75418"/>
                </a:cubicBezTo>
                <a:cubicBezTo>
                  <a:pt x="8079" y="75374"/>
                  <a:pt x="8065" y="75315"/>
                  <a:pt x="8065" y="75241"/>
                </a:cubicBezTo>
                <a:cubicBezTo>
                  <a:pt x="8109" y="75227"/>
                  <a:pt x="8168" y="75183"/>
                  <a:pt x="8241" y="75168"/>
                </a:cubicBezTo>
                <a:close/>
                <a:moveTo>
                  <a:pt x="8756" y="75197"/>
                </a:moveTo>
                <a:lnTo>
                  <a:pt x="8756" y="75345"/>
                </a:lnTo>
                <a:cubicBezTo>
                  <a:pt x="8697" y="75374"/>
                  <a:pt x="8639" y="75389"/>
                  <a:pt x="8594" y="75418"/>
                </a:cubicBezTo>
                <a:lnTo>
                  <a:pt x="8594" y="75271"/>
                </a:lnTo>
                <a:cubicBezTo>
                  <a:pt x="8639" y="75256"/>
                  <a:pt x="8697" y="75227"/>
                  <a:pt x="8756" y="75197"/>
                </a:cubicBezTo>
                <a:close/>
                <a:moveTo>
                  <a:pt x="9360" y="75315"/>
                </a:moveTo>
                <a:lnTo>
                  <a:pt x="9360" y="75315"/>
                </a:lnTo>
                <a:cubicBezTo>
                  <a:pt x="9345" y="75345"/>
                  <a:pt x="9345" y="75389"/>
                  <a:pt x="9330" y="75403"/>
                </a:cubicBezTo>
                <a:cubicBezTo>
                  <a:pt x="9316" y="75418"/>
                  <a:pt x="9271" y="75448"/>
                  <a:pt x="9242" y="75477"/>
                </a:cubicBezTo>
                <a:cubicBezTo>
                  <a:pt x="9242" y="75448"/>
                  <a:pt x="9257" y="75403"/>
                  <a:pt x="9257" y="75389"/>
                </a:cubicBezTo>
                <a:cubicBezTo>
                  <a:pt x="9286" y="75374"/>
                  <a:pt x="9330" y="75345"/>
                  <a:pt x="9360" y="75315"/>
                </a:cubicBezTo>
                <a:close/>
                <a:moveTo>
                  <a:pt x="9492" y="75389"/>
                </a:moveTo>
                <a:cubicBezTo>
                  <a:pt x="9492" y="75418"/>
                  <a:pt x="9477" y="75448"/>
                  <a:pt x="9477" y="75462"/>
                </a:cubicBezTo>
                <a:cubicBezTo>
                  <a:pt x="9463" y="75477"/>
                  <a:pt x="9419" y="75492"/>
                  <a:pt x="9404" y="75521"/>
                </a:cubicBezTo>
                <a:cubicBezTo>
                  <a:pt x="9404" y="75492"/>
                  <a:pt x="9419" y="75462"/>
                  <a:pt x="9419" y="75448"/>
                </a:cubicBezTo>
                <a:cubicBezTo>
                  <a:pt x="9433" y="75418"/>
                  <a:pt x="9477" y="75403"/>
                  <a:pt x="9492" y="75389"/>
                </a:cubicBezTo>
                <a:close/>
                <a:moveTo>
                  <a:pt x="8992" y="75330"/>
                </a:moveTo>
                <a:cubicBezTo>
                  <a:pt x="8992" y="75374"/>
                  <a:pt x="8977" y="75418"/>
                  <a:pt x="8977" y="75462"/>
                </a:cubicBezTo>
                <a:cubicBezTo>
                  <a:pt x="8918" y="75477"/>
                  <a:pt x="8874" y="75492"/>
                  <a:pt x="8830" y="75536"/>
                </a:cubicBezTo>
                <a:cubicBezTo>
                  <a:pt x="8830" y="75492"/>
                  <a:pt x="8830" y="75448"/>
                  <a:pt x="8845" y="75403"/>
                </a:cubicBezTo>
                <a:cubicBezTo>
                  <a:pt x="8903" y="75389"/>
                  <a:pt x="8962" y="75345"/>
                  <a:pt x="8992" y="75330"/>
                </a:cubicBezTo>
                <a:close/>
                <a:moveTo>
                  <a:pt x="7962" y="75271"/>
                </a:moveTo>
                <a:cubicBezTo>
                  <a:pt x="7976" y="75330"/>
                  <a:pt x="7976" y="75389"/>
                  <a:pt x="7976" y="75462"/>
                </a:cubicBezTo>
                <a:cubicBezTo>
                  <a:pt x="7932" y="75492"/>
                  <a:pt x="7859" y="75521"/>
                  <a:pt x="7800" y="75551"/>
                </a:cubicBezTo>
                <a:cubicBezTo>
                  <a:pt x="7785" y="75477"/>
                  <a:pt x="7785" y="75418"/>
                  <a:pt x="7770" y="75374"/>
                </a:cubicBezTo>
                <a:cubicBezTo>
                  <a:pt x="7844" y="75330"/>
                  <a:pt x="7888" y="75315"/>
                  <a:pt x="7962" y="75271"/>
                </a:cubicBezTo>
                <a:close/>
                <a:moveTo>
                  <a:pt x="8521" y="75300"/>
                </a:moveTo>
                <a:lnTo>
                  <a:pt x="8521" y="75462"/>
                </a:lnTo>
                <a:cubicBezTo>
                  <a:pt x="8462" y="75492"/>
                  <a:pt x="8403" y="75521"/>
                  <a:pt x="8359" y="75551"/>
                </a:cubicBezTo>
                <a:lnTo>
                  <a:pt x="8359" y="75389"/>
                </a:lnTo>
                <a:cubicBezTo>
                  <a:pt x="8388" y="75345"/>
                  <a:pt x="8462" y="75330"/>
                  <a:pt x="8521" y="75300"/>
                </a:cubicBezTo>
                <a:close/>
                <a:moveTo>
                  <a:pt x="9183" y="75418"/>
                </a:moveTo>
                <a:lnTo>
                  <a:pt x="9183" y="75418"/>
                </a:lnTo>
                <a:cubicBezTo>
                  <a:pt x="9168" y="75462"/>
                  <a:pt x="9168" y="75492"/>
                  <a:pt x="9139" y="75536"/>
                </a:cubicBezTo>
                <a:cubicBezTo>
                  <a:pt x="9110" y="75551"/>
                  <a:pt x="9065" y="75595"/>
                  <a:pt x="9036" y="75609"/>
                </a:cubicBezTo>
                <a:cubicBezTo>
                  <a:pt x="9036" y="75565"/>
                  <a:pt x="9036" y="75536"/>
                  <a:pt x="9051" y="75492"/>
                </a:cubicBezTo>
                <a:cubicBezTo>
                  <a:pt x="9095" y="75477"/>
                  <a:pt x="9139" y="75448"/>
                  <a:pt x="9183" y="75418"/>
                </a:cubicBezTo>
                <a:close/>
                <a:moveTo>
                  <a:pt x="8756" y="75418"/>
                </a:moveTo>
                <a:cubicBezTo>
                  <a:pt x="8756" y="75477"/>
                  <a:pt x="8756" y="75521"/>
                  <a:pt x="8742" y="75565"/>
                </a:cubicBezTo>
                <a:cubicBezTo>
                  <a:pt x="8683" y="75609"/>
                  <a:pt x="8653" y="75624"/>
                  <a:pt x="8594" y="75668"/>
                </a:cubicBezTo>
                <a:lnTo>
                  <a:pt x="8594" y="75521"/>
                </a:lnTo>
                <a:cubicBezTo>
                  <a:pt x="8639" y="75477"/>
                  <a:pt x="8697" y="75462"/>
                  <a:pt x="8756" y="75418"/>
                </a:cubicBezTo>
                <a:close/>
                <a:moveTo>
                  <a:pt x="8256" y="75418"/>
                </a:moveTo>
                <a:lnTo>
                  <a:pt x="8256" y="75595"/>
                </a:lnTo>
                <a:cubicBezTo>
                  <a:pt x="8212" y="75624"/>
                  <a:pt x="8153" y="75639"/>
                  <a:pt x="8094" y="75683"/>
                </a:cubicBezTo>
                <a:cubicBezTo>
                  <a:pt x="8094" y="75624"/>
                  <a:pt x="8079" y="75565"/>
                  <a:pt x="8079" y="75521"/>
                </a:cubicBezTo>
                <a:cubicBezTo>
                  <a:pt x="8138" y="75477"/>
                  <a:pt x="8212" y="75448"/>
                  <a:pt x="8256" y="75418"/>
                </a:cubicBezTo>
                <a:close/>
                <a:moveTo>
                  <a:pt x="9286" y="75536"/>
                </a:moveTo>
                <a:cubicBezTo>
                  <a:pt x="9271" y="75551"/>
                  <a:pt x="9271" y="75595"/>
                  <a:pt x="9257" y="75609"/>
                </a:cubicBezTo>
                <a:cubicBezTo>
                  <a:pt x="9257" y="75624"/>
                  <a:pt x="9213" y="75639"/>
                  <a:pt x="9183" y="75683"/>
                </a:cubicBezTo>
                <a:cubicBezTo>
                  <a:pt x="9183" y="75639"/>
                  <a:pt x="9198" y="75624"/>
                  <a:pt x="9198" y="75595"/>
                </a:cubicBezTo>
                <a:cubicBezTo>
                  <a:pt x="9242" y="75565"/>
                  <a:pt x="9271" y="75551"/>
                  <a:pt x="9286" y="75536"/>
                </a:cubicBezTo>
                <a:close/>
                <a:moveTo>
                  <a:pt x="9404" y="75609"/>
                </a:moveTo>
                <a:lnTo>
                  <a:pt x="9404" y="75609"/>
                </a:lnTo>
                <a:cubicBezTo>
                  <a:pt x="9374" y="75624"/>
                  <a:pt x="9374" y="75639"/>
                  <a:pt x="9374" y="75668"/>
                </a:cubicBezTo>
                <a:cubicBezTo>
                  <a:pt x="9360" y="75683"/>
                  <a:pt x="9345" y="75683"/>
                  <a:pt x="9330" y="75698"/>
                </a:cubicBezTo>
                <a:cubicBezTo>
                  <a:pt x="9330" y="75683"/>
                  <a:pt x="9345" y="75668"/>
                  <a:pt x="9345" y="75639"/>
                </a:cubicBezTo>
                <a:cubicBezTo>
                  <a:pt x="9360" y="75624"/>
                  <a:pt x="9374" y="75624"/>
                  <a:pt x="9404" y="75609"/>
                </a:cubicBezTo>
                <a:close/>
                <a:moveTo>
                  <a:pt x="8948" y="75551"/>
                </a:moveTo>
                <a:cubicBezTo>
                  <a:pt x="8948" y="75595"/>
                  <a:pt x="8918" y="75624"/>
                  <a:pt x="8918" y="75683"/>
                </a:cubicBezTo>
                <a:cubicBezTo>
                  <a:pt x="8889" y="75698"/>
                  <a:pt x="8845" y="75712"/>
                  <a:pt x="8800" y="75757"/>
                </a:cubicBezTo>
                <a:cubicBezTo>
                  <a:pt x="8800" y="75712"/>
                  <a:pt x="8815" y="75668"/>
                  <a:pt x="8815" y="75624"/>
                </a:cubicBezTo>
                <a:cubicBezTo>
                  <a:pt x="8845" y="75609"/>
                  <a:pt x="8903" y="75565"/>
                  <a:pt x="8948" y="75551"/>
                </a:cubicBezTo>
                <a:close/>
                <a:moveTo>
                  <a:pt x="8006" y="75536"/>
                </a:moveTo>
                <a:cubicBezTo>
                  <a:pt x="8006" y="75595"/>
                  <a:pt x="8020" y="75639"/>
                  <a:pt x="8020" y="75698"/>
                </a:cubicBezTo>
                <a:cubicBezTo>
                  <a:pt x="7962" y="75727"/>
                  <a:pt x="7903" y="75757"/>
                  <a:pt x="7829" y="75786"/>
                </a:cubicBezTo>
                <a:cubicBezTo>
                  <a:pt x="7844" y="75757"/>
                  <a:pt x="7844" y="75698"/>
                  <a:pt x="7814" y="75639"/>
                </a:cubicBezTo>
                <a:cubicBezTo>
                  <a:pt x="7873" y="75595"/>
                  <a:pt x="7947" y="75565"/>
                  <a:pt x="8006" y="75536"/>
                </a:cubicBezTo>
                <a:close/>
                <a:moveTo>
                  <a:pt x="8521" y="75565"/>
                </a:moveTo>
                <a:lnTo>
                  <a:pt x="8521" y="75712"/>
                </a:lnTo>
                <a:cubicBezTo>
                  <a:pt x="8462" y="75742"/>
                  <a:pt x="8403" y="75757"/>
                  <a:pt x="8359" y="75786"/>
                </a:cubicBezTo>
                <a:lnTo>
                  <a:pt x="8359" y="75639"/>
                </a:lnTo>
                <a:cubicBezTo>
                  <a:pt x="8403" y="75624"/>
                  <a:pt x="8462" y="75595"/>
                  <a:pt x="8521" y="75565"/>
                </a:cubicBezTo>
                <a:close/>
                <a:moveTo>
                  <a:pt x="9110" y="75668"/>
                </a:moveTo>
                <a:lnTo>
                  <a:pt x="9110" y="75668"/>
                </a:lnTo>
                <a:cubicBezTo>
                  <a:pt x="9095" y="75698"/>
                  <a:pt x="9095" y="75742"/>
                  <a:pt x="9065" y="75757"/>
                </a:cubicBezTo>
                <a:cubicBezTo>
                  <a:pt x="9051" y="75771"/>
                  <a:pt x="9006" y="75786"/>
                  <a:pt x="8977" y="75830"/>
                </a:cubicBezTo>
                <a:cubicBezTo>
                  <a:pt x="8977" y="75786"/>
                  <a:pt x="8992" y="75757"/>
                  <a:pt x="8992" y="75742"/>
                </a:cubicBezTo>
                <a:cubicBezTo>
                  <a:pt x="9036" y="75712"/>
                  <a:pt x="9065" y="75683"/>
                  <a:pt x="9110" y="75668"/>
                </a:cubicBezTo>
                <a:close/>
                <a:moveTo>
                  <a:pt x="9213" y="75742"/>
                </a:moveTo>
                <a:cubicBezTo>
                  <a:pt x="9213" y="75771"/>
                  <a:pt x="9198" y="75786"/>
                  <a:pt x="9198" y="75815"/>
                </a:cubicBezTo>
                <a:cubicBezTo>
                  <a:pt x="9183" y="75830"/>
                  <a:pt x="9139" y="75845"/>
                  <a:pt x="9124" y="75860"/>
                </a:cubicBezTo>
                <a:cubicBezTo>
                  <a:pt x="9124" y="75845"/>
                  <a:pt x="9139" y="75830"/>
                  <a:pt x="9139" y="75786"/>
                </a:cubicBezTo>
                <a:cubicBezTo>
                  <a:pt x="9154" y="75771"/>
                  <a:pt x="9198" y="75757"/>
                  <a:pt x="9213" y="75742"/>
                </a:cubicBezTo>
                <a:close/>
                <a:moveTo>
                  <a:pt x="8742" y="75683"/>
                </a:moveTo>
                <a:cubicBezTo>
                  <a:pt x="8742" y="75712"/>
                  <a:pt x="8727" y="75771"/>
                  <a:pt x="8727" y="75815"/>
                </a:cubicBezTo>
                <a:cubicBezTo>
                  <a:pt x="8668" y="75830"/>
                  <a:pt x="8624" y="75860"/>
                  <a:pt x="8580" y="75889"/>
                </a:cubicBezTo>
                <a:cubicBezTo>
                  <a:pt x="8580" y="75845"/>
                  <a:pt x="8580" y="75786"/>
                  <a:pt x="8594" y="75757"/>
                </a:cubicBezTo>
                <a:cubicBezTo>
                  <a:pt x="8639" y="75742"/>
                  <a:pt x="8683" y="75698"/>
                  <a:pt x="8742" y="75683"/>
                </a:cubicBezTo>
                <a:close/>
                <a:moveTo>
                  <a:pt x="8271" y="75683"/>
                </a:moveTo>
                <a:lnTo>
                  <a:pt x="8271" y="75845"/>
                </a:lnTo>
                <a:cubicBezTo>
                  <a:pt x="8256" y="75860"/>
                  <a:pt x="8241" y="75860"/>
                  <a:pt x="8227" y="75889"/>
                </a:cubicBezTo>
                <a:lnTo>
                  <a:pt x="8109" y="75933"/>
                </a:lnTo>
                <a:cubicBezTo>
                  <a:pt x="8109" y="75889"/>
                  <a:pt x="8109" y="75830"/>
                  <a:pt x="8094" y="75771"/>
                </a:cubicBezTo>
                <a:cubicBezTo>
                  <a:pt x="8168" y="75742"/>
                  <a:pt x="8227" y="75698"/>
                  <a:pt x="8271" y="75683"/>
                </a:cubicBezTo>
                <a:close/>
                <a:moveTo>
                  <a:pt x="8903" y="75786"/>
                </a:moveTo>
                <a:cubicBezTo>
                  <a:pt x="8903" y="75830"/>
                  <a:pt x="8889" y="75860"/>
                  <a:pt x="8889" y="75904"/>
                </a:cubicBezTo>
                <a:cubicBezTo>
                  <a:pt x="8845" y="75918"/>
                  <a:pt x="8815" y="75963"/>
                  <a:pt x="8771" y="75977"/>
                </a:cubicBezTo>
                <a:lnTo>
                  <a:pt x="8771" y="75860"/>
                </a:lnTo>
                <a:cubicBezTo>
                  <a:pt x="8815" y="75845"/>
                  <a:pt x="8845" y="75815"/>
                  <a:pt x="8903" y="75786"/>
                </a:cubicBezTo>
                <a:close/>
                <a:moveTo>
                  <a:pt x="8506" y="75815"/>
                </a:moveTo>
                <a:cubicBezTo>
                  <a:pt x="8506" y="75860"/>
                  <a:pt x="8506" y="75904"/>
                  <a:pt x="8477" y="75963"/>
                </a:cubicBezTo>
                <a:cubicBezTo>
                  <a:pt x="8447" y="75977"/>
                  <a:pt x="8388" y="75992"/>
                  <a:pt x="8359" y="76036"/>
                </a:cubicBezTo>
                <a:lnTo>
                  <a:pt x="8359" y="75889"/>
                </a:lnTo>
                <a:cubicBezTo>
                  <a:pt x="8403" y="75860"/>
                  <a:pt x="8447" y="75830"/>
                  <a:pt x="8506" y="75815"/>
                </a:cubicBezTo>
                <a:close/>
                <a:moveTo>
                  <a:pt x="9036" y="75889"/>
                </a:moveTo>
                <a:lnTo>
                  <a:pt x="9036" y="75889"/>
                </a:lnTo>
                <a:cubicBezTo>
                  <a:pt x="9006" y="75918"/>
                  <a:pt x="9006" y="75933"/>
                  <a:pt x="8992" y="75977"/>
                </a:cubicBezTo>
                <a:cubicBezTo>
                  <a:pt x="8977" y="75977"/>
                  <a:pt x="8962" y="76007"/>
                  <a:pt x="8918" y="76036"/>
                </a:cubicBezTo>
                <a:cubicBezTo>
                  <a:pt x="8918" y="75992"/>
                  <a:pt x="8933" y="75977"/>
                  <a:pt x="8933" y="75933"/>
                </a:cubicBezTo>
                <a:cubicBezTo>
                  <a:pt x="8977" y="75918"/>
                  <a:pt x="8992" y="75904"/>
                  <a:pt x="9036" y="75889"/>
                </a:cubicBezTo>
                <a:close/>
                <a:moveTo>
                  <a:pt x="8020" y="75786"/>
                </a:moveTo>
                <a:lnTo>
                  <a:pt x="8020" y="75963"/>
                </a:lnTo>
                <a:cubicBezTo>
                  <a:pt x="7962" y="75992"/>
                  <a:pt x="7917" y="76007"/>
                  <a:pt x="7859" y="76051"/>
                </a:cubicBezTo>
                <a:cubicBezTo>
                  <a:pt x="7859" y="75992"/>
                  <a:pt x="7844" y="75933"/>
                  <a:pt x="7844" y="75889"/>
                </a:cubicBezTo>
                <a:cubicBezTo>
                  <a:pt x="7903" y="75860"/>
                  <a:pt x="7962" y="75830"/>
                  <a:pt x="8020" y="75786"/>
                </a:cubicBezTo>
                <a:close/>
                <a:moveTo>
                  <a:pt x="9124" y="75977"/>
                </a:moveTo>
                <a:lnTo>
                  <a:pt x="9124" y="75977"/>
                </a:lnTo>
                <a:cubicBezTo>
                  <a:pt x="9124" y="75978"/>
                  <a:pt x="9110" y="75992"/>
                  <a:pt x="9110" y="76007"/>
                </a:cubicBezTo>
                <a:cubicBezTo>
                  <a:pt x="9095" y="76036"/>
                  <a:pt x="9065" y="76051"/>
                  <a:pt x="9051" y="76051"/>
                </a:cubicBezTo>
                <a:cubicBezTo>
                  <a:pt x="9051" y="76021"/>
                  <a:pt x="9065" y="76007"/>
                  <a:pt x="9065" y="76007"/>
                </a:cubicBezTo>
                <a:cubicBezTo>
                  <a:pt x="9080" y="75992"/>
                  <a:pt x="9109" y="75992"/>
                  <a:pt x="9124" y="75977"/>
                </a:cubicBezTo>
                <a:close/>
                <a:moveTo>
                  <a:pt x="8697" y="75918"/>
                </a:moveTo>
                <a:cubicBezTo>
                  <a:pt x="8697" y="75963"/>
                  <a:pt x="8683" y="75992"/>
                  <a:pt x="8683" y="76051"/>
                </a:cubicBezTo>
                <a:cubicBezTo>
                  <a:pt x="8624" y="76066"/>
                  <a:pt x="8594" y="76080"/>
                  <a:pt x="8550" y="76124"/>
                </a:cubicBezTo>
                <a:cubicBezTo>
                  <a:pt x="8550" y="76080"/>
                  <a:pt x="8565" y="76036"/>
                  <a:pt x="8565" y="75992"/>
                </a:cubicBezTo>
                <a:cubicBezTo>
                  <a:pt x="8609" y="75977"/>
                  <a:pt x="8668" y="75933"/>
                  <a:pt x="8697" y="75918"/>
                </a:cubicBezTo>
                <a:close/>
                <a:moveTo>
                  <a:pt x="8271" y="75933"/>
                </a:moveTo>
                <a:lnTo>
                  <a:pt x="8271" y="76080"/>
                </a:lnTo>
                <a:cubicBezTo>
                  <a:pt x="8227" y="76110"/>
                  <a:pt x="8168" y="76139"/>
                  <a:pt x="8109" y="76154"/>
                </a:cubicBezTo>
                <a:lnTo>
                  <a:pt x="8109" y="76007"/>
                </a:lnTo>
                <a:cubicBezTo>
                  <a:pt x="8168" y="75992"/>
                  <a:pt x="8212" y="75963"/>
                  <a:pt x="8256" y="75933"/>
                </a:cubicBezTo>
                <a:close/>
                <a:moveTo>
                  <a:pt x="8845" y="76007"/>
                </a:moveTo>
                <a:cubicBezTo>
                  <a:pt x="8845" y="76051"/>
                  <a:pt x="8830" y="76080"/>
                  <a:pt x="8830" y="76110"/>
                </a:cubicBezTo>
                <a:cubicBezTo>
                  <a:pt x="8800" y="76139"/>
                  <a:pt x="8756" y="76154"/>
                  <a:pt x="8727" y="76183"/>
                </a:cubicBezTo>
                <a:cubicBezTo>
                  <a:pt x="8727" y="76139"/>
                  <a:pt x="8742" y="76110"/>
                  <a:pt x="8742" y="76080"/>
                </a:cubicBezTo>
                <a:cubicBezTo>
                  <a:pt x="8771" y="76066"/>
                  <a:pt x="8815" y="76036"/>
                  <a:pt x="8845" y="76007"/>
                </a:cubicBezTo>
                <a:close/>
                <a:moveTo>
                  <a:pt x="8962" y="76110"/>
                </a:moveTo>
                <a:lnTo>
                  <a:pt x="8962" y="76110"/>
                </a:lnTo>
                <a:cubicBezTo>
                  <a:pt x="8948" y="76124"/>
                  <a:pt x="8948" y="76139"/>
                  <a:pt x="8918" y="76183"/>
                </a:cubicBezTo>
                <a:lnTo>
                  <a:pt x="8874" y="76227"/>
                </a:lnTo>
                <a:cubicBezTo>
                  <a:pt x="8874" y="76213"/>
                  <a:pt x="8889" y="76198"/>
                  <a:pt x="8889" y="76154"/>
                </a:cubicBezTo>
                <a:cubicBezTo>
                  <a:pt x="8903" y="76139"/>
                  <a:pt x="8918" y="76124"/>
                  <a:pt x="8962" y="76110"/>
                </a:cubicBezTo>
                <a:close/>
                <a:moveTo>
                  <a:pt x="8477" y="76051"/>
                </a:moveTo>
                <a:cubicBezTo>
                  <a:pt x="8477" y="76080"/>
                  <a:pt x="8462" y="76139"/>
                  <a:pt x="8462" y="76183"/>
                </a:cubicBezTo>
                <a:cubicBezTo>
                  <a:pt x="8433" y="76213"/>
                  <a:pt x="8374" y="76227"/>
                  <a:pt x="8330" y="76272"/>
                </a:cubicBezTo>
                <a:cubicBezTo>
                  <a:pt x="8330" y="76213"/>
                  <a:pt x="8359" y="76183"/>
                  <a:pt x="8359" y="76124"/>
                </a:cubicBezTo>
                <a:cubicBezTo>
                  <a:pt x="8388" y="76110"/>
                  <a:pt x="8447" y="76066"/>
                  <a:pt x="8477" y="76051"/>
                </a:cubicBezTo>
                <a:close/>
                <a:moveTo>
                  <a:pt x="8035" y="76051"/>
                </a:moveTo>
                <a:lnTo>
                  <a:pt x="8035" y="76213"/>
                </a:lnTo>
                <a:cubicBezTo>
                  <a:pt x="8006" y="76227"/>
                  <a:pt x="7947" y="76272"/>
                  <a:pt x="7903" y="76286"/>
                </a:cubicBezTo>
                <a:lnTo>
                  <a:pt x="7888" y="76286"/>
                </a:lnTo>
                <a:cubicBezTo>
                  <a:pt x="7888" y="76227"/>
                  <a:pt x="7888" y="76169"/>
                  <a:pt x="7873" y="76124"/>
                </a:cubicBezTo>
                <a:cubicBezTo>
                  <a:pt x="7932" y="76124"/>
                  <a:pt x="7991" y="76080"/>
                  <a:pt x="8035" y="76051"/>
                </a:cubicBezTo>
                <a:close/>
                <a:moveTo>
                  <a:pt x="8639" y="76154"/>
                </a:moveTo>
                <a:cubicBezTo>
                  <a:pt x="8639" y="76198"/>
                  <a:pt x="8624" y="76227"/>
                  <a:pt x="8624" y="76272"/>
                </a:cubicBezTo>
                <a:cubicBezTo>
                  <a:pt x="8594" y="76286"/>
                  <a:pt x="8550" y="76301"/>
                  <a:pt x="8521" y="76345"/>
                </a:cubicBezTo>
                <a:cubicBezTo>
                  <a:pt x="8521" y="76301"/>
                  <a:pt x="8536" y="76272"/>
                  <a:pt x="8536" y="76227"/>
                </a:cubicBezTo>
                <a:cubicBezTo>
                  <a:pt x="8580" y="76213"/>
                  <a:pt x="8609" y="76169"/>
                  <a:pt x="8639" y="76154"/>
                </a:cubicBezTo>
                <a:close/>
                <a:moveTo>
                  <a:pt x="8771" y="76227"/>
                </a:moveTo>
                <a:cubicBezTo>
                  <a:pt x="8771" y="76257"/>
                  <a:pt x="8756" y="76286"/>
                  <a:pt x="8756" y="76301"/>
                </a:cubicBezTo>
                <a:lnTo>
                  <a:pt x="8668" y="76404"/>
                </a:lnTo>
                <a:cubicBezTo>
                  <a:pt x="8668" y="76360"/>
                  <a:pt x="8683" y="76345"/>
                  <a:pt x="8683" y="76301"/>
                </a:cubicBezTo>
                <a:cubicBezTo>
                  <a:pt x="8727" y="76286"/>
                  <a:pt x="8742" y="76272"/>
                  <a:pt x="8771" y="76227"/>
                </a:cubicBezTo>
                <a:close/>
                <a:moveTo>
                  <a:pt x="8256" y="76183"/>
                </a:moveTo>
                <a:cubicBezTo>
                  <a:pt x="8256" y="76227"/>
                  <a:pt x="8256" y="76272"/>
                  <a:pt x="8241" y="76331"/>
                </a:cubicBezTo>
                <a:cubicBezTo>
                  <a:pt x="8212" y="76360"/>
                  <a:pt x="8153" y="76375"/>
                  <a:pt x="8109" y="76419"/>
                </a:cubicBezTo>
                <a:lnTo>
                  <a:pt x="8109" y="76272"/>
                </a:lnTo>
                <a:cubicBezTo>
                  <a:pt x="8168" y="76227"/>
                  <a:pt x="8227" y="76198"/>
                  <a:pt x="8256" y="76183"/>
                </a:cubicBezTo>
                <a:close/>
                <a:moveTo>
                  <a:pt x="8845" y="76365"/>
                </a:moveTo>
                <a:cubicBezTo>
                  <a:pt x="8845" y="76368"/>
                  <a:pt x="8845" y="76371"/>
                  <a:pt x="8845" y="76375"/>
                </a:cubicBezTo>
                <a:lnTo>
                  <a:pt x="8815" y="76419"/>
                </a:lnTo>
                <a:cubicBezTo>
                  <a:pt x="8815" y="76389"/>
                  <a:pt x="8830" y="76375"/>
                  <a:pt x="8830" y="76375"/>
                </a:cubicBezTo>
                <a:lnTo>
                  <a:pt x="8845" y="76365"/>
                </a:lnTo>
                <a:close/>
                <a:moveTo>
                  <a:pt x="8447" y="76286"/>
                </a:moveTo>
                <a:cubicBezTo>
                  <a:pt x="8447" y="76331"/>
                  <a:pt x="8418" y="76360"/>
                  <a:pt x="8418" y="76419"/>
                </a:cubicBezTo>
                <a:cubicBezTo>
                  <a:pt x="8388" y="76434"/>
                  <a:pt x="8359" y="76448"/>
                  <a:pt x="8315" y="76492"/>
                </a:cubicBezTo>
                <a:cubicBezTo>
                  <a:pt x="8315" y="76448"/>
                  <a:pt x="8330" y="76404"/>
                  <a:pt x="8330" y="76360"/>
                </a:cubicBezTo>
                <a:cubicBezTo>
                  <a:pt x="8374" y="76345"/>
                  <a:pt x="8403" y="76301"/>
                  <a:pt x="8447" y="76286"/>
                </a:cubicBezTo>
                <a:close/>
                <a:moveTo>
                  <a:pt x="8035" y="76301"/>
                </a:moveTo>
                <a:lnTo>
                  <a:pt x="8035" y="76448"/>
                </a:lnTo>
                <a:cubicBezTo>
                  <a:pt x="8006" y="76492"/>
                  <a:pt x="7947" y="76507"/>
                  <a:pt x="7903" y="76551"/>
                </a:cubicBezTo>
                <a:lnTo>
                  <a:pt x="7903" y="76404"/>
                </a:lnTo>
                <a:cubicBezTo>
                  <a:pt x="7903" y="76375"/>
                  <a:pt x="7932" y="76375"/>
                  <a:pt x="7947" y="76360"/>
                </a:cubicBezTo>
                <a:cubicBezTo>
                  <a:pt x="7991" y="76345"/>
                  <a:pt x="8006" y="76331"/>
                  <a:pt x="8035" y="76301"/>
                </a:cubicBezTo>
                <a:close/>
                <a:moveTo>
                  <a:pt x="8594" y="76375"/>
                </a:moveTo>
                <a:cubicBezTo>
                  <a:pt x="8594" y="76419"/>
                  <a:pt x="8580" y="76448"/>
                  <a:pt x="8580" y="76478"/>
                </a:cubicBezTo>
                <a:cubicBezTo>
                  <a:pt x="8536" y="76492"/>
                  <a:pt x="8521" y="76522"/>
                  <a:pt x="8477" y="76551"/>
                </a:cubicBezTo>
                <a:cubicBezTo>
                  <a:pt x="8477" y="76522"/>
                  <a:pt x="8506" y="76492"/>
                  <a:pt x="8506" y="76448"/>
                </a:cubicBezTo>
                <a:cubicBezTo>
                  <a:pt x="8536" y="76434"/>
                  <a:pt x="8550" y="76404"/>
                  <a:pt x="8594" y="76375"/>
                </a:cubicBezTo>
                <a:close/>
                <a:moveTo>
                  <a:pt x="8727" y="76448"/>
                </a:moveTo>
                <a:cubicBezTo>
                  <a:pt x="8697" y="76492"/>
                  <a:pt x="8683" y="76507"/>
                  <a:pt x="8683" y="76522"/>
                </a:cubicBezTo>
                <a:lnTo>
                  <a:pt x="8624" y="76581"/>
                </a:lnTo>
                <a:cubicBezTo>
                  <a:pt x="8624" y="76566"/>
                  <a:pt x="8639" y="76551"/>
                  <a:pt x="8639" y="76507"/>
                </a:cubicBezTo>
                <a:cubicBezTo>
                  <a:pt x="8668" y="76492"/>
                  <a:pt x="8683" y="76478"/>
                  <a:pt x="8727" y="76448"/>
                </a:cubicBezTo>
                <a:close/>
                <a:moveTo>
                  <a:pt x="8241" y="76419"/>
                </a:moveTo>
                <a:cubicBezTo>
                  <a:pt x="8241" y="76448"/>
                  <a:pt x="8227" y="76507"/>
                  <a:pt x="8227" y="76551"/>
                </a:cubicBezTo>
                <a:cubicBezTo>
                  <a:pt x="8182" y="76581"/>
                  <a:pt x="8153" y="76625"/>
                  <a:pt x="8109" y="76640"/>
                </a:cubicBezTo>
                <a:lnTo>
                  <a:pt x="8109" y="76507"/>
                </a:lnTo>
                <a:cubicBezTo>
                  <a:pt x="8153" y="76478"/>
                  <a:pt x="8212" y="76448"/>
                  <a:pt x="8241" y="76419"/>
                </a:cubicBezTo>
                <a:close/>
                <a:moveTo>
                  <a:pt x="8388" y="76522"/>
                </a:moveTo>
                <a:cubicBezTo>
                  <a:pt x="8388" y="76566"/>
                  <a:pt x="8374" y="76595"/>
                  <a:pt x="8374" y="76640"/>
                </a:cubicBezTo>
                <a:cubicBezTo>
                  <a:pt x="8330" y="76654"/>
                  <a:pt x="8315" y="76698"/>
                  <a:pt x="8285" y="76713"/>
                </a:cubicBezTo>
                <a:cubicBezTo>
                  <a:pt x="8300" y="76669"/>
                  <a:pt x="8300" y="76640"/>
                  <a:pt x="8300" y="76595"/>
                </a:cubicBezTo>
                <a:cubicBezTo>
                  <a:pt x="8330" y="76581"/>
                  <a:pt x="8374" y="76551"/>
                  <a:pt x="8388" y="76522"/>
                </a:cubicBezTo>
                <a:close/>
                <a:moveTo>
                  <a:pt x="8521" y="76625"/>
                </a:moveTo>
                <a:cubicBezTo>
                  <a:pt x="8521" y="76640"/>
                  <a:pt x="8506" y="76669"/>
                  <a:pt x="8506" y="76698"/>
                </a:cubicBezTo>
                <a:cubicBezTo>
                  <a:pt x="8477" y="76728"/>
                  <a:pt x="8462" y="76743"/>
                  <a:pt x="8433" y="76772"/>
                </a:cubicBezTo>
                <a:cubicBezTo>
                  <a:pt x="8433" y="76728"/>
                  <a:pt x="8447" y="76713"/>
                  <a:pt x="8447" y="76669"/>
                </a:cubicBezTo>
                <a:cubicBezTo>
                  <a:pt x="8462" y="76654"/>
                  <a:pt x="8506" y="76640"/>
                  <a:pt x="8521" y="76625"/>
                </a:cubicBezTo>
                <a:close/>
                <a:moveTo>
                  <a:pt x="8609" y="76731"/>
                </a:moveTo>
                <a:cubicBezTo>
                  <a:pt x="8609" y="76735"/>
                  <a:pt x="8609" y="76739"/>
                  <a:pt x="8609" y="76743"/>
                </a:cubicBezTo>
                <a:lnTo>
                  <a:pt x="8580" y="76787"/>
                </a:lnTo>
                <a:cubicBezTo>
                  <a:pt x="8580" y="76757"/>
                  <a:pt x="8594" y="76743"/>
                  <a:pt x="8594" y="76743"/>
                </a:cubicBezTo>
                <a:cubicBezTo>
                  <a:pt x="8600" y="76737"/>
                  <a:pt x="8605" y="76734"/>
                  <a:pt x="8609" y="76731"/>
                </a:cubicBezTo>
                <a:close/>
                <a:moveTo>
                  <a:pt x="8035" y="76566"/>
                </a:moveTo>
                <a:cubicBezTo>
                  <a:pt x="8035" y="76625"/>
                  <a:pt x="8035" y="76654"/>
                  <a:pt x="8020" y="76713"/>
                </a:cubicBezTo>
                <a:cubicBezTo>
                  <a:pt x="7991" y="76743"/>
                  <a:pt x="7947" y="76772"/>
                  <a:pt x="7888" y="76801"/>
                </a:cubicBezTo>
                <a:lnTo>
                  <a:pt x="7888" y="76654"/>
                </a:lnTo>
                <a:cubicBezTo>
                  <a:pt x="7947" y="76625"/>
                  <a:pt x="7991" y="76581"/>
                  <a:pt x="8035" y="76566"/>
                </a:cubicBezTo>
                <a:close/>
                <a:moveTo>
                  <a:pt x="8227" y="76669"/>
                </a:moveTo>
                <a:cubicBezTo>
                  <a:pt x="8227" y="76713"/>
                  <a:pt x="8197" y="76743"/>
                  <a:pt x="8197" y="76801"/>
                </a:cubicBezTo>
                <a:cubicBezTo>
                  <a:pt x="8168" y="76816"/>
                  <a:pt x="8138" y="76846"/>
                  <a:pt x="8094" y="76875"/>
                </a:cubicBezTo>
                <a:cubicBezTo>
                  <a:pt x="8094" y="76846"/>
                  <a:pt x="8094" y="76801"/>
                  <a:pt x="8109" y="76743"/>
                </a:cubicBezTo>
                <a:cubicBezTo>
                  <a:pt x="8153" y="76728"/>
                  <a:pt x="8182" y="76698"/>
                  <a:pt x="8227" y="76669"/>
                </a:cubicBezTo>
                <a:close/>
                <a:moveTo>
                  <a:pt x="8359" y="76772"/>
                </a:moveTo>
                <a:cubicBezTo>
                  <a:pt x="8359" y="76801"/>
                  <a:pt x="8330" y="76846"/>
                  <a:pt x="8330" y="76860"/>
                </a:cubicBezTo>
                <a:cubicBezTo>
                  <a:pt x="8300" y="76875"/>
                  <a:pt x="8271" y="76890"/>
                  <a:pt x="8256" y="76934"/>
                </a:cubicBezTo>
                <a:cubicBezTo>
                  <a:pt x="8256" y="76890"/>
                  <a:pt x="8271" y="76860"/>
                  <a:pt x="8271" y="76846"/>
                </a:cubicBezTo>
                <a:cubicBezTo>
                  <a:pt x="8300" y="76816"/>
                  <a:pt x="8330" y="76801"/>
                  <a:pt x="8359" y="76772"/>
                </a:cubicBezTo>
                <a:close/>
                <a:moveTo>
                  <a:pt x="8447" y="76846"/>
                </a:moveTo>
                <a:cubicBezTo>
                  <a:pt x="8447" y="76875"/>
                  <a:pt x="8447" y="76890"/>
                  <a:pt x="8433" y="76919"/>
                </a:cubicBezTo>
                <a:lnTo>
                  <a:pt x="8374" y="76963"/>
                </a:lnTo>
                <a:cubicBezTo>
                  <a:pt x="8374" y="76949"/>
                  <a:pt x="8388" y="76934"/>
                  <a:pt x="8388" y="76890"/>
                </a:cubicBezTo>
                <a:lnTo>
                  <a:pt x="8447" y="76846"/>
                </a:lnTo>
                <a:close/>
                <a:moveTo>
                  <a:pt x="8006" y="76801"/>
                </a:moveTo>
                <a:cubicBezTo>
                  <a:pt x="8006" y="76846"/>
                  <a:pt x="7991" y="76890"/>
                  <a:pt x="7991" y="76934"/>
                </a:cubicBezTo>
                <a:cubicBezTo>
                  <a:pt x="7962" y="76963"/>
                  <a:pt x="7932" y="77007"/>
                  <a:pt x="7888" y="77022"/>
                </a:cubicBezTo>
                <a:lnTo>
                  <a:pt x="7888" y="76890"/>
                </a:lnTo>
                <a:cubicBezTo>
                  <a:pt x="7932" y="76860"/>
                  <a:pt x="7962" y="76846"/>
                  <a:pt x="8006" y="76801"/>
                </a:cubicBezTo>
                <a:close/>
                <a:moveTo>
                  <a:pt x="8168" y="76919"/>
                </a:moveTo>
                <a:cubicBezTo>
                  <a:pt x="8168" y="76949"/>
                  <a:pt x="8153" y="76993"/>
                  <a:pt x="8153" y="77022"/>
                </a:cubicBezTo>
                <a:cubicBezTo>
                  <a:pt x="8109" y="77037"/>
                  <a:pt x="8094" y="77081"/>
                  <a:pt x="8065" y="77096"/>
                </a:cubicBezTo>
                <a:cubicBezTo>
                  <a:pt x="8079" y="77066"/>
                  <a:pt x="8079" y="77022"/>
                  <a:pt x="8079" y="76993"/>
                </a:cubicBezTo>
                <a:cubicBezTo>
                  <a:pt x="8109" y="76963"/>
                  <a:pt x="8153" y="76934"/>
                  <a:pt x="8168" y="76919"/>
                </a:cubicBezTo>
                <a:close/>
                <a:moveTo>
                  <a:pt x="8271" y="77007"/>
                </a:moveTo>
                <a:cubicBezTo>
                  <a:pt x="8271" y="77022"/>
                  <a:pt x="8271" y="77066"/>
                  <a:pt x="8256" y="77081"/>
                </a:cubicBezTo>
                <a:lnTo>
                  <a:pt x="8212" y="77140"/>
                </a:lnTo>
                <a:cubicBezTo>
                  <a:pt x="8212" y="77110"/>
                  <a:pt x="8227" y="77081"/>
                  <a:pt x="8227" y="77066"/>
                </a:cubicBezTo>
                <a:lnTo>
                  <a:pt x="8271" y="77007"/>
                </a:lnTo>
                <a:close/>
                <a:moveTo>
                  <a:pt x="8374" y="77096"/>
                </a:moveTo>
                <a:cubicBezTo>
                  <a:pt x="8374" y="77110"/>
                  <a:pt x="8359" y="77110"/>
                  <a:pt x="8359" y="77140"/>
                </a:cubicBezTo>
                <a:cubicBezTo>
                  <a:pt x="8359" y="77155"/>
                  <a:pt x="8330" y="77155"/>
                  <a:pt x="8330" y="77169"/>
                </a:cubicBezTo>
                <a:cubicBezTo>
                  <a:pt x="8330" y="77155"/>
                  <a:pt x="8330" y="77140"/>
                  <a:pt x="8359" y="77140"/>
                </a:cubicBezTo>
                <a:cubicBezTo>
                  <a:pt x="8359" y="77110"/>
                  <a:pt x="8359" y="77096"/>
                  <a:pt x="8374" y="77096"/>
                </a:cubicBezTo>
                <a:close/>
                <a:moveTo>
                  <a:pt x="8006" y="77066"/>
                </a:moveTo>
                <a:cubicBezTo>
                  <a:pt x="8006" y="77096"/>
                  <a:pt x="7991" y="77140"/>
                  <a:pt x="7991" y="77184"/>
                </a:cubicBezTo>
                <a:cubicBezTo>
                  <a:pt x="7932" y="77213"/>
                  <a:pt x="7903" y="77228"/>
                  <a:pt x="7873" y="77258"/>
                </a:cubicBezTo>
                <a:cubicBezTo>
                  <a:pt x="7873" y="77228"/>
                  <a:pt x="7873" y="77184"/>
                  <a:pt x="7888" y="77140"/>
                </a:cubicBezTo>
                <a:cubicBezTo>
                  <a:pt x="7932" y="77110"/>
                  <a:pt x="7962" y="77081"/>
                  <a:pt x="8006" y="77066"/>
                </a:cubicBezTo>
                <a:close/>
                <a:moveTo>
                  <a:pt x="8109" y="77155"/>
                </a:moveTo>
                <a:cubicBezTo>
                  <a:pt x="8109" y="77184"/>
                  <a:pt x="8094" y="77213"/>
                  <a:pt x="8094" y="77243"/>
                </a:cubicBezTo>
                <a:lnTo>
                  <a:pt x="8020" y="77317"/>
                </a:lnTo>
                <a:cubicBezTo>
                  <a:pt x="8020" y="77287"/>
                  <a:pt x="8035" y="77243"/>
                  <a:pt x="8035" y="77228"/>
                </a:cubicBezTo>
                <a:lnTo>
                  <a:pt x="8109" y="77155"/>
                </a:lnTo>
                <a:close/>
                <a:moveTo>
                  <a:pt x="8227" y="77243"/>
                </a:moveTo>
                <a:cubicBezTo>
                  <a:pt x="8212" y="77258"/>
                  <a:pt x="8212" y="77287"/>
                  <a:pt x="8212" y="77302"/>
                </a:cubicBezTo>
                <a:lnTo>
                  <a:pt x="8168" y="77331"/>
                </a:lnTo>
                <a:cubicBezTo>
                  <a:pt x="8168" y="77317"/>
                  <a:pt x="8168" y="77302"/>
                  <a:pt x="8182" y="77272"/>
                </a:cubicBezTo>
                <a:lnTo>
                  <a:pt x="8227" y="77243"/>
                </a:lnTo>
                <a:close/>
                <a:moveTo>
                  <a:pt x="7947" y="77302"/>
                </a:moveTo>
                <a:cubicBezTo>
                  <a:pt x="7947" y="77331"/>
                  <a:pt x="7932" y="77375"/>
                  <a:pt x="7932" y="77405"/>
                </a:cubicBezTo>
                <a:cubicBezTo>
                  <a:pt x="7917" y="77434"/>
                  <a:pt x="7873" y="77464"/>
                  <a:pt x="7844" y="77478"/>
                </a:cubicBezTo>
                <a:cubicBezTo>
                  <a:pt x="7844" y="77449"/>
                  <a:pt x="7859" y="77405"/>
                  <a:pt x="7859" y="77375"/>
                </a:cubicBezTo>
                <a:cubicBezTo>
                  <a:pt x="7888" y="77361"/>
                  <a:pt x="7932" y="77317"/>
                  <a:pt x="7947" y="77302"/>
                </a:cubicBezTo>
                <a:close/>
                <a:moveTo>
                  <a:pt x="8094" y="77390"/>
                </a:moveTo>
                <a:lnTo>
                  <a:pt x="8094" y="77390"/>
                </a:lnTo>
                <a:cubicBezTo>
                  <a:pt x="8065" y="77405"/>
                  <a:pt x="8065" y="77434"/>
                  <a:pt x="8065" y="77464"/>
                </a:cubicBezTo>
                <a:lnTo>
                  <a:pt x="8006" y="77523"/>
                </a:lnTo>
                <a:cubicBezTo>
                  <a:pt x="8006" y="77508"/>
                  <a:pt x="8020" y="77464"/>
                  <a:pt x="8020" y="77449"/>
                </a:cubicBezTo>
                <a:cubicBezTo>
                  <a:pt x="8035" y="77434"/>
                  <a:pt x="8065" y="77405"/>
                  <a:pt x="8094" y="77390"/>
                </a:cubicBezTo>
                <a:close/>
                <a:moveTo>
                  <a:pt x="7903" y="77537"/>
                </a:moveTo>
                <a:cubicBezTo>
                  <a:pt x="7888" y="77581"/>
                  <a:pt x="7888" y="77596"/>
                  <a:pt x="7888" y="77626"/>
                </a:cubicBezTo>
                <a:cubicBezTo>
                  <a:pt x="7873" y="77655"/>
                  <a:pt x="7859" y="77684"/>
                  <a:pt x="7814" y="77699"/>
                </a:cubicBezTo>
                <a:cubicBezTo>
                  <a:pt x="7814" y="77670"/>
                  <a:pt x="7829" y="77626"/>
                  <a:pt x="7829" y="77611"/>
                </a:cubicBezTo>
                <a:cubicBezTo>
                  <a:pt x="7859" y="77596"/>
                  <a:pt x="7888" y="77581"/>
                  <a:pt x="7903" y="77537"/>
                </a:cubicBezTo>
                <a:close/>
                <a:moveTo>
                  <a:pt x="8020" y="77611"/>
                </a:moveTo>
                <a:cubicBezTo>
                  <a:pt x="8006" y="77655"/>
                  <a:pt x="8006" y="77655"/>
                  <a:pt x="7991" y="77670"/>
                </a:cubicBezTo>
                <a:cubicBezTo>
                  <a:pt x="7962" y="77684"/>
                  <a:pt x="7947" y="77699"/>
                  <a:pt x="7947" y="77729"/>
                </a:cubicBezTo>
                <a:cubicBezTo>
                  <a:pt x="7947" y="77699"/>
                  <a:pt x="7947" y="77684"/>
                  <a:pt x="7962" y="77670"/>
                </a:cubicBezTo>
                <a:lnTo>
                  <a:pt x="8020" y="77611"/>
                </a:lnTo>
                <a:close/>
                <a:moveTo>
                  <a:pt x="7859" y="77773"/>
                </a:moveTo>
                <a:lnTo>
                  <a:pt x="7859" y="77773"/>
                </a:lnTo>
                <a:cubicBezTo>
                  <a:pt x="7844" y="77817"/>
                  <a:pt x="7844" y="77832"/>
                  <a:pt x="7844" y="77846"/>
                </a:cubicBezTo>
                <a:lnTo>
                  <a:pt x="7785" y="77905"/>
                </a:lnTo>
                <a:cubicBezTo>
                  <a:pt x="7785" y="77890"/>
                  <a:pt x="7800" y="77846"/>
                  <a:pt x="7800" y="77832"/>
                </a:cubicBezTo>
                <a:lnTo>
                  <a:pt x="7859" y="77773"/>
                </a:lnTo>
                <a:close/>
                <a:moveTo>
                  <a:pt x="7800" y="78023"/>
                </a:moveTo>
                <a:cubicBezTo>
                  <a:pt x="7785" y="78038"/>
                  <a:pt x="7785" y="78052"/>
                  <a:pt x="7785" y="78067"/>
                </a:cubicBezTo>
                <a:cubicBezTo>
                  <a:pt x="7770" y="78096"/>
                  <a:pt x="7770" y="78111"/>
                  <a:pt x="7741" y="78111"/>
                </a:cubicBezTo>
                <a:cubicBezTo>
                  <a:pt x="7741" y="78096"/>
                  <a:pt x="7741" y="78067"/>
                  <a:pt x="7770" y="78052"/>
                </a:cubicBezTo>
                <a:cubicBezTo>
                  <a:pt x="7785" y="78038"/>
                  <a:pt x="7785" y="78023"/>
                  <a:pt x="7800" y="78023"/>
                </a:cubicBezTo>
                <a:close/>
                <a:moveTo>
                  <a:pt x="7535" y="74859"/>
                </a:moveTo>
                <a:cubicBezTo>
                  <a:pt x="7564" y="74918"/>
                  <a:pt x="7579" y="74977"/>
                  <a:pt x="7594" y="75050"/>
                </a:cubicBezTo>
                <a:cubicBezTo>
                  <a:pt x="7064" y="75271"/>
                  <a:pt x="6534" y="75521"/>
                  <a:pt x="6019" y="75815"/>
                </a:cubicBezTo>
                <a:cubicBezTo>
                  <a:pt x="3723" y="77110"/>
                  <a:pt x="1987" y="79392"/>
                  <a:pt x="1266" y="81893"/>
                </a:cubicBezTo>
                <a:cubicBezTo>
                  <a:pt x="1913" y="79230"/>
                  <a:pt x="3694" y="76816"/>
                  <a:pt x="6107" y="75521"/>
                </a:cubicBezTo>
                <a:cubicBezTo>
                  <a:pt x="6564" y="75256"/>
                  <a:pt x="7049" y="75050"/>
                  <a:pt x="7535" y="74859"/>
                </a:cubicBezTo>
                <a:close/>
                <a:moveTo>
                  <a:pt x="7638" y="75109"/>
                </a:moveTo>
                <a:cubicBezTo>
                  <a:pt x="7638" y="75183"/>
                  <a:pt x="7653" y="75256"/>
                  <a:pt x="7667" y="75315"/>
                </a:cubicBezTo>
                <a:cubicBezTo>
                  <a:pt x="7108" y="75565"/>
                  <a:pt x="6519" y="75845"/>
                  <a:pt x="5975" y="76183"/>
                </a:cubicBezTo>
                <a:cubicBezTo>
                  <a:pt x="3738" y="77508"/>
                  <a:pt x="2075" y="79642"/>
                  <a:pt x="1339" y="82026"/>
                </a:cubicBezTo>
                <a:cubicBezTo>
                  <a:pt x="2016" y="79495"/>
                  <a:pt x="3753" y="77184"/>
                  <a:pt x="6063" y="75860"/>
                </a:cubicBezTo>
                <a:cubicBezTo>
                  <a:pt x="6564" y="75565"/>
                  <a:pt x="7093" y="75330"/>
                  <a:pt x="7638" y="75109"/>
                </a:cubicBezTo>
                <a:close/>
                <a:moveTo>
                  <a:pt x="7682" y="75403"/>
                </a:moveTo>
                <a:cubicBezTo>
                  <a:pt x="7711" y="75462"/>
                  <a:pt x="7711" y="75536"/>
                  <a:pt x="7726" y="75595"/>
                </a:cubicBezTo>
                <a:cubicBezTo>
                  <a:pt x="7123" y="75889"/>
                  <a:pt x="6519" y="76198"/>
                  <a:pt x="5931" y="76537"/>
                </a:cubicBezTo>
                <a:cubicBezTo>
                  <a:pt x="3635" y="77964"/>
                  <a:pt x="1957" y="80201"/>
                  <a:pt x="1251" y="82629"/>
                </a:cubicBezTo>
                <a:cubicBezTo>
                  <a:pt x="1884" y="80039"/>
                  <a:pt x="3606" y="77670"/>
                  <a:pt x="6019" y="76257"/>
                </a:cubicBezTo>
                <a:cubicBezTo>
                  <a:pt x="6549" y="75933"/>
                  <a:pt x="7123" y="75668"/>
                  <a:pt x="7682" y="75403"/>
                </a:cubicBezTo>
                <a:close/>
                <a:moveTo>
                  <a:pt x="7741" y="75668"/>
                </a:moveTo>
                <a:cubicBezTo>
                  <a:pt x="7770" y="75712"/>
                  <a:pt x="7770" y="75771"/>
                  <a:pt x="7770" y="75845"/>
                </a:cubicBezTo>
                <a:cubicBezTo>
                  <a:pt x="7123" y="76183"/>
                  <a:pt x="6490" y="76522"/>
                  <a:pt x="5872" y="76919"/>
                </a:cubicBezTo>
                <a:cubicBezTo>
                  <a:pt x="3606" y="78361"/>
                  <a:pt x="1913" y="80628"/>
                  <a:pt x="1221" y="83041"/>
                </a:cubicBezTo>
                <a:cubicBezTo>
                  <a:pt x="1854" y="80466"/>
                  <a:pt x="3591" y="78096"/>
                  <a:pt x="5960" y="76625"/>
                </a:cubicBezTo>
                <a:cubicBezTo>
                  <a:pt x="6534" y="76272"/>
                  <a:pt x="7137" y="75963"/>
                  <a:pt x="7741" y="75668"/>
                </a:cubicBezTo>
                <a:close/>
                <a:moveTo>
                  <a:pt x="7785" y="75933"/>
                </a:moveTo>
                <a:cubicBezTo>
                  <a:pt x="7785" y="75992"/>
                  <a:pt x="7800" y="76051"/>
                  <a:pt x="7800" y="76110"/>
                </a:cubicBezTo>
                <a:cubicBezTo>
                  <a:pt x="7137" y="76478"/>
                  <a:pt x="6475" y="76860"/>
                  <a:pt x="5828" y="77272"/>
                </a:cubicBezTo>
                <a:cubicBezTo>
                  <a:pt x="3591" y="78788"/>
                  <a:pt x="1943" y="80981"/>
                  <a:pt x="1236" y="83321"/>
                </a:cubicBezTo>
                <a:cubicBezTo>
                  <a:pt x="1884" y="80834"/>
                  <a:pt x="3591" y="78494"/>
                  <a:pt x="5931" y="76993"/>
                </a:cubicBezTo>
                <a:cubicBezTo>
                  <a:pt x="6534" y="76595"/>
                  <a:pt x="7152" y="76257"/>
                  <a:pt x="7785" y="75933"/>
                </a:cubicBezTo>
                <a:close/>
                <a:moveTo>
                  <a:pt x="7800" y="76198"/>
                </a:moveTo>
                <a:cubicBezTo>
                  <a:pt x="7800" y="76257"/>
                  <a:pt x="7800" y="76301"/>
                  <a:pt x="7814" y="76360"/>
                </a:cubicBezTo>
                <a:cubicBezTo>
                  <a:pt x="7137" y="76757"/>
                  <a:pt x="6461" y="77184"/>
                  <a:pt x="5784" y="77670"/>
                </a:cubicBezTo>
                <a:cubicBezTo>
                  <a:pt x="3517" y="79244"/>
                  <a:pt x="1884" y="81496"/>
                  <a:pt x="1177" y="83836"/>
                </a:cubicBezTo>
                <a:cubicBezTo>
                  <a:pt x="1781" y="81305"/>
                  <a:pt x="3473" y="78950"/>
                  <a:pt x="5872" y="77361"/>
                </a:cubicBezTo>
                <a:cubicBezTo>
                  <a:pt x="6490" y="76934"/>
                  <a:pt x="7152" y="76551"/>
                  <a:pt x="7800" y="76198"/>
                </a:cubicBezTo>
                <a:close/>
                <a:moveTo>
                  <a:pt x="7800" y="76448"/>
                </a:moveTo>
                <a:lnTo>
                  <a:pt x="7800" y="76625"/>
                </a:lnTo>
                <a:cubicBezTo>
                  <a:pt x="7726" y="76669"/>
                  <a:pt x="7638" y="76728"/>
                  <a:pt x="7564" y="76787"/>
                </a:cubicBezTo>
                <a:cubicBezTo>
                  <a:pt x="6961" y="77184"/>
                  <a:pt x="6313" y="77596"/>
                  <a:pt x="5710" y="78052"/>
                </a:cubicBezTo>
                <a:cubicBezTo>
                  <a:pt x="3458" y="79701"/>
                  <a:pt x="1854" y="81864"/>
                  <a:pt x="1163" y="84145"/>
                </a:cubicBezTo>
                <a:cubicBezTo>
                  <a:pt x="1825" y="81673"/>
                  <a:pt x="3473" y="79362"/>
                  <a:pt x="5813" y="77729"/>
                </a:cubicBezTo>
                <a:cubicBezTo>
                  <a:pt x="6475" y="77258"/>
                  <a:pt x="7152" y="76846"/>
                  <a:pt x="7800" y="76448"/>
                </a:cubicBezTo>
                <a:close/>
                <a:moveTo>
                  <a:pt x="7829" y="76698"/>
                </a:moveTo>
                <a:lnTo>
                  <a:pt x="7829" y="76846"/>
                </a:lnTo>
                <a:cubicBezTo>
                  <a:pt x="7653" y="76963"/>
                  <a:pt x="7447" y="77110"/>
                  <a:pt x="7270" y="77243"/>
                </a:cubicBezTo>
                <a:cubicBezTo>
                  <a:pt x="6755" y="77611"/>
                  <a:pt x="6210" y="77979"/>
                  <a:pt x="5695" y="78391"/>
                </a:cubicBezTo>
                <a:cubicBezTo>
                  <a:pt x="3414" y="80113"/>
                  <a:pt x="1825" y="82335"/>
                  <a:pt x="1148" y="84616"/>
                </a:cubicBezTo>
                <a:cubicBezTo>
                  <a:pt x="1737" y="82188"/>
                  <a:pt x="3370" y="79833"/>
                  <a:pt x="5784" y="78096"/>
                </a:cubicBezTo>
                <a:cubicBezTo>
                  <a:pt x="6387" y="77655"/>
                  <a:pt x="7005" y="77228"/>
                  <a:pt x="7638" y="76816"/>
                </a:cubicBezTo>
                <a:cubicBezTo>
                  <a:pt x="7711" y="76787"/>
                  <a:pt x="7770" y="76728"/>
                  <a:pt x="7829" y="76698"/>
                </a:cubicBezTo>
                <a:close/>
                <a:moveTo>
                  <a:pt x="7800" y="76949"/>
                </a:moveTo>
                <a:lnTo>
                  <a:pt x="7800" y="77096"/>
                </a:lnTo>
                <a:cubicBezTo>
                  <a:pt x="7505" y="77331"/>
                  <a:pt x="7196" y="77552"/>
                  <a:pt x="6902" y="77802"/>
                </a:cubicBezTo>
                <a:cubicBezTo>
                  <a:pt x="6475" y="78111"/>
                  <a:pt x="6048" y="78435"/>
                  <a:pt x="5622" y="78773"/>
                </a:cubicBezTo>
                <a:cubicBezTo>
                  <a:pt x="4253" y="79862"/>
                  <a:pt x="2016" y="81996"/>
                  <a:pt x="1118" y="84910"/>
                </a:cubicBezTo>
                <a:cubicBezTo>
                  <a:pt x="1751" y="82541"/>
                  <a:pt x="3385" y="80245"/>
                  <a:pt x="5725" y="78464"/>
                </a:cubicBezTo>
                <a:cubicBezTo>
                  <a:pt x="6240" y="78067"/>
                  <a:pt x="6770" y="77684"/>
                  <a:pt x="7285" y="77317"/>
                </a:cubicBezTo>
                <a:cubicBezTo>
                  <a:pt x="7476" y="77184"/>
                  <a:pt x="7638" y="77081"/>
                  <a:pt x="7800" y="76949"/>
                </a:cubicBezTo>
                <a:close/>
                <a:moveTo>
                  <a:pt x="7785" y="77213"/>
                </a:moveTo>
                <a:cubicBezTo>
                  <a:pt x="7785" y="77243"/>
                  <a:pt x="7785" y="77302"/>
                  <a:pt x="7770" y="77331"/>
                </a:cubicBezTo>
                <a:cubicBezTo>
                  <a:pt x="7358" y="77670"/>
                  <a:pt x="6946" y="78008"/>
                  <a:pt x="6534" y="78347"/>
                </a:cubicBezTo>
                <a:cubicBezTo>
                  <a:pt x="6210" y="78597"/>
                  <a:pt x="5887" y="78862"/>
                  <a:pt x="5578" y="79141"/>
                </a:cubicBezTo>
                <a:cubicBezTo>
                  <a:pt x="3355" y="80981"/>
                  <a:pt x="1795" y="83129"/>
                  <a:pt x="1104" y="85278"/>
                </a:cubicBezTo>
                <a:lnTo>
                  <a:pt x="1104" y="85263"/>
                </a:lnTo>
                <a:cubicBezTo>
                  <a:pt x="1928" y="82188"/>
                  <a:pt x="4268" y="79965"/>
                  <a:pt x="5666" y="78832"/>
                </a:cubicBezTo>
                <a:cubicBezTo>
                  <a:pt x="6093" y="78494"/>
                  <a:pt x="6505" y="78170"/>
                  <a:pt x="6931" y="77846"/>
                </a:cubicBezTo>
                <a:cubicBezTo>
                  <a:pt x="7226" y="77626"/>
                  <a:pt x="7505" y="77405"/>
                  <a:pt x="7785" y="77213"/>
                </a:cubicBezTo>
                <a:close/>
                <a:moveTo>
                  <a:pt x="7770" y="77449"/>
                </a:moveTo>
                <a:cubicBezTo>
                  <a:pt x="7770" y="77478"/>
                  <a:pt x="7741" y="77523"/>
                  <a:pt x="7741" y="77581"/>
                </a:cubicBezTo>
                <a:cubicBezTo>
                  <a:pt x="7255" y="78038"/>
                  <a:pt x="6711" y="78494"/>
                  <a:pt x="6181" y="78950"/>
                </a:cubicBezTo>
                <a:cubicBezTo>
                  <a:pt x="5960" y="79141"/>
                  <a:pt x="5739" y="79318"/>
                  <a:pt x="5519" y="79524"/>
                </a:cubicBezTo>
                <a:cubicBezTo>
                  <a:pt x="3959" y="80869"/>
                  <a:pt x="2107" y="82854"/>
                  <a:pt x="1194" y="85316"/>
                </a:cubicBezTo>
                <a:lnTo>
                  <a:pt x="1194" y="85316"/>
                </a:lnTo>
                <a:cubicBezTo>
                  <a:pt x="1869" y="83161"/>
                  <a:pt x="3422" y="81026"/>
                  <a:pt x="5636" y="79200"/>
                </a:cubicBezTo>
                <a:cubicBezTo>
                  <a:pt x="5945" y="78935"/>
                  <a:pt x="6269" y="78656"/>
                  <a:pt x="6593" y="78406"/>
                </a:cubicBezTo>
                <a:cubicBezTo>
                  <a:pt x="6990" y="78067"/>
                  <a:pt x="7373" y="77758"/>
                  <a:pt x="7770" y="77449"/>
                </a:cubicBezTo>
                <a:close/>
                <a:moveTo>
                  <a:pt x="7726" y="77684"/>
                </a:moveTo>
                <a:cubicBezTo>
                  <a:pt x="7726" y="77714"/>
                  <a:pt x="7711" y="77758"/>
                  <a:pt x="7711" y="77802"/>
                </a:cubicBezTo>
                <a:cubicBezTo>
                  <a:pt x="7123" y="78376"/>
                  <a:pt x="6475" y="78965"/>
                  <a:pt x="5813" y="79568"/>
                </a:cubicBezTo>
                <a:lnTo>
                  <a:pt x="5460" y="79877"/>
                </a:lnTo>
                <a:cubicBezTo>
                  <a:pt x="3318" y="81799"/>
                  <a:pt x="1892" y="83751"/>
                  <a:pt x="1169" y="85702"/>
                </a:cubicBezTo>
                <a:lnTo>
                  <a:pt x="1169" y="85702"/>
                </a:lnTo>
                <a:cubicBezTo>
                  <a:pt x="1168" y="85693"/>
                  <a:pt x="1163" y="85684"/>
                  <a:pt x="1163" y="85675"/>
                </a:cubicBezTo>
                <a:cubicBezTo>
                  <a:pt x="2001" y="83071"/>
                  <a:pt x="3959" y="80951"/>
                  <a:pt x="5578" y="79568"/>
                </a:cubicBezTo>
                <a:cubicBezTo>
                  <a:pt x="5798" y="79377"/>
                  <a:pt x="6019" y="79200"/>
                  <a:pt x="6240" y="78994"/>
                </a:cubicBezTo>
                <a:cubicBezTo>
                  <a:pt x="6755" y="78553"/>
                  <a:pt x="7255" y="78126"/>
                  <a:pt x="7726" y="77684"/>
                </a:cubicBezTo>
                <a:close/>
                <a:moveTo>
                  <a:pt x="7711" y="77964"/>
                </a:moveTo>
                <a:cubicBezTo>
                  <a:pt x="7697" y="77979"/>
                  <a:pt x="7697" y="77993"/>
                  <a:pt x="7667" y="78038"/>
                </a:cubicBezTo>
                <a:cubicBezTo>
                  <a:pt x="6990" y="78788"/>
                  <a:pt x="6210" y="79509"/>
                  <a:pt x="5460" y="80216"/>
                </a:cubicBezTo>
                <a:lnTo>
                  <a:pt x="5430" y="80260"/>
                </a:lnTo>
                <a:cubicBezTo>
                  <a:pt x="3296" y="82246"/>
                  <a:pt x="1928" y="84101"/>
                  <a:pt x="1192" y="85940"/>
                </a:cubicBezTo>
                <a:lnTo>
                  <a:pt x="1192" y="85881"/>
                </a:lnTo>
                <a:cubicBezTo>
                  <a:pt x="1898" y="83895"/>
                  <a:pt x="3355" y="81893"/>
                  <a:pt x="5533" y="79951"/>
                </a:cubicBezTo>
                <a:lnTo>
                  <a:pt x="5887" y="79627"/>
                </a:lnTo>
                <a:cubicBezTo>
                  <a:pt x="6519" y="79068"/>
                  <a:pt x="7137" y="78509"/>
                  <a:pt x="7711" y="77964"/>
                </a:cubicBezTo>
                <a:close/>
                <a:moveTo>
                  <a:pt x="7638" y="78199"/>
                </a:moveTo>
                <a:lnTo>
                  <a:pt x="7638" y="78258"/>
                </a:lnTo>
                <a:cubicBezTo>
                  <a:pt x="6990" y="79024"/>
                  <a:pt x="6210" y="79804"/>
                  <a:pt x="5386" y="80613"/>
                </a:cubicBezTo>
                <a:cubicBezTo>
                  <a:pt x="3900" y="82070"/>
                  <a:pt x="2193" y="83939"/>
                  <a:pt x="1251" y="86161"/>
                </a:cubicBezTo>
                <a:cubicBezTo>
                  <a:pt x="1251" y="86146"/>
                  <a:pt x="1236" y="86117"/>
                  <a:pt x="1236" y="86087"/>
                </a:cubicBezTo>
                <a:cubicBezTo>
                  <a:pt x="1928" y="84218"/>
                  <a:pt x="3311" y="82335"/>
                  <a:pt x="5475" y="80319"/>
                </a:cubicBezTo>
                <a:lnTo>
                  <a:pt x="5519" y="80274"/>
                </a:lnTo>
                <a:cubicBezTo>
                  <a:pt x="6240" y="79598"/>
                  <a:pt x="6976" y="78921"/>
                  <a:pt x="7638" y="78199"/>
                </a:cubicBezTo>
                <a:close/>
                <a:moveTo>
                  <a:pt x="7579" y="78435"/>
                </a:moveTo>
                <a:cubicBezTo>
                  <a:pt x="7579" y="78464"/>
                  <a:pt x="7579" y="78464"/>
                  <a:pt x="7564" y="78479"/>
                </a:cubicBezTo>
                <a:cubicBezTo>
                  <a:pt x="6902" y="79347"/>
                  <a:pt x="6107" y="80171"/>
                  <a:pt x="5342" y="80981"/>
                </a:cubicBezTo>
                <a:cubicBezTo>
                  <a:pt x="3738" y="82600"/>
                  <a:pt x="2193" y="84366"/>
                  <a:pt x="1310" y="86367"/>
                </a:cubicBezTo>
                <a:cubicBezTo>
                  <a:pt x="1310" y="86352"/>
                  <a:pt x="1295" y="86308"/>
                  <a:pt x="1295" y="86293"/>
                </a:cubicBezTo>
                <a:cubicBezTo>
                  <a:pt x="2207" y="84027"/>
                  <a:pt x="3944" y="82143"/>
                  <a:pt x="5445" y="80672"/>
                </a:cubicBezTo>
                <a:cubicBezTo>
                  <a:pt x="6225" y="79907"/>
                  <a:pt x="6961" y="79171"/>
                  <a:pt x="7579" y="78435"/>
                </a:cubicBezTo>
                <a:close/>
                <a:moveTo>
                  <a:pt x="1118" y="86382"/>
                </a:moveTo>
                <a:cubicBezTo>
                  <a:pt x="1118" y="86411"/>
                  <a:pt x="1118" y="86426"/>
                  <a:pt x="1148" y="86441"/>
                </a:cubicBezTo>
                <a:lnTo>
                  <a:pt x="1148" y="86455"/>
                </a:lnTo>
                <a:cubicBezTo>
                  <a:pt x="1118" y="86441"/>
                  <a:pt x="1118" y="86426"/>
                  <a:pt x="1118" y="86411"/>
                </a:cubicBezTo>
                <a:lnTo>
                  <a:pt x="1118" y="86382"/>
                </a:lnTo>
                <a:close/>
                <a:moveTo>
                  <a:pt x="1221" y="86455"/>
                </a:moveTo>
                <a:cubicBezTo>
                  <a:pt x="1236" y="86455"/>
                  <a:pt x="1236" y="86500"/>
                  <a:pt x="1236" y="86514"/>
                </a:cubicBezTo>
                <a:lnTo>
                  <a:pt x="1236" y="86529"/>
                </a:lnTo>
                <a:cubicBezTo>
                  <a:pt x="1236" y="86500"/>
                  <a:pt x="1236" y="86485"/>
                  <a:pt x="1221" y="86455"/>
                </a:cubicBezTo>
                <a:close/>
                <a:moveTo>
                  <a:pt x="7478" y="78754"/>
                </a:moveTo>
                <a:lnTo>
                  <a:pt x="7478" y="78754"/>
                </a:lnTo>
                <a:cubicBezTo>
                  <a:pt x="6821" y="79681"/>
                  <a:pt x="6038" y="80551"/>
                  <a:pt x="5298" y="81349"/>
                </a:cubicBezTo>
                <a:cubicBezTo>
                  <a:pt x="3797" y="82953"/>
                  <a:pt x="2281" y="84660"/>
                  <a:pt x="1369" y="86603"/>
                </a:cubicBezTo>
                <a:cubicBezTo>
                  <a:pt x="1369" y="86573"/>
                  <a:pt x="1339" y="86558"/>
                  <a:pt x="1339" y="86514"/>
                </a:cubicBezTo>
                <a:cubicBezTo>
                  <a:pt x="2222" y="84454"/>
                  <a:pt x="3797" y="82688"/>
                  <a:pt x="5416" y="81040"/>
                </a:cubicBezTo>
                <a:cubicBezTo>
                  <a:pt x="6135" y="80292"/>
                  <a:pt x="6854" y="79543"/>
                  <a:pt x="7478" y="78754"/>
                </a:cubicBezTo>
                <a:close/>
                <a:moveTo>
                  <a:pt x="1177" y="86588"/>
                </a:moveTo>
                <a:cubicBezTo>
                  <a:pt x="1177" y="86603"/>
                  <a:pt x="1177" y="86632"/>
                  <a:pt x="1192" y="86647"/>
                </a:cubicBezTo>
                <a:cubicBezTo>
                  <a:pt x="1192" y="86661"/>
                  <a:pt x="1192" y="86661"/>
                  <a:pt x="1177" y="86676"/>
                </a:cubicBezTo>
                <a:cubicBezTo>
                  <a:pt x="1163" y="86661"/>
                  <a:pt x="1163" y="86647"/>
                  <a:pt x="1163" y="86632"/>
                </a:cubicBezTo>
                <a:cubicBezTo>
                  <a:pt x="1163" y="86603"/>
                  <a:pt x="1163" y="86603"/>
                  <a:pt x="1177" y="86588"/>
                </a:cubicBezTo>
                <a:close/>
                <a:moveTo>
                  <a:pt x="1280" y="86647"/>
                </a:moveTo>
                <a:cubicBezTo>
                  <a:pt x="1280" y="86661"/>
                  <a:pt x="1310" y="86706"/>
                  <a:pt x="1310" y="86720"/>
                </a:cubicBezTo>
                <a:cubicBezTo>
                  <a:pt x="1310" y="86720"/>
                  <a:pt x="1310" y="86735"/>
                  <a:pt x="1280" y="86735"/>
                </a:cubicBezTo>
                <a:cubicBezTo>
                  <a:pt x="1280" y="86720"/>
                  <a:pt x="1266" y="86676"/>
                  <a:pt x="1266" y="86661"/>
                </a:cubicBezTo>
                <a:cubicBezTo>
                  <a:pt x="1266" y="86661"/>
                  <a:pt x="1266" y="86647"/>
                  <a:pt x="1280" y="86647"/>
                </a:cubicBezTo>
                <a:close/>
                <a:moveTo>
                  <a:pt x="7299" y="79141"/>
                </a:moveTo>
                <a:lnTo>
                  <a:pt x="7299" y="79141"/>
                </a:lnTo>
                <a:cubicBezTo>
                  <a:pt x="6681" y="80054"/>
                  <a:pt x="5960" y="80922"/>
                  <a:pt x="5239" y="81717"/>
                </a:cubicBezTo>
                <a:cubicBezTo>
                  <a:pt x="3885" y="83218"/>
                  <a:pt x="2369" y="84895"/>
                  <a:pt x="1413" y="86809"/>
                </a:cubicBezTo>
                <a:cubicBezTo>
                  <a:pt x="1413" y="86779"/>
                  <a:pt x="1398" y="86750"/>
                  <a:pt x="1398" y="86720"/>
                </a:cubicBezTo>
                <a:cubicBezTo>
                  <a:pt x="2296" y="84748"/>
                  <a:pt x="3826" y="83012"/>
                  <a:pt x="5357" y="81408"/>
                </a:cubicBezTo>
                <a:cubicBezTo>
                  <a:pt x="6019" y="80701"/>
                  <a:pt x="6696" y="79951"/>
                  <a:pt x="7299" y="79141"/>
                </a:cubicBezTo>
                <a:close/>
                <a:moveTo>
                  <a:pt x="1104" y="86794"/>
                </a:moveTo>
                <a:cubicBezTo>
                  <a:pt x="1104" y="86809"/>
                  <a:pt x="1104" y="86823"/>
                  <a:pt x="1118" y="86853"/>
                </a:cubicBezTo>
                <a:cubicBezTo>
                  <a:pt x="1118" y="86853"/>
                  <a:pt x="1118" y="86867"/>
                  <a:pt x="1104" y="86867"/>
                </a:cubicBezTo>
                <a:lnTo>
                  <a:pt x="1104" y="86809"/>
                </a:lnTo>
                <a:lnTo>
                  <a:pt x="1104" y="86794"/>
                </a:lnTo>
                <a:close/>
                <a:moveTo>
                  <a:pt x="1207" y="86794"/>
                </a:moveTo>
                <a:cubicBezTo>
                  <a:pt x="1207" y="86809"/>
                  <a:pt x="1236" y="86853"/>
                  <a:pt x="1236" y="86867"/>
                </a:cubicBezTo>
                <a:cubicBezTo>
                  <a:pt x="1236" y="86882"/>
                  <a:pt x="1207" y="86897"/>
                  <a:pt x="1207" y="86897"/>
                </a:cubicBezTo>
                <a:cubicBezTo>
                  <a:pt x="1221" y="86882"/>
                  <a:pt x="1192" y="86867"/>
                  <a:pt x="1192" y="86823"/>
                </a:cubicBezTo>
                <a:cubicBezTo>
                  <a:pt x="1192" y="86809"/>
                  <a:pt x="1207" y="86794"/>
                  <a:pt x="1207" y="86794"/>
                </a:cubicBezTo>
                <a:close/>
                <a:moveTo>
                  <a:pt x="1339" y="86823"/>
                </a:moveTo>
                <a:cubicBezTo>
                  <a:pt x="1339" y="86867"/>
                  <a:pt x="1354" y="86882"/>
                  <a:pt x="1354" y="86926"/>
                </a:cubicBezTo>
                <a:cubicBezTo>
                  <a:pt x="1354" y="86941"/>
                  <a:pt x="1339" y="86941"/>
                  <a:pt x="1339" y="86956"/>
                </a:cubicBezTo>
                <a:cubicBezTo>
                  <a:pt x="1324" y="86941"/>
                  <a:pt x="1324" y="86897"/>
                  <a:pt x="1324" y="86867"/>
                </a:cubicBezTo>
                <a:cubicBezTo>
                  <a:pt x="1324" y="86838"/>
                  <a:pt x="1324" y="86838"/>
                  <a:pt x="1339" y="86823"/>
                </a:cubicBezTo>
                <a:close/>
                <a:moveTo>
                  <a:pt x="7137" y="79480"/>
                </a:moveTo>
                <a:cubicBezTo>
                  <a:pt x="6564" y="80451"/>
                  <a:pt x="5857" y="81334"/>
                  <a:pt x="5195" y="82085"/>
                </a:cubicBezTo>
                <a:lnTo>
                  <a:pt x="4930" y="82379"/>
                </a:lnTo>
                <a:cubicBezTo>
                  <a:pt x="3664" y="83851"/>
                  <a:pt x="2340" y="85352"/>
                  <a:pt x="1457" y="87044"/>
                </a:cubicBezTo>
                <a:cubicBezTo>
                  <a:pt x="1428" y="87015"/>
                  <a:pt x="1428" y="86970"/>
                  <a:pt x="1413" y="86941"/>
                </a:cubicBezTo>
                <a:cubicBezTo>
                  <a:pt x="2355" y="84984"/>
                  <a:pt x="3885" y="83291"/>
                  <a:pt x="5283" y="81761"/>
                </a:cubicBezTo>
                <a:cubicBezTo>
                  <a:pt x="5916" y="81054"/>
                  <a:pt x="6564" y="80289"/>
                  <a:pt x="7137" y="79480"/>
                </a:cubicBezTo>
                <a:close/>
                <a:moveTo>
                  <a:pt x="1148" y="86970"/>
                </a:moveTo>
                <a:cubicBezTo>
                  <a:pt x="1148" y="87000"/>
                  <a:pt x="1163" y="87015"/>
                  <a:pt x="1163" y="87044"/>
                </a:cubicBezTo>
                <a:cubicBezTo>
                  <a:pt x="1163" y="87073"/>
                  <a:pt x="1148" y="87073"/>
                  <a:pt x="1148" y="87088"/>
                </a:cubicBezTo>
                <a:cubicBezTo>
                  <a:pt x="1148" y="87044"/>
                  <a:pt x="1148" y="87029"/>
                  <a:pt x="1118" y="87015"/>
                </a:cubicBezTo>
                <a:cubicBezTo>
                  <a:pt x="1118" y="87000"/>
                  <a:pt x="1118" y="87000"/>
                  <a:pt x="1148" y="86970"/>
                </a:cubicBezTo>
                <a:close/>
                <a:moveTo>
                  <a:pt x="1266" y="87000"/>
                </a:moveTo>
                <a:cubicBezTo>
                  <a:pt x="1266" y="87029"/>
                  <a:pt x="1280" y="87044"/>
                  <a:pt x="1280" y="87088"/>
                </a:cubicBezTo>
                <a:cubicBezTo>
                  <a:pt x="1280" y="87103"/>
                  <a:pt x="1266" y="87118"/>
                  <a:pt x="1266" y="87147"/>
                </a:cubicBezTo>
                <a:cubicBezTo>
                  <a:pt x="1251" y="87103"/>
                  <a:pt x="1251" y="87073"/>
                  <a:pt x="1251" y="87044"/>
                </a:cubicBezTo>
                <a:cubicBezTo>
                  <a:pt x="1251" y="87029"/>
                  <a:pt x="1266" y="87015"/>
                  <a:pt x="1266" y="87000"/>
                </a:cubicBezTo>
                <a:close/>
                <a:moveTo>
                  <a:pt x="1383" y="87044"/>
                </a:moveTo>
                <a:cubicBezTo>
                  <a:pt x="1383" y="87088"/>
                  <a:pt x="1398" y="87118"/>
                  <a:pt x="1413" y="87147"/>
                </a:cubicBezTo>
                <a:cubicBezTo>
                  <a:pt x="1413" y="87162"/>
                  <a:pt x="1398" y="87162"/>
                  <a:pt x="1398" y="87176"/>
                </a:cubicBezTo>
                <a:cubicBezTo>
                  <a:pt x="1383" y="87162"/>
                  <a:pt x="1383" y="87118"/>
                  <a:pt x="1369" y="87088"/>
                </a:cubicBezTo>
                <a:cubicBezTo>
                  <a:pt x="1369" y="87073"/>
                  <a:pt x="1383" y="87073"/>
                  <a:pt x="1383" y="87044"/>
                </a:cubicBezTo>
                <a:close/>
                <a:moveTo>
                  <a:pt x="7005" y="79848"/>
                </a:moveTo>
                <a:lnTo>
                  <a:pt x="7005" y="79848"/>
                </a:lnTo>
                <a:cubicBezTo>
                  <a:pt x="6461" y="80819"/>
                  <a:pt x="5784" y="81673"/>
                  <a:pt x="5136" y="82453"/>
                </a:cubicBezTo>
                <a:cubicBezTo>
                  <a:pt x="4945" y="82673"/>
                  <a:pt x="4783" y="82879"/>
                  <a:pt x="4592" y="83100"/>
                </a:cubicBezTo>
                <a:cubicBezTo>
                  <a:pt x="3488" y="84425"/>
                  <a:pt x="2355" y="85764"/>
                  <a:pt x="1531" y="87265"/>
                </a:cubicBezTo>
                <a:cubicBezTo>
                  <a:pt x="1516" y="87235"/>
                  <a:pt x="1516" y="87191"/>
                  <a:pt x="1486" y="87162"/>
                </a:cubicBezTo>
                <a:cubicBezTo>
                  <a:pt x="2369" y="85425"/>
                  <a:pt x="3694" y="83924"/>
                  <a:pt x="4989" y="82423"/>
                </a:cubicBezTo>
                <a:lnTo>
                  <a:pt x="5239" y="82129"/>
                </a:lnTo>
                <a:cubicBezTo>
                  <a:pt x="5828" y="81452"/>
                  <a:pt x="6461" y="80687"/>
                  <a:pt x="7005" y="79848"/>
                </a:cubicBezTo>
                <a:close/>
                <a:moveTo>
                  <a:pt x="1192" y="87176"/>
                </a:moveTo>
                <a:cubicBezTo>
                  <a:pt x="1192" y="87191"/>
                  <a:pt x="1207" y="87235"/>
                  <a:pt x="1207" y="87250"/>
                </a:cubicBezTo>
                <a:cubicBezTo>
                  <a:pt x="1207" y="87265"/>
                  <a:pt x="1192" y="87294"/>
                  <a:pt x="1192" y="87294"/>
                </a:cubicBezTo>
                <a:cubicBezTo>
                  <a:pt x="1177" y="87265"/>
                  <a:pt x="1177" y="87250"/>
                  <a:pt x="1177" y="87221"/>
                </a:cubicBezTo>
                <a:cubicBezTo>
                  <a:pt x="1177" y="87191"/>
                  <a:pt x="1192" y="87176"/>
                  <a:pt x="1192" y="87176"/>
                </a:cubicBezTo>
                <a:close/>
                <a:moveTo>
                  <a:pt x="1310" y="87191"/>
                </a:moveTo>
                <a:cubicBezTo>
                  <a:pt x="1310" y="87235"/>
                  <a:pt x="1324" y="87250"/>
                  <a:pt x="1324" y="87294"/>
                </a:cubicBezTo>
                <a:cubicBezTo>
                  <a:pt x="1324" y="87309"/>
                  <a:pt x="1310" y="87324"/>
                  <a:pt x="1310" y="87338"/>
                </a:cubicBezTo>
                <a:cubicBezTo>
                  <a:pt x="1310" y="87324"/>
                  <a:pt x="1310" y="87294"/>
                  <a:pt x="1280" y="87250"/>
                </a:cubicBezTo>
                <a:cubicBezTo>
                  <a:pt x="1280" y="87235"/>
                  <a:pt x="1310" y="87221"/>
                  <a:pt x="1310" y="87191"/>
                </a:cubicBezTo>
                <a:close/>
                <a:moveTo>
                  <a:pt x="1457" y="87265"/>
                </a:moveTo>
                <a:cubicBezTo>
                  <a:pt x="1472" y="87309"/>
                  <a:pt x="1472" y="87338"/>
                  <a:pt x="1486" y="87383"/>
                </a:cubicBezTo>
                <a:cubicBezTo>
                  <a:pt x="1486" y="87397"/>
                  <a:pt x="1472" y="87412"/>
                  <a:pt x="1472" y="87412"/>
                </a:cubicBezTo>
                <a:cubicBezTo>
                  <a:pt x="1457" y="87383"/>
                  <a:pt x="1442" y="87338"/>
                  <a:pt x="1442" y="87309"/>
                </a:cubicBezTo>
                <a:cubicBezTo>
                  <a:pt x="1442" y="87294"/>
                  <a:pt x="1457" y="87294"/>
                  <a:pt x="1457" y="87265"/>
                </a:cubicBezTo>
                <a:close/>
                <a:moveTo>
                  <a:pt x="1118" y="87368"/>
                </a:moveTo>
                <a:lnTo>
                  <a:pt x="1118" y="87368"/>
                </a:lnTo>
                <a:cubicBezTo>
                  <a:pt x="1148" y="87383"/>
                  <a:pt x="1148" y="87397"/>
                  <a:pt x="1148" y="87412"/>
                </a:cubicBezTo>
                <a:lnTo>
                  <a:pt x="1148" y="87441"/>
                </a:lnTo>
                <a:cubicBezTo>
                  <a:pt x="1118" y="87412"/>
                  <a:pt x="1118" y="87397"/>
                  <a:pt x="1118" y="87368"/>
                </a:cubicBezTo>
                <a:close/>
                <a:moveTo>
                  <a:pt x="6755" y="80436"/>
                </a:moveTo>
                <a:lnTo>
                  <a:pt x="6755" y="80436"/>
                </a:lnTo>
                <a:cubicBezTo>
                  <a:pt x="6240" y="81349"/>
                  <a:pt x="5636" y="82158"/>
                  <a:pt x="5092" y="82835"/>
                </a:cubicBezTo>
                <a:cubicBezTo>
                  <a:pt x="4842" y="83144"/>
                  <a:pt x="4577" y="83483"/>
                  <a:pt x="4327" y="83792"/>
                </a:cubicBezTo>
                <a:cubicBezTo>
                  <a:pt x="3355" y="84969"/>
                  <a:pt x="2369" y="86190"/>
                  <a:pt x="1619" y="87515"/>
                </a:cubicBezTo>
                <a:cubicBezTo>
                  <a:pt x="1604" y="87471"/>
                  <a:pt x="1604" y="87441"/>
                  <a:pt x="1575" y="87397"/>
                </a:cubicBezTo>
                <a:cubicBezTo>
                  <a:pt x="2414" y="85867"/>
                  <a:pt x="3547" y="84513"/>
                  <a:pt x="4665" y="83159"/>
                </a:cubicBezTo>
                <a:cubicBezTo>
                  <a:pt x="4856" y="82953"/>
                  <a:pt x="5033" y="82747"/>
                  <a:pt x="5210" y="82526"/>
                </a:cubicBezTo>
                <a:cubicBezTo>
                  <a:pt x="5725" y="81893"/>
                  <a:pt x="6269" y="81202"/>
                  <a:pt x="6755" y="80436"/>
                </a:cubicBezTo>
                <a:close/>
                <a:moveTo>
                  <a:pt x="1236" y="87383"/>
                </a:moveTo>
                <a:cubicBezTo>
                  <a:pt x="1236" y="87412"/>
                  <a:pt x="1251" y="87441"/>
                  <a:pt x="1251" y="87471"/>
                </a:cubicBezTo>
                <a:cubicBezTo>
                  <a:pt x="1251" y="87486"/>
                  <a:pt x="1236" y="87515"/>
                  <a:pt x="1236" y="87530"/>
                </a:cubicBezTo>
                <a:cubicBezTo>
                  <a:pt x="1236" y="87486"/>
                  <a:pt x="1221" y="87456"/>
                  <a:pt x="1221" y="87441"/>
                </a:cubicBezTo>
                <a:cubicBezTo>
                  <a:pt x="1221" y="87412"/>
                  <a:pt x="1236" y="87397"/>
                  <a:pt x="1236" y="87383"/>
                </a:cubicBezTo>
                <a:close/>
                <a:moveTo>
                  <a:pt x="1383" y="87412"/>
                </a:moveTo>
                <a:cubicBezTo>
                  <a:pt x="1398" y="87456"/>
                  <a:pt x="1398" y="87486"/>
                  <a:pt x="1413" y="87515"/>
                </a:cubicBezTo>
                <a:cubicBezTo>
                  <a:pt x="1398" y="87530"/>
                  <a:pt x="1398" y="87544"/>
                  <a:pt x="1383" y="87559"/>
                </a:cubicBezTo>
                <a:cubicBezTo>
                  <a:pt x="1369" y="87544"/>
                  <a:pt x="1369" y="87515"/>
                  <a:pt x="1339" y="87471"/>
                </a:cubicBezTo>
                <a:cubicBezTo>
                  <a:pt x="1369" y="87456"/>
                  <a:pt x="1369" y="87441"/>
                  <a:pt x="1383" y="87412"/>
                </a:cubicBezTo>
                <a:close/>
                <a:moveTo>
                  <a:pt x="1045" y="87530"/>
                </a:moveTo>
                <a:cubicBezTo>
                  <a:pt x="1045" y="87544"/>
                  <a:pt x="1045" y="87559"/>
                  <a:pt x="1060" y="87589"/>
                </a:cubicBezTo>
                <a:lnTo>
                  <a:pt x="1060" y="87603"/>
                </a:lnTo>
                <a:cubicBezTo>
                  <a:pt x="1045" y="87589"/>
                  <a:pt x="1045" y="87559"/>
                  <a:pt x="1045" y="87544"/>
                </a:cubicBezTo>
                <a:lnTo>
                  <a:pt x="1045" y="87530"/>
                </a:lnTo>
                <a:close/>
                <a:moveTo>
                  <a:pt x="1163" y="87559"/>
                </a:moveTo>
                <a:cubicBezTo>
                  <a:pt x="1163" y="87589"/>
                  <a:pt x="1177" y="87618"/>
                  <a:pt x="1177" y="87633"/>
                </a:cubicBezTo>
                <a:cubicBezTo>
                  <a:pt x="1177" y="87633"/>
                  <a:pt x="1177" y="87662"/>
                  <a:pt x="1163" y="87662"/>
                </a:cubicBezTo>
                <a:lnTo>
                  <a:pt x="1163" y="87589"/>
                </a:lnTo>
                <a:lnTo>
                  <a:pt x="1163" y="87559"/>
                </a:lnTo>
                <a:close/>
                <a:moveTo>
                  <a:pt x="1516" y="87486"/>
                </a:moveTo>
                <a:cubicBezTo>
                  <a:pt x="1531" y="87530"/>
                  <a:pt x="1531" y="87559"/>
                  <a:pt x="1545" y="87603"/>
                </a:cubicBezTo>
                <a:cubicBezTo>
                  <a:pt x="1545" y="87618"/>
                  <a:pt x="1531" y="87633"/>
                  <a:pt x="1531" y="87662"/>
                </a:cubicBezTo>
                <a:cubicBezTo>
                  <a:pt x="1516" y="87603"/>
                  <a:pt x="1516" y="87559"/>
                  <a:pt x="1486" y="87530"/>
                </a:cubicBezTo>
                <a:cubicBezTo>
                  <a:pt x="1486" y="87515"/>
                  <a:pt x="1516" y="87486"/>
                  <a:pt x="1516" y="87486"/>
                </a:cubicBezTo>
                <a:close/>
                <a:moveTo>
                  <a:pt x="1280" y="87589"/>
                </a:moveTo>
                <a:cubicBezTo>
                  <a:pt x="1280" y="87618"/>
                  <a:pt x="1310" y="87633"/>
                  <a:pt x="1310" y="87677"/>
                </a:cubicBezTo>
                <a:cubicBezTo>
                  <a:pt x="1280" y="87692"/>
                  <a:pt x="1280" y="87706"/>
                  <a:pt x="1266" y="87736"/>
                </a:cubicBezTo>
                <a:cubicBezTo>
                  <a:pt x="1280" y="87706"/>
                  <a:pt x="1266" y="87677"/>
                  <a:pt x="1266" y="87633"/>
                </a:cubicBezTo>
                <a:cubicBezTo>
                  <a:pt x="1266" y="87618"/>
                  <a:pt x="1280" y="87603"/>
                  <a:pt x="1280" y="87589"/>
                </a:cubicBezTo>
                <a:close/>
                <a:moveTo>
                  <a:pt x="6534" y="80996"/>
                </a:moveTo>
                <a:cubicBezTo>
                  <a:pt x="6107" y="81702"/>
                  <a:pt x="5636" y="82438"/>
                  <a:pt x="5048" y="83203"/>
                </a:cubicBezTo>
                <a:cubicBezTo>
                  <a:pt x="4724" y="83630"/>
                  <a:pt x="4386" y="84057"/>
                  <a:pt x="4062" y="84454"/>
                </a:cubicBezTo>
                <a:cubicBezTo>
                  <a:pt x="3223" y="85499"/>
                  <a:pt x="2369" y="86573"/>
                  <a:pt x="1692" y="87736"/>
                </a:cubicBezTo>
                <a:cubicBezTo>
                  <a:pt x="1678" y="87692"/>
                  <a:pt x="1648" y="87662"/>
                  <a:pt x="1648" y="87603"/>
                </a:cubicBezTo>
                <a:cubicBezTo>
                  <a:pt x="2414" y="86264"/>
                  <a:pt x="3414" y="85043"/>
                  <a:pt x="4400" y="83851"/>
                </a:cubicBezTo>
                <a:cubicBezTo>
                  <a:pt x="4650" y="83542"/>
                  <a:pt x="4915" y="83203"/>
                  <a:pt x="5165" y="82894"/>
                </a:cubicBezTo>
                <a:cubicBezTo>
                  <a:pt x="5607" y="82335"/>
                  <a:pt x="6093" y="81702"/>
                  <a:pt x="6534" y="80996"/>
                </a:cubicBezTo>
                <a:close/>
                <a:moveTo>
                  <a:pt x="1442" y="87618"/>
                </a:moveTo>
                <a:cubicBezTo>
                  <a:pt x="1457" y="87662"/>
                  <a:pt x="1457" y="87692"/>
                  <a:pt x="1472" y="87736"/>
                </a:cubicBezTo>
                <a:cubicBezTo>
                  <a:pt x="1457" y="87750"/>
                  <a:pt x="1457" y="87765"/>
                  <a:pt x="1442" y="87809"/>
                </a:cubicBezTo>
                <a:cubicBezTo>
                  <a:pt x="1413" y="87765"/>
                  <a:pt x="1413" y="87736"/>
                  <a:pt x="1398" y="87692"/>
                </a:cubicBezTo>
                <a:cubicBezTo>
                  <a:pt x="1413" y="87677"/>
                  <a:pt x="1413" y="87662"/>
                  <a:pt x="1442" y="87618"/>
                </a:cubicBezTo>
                <a:close/>
                <a:moveTo>
                  <a:pt x="1104" y="87706"/>
                </a:moveTo>
                <a:cubicBezTo>
                  <a:pt x="1104" y="87736"/>
                  <a:pt x="1104" y="87750"/>
                  <a:pt x="1118" y="87780"/>
                </a:cubicBezTo>
                <a:cubicBezTo>
                  <a:pt x="1118" y="87809"/>
                  <a:pt x="1118" y="87809"/>
                  <a:pt x="1104" y="87824"/>
                </a:cubicBezTo>
                <a:cubicBezTo>
                  <a:pt x="1104" y="87809"/>
                  <a:pt x="1089" y="87765"/>
                  <a:pt x="1089" y="87750"/>
                </a:cubicBezTo>
                <a:cubicBezTo>
                  <a:pt x="1089" y="87736"/>
                  <a:pt x="1089" y="87736"/>
                  <a:pt x="1104" y="87706"/>
                </a:cubicBezTo>
                <a:close/>
                <a:moveTo>
                  <a:pt x="1575" y="87692"/>
                </a:moveTo>
                <a:cubicBezTo>
                  <a:pt x="1604" y="87736"/>
                  <a:pt x="1604" y="87765"/>
                  <a:pt x="1619" y="87809"/>
                </a:cubicBezTo>
                <a:cubicBezTo>
                  <a:pt x="1619" y="87824"/>
                  <a:pt x="1604" y="87839"/>
                  <a:pt x="1604" y="87853"/>
                </a:cubicBezTo>
                <a:cubicBezTo>
                  <a:pt x="1589" y="87824"/>
                  <a:pt x="1589" y="87780"/>
                  <a:pt x="1560" y="87750"/>
                </a:cubicBezTo>
                <a:cubicBezTo>
                  <a:pt x="1560" y="87736"/>
                  <a:pt x="1575" y="87706"/>
                  <a:pt x="1575" y="87692"/>
                </a:cubicBezTo>
                <a:close/>
                <a:moveTo>
                  <a:pt x="1207" y="87750"/>
                </a:moveTo>
                <a:cubicBezTo>
                  <a:pt x="1207" y="87780"/>
                  <a:pt x="1236" y="87809"/>
                  <a:pt x="1236" y="87839"/>
                </a:cubicBezTo>
                <a:cubicBezTo>
                  <a:pt x="1236" y="87848"/>
                  <a:pt x="1223" y="87852"/>
                  <a:pt x="1215" y="87861"/>
                </a:cubicBezTo>
                <a:lnTo>
                  <a:pt x="1215" y="87861"/>
                </a:lnTo>
                <a:cubicBezTo>
                  <a:pt x="1220" y="87838"/>
                  <a:pt x="1214" y="87813"/>
                  <a:pt x="1192" y="87780"/>
                </a:cubicBezTo>
                <a:cubicBezTo>
                  <a:pt x="1192" y="87765"/>
                  <a:pt x="1192" y="87765"/>
                  <a:pt x="1207" y="87750"/>
                </a:cubicBezTo>
                <a:close/>
                <a:moveTo>
                  <a:pt x="1369" y="87809"/>
                </a:moveTo>
                <a:cubicBezTo>
                  <a:pt x="1383" y="87839"/>
                  <a:pt x="1383" y="87883"/>
                  <a:pt x="1398" y="87912"/>
                </a:cubicBezTo>
                <a:cubicBezTo>
                  <a:pt x="1383" y="87927"/>
                  <a:pt x="1383" y="87956"/>
                  <a:pt x="1369" y="87971"/>
                </a:cubicBezTo>
                <a:cubicBezTo>
                  <a:pt x="1339" y="87927"/>
                  <a:pt x="1324" y="87898"/>
                  <a:pt x="1324" y="87853"/>
                </a:cubicBezTo>
                <a:cubicBezTo>
                  <a:pt x="1339" y="87839"/>
                  <a:pt x="1339" y="87824"/>
                  <a:pt x="1369" y="87809"/>
                </a:cubicBezTo>
                <a:close/>
                <a:moveTo>
                  <a:pt x="1148" y="87912"/>
                </a:moveTo>
                <a:cubicBezTo>
                  <a:pt x="1148" y="87927"/>
                  <a:pt x="1163" y="87971"/>
                  <a:pt x="1163" y="87986"/>
                </a:cubicBezTo>
                <a:cubicBezTo>
                  <a:pt x="1163" y="88001"/>
                  <a:pt x="1148" y="88001"/>
                  <a:pt x="1148" y="88030"/>
                </a:cubicBezTo>
                <a:cubicBezTo>
                  <a:pt x="1148" y="88001"/>
                  <a:pt x="1148" y="87986"/>
                  <a:pt x="1118" y="87956"/>
                </a:cubicBezTo>
                <a:cubicBezTo>
                  <a:pt x="1118" y="87927"/>
                  <a:pt x="1148" y="87927"/>
                  <a:pt x="1148" y="87912"/>
                </a:cubicBezTo>
                <a:close/>
                <a:moveTo>
                  <a:pt x="1516" y="87839"/>
                </a:moveTo>
                <a:cubicBezTo>
                  <a:pt x="1531" y="87883"/>
                  <a:pt x="1531" y="87912"/>
                  <a:pt x="1545" y="87956"/>
                </a:cubicBezTo>
                <a:cubicBezTo>
                  <a:pt x="1531" y="87971"/>
                  <a:pt x="1516" y="88001"/>
                  <a:pt x="1516" y="88030"/>
                </a:cubicBezTo>
                <a:cubicBezTo>
                  <a:pt x="1486" y="87986"/>
                  <a:pt x="1486" y="87956"/>
                  <a:pt x="1472" y="87912"/>
                </a:cubicBezTo>
                <a:cubicBezTo>
                  <a:pt x="1486" y="87898"/>
                  <a:pt x="1486" y="87853"/>
                  <a:pt x="1516" y="87839"/>
                </a:cubicBezTo>
                <a:close/>
                <a:moveTo>
                  <a:pt x="1266" y="87971"/>
                </a:moveTo>
                <a:cubicBezTo>
                  <a:pt x="1266" y="88001"/>
                  <a:pt x="1280" y="88030"/>
                  <a:pt x="1280" y="88059"/>
                </a:cubicBezTo>
                <a:cubicBezTo>
                  <a:pt x="1280" y="88074"/>
                  <a:pt x="1266" y="88074"/>
                  <a:pt x="1266" y="88104"/>
                </a:cubicBezTo>
                <a:cubicBezTo>
                  <a:pt x="1266" y="88059"/>
                  <a:pt x="1266" y="88045"/>
                  <a:pt x="1251" y="88001"/>
                </a:cubicBezTo>
                <a:cubicBezTo>
                  <a:pt x="1251" y="87986"/>
                  <a:pt x="1266" y="87986"/>
                  <a:pt x="1266" y="87971"/>
                </a:cubicBezTo>
                <a:close/>
                <a:moveTo>
                  <a:pt x="1089" y="88104"/>
                </a:moveTo>
                <a:cubicBezTo>
                  <a:pt x="1089" y="88118"/>
                  <a:pt x="1104" y="88148"/>
                  <a:pt x="1104" y="88162"/>
                </a:cubicBezTo>
                <a:cubicBezTo>
                  <a:pt x="1104" y="88162"/>
                  <a:pt x="1104" y="88192"/>
                  <a:pt x="1089" y="88192"/>
                </a:cubicBezTo>
                <a:cubicBezTo>
                  <a:pt x="1089" y="88177"/>
                  <a:pt x="1074" y="88133"/>
                  <a:pt x="1074" y="88118"/>
                </a:cubicBezTo>
                <a:cubicBezTo>
                  <a:pt x="1074" y="88118"/>
                  <a:pt x="1074" y="88104"/>
                  <a:pt x="1089" y="88104"/>
                </a:cubicBezTo>
                <a:close/>
                <a:moveTo>
                  <a:pt x="1413" y="88001"/>
                </a:moveTo>
                <a:cubicBezTo>
                  <a:pt x="1428" y="88045"/>
                  <a:pt x="1428" y="88074"/>
                  <a:pt x="1457" y="88118"/>
                </a:cubicBezTo>
                <a:cubicBezTo>
                  <a:pt x="1442" y="88133"/>
                  <a:pt x="1413" y="88148"/>
                  <a:pt x="1413" y="88192"/>
                </a:cubicBezTo>
                <a:cubicBezTo>
                  <a:pt x="1398" y="88148"/>
                  <a:pt x="1398" y="88118"/>
                  <a:pt x="1383" y="88074"/>
                </a:cubicBezTo>
                <a:cubicBezTo>
                  <a:pt x="1398" y="88059"/>
                  <a:pt x="1398" y="88045"/>
                  <a:pt x="1413" y="88001"/>
                </a:cubicBezTo>
                <a:close/>
                <a:moveTo>
                  <a:pt x="1192" y="88133"/>
                </a:moveTo>
                <a:cubicBezTo>
                  <a:pt x="1192" y="88177"/>
                  <a:pt x="1207" y="88192"/>
                  <a:pt x="1207" y="88221"/>
                </a:cubicBezTo>
                <a:cubicBezTo>
                  <a:pt x="1207" y="88251"/>
                  <a:pt x="1192" y="88265"/>
                  <a:pt x="1192" y="88265"/>
                </a:cubicBezTo>
                <a:cubicBezTo>
                  <a:pt x="1192" y="88221"/>
                  <a:pt x="1177" y="88207"/>
                  <a:pt x="1177" y="88177"/>
                </a:cubicBezTo>
                <a:cubicBezTo>
                  <a:pt x="1177" y="88148"/>
                  <a:pt x="1192" y="88133"/>
                  <a:pt x="1192" y="88133"/>
                </a:cubicBezTo>
                <a:close/>
                <a:moveTo>
                  <a:pt x="1324" y="88177"/>
                </a:moveTo>
                <a:cubicBezTo>
                  <a:pt x="1339" y="88207"/>
                  <a:pt x="1339" y="88251"/>
                  <a:pt x="1369" y="88280"/>
                </a:cubicBezTo>
                <a:cubicBezTo>
                  <a:pt x="1339" y="88295"/>
                  <a:pt x="1339" y="88324"/>
                  <a:pt x="1339" y="88324"/>
                </a:cubicBezTo>
                <a:cubicBezTo>
                  <a:pt x="1324" y="88280"/>
                  <a:pt x="1324" y="88251"/>
                  <a:pt x="1310" y="88207"/>
                </a:cubicBezTo>
                <a:cubicBezTo>
                  <a:pt x="1310" y="88192"/>
                  <a:pt x="1324" y="88192"/>
                  <a:pt x="1324" y="88177"/>
                </a:cubicBezTo>
                <a:close/>
                <a:moveTo>
                  <a:pt x="1001" y="88251"/>
                </a:moveTo>
                <a:cubicBezTo>
                  <a:pt x="1015" y="88280"/>
                  <a:pt x="1030" y="88295"/>
                  <a:pt x="1030" y="88324"/>
                </a:cubicBezTo>
                <a:cubicBezTo>
                  <a:pt x="1030" y="88324"/>
                  <a:pt x="1030" y="88339"/>
                  <a:pt x="1015" y="88339"/>
                </a:cubicBezTo>
                <a:cubicBezTo>
                  <a:pt x="1015" y="88324"/>
                  <a:pt x="1015" y="88295"/>
                  <a:pt x="1001" y="88265"/>
                </a:cubicBezTo>
                <a:lnTo>
                  <a:pt x="1001" y="88251"/>
                </a:lnTo>
                <a:close/>
                <a:moveTo>
                  <a:pt x="1118" y="88280"/>
                </a:moveTo>
                <a:cubicBezTo>
                  <a:pt x="1118" y="88295"/>
                  <a:pt x="1133" y="88339"/>
                  <a:pt x="1133" y="88354"/>
                </a:cubicBezTo>
                <a:cubicBezTo>
                  <a:pt x="1133" y="88368"/>
                  <a:pt x="1118" y="88368"/>
                  <a:pt x="1118" y="88398"/>
                </a:cubicBezTo>
                <a:cubicBezTo>
                  <a:pt x="1118" y="88368"/>
                  <a:pt x="1118" y="88354"/>
                  <a:pt x="1104" y="88324"/>
                </a:cubicBezTo>
                <a:cubicBezTo>
                  <a:pt x="1104" y="88295"/>
                  <a:pt x="1104" y="88295"/>
                  <a:pt x="1118" y="88280"/>
                </a:cubicBezTo>
                <a:close/>
                <a:moveTo>
                  <a:pt x="1251" y="88339"/>
                </a:moveTo>
                <a:cubicBezTo>
                  <a:pt x="1251" y="88368"/>
                  <a:pt x="1266" y="88413"/>
                  <a:pt x="1295" y="88427"/>
                </a:cubicBezTo>
                <a:cubicBezTo>
                  <a:pt x="1266" y="88442"/>
                  <a:pt x="1266" y="88472"/>
                  <a:pt x="1251" y="88486"/>
                </a:cubicBezTo>
                <a:cubicBezTo>
                  <a:pt x="1251" y="88442"/>
                  <a:pt x="1236" y="88413"/>
                  <a:pt x="1236" y="88398"/>
                </a:cubicBezTo>
                <a:cubicBezTo>
                  <a:pt x="1236" y="88368"/>
                  <a:pt x="1251" y="88354"/>
                  <a:pt x="1251" y="88339"/>
                </a:cubicBezTo>
                <a:close/>
                <a:moveTo>
                  <a:pt x="1060" y="88442"/>
                </a:moveTo>
                <a:cubicBezTo>
                  <a:pt x="1060" y="88472"/>
                  <a:pt x="1089" y="88501"/>
                  <a:pt x="1089" y="88516"/>
                </a:cubicBezTo>
                <a:cubicBezTo>
                  <a:pt x="1089" y="88545"/>
                  <a:pt x="1060" y="88545"/>
                  <a:pt x="1060" y="88560"/>
                </a:cubicBezTo>
                <a:cubicBezTo>
                  <a:pt x="1045" y="88545"/>
                  <a:pt x="1045" y="88516"/>
                  <a:pt x="1045" y="88486"/>
                </a:cubicBezTo>
                <a:cubicBezTo>
                  <a:pt x="1045" y="88472"/>
                  <a:pt x="1045" y="88472"/>
                  <a:pt x="1060" y="88442"/>
                </a:cubicBezTo>
                <a:close/>
                <a:moveTo>
                  <a:pt x="1177" y="88501"/>
                </a:moveTo>
                <a:cubicBezTo>
                  <a:pt x="1177" y="88545"/>
                  <a:pt x="1192" y="88560"/>
                  <a:pt x="1192" y="88589"/>
                </a:cubicBezTo>
                <a:cubicBezTo>
                  <a:pt x="1192" y="88619"/>
                  <a:pt x="1192" y="88619"/>
                  <a:pt x="1177" y="88633"/>
                </a:cubicBezTo>
                <a:cubicBezTo>
                  <a:pt x="1177" y="88589"/>
                  <a:pt x="1163" y="88575"/>
                  <a:pt x="1163" y="88545"/>
                </a:cubicBezTo>
                <a:cubicBezTo>
                  <a:pt x="1163" y="88516"/>
                  <a:pt x="1177" y="88516"/>
                  <a:pt x="1177" y="88501"/>
                </a:cubicBezTo>
                <a:close/>
                <a:moveTo>
                  <a:pt x="957" y="88633"/>
                </a:moveTo>
                <a:cubicBezTo>
                  <a:pt x="1001" y="88663"/>
                  <a:pt x="1001" y="88678"/>
                  <a:pt x="1001" y="88707"/>
                </a:cubicBezTo>
                <a:cubicBezTo>
                  <a:pt x="1001" y="88707"/>
                  <a:pt x="1001" y="88722"/>
                  <a:pt x="971" y="88722"/>
                </a:cubicBezTo>
                <a:cubicBezTo>
                  <a:pt x="971" y="88707"/>
                  <a:pt x="971" y="88678"/>
                  <a:pt x="957" y="88648"/>
                </a:cubicBezTo>
                <a:lnTo>
                  <a:pt x="957" y="88633"/>
                </a:lnTo>
                <a:close/>
                <a:moveTo>
                  <a:pt x="1104" y="88663"/>
                </a:moveTo>
                <a:cubicBezTo>
                  <a:pt x="1104" y="88707"/>
                  <a:pt x="1118" y="88722"/>
                  <a:pt x="1118" y="88751"/>
                </a:cubicBezTo>
                <a:cubicBezTo>
                  <a:pt x="1118" y="88766"/>
                  <a:pt x="1104" y="88781"/>
                  <a:pt x="1104" y="88795"/>
                </a:cubicBezTo>
                <a:cubicBezTo>
                  <a:pt x="1104" y="88751"/>
                  <a:pt x="1089" y="88736"/>
                  <a:pt x="1089" y="88707"/>
                </a:cubicBezTo>
                <a:cubicBezTo>
                  <a:pt x="1089" y="88678"/>
                  <a:pt x="1104" y="88663"/>
                  <a:pt x="1104" y="88663"/>
                </a:cubicBezTo>
                <a:close/>
                <a:moveTo>
                  <a:pt x="1030" y="88854"/>
                </a:moveTo>
                <a:cubicBezTo>
                  <a:pt x="1030" y="88869"/>
                  <a:pt x="1030" y="88884"/>
                  <a:pt x="1045" y="88928"/>
                </a:cubicBezTo>
                <a:cubicBezTo>
                  <a:pt x="1045" y="88942"/>
                  <a:pt x="1030" y="88942"/>
                  <a:pt x="1030" y="88957"/>
                </a:cubicBezTo>
                <a:cubicBezTo>
                  <a:pt x="1030" y="88942"/>
                  <a:pt x="1015" y="88913"/>
                  <a:pt x="1015" y="88884"/>
                </a:cubicBezTo>
                <a:cubicBezTo>
                  <a:pt x="1015" y="88869"/>
                  <a:pt x="1015" y="88869"/>
                  <a:pt x="1030" y="88854"/>
                </a:cubicBezTo>
                <a:close/>
                <a:moveTo>
                  <a:pt x="957" y="89001"/>
                </a:moveTo>
                <a:cubicBezTo>
                  <a:pt x="957" y="89031"/>
                  <a:pt x="971" y="89045"/>
                  <a:pt x="971" y="89075"/>
                </a:cubicBezTo>
                <a:cubicBezTo>
                  <a:pt x="957" y="89075"/>
                  <a:pt x="957" y="89031"/>
                  <a:pt x="957" y="89016"/>
                </a:cubicBezTo>
                <a:lnTo>
                  <a:pt x="957" y="89001"/>
                </a:lnTo>
                <a:close/>
                <a:moveTo>
                  <a:pt x="883" y="89178"/>
                </a:moveTo>
                <a:cubicBezTo>
                  <a:pt x="898" y="89207"/>
                  <a:pt x="898" y="89222"/>
                  <a:pt x="898" y="89237"/>
                </a:cubicBezTo>
                <a:cubicBezTo>
                  <a:pt x="898" y="89237"/>
                  <a:pt x="898" y="89251"/>
                  <a:pt x="883" y="89251"/>
                </a:cubicBezTo>
                <a:lnTo>
                  <a:pt x="883" y="89207"/>
                </a:lnTo>
                <a:lnTo>
                  <a:pt x="883" y="89178"/>
                </a:lnTo>
                <a:close/>
                <a:moveTo>
                  <a:pt x="9151" y="1"/>
                </a:moveTo>
                <a:cubicBezTo>
                  <a:pt x="8699" y="1"/>
                  <a:pt x="8245" y="78"/>
                  <a:pt x="7800" y="247"/>
                </a:cubicBezTo>
                <a:lnTo>
                  <a:pt x="7844" y="320"/>
                </a:lnTo>
                <a:cubicBezTo>
                  <a:pt x="8284" y="155"/>
                  <a:pt x="8730" y="79"/>
                  <a:pt x="9173" y="79"/>
                </a:cubicBezTo>
                <a:cubicBezTo>
                  <a:pt x="10580" y="79"/>
                  <a:pt x="11953" y="849"/>
                  <a:pt x="12995" y="1969"/>
                </a:cubicBezTo>
                <a:cubicBezTo>
                  <a:pt x="12597" y="1601"/>
                  <a:pt x="12185" y="1248"/>
                  <a:pt x="11714" y="997"/>
                </a:cubicBezTo>
                <a:cubicBezTo>
                  <a:pt x="10828" y="465"/>
                  <a:pt x="9902" y="191"/>
                  <a:pt x="9007" y="191"/>
                </a:cubicBezTo>
                <a:cubicBezTo>
                  <a:pt x="8565" y="191"/>
                  <a:pt x="8130" y="258"/>
                  <a:pt x="7711" y="394"/>
                </a:cubicBezTo>
                <a:lnTo>
                  <a:pt x="7726" y="468"/>
                </a:lnTo>
                <a:cubicBezTo>
                  <a:pt x="8149" y="330"/>
                  <a:pt x="8578" y="266"/>
                  <a:pt x="9006" y="266"/>
                </a:cubicBezTo>
                <a:cubicBezTo>
                  <a:pt x="10494" y="266"/>
                  <a:pt x="11959" y="1043"/>
                  <a:pt x="13068" y="2175"/>
                </a:cubicBezTo>
                <a:cubicBezTo>
                  <a:pt x="11931" y="1095"/>
                  <a:pt x="10445" y="356"/>
                  <a:pt x="8903" y="356"/>
                </a:cubicBezTo>
                <a:cubicBezTo>
                  <a:pt x="8469" y="356"/>
                  <a:pt x="8030" y="415"/>
                  <a:pt x="7594" y="541"/>
                </a:cubicBezTo>
                <a:lnTo>
                  <a:pt x="7623" y="615"/>
                </a:lnTo>
                <a:cubicBezTo>
                  <a:pt x="8046" y="495"/>
                  <a:pt x="8471" y="439"/>
                  <a:pt x="8892" y="439"/>
                </a:cubicBezTo>
                <a:cubicBezTo>
                  <a:pt x="10538" y="439"/>
                  <a:pt x="12123" y="1291"/>
                  <a:pt x="13260" y="2498"/>
                </a:cubicBezTo>
                <a:cubicBezTo>
                  <a:pt x="12818" y="2086"/>
                  <a:pt x="12332" y="1719"/>
                  <a:pt x="11817" y="1424"/>
                </a:cubicBezTo>
                <a:cubicBezTo>
                  <a:pt x="10796" y="845"/>
                  <a:pt x="9729" y="545"/>
                  <a:pt x="8698" y="545"/>
                </a:cubicBezTo>
                <a:cubicBezTo>
                  <a:pt x="8288" y="545"/>
                  <a:pt x="7884" y="592"/>
                  <a:pt x="7491" y="688"/>
                </a:cubicBezTo>
                <a:lnTo>
                  <a:pt x="7505" y="762"/>
                </a:lnTo>
                <a:cubicBezTo>
                  <a:pt x="7888" y="668"/>
                  <a:pt x="8283" y="623"/>
                  <a:pt x="8681" y="623"/>
                </a:cubicBezTo>
                <a:cubicBezTo>
                  <a:pt x="10351" y="623"/>
                  <a:pt x="12097" y="1412"/>
                  <a:pt x="13392" y="2719"/>
                </a:cubicBezTo>
                <a:cubicBezTo>
                  <a:pt x="12043" y="1478"/>
                  <a:pt x="10270" y="721"/>
                  <a:pt x="8541" y="721"/>
                </a:cubicBezTo>
                <a:cubicBezTo>
                  <a:pt x="8157" y="721"/>
                  <a:pt x="7776" y="758"/>
                  <a:pt x="7402" y="836"/>
                </a:cubicBezTo>
                <a:lnTo>
                  <a:pt x="7417" y="909"/>
                </a:lnTo>
                <a:cubicBezTo>
                  <a:pt x="7782" y="835"/>
                  <a:pt x="8155" y="799"/>
                  <a:pt x="8531" y="799"/>
                </a:cubicBezTo>
                <a:cubicBezTo>
                  <a:pt x="10386" y="799"/>
                  <a:pt x="12316" y="1673"/>
                  <a:pt x="13686" y="3117"/>
                </a:cubicBezTo>
                <a:cubicBezTo>
                  <a:pt x="13157" y="2616"/>
                  <a:pt x="12568" y="2175"/>
                  <a:pt x="11906" y="1822"/>
                </a:cubicBezTo>
                <a:cubicBezTo>
                  <a:pt x="10775" y="1206"/>
                  <a:pt x="9550" y="888"/>
                  <a:pt x="8374" y="888"/>
                </a:cubicBezTo>
                <a:cubicBezTo>
                  <a:pt x="8005" y="888"/>
                  <a:pt x="7640" y="919"/>
                  <a:pt x="7285" y="983"/>
                </a:cubicBezTo>
                <a:lnTo>
                  <a:pt x="7299" y="1056"/>
                </a:lnTo>
                <a:cubicBezTo>
                  <a:pt x="7645" y="995"/>
                  <a:pt x="7996" y="966"/>
                  <a:pt x="8349" y="966"/>
                </a:cubicBezTo>
                <a:cubicBezTo>
                  <a:pt x="10296" y="966"/>
                  <a:pt x="12300" y="1861"/>
                  <a:pt x="13745" y="3293"/>
                </a:cubicBezTo>
                <a:cubicBezTo>
                  <a:pt x="12225" y="1900"/>
                  <a:pt x="10172" y="1063"/>
                  <a:pt x="8146" y="1063"/>
                </a:cubicBezTo>
                <a:cubicBezTo>
                  <a:pt x="7818" y="1063"/>
                  <a:pt x="7491" y="1085"/>
                  <a:pt x="7167" y="1130"/>
                </a:cubicBezTo>
                <a:lnTo>
                  <a:pt x="7196" y="1203"/>
                </a:lnTo>
                <a:cubicBezTo>
                  <a:pt x="7513" y="1158"/>
                  <a:pt x="7833" y="1137"/>
                  <a:pt x="8155" y="1137"/>
                </a:cubicBezTo>
                <a:cubicBezTo>
                  <a:pt x="10254" y="1137"/>
                  <a:pt x="12405" y="2069"/>
                  <a:pt x="13937" y="3587"/>
                </a:cubicBezTo>
                <a:cubicBezTo>
                  <a:pt x="12339" y="2133"/>
                  <a:pt x="10145" y="1228"/>
                  <a:pt x="7952" y="1228"/>
                </a:cubicBezTo>
                <a:cubicBezTo>
                  <a:pt x="7660" y="1228"/>
                  <a:pt x="7369" y="1244"/>
                  <a:pt x="7079" y="1277"/>
                </a:cubicBezTo>
                <a:lnTo>
                  <a:pt x="7079" y="1351"/>
                </a:lnTo>
                <a:cubicBezTo>
                  <a:pt x="7363" y="1320"/>
                  <a:pt x="7648" y="1305"/>
                  <a:pt x="7934" y="1305"/>
                </a:cubicBezTo>
                <a:cubicBezTo>
                  <a:pt x="10237" y="1305"/>
                  <a:pt x="12545" y="2286"/>
                  <a:pt x="14143" y="3897"/>
                </a:cubicBezTo>
                <a:cubicBezTo>
                  <a:pt x="13539" y="3337"/>
                  <a:pt x="12818" y="2852"/>
                  <a:pt x="12038" y="2454"/>
                </a:cubicBezTo>
                <a:cubicBezTo>
                  <a:pt x="10678" y="1762"/>
                  <a:pt x="9157" y="1392"/>
                  <a:pt x="7695" y="1392"/>
                </a:cubicBezTo>
                <a:cubicBezTo>
                  <a:pt x="7448" y="1392"/>
                  <a:pt x="7203" y="1403"/>
                  <a:pt x="6961" y="1424"/>
                </a:cubicBezTo>
                <a:lnTo>
                  <a:pt x="6961" y="1498"/>
                </a:lnTo>
                <a:cubicBezTo>
                  <a:pt x="7195" y="1478"/>
                  <a:pt x="7429" y="1469"/>
                  <a:pt x="7664" y="1469"/>
                </a:cubicBezTo>
                <a:cubicBezTo>
                  <a:pt x="10108" y="1469"/>
                  <a:pt x="12583" y="2497"/>
                  <a:pt x="14275" y="4161"/>
                </a:cubicBezTo>
                <a:cubicBezTo>
                  <a:pt x="12492" y="2542"/>
                  <a:pt x="9992" y="1552"/>
                  <a:pt x="7460" y="1552"/>
                </a:cubicBezTo>
                <a:cubicBezTo>
                  <a:pt x="7255" y="1552"/>
                  <a:pt x="7049" y="1558"/>
                  <a:pt x="6843" y="1571"/>
                </a:cubicBezTo>
                <a:lnTo>
                  <a:pt x="6843" y="1645"/>
                </a:lnTo>
                <a:cubicBezTo>
                  <a:pt x="7017" y="1636"/>
                  <a:pt x="7190" y="1631"/>
                  <a:pt x="7363" y="1631"/>
                </a:cubicBezTo>
                <a:cubicBezTo>
                  <a:pt x="9997" y="1631"/>
                  <a:pt x="12584" y="2670"/>
                  <a:pt x="14393" y="4382"/>
                </a:cubicBezTo>
                <a:cubicBezTo>
                  <a:pt x="12488" y="2690"/>
                  <a:pt x="9800" y="1685"/>
                  <a:pt x="7032" y="1685"/>
                </a:cubicBezTo>
                <a:cubicBezTo>
                  <a:pt x="6935" y="1685"/>
                  <a:pt x="6838" y="1687"/>
                  <a:pt x="6740" y="1689"/>
                </a:cubicBezTo>
                <a:lnTo>
                  <a:pt x="6740" y="1763"/>
                </a:lnTo>
                <a:cubicBezTo>
                  <a:pt x="6853" y="1759"/>
                  <a:pt x="6966" y="1758"/>
                  <a:pt x="7078" y="1758"/>
                </a:cubicBezTo>
                <a:cubicBezTo>
                  <a:pt x="9873" y="1758"/>
                  <a:pt x="12570" y="2803"/>
                  <a:pt x="14437" y="4529"/>
                </a:cubicBezTo>
                <a:lnTo>
                  <a:pt x="14437" y="4544"/>
                </a:lnTo>
                <a:cubicBezTo>
                  <a:pt x="13760" y="3970"/>
                  <a:pt x="13009" y="3484"/>
                  <a:pt x="12141" y="3072"/>
                </a:cubicBezTo>
                <a:cubicBezTo>
                  <a:pt x="10518" y="2289"/>
                  <a:pt x="8632" y="1864"/>
                  <a:pt x="6805" y="1864"/>
                </a:cubicBezTo>
                <a:cubicBezTo>
                  <a:pt x="6744" y="1864"/>
                  <a:pt x="6683" y="1865"/>
                  <a:pt x="6622" y="1866"/>
                </a:cubicBezTo>
                <a:lnTo>
                  <a:pt x="6622" y="1939"/>
                </a:lnTo>
                <a:cubicBezTo>
                  <a:pt x="6665" y="1939"/>
                  <a:pt x="6707" y="1939"/>
                  <a:pt x="6749" y="1939"/>
                </a:cubicBezTo>
                <a:cubicBezTo>
                  <a:pt x="9733" y="1939"/>
                  <a:pt x="12522" y="2964"/>
                  <a:pt x="14496" y="4691"/>
                </a:cubicBezTo>
                <a:cubicBezTo>
                  <a:pt x="14496" y="4706"/>
                  <a:pt x="14496" y="4706"/>
                  <a:pt x="14510" y="4735"/>
                </a:cubicBezTo>
                <a:cubicBezTo>
                  <a:pt x="13833" y="4176"/>
                  <a:pt x="13054" y="3676"/>
                  <a:pt x="12200" y="3278"/>
                </a:cubicBezTo>
                <a:cubicBezTo>
                  <a:pt x="10463" y="2469"/>
                  <a:pt x="8521" y="2028"/>
                  <a:pt x="6534" y="1983"/>
                </a:cubicBezTo>
                <a:lnTo>
                  <a:pt x="6534" y="2057"/>
                </a:lnTo>
                <a:cubicBezTo>
                  <a:pt x="9625" y="2116"/>
                  <a:pt x="12524" y="3161"/>
                  <a:pt x="14569" y="4883"/>
                </a:cubicBezTo>
                <a:lnTo>
                  <a:pt x="14569" y="4897"/>
                </a:lnTo>
                <a:cubicBezTo>
                  <a:pt x="13892" y="4367"/>
                  <a:pt x="13112" y="3882"/>
                  <a:pt x="12259" y="3484"/>
                </a:cubicBezTo>
                <a:cubicBezTo>
                  <a:pt x="10508" y="2675"/>
                  <a:pt x="8506" y="2204"/>
                  <a:pt x="6416" y="2131"/>
                </a:cubicBezTo>
                <a:lnTo>
                  <a:pt x="6416" y="2204"/>
                </a:lnTo>
                <a:cubicBezTo>
                  <a:pt x="9051" y="2307"/>
                  <a:pt x="12229" y="3131"/>
                  <a:pt x="14613" y="5030"/>
                </a:cubicBezTo>
                <a:cubicBezTo>
                  <a:pt x="14613" y="5044"/>
                  <a:pt x="14613" y="5044"/>
                  <a:pt x="14628" y="5059"/>
                </a:cubicBezTo>
                <a:cubicBezTo>
                  <a:pt x="13951" y="4544"/>
                  <a:pt x="13171" y="4088"/>
                  <a:pt x="12303" y="3676"/>
                </a:cubicBezTo>
                <a:cubicBezTo>
                  <a:pt x="10537" y="2896"/>
                  <a:pt x="8477" y="2395"/>
                  <a:pt x="6328" y="2263"/>
                </a:cubicBezTo>
                <a:lnTo>
                  <a:pt x="6328" y="2337"/>
                </a:lnTo>
                <a:cubicBezTo>
                  <a:pt x="9639" y="2528"/>
                  <a:pt x="12568" y="3558"/>
                  <a:pt x="14658" y="5192"/>
                </a:cubicBezTo>
                <a:cubicBezTo>
                  <a:pt x="14658" y="5206"/>
                  <a:pt x="14658" y="5221"/>
                  <a:pt x="14687" y="5250"/>
                </a:cubicBezTo>
                <a:cubicBezTo>
                  <a:pt x="12553" y="3676"/>
                  <a:pt x="9625" y="2690"/>
                  <a:pt x="6240" y="2425"/>
                </a:cubicBezTo>
                <a:lnTo>
                  <a:pt x="6240" y="2498"/>
                </a:lnTo>
                <a:cubicBezTo>
                  <a:pt x="9654" y="2763"/>
                  <a:pt x="12597" y="3764"/>
                  <a:pt x="14716" y="5368"/>
                </a:cubicBezTo>
                <a:cubicBezTo>
                  <a:pt x="14716" y="5383"/>
                  <a:pt x="14716" y="5412"/>
                  <a:pt x="14731" y="5427"/>
                </a:cubicBezTo>
                <a:cubicBezTo>
                  <a:pt x="11935" y="3440"/>
                  <a:pt x="8374" y="2793"/>
                  <a:pt x="6137" y="2572"/>
                </a:cubicBezTo>
                <a:lnTo>
                  <a:pt x="6137" y="2646"/>
                </a:lnTo>
                <a:cubicBezTo>
                  <a:pt x="8388" y="2866"/>
                  <a:pt x="11994" y="3514"/>
                  <a:pt x="14775" y="5530"/>
                </a:cubicBezTo>
                <a:cubicBezTo>
                  <a:pt x="14775" y="5559"/>
                  <a:pt x="14775" y="5574"/>
                  <a:pt x="14790" y="5589"/>
                </a:cubicBezTo>
                <a:cubicBezTo>
                  <a:pt x="14084" y="5118"/>
                  <a:pt x="13318" y="4691"/>
                  <a:pt x="12465" y="4323"/>
                </a:cubicBezTo>
                <a:cubicBezTo>
                  <a:pt x="10669" y="3529"/>
                  <a:pt x="8506" y="2999"/>
                  <a:pt x="6048" y="2719"/>
                </a:cubicBezTo>
                <a:lnTo>
                  <a:pt x="6048" y="2793"/>
                </a:lnTo>
                <a:cubicBezTo>
                  <a:pt x="8786" y="3102"/>
                  <a:pt x="12200" y="3867"/>
                  <a:pt x="14820" y="5707"/>
                </a:cubicBezTo>
                <a:lnTo>
                  <a:pt x="14820" y="5751"/>
                </a:lnTo>
                <a:cubicBezTo>
                  <a:pt x="12656" y="4309"/>
                  <a:pt x="9713" y="3352"/>
                  <a:pt x="5960" y="2866"/>
                </a:cubicBezTo>
                <a:lnTo>
                  <a:pt x="5945" y="2940"/>
                </a:lnTo>
                <a:cubicBezTo>
                  <a:pt x="9728" y="3440"/>
                  <a:pt x="12671" y="4397"/>
                  <a:pt x="14849" y="5869"/>
                </a:cubicBezTo>
                <a:cubicBezTo>
                  <a:pt x="14849" y="5883"/>
                  <a:pt x="14864" y="5927"/>
                  <a:pt x="14864" y="5942"/>
                </a:cubicBezTo>
                <a:cubicBezTo>
                  <a:pt x="12068" y="4117"/>
                  <a:pt x="8550" y="3396"/>
                  <a:pt x="5842" y="3014"/>
                </a:cubicBezTo>
                <a:lnTo>
                  <a:pt x="5828" y="3087"/>
                </a:lnTo>
                <a:cubicBezTo>
                  <a:pt x="8550" y="3470"/>
                  <a:pt x="12068" y="4206"/>
                  <a:pt x="14878" y="6045"/>
                </a:cubicBezTo>
                <a:cubicBezTo>
                  <a:pt x="14878" y="6089"/>
                  <a:pt x="14893" y="6104"/>
                  <a:pt x="14893" y="6148"/>
                </a:cubicBezTo>
                <a:cubicBezTo>
                  <a:pt x="12141" y="4412"/>
                  <a:pt x="8727" y="3646"/>
                  <a:pt x="5739" y="3161"/>
                </a:cubicBezTo>
                <a:lnTo>
                  <a:pt x="5725" y="3234"/>
                </a:lnTo>
                <a:cubicBezTo>
                  <a:pt x="8697" y="3720"/>
                  <a:pt x="12156" y="4485"/>
                  <a:pt x="14908" y="6236"/>
                </a:cubicBezTo>
                <a:cubicBezTo>
                  <a:pt x="14908" y="6251"/>
                  <a:pt x="14908" y="6266"/>
                  <a:pt x="14923" y="6295"/>
                </a:cubicBezTo>
                <a:cubicBezTo>
                  <a:pt x="12274" y="4676"/>
                  <a:pt x="8962" y="3882"/>
                  <a:pt x="5636" y="3308"/>
                </a:cubicBezTo>
                <a:lnTo>
                  <a:pt x="5607" y="3381"/>
                </a:lnTo>
                <a:cubicBezTo>
                  <a:pt x="8948" y="3970"/>
                  <a:pt x="12274" y="4765"/>
                  <a:pt x="14923" y="6398"/>
                </a:cubicBezTo>
                <a:cubicBezTo>
                  <a:pt x="15129" y="7737"/>
                  <a:pt x="15129" y="9136"/>
                  <a:pt x="15129" y="10504"/>
                </a:cubicBezTo>
                <a:cubicBezTo>
                  <a:pt x="15129" y="11019"/>
                  <a:pt x="15129" y="11564"/>
                  <a:pt x="15143" y="12079"/>
                </a:cubicBezTo>
                <a:cubicBezTo>
                  <a:pt x="15173" y="13668"/>
                  <a:pt x="15364" y="15022"/>
                  <a:pt x="15702" y="16199"/>
                </a:cubicBezTo>
                <a:cubicBezTo>
                  <a:pt x="15747" y="16376"/>
                  <a:pt x="15776" y="16523"/>
                  <a:pt x="15820" y="16670"/>
                </a:cubicBezTo>
                <a:cubicBezTo>
                  <a:pt x="15850" y="16862"/>
                  <a:pt x="15909" y="17068"/>
                  <a:pt x="15967" y="17274"/>
                </a:cubicBezTo>
                <a:cubicBezTo>
                  <a:pt x="15982" y="17377"/>
                  <a:pt x="15997" y="17480"/>
                  <a:pt x="16041" y="17583"/>
                </a:cubicBezTo>
                <a:lnTo>
                  <a:pt x="16100" y="17921"/>
                </a:lnTo>
                <a:cubicBezTo>
                  <a:pt x="16115" y="18113"/>
                  <a:pt x="16144" y="18319"/>
                  <a:pt x="16188" y="18525"/>
                </a:cubicBezTo>
                <a:cubicBezTo>
                  <a:pt x="16203" y="18657"/>
                  <a:pt x="16218" y="18775"/>
                  <a:pt x="16247" y="18893"/>
                </a:cubicBezTo>
                <a:lnTo>
                  <a:pt x="16291" y="19393"/>
                </a:lnTo>
                <a:cubicBezTo>
                  <a:pt x="16291" y="19496"/>
                  <a:pt x="16321" y="19614"/>
                  <a:pt x="16321" y="19731"/>
                </a:cubicBezTo>
                <a:cubicBezTo>
                  <a:pt x="16321" y="19908"/>
                  <a:pt x="16335" y="20085"/>
                  <a:pt x="16335" y="20246"/>
                </a:cubicBezTo>
                <a:lnTo>
                  <a:pt x="16335" y="20688"/>
                </a:lnTo>
                <a:cubicBezTo>
                  <a:pt x="16335" y="20850"/>
                  <a:pt x="16321" y="21012"/>
                  <a:pt x="16321" y="21159"/>
                </a:cubicBezTo>
                <a:cubicBezTo>
                  <a:pt x="16291" y="21306"/>
                  <a:pt x="16291" y="21424"/>
                  <a:pt x="16291" y="21586"/>
                </a:cubicBezTo>
                <a:cubicBezTo>
                  <a:pt x="16276" y="21733"/>
                  <a:pt x="16262" y="21880"/>
                  <a:pt x="16262" y="22027"/>
                </a:cubicBezTo>
                <a:lnTo>
                  <a:pt x="16203" y="22469"/>
                </a:lnTo>
                <a:cubicBezTo>
                  <a:pt x="16173" y="22616"/>
                  <a:pt x="16144" y="22763"/>
                  <a:pt x="16129" y="22910"/>
                </a:cubicBezTo>
                <a:cubicBezTo>
                  <a:pt x="16100" y="23057"/>
                  <a:pt x="16056" y="23204"/>
                  <a:pt x="16041" y="23352"/>
                </a:cubicBezTo>
                <a:lnTo>
                  <a:pt x="15923" y="23793"/>
                </a:lnTo>
                <a:cubicBezTo>
                  <a:pt x="15894" y="23940"/>
                  <a:pt x="15835" y="24087"/>
                  <a:pt x="15806" y="24205"/>
                </a:cubicBezTo>
                <a:cubicBezTo>
                  <a:pt x="15747" y="24352"/>
                  <a:pt x="15702" y="24499"/>
                  <a:pt x="15658" y="24647"/>
                </a:cubicBezTo>
                <a:lnTo>
                  <a:pt x="15482" y="25088"/>
                </a:lnTo>
                <a:lnTo>
                  <a:pt x="15379" y="25368"/>
                </a:lnTo>
                <a:cubicBezTo>
                  <a:pt x="14201" y="28385"/>
                  <a:pt x="14746" y="31961"/>
                  <a:pt x="16762" y="34477"/>
                </a:cubicBezTo>
                <a:cubicBezTo>
                  <a:pt x="17866" y="35860"/>
                  <a:pt x="19367" y="36905"/>
                  <a:pt x="20809" y="37921"/>
                </a:cubicBezTo>
                <a:cubicBezTo>
                  <a:pt x="22089" y="38818"/>
                  <a:pt x="23414" y="39731"/>
                  <a:pt x="24488" y="40908"/>
                </a:cubicBezTo>
                <a:cubicBezTo>
                  <a:pt x="24459" y="40952"/>
                  <a:pt x="24429" y="40967"/>
                  <a:pt x="24415" y="41011"/>
                </a:cubicBezTo>
                <a:cubicBezTo>
                  <a:pt x="23679" y="41821"/>
                  <a:pt x="22884" y="42601"/>
                  <a:pt x="22104" y="43366"/>
                </a:cubicBezTo>
                <a:cubicBezTo>
                  <a:pt x="21133" y="44337"/>
                  <a:pt x="20117" y="45323"/>
                  <a:pt x="19205" y="46397"/>
                </a:cubicBezTo>
                <a:cubicBezTo>
                  <a:pt x="19087" y="46530"/>
                  <a:pt x="18984" y="46648"/>
                  <a:pt x="18867" y="46795"/>
                </a:cubicBezTo>
                <a:lnTo>
                  <a:pt x="18778" y="46898"/>
                </a:lnTo>
                <a:cubicBezTo>
                  <a:pt x="18616" y="47074"/>
                  <a:pt x="18469" y="47266"/>
                  <a:pt x="18322" y="47442"/>
                </a:cubicBezTo>
                <a:cubicBezTo>
                  <a:pt x="18131" y="47648"/>
                  <a:pt x="17954" y="47869"/>
                  <a:pt x="17763" y="48075"/>
                </a:cubicBezTo>
                <a:cubicBezTo>
                  <a:pt x="17586" y="48252"/>
                  <a:pt x="17424" y="48472"/>
                  <a:pt x="17233" y="48693"/>
                </a:cubicBezTo>
                <a:cubicBezTo>
                  <a:pt x="17056" y="48870"/>
                  <a:pt x="16880" y="49090"/>
                  <a:pt x="16703" y="49297"/>
                </a:cubicBezTo>
                <a:cubicBezTo>
                  <a:pt x="16512" y="49503"/>
                  <a:pt x="16321" y="49723"/>
                  <a:pt x="16144" y="49929"/>
                </a:cubicBezTo>
                <a:cubicBezTo>
                  <a:pt x="15967" y="50106"/>
                  <a:pt x="15806" y="50312"/>
                  <a:pt x="15629" y="50503"/>
                </a:cubicBezTo>
                <a:cubicBezTo>
                  <a:pt x="15452" y="50695"/>
                  <a:pt x="15290" y="50886"/>
                  <a:pt x="15114" y="51077"/>
                </a:cubicBezTo>
                <a:lnTo>
                  <a:pt x="14569" y="51695"/>
                </a:lnTo>
                <a:lnTo>
                  <a:pt x="14069" y="52240"/>
                </a:lnTo>
                <a:cubicBezTo>
                  <a:pt x="13848" y="52461"/>
                  <a:pt x="13642" y="52681"/>
                  <a:pt x="13466" y="52902"/>
                </a:cubicBezTo>
                <a:cubicBezTo>
                  <a:pt x="13274" y="53093"/>
                  <a:pt x="13112" y="53270"/>
                  <a:pt x="12951" y="53461"/>
                </a:cubicBezTo>
                <a:cubicBezTo>
                  <a:pt x="12730" y="53682"/>
                  <a:pt x="12524" y="53903"/>
                  <a:pt x="12318" y="54123"/>
                </a:cubicBezTo>
                <a:cubicBezTo>
                  <a:pt x="12141" y="54300"/>
                  <a:pt x="11979" y="54477"/>
                  <a:pt x="11832" y="54639"/>
                </a:cubicBezTo>
                <a:cubicBezTo>
                  <a:pt x="11611" y="54845"/>
                  <a:pt x="11391" y="55065"/>
                  <a:pt x="11185" y="55301"/>
                </a:cubicBezTo>
                <a:cubicBezTo>
                  <a:pt x="10978" y="55507"/>
                  <a:pt x="10772" y="55683"/>
                  <a:pt x="10581" y="55904"/>
                </a:cubicBezTo>
                <a:cubicBezTo>
                  <a:pt x="10360" y="56095"/>
                  <a:pt x="10154" y="56287"/>
                  <a:pt x="9963" y="56478"/>
                </a:cubicBezTo>
                <a:cubicBezTo>
                  <a:pt x="9742" y="56655"/>
                  <a:pt x="9551" y="56846"/>
                  <a:pt x="9345" y="57052"/>
                </a:cubicBezTo>
                <a:cubicBezTo>
                  <a:pt x="9124" y="57229"/>
                  <a:pt x="8903" y="57420"/>
                  <a:pt x="8697" y="57597"/>
                </a:cubicBezTo>
                <a:cubicBezTo>
                  <a:pt x="8477" y="57758"/>
                  <a:pt x="8256" y="57935"/>
                  <a:pt x="8050" y="58112"/>
                </a:cubicBezTo>
                <a:cubicBezTo>
                  <a:pt x="7829" y="58259"/>
                  <a:pt x="7608" y="58421"/>
                  <a:pt x="7417" y="58597"/>
                </a:cubicBezTo>
                <a:cubicBezTo>
                  <a:pt x="7123" y="58774"/>
                  <a:pt x="6828" y="58980"/>
                  <a:pt x="6549" y="59201"/>
                </a:cubicBezTo>
                <a:cubicBezTo>
                  <a:pt x="5445" y="60098"/>
                  <a:pt x="4562" y="61143"/>
                  <a:pt x="3959" y="62276"/>
                </a:cubicBezTo>
                <a:cubicBezTo>
                  <a:pt x="3252" y="63557"/>
                  <a:pt x="2973" y="64866"/>
                  <a:pt x="3149" y="66147"/>
                </a:cubicBezTo>
                <a:cubicBezTo>
                  <a:pt x="3370" y="67957"/>
                  <a:pt x="4430" y="69502"/>
                  <a:pt x="5445" y="70988"/>
                </a:cubicBezTo>
                <a:cubicBezTo>
                  <a:pt x="6255" y="72166"/>
                  <a:pt x="7079" y="73358"/>
                  <a:pt x="7505" y="74712"/>
                </a:cubicBezTo>
                <a:cubicBezTo>
                  <a:pt x="7005" y="74888"/>
                  <a:pt x="6505" y="75109"/>
                  <a:pt x="6048" y="75374"/>
                </a:cubicBezTo>
                <a:cubicBezTo>
                  <a:pt x="3149" y="76949"/>
                  <a:pt x="1133" y="80098"/>
                  <a:pt x="957" y="83409"/>
                </a:cubicBezTo>
                <a:cubicBezTo>
                  <a:pt x="957" y="83483"/>
                  <a:pt x="957" y="83556"/>
                  <a:pt x="942" y="83615"/>
                </a:cubicBezTo>
                <a:lnTo>
                  <a:pt x="942" y="83718"/>
                </a:lnTo>
                <a:cubicBezTo>
                  <a:pt x="942" y="83792"/>
                  <a:pt x="942" y="83880"/>
                  <a:pt x="912" y="83954"/>
                </a:cubicBezTo>
                <a:lnTo>
                  <a:pt x="912" y="84027"/>
                </a:lnTo>
                <a:cubicBezTo>
                  <a:pt x="912" y="84130"/>
                  <a:pt x="898" y="84233"/>
                  <a:pt x="898" y="84321"/>
                </a:cubicBezTo>
                <a:lnTo>
                  <a:pt x="898" y="84351"/>
                </a:lnTo>
                <a:cubicBezTo>
                  <a:pt x="883" y="84469"/>
                  <a:pt x="883" y="84601"/>
                  <a:pt x="883" y="84734"/>
                </a:cubicBezTo>
                <a:cubicBezTo>
                  <a:pt x="868" y="84837"/>
                  <a:pt x="868" y="84969"/>
                  <a:pt x="868" y="85087"/>
                </a:cubicBezTo>
                <a:cubicBezTo>
                  <a:pt x="839" y="85204"/>
                  <a:pt x="839" y="85352"/>
                  <a:pt x="839" y="85484"/>
                </a:cubicBezTo>
                <a:cubicBezTo>
                  <a:pt x="824" y="85602"/>
                  <a:pt x="824" y="85705"/>
                  <a:pt x="824" y="85823"/>
                </a:cubicBezTo>
                <a:cubicBezTo>
                  <a:pt x="809" y="85940"/>
                  <a:pt x="809" y="86073"/>
                  <a:pt x="809" y="86205"/>
                </a:cubicBezTo>
                <a:cubicBezTo>
                  <a:pt x="795" y="86308"/>
                  <a:pt x="795" y="86441"/>
                  <a:pt x="795" y="86558"/>
                </a:cubicBezTo>
                <a:cubicBezTo>
                  <a:pt x="780" y="86676"/>
                  <a:pt x="780" y="86809"/>
                  <a:pt x="751" y="86956"/>
                </a:cubicBezTo>
                <a:cubicBezTo>
                  <a:pt x="736" y="87088"/>
                  <a:pt x="736" y="87221"/>
                  <a:pt x="721" y="87324"/>
                </a:cubicBezTo>
                <a:cubicBezTo>
                  <a:pt x="706" y="87456"/>
                  <a:pt x="706" y="87559"/>
                  <a:pt x="677" y="87692"/>
                </a:cubicBezTo>
                <a:cubicBezTo>
                  <a:pt x="662" y="87809"/>
                  <a:pt x="662" y="87912"/>
                  <a:pt x="648" y="88045"/>
                </a:cubicBezTo>
                <a:cubicBezTo>
                  <a:pt x="633" y="88192"/>
                  <a:pt x="603" y="88324"/>
                  <a:pt x="603" y="88472"/>
                </a:cubicBezTo>
                <a:cubicBezTo>
                  <a:pt x="589" y="88589"/>
                  <a:pt x="589" y="88707"/>
                  <a:pt x="574" y="88839"/>
                </a:cubicBezTo>
                <a:cubicBezTo>
                  <a:pt x="545" y="88942"/>
                  <a:pt x="545" y="89075"/>
                  <a:pt x="530" y="89178"/>
                </a:cubicBezTo>
                <a:cubicBezTo>
                  <a:pt x="515" y="89310"/>
                  <a:pt x="515" y="89428"/>
                  <a:pt x="500" y="89546"/>
                </a:cubicBezTo>
                <a:cubicBezTo>
                  <a:pt x="471" y="89693"/>
                  <a:pt x="456" y="89840"/>
                  <a:pt x="456" y="89987"/>
                </a:cubicBezTo>
                <a:cubicBezTo>
                  <a:pt x="441" y="90105"/>
                  <a:pt x="441" y="90193"/>
                  <a:pt x="427" y="90311"/>
                </a:cubicBezTo>
                <a:cubicBezTo>
                  <a:pt x="397" y="90414"/>
                  <a:pt x="397" y="90502"/>
                  <a:pt x="383" y="90620"/>
                </a:cubicBezTo>
                <a:cubicBezTo>
                  <a:pt x="368" y="90753"/>
                  <a:pt x="353" y="90900"/>
                  <a:pt x="353" y="91017"/>
                </a:cubicBezTo>
                <a:cubicBezTo>
                  <a:pt x="0" y="93490"/>
                  <a:pt x="986" y="96271"/>
                  <a:pt x="3326" y="97051"/>
                </a:cubicBezTo>
                <a:lnTo>
                  <a:pt x="3341" y="96978"/>
                </a:lnTo>
                <a:cubicBezTo>
                  <a:pt x="1486" y="96359"/>
                  <a:pt x="515" y="94461"/>
                  <a:pt x="383" y="92460"/>
                </a:cubicBezTo>
                <a:lnTo>
                  <a:pt x="383" y="92460"/>
                </a:lnTo>
                <a:cubicBezTo>
                  <a:pt x="441" y="92989"/>
                  <a:pt x="574" y="93519"/>
                  <a:pt x="751" y="94020"/>
                </a:cubicBezTo>
                <a:cubicBezTo>
                  <a:pt x="1280" y="95477"/>
                  <a:pt x="2266" y="96536"/>
                  <a:pt x="3517" y="97007"/>
                </a:cubicBezTo>
                <a:lnTo>
                  <a:pt x="3547" y="96933"/>
                </a:lnTo>
                <a:cubicBezTo>
                  <a:pt x="1692" y="96212"/>
                  <a:pt x="662" y="94255"/>
                  <a:pt x="471" y="92254"/>
                </a:cubicBezTo>
                <a:lnTo>
                  <a:pt x="471" y="92254"/>
                </a:lnTo>
                <a:cubicBezTo>
                  <a:pt x="751" y="94240"/>
                  <a:pt x="1795" y="96153"/>
                  <a:pt x="3694" y="96963"/>
                </a:cubicBezTo>
                <a:lnTo>
                  <a:pt x="3738" y="96889"/>
                </a:lnTo>
                <a:cubicBezTo>
                  <a:pt x="1751" y="96050"/>
                  <a:pt x="692" y="93961"/>
                  <a:pt x="515" y="91871"/>
                </a:cubicBezTo>
                <a:lnTo>
                  <a:pt x="515" y="91871"/>
                </a:lnTo>
                <a:cubicBezTo>
                  <a:pt x="589" y="92474"/>
                  <a:pt x="751" y="93063"/>
                  <a:pt x="971" y="93637"/>
                </a:cubicBezTo>
                <a:cubicBezTo>
                  <a:pt x="1560" y="95138"/>
                  <a:pt x="2605" y="96301"/>
                  <a:pt x="3885" y="96904"/>
                </a:cubicBezTo>
                <a:lnTo>
                  <a:pt x="3915" y="96830"/>
                </a:lnTo>
                <a:cubicBezTo>
                  <a:pt x="2060" y="95977"/>
                  <a:pt x="809" y="93872"/>
                  <a:pt x="574" y="91606"/>
                </a:cubicBezTo>
                <a:lnTo>
                  <a:pt x="574" y="91606"/>
                </a:lnTo>
                <a:cubicBezTo>
                  <a:pt x="898" y="93843"/>
                  <a:pt x="2193" y="95903"/>
                  <a:pt x="4062" y="96860"/>
                </a:cubicBezTo>
                <a:lnTo>
                  <a:pt x="4106" y="96786"/>
                </a:lnTo>
                <a:cubicBezTo>
                  <a:pt x="2119" y="95771"/>
                  <a:pt x="809" y="93505"/>
                  <a:pt x="589" y="91120"/>
                </a:cubicBezTo>
                <a:lnTo>
                  <a:pt x="589" y="91120"/>
                </a:lnTo>
                <a:cubicBezTo>
                  <a:pt x="677" y="91827"/>
                  <a:pt x="883" y="92548"/>
                  <a:pt x="1163" y="93225"/>
                </a:cubicBezTo>
                <a:cubicBezTo>
                  <a:pt x="1825" y="94800"/>
                  <a:pt x="2899" y="96050"/>
                  <a:pt x="4224" y="96786"/>
                </a:cubicBezTo>
                <a:lnTo>
                  <a:pt x="4268" y="96713"/>
                </a:lnTo>
                <a:cubicBezTo>
                  <a:pt x="2281" y="95609"/>
                  <a:pt x="912" y="93328"/>
                  <a:pt x="648" y="90929"/>
                </a:cubicBezTo>
                <a:lnTo>
                  <a:pt x="648" y="90929"/>
                </a:lnTo>
                <a:cubicBezTo>
                  <a:pt x="1015" y="93298"/>
                  <a:pt x="2384" y="95535"/>
                  <a:pt x="4400" y="96727"/>
                </a:cubicBezTo>
                <a:lnTo>
                  <a:pt x="4430" y="96654"/>
                </a:lnTo>
                <a:cubicBezTo>
                  <a:pt x="2355" y="95418"/>
                  <a:pt x="957" y="93034"/>
                  <a:pt x="677" y="90561"/>
                </a:cubicBezTo>
                <a:lnTo>
                  <a:pt x="677" y="90561"/>
                </a:lnTo>
                <a:cubicBezTo>
                  <a:pt x="1060" y="93004"/>
                  <a:pt x="2487" y="95329"/>
                  <a:pt x="4577" y="96669"/>
                </a:cubicBezTo>
                <a:lnTo>
                  <a:pt x="4621" y="96595"/>
                </a:lnTo>
                <a:cubicBezTo>
                  <a:pt x="2443" y="95197"/>
                  <a:pt x="986" y="92739"/>
                  <a:pt x="721" y="90179"/>
                </a:cubicBezTo>
                <a:lnTo>
                  <a:pt x="721" y="90179"/>
                </a:lnTo>
                <a:cubicBezTo>
                  <a:pt x="839" y="91003"/>
                  <a:pt x="1089" y="91812"/>
                  <a:pt x="1457" y="92622"/>
                </a:cubicBezTo>
                <a:cubicBezTo>
                  <a:pt x="2193" y="94240"/>
                  <a:pt x="3370" y="95653"/>
                  <a:pt x="4768" y="96610"/>
                </a:cubicBezTo>
                <a:lnTo>
                  <a:pt x="4798" y="96536"/>
                </a:lnTo>
                <a:cubicBezTo>
                  <a:pt x="2575" y="95035"/>
                  <a:pt x="1089" y="92460"/>
                  <a:pt x="765" y="89870"/>
                </a:cubicBezTo>
                <a:lnTo>
                  <a:pt x="765" y="89870"/>
                </a:lnTo>
                <a:cubicBezTo>
                  <a:pt x="1177" y="92415"/>
                  <a:pt x="2708" y="94947"/>
                  <a:pt x="4930" y="96536"/>
                </a:cubicBezTo>
                <a:lnTo>
                  <a:pt x="4989" y="96463"/>
                </a:lnTo>
                <a:cubicBezTo>
                  <a:pt x="2708" y="94829"/>
                  <a:pt x="1177" y="92224"/>
                  <a:pt x="809" y="89605"/>
                </a:cubicBezTo>
                <a:lnTo>
                  <a:pt x="809" y="89605"/>
                </a:lnTo>
                <a:cubicBezTo>
                  <a:pt x="1251" y="92195"/>
                  <a:pt x="2796" y="94755"/>
                  <a:pt x="5092" y="96492"/>
                </a:cubicBezTo>
                <a:lnTo>
                  <a:pt x="5151" y="96433"/>
                </a:lnTo>
                <a:cubicBezTo>
                  <a:pt x="2811" y="94667"/>
                  <a:pt x="1266" y="92077"/>
                  <a:pt x="868" y="89458"/>
                </a:cubicBezTo>
                <a:lnTo>
                  <a:pt x="868" y="89443"/>
                </a:lnTo>
                <a:cubicBezTo>
                  <a:pt x="1030" y="90311"/>
                  <a:pt x="1324" y="91165"/>
                  <a:pt x="1722" y="92033"/>
                </a:cubicBezTo>
                <a:cubicBezTo>
                  <a:pt x="2531" y="93711"/>
                  <a:pt x="3782" y="95270"/>
                  <a:pt x="5254" y="96448"/>
                </a:cubicBezTo>
                <a:lnTo>
                  <a:pt x="5313" y="96389"/>
                </a:lnTo>
                <a:cubicBezTo>
                  <a:pt x="2943" y="94520"/>
                  <a:pt x="1383" y="91930"/>
                  <a:pt x="912" y="89310"/>
                </a:cubicBezTo>
                <a:cubicBezTo>
                  <a:pt x="912" y="89296"/>
                  <a:pt x="912" y="89296"/>
                  <a:pt x="942" y="89281"/>
                </a:cubicBezTo>
                <a:cubicBezTo>
                  <a:pt x="1118" y="90134"/>
                  <a:pt x="1413" y="91003"/>
                  <a:pt x="1840" y="91856"/>
                </a:cubicBezTo>
                <a:cubicBezTo>
                  <a:pt x="2664" y="93563"/>
                  <a:pt x="3915" y="95138"/>
                  <a:pt x="5460" y="96418"/>
                </a:cubicBezTo>
                <a:lnTo>
                  <a:pt x="5519" y="96359"/>
                </a:lnTo>
                <a:cubicBezTo>
                  <a:pt x="3149" y="94387"/>
                  <a:pt x="1531" y="91739"/>
                  <a:pt x="1015" y="89148"/>
                </a:cubicBezTo>
                <a:cubicBezTo>
                  <a:pt x="1015" y="89148"/>
                  <a:pt x="1015" y="89134"/>
                  <a:pt x="1030" y="89134"/>
                </a:cubicBezTo>
                <a:cubicBezTo>
                  <a:pt x="1236" y="89973"/>
                  <a:pt x="1531" y="90841"/>
                  <a:pt x="1943" y="91680"/>
                </a:cubicBezTo>
                <a:cubicBezTo>
                  <a:pt x="2796" y="93401"/>
                  <a:pt x="4076" y="95035"/>
                  <a:pt x="5651" y="96374"/>
                </a:cubicBezTo>
                <a:lnTo>
                  <a:pt x="5695" y="96315"/>
                </a:lnTo>
                <a:cubicBezTo>
                  <a:pt x="3709" y="94594"/>
                  <a:pt x="1722" y="91959"/>
                  <a:pt x="1089" y="89016"/>
                </a:cubicBezTo>
                <a:cubicBezTo>
                  <a:pt x="1089" y="89001"/>
                  <a:pt x="1104" y="89001"/>
                  <a:pt x="1104" y="88987"/>
                </a:cubicBezTo>
                <a:cubicBezTo>
                  <a:pt x="1310" y="89811"/>
                  <a:pt x="1619" y="90650"/>
                  <a:pt x="2060" y="91503"/>
                </a:cubicBezTo>
                <a:cubicBezTo>
                  <a:pt x="2929" y="93225"/>
                  <a:pt x="4224" y="94903"/>
                  <a:pt x="5828" y="96345"/>
                </a:cubicBezTo>
                <a:lnTo>
                  <a:pt x="5887" y="96286"/>
                </a:lnTo>
                <a:cubicBezTo>
                  <a:pt x="3414" y="94064"/>
                  <a:pt x="1781" y="91430"/>
                  <a:pt x="1177" y="88854"/>
                </a:cubicBezTo>
                <a:cubicBezTo>
                  <a:pt x="1177" y="88839"/>
                  <a:pt x="1192" y="88810"/>
                  <a:pt x="1192" y="88810"/>
                </a:cubicBezTo>
                <a:cubicBezTo>
                  <a:pt x="1869" y="91371"/>
                  <a:pt x="3532" y="93990"/>
                  <a:pt x="6019" y="96301"/>
                </a:cubicBezTo>
                <a:lnTo>
                  <a:pt x="6063" y="96242"/>
                </a:lnTo>
                <a:cubicBezTo>
                  <a:pt x="3561" y="93887"/>
                  <a:pt x="1913" y="91282"/>
                  <a:pt x="1251" y="88707"/>
                </a:cubicBezTo>
                <a:cubicBezTo>
                  <a:pt x="1251" y="88692"/>
                  <a:pt x="1266" y="88663"/>
                  <a:pt x="1266" y="88648"/>
                </a:cubicBezTo>
                <a:cubicBezTo>
                  <a:pt x="2207" y="91945"/>
                  <a:pt x="4577" y="94682"/>
                  <a:pt x="6181" y="96242"/>
                </a:cubicBezTo>
                <a:lnTo>
                  <a:pt x="6240" y="96198"/>
                </a:lnTo>
                <a:cubicBezTo>
                  <a:pt x="4621" y="94623"/>
                  <a:pt x="2222" y="91856"/>
                  <a:pt x="1324" y="88545"/>
                </a:cubicBezTo>
                <a:cubicBezTo>
                  <a:pt x="1324" y="88516"/>
                  <a:pt x="1339" y="88501"/>
                  <a:pt x="1339" y="88486"/>
                </a:cubicBezTo>
                <a:cubicBezTo>
                  <a:pt x="1575" y="89296"/>
                  <a:pt x="1913" y="90105"/>
                  <a:pt x="2355" y="90929"/>
                </a:cubicBezTo>
                <a:cubicBezTo>
                  <a:pt x="3267" y="92680"/>
                  <a:pt x="4621" y="94446"/>
                  <a:pt x="6358" y="96198"/>
                </a:cubicBezTo>
                <a:lnTo>
                  <a:pt x="6416" y="96139"/>
                </a:lnTo>
                <a:cubicBezTo>
                  <a:pt x="4474" y="94181"/>
                  <a:pt x="2310" y="91459"/>
                  <a:pt x="1413" y="88368"/>
                </a:cubicBezTo>
                <a:cubicBezTo>
                  <a:pt x="1413" y="88354"/>
                  <a:pt x="1428" y="88339"/>
                  <a:pt x="1428" y="88339"/>
                </a:cubicBezTo>
                <a:cubicBezTo>
                  <a:pt x="2222" y="90826"/>
                  <a:pt x="3900" y="93416"/>
                  <a:pt x="6549" y="96153"/>
                </a:cubicBezTo>
                <a:lnTo>
                  <a:pt x="6608" y="96095"/>
                </a:lnTo>
                <a:cubicBezTo>
                  <a:pt x="3959" y="93343"/>
                  <a:pt x="2266" y="90753"/>
                  <a:pt x="1486" y="88251"/>
                </a:cubicBezTo>
                <a:cubicBezTo>
                  <a:pt x="1501" y="88221"/>
                  <a:pt x="1501" y="88192"/>
                  <a:pt x="1531" y="88177"/>
                </a:cubicBezTo>
                <a:cubicBezTo>
                  <a:pt x="2575" y="91356"/>
                  <a:pt x="4856" y="94093"/>
                  <a:pt x="6711" y="96095"/>
                </a:cubicBezTo>
                <a:lnTo>
                  <a:pt x="6770" y="96050"/>
                </a:lnTo>
                <a:cubicBezTo>
                  <a:pt x="4886" y="94034"/>
                  <a:pt x="2590" y="91268"/>
                  <a:pt x="1575" y="88074"/>
                </a:cubicBezTo>
                <a:cubicBezTo>
                  <a:pt x="1604" y="88059"/>
                  <a:pt x="1604" y="88030"/>
                  <a:pt x="1619" y="88001"/>
                </a:cubicBezTo>
                <a:cubicBezTo>
                  <a:pt x="2678" y="91076"/>
                  <a:pt x="4871" y="93843"/>
                  <a:pt x="6902" y="96050"/>
                </a:cubicBezTo>
                <a:lnTo>
                  <a:pt x="6946" y="95992"/>
                </a:lnTo>
                <a:cubicBezTo>
                  <a:pt x="4930" y="93769"/>
                  <a:pt x="2723" y="90988"/>
                  <a:pt x="1678" y="87898"/>
                </a:cubicBezTo>
                <a:cubicBezTo>
                  <a:pt x="1692" y="87883"/>
                  <a:pt x="1692" y="87853"/>
                  <a:pt x="1707" y="87839"/>
                </a:cubicBezTo>
                <a:cubicBezTo>
                  <a:pt x="2752" y="90767"/>
                  <a:pt x="4856" y="93446"/>
                  <a:pt x="7079" y="95992"/>
                </a:cubicBezTo>
                <a:lnTo>
                  <a:pt x="7137" y="95933"/>
                </a:lnTo>
                <a:cubicBezTo>
                  <a:pt x="4915" y="93401"/>
                  <a:pt x="2796" y="90694"/>
                  <a:pt x="1766" y="87750"/>
                </a:cubicBezTo>
                <a:cubicBezTo>
                  <a:pt x="2458" y="86573"/>
                  <a:pt x="3326" y="85484"/>
                  <a:pt x="4179" y="84439"/>
                </a:cubicBezTo>
                <a:cubicBezTo>
                  <a:pt x="4503" y="84027"/>
                  <a:pt x="4842" y="83615"/>
                  <a:pt x="5151" y="83188"/>
                </a:cubicBezTo>
                <a:cubicBezTo>
                  <a:pt x="6107" y="81937"/>
                  <a:pt x="6828" y="80745"/>
                  <a:pt x="7285" y="79612"/>
                </a:cubicBezTo>
                <a:cubicBezTo>
                  <a:pt x="7358" y="79465"/>
                  <a:pt x="7417" y="79318"/>
                  <a:pt x="7491" y="79171"/>
                </a:cubicBezTo>
                <a:cubicBezTo>
                  <a:pt x="7579" y="78994"/>
                  <a:pt x="7667" y="78788"/>
                  <a:pt x="7756" y="78612"/>
                </a:cubicBezTo>
                <a:cubicBezTo>
                  <a:pt x="7814" y="78509"/>
                  <a:pt x="7859" y="78420"/>
                  <a:pt x="7903" y="78317"/>
                </a:cubicBezTo>
                <a:cubicBezTo>
                  <a:pt x="7962" y="78214"/>
                  <a:pt x="8020" y="78111"/>
                  <a:pt x="8079" y="78023"/>
                </a:cubicBezTo>
                <a:cubicBezTo>
                  <a:pt x="8182" y="77832"/>
                  <a:pt x="8271" y="77670"/>
                  <a:pt x="8374" y="77478"/>
                </a:cubicBezTo>
                <a:cubicBezTo>
                  <a:pt x="8447" y="77375"/>
                  <a:pt x="8491" y="77258"/>
                  <a:pt x="8565" y="77155"/>
                </a:cubicBezTo>
                <a:cubicBezTo>
                  <a:pt x="8668" y="77007"/>
                  <a:pt x="8756" y="76875"/>
                  <a:pt x="8845" y="76728"/>
                </a:cubicBezTo>
                <a:cubicBezTo>
                  <a:pt x="8918" y="76640"/>
                  <a:pt x="8977" y="76551"/>
                  <a:pt x="9051" y="76448"/>
                </a:cubicBezTo>
                <a:cubicBezTo>
                  <a:pt x="9154" y="76331"/>
                  <a:pt x="9257" y="76183"/>
                  <a:pt x="9345" y="76051"/>
                </a:cubicBezTo>
                <a:cubicBezTo>
                  <a:pt x="9433" y="75933"/>
                  <a:pt x="9522" y="75815"/>
                  <a:pt x="9625" y="75698"/>
                </a:cubicBezTo>
                <a:lnTo>
                  <a:pt x="9889" y="75374"/>
                </a:lnTo>
                <a:cubicBezTo>
                  <a:pt x="10007" y="75256"/>
                  <a:pt x="10096" y="75153"/>
                  <a:pt x="10184" y="75035"/>
                </a:cubicBezTo>
                <a:lnTo>
                  <a:pt x="10508" y="74726"/>
                </a:lnTo>
                <a:cubicBezTo>
                  <a:pt x="10611" y="74638"/>
                  <a:pt x="10728" y="74520"/>
                  <a:pt x="10817" y="74417"/>
                </a:cubicBezTo>
                <a:cubicBezTo>
                  <a:pt x="10920" y="74314"/>
                  <a:pt x="11052" y="74211"/>
                  <a:pt x="11170" y="74123"/>
                </a:cubicBezTo>
                <a:cubicBezTo>
                  <a:pt x="11288" y="74020"/>
                  <a:pt x="11405" y="73932"/>
                  <a:pt x="11508" y="73829"/>
                </a:cubicBezTo>
                <a:cubicBezTo>
                  <a:pt x="11641" y="73726"/>
                  <a:pt x="11758" y="73637"/>
                  <a:pt x="11861" y="73549"/>
                </a:cubicBezTo>
                <a:cubicBezTo>
                  <a:pt x="11994" y="73461"/>
                  <a:pt x="12097" y="73387"/>
                  <a:pt x="12229" y="73284"/>
                </a:cubicBezTo>
                <a:cubicBezTo>
                  <a:pt x="12362" y="73211"/>
                  <a:pt x="12494" y="73122"/>
                  <a:pt x="12612" y="73034"/>
                </a:cubicBezTo>
                <a:cubicBezTo>
                  <a:pt x="12744" y="72960"/>
                  <a:pt x="12892" y="72872"/>
                  <a:pt x="13024" y="72799"/>
                </a:cubicBezTo>
                <a:cubicBezTo>
                  <a:pt x="13112" y="72740"/>
                  <a:pt x="13201" y="72696"/>
                  <a:pt x="13304" y="72651"/>
                </a:cubicBezTo>
                <a:cubicBezTo>
                  <a:pt x="16100" y="71047"/>
                  <a:pt x="17910" y="67898"/>
                  <a:pt x="17939" y="64675"/>
                </a:cubicBezTo>
                <a:cubicBezTo>
                  <a:pt x="17939" y="62894"/>
                  <a:pt x="17424" y="61143"/>
                  <a:pt x="16924" y="59480"/>
                </a:cubicBezTo>
                <a:cubicBezTo>
                  <a:pt x="16482" y="57964"/>
                  <a:pt x="16026" y="56405"/>
                  <a:pt x="15953" y="54845"/>
                </a:cubicBezTo>
                <a:cubicBezTo>
                  <a:pt x="16836" y="54668"/>
                  <a:pt x="17689" y="54565"/>
                  <a:pt x="18499" y="54477"/>
                </a:cubicBezTo>
                <a:cubicBezTo>
                  <a:pt x="21324" y="54123"/>
                  <a:pt x="23752" y="53829"/>
                  <a:pt x="25327" y="51725"/>
                </a:cubicBezTo>
                <a:cubicBezTo>
                  <a:pt x="26210" y="50577"/>
                  <a:pt x="26813" y="49414"/>
                  <a:pt x="27167" y="48237"/>
                </a:cubicBezTo>
                <a:cubicBezTo>
                  <a:pt x="27167" y="48193"/>
                  <a:pt x="27167" y="48178"/>
                  <a:pt x="27181" y="48163"/>
                </a:cubicBezTo>
                <a:cubicBezTo>
                  <a:pt x="27211" y="48105"/>
                  <a:pt x="27225" y="48031"/>
                  <a:pt x="27240" y="47972"/>
                </a:cubicBezTo>
                <a:cubicBezTo>
                  <a:pt x="27240" y="47957"/>
                  <a:pt x="27255" y="47957"/>
                  <a:pt x="27255" y="47943"/>
                </a:cubicBezTo>
                <a:cubicBezTo>
                  <a:pt x="27314" y="47737"/>
                  <a:pt x="27358" y="47516"/>
                  <a:pt x="27387" y="47310"/>
                </a:cubicBezTo>
                <a:cubicBezTo>
                  <a:pt x="27432" y="47045"/>
                  <a:pt x="27432" y="46780"/>
                  <a:pt x="27432" y="46500"/>
                </a:cubicBezTo>
                <a:lnTo>
                  <a:pt x="27432" y="46486"/>
                </a:lnTo>
                <a:cubicBezTo>
                  <a:pt x="27402" y="46839"/>
                  <a:pt x="27358" y="47207"/>
                  <a:pt x="27255" y="47575"/>
                </a:cubicBezTo>
                <a:lnTo>
                  <a:pt x="27255" y="47428"/>
                </a:lnTo>
                <a:cubicBezTo>
                  <a:pt x="27255" y="47369"/>
                  <a:pt x="27255" y="47310"/>
                  <a:pt x="27284" y="47266"/>
                </a:cubicBezTo>
                <a:cubicBezTo>
                  <a:pt x="27358" y="46986"/>
                  <a:pt x="27387" y="46721"/>
                  <a:pt x="27432" y="46471"/>
                </a:cubicBezTo>
                <a:cubicBezTo>
                  <a:pt x="27432" y="46118"/>
                  <a:pt x="27446" y="45765"/>
                  <a:pt x="27446" y="45426"/>
                </a:cubicBezTo>
                <a:cubicBezTo>
                  <a:pt x="27446" y="45102"/>
                  <a:pt x="27387" y="44852"/>
                  <a:pt x="27402" y="44558"/>
                </a:cubicBezTo>
                <a:cubicBezTo>
                  <a:pt x="27402" y="44543"/>
                  <a:pt x="27402" y="44543"/>
                  <a:pt x="27387" y="44514"/>
                </a:cubicBezTo>
                <a:cubicBezTo>
                  <a:pt x="27387" y="44411"/>
                  <a:pt x="27387" y="44293"/>
                  <a:pt x="27402" y="44190"/>
                </a:cubicBezTo>
                <a:cubicBezTo>
                  <a:pt x="27432" y="43925"/>
                  <a:pt x="27446" y="43660"/>
                  <a:pt x="27446" y="43395"/>
                </a:cubicBezTo>
                <a:cubicBezTo>
                  <a:pt x="27461" y="43116"/>
                  <a:pt x="27476" y="42851"/>
                  <a:pt x="27476" y="42571"/>
                </a:cubicBezTo>
                <a:cubicBezTo>
                  <a:pt x="27505" y="42336"/>
                  <a:pt x="27520" y="42071"/>
                  <a:pt x="27520" y="41835"/>
                </a:cubicBezTo>
                <a:cubicBezTo>
                  <a:pt x="27549" y="41526"/>
                  <a:pt x="27579" y="41232"/>
                  <a:pt x="27579" y="40938"/>
                </a:cubicBezTo>
                <a:cubicBezTo>
                  <a:pt x="27593" y="40673"/>
                  <a:pt x="27608" y="40437"/>
                  <a:pt x="27623" y="40172"/>
                </a:cubicBezTo>
                <a:cubicBezTo>
                  <a:pt x="27667" y="39863"/>
                  <a:pt x="27682" y="39569"/>
                  <a:pt x="27696" y="39275"/>
                </a:cubicBezTo>
                <a:cubicBezTo>
                  <a:pt x="27726" y="39039"/>
                  <a:pt x="27755" y="38804"/>
                  <a:pt x="27755" y="38554"/>
                </a:cubicBezTo>
                <a:cubicBezTo>
                  <a:pt x="27799" y="38259"/>
                  <a:pt x="27829" y="37950"/>
                  <a:pt x="27844" y="37641"/>
                </a:cubicBezTo>
                <a:cubicBezTo>
                  <a:pt x="27888" y="37362"/>
                  <a:pt x="27917" y="37067"/>
                  <a:pt x="27947" y="36788"/>
                </a:cubicBezTo>
                <a:cubicBezTo>
                  <a:pt x="27991" y="36523"/>
                  <a:pt x="28035" y="36243"/>
                  <a:pt x="28050" y="35963"/>
                </a:cubicBezTo>
                <a:cubicBezTo>
                  <a:pt x="28108" y="35684"/>
                  <a:pt x="28138" y="35419"/>
                  <a:pt x="28182" y="35139"/>
                </a:cubicBezTo>
                <a:lnTo>
                  <a:pt x="28344" y="34315"/>
                </a:lnTo>
                <a:cubicBezTo>
                  <a:pt x="28418" y="34036"/>
                  <a:pt x="28476" y="33771"/>
                  <a:pt x="28535" y="33506"/>
                </a:cubicBezTo>
                <a:cubicBezTo>
                  <a:pt x="28609" y="33241"/>
                  <a:pt x="28682" y="32991"/>
                  <a:pt x="28727" y="32726"/>
                </a:cubicBezTo>
                <a:cubicBezTo>
                  <a:pt x="28844" y="32402"/>
                  <a:pt x="28947" y="32049"/>
                  <a:pt x="29021" y="31710"/>
                </a:cubicBezTo>
                <a:cubicBezTo>
                  <a:pt x="29315" y="30342"/>
                  <a:pt x="29359" y="28944"/>
                  <a:pt x="29124" y="27708"/>
                </a:cubicBezTo>
                <a:cubicBezTo>
                  <a:pt x="28844" y="26310"/>
                  <a:pt x="28241" y="25118"/>
                  <a:pt x="27314" y="24205"/>
                </a:cubicBezTo>
                <a:cubicBezTo>
                  <a:pt x="26019" y="22940"/>
                  <a:pt x="24223" y="22410"/>
                  <a:pt x="22502" y="21895"/>
                </a:cubicBezTo>
                <a:cubicBezTo>
                  <a:pt x="21133" y="21483"/>
                  <a:pt x="19735" y="21071"/>
                  <a:pt x="18557" y="20291"/>
                </a:cubicBezTo>
                <a:cubicBezTo>
                  <a:pt x="18837" y="19834"/>
                  <a:pt x="19073" y="19349"/>
                  <a:pt x="19279" y="18863"/>
                </a:cubicBezTo>
                <a:cubicBezTo>
                  <a:pt x="20559" y="15802"/>
                  <a:pt x="20147" y="12094"/>
                  <a:pt x="18204" y="9400"/>
                </a:cubicBezTo>
                <a:cubicBezTo>
                  <a:pt x="18175" y="9371"/>
                  <a:pt x="18131" y="9312"/>
                  <a:pt x="18116" y="9268"/>
                </a:cubicBezTo>
                <a:cubicBezTo>
                  <a:pt x="18087" y="9239"/>
                  <a:pt x="18072" y="9180"/>
                  <a:pt x="18028" y="9150"/>
                </a:cubicBezTo>
                <a:lnTo>
                  <a:pt x="17925" y="8974"/>
                </a:lnTo>
                <a:cubicBezTo>
                  <a:pt x="17895" y="8944"/>
                  <a:pt x="17881" y="8900"/>
                  <a:pt x="17836" y="8885"/>
                </a:cubicBezTo>
                <a:cubicBezTo>
                  <a:pt x="17792" y="8812"/>
                  <a:pt x="17733" y="8723"/>
                  <a:pt x="17675" y="8650"/>
                </a:cubicBezTo>
                <a:cubicBezTo>
                  <a:pt x="17675" y="8650"/>
                  <a:pt x="17675" y="8635"/>
                  <a:pt x="17660" y="8635"/>
                </a:cubicBezTo>
                <a:cubicBezTo>
                  <a:pt x="17586" y="8517"/>
                  <a:pt x="17513" y="8429"/>
                  <a:pt x="17439" y="8311"/>
                </a:cubicBezTo>
                <a:cubicBezTo>
                  <a:pt x="17365" y="8223"/>
                  <a:pt x="17307" y="8120"/>
                  <a:pt x="17233" y="8017"/>
                </a:cubicBezTo>
                <a:cubicBezTo>
                  <a:pt x="17159" y="7914"/>
                  <a:pt x="17086" y="7796"/>
                  <a:pt x="16998" y="7693"/>
                </a:cubicBezTo>
                <a:cubicBezTo>
                  <a:pt x="16939" y="7605"/>
                  <a:pt x="16865" y="7502"/>
                  <a:pt x="16792" y="7414"/>
                </a:cubicBezTo>
                <a:cubicBezTo>
                  <a:pt x="16718" y="7311"/>
                  <a:pt x="16644" y="7193"/>
                  <a:pt x="16571" y="7105"/>
                </a:cubicBezTo>
                <a:cubicBezTo>
                  <a:pt x="16497" y="7016"/>
                  <a:pt x="16453" y="6899"/>
                  <a:pt x="16379" y="6810"/>
                </a:cubicBezTo>
                <a:lnTo>
                  <a:pt x="16159" y="6472"/>
                </a:lnTo>
                <a:cubicBezTo>
                  <a:pt x="16085" y="6369"/>
                  <a:pt x="16012" y="6281"/>
                  <a:pt x="15938" y="6163"/>
                </a:cubicBezTo>
                <a:cubicBezTo>
                  <a:pt x="15864" y="6060"/>
                  <a:pt x="15806" y="5957"/>
                  <a:pt x="15732" y="5869"/>
                </a:cubicBezTo>
                <a:cubicBezTo>
                  <a:pt x="15673" y="5780"/>
                  <a:pt x="15599" y="5692"/>
                  <a:pt x="15526" y="5574"/>
                </a:cubicBezTo>
                <a:cubicBezTo>
                  <a:pt x="15452" y="5471"/>
                  <a:pt x="15379" y="5339"/>
                  <a:pt x="15290" y="5221"/>
                </a:cubicBezTo>
                <a:cubicBezTo>
                  <a:pt x="15217" y="5118"/>
                  <a:pt x="15158" y="5030"/>
                  <a:pt x="15084" y="4927"/>
                </a:cubicBezTo>
                <a:cubicBezTo>
                  <a:pt x="15026" y="4838"/>
                  <a:pt x="14952" y="4735"/>
                  <a:pt x="14878" y="4632"/>
                </a:cubicBezTo>
                <a:cubicBezTo>
                  <a:pt x="14805" y="4529"/>
                  <a:pt x="14761" y="4441"/>
                  <a:pt x="14687" y="4323"/>
                </a:cubicBezTo>
                <a:cubicBezTo>
                  <a:pt x="14613" y="4191"/>
                  <a:pt x="14510" y="4073"/>
                  <a:pt x="14437" y="3955"/>
                </a:cubicBezTo>
                <a:cubicBezTo>
                  <a:pt x="14393" y="3867"/>
                  <a:pt x="14334" y="3794"/>
                  <a:pt x="14275" y="3705"/>
                </a:cubicBezTo>
                <a:lnTo>
                  <a:pt x="14113" y="3426"/>
                </a:lnTo>
                <a:cubicBezTo>
                  <a:pt x="14040" y="3308"/>
                  <a:pt x="13966" y="3190"/>
                  <a:pt x="13892" y="3072"/>
                </a:cubicBezTo>
                <a:cubicBezTo>
                  <a:pt x="12872" y="1341"/>
                  <a:pt x="11030" y="1"/>
                  <a:pt x="9151" y="1"/>
                </a:cubicBezTo>
                <a:close/>
              </a:path>
            </a:pathLst>
          </a:custGeom>
          <a:gradFill>
            <a:gsLst>
              <a:gs pos="0">
                <a:schemeClr val="accent1"/>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17"/>
          <p:cNvSpPr/>
          <p:nvPr/>
        </p:nvSpPr>
        <p:spPr>
          <a:xfrm flipH="1" rot="2054271">
            <a:off x="3322053" y="-1121572"/>
            <a:ext cx="2359888" cy="7742533"/>
          </a:xfrm>
          <a:custGeom>
            <a:rect b="b" l="l" r="r" t="t"/>
            <a:pathLst>
              <a:path extrusionOk="0" h="97052" w="29581">
                <a:moveTo>
                  <a:pt x="14658" y="4824"/>
                </a:moveTo>
                <a:cubicBezTo>
                  <a:pt x="14687" y="4838"/>
                  <a:pt x="14687" y="4853"/>
                  <a:pt x="14702" y="4883"/>
                </a:cubicBezTo>
                <a:lnTo>
                  <a:pt x="14702" y="4897"/>
                </a:lnTo>
                <a:cubicBezTo>
                  <a:pt x="14687" y="4883"/>
                  <a:pt x="14658" y="4883"/>
                  <a:pt x="14658" y="4853"/>
                </a:cubicBezTo>
                <a:lnTo>
                  <a:pt x="14658" y="4824"/>
                </a:lnTo>
                <a:close/>
                <a:moveTo>
                  <a:pt x="14716" y="5015"/>
                </a:moveTo>
                <a:lnTo>
                  <a:pt x="14775" y="5074"/>
                </a:lnTo>
                <a:cubicBezTo>
                  <a:pt x="14761" y="5059"/>
                  <a:pt x="14731" y="5044"/>
                  <a:pt x="14716" y="5044"/>
                </a:cubicBezTo>
                <a:lnTo>
                  <a:pt x="14716" y="5015"/>
                </a:lnTo>
                <a:close/>
                <a:moveTo>
                  <a:pt x="14761" y="5147"/>
                </a:moveTo>
                <a:lnTo>
                  <a:pt x="14805" y="5206"/>
                </a:lnTo>
                <a:lnTo>
                  <a:pt x="14805" y="5250"/>
                </a:lnTo>
                <a:lnTo>
                  <a:pt x="14761" y="5192"/>
                </a:lnTo>
                <a:lnTo>
                  <a:pt x="14761" y="5147"/>
                </a:lnTo>
                <a:close/>
                <a:moveTo>
                  <a:pt x="14923" y="5309"/>
                </a:moveTo>
                <a:cubicBezTo>
                  <a:pt x="14937" y="5324"/>
                  <a:pt x="14952" y="5339"/>
                  <a:pt x="14981" y="5353"/>
                </a:cubicBezTo>
                <a:lnTo>
                  <a:pt x="14981" y="5368"/>
                </a:lnTo>
                <a:cubicBezTo>
                  <a:pt x="14952" y="5353"/>
                  <a:pt x="14937" y="5353"/>
                  <a:pt x="14923" y="5339"/>
                </a:cubicBezTo>
                <a:lnTo>
                  <a:pt x="14923" y="5309"/>
                </a:lnTo>
                <a:close/>
                <a:moveTo>
                  <a:pt x="14789" y="5352"/>
                </a:moveTo>
                <a:cubicBezTo>
                  <a:pt x="14801" y="5364"/>
                  <a:pt x="14818" y="5377"/>
                  <a:pt x="14849" y="5398"/>
                </a:cubicBezTo>
                <a:cubicBezTo>
                  <a:pt x="14864" y="5412"/>
                  <a:pt x="14864" y="5427"/>
                  <a:pt x="14864" y="5427"/>
                </a:cubicBezTo>
                <a:cubicBezTo>
                  <a:pt x="14849" y="5412"/>
                  <a:pt x="14834" y="5398"/>
                  <a:pt x="14790" y="5368"/>
                </a:cubicBezTo>
                <a:cubicBezTo>
                  <a:pt x="14790" y="5363"/>
                  <a:pt x="14790" y="5357"/>
                  <a:pt x="14789" y="5352"/>
                </a:cubicBezTo>
                <a:close/>
                <a:moveTo>
                  <a:pt x="14981" y="5486"/>
                </a:moveTo>
                <a:lnTo>
                  <a:pt x="15026" y="5530"/>
                </a:lnTo>
                <a:lnTo>
                  <a:pt x="15026" y="5559"/>
                </a:lnTo>
                <a:cubicBezTo>
                  <a:pt x="15011" y="5545"/>
                  <a:pt x="14996" y="5515"/>
                  <a:pt x="14981" y="5515"/>
                </a:cubicBezTo>
                <a:lnTo>
                  <a:pt x="14981" y="5486"/>
                </a:lnTo>
                <a:close/>
                <a:moveTo>
                  <a:pt x="14848" y="5535"/>
                </a:moveTo>
                <a:cubicBezTo>
                  <a:pt x="14863" y="5552"/>
                  <a:pt x="14886" y="5563"/>
                  <a:pt x="14908" y="5574"/>
                </a:cubicBezTo>
                <a:cubicBezTo>
                  <a:pt x="14893" y="5574"/>
                  <a:pt x="14923" y="5589"/>
                  <a:pt x="14923" y="5618"/>
                </a:cubicBezTo>
                <a:cubicBezTo>
                  <a:pt x="14908" y="5589"/>
                  <a:pt x="14864" y="5574"/>
                  <a:pt x="14849" y="5559"/>
                </a:cubicBezTo>
                <a:cubicBezTo>
                  <a:pt x="14849" y="5553"/>
                  <a:pt x="14849" y="5543"/>
                  <a:pt x="14848" y="5535"/>
                </a:cubicBezTo>
                <a:close/>
                <a:moveTo>
                  <a:pt x="15143" y="5633"/>
                </a:moveTo>
                <a:cubicBezTo>
                  <a:pt x="15158" y="5648"/>
                  <a:pt x="15173" y="5662"/>
                  <a:pt x="15202" y="5662"/>
                </a:cubicBezTo>
                <a:lnTo>
                  <a:pt x="15202" y="5692"/>
                </a:lnTo>
                <a:cubicBezTo>
                  <a:pt x="15173" y="5662"/>
                  <a:pt x="15158" y="5662"/>
                  <a:pt x="15143" y="5648"/>
                </a:cubicBezTo>
                <a:lnTo>
                  <a:pt x="15143" y="5633"/>
                </a:lnTo>
                <a:close/>
                <a:moveTo>
                  <a:pt x="15008" y="5661"/>
                </a:moveTo>
                <a:cubicBezTo>
                  <a:pt x="15020" y="5676"/>
                  <a:pt x="15037" y="5696"/>
                  <a:pt x="15070" y="5707"/>
                </a:cubicBezTo>
                <a:cubicBezTo>
                  <a:pt x="15084" y="5707"/>
                  <a:pt x="15084" y="5721"/>
                  <a:pt x="15084" y="5736"/>
                </a:cubicBezTo>
                <a:cubicBezTo>
                  <a:pt x="15070" y="5721"/>
                  <a:pt x="15040" y="5707"/>
                  <a:pt x="15011" y="5692"/>
                </a:cubicBezTo>
                <a:cubicBezTo>
                  <a:pt x="15011" y="5674"/>
                  <a:pt x="15011" y="5667"/>
                  <a:pt x="15008" y="5661"/>
                </a:cubicBezTo>
                <a:close/>
                <a:moveTo>
                  <a:pt x="14864" y="5663"/>
                </a:moveTo>
                <a:cubicBezTo>
                  <a:pt x="14878" y="5692"/>
                  <a:pt x="14923" y="5707"/>
                  <a:pt x="14937" y="5721"/>
                </a:cubicBezTo>
                <a:cubicBezTo>
                  <a:pt x="14952" y="5736"/>
                  <a:pt x="14952" y="5766"/>
                  <a:pt x="14952" y="5780"/>
                </a:cubicBezTo>
                <a:cubicBezTo>
                  <a:pt x="14937" y="5766"/>
                  <a:pt x="14908" y="5736"/>
                  <a:pt x="14878" y="5721"/>
                </a:cubicBezTo>
                <a:cubicBezTo>
                  <a:pt x="14878" y="5707"/>
                  <a:pt x="14878" y="5692"/>
                  <a:pt x="14864" y="5663"/>
                </a:cubicBezTo>
                <a:close/>
                <a:moveTo>
                  <a:pt x="15202" y="5810"/>
                </a:moveTo>
                <a:lnTo>
                  <a:pt x="15246" y="5869"/>
                </a:lnTo>
                <a:cubicBezTo>
                  <a:pt x="15232" y="5854"/>
                  <a:pt x="15217" y="5839"/>
                  <a:pt x="15202" y="5839"/>
                </a:cubicBezTo>
                <a:lnTo>
                  <a:pt x="15202" y="5810"/>
                </a:lnTo>
                <a:close/>
                <a:moveTo>
                  <a:pt x="15055" y="5795"/>
                </a:moveTo>
                <a:cubicBezTo>
                  <a:pt x="15070" y="5810"/>
                  <a:pt x="15099" y="5839"/>
                  <a:pt x="15129" y="5854"/>
                </a:cubicBezTo>
                <a:cubicBezTo>
                  <a:pt x="15129" y="5883"/>
                  <a:pt x="15129" y="5883"/>
                  <a:pt x="15143" y="5913"/>
                </a:cubicBezTo>
                <a:cubicBezTo>
                  <a:pt x="15129" y="5883"/>
                  <a:pt x="15084" y="5869"/>
                  <a:pt x="15070" y="5854"/>
                </a:cubicBezTo>
                <a:cubicBezTo>
                  <a:pt x="15070" y="5839"/>
                  <a:pt x="15070" y="5810"/>
                  <a:pt x="15055" y="5795"/>
                </a:cubicBezTo>
                <a:close/>
                <a:moveTo>
                  <a:pt x="14893" y="5854"/>
                </a:moveTo>
                <a:cubicBezTo>
                  <a:pt x="14937" y="5869"/>
                  <a:pt x="14952" y="5883"/>
                  <a:pt x="14996" y="5913"/>
                </a:cubicBezTo>
                <a:lnTo>
                  <a:pt x="14996" y="5942"/>
                </a:lnTo>
                <a:cubicBezTo>
                  <a:pt x="14952" y="5927"/>
                  <a:pt x="14937" y="5913"/>
                  <a:pt x="14893" y="5883"/>
                </a:cubicBezTo>
                <a:lnTo>
                  <a:pt x="14893" y="5854"/>
                </a:lnTo>
                <a:close/>
                <a:moveTo>
                  <a:pt x="15231" y="5958"/>
                </a:moveTo>
                <a:cubicBezTo>
                  <a:pt x="15243" y="5973"/>
                  <a:pt x="15259" y="5991"/>
                  <a:pt x="15290" y="6001"/>
                </a:cubicBezTo>
                <a:cubicBezTo>
                  <a:pt x="15290" y="6016"/>
                  <a:pt x="15305" y="6030"/>
                  <a:pt x="15305" y="6030"/>
                </a:cubicBezTo>
                <a:cubicBezTo>
                  <a:pt x="15290" y="6016"/>
                  <a:pt x="15261" y="6001"/>
                  <a:pt x="15232" y="5986"/>
                </a:cubicBezTo>
                <a:cubicBezTo>
                  <a:pt x="15232" y="5975"/>
                  <a:pt x="15232" y="5965"/>
                  <a:pt x="15231" y="5958"/>
                </a:cubicBezTo>
                <a:close/>
                <a:moveTo>
                  <a:pt x="15099" y="5986"/>
                </a:moveTo>
                <a:cubicBezTo>
                  <a:pt x="15114" y="6001"/>
                  <a:pt x="15158" y="6016"/>
                  <a:pt x="15173" y="6030"/>
                </a:cubicBezTo>
                <a:lnTo>
                  <a:pt x="15173" y="6075"/>
                </a:lnTo>
                <a:cubicBezTo>
                  <a:pt x="15158" y="6060"/>
                  <a:pt x="15129" y="6030"/>
                  <a:pt x="15099" y="6016"/>
                </a:cubicBezTo>
                <a:lnTo>
                  <a:pt x="15099" y="5986"/>
                </a:lnTo>
                <a:close/>
                <a:moveTo>
                  <a:pt x="14937" y="6001"/>
                </a:moveTo>
                <a:lnTo>
                  <a:pt x="14937" y="6001"/>
                </a:lnTo>
                <a:cubicBezTo>
                  <a:pt x="14981" y="6016"/>
                  <a:pt x="14996" y="6030"/>
                  <a:pt x="15026" y="6075"/>
                </a:cubicBezTo>
                <a:cubicBezTo>
                  <a:pt x="15026" y="6089"/>
                  <a:pt x="15040" y="6133"/>
                  <a:pt x="15040" y="6148"/>
                </a:cubicBezTo>
                <a:cubicBezTo>
                  <a:pt x="15011" y="6133"/>
                  <a:pt x="14996" y="6104"/>
                  <a:pt x="14952" y="6089"/>
                </a:cubicBezTo>
                <a:cubicBezTo>
                  <a:pt x="14937" y="6045"/>
                  <a:pt x="14937" y="6030"/>
                  <a:pt x="14937" y="6001"/>
                </a:cubicBezTo>
                <a:close/>
                <a:moveTo>
                  <a:pt x="15408" y="6104"/>
                </a:moveTo>
                <a:lnTo>
                  <a:pt x="15452" y="6148"/>
                </a:lnTo>
                <a:cubicBezTo>
                  <a:pt x="15452" y="6163"/>
                  <a:pt x="15452" y="6163"/>
                  <a:pt x="15467" y="6178"/>
                </a:cubicBezTo>
                <a:cubicBezTo>
                  <a:pt x="15452" y="6163"/>
                  <a:pt x="15438" y="6148"/>
                  <a:pt x="15408" y="6148"/>
                </a:cubicBezTo>
                <a:lnTo>
                  <a:pt x="15408" y="6104"/>
                </a:lnTo>
                <a:close/>
                <a:moveTo>
                  <a:pt x="15261" y="6104"/>
                </a:moveTo>
                <a:cubicBezTo>
                  <a:pt x="15290" y="6133"/>
                  <a:pt x="15320" y="6148"/>
                  <a:pt x="15349" y="6163"/>
                </a:cubicBezTo>
                <a:lnTo>
                  <a:pt x="15349" y="6207"/>
                </a:lnTo>
                <a:cubicBezTo>
                  <a:pt x="15320" y="6178"/>
                  <a:pt x="15290" y="6163"/>
                  <a:pt x="15261" y="6148"/>
                </a:cubicBezTo>
                <a:lnTo>
                  <a:pt x="15261" y="6104"/>
                </a:lnTo>
                <a:close/>
                <a:moveTo>
                  <a:pt x="15099" y="6148"/>
                </a:moveTo>
                <a:cubicBezTo>
                  <a:pt x="15143" y="6163"/>
                  <a:pt x="15158" y="6178"/>
                  <a:pt x="15202" y="6192"/>
                </a:cubicBezTo>
                <a:cubicBezTo>
                  <a:pt x="15217" y="6222"/>
                  <a:pt x="15217" y="6236"/>
                  <a:pt x="15217" y="6281"/>
                </a:cubicBezTo>
                <a:cubicBezTo>
                  <a:pt x="15173" y="6251"/>
                  <a:pt x="15158" y="6236"/>
                  <a:pt x="15129" y="6222"/>
                </a:cubicBezTo>
                <a:cubicBezTo>
                  <a:pt x="15129" y="6207"/>
                  <a:pt x="15129" y="6163"/>
                  <a:pt x="15099" y="6148"/>
                </a:cubicBezTo>
                <a:close/>
                <a:moveTo>
                  <a:pt x="15585" y="6236"/>
                </a:moveTo>
                <a:cubicBezTo>
                  <a:pt x="15585" y="6251"/>
                  <a:pt x="15599" y="6251"/>
                  <a:pt x="15614" y="6281"/>
                </a:cubicBezTo>
                <a:lnTo>
                  <a:pt x="15614" y="6295"/>
                </a:lnTo>
                <a:cubicBezTo>
                  <a:pt x="15599" y="6281"/>
                  <a:pt x="15585" y="6281"/>
                  <a:pt x="15585" y="6251"/>
                </a:cubicBezTo>
                <a:lnTo>
                  <a:pt x="15585" y="6236"/>
                </a:lnTo>
                <a:close/>
                <a:moveTo>
                  <a:pt x="14952" y="6178"/>
                </a:moveTo>
                <a:lnTo>
                  <a:pt x="14952" y="6178"/>
                </a:lnTo>
                <a:cubicBezTo>
                  <a:pt x="14996" y="6192"/>
                  <a:pt x="15026" y="6222"/>
                  <a:pt x="15055" y="6251"/>
                </a:cubicBezTo>
                <a:cubicBezTo>
                  <a:pt x="15055" y="6281"/>
                  <a:pt x="15070" y="6310"/>
                  <a:pt x="15070" y="6325"/>
                </a:cubicBezTo>
                <a:cubicBezTo>
                  <a:pt x="15026" y="6310"/>
                  <a:pt x="14996" y="6295"/>
                  <a:pt x="14981" y="6251"/>
                </a:cubicBezTo>
                <a:cubicBezTo>
                  <a:pt x="14981" y="6236"/>
                  <a:pt x="14981" y="6222"/>
                  <a:pt x="14952" y="6178"/>
                </a:cubicBezTo>
                <a:close/>
                <a:moveTo>
                  <a:pt x="15452" y="6251"/>
                </a:moveTo>
                <a:cubicBezTo>
                  <a:pt x="15467" y="6281"/>
                  <a:pt x="15496" y="6295"/>
                  <a:pt x="15511" y="6325"/>
                </a:cubicBezTo>
                <a:lnTo>
                  <a:pt x="15452" y="6281"/>
                </a:lnTo>
                <a:lnTo>
                  <a:pt x="15452" y="6251"/>
                </a:lnTo>
                <a:close/>
                <a:moveTo>
                  <a:pt x="15305" y="6281"/>
                </a:moveTo>
                <a:cubicBezTo>
                  <a:pt x="15320" y="6295"/>
                  <a:pt x="15364" y="6310"/>
                  <a:pt x="15379" y="6325"/>
                </a:cubicBezTo>
                <a:cubicBezTo>
                  <a:pt x="15379" y="6354"/>
                  <a:pt x="15393" y="6369"/>
                  <a:pt x="15393" y="6384"/>
                </a:cubicBezTo>
                <a:cubicBezTo>
                  <a:pt x="15379" y="6369"/>
                  <a:pt x="15349" y="6354"/>
                  <a:pt x="15320" y="6325"/>
                </a:cubicBezTo>
                <a:cubicBezTo>
                  <a:pt x="15320" y="6310"/>
                  <a:pt x="15320" y="6295"/>
                  <a:pt x="15305" y="6281"/>
                </a:cubicBezTo>
                <a:close/>
                <a:moveTo>
                  <a:pt x="15158" y="6310"/>
                </a:moveTo>
                <a:lnTo>
                  <a:pt x="15158" y="6310"/>
                </a:lnTo>
                <a:cubicBezTo>
                  <a:pt x="15202" y="6325"/>
                  <a:pt x="15217" y="6354"/>
                  <a:pt x="15246" y="6369"/>
                </a:cubicBezTo>
                <a:cubicBezTo>
                  <a:pt x="15246" y="6384"/>
                  <a:pt x="15261" y="6413"/>
                  <a:pt x="15261" y="6442"/>
                </a:cubicBezTo>
                <a:cubicBezTo>
                  <a:pt x="15232" y="6428"/>
                  <a:pt x="15217" y="6398"/>
                  <a:pt x="15173" y="6384"/>
                </a:cubicBezTo>
                <a:cubicBezTo>
                  <a:pt x="15158" y="6369"/>
                  <a:pt x="15158" y="6354"/>
                  <a:pt x="15158" y="6310"/>
                </a:cubicBezTo>
                <a:close/>
                <a:moveTo>
                  <a:pt x="14996" y="6369"/>
                </a:moveTo>
                <a:cubicBezTo>
                  <a:pt x="15026" y="6384"/>
                  <a:pt x="15070" y="6398"/>
                  <a:pt x="15099" y="6442"/>
                </a:cubicBezTo>
                <a:cubicBezTo>
                  <a:pt x="15099" y="6457"/>
                  <a:pt x="15099" y="6472"/>
                  <a:pt x="15114" y="6501"/>
                </a:cubicBezTo>
                <a:cubicBezTo>
                  <a:pt x="15084" y="6472"/>
                  <a:pt x="15040" y="6457"/>
                  <a:pt x="15011" y="6413"/>
                </a:cubicBezTo>
                <a:cubicBezTo>
                  <a:pt x="14996" y="6398"/>
                  <a:pt x="14996" y="6384"/>
                  <a:pt x="14996" y="6369"/>
                </a:cubicBezTo>
                <a:close/>
                <a:moveTo>
                  <a:pt x="15467" y="6398"/>
                </a:moveTo>
                <a:cubicBezTo>
                  <a:pt x="15496" y="6413"/>
                  <a:pt x="15511" y="6442"/>
                  <a:pt x="15541" y="6457"/>
                </a:cubicBezTo>
                <a:cubicBezTo>
                  <a:pt x="15570" y="6472"/>
                  <a:pt x="15570" y="6501"/>
                  <a:pt x="15570" y="6516"/>
                </a:cubicBezTo>
                <a:cubicBezTo>
                  <a:pt x="15541" y="6501"/>
                  <a:pt x="15511" y="6472"/>
                  <a:pt x="15496" y="6457"/>
                </a:cubicBezTo>
                <a:cubicBezTo>
                  <a:pt x="15496" y="6442"/>
                  <a:pt x="15496" y="6413"/>
                  <a:pt x="15467" y="6398"/>
                </a:cubicBezTo>
                <a:close/>
                <a:moveTo>
                  <a:pt x="15349" y="6457"/>
                </a:moveTo>
                <a:lnTo>
                  <a:pt x="15349" y="6457"/>
                </a:lnTo>
                <a:cubicBezTo>
                  <a:pt x="15379" y="6472"/>
                  <a:pt x="15393" y="6501"/>
                  <a:pt x="15438" y="6516"/>
                </a:cubicBezTo>
                <a:cubicBezTo>
                  <a:pt x="15438" y="6531"/>
                  <a:pt x="15438" y="6545"/>
                  <a:pt x="15452" y="6590"/>
                </a:cubicBezTo>
                <a:cubicBezTo>
                  <a:pt x="15408" y="6575"/>
                  <a:pt x="15393" y="6545"/>
                  <a:pt x="15364" y="6531"/>
                </a:cubicBezTo>
                <a:cubicBezTo>
                  <a:pt x="15364" y="6516"/>
                  <a:pt x="15349" y="6472"/>
                  <a:pt x="15349" y="6457"/>
                </a:cubicBezTo>
                <a:close/>
                <a:moveTo>
                  <a:pt x="15202" y="6501"/>
                </a:moveTo>
                <a:cubicBezTo>
                  <a:pt x="15232" y="6516"/>
                  <a:pt x="15276" y="6531"/>
                  <a:pt x="15290" y="6575"/>
                </a:cubicBezTo>
                <a:cubicBezTo>
                  <a:pt x="15290" y="6590"/>
                  <a:pt x="15290" y="6604"/>
                  <a:pt x="15305" y="6619"/>
                </a:cubicBezTo>
                <a:cubicBezTo>
                  <a:pt x="15261" y="6604"/>
                  <a:pt x="15232" y="6590"/>
                  <a:pt x="15217" y="6575"/>
                </a:cubicBezTo>
                <a:cubicBezTo>
                  <a:pt x="15202" y="6531"/>
                  <a:pt x="15202" y="6516"/>
                  <a:pt x="15202" y="6501"/>
                </a:cubicBezTo>
                <a:close/>
                <a:moveTo>
                  <a:pt x="15658" y="6531"/>
                </a:moveTo>
                <a:lnTo>
                  <a:pt x="15717" y="6590"/>
                </a:lnTo>
                <a:cubicBezTo>
                  <a:pt x="15732" y="6619"/>
                  <a:pt x="15732" y="6619"/>
                  <a:pt x="15732" y="6648"/>
                </a:cubicBezTo>
                <a:lnTo>
                  <a:pt x="15673" y="6590"/>
                </a:lnTo>
                <a:cubicBezTo>
                  <a:pt x="15673" y="6575"/>
                  <a:pt x="15673" y="6546"/>
                  <a:pt x="15658" y="6531"/>
                </a:cubicBezTo>
                <a:close/>
                <a:moveTo>
                  <a:pt x="15526" y="6604"/>
                </a:moveTo>
                <a:cubicBezTo>
                  <a:pt x="15541" y="6619"/>
                  <a:pt x="15585" y="6648"/>
                  <a:pt x="15599" y="6663"/>
                </a:cubicBezTo>
                <a:cubicBezTo>
                  <a:pt x="15614" y="6663"/>
                  <a:pt x="15614" y="6678"/>
                  <a:pt x="15614" y="6722"/>
                </a:cubicBezTo>
                <a:cubicBezTo>
                  <a:pt x="15599" y="6693"/>
                  <a:pt x="15570" y="6678"/>
                  <a:pt x="15541" y="6663"/>
                </a:cubicBezTo>
                <a:cubicBezTo>
                  <a:pt x="15541" y="6648"/>
                  <a:pt x="15526" y="6619"/>
                  <a:pt x="15526" y="6604"/>
                </a:cubicBezTo>
                <a:close/>
                <a:moveTo>
                  <a:pt x="15393" y="6648"/>
                </a:moveTo>
                <a:cubicBezTo>
                  <a:pt x="15438" y="6663"/>
                  <a:pt x="15452" y="6678"/>
                  <a:pt x="15496" y="6693"/>
                </a:cubicBezTo>
                <a:cubicBezTo>
                  <a:pt x="15481" y="6708"/>
                  <a:pt x="15473" y="6720"/>
                  <a:pt x="15474" y="6727"/>
                </a:cubicBezTo>
                <a:lnTo>
                  <a:pt x="15474" y="6727"/>
                </a:lnTo>
                <a:cubicBezTo>
                  <a:pt x="15446" y="6712"/>
                  <a:pt x="15429" y="6690"/>
                  <a:pt x="15393" y="6678"/>
                </a:cubicBezTo>
                <a:lnTo>
                  <a:pt x="15393" y="6648"/>
                </a:lnTo>
                <a:close/>
                <a:moveTo>
                  <a:pt x="15836" y="6693"/>
                </a:moveTo>
                <a:cubicBezTo>
                  <a:pt x="15865" y="6722"/>
                  <a:pt x="15879" y="6737"/>
                  <a:pt x="15894" y="6737"/>
                </a:cubicBezTo>
                <a:cubicBezTo>
                  <a:pt x="15894" y="6752"/>
                  <a:pt x="15894" y="6752"/>
                  <a:pt x="15909" y="6766"/>
                </a:cubicBezTo>
                <a:cubicBezTo>
                  <a:pt x="15894" y="6752"/>
                  <a:pt x="15879" y="6737"/>
                  <a:pt x="15864" y="6737"/>
                </a:cubicBezTo>
                <a:cubicBezTo>
                  <a:pt x="15864" y="6722"/>
                  <a:pt x="15864" y="6722"/>
                  <a:pt x="15836" y="6693"/>
                </a:cubicBezTo>
                <a:close/>
                <a:moveTo>
                  <a:pt x="15688" y="6737"/>
                </a:moveTo>
                <a:lnTo>
                  <a:pt x="15688" y="6737"/>
                </a:lnTo>
                <a:cubicBezTo>
                  <a:pt x="15717" y="6752"/>
                  <a:pt x="15732" y="6766"/>
                  <a:pt x="15761" y="6796"/>
                </a:cubicBezTo>
                <a:cubicBezTo>
                  <a:pt x="15791" y="6810"/>
                  <a:pt x="15791" y="6825"/>
                  <a:pt x="15791" y="6840"/>
                </a:cubicBezTo>
                <a:cubicBezTo>
                  <a:pt x="15761" y="6825"/>
                  <a:pt x="15747" y="6810"/>
                  <a:pt x="15717" y="6796"/>
                </a:cubicBezTo>
                <a:cubicBezTo>
                  <a:pt x="15717" y="6766"/>
                  <a:pt x="15688" y="6752"/>
                  <a:pt x="15688" y="6737"/>
                </a:cubicBezTo>
                <a:close/>
                <a:moveTo>
                  <a:pt x="15585" y="6766"/>
                </a:moveTo>
                <a:cubicBezTo>
                  <a:pt x="15614" y="6781"/>
                  <a:pt x="15629" y="6810"/>
                  <a:pt x="15658" y="6825"/>
                </a:cubicBezTo>
                <a:lnTo>
                  <a:pt x="15658" y="6869"/>
                </a:lnTo>
                <a:cubicBezTo>
                  <a:pt x="15644" y="6840"/>
                  <a:pt x="15599" y="6825"/>
                  <a:pt x="15585" y="6810"/>
                </a:cubicBezTo>
                <a:lnTo>
                  <a:pt x="15585" y="6766"/>
                </a:lnTo>
                <a:close/>
                <a:moveTo>
                  <a:pt x="15997" y="6825"/>
                </a:moveTo>
                <a:cubicBezTo>
                  <a:pt x="16026" y="6869"/>
                  <a:pt x="16026" y="6869"/>
                  <a:pt x="16041" y="6884"/>
                </a:cubicBezTo>
                <a:lnTo>
                  <a:pt x="16041" y="6899"/>
                </a:lnTo>
                <a:lnTo>
                  <a:pt x="15997" y="6855"/>
                </a:lnTo>
                <a:lnTo>
                  <a:pt x="15997" y="6825"/>
                </a:lnTo>
                <a:close/>
                <a:moveTo>
                  <a:pt x="15892" y="6879"/>
                </a:moveTo>
                <a:lnTo>
                  <a:pt x="15938" y="6913"/>
                </a:lnTo>
                <a:cubicBezTo>
                  <a:pt x="15953" y="6943"/>
                  <a:pt x="15953" y="6958"/>
                  <a:pt x="15953" y="6958"/>
                </a:cubicBezTo>
                <a:lnTo>
                  <a:pt x="15894" y="6899"/>
                </a:lnTo>
                <a:cubicBezTo>
                  <a:pt x="15894" y="6892"/>
                  <a:pt x="15894" y="6884"/>
                  <a:pt x="15892" y="6879"/>
                </a:cubicBezTo>
                <a:close/>
                <a:moveTo>
                  <a:pt x="15761" y="6899"/>
                </a:moveTo>
                <a:cubicBezTo>
                  <a:pt x="15776" y="6913"/>
                  <a:pt x="15820" y="6943"/>
                  <a:pt x="15835" y="6958"/>
                </a:cubicBezTo>
                <a:cubicBezTo>
                  <a:pt x="15820" y="6972"/>
                  <a:pt x="15835" y="6987"/>
                  <a:pt x="15835" y="6987"/>
                </a:cubicBezTo>
                <a:cubicBezTo>
                  <a:pt x="15820" y="6972"/>
                  <a:pt x="15791" y="6958"/>
                  <a:pt x="15761" y="6943"/>
                </a:cubicBezTo>
                <a:lnTo>
                  <a:pt x="15761" y="6899"/>
                </a:lnTo>
                <a:close/>
                <a:moveTo>
                  <a:pt x="16041" y="7016"/>
                </a:moveTo>
                <a:cubicBezTo>
                  <a:pt x="16056" y="7031"/>
                  <a:pt x="16085" y="7031"/>
                  <a:pt x="16085" y="7046"/>
                </a:cubicBezTo>
                <a:cubicBezTo>
                  <a:pt x="16115" y="7061"/>
                  <a:pt x="16115" y="7090"/>
                  <a:pt x="16115" y="7090"/>
                </a:cubicBezTo>
                <a:cubicBezTo>
                  <a:pt x="16100" y="7061"/>
                  <a:pt x="16085" y="7061"/>
                  <a:pt x="16056" y="7046"/>
                </a:cubicBezTo>
                <a:cubicBezTo>
                  <a:pt x="16056" y="7031"/>
                  <a:pt x="16056" y="7031"/>
                  <a:pt x="16041" y="7016"/>
                </a:cubicBezTo>
                <a:close/>
                <a:moveTo>
                  <a:pt x="15923" y="7046"/>
                </a:moveTo>
                <a:cubicBezTo>
                  <a:pt x="15953" y="7061"/>
                  <a:pt x="15967" y="7090"/>
                  <a:pt x="15997" y="7105"/>
                </a:cubicBezTo>
                <a:lnTo>
                  <a:pt x="15997" y="7119"/>
                </a:lnTo>
                <a:cubicBezTo>
                  <a:pt x="15982" y="7105"/>
                  <a:pt x="15967" y="7090"/>
                  <a:pt x="15923" y="7061"/>
                </a:cubicBezTo>
                <a:lnTo>
                  <a:pt x="15923" y="7046"/>
                </a:lnTo>
                <a:close/>
                <a:moveTo>
                  <a:pt x="16232" y="7149"/>
                </a:moveTo>
                <a:lnTo>
                  <a:pt x="16262" y="7193"/>
                </a:lnTo>
                <a:lnTo>
                  <a:pt x="16262" y="7208"/>
                </a:lnTo>
                <a:cubicBezTo>
                  <a:pt x="16247" y="7193"/>
                  <a:pt x="16232" y="7193"/>
                  <a:pt x="16232" y="7178"/>
                </a:cubicBezTo>
                <a:lnTo>
                  <a:pt x="16232" y="7149"/>
                </a:lnTo>
                <a:close/>
                <a:moveTo>
                  <a:pt x="16115" y="7193"/>
                </a:moveTo>
                <a:cubicBezTo>
                  <a:pt x="16129" y="7208"/>
                  <a:pt x="16159" y="7208"/>
                  <a:pt x="16173" y="7252"/>
                </a:cubicBezTo>
                <a:cubicBezTo>
                  <a:pt x="16159" y="7237"/>
                  <a:pt x="16129" y="7208"/>
                  <a:pt x="16115" y="7208"/>
                </a:cubicBezTo>
                <a:lnTo>
                  <a:pt x="16115" y="7193"/>
                </a:lnTo>
                <a:close/>
                <a:moveTo>
                  <a:pt x="15011" y="6531"/>
                </a:moveTo>
                <a:lnTo>
                  <a:pt x="15011" y="6531"/>
                </a:lnTo>
                <a:cubicBezTo>
                  <a:pt x="15055" y="6545"/>
                  <a:pt x="15084" y="6590"/>
                  <a:pt x="15129" y="6604"/>
                </a:cubicBezTo>
                <a:cubicBezTo>
                  <a:pt x="15379" y="8120"/>
                  <a:pt x="15364" y="9695"/>
                  <a:pt x="15349" y="11240"/>
                </a:cubicBezTo>
                <a:lnTo>
                  <a:pt x="15349" y="12476"/>
                </a:lnTo>
                <a:cubicBezTo>
                  <a:pt x="15349" y="13168"/>
                  <a:pt x="15364" y="13977"/>
                  <a:pt x="15467" y="14787"/>
                </a:cubicBezTo>
                <a:cubicBezTo>
                  <a:pt x="15320" y="14007"/>
                  <a:pt x="15246" y="13124"/>
                  <a:pt x="15232" y="12167"/>
                </a:cubicBezTo>
                <a:cubicBezTo>
                  <a:pt x="15217" y="11623"/>
                  <a:pt x="15217" y="11093"/>
                  <a:pt x="15217" y="10578"/>
                </a:cubicBezTo>
                <a:cubicBezTo>
                  <a:pt x="15217" y="9239"/>
                  <a:pt x="15217" y="7870"/>
                  <a:pt x="15011" y="6531"/>
                </a:cubicBezTo>
                <a:close/>
                <a:moveTo>
                  <a:pt x="15232" y="6678"/>
                </a:moveTo>
                <a:lnTo>
                  <a:pt x="15232" y="6678"/>
                </a:lnTo>
                <a:cubicBezTo>
                  <a:pt x="15246" y="6678"/>
                  <a:pt x="15290" y="6722"/>
                  <a:pt x="15320" y="6737"/>
                </a:cubicBezTo>
                <a:cubicBezTo>
                  <a:pt x="15644" y="8429"/>
                  <a:pt x="15599" y="10225"/>
                  <a:pt x="15570" y="11976"/>
                </a:cubicBezTo>
                <a:cubicBezTo>
                  <a:pt x="15570" y="12255"/>
                  <a:pt x="15541" y="12535"/>
                  <a:pt x="15541" y="12800"/>
                </a:cubicBezTo>
                <a:cubicBezTo>
                  <a:pt x="15526" y="13609"/>
                  <a:pt x="15541" y="14492"/>
                  <a:pt x="15644" y="15405"/>
                </a:cubicBezTo>
                <a:cubicBezTo>
                  <a:pt x="15467" y="14375"/>
                  <a:pt x="15438" y="13359"/>
                  <a:pt x="15438" y="12491"/>
                </a:cubicBezTo>
                <a:lnTo>
                  <a:pt x="15438" y="11255"/>
                </a:lnTo>
                <a:cubicBezTo>
                  <a:pt x="15452" y="9739"/>
                  <a:pt x="15452" y="8164"/>
                  <a:pt x="15232" y="6678"/>
                </a:cubicBezTo>
                <a:close/>
                <a:moveTo>
                  <a:pt x="15408" y="6810"/>
                </a:moveTo>
                <a:cubicBezTo>
                  <a:pt x="15438" y="6810"/>
                  <a:pt x="15467" y="6840"/>
                  <a:pt x="15511" y="6869"/>
                </a:cubicBezTo>
                <a:cubicBezTo>
                  <a:pt x="15894" y="8753"/>
                  <a:pt x="15820" y="10769"/>
                  <a:pt x="15747" y="12726"/>
                </a:cubicBezTo>
                <a:lnTo>
                  <a:pt x="15732" y="13124"/>
                </a:lnTo>
                <a:cubicBezTo>
                  <a:pt x="15688" y="14021"/>
                  <a:pt x="15688" y="15007"/>
                  <a:pt x="15791" y="16008"/>
                </a:cubicBezTo>
                <a:cubicBezTo>
                  <a:pt x="15614" y="14904"/>
                  <a:pt x="15599" y="13801"/>
                  <a:pt x="15614" y="12800"/>
                </a:cubicBezTo>
                <a:cubicBezTo>
                  <a:pt x="15614" y="12535"/>
                  <a:pt x="15629" y="12255"/>
                  <a:pt x="15629" y="11976"/>
                </a:cubicBezTo>
                <a:cubicBezTo>
                  <a:pt x="15673" y="10254"/>
                  <a:pt x="15717" y="8488"/>
                  <a:pt x="15408" y="6810"/>
                </a:cubicBezTo>
                <a:close/>
                <a:moveTo>
                  <a:pt x="15599" y="6913"/>
                </a:moveTo>
                <a:cubicBezTo>
                  <a:pt x="15644" y="6928"/>
                  <a:pt x="15658" y="6958"/>
                  <a:pt x="15688" y="6972"/>
                </a:cubicBezTo>
                <a:cubicBezTo>
                  <a:pt x="16173" y="9091"/>
                  <a:pt x="16041" y="11358"/>
                  <a:pt x="15938" y="13418"/>
                </a:cubicBezTo>
                <a:cubicBezTo>
                  <a:pt x="15879" y="14375"/>
                  <a:pt x="15835" y="15361"/>
                  <a:pt x="15909" y="16332"/>
                </a:cubicBezTo>
                <a:cubicBezTo>
                  <a:pt x="15791" y="15228"/>
                  <a:pt x="15791" y="14110"/>
                  <a:pt x="15820" y="13080"/>
                </a:cubicBezTo>
                <a:lnTo>
                  <a:pt x="15835" y="12697"/>
                </a:lnTo>
                <a:cubicBezTo>
                  <a:pt x="15894" y="10799"/>
                  <a:pt x="15967" y="8797"/>
                  <a:pt x="15599" y="6913"/>
                </a:cubicBezTo>
                <a:close/>
                <a:moveTo>
                  <a:pt x="15791" y="7061"/>
                </a:moveTo>
                <a:cubicBezTo>
                  <a:pt x="15806" y="7075"/>
                  <a:pt x="15835" y="7105"/>
                  <a:pt x="15864" y="7119"/>
                </a:cubicBezTo>
                <a:cubicBezTo>
                  <a:pt x="16394" y="9239"/>
                  <a:pt x="16276" y="11534"/>
                  <a:pt x="16100" y="13742"/>
                </a:cubicBezTo>
                <a:cubicBezTo>
                  <a:pt x="16026" y="14698"/>
                  <a:pt x="15953" y="15728"/>
                  <a:pt x="15982" y="16729"/>
                </a:cubicBezTo>
                <a:cubicBezTo>
                  <a:pt x="15894" y="15640"/>
                  <a:pt x="15909" y="14492"/>
                  <a:pt x="15982" y="13433"/>
                </a:cubicBezTo>
                <a:cubicBezTo>
                  <a:pt x="16115" y="11402"/>
                  <a:pt x="16247" y="9165"/>
                  <a:pt x="15791" y="7061"/>
                </a:cubicBezTo>
                <a:close/>
                <a:moveTo>
                  <a:pt x="15967" y="7193"/>
                </a:moveTo>
                <a:cubicBezTo>
                  <a:pt x="15982" y="7208"/>
                  <a:pt x="16026" y="7237"/>
                  <a:pt x="16041" y="7252"/>
                </a:cubicBezTo>
                <a:cubicBezTo>
                  <a:pt x="16630" y="9400"/>
                  <a:pt x="16541" y="11770"/>
                  <a:pt x="16306" y="14051"/>
                </a:cubicBezTo>
                <a:cubicBezTo>
                  <a:pt x="16188" y="15108"/>
                  <a:pt x="16100" y="16165"/>
                  <a:pt x="16114" y="17208"/>
                </a:cubicBezTo>
                <a:lnTo>
                  <a:pt x="16114" y="17208"/>
                </a:lnTo>
                <a:cubicBezTo>
                  <a:pt x="16114" y="17200"/>
                  <a:pt x="16112" y="17197"/>
                  <a:pt x="16100" y="17185"/>
                </a:cubicBezTo>
                <a:cubicBezTo>
                  <a:pt x="16026" y="16038"/>
                  <a:pt x="16100" y="14860"/>
                  <a:pt x="16173" y="13742"/>
                </a:cubicBezTo>
                <a:cubicBezTo>
                  <a:pt x="16365" y="11578"/>
                  <a:pt x="16482" y="9297"/>
                  <a:pt x="15967" y="7193"/>
                </a:cubicBezTo>
                <a:close/>
                <a:moveTo>
                  <a:pt x="16159" y="7340"/>
                </a:moveTo>
                <a:lnTo>
                  <a:pt x="16203" y="7399"/>
                </a:lnTo>
                <a:cubicBezTo>
                  <a:pt x="16909" y="9739"/>
                  <a:pt x="16747" y="12314"/>
                  <a:pt x="16497" y="14389"/>
                </a:cubicBezTo>
                <a:cubicBezTo>
                  <a:pt x="16365" y="15478"/>
                  <a:pt x="16262" y="16508"/>
                  <a:pt x="16232" y="17480"/>
                </a:cubicBezTo>
                <a:cubicBezTo>
                  <a:pt x="16232" y="17465"/>
                  <a:pt x="16203" y="17436"/>
                  <a:pt x="16203" y="17421"/>
                </a:cubicBezTo>
                <a:cubicBezTo>
                  <a:pt x="16188" y="16332"/>
                  <a:pt x="16276" y="15199"/>
                  <a:pt x="16394" y="14066"/>
                </a:cubicBezTo>
                <a:cubicBezTo>
                  <a:pt x="16615" y="11814"/>
                  <a:pt x="16718" y="9474"/>
                  <a:pt x="16159" y="7340"/>
                </a:cubicBezTo>
                <a:close/>
                <a:moveTo>
                  <a:pt x="16321" y="7487"/>
                </a:moveTo>
                <a:lnTo>
                  <a:pt x="16365" y="7546"/>
                </a:lnTo>
                <a:cubicBezTo>
                  <a:pt x="16998" y="9459"/>
                  <a:pt x="17086" y="11770"/>
                  <a:pt x="16688" y="14713"/>
                </a:cubicBezTo>
                <a:lnTo>
                  <a:pt x="16688" y="14757"/>
                </a:lnTo>
                <a:cubicBezTo>
                  <a:pt x="16541" y="15743"/>
                  <a:pt x="16409" y="16744"/>
                  <a:pt x="16335" y="17715"/>
                </a:cubicBezTo>
                <a:cubicBezTo>
                  <a:pt x="16321" y="17700"/>
                  <a:pt x="16321" y="17686"/>
                  <a:pt x="16291" y="17642"/>
                </a:cubicBezTo>
                <a:cubicBezTo>
                  <a:pt x="16321" y="16626"/>
                  <a:pt x="16424" y="15537"/>
                  <a:pt x="16571" y="14404"/>
                </a:cubicBezTo>
                <a:cubicBezTo>
                  <a:pt x="16836" y="12329"/>
                  <a:pt x="16998" y="9813"/>
                  <a:pt x="16321" y="7487"/>
                </a:cubicBezTo>
                <a:close/>
                <a:moveTo>
                  <a:pt x="16306" y="17803"/>
                </a:moveTo>
                <a:cubicBezTo>
                  <a:pt x="16306" y="17818"/>
                  <a:pt x="16321" y="17848"/>
                  <a:pt x="16321" y="17862"/>
                </a:cubicBezTo>
                <a:lnTo>
                  <a:pt x="16321" y="17921"/>
                </a:lnTo>
                <a:cubicBezTo>
                  <a:pt x="16321" y="17907"/>
                  <a:pt x="16306" y="17877"/>
                  <a:pt x="16306" y="17862"/>
                </a:cubicBezTo>
                <a:lnTo>
                  <a:pt x="16306" y="17803"/>
                </a:lnTo>
                <a:close/>
                <a:moveTo>
                  <a:pt x="16510" y="7643"/>
                </a:moveTo>
                <a:cubicBezTo>
                  <a:pt x="16528" y="7643"/>
                  <a:pt x="16531" y="7657"/>
                  <a:pt x="16541" y="7679"/>
                </a:cubicBezTo>
                <a:cubicBezTo>
                  <a:pt x="17233" y="9665"/>
                  <a:pt x="17365" y="12123"/>
                  <a:pt x="16895" y="15037"/>
                </a:cubicBezTo>
                <a:lnTo>
                  <a:pt x="16821" y="15493"/>
                </a:lnTo>
                <a:cubicBezTo>
                  <a:pt x="16688" y="16317"/>
                  <a:pt x="16541" y="17141"/>
                  <a:pt x="16453" y="17936"/>
                </a:cubicBezTo>
                <a:cubicBezTo>
                  <a:pt x="16424" y="17921"/>
                  <a:pt x="16409" y="17877"/>
                  <a:pt x="16409" y="17862"/>
                </a:cubicBezTo>
                <a:cubicBezTo>
                  <a:pt x="16468" y="16847"/>
                  <a:pt x="16615" y="15802"/>
                  <a:pt x="16762" y="14772"/>
                </a:cubicBezTo>
                <a:lnTo>
                  <a:pt x="16762" y="14742"/>
                </a:lnTo>
                <a:cubicBezTo>
                  <a:pt x="17159" y="11843"/>
                  <a:pt x="17086" y="9548"/>
                  <a:pt x="16482" y="7649"/>
                </a:cubicBezTo>
                <a:cubicBezTo>
                  <a:pt x="16494" y="7645"/>
                  <a:pt x="16503" y="7643"/>
                  <a:pt x="16510" y="7643"/>
                </a:cubicBezTo>
                <a:close/>
                <a:moveTo>
                  <a:pt x="16644" y="7767"/>
                </a:moveTo>
                <a:lnTo>
                  <a:pt x="16644" y="7767"/>
                </a:lnTo>
                <a:cubicBezTo>
                  <a:pt x="16674" y="7782"/>
                  <a:pt x="16688" y="7796"/>
                  <a:pt x="16703" y="7796"/>
                </a:cubicBezTo>
                <a:cubicBezTo>
                  <a:pt x="17675" y="10357"/>
                  <a:pt x="17483" y="13227"/>
                  <a:pt x="17086" y="15331"/>
                </a:cubicBezTo>
                <a:cubicBezTo>
                  <a:pt x="17042" y="15596"/>
                  <a:pt x="16983" y="15890"/>
                  <a:pt x="16924" y="16170"/>
                </a:cubicBezTo>
                <a:cubicBezTo>
                  <a:pt x="16792" y="16832"/>
                  <a:pt x="16659" y="17494"/>
                  <a:pt x="16571" y="18113"/>
                </a:cubicBezTo>
                <a:cubicBezTo>
                  <a:pt x="16556" y="18083"/>
                  <a:pt x="16541" y="18068"/>
                  <a:pt x="16512" y="18024"/>
                </a:cubicBezTo>
                <a:cubicBezTo>
                  <a:pt x="16615" y="17200"/>
                  <a:pt x="16733" y="16332"/>
                  <a:pt x="16880" y="15464"/>
                </a:cubicBezTo>
                <a:lnTo>
                  <a:pt x="16968" y="15007"/>
                </a:lnTo>
                <a:cubicBezTo>
                  <a:pt x="17424" y="12152"/>
                  <a:pt x="17336" y="9724"/>
                  <a:pt x="16644" y="7767"/>
                </a:cubicBezTo>
                <a:close/>
                <a:moveTo>
                  <a:pt x="16394" y="18010"/>
                </a:moveTo>
                <a:cubicBezTo>
                  <a:pt x="16409" y="18024"/>
                  <a:pt x="16409" y="18039"/>
                  <a:pt x="16424" y="18083"/>
                </a:cubicBezTo>
                <a:lnTo>
                  <a:pt x="16424" y="18157"/>
                </a:lnTo>
                <a:cubicBezTo>
                  <a:pt x="16409" y="18113"/>
                  <a:pt x="16409" y="18098"/>
                  <a:pt x="16394" y="18083"/>
                </a:cubicBezTo>
                <a:lnTo>
                  <a:pt x="16394" y="18010"/>
                </a:lnTo>
                <a:close/>
                <a:moveTo>
                  <a:pt x="16394" y="18230"/>
                </a:moveTo>
                <a:cubicBezTo>
                  <a:pt x="16394" y="18274"/>
                  <a:pt x="16409" y="18289"/>
                  <a:pt x="16409" y="18289"/>
                </a:cubicBezTo>
                <a:lnTo>
                  <a:pt x="16409" y="18363"/>
                </a:lnTo>
                <a:cubicBezTo>
                  <a:pt x="16409" y="18348"/>
                  <a:pt x="16394" y="18319"/>
                  <a:pt x="16394" y="18304"/>
                </a:cubicBezTo>
                <a:lnTo>
                  <a:pt x="16394" y="18230"/>
                </a:lnTo>
                <a:close/>
                <a:moveTo>
                  <a:pt x="16512" y="18171"/>
                </a:moveTo>
                <a:cubicBezTo>
                  <a:pt x="16541" y="18216"/>
                  <a:pt x="16556" y="18230"/>
                  <a:pt x="16571" y="18274"/>
                </a:cubicBezTo>
                <a:cubicBezTo>
                  <a:pt x="16541" y="18304"/>
                  <a:pt x="16541" y="18348"/>
                  <a:pt x="16541" y="18363"/>
                </a:cubicBezTo>
                <a:cubicBezTo>
                  <a:pt x="16527" y="18319"/>
                  <a:pt x="16497" y="18304"/>
                  <a:pt x="16497" y="18274"/>
                </a:cubicBezTo>
                <a:cubicBezTo>
                  <a:pt x="16497" y="18230"/>
                  <a:pt x="16497" y="18201"/>
                  <a:pt x="16512" y="18171"/>
                </a:cubicBezTo>
                <a:close/>
                <a:moveTo>
                  <a:pt x="16904" y="8079"/>
                </a:moveTo>
                <a:lnTo>
                  <a:pt x="16904" y="8079"/>
                </a:lnTo>
                <a:cubicBezTo>
                  <a:pt x="17725" y="10191"/>
                  <a:pt x="17853" y="12831"/>
                  <a:pt x="17277" y="15655"/>
                </a:cubicBezTo>
                <a:cubicBezTo>
                  <a:pt x="17189" y="16067"/>
                  <a:pt x="17101" y="16479"/>
                  <a:pt x="17012" y="16876"/>
                </a:cubicBezTo>
                <a:cubicBezTo>
                  <a:pt x="16909" y="17362"/>
                  <a:pt x="16792" y="17862"/>
                  <a:pt x="16703" y="18363"/>
                </a:cubicBezTo>
                <a:lnTo>
                  <a:pt x="16644" y="18245"/>
                </a:lnTo>
                <a:cubicBezTo>
                  <a:pt x="16733" y="17583"/>
                  <a:pt x="16880" y="16891"/>
                  <a:pt x="17012" y="16185"/>
                </a:cubicBezTo>
                <a:cubicBezTo>
                  <a:pt x="17071" y="15920"/>
                  <a:pt x="17130" y="15625"/>
                  <a:pt x="17189" y="15346"/>
                </a:cubicBezTo>
                <a:cubicBezTo>
                  <a:pt x="17564" y="13326"/>
                  <a:pt x="17769" y="10558"/>
                  <a:pt x="16904" y="8079"/>
                </a:cubicBezTo>
                <a:close/>
                <a:moveTo>
                  <a:pt x="16998" y="8091"/>
                </a:moveTo>
                <a:cubicBezTo>
                  <a:pt x="18263" y="11005"/>
                  <a:pt x="17866" y="14198"/>
                  <a:pt x="17454" y="15964"/>
                </a:cubicBezTo>
                <a:cubicBezTo>
                  <a:pt x="17351" y="16508"/>
                  <a:pt x="17204" y="17024"/>
                  <a:pt x="17086" y="17539"/>
                </a:cubicBezTo>
                <a:cubicBezTo>
                  <a:pt x="16998" y="17877"/>
                  <a:pt x="16924" y="18230"/>
                  <a:pt x="16836" y="18569"/>
                </a:cubicBezTo>
                <a:cubicBezTo>
                  <a:pt x="16821" y="18525"/>
                  <a:pt x="16777" y="18480"/>
                  <a:pt x="16762" y="18451"/>
                </a:cubicBezTo>
                <a:cubicBezTo>
                  <a:pt x="16850" y="17936"/>
                  <a:pt x="16983" y="17421"/>
                  <a:pt x="17086" y="16891"/>
                </a:cubicBezTo>
                <a:cubicBezTo>
                  <a:pt x="17174" y="16479"/>
                  <a:pt x="17277" y="16082"/>
                  <a:pt x="17351" y="15670"/>
                </a:cubicBezTo>
                <a:cubicBezTo>
                  <a:pt x="17939" y="12829"/>
                  <a:pt x="17807" y="10195"/>
                  <a:pt x="16998" y="8091"/>
                </a:cubicBezTo>
                <a:close/>
                <a:moveTo>
                  <a:pt x="16615" y="18377"/>
                </a:moveTo>
                <a:cubicBezTo>
                  <a:pt x="16630" y="18407"/>
                  <a:pt x="16644" y="18436"/>
                  <a:pt x="16659" y="18466"/>
                </a:cubicBezTo>
                <a:cubicBezTo>
                  <a:pt x="16674" y="18510"/>
                  <a:pt x="16674" y="18539"/>
                  <a:pt x="16644" y="18583"/>
                </a:cubicBezTo>
                <a:cubicBezTo>
                  <a:pt x="16630" y="18539"/>
                  <a:pt x="16615" y="18510"/>
                  <a:pt x="16600" y="18480"/>
                </a:cubicBezTo>
                <a:cubicBezTo>
                  <a:pt x="16600" y="18451"/>
                  <a:pt x="16615" y="18407"/>
                  <a:pt x="16615" y="18377"/>
                </a:cubicBezTo>
                <a:close/>
                <a:moveTo>
                  <a:pt x="16482" y="18436"/>
                </a:moveTo>
                <a:cubicBezTo>
                  <a:pt x="16497" y="18451"/>
                  <a:pt x="16497" y="18495"/>
                  <a:pt x="16527" y="18510"/>
                </a:cubicBezTo>
                <a:cubicBezTo>
                  <a:pt x="16527" y="18539"/>
                  <a:pt x="16527" y="18569"/>
                  <a:pt x="16497" y="18598"/>
                </a:cubicBezTo>
                <a:cubicBezTo>
                  <a:pt x="16482" y="18583"/>
                  <a:pt x="16482" y="18539"/>
                  <a:pt x="16468" y="18525"/>
                </a:cubicBezTo>
                <a:cubicBezTo>
                  <a:pt x="16482" y="18480"/>
                  <a:pt x="16482" y="18451"/>
                  <a:pt x="16482" y="18436"/>
                </a:cubicBezTo>
                <a:close/>
                <a:moveTo>
                  <a:pt x="17218" y="8370"/>
                </a:moveTo>
                <a:cubicBezTo>
                  <a:pt x="18190" y="10592"/>
                  <a:pt x="18381" y="13433"/>
                  <a:pt x="17660" y="16288"/>
                </a:cubicBezTo>
                <a:cubicBezTo>
                  <a:pt x="17513" y="16906"/>
                  <a:pt x="17336" y="17539"/>
                  <a:pt x="17145" y="18142"/>
                </a:cubicBezTo>
                <a:cubicBezTo>
                  <a:pt x="17086" y="18348"/>
                  <a:pt x="17042" y="18539"/>
                  <a:pt x="16968" y="18760"/>
                </a:cubicBezTo>
                <a:cubicBezTo>
                  <a:pt x="16924" y="18731"/>
                  <a:pt x="16909" y="18686"/>
                  <a:pt x="16880" y="18657"/>
                </a:cubicBezTo>
                <a:lnTo>
                  <a:pt x="17159" y="17553"/>
                </a:lnTo>
                <a:cubicBezTo>
                  <a:pt x="17292" y="17038"/>
                  <a:pt x="17424" y="16523"/>
                  <a:pt x="17542" y="15993"/>
                </a:cubicBezTo>
                <a:cubicBezTo>
                  <a:pt x="17939" y="14272"/>
                  <a:pt x="18337" y="11225"/>
                  <a:pt x="17218" y="8370"/>
                </a:cubicBezTo>
                <a:close/>
                <a:moveTo>
                  <a:pt x="16468" y="18686"/>
                </a:moveTo>
                <a:cubicBezTo>
                  <a:pt x="16468" y="18716"/>
                  <a:pt x="16482" y="18731"/>
                  <a:pt x="16482" y="18745"/>
                </a:cubicBezTo>
                <a:lnTo>
                  <a:pt x="16482" y="18804"/>
                </a:lnTo>
                <a:cubicBezTo>
                  <a:pt x="16482" y="18789"/>
                  <a:pt x="16468" y="18760"/>
                  <a:pt x="16468" y="18745"/>
                </a:cubicBezTo>
                <a:lnTo>
                  <a:pt x="16468" y="18686"/>
                </a:lnTo>
                <a:close/>
                <a:moveTo>
                  <a:pt x="16733" y="18569"/>
                </a:moveTo>
                <a:cubicBezTo>
                  <a:pt x="16762" y="18598"/>
                  <a:pt x="16777" y="18642"/>
                  <a:pt x="16821" y="18672"/>
                </a:cubicBezTo>
                <a:cubicBezTo>
                  <a:pt x="16792" y="18716"/>
                  <a:pt x="16792" y="18745"/>
                  <a:pt x="16777" y="18804"/>
                </a:cubicBezTo>
                <a:lnTo>
                  <a:pt x="16718" y="18686"/>
                </a:lnTo>
                <a:cubicBezTo>
                  <a:pt x="16718" y="18657"/>
                  <a:pt x="16733" y="18598"/>
                  <a:pt x="16733" y="18569"/>
                </a:cubicBezTo>
                <a:close/>
                <a:moveTo>
                  <a:pt x="16571" y="18613"/>
                </a:moveTo>
                <a:cubicBezTo>
                  <a:pt x="16600" y="18657"/>
                  <a:pt x="16615" y="18672"/>
                  <a:pt x="16630" y="18716"/>
                </a:cubicBezTo>
                <a:cubicBezTo>
                  <a:pt x="16630" y="18745"/>
                  <a:pt x="16615" y="18789"/>
                  <a:pt x="16615" y="18819"/>
                </a:cubicBezTo>
                <a:cubicBezTo>
                  <a:pt x="16600" y="18789"/>
                  <a:pt x="16571" y="18760"/>
                  <a:pt x="16571" y="18731"/>
                </a:cubicBezTo>
                <a:lnTo>
                  <a:pt x="16571" y="18613"/>
                </a:lnTo>
                <a:close/>
                <a:moveTo>
                  <a:pt x="17395" y="8562"/>
                </a:moveTo>
                <a:cubicBezTo>
                  <a:pt x="18454" y="10872"/>
                  <a:pt x="18616" y="13727"/>
                  <a:pt x="17866" y="16597"/>
                </a:cubicBezTo>
                <a:cubicBezTo>
                  <a:pt x="17660" y="17333"/>
                  <a:pt x="17439" y="18054"/>
                  <a:pt x="17218" y="18731"/>
                </a:cubicBezTo>
                <a:cubicBezTo>
                  <a:pt x="17204" y="18804"/>
                  <a:pt x="17159" y="18878"/>
                  <a:pt x="17145" y="18951"/>
                </a:cubicBezTo>
                <a:cubicBezTo>
                  <a:pt x="17101" y="18907"/>
                  <a:pt x="17086" y="18878"/>
                  <a:pt x="17056" y="18834"/>
                </a:cubicBezTo>
                <a:cubicBezTo>
                  <a:pt x="17101" y="18613"/>
                  <a:pt x="17189" y="18392"/>
                  <a:pt x="17233" y="18157"/>
                </a:cubicBezTo>
                <a:cubicBezTo>
                  <a:pt x="17410" y="17553"/>
                  <a:pt x="17586" y="16921"/>
                  <a:pt x="17748" y="16288"/>
                </a:cubicBezTo>
                <a:cubicBezTo>
                  <a:pt x="18440" y="13506"/>
                  <a:pt x="18307" y="10769"/>
                  <a:pt x="17395" y="8562"/>
                </a:cubicBezTo>
                <a:close/>
                <a:moveTo>
                  <a:pt x="16453" y="18966"/>
                </a:moveTo>
                <a:cubicBezTo>
                  <a:pt x="16468" y="18981"/>
                  <a:pt x="16468" y="18981"/>
                  <a:pt x="16468" y="19010"/>
                </a:cubicBezTo>
                <a:cubicBezTo>
                  <a:pt x="16453" y="18981"/>
                  <a:pt x="16453" y="18966"/>
                  <a:pt x="16453" y="18966"/>
                </a:cubicBezTo>
                <a:close/>
                <a:moveTo>
                  <a:pt x="16865" y="18760"/>
                </a:moveTo>
                <a:cubicBezTo>
                  <a:pt x="16880" y="18804"/>
                  <a:pt x="16924" y="18834"/>
                  <a:pt x="16939" y="18878"/>
                </a:cubicBezTo>
                <a:cubicBezTo>
                  <a:pt x="16939" y="18907"/>
                  <a:pt x="16924" y="18966"/>
                  <a:pt x="16909" y="19010"/>
                </a:cubicBezTo>
                <a:cubicBezTo>
                  <a:pt x="16895" y="18966"/>
                  <a:pt x="16850" y="18937"/>
                  <a:pt x="16836" y="18893"/>
                </a:cubicBezTo>
                <a:cubicBezTo>
                  <a:pt x="16850" y="18863"/>
                  <a:pt x="16850" y="18804"/>
                  <a:pt x="16865" y="18760"/>
                </a:cubicBezTo>
                <a:close/>
                <a:moveTo>
                  <a:pt x="16541" y="18878"/>
                </a:moveTo>
                <a:cubicBezTo>
                  <a:pt x="16556" y="18893"/>
                  <a:pt x="16556" y="18937"/>
                  <a:pt x="16571" y="18951"/>
                </a:cubicBezTo>
                <a:cubicBezTo>
                  <a:pt x="16600" y="18966"/>
                  <a:pt x="16571" y="19010"/>
                  <a:pt x="16571" y="19025"/>
                </a:cubicBezTo>
                <a:cubicBezTo>
                  <a:pt x="16556" y="19010"/>
                  <a:pt x="16556" y="18966"/>
                  <a:pt x="16541" y="18951"/>
                </a:cubicBezTo>
                <a:lnTo>
                  <a:pt x="16541" y="18878"/>
                </a:lnTo>
                <a:close/>
                <a:moveTo>
                  <a:pt x="16688" y="18819"/>
                </a:moveTo>
                <a:cubicBezTo>
                  <a:pt x="16703" y="18848"/>
                  <a:pt x="16718" y="18878"/>
                  <a:pt x="16733" y="18907"/>
                </a:cubicBezTo>
                <a:cubicBezTo>
                  <a:pt x="16733" y="18951"/>
                  <a:pt x="16733" y="18981"/>
                  <a:pt x="16718" y="19025"/>
                </a:cubicBezTo>
                <a:cubicBezTo>
                  <a:pt x="16703" y="18981"/>
                  <a:pt x="16688" y="18951"/>
                  <a:pt x="16674" y="18937"/>
                </a:cubicBezTo>
                <a:cubicBezTo>
                  <a:pt x="16674" y="18893"/>
                  <a:pt x="16688" y="18848"/>
                  <a:pt x="16688" y="18819"/>
                </a:cubicBezTo>
                <a:close/>
                <a:moveTo>
                  <a:pt x="17675" y="9018"/>
                </a:moveTo>
                <a:cubicBezTo>
                  <a:pt x="18690" y="11314"/>
                  <a:pt x="18837" y="14183"/>
                  <a:pt x="18042" y="16921"/>
                </a:cubicBezTo>
                <a:cubicBezTo>
                  <a:pt x="17822" y="17700"/>
                  <a:pt x="17557" y="18436"/>
                  <a:pt x="17292" y="19172"/>
                </a:cubicBezTo>
                <a:cubicBezTo>
                  <a:pt x="17262" y="19128"/>
                  <a:pt x="17218" y="19099"/>
                  <a:pt x="17204" y="19040"/>
                </a:cubicBezTo>
                <a:cubicBezTo>
                  <a:pt x="17233" y="18951"/>
                  <a:pt x="17262" y="18863"/>
                  <a:pt x="17292" y="18760"/>
                </a:cubicBezTo>
                <a:cubicBezTo>
                  <a:pt x="17513" y="18068"/>
                  <a:pt x="17748" y="17347"/>
                  <a:pt x="17954" y="16611"/>
                </a:cubicBezTo>
                <a:cubicBezTo>
                  <a:pt x="18675" y="13933"/>
                  <a:pt x="18587" y="11240"/>
                  <a:pt x="17675" y="9018"/>
                </a:cubicBezTo>
                <a:close/>
                <a:moveTo>
                  <a:pt x="17012" y="18951"/>
                </a:moveTo>
                <a:cubicBezTo>
                  <a:pt x="17056" y="18981"/>
                  <a:pt x="17071" y="19025"/>
                  <a:pt x="17101" y="19054"/>
                </a:cubicBezTo>
                <a:cubicBezTo>
                  <a:pt x="17086" y="19113"/>
                  <a:pt x="17071" y="19157"/>
                  <a:pt x="17056" y="19202"/>
                </a:cubicBezTo>
                <a:cubicBezTo>
                  <a:pt x="17012" y="19172"/>
                  <a:pt x="16998" y="19128"/>
                  <a:pt x="16983" y="19099"/>
                </a:cubicBezTo>
                <a:cubicBezTo>
                  <a:pt x="16998" y="19040"/>
                  <a:pt x="16998" y="19010"/>
                  <a:pt x="17012" y="18951"/>
                </a:cubicBezTo>
                <a:close/>
                <a:moveTo>
                  <a:pt x="16527" y="19113"/>
                </a:moveTo>
                <a:cubicBezTo>
                  <a:pt x="16527" y="19128"/>
                  <a:pt x="16541" y="19143"/>
                  <a:pt x="16541" y="19172"/>
                </a:cubicBezTo>
                <a:lnTo>
                  <a:pt x="16541" y="19246"/>
                </a:lnTo>
                <a:cubicBezTo>
                  <a:pt x="16541" y="19231"/>
                  <a:pt x="16527" y="19202"/>
                  <a:pt x="16527" y="19187"/>
                </a:cubicBezTo>
                <a:lnTo>
                  <a:pt x="16527" y="19113"/>
                </a:lnTo>
                <a:close/>
                <a:moveTo>
                  <a:pt x="16659" y="19054"/>
                </a:moveTo>
                <a:cubicBezTo>
                  <a:pt x="16688" y="19099"/>
                  <a:pt x="16703" y="19113"/>
                  <a:pt x="16718" y="19157"/>
                </a:cubicBezTo>
                <a:cubicBezTo>
                  <a:pt x="16688" y="19187"/>
                  <a:pt x="16688" y="19216"/>
                  <a:pt x="16688" y="19246"/>
                </a:cubicBezTo>
                <a:cubicBezTo>
                  <a:pt x="16674" y="19202"/>
                  <a:pt x="16644" y="19187"/>
                  <a:pt x="16644" y="19157"/>
                </a:cubicBezTo>
                <a:cubicBezTo>
                  <a:pt x="16644" y="19113"/>
                  <a:pt x="16659" y="19084"/>
                  <a:pt x="16659" y="19054"/>
                </a:cubicBezTo>
                <a:close/>
                <a:moveTo>
                  <a:pt x="16836" y="19010"/>
                </a:moveTo>
                <a:cubicBezTo>
                  <a:pt x="16850" y="19040"/>
                  <a:pt x="16895" y="19084"/>
                  <a:pt x="16909" y="19113"/>
                </a:cubicBezTo>
                <a:cubicBezTo>
                  <a:pt x="16865" y="19157"/>
                  <a:pt x="16850" y="19187"/>
                  <a:pt x="16850" y="19246"/>
                </a:cubicBezTo>
                <a:lnTo>
                  <a:pt x="16792" y="19128"/>
                </a:lnTo>
                <a:cubicBezTo>
                  <a:pt x="16821" y="19099"/>
                  <a:pt x="16821" y="19040"/>
                  <a:pt x="16836" y="19010"/>
                </a:cubicBezTo>
                <a:close/>
                <a:moveTo>
                  <a:pt x="17866" y="9239"/>
                </a:moveTo>
                <a:cubicBezTo>
                  <a:pt x="18940" y="11593"/>
                  <a:pt x="19102" y="14492"/>
                  <a:pt x="18248" y="17244"/>
                </a:cubicBezTo>
                <a:cubicBezTo>
                  <a:pt x="18028" y="17951"/>
                  <a:pt x="17748" y="18672"/>
                  <a:pt x="17468" y="19349"/>
                </a:cubicBezTo>
                <a:cubicBezTo>
                  <a:pt x="17439" y="19319"/>
                  <a:pt x="17395" y="19275"/>
                  <a:pt x="17365" y="19231"/>
                </a:cubicBezTo>
                <a:cubicBezTo>
                  <a:pt x="17645" y="18495"/>
                  <a:pt x="17925" y="17715"/>
                  <a:pt x="18145" y="16921"/>
                </a:cubicBezTo>
                <a:cubicBezTo>
                  <a:pt x="18911" y="14257"/>
                  <a:pt x="18808" y="11505"/>
                  <a:pt x="17866" y="9239"/>
                </a:cubicBezTo>
                <a:close/>
                <a:moveTo>
                  <a:pt x="17159" y="19128"/>
                </a:moveTo>
                <a:cubicBezTo>
                  <a:pt x="17204" y="19172"/>
                  <a:pt x="17233" y="19202"/>
                  <a:pt x="17248" y="19246"/>
                </a:cubicBezTo>
                <a:cubicBezTo>
                  <a:pt x="17262" y="19260"/>
                  <a:pt x="17233" y="19275"/>
                  <a:pt x="17233" y="19305"/>
                </a:cubicBezTo>
                <a:cubicBezTo>
                  <a:pt x="17218" y="19334"/>
                  <a:pt x="17218" y="19378"/>
                  <a:pt x="17204" y="19408"/>
                </a:cubicBezTo>
                <a:cubicBezTo>
                  <a:pt x="17159" y="19378"/>
                  <a:pt x="17145" y="19334"/>
                  <a:pt x="17101" y="19275"/>
                </a:cubicBezTo>
                <a:cubicBezTo>
                  <a:pt x="17130" y="19216"/>
                  <a:pt x="17145" y="19172"/>
                  <a:pt x="17159" y="19128"/>
                </a:cubicBezTo>
                <a:close/>
                <a:moveTo>
                  <a:pt x="16497" y="19349"/>
                </a:moveTo>
                <a:cubicBezTo>
                  <a:pt x="16497" y="19378"/>
                  <a:pt x="16512" y="19378"/>
                  <a:pt x="16512" y="19393"/>
                </a:cubicBezTo>
                <a:lnTo>
                  <a:pt x="16512" y="19452"/>
                </a:lnTo>
                <a:cubicBezTo>
                  <a:pt x="16512" y="19422"/>
                  <a:pt x="16512" y="19422"/>
                  <a:pt x="16497" y="19408"/>
                </a:cubicBezTo>
                <a:lnTo>
                  <a:pt x="16497" y="19349"/>
                </a:lnTo>
                <a:close/>
                <a:moveTo>
                  <a:pt x="16762" y="19246"/>
                </a:moveTo>
                <a:cubicBezTo>
                  <a:pt x="16777" y="19275"/>
                  <a:pt x="16792" y="19319"/>
                  <a:pt x="16821" y="19334"/>
                </a:cubicBezTo>
                <a:cubicBezTo>
                  <a:pt x="16792" y="19378"/>
                  <a:pt x="16792" y="19408"/>
                  <a:pt x="16777" y="19452"/>
                </a:cubicBezTo>
                <a:cubicBezTo>
                  <a:pt x="16762" y="19408"/>
                  <a:pt x="16733" y="19378"/>
                  <a:pt x="16718" y="19349"/>
                </a:cubicBezTo>
                <a:cubicBezTo>
                  <a:pt x="16733" y="19334"/>
                  <a:pt x="16762" y="19305"/>
                  <a:pt x="16762" y="19246"/>
                </a:cubicBezTo>
                <a:close/>
                <a:moveTo>
                  <a:pt x="16939" y="19187"/>
                </a:moveTo>
                <a:cubicBezTo>
                  <a:pt x="16968" y="19216"/>
                  <a:pt x="16998" y="19260"/>
                  <a:pt x="17012" y="19305"/>
                </a:cubicBezTo>
                <a:cubicBezTo>
                  <a:pt x="16998" y="19349"/>
                  <a:pt x="16998" y="19408"/>
                  <a:pt x="16983" y="19452"/>
                </a:cubicBezTo>
                <a:cubicBezTo>
                  <a:pt x="16968" y="19408"/>
                  <a:pt x="16924" y="19378"/>
                  <a:pt x="16909" y="19334"/>
                </a:cubicBezTo>
                <a:cubicBezTo>
                  <a:pt x="16924" y="19275"/>
                  <a:pt x="16924" y="19246"/>
                  <a:pt x="16939" y="19187"/>
                </a:cubicBezTo>
                <a:close/>
                <a:moveTo>
                  <a:pt x="16615" y="19305"/>
                </a:moveTo>
                <a:cubicBezTo>
                  <a:pt x="16630" y="19319"/>
                  <a:pt x="16630" y="19349"/>
                  <a:pt x="16644" y="19378"/>
                </a:cubicBezTo>
                <a:cubicBezTo>
                  <a:pt x="16644" y="19408"/>
                  <a:pt x="16630" y="19422"/>
                  <a:pt x="16630" y="19466"/>
                </a:cubicBezTo>
                <a:cubicBezTo>
                  <a:pt x="16615" y="19452"/>
                  <a:pt x="16615" y="19408"/>
                  <a:pt x="16600" y="19393"/>
                </a:cubicBezTo>
                <a:cubicBezTo>
                  <a:pt x="16600" y="19349"/>
                  <a:pt x="16615" y="19334"/>
                  <a:pt x="16615" y="19305"/>
                </a:cubicBezTo>
                <a:close/>
                <a:moveTo>
                  <a:pt x="18101" y="9680"/>
                </a:moveTo>
                <a:lnTo>
                  <a:pt x="18101" y="9680"/>
                </a:lnTo>
                <a:cubicBezTo>
                  <a:pt x="19176" y="12020"/>
                  <a:pt x="19308" y="14919"/>
                  <a:pt x="18440" y="17553"/>
                </a:cubicBezTo>
                <a:cubicBezTo>
                  <a:pt x="18204" y="18230"/>
                  <a:pt x="17939" y="18893"/>
                  <a:pt x="17645" y="19540"/>
                </a:cubicBezTo>
                <a:lnTo>
                  <a:pt x="17513" y="19408"/>
                </a:lnTo>
                <a:cubicBezTo>
                  <a:pt x="17792" y="18716"/>
                  <a:pt x="18087" y="17995"/>
                  <a:pt x="18307" y="17259"/>
                </a:cubicBezTo>
                <a:cubicBezTo>
                  <a:pt x="19117" y="14669"/>
                  <a:pt x="19028" y="11946"/>
                  <a:pt x="18101" y="9680"/>
                </a:cubicBezTo>
                <a:close/>
                <a:moveTo>
                  <a:pt x="17336" y="19319"/>
                </a:moveTo>
                <a:lnTo>
                  <a:pt x="17439" y="19422"/>
                </a:lnTo>
                <a:cubicBezTo>
                  <a:pt x="17410" y="19496"/>
                  <a:pt x="17380" y="19555"/>
                  <a:pt x="17365" y="19614"/>
                </a:cubicBezTo>
                <a:cubicBezTo>
                  <a:pt x="17336" y="19569"/>
                  <a:pt x="17292" y="19540"/>
                  <a:pt x="17277" y="19481"/>
                </a:cubicBezTo>
                <a:cubicBezTo>
                  <a:pt x="17292" y="19422"/>
                  <a:pt x="17307" y="19393"/>
                  <a:pt x="17336" y="19334"/>
                </a:cubicBezTo>
                <a:lnTo>
                  <a:pt x="17336" y="19319"/>
                </a:lnTo>
                <a:close/>
                <a:moveTo>
                  <a:pt x="17086" y="19393"/>
                </a:moveTo>
                <a:cubicBezTo>
                  <a:pt x="17130" y="19422"/>
                  <a:pt x="17145" y="19466"/>
                  <a:pt x="17174" y="19496"/>
                </a:cubicBezTo>
                <a:cubicBezTo>
                  <a:pt x="17145" y="19555"/>
                  <a:pt x="17130" y="19584"/>
                  <a:pt x="17101" y="19643"/>
                </a:cubicBezTo>
                <a:cubicBezTo>
                  <a:pt x="17086" y="19614"/>
                  <a:pt x="17056" y="19569"/>
                  <a:pt x="17027" y="19540"/>
                </a:cubicBezTo>
                <a:cubicBezTo>
                  <a:pt x="17056" y="19481"/>
                  <a:pt x="17071" y="19422"/>
                  <a:pt x="17086" y="19393"/>
                </a:cubicBezTo>
                <a:close/>
                <a:moveTo>
                  <a:pt x="16895" y="19452"/>
                </a:moveTo>
                <a:cubicBezTo>
                  <a:pt x="16909" y="19481"/>
                  <a:pt x="16924" y="19525"/>
                  <a:pt x="16968" y="19555"/>
                </a:cubicBezTo>
                <a:cubicBezTo>
                  <a:pt x="16924" y="19584"/>
                  <a:pt x="16924" y="19628"/>
                  <a:pt x="16909" y="19687"/>
                </a:cubicBezTo>
                <a:lnTo>
                  <a:pt x="16850" y="19569"/>
                </a:lnTo>
                <a:cubicBezTo>
                  <a:pt x="16865" y="19540"/>
                  <a:pt x="16865" y="19481"/>
                  <a:pt x="16895" y="19452"/>
                </a:cubicBezTo>
                <a:close/>
                <a:moveTo>
                  <a:pt x="16571" y="19555"/>
                </a:moveTo>
                <a:cubicBezTo>
                  <a:pt x="16571" y="19569"/>
                  <a:pt x="16600" y="19584"/>
                  <a:pt x="16600" y="19614"/>
                </a:cubicBezTo>
                <a:cubicBezTo>
                  <a:pt x="16600" y="19643"/>
                  <a:pt x="16571" y="19672"/>
                  <a:pt x="16571" y="19702"/>
                </a:cubicBezTo>
                <a:cubicBezTo>
                  <a:pt x="16571" y="19687"/>
                  <a:pt x="16556" y="19672"/>
                  <a:pt x="16556" y="19643"/>
                </a:cubicBezTo>
                <a:cubicBezTo>
                  <a:pt x="16556" y="19614"/>
                  <a:pt x="16556" y="19584"/>
                  <a:pt x="16571" y="19555"/>
                </a:cubicBezTo>
                <a:close/>
                <a:moveTo>
                  <a:pt x="16703" y="19496"/>
                </a:moveTo>
                <a:cubicBezTo>
                  <a:pt x="16718" y="19540"/>
                  <a:pt x="16747" y="19555"/>
                  <a:pt x="16762" y="19584"/>
                </a:cubicBezTo>
                <a:cubicBezTo>
                  <a:pt x="16747" y="19628"/>
                  <a:pt x="16747" y="19672"/>
                  <a:pt x="16718" y="19702"/>
                </a:cubicBezTo>
                <a:cubicBezTo>
                  <a:pt x="16703" y="19672"/>
                  <a:pt x="16688" y="19643"/>
                  <a:pt x="16688" y="19614"/>
                </a:cubicBezTo>
                <a:cubicBezTo>
                  <a:pt x="16688" y="19569"/>
                  <a:pt x="16703" y="19540"/>
                  <a:pt x="16703" y="19496"/>
                </a:cubicBezTo>
                <a:close/>
                <a:moveTo>
                  <a:pt x="18322" y="9886"/>
                </a:moveTo>
                <a:lnTo>
                  <a:pt x="18322" y="9886"/>
                </a:lnTo>
                <a:cubicBezTo>
                  <a:pt x="19426" y="12285"/>
                  <a:pt x="19573" y="15228"/>
                  <a:pt x="18631" y="17862"/>
                </a:cubicBezTo>
                <a:cubicBezTo>
                  <a:pt x="18410" y="18510"/>
                  <a:pt x="18145" y="19113"/>
                  <a:pt x="17851" y="19717"/>
                </a:cubicBezTo>
                <a:cubicBezTo>
                  <a:pt x="17807" y="19687"/>
                  <a:pt x="17748" y="19643"/>
                  <a:pt x="17719" y="19599"/>
                </a:cubicBezTo>
                <a:cubicBezTo>
                  <a:pt x="18013" y="18937"/>
                  <a:pt x="18293" y="18274"/>
                  <a:pt x="18528" y="17568"/>
                </a:cubicBezTo>
                <a:cubicBezTo>
                  <a:pt x="19367" y="15007"/>
                  <a:pt x="19279" y="12197"/>
                  <a:pt x="18322" y="9886"/>
                </a:cubicBezTo>
                <a:close/>
                <a:moveTo>
                  <a:pt x="17498" y="19496"/>
                </a:moveTo>
                <a:lnTo>
                  <a:pt x="17630" y="19628"/>
                </a:lnTo>
                <a:cubicBezTo>
                  <a:pt x="17586" y="19687"/>
                  <a:pt x="17571" y="19746"/>
                  <a:pt x="17527" y="19790"/>
                </a:cubicBezTo>
                <a:cubicBezTo>
                  <a:pt x="17498" y="19761"/>
                  <a:pt x="17454" y="19717"/>
                  <a:pt x="17424" y="19672"/>
                </a:cubicBezTo>
                <a:cubicBezTo>
                  <a:pt x="17439" y="19614"/>
                  <a:pt x="17483" y="19555"/>
                  <a:pt x="17498" y="19496"/>
                </a:cubicBezTo>
                <a:close/>
                <a:moveTo>
                  <a:pt x="17233" y="19555"/>
                </a:moveTo>
                <a:cubicBezTo>
                  <a:pt x="17277" y="19584"/>
                  <a:pt x="17307" y="19628"/>
                  <a:pt x="17336" y="19672"/>
                </a:cubicBezTo>
                <a:cubicBezTo>
                  <a:pt x="17307" y="19746"/>
                  <a:pt x="17292" y="19790"/>
                  <a:pt x="17277" y="19834"/>
                </a:cubicBezTo>
                <a:cubicBezTo>
                  <a:pt x="17233" y="19820"/>
                  <a:pt x="17204" y="19775"/>
                  <a:pt x="17189" y="19717"/>
                </a:cubicBezTo>
                <a:lnTo>
                  <a:pt x="17233" y="19555"/>
                </a:lnTo>
                <a:close/>
                <a:moveTo>
                  <a:pt x="17277" y="19834"/>
                </a:moveTo>
                <a:cubicBezTo>
                  <a:pt x="17277" y="19842"/>
                  <a:pt x="17273" y="19845"/>
                  <a:pt x="17272" y="19845"/>
                </a:cubicBezTo>
                <a:cubicBezTo>
                  <a:pt x="17270" y="19845"/>
                  <a:pt x="17270" y="19842"/>
                  <a:pt x="17277" y="19834"/>
                </a:cubicBezTo>
                <a:close/>
                <a:moveTo>
                  <a:pt x="16998" y="19628"/>
                </a:moveTo>
                <a:cubicBezTo>
                  <a:pt x="17012" y="19672"/>
                  <a:pt x="17056" y="19702"/>
                  <a:pt x="17071" y="19746"/>
                </a:cubicBezTo>
                <a:cubicBezTo>
                  <a:pt x="17071" y="19790"/>
                  <a:pt x="17056" y="19849"/>
                  <a:pt x="17042" y="19893"/>
                </a:cubicBezTo>
                <a:cubicBezTo>
                  <a:pt x="17012" y="19849"/>
                  <a:pt x="16983" y="19820"/>
                  <a:pt x="16968" y="19775"/>
                </a:cubicBezTo>
                <a:cubicBezTo>
                  <a:pt x="16983" y="19717"/>
                  <a:pt x="16998" y="19687"/>
                  <a:pt x="16998" y="19628"/>
                </a:cubicBezTo>
                <a:close/>
                <a:moveTo>
                  <a:pt x="16541" y="19820"/>
                </a:moveTo>
                <a:cubicBezTo>
                  <a:pt x="16541" y="19834"/>
                  <a:pt x="16556" y="19849"/>
                  <a:pt x="16556" y="19849"/>
                </a:cubicBezTo>
                <a:cubicBezTo>
                  <a:pt x="16556" y="19864"/>
                  <a:pt x="16556" y="19879"/>
                  <a:pt x="16541" y="19908"/>
                </a:cubicBezTo>
                <a:cubicBezTo>
                  <a:pt x="16541" y="19893"/>
                  <a:pt x="16541" y="19864"/>
                  <a:pt x="16527" y="19864"/>
                </a:cubicBezTo>
                <a:cubicBezTo>
                  <a:pt x="16541" y="19849"/>
                  <a:pt x="16541" y="19834"/>
                  <a:pt x="16541" y="19820"/>
                </a:cubicBezTo>
                <a:close/>
                <a:moveTo>
                  <a:pt x="16821" y="19672"/>
                </a:moveTo>
                <a:cubicBezTo>
                  <a:pt x="16836" y="19702"/>
                  <a:pt x="16850" y="19746"/>
                  <a:pt x="16865" y="19761"/>
                </a:cubicBezTo>
                <a:cubicBezTo>
                  <a:pt x="16850" y="19834"/>
                  <a:pt x="16850" y="19864"/>
                  <a:pt x="16836" y="19908"/>
                </a:cubicBezTo>
                <a:lnTo>
                  <a:pt x="16777" y="19790"/>
                </a:lnTo>
                <a:cubicBezTo>
                  <a:pt x="16792" y="19761"/>
                  <a:pt x="16792" y="19702"/>
                  <a:pt x="16821" y="19672"/>
                </a:cubicBezTo>
                <a:close/>
                <a:moveTo>
                  <a:pt x="18543" y="10210"/>
                </a:moveTo>
                <a:cubicBezTo>
                  <a:pt x="19676" y="12638"/>
                  <a:pt x="19808" y="15567"/>
                  <a:pt x="18822" y="18201"/>
                </a:cubicBezTo>
                <a:cubicBezTo>
                  <a:pt x="18602" y="18775"/>
                  <a:pt x="18322" y="19349"/>
                  <a:pt x="18042" y="19908"/>
                </a:cubicBezTo>
                <a:cubicBezTo>
                  <a:pt x="17998" y="19864"/>
                  <a:pt x="17954" y="19834"/>
                  <a:pt x="17895" y="19775"/>
                </a:cubicBezTo>
                <a:cubicBezTo>
                  <a:pt x="18190" y="19172"/>
                  <a:pt x="18469" y="18539"/>
                  <a:pt x="18705" y="17907"/>
                </a:cubicBezTo>
                <a:cubicBezTo>
                  <a:pt x="19617" y="15361"/>
                  <a:pt x="19514" y="12564"/>
                  <a:pt x="18543" y="10210"/>
                </a:cubicBezTo>
                <a:close/>
                <a:moveTo>
                  <a:pt x="16674" y="19746"/>
                </a:moveTo>
                <a:cubicBezTo>
                  <a:pt x="16688" y="19761"/>
                  <a:pt x="16688" y="19790"/>
                  <a:pt x="16703" y="19820"/>
                </a:cubicBezTo>
                <a:cubicBezTo>
                  <a:pt x="16703" y="19849"/>
                  <a:pt x="16688" y="19893"/>
                  <a:pt x="16688" y="19923"/>
                </a:cubicBezTo>
                <a:cubicBezTo>
                  <a:pt x="16674" y="19908"/>
                  <a:pt x="16674" y="19864"/>
                  <a:pt x="16644" y="19849"/>
                </a:cubicBezTo>
                <a:cubicBezTo>
                  <a:pt x="16644" y="19820"/>
                  <a:pt x="16644" y="19775"/>
                  <a:pt x="16674" y="19746"/>
                </a:cubicBezTo>
                <a:close/>
                <a:moveTo>
                  <a:pt x="17660" y="19672"/>
                </a:moveTo>
                <a:lnTo>
                  <a:pt x="17778" y="19775"/>
                </a:lnTo>
                <a:lnTo>
                  <a:pt x="17792" y="19790"/>
                </a:lnTo>
                <a:cubicBezTo>
                  <a:pt x="17778" y="19864"/>
                  <a:pt x="17748" y="19923"/>
                  <a:pt x="17719" y="19982"/>
                </a:cubicBezTo>
                <a:lnTo>
                  <a:pt x="17586" y="19849"/>
                </a:lnTo>
                <a:cubicBezTo>
                  <a:pt x="17601" y="19790"/>
                  <a:pt x="17645" y="19746"/>
                  <a:pt x="17660" y="19672"/>
                </a:cubicBezTo>
                <a:close/>
                <a:moveTo>
                  <a:pt x="17365" y="19761"/>
                </a:moveTo>
                <a:cubicBezTo>
                  <a:pt x="17410" y="19790"/>
                  <a:pt x="17439" y="19834"/>
                  <a:pt x="17468" y="19879"/>
                </a:cubicBezTo>
                <a:cubicBezTo>
                  <a:pt x="17468" y="19937"/>
                  <a:pt x="17439" y="19996"/>
                  <a:pt x="17424" y="20055"/>
                </a:cubicBezTo>
                <a:cubicBezTo>
                  <a:pt x="17380" y="20011"/>
                  <a:pt x="17351" y="19982"/>
                  <a:pt x="17307" y="19923"/>
                </a:cubicBezTo>
                <a:cubicBezTo>
                  <a:pt x="17307" y="19908"/>
                  <a:pt x="17336" y="19893"/>
                  <a:pt x="17336" y="19864"/>
                </a:cubicBezTo>
                <a:cubicBezTo>
                  <a:pt x="17351" y="19834"/>
                  <a:pt x="17365" y="19790"/>
                  <a:pt x="17365" y="19761"/>
                </a:cubicBezTo>
                <a:close/>
                <a:moveTo>
                  <a:pt x="18852" y="10769"/>
                </a:moveTo>
                <a:cubicBezTo>
                  <a:pt x="19911" y="13153"/>
                  <a:pt x="20000" y="16023"/>
                  <a:pt x="19028" y="18510"/>
                </a:cubicBezTo>
                <a:cubicBezTo>
                  <a:pt x="18808" y="19040"/>
                  <a:pt x="18543" y="19555"/>
                  <a:pt x="18263" y="20070"/>
                </a:cubicBezTo>
                <a:cubicBezTo>
                  <a:pt x="18219" y="20040"/>
                  <a:pt x="18160" y="19996"/>
                  <a:pt x="18116" y="19967"/>
                </a:cubicBezTo>
                <a:cubicBezTo>
                  <a:pt x="18410" y="19393"/>
                  <a:pt x="18690" y="18819"/>
                  <a:pt x="18911" y="18230"/>
                </a:cubicBezTo>
                <a:cubicBezTo>
                  <a:pt x="19838" y="15787"/>
                  <a:pt x="19794" y="13080"/>
                  <a:pt x="18852" y="10769"/>
                </a:cubicBezTo>
                <a:close/>
                <a:moveTo>
                  <a:pt x="17145" y="19834"/>
                </a:moveTo>
                <a:cubicBezTo>
                  <a:pt x="17189" y="19864"/>
                  <a:pt x="17204" y="19908"/>
                  <a:pt x="17233" y="19937"/>
                </a:cubicBezTo>
                <a:cubicBezTo>
                  <a:pt x="17204" y="19996"/>
                  <a:pt x="17189" y="20040"/>
                  <a:pt x="17159" y="20085"/>
                </a:cubicBezTo>
                <a:cubicBezTo>
                  <a:pt x="17145" y="20055"/>
                  <a:pt x="17115" y="20011"/>
                  <a:pt x="17086" y="19982"/>
                </a:cubicBezTo>
                <a:cubicBezTo>
                  <a:pt x="17101" y="19923"/>
                  <a:pt x="17130" y="19864"/>
                  <a:pt x="17145" y="19834"/>
                </a:cubicBezTo>
                <a:close/>
                <a:moveTo>
                  <a:pt x="16615" y="19996"/>
                </a:moveTo>
                <a:cubicBezTo>
                  <a:pt x="16615" y="20011"/>
                  <a:pt x="16630" y="20040"/>
                  <a:pt x="16630" y="20070"/>
                </a:cubicBezTo>
                <a:cubicBezTo>
                  <a:pt x="16630" y="20085"/>
                  <a:pt x="16615" y="20129"/>
                  <a:pt x="16615" y="20143"/>
                </a:cubicBezTo>
                <a:cubicBezTo>
                  <a:pt x="16615" y="20129"/>
                  <a:pt x="16600" y="20114"/>
                  <a:pt x="16600" y="20070"/>
                </a:cubicBezTo>
                <a:cubicBezTo>
                  <a:pt x="16600" y="20055"/>
                  <a:pt x="16615" y="20011"/>
                  <a:pt x="16615" y="19996"/>
                </a:cubicBezTo>
                <a:close/>
                <a:moveTo>
                  <a:pt x="16762" y="19923"/>
                </a:moveTo>
                <a:cubicBezTo>
                  <a:pt x="16762" y="19952"/>
                  <a:pt x="16777" y="19996"/>
                  <a:pt x="16792" y="20011"/>
                </a:cubicBezTo>
                <a:cubicBezTo>
                  <a:pt x="16777" y="20055"/>
                  <a:pt x="16777" y="20085"/>
                  <a:pt x="16762" y="20143"/>
                </a:cubicBezTo>
                <a:cubicBezTo>
                  <a:pt x="16747" y="20114"/>
                  <a:pt x="16747" y="20085"/>
                  <a:pt x="16718" y="20055"/>
                </a:cubicBezTo>
                <a:cubicBezTo>
                  <a:pt x="16733" y="20011"/>
                  <a:pt x="16733" y="19982"/>
                  <a:pt x="16762" y="19923"/>
                </a:cubicBezTo>
                <a:close/>
                <a:moveTo>
                  <a:pt x="16924" y="19893"/>
                </a:moveTo>
                <a:cubicBezTo>
                  <a:pt x="16939" y="19923"/>
                  <a:pt x="16968" y="19967"/>
                  <a:pt x="16998" y="19996"/>
                </a:cubicBezTo>
                <a:cubicBezTo>
                  <a:pt x="16983" y="20055"/>
                  <a:pt x="16968" y="20085"/>
                  <a:pt x="16939" y="20143"/>
                </a:cubicBezTo>
                <a:lnTo>
                  <a:pt x="16895" y="20040"/>
                </a:lnTo>
                <a:cubicBezTo>
                  <a:pt x="16909" y="19982"/>
                  <a:pt x="16909" y="19923"/>
                  <a:pt x="16924" y="19893"/>
                </a:cubicBezTo>
                <a:close/>
                <a:moveTo>
                  <a:pt x="17881" y="19849"/>
                </a:moveTo>
                <a:cubicBezTo>
                  <a:pt x="17939" y="19893"/>
                  <a:pt x="17969" y="19923"/>
                  <a:pt x="18028" y="19967"/>
                </a:cubicBezTo>
                <a:cubicBezTo>
                  <a:pt x="17969" y="20040"/>
                  <a:pt x="17939" y="20114"/>
                  <a:pt x="17925" y="20158"/>
                </a:cubicBezTo>
                <a:cubicBezTo>
                  <a:pt x="17881" y="20129"/>
                  <a:pt x="17822" y="20085"/>
                  <a:pt x="17792" y="20040"/>
                </a:cubicBezTo>
                <a:cubicBezTo>
                  <a:pt x="17822" y="19982"/>
                  <a:pt x="17836" y="19908"/>
                  <a:pt x="17881" y="19849"/>
                </a:cubicBezTo>
                <a:close/>
                <a:moveTo>
                  <a:pt x="17557" y="19923"/>
                </a:moveTo>
                <a:cubicBezTo>
                  <a:pt x="17586" y="19952"/>
                  <a:pt x="17630" y="19996"/>
                  <a:pt x="17660" y="20055"/>
                </a:cubicBezTo>
                <a:cubicBezTo>
                  <a:pt x="17645" y="20129"/>
                  <a:pt x="17630" y="20188"/>
                  <a:pt x="17586" y="20232"/>
                </a:cubicBezTo>
                <a:cubicBezTo>
                  <a:pt x="17557" y="20202"/>
                  <a:pt x="17513" y="20158"/>
                  <a:pt x="17483" y="20114"/>
                </a:cubicBezTo>
                <a:cubicBezTo>
                  <a:pt x="17498" y="20055"/>
                  <a:pt x="17527" y="19996"/>
                  <a:pt x="17557" y="19923"/>
                </a:cubicBezTo>
                <a:close/>
                <a:moveTo>
                  <a:pt x="18940" y="10813"/>
                </a:moveTo>
                <a:cubicBezTo>
                  <a:pt x="20162" y="13300"/>
                  <a:pt x="20279" y="16288"/>
                  <a:pt x="19205" y="18819"/>
                </a:cubicBezTo>
                <a:cubicBezTo>
                  <a:pt x="18999" y="19305"/>
                  <a:pt x="18764" y="19775"/>
                  <a:pt x="18484" y="20232"/>
                </a:cubicBezTo>
                <a:lnTo>
                  <a:pt x="18322" y="20129"/>
                </a:lnTo>
                <a:cubicBezTo>
                  <a:pt x="18602" y="19614"/>
                  <a:pt x="18867" y="19099"/>
                  <a:pt x="19073" y="18539"/>
                </a:cubicBezTo>
                <a:cubicBezTo>
                  <a:pt x="20044" y="16096"/>
                  <a:pt x="19970" y="13227"/>
                  <a:pt x="18940" y="10813"/>
                </a:cubicBezTo>
                <a:close/>
                <a:moveTo>
                  <a:pt x="17292" y="19996"/>
                </a:moveTo>
                <a:cubicBezTo>
                  <a:pt x="17336" y="20040"/>
                  <a:pt x="17365" y="20070"/>
                  <a:pt x="17380" y="20129"/>
                </a:cubicBezTo>
                <a:cubicBezTo>
                  <a:pt x="17365" y="20188"/>
                  <a:pt x="17336" y="20232"/>
                  <a:pt x="17307" y="20291"/>
                </a:cubicBezTo>
                <a:cubicBezTo>
                  <a:pt x="17277" y="20261"/>
                  <a:pt x="17262" y="20217"/>
                  <a:pt x="17218" y="20158"/>
                </a:cubicBezTo>
                <a:cubicBezTo>
                  <a:pt x="17233" y="20114"/>
                  <a:pt x="17262" y="20055"/>
                  <a:pt x="17292" y="19996"/>
                </a:cubicBezTo>
                <a:close/>
                <a:moveTo>
                  <a:pt x="17056" y="20070"/>
                </a:moveTo>
                <a:cubicBezTo>
                  <a:pt x="17071" y="20099"/>
                  <a:pt x="17101" y="20143"/>
                  <a:pt x="17130" y="20173"/>
                </a:cubicBezTo>
                <a:cubicBezTo>
                  <a:pt x="17101" y="20232"/>
                  <a:pt x="17086" y="20291"/>
                  <a:pt x="17071" y="20320"/>
                </a:cubicBezTo>
                <a:cubicBezTo>
                  <a:pt x="17056" y="20291"/>
                  <a:pt x="17012" y="20246"/>
                  <a:pt x="16998" y="20217"/>
                </a:cubicBezTo>
                <a:cubicBezTo>
                  <a:pt x="17012" y="20158"/>
                  <a:pt x="17042" y="20129"/>
                  <a:pt x="17056" y="20070"/>
                </a:cubicBezTo>
                <a:close/>
                <a:moveTo>
                  <a:pt x="18087" y="20011"/>
                </a:moveTo>
                <a:cubicBezTo>
                  <a:pt x="18131" y="20055"/>
                  <a:pt x="18190" y="20085"/>
                  <a:pt x="18234" y="20129"/>
                </a:cubicBezTo>
                <a:cubicBezTo>
                  <a:pt x="18190" y="20202"/>
                  <a:pt x="18160" y="20246"/>
                  <a:pt x="18116" y="20320"/>
                </a:cubicBezTo>
                <a:cubicBezTo>
                  <a:pt x="18072" y="20291"/>
                  <a:pt x="18013" y="20261"/>
                  <a:pt x="17969" y="20217"/>
                </a:cubicBezTo>
                <a:cubicBezTo>
                  <a:pt x="18013" y="20143"/>
                  <a:pt x="18042" y="20085"/>
                  <a:pt x="18087" y="20011"/>
                </a:cubicBezTo>
                <a:close/>
                <a:moveTo>
                  <a:pt x="16571" y="20261"/>
                </a:moveTo>
                <a:cubicBezTo>
                  <a:pt x="16571" y="20276"/>
                  <a:pt x="16600" y="20291"/>
                  <a:pt x="16600" y="20291"/>
                </a:cubicBezTo>
                <a:cubicBezTo>
                  <a:pt x="16600" y="20305"/>
                  <a:pt x="16571" y="20320"/>
                  <a:pt x="16571" y="20349"/>
                </a:cubicBezTo>
                <a:cubicBezTo>
                  <a:pt x="16571" y="20335"/>
                  <a:pt x="16571" y="20305"/>
                  <a:pt x="16556" y="20305"/>
                </a:cubicBezTo>
                <a:cubicBezTo>
                  <a:pt x="16556" y="20291"/>
                  <a:pt x="16556" y="20276"/>
                  <a:pt x="16571" y="20261"/>
                </a:cubicBezTo>
                <a:close/>
                <a:moveTo>
                  <a:pt x="16836" y="20129"/>
                </a:moveTo>
                <a:cubicBezTo>
                  <a:pt x="16865" y="20158"/>
                  <a:pt x="16895" y="20202"/>
                  <a:pt x="16909" y="20232"/>
                </a:cubicBezTo>
                <a:cubicBezTo>
                  <a:pt x="16895" y="20276"/>
                  <a:pt x="16865" y="20320"/>
                  <a:pt x="16850" y="20364"/>
                </a:cubicBezTo>
                <a:lnTo>
                  <a:pt x="16792" y="20246"/>
                </a:lnTo>
                <a:cubicBezTo>
                  <a:pt x="16821" y="20217"/>
                  <a:pt x="16821" y="20158"/>
                  <a:pt x="16836" y="20129"/>
                </a:cubicBezTo>
                <a:close/>
                <a:moveTo>
                  <a:pt x="16659" y="20188"/>
                </a:moveTo>
                <a:cubicBezTo>
                  <a:pt x="16703" y="20217"/>
                  <a:pt x="16718" y="20232"/>
                  <a:pt x="16718" y="20276"/>
                </a:cubicBezTo>
                <a:cubicBezTo>
                  <a:pt x="16703" y="20305"/>
                  <a:pt x="16703" y="20349"/>
                  <a:pt x="16688" y="20379"/>
                </a:cubicBezTo>
                <a:cubicBezTo>
                  <a:pt x="16674" y="20349"/>
                  <a:pt x="16674" y="20320"/>
                  <a:pt x="16644" y="20291"/>
                </a:cubicBezTo>
                <a:cubicBezTo>
                  <a:pt x="16644" y="20261"/>
                  <a:pt x="16659" y="20217"/>
                  <a:pt x="16659" y="20188"/>
                </a:cubicBezTo>
                <a:close/>
                <a:moveTo>
                  <a:pt x="17733" y="20129"/>
                </a:moveTo>
                <a:cubicBezTo>
                  <a:pt x="17778" y="20158"/>
                  <a:pt x="17822" y="20202"/>
                  <a:pt x="17866" y="20246"/>
                </a:cubicBezTo>
                <a:cubicBezTo>
                  <a:pt x="17822" y="20305"/>
                  <a:pt x="17792" y="20379"/>
                  <a:pt x="17778" y="20438"/>
                </a:cubicBezTo>
                <a:cubicBezTo>
                  <a:pt x="17733" y="20379"/>
                  <a:pt x="17675" y="20349"/>
                  <a:pt x="17645" y="20305"/>
                </a:cubicBezTo>
                <a:cubicBezTo>
                  <a:pt x="17675" y="20246"/>
                  <a:pt x="17704" y="20188"/>
                  <a:pt x="17733" y="20129"/>
                </a:cubicBezTo>
                <a:close/>
                <a:moveTo>
                  <a:pt x="18293" y="20188"/>
                </a:moveTo>
                <a:lnTo>
                  <a:pt x="18454" y="20291"/>
                </a:lnTo>
                <a:cubicBezTo>
                  <a:pt x="18410" y="20364"/>
                  <a:pt x="18381" y="20438"/>
                  <a:pt x="18322" y="20497"/>
                </a:cubicBezTo>
                <a:cubicBezTo>
                  <a:pt x="18293" y="20482"/>
                  <a:pt x="18234" y="20438"/>
                  <a:pt x="18175" y="20379"/>
                </a:cubicBezTo>
                <a:cubicBezTo>
                  <a:pt x="18219" y="20305"/>
                  <a:pt x="18248" y="20261"/>
                  <a:pt x="18293" y="20188"/>
                </a:cubicBezTo>
                <a:close/>
                <a:moveTo>
                  <a:pt x="17439" y="20202"/>
                </a:moveTo>
                <a:cubicBezTo>
                  <a:pt x="17483" y="20232"/>
                  <a:pt x="17513" y="20276"/>
                  <a:pt x="17557" y="20320"/>
                </a:cubicBezTo>
                <a:cubicBezTo>
                  <a:pt x="17513" y="20379"/>
                  <a:pt x="17498" y="20438"/>
                  <a:pt x="17454" y="20511"/>
                </a:cubicBezTo>
                <a:cubicBezTo>
                  <a:pt x="17424" y="20452"/>
                  <a:pt x="17410" y="20408"/>
                  <a:pt x="17365" y="20364"/>
                </a:cubicBezTo>
                <a:cubicBezTo>
                  <a:pt x="17380" y="20305"/>
                  <a:pt x="17424" y="20261"/>
                  <a:pt x="17439" y="20202"/>
                </a:cubicBezTo>
                <a:close/>
                <a:moveTo>
                  <a:pt x="17189" y="20261"/>
                </a:moveTo>
                <a:cubicBezTo>
                  <a:pt x="17218" y="20291"/>
                  <a:pt x="17233" y="20335"/>
                  <a:pt x="17277" y="20364"/>
                </a:cubicBezTo>
                <a:cubicBezTo>
                  <a:pt x="17262" y="20423"/>
                  <a:pt x="17218" y="20482"/>
                  <a:pt x="17204" y="20526"/>
                </a:cubicBezTo>
                <a:cubicBezTo>
                  <a:pt x="17189" y="20497"/>
                  <a:pt x="17145" y="20452"/>
                  <a:pt x="17130" y="20408"/>
                </a:cubicBezTo>
                <a:cubicBezTo>
                  <a:pt x="17145" y="20364"/>
                  <a:pt x="17159" y="20305"/>
                  <a:pt x="17189" y="20261"/>
                </a:cubicBezTo>
                <a:close/>
                <a:moveTo>
                  <a:pt x="16968" y="20305"/>
                </a:moveTo>
                <a:cubicBezTo>
                  <a:pt x="16983" y="20349"/>
                  <a:pt x="16998" y="20379"/>
                  <a:pt x="17042" y="20423"/>
                </a:cubicBezTo>
                <a:cubicBezTo>
                  <a:pt x="17012" y="20482"/>
                  <a:pt x="16983" y="20526"/>
                  <a:pt x="16968" y="20570"/>
                </a:cubicBezTo>
                <a:lnTo>
                  <a:pt x="16909" y="20452"/>
                </a:lnTo>
                <a:cubicBezTo>
                  <a:pt x="16924" y="20408"/>
                  <a:pt x="16939" y="20364"/>
                  <a:pt x="16968" y="20305"/>
                </a:cubicBezTo>
                <a:close/>
                <a:moveTo>
                  <a:pt x="16630" y="20438"/>
                </a:moveTo>
                <a:cubicBezTo>
                  <a:pt x="16630" y="20452"/>
                  <a:pt x="16644" y="20482"/>
                  <a:pt x="16644" y="20511"/>
                </a:cubicBezTo>
                <a:cubicBezTo>
                  <a:pt x="16644" y="20555"/>
                  <a:pt x="16630" y="20570"/>
                  <a:pt x="16630" y="20600"/>
                </a:cubicBezTo>
                <a:cubicBezTo>
                  <a:pt x="16630" y="20585"/>
                  <a:pt x="16615" y="20570"/>
                  <a:pt x="16615" y="20526"/>
                </a:cubicBezTo>
                <a:cubicBezTo>
                  <a:pt x="16615" y="20497"/>
                  <a:pt x="16630" y="20452"/>
                  <a:pt x="16630" y="20438"/>
                </a:cubicBezTo>
                <a:close/>
                <a:moveTo>
                  <a:pt x="16792" y="20408"/>
                </a:moveTo>
                <a:lnTo>
                  <a:pt x="16836" y="20482"/>
                </a:lnTo>
                <a:cubicBezTo>
                  <a:pt x="16821" y="20511"/>
                  <a:pt x="16792" y="20555"/>
                  <a:pt x="16792" y="20600"/>
                </a:cubicBezTo>
                <a:cubicBezTo>
                  <a:pt x="16777" y="20570"/>
                  <a:pt x="16777" y="20541"/>
                  <a:pt x="16762" y="20511"/>
                </a:cubicBezTo>
                <a:cubicBezTo>
                  <a:pt x="16777" y="20482"/>
                  <a:pt x="16777" y="20438"/>
                  <a:pt x="16792" y="20408"/>
                </a:cubicBezTo>
                <a:close/>
                <a:moveTo>
                  <a:pt x="17939" y="20291"/>
                </a:moveTo>
                <a:cubicBezTo>
                  <a:pt x="17984" y="20320"/>
                  <a:pt x="18028" y="20364"/>
                  <a:pt x="18087" y="20408"/>
                </a:cubicBezTo>
                <a:cubicBezTo>
                  <a:pt x="18042" y="20482"/>
                  <a:pt x="18013" y="20526"/>
                  <a:pt x="17969" y="20600"/>
                </a:cubicBezTo>
                <a:cubicBezTo>
                  <a:pt x="17925" y="20570"/>
                  <a:pt x="17866" y="20526"/>
                  <a:pt x="17822" y="20482"/>
                </a:cubicBezTo>
                <a:cubicBezTo>
                  <a:pt x="17866" y="20423"/>
                  <a:pt x="17895" y="20349"/>
                  <a:pt x="17939" y="20291"/>
                </a:cubicBezTo>
                <a:close/>
                <a:moveTo>
                  <a:pt x="17601" y="20379"/>
                </a:moveTo>
                <a:lnTo>
                  <a:pt x="17733" y="20511"/>
                </a:lnTo>
                <a:cubicBezTo>
                  <a:pt x="17704" y="20570"/>
                  <a:pt x="17660" y="20644"/>
                  <a:pt x="17645" y="20688"/>
                </a:cubicBezTo>
                <a:lnTo>
                  <a:pt x="17513" y="20570"/>
                </a:lnTo>
                <a:cubicBezTo>
                  <a:pt x="17557" y="20511"/>
                  <a:pt x="17571" y="20438"/>
                  <a:pt x="17601" y="20379"/>
                </a:cubicBezTo>
                <a:close/>
                <a:moveTo>
                  <a:pt x="17336" y="20452"/>
                </a:moveTo>
                <a:cubicBezTo>
                  <a:pt x="17365" y="20497"/>
                  <a:pt x="17380" y="20526"/>
                  <a:pt x="17424" y="20570"/>
                </a:cubicBezTo>
                <a:cubicBezTo>
                  <a:pt x="17380" y="20629"/>
                  <a:pt x="17365" y="20673"/>
                  <a:pt x="17336" y="20732"/>
                </a:cubicBezTo>
                <a:cubicBezTo>
                  <a:pt x="17292" y="20703"/>
                  <a:pt x="17277" y="20658"/>
                  <a:pt x="17233" y="20600"/>
                </a:cubicBezTo>
                <a:cubicBezTo>
                  <a:pt x="17277" y="20570"/>
                  <a:pt x="17292" y="20511"/>
                  <a:pt x="17336" y="20452"/>
                </a:cubicBezTo>
                <a:close/>
                <a:moveTo>
                  <a:pt x="17071" y="20511"/>
                </a:moveTo>
                <a:cubicBezTo>
                  <a:pt x="17086" y="20541"/>
                  <a:pt x="17130" y="20585"/>
                  <a:pt x="17145" y="20614"/>
                </a:cubicBezTo>
                <a:cubicBezTo>
                  <a:pt x="17130" y="20673"/>
                  <a:pt x="17086" y="20732"/>
                  <a:pt x="17071" y="20776"/>
                </a:cubicBezTo>
                <a:cubicBezTo>
                  <a:pt x="17056" y="20732"/>
                  <a:pt x="17042" y="20688"/>
                  <a:pt x="16998" y="20658"/>
                </a:cubicBezTo>
                <a:cubicBezTo>
                  <a:pt x="17042" y="20629"/>
                  <a:pt x="17056" y="20570"/>
                  <a:pt x="17071" y="20511"/>
                </a:cubicBezTo>
                <a:close/>
                <a:moveTo>
                  <a:pt x="18131" y="20452"/>
                </a:moveTo>
                <a:cubicBezTo>
                  <a:pt x="18190" y="20497"/>
                  <a:pt x="18248" y="20526"/>
                  <a:pt x="18278" y="20570"/>
                </a:cubicBezTo>
                <a:cubicBezTo>
                  <a:pt x="18248" y="20644"/>
                  <a:pt x="18190" y="20688"/>
                  <a:pt x="18160" y="20776"/>
                </a:cubicBezTo>
                <a:cubicBezTo>
                  <a:pt x="18116" y="20747"/>
                  <a:pt x="18072" y="20688"/>
                  <a:pt x="18028" y="20658"/>
                </a:cubicBezTo>
                <a:cubicBezTo>
                  <a:pt x="18072" y="20585"/>
                  <a:pt x="18101" y="20526"/>
                  <a:pt x="18131" y="20452"/>
                </a:cubicBezTo>
                <a:close/>
                <a:moveTo>
                  <a:pt x="16600" y="20688"/>
                </a:moveTo>
                <a:cubicBezTo>
                  <a:pt x="16600" y="20717"/>
                  <a:pt x="16615" y="20732"/>
                  <a:pt x="16615" y="20747"/>
                </a:cubicBezTo>
                <a:cubicBezTo>
                  <a:pt x="16615" y="20776"/>
                  <a:pt x="16600" y="20791"/>
                  <a:pt x="16600" y="20806"/>
                </a:cubicBezTo>
                <a:cubicBezTo>
                  <a:pt x="16571" y="20791"/>
                  <a:pt x="16571" y="20776"/>
                  <a:pt x="16571" y="20747"/>
                </a:cubicBezTo>
                <a:cubicBezTo>
                  <a:pt x="16571" y="20732"/>
                  <a:pt x="16571" y="20717"/>
                  <a:pt x="16600" y="20688"/>
                </a:cubicBezTo>
                <a:close/>
                <a:moveTo>
                  <a:pt x="16850" y="20570"/>
                </a:moveTo>
                <a:cubicBezTo>
                  <a:pt x="16895" y="20600"/>
                  <a:pt x="16909" y="20644"/>
                  <a:pt x="16924" y="20673"/>
                </a:cubicBezTo>
                <a:cubicBezTo>
                  <a:pt x="16909" y="20717"/>
                  <a:pt x="16880" y="20776"/>
                  <a:pt x="16865" y="20806"/>
                </a:cubicBezTo>
                <a:lnTo>
                  <a:pt x="16821" y="20688"/>
                </a:lnTo>
                <a:cubicBezTo>
                  <a:pt x="16836" y="20658"/>
                  <a:pt x="16850" y="20600"/>
                  <a:pt x="16850" y="20570"/>
                </a:cubicBezTo>
                <a:close/>
                <a:moveTo>
                  <a:pt x="16703" y="20629"/>
                </a:moveTo>
                <a:cubicBezTo>
                  <a:pt x="16718" y="20658"/>
                  <a:pt x="16733" y="20673"/>
                  <a:pt x="16733" y="20717"/>
                </a:cubicBezTo>
                <a:cubicBezTo>
                  <a:pt x="16718" y="20747"/>
                  <a:pt x="16718" y="20791"/>
                  <a:pt x="16703" y="20820"/>
                </a:cubicBezTo>
                <a:cubicBezTo>
                  <a:pt x="16688" y="20791"/>
                  <a:pt x="16688" y="20776"/>
                  <a:pt x="16659" y="20732"/>
                </a:cubicBezTo>
                <a:cubicBezTo>
                  <a:pt x="16688" y="20703"/>
                  <a:pt x="16688" y="20658"/>
                  <a:pt x="16703" y="20629"/>
                </a:cubicBezTo>
                <a:close/>
                <a:moveTo>
                  <a:pt x="17792" y="20570"/>
                </a:moveTo>
                <a:cubicBezTo>
                  <a:pt x="17822" y="20600"/>
                  <a:pt x="17881" y="20644"/>
                  <a:pt x="17925" y="20673"/>
                </a:cubicBezTo>
                <a:cubicBezTo>
                  <a:pt x="17881" y="20732"/>
                  <a:pt x="17836" y="20806"/>
                  <a:pt x="17807" y="20865"/>
                </a:cubicBezTo>
                <a:cubicBezTo>
                  <a:pt x="17778" y="20820"/>
                  <a:pt x="17733" y="20791"/>
                  <a:pt x="17675" y="20747"/>
                </a:cubicBezTo>
                <a:cubicBezTo>
                  <a:pt x="17719" y="20688"/>
                  <a:pt x="17748" y="20629"/>
                  <a:pt x="17792" y="20570"/>
                </a:cubicBezTo>
                <a:close/>
                <a:moveTo>
                  <a:pt x="17483" y="20644"/>
                </a:moveTo>
                <a:cubicBezTo>
                  <a:pt x="17513" y="20673"/>
                  <a:pt x="17557" y="20717"/>
                  <a:pt x="17586" y="20776"/>
                </a:cubicBezTo>
                <a:cubicBezTo>
                  <a:pt x="17557" y="20820"/>
                  <a:pt x="17513" y="20879"/>
                  <a:pt x="17498" y="20953"/>
                </a:cubicBezTo>
                <a:cubicBezTo>
                  <a:pt x="17454" y="20894"/>
                  <a:pt x="17424" y="20865"/>
                  <a:pt x="17410" y="20820"/>
                </a:cubicBezTo>
                <a:cubicBezTo>
                  <a:pt x="17424" y="20747"/>
                  <a:pt x="17454" y="20703"/>
                  <a:pt x="17483" y="20644"/>
                </a:cubicBezTo>
                <a:close/>
                <a:moveTo>
                  <a:pt x="17218" y="20717"/>
                </a:moveTo>
                <a:cubicBezTo>
                  <a:pt x="17262" y="20747"/>
                  <a:pt x="17277" y="20791"/>
                  <a:pt x="17307" y="20820"/>
                </a:cubicBezTo>
                <a:cubicBezTo>
                  <a:pt x="17277" y="20879"/>
                  <a:pt x="17233" y="20938"/>
                  <a:pt x="17218" y="20997"/>
                </a:cubicBezTo>
                <a:cubicBezTo>
                  <a:pt x="17204" y="20953"/>
                  <a:pt x="17159" y="20923"/>
                  <a:pt x="17145" y="20879"/>
                </a:cubicBezTo>
                <a:cubicBezTo>
                  <a:pt x="17159" y="20820"/>
                  <a:pt x="17204" y="20776"/>
                  <a:pt x="17218" y="20717"/>
                </a:cubicBezTo>
                <a:close/>
                <a:moveTo>
                  <a:pt x="16983" y="20776"/>
                </a:moveTo>
                <a:cubicBezTo>
                  <a:pt x="16998" y="20806"/>
                  <a:pt x="17012" y="20850"/>
                  <a:pt x="17056" y="20879"/>
                </a:cubicBezTo>
                <a:cubicBezTo>
                  <a:pt x="17042" y="20938"/>
                  <a:pt x="17012" y="20968"/>
                  <a:pt x="16983" y="21026"/>
                </a:cubicBezTo>
                <a:lnTo>
                  <a:pt x="16924" y="20923"/>
                </a:lnTo>
                <a:cubicBezTo>
                  <a:pt x="16939" y="20865"/>
                  <a:pt x="16968" y="20820"/>
                  <a:pt x="16983" y="20776"/>
                </a:cubicBezTo>
                <a:close/>
                <a:moveTo>
                  <a:pt x="16644" y="20879"/>
                </a:moveTo>
                <a:cubicBezTo>
                  <a:pt x="16644" y="20894"/>
                  <a:pt x="16659" y="20938"/>
                  <a:pt x="16659" y="20953"/>
                </a:cubicBezTo>
                <a:cubicBezTo>
                  <a:pt x="16644" y="20982"/>
                  <a:pt x="16644" y="21012"/>
                  <a:pt x="16630" y="21041"/>
                </a:cubicBezTo>
                <a:cubicBezTo>
                  <a:pt x="16630" y="21026"/>
                  <a:pt x="16615" y="21012"/>
                  <a:pt x="16615" y="20968"/>
                </a:cubicBezTo>
                <a:cubicBezTo>
                  <a:pt x="16630" y="20938"/>
                  <a:pt x="16630" y="20894"/>
                  <a:pt x="16644" y="20879"/>
                </a:cubicBezTo>
                <a:close/>
                <a:moveTo>
                  <a:pt x="16792" y="20820"/>
                </a:moveTo>
                <a:cubicBezTo>
                  <a:pt x="16821" y="20865"/>
                  <a:pt x="16836" y="20879"/>
                  <a:pt x="16836" y="20923"/>
                </a:cubicBezTo>
                <a:cubicBezTo>
                  <a:pt x="16821" y="20953"/>
                  <a:pt x="16792" y="21012"/>
                  <a:pt x="16777" y="21041"/>
                </a:cubicBezTo>
                <a:cubicBezTo>
                  <a:pt x="16762" y="21012"/>
                  <a:pt x="16762" y="20982"/>
                  <a:pt x="16747" y="20953"/>
                </a:cubicBezTo>
                <a:cubicBezTo>
                  <a:pt x="16762" y="20894"/>
                  <a:pt x="16777" y="20865"/>
                  <a:pt x="16792" y="20820"/>
                </a:cubicBezTo>
                <a:close/>
                <a:moveTo>
                  <a:pt x="17969" y="20732"/>
                </a:moveTo>
                <a:cubicBezTo>
                  <a:pt x="18028" y="20776"/>
                  <a:pt x="18072" y="20806"/>
                  <a:pt x="18116" y="20865"/>
                </a:cubicBezTo>
                <a:cubicBezTo>
                  <a:pt x="18087" y="20938"/>
                  <a:pt x="18028" y="20982"/>
                  <a:pt x="17984" y="21056"/>
                </a:cubicBezTo>
                <a:cubicBezTo>
                  <a:pt x="17954" y="21012"/>
                  <a:pt x="17925" y="20968"/>
                  <a:pt x="17866" y="20938"/>
                </a:cubicBezTo>
                <a:cubicBezTo>
                  <a:pt x="17895" y="20865"/>
                  <a:pt x="17939" y="20806"/>
                  <a:pt x="17969" y="20732"/>
                </a:cubicBezTo>
                <a:close/>
                <a:moveTo>
                  <a:pt x="17645" y="20820"/>
                </a:moveTo>
                <a:lnTo>
                  <a:pt x="17778" y="20953"/>
                </a:lnTo>
                <a:cubicBezTo>
                  <a:pt x="17733" y="21012"/>
                  <a:pt x="17704" y="21085"/>
                  <a:pt x="17660" y="21144"/>
                </a:cubicBezTo>
                <a:cubicBezTo>
                  <a:pt x="17630" y="21085"/>
                  <a:pt x="17586" y="21041"/>
                  <a:pt x="17557" y="21012"/>
                </a:cubicBezTo>
                <a:cubicBezTo>
                  <a:pt x="17586" y="20953"/>
                  <a:pt x="17630" y="20879"/>
                  <a:pt x="17645" y="20820"/>
                </a:cubicBezTo>
                <a:close/>
                <a:moveTo>
                  <a:pt x="17351" y="20894"/>
                </a:moveTo>
                <a:cubicBezTo>
                  <a:pt x="17380" y="20938"/>
                  <a:pt x="17410" y="20968"/>
                  <a:pt x="17439" y="21012"/>
                </a:cubicBezTo>
                <a:cubicBezTo>
                  <a:pt x="17410" y="21071"/>
                  <a:pt x="17365" y="21115"/>
                  <a:pt x="17351" y="21174"/>
                </a:cubicBezTo>
                <a:cubicBezTo>
                  <a:pt x="17336" y="21144"/>
                  <a:pt x="17307" y="21115"/>
                  <a:pt x="17277" y="21085"/>
                </a:cubicBezTo>
                <a:cubicBezTo>
                  <a:pt x="17277" y="21071"/>
                  <a:pt x="17262" y="21071"/>
                  <a:pt x="17262" y="21041"/>
                </a:cubicBezTo>
                <a:cubicBezTo>
                  <a:pt x="17292" y="21012"/>
                  <a:pt x="17336" y="20953"/>
                  <a:pt x="17351" y="20894"/>
                </a:cubicBezTo>
                <a:close/>
                <a:moveTo>
                  <a:pt x="17115" y="20968"/>
                </a:moveTo>
                <a:cubicBezTo>
                  <a:pt x="17130" y="21012"/>
                  <a:pt x="17159" y="21041"/>
                  <a:pt x="17189" y="21085"/>
                </a:cubicBezTo>
                <a:cubicBezTo>
                  <a:pt x="17145" y="21115"/>
                  <a:pt x="17130" y="21174"/>
                  <a:pt x="17086" y="21232"/>
                </a:cubicBezTo>
                <a:lnTo>
                  <a:pt x="17042" y="21115"/>
                </a:lnTo>
                <a:cubicBezTo>
                  <a:pt x="17056" y="21056"/>
                  <a:pt x="17086" y="21012"/>
                  <a:pt x="17115" y="20968"/>
                </a:cubicBezTo>
                <a:close/>
                <a:moveTo>
                  <a:pt x="16571" y="21115"/>
                </a:moveTo>
                <a:cubicBezTo>
                  <a:pt x="16571" y="21144"/>
                  <a:pt x="16571" y="21159"/>
                  <a:pt x="16585" y="21174"/>
                </a:cubicBezTo>
                <a:cubicBezTo>
                  <a:pt x="16585" y="21188"/>
                  <a:pt x="16571" y="21232"/>
                  <a:pt x="16571" y="21247"/>
                </a:cubicBezTo>
                <a:cubicBezTo>
                  <a:pt x="16571" y="21232"/>
                  <a:pt x="16556" y="21218"/>
                  <a:pt x="16556" y="21188"/>
                </a:cubicBezTo>
                <a:cubicBezTo>
                  <a:pt x="16556" y="21174"/>
                  <a:pt x="16571" y="21144"/>
                  <a:pt x="16571" y="21115"/>
                </a:cubicBezTo>
                <a:close/>
                <a:moveTo>
                  <a:pt x="16718" y="21056"/>
                </a:moveTo>
                <a:cubicBezTo>
                  <a:pt x="16718" y="21100"/>
                  <a:pt x="16733" y="21115"/>
                  <a:pt x="16733" y="21159"/>
                </a:cubicBezTo>
                <a:cubicBezTo>
                  <a:pt x="16718" y="21188"/>
                  <a:pt x="16703" y="21232"/>
                  <a:pt x="16703" y="21262"/>
                </a:cubicBezTo>
                <a:cubicBezTo>
                  <a:pt x="16703" y="21232"/>
                  <a:pt x="16688" y="21203"/>
                  <a:pt x="16688" y="21174"/>
                </a:cubicBezTo>
                <a:cubicBezTo>
                  <a:pt x="16703" y="21144"/>
                  <a:pt x="16703" y="21100"/>
                  <a:pt x="16718" y="21056"/>
                </a:cubicBezTo>
                <a:close/>
                <a:moveTo>
                  <a:pt x="16895" y="21012"/>
                </a:moveTo>
                <a:lnTo>
                  <a:pt x="16939" y="21115"/>
                </a:lnTo>
                <a:cubicBezTo>
                  <a:pt x="16924" y="21174"/>
                  <a:pt x="16909" y="21218"/>
                  <a:pt x="16895" y="21262"/>
                </a:cubicBezTo>
                <a:cubicBezTo>
                  <a:pt x="16865" y="21232"/>
                  <a:pt x="16850" y="21188"/>
                  <a:pt x="16850" y="21159"/>
                </a:cubicBezTo>
                <a:cubicBezTo>
                  <a:pt x="16850" y="21100"/>
                  <a:pt x="16865" y="21056"/>
                  <a:pt x="16895" y="21012"/>
                </a:cubicBezTo>
                <a:close/>
                <a:moveTo>
                  <a:pt x="17822" y="21012"/>
                </a:moveTo>
                <a:cubicBezTo>
                  <a:pt x="17866" y="21041"/>
                  <a:pt x="17925" y="21085"/>
                  <a:pt x="17954" y="21144"/>
                </a:cubicBezTo>
                <a:cubicBezTo>
                  <a:pt x="17925" y="21218"/>
                  <a:pt x="17866" y="21262"/>
                  <a:pt x="17822" y="21335"/>
                </a:cubicBezTo>
                <a:cubicBezTo>
                  <a:pt x="17792" y="21262"/>
                  <a:pt x="17748" y="21232"/>
                  <a:pt x="17719" y="21188"/>
                </a:cubicBezTo>
                <a:cubicBezTo>
                  <a:pt x="17748" y="21144"/>
                  <a:pt x="17792" y="21071"/>
                  <a:pt x="17822" y="21012"/>
                </a:cubicBezTo>
                <a:close/>
                <a:moveTo>
                  <a:pt x="17498" y="21056"/>
                </a:moveTo>
                <a:cubicBezTo>
                  <a:pt x="17527" y="21100"/>
                  <a:pt x="17571" y="21144"/>
                  <a:pt x="17601" y="21188"/>
                </a:cubicBezTo>
                <a:cubicBezTo>
                  <a:pt x="17571" y="21247"/>
                  <a:pt x="17527" y="21321"/>
                  <a:pt x="17498" y="21380"/>
                </a:cubicBezTo>
                <a:cubicBezTo>
                  <a:pt x="17454" y="21335"/>
                  <a:pt x="17439" y="21306"/>
                  <a:pt x="17410" y="21247"/>
                </a:cubicBezTo>
                <a:cubicBezTo>
                  <a:pt x="17439" y="21188"/>
                  <a:pt x="17483" y="21144"/>
                  <a:pt x="17498" y="21056"/>
                </a:cubicBezTo>
                <a:close/>
                <a:moveTo>
                  <a:pt x="17218" y="21144"/>
                </a:moveTo>
                <a:cubicBezTo>
                  <a:pt x="17233" y="21174"/>
                  <a:pt x="17277" y="21218"/>
                  <a:pt x="17307" y="21247"/>
                </a:cubicBezTo>
                <a:cubicBezTo>
                  <a:pt x="17277" y="21306"/>
                  <a:pt x="17262" y="21350"/>
                  <a:pt x="17218" y="21409"/>
                </a:cubicBezTo>
                <a:cubicBezTo>
                  <a:pt x="17204" y="21394"/>
                  <a:pt x="17204" y="21380"/>
                  <a:pt x="17189" y="21350"/>
                </a:cubicBezTo>
                <a:cubicBezTo>
                  <a:pt x="17159" y="21335"/>
                  <a:pt x="17159" y="21321"/>
                  <a:pt x="17145" y="21306"/>
                </a:cubicBezTo>
                <a:cubicBezTo>
                  <a:pt x="17159" y="21247"/>
                  <a:pt x="17204" y="21188"/>
                  <a:pt x="17218" y="21144"/>
                </a:cubicBezTo>
                <a:close/>
                <a:moveTo>
                  <a:pt x="16983" y="21218"/>
                </a:moveTo>
                <a:lnTo>
                  <a:pt x="17042" y="21321"/>
                </a:lnTo>
                <a:cubicBezTo>
                  <a:pt x="17012" y="21380"/>
                  <a:pt x="16983" y="21424"/>
                  <a:pt x="16968" y="21468"/>
                </a:cubicBezTo>
                <a:lnTo>
                  <a:pt x="16909" y="21365"/>
                </a:lnTo>
                <a:cubicBezTo>
                  <a:pt x="16939" y="21306"/>
                  <a:pt x="16968" y="21247"/>
                  <a:pt x="16983" y="21218"/>
                </a:cubicBezTo>
                <a:close/>
                <a:moveTo>
                  <a:pt x="16644" y="21321"/>
                </a:moveTo>
                <a:cubicBezTo>
                  <a:pt x="16644" y="21335"/>
                  <a:pt x="16674" y="21380"/>
                  <a:pt x="16674" y="21394"/>
                </a:cubicBezTo>
                <a:cubicBezTo>
                  <a:pt x="16644" y="21424"/>
                  <a:pt x="16644" y="21468"/>
                  <a:pt x="16630" y="21483"/>
                </a:cubicBezTo>
                <a:cubicBezTo>
                  <a:pt x="16615" y="21453"/>
                  <a:pt x="16615" y="21424"/>
                  <a:pt x="16615" y="21409"/>
                </a:cubicBezTo>
                <a:cubicBezTo>
                  <a:pt x="16630" y="21380"/>
                  <a:pt x="16630" y="21335"/>
                  <a:pt x="16644" y="21321"/>
                </a:cubicBezTo>
                <a:close/>
                <a:moveTo>
                  <a:pt x="16792" y="21262"/>
                </a:moveTo>
                <a:cubicBezTo>
                  <a:pt x="16806" y="21306"/>
                  <a:pt x="16836" y="21335"/>
                  <a:pt x="16836" y="21365"/>
                </a:cubicBezTo>
                <a:cubicBezTo>
                  <a:pt x="16821" y="21394"/>
                  <a:pt x="16792" y="21453"/>
                  <a:pt x="16777" y="21483"/>
                </a:cubicBezTo>
                <a:cubicBezTo>
                  <a:pt x="16762" y="21453"/>
                  <a:pt x="16762" y="21409"/>
                  <a:pt x="16733" y="21394"/>
                </a:cubicBezTo>
                <a:cubicBezTo>
                  <a:pt x="16762" y="21365"/>
                  <a:pt x="16777" y="21306"/>
                  <a:pt x="16792" y="21262"/>
                </a:cubicBezTo>
                <a:close/>
                <a:moveTo>
                  <a:pt x="17660" y="21262"/>
                </a:moveTo>
                <a:cubicBezTo>
                  <a:pt x="17704" y="21306"/>
                  <a:pt x="17733" y="21365"/>
                  <a:pt x="17763" y="21394"/>
                </a:cubicBezTo>
                <a:cubicBezTo>
                  <a:pt x="17733" y="21453"/>
                  <a:pt x="17675" y="21527"/>
                  <a:pt x="17645" y="21586"/>
                </a:cubicBezTo>
                <a:cubicBezTo>
                  <a:pt x="17630" y="21541"/>
                  <a:pt x="17586" y="21483"/>
                  <a:pt x="17557" y="21453"/>
                </a:cubicBezTo>
                <a:cubicBezTo>
                  <a:pt x="17586" y="21394"/>
                  <a:pt x="17630" y="21321"/>
                  <a:pt x="17660" y="21262"/>
                </a:cubicBezTo>
                <a:close/>
                <a:moveTo>
                  <a:pt x="17365" y="21335"/>
                </a:moveTo>
                <a:cubicBezTo>
                  <a:pt x="17410" y="21380"/>
                  <a:pt x="17424" y="21409"/>
                  <a:pt x="17454" y="21468"/>
                </a:cubicBezTo>
                <a:lnTo>
                  <a:pt x="17351" y="21630"/>
                </a:lnTo>
                <a:cubicBezTo>
                  <a:pt x="17307" y="21600"/>
                  <a:pt x="17292" y="21541"/>
                  <a:pt x="17277" y="21512"/>
                </a:cubicBezTo>
                <a:cubicBezTo>
                  <a:pt x="17307" y="21453"/>
                  <a:pt x="17336" y="21394"/>
                  <a:pt x="17365" y="21335"/>
                </a:cubicBezTo>
                <a:close/>
                <a:moveTo>
                  <a:pt x="17086" y="21394"/>
                </a:moveTo>
                <a:cubicBezTo>
                  <a:pt x="17096" y="21394"/>
                  <a:pt x="17099" y="21401"/>
                  <a:pt x="17096" y="21401"/>
                </a:cubicBezTo>
                <a:cubicBezTo>
                  <a:pt x="17094" y="21401"/>
                  <a:pt x="17091" y="21399"/>
                  <a:pt x="17086" y="21394"/>
                </a:cubicBezTo>
                <a:lnTo>
                  <a:pt x="17086" y="21394"/>
                </a:lnTo>
                <a:cubicBezTo>
                  <a:pt x="17130" y="21453"/>
                  <a:pt x="17145" y="21468"/>
                  <a:pt x="17159" y="21512"/>
                </a:cubicBezTo>
                <a:cubicBezTo>
                  <a:pt x="17130" y="21556"/>
                  <a:pt x="17115" y="21615"/>
                  <a:pt x="17071" y="21674"/>
                </a:cubicBezTo>
                <a:cubicBezTo>
                  <a:pt x="17071" y="21659"/>
                  <a:pt x="17056" y="21659"/>
                  <a:pt x="17056" y="21630"/>
                </a:cubicBezTo>
                <a:cubicBezTo>
                  <a:pt x="17042" y="21600"/>
                  <a:pt x="17012" y="21586"/>
                  <a:pt x="17012" y="21541"/>
                </a:cubicBezTo>
                <a:cubicBezTo>
                  <a:pt x="17042" y="21512"/>
                  <a:pt x="17071" y="21453"/>
                  <a:pt x="17086" y="21394"/>
                </a:cubicBezTo>
                <a:close/>
                <a:moveTo>
                  <a:pt x="16556" y="21556"/>
                </a:moveTo>
                <a:cubicBezTo>
                  <a:pt x="16556" y="21586"/>
                  <a:pt x="16556" y="21600"/>
                  <a:pt x="16571" y="21615"/>
                </a:cubicBezTo>
                <a:cubicBezTo>
                  <a:pt x="16571" y="21630"/>
                  <a:pt x="16556" y="21674"/>
                  <a:pt x="16556" y="21689"/>
                </a:cubicBezTo>
                <a:cubicBezTo>
                  <a:pt x="16541" y="21674"/>
                  <a:pt x="16541" y="21659"/>
                  <a:pt x="16541" y="21630"/>
                </a:cubicBezTo>
                <a:cubicBezTo>
                  <a:pt x="16541" y="21615"/>
                  <a:pt x="16556" y="21586"/>
                  <a:pt x="16556" y="21556"/>
                </a:cubicBezTo>
                <a:close/>
                <a:moveTo>
                  <a:pt x="16688" y="21512"/>
                </a:moveTo>
                <a:cubicBezTo>
                  <a:pt x="16703" y="21541"/>
                  <a:pt x="16718" y="21556"/>
                  <a:pt x="16718" y="21600"/>
                </a:cubicBezTo>
                <a:lnTo>
                  <a:pt x="16674" y="21703"/>
                </a:lnTo>
                <a:cubicBezTo>
                  <a:pt x="16674" y="21674"/>
                  <a:pt x="16644" y="21644"/>
                  <a:pt x="16644" y="21615"/>
                </a:cubicBezTo>
                <a:cubicBezTo>
                  <a:pt x="16674" y="21586"/>
                  <a:pt x="16688" y="21541"/>
                  <a:pt x="16688" y="21512"/>
                </a:cubicBezTo>
                <a:close/>
                <a:moveTo>
                  <a:pt x="16865" y="21453"/>
                </a:moveTo>
                <a:lnTo>
                  <a:pt x="16924" y="21556"/>
                </a:lnTo>
                <a:cubicBezTo>
                  <a:pt x="16909" y="21615"/>
                  <a:pt x="16865" y="21659"/>
                  <a:pt x="16850" y="21703"/>
                </a:cubicBezTo>
                <a:cubicBezTo>
                  <a:pt x="16836" y="21674"/>
                  <a:pt x="16836" y="21630"/>
                  <a:pt x="16806" y="21600"/>
                </a:cubicBezTo>
                <a:cubicBezTo>
                  <a:pt x="16836" y="21541"/>
                  <a:pt x="16850" y="21512"/>
                  <a:pt x="16865" y="21453"/>
                </a:cubicBezTo>
                <a:close/>
                <a:moveTo>
                  <a:pt x="17513" y="21527"/>
                </a:moveTo>
                <a:cubicBezTo>
                  <a:pt x="17557" y="21556"/>
                  <a:pt x="17586" y="21615"/>
                  <a:pt x="17616" y="21644"/>
                </a:cubicBezTo>
                <a:cubicBezTo>
                  <a:pt x="17586" y="21703"/>
                  <a:pt x="17542" y="21777"/>
                  <a:pt x="17498" y="21836"/>
                </a:cubicBezTo>
                <a:cubicBezTo>
                  <a:pt x="17454" y="21777"/>
                  <a:pt x="17424" y="21747"/>
                  <a:pt x="17410" y="21689"/>
                </a:cubicBezTo>
                <a:lnTo>
                  <a:pt x="17513" y="21527"/>
                </a:lnTo>
                <a:close/>
                <a:moveTo>
                  <a:pt x="17218" y="21586"/>
                </a:moveTo>
                <a:cubicBezTo>
                  <a:pt x="17233" y="21615"/>
                  <a:pt x="17277" y="21659"/>
                  <a:pt x="17292" y="21703"/>
                </a:cubicBezTo>
                <a:cubicBezTo>
                  <a:pt x="17262" y="21762"/>
                  <a:pt x="17233" y="21821"/>
                  <a:pt x="17204" y="21880"/>
                </a:cubicBezTo>
                <a:cubicBezTo>
                  <a:pt x="17189" y="21836"/>
                  <a:pt x="17145" y="21792"/>
                  <a:pt x="17130" y="21747"/>
                </a:cubicBezTo>
                <a:cubicBezTo>
                  <a:pt x="17159" y="21689"/>
                  <a:pt x="17174" y="21630"/>
                  <a:pt x="17218" y="21586"/>
                </a:cubicBezTo>
                <a:close/>
                <a:moveTo>
                  <a:pt x="16497" y="21836"/>
                </a:moveTo>
                <a:lnTo>
                  <a:pt x="16497" y="21850"/>
                </a:lnTo>
                <a:cubicBezTo>
                  <a:pt x="16497" y="21880"/>
                  <a:pt x="16482" y="21895"/>
                  <a:pt x="16482" y="21895"/>
                </a:cubicBezTo>
                <a:lnTo>
                  <a:pt x="16482" y="21880"/>
                </a:lnTo>
                <a:cubicBezTo>
                  <a:pt x="16482" y="21850"/>
                  <a:pt x="16482" y="21836"/>
                  <a:pt x="16497" y="21836"/>
                </a:cubicBezTo>
                <a:close/>
                <a:moveTo>
                  <a:pt x="16983" y="21659"/>
                </a:moveTo>
                <a:cubicBezTo>
                  <a:pt x="16983" y="21674"/>
                  <a:pt x="16998" y="21674"/>
                  <a:pt x="16998" y="21689"/>
                </a:cubicBezTo>
                <a:cubicBezTo>
                  <a:pt x="17012" y="21703"/>
                  <a:pt x="17042" y="21747"/>
                  <a:pt x="17042" y="21762"/>
                </a:cubicBezTo>
                <a:cubicBezTo>
                  <a:pt x="16998" y="21821"/>
                  <a:pt x="16983" y="21880"/>
                  <a:pt x="16939" y="21909"/>
                </a:cubicBezTo>
                <a:lnTo>
                  <a:pt x="16895" y="21806"/>
                </a:lnTo>
                <a:cubicBezTo>
                  <a:pt x="16924" y="21747"/>
                  <a:pt x="16939" y="21689"/>
                  <a:pt x="16983" y="21659"/>
                </a:cubicBezTo>
                <a:close/>
                <a:moveTo>
                  <a:pt x="16615" y="21762"/>
                </a:moveTo>
                <a:cubicBezTo>
                  <a:pt x="16615" y="21777"/>
                  <a:pt x="16630" y="21821"/>
                  <a:pt x="16630" y="21836"/>
                </a:cubicBezTo>
                <a:cubicBezTo>
                  <a:pt x="16615" y="21880"/>
                  <a:pt x="16615" y="21909"/>
                  <a:pt x="16600" y="21924"/>
                </a:cubicBezTo>
                <a:cubicBezTo>
                  <a:pt x="16600" y="21909"/>
                  <a:pt x="16571" y="21880"/>
                  <a:pt x="16571" y="21850"/>
                </a:cubicBezTo>
                <a:cubicBezTo>
                  <a:pt x="16600" y="21821"/>
                  <a:pt x="16600" y="21777"/>
                  <a:pt x="16615" y="21762"/>
                </a:cubicBezTo>
                <a:close/>
                <a:moveTo>
                  <a:pt x="16777" y="21703"/>
                </a:moveTo>
                <a:cubicBezTo>
                  <a:pt x="16777" y="21733"/>
                  <a:pt x="16792" y="21762"/>
                  <a:pt x="16821" y="21792"/>
                </a:cubicBezTo>
                <a:cubicBezTo>
                  <a:pt x="16792" y="21836"/>
                  <a:pt x="16777" y="21895"/>
                  <a:pt x="16762" y="21924"/>
                </a:cubicBezTo>
                <a:cubicBezTo>
                  <a:pt x="16747" y="21895"/>
                  <a:pt x="16747" y="21865"/>
                  <a:pt x="16718" y="21836"/>
                </a:cubicBezTo>
                <a:cubicBezTo>
                  <a:pt x="16733" y="21792"/>
                  <a:pt x="16762" y="21747"/>
                  <a:pt x="16777" y="21703"/>
                </a:cubicBezTo>
                <a:close/>
                <a:moveTo>
                  <a:pt x="17351" y="21777"/>
                </a:moveTo>
                <a:cubicBezTo>
                  <a:pt x="17380" y="21821"/>
                  <a:pt x="17410" y="21880"/>
                  <a:pt x="17439" y="21909"/>
                </a:cubicBezTo>
                <a:cubicBezTo>
                  <a:pt x="17410" y="21939"/>
                  <a:pt x="17380" y="21998"/>
                  <a:pt x="17351" y="22042"/>
                </a:cubicBezTo>
                <a:cubicBezTo>
                  <a:pt x="17336" y="22057"/>
                  <a:pt x="17336" y="22071"/>
                  <a:pt x="17307" y="22086"/>
                </a:cubicBezTo>
                <a:cubicBezTo>
                  <a:pt x="17292" y="22057"/>
                  <a:pt x="17262" y="22012"/>
                  <a:pt x="17233" y="21968"/>
                </a:cubicBezTo>
                <a:cubicBezTo>
                  <a:pt x="17277" y="21895"/>
                  <a:pt x="17307" y="21836"/>
                  <a:pt x="17351" y="21777"/>
                </a:cubicBezTo>
                <a:close/>
                <a:moveTo>
                  <a:pt x="17086" y="21836"/>
                </a:moveTo>
                <a:cubicBezTo>
                  <a:pt x="17101" y="21880"/>
                  <a:pt x="17130" y="21909"/>
                  <a:pt x="17159" y="21954"/>
                </a:cubicBezTo>
                <a:cubicBezTo>
                  <a:pt x="17130" y="21998"/>
                  <a:pt x="17086" y="22057"/>
                  <a:pt x="17071" y="22115"/>
                </a:cubicBezTo>
                <a:cubicBezTo>
                  <a:pt x="17042" y="22071"/>
                  <a:pt x="17012" y="22042"/>
                  <a:pt x="16998" y="21998"/>
                </a:cubicBezTo>
                <a:cubicBezTo>
                  <a:pt x="17042" y="21954"/>
                  <a:pt x="17056" y="21895"/>
                  <a:pt x="17086" y="21836"/>
                </a:cubicBezTo>
                <a:close/>
                <a:moveTo>
                  <a:pt x="16512" y="22027"/>
                </a:moveTo>
                <a:cubicBezTo>
                  <a:pt x="16512" y="22042"/>
                  <a:pt x="16512" y="22057"/>
                  <a:pt x="16541" y="22071"/>
                </a:cubicBezTo>
                <a:cubicBezTo>
                  <a:pt x="16512" y="22101"/>
                  <a:pt x="16512" y="22130"/>
                  <a:pt x="16497" y="22145"/>
                </a:cubicBezTo>
                <a:lnTo>
                  <a:pt x="16497" y="22101"/>
                </a:lnTo>
                <a:cubicBezTo>
                  <a:pt x="16497" y="22071"/>
                  <a:pt x="16512" y="22042"/>
                  <a:pt x="16512" y="22027"/>
                </a:cubicBezTo>
                <a:close/>
                <a:moveTo>
                  <a:pt x="16674" y="21954"/>
                </a:moveTo>
                <a:cubicBezTo>
                  <a:pt x="16688" y="21983"/>
                  <a:pt x="16688" y="21998"/>
                  <a:pt x="16703" y="22042"/>
                </a:cubicBezTo>
                <a:lnTo>
                  <a:pt x="16644" y="22145"/>
                </a:lnTo>
                <a:cubicBezTo>
                  <a:pt x="16644" y="22115"/>
                  <a:pt x="16630" y="22086"/>
                  <a:pt x="16630" y="22057"/>
                </a:cubicBezTo>
                <a:cubicBezTo>
                  <a:pt x="16630" y="22042"/>
                  <a:pt x="16644" y="21983"/>
                  <a:pt x="16674" y="21954"/>
                </a:cubicBezTo>
                <a:close/>
                <a:moveTo>
                  <a:pt x="16850" y="21895"/>
                </a:moveTo>
                <a:cubicBezTo>
                  <a:pt x="16865" y="21909"/>
                  <a:pt x="16865" y="21924"/>
                  <a:pt x="16865" y="21954"/>
                </a:cubicBezTo>
                <a:cubicBezTo>
                  <a:pt x="16865" y="21968"/>
                  <a:pt x="16880" y="21983"/>
                  <a:pt x="16880" y="21998"/>
                </a:cubicBezTo>
                <a:cubicBezTo>
                  <a:pt x="16865" y="22057"/>
                  <a:pt x="16836" y="22101"/>
                  <a:pt x="16806" y="22145"/>
                </a:cubicBezTo>
                <a:cubicBezTo>
                  <a:pt x="16792" y="22115"/>
                  <a:pt x="16792" y="22071"/>
                  <a:pt x="16777" y="22042"/>
                </a:cubicBezTo>
                <a:cubicBezTo>
                  <a:pt x="16792" y="21983"/>
                  <a:pt x="16836" y="21954"/>
                  <a:pt x="16850" y="21895"/>
                </a:cubicBezTo>
                <a:close/>
                <a:moveTo>
                  <a:pt x="16453" y="22263"/>
                </a:moveTo>
                <a:lnTo>
                  <a:pt x="16453" y="22292"/>
                </a:lnTo>
                <a:cubicBezTo>
                  <a:pt x="16453" y="22307"/>
                  <a:pt x="16424" y="22336"/>
                  <a:pt x="16424" y="22336"/>
                </a:cubicBezTo>
                <a:lnTo>
                  <a:pt x="16424" y="22321"/>
                </a:lnTo>
                <a:cubicBezTo>
                  <a:pt x="16424" y="22292"/>
                  <a:pt x="16453" y="22277"/>
                  <a:pt x="16453" y="22263"/>
                </a:cubicBezTo>
                <a:close/>
                <a:moveTo>
                  <a:pt x="17204" y="22042"/>
                </a:moveTo>
                <a:cubicBezTo>
                  <a:pt x="17218" y="22071"/>
                  <a:pt x="17248" y="22115"/>
                  <a:pt x="17277" y="22160"/>
                </a:cubicBezTo>
                <a:lnTo>
                  <a:pt x="17159" y="22336"/>
                </a:lnTo>
                <a:cubicBezTo>
                  <a:pt x="17145" y="22292"/>
                  <a:pt x="17130" y="22263"/>
                  <a:pt x="17086" y="22204"/>
                </a:cubicBezTo>
                <a:lnTo>
                  <a:pt x="17204" y="22042"/>
                </a:lnTo>
                <a:close/>
                <a:moveTo>
                  <a:pt x="16556" y="22189"/>
                </a:moveTo>
                <a:cubicBezTo>
                  <a:pt x="16556" y="22204"/>
                  <a:pt x="16571" y="22248"/>
                  <a:pt x="16571" y="22263"/>
                </a:cubicBezTo>
                <a:lnTo>
                  <a:pt x="16538" y="22340"/>
                </a:lnTo>
                <a:cubicBezTo>
                  <a:pt x="16538" y="22329"/>
                  <a:pt x="16534" y="22314"/>
                  <a:pt x="16527" y="22292"/>
                </a:cubicBezTo>
                <a:cubicBezTo>
                  <a:pt x="16541" y="22263"/>
                  <a:pt x="16541" y="22218"/>
                  <a:pt x="16556" y="22189"/>
                </a:cubicBezTo>
                <a:close/>
                <a:moveTo>
                  <a:pt x="16718" y="22145"/>
                </a:moveTo>
                <a:cubicBezTo>
                  <a:pt x="16733" y="22160"/>
                  <a:pt x="16762" y="22204"/>
                  <a:pt x="16762" y="22218"/>
                </a:cubicBezTo>
                <a:lnTo>
                  <a:pt x="16762" y="22248"/>
                </a:lnTo>
                <a:cubicBezTo>
                  <a:pt x="16747" y="22277"/>
                  <a:pt x="16703" y="22336"/>
                  <a:pt x="16688" y="22366"/>
                </a:cubicBezTo>
                <a:cubicBezTo>
                  <a:pt x="16674" y="22336"/>
                  <a:pt x="16674" y="22292"/>
                  <a:pt x="16674" y="22277"/>
                </a:cubicBezTo>
                <a:cubicBezTo>
                  <a:pt x="16688" y="22248"/>
                  <a:pt x="16703" y="22189"/>
                  <a:pt x="16718" y="22145"/>
                </a:cubicBezTo>
                <a:close/>
                <a:moveTo>
                  <a:pt x="16968" y="22101"/>
                </a:moveTo>
                <a:cubicBezTo>
                  <a:pt x="16968" y="22130"/>
                  <a:pt x="16983" y="22160"/>
                  <a:pt x="16998" y="22204"/>
                </a:cubicBezTo>
                <a:cubicBezTo>
                  <a:pt x="16968" y="22263"/>
                  <a:pt x="16939" y="22321"/>
                  <a:pt x="16909" y="22366"/>
                </a:cubicBezTo>
                <a:cubicBezTo>
                  <a:pt x="16895" y="22336"/>
                  <a:pt x="16865" y="22292"/>
                  <a:pt x="16865" y="22263"/>
                </a:cubicBezTo>
                <a:cubicBezTo>
                  <a:pt x="16909" y="22204"/>
                  <a:pt x="16924" y="22145"/>
                  <a:pt x="16968" y="22101"/>
                </a:cubicBezTo>
                <a:close/>
                <a:moveTo>
                  <a:pt x="17042" y="22277"/>
                </a:moveTo>
                <a:cubicBezTo>
                  <a:pt x="17056" y="22321"/>
                  <a:pt x="17071" y="22351"/>
                  <a:pt x="17115" y="22395"/>
                </a:cubicBezTo>
                <a:lnTo>
                  <a:pt x="16998" y="22557"/>
                </a:lnTo>
                <a:lnTo>
                  <a:pt x="16939" y="22439"/>
                </a:lnTo>
                <a:cubicBezTo>
                  <a:pt x="16983" y="22395"/>
                  <a:pt x="17012" y="22336"/>
                  <a:pt x="17042" y="22277"/>
                </a:cubicBezTo>
                <a:close/>
                <a:moveTo>
                  <a:pt x="16482" y="22454"/>
                </a:moveTo>
                <a:cubicBezTo>
                  <a:pt x="16482" y="22483"/>
                  <a:pt x="16482" y="22498"/>
                  <a:pt x="16497" y="22513"/>
                </a:cubicBezTo>
                <a:cubicBezTo>
                  <a:pt x="16482" y="22527"/>
                  <a:pt x="16482" y="22572"/>
                  <a:pt x="16468" y="22586"/>
                </a:cubicBezTo>
                <a:cubicBezTo>
                  <a:pt x="16453" y="22572"/>
                  <a:pt x="16453" y="22557"/>
                  <a:pt x="16453" y="22527"/>
                </a:cubicBezTo>
                <a:cubicBezTo>
                  <a:pt x="16468" y="22513"/>
                  <a:pt x="16468" y="22483"/>
                  <a:pt x="16482" y="22454"/>
                </a:cubicBezTo>
                <a:close/>
                <a:moveTo>
                  <a:pt x="16792" y="22336"/>
                </a:moveTo>
                <a:cubicBezTo>
                  <a:pt x="16836" y="22366"/>
                  <a:pt x="16836" y="22410"/>
                  <a:pt x="16850" y="22439"/>
                </a:cubicBezTo>
                <a:cubicBezTo>
                  <a:pt x="16821" y="22498"/>
                  <a:pt x="16792" y="22527"/>
                  <a:pt x="16762" y="22586"/>
                </a:cubicBezTo>
                <a:cubicBezTo>
                  <a:pt x="16747" y="22557"/>
                  <a:pt x="16747" y="22513"/>
                  <a:pt x="16718" y="22483"/>
                </a:cubicBezTo>
                <a:cubicBezTo>
                  <a:pt x="16733" y="22424"/>
                  <a:pt x="16777" y="22395"/>
                  <a:pt x="16792" y="22336"/>
                </a:cubicBezTo>
                <a:close/>
                <a:moveTo>
                  <a:pt x="16615" y="22395"/>
                </a:moveTo>
                <a:cubicBezTo>
                  <a:pt x="16615" y="22424"/>
                  <a:pt x="16630" y="22439"/>
                  <a:pt x="16630" y="22483"/>
                </a:cubicBezTo>
                <a:cubicBezTo>
                  <a:pt x="16615" y="22513"/>
                  <a:pt x="16585" y="22557"/>
                  <a:pt x="16571" y="22616"/>
                </a:cubicBezTo>
                <a:cubicBezTo>
                  <a:pt x="16571" y="22572"/>
                  <a:pt x="16571" y="22527"/>
                  <a:pt x="16556" y="22513"/>
                </a:cubicBezTo>
                <a:cubicBezTo>
                  <a:pt x="16571" y="22483"/>
                  <a:pt x="16600" y="22439"/>
                  <a:pt x="16615" y="22395"/>
                </a:cubicBezTo>
                <a:close/>
                <a:moveTo>
                  <a:pt x="16365" y="22704"/>
                </a:moveTo>
                <a:lnTo>
                  <a:pt x="16365" y="22719"/>
                </a:lnTo>
                <a:cubicBezTo>
                  <a:pt x="16365" y="22733"/>
                  <a:pt x="16350" y="22748"/>
                  <a:pt x="16350" y="22778"/>
                </a:cubicBezTo>
                <a:lnTo>
                  <a:pt x="16350" y="22763"/>
                </a:lnTo>
                <a:cubicBezTo>
                  <a:pt x="16350" y="22733"/>
                  <a:pt x="16365" y="22719"/>
                  <a:pt x="16365" y="22704"/>
                </a:cubicBezTo>
                <a:close/>
                <a:moveTo>
                  <a:pt x="16497" y="22630"/>
                </a:moveTo>
                <a:cubicBezTo>
                  <a:pt x="16497" y="22645"/>
                  <a:pt x="16512" y="22689"/>
                  <a:pt x="16512" y="22704"/>
                </a:cubicBezTo>
                <a:lnTo>
                  <a:pt x="16468" y="22807"/>
                </a:lnTo>
                <a:lnTo>
                  <a:pt x="16468" y="22733"/>
                </a:lnTo>
                <a:cubicBezTo>
                  <a:pt x="16482" y="22704"/>
                  <a:pt x="16497" y="22660"/>
                  <a:pt x="16497" y="22630"/>
                </a:cubicBezTo>
                <a:close/>
                <a:moveTo>
                  <a:pt x="16688" y="22586"/>
                </a:moveTo>
                <a:cubicBezTo>
                  <a:pt x="16703" y="22630"/>
                  <a:pt x="16703" y="22660"/>
                  <a:pt x="16718" y="22689"/>
                </a:cubicBezTo>
                <a:cubicBezTo>
                  <a:pt x="16703" y="22719"/>
                  <a:pt x="16674" y="22778"/>
                  <a:pt x="16644" y="22807"/>
                </a:cubicBezTo>
                <a:cubicBezTo>
                  <a:pt x="16644" y="22792"/>
                  <a:pt x="16630" y="22748"/>
                  <a:pt x="16630" y="22733"/>
                </a:cubicBezTo>
                <a:cubicBezTo>
                  <a:pt x="16615" y="22733"/>
                  <a:pt x="16615" y="22733"/>
                  <a:pt x="16615" y="22719"/>
                </a:cubicBezTo>
                <a:cubicBezTo>
                  <a:pt x="16630" y="22689"/>
                  <a:pt x="16674" y="22630"/>
                  <a:pt x="16688" y="22586"/>
                </a:cubicBezTo>
                <a:close/>
                <a:moveTo>
                  <a:pt x="16895" y="22542"/>
                </a:moveTo>
                <a:lnTo>
                  <a:pt x="16939" y="22645"/>
                </a:lnTo>
                <a:lnTo>
                  <a:pt x="16836" y="22807"/>
                </a:lnTo>
                <a:cubicBezTo>
                  <a:pt x="16821" y="22778"/>
                  <a:pt x="16821" y="22733"/>
                  <a:pt x="16792" y="22704"/>
                </a:cubicBezTo>
                <a:cubicBezTo>
                  <a:pt x="16836" y="22645"/>
                  <a:pt x="16850" y="22586"/>
                  <a:pt x="16895" y="22542"/>
                </a:cubicBezTo>
                <a:close/>
                <a:moveTo>
                  <a:pt x="16409" y="22881"/>
                </a:moveTo>
                <a:lnTo>
                  <a:pt x="16409" y="22940"/>
                </a:lnTo>
                <a:cubicBezTo>
                  <a:pt x="16394" y="22984"/>
                  <a:pt x="16394" y="22998"/>
                  <a:pt x="16365" y="23028"/>
                </a:cubicBezTo>
                <a:lnTo>
                  <a:pt x="16365" y="22984"/>
                </a:lnTo>
                <a:cubicBezTo>
                  <a:pt x="16394" y="22940"/>
                  <a:pt x="16394" y="22925"/>
                  <a:pt x="16409" y="22881"/>
                </a:cubicBezTo>
                <a:close/>
                <a:moveTo>
                  <a:pt x="16762" y="22778"/>
                </a:moveTo>
                <a:cubicBezTo>
                  <a:pt x="16762" y="22836"/>
                  <a:pt x="16777" y="22851"/>
                  <a:pt x="16792" y="22881"/>
                </a:cubicBezTo>
                <a:cubicBezTo>
                  <a:pt x="16762" y="22940"/>
                  <a:pt x="16747" y="22984"/>
                  <a:pt x="16703" y="23028"/>
                </a:cubicBezTo>
                <a:cubicBezTo>
                  <a:pt x="16688" y="22998"/>
                  <a:pt x="16688" y="22954"/>
                  <a:pt x="16674" y="22925"/>
                </a:cubicBezTo>
                <a:cubicBezTo>
                  <a:pt x="16703" y="22866"/>
                  <a:pt x="16718" y="22836"/>
                  <a:pt x="16762" y="22778"/>
                </a:cubicBezTo>
                <a:close/>
                <a:moveTo>
                  <a:pt x="16556" y="22836"/>
                </a:moveTo>
                <a:cubicBezTo>
                  <a:pt x="16556" y="22866"/>
                  <a:pt x="16571" y="22881"/>
                  <a:pt x="16571" y="22925"/>
                </a:cubicBezTo>
                <a:cubicBezTo>
                  <a:pt x="16556" y="22954"/>
                  <a:pt x="16512" y="22998"/>
                  <a:pt x="16497" y="23057"/>
                </a:cubicBezTo>
                <a:lnTo>
                  <a:pt x="16497" y="23013"/>
                </a:lnTo>
                <a:lnTo>
                  <a:pt x="16497" y="22954"/>
                </a:lnTo>
                <a:cubicBezTo>
                  <a:pt x="16512" y="22925"/>
                  <a:pt x="16541" y="22881"/>
                  <a:pt x="16556" y="22836"/>
                </a:cubicBezTo>
                <a:close/>
                <a:moveTo>
                  <a:pt x="16291" y="23146"/>
                </a:moveTo>
                <a:lnTo>
                  <a:pt x="16291" y="23160"/>
                </a:lnTo>
                <a:cubicBezTo>
                  <a:pt x="16291" y="23175"/>
                  <a:pt x="16276" y="23190"/>
                  <a:pt x="16276" y="23219"/>
                </a:cubicBezTo>
                <a:lnTo>
                  <a:pt x="16276" y="23204"/>
                </a:lnTo>
                <a:cubicBezTo>
                  <a:pt x="16276" y="23175"/>
                  <a:pt x="16291" y="23160"/>
                  <a:pt x="16291" y="23146"/>
                </a:cubicBezTo>
                <a:close/>
                <a:moveTo>
                  <a:pt x="16615" y="23057"/>
                </a:moveTo>
                <a:cubicBezTo>
                  <a:pt x="16630" y="23087"/>
                  <a:pt x="16630" y="23131"/>
                  <a:pt x="16644" y="23146"/>
                </a:cubicBezTo>
                <a:cubicBezTo>
                  <a:pt x="16615" y="23175"/>
                  <a:pt x="16600" y="23234"/>
                  <a:pt x="16556" y="23263"/>
                </a:cubicBezTo>
                <a:cubicBezTo>
                  <a:pt x="16541" y="23234"/>
                  <a:pt x="16541" y="23204"/>
                  <a:pt x="16541" y="23175"/>
                </a:cubicBezTo>
                <a:cubicBezTo>
                  <a:pt x="16556" y="23116"/>
                  <a:pt x="16600" y="23087"/>
                  <a:pt x="16615" y="23057"/>
                </a:cubicBezTo>
                <a:close/>
                <a:moveTo>
                  <a:pt x="16424" y="23087"/>
                </a:moveTo>
                <a:cubicBezTo>
                  <a:pt x="16424" y="23101"/>
                  <a:pt x="16424" y="23146"/>
                  <a:pt x="16438" y="23160"/>
                </a:cubicBezTo>
                <a:lnTo>
                  <a:pt x="16394" y="23278"/>
                </a:lnTo>
                <a:cubicBezTo>
                  <a:pt x="16394" y="23234"/>
                  <a:pt x="16394" y="23219"/>
                  <a:pt x="16365" y="23204"/>
                </a:cubicBezTo>
                <a:lnTo>
                  <a:pt x="16424" y="23087"/>
                </a:lnTo>
                <a:close/>
                <a:moveTo>
                  <a:pt x="16321" y="23322"/>
                </a:moveTo>
                <a:lnTo>
                  <a:pt x="16321" y="23381"/>
                </a:lnTo>
                <a:cubicBezTo>
                  <a:pt x="16306" y="23425"/>
                  <a:pt x="16276" y="23440"/>
                  <a:pt x="16276" y="23469"/>
                </a:cubicBezTo>
                <a:lnTo>
                  <a:pt x="16276" y="23425"/>
                </a:lnTo>
                <a:cubicBezTo>
                  <a:pt x="16291" y="23381"/>
                  <a:pt x="16291" y="23366"/>
                  <a:pt x="16321" y="23322"/>
                </a:cubicBezTo>
                <a:close/>
                <a:moveTo>
                  <a:pt x="16482" y="23278"/>
                </a:moveTo>
                <a:cubicBezTo>
                  <a:pt x="16482" y="23307"/>
                  <a:pt x="16497" y="23322"/>
                  <a:pt x="16497" y="23366"/>
                </a:cubicBezTo>
                <a:cubicBezTo>
                  <a:pt x="16482" y="23396"/>
                  <a:pt x="16453" y="23440"/>
                  <a:pt x="16424" y="23499"/>
                </a:cubicBezTo>
                <a:cubicBezTo>
                  <a:pt x="16409" y="23455"/>
                  <a:pt x="16409" y="23440"/>
                  <a:pt x="16409" y="23396"/>
                </a:cubicBezTo>
                <a:cubicBezTo>
                  <a:pt x="16424" y="23366"/>
                  <a:pt x="16453" y="23322"/>
                  <a:pt x="16482" y="23278"/>
                </a:cubicBezTo>
                <a:close/>
                <a:moveTo>
                  <a:pt x="16188" y="23587"/>
                </a:moveTo>
                <a:lnTo>
                  <a:pt x="16188" y="23602"/>
                </a:lnTo>
                <a:cubicBezTo>
                  <a:pt x="16188" y="23616"/>
                  <a:pt x="16173" y="23631"/>
                  <a:pt x="16173" y="23661"/>
                </a:cubicBezTo>
                <a:lnTo>
                  <a:pt x="16173" y="23631"/>
                </a:lnTo>
                <a:cubicBezTo>
                  <a:pt x="16173" y="23616"/>
                  <a:pt x="16188" y="23602"/>
                  <a:pt x="16188" y="23587"/>
                </a:cubicBezTo>
                <a:close/>
                <a:moveTo>
                  <a:pt x="16335" y="23528"/>
                </a:moveTo>
                <a:cubicBezTo>
                  <a:pt x="16335" y="23543"/>
                  <a:pt x="16335" y="23587"/>
                  <a:pt x="16350" y="23602"/>
                </a:cubicBezTo>
                <a:lnTo>
                  <a:pt x="16291" y="23719"/>
                </a:lnTo>
                <a:cubicBezTo>
                  <a:pt x="16276" y="23675"/>
                  <a:pt x="16276" y="23661"/>
                  <a:pt x="16276" y="23631"/>
                </a:cubicBezTo>
                <a:lnTo>
                  <a:pt x="16335" y="23528"/>
                </a:lnTo>
                <a:close/>
                <a:moveTo>
                  <a:pt x="16203" y="23764"/>
                </a:moveTo>
                <a:lnTo>
                  <a:pt x="16203" y="23822"/>
                </a:lnTo>
                <a:cubicBezTo>
                  <a:pt x="16193" y="23832"/>
                  <a:pt x="16183" y="23855"/>
                  <a:pt x="16173" y="23874"/>
                </a:cubicBezTo>
                <a:lnTo>
                  <a:pt x="16173" y="23874"/>
                </a:lnTo>
                <a:cubicBezTo>
                  <a:pt x="16173" y="23871"/>
                  <a:pt x="16173" y="23869"/>
                  <a:pt x="16173" y="23867"/>
                </a:cubicBezTo>
                <a:cubicBezTo>
                  <a:pt x="16188" y="23822"/>
                  <a:pt x="16203" y="23808"/>
                  <a:pt x="16203" y="23764"/>
                </a:cubicBezTo>
                <a:close/>
                <a:moveTo>
                  <a:pt x="16085" y="24043"/>
                </a:moveTo>
                <a:lnTo>
                  <a:pt x="16085" y="24058"/>
                </a:lnTo>
                <a:cubicBezTo>
                  <a:pt x="16085" y="24087"/>
                  <a:pt x="16056" y="24102"/>
                  <a:pt x="16056" y="24102"/>
                </a:cubicBezTo>
                <a:cubicBezTo>
                  <a:pt x="16056" y="24087"/>
                  <a:pt x="16085" y="24058"/>
                  <a:pt x="16085" y="24043"/>
                </a:cubicBezTo>
                <a:close/>
                <a:moveTo>
                  <a:pt x="18528" y="20364"/>
                </a:moveTo>
                <a:cubicBezTo>
                  <a:pt x="19705" y="21144"/>
                  <a:pt x="21103" y="21556"/>
                  <a:pt x="22457" y="21983"/>
                </a:cubicBezTo>
                <a:cubicBezTo>
                  <a:pt x="24194" y="22498"/>
                  <a:pt x="25975" y="23057"/>
                  <a:pt x="27270" y="24279"/>
                </a:cubicBezTo>
                <a:cubicBezTo>
                  <a:pt x="28962" y="25897"/>
                  <a:pt x="29580" y="28694"/>
                  <a:pt x="28933" y="31740"/>
                </a:cubicBezTo>
                <a:cubicBezTo>
                  <a:pt x="28918" y="31843"/>
                  <a:pt x="28888" y="31975"/>
                  <a:pt x="28844" y="32078"/>
                </a:cubicBezTo>
                <a:cubicBezTo>
                  <a:pt x="29271" y="29062"/>
                  <a:pt x="28535" y="26383"/>
                  <a:pt x="26828" y="24705"/>
                </a:cubicBezTo>
                <a:cubicBezTo>
                  <a:pt x="25548" y="23455"/>
                  <a:pt x="23841" y="22866"/>
                  <a:pt x="22192" y="22292"/>
                </a:cubicBezTo>
                <a:cubicBezTo>
                  <a:pt x="20868" y="21836"/>
                  <a:pt x="19499" y="21380"/>
                  <a:pt x="18396" y="20570"/>
                </a:cubicBezTo>
                <a:cubicBezTo>
                  <a:pt x="18440" y="20497"/>
                  <a:pt x="18484" y="20423"/>
                  <a:pt x="18528" y="20364"/>
                </a:cubicBezTo>
                <a:close/>
                <a:moveTo>
                  <a:pt x="18351" y="20644"/>
                </a:moveTo>
                <a:cubicBezTo>
                  <a:pt x="19485" y="21453"/>
                  <a:pt x="20839" y="21924"/>
                  <a:pt x="22163" y="22395"/>
                </a:cubicBezTo>
                <a:cubicBezTo>
                  <a:pt x="23811" y="22954"/>
                  <a:pt x="25518" y="23543"/>
                  <a:pt x="26769" y="24779"/>
                </a:cubicBezTo>
                <a:cubicBezTo>
                  <a:pt x="28491" y="26471"/>
                  <a:pt x="29212" y="29194"/>
                  <a:pt x="28756" y="32226"/>
                </a:cubicBezTo>
                <a:cubicBezTo>
                  <a:pt x="28712" y="32402"/>
                  <a:pt x="28697" y="32579"/>
                  <a:pt x="28638" y="32770"/>
                </a:cubicBezTo>
                <a:lnTo>
                  <a:pt x="28638" y="32711"/>
                </a:lnTo>
                <a:cubicBezTo>
                  <a:pt x="28815" y="30945"/>
                  <a:pt x="28741" y="27619"/>
                  <a:pt x="26298" y="25206"/>
                </a:cubicBezTo>
                <a:cubicBezTo>
                  <a:pt x="25077" y="23970"/>
                  <a:pt x="23458" y="23322"/>
                  <a:pt x="21883" y="22719"/>
                </a:cubicBezTo>
                <a:cubicBezTo>
                  <a:pt x="20544" y="22189"/>
                  <a:pt x="19264" y="21689"/>
                  <a:pt x="18234" y="20850"/>
                </a:cubicBezTo>
                <a:cubicBezTo>
                  <a:pt x="18263" y="20776"/>
                  <a:pt x="18322" y="20688"/>
                  <a:pt x="18351" y="20644"/>
                </a:cubicBezTo>
                <a:close/>
                <a:moveTo>
                  <a:pt x="18160" y="20923"/>
                </a:moveTo>
                <a:cubicBezTo>
                  <a:pt x="19205" y="21762"/>
                  <a:pt x="20485" y="22277"/>
                  <a:pt x="21839" y="22792"/>
                </a:cubicBezTo>
                <a:cubicBezTo>
                  <a:pt x="23399" y="23396"/>
                  <a:pt x="25003" y="24043"/>
                  <a:pt x="26225" y="25265"/>
                </a:cubicBezTo>
                <a:cubicBezTo>
                  <a:pt x="28624" y="27649"/>
                  <a:pt x="28697" y="30945"/>
                  <a:pt x="28535" y="32711"/>
                </a:cubicBezTo>
                <a:cubicBezTo>
                  <a:pt x="28550" y="32844"/>
                  <a:pt x="28535" y="32991"/>
                  <a:pt x="28506" y="33138"/>
                </a:cubicBezTo>
                <a:cubicBezTo>
                  <a:pt x="28491" y="33182"/>
                  <a:pt x="28476" y="33226"/>
                  <a:pt x="28462" y="33285"/>
                </a:cubicBezTo>
                <a:lnTo>
                  <a:pt x="28462" y="33182"/>
                </a:lnTo>
                <a:cubicBezTo>
                  <a:pt x="28565" y="30195"/>
                  <a:pt x="27638" y="27546"/>
                  <a:pt x="25813" y="25706"/>
                </a:cubicBezTo>
                <a:cubicBezTo>
                  <a:pt x="24606" y="24485"/>
                  <a:pt x="23090" y="23808"/>
                  <a:pt x="21589" y="23160"/>
                </a:cubicBezTo>
                <a:cubicBezTo>
                  <a:pt x="20294" y="22572"/>
                  <a:pt x="19043" y="22027"/>
                  <a:pt x="18028" y="21115"/>
                </a:cubicBezTo>
                <a:cubicBezTo>
                  <a:pt x="18057" y="21041"/>
                  <a:pt x="18116" y="20997"/>
                  <a:pt x="18160" y="20923"/>
                </a:cubicBezTo>
                <a:close/>
                <a:moveTo>
                  <a:pt x="18028" y="21174"/>
                </a:moveTo>
                <a:cubicBezTo>
                  <a:pt x="19043" y="22071"/>
                  <a:pt x="20294" y="22630"/>
                  <a:pt x="21604" y="23219"/>
                </a:cubicBezTo>
                <a:cubicBezTo>
                  <a:pt x="23075" y="23867"/>
                  <a:pt x="24591" y="24544"/>
                  <a:pt x="25769" y="25750"/>
                </a:cubicBezTo>
                <a:cubicBezTo>
                  <a:pt x="27579" y="27575"/>
                  <a:pt x="28521" y="30224"/>
                  <a:pt x="28388" y="33182"/>
                </a:cubicBezTo>
                <a:cubicBezTo>
                  <a:pt x="28388" y="33300"/>
                  <a:pt x="28373" y="33403"/>
                  <a:pt x="28373" y="33521"/>
                </a:cubicBezTo>
                <a:cubicBezTo>
                  <a:pt x="28344" y="33594"/>
                  <a:pt x="28315" y="33653"/>
                  <a:pt x="28285" y="33727"/>
                </a:cubicBezTo>
                <a:lnTo>
                  <a:pt x="28285" y="33653"/>
                </a:lnTo>
                <a:cubicBezTo>
                  <a:pt x="28256" y="30739"/>
                  <a:pt x="27211" y="28090"/>
                  <a:pt x="25327" y="26177"/>
                </a:cubicBezTo>
                <a:cubicBezTo>
                  <a:pt x="24179" y="24985"/>
                  <a:pt x="22737" y="24279"/>
                  <a:pt x="21354" y="23587"/>
                </a:cubicBezTo>
                <a:cubicBezTo>
                  <a:pt x="20073" y="22940"/>
                  <a:pt x="18837" y="22336"/>
                  <a:pt x="17895" y="21380"/>
                </a:cubicBezTo>
                <a:cubicBezTo>
                  <a:pt x="17939" y="21306"/>
                  <a:pt x="17998" y="21247"/>
                  <a:pt x="18028" y="21174"/>
                </a:cubicBezTo>
                <a:close/>
                <a:moveTo>
                  <a:pt x="28344" y="33815"/>
                </a:moveTo>
                <a:cubicBezTo>
                  <a:pt x="28329" y="33844"/>
                  <a:pt x="28329" y="33889"/>
                  <a:pt x="28329" y="33918"/>
                </a:cubicBezTo>
                <a:cubicBezTo>
                  <a:pt x="28315" y="33962"/>
                  <a:pt x="28285" y="34021"/>
                  <a:pt x="28285" y="34050"/>
                </a:cubicBezTo>
                <a:lnTo>
                  <a:pt x="28285" y="33947"/>
                </a:lnTo>
                <a:cubicBezTo>
                  <a:pt x="28314" y="33903"/>
                  <a:pt x="28329" y="33844"/>
                  <a:pt x="28344" y="33815"/>
                </a:cubicBezTo>
                <a:close/>
                <a:moveTo>
                  <a:pt x="17866" y="21453"/>
                </a:moveTo>
                <a:cubicBezTo>
                  <a:pt x="18822" y="22410"/>
                  <a:pt x="20059" y="23013"/>
                  <a:pt x="21339" y="23661"/>
                </a:cubicBezTo>
                <a:cubicBezTo>
                  <a:pt x="22722" y="24338"/>
                  <a:pt x="24135" y="25059"/>
                  <a:pt x="25298" y="26236"/>
                </a:cubicBezTo>
                <a:cubicBezTo>
                  <a:pt x="27152" y="28134"/>
                  <a:pt x="28182" y="30754"/>
                  <a:pt x="28241" y="33653"/>
                </a:cubicBezTo>
                <a:cubicBezTo>
                  <a:pt x="28197" y="33741"/>
                  <a:pt x="28197" y="33830"/>
                  <a:pt x="28197" y="33918"/>
                </a:cubicBezTo>
                <a:cubicBezTo>
                  <a:pt x="28167" y="33992"/>
                  <a:pt x="28123" y="34095"/>
                  <a:pt x="28108" y="34168"/>
                </a:cubicBezTo>
                <a:lnTo>
                  <a:pt x="28108" y="34124"/>
                </a:lnTo>
                <a:cubicBezTo>
                  <a:pt x="27932" y="31269"/>
                  <a:pt x="26784" y="28694"/>
                  <a:pt x="24841" y="26677"/>
                </a:cubicBezTo>
                <a:cubicBezTo>
                  <a:pt x="23738" y="25515"/>
                  <a:pt x="22384" y="24779"/>
                  <a:pt x="21118" y="24058"/>
                </a:cubicBezTo>
                <a:cubicBezTo>
                  <a:pt x="19853" y="23352"/>
                  <a:pt x="18631" y="22660"/>
                  <a:pt x="17733" y="21659"/>
                </a:cubicBezTo>
                <a:cubicBezTo>
                  <a:pt x="17778" y="21586"/>
                  <a:pt x="17822" y="21527"/>
                  <a:pt x="17866" y="21453"/>
                </a:cubicBezTo>
                <a:close/>
                <a:moveTo>
                  <a:pt x="28197" y="34168"/>
                </a:moveTo>
                <a:lnTo>
                  <a:pt x="28197" y="34168"/>
                </a:lnTo>
                <a:cubicBezTo>
                  <a:pt x="28197" y="34212"/>
                  <a:pt x="28182" y="34271"/>
                  <a:pt x="28182" y="34345"/>
                </a:cubicBezTo>
                <a:cubicBezTo>
                  <a:pt x="28167" y="34404"/>
                  <a:pt x="28138" y="34477"/>
                  <a:pt x="28108" y="34536"/>
                </a:cubicBezTo>
                <a:lnTo>
                  <a:pt x="28108" y="34359"/>
                </a:lnTo>
                <a:cubicBezTo>
                  <a:pt x="28123" y="34315"/>
                  <a:pt x="28138" y="34256"/>
                  <a:pt x="28182" y="34198"/>
                </a:cubicBezTo>
                <a:cubicBezTo>
                  <a:pt x="28182" y="34183"/>
                  <a:pt x="28197" y="34183"/>
                  <a:pt x="28197" y="34168"/>
                </a:cubicBezTo>
                <a:close/>
                <a:moveTo>
                  <a:pt x="17660" y="21703"/>
                </a:moveTo>
                <a:cubicBezTo>
                  <a:pt x="18557" y="22733"/>
                  <a:pt x="19779" y="23425"/>
                  <a:pt x="21059" y="24117"/>
                </a:cubicBezTo>
                <a:cubicBezTo>
                  <a:pt x="22354" y="24838"/>
                  <a:pt x="23664" y="25574"/>
                  <a:pt x="24768" y="26707"/>
                </a:cubicBezTo>
                <a:cubicBezTo>
                  <a:pt x="26696" y="28723"/>
                  <a:pt x="27829" y="31269"/>
                  <a:pt x="28020" y="34109"/>
                </a:cubicBezTo>
                <a:cubicBezTo>
                  <a:pt x="28020" y="34183"/>
                  <a:pt x="28020" y="34256"/>
                  <a:pt x="28035" y="34330"/>
                </a:cubicBezTo>
                <a:lnTo>
                  <a:pt x="27932" y="34610"/>
                </a:lnTo>
                <a:lnTo>
                  <a:pt x="27932" y="34580"/>
                </a:lnTo>
                <a:cubicBezTo>
                  <a:pt x="27593" y="31858"/>
                  <a:pt x="26357" y="29282"/>
                  <a:pt x="24326" y="27148"/>
                </a:cubicBezTo>
                <a:cubicBezTo>
                  <a:pt x="23267" y="26045"/>
                  <a:pt x="22031" y="25279"/>
                  <a:pt x="20868" y="24544"/>
                </a:cubicBezTo>
                <a:cubicBezTo>
                  <a:pt x="19588" y="23749"/>
                  <a:pt x="18381" y="22998"/>
                  <a:pt x="17527" y="21895"/>
                </a:cubicBezTo>
                <a:cubicBezTo>
                  <a:pt x="17571" y="21836"/>
                  <a:pt x="17630" y="21762"/>
                  <a:pt x="17660" y="21703"/>
                </a:cubicBezTo>
                <a:close/>
                <a:moveTo>
                  <a:pt x="28138" y="34654"/>
                </a:moveTo>
                <a:cubicBezTo>
                  <a:pt x="28167" y="34698"/>
                  <a:pt x="28167" y="34713"/>
                  <a:pt x="28138" y="34757"/>
                </a:cubicBezTo>
                <a:cubicBezTo>
                  <a:pt x="28123" y="34786"/>
                  <a:pt x="28123" y="34830"/>
                  <a:pt x="28108" y="34860"/>
                </a:cubicBezTo>
                <a:lnTo>
                  <a:pt x="28108" y="34771"/>
                </a:lnTo>
                <a:cubicBezTo>
                  <a:pt x="28123" y="34727"/>
                  <a:pt x="28123" y="34698"/>
                  <a:pt x="28138" y="34654"/>
                </a:cubicBezTo>
                <a:close/>
                <a:moveTo>
                  <a:pt x="28035" y="34551"/>
                </a:moveTo>
                <a:lnTo>
                  <a:pt x="28035" y="34757"/>
                </a:lnTo>
                <a:cubicBezTo>
                  <a:pt x="28020" y="34830"/>
                  <a:pt x="27976" y="34904"/>
                  <a:pt x="27961" y="34978"/>
                </a:cubicBezTo>
                <a:lnTo>
                  <a:pt x="27961" y="34992"/>
                </a:lnTo>
                <a:cubicBezTo>
                  <a:pt x="27961" y="34919"/>
                  <a:pt x="27947" y="34860"/>
                  <a:pt x="27947" y="34786"/>
                </a:cubicBezTo>
                <a:cubicBezTo>
                  <a:pt x="27976" y="34698"/>
                  <a:pt x="28020" y="34624"/>
                  <a:pt x="28035" y="34551"/>
                </a:cubicBezTo>
                <a:close/>
                <a:moveTo>
                  <a:pt x="17498" y="21968"/>
                </a:moveTo>
                <a:cubicBezTo>
                  <a:pt x="18351" y="23072"/>
                  <a:pt x="19558" y="23822"/>
                  <a:pt x="20824" y="24617"/>
                </a:cubicBezTo>
                <a:cubicBezTo>
                  <a:pt x="22001" y="25353"/>
                  <a:pt x="23208" y="26104"/>
                  <a:pt x="24267" y="27207"/>
                </a:cubicBezTo>
                <a:cubicBezTo>
                  <a:pt x="26284" y="29326"/>
                  <a:pt x="27520" y="31887"/>
                  <a:pt x="27829" y="34610"/>
                </a:cubicBezTo>
                <a:cubicBezTo>
                  <a:pt x="27829" y="34654"/>
                  <a:pt x="27844" y="34713"/>
                  <a:pt x="27844" y="34771"/>
                </a:cubicBezTo>
                <a:cubicBezTo>
                  <a:pt x="27814" y="34860"/>
                  <a:pt x="27770" y="34978"/>
                  <a:pt x="27741" y="35066"/>
                </a:cubicBezTo>
                <a:lnTo>
                  <a:pt x="27741" y="35051"/>
                </a:lnTo>
                <a:cubicBezTo>
                  <a:pt x="27299" y="32432"/>
                  <a:pt x="25989" y="29945"/>
                  <a:pt x="23826" y="27649"/>
                </a:cubicBezTo>
                <a:cubicBezTo>
                  <a:pt x="22825" y="26604"/>
                  <a:pt x="21722" y="25824"/>
                  <a:pt x="20662" y="25073"/>
                </a:cubicBezTo>
                <a:cubicBezTo>
                  <a:pt x="19382" y="24190"/>
                  <a:pt x="18175" y="23352"/>
                  <a:pt x="17365" y="22145"/>
                </a:cubicBezTo>
                <a:cubicBezTo>
                  <a:pt x="17380" y="22130"/>
                  <a:pt x="17395" y="22086"/>
                  <a:pt x="17424" y="22071"/>
                </a:cubicBezTo>
                <a:cubicBezTo>
                  <a:pt x="17439" y="22042"/>
                  <a:pt x="17468" y="21998"/>
                  <a:pt x="17498" y="21968"/>
                </a:cubicBezTo>
                <a:close/>
                <a:moveTo>
                  <a:pt x="28050" y="35022"/>
                </a:moveTo>
                <a:cubicBezTo>
                  <a:pt x="28035" y="35066"/>
                  <a:pt x="28035" y="35125"/>
                  <a:pt x="28035" y="35169"/>
                </a:cubicBezTo>
                <a:cubicBezTo>
                  <a:pt x="28020" y="35228"/>
                  <a:pt x="28005" y="35301"/>
                  <a:pt x="27976" y="35360"/>
                </a:cubicBezTo>
                <a:lnTo>
                  <a:pt x="27976" y="35213"/>
                </a:lnTo>
                <a:cubicBezTo>
                  <a:pt x="28005" y="35154"/>
                  <a:pt x="28020" y="35081"/>
                  <a:pt x="28050" y="35022"/>
                </a:cubicBezTo>
                <a:close/>
                <a:moveTo>
                  <a:pt x="27873" y="34948"/>
                </a:moveTo>
                <a:cubicBezTo>
                  <a:pt x="27873" y="35022"/>
                  <a:pt x="27888" y="35095"/>
                  <a:pt x="27888" y="35169"/>
                </a:cubicBezTo>
                <a:cubicBezTo>
                  <a:pt x="27858" y="35287"/>
                  <a:pt x="27829" y="35375"/>
                  <a:pt x="27799" y="35448"/>
                </a:cubicBezTo>
                <a:cubicBezTo>
                  <a:pt x="27799" y="35375"/>
                  <a:pt x="27785" y="35301"/>
                  <a:pt x="27755" y="35242"/>
                </a:cubicBezTo>
                <a:cubicBezTo>
                  <a:pt x="27799" y="35154"/>
                  <a:pt x="27829" y="35051"/>
                  <a:pt x="27873" y="34948"/>
                </a:cubicBezTo>
                <a:close/>
                <a:moveTo>
                  <a:pt x="17307" y="22218"/>
                </a:moveTo>
                <a:cubicBezTo>
                  <a:pt x="18116" y="23425"/>
                  <a:pt x="19337" y="24264"/>
                  <a:pt x="20603" y="25147"/>
                </a:cubicBezTo>
                <a:cubicBezTo>
                  <a:pt x="21677" y="25883"/>
                  <a:pt x="22781" y="26663"/>
                  <a:pt x="23767" y="27708"/>
                </a:cubicBezTo>
                <a:cubicBezTo>
                  <a:pt x="25916" y="29989"/>
                  <a:pt x="27225" y="32476"/>
                  <a:pt x="27652" y="35081"/>
                </a:cubicBezTo>
                <a:cubicBezTo>
                  <a:pt x="27652" y="35139"/>
                  <a:pt x="27667" y="35198"/>
                  <a:pt x="27667" y="35228"/>
                </a:cubicBezTo>
                <a:cubicBezTo>
                  <a:pt x="27638" y="35360"/>
                  <a:pt x="27593" y="35463"/>
                  <a:pt x="27564" y="35581"/>
                </a:cubicBezTo>
                <a:lnTo>
                  <a:pt x="27564" y="35537"/>
                </a:lnTo>
                <a:cubicBezTo>
                  <a:pt x="27019" y="33035"/>
                  <a:pt x="25651" y="30636"/>
                  <a:pt x="23326" y="28149"/>
                </a:cubicBezTo>
                <a:cubicBezTo>
                  <a:pt x="22428" y="27163"/>
                  <a:pt x="21427" y="26398"/>
                  <a:pt x="20471" y="25662"/>
                </a:cubicBezTo>
                <a:cubicBezTo>
                  <a:pt x="19190" y="24676"/>
                  <a:pt x="17954" y="23719"/>
                  <a:pt x="17204" y="22410"/>
                </a:cubicBezTo>
                <a:cubicBezTo>
                  <a:pt x="17233" y="22351"/>
                  <a:pt x="17277" y="22292"/>
                  <a:pt x="17307" y="22218"/>
                </a:cubicBezTo>
                <a:close/>
                <a:moveTo>
                  <a:pt x="28020" y="35508"/>
                </a:moveTo>
                <a:lnTo>
                  <a:pt x="28020" y="35508"/>
                </a:lnTo>
                <a:cubicBezTo>
                  <a:pt x="28005" y="35537"/>
                  <a:pt x="28005" y="35566"/>
                  <a:pt x="28005" y="35581"/>
                </a:cubicBezTo>
                <a:cubicBezTo>
                  <a:pt x="28005" y="35610"/>
                  <a:pt x="27976" y="35640"/>
                  <a:pt x="27976" y="35669"/>
                </a:cubicBezTo>
                <a:lnTo>
                  <a:pt x="27976" y="35596"/>
                </a:lnTo>
                <a:cubicBezTo>
                  <a:pt x="28005" y="35566"/>
                  <a:pt x="28005" y="35537"/>
                  <a:pt x="28020" y="35508"/>
                </a:cubicBezTo>
                <a:close/>
                <a:moveTo>
                  <a:pt x="27902" y="35390"/>
                </a:moveTo>
                <a:cubicBezTo>
                  <a:pt x="27888" y="35463"/>
                  <a:pt x="27902" y="35537"/>
                  <a:pt x="27902" y="35596"/>
                </a:cubicBezTo>
                <a:cubicBezTo>
                  <a:pt x="27888" y="35669"/>
                  <a:pt x="27858" y="35743"/>
                  <a:pt x="27829" y="35816"/>
                </a:cubicBezTo>
                <a:cubicBezTo>
                  <a:pt x="27829" y="35757"/>
                  <a:pt x="27814" y="35684"/>
                  <a:pt x="27814" y="35625"/>
                </a:cubicBezTo>
                <a:cubicBezTo>
                  <a:pt x="27858" y="35551"/>
                  <a:pt x="27873" y="35463"/>
                  <a:pt x="27902" y="35390"/>
                </a:cubicBezTo>
                <a:close/>
                <a:moveTo>
                  <a:pt x="27711" y="35419"/>
                </a:moveTo>
                <a:cubicBezTo>
                  <a:pt x="27726" y="35493"/>
                  <a:pt x="27726" y="35566"/>
                  <a:pt x="27726" y="35654"/>
                </a:cubicBezTo>
                <a:cubicBezTo>
                  <a:pt x="27682" y="35743"/>
                  <a:pt x="27652" y="35860"/>
                  <a:pt x="27608" y="35949"/>
                </a:cubicBezTo>
                <a:cubicBezTo>
                  <a:pt x="27593" y="35875"/>
                  <a:pt x="27593" y="35816"/>
                  <a:pt x="27579" y="35743"/>
                </a:cubicBezTo>
                <a:cubicBezTo>
                  <a:pt x="27638" y="35640"/>
                  <a:pt x="27667" y="35522"/>
                  <a:pt x="27711" y="35419"/>
                </a:cubicBezTo>
                <a:close/>
                <a:moveTo>
                  <a:pt x="17145" y="22483"/>
                </a:moveTo>
                <a:cubicBezTo>
                  <a:pt x="17925" y="23793"/>
                  <a:pt x="19131" y="24720"/>
                  <a:pt x="20412" y="25721"/>
                </a:cubicBezTo>
                <a:cubicBezTo>
                  <a:pt x="21383" y="26457"/>
                  <a:pt x="22369" y="27222"/>
                  <a:pt x="23267" y="28179"/>
                </a:cubicBezTo>
                <a:cubicBezTo>
                  <a:pt x="25563" y="30666"/>
                  <a:pt x="26946" y="33064"/>
                  <a:pt x="27490" y="35537"/>
                </a:cubicBezTo>
                <a:cubicBezTo>
                  <a:pt x="27505" y="35596"/>
                  <a:pt x="27505" y="35654"/>
                  <a:pt x="27520" y="35713"/>
                </a:cubicBezTo>
                <a:cubicBezTo>
                  <a:pt x="27490" y="35802"/>
                  <a:pt x="27461" y="35875"/>
                  <a:pt x="27446" y="35949"/>
                </a:cubicBezTo>
                <a:cubicBezTo>
                  <a:pt x="27432" y="36008"/>
                  <a:pt x="27402" y="36052"/>
                  <a:pt x="27387" y="36096"/>
                </a:cubicBezTo>
                <a:cubicBezTo>
                  <a:pt x="27387" y="36052"/>
                  <a:pt x="27373" y="36037"/>
                  <a:pt x="27373" y="36008"/>
                </a:cubicBezTo>
                <a:cubicBezTo>
                  <a:pt x="26769" y="33609"/>
                  <a:pt x="25401" y="31401"/>
                  <a:pt x="22825" y="28620"/>
                </a:cubicBezTo>
                <a:cubicBezTo>
                  <a:pt x="22016" y="27737"/>
                  <a:pt x="21162" y="27001"/>
                  <a:pt x="20323" y="26295"/>
                </a:cubicBezTo>
                <a:cubicBezTo>
                  <a:pt x="18999" y="25162"/>
                  <a:pt x="17733" y="24087"/>
                  <a:pt x="17042" y="22645"/>
                </a:cubicBezTo>
                <a:lnTo>
                  <a:pt x="17145" y="22483"/>
                </a:lnTo>
                <a:close/>
                <a:moveTo>
                  <a:pt x="27902" y="35907"/>
                </a:moveTo>
                <a:cubicBezTo>
                  <a:pt x="27899" y="35942"/>
                  <a:pt x="27888" y="35971"/>
                  <a:pt x="27888" y="36022"/>
                </a:cubicBezTo>
                <a:cubicBezTo>
                  <a:pt x="27873" y="36081"/>
                  <a:pt x="27858" y="36125"/>
                  <a:pt x="27858" y="36184"/>
                </a:cubicBezTo>
                <a:lnTo>
                  <a:pt x="27858" y="36052"/>
                </a:lnTo>
                <a:cubicBezTo>
                  <a:pt x="27873" y="36008"/>
                  <a:pt x="27887" y="35951"/>
                  <a:pt x="27902" y="35907"/>
                </a:cubicBezTo>
                <a:close/>
                <a:moveTo>
                  <a:pt x="27755" y="35831"/>
                </a:moveTo>
                <a:lnTo>
                  <a:pt x="27755" y="36037"/>
                </a:lnTo>
                <a:cubicBezTo>
                  <a:pt x="27741" y="36125"/>
                  <a:pt x="27711" y="36228"/>
                  <a:pt x="27682" y="36302"/>
                </a:cubicBezTo>
                <a:cubicBezTo>
                  <a:pt x="27682" y="36228"/>
                  <a:pt x="27667" y="36170"/>
                  <a:pt x="27667" y="36111"/>
                </a:cubicBezTo>
                <a:cubicBezTo>
                  <a:pt x="27711" y="36022"/>
                  <a:pt x="27726" y="35934"/>
                  <a:pt x="27755" y="35831"/>
                </a:cubicBezTo>
                <a:close/>
                <a:moveTo>
                  <a:pt x="27535" y="35905"/>
                </a:moveTo>
                <a:cubicBezTo>
                  <a:pt x="27549" y="35978"/>
                  <a:pt x="27549" y="36052"/>
                  <a:pt x="27579" y="36111"/>
                </a:cubicBezTo>
                <a:lnTo>
                  <a:pt x="27461" y="36449"/>
                </a:lnTo>
                <a:cubicBezTo>
                  <a:pt x="27446" y="36376"/>
                  <a:pt x="27446" y="36317"/>
                  <a:pt x="27432" y="36258"/>
                </a:cubicBezTo>
                <a:cubicBezTo>
                  <a:pt x="27461" y="36170"/>
                  <a:pt x="27490" y="36081"/>
                  <a:pt x="27520" y="35978"/>
                </a:cubicBezTo>
                <a:cubicBezTo>
                  <a:pt x="27520" y="35949"/>
                  <a:pt x="27535" y="35934"/>
                  <a:pt x="27535" y="35905"/>
                </a:cubicBezTo>
                <a:close/>
                <a:moveTo>
                  <a:pt x="27873" y="36390"/>
                </a:moveTo>
                <a:lnTo>
                  <a:pt x="27873" y="36449"/>
                </a:lnTo>
                <a:cubicBezTo>
                  <a:pt x="27873" y="36464"/>
                  <a:pt x="27858" y="36479"/>
                  <a:pt x="27858" y="36493"/>
                </a:cubicBezTo>
                <a:lnTo>
                  <a:pt x="27858" y="36464"/>
                </a:lnTo>
                <a:cubicBezTo>
                  <a:pt x="27858" y="36449"/>
                  <a:pt x="27873" y="36420"/>
                  <a:pt x="27873" y="36390"/>
                </a:cubicBezTo>
                <a:close/>
                <a:moveTo>
                  <a:pt x="16998" y="22748"/>
                </a:moveTo>
                <a:cubicBezTo>
                  <a:pt x="17719" y="24190"/>
                  <a:pt x="18970" y="25250"/>
                  <a:pt x="20294" y="26383"/>
                </a:cubicBezTo>
                <a:cubicBezTo>
                  <a:pt x="21118" y="27090"/>
                  <a:pt x="21986" y="27811"/>
                  <a:pt x="22796" y="28694"/>
                </a:cubicBezTo>
                <a:cubicBezTo>
                  <a:pt x="25342" y="31475"/>
                  <a:pt x="26710" y="33682"/>
                  <a:pt x="27314" y="36052"/>
                </a:cubicBezTo>
                <a:lnTo>
                  <a:pt x="27373" y="36273"/>
                </a:lnTo>
                <a:cubicBezTo>
                  <a:pt x="27299" y="36376"/>
                  <a:pt x="27270" y="36479"/>
                  <a:pt x="27225" y="36611"/>
                </a:cubicBezTo>
                <a:cubicBezTo>
                  <a:pt x="27211" y="36567"/>
                  <a:pt x="27211" y="36537"/>
                  <a:pt x="27181" y="36493"/>
                </a:cubicBezTo>
                <a:cubicBezTo>
                  <a:pt x="26343" y="33697"/>
                  <a:pt x="24415" y="31416"/>
                  <a:pt x="22325" y="29135"/>
                </a:cubicBezTo>
                <a:cubicBezTo>
                  <a:pt x="21633" y="28370"/>
                  <a:pt x="20912" y="27693"/>
                  <a:pt x="20220" y="27045"/>
                </a:cubicBezTo>
                <a:cubicBezTo>
                  <a:pt x="18764" y="25691"/>
                  <a:pt x="17513" y="24529"/>
                  <a:pt x="16880" y="22925"/>
                </a:cubicBezTo>
                <a:lnTo>
                  <a:pt x="16998" y="22748"/>
                </a:lnTo>
                <a:close/>
                <a:moveTo>
                  <a:pt x="27785" y="36302"/>
                </a:moveTo>
                <a:lnTo>
                  <a:pt x="27770" y="36464"/>
                </a:lnTo>
                <a:lnTo>
                  <a:pt x="27726" y="36685"/>
                </a:lnTo>
                <a:cubicBezTo>
                  <a:pt x="27726" y="36626"/>
                  <a:pt x="27711" y="36567"/>
                  <a:pt x="27711" y="36523"/>
                </a:cubicBezTo>
                <a:cubicBezTo>
                  <a:pt x="27726" y="36449"/>
                  <a:pt x="27755" y="36361"/>
                  <a:pt x="27785" y="36302"/>
                </a:cubicBezTo>
                <a:close/>
                <a:moveTo>
                  <a:pt x="27593" y="36302"/>
                </a:moveTo>
                <a:cubicBezTo>
                  <a:pt x="27593" y="36376"/>
                  <a:pt x="27608" y="36420"/>
                  <a:pt x="27608" y="36493"/>
                </a:cubicBezTo>
                <a:cubicBezTo>
                  <a:pt x="27593" y="36596"/>
                  <a:pt x="27564" y="36699"/>
                  <a:pt x="27535" y="36788"/>
                </a:cubicBezTo>
                <a:cubicBezTo>
                  <a:pt x="27520" y="36729"/>
                  <a:pt x="27520" y="36670"/>
                  <a:pt x="27505" y="36611"/>
                </a:cubicBezTo>
                <a:cubicBezTo>
                  <a:pt x="27535" y="36493"/>
                  <a:pt x="27549" y="36405"/>
                  <a:pt x="27593" y="36302"/>
                </a:cubicBezTo>
                <a:close/>
                <a:moveTo>
                  <a:pt x="27387" y="36405"/>
                </a:moveTo>
                <a:cubicBezTo>
                  <a:pt x="27402" y="36479"/>
                  <a:pt x="27432" y="36537"/>
                  <a:pt x="27432" y="36611"/>
                </a:cubicBezTo>
                <a:cubicBezTo>
                  <a:pt x="27387" y="36714"/>
                  <a:pt x="27358" y="36846"/>
                  <a:pt x="27314" y="36964"/>
                </a:cubicBezTo>
                <a:lnTo>
                  <a:pt x="27270" y="36743"/>
                </a:lnTo>
                <a:cubicBezTo>
                  <a:pt x="27299" y="36626"/>
                  <a:pt x="27343" y="36523"/>
                  <a:pt x="27387" y="36405"/>
                </a:cubicBezTo>
                <a:close/>
                <a:moveTo>
                  <a:pt x="27770" y="36758"/>
                </a:moveTo>
                <a:lnTo>
                  <a:pt x="27770" y="36861"/>
                </a:lnTo>
                <a:cubicBezTo>
                  <a:pt x="27755" y="36920"/>
                  <a:pt x="27755" y="36979"/>
                  <a:pt x="27741" y="37038"/>
                </a:cubicBezTo>
                <a:lnTo>
                  <a:pt x="27741" y="36920"/>
                </a:lnTo>
                <a:cubicBezTo>
                  <a:pt x="27755" y="36861"/>
                  <a:pt x="27770" y="36817"/>
                  <a:pt x="27770" y="36758"/>
                </a:cubicBezTo>
                <a:close/>
                <a:moveTo>
                  <a:pt x="16821" y="22954"/>
                </a:moveTo>
                <a:cubicBezTo>
                  <a:pt x="17454" y="24573"/>
                  <a:pt x="18734" y="25736"/>
                  <a:pt x="20162" y="27075"/>
                </a:cubicBezTo>
                <a:cubicBezTo>
                  <a:pt x="20868" y="27722"/>
                  <a:pt x="21574" y="28399"/>
                  <a:pt x="22281" y="29179"/>
                </a:cubicBezTo>
                <a:cubicBezTo>
                  <a:pt x="24356" y="31460"/>
                  <a:pt x="26269" y="33741"/>
                  <a:pt x="27122" y="36523"/>
                </a:cubicBezTo>
                <a:lnTo>
                  <a:pt x="27167" y="36743"/>
                </a:lnTo>
                <a:cubicBezTo>
                  <a:pt x="27137" y="36846"/>
                  <a:pt x="27078" y="36964"/>
                  <a:pt x="27034" y="37067"/>
                </a:cubicBezTo>
                <a:cubicBezTo>
                  <a:pt x="27019" y="37038"/>
                  <a:pt x="27019" y="36994"/>
                  <a:pt x="27005" y="36964"/>
                </a:cubicBezTo>
                <a:cubicBezTo>
                  <a:pt x="26107" y="34345"/>
                  <a:pt x="24209" y="32255"/>
                  <a:pt x="22207" y="30018"/>
                </a:cubicBezTo>
                <a:lnTo>
                  <a:pt x="21839" y="29606"/>
                </a:lnTo>
                <a:cubicBezTo>
                  <a:pt x="21280" y="28973"/>
                  <a:pt x="20721" y="28399"/>
                  <a:pt x="20162" y="27855"/>
                </a:cubicBezTo>
                <a:cubicBezTo>
                  <a:pt x="18616" y="26295"/>
                  <a:pt x="17277" y="24926"/>
                  <a:pt x="16718" y="23131"/>
                </a:cubicBezTo>
                <a:cubicBezTo>
                  <a:pt x="16762" y="23072"/>
                  <a:pt x="16792" y="23013"/>
                  <a:pt x="16821" y="22954"/>
                </a:cubicBezTo>
                <a:close/>
                <a:moveTo>
                  <a:pt x="27638" y="36743"/>
                </a:moveTo>
                <a:cubicBezTo>
                  <a:pt x="27652" y="36773"/>
                  <a:pt x="27652" y="36846"/>
                  <a:pt x="27652" y="36905"/>
                </a:cubicBezTo>
                <a:cubicBezTo>
                  <a:pt x="27638" y="36979"/>
                  <a:pt x="27608" y="37067"/>
                  <a:pt x="27579" y="37156"/>
                </a:cubicBezTo>
                <a:cubicBezTo>
                  <a:pt x="27579" y="37111"/>
                  <a:pt x="27564" y="37053"/>
                  <a:pt x="27564" y="36994"/>
                </a:cubicBezTo>
                <a:cubicBezTo>
                  <a:pt x="27579" y="36905"/>
                  <a:pt x="27608" y="36817"/>
                  <a:pt x="27638" y="36743"/>
                </a:cubicBezTo>
                <a:close/>
                <a:moveTo>
                  <a:pt x="27446" y="36788"/>
                </a:moveTo>
                <a:cubicBezTo>
                  <a:pt x="27461" y="36846"/>
                  <a:pt x="27461" y="36920"/>
                  <a:pt x="27490" y="36979"/>
                </a:cubicBezTo>
                <a:cubicBezTo>
                  <a:pt x="27461" y="37067"/>
                  <a:pt x="27432" y="37156"/>
                  <a:pt x="27402" y="37259"/>
                </a:cubicBezTo>
                <a:cubicBezTo>
                  <a:pt x="27402" y="37273"/>
                  <a:pt x="27387" y="37288"/>
                  <a:pt x="27387" y="37303"/>
                </a:cubicBezTo>
                <a:cubicBezTo>
                  <a:pt x="27373" y="37229"/>
                  <a:pt x="27373" y="37185"/>
                  <a:pt x="27358" y="37111"/>
                </a:cubicBezTo>
                <a:cubicBezTo>
                  <a:pt x="27387" y="36994"/>
                  <a:pt x="27432" y="36891"/>
                  <a:pt x="27446" y="36788"/>
                </a:cubicBezTo>
                <a:close/>
                <a:moveTo>
                  <a:pt x="27211" y="36861"/>
                </a:moveTo>
                <a:cubicBezTo>
                  <a:pt x="27225" y="36935"/>
                  <a:pt x="27240" y="37023"/>
                  <a:pt x="27270" y="37097"/>
                </a:cubicBezTo>
                <a:lnTo>
                  <a:pt x="27152" y="37435"/>
                </a:lnTo>
                <a:cubicBezTo>
                  <a:pt x="27137" y="37362"/>
                  <a:pt x="27093" y="37273"/>
                  <a:pt x="27078" y="37200"/>
                </a:cubicBezTo>
                <a:cubicBezTo>
                  <a:pt x="27122" y="37082"/>
                  <a:pt x="27167" y="36979"/>
                  <a:pt x="27211" y="36861"/>
                </a:cubicBezTo>
                <a:close/>
                <a:moveTo>
                  <a:pt x="16674" y="23234"/>
                </a:moveTo>
                <a:cubicBezTo>
                  <a:pt x="17233" y="25015"/>
                  <a:pt x="18587" y="26383"/>
                  <a:pt x="20103" y="27928"/>
                </a:cubicBezTo>
                <a:cubicBezTo>
                  <a:pt x="20662" y="28473"/>
                  <a:pt x="21236" y="29047"/>
                  <a:pt x="21780" y="29680"/>
                </a:cubicBezTo>
                <a:lnTo>
                  <a:pt x="22148" y="30092"/>
                </a:lnTo>
                <a:cubicBezTo>
                  <a:pt x="24150" y="32329"/>
                  <a:pt x="26033" y="34418"/>
                  <a:pt x="26931" y="36994"/>
                </a:cubicBezTo>
                <a:cubicBezTo>
                  <a:pt x="26946" y="37053"/>
                  <a:pt x="26975" y="37126"/>
                  <a:pt x="26990" y="37185"/>
                </a:cubicBezTo>
                <a:cubicBezTo>
                  <a:pt x="26931" y="37288"/>
                  <a:pt x="26902" y="37406"/>
                  <a:pt x="26843" y="37509"/>
                </a:cubicBezTo>
                <a:cubicBezTo>
                  <a:pt x="26843" y="37494"/>
                  <a:pt x="26828" y="37450"/>
                  <a:pt x="26828" y="37435"/>
                </a:cubicBezTo>
                <a:cubicBezTo>
                  <a:pt x="25945" y="35139"/>
                  <a:pt x="24267" y="33315"/>
                  <a:pt x="22487" y="31372"/>
                </a:cubicBezTo>
                <a:cubicBezTo>
                  <a:pt x="22119" y="30960"/>
                  <a:pt x="21707" y="30518"/>
                  <a:pt x="21339" y="30092"/>
                </a:cubicBezTo>
                <a:cubicBezTo>
                  <a:pt x="20956" y="29650"/>
                  <a:pt x="20574" y="29253"/>
                  <a:pt x="20206" y="28841"/>
                </a:cubicBezTo>
                <a:cubicBezTo>
                  <a:pt x="18513" y="27031"/>
                  <a:pt x="17042" y="25427"/>
                  <a:pt x="16571" y="23366"/>
                </a:cubicBezTo>
                <a:cubicBezTo>
                  <a:pt x="16615" y="23322"/>
                  <a:pt x="16630" y="23293"/>
                  <a:pt x="16674" y="23234"/>
                </a:cubicBezTo>
                <a:close/>
                <a:moveTo>
                  <a:pt x="27652" y="37156"/>
                </a:moveTo>
                <a:cubicBezTo>
                  <a:pt x="27667" y="37214"/>
                  <a:pt x="27667" y="37259"/>
                  <a:pt x="27667" y="37303"/>
                </a:cubicBezTo>
                <a:cubicBezTo>
                  <a:pt x="27652" y="37376"/>
                  <a:pt x="27638" y="37435"/>
                  <a:pt x="27608" y="37509"/>
                </a:cubicBezTo>
                <a:cubicBezTo>
                  <a:pt x="27608" y="37450"/>
                  <a:pt x="27608" y="37420"/>
                  <a:pt x="27593" y="37362"/>
                </a:cubicBezTo>
                <a:cubicBezTo>
                  <a:pt x="27608" y="37288"/>
                  <a:pt x="27638" y="37229"/>
                  <a:pt x="27652" y="37156"/>
                </a:cubicBezTo>
                <a:close/>
                <a:moveTo>
                  <a:pt x="27505" y="37156"/>
                </a:moveTo>
                <a:cubicBezTo>
                  <a:pt x="27505" y="37214"/>
                  <a:pt x="27520" y="37288"/>
                  <a:pt x="27520" y="37347"/>
                </a:cubicBezTo>
                <a:cubicBezTo>
                  <a:pt x="27505" y="37450"/>
                  <a:pt x="27490" y="37553"/>
                  <a:pt x="27461" y="37641"/>
                </a:cubicBezTo>
                <a:cubicBezTo>
                  <a:pt x="27446" y="37582"/>
                  <a:pt x="27446" y="37523"/>
                  <a:pt x="27432" y="37450"/>
                </a:cubicBezTo>
                <a:cubicBezTo>
                  <a:pt x="27446" y="37376"/>
                  <a:pt x="27461" y="37332"/>
                  <a:pt x="27490" y="37259"/>
                </a:cubicBezTo>
                <a:cubicBezTo>
                  <a:pt x="27490" y="37214"/>
                  <a:pt x="27505" y="37200"/>
                  <a:pt x="27505" y="37156"/>
                </a:cubicBezTo>
                <a:close/>
                <a:moveTo>
                  <a:pt x="27299" y="37259"/>
                </a:moveTo>
                <a:cubicBezTo>
                  <a:pt x="27314" y="37332"/>
                  <a:pt x="27343" y="37406"/>
                  <a:pt x="27343" y="37479"/>
                </a:cubicBezTo>
                <a:cubicBezTo>
                  <a:pt x="27314" y="37582"/>
                  <a:pt x="27284" y="37671"/>
                  <a:pt x="27240" y="37788"/>
                </a:cubicBezTo>
                <a:lnTo>
                  <a:pt x="27196" y="37568"/>
                </a:lnTo>
                <a:cubicBezTo>
                  <a:pt x="27225" y="37479"/>
                  <a:pt x="27270" y="37362"/>
                  <a:pt x="27299" y="37259"/>
                </a:cubicBezTo>
                <a:close/>
                <a:moveTo>
                  <a:pt x="27684" y="37684"/>
                </a:moveTo>
                <a:cubicBezTo>
                  <a:pt x="27682" y="37697"/>
                  <a:pt x="27682" y="37709"/>
                  <a:pt x="27682" y="37715"/>
                </a:cubicBezTo>
                <a:cubicBezTo>
                  <a:pt x="27682" y="37744"/>
                  <a:pt x="27667" y="37803"/>
                  <a:pt x="27667" y="37832"/>
                </a:cubicBezTo>
                <a:lnTo>
                  <a:pt x="27667" y="37744"/>
                </a:lnTo>
                <a:cubicBezTo>
                  <a:pt x="27674" y="37729"/>
                  <a:pt x="27678" y="37707"/>
                  <a:pt x="27684" y="37684"/>
                </a:cubicBezTo>
                <a:close/>
                <a:moveTo>
                  <a:pt x="27034" y="37303"/>
                </a:moveTo>
                <a:cubicBezTo>
                  <a:pt x="27064" y="37406"/>
                  <a:pt x="27093" y="37479"/>
                  <a:pt x="27122" y="37568"/>
                </a:cubicBezTo>
                <a:cubicBezTo>
                  <a:pt x="27064" y="37656"/>
                  <a:pt x="27019" y="37774"/>
                  <a:pt x="26990" y="37877"/>
                </a:cubicBezTo>
                <a:cubicBezTo>
                  <a:pt x="26946" y="37788"/>
                  <a:pt x="26931" y="37715"/>
                  <a:pt x="26902" y="37626"/>
                </a:cubicBezTo>
                <a:cubicBezTo>
                  <a:pt x="26946" y="37509"/>
                  <a:pt x="26990" y="37420"/>
                  <a:pt x="27034" y="37303"/>
                </a:cubicBezTo>
                <a:close/>
                <a:moveTo>
                  <a:pt x="16527" y="23499"/>
                </a:moveTo>
                <a:cubicBezTo>
                  <a:pt x="17012" y="25530"/>
                  <a:pt x="18469" y="27119"/>
                  <a:pt x="20147" y="28914"/>
                </a:cubicBezTo>
                <a:cubicBezTo>
                  <a:pt x="20515" y="29326"/>
                  <a:pt x="20897" y="29724"/>
                  <a:pt x="21280" y="30165"/>
                </a:cubicBezTo>
                <a:cubicBezTo>
                  <a:pt x="21677" y="30607"/>
                  <a:pt x="22060" y="31034"/>
                  <a:pt x="22443" y="31446"/>
                </a:cubicBezTo>
                <a:cubicBezTo>
                  <a:pt x="24209" y="33373"/>
                  <a:pt x="25886" y="35198"/>
                  <a:pt x="26769" y="37479"/>
                </a:cubicBezTo>
                <a:cubicBezTo>
                  <a:pt x="26784" y="37523"/>
                  <a:pt x="26799" y="37568"/>
                  <a:pt x="26828" y="37626"/>
                </a:cubicBezTo>
                <a:cubicBezTo>
                  <a:pt x="26769" y="37729"/>
                  <a:pt x="26710" y="37818"/>
                  <a:pt x="26681" y="37935"/>
                </a:cubicBezTo>
                <a:lnTo>
                  <a:pt x="26681" y="37921"/>
                </a:lnTo>
                <a:cubicBezTo>
                  <a:pt x="25798" y="35831"/>
                  <a:pt x="24223" y="34198"/>
                  <a:pt x="22590" y="32446"/>
                </a:cubicBezTo>
                <a:cubicBezTo>
                  <a:pt x="22016" y="31858"/>
                  <a:pt x="21457" y="31240"/>
                  <a:pt x="20883" y="30592"/>
                </a:cubicBezTo>
                <a:cubicBezTo>
                  <a:pt x="20736" y="30415"/>
                  <a:pt x="20574" y="30239"/>
                  <a:pt x="20426" y="30077"/>
                </a:cubicBezTo>
                <a:cubicBezTo>
                  <a:pt x="18454" y="27884"/>
                  <a:pt x="16792" y="26001"/>
                  <a:pt x="16424" y="23616"/>
                </a:cubicBezTo>
                <a:cubicBezTo>
                  <a:pt x="16468" y="23558"/>
                  <a:pt x="16482" y="23528"/>
                  <a:pt x="16527" y="23499"/>
                </a:cubicBezTo>
                <a:close/>
                <a:moveTo>
                  <a:pt x="27579" y="37582"/>
                </a:moveTo>
                <a:lnTo>
                  <a:pt x="27579" y="37582"/>
                </a:lnTo>
                <a:cubicBezTo>
                  <a:pt x="27564" y="37641"/>
                  <a:pt x="27564" y="37700"/>
                  <a:pt x="27579" y="37744"/>
                </a:cubicBezTo>
                <a:cubicBezTo>
                  <a:pt x="27564" y="37818"/>
                  <a:pt x="27535" y="37921"/>
                  <a:pt x="27520" y="37994"/>
                </a:cubicBezTo>
                <a:cubicBezTo>
                  <a:pt x="27520" y="37935"/>
                  <a:pt x="27505" y="37877"/>
                  <a:pt x="27505" y="37847"/>
                </a:cubicBezTo>
                <a:cubicBezTo>
                  <a:pt x="27520" y="37744"/>
                  <a:pt x="27535" y="37671"/>
                  <a:pt x="27579" y="37582"/>
                </a:cubicBezTo>
                <a:close/>
                <a:moveTo>
                  <a:pt x="27373" y="37656"/>
                </a:moveTo>
                <a:cubicBezTo>
                  <a:pt x="27387" y="37715"/>
                  <a:pt x="27387" y="37788"/>
                  <a:pt x="27417" y="37847"/>
                </a:cubicBezTo>
                <a:cubicBezTo>
                  <a:pt x="27417" y="37862"/>
                  <a:pt x="27387" y="37877"/>
                  <a:pt x="27387" y="37921"/>
                </a:cubicBezTo>
                <a:cubicBezTo>
                  <a:pt x="27373" y="37994"/>
                  <a:pt x="27358" y="38068"/>
                  <a:pt x="27343" y="38156"/>
                </a:cubicBezTo>
                <a:cubicBezTo>
                  <a:pt x="27314" y="38083"/>
                  <a:pt x="27314" y="38024"/>
                  <a:pt x="27299" y="37950"/>
                </a:cubicBezTo>
                <a:cubicBezTo>
                  <a:pt x="27314" y="37847"/>
                  <a:pt x="27343" y="37744"/>
                  <a:pt x="27373" y="37656"/>
                </a:cubicBezTo>
                <a:close/>
                <a:moveTo>
                  <a:pt x="27152" y="37715"/>
                </a:moveTo>
                <a:cubicBezTo>
                  <a:pt x="27167" y="37788"/>
                  <a:pt x="27196" y="37877"/>
                  <a:pt x="27211" y="37950"/>
                </a:cubicBezTo>
                <a:cubicBezTo>
                  <a:pt x="27167" y="38039"/>
                  <a:pt x="27137" y="38142"/>
                  <a:pt x="27093" y="38245"/>
                </a:cubicBezTo>
                <a:cubicBezTo>
                  <a:pt x="27078" y="38156"/>
                  <a:pt x="27049" y="38083"/>
                  <a:pt x="27019" y="38009"/>
                </a:cubicBezTo>
                <a:cubicBezTo>
                  <a:pt x="27064" y="37921"/>
                  <a:pt x="27122" y="37803"/>
                  <a:pt x="27152" y="37715"/>
                </a:cubicBezTo>
                <a:close/>
                <a:moveTo>
                  <a:pt x="26843" y="37715"/>
                </a:moveTo>
                <a:cubicBezTo>
                  <a:pt x="26872" y="37803"/>
                  <a:pt x="26902" y="37891"/>
                  <a:pt x="26931" y="37994"/>
                </a:cubicBezTo>
                <a:cubicBezTo>
                  <a:pt x="26902" y="38097"/>
                  <a:pt x="26843" y="38186"/>
                  <a:pt x="26799" y="38303"/>
                </a:cubicBezTo>
                <a:lnTo>
                  <a:pt x="26696" y="38024"/>
                </a:lnTo>
                <a:cubicBezTo>
                  <a:pt x="26755" y="37935"/>
                  <a:pt x="26799" y="37818"/>
                  <a:pt x="26843" y="37715"/>
                </a:cubicBezTo>
                <a:close/>
                <a:moveTo>
                  <a:pt x="16365" y="23734"/>
                </a:moveTo>
                <a:cubicBezTo>
                  <a:pt x="16762" y="26089"/>
                  <a:pt x="18410" y="27987"/>
                  <a:pt x="20323" y="30136"/>
                </a:cubicBezTo>
                <a:cubicBezTo>
                  <a:pt x="20471" y="30298"/>
                  <a:pt x="20647" y="30489"/>
                  <a:pt x="20780" y="30651"/>
                </a:cubicBezTo>
                <a:cubicBezTo>
                  <a:pt x="21354" y="31298"/>
                  <a:pt x="21928" y="31902"/>
                  <a:pt x="22502" y="32505"/>
                </a:cubicBezTo>
                <a:cubicBezTo>
                  <a:pt x="24135" y="34242"/>
                  <a:pt x="25680" y="35875"/>
                  <a:pt x="26578" y="37950"/>
                </a:cubicBezTo>
                <a:cubicBezTo>
                  <a:pt x="26593" y="37965"/>
                  <a:pt x="26593" y="38009"/>
                  <a:pt x="26622" y="38024"/>
                </a:cubicBezTo>
                <a:cubicBezTo>
                  <a:pt x="26563" y="38142"/>
                  <a:pt x="26504" y="38230"/>
                  <a:pt x="26446" y="38333"/>
                </a:cubicBezTo>
                <a:cubicBezTo>
                  <a:pt x="25548" y="36420"/>
                  <a:pt x="24076" y="34948"/>
                  <a:pt x="22516" y="33373"/>
                </a:cubicBezTo>
                <a:cubicBezTo>
                  <a:pt x="21795" y="32652"/>
                  <a:pt x="21059" y="31902"/>
                  <a:pt x="20368" y="31107"/>
                </a:cubicBezTo>
                <a:cubicBezTo>
                  <a:pt x="18190" y="28605"/>
                  <a:pt x="16497" y="26457"/>
                  <a:pt x="16321" y="23881"/>
                </a:cubicBezTo>
                <a:cubicBezTo>
                  <a:pt x="16321" y="23808"/>
                  <a:pt x="16335" y="23764"/>
                  <a:pt x="16365" y="23734"/>
                </a:cubicBezTo>
                <a:close/>
                <a:moveTo>
                  <a:pt x="27593" y="38024"/>
                </a:moveTo>
                <a:lnTo>
                  <a:pt x="27593" y="38156"/>
                </a:lnTo>
                <a:cubicBezTo>
                  <a:pt x="27579" y="38230"/>
                  <a:pt x="27549" y="38289"/>
                  <a:pt x="27549" y="38362"/>
                </a:cubicBezTo>
                <a:cubicBezTo>
                  <a:pt x="27549" y="38318"/>
                  <a:pt x="27549" y="38289"/>
                  <a:pt x="27535" y="38230"/>
                </a:cubicBezTo>
                <a:cubicBezTo>
                  <a:pt x="27549" y="38186"/>
                  <a:pt x="27549" y="38156"/>
                  <a:pt x="27579" y="38112"/>
                </a:cubicBezTo>
                <a:cubicBezTo>
                  <a:pt x="27579" y="38083"/>
                  <a:pt x="27593" y="38068"/>
                  <a:pt x="27593" y="38024"/>
                </a:cubicBezTo>
                <a:close/>
                <a:moveTo>
                  <a:pt x="27432" y="38068"/>
                </a:moveTo>
                <a:cubicBezTo>
                  <a:pt x="27432" y="38112"/>
                  <a:pt x="27446" y="38171"/>
                  <a:pt x="27446" y="38230"/>
                </a:cubicBezTo>
                <a:cubicBezTo>
                  <a:pt x="27432" y="38303"/>
                  <a:pt x="27402" y="38392"/>
                  <a:pt x="27387" y="38480"/>
                </a:cubicBezTo>
                <a:cubicBezTo>
                  <a:pt x="27373" y="38436"/>
                  <a:pt x="27373" y="38377"/>
                  <a:pt x="27358" y="38318"/>
                </a:cubicBezTo>
                <a:cubicBezTo>
                  <a:pt x="27373" y="38230"/>
                  <a:pt x="27402" y="38142"/>
                  <a:pt x="27432" y="38068"/>
                </a:cubicBezTo>
                <a:close/>
                <a:moveTo>
                  <a:pt x="27240" y="38068"/>
                </a:moveTo>
                <a:cubicBezTo>
                  <a:pt x="27270" y="38142"/>
                  <a:pt x="27284" y="38215"/>
                  <a:pt x="27284" y="38289"/>
                </a:cubicBezTo>
                <a:cubicBezTo>
                  <a:pt x="27240" y="38406"/>
                  <a:pt x="27211" y="38509"/>
                  <a:pt x="27196" y="38598"/>
                </a:cubicBezTo>
                <a:cubicBezTo>
                  <a:pt x="27167" y="38524"/>
                  <a:pt x="27152" y="38451"/>
                  <a:pt x="27137" y="38362"/>
                </a:cubicBezTo>
                <a:cubicBezTo>
                  <a:pt x="27167" y="38259"/>
                  <a:pt x="27211" y="38171"/>
                  <a:pt x="27240" y="38068"/>
                </a:cubicBezTo>
                <a:close/>
                <a:moveTo>
                  <a:pt x="26975" y="38097"/>
                </a:moveTo>
                <a:cubicBezTo>
                  <a:pt x="26990" y="38186"/>
                  <a:pt x="27019" y="38259"/>
                  <a:pt x="27049" y="38362"/>
                </a:cubicBezTo>
                <a:cubicBezTo>
                  <a:pt x="27005" y="38451"/>
                  <a:pt x="26975" y="38554"/>
                  <a:pt x="26931" y="38657"/>
                </a:cubicBezTo>
                <a:cubicBezTo>
                  <a:pt x="26902" y="38554"/>
                  <a:pt x="26872" y="38480"/>
                  <a:pt x="26843" y="38392"/>
                </a:cubicBezTo>
                <a:cubicBezTo>
                  <a:pt x="26872" y="38303"/>
                  <a:pt x="26931" y="38215"/>
                  <a:pt x="26975" y="38097"/>
                </a:cubicBezTo>
                <a:close/>
                <a:moveTo>
                  <a:pt x="26637" y="38112"/>
                </a:moveTo>
                <a:lnTo>
                  <a:pt x="26755" y="38392"/>
                </a:lnTo>
                <a:cubicBezTo>
                  <a:pt x="26696" y="38509"/>
                  <a:pt x="26652" y="38598"/>
                  <a:pt x="26607" y="38686"/>
                </a:cubicBezTo>
                <a:cubicBezTo>
                  <a:pt x="26563" y="38598"/>
                  <a:pt x="26504" y="38509"/>
                  <a:pt x="26475" y="38406"/>
                </a:cubicBezTo>
                <a:cubicBezTo>
                  <a:pt x="26534" y="38318"/>
                  <a:pt x="26578" y="38215"/>
                  <a:pt x="26637" y="38112"/>
                </a:cubicBezTo>
                <a:close/>
                <a:moveTo>
                  <a:pt x="27593" y="38480"/>
                </a:moveTo>
                <a:lnTo>
                  <a:pt x="27593" y="38554"/>
                </a:lnTo>
                <a:cubicBezTo>
                  <a:pt x="27593" y="38598"/>
                  <a:pt x="27579" y="38627"/>
                  <a:pt x="27579" y="38686"/>
                </a:cubicBezTo>
                <a:lnTo>
                  <a:pt x="27579" y="38612"/>
                </a:lnTo>
                <a:cubicBezTo>
                  <a:pt x="27593" y="38583"/>
                  <a:pt x="27593" y="38539"/>
                  <a:pt x="27593" y="38480"/>
                </a:cubicBezTo>
                <a:close/>
                <a:moveTo>
                  <a:pt x="16232" y="23970"/>
                </a:moveTo>
                <a:cubicBezTo>
                  <a:pt x="16468" y="26530"/>
                  <a:pt x="18145" y="28664"/>
                  <a:pt x="20294" y="31151"/>
                </a:cubicBezTo>
                <a:cubicBezTo>
                  <a:pt x="20986" y="31961"/>
                  <a:pt x="21722" y="32696"/>
                  <a:pt x="22443" y="33432"/>
                </a:cubicBezTo>
                <a:cubicBezTo>
                  <a:pt x="24003" y="35007"/>
                  <a:pt x="25489" y="36523"/>
                  <a:pt x="26401" y="38436"/>
                </a:cubicBezTo>
                <a:cubicBezTo>
                  <a:pt x="26343" y="38539"/>
                  <a:pt x="26284" y="38627"/>
                  <a:pt x="26210" y="38745"/>
                </a:cubicBezTo>
                <a:cubicBezTo>
                  <a:pt x="25298" y="36994"/>
                  <a:pt x="23870" y="35610"/>
                  <a:pt x="22369" y="34183"/>
                </a:cubicBezTo>
                <a:cubicBezTo>
                  <a:pt x="21516" y="33373"/>
                  <a:pt x="20662" y="32520"/>
                  <a:pt x="19853" y="31607"/>
                </a:cubicBezTo>
                <a:cubicBezTo>
                  <a:pt x="17939" y="29371"/>
                  <a:pt x="16173" y="26913"/>
                  <a:pt x="16173" y="24102"/>
                </a:cubicBezTo>
                <a:cubicBezTo>
                  <a:pt x="16188" y="24043"/>
                  <a:pt x="16203" y="23999"/>
                  <a:pt x="16232" y="23970"/>
                </a:cubicBezTo>
                <a:close/>
                <a:moveTo>
                  <a:pt x="27461" y="38436"/>
                </a:moveTo>
                <a:cubicBezTo>
                  <a:pt x="27490" y="38509"/>
                  <a:pt x="27490" y="38554"/>
                  <a:pt x="27490" y="38598"/>
                </a:cubicBezTo>
                <a:lnTo>
                  <a:pt x="27432" y="38818"/>
                </a:lnTo>
                <a:cubicBezTo>
                  <a:pt x="27432" y="38760"/>
                  <a:pt x="27417" y="38730"/>
                  <a:pt x="27417" y="38671"/>
                </a:cubicBezTo>
                <a:cubicBezTo>
                  <a:pt x="27417" y="38627"/>
                  <a:pt x="27432" y="38598"/>
                  <a:pt x="27432" y="38554"/>
                </a:cubicBezTo>
                <a:cubicBezTo>
                  <a:pt x="27446" y="38524"/>
                  <a:pt x="27446" y="38465"/>
                  <a:pt x="27461" y="38436"/>
                </a:cubicBezTo>
                <a:close/>
                <a:moveTo>
                  <a:pt x="27299" y="38480"/>
                </a:moveTo>
                <a:cubicBezTo>
                  <a:pt x="27314" y="38554"/>
                  <a:pt x="27314" y="38612"/>
                  <a:pt x="27343" y="38686"/>
                </a:cubicBezTo>
                <a:cubicBezTo>
                  <a:pt x="27314" y="38774"/>
                  <a:pt x="27284" y="38877"/>
                  <a:pt x="27270" y="38966"/>
                </a:cubicBezTo>
                <a:cubicBezTo>
                  <a:pt x="27240" y="38892"/>
                  <a:pt x="27225" y="38818"/>
                  <a:pt x="27225" y="38760"/>
                </a:cubicBezTo>
                <a:cubicBezTo>
                  <a:pt x="27240" y="38671"/>
                  <a:pt x="27284" y="38583"/>
                  <a:pt x="27299" y="38480"/>
                </a:cubicBezTo>
                <a:close/>
                <a:moveTo>
                  <a:pt x="27078" y="38509"/>
                </a:moveTo>
                <a:cubicBezTo>
                  <a:pt x="27093" y="38598"/>
                  <a:pt x="27108" y="38671"/>
                  <a:pt x="27137" y="38760"/>
                </a:cubicBezTo>
                <a:cubicBezTo>
                  <a:pt x="27093" y="38833"/>
                  <a:pt x="27064" y="38921"/>
                  <a:pt x="27034" y="39039"/>
                </a:cubicBezTo>
                <a:cubicBezTo>
                  <a:pt x="27019" y="38951"/>
                  <a:pt x="26990" y="38877"/>
                  <a:pt x="26961" y="38774"/>
                </a:cubicBezTo>
                <a:lnTo>
                  <a:pt x="27078" y="38509"/>
                </a:lnTo>
                <a:close/>
                <a:moveTo>
                  <a:pt x="26784" y="38509"/>
                </a:moveTo>
                <a:cubicBezTo>
                  <a:pt x="26828" y="38598"/>
                  <a:pt x="26843" y="38686"/>
                  <a:pt x="26872" y="38774"/>
                </a:cubicBezTo>
                <a:cubicBezTo>
                  <a:pt x="26843" y="38877"/>
                  <a:pt x="26784" y="38980"/>
                  <a:pt x="26755" y="39069"/>
                </a:cubicBezTo>
                <a:lnTo>
                  <a:pt x="26637" y="38804"/>
                </a:lnTo>
                <a:cubicBezTo>
                  <a:pt x="26696" y="38701"/>
                  <a:pt x="26725" y="38598"/>
                  <a:pt x="26784" y="38509"/>
                </a:cubicBezTo>
                <a:close/>
                <a:moveTo>
                  <a:pt x="26416" y="38524"/>
                </a:moveTo>
                <a:cubicBezTo>
                  <a:pt x="26460" y="38612"/>
                  <a:pt x="26504" y="38701"/>
                  <a:pt x="26549" y="38804"/>
                </a:cubicBezTo>
                <a:cubicBezTo>
                  <a:pt x="26490" y="38892"/>
                  <a:pt x="26431" y="38980"/>
                  <a:pt x="26387" y="39098"/>
                </a:cubicBezTo>
                <a:lnTo>
                  <a:pt x="26269" y="38877"/>
                </a:lnTo>
                <a:cubicBezTo>
                  <a:pt x="26254" y="38848"/>
                  <a:pt x="26254" y="38833"/>
                  <a:pt x="26239" y="38818"/>
                </a:cubicBezTo>
                <a:cubicBezTo>
                  <a:pt x="26284" y="38730"/>
                  <a:pt x="26343" y="38612"/>
                  <a:pt x="26416" y="38524"/>
                </a:cubicBezTo>
                <a:close/>
                <a:moveTo>
                  <a:pt x="16085" y="24235"/>
                </a:moveTo>
                <a:cubicBezTo>
                  <a:pt x="16159" y="27001"/>
                  <a:pt x="17881" y="29429"/>
                  <a:pt x="19779" y="31637"/>
                </a:cubicBezTo>
                <a:cubicBezTo>
                  <a:pt x="20559" y="32579"/>
                  <a:pt x="21442" y="33403"/>
                  <a:pt x="22295" y="34242"/>
                </a:cubicBezTo>
                <a:cubicBezTo>
                  <a:pt x="23811" y="35684"/>
                  <a:pt x="25224" y="37053"/>
                  <a:pt x="26136" y="38818"/>
                </a:cubicBezTo>
                <a:cubicBezTo>
                  <a:pt x="26092" y="38921"/>
                  <a:pt x="26019" y="39025"/>
                  <a:pt x="25960" y="39113"/>
                </a:cubicBezTo>
                <a:cubicBezTo>
                  <a:pt x="25003" y="37465"/>
                  <a:pt x="23620" y="36228"/>
                  <a:pt x="22163" y="34889"/>
                </a:cubicBezTo>
                <a:cubicBezTo>
                  <a:pt x="21206" y="34006"/>
                  <a:pt x="20220" y="33109"/>
                  <a:pt x="19337" y="32078"/>
                </a:cubicBezTo>
                <a:cubicBezTo>
                  <a:pt x="16909" y="29209"/>
                  <a:pt x="15864" y="26751"/>
                  <a:pt x="16026" y="24323"/>
                </a:cubicBezTo>
                <a:cubicBezTo>
                  <a:pt x="16041" y="24279"/>
                  <a:pt x="16056" y="24249"/>
                  <a:pt x="16085" y="24235"/>
                </a:cubicBezTo>
                <a:close/>
                <a:moveTo>
                  <a:pt x="27505" y="38892"/>
                </a:moveTo>
                <a:cubicBezTo>
                  <a:pt x="27520" y="38921"/>
                  <a:pt x="27520" y="38966"/>
                  <a:pt x="27520" y="38995"/>
                </a:cubicBezTo>
                <a:cubicBezTo>
                  <a:pt x="27505" y="39054"/>
                  <a:pt x="27505" y="39113"/>
                  <a:pt x="27490" y="39172"/>
                </a:cubicBezTo>
                <a:cubicBezTo>
                  <a:pt x="27490" y="39128"/>
                  <a:pt x="27490" y="39098"/>
                  <a:pt x="27461" y="39054"/>
                </a:cubicBezTo>
                <a:cubicBezTo>
                  <a:pt x="27490" y="38995"/>
                  <a:pt x="27490" y="38951"/>
                  <a:pt x="27505" y="38892"/>
                </a:cubicBezTo>
                <a:close/>
                <a:moveTo>
                  <a:pt x="27373" y="38877"/>
                </a:moveTo>
                <a:cubicBezTo>
                  <a:pt x="27373" y="38951"/>
                  <a:pt x="27387" y="38995"/>
                  <a:pt x="27387" y="39054"/>
                </a:cubicBezTo>
                <a:cubicBezTo>
                  <a:pt x="27373" y="39113"/>
                  <a:pt x="27373" y="39172"/>
                  <a:pt x="27358" y="39216"/>
                </a:cubicBezTo>
                <a:cubicBezTo>
                  <a:pt x="27358" y="39260"/>
                  <a:pt x="27343" y="39289"/>
                  <a:pt x="27343" y="39319"/>
                </a:cubicBezTo>
                <a:cubicBezTo>
                  <a:pt x="27314" y="39260"/>
                  <a:pt x="27314" y="39201"/>
                  <a:pt x="27299" y="39128"/>
                </a:cubicBezTo>
                <a:cubicBezTo>
                  <a:pt x="27314" y="39054"/>
                  <a:pt x="27358" y="38966"/>
                  <a:pt x="27373" y="38877"/>
                </a:cubicBezTo>
                <a:close/>
                <a:moveTo>
                  <a:pt x="27167" y="38892"/>
                </a:moveTo>
                <a:cubicBezTo>
                  <a:pt x="27181" y="38966"/>
                  <a:pt x="27211" y="39039"/>
                  <a:pt x="27225" y="39128"/>
                </a:cubicBezTo>
                <a:cubicBezTo>
                  <a:pt x="27196" y="39216"/>
                  <a:pt x="27152" y="39319"/>
                  <a:pt x="27137" y="39407"/>
                </a:cubicBezTo>
                <a:cubicBezTo>
                  <a:pt x="27122" y="39334"/>
                  <a:pt x="27093" y="39245"/>
                  <a:pt x="27078" y="39172"/>
                </a:cubicBezTo>
                <a:cubicBezTo>
                  <a:pt x="27122" y="39069"/>
                  <a:pt x="27152" y="38980"/>
                  <a:pt x="27167" y="38892"/>
                </a:cubicBezTo>
                <a:close/>
                <a:moveTo>
                  <a:pt x="26916" y="38892"/>
                </a:moveTo>
                <a:cubicBezTo>
                  <a:pt x="26931" y="38980"/>
                  <a:pt x="26975" y="39069"/>
                  <a:pt x="26990" y="39142"/>
                </a:cubicBezTo>
                <a:lnTo>
                  <a:pt x="26872" y="39422"/>
                </a:lnTo>
                <a:cubicBezTo>
                  <a:pt x="26843" y="39334"/>
                  <a:pt x="26828" y="39245"/>
                  <a:pt x="26784" y="39172"/>
                </a:cubicBezTo>
                <a:cubicBezTo>
                  <a:pt x="26828" y="39069"/>
                  <a:pt x="26872" y="38980"/>
                  <a:pt x="26916" y="38892"/>
                </a:cubicBezTo>
                <a:close/>
                <a:moveTo>
                  <a:pt x="26195" y="38892"/>
                </a:moveTo>
                <a:lnTo>
                  <a:pt x="26195" y="38907"/>
                </a:lnTo>
                <a:cubicBezTo>
                  <a:pt x="26254" y="38980"/>
                  <a:pt x="26284" y="39069"/>
                  <a:pt x="26343" y="39172"/>
                </a:cubicBezTo>
                <a:cubicBezTo>
                  <a:pt x="26284" y="39260"/>
                  <a:pt x="26239" y="39363"/>
                  <a:pt x="26181" y="39466"/>
                </a:cubicBezTo>
                <a:cubicBezTo>
                  <a:pt x="26166" y="39422"/>
                  <a:pt x="26136" y="39363"/>
                  <a:pt x="26107" y="39334"/>
                </a:cubicBezTo>
                <a:cubicBezTo>
                  <a:pt x="26063" y="39275"/>
                  <a:pt x="26048" y="39245"/>
                  <a:pt x="26004" y="39186"/>
                </a:cubicBezTo>
                <a:cubicBezTo>
                  <a:pt x="26078" y="39098"/>
                  <a:pt x="26136" y="38980"/>
                  <a:pt x="26195" y="38892"/>
                </a:cubicBezTo>
                <a:close/>
                <a:moveTo>
                  <a:pt x="26578" y="38892"/>
                </a:moveTo>
                <a:lnTo>
                  <a:pt x="26696" y="39172"/>
                </a:lnTo>
                <a:cubicBezTo>
                  <a:pt x="26637" y="39260"/>
                  <a:pt x="26593" y="39363"/>
                  <a:pt x="26549" y="39466"/>
                </a:cubicBezTo>
                <a:cubicBezTo>
                  <a:pt x="26504" y="39363"/>
                  <a:pt x="26475" y="39275"/>
                  <a:pt x="26416" y="39186"/>
                </a:cubicBezTo>
                <a:cubicBezTo>
                  <a:pt x="26490" y="39069"/>
                  <a:pt x="26534" y="38980"/>
                  <a:pt x="26578" y="38892"/>
                </a:cubicBezTo>
                <a:close/>
                <a:moveTo>
                  <a:pt x="15953" y="24485"/>
                </a:moveTo>
                <a:lnTo>
                  <a:pt x="15953" y="24485"/>
                </a:lnTo>
                <a:cubicBezTo>
                  <a:pt x="15835" y="26883"/>
                  <a:pt x="16909" y="29326"/>
                  <a:pt x="19293" y="32123"/>
                </a:cubicBezTo>
                <a:cubicBezTo>
                  <a:pt x="20176" y="33153"/>
                  <a:pt x="21177" y="34065"/>
                  <a:pt x="22134" y="34948"/>
                </a:cubicBezTo>
                <a:cubicBezTo>
                  <a:pt x="23605" y="36302"/>
                  <a:pt x="24989" y="37553"/>
                  <a:pt x="25916" y="39186"/>
                </a:cubicBezTo>
                <a:cubicBezTo>
                  <a:pt x="25842" y="39289"/>
                  <a:pt x="25798" y="39392"/>
                  <a:pt x="25724" y="39481"/>
                </a:cubicBezTo>
                <a:cubicBezTo>
                  <a:pt x="24738" y="37950"/>
                  <a:pt x="23399" y="36788"/>
                  <a:pt x="21972" y="35551"/>
                </a:cubicBezTo>
                <a:cubicBezTo>
                  <a:pt x="20897" y="34639"/>
                  <a:pt x="19794" y="33682"/>
                  <a:pt x="18852" y="32564"/>
                </a:cubicBezTo>
                <a:cubicBezTo>
                  <a:pt x="16571" y="29856"/>
                  <a:pt x="15585" y="27075"/>
                  <a:pt x="15909" y="24544"/>
                </a:cubicBezTo>
                <a:cubicBezTo>
                  <a:pt x="15909" y="24529"/>
                  <a:pt x="15923" y="24499"/>
                  <a:pt x="15953" y="24485"/>
                </a:cubicBezTo>
                <a:close/>
                <a:moveTo>
                  <a:pt x="27520" y="39348"/>
                </a:moveTo>
                <a:lnTo>
                  <a:pt x="27520" y="39407"/>
                </a:lnTo>
                <a:cubicBezTo>
                  <a:pt x="27520" y="39437"/>
                  <a:pt x="27505" y="39466"/>
                  <a:pt x="27505" y="39495"/>
                </a:cubicBezTo>
                <a:lnTo>
                  <a:pt x="27505" y="39437"/>
                </a:lnTo>
                <a:cubicBezTo>
                  <a:pt x="27505" y="39407"/>
                  <a:pt x="27520" y="39392"/>
                  <a:pt x="27520" y="39348"/>
                </a:cubicBezTo>
                <a:close/>
                <a:moveTo>
                  <a:pt x="27417" y="39275"/>
                </a:moveTo>
                <a:cubicBezTo>
                  <a:pt x="27432" y="39334"/>
                  <a:pt x="27432" y="39392"/>
                  <a:pt x="27432" y="39422"/>
                </a:cubicBezTo>
                <a:lnTo>
                  <a:pt x="27373" y="39643"/>
                </a:lnTo>
                <a:cubicBezTo>
                  <a:pt x="27373" y="39584"/>
                  <a:pt x="27358" y="39554"/>
                  <a:pt x="27358" y="39495"/>
                </a:cubicBezTo>
                <a:lnTo>
                  <a:pt x="27417" y="39275"/>
                </a:lnTo>
                <a:close/>
                <a:moveTo>
                  <a:pt x="27240" y="39289"/>
                </a:moveTo>
                <a:cubicBezTo>
                  <a:pt x="27270" y="39363"/>
                  <a:pt x="27270" y="39437"/>
                  <a:pt x="27284" y="39495"/>
                </a:cubicBezTo>
                <a:cubicBezTo>
                  <a:pt x="27270" y="39584"/>
                  <a:pt x="27240" y="39657"/>
                  <a:pt x="27211" y="39760"/>
                </a:cubicBezTo>
                <a:lnTo>
                  <a:pt x="27152" y="39540"/>
                </a:lnTo>
                <a:cubicBezTo>
                  <a:pt x="27196" y="39466"/>
                  <a:pt x="27225" y="39392"/>
                  <a:pt x="27240" y="39289"/>
                </a:cubicBezTo>
                <a:close/>
                <a:moveTo>
                  <a:pt x="27019" y="39289"/>
                </a:moveTo>
                <a:cubicBezTo>
                  <a:pt x="27034" y="39392"/>
                  <a:pt x="27064" y="39466"/>
                  <a:pt x="27078" y="39554"/>
                </a:cubicBezTo>
                <a:cubicBezTo>
                  <a:pt x="27034" y="39643"/>
                  <a:pt x="27019" y="39731"/>
                  <a:pt x="26990" y="39804"/>
                </a:cubicBezTo>
                <a:cubicBezTo>
                  <a:pt x="26975" y="39716"/>
                  <a:pt x="26931" y="39643"/>
                  <a:pt x="26916" y="39554"/>
                </a:cubicBezTo>
                <a:cubicBezTo>
                  <a:pt x="26946" y="39466"/>
                  <a:pt x="26990" y="39363"/>
                  <a:pt x="27019" y="39289"/>
                </a:cubicBezTo>
                <a:close/>
                <a:moveTo>
                  <a:pt x="26725" y="39275"/>
                </a:moveTo>
                <a:cubicBezTo>
                  <a:pt x="26769" y="39363"/>
                  <a:pt x="26784" y="39466"/>
                  <a:pt x="26813" y="39554"/>
                </a:cubicBezTo>
                <a:cubicBezTo>
                  <a:pt x="26784" y="39643"/>
                  <a:pt x="26725" y="39731"/>
                  <a:pt x="26696" y="39834"/>
                </a:cubicBezTo>
                <a:lnTo>
                  <a:pt x="26578" y="39554"/>
                </a:lnTo>
                <a:cubicBezTo>
                  <a:pt x="26637" y="39466"/>
                  <a:pt x="26666" y="39363"/>
                  <a:pt x="26725" y="39275"/>
                </a:cubicBezTo>
                <a:close/>
                <a:moveTo>
                  <a:pt x="15806" y="24764"/>
                </a:moveTo>
                <a:lnTo>
                  <a:pt x="15806" y="24764"/>
                </a:lnTo>
                <a:cubicBezTo>
                  <a:pt x="15541" y="27266"/>
                  <a:pt x="16571" y="29974"/>
                  <a:pt x="18778" y="32623"/>
                </a:cubicBezTo>
                <a:cubicBezTo>
                  <a:pt x="19720" y="33741"/>
                  <a:pt x="20824" y="34698"/>
                  <a:pt x="21913" y="35610"/>
                </a:cubicBezTo>
                <a:cubicBezTo>
                  <a:pt x="23340" y="36846"/>
                  <a:pt x="24709" y="38024"/>
                  <a:pt x="25666" y="39554"/>
                </a:cubicBezTo>
                <a:cubicBezTo>
                  <a:pt x="25592" y="39657"/>
                  <a:pt x="25518" y="39760"/>
                  <a:pt x="25445" y="39849"/>
                </a:cubicBezTo>
                <a:cubicBezTo>
                  <a:pt x="24444" y="38436"/>
                  <a:pt x="23120" y="37332"/>
                  <a:pt x="21707" y="36184"/>
                </a:cubicBezTo>
                <a:cubicBezTo>
                  <a:pt x="20529" y="35228"/>
                  <a:pt x="19337" y="34242"/>
                  <a:pt x="18337" y="33035"/>
                </a:cubicBezTo>
                <a:cubicBezTo>
                  <a:pt x="16159" y="30386"/>
                  <a:pt x="15246" y="27472"/>
                  <a:pt x="15806" y="24764"/>
                </a:cubicBezTo>
                <a:close/>
                <a:moveTo>
                  <a:pt x="25975" y="39260"/>
                </a:moveTo>
                <a:cubicBezTo>
                  <a:pt x="25989" y="39289"/>
                  <a:pt x="26019" y="39334"/>
                  <a:pt x="26048" y="39363"/>
                </a:cubicBezTo>
                <a:cubicBezTo>
                  <a:pt x="26048" y="39422"/>
                  <a:pt x="26092" y="39495"/>
                  <a:pt x="26122" y="39554"/>
                </a:cubicBezTo>
                <a:cubicBezTo>
                  <a:pt x="26063" y="39643"/>
                  <a:pt x="25989" y="39760"/>
                  <a:pt x="25930" y="39849"/>
                </a:cubicBezTo>
                <a:cubicBezTo>
                  <a:pt x="25930" y="39834"/>
                  <a:pt x="25916" y="39834"/>
                  <a:pt x="25916" y="39804"/>
                </a:cubicBezTo>
                <a:cubicBezTo>
                  <a:pt x="25872" y="39716"/>
                  <a:pt x="25813" y="39643"/>
                  <a:pt x="25769" y="39554"/>
                </a:cubicBezTo>
                <a:cubicBezTo>
                  <a:pt x="25842" y="39466"/>
                  <a:pt x="25901" y="39348"/>
                  <a:pt x="25975" y="39260"/>
                </a:cubicBezTo>
                <a:close/>
                <a:moveTo>
                  <a:pt x="26387" y="39275"/>
                </a:moveTo>
                <a:cubicBezTo>
                  <a:pt x="26416" y="39363"/>
                  <a:pt x="26460" y="39466"/>
                  <a:pt x="26504" y="39569"/>
                </a:cubicBezTo>
                <a:cubicBezTo>
                  <a:pt x="26460" y="39643"/>
                  <a:pt x="26401" y="39731"/>
                  <a:pt x="26343" y="39849"/>
                </a:cubicBezTo>
                <a:cubicBezTo>
                  <a:pt x="26298" y="39760"/>
                  <a:pt x="26254" y="39657"/>
                  <a:pt x="26210" y="39569"/>
                </a:cubicBezTo>
                <a:cubicBezTo>
                  <a:pt x="26269" y="39481"/>
                  <a:pt x="26328" y="39392"/>
                  <a:pt x="26387" y="39275"/>
                </a:cubicBezTo>
                <a:close/>
                <a:moveTo>
                  <a:pt x="27432" y="39701"/>
                </a:moveTo>
                <a:cubicBezTo>
                  <a:pt x="27446" y="39760"/>
                  <a:pt x="27446" y="39790"/>
                  <a:pt x="27446" y="39804"/>
                </a:cubicBezTo>
                <a:cubicBezTo>
                  <a:pt x="27432" y="39863"/>
                  <a:pt x="27432" y="39922"/>
                  <a:pt x="27402" y="39981"/>
                </a:cubicBezTo>
                <a:cubicBezTo>
                  <a:pt x="27402" y="39937"/>
                  <a:pt x="27402" y="39922"/>
                  <a:pt x="27387" y="39878"/>
                </a:cubicBezTo>
                <a:lnTo>
                  <a:pt x="27387" y="39863"/>
                </a:lnTo>
                <a:cubicBezTo>
                  <a:pt x="27402" y="39804"/>
                  <a:pt x="27402" y="39760"/>
                  <a:pt x="27432" y="39701"/>
                </a:cubicBezTo>
                <a:close/>
                <a:moveTo>
                  <a:pt x="27314" y="39701"/>
                </a:moveTo>
                <a:cubicBezTo>
                  <a:pt x="27314" y="39775"/>
                  <a:pt x="27314" y="39834"/>
                  <a:pt x="27343" y="39878"/>
                </a:cubicBezTo>
                <a:lnTo>
                  <a:pt x="27284" y="40099"/>
                </a:lnTo>
                <a:cubicBezTo>
                  <a:pt x="27270" y="40040"/>
                  <a:pt x="27270" y="39981"/>
                  <a:pt x="27240" y="39922"/>
                </a:cubicBezTo>
                <a:cubicBezTo>
                  <a:pt x="27270" y="39849"/>
                  <a:pt x="27284" y="39775"/>
                  <a:pt x="27314" y="39701"/>
                </a:cubicBezTo>
                <a:close/>
                <a:moveTo>
                  <a:pt x="27122" y="39672"/>
                </a:moveTo>
                <a:cubicBezTo>
                  <a:pt x="27137" y="39760"/>
                  <a:pt x="27152" y="39849"/>
                  <a:pt x="27167" y="39922"/>
                </a:cubicBezTo>
                <a:cubicBezTo>
                  <a:pt x="27137" y="40010"/>
                  <a:pt x="27122" y="40084"/>
                  <a:pt x="27078" y="40172"/>
                </a:cubicBezTo>
                <a:cubicBezTo>
                  <a:pt x="27064" y="40099"/>
                  <a:pt x="27034" y="40010"/>
                  <a:pt x="27019" y="39937"/>
                </a:cubicBezTo>
                <a:cubicBezTo>
                  <a:pt x="27064" y="39849"/>
                  <a:pt x="27078" y="39775"/>
                  <a:pt x="27122" y="39672"/>
                </a:cubicBezTo>
                <a:close/>
                <a:moveTo>
                  <a:pt x="15658" y="25162"/>
                </a:moveTo>
                <a:lnTo>
                  <a:pt x="15658" y="25162"/>
                </a:lnTo>
                <a:cubicBezTo>
                  <a:pt x="15276" y="27781"/>
                  <a:pt x="16203" y="30563"/>
                  <a:pt x="18293" y="33094"/>
                </a:cubicBezTo>
                <a:cubicBezTo>
                  <a:pt x="19279" y="34286"/>
                  <a:pt x="20500" y="35287"/>
                  <a:pt x="21677" y="36243"/>
                </a:cubicBezTo>
                <a:cubicBezTo>
                  <a:pt x="23075" y="37406"/>
                  <a:pt x="24415" y="38480"/>
                  <a:pt x="25401" y="39907"/>
                </a:cubicBezTo>
                <a:cubicBezTo>
                  <a:pt x="25327" y="39996"/>
                  <a:pt x="25253" y="40099"/>
                  <a:pt x="25180" y="40202"/>
                </a:cubicBezTo>
                <a:cubicBezTo>
                  <a:pt x="24179" y="38848"/>
                  <a:pt x="22811" y="37803"/>
                  <a:pt x="21486" y="36773"/>
                </a:cubicBezTo>
                <a:cubicBezTo>
                  <a:pt x="20220" y="35802"/>
                  <a:pt x="18911" y="34786"/>
                  <a:pt x="17881" y="33521"/>
                </a:cubicBezTo>
                <a:cubicBezTo>
                  <a:pt x="15806" y="31034"/>
                  <a:pt x="14981" y="27928"/>
                  <a:pt x="15658" y="25162"/>
                </a:cubicBezTo>
                <a:close/>
                <a:moveTo>
                  <a:pt x="26858" y="39657"/>
                </a:moveTo>
                <a:cubicBezTo>
                  <a:pt x="26872" y="39760"/>
                  <a:pt x="26916" y="39849"/>
                  <a:pt x="26931" y="39922"/>
                </a:cubicBezTo>
                <a:lnTo>
                  <a:pt x="26828" y="40202"/>
                </a:lnTo>
                <a:cubicBezTo>
                  <a:pt x="26784" y="40099"/>
                  <a:pt x="26769" y="40010"/>
                  <a:pt x="26725" y="39922"/>
                </a:cubicBezTo>
                <a:cubicBezTo>
                  <a:pt x="26784" y="39849"/>
                  <a:pt x="26828" y="39760"/>
                  <a:pt x="26858" y="39657"/>
                </a:cubicBezTo>
                <a:close/>
                <a:moveTo>
                  <a:pt x="25724" y="39628"/>
                </a:moveTo>
                <a:cubicBezTo>
                  <a:pt x="25754" y="39701"/>
                  <a:pt x="25798" y="39775"/>
                  <a:pt x="25842" y="39849"/>
                </a:cubicBezTo>
                <a:cubicBezTo>
                  <a:pt x="25857" y="39863"/>
                  <a:pt x="25857" y="39907"/>
                  <a:pt x="25886" y="39922"/>
                </a:cubicBezTo>
                <a:cubicBezTo>
                  <a:pt x="25813" y="40010"/>
                  <a:pt x="25754" y="40128"/>
                  <a:pt x="25680" y="40217"/>
                </a:cubicBezTo>
                <a:cubicBezTo>
                  <a:pt x="25621" y="40128"/>
                  <a:pt x="25548" y="40010"/>
                  <a:pt x="25504" y="39922"/>
                </a:cubicBezTo>
                <a:cubicBezTo>
                  <a:pt x="25577" y="39834"/>
                  <a:pt x="25651" y="39716"/>
                  <a:pt x="25724" y="39628"/>
                </a:cubicBezTo>
                <a:close/>
                <a:moveTo>
                  <a:pt x="26181" y="39628"/>
                </a:moveTo>
                <a:cubicBezTo>
                  <a:pt x="26210" y="39731"/>
                  <a:pt x="26254" y="39834"/>
                  <a:pt x="26298" y="39922"/>
                </a:cubicBezTo>
                <a:cubicBezTo>
                  <a:pt x="26254" y="40010"/>
                  <a:pt x="26195" y="40099"/>
                  <a:pt x="26136" y="40217"/>
                </a:cubicBezTo>
                <a:cubicBezTo>
                  <a:pt x="26078" y="40128"/>
                  <a:pt x="26048" y="40025"/>
                  <a:pt x="25989" y="39922"/>
                </a:cubicBezTo>
                <a:cubicBezTo>
                  <a:pt x="26048" y="39834"/>
                  <a:pt x="26122" y="39731"/>
                  <a:pt x="26181" y="39628"/>
                </a:cubicBezTo>
                <a:close/>
                <a:moveTo>
                  <a:pt x="26534" y="39657"/>
                </a:moveTo>
                <a:lnTo>
                  <a:pt x="26637" y="39937"/>
                </a:lnTo>
                <a:cubicBezTo>
                  <a:pt x="26593" y="40025"/>
                  <a:pt x="26549" y="40128"/>
                  <a:pt x="26490" y="40217"/>
                </a:cubicBezTo>
                <a:cubicBezTo>
                  <a:pt x="26475" y="40128"/>
                  <a:pt x="26431" y="40025"/>
                  <a:pt x="26387" y="39937"/>
                </a:cubicBezTo>
                <a:cubicBezTo>
                  <a:pt x="26431" y="39849"/>
                  <a:pt x="26490" y="39760"/>
                  <a:pt x="26534" y="39657"/>
                </a:cubicBezTo>
                <a:close/>
                <a:moveTo>
                  <a:pt x="27461" y="40172"/>
                </a:moveTo>
                <a:lnTo>
                  <a:pt x="27461" y="40202"/>
                </a:lnTo>
                <a:cubicBezTo>
                  <a:pt x="27461" y="40231"/>
                  <a:pt x="27446" y="40275"/>
                  <a:pt x="27446" y="40305"/>
                </a:cubicBezTo>
                <a:lnTo>
                  <a:pt x="27446" y="40275"/>
                </a:lnTo>
                <a:cubicBezTo>
                  <a:pt x="27446" y="40231"/>
                  <a:pt x="27461" y="40217"/>
                  <a:pt x="27461" y="40172"/>
                </a:cubicBezTo>
                <a:close/>
                <a:moveTo>
                  <a:pt x="27373" y="40128"/>
                </a:moveTo>
                <a:lnTo>
                  <a:pt x="27373" y="40128"/>
                </a:lnTo>
                <a:cubicBezTo>
                  <a:pt x="27358" y="40172"/>
                  <a:pt x="27373" y="40217"/>
                  <a:pt x="27373" y="40275"/>
                </a:cubicBezTo>
                <a:cubicBezTo>
                  <a:pt x="27358" y="40320"/>
                  <a:pt x="27358" y="40393"/>
                  <a:pt x="27343" y="40452"/>
                </a:cubicBezTo>
                <a:cubicBezTo>
                  <a:pt x="27343" y="40393"/>
                  <a:pt x="27314" y="40364"/>
                  <a:pt x="27314" y="40305"/>
                </a:cubicBezTo>
                <a:cubicBezTo>
                  <a:pt x="27343" y="40246"/>
                  <a:pt x="27358" y="40172"/>
                  <a:pt x="27373" y="40128"/>
                </a:cubicBezTo>
                <a:close/>
                <a:moveTo>
                  <a:pt x="27167" y="40084"/>
                </a:moveTo>
                <a:cubicBezTo>
                  <a:pt x="27211" y="40158"/>
                  <a:pt x="27211" y="40231"/>
                  <a:pt x="27225" y="40305"/>
                </a:cubicBezTo>
                <a:cubicBezTo>
                  <a:pt x="27211" y="40378"/>
                  <a:pt x="27181" y="40467"/>
                  <a:pt x="27152" y="40540"/>
                </a:cubicBezTo>
                <a:lnTo>
                  <a:pt x="27093" y="40320"/>
                </a:lnTo>
                <a:cubicBezTo>
                  <a:pt x="27108" y="40246"/>
                  <a:pt x="27152" y="40172"/>
                  <a:pt x="27167" y="40084"/>
                </a:cubicBezTo>
                <a:close/>
                <a:moveTo>
                  <a:pt x="15467" y="25633"/>
                </a:moveTo>
                <a:cubicBezTo>
                  <a:pt x="14996" y="28296"/>
                  <a:pt x="15820" y="31225"/>
                  <a:pt x="17792" y="33594"/>
                </a:cubicBezTo>
                <a:cubicBezTo>
                  <a:pt x="18837" y="34860"/>
                  <a:pt x="20147" y="35890"/>
                  <a:pt x="21412" y="36861"/>
                </a:cubicBezTo>
                <a:cubicBezTo>
                  <a:pt x="22737" y="37891"/>
                  <a:pt x="24091" y="38951"/>
                  <a:pt x="25106" y="40290"/>
                </a:cubicBezTo>
                <a:cubicBezTo>
                  <a:pt x="25033" y="40378"/>
                  <a:pt x="24944" y="40496"/>
                  <a:pt x="24871" y="40584"/>
                </a:cubicBezTo>
                <a:cubicBezTo>
                  <a:pt x="23826" y="39334"/>
                  <a:pt x="22487" y="38333"/>
                  <a:pt x="21177" y="37376"/>
                </a:cubicBezTo>
                <a:cubicBezTo>
                  <a:pt x="19808" y="36390"/>
                  <a:pt x="18410" y="35360"/>
                  <a:pt x="17351" y="34036"/>
                </a:cubicBezTo>
                <a:cubicBezTo>
                  <a:pt x="15393" y="31622"/>
                  <a:pt x="14702" y="28429"/>
                  <a:pt x="15467" y="25633"/>
                </a:cubicBezTo>
                <a:close/>
                <a:moveTo>
                  <a:pt x="25445" y="39996"/>
                </a:moveTo>
                <a:cubicBezTo>
                  <a:pt x="25518" y="40084"/>
                  <a:pt x="25563" y="40172"/>
                  <a:pt x="25621" y="40290"/>
                </a:cubicBezTo>
                <a:cubicBezTo>
                  <a:pt x="25548" y="40378"/>
                  <a:pt x="25474" y="40496"/>
                  <a:pt x="25430" y="40584"/>
                </a:cubicBezTo>
                <a:cubicBezTo>
                  <a:pt x="25357" y="40496"/>
                  <a:pt x="25298" y="40378"/>
                  <a:pt x="25224" y="40290"/>
                </a:cubicBezTo>
                <a:cubicBezTo>
                  <a:pt x="25298" y="40202"/>
                  <a:pt x="25371" y="40084"/>
                  <a:pt x="25445" y="39996"/>
                </a:cubicBezTo>
                <a:close/>
                <a:moveTo>
                  <a:pt x="25930" y="39996"/>
                </a:moveTo>
                <a:cubicBezTo>
                  <a:pt x="25975" y="40099"/>
                  <a:pt x="26033" y="40202"/>
                  <a:pt x="26092" y="40290"/>
                </a:cubicBezTo>
                <a:cubicBezTo>
                  <a:pt x="26033" y="40378"/>
                  <a:pt x="25975" y="40467"/>
                  <a:pt x="25901" y="40584"/>
                </a:cubicBezTo>
                <a:cubicBezTo>
                  <a:pt x="25842" y="40496"/>
                  <a:pt x="25798" y="40378"/>
                  <a:pt x="25739" y="40290"/>
                </a:cubicBezTo>
                <a:cubicBezTo>
                  <a:pt x="25813" y="40202"/>
                  <a:pt x="25872" y="40099"/>
                  <a:pt x="25930" y="39996"/>
                </a:cubicBezTo>
                <a:close/>
                <a:moveTo>
                  <a:pt x="26343" y="40025"/>
                </a:moveTo>
                <a:cubicBezTo>
                  <a:pt x="26387" y="40128"/>
                  <a:pt x="26416" y="40217"/>
                  <a:pt x="26475" y="40320"/>
                </a:cubicBezTo>
                <a:cubicBezTo>
                  <a:pt x="26416" y="40393"/>
                  <a:pt x="26357" y="40496"/>
                  <a:pt x="26298" y="40584"/>
                </a:cubicBezTo>
                <a:cubicBezTo>
                  <a:pt x="26269" y="40496"/>
                  <a:pt x="26210" y="40393"/>
                  <a:pt x="26181" y="40305"/>
                </a:cubicBezTo>
                <a:lnTo>
                  <a:pt x="26343" y="40025"/>
                </a:lnTo>
                <a:close/>
                <a:moveTo>
                  <a:pt x="26681" y="40025"/>
                </a:moveTo>
                <a:cubicBezTo>
                  <a:pt x="26710" y="40128"/>
                  <a:pt x="26725" y="40217"/>
                  <a:pt x="26769" y="40305"/>
                </a:cubicBezTo>
                <a:cubicBezTo>
                  <a:pt x="26725" y="40393"/>
                  <a:pt x="26696" y="40496"/>
                  <a:pt x="26637" y="40584"/>
                </a:cubicBezTo>
                <a:cubicBezTo>
                  <a:pt x="26622" y="40496"/>
                  <a:pt x="26578" y="40393"/>
                  <a:pt x="26549" y="40305"/>
                </a:cubicBezTo>
                <a:cubicBezTo>
                  <a:pt x="26607" y="40217"/>
                  <a:pt x="26637" y="40128"/>
                  <a:pt x="26681" y="40025"/>
                </a:cubicBezTo>
                <a:close/>
                <a:moveTo>
                  <a:pt x="26975" y="40069"/>
                </a:moveTo>
                <a:cubicBezTo>
                  <a:pt x="26990" y="40158"/>
                  <a:pt x="27005" y="40231"/>
                  <a:pt x="27019" y="40320"/>
                </a:cubicBezTo>
                <a:cubicBezTo>
                  <a:pt x="26990" y="40423"/>
                  <a:pt x="26975" y="40496"/>
                  <a:pt x="26931" y="40584"/>
                </a:cubicBezTo>
                <a:cubicBezTo>
                  <a:pt x="26916" y="40496"/>
                  <a:pt x="26872" y="40423"/>
                  <a:pt x="26858" y="40320"/>
                </a:cubicBezTo>
                <a:cubicBezTo>
                  <a:pt x="26902" y="40231"/>
                  <a:pt x="26931" y="40158"/>
                  <a:pt x="26975" y="40069"/>
                </a:cubicBezTo>
                <a:close/>
                <a:moveTo>
                  <a:pt x="27387" y="40584"/>
                </a:moveTo>
                <a:lnTo>
                  <a:pt x="27387" y="40658"/>
                </a:lnTo>
                <a:cubicBezTo>
                  <a:pt x="27387" y="40717"/>
                  <a:pt x="27373" y="40746"/>
                  <a:pt x="27373" y="40805"/>
                </a:cubicBezTo>
                <a:cubicBezTo>
                  <a:pt x="27373" y="40761"/>
                  <a:pt x="27373" y="40732"/>
                  <a:pt x="27358" y="40717"/>
                </a:cubicBezTo>
                <a:cubicBezTo>
                  <a:pt x="27373" y="40673"/>
                  <a:pt x="27373" y="40614"/>
                  <a:pt x="27387" y="40584"/>
                </a:cubicBezTo>
                <a:close/>
                <a:moveTo>
                  <a:pt x="25165" y="40364"/>
                </a:moveTo>
                <a:cubicBezTo>
                  <a:pt x="25239" y="40452"/>
                  <a:pt x="25312" y="40540"/>
                  <a:pt x="25371" y="40658"/>
                </a:cubicBezTo>
                <a:cubicBezTo>
                  <a:pt x="25312" y="40732"/>
                  <a:pt x="25239" y="40820"/>
                  <a:pt x="25180" y="40893"/>
                </a:cubicBezTo>
                <a:cubicBezTo>
                  <a:pt x="25165" y="40879"/>
                  <a:pt x="25150" y="40879"/>
                  <a:pt x="25150" y="40864"/>
                </a:cubicBezTo>
                <a:lnTo>
                  <a:pt x="25106" y="40893"/>
                </a:lnTo>
                <a:cubicBezTo>
                  <a:pt x="25062" y="40820"/>
                  <a:pt x="24974" y="40732"/>
                  <a:pt x="24930" y="40658"/>
                </a:cubicBezTo>
                <a:cubicBezTo>
                  <a:pt x="25003" y="40570"/>
                  <a:pt x="25092" y="40452"/>
                  <a:pt x="25165" y="40364"/>
                </a:cubicBezTo>
                <a:close/>
                <a:moveTo>
                  <a:pt x="27240" y="40511"/>
                </a:moveTo>
                <a:cubicBezTo>
                  <a:pt x="27270" y="40570"/>
                  <a:pt x="27270" y="40643"/>
                  <a:pt x="27284" y="40687"/>
                </a:cubicBezTo>
                <a:lnTo>
                  <a:pt x="27225" y="40908"/>
                </a:lnTo>
                <a:cubicBezTo>
                  <a:pt x="27211" y="40835"/>
                  <a:pt x="27211" y="40790"/>
                  <a:pt x="27196" y="40717"/>
                </a:cubicBezTo>
                <a:cubicBezTo>
                  <a:pt x="27211" y="40643"/>
                  <a:pt x="27225" y="40584"/>
                  <a:pt x="27240" y="40511"/>
                </a:cubicBezTo>
                <a:close/>
                <a:moveTo>
                  <a:pt x="15261" y="26074"/>
                </a:moveTo>
                <a:lnTo>
                  <a:pt x="15261" y="26074"/>
                </a:lnTo>
                <a:cubicBezTo>
                  <a:pt x="14672" y="28767"/>
                  <a:pt x="15408" y="31769"/>
                  <a:pt x="17277" y="34065"/>
                </a:cubicBezTo>
                <a:cubicBezTo>
                  <a:pt x="18366" y="35390"/>
                  <a:pt x="19764" y="36449"/>
                  <a:pt x="21118" y="37435"/>
                </a:cubicBezTo>
                <a:cubicBezTo>
                  <a:pt x="22428" y="38392"/>
                  <a:pt x="23767" y="39392"/>
                  <a:pt x="24797" y="40643"/>
                </a:cubicBezTo>
                <a:cubicBezTo>
                  <a:pt x="24709" y="40746"/>
                  <a:pt x="24635" y="40835"/>
                  <a:pt x="24547" y="40938"/>
                </a:cubicBezTo>
                <a:cubicBezTo>
                  <a:pt x="23517" y="39775"/>
                  <a:pt x="22192" y="38833"/>
                  <a:pt x="20883" y="37935"/>
                </a:cubicBezTo>
                <a:cubicBezTo>
                  <a:pt x="19440" y="36920"/>
                  <a:pt x="17954" y="35890"/>
                  <a:pt x="16850" y="34507"/>
                </a:cubicBezTo>
                <a:cubicBezTo>
                  <a:pt x="14967" y="32181"/>
                  <a:pt x="14378" y="28914"/>
                  <a:pt x="15261" y="26074"/>
                </a:cubicBezTo>
                <a:close/>
                <a:moveTo>
                  <a:pt x="25680" y="40349"/>
                </a:moveTo>
                <a:cubicBezTo>
                  <a:pt x="25739" y="40452"/>
                  <a:pt x="25798" y="40540"/>
                  <a:pt x="25842" y="40658"/>
                </a:cubicBezTo>
                <a:cubicBezTo>
                  <a:pt x="25798" y="40746"/>
                  <a:pt x="25710" y="40835"/>
                  <a:pt x="25666" y="40938"/>
                </a:cubicBezTo>
                <a:cubicBezTo>
                  <a:pt x="25621" y="40879"/>
                  <a:pt x="25592" y="40805"/>
                  <a:pt x="25548" y="40746"/>
                </a:cubicBezTo>
                <a:cubicBezTo>
                  <a:pt x="25533" y="40717"/>
                  <a:pt x="25504" y="40673"/>
                  <a:pt x="25474" y="40643"/>
                </a:cubicBezTo>
                <a:cubicBezTo>
                  <a:pt x="25548" y="40540"/>
                  <a:pt x="25621" y="40452"/>
                  <a:pt x="25680" y="40349"/>
                </a:cubicBezTo>
                <a:close/>
                <a:moveTo>
                  <a:pt x="26136" y="40378"/>
                </a:moveTo>
                <a:cubicBezTo>
                  <a:pt x="26195" y="40467"/>
                  <a:pt x="26239" y="40584"/>
                  <a:pt x="26269" y="40673"/>
                </a:cubicBezTo>
                <a:lnTo>
                  <a:pt x="26107" y="40952"/>
                </a:lnTo>
                <a:cubicBezTo>
                  <a:pt x="26048" y="40864"/>
                  <a:pt x="26019" y="40746"/>
                  <a:pt x="25960" y="40658"/>
                </a:cubicBezTo>
                <a:cubicBezTo>
                  <a:pt x="26019" y="40570"/>
                  <a:pt x="26063" y="40467"/>
                  <a:pt x="26136" y="40378"/>
                </a:cubicBezTo>
                <a:close/>
                <a:moveTo>
                  <a:pt x="26490" y="40393"/>
                </a:moveTo>
                <a:lnTo>
                  <a:pt x="26593" y="40673"/>
                </a:lnTo>
                <a:cubicBezTo>
                  <a:pt x="26563" y="40761"/>
                  <a:pt x="26504" y="40864"/>
                  <a:pt x="26475" y="40952"/>
                </a:cubicBezTo>
                <a:cubicBezTo>
                  <a:pt x="26431" y="40864"/>
                  <a:pt x="26401" y="40761"/>
                  <a:pt x="26343" y="40673"/>
                </a:cubicBezTo>
                <a:cubicBezTo>
                  <a:pt x="26401" y="40584"/>
                  <a:pt x="26431" y="40496"/>
                  <a:pt x="26490" y="40393"/>
                </a:cubicBezTo>
                <a:close/>
                <a:moveTo>
                  <a:pt x="27078" y="40467"/>
                </a:moveTo>
                <a:cubicBezTo>
                  <a:pt x="27078" y="40540"/>
                  <a:pt x="27093" y="40643"/>
                  <a:pt x="27122" y="40717"/>
                </a:cubicBezTo>
                <a:cubicBezTo>
                  <a:pt x="27093" y="40790"/>
                  <a:pt x="27064" y="40879"/>
                  <a:pt x="27034" y="40952"/>
                </a:cubicBezTo>
                <a:cubicBezTo>
                  <a:pt x="27019" y="40879"/>
                  <a:pt x="27005" y="40790"/>
                  <a:pt x="26990" y="40717"/>
                </a:cubicBezTo>
                <a:cubicBezTo>
                  <a:pt x="27019" y="40643"/>
                  <a:pt x="27034" y="40540"/>
                  <a:pt x="27078" y="40467"/>
                </a:cubicBezTo>
                <a:close/>
                <a:moveTo>
                  <a:pt x="26799" y="40437"/>
                </a:moveTo>
                <a:cubicBezTo>
                  <a:pt x="26813" y="40526"/>
                  <a:pt x="26858" y="40614"/>
                  <a:pt x="26872" y="40717"/>
                </a:cubicBezTo>
                <a:cubicBezTo>
                  <a:pt x="26843" y="40805"/>
                  <a:pt x="26799" y="40879"/>
                  <a:pt x="26769" y="40967"/>
                </a:cubicBezTo>
                <a:cubicBezTo>
                  <a:pt x="26725" y="40879"/>
                  <a:pt x="26710" y="40790"/>
                  <a:pt x="26681" y="40687"/>
                </a:cubicBezTo>
                <a:cubicBezTo>
                  <a:pt x="26725" y="40599"/>
                  <a:pt x="26769" y="40526"/>
                  <a:pt x="26799" y="40437"/>
                </a:cubicBezTo>
                <a:close/>
                <a:moveTo>
                  <a:pt x="24871" y="40717"/>
                </a:moveTo>
                <a:cubicBezTo>
                  <a:pt x="24944" y="40805"/>
                  <a:pt x="25003" y="40879"/>
                  <a:pt x="25062" y="40952"/>
                </a:cubicBezTo>
                <a:lnTo>
                  <a:pt x="25003" y="41011"/>
                </a:lnTo>
                <a:cubicBezTo>
                  <a:pt x="24944" y="41085"/>
                  <a:pt x="24871" y="41158"/>
                  <a:pt x="24797" y="41232"/>
                </a:cubicBezTo>
                <a:cubicBezTo>
                  <a:pt x="24738" y="41158"/>
                  <a:pt x="24665" y="41085"/>
                  <a:pt x="24621" y="41011"/>
                </a:cubicBezTo>
                <a:cubicBezTo>
                  <a:pt x="24709" y="40908"/>
                  <a:pt x="24783" y="40820"/>
                  <a:pt x="24871" y="40717"/>
                </a:cubicBezTo>
                <a:close/>
                <a:moveTo>
                  <a:pt x="27299" y="40938"/>
                </a:moveTo>
                <a:cubicBezTo>
                  <a:pt x="27314" y="40967"/>
                  <a:pt x="27314" y="41026"/>
                  <a:pt x="27314" y="41085"/>
                </a:cubicBezTo>
                <a:cubicBezTo>
                  <a:pt x="27314" y="41114"/>
                  <a:pt x="27299" y="41158"/>
                  <a:pt x="27299" y="41173"/>
                </a:cubicBezTo>
                <a:cubicBezTo>
                  <a:pt x="27299" y="41188"/>
                  <a:pt x="27284" y="41232"/>
                  <a:pt x="27284" y="41247"/>
                </a:cubicBezTo>
                <a:cubicBezTo>
                  <a:pt x="27284" y="41188"/>
                  <a:pt x="27270" y="41129"/>
                  <a:pt x="27270" y="41100"/>
                </a:cubicBezTo>
                <a:cubicBezTo>
                  <a:pt x="27284" y="41041"/>
                  <a:pt x="27299" y="40982"/>
                  <a:pt x="27299" y="40938"/>
                </a:cubicBezTo>
                <a:close/>
                <a:moveTo>
                  <a:pt x="25430" y="40717"/>
                </a:moveTo>
                <a:cubicBezTo>
                  <a:pt x="25445" y="40746"/>
                  <a:pt x="25460" y="40761"/>
                  <a:pt x="25474" y="40805"/>
                </a:cubicBezTo>
                <a:cubicBezTo>
                  <a:pt x="25518" y="40879"/>
                  <a:pt x="25563" y="40952"/>
                  <a:pt x="25607" y="41011"/>
                </a:cubicBezTo>
                <a:cubicBezTo>
                  <a:pt x="25533" y="41100"/>
                  <a:pt x="25474" y="41188"/>
                  <a:pt x="25401" y="41276"/>
                </a:cubicBezTo>
                <a:cubicBezTo>
                  <a:pt x="25386" y="41261"/>
                  <a:pt x="25386" y="41247"/>
                  <a:pt x="25371" y="41232"/>
                </a:cubicBezTo>
                <a:cubicBezTo>
                  <a:pt x="25401" y="41188"/>
                  <a:pt x="25430" y="41158"/>
                  <a:pt x="25460" y="41114"/>
                </a:cubicBezTo>
                <a:cubicBezTo>
                  <a:pt x="25445" y="41114"/>
                  <a:pt x="25430" y="41100"/>
                  <a:pt x="25401" y="41085"/>
                </a:cubicBezTo>
                <a:cubicBezTo>
                  <a:pt x="25386" y="41114"/>
                  <a:pt x="25357" y="41129"/>
                  <a:pt x="25327" y="41173"/>
                </a:cubicBezTo>
                <a:cubicBezTo>
                  <a:pt x="25298" y="41114"/>
                  <a:pt x="25253" y="41055"/>
                  <a:pt x="25195" y="41011"/>
                </a:cubicBezTo>
                <a:cubicBezTo>
                  <a:pt x="25283" y="40908"/>
                  <a:pt x="25342" y="40820"/>
                  <a:pt x="25430" y="40717"/>
                </a:cubicBezTo>
                <a:close/>
                <a:moveTo>
                  <a:pt x="25886" y="40732"/>
                </a:moveTo>
                <a:cubicBezTo>
                  <a:pt x="25930" y="40820"/>
                  <a:pt x="25989" y="40938"/>
                  <a:pt x="26033" y="41026"/>
                </a:cubicBezTo>
                <a:cubicBezTo>
                  <a:pt x="25975" y="41114"/>
                  <a:pt x="25916" y="41203"/>
                  <a:pt x="25842" y="41306"/>
                </a:cubicBezTo>
                <a:cubicBezTo>
                  <a:pt x="25827" y="41203"/>
                  <a:pt x="25754" y="41114"/>
                  <a:pt x="25695" y="41011"/>
                </a:cubicBezTo>
                <a:cubicBezTo>
                  <a:pt x="25754" y="40908"/>
                  <a:pt x="25827" y="40820"/>
                  <a:pt x="25886" y="40732"/>
                </a:cubicBezTo>
                <a:close/>
                <a:moveTo>
                  <a:pt x="26298" y="40761"/>
                </a:moveTo>
                <a:cubicBezTo>
                  <a:pt x="26343" y="40864"/>
                  <a:pt x="26387" y="40952"/>
                  <a:pt x="26431" y="41055"/>
                </a:cubicBezTo>
                <a:cubicBezTo>
                  <a:pt x="26387" y="41158"/>
                  <a:pt x="26343" y="41247"/>
                  <a:pt x="26284" y="41335"/>
                </a:cubicBezTo>
                <a:cubicBezTo>
                  <a:pt x="26254" y="41247"/>
                  <a:pt x="26195" y="41144"/>
                  <a:pt x="26166" y="41041"/>
                </a:cubicBezTo>
                <a:cubicBezTo>
                  <a:pt x="26195" y="40952"/>
                  <a:pt x="26254" y="40864"/>
                  <a:pt x="26298" y="40761"/>
                </a:cubicBezTo>
                <a:close/>
                <a:moveTo>
                  <a:pt x="26637" y="40805"/>
                </a:moveTo>
                <a:cubicBezTo>
                  <a:pt x="26681" y="40893"/>
                  <a:pt x="26696" y="40982"/>
                  <a:pt x="26725" y="41085"/>
                </a:cubicBezTo>
                <a:cubicBezTo>
                  <a:pt x="26696" y="41173"/>
                  <a:pt x="26652" y="41261"/>
                  <a:pt x="26622" y="41335"/>
                </a:cubicBezTo>
                <a:lnTo>
                  <a:pt x="26504" y="41055"/>
                </a:lnTo>
                <a:cubicBezTo>
                  <a:pt x="26549" y="40967"/>
                  <a:pt x="26607" y="40893"/>
                  <a:pt x="26637" y="40805"/>
                </a:cubicBezTo>
                <a:close/>
                <a:moveTo>
                  <a:pt x="26916" y="40835"/>
                </a:moveTo>
                <a:cubicBezTo>
                  <a:pt x="26931" y="40938"/>
                  <a:pt x="26946" y="41026"/>
                  <a:pt x="26975" y="41100"/>
                </a:cubicBezTo>
                <a:cubicBezTo>
                  <a:pt x="26931" y="41173"/>
                  <a:pt x="26916" y="41261"/>
                  <a:pt x="26872" y="41335"/>
                </a:cubicBezTo>
                <a:cubicBezTo>
                  <a:pt x="26858" y="41247"/>
                  <a:pt x="26828" y="41144"/>
                  <a:pt x="26799" y="41070"/>
                </a:cubicBezTo>
                <a:cubicBezTo>
                  <a:pt x="26858" y="41011"/>
                  <a:pt x="26902" y="40908"/>
                  <a:pt x="26916" y="40835"/>
                </a:cubicBezTo>
                <a:close/>
                <a:moveTo>
                  <a:pt x="27137" y="40893"/>
                </a:moveTo>
                <a:cubicBezTo>
                  <a:pt x="27152" y="40952"/>
                  <a:pt x="27167" y="41026"/>
                  <a:pt x="27167" y="41100"/>
                </a:cubicBezTo>
                <a:cubicBezTo>
                  <a:pt x="27152" y="41173"/>
                  <a:pt x="27137" y="41247"/>
                  <a:pt x="27122" y="41335"/>
                </a:cubicBezTo>
                <a:lnTo>
                  <a:pt x="27064" y="41114"/>
                </a:lnTo>
                <a:cubicBezTo>
                  <a:pt x="27078" y="41041"/>
                  <a:pt x="27122" y="40967"/>
                  <a:pt x="27137" y="40893"/>
                </a:cubicBezTo>
                <a:close/>
                <a:moveTo>
                  <a:pt x="25150" y="41085"/>
                </a:moveTo>
                <a:cubicBezTo>
                  <a:pt x="25180" y="41129"/>
                  <a:pt x="25224" y="41188"/>
                  <a:pt x="25283" y="41247"/>
                </a:cubicBezTo>
                <a:lnTo>
                  <a:pt x="25062" y="41512"/>
                </a:lnTo>
                <a:cubicBezTo>
                  <a:pt x="25018" y="41467"/>
                  <a:pt x="24959" y="41409"/>
                  <a:pt x="24930" y="41350"/>
                </a:cubicBezTo>
                <a:lnTo>
                  <a:pt x="25150" y="41085"/>
                </a:lnTo>
                <a:close/>
                <a:moveTo>
                  <a:pt x="27343" y="41379"/>
                </a:moveTo>
                <a:cubicBezTo>
                  <a:pt x="27343" y="41394"/>
                  <a:pt x="27343" y="41423"/>
                  <a:pt x="27358" y="41467"/>
                </a:cubicBezTo>
                <a:cubicBezTo>
                  <a:pt x="27358" y="41497"/>
                  <a:pt x="27343" y="41556"/>
                  <a:pt x="27343" y="41600"/>
                </a:cubicBezTo>
                <a:cubicBezTo>
                  <a:pt x="27343" y="41556"/>
                  <a:pt x="27343" y="41526"/>
                  <a:pt x="27314" y="41497"/>
                </a:cubicBezTo>
                <a:cubicBezTo>
                  <a:pt x="27343" y="41467"/>
                  <a:pt x="27343" y="41409"/>
                  <a:pt x="27343" y="41379"/>
                </a:cubicBezTo>
                <a:close/>
                <a:moveTo>
                  <a:pt x="25312" y="41320"/>
                </a:moveTo>
                <a:cubicBezTo>
                  <a:pt x="25327" y="41335"/>
                  <a:pt x="25327" y="41350"/>
                  <a:pt x="25357" y="41379"/>
                </a:cubicBezTo>
                <a:cubicBezTo>
                  <a:pt x="25283" y="41467"/>
                  <a:pt x="25209" y="41556"/>
                  <a:pt x="25136" y="41673"/>
                </a:cubicBezTo>
                <a:lnTo>
                  <a:pt x="25077" y="41615"/>
                </a:lnTo>
                <a:cubicBezTo>
                  <a:pt x="25165" y="41497"/>
                  <a:pt x="25239" y="41409"/>
                  <a:pt x="25312" y="41320"/>
                </a:cubicBezTo>
                <a:close/>
                <a:moveTo>
                  <a:pt x="25666" y="41100"/>
                </a:moveTo>
                <a:cubicBezTo>
                  <a:pt x="25724" y="41188"/>
                  <a:pt x="25769" y="41306"/>
                  <a:pt x="25827" y="41394"/>
                </a:cubicBezTo>
                <a:cubicBezTo>
                  <a:pt x="25769" y="41482"/>
                  <a:pt x="25695" y="41570"/>
                  <a:pt x="25651" y="41673"/>
                </a:cubicBezTo>
                <a:cubicBezTo>
                  <a:pt x="25621" y="41629"/>
                  <a:pt x="25592" y="41600"/>
                  <a:pt x="25577" y="41541"/>
                </a:cubicBezTo>
                <a:cubicBezTo>
                  <a:pt x="25607" y="41482"/>
                  <a:pt x="25651" y="41423"/>
                  <a:pt x="25695" y="41379"/>
                </a:cubicBezTo>
                <a:cubicBezTo>
                  <a:pt x="25666" y="41350"/>
                  <a:pt x="25651" y="41335"/>
                  <a:pt x="25621" y="41320"/>
                </a:cubicBezTo>
                <a:cubicBezTo>
                  <a:pt x="25592" y="41379"/>
                  <a:pt x="25548" y="41423"/>
                  <a:pt x="25518" y="41467"/>
                </a:cubicBezTo>
                <a:cubicBezTo>
                  <a:pt x="25504" y="41423"/>
                  <a:pt x="25474" y="41394"/>
                  <a:pt x="25460" y="41379"/>
                </a:cubicBezTo>
                <a:cubicBezTo>
                  <a:pt x="25533" y="41276"/>
                  <a:pt x="25592" y="41188"/>
                  <a:pt x="25666" y="41100"/>
                </a:cubicBezTo>
                <a:close/>
                <a:moveTo>
                  <a:pt x="26092" y="41114"/>
                </a:moveTo>
                <a:cubicBezTo>
                  <a:pt x="26136" y="41203"/>
                  <a:pt x="26181" y="41320"/>
                  <a:pt x="26210" y="41409"/>
                </a:cubicBezTo>
                <a:lnTo>
                  <a:pt x="26048" y="41688"/>
                </a:lnTo>
                <a:cubicBezTo>
                  <a:pt x="25989" y="41600"/>
                  <a:pt x="25960" y="41482"/>
                  <a:pt x="25901" y="41394"/>
                </a:cubicBezTo>
                <a:cubicBezTo>
                  <a:pt x="25975" y="41306"/>
                  <a:pt x="26033" y="41203"/>
                  <a:pt x="26092" y="41114"/>
                </a:cubicBezTo>
                <a:close/>
                <a:moveTo>
                  <a:pt x="26475" y="41158"/>
                </a:moveTo>
                <a:lnTo>
                  <a:pt x="26578" y="41423"/>
                </a:lnTo>
                <a:cubicBezTo>
                  <a:pt x="26534" y="41512"/>
                  <a:pt x="26475" y="41615"/>
                  <a:pt x="26431" y="41688"/>
                </a:cubicBezTo>
                <a:lnTo>
                  <a:pt x="26328" y="41409"/>
                </a:lnTo>
                <a:cubicBezTo>
                  <a:pt x="26387" y="41320"/>
                  <a:pt x="26416" y="41247"/>
                  <a:pt x="26475" y="41158"/>
                </a:cubicBezTo>
                <a:close/>
                <a:moveTo>
                  <a:pt x="27181" y="41306"/>
                </a:moveTo>
                <a:cubicBezTo>
                  <a:pt x="27211" y="41350"/>
                  <a:pt x="27225" y="41423"/>
                  <a:pt x="27225" y="41482"/>
                </a:cubicBezTo>
                <a:cubicBezTo>
                  <a:pt x="27211" y="41556"/>
                  <a:pt x="27181" y="41615"/>
                  <a:pt x="27167" y="41688"/>
                </a:cubicBezTo>
                <a:cubicBezTo>
                  <a:pt x="27152" y="41615"/>
                  <a:pt x="27152" y="41556"/>
                  <a:pt x="27137" y="41482"/>
                </a:cubicBezTo>
                <a:cubicBezTo>
                  <a:pt x="27152" y="41423"/>
                  <a:pt x="27167" y="41350"/>
                  <a:pt x="27181" y="41306"/>
                </a:cubicBezTo>
                <a:close/>
                <a:moveTo>
                  <a:pt x="26769" y="41188"/>
                </a:moveTo>
                <a:cubicBezTo>
                  <a:pt x="26784" y="41276"/>
                  <a:pt x="26813" y="41379"/>
                  <a:pt x="26843" y="41467"/>
                </a:cubicBezTo>
                <a:cubicBezTo>
                  <a:pt x="26799" y="41556"/>
                  <a:pt x="26769" y="41629"/>
                  <a:pt x="26725" y="41718"/>
                </a:cubicBezTo>
                <a:cubicBezTo>
                  <a:pt x="26696" y="41629"/>
                  <a:pt x="26681" y="41541"/>
                  <a:pt x="26637" y="41453"/>
                </a:cubicBezTo>
                <a:cubicBezTo>
                  <a:pt x="26696" y="41350"/>
                  <a:pt x="26725" y="41276"/>
                  <a:pt x="26769" y="41188"/>
                </a:cubicBezTo>
                <a:close/>
                <a:moveTo>
                  <a:pt x="27019" y="41247"/>
                </a:moveTo>
                <a:cubicBezTo>
                  <a:pt x="27034" y="41320"/>
                  <a:pt x="27034" y="41394"/>
                  <a:pt x="27064" y="41482"/>
                </a:cubicBezTo>
                <a:cubicBezTo>
                  <a:pt x="27049" y="41556"/>
                  <a:pt x="27005" y="41629"/>
                  <a:pt x="26990" y="41718"/>
                </a:cubicBezTo>
                <a:cubicBezTo>
                  <a:pt x="26975" y="41629"/>
                  <a:pt x="26946" y="41556"/>
                  <a:pt x="26931" y="41482"/>
                </a:cubicBezTo>
                <a:cubicBezTo>
                  <a:pt x="26975" y="41409"/>
                  <a:pt x="26990" y="41335"/>
                  <a:pt x="27019" y="41247"/>
                </a:cubicBezTo>
                <a:close/>
                <a:moveTo>
                  <a:pt x="25401" y="41453"/>
                </a:moveTo>
                <a:cubicBezTo>
                  <a:pt x="25430" y="41482"/>
                  <a:pt x="25445" y="41497"/>
                  <a:pt x="25460" y="41541"/>
                </a:cubicBezTo>
                <a:lnTo>
                  <a:pt x="25239" y="41821"/>
                </a:lnTo>
                <a:cubicBezTo>
                  <a:pt x="25224" y="41776"/>
                  <a:pt x="25195" y="41762"/>
                  <a:pt x="25180" y="41718"/>
                </a:cubicBezTo>
                <a:lnTo>
                  <a:pt x="25401" y="41453"/>
                </a:lnTo>
                <a:close/>
                <a:moveTo>
                  <a:pt x="25518" y="41615"/>
                </a:moveTo>
                <a:cubicBezTo>
                  <a:pt x="25533" y="41644"/>
                  <a:pt x="25563" y="41703"/>
                  <a:pt x="25592" y="41732"/>
                </a:cubicBezTo>
                <a:cubicBezTo>
                  <a:pt x="25518" y="41835"/>
                  <a:pt x="25460" y="41924"/>
                  <a:pt x="25386" y="42012"/>
                </a:cubicBezTo>
                <a:cubicBezTo>
                  <a:pt x="25357" y="41982"/>
                  <a:pt x="25327" y="41924"/>
                  <a:pt x="25298" y="41879"/>
                </a:cubicBezTo>
                <a:lnTo>
                  <a:pt x="25518" y="41615"/>
                </a:lnTo>
                <a:close/>
                <a:moveTo>
                  <a:pt x="25842" y="41453"/>
                </a:moveTo>
                <a:cubicBezTo>
                  <a:pt x="25901" y="41541"/>
                  <a:pt x="25960" y="41644"/>
                  <a:pt x="25989" y="41747"/>
                </a:cubicBezTo>
                <a:cubicBezTo>
                  <a:pt x="25960" y="41850"/>
                  <a:pt x="25901" y="41938"/>
                  <a:pt x="25842" y="42041"/>
                </a:cubicBezTo>
                <a:cubicBezTo>
                  <a:pt x="25813" y="41968"/>
                  <a:pt x="25769" y="41909"/>
                  <a:pt x="25739" y="41835"/>
                </a:cubicBezTo>
                <a:cubicBezTo>
                  <a:pt x="25798" y="41762"/>
                  <a:pt x="25842" y="41688"/>
                  <a:pt x="25886" y="41615"/>
                </a:cubicBezTo>
                <a:cubicBezTo>
                  <a:pt x="25872" y="41585"/>
                  <a:pt x="25842" y="41570"/>
                  <a:pt x="25827" y="41541"/>
                </a:cubicBezTo>
                <a:cubicBezTo>
                  <a:pt x="25769" y="41615"/>
                  <a:pt x="25739" y="41688"/>
                  <a:pt x="25680" y="41747"/>
                </a:cubicBezTo>
                <a:cubicBezTo>
                  <a:pt x="25680" y="41747"/>
                  <a:pt x="25680" y="41718"/>
                  <a:pt x="25666" y="41718"/>
                </a:cubicBezTo>
                <a:cubicBezTo>
                  <a:pt x="25724" y="41629"/>
                  <a:pt x="25798" y="41541"/>
                  <a:pt x="25842" y="41453"/>
                </a:cubicBezTo>
                <a:close/>
                <a:moveTo>
                  <a:pt x="27270" y="41718"/>
                </a:moveTo>
                <a:cubicBezTo>
                  <a:pt x="27270" y="41776"/>
                  <a:pt x="27270" y="41821"/>
                  <a:pt x="27284" y="41865"/>
                </a:cubicBezTo>
                <a:cubicBezTo>
                  <a:pt x="27270" y="41924"/>
                  <a:pt x="27270" y="41982"/>
                  <a:pt x="27240" y="42041"/>
                </a:cubicBezTo>
                <a:cubicBezTo>
                  <a:pt x="27240" y="41982"/>
                  <a:pt x="27225" y="41938"/>
                  <a:pt x="27225" y="41879"/>
                </a:cubicBezTo>
                <a:cubicBezTo>
                  <a:pt x="27240" y="41835"/>
                  <a:pt x="27270" y="41776"/>
                  <a:pt x="27270" y="41718"/>
                </a:cubicBezTo>
                <a:close/>
                <a:moveTo>
                  <a:pt x="26269" y="41497"/>
                </a:moveTo>
                <a:cubicBezTo>
                  <a:pt x="26313" y="41600"/>
                  <a:pt x="26343" y="41703"/>
                  <a:pt x="26387" y="41791"/>
                </a:cubicBezTo>
                <a:cubicBezTo>
                  <a:pt x="26328" y="41894"/>
                  <a:pt x="26284" y="41982"/>
                  <a:pt x="26239" y="42056"/>
                </a:cubicBezTo>
                <a:cubicBezTo>
                  <a:pt x="26195" y="41968"/>
                  <a:pt x="26136" y="41850"/>
                  <a:pt x="26107" y="41762"/>
                </a:cubicBezTo>
                <a:cubicBezTo>
                  <a:pt x="26166" y="41673"/>
                  <a:pt x="26210" y="41600"/>
                  <a:pt x="26269" y="41497"/>
                </a:cubicBezTo>
                <a:close/>
                <a:moveTo>
                  <a:pt x="27093" y="41629"/>
                </a:moveTo>
                <a:cubicBezTo>
                  <a:pt x="27122" y="41718"/>
                  <a:pt x="27122" y="41791"/>
                  <a:pt x="27137" y="41865"/>
                </a:cubicBezTo>
                <a:cubicBezTo>
                  <a:pt x="27122" y="41938"/>
                  <a:pt x="27093" y="42012"/>
                  <a:pt x="27078" y="42071"/>
                </a:cubicBezTo>
                <a:lnTo>
                  <a:pt x="27019" y="41850"/>
                </a:lnTo>
                <a:cubicBezTo>
                  <a:pt x="27034" y="41776"/>
                  <a:pt x="27078" y="41703"/>
                  <a:pt x="27093" y="41629"/>
                </a:cubicBezTo>
                <a:close/>
                <a:moveTo>
                  <a:pt x="26607" y="41541"/>
                </a:moveTo>
                <a:cubicBezTo>
                  <a:pt x="26637" y="41629"/>
                  <a:pt x="26652" y="41718"/>
                  <a:pt x="26696" y="41835"/>
                </a:cubicBezTo>
                <a:cubicBezTo>
                  <a:pt x="26652" y="41924"/>
                  <a:pt x="26622" y="41997"/>
                  <a:pt x="26578" y="42086"/>
                </a:cubicBezTo>
                <a:cubicBezTo>
                  <a:pt x="26549" y="41982"/>
                  <a:pt x="26504" y="41879"/>
                  <a:pt x="26475" y="41791"/>
                </a:cubicBezTo>
                <a:cubicBezTo>
                  <a:pt x="26504" y="41703"/>
                  <a:pt x="26563" y="41629"/>
                  <a:pt x="26607" y="41541"/>
                </a:cubicBezTo>
                <a:close/>
                <a:moveTo>
                  <a:pt x="26872" y="41600"/>
                </a:moveTo>
                <a:cubicBezTo>
                  <a:pt x="26902" y="41688"/>
                  <a:pt x="26916" y="41776"/>
                  <a:pt x="26931" y="41850"/>
                </a:cubicBezTo>
                <a:cubicBezTo>
                  <a:pt x="26902" y="41924"/>
                  <a:pt x="26872" y="42012"/>
                  <a:pt x="26843" y="42086"/>
                </a:cubicBezTo>
                <a:cubicBezTo>
                  <a:pt x="26828" y="41997"/>
                  <a:pt x="26784" y="41909"/>
                  <a:pt x="26769" y="41835"/>
                </a:cubicBezTo>
                <a:cubicBezTo>
                  <a:pt x="26828" y="41747"/>
                  <a:pt x="26843" y="41673"/>
                  <a:pt x="26872" y="41600"/>
                </a:cubicBezTo>
                <a:close/>
                <a:moveTo>
                  <a:pt x="25621" y="41821"/>
                </a:moveTo>
                <a:cubicBezTo>
                  <a:pt x="25621" y="41821"/>
                  <a:pt x="25621" y="41835"/>
                  <a:pt x="25651" y="41835"/>
                </a:cubicBezTo>
                <a:cubicBezTo>
                  <a:pt x="25592" y="41924"/>
                  <a:pt x="25518" y="42012"/>
                  <a:pt x="25445" y="42115"/>
                </a:cubicBezTo>
                <a:cubicBezTo>
                  <a:pt x="25445" y="42115"/>
                  <a:pt x="25445" y="42086"/>
                  <a:pt x="25430" y="42086"/>
                </a:cubicBezTo>
                <a:cubicBezTo>
                  <a:pt x="25504" y="41997"/>
                  <a:pt x="25563" y="41909"/>
                  <a:pt x="25621" y="41821"/>
                </a:cubicBezTo>
                <a:close/>
                <a:moveTo>
                  <a:pt x="26063" y="41865"/>
                </a:moveTo>
                <a:cubicBezTo>
                  <a:pt x="26107" y="41938"/>
                  <a:pt x="26122" y="42012"/>
                  <a:pt x="26166" y="42086"/>
                </a:cubicBezTo>
                <a:cubicBezTo>
                  <a:pt x="26107" y="42189"/>
                  <a:pt x="26063" y="42247"/>
                  <a:pt x="26019" y="42350"/>
                </a:cubicBezTo>
                <a:lnTo>
                  <a:pt x="25901" y="42130"/>
                </a:lnTo>
                <a:cubicBezTo>
                  <a:pt x="25960" y="42041"/>
                  <a:pt x="26019" y="41968"/>
                  <a:pt x="26063" y="41865"/>
                </a:cubicBezTo>
                <a:close/>
                <a:moveTo>
                  <a:pt x="27284" y="42159"/>
                </a:moveTo>
                <a:cubicBezTo>
                  <a:pt x="27299" y="42203"/>
                  <a:pt x="27299" y="42218"/>
                  <a:pt x="27299" y="42247"/>
                </a:cubicBezTo>
                <a:cubicBezTo>
                  <a:pt x="27299" y="42292"/>
                  <a:pt x="27284" y="42321"/>
                  <a:pt x="27284" y="42365"/>
                </a:cubicBezTo>
                <a:cubicBezTo>
                  <a:pt x="27284" y="42336"/>
                  <a:pt x="27284" y="42292"/>
                  <a:pt x="27270" y="42277"/>
                </a:cubicBezTo>
                <a:cubicBezTo>
                  <a:pt x="27270" y="42233"/>
                  <a:pt x="27284" y="42203"/>
                  <a:pt x="27284" y="42159"/>
                </a:cubicBezTo>
                <a:close/>
                <a:moveTo>
                  <a:pt x="25680" y="41909"/>
                </a:moveTo>
                <a:cubicBezTo>
                  <a:pt x="25724" y="41982"/>
                  <a:pt x="25754" y="42041"/>
                  <a:pt x="25798" y="42115"/>
                </a:cubicBezTo>
                <a:cubicBezTo>
                  <a:pt x="25739" y="42203"/>
                  <a:pt x="25666" y="42292"/>
                  <a:pt x="25607" y="42380"/>
                </a:cubicBezTo>
                <a:cubicBezTo>
                  <a:pt x="25563" y="42306"/>
                  <a:pt x="25518" y="42233"/>
                  <a:pt x="25474" y="42189"/>
                </a:cubicBezTo>
                <a:cubicBezTo>
                  <a:pt x="25548" y="42086"/>
                  <a:pt x="25621" y="41997"/>
                  <a:pt x="25680" y="41909"/>
                </a:cubicBezTo>
                <a:close/>
                <a:moveTo>
                  <a:pt x="26431" y="41894"/>
                </a:moveTo>
                <a:cubicBezTo>
                  <a:pt x="26475" y="41982"/>
                  <a:pt x="26504" y="42086"/>
                  <a:pt x="26549" y="42189"/>
                </a:cubicBezTo>
                <a:cubicBezTo>
                  <a:pt x="26504" y="42277"/>
                  <a:pt x="26460" y="42350"/>
                  <a:pt x="26416" y="42439"/>
                </a:cubicBezTo>
                <a:cubicBezTo>
                  <a:pt x="26416" y="42424"/>
                  <a:pt x="26401" y="42409"/>
                  <a:pt x="26401" y="42380"/>
                </a:cubicBezTo>
                <a:cubicBezTo>
                  <a:pt x="26401" y="42365"/>
                  <a:pt x="26416" y="42365"/>
                  <a:pt x="26416" y="42350"/>
                </a:cubicBezTo>
                <a:cubicBezTo>
                  <a:pt x="26387" y="42336"/>
                  <a:pt x="26387" y="42292"/>
                  <a:pt x="26357" y="42277"/>
                </a:cubicBezTo>
                <a:cubicBezTo>
                  <a:pt x="26357" y="42277"/>
                  <a:pt x="26357" y="42292"/>
                  <a:pt x="26343" y="42292"/>
                </a:cubicBezTo>
                <a:cubicBezTo>
                  <a:pt x="26328" y="42233"/>
                  <a:pt x="26313" y="42203"/>
                  <a:pt x="26284" y="42144"/>
                </a:cubicBezTo>
                <a:cubicBezTo>
                  <a:pt x="26343" y="42056"/>
                  <a:pt x="26387" y="41982"/>
                  <a:pt x="26431" y="41894"/>
                </a:cubicBezTo>
                <a:close/>
                <a:moveTo>
                  <a:pt x="26725" y="41938"/>
                </a:moveTo>
                <a:cubicBezTo>
                  <a:pt x="26755" y="42041"/>
                  <a:pt x="26784" y="42130"/>
                  <a:pt x="26799" y="42218"/>
                </a:cubicBezTo>
                <a:cubicBezTo>
                  <a:pt x="26769" y="42292"/>
                  <a:pt x="26725" y="42380"/>
                  <a:pt x="26710" y="42453"/>
                </a:cubicBezTo>
                <a:cubicBezTo>
                  <a:pt x="26681" y="42365"/>
                  <a:pt x="26652" y="42277"/>
                  <a:pt x="26622" y="42189"/>
                </a:cubicBezTo>
                <a:cubicBezTo>
                  <a:pt x="26652" y="42115"/>
                  <a:pt x="26696" y="42012"/>
                  <a:pt x="26725" y="41938"/>
                </a:cubicBezTo>
                <a:close/>
                <a:moveTo>
                  <a:pt x="27167" y="42071"/>
                </a:moveTo>
                <a:cubicBezTo>
                  <a:pt x="27167" y="42130"/>
                  <a:pt x="27167" y="42203"/>
                  <a:pt x="27196" y="42277"/>
                </a:cubicBezTo>
                <a:cubicBezTo>
                  <a:pt x="27167" y="42336"/>
                  <a:pt x="27152" y="42409"/>
                  <a:pt x="27152" y="42453"/>
                </a:cubicBezTo>
                <a:cubicBezTo>
                  <a:pt x="27137" y="42380"/>
                  <a:pt x="27137" y="42336"/>
                  <a:pt x="27122" y="42247"/>
                </a:cubicBezTo>
                <a:cubicBezTo>
                  <a:pt x="27137" y="42203"/>
                  <a:pt x="27152" y="42130"/>
                  <a:pt x="27167" y="42071"/>
                </a:cubicBezTo>
                <a:close/>
                <a:moveTo>
                  <a:pt x="26990" y="42012"/>
                </a:moveTo>
                <a:cubicBezTo>
                  <a:pt x="27005" y="42115"/>
                  <a:pt x="27019" y="42189"/>
                  <a:pt x="27034" y="42277"/>
                </a:cubicBezTo>
                <a:cubicBezTo>
                  <a:pt x="27005" y="42336"/>
                  <a:pt x="26975" y="42409"/>
                  <a:pt x="26946" y="42483"/>
                </a:cubicBezTo>
                <a:cubicBezTo>
                  <a:pt x="26931" y="42409"/>
                  <a:pt x="26916" y="42306"/>
                  <a:pt x="26902" y="42233"/>
                </a:cubicBezTo>
                <a:cubicBezTo>
                  <a:pt x="26931" y="42159"/>
                  <a:pt x="26946" y="42086"/>
                  <a:pt x="26990" y="42012"/>
                </a:cubicBezTo>
                <a:close/>
                <a:moveTo>
                  <a:pt x="26239" y="42233"/>
                </a:moveTo>
                <a:cubicBezTo>
                  <a:pt x="26254" y="42292"/>
                  <a:pt x="26269" y="42336"/>
                  <a:pt x="26284" y="42380"/>
                </a:cubicBezTo>
                <a:cubicBezTo>
                  <a:pt x="26254" y="42483"/>
                  <a:pt x="26195" y="42556"/>
                  <a:pt x="26136" y="42645"/>
                </a:cubicBezTo>
                <a:cubicBezTo>
                  <a:pt x="26122" y="42586"/>
                  <a:pt x="26092" y="42556"/>
                  <a:pt x="26063" y="42498"/>
                </a:cubicBezTo>
                <a:cubicBezTo>
                  <a:pt x="26136" y="42409"/>
                  <a:pt x="26181" y="42336"/>
                  <a:pt x="26239" y="42233"/>
                </a:cubicBezTo>
                <a:close/>
                <a:moveTo>
                  <a:pt x="25842" y="42203"/>
                </a:moveTo>
                <a:lnTo>
                  <a:pt x="25960" y="42424"/>
                </a:lnTo>
                <a:cubicBezTo>
                  <a:pt x="25901" y="42512"/>
                  <a:pt x="25842" y="42601"/>
                  <a:pt x="25783" y="42674"/>
                </a:cubicBezTo>
                <a:cubicBezTo>
                  <a:pt x="25754" y="42601"/>
                  <a:pt x="25710" y="42527"/>
                  <a:pt x="25666" y="42453"/>
                </a:cubicBezTo>
                <a:cubicBezTo>
                  <a:pt x="25739" y="42380"/>
                  <a:pt x="25798" y="42292"/>
                  <a:pt x="25842" y="42203"/>
                </a:cubicBezTo>
                <a:close/>
                <a:moveTo>
                  <a:pt x="26328" y="42483"/>
                </a:moveTo>
                <a:cubicBezTo>
                  <a:pt x="26328" y="42498"/>
                  <a:pt x="26343" y="42512"/>
                  <a:pt x="26343" y="42527"/>
                </a:cubicBezTo>
                <a:cubicBezTo>
                  <a:pt x="26298" y="42630"/>
                  <a:pt x="26254" y="42704"/>
                  <a:pt x="26210" y="42792"/>
                </a:cubicBezTo>
                <a:cubicBezTo>
                  <a:pt x="26210" y="42777"/>
                  <a:pt x="26195" y="42748"/>
                  <a:pt x="26195" y="42733"/>
                </a:cubicBezTo>
                <a:cubicBezTo>
                  <a:pt x="26239" y="42645"/>
                  <a:pt x="26284" y="42571"/>
                  <a:pt x="26328" y="42483"/>
                </a:cubicBezTo>
                <a:close/>
                <a:moveTo>
                  <a:pt x="26563" y="42292"/>
                </a:moveTo>
                <a:cubicBezTo>
                  <a:pt x="26607" y="42380"/>
                  <a:pt x="26622" y="42468"/>
                  <a:pt x="26652" y="42586"/>
                </a:cubicBezTo>
                <a:cubicBezTo>
                  <a:pt x="26622" y="42659"/>
                  <a:pt x="26578" y="42748"/>
                  <a:pt x="26549" y="42821"/>
                </a:cubicBezTo>
                <a:cubicBezTo>
                  <a:pt x="26534" y="42792"/>
                  <a:pt x="26504" y="42733"/>
                  <a:pt x="26490" y="42704"/>
                </a:cubicBezTo>
                <a:cubicBezTo>
                  <a:pt x="26504" y="42659"/>
                  <a:pt x="26534" y="42630"/>
                  <a:pt x="26549" y="42601"/>
                </a:cubicBezTo>
                <a:cubicBezTo>
                  <a:pt x="26534" y="42571"/>
                  <a:pt x="26504" y="42556"/>
                  <a:pt x="26490" y="42512"/>
                </a:cubicBezTo>
                <a:cubicBezTo>
                  <a:pt x="26475" y="42527"/>
                  <a:pt x="26475" y="42571"/>
                  <a:pt x="26460" y="42586"/>
                </a:cubicBezTo>
                <a:cubicBezTo>
                  <a:pt x="26460" y="42571"/>
                  <a:pt x="26431" y="42556"/>
                  <a:pt x="26431" y="42527"/>
                </a:cubicBezTo>
                <a:cubicBezTo>
                  <a:pt x="26475" y="42453"/>
                  <a:pt x="26534" y="42365"/>
                  <a:pt x="26563" y="42292"/>
                </a:cubicBezTo>
                <a:close/>
                <a:moveTo>
                  <a:pt x="27211" y="42512"/>
                </a:moveTo>
                <a:cubicBezTo>
                  <a:pt x="27225" y="42556"/>
                  <a:pt x="27225" y="42601"/>
                  <a:pt x="27225" y="42659"/>
                </a:cubicBezTo>
                <a:cubicBezTo>
                  <a:pt x="27211" y="42718"/>
                  <a:pt x="27211" y="42777"/>
                  <a:pt x="27181" y="42821"/>
                </a:cubicBezTo>
                <a:cubicBezTo>
                  <a:pt x="27181" y="42777"/>
                  <a:pt x="27167" y="42718"/>
                  <a:pt x="27167" y="42659"/>
                </a:cubicBezTo>
                <a:cubicBezTo>
                  <a:pt x="27181" y="42601"/>
                  <a:pt x="27211" y="42571"/>
                  <a:pt x="27211" y="42512"/>
                </a:cubicBezTo>
                <a:close/>
                <a:moveTo>
                  <a:pt x="26843" y="42350"/>
                </a:moveTo>
                <a:cubicBezTo>
                  <a:pt x="26858" y="42439"/>
                  <a:pt x="26872" y="42527"/>
                  <a:pt x="26902" y="42601"/>
                </a:cubicBezTo>
                <a:cubicBezTo>
                  <a:pt x="26872" y="42674"/>
                  <a:pt x="26843" y="42748"/>
                  <a:pt x="26799" y="42836"/>
                </a:cubicBezTo>
                <a:cubicBezTo>
                  <a:pt x="26784" y="42748"/>
                  <a:pt x="26755" y="42659"/>
                  <a:pt x="26725" y="42586"/>
                </a:cubicBezTo>
                <a:cubicBezTo>
                  <a:pt x="26784" y="42512"/>
                  <a:pt x="26799" y="42424"/>
                  <a:pt x="26843" y="42350"/>
                </a:cubicBezTo>
                <a:close/>
                <a:moveTo>
                  <a:pt x="27064" y="42424"/>
                </a:moveTo>
                <a:cubicBezTo>
                  <a:pt x="27064" y="42498"/>
                  <a:pt x="27078" y="42571"/>
                  <a:pt x="27093" y="42645"/>
                </a:cubicBezTo>
                <a:cubicBezTo>
                  <a:pt x="27078" y="42718"/>
                  <a:pt x="27064" y="42777"/>
                  <a:pt x="27049" y="42851"/>
                </a:cubicBezTo>
                <a:lnTo>
                  <a:pt x="26990" y="42630"/>
                </a:lnTo>
                <a:cubicBezTo>
                  <a:pt x="27005" y="42556"/>
                  <a:pt x="27049" y="42498"/>
                  <a:pt x="27064" y="42424"/>
                </a:cubicBezTo>
                <a:close/>
                <a:moveTo>
                  <a:pt x="26401" y="42645"/>
                </a:moveTo>
                <a:cubicBezTo>
                  <a:pt x="26401" y="42659"/>
                  <a:pt x="26416" y="42674"/>
                  <a:pt x="26416" y="42704"/>
                </a:cubicBezTo>
                <a:cubicBezTo>
                  <a:pt x="26372" y="42792"/>
                  <a:pt x="26328" y="42865"/>
                  <a:pt x="26284" y="42954"/>
                </a:cubicBezTo>
                <a:cubicBezTo>
                  <a:pt x="26284" y="42939"/>
                  <a:pt x="26269" y="42924"/>
                  <a:pt x="26269" y="42895"/>
                </a:cubicBezTo>
                <a:cubicBezTo>
                  <a:pt x="26298" y="42792"/>
                  <a:pt x="26343" y="42718"/>
                  <a:pt x="26401" y="42645"/>
                </a:cubicBezTo>
                <a:close/>
                <a:moveTo>
                  <a:pt x="27240" y="42939"/>
                </a:moveTo>
                <a:cubicBezTo>
                  <a:pt x="27270" y="42968"/>
                  <a:pt x="27270" y="43013"/>
                  <a:pt x="27270" y="43042"/>
                </a:cubicBezTo>
                <a:cubicBezTo>
                  <a:pt x="27270" y="43086"/>
                  <a:pt x="27270" y="43101"/>
                  <a:pt x="27240" y="43145"/>
                </a:cubicBezTo>
                <a:lnTo>
                  <a:pt x="27240" y="43160"/>
                </a:lnTo>
                <a:cubicBezTo>
                  <a:pt x="27240" y="43116"/>
                  <a:pt x="27240" y="43086"/>
                  <a:pt x="27225" y="43042"/>
                </a:cubicBezTo>
                <a:cubicBezTo>
                  <a:pt x="27225" y="43013"/>
                  <a:pt x="27240" y="42968"/>
                  <a:pt x="27240" y="42939"/>
                </a:cubicBezTo>
                <a:close/>
                <a:moveTo>
                  <a:pt x="26460" y="42807"/>
                </a:moveTo>
                <a:cubicBezTo>
                  <a:pt x="26475" y="42836"/>
                  <a:pt x="26490" y="42895"/>
                  <a:pt x="26490" y="42939"/>
                </a:cubicBezTo>
                <a:cubicBezTo>
                  <a:pt x="26460" y="43013"/>
                  <a:pt x="26416" y="43101"/>
                  <a:pt x="26387" y="43175"/>
                </a:cubicBezTo>
                <a:cubicBezTo>
                  <a:pt x="26357" y="43145"/>
                  <a:pt x="26343" y="43086"/>
                  <a:pt x="26328" y="43042"/>
                </a:cubicBezTo>
                <a:cubicBezTo>
                  <a:pt x="26357" y="42968"/>
                  <a:pt x="26416" y="42880"/>
                  <a:pt x="26460" y="42807"/>
                </a:cubicBezTo>
                <a:close/>
                <a:moveTo>
                  <a:pt x="26696" y="42704"/>
                </a:moveTo>
                <a:cubicBezTo>
                  <a:pt x="26710" y="42792"/>
                  <a:pt x="26755" y="42880"/>
                  <a:pt x="26769" y="42968"/>
                </a:cubicBezTo>
                <a:cubicBezTo>
                  <a:pt x="26769" y="42998"/>
                  <a:pt x="26769" y="42998"/>
                  <a:pt x="26755" y="43013"/>
                </a:cubicBezTo>
                <a:cubicBezTo>
                  <a:pt x="26725" y="43086"/>
                  <a:pt x="26696" y="43160"/>
                  <a:pt x="26681" y="43219"/>
                </a:cubicBezTo>
                <a:cubicBezTo>
                  <a:pt x="26652" y="43160"/>
                  <a:pt x="26637" y="43086"/>
                  <a:pt x="26622" y="43027"/>
                </a:cubicBezTo>
                <a:cubicBezTo>
                  <a:pt x="26637" y="42968"/>
                  <a:pt x="26681" y="42924"/>
                  <a:pt x="26696" y="42865"/>
                </a:cubicBezTo>
                <a:cubicBezTo>
                  <a:pt x="26666" y="42821"/>
                  <a:pt x="26652" y="42807"/>
                  <a:pt x="26652" y="42792"/>
                </a:cubicBezTo>
                <a:cubicBezTo>
                  <a:pt x="26666" y="42748"/>
                  <a:pt x="26696" y="42733"/>
                  <a:pt x="26696" y="42704"/>
                </a:cubicBezTo>
                <a:close/>
                <a:moveTo>
                  <a:pt x="26931" y="42748"/>
                </a:moveTo>
                <a:cubicBezTo>
                  <a:pt x="26946" y="42851"/>
                  <a:pt x="26975" y="42924"/>
                  <a:pt x="26990" y="43013"/>
                </a:cubicBezTo>
                <a:cubicBezTo>
                  <a:pt x="26975" y="43086"/>
                  <a:pt x="26931" y="43160"/>
                  <a:pt x="26916" y="43233"/>
                </a:cubicBezTo>
                <a:cubicBezTo>
                  <a:pt x="26902" y="43145"/>
                  <a:pt x="26872" y="43072"/>
                  <a:pt x="26858" y="42968"/>
                </a:cubicBezTo>
                <a:cubicBezTo>
                  <a:pt x="26902" y="42895"/>
                  <a:pt x="26916" y="42821"/>
                  <a:pt x="26931" y="42748"/>
                </a:cubicBezTo>
                <a:close/>
                <a:moveTo>
                  <a:pt x="27137" y="42836"/>
                </a:moveTo>
                <a:cubicBezTo>
                  <a:pt x="27137" y="42924"/>
                  <a:pt x="27137" y="42968"/>
                  <a:pt x="27152" y="43042"/>
                </a:cubicBezTo>
                <a:cubicBezTo>
                  <a:pt x="27137" y="43101"/>
                  <a:pt x="27122" y="43160"/>
                  <a:pt x="27122" y="43233"/>
                </a:cubicBezTo>
                <a:cubicBezTo>
                  <a:pt x="27093" y="43160"/>
                  <a:pt x="27093" y="43101"/>
                  <a:pt x="27078" y="43027"/>
                </a:cubicBezTo>
                <a:cubicBezTo>
                  <a:pt x="27093" y="42968"/>
                  <a:pt x="27122" y="42910"/>
                  <a:pt x="27137" y="42836"/>
                </a:cubicBezTo>
                <a:close/>
                <a:moveTo>
                  <a:pt x="26799" y="43116"/>
                </a:moveTo>
                <a:cubicBezTo>
                  <a:pt x="26813" y="43175"/>
                  <a:pt x="26813" y="43219"/>
                  <a:pt x="26843" y="43263"/>
                </a:cubicBezTo>
                <a:cubicBezTo>
                  <a:pt x="26799" y="43322"/>
                  <a:pt x="26784" y="43410"/>
                  <a:pt x="26755" y="43484"/>
                </a:cubicBezTo>
                <a:cubicBezTo>
                  <a:pt x="26725" y="43439"/>
                  <a:pt x="26710" y="43381"/>
                  <a:pt x="26710" y="43336"/>
                </a:cubicBezTo>
                <a:cubicBezTo>
                  <a:pt x="26755" y="43263"/>
                  <a:pt x="26769" y="43189"/>
                  <a:pt x="26799" y="43116"/>
                </a:cubicBezTo>
                <a:close/>
                <a:moveTo>
                  <a:pt x="26563" y="43116"/>
                </a:moveTo>
                <a:cubicBezTo>
                  <a:pt x="26578" y="43189"/>
                  <a:pt x="26607" y="43248"/>
                  <a:pt x="26622" y="43322"/>
                </a:cubicBezTo>
                <a:cubicBezTo>
                  <a:pt x="26578" y="43395"/>
                  <a:pt x="26549" y="43469"/>
                  <a:pt x="26504" y="43557"/>
                </a:cubicBezTo>
                <a:cubicBezTo>
                  <a:pt x="26490" y="43484"/>
                  <a:pt x="26460" y="43439"/>
                  <a:pt x="26431" y="43366"/>
                </a:cubicBezTo>
                <a:cubicBezTo>
                  <a:pt x="26490" y="43292"/>
                  <a:pt x="26534" y="43189"/>
                  <a:pt x="26563" y="43116"/>
                </a:cubicBezTo>
                <a:close/>
                <a:moveTo>
                  <a:pt x="27167" y="43263"/>
                </a:moveTo>
                <a:cubicBezTo>
                  <a:pt x="27167" y="43322"/>
                  <a:pt x="27196" y="43381"/>
                  <a:pt x="27196" y="43439"/>
                </a:cubicBezTo>
                <a:cubicBezTo>
                  <a:pt x="27167" y="43484"/>
                  <a:pt x="27167" y="43528"/>
                  <a:pt x="27152" y="43587"/>
                </a:cubicBezTo>
                <a:cubicBezTo>
                  <a:pt x="27152" y="43528"/>
                  <a:pt x="27137" y="43469"/>
                  <a:pt x="27137" y="43410"/>
                </a:cubicBezTo>
                <a:cubicBezTo>
                  <a:pt x="27152" y="43366"/>
                  <a:pt x="27152" y="43322"/>
                  <a:pt x="27167" y="43263"/>
                </a:cubicBezTo>
                <a:close/>
                <a:moveTo>
                  <a:pt x="27019" y="43189"/>
                </a:moveTo>
                <a:cubicBezTo>
                  <a:pt x="27019" y="43263"/>
                  <a:pt x="27034" y="43336"/>
                  <a:pt x="27064" y="43410"/>
                </a:cubicBezTo>
                <a:cubicBezTo>
                  <a:pt x="27049" y="43484"/>
                  <a:pt x="27019" y="43542"/>
                  <a:pt x="27005" y="43616"/>
                </a:cubicBezTo>
                <a:lnTo>
                  <a:pt x="27005" y="43601"/>
                </a:lnTo>
                <a:lnTo>
                  <a:pt x="27005" y="43572"/>
                </a:lnTo>
                <a:cubicBezTo>
                  <a:pt x="27005" y="43557"/>
                  <a:pt x="26990" y="43557"/>
                  <a:pt x="26990" y="43542"/>
                </a:cubicBezTo>
                <a:cubicBezTo>
                  <a:pt x="26990" y="43528"/>
                  <a:pt x="26990" y="43528"/>
                  <a:pt x="26975" y="43513"/>
                </a:cubicBezTo>
                <a:cubicBezTo>
                  <a:pt x="26975" y="43469"/>
                  <a:pt x="26946" y="43439"/>
                  <a:pt x="26946" y="43395"/>
                </a:cubicBezTo>
                <a:cubicBezTo>
                  <a:pt x="26975" y="43322"/>
                  <a:pt x="26990" y="43263"/>
                  <a:pt x="27019" y="43189"/>
                </a:cubicBezTo>
                <a:close/>
                <a:moveTo>
                  <a:pt x="26902" y="43528"/>
                </a:moveTo>
                <a:cubicBezTo>
                  <a:pt x="26902" y="43542"/>
                  <a:pt x="26902" y="43557"/>
                  <a:pt x="26916" y="43587"/>
                </a:cubicBezTo>
                <a:cubicBezTo>
                  <a:pt x="26902" y="43660"/>
                  <a:pt x="26858" y="43734"/>
                  <a:pt x="26843" y="43807"/>
                </a:cubicBezTo>
                <a:cubicBezTo>
                  <a:pt x="26843" y="43778"/>
                  <a:pt x="26813" y="43748"/>
                  <a:pt x="26813" y="43734"/>
                </a:cubicBezTo>
                <a:cubicBezTo>
                  <a:pt x="26843" y="43675"/>
                  <a:pt x="26872" y="43601"/>
                  <a:pt x="26902" y="43528"/>
                </a:cubicBezTo>
                <a:close/>
                <a:moveTo>
                  <a:pt x="27093" y="43616"/>
                </a:moveTo>
                <a:cubicBezTo>
                  <a:pt x="27093" y="43675"/>
                  <a:pt x="27093" y="43748"/>
                  <a:pt x="27122" y="43822"/>
                </a:cubicBezTo>
                <a:cubicBezTo>
                  <a:pt x="27078" y="43763"/>
                  <a:pt x="27078" y="43748"/>
                  <a:pt x="27064" y="43704"/>
                </a:cubicBezTo>
                <a:cubicBezTo>
                  <a:pt x="27078" y="43675"/>
                  <a:pt x="27078" y="43645"/>
                  <a:pt x="27093" y="43616"/>
                </a:cubicBezTo>
                <a:close/>
                <a:moveTo>
                  <a:pt x="26652" y="43454"/>
                </a:moveTo>
                <a:lnTo>
                  <a:pt x="26710" y="43616"/>
                </a:lnTo>
                <a:cubicBezTo>
                  <a:pt x="26666" y="43690"/>
                  <a:pt x="26637" y="43763"/>
                  <a:pt x="26607" y="43851"/>
                </a:cubicBezTo>
                <a:cubicBezTo>
                  <a:pt x="26578" y="43807"/>
                  <a:pt x="26563" y="43748"/>
                  <a:pt x="26549" y="43675"/>
                </a:cubicBezTo>
                <a:lnTo>
                  <a:pt x="26652" y="43454"/>
                </a:lnTo>
                <a:close/>
                <a:moveTo>
                  <a:pt x="27211" y="43719"/>
                </a:moveTo>
                <a:cubicBezTo>
                  <a:pt x="27211" y="43763"/>
                  <a:pt x="27225" y="43807"/>
                  <a:pt x="27225" y="43837"/>
                </a:cubicBezTo>
                <a:cubicBezTo>
                  <a:pt x="27225" y="43881"/>
                  <a:pt x="27211" y="43910"/>
                  <a:pt x="27211" y="43925"/>
                </a:cubicBezTo>
                <a:cubicBezTo>
                  <a:pt x="27211" y="43896"/>
                  <a:pt x="27211" y="43851"/>
                  <a:pt x="27196" y="43822"/>
                </a:cubicBezTo>
                <a:cubicBezTo>
                  <a:pt x="27196" y="43778"/>
                  <a:pt x="27211" y="43763"/>
                  <a:pt x="27211" y="43719"/>
                </a:cubicBezTo>
                <a:close/>
                <a:moveTo>
                  <a:pt x="26946" y="43763"/>
                </a:moveTo>
                <a:lnTo>
                  <a:pt x="26946" y="43778"/>
                </a:lnTo>
                <a:cubicBezTo>
                  <a:pt x="26931" y="43851"/>
                  <a:pt x="26902" y="43910"/>
                  <a:pt x="26872" y="43984"/>
                </a:cubicBezTo>
                <a:lnTo>
                  <a:pt x="26872" y="43969"/>
                </a:lnTo>
                <a:cubicBezTo>
                  <a:pt x="26902" y="43896"/>
                  <a:pt x="26931" y="43822"/>
                  <a:pt x="26946" y="43763"/>
                </a:cubicBezTo>
                <a:close/>
                <a:moveTo>
                  <a:pt x="27078" y="43822"/>
                </a:moveTo>
                <a:cubicBezTo>
                  <a:pt x="27078" y="43837"/>
                  <a:pt x="27078" y="43837"/>
                  <a:pt x="27093" y="43851"/>
                </a:cubicBezTo>
                <a:cubicBezTo>
                  <a:pt x="27078" y="43910"/>
                  <a:pt x="27078" y="43954"/>
                  <a:pt x="27064" y="43984"/>
                </a:cubicBezTo>
                <a:cubicBezTo>
                  <a:pt x="27064" y="43969"/>
                  <a:pt x="27064" y="43954"/>
                  <a:pt x="27049" y="43925"/>
                </a:cubicBezTo>
                <a:cubicBezTo>
                  <a:pt x="27064" y="43896"/>
                  <a:pt x="27064" y="43851"/>
                  <a:pt x="27078" y="43822"/>
                </a:cubicBezTo>
                <a:close/>
                <a:moveTo>
                  <a:pt x="26769" y="43851"/>
                </a:moveTo>
                <a:cubicBezTo>
                  <a:pt x="26769" y="43896"/>
                  <a:pt x="26784" y="43910"/>
                  <a:pt x="26784" y="43940"/>
                </a:cubicBezTo>
                <a:cubicBezTo>
                  <a:pt x="26769" y="44028"/>
                  <a:pt x="26725" y="44087"/>
                  <a:pt x="26710" y="44175"/>
                </a:cubicBezTo>
                <a:cubicBezTo>
                  <a:pt x="26696" y="44131"/>
                  <a:pt x="26696" y="44102"/>
                  <a:pt x="26666" y="44058"/>
                </a:cubicBezTo>
                <a:cubicBezTo>
                  <a:pt x="26710" y="43984"/>
                  <a:pt x="26725" y="43910"/>
                  <a:pt x="26769" y="43851"/>
                </a:cubicBezTo>
                <a:close/>
                <a:moveTo>
                  <a:pt x="26799" y="44116"/>
                </a:moveTo>
                <a:lnTo>
                  <a:pt x="26799" y="44146"/>
                </a:lnTo>
                <a:cubicBezTo>
                  <a:pt x="26799" y="44205"/>
                  <a:pt x="26784" y="44278"/>
                  <a:pt x="26755" y="44352"/>
                </a:cubicBezTo>
                <a:cubicBezTo>
                  <a:pt x="26755" y="44337"/>
                  <a:pt x="26755" y="44337"/>
                  <a:pt x="26725" y="44322"/>
                </a:cubicBezTo>
                <a:cubicBezTo>
                  <a:pt x="26755" y="44249"/>
                  <a:pt x="26784" y="44190"/>
                  <a:pt x="26799" y="44116"/>
                </a:cubicBezTo>
                <a:close/>
                <a:moveTo>
                  <a:pt x="27137" y="44175"/>
                </a:moveTo>
                <a:cubicBezTo>
                  <a:pt x="27152" y="44175"/>
                  <a:pt x="27152" y="44205"/>
                  <a:pt x="27152" y="44219"/>
                </a:cubicBezTo>
                <a:cubicBezTo>
                  <a:pt x="27137" y="44278"/>
                  <a:pt x="27137" y="44322"/>
                  <a:pt x="27122" y="44367"/>
                </a:cubicBezTo>
                <a:cubicBezTo>
                  <a:pt x="27122" y="44352"/>
                  <a:pt x="27122" y="44322"/>
                  <a:pt x="27093" y="44293"/>
                </a:cubicBezTo>
                <a:cubicBezTo>
                  <a:pt x="27122" y="44264"/>
                  <a:pt x="27122" y="44205"/>
                  <a:pt x="27137" y="44175"/>
                </a:cubicBezTo>
                <a:close/>
                <a:moveTo>
                  <a:pt x="26990" y="44131"/>
                </a:moveTo>
                <a:cubicBezTo>
                  <a:pt x="27005" y="44131"/>
                  <a:pt x="27005" y="44175"/>
                  <a:pt x="27005" y="44190"/>
                </a:cubicBezTo>
                <a:cubicBezTo>
                  <a:pt x="26990" y="44264"/>
                  <a:pt x="26975" y="44308"/>
                  <a:pt x="26946" y="44396"/>
                </a:cubicBezTo>
                <a:cubicBezTo>
                  <a:pt x="26946" y="44367"/>
                  <a:pt x="26931" y="44337"/>
                  <a:pt x="26931" y="44322"/>
                </a:cubicBezTo>
                <a:cubicBezTo>
                  <a:pt x="26946" y="44264"/>
                  <a:pt x="26975" y="44190"/>
                  <a:pt x="26990" y="44131"/>
                </a:cubicBezTo>
                <a:close/>
                <a:moveTo>
                  <a:pt x="26858" y="44278"/>
                </a:moveTo>
                <a:cubicBezTo>
                  <a:pt x="26843" y="44352"/>
                  <a:pt x="26813" y="44425"/>
                  <a:pt x="26784" y="44499"/>
                </a:cubicBezTo>
                <a:lnTo>
                  <a:pt x="26784" y="44484"/>
                </a:lnTo>
                <a:cubicBezTo>
                  <a:pt x="26799" y="44411"/>
                  <a:pt x="26843" y="44352"/>
                  <a:pt x="26858" y="44278"/>
                </a:cubicBezTo>
                <a:close/>
                <a:moveTo>
                  <a:pt x="27184" y="44596"/>
                </a:moveTo>
                <a:cubicBezTo>
                  <a:pt x="27188" y="44608"/>
                  <a:pt x="27196" y="44617"/>
                  <a:pt x="27196" y="44617"/>
                </a:cubicBezTo>
                <a:cubicBezTo>
                  <a:pt x="27196" y="44646"/>
                  <a:pt x="27167" y="44676"/>
                  <a:pt x="27167" y="44705"/>
                </a:cubicBezTo>
                <a:lnTo>
                  <a:pt x="27167" y="44646"/>
                </a:lnTo>
                <a:cubicBezTo>
                  <a:pt x="27167" y="44629"/>
                  <a:pt x="27176" y="44613"/>
                  <a:pt x="27184" y="44596"/>
                </a:cubicBezTo>
                <a:close/>
                <a:moveTo>
                  <a:pt x="26902" y="44455"/>
                </a:moveTo>
                <a:cubicBezTo>
                  <a:pt x="26902" y="44499"/>
                  <a:pt x="26916" y="44514"/>
                  <a:pt x="26916" y="44558"/>
                </a:cubicBezTo>
                <a:cubicBezTo>
                  <a:pt x="26902" y="44617"/>
                  <a:pt x="26858" y="44690"/>
                  <a:pt x="26843" y="44734"/>
                </a:cubicBezTo>
                <a:cubicBezTo>
                  <a:pt x="26843" y="44705"/>
                  <a:pt x="26828" y="44676"/>
                  <a:pt x="26828" y="44646"/>
                </a:cubicBezTo>
                <a:cubicBezTo>
                  <a:pt x="26843" y="44587"/>
                  <a:pt x="26872" y="44514"/>
                  <a:pt x="26902" y="44455"/>
                </a:cubicBezTo>
                <a:close/>
                <a:moveTo>
                  <a:pt x="27064" y="44484"/>
                </a:moveTo>
                <a:cubicBezTo>
                  <a:pt x="27064" y="44514"/>
                  <a:pt x="27064" y="44558"/>
                  <a:pt x="27078" y="44587"/>
                </a:cubicBezTo>
                <a:lnTo>
                  <a:pt x="27019" y="44764"/>
                </a:lnTo>
                <a:cubicBezTo>
                  <a:pt x="27019" y="44720"/>
                  <a:pt x="27005" y="44690"/>
                  <a:pt x="27005" y="44646"/>
                </a:cubicBezTo>
                <a:lnTo>
                  <a:pt x="27064" y="44484"/>
                </a:lnTo>
                <a:close/>
                <a:moveTo>
                  <a:pt x="26975" y="44808"/>
                </a:moveTo>
                <a:cubicBezTo>
                  <a:pt x="26975" y="44852"/>
                  <a:pt x="26990" y="44911"/>
                  <a:pt x="26990" y="44940"/>
                </a:cubicBezTo>
                <a:cubicBezTo>
                  <a:pt x="26975" y="45014"/>
                  <a:pt x="26946" y="45073"/>
                  <a:pt x="26931" y="45132"/>
                </a:cubicBezTo>
                <a:cubicBezTo>
                  <a:pt x="26931" y="45073"/>
                  <a:pt x="26916" y="45029"/>
                  <a:pt x="26916" y="44985"/>
                </a:cubicBezTo>
                <a:lnTo>
                  <a:pt x="26975" y="44808"/>
                </a:lnTo>
                <a:close/>
                <a:moveTo>
                  <a:pt x="27093" y="44882"/>
                </a:moveTo>
                <a:cubicBezTo>
                  <a:pt x="27093" y="44926"/>
                  <a:pt x="27093" y="44955"/>
                  <a:pt x="27122" y="44999"/>
                </a:cubicBezTo>
                <a:cubicBezTo>
                  <a:pt x="27093" y="45058"/>
                  <a:pt x="27093" y="45088"/>
                  <a:pt x="27078" y="45147"/>
                </a:cubicBezTo>
                <a:cubicBezTo>
                  <a:pt x="27078" y="45102"/>
                  <a:pt x="27064" y="45073"/>
                  <a:pt x="27064" y="45014"/>
                </a:cubicBezTo>
                <a:cubicBezTo>
                  <a:pt x="27078" y="44985"/>
                  <a:pt x="27078" y="44926"/>
                  <a:pt x="27093" y="44882"/>
                </a:cubicBezTo>
                <a:close/>
                <a:moveTo>
                  <a:pt x="27137" y="45323"/>
                </a:moveTo>
                <a:lnTo>
                  <a:pt x="27137" y="45426"/>
                </a:lnTo>
                <a:cubicBezTo>
                  <a:pt x="27137" y="45442"/>
                  <a:pt x="27133" y="45454"/>
                  <a:pt x="27129" y="45468"/>
                </a:cubicBezTo>
                <a:lnTo>
                  <a:pt x="27129" y="45468"/>
                </a:lnTo>
                <a:cubicBezTo>
                  <a:pt x="27128" y="45445"/>
                  <a:pt x="27122" y="45424"/>
                  <a:pt x="27122" y="45397"/>
                </a:cubicBezTo>
                <a:cubicBezTo>
                  <a:pt x="27122" y="45382"/>
                  <a:pt x="27137" y="45353"/>
                  <a:pt x="27137" y="45323"/>
                </a:cubicBezTo>
                <a:close/>
                <a:moveTo>
                  <a:pt x="26990" y="45220"/>
                </a:moveTo>
                <a:cubicBezTo>
                  <a:pt x="26990" y="45279"/>
                  <a:pt x="27005" y="45323"/>
                  <a:pt x="27005" y="45367"/>
                </a:cubicBezTo>
                <a:cubicBezTo>
                  <a:pt x="27019" y="45426"/>
                  <a:pt x="27005" y="45470"/>
                  <a:pt x="26990" y="45529"/>
                </a:cubicBezTo>
                <a:cubicBezTo>
                  <a:pt x="26975" y="45470"/>
                  <a:pt x="26975" y="45411"/>
                  <a:pt x="26946" y="45353"/>
                </a:cubicBezTo>
                <a:cubicBezTo>
                  <a:pt x="26961" y="45308"/>
                  <a:pt x="26990" y="45250"/>
                  <a:pt x="26990" y="45220"/>
                </a:cubicBezTo>
                <a:close/>
                <a:moveTo>
                  <a:pt x="24577" y="41085"/>
                </a:moveTo>
                <a:cubicBezTo>
                  <a:pt x="24635" y="41158"/>
                  <a:pt x="24709" y="41232"/>
                  <a:pt x="24768" y="41306"/>
                </a:cubicBezTo>
                <a:cubicBezTo>
                  <a:pt x="23855" y="42306"/>
                  <a:pt x="22855" y="43204"/>
                  <a:pt x="21854" y="44072"/>
                </a:cubicBezTo>
                <a:cubicBezTo>
                  <a:pt x="21236" y="44631"/>
                  <a:pt x="20588" y="45205"/>
                  <a:pt x="19985" y="45794"/>
                </a:cubicBezTo>
                <a:cubicBezTo>
                  <a:pt x="20691" y="45014"/>
                  <a:pt x="21457" y="44264"/>
                  <a:pt x="22207" y="43528"/>
                </a:cubicBezTo>
                <a:cubicBezTo>
                  <a:pt x="22987" y="42733"/>
                  <a:pt x="23811" y="41924"/>
                  <a:pt x="24577" y="41085"/>
                </a:cubicBezTo>
                <a:close/>
                <a:moveTo>
                  <a:pt x="27064" y="45617"/>
                </a:moveTo>
                <a:cubicBezTo>
                  <a:pt x="27064" y="45676"/>
                  <a:pt x="27078" y="45735"/>
                  <a:pt x="27078" y="45779"/>
                </a:cubicBezTo>
                <a:cubicBezTo>
                  <a:pt x="27078" y="45823"/>
                  <a:pt x="27064" y="45853"/>
                  <a:pt x="27064" y="45897"/>
                </a:cubicBezTo>
                <a:cubicBezTo>
                  <a:pt x="27034" y="45838"/>
                  <a:pt x="27034" y="45794"/>
                  <a:pt x="27019" y="45735"/>
                </a:cubicBezTo>
                <a:cubicBezTo>
                  <a:pt x="27034" y="45691"/>
                  <a:pt x="27034" y="45662"/>
                  <a:pt x="27064" y="45617"/>
                </a:cubicBezTo>
                <a:close/>
                <a:moveTo>
                  <a:pt x="27314" y="45529"/>
                </a:moveTo>
                <a:cubicBezTo>
                  <a:pt x="27314" y="45647"/>
                  <a:pt x="27299" y="45765"/>
                  <a:pt x="27284" y="45897"/>
                </a:cubicBezTo>
                <a:lnTo>
                  <a:pt x="27284" y="45823"/>
                </a:lnTo>
                <a:lnTo>
                  <a:pt x="27284" y="45735"/>
                </a:lnTo>
                <a:cubicBezTo>
                  <a:pt x="27299" y="45662"/>
                  <a:pt x="27299" y="45588"/>
                  <a:pt x="27314" y="45529"/>
                </a:cubicBezTo>
                <a:close/>
                <a:moveTo>
                  <a:pt x="27093" y="46059"/>
                </a:moveTo>
                <a:cubicBezTo>
                  <a:pt x="27093" y="46118"/>
                  <a:pt x="27093" y="46162"/>
                  <a:pt x="27122" y="46206"/>
                </a:cubicBezTo>
                <a:lnTo>
                  <a:pt x="27122" y="46250"/>
                </a:lnTo>
                <a:cubicBezTo>
                  <a:pt x="27093" y="46250"/>
                  <a:pt x="27093" y="46265"/>
                  <a:pt x="27093" y="46265"/>
                </a:cubicBezTo>
                <a:cubicBezTo>
                  <a:pt x="27093" y="46236"/>
                  <a:pt x="27078" y="46191"/>
                  <a:pt x="27078" y="46133"/>
                </a:cubicBezTo>
                <a:cubicBezTo>
                  <a:pt x="27078" y="46118"/>
                  <a:pt x="27093" y="46088"/>
                  <a:pt x="27093" y="46059"/>
                </a:cubicBezTo>
                <a:close/>
                <a:moveTo>
                  <a:pt x="24812" y="41350"/>
                </a:moveTo>
                <a:lnTo>
                  <a:pt x="24812" y="41350"/>
                </a:lnTo>
                <a:cubicBezTo>
                  <a:pt x="24797" y="41379"/>
                  <a:pt x="24783" y="41394"/>
                  <a:pt x="24768" y="41423"/>
                </a:cubicBezTo>
                <a:lnTo>
                  <a:pt x="24812" y="41482"/>
                </a:lnTo>
                <a:lnTo>
                  <a:pt x="24871" y="41423"/>
                </a:lnTo>
                <a:cubicBezTo>
                  <a:pt x="24915" y="41482"/>
                  <a:pt x="24959" y="41541"/>
                  <a:pt x="25003" y="41585"/>
                </a:cubicBezTo>
                <a:cubicBezTo>
                  <a:pt x="24003" y="42762"/>
                  <a:pt x="22869" y="43675"/>
                  <a:pt x="21648" y="44631"/>
                </a:cubicBezTo>
                <a:cubicBezTo>
                  <a:pt x="20897" y="45220"/>
                  <a:pt x="20147" y="45823"/>
                  <a:pt x="19411" y="46500"/>
                </a:cubicBezTo>
                <a:cubicBezTo>
                  <a:pt x="20206" y="45662"/>
                  <a:pt x="21059" y="44882"/>
                  <a:pt x="21913" y="44131"/>
                </a:cubicBezTo>
                <a:cubicBezTo>
                  <a:pt x="22899" y="43263"/>
                  <a:pt x="23914" y="42365"/>
                  <a:pt x="24812" y="41350"/>
                </a:cubicBezTo>
                <a:close/>
                <a:moveTo>
                  <a:pt x="27019" y="46353"/>
                </a:moveTo>
                <a:cubicBezTo>
                  <a:pt x="27019" y="46412"/>
                  <a:pt x="27019" y="46471"/>
                  <a:pt x="27034" y="46500"/>
                </a:cubicBezTo>
                <a:cubicBezTo>
                  <a:pt x="27019" y="46545"/>
                  <a:pt x="27019" y="46574"/>
                  <a:pt x="27005" y="46618"/>
                </a:cubicBezTo>
                <a:cubicBezTo>
                  <a:pt x="27005" y="46574"/>
                  <a:pt x="26990" y="46545"/>
                  <a:pt x="26990" y="46500"/>
                </a:cubicBezTo>
                <a:cubicBezTo>
                  <a:pt x="27005" y="46456"/>
                  <a:pt x="27005" y="46412"/>
                  <a:pt x="27019" y="46353"/>
                </a:cubicBezTo>
                <a:close/>
                <a:moveTo>
                  <a:pt x="27343" y="46000"/>
                </a:moveTo>
                <a:cubicBezTo>
                  <a:pt x="27343" y="46265"/>
                  <a:pt x="27299" y="46545"/>
                  <a:pt x="27240" y="46824"/>
                </a:cubicBezTo>
                <a:lnTo>
                  <a:pt x="27240" y="46633"/>
                </a:lnTo>
                <a:lnTo>
                  <a:pt x="27240" y="46515"/>
                </a:lnTo>
                <a:cubicBezTo>
                  <a:pt x="27284" y="46353"/>
                  <a:pt x="27314" y="46177"/>
                  <a:pt x="27343" y="46000"/>
                </a:cubicBezTo>
                <a:close/>
                <a:moveTo>
                  <a:pt x="27064" y="46868"/>
                </a:moveTo>
                <a:cubicBezTo>
                  <a:pt x="27064" y="46898"/>
                  <a:pt x="27078" y="46927"/>
                  <a:pt x="27078" y="46971"/>
                </a:cubicBezTo>
                <a:cubicBezTo>
                  <a:pt x="27078" y="46986"/>
                  <a:pt x="27064" y="47001"/>
                  <a:pt x="27064" y="47030"/>
                </a:cubicBezTo>
                <a:cubicBezTo>
                  <a:pt x="27064" y="47015"/>
                  <a:pt x="27064" y="46986"/>
                  <a:pt x="27049" y="46971"/>
                </a:cubicBezTo>
                <a:cubicBezTo>
                  <a:pt x="27049" y="46927"/>
                  <a:pt x="27064" y="46912"/>
                  <a:pt x="27064" y="46868"/>
                </a:cubicBezTo>
                <a:close/>
                <a:moveTo>
                  <a:pt x="25033" y="41644"/>
                </a:moveTo>
                <a:cubicBezTo>
                  <a:pt x="25062" y="41673"/>
                  <a:pt x="25077" y="41688"/>
                  <a:pt x="25092" y="41718"/>
                </a:cubicBezTo>
                <a:lnTo>
                  <a:pt x="25062" y="41762"/>
                </a:lnTo>
                <a:lnTo>
                  <a:pt x="25106" y="41821"/>
                </a:lnTo>
                <a:cubicBezTo>
                  <a:pt x="25106" y="41791"/>
                  <a:pt x="25121" y="41791"/>
                  <a:pt x="25121" y="41776"/>
                </a:cubicBezTo>
                <a:cubicBezTo>
                  <a:pt x="25150" y="41821"/>
                  <a:pt x="25165" y="41835"/>
                  <a:pt x="25180" y="41865"/>
                </a:cubicBezTo>
                <a:cubicBezTo>
                  <a:pt x="25121" y="41938"/>
                  <a:pt x="25077" y="42012"/>
                  <a:pt x="25018" y="42071"/>
                </a:cubicBezTo>
                <a:cubicBezTo>
                  <a:pt x="23988" y="43307"/>
                  <a:pt x="22737" y="44190"/>
                  <a:pt x="21427" y="45132"/>
                </a:cubicBezTo>
                <a:cubicBezTo>
                  <a:pt x="20544" y="45750"/>
                  <a:pt x="19647" y="46397"/>
                  <a:pt x="18778" y="47163"/>
                </a:cubicBezTo>
                <a:cubicBezTo>
                  <a:pt x="19720" y="46250"/>
                  <a:pt x="20721" y="45456"/>
                  <a:pt x="21692" y="44690"/>
                </a:cubicBezTo>
                <a:cubicBezTo>
                  <a:pt x="22899" y="43734"/>
                  <a:pt x="24047" y="42821"/>
                  <a:pt x="25033" y="41644"/>
                </a:cubicBezTo>
                <a:close/>
                <a:moveTo>
                  <a:pt x="25253" y="41938"/>
                </a:moveTo>
                <a:cubicBezTo>
                  <a:pt x="25298" y="41982"/>
                  <a:pt x="25312" y="42041"/>
                  <a:pt x="25342" y="42071"/>
                </a:cubicBezTo>
                <a:cubicBezTo>
                  <a:pt x="25371" y="42086"/>
                  <a:pt x="25386" y="42115"/>
                  <a:pt x="25401" y="42144"/>
                </a:cubicBezTo>
                <a:cubicBezTo>
                  <a:pt x="25401" y="42144"/>
                  <a:pt x="25401" y="42159"/>
                  <a:pt x="25415" y="42159"/>
                </a:cubicBezTo>
                <a:cubicBezTo>
                  <a:pt x="25312" y="42306"/>
                  <a:pt x="25180" y="42453"/>
                  <a:pt x="25077" y="42630"/>
                </a:cubicBezTo>
                <a:cubicBezTo>
                  <a:pt x="24003" y="43910"/>
                  <a:pt x="22678" y="44764"/>
                  <a:pt x="21280" y="45662"/>
                </a:cubicBezTo>
                <a:cubicBezTo>
                  <a:pt x="20323" y="46265"/>
                  <a:pt x="19337" y="46912"/>
                  <a:pt x="18410" y="47707"/>
                </a:cubicBezTo>
                <a:cubicBezTo>
                  <a:pt x="18396" y="47678"/>
                  <a:pt x="18410" y="47663"/>
                  <a:pt x="18440" y="47634"/>
                </a:cubicBezTo>
                <a:cubicBezTo>
                  <a:pt x="19411" y="46677"/>
                  <a:pt x="20456" y="45941"/>
                  <a:pt x="21486" y="45205"/>
                </a:cubicBezTo>
                <a:cubicBezTo>
                  <a:pt x="22811" y="44264"/>
                  <a:pt x="24047" y="43381"/>
                  <a:pt x="25092" y="42130"/>
                </a:cubicBezTo>
                <a:cubicBezTo>
                  <a:pt x="25150" y="42071"/>
                  <a:pt x="25195" y="41997"/>
                  <a:pt x="25253" y="41938"/>
                </a:cubicBezTo>
                <a:close/>
                <a:moveTo>
                  <a:pt x="25460" y="42218"/>
                </a:moveTo>
                <a:cubicBezTo>
                  <a:pt x="25518" y="42292"/>
                  <a:pt x="25548" y="42350"/>
                  <a:pt x="25607" y="42424"/>
                </a:cubicBezTo>
                <a:cubicBezTo>
                  <a:pt x="25445" y="42659"/>
                  <a:pt x="25253" y="42895"/>
                  <a:pt x="25062" y="43145"/>
                </a:cubicBezTo>
                <a:cubicBezTo>
                  <a:pt x="23958" y="44484"/>
                  <a:pt x="22575" y="45294"/>
                  <a:pt x="21089" y="46133"/>
                </a:cubicBezTo>
                <a:cubicBezTo>
                  <a:pt x="20095" y="46717"/>
                  <a:pt x="19073" y="47301"/>
                  <a:pt x="18108" y="48087"/>
                </a:cubicBezTo>
                <a:lnTo>
                  <a:pt x="18108" y="48087"/>
                </a:lnTo>
                <a:cubicBezTo>
                  <a:pt x="18130" y="48063"/>
                  <a:pt x="18153" y="48024"/>
                  <a:pt x="18175" y="48001"/>
                </a:cubicBezTo>
                <a:cubicBezTo>
                  <a:pt x="19190" y="47074"/>
                  <a:pt x="20250" y="46397"/>
                  <a:pt x="21309" y="45720"/>
                </a:cubicBezTo>
                <a:cubicBezTo>
                  <a:pt x="22708" y="44808"/>
                  <a:pt x="24032" y="43969"/>
                  <a:pt x="25106" y="42659"/>
                </a:cubicBezTo>
                <a:cubicBezTo>
                  <a:pt x="25224" y="42512"/>
                  <a:pt x="25357" y="42365"/>
                  <a:pt x="25460" y="42218"/>
                </a:cubicBezTo>
                <a:close/>
                <a:moveTo>
                  <a:pt x="25651" y="42512"/>
                </a:moveTo>
                <a:cubicBezTo>
                  <a:pt x="25695" y="42586"/>
                  <a:pt x="25739" y="42645"/>
                  <a:pt x="25769" y="42718"/>
                </a:cubicBezTo>
                <a:cubicBezTo>
                  <a:pt x="25548" y="43042"/>
                  <a:pt x="25312" y="43381"/>
                  <a:pt x="25062" y="43690"/>
                </a:cubicBezTo>
                <a:cubicBezTo>
                  <a:pt x="23929" y="45073"/>
                  <a:pt x="22457" y="45838"/>
                  <a:pt x="20897" y="46677"/>
                </a:cubicBezTo>
                <a:cubicBezTo>
                  <a:pt x="19867" y="47222"/>
                  <a:pt x="18808" y="47781"/>
                  <a:pt x="17792" y="48531"/>
                </a:cubicBezTo>
                <a:cubicBezTo>
                  <a:pt x="17836" y="48472"/>
                  <a:pt x="17881" y="48414"/>
                  <a:pt x="17925" y="48369"/>
                </a:cubicBezTo>
                <a:cubicBezTo>
                  <a:pt x="18940" y="47501"/>
                  <a:pt x="20044" y="46854"/>
                  <a:pt x="21118" y="46236"/>
                </a:cubicBezTo>
                <a:cubicBezTo>
                  <a:pt x="22605" y="45367"/>
                  <a:pt x="24003" y="44558"/>
                  <a:pt x="25106" y="43219"/>
                </a:cubicBezTo>
                <a:cubicBezTo>
                  <a:pt x="25298" y="42998"/>
                  <a:pt x="25474" y="42748"/>
                  <a:pt x="25651" y="42512"/>
                </a:cubicBezTo>
                <a:close/>
                <a:moveTo>
                  <a:pt x="17704" y="48561"/>
                </a:moveTo>
                <a:cubicBezTo>
                  <a:pt x="17675" y="48605"/>
                  <a:pt x="17645" y="48634"/>
                  <a:pt x="17630" y="48693"/>
                </a:cubicBezTo>
                <a:cubicBezTo>
                  <a:pt x="17601" y="48708"/>
                  <a:pt x="17571" y="48723"/>
                  <a:pt x="17557" y="48752"/>
                </a:cubicBezTo>
                <a:cubicBezTo>
                  <a:pt x="17571" y="48693"/>
                  <a:pt x="17601" y="48664"/>
                  <a:pt x="17630" y="48620"/>
                </a:cubicBezTo>
                <a:cubicBezTo>
                  <a:pt x="17645" y="48605"/>
                  <a:pt x="17675" y="48590"/>
                  <a:pt x="17704" y="48561"/>
                </a:cubicBezTo>
                <a:close/>
                <a:moveTo>
                  <a:pt x="26048" y="42586"/>
                </a:moveTo>
                <a:cubicBezTo>
                  <a:pt x="26063" y="42645"/>
                  <a:pt x="26107" y="42704"/>
                  <a:pt x="26122" y="42733"/>
                </a:cubicBezTo>
                <a:cubicBezTo>
                  <a:pt x="25827" y="43248"/>
                  <a:pt x="25474" y="43748"/>
                  <a:pt x="25092" y="44249"/>
                </a:cubicBezTo>
                <a:cubicBezTo>
                  <a:pt x="23929" y="45676"/>
                  <a:pt x="22413" y="46412"/>
                  <a:pt x="20765" y="47192"/>
                </a:cubicBezTo>
                <a:cubicBezTo>
                  <a:pt x="19705" y="47707"/>
                  <a:pt x="18616" y="48222"/>
                  <a:pt x="17586" y="48958"/>
                </a:cubicBezTo>
                <a:cubicBezTo>
                  <a:pt x="17586" y="48855"/>
                  <a:pt x="17645" y="48811"/>
                  <a:pt x="17675" y="48737"/>
                </a:cubicBezTo>
                <a:cubicBezTo>
                  <a:pt x="18734" y="47898"/>
                  <a:pt x="19853" y="47310"/>
                  <a:pt x="20956" y="46751"/>
                </a:cubicBezTo>
                <a:cubicBezTo>
                  <a:pt x="22516" y="45912"/>
                  <a:pt x="23988" y="45147"/>
                  <a:pt x="25136" y="43748"/>
                </a:cubicBezTo>
                <a:cubicBezTo>
                  <a:pt x="25386" y="43439"/>
                  <a:pt x="25621" y="43116"/>
                  <a:pt x="25827" y="42792"/>
                </a:cubicBezTo>
                <a:cubicBezTo>
                  <a:pt x="25872" y="42865"/>
                  <a:pt x="25901" y="42924"/>
                  <a:pt x="25960" y="42998"/>
                </a:cubicBezTo>
                <a:cubicBezTo>
                  <a:pt x="25945" y="42939"/>
                  <a:pt x="25901" y="42895"/>
                  <a:pt x="25886" y="42851"/>
                </a:cubicBezTo>
                <a:cubicBezTo>
                  <a:pt x="25930" y="42748"/>
                  <a:pt x="25989" y="42659"/>
                  <a:pt x="26048" y="42586"/>
                </a:cubicBezTo>
                <a:close/>
                <a:moveTo>
                  <a:pt x="17498" y="48870"/>
                </a:moveTo>
                <a:cubicBezTo>
                  <a:pt x="17454" y="48929"/>
                  <a:pt x="17424" y="48987"/>
                  <a:pt x="17395" y="49046"/>
                </a:cubicBezTo>
                <a:cubicBezTo>
                  <a:pt x="17365" y="49076"/>
                  <a:pt x="17321" y="49090"/>
                  <a:pt x="17292" y="49135"/>
                </a:cubicBezTo>
                <a:cubicBezTo>
                  <a:pt x="17307" y="49076"/>
                  <a:pt x="17351" y="49032"/>
                  <a:pt x="17380" y="48973"/>
                </a:cubicBezTo>
                <a:cubicBezTo>
                  <a:pt x="17424" y="48929"/>
                  <a:pt x="17454" y="48914"/>
                  <a:pt x="17498" y="48870"/>
                </a:cubicBezTo>
                <a:close/>
                <a:moveTo>
                  <a:pt x="17159" y="49149"/>
                </a:moveTo>
                <a:cubicBezTo>
                  <a:pt x="17145" y="49194"/>
                  <a:pt x="17101" y="49223"/>
                  <a:pt x="17086" y="49267"/>
                </a:cubicBezTo>
                <a:lnTo>
                  <a:pt x="17027" y="49326"/>
                </a:lnTo>
                <a:cubicBezTo>
                  <a:pt x="17056" y="49282"/>
                  <a:pt x="17071" y="49238"/>
                  <a:pt x="17101" y="49208"/>
                </a:cubicBezTo>
                <a:lnTo>
                  <a:pt x="17159" y="49149"/>
                </a:lnTo>
                <a:close/>
                <a:moveTo>
                  <a:pt x="26136" y="42836"/>
                </a:moveTo>
                <a:cubicBezTo>
                  <a:pt x="26166" y="42851"/>
                  <a:pt x="26166" y="42865"/>
                  <a:pt x="26181" y="42880"/>
                </a:cubicBezTo>
                <a:cubicBezTo>
                  <a:pt x="26122" y="42968"/>
                  <a:pt x="26092" y="43042"/>
                  <a:pt x="26033" y="43145"/>
                </a:cubicBezTo>
                <a:cubicBezTo>
                  <a:pt x="26048" y="43160"/>
                  <a:pt x="26063" y="43189"/>
                  <a:pt x="26063" y="43204"/>
                </a:cubicBezTo>
                <a:cubicBezTo>
                  <a:pt x="26122" y="43145"/>
                  <a:pt x="26166" y="43042"/>
                  <a:pt x="26210" y="42968"/>
                </a:cubicBezTo>
                <a:cubicBezTo>
                  <a:pt x="26239" y="42983"/>
                  <a:pt x="26239" y="43013"/>
                  <a:pt x="26239" y="43042"/>
                </a:cubicBezTo>
                <a:cubicBezTo>
                  <a:pt x="25916" y="43631"/>
                  <a:pt x="25533" y="44205"/>
                  <a:pt x="25077" y="44779"/>
                </a:cubicBezTo>
                <a:cubicBezTo>
                  <a:pt x="23900" y="46250"/>
                  <a:pt x="22281" y="46942"/>
                  <a:pt x="20574" y="47678"/>
                </a:cubicBezTo>
                <a:cubicBezTo>
                  <a:pt x="19485" y="48163"/>
                  <a:pt x="18381" y="48634"/>
                  <a:pt x="17307" y="49341"/>
                </a:cubicBezTo>
                <a:cubicBezTo>
                  <a:pt x="17351" y="49267"/>
                  <a:pt x="17410" y="49194"/>
                  <a:pt x="17439" y="49120"/>
                </a:cubicBezTo>
                <a:cubicBezTo>
                  <a:pt x="18528" y="48325"/>
                  <a:pt x="19661" y="47795"/>
                  <a:pt x="20765" y="47251"/>
                </a:cubicBezTo>
                <a:cubicBezTo>
                  <a:pt x="22413" y="46471"/>
                  <a:pt x="23958" y="45735"/>
                  <a:pt x="25136" y="44293"/>
                </a:cubicBezTo>
                <a:cubicBezTo>
                  <a:pt x="25518" y="43822"/>
                  <a:pt x="25842" y="43336"/>
                  <a:pt x="26136" y="42836"/>
                </a:cubicBezTo>
                <a:close/>
                <a:moveTo>
                  <a:pt x="17292" y="49223"/>
                </a:moveTo>
                <a:cubicBezTo>
                  <a:pt x="17248" y="49297"/>
                  <a:pt x="17218" y="49355"/>
                  <a:pt x="17189" y="49429"/>
                </a:cubicBezTo>
                <a:cubicBezTo>
                  <a:pt x="17130" y="49458"/>
                  <a:pt x="17086" y="49503"/>
                  <a:pt x="17042" y="49517"/>
                </a:cubicBezTo>
                <a:cubicBezTo>
                  <a:pt x="17071" y="49473"/>
                  <a:pt x="17101" y="49400"/>
                  <a:pt x="17145" y="49341"/>
                </a:cubicBezTo>
                <a:cubicBezTo>
                  <a:pt x="17189" y="49297"/>
                  <a:pt x="17233" y="49267"/>
                  <a:pt x="17292" y="49223"/>
                </a:cubicBezTo>
                <a:close/>
                <a:moveTo>
                  <a:pt x="16968" y="49488"/>
                </a:moveTo>
                <a:cubicBezTo>
                  <a:pt x="16924" y="49547"/>
                  <a:pt x="16909" y="49591"/>
                  <a:pt x="16865" y="49650"/>
                </a:cubicBezTo>
                <a:cubicBezTo>
                  <a:pt x="16836" y="49664"/>
                  <a:pt x="16792" y="49709"/>
                  <a:pt x="16777" y="49723"/>
                </a:cubicBezTo>
                <a:cubicBezTo>
                  <a:pt x="16792" y="49664"/>
                  <a:pt x="16836" y="49606"/>
                  <a:pt x="16865" y="49561"/>
                </a:cubicBezTo>
                <a:cubicBezTo>
                  <a:pt x="16909" y="49547"/>
                  <a:pt x="16924" y="49503"/>
                  <a:pt x="16968" y="49488"/>
                </a:cubicBezTo>
                <a:close/>
                <a:moveTo>
                  <a:pt x="26254" y="43145"/>
                </a:moveTo>
                <a:cubicBezTo>
                  <a:pt x="26269" y="43175"/>
                  <a:pt x="26284" y="43233"/>
                  <a:pt x="26298" y="43263"/>
                </a:cubicBezTo>
                <a:lnTo>
                  <a:pt x="26195" y="43484"/>
                </a:lnTo>
                <a:cubicBezTo>
                  <a:pt x="26210" y="43513"/>
                  <a:pt x="26210" y="43542"/>
                  <a:pt x="26225" y="43557"/>
                </a:cubicBezTo>
                <a:cubicBezTo>
                  <a:pt x="25930" y="44116"/>
                  <a:pt x="25548" y="44705"/>
                  <a:pt x="25077" y="45294"/>
                </a:cubicBezTo>
                <a:cubicBezTo>
                  <a:pt x="23855" y="46795"/>
                  <a:pt x="22178" y="47457"/>
                  <a:pt x="20397" y="48178"/>
                </a:cubicBezTo>
                <a:cubicBezTo>
                  <a:pt x="19293" y="48620"/>
                  <a:pt x="18175" y="49061"/>
                  <a:pt x="17086" y="49723"/>
                </a:cubicBezTo>
                <a:cubicBezTo>
                  <a:pt x="17130" y="49650"/>
                  <a:pt x="17174" y="49561"/>
                  <a:pt x="17218" y="49488"/>
                </a:cubicBezTo>
                <a:cubicBezTo>
                  <a:pt x="18337" y="48737"/>
                  <a:pt x="19485" y="48237"/>
                  <a:pt x="20603" y="47751"/>
                </a:cubicBezTo>
                <a:cubicBezTo>
                  <a:pt x="22310" y="47001"/>
                  <a:pt x="23929" y="46309"/>
                  <a:pt x="25121" y="44808"/>
                </a:cubicBezTo>
                <a:cubicBezTo>
                  <a:pt x="25563" y="44264"/>
                  <a:pt x="25930" y="43704"/>
                  <a:pt x="26254" y="43145"/>
                </a:cubicBezTo>
                <a:close/>
                <a:moveTo>
                  <a:pt x="16644" y="49767"/>
                </a:moveTo>
                <a:lnTo>
                  <a:pt x="16644" y="49767"/>
                </a:lnTo>
                <a:cubicBezTo>
                  <a:pt x="16630" y="49797"/>
                  <a:pt x="16600" y="49826"/>
                  <a:pt x="16571" y="49870"/>
                </a:cubicBezTo>
                <a:cubicBezTo>
                  <a:pt x="16556" y="49885"/>
                  <a:pt x="16527" y="49915"/>
                  <a:pt x="16497" y="49929"/>
                </a:cubicBezTo>
                <a:cubicBezTo>
                  <a:pt x="16541" y="49885"/>
                  <a:pt x="16556" y="49856"/>
                  <a:pt x="16571" y="49812"/>
                </a:cubicBezTo>
                <a:cubicBezTo>
                  <a:pt x="16600" y="49797"/>
                  <a:pt x="16615" y="49782"/>
                  <a:pt x="16644" y="49767"/>
                </a:cubicBezTo>
                <a:close/>
                <a:moveTo>
                  <a:pt x="17086" y="49591"/>
                </a:moveTo>
                <a:lnTo>
                  <a:pt x="16983" y="49812"/>
                </a:lnTo>
                <a:lnTo>
                  <a:pt x="16821" y="49929"/>
                </a:lnTo>
                <a:cubicBezTo>
                  <a:pt x="16836" y="49856"/>
                  <a:pt x="16895" y="49782"/>
                  <a:pt x="16924" y="49709"/>
                </a:cubicBezTo>
                <a:lnTo>
                  <a:pt x="17086" y="49591"/>
                </a:lnTo>
                <a:close/>
                <a:moveTo>
                  <a:pt x="16762" y="49812"/>
                </a:moveTo>
                <a:lnTo>
                  <a:pt x="16762" y="49812"/>
                </a:lnTo>
                <a:cubicBezTo>
                  <a:pt x="16718" y="49885"/>
                  <a:pt x="16688" y="49944"/>
                  <a:pt x="16644" y="50018"/>
                </a:cubicBezTo>
                <a:cubicBezTo>
                  <a:pt x="16615" y="50062"/>
                  <a:pt x="16556" y="50076"/>
                  <a:pt x="16527" y="50106"/>
                </a:cubicBezTo>
                <a:cubicBezTo>
                  <a:pt x="16556" y="50032"/>
                  <a:pt x="16600" y="49973"/>
                  <a:pt x="16630" y="49915"/>
                </a:cubicBezTo>
                <a:cubicBezTo>
                  <a:pt x="16674" y="49870"/>
                  <a:pt x="16718" y="49841"/>
                  <a:pt x="16762" y="49812"/>
                </a:cubicBezTo>
                <a:close/>
                <a:moveTo>
                  <a:pt x="26387" y="43454"/>
                </a:moveTo>
                <a:cubicBezTo>
                  <a:pt x="26401" y="43528"/>
                  <a:pt x="26431" y="43601"/>
                  <a:pt x="26460" y="43660"/>
                </a:cubicBezTo>
                <a:cubicBezTo>
                  <a:pt x="26122" y="44352"/>
                  <a:pt x="25680" y="45073"/>
                  <a:pt x="25092" y="45823"/>
                </a:cubicBezTo>
                <a:cubicBezTo>
                  <a:pt x="23855" y="47369"/>
                  <a:pt x="22089" y="48016"/>
                  <a:pt x="20250" y="48678"/>
                </a:cubicBezTo>
                <a:cubicBezTo>
                  <a:pt x="19146" y="49076"/>
                  <a:pt x="18013" y="49488"/>
                  <a:pt x="16909" y="50106"/>
                </a:cubicBezTo>
                <a:cubicBezTo>
                  <a:pt x="16939" y="50018"/>
                  <a:pt x="16998" y="49944"/>
                  <a:pt x="17042" y="49856"/>
                </a:cubicBezTo>
                <a:cubicBezTo>
                  <a:pt x="18160" y="49179"/>
                  <a:pt x="19308" y="48708"/>
                  <a:pt x="20441" y="48252"/>
                </a:cubicBezTo>
                <a:cubicBezTo>
                  <a:pt x="22222" y="47531"/>
                  <a:pt x="23929" y="46868"/>
                  <a:pt x="25150" y="45353"/>
                </a:cubicBezTo>
                <a:cubicBezTo>
                  <a:pt x="25666" y="44705"/>
                  <a:pt x="26063" y="44058"/>
                  <a:pt x="26387" y="43454"/>
                </a:cubicBezTo>
                <a:close/>
                <a:moveTo>
                  <a:pt x="16468" y="50062"/>
                </a:moveTo>
                <a:lnTo>
                  <a:pt x="16468" y="50062"/>
                </a:lnTo>
                <a:cubicBezTo>
                  <a:pt x="16424" y="50106"/>
                  <a:pt x="16409" y="50165"/>
                  <a:pt x="16365" y="50209"/>
                </a:cubicBezTo>
                <a:cubicBezTo>
                  <a:pt x="16335" y="50238"/>
                  <a:pt x="16291" y="50253"/>
                  <a:pt x="16262" y="50297"/>
                </a:cubicBezTo>
                <a:cubicBezTo>
                  <a:pt x="16276" y="50253"/>
                  <a:pt x="16321" y="50209"/>
                  <a:pt x="16350" y="50150"/>
                </a:cubicBezTo>
                <a:cubicBezTo>
                  <a:pt x="16394" y="50106"/>
                  <a:pt x="16424" y="50091"/>
                  <a:pt x="16468" y="50062"/>
                </a:cubicBezTo>
                <a:close/>
                <a:moveTo>
                  <a:pt x="16909" y="49929"/>
                </a:moveTo>
                <a:lnTo>
                  <a:pt x="16909" y="49929"/>
                </a:lnTo>
                <a:cubicBezTo>
                  <a:pt x="16865" y="50032"/>
                  <a:pt x="16821" y="50106"/>
                  <a:pt x="16777" y="50180"/>
                </a:cubicBezTo>
                <a:cubicBezTo>
                  <a:pt x="16718" y="50224"/>
                  <a:pt x="16644" y="50253"/>
                  <a:pt x="16600" y="50297"/>
                </a:cubicBezTo>
                <a:cubicBezTo>
                  <a:pt x="16630" y="50224"/>
                  <a:pt x="16674" y="50135"/>
                  <a:pt x="16718" y="50062"/>
                </a:cubicBezTo>
                <a:cubicBezTo>
                  <a:pt x="16777" y="50018"/>
                  <a:pt x="16850" y="49988"/>
                  <a:pt x="16909" y="49929"/>
                </a:cubicBezTo>
                <a:close/>
                <a:moveTo>
                  <a:pt x="16600" y="50150"/>
                </a:moveTo>
                <a:lnTo>
                  <a:pt x="16600" y="50150"/>
                </a:lnTo>
                <a:cubicBezTo>
                  <a:pt x="16541" y="50238"/>
                  <a:pt x="16497" y="50312"/>
                  <a:pt x="16468" y="50386"/>
                </a:cubicBezTo>
                <a:cubicBezTo>
                  <a:pt x="16409" y="50430"/>
                  <a:pt x="16350" y="50459"/>
                  <a:pt x="16321" y="50474"/>
                </a:cubicBezTo>
                <a:cubicBezTo>
                  <a:pt x="16350" y="50400"/>
                  <a:pt x="16394" y="50327"/>
                  <a:pt x="16453" y="50253"/>
                </a:cubicBezTo>
                <a:cubicBezTo>
                  <a:pt x="16497" y="50224"/>
                  <a:pt x="16541" y="50180"/>
                  <a:pt x="16600" y="50150"/>
                </a:cubicBezTo>
                <a:close/>
                <a:moveTo>
                  <a:pt x="16129" y="50327"/>
                </a:moveTo>
                <a:cubicBezTo>
                  <a:pt x="16115" y="50371"/>
                  <a:pt x="16100" y="50400"/>
                  <a:pt x="16056" y="50444"/>
                </a:cubicBezTo>
                <a:cubicBezTo>
                  <a:pt x="16041" y="50459"/>
                  <a:pt x="16012" y="50474"/>
                  <a:pt x="15982" y="50503"/>
                </a:cubicBezTo>
                <a:cubicBezTo>
                  <a:pt x="15997" y="50474"/>
                  <a:pt x="16026" y="50444"/>
                  <a:pt x="16056" y="50400"/>
                </a:cubicBezTo>
                <a:cubicBezTo>
                  <a:pt x="16085" y="50386"/>
                  <a:pt x="16115" y="50371"/>
                  <a:pt x="16129" y="50327"/>
                </a:cubicBezTo>
                <a:close/>
                <a:moveTo>
                  <a:pt x="26504" y="43763"/>
                </a:moveTo>
                <a:cubicBezTo>
                  <a:pt x="26534" y="43822"/>
                  <a:pt x="26549" y="43896"/>
                  <a:pt x="26563" y="43940"/>
                </a:cubicBezTo>
                <a:cubicBezTo>
                  <a:pt x="26195" y="44793"/>
                  <a:pt x="25724" y="45603"/>
                  <a:pt x="25106" y="46383"/>
                </a:cubicBezTo>
                <a:cubicBezTo>
                  <a:pt x="23841" y="47972"/>
                  <a:pt x="22016" y="48561"/>
                  <a:pt x="20088" y="49208"/>
                </a:cubicBezTo>
                <a:cubicBezTo>
                  <a:pt x="18970" y="49576"/>
                  <a:pt x="17822" y="49944"/>
                  <a:pt x="16718" y="50533"/>
                </a:cubicBezTo>
                <a:cubicBezTo>
                  <a:pt x="16762" y="50444"/>
                  <a:pt x="16792" y="50341"/>
                  <a:pt x="16850" y="50253"/>
                </a:cubicBezTo>
                <a:cubicBezTo>
                  <a:pt x="17969" y="49606"/>
                  <a:pt x="19146" y="49194"/>
                  <a:pt x="20294" y="48767"/>
                </a:cubicBezTo>
                <a:cubicBezTo>
                  <a:pt x="22148" y="48090"/>
                  <a:pt x="23914" y="47457"/>
                  <a:pt x="25165" y="45882"/>
                </a:cubicBezTo>
                <a:cubicBezTo>
                  <a:pt x="25695" y="45220"/>
                  <a:pt x="26107" y="44573"/>
                  <a:pt x="26416" y="43940"/>
                </a:cubicBezTo>
                <a:cubicBezTo>
                  <a:pt x="26460" y="43896"/>
                  <a:pt x="26475" y="43822"/>
                  <a:pt x="26504" y="43763"/>
                </a:cubicBezTo>
                <a:close/>
                <a:moveTo>
                  <a:pt x="16262" y="50386"/>
                </a:moveTo>
                <a:lnTo>
                  <a:pt x="16262" y="50386"/>
                </a:lnTo>
                <a:cubicBezTo>
                  <a:pt x="16232" y="50444"/>
                  <a:pt x="16188" y="50518"/>
                  <a:pt x="16159" y="50562"/>
                </a:cubicBezTo>
                <a:cubicBezTo>
                  <a:pt x="16100" y="50606"/>
                  <a:pt x="16056" y="50636"/>
                  <a:pt x="16012" y="50665"/>
                </a:cubicBezTo>
                <a:cubicBezTo>
                  <a:pt x="16041" y="50621"/>
                  <a:pt x="16085" y="50547"/>
                  <a:pt x="16115" y="50503"/>
                </a:cubicBezTo>
                <a:cubicBezTo>
                  <a:pt x="16159" y="50459"/>
                  <a:pt x="16203" y="50430"/>
                  <a:pt x="16262" y="50386"/>
                </a:cubicBezTo>
                <a:close/>
                <a:moveTo>
                  <a:pt x="16718" y="50312"/>
                </a:moveTo>
                <a:lnTo>
                  <a:pt x="16718" y="50312"/>
                </a:lnTo>
                <a:cubicBezTo>
                  <a:pt x="16688" y="50400"/>
                  <a:pt x="16644" y="50474"/>
                  <a:pt x="16615" y="50577"/>
                </a:cubicBezTo>
                <a:cubicBezTo>
                  <a:pt x="16541" y="50621"/>
                  <a:pt x="16468" y="50665"/>
                  <a:pt x="16394" y="50695"/>
                </a:cubicBezTo>
                <a:cubicBezTo>
                  <a:pt x="16424" y="50606"/>
                  <a:pt x="16468" y="50533"/>
                  <a:pt x="16527" y="50444"/>
                </a:cubicBezTo>
                <a:cubicBezTo>
                  <a:pt x="16600" y="50400"/>
                  <a:pt x="16644" y="50371"/>
                  <a:pt x="16718" y="50312"/>
                </a:cubicBezTo>
                <a:close/>
                <a:moveTo>
                  <a:pt x="15923" y="50650"/>
                </a:moveTo>
                <a:cubicBezTo>
                  <a:pt x="15894" y="50695"/>
                  <a:pt x="15879" y="50739"/>
                  <a:pt x="15835" y="50798"/>
                </a:cubicBezTo>
                <a:cubicBezTo>
                  <a:pt x="15806" y="50827"/>
                  <a:pt x="15761" y="50842"/>
                  <a:pt x="15732" y="50886"/>
                </a:cubicBezTo>
                <a:cubicBezTo>
                  <a:pt x="15761" y="50827"/>
                  <a:pt x="15806" y="50798"/>
                  <a:pt x="15820" y="50739"/>
                </a:cubicBezTo>
                <a:cubicBezTo>
                  <a:pt x="15864" y="50695"/>
                  <a:pt x="15894" y="50680"/>
                  <a:pt x="15923" y="50650"/>
                </a:cubicBezTo>
                <a:close/>
                <a:moveTo>
                  <a:pt x="16394" y="50533"/>
                </a:moveTo>
                <a:lnTo>
                  <a:pt x="16394" y="50533"/>
                </a:lnTo>
                <a:cubicBezTo>
                  <a:pt x="16350" y="50606"/>
                  <a:pt x="16321" y="50695"/>
                  <a:pt x="16276" y="50768"/>
                </a:cubicBezTo>
                <a:cubicBezTo>
                  <a:pt x="16232" y="50812"/>
                  <a:pt x="16173" y="50842"/>
                  <a:pt x="16100" y="50886"/>
                </a:cubicBezTo>
                <a:cubicBezTo>
                  <a:pt x="16129" y="50812"/>
                  <a:pt x="16173" y="50739"/>
                  <a:pt x="16232" y="50650"/>
                </a:cubicBezTo>
                <a:cubicBezTo>
                  <a:pt x="16276" y="50606"/>
                  <a:pt x="16335" y="50547"/>
                  <a:pt x="16394" y="50533"/>
                </a:cubicBezTo>
                <a:close/>
                <a:moveTo>
                  <a:pt x="26622" y="44205"/>
                </a:moveTo>
                <a:cubicBezTo>
                  <a:pt x="26637" y="44249"/>
                  <a:pt x="26637" y="44278"/>
                  <a:pt x="26652" y="44322"/>
                </a:cubicBezTo>
                <a:cubicBezTo>
                  <a:pt x="26328" y="45147"/>
                  <a:pt x="25827" y="46015"/>
                  <a:pt x="25136" y="46927"/>
                </a:cubicBezTo>
                <a:cubicBezTo>
                  <a:pt x="23841" y="48561"/>
                  <a:pt x="21942" y="49135"/>
                  <a:pt x="19941" y="49738"/>
                </a:cubicBezTo>
                <a:cubicBezTo>
                  <a:pt x="18822" y="50076"/>
                  <a:pt x="17675" y="50430"/>
                  <a:pt x="16556" y="50959"/>
                </a:cubicBezTo>
                <a:cubicBezTo>
                  <a:pt x="16600" y="50827"/>
                  <a:pt x="16630" y="50739"/>
                  <a:pt x="16674" y="50650"/>
                </a:cubicBezTo>
                <a:cubicBezTo>
                  <a:pt x="17807" y="50032"/>
                  <a:pt x="18970" y="49650"/>
                  <a:pt x="20103" y="49282"/>
                </a:cubicBezTo>
                <a:cubicBezTo>
                  <a:pt x="22060" y="48634"/>
                  <a:pt x="23885" y="48046"/>
                  <a:pt x="25165" y="46427"/>
                </a:cubicBezTo>
                <a:cubicBezTo>
                  <a:pt x="25724" y="45735"/>
                  <a:pt x="26181" y="44999"/>
                  <a:pt x="26504" y="44278"/>
                </a:cubicBezTo>
                <a:cubicBezTo>
                  <a:pt x="26534" y="44322"/>
                  <a:pt x="26534" y="44337"/>
                  <a:pt x="26549" y="44367"/>
                </a:cubicBezTo>
                <a:cubicBezTo>
                  <a:pt x="26563" y="44322"/>
                  <a:pt x="26607" y="44264"/>
                  <a:pt x="26622" y="44205"/>
                </a:cubicBezTo>
                <a:close/>
                <a:moveTo>
                  <a:pt x="15599" y="50915"/>
                </a:moveTo>
                <a:cubicBezTo>
                  <a:pt x="15585" y="50959"/>
                  <a:pt x="15570" y="50974"/>
                  <a:pt x="15541" y="51018"/>
                </a:cubicBezTo>
                <a:cubicBezTo>
                  <a:pt x="15526" y="51033"/>
                  <a:pt x="15496" y="51048"/>
                  <a:pt x="15467" y="51062"/>
                </a:cubicBezTo>
                <a:cubicBezTo>
                  <a:pt x="15496" y="51048"/>
                  <a:pt x="15511" y="51033"/>
                  <a:pt x="15526" y="50989"/>
                </a:cubicBezTo>
                <a:cubicBezTo>
                  <a:pt x="15541" y="50974"/>
                  <a:pt x="15585" y="50959"/>
                  <a:pt x="15599" y="50915"/>
                </a:cubicBezTo>
                <a:close/>
                <a:moveTo>
                  <a:pt x="16085" y="50753"/>
                </a:moveTo>
                <a:lnTo>
                  <a:pt x="16085" y="50753"/>
                </a:lnTo>
                <a:cubicBezTo>
                  <a:pt x="16041" y="50812"/>
                  <a:pt x="15997" y="50886"/>
                  <a:pt x="15967" y="50959"/>
                </a:cubicBezTo>
                <a:lnTo>
                  <a:pt x="15806" y="51062"/>
                </a:lnTo>
                <a:cubicBezTo>
                  <a:pt x="15835" y="50989"/>
                  <a:pt x="15879" y="50915"/>
                  <a:pt x="15909" y="50871"/>
                </a:cubicBezTo>
                <a:lnTo>
                  <a:pt x="16085" y="50753"/>
                </a:lnTo>
                <a:close/>
                <a:moveTo>
                  <a:pt x="16571" y="50680"/>
                </a:moveTo>
                <a:lnTo>
                  <a:pt x="16468" y="50959"/>
                </a:lnTo>
                <a:cubicBezTo>
                  <a:pt x="16365" y="51018"/>
                  <a:pt x="16306" y="51048"/>
                  <a:pt x="16232" y="51077"/>
                </a:cubicBezTo>
                <a:cubicBezTo>
                  <a:pt x="16262" y="50989"/>
                  <a:pt x="16306" y="50901"/>
                  <a:pt x="16350" y="50812"/>
                </a:cubicBezTo>
                <a:cubicBezTo>
                  <a:pt x="16424" y="50768"/>
                  <a:pt x="16497" y="50739"/>
                  <a:pt x="16571" y="50680"/>
                </a:cubicBezTo>
                <a:close/>
                <a:moveTo>
                  <a:pt x="16232" y="50886"/>
                </a:moveTo>
                <a:cubicBezTo>
                  <a:pt x="16188" y="50974"/>
                  <a:pt x="16144" y="51048"/>
                  <a:pt x="16115" y="51136"/>
                </a:cubicBezTo>
                <a:cubicBezTo>
                  <a:pt x="16041" y="51180"/>
                  <a:pt x="15967" y="51210"/>
                  <a:pt x="15909" y="51254"/>
                </a:cubicBezTo>
                <a:cubicBezTo>
                  <a:pt x="15953" y="51166"/>
                  <a:pt x="15982" y="51092"/>
                  <a:pt x="16041" y="50989"/>
                </a:cubicBezTo>
                <a:cubicBezTo>
                  <a:pt x="16100" y="50959"/>
                  <a:pt x="16173" y="50915"/>
                  <a:pt x="16232" y="50886"/>
                </a:cubicBezTo>
                <a:close/>
                <a:moveTo>
                  <a:pt x="15747" y="50974"/>
                </a:moveTo>
                <a:lnTo>
                  <a:pt x="15747" y="50974"/>
                </a:lnTo>
                <a:cubicBezTo>
                  <a:pt x="15717" y="51033"/>
                  <a:pt x="15673" y="51107"/>
                  <a:pt x="15644" y="51151"/>
                </a:cubicBezTo>
                <a:cubicBezTo>
                  <a:pt x="15585" y="51195"/>
                  <a:pt x="15541" y="51224"/>
                  <a:pt x="15496" y="51269"/>
                </a:cubicBezTo>
                <a:cubicBezTo>
                  <a:pt x="15526" y="51195"/>
                  <a:pt x="15570" y="51136"/>
                  <a:pt x="15599" y="51077"/>
                </a:cubicBezTo>
                <a:cubicBezTo>
                  <a:pt x="15658" y="51048"/>
                  <a:pt x="15688" y="51018"/>
                  <a:pt x="15747" y="50974"/>
                </a:cubicBezTo>
                <a:close/>
                <a:moveTo>
                  <a:pt x="26681" y="44425"/>
                </a:moveTo>
                <a:cubicBezTo>
                  <a:pt x="26681" y="44440"/>
                  <a:pt x="26681" y="44440"/>
                  <a:pt x="26696" y="44470"/>
                </a:cubicBezTo>
                <a:lnTo>
                  <a:pt x="26637" y="44631"/>
                </a:lnTo>
                <a:cubicBezTo>
                  <a:pt x="26652" y="44661"/>
                  <a:pt x="26652" y="44720"/>
                  <a:pt x="26681" y="44764"/>
                </a:cubicBezTo>
                <a:cubicBezTo>
                  <a:pt x="26696" y="44705"/>
                  <a:pt x="26710" y="44661"/>
                  <a:pt x="26725" y="44617"/>
                </a:cubicBezTo>
                <a:lnTo>
                  <a:pt x="26725" y="44646"/>
                </a:lnTo>
                <a:cubicBezTo>
                  <a:pt x="26416" y="45514"/>
                  <a:pt x="25901" y="46471"/>
                  <a:pt x="25136" y="47442"/>
                </a:cubicBezTo>
                <a:cubicBezTo>
                  <a:pt x="23811" y="49135"/>
                  <a:pt x="21839" y="49664"/>
                  <a:pt x="19764" y="50224"/>
                </a:cubicBezTo>
                <a:cubicBezTo>
                  <a:pt x="18631" y="50518"/>
                  <a:pt x="17513" y="50827"/>
                  <a:pt x="16394" y="51327"/>
                </a:cubicBezTo>
                <a:cubicBezTo>
                  <a:pt x="16424" y="51239"/>
                  <a:pt x="16468" y="51121"/>
                  <a:pt x="16497" y="51033"/>
                </a:cubicBezTo>
                <a:cubicBezTo>
                  <a:pt x="17645" y="50474"/>
                  <a:pt x="18808" y="50135"/>
                  <a:pt x="19941" y="49782"/>
                </a:cubicBezTo>
                <a:cubicBezTo>
                  <a:pt x="21972" y="49179"/>
                  <a:pt x="23855" y="48605"/>
                  <a:pt x="25165" y="46942"/>
                </a:cubicBezTo>
                <a:cubicBezTo>
                  <a:pt x="25813" y="46118"/>
                  <a:pt x="26313" y="45279"/>
                  <a:pt x="26681" y="44425"/>
                </a:cubicBezTo>
                <a:close/>
                <a:moveTo>
                  <a:pt x="15894" y="51077"/>
                </a:moveTo>
                <a:lnTo>
                  <a:pt x="15894" y="51077"/>
                </a:lnTo>
                <a:cubicBezTo>
                  <a:pt x="15864" y="51151"/>
                  <a:pt x="15820" y="51254"/>
                  <a:pt x="15791" y="51327"/>
                </a:cubicBezTo>
                <a:cubicBezTo>
                  <a:pt x="15717" y="51357"/>
                  <a:pt x="15658" y="51401"/>
                  <a:pt x="15585" y="51430"/>
                </a:cubicBezTo>
                <a:cubicBezTo>
                  <a:pt x="15614" y="51357"/>
                  <a:pt x="15658" y="51283"/>
                  <a:pt x="15717" y="51210"/>
                </a:cubicBezTo>
                <a:cubicBezTo>
                  <a:pt x="15761" y="51166"/>
                  <a:pt x="15835" y="51121"/>
                  <a:pt x="15894" y="51077"/>
                </a:cubicBezTo>
                <a:close/>
                <a:moveTo>
                  <a:pt x="15408" y="51239"/>
                </a:moveTo>
                <a:lnTo>
                  <a:pt x="15408" y="51239"/>
                </a:lnTo>
                <a:cubicBezTo>
                  <a:pt x="15379" y="51283"/>
                  <a:pt x="15364" y="51327"/>
                  <a:pt x="15320" y="51386"/>
                </a:cubicBezTo>
                <a:cubicBezTo>
                  <a:pt x="15290" y="51416"/>
                  <a:pt x="15246" y="51430"/>
                  <a:pt x="15187" y="51475"/>
                </a:cubicBezTo>
                <a:cubicBezTo>
                  <a:pt x="15246" y="51416"/>
                  <a:pt x="15290" y="51357"/>
                  <a:pt x="15305" y="51327"/>
                </a:cubicBezTo>
                <a:cubicBezTo>
                  <a:pt x="15349" y="51283"/>
                  <a:pt x="15379" y="51254"/>
                  <a:pt x="15408" y="51239"/>
                </a:cubicBezTo>
                <a:close/>
                <a:moveTo>
                  <a:pt x="16409" y="51092"/>
                </a:moveTo>
                <a:cubicBezTo>
                  <a:pt x="16365" y="51180"/>
                  <a:pt x="16335" y="51269"/>
                  <a:pt x="16306" y="51386"/>
                </a:cubicBezTo>
                <a:cubicBezTo>
                  <a:pt x="16232" y="51416"/>
                  <a:pt x="16129" y="51445"/>
                  <a:pt x="16056" y="51489"/>
                </a:cubicBezTo>
                <a:lnTo>
                  <a:pt x="16173" y="51210"/>
                </a:lnTo>
                <a:cubicBezTo>
                  <a:pt x="16247" y="51180"/>
                  <a:pt x="16335" y="51136"/>
                  <a:pt x="16409" y="51092"/>
                </a:cubicBezTo>
                <a:close/>
                <a:moveTo>
                  <a:pt x="15541" y="51327"/>
                </a:moveTo>
                <a:lnTo>
                  <a:pt x="15541" y="51327"/>
                </a:lnTo>
                <a:cubicBezTo>
                  <a:pt x="15526" y="51386"/>
                  <a:pt x="15496" y="51445"/>
                  <a:pt x="15452" y="51533"/>
                </a:cubicBezTo>
                <a:cubicBezTo>
                  <a:pt x="15393" y="51563"/>
                  <a:pt x="15349" y="51607"/>
                  <a:pt x="15261" y="51636"/>
                </a:cubicBezTo>
                <a:cubicBezTo>
                  <a:pt x="15305" y="51563"/>
                  <a:pt x="15349" y="51504"/>
                  <a:pt x="15379" y="51430"/>
                </a:cubicBezTo>
                <a:lnTo>
                  <a:pt x="15541" y="51327"/>
                </a:lnTo>
                <a:close/>
                <a:moveTo>
                  <a:pt x="16056" y="51269"/>
                </a:moveTo>
                <a:lnTo>
                  <a:pt x="15953" y="51548"/>
                </a:lnTo>
                <a:lnTo>
                  <a:pt x="15732" y="51651"/>
                </a:lnTo>
                <a:cubicBezTo>
                  <a:pt x="15761" y="51563"/>
                  <a:pt x="15806" y="51475"/>
                  <a:pt x="15835" y="51401"/>
                </a:cubicBezTo>
                <a:cubicBezTo>
                  <a:pt x="15909" y="51342"/>
                  <a:pt x="15982" y="51313"/>
                  <a:pt x="16056" y="51269"/>
                </a:cubicBezTo>
                <a:close/>
                <a:moveTo>
                  <a:pt x="15084" y="51504"/>
                </a:moveTo>
                <a:cubicBezTo>
                  <a:pt x="15070" y="51548"/>
                  <a:pt x="15040" y="51563"/>
                  <a:pt x="15026" y="51607"/>
                </a:cubicBezTo>
                <a:cubicBezTo>
                  <a:pt x="14996" y="51622"/>
                  <a:pt x="14981" y="51636"/>
                  <a:pt x="14937" y="51666"/>
                </a:cubicBezTo>
                <a:lnTo>
                  <a:pt x="14937" y="51666"/>
                </a:lnTo>
                <a:cubicBezTo>
                  <a:pt x="14981" y="51636"/>
                  <a:pt x="14996" y="51622"/>
                  <a:pt x="15011" y="51578"/>
                </a:cubicBezTo>
                <a:lnTo>
                  <a:pt x="15070" y="51533"/>
                </a:lnTo>
                <a:lnTo>
                  <a:pt x="15084" y="51504"/>
                </a:lnTo>
                <a:close/>
                <a:moveTo>
                  <a:pt x="26784" y="44779"/>
                </a:moveTo>
                <a:cubicBezTo>
                  <a:pt x="26784" y="44808"/>
                  <a:pt x="26799" y="44852"/>
                  <a:pt x="26799" y="44882"/>
                </a:cubicBezTo>
                <a:cubicBezTo>
                  <a:pt x="26784" y="44940"/>
                  <a:pt x="26769" y="44999"/>
                  <a:pt x="26755" y="45029"/>
                </a:cubicBezTo>
                <a:cubicBezTo>
                  <a:pt x="26755" y="45073"/>
                  <a:pt x="26769" y="45088"/>
                  <a:pt x="26769" y="45132"/>
                </a:cubicBezTo>
                <a:cubicBezTo>
                  <a:pt x="26431" y="46015"/>
                  <a:pt x="25916" y="46971"/>
                  <a:pt x="25150" y="47972"/>
                </a:cubicBezTo>
                <a:cubicBezTo>
                  <a:pt x="23782" y="49709"/>
                  <a:pt x="21766" y="50224"/>
                  <a:pt x="19617" y="50739"/>
                </a:cubicBezTo>
                <a:cubicBezTo>
                  <a:pt x="18513" y="51018"/>
                  <a:pt x="17380" y="51283"/>
                  <a:pt x="16276" y="51725"/>
                </a:cubicBezTo>
                <a:cubicBezTo>
                  <a:pt x="16321" y="51622"/>
                  <a:pt x="16335" y="51519"/>
                  <a:pt x="16379" y="51416"/>
                </a:cubicBezTo>
                <a:cubicBezTo>
                  <a:pt x="17513" y="50915"/>
                  <a:pt x="18661" y="50592"/>
                  <a:pt x="19794" y="50297"/>
                </a:cubicBezTo>
                <a:cubicBezTo>
                  <a:pt x="21898" y="49723"/>
                  <a:pt x="23855" y="49194"/>
                  <a:pt x="25209" y="47472"/>
                </a:cubicBezTo>
                <a:cubicBezTo>
                  <a:pt x="25901" y="46589"/>
                  <a:pt x="26416" y="45691"/>
                  <a:pt x="26784" y="44779"/>
                </a:cubicBezTo>
                <a:close/>
                <a:moveTo>
                  <a:pt x="15702" y="51460"/>
                </a:moveTo>
                <a:lnTo>
                  <a:pt x="15702" y="51460"/>
                </a:lnTo>
                <a:cubicBezTo>
                  <a:pt x="15688" y="51548"/>
                  <a:pt x="15658" y="51622"/>
                  <a:pt x="15614" y="51710"/>
                </a:cubicBezTo>
                <a:lnTo>
                  <a:pt x="15393" y="51828"/>
                </a:lnTo>
                <a:cubicBezTo>
                  <a:pt x="15438" y="51725"/>
                  <a:pt x="15467" y="51651"/>
                  <a:pt x="15511" y="51578"/>
                </a:cubicBezTo>
                <a:cubicBezTo>
                  <a:pt x="15585" y="51548"/>
                  <a:pt x="15629" y="51489"/>
                  <a:pt x="15702" y="51460"/>
                </a:cubicBezTo>
                <a:close/>
                <a:moveTo>
                  <a:pt x="15232" y="51548"/>
                </a:moveTo>
                <a:lnTo>
                  <a:pt x="15232" y="51548"/>
                </a:lnTo>
                <a:cubicBezTo>
                  <a:pt x="15187" y="51607"/>
                  <a:pt x="15158" y="51666"/>
                  <a:pt x="15143" y="51725"/>
                </a:cubicBezTo>
                <a:cubicBezTo>
                  <a:pt x="15084" y="51769"/>
                  <a:pt x="15026" y="51798"/>
                  <a:pt x="14996" y="51842"/>
                </a:cubicBezTo>
                <a:cubicBezTo>
                  <a:pt x="15026" y="51769"/>
                  <a:pt x="15055" y="51710"/>
                  <a:pt x="15084" y="51651"/>
                </a:cubicBezTo>
                <a:cubicBezTo>
                  <a:pt x="15143" y="51622"/>
                  <a:pt x="15173" y="51578"/>
                  <a:pt x="15232" y="51548"/>
                </a:cubicBezTo>
                <a:close/>
                <a:moveTo>
                  <a:pt x="16276" y="51489"/>
                </a:moveTo>
                <a:cubicBezTo>
                  <a:pt x="16247" y="51578"/>
                  <a:pt x="16203" y="51695"/>
                  <a:pt x="16188" y="51784"/>
                </a:cubicBezTo>
                <a:cubicBezTo>
                  <a:pt x="16100" y="51813"/>
                  <a:pt x="16026" y="51857"/>
                  <a:pt x="15938" y="51901"/>
                </a:cubicBezTo>
                <a:cubicBezTo>
                  <a:pt x="15953" y="51784"/>
                  <a:pt x="15982" y="51695"/>
                  <a:pt x="16026" y="51607"/>
                </a:cubicBezTo>
                <a:cubicBezTo>
                  <a:pt x="16115" y="51563"/>
                  <a:pt x="16188" y="51533"/>
                  <a:pt x="16276" y="51489"/>
                </a:cubicBezTo>
                <a:close/>
                <a:moveTo>
                  <a:pt x="15393" y="51651"/>
                </a:moveTo>
                <a:lnTo>
                  <a:pt x="15393" y="51651"/>
                </a:lnTo>
                <a:cubicBezTo>
                  <a:pt x="15364" y="51725"/>
                  <a:pt x="15320" y="51798"/>
                  <a:pt x="15290" y="51901"/>
                </a:cubicBezTo>
                <a:cubicBezTo>
                  <a:pt x="15217" y="51931"/>
                  <a:pt x="15158" y="51975"/>
                  <a:pt x="15084" y="52004"/>
                </a:cubicBezTo>
                <a:lnTo>
                  <a:pt x="15202" y="51784"/>
                </a:lnTo>
                <a:cubicBezTo>
                  <a:pt x="15261" y="51754"/>
                  <a:pt x="15320" y="51695"/>
                  <a:pt x="15393" y="51651"/>
                </a:cubicBezTo>
                <a:close/>
                <a:moveTo>
                  <a:pt x="14893" y="51798"/>
                </a:moveTo>
                <a:lnTo>
                  <a:pt x="14893" y="51798"/>
                </a:lnTo>
                <a:cubicBezTo>
                  <a:pt x="14864" y="51857"/>
                  <a:pt x="14849" y="51901"/>
                  <a:pt x="14820" y="51945"/>
                </a:cubicBezTo>
                <a:cubicBezTo>
                  <a:pt x="14790" y="51990"/>
                  <a:pt x="14731" y="52004"/>
                  <a:pt x="14702" y="52048"/>
                </a:cubicBezTo>
                <a:cubicBezTo>
                  <a:pt x="14731" y="51990"/>
                  <a:pt x="14761" y="51945"/>
                  <a:pt x="14790" y="51901"/>
                </a:cubicBezTo>
                <a:cubicBezTo>
                  <a:pt x="14834" y="51857"/>
                  <a:pt x="14864" y="51828"/>
                  <a:pt x="14893" y="51798"/>
                </a:cubicBezTo>
                <a:close/>
                <a:moveTo>
                  <a:pt x="15894" y="51651"/>
                </a:moveTo>
                <a:lnTo>
                  <a:pt x="15894" y="51651"/>
                </a:lnTo>
                <a:cubicBezTo>
                  <a:pt x="15864" y="51754"/>
                  <a:pt x="15820" y="51842"/>
                  <a:pt x="15806" y="51945"/>
                </a:cubicBezTo>
                <a:cubicBezTo>
                  <a:pt x="15732" y="51975"/>
                  <a:pt x="15658" y="52004"/>
                  <a:pt x="15570" y="52048"/>
                </a:cubicBezTo>
                <a:lnTo>
                  <a:pt x="15673" y="51769"/>
                </a:lnTo>
                <a:lnTo>
                  <a:pt x="15894" y="51651"/>
                </a:lnTo>
                <a:close/>
                <a:moveTo>
                  <a:pt x="26843" y="45147"/>
                </a:moveTo>
                <a:cubicBezTo>
                  <a:pt x="26858" y="45205"/>
                  <a:pt x="26858" y="45250"/>
                  <a:pt x="26872" y="45308"/>
                </a:cubicBezTo>
                <a:cubicBezTo>
                  <a:pt x="26858" y="45367"/>
                  <a:pt x="26843" y="45426"/>
                  <a:pt x="26828" y="45456"/>
                </a:cubicBezTo>
                <a:lnTo>
                  <a:pt x="26828" y="45500"/>
                </a:lnTo>
                <a:cubicBezTo>
                  <a:pt x="26490" y="46427"/>
                  <a:pt x="25960" y="47442"/>
                  <a:pt x="25136" y="48502"/>
                </a:cubicBezTo>
                <a:cubicBezTo>
                  <a:pt x="23752" y="50297"/>
                  <a:pt x="21648" y="50753"/>
                  <a:pt x="19426" y="51269"/>
                </a:cubicBezTo>
                <a:cubicBezTo>
                  <a:pt x="18381" y="51504"/>
                  <a:pt x="17262" y="51769"/>
                  <a:pt x="16129" y="52166"/>
                </a:cubicBezTo>
                <a:lnTo>
                  <a:pt x="16247" y="51842"/>
                </a:lnTo>
                <a:cubicBezTo>
                  <a:pt x="17365" y="51386"/>
                  <a:pt x="18513" y="51107"/>
                  <a:pt x="19632" y="50827"/>
                </a:cubicBezTo>
                <a:cubicBezTo>
                  <a:pt x="21795" y="50297"/>
                  <a:pt x="23841" y="49782"/>
                  <a:pt x="25209" y="48031"/>
                </a:cubicBezTo>
                <a:cubicBezTo>
                  <a:pt x="25989" y="47015"/>
                  <a:pt x="26504" y="46044"/>
                  <a:pt x="26843" y="45147"/>
                </a:cubicBezTo>
                <a:close/>
                <a:moveTo>
                  <a:pt x="15055" y="51857"/>
                </a:moveTo>
                <a:lnTo>
                  <a:pt x="15055" y="51857"/>
                </a:lnTo>
                <a:cubicBezTo>
                  <a:pt x="15026" y="51945"/>
                  <a:pt x="14996" y="52019"/>
                  <a:pt x="14952" y="52078"/>
                </a:cubicBezTo>
                <a:cubicBezTo>
                  <a:pt x="14908" y="52122"/>
                  <a:pt x="14834" y="52152"/>
                  <a:pt x="14775" y="52196"/>
                </a:cubicBezTo>
                <a:cubicBezTo>
                  <a:pt x="14805" y="52122"/>
                  <a:pt x="14849" y="52063"/>
                  <a:pt x="14878" y="51990"/>
                </a:cubicBezTo>
                <a:cubicBezTo>
                  <a:pt x="14937" y="51945"/>
                  <a:pt x="14996" y="51916"/>
                  <a:pt x="15055" y="51857"/>
                </a:cubicBezTo>
                <a:close/>
                <a:moveTo>
                  <a:pt x="15570" y="51813"/>
                </a:moveTo>
                <a:lnTo>
                  <a:pt x="15452" y="52093"/>
                </a:lnTo>
                <a:cubicBezTo>
                  <a:pt x="15379" y="52137"/>
                  <a:pt x="15290" y="52166"/>
                  <a:pt x="15217" y="52210"/>
                </a:cubicBezTo>
                <a:cubicBezTo>
                  <a:pt x="15246" y="52122"/>
                  <a:pt x="15290" y="52019"/>
                  <a:pt x="15320" y="51945"/>
                </a:cubicBezTo>
                <a:cubicBezTo>
                  <a:pt x="15423" y="51916"/>
                  <a:pt x="15496" y="51857"/>
                  <a:pt x="15570" y="51813"/>
                </a:cubicBezTo>
                <a:close/>
                <a:moveTo>
                  <a:pt x="14569" y="52093"/>
                </a:moveTo>
                <a:lnTo>
                  <a:pt x="14569" y="52093"/>
                </a:lnTo>
                <a:cubicBezTo>
                  <a:pt x="14555" y="52122"/>
                  <a:pt x="14525" y="52152"/>
                  <a:pt x="14510" y="52166"/>
                </a:cubicBezTo>
                <a:cubicBezTo>
                  <a:pt x="14481" y="52196"/>
                  <a:pt x="14466" y="52225"/>
                  <a:pt x="14422" y="52240"/>
                </a:cubicBezTo>
                <a:cubicBezTo>
                  <a:pt x="14437" y="52225"/>
                  <a:pt x="14466" y="52210"/>
                  <a:pt x="14481" y="52166"/>
                </a:cubicBezTo>
                <a:cubicBezTo>
                  <a:pt x="14510" y="52152"/>
                  <a:pt x="14525" y="52122"/>
                  <a:pt x="14569" y="52093"/>
                </a:cubicBezTo>
                <a:close/>
                <a:moveTo>
                  <a:pt x="16129" y="51872"/>
                </a:moveTo>
                <a:cubicBezTo>
                  <a:pt x="16100" y="51990"/>
                  <a:pt x="16085" y="52093"/>
                  <a:pt x="16041" y="52181"/>
                </a:cubicBezTo>
                <a:cubicBezTo>
                  <a:pt x="15967" y="52225"/>
                  <a:pt x="15879" y="52269"/>
                  <a:pt x="15791" y="52299"/>
                </a:cubicBezTo>
                <a:cubicBezTo>
                  <a:pt x="15820" y="52181"/>
                  <a:pt x="15835" y="52093"/>
                  <a:pt x="15879" y="51990"/>
                </a:cubicBezTo>
                <a:cubicBezTo>
                  <a:pt x="15967" y="51945"/>
                  <a:pt x="16056" y="51916"/>
                  <a:pt x="16129" y="51872"/>
                </a:cubicBezTo>
                <a:close/>
                <a:moveTo>
                  <a:pt x="15217" y="52004"/>
                </a:moveTo>
                <a:cubicBezTo>
                  <a:pt x="15202" y="52093"/>
                  <a:pt x="15158" y="52181"/>
                  <a:pt x="15129" y="52269"/>
                </a:cubicBezTo>
                <a:lnTo>
                  <a:pt x="14893" y="52372"/>
                </a:lnTo>
                <a:cubicBezTo>
                  <a:pt x="14937" y="52299"/>
                  <a:pt x="14981" y="52210"/>
                  <a:pt x="15011" y="52137"/>
                </a:cubicBezTo>
                <a:cubicBezTo>
                  <a:pt x="15084" y="52093"/>
                  <a:pt x="15158" y="52048"/>
                  <a:pt x="15217" y="52004"/>
                </a:cubicBezTo>
                <a:close/>
                <a:moveTo>
                  <a:pt x="14731" y="52122"/>
                </a:moveTo>
                <a:cubicBezTo>
                  <a:pt x="14702" y="52166"/>
                  <a:pt x="14658" y="52225"/>
                  <a:pt x="14643" y="52299"/>
                </a:cubicBezTo>
                <a:lnTo>
                  <a:pt x="14481" y="52416"/>
                </a:lnTo>
                <a:lnTo>
                  <a:pt x="14584" y="52240"/>
                </a:lnTo>
                <a:cubicBezTo>
                  <a:pt x="14628" y="52181"/>
                  <a:pt x="14687" y="52152"/>
                  <a:pt x="14731" y="52122"/>
                </a:cubicBezTo>
                <a:close/>
                <a:moveTo>
                  <a:pt x="15776" y="52034"/>
                </a:moveTo>
                <a:lnTo>
                  <a:pt x="15776" y="52034"/>
                </a:lnTo>
                <a:cubicBezTo>
                  <a:pt x="15747" y="52152"/>
                  <a:pt x="15732" y="52240"/>
                  <a:pt x="15688" y="52358"/>
                </a:cubicBezTo>
                <a:cubicBezTo>
                  <a:pt x="15599" y="52372"/>
                  <a:pt x="15511" y="52416"/>
                  <a:pt x="15438" y="52446"/>
                </a:cubicBezTo>
                <a:cubicBezTo>
                  <a:pt x="15467" y="52358"/>
                  <a:pt x="15511" y="52240"/>
                  <a:pt x="15541" y="52152"/>
                </a:cubicBezTo>
                <a:cubicBezTo>
                  <a:pt x="15614" y="52122"/>
                  <a:pt x="15717" y="52078"/>
                  <a:pt x="15776" y="52034"/>
                </a:cubicBezTo>
                <a:close/>
                <a:moveTo>
                  <a:pt x="14878" y="52225"/>
                </a:moveTo>
                <a:lnTo>
                  <a:pt x="14878" y="52225"/>
                </a:lnTo>
                <a:cubicBezTo>
                  <a:pt x="14849" y="52299"/>
                  <a:pt x="14805" y="52372"/>
                  <a:pt x="14775" y="52461"/>
                </a:cubicBezTo>
                <a:cubicBezTo>
                  <a:pt x="14702" y="52505"/>
                  <a:pt x="14643" y="52534"/>
                  <a:pt x="14569" y="52593"/>
                </a:cubicBezTo>
                <a:lnTo>
                  <a:pt x="14687" y="52372"/>
                </a:lnTo>
                <a:cubicBezTo>
                  <a:pt x="14761" y="52299"/>
                  <a:pt x="14834" y="52269"/>
                  <a:pt x="14878" y="52225"/>
                </a:cubicBezTo>
                <a:close/>
                <a:moveTo>
                  <a:pt x="26902" y="45529"/>
                </a:moveTo>
                <a:cubicBezTo>
                  <a:pt x="26931" y="45588"/>
                  <a:pt x="26931" y="45647"/>
                  <a:pt x="26946" y="45720"/>
                </a:cubicBezTo>
                <a:cubicBezTo>
                  <a:pt x="26946" y="45750"/>
                  <a:pt x="26931" y="45765"/>
                  <a:pt x="26931" y="45809"/>
                </a:cubicBezTo>
                <a:cubicBezTo>
                  <a:pt x="26622" y="46824"/>
                  <a:pt x="26063" y="47898"/>
                  <a:pt x="25165" y="49061"/>
                </a:cubicBezTo>
                <a:cubicBezTo>
                  <a:pt x="23752" y="50886"/>
                  <a:pt x="21574" y="51327"/>
                  <a:pt x="19279" y="51798"/>
                </a:cubicBezTo>
                <a:cubicBezTo>
                  <a:pt x="18248" y="52004"/>
                  <a:pt x="17145" y="52240"/>
                  <a:pt x="16041" y="52593"/>
                </a:cubicBezTo>
                <a:cubicBezTo>
                  <a:pt x="16056" y="52475"/>
                  <a:pt x="16100" y="52372"/>
                  <a:pt x="16115" y="52255"/>
                </a:cubicBezTo>
                <a:cubicBezTo>
                  <a:pt x="17218" y="51857"/>
                  <a:pt x="18337" y="51592"/>
                  <a:pt x="19440" y="51357"/>
                </a:cubicBezTo>
                <a:cubicBezTo>
                  <a:pt x="21692" y="50871"/>
                  <a:pt x="23811" y="50386"/>
                  <a:pt x="25209" y="48575"/>
                </a:cubicBezTo>
                <a:cubicBezTo>
                  <a:pt x="26033" y="47516"/>
                  <a:pt x="26563" y="46486"/>
                  <a:pt x="26902" y="45529"/>
                </a:cubicBezTo>
                <a:close/>
                <a:moveTo>
                  <a:pt x="14393" y="52387"/>
                </a:moveTo>
                <a:cubicBezTo>
                  <a:pt x="14363" y="52431"/>
                  <a:pt x="14334" y="52490"/>
                  <a:pt x="14304" y="52519"/>
                </a:cubicBezTo>
                <a:cubicBezTo>
                  <a:pt x="14275" y="52549"/>
                  <a:pt x="14216" y="52593"/>
                  <a:pt x="14187" y="52608"/>
                </a:cubicBezTo>
                <a:cubicBezTo>
                  <a:pt x="14201" y="52578"/>
                  <a:pt x="14246" y="52534"/>
                  <a:pt x="14260" y="52505"/>
                </a:cubicBezTo>
                <a:cubicBezTo>
                  <a:pt x="14290" y="52461"/>
                  <a:pt x="14349" y="52431"/>
                  <a:pt x="14393" y="52387"/>
                </a:cubicBezTo>
                <a:close/>
                <a:moveTo>
                  <a:pt x="15408" y="52210"/>
                </a:moveTo>
                <a:cubicBezTo>
                  <a:pt x="15379" y="52299"/>
                  <a:pt x="15335" y="52416"/>
                  <a:pt x="15320" y="52505"/>
                </a:cubicBezTo>
                <a:cubicBezTo>
                  <a:pt x="15246" y="52534"/>
                  <a:pt x="15158" y="52578"/>
                  <a:pt x="15070" y="52608"/>
                </a:cubicBezTo>
                <a:lnTo>
                  <a:pt x="15173" y="52343"/>
                </a:lnTo>
                <a:cubicBezTo>
                  <a:pt x="15246" y="52299"/>
                  <a:pt x="15349" y="52240"/>
                  <a:pt x="15408" y="52210"/>
                </a:cubicBezTo>
                <a:close/>
                <a:moveTo>
                  <a:pt x="16041" y="52299"/>
                </a:moveTo>
                <a:cubicBezTo>
                  <a:pt x="16026" y="52416"/>
                  <a:pt x="15982" y="52519"/>
                  <a:pt x="15967" y="52637"/>
                </a:cubicBezTo>
                <a:cubicBezTo>
                  <a:pt x="15864" y="52652"/>
                  <a:pt x="15761" y="52681"/>
                  <a:pt x="15673" y="52725"/>
                </a:cubicBezTo>
                <a:cubicBezTo>
                  <a:pt x="15688" y="52608"/>
                  <a:pt x="15732" y="52505"/>
                  <a:pt x="15761" y="52416"/>
                </a:cubicBezTo>
                <a:lnTo>
                  <a:pt x="16041" y="52299"/>
                </a:lnTo>
                <a:close/>
                <a:moveTo>
                  <a:pt x="14555" y="52431"/>
                </a:moveTo>
                <a:cubicBezTo>
                  <a:pt x="14510" y="52519"/>
                  <a:pt x="14481" y="52578"/>
                  <a:pt x="14437" y="52652"/>
                </a:cubicBezTo>
                <a:cubicBezTo>
                  <a:pt x="14393" y="52681"/>
                  <a:pt x="14304" y="52725"/>
                  <a:pt x="14260" y="52755"/>
                </a:cubicBezTo>
                <a:cubicBezTo>
                  <a:pt x="14290" y="52681"/>
                  <a:pt x="14334" y="52637"/>
                  <a:pt x="14363" y="52549"/>
                </a:cubicBezTo>
                <a:cubicBezTo>
                  <a:pt x="14422" y="52519"/>
                  <a:pt x="14481" y="52461"/>
                  <a:pt x="14555" y="52431"/>
                </a:cubicBezTo>
                <a:close/>
                <a:moveTo>
                  <a:pt x="14039" y="52667"/>
                </a:moveTo>
                <a:cubicBezTo>
                  <a:pt x="14025" y="52681"/>
                  <a:pt x="13995" y="52725"/>
                  <a:pt x="13981" y="52740"/>
                </a:cubicBezTo>
                <a:cubicBezTo>
                  <a:pt x="13970" y="52746"/>
                  <a:pt x="13957" y="52755"/>
                  <a:pt x="13944" y="52766"/>
                </a:cubicBezTo>
                <a:lnTo>
                  <a:pt x="13944" y="52766"/>
                </a:lnTo>
                <a:cubicBezTo>
                  <a:pt x="13946" y="52763"/>
                  <a:pt x="13949" y="52759"/>
                  <a:pt x="13951" y="52755"/>
                </a:cubicBezTo>
                <a:lnTo>
                  <a:pt x="14039" y="52667"/>
                </a:lnTo>
                <a:close/>
                <a:moveTo>
                  <a:pt x="15070" y="52387"/>
                </a:moveTo>
                <a:lnTo>
                  <a:pt x="14952" y="52667"/>
                </a:lnTo>
                <a:cubicBezTo>
                  <a:pt x="14878" y="52711"/>
                  <a:pt x="14790" y="52740"/>
                  <a:pt x="14716" y="52784"/>
                </a:cubicBezTo>
                <a:cubicBezTo>
                  <a:pt x="14761" y="52681"/>
                  <a:pt x="14790" y="52593"/>
                  <a:pt x="14834" y="52519"/>
                </a:cubicBezTo>
                <a:cubicBezTo>
                  <a:pt x="14923" y="52461"/>
                  <a:pt x="14996" y="52431"/>
                  <a:pt x="15070" y="52387"/>
                </a:cubicBezTo>
                <a:close/>
                <a:moveTo>
                  <a:pt x="15658" y="52431"/>
                </a:moveTo>
                <a:lnTo>
                  <a:pt x="15658" y="52431"/>
                </a:lnTo>
                <a:cubicBezTo>
                  <a:pt x="15614" y="52534"/>
                  <a:pt x="15599" y="52637"/>
                  <a:pt x="15585" y="52740"/>
                </a:cubicBezTo>
                <a:lnTo>
                  <a:pt x="15305" y="52858"/>
                </a:lnTo>
                <a:cubicBezTo>
                  <a:pt x="15349" y="52740"/>
                  <a:pt x="15364" y="52652"/>
                  <a:pt x="15393" y="52534"/>
                </a:cubicBezTo>
                <a:cubicBezTo>
                  <a:pt x="15496" y="52505"/>
                  <a:pt x="15585" y="52461"/>
                  <a:pt x="15658" y="52431"/>
                </a:cubicBezTo>
                <a:close/>
                <a:moveTo>
                  <a:pt x="14216" y="52681"/>
                </a:moveTo>
                <a:cubicBezTo>
                  <a:pt x="14187" y="52740"/>
                  <a:pt x="14172" y="52799"/>
                  <a:pt x="14128" y="52858"/>
                </a:cubicBezTo>
                <a:lnTo>
                  <a:pt x="13966" y="52961"/>
                </a:lnTo>
                <a:cubicBezTo>
                  <a:pt x="13995" y="52902"/>
                  <a:pt x="14025" y="52858"/>
                  <a:pt x="14054" y="52799"/>
                </a:cubicBezTo>
                <a:cubicBezTo>
                  <a:pt x="14113" y="52784"/>
                  <a:pt x="14157" y="52740"/>
                  <a:pt x="14216" y="52681"/>
                </a:cubicBezTo>
                <a:close/>
                <a:moveTo>
                  <a:pt x="14731" y="52593"/>
                </a:moveTo>
                <a:cubicBezTo>
                  <a:pt x="14687" y="52667"/>
                  <a:pt x="14658" y="52740"/>
                  <a:pt x="14628" y="52828"/>
                </a:cubicBezTo>
                <a:cubicBezTo>
                  <a:pt x="14555" y="52873"/>
                  <a:pt x="14481" y="52902"/>
                  <a:pt x="14407" y="52961"/>
                </a:cubicBezTo>
                <a:cubicBezTo>
                  <a:pt x="14437" y="52873"/>
                  <a:pt x="14481" y="52799"/>
                  <a:pt x="14510" y="52725"/>
                </a:cubicBezTo>
                <a:cubicBezTo>
                  <a:pt x="14584" y="52681"/>
                  <a:pt x="14658" y="52622"/>
                  <a:pt x="14731" y="52593"/>
                </a:cubicBezTo>
                <a:close/>
                <a:moveTo>
                  <a:pt x="15305" y="52593"/>
                </a:moveTo>
                <a:cubicBezTo>
                  <a:pt x="15261" y="52711"/>
                  <a:pt x="15246" y="52799"/>
                  <a:pt x="15217" y="52902"/>
                </a:cubicBezTo>
                <a:cubicBezTo>
                  <a:pt x="15129" y="52917"/>
                  <a:pt x="15026" y="52961"/>
                  <a:pt x="14937" y="53020"/>
                </a:cubicBezTo>
                <a:cubicBezTo>
                  <a:pt x="14981" y="52917"/>
                  <a:pt x="15011" y="52814"/>
                  <a:pt x="15040" y="52725"/>
                </a:cubicBezTo>
                <a:cubicBezTo>
                  <a:pt x="15143" y="52681"/>
                  <a:pt x="15217" y="52652"/>
                  <a:pt x="15305" y="52593"/>
                </a:cubicBezTo>
                <a:close/>
                <a:moveTo>
                  <a:pt x="26975" y="45941"/>
                </a:moveTo>
                <a:cubicBezTo>
                  <a:pt x="26990" y="45985"/>
                  <a:pt x="26990" y="46059"/>
                  <a:pt x="27005" y="46133"/>
                </a:cubicBezTo>
                <a:cubicBezTo>
                  <a:pt x="26990" y="46191"/>
                  <a:pt x="26975" y="46236"/>
                  <a:pt x="26975" y="46280"/>
                </a:cubicBezTo>
                <a:lnTo>
                  <a:pt x="26975" y="46309"/>
                </a:lnTo>
                <a:cubicBezTo>
                  <a:pt x="26652" y="47310"/>
                  <a:pt x="26092" y="48443"/>
                  <a:pt x="25180" y="49620"/>
                </a:cubicBezTo>
                <a:cubicBezTo>
                  <a:pt x="23752" y="51489"/>
                  <a:pt x="21604" y="51872"/>
                  <a:pt x="19131" y="52343"/>
                </a:cubicBezTo>
                <a:cubicBezTo>
                  <a:pt x="18116" y="52519"/>
                  <a:pt x="17071" y="52725"/>
                  <a:pt x="15982" y="53034"/>
                </a:cubicBezTo>
                <a:lnTo>
                  <a:pt x="16041" y="52711"/>
                </a:lnTo>
                <a:cubicBezTo>
                  <a:pt x="17159" y="52343"/>
                  <a:pt x="18263" y="52093"/>
                  <a:pt x="19293" y="51901"/>
                </a:cubicBezTo>
                <a:cubicBezTo>
                  <a:pt x="21619" y="51416"/>
                  <a:pt x="23811" y="50974"/>
                  <a:pt x="25224" y="49135"/>
                </a:cubicBezTo>
                <a:cubicBezTo>
                  <a:pt x="26048" y="48075"/>
                  <a:pt x="26578" y="47045"/>
                  <a:pt x="26916" y="46088"/>
                </a:cubicBezTo>
                <a:lnTo>
                  <a:pt x="26916" y="46103"/>
                </a:lnTo>
                <a:lnTo>
                  <a:pt x="26975" y="45941"/>
                </a:lnTo>
                <a:close/>
                <a:moveTo>
                  <a:pt x="15938" y="52681"/>
                </a:moveTo>
                <a:lnTo>
                  <a:pt x="15938" y="52681"/>
                </a:lnTo>
                <a:cubicBezTo>
                  <a:pt x="15909" y="52814"/>
                  <a:pt x="15894" y="52917"/>
                  <a:pt x="15879" y="53034"/>
                </a:cubicBezTo>
                <a:cubicBezTo>
                  <a:pt x="15761" y="53079"/>
                  <a:pt x="15673" y="53093"/>
                  <a:pt x="15570" y="53123"/>
                </a:cubicBezTo>
                <a:cubicBezTo>
                  <a:pt x="15585" y="53020"/>
                  <a:pt x="15599" y="52902"/>
                  <a:pt x="15644" y="52799"/>
                </a:cubicBezTo>
                <a:cubicBezTo>
                  <a:pt x="15732" y="52755"/>
                  <a:pt x="15835" y="52725"/>
                  <a:pt x="15938" y="52681"/>
                </a:cubicBezTo>
                <a:close/>
                <a:moveTo>
                  <a:pt x="14393" y="52799"/>
                </a:moveTo>
                <a:lnTo>
                  <a:pt x="14393" y="52799"/>
                </a:lnTo>
                <a:cubicBezTo>
                  <a:pt x="14349" y="52873"/>
                  <a:pt x="14304" y="52946"/>
                  <a:pt x="14275" y="53034"/>
                </a:cubicBezTo>
                <a:cubicBezTo>
                  <a:pt x="14201" y="53079"/>
                  <a:pt x="14128" y="53108"/>
                  <a:pt x="14069" y="53167"/>
                </a:cubicBezTo>
                <a:lnTo>
                  <a:pt x="14187" y="52946"/>
                </a:lnTo>
                <a:cubicBezTo>
                  <a:pt x="14246" y="52873"/>
                  <a:pt x="14319" y="52828"/>
                  <a:pt x="14393" y="52799"/>
                </a:cubicBezTo>
                <a:close/>
                <a:moveTo>
                  <a:pt x="14923" y="52755"/>
                </a:moveTo>
                <a:lnTo>
                  <a:pt x="14923" y="52755"/>
                </a:lnTo>
                <a:cubicBezTo>
                  <a:pt x="14878" y="52858"/>
                  <a:pt x="14849" y="52946"/>
                  <a:pt x="14820" y="53049"/>
                </a:cubicBezTo>
                <a:cubicBezTo>
                  <a:pt x="14761" y="53093"/>
                  <a:pt x="14658" y="53123"/>
                  <a:pt x="14569" y="53167"/>
                </a:cubicBezTo>
                <a:lnTo>
                  <a:pt x="14672" y="52887"/>
                </a:lnTo>
                <a:cubicBezTo>
                  <a:pt x="14761" y="52858"/>
                  <a:pt x="14849" y="52799"/>
                  <a:pt x="14923" y="52755"/>
                </a:cubicBezTo>
                <a:close/>
                <a:moveTo>
                  <a:pt x="13878" y="52961"/>
                </a:moveTo>
                <a:lnTo>
                  <a:pt x="13878" y="52961"/>
                </a:lnTo>
                <a:cubicBezTo>
                  <a:pt x="13848" y="53005"/>
                  <a:pt x="13819" y="53049"/>
                  <a:pt x="13804" y="53093"/>
                </a:cubicBezTo>
                <a:cubicBezTo>
                  <a:pt x="13745" y="53123"/>
                  <a:pt x="13701" y="53167"/>
                  <a:pt x="13657" y="53196"/>
                </a:cubicBezTo>
                <a:cubicBezTo>
                  <a:pt x="13672" y="53167"/>
                  <a:pt x="13701" y="53123"/>
                  <a:pt x="13730" y="53093"/>
                </a:cubicBezTo>
                <a:cubicBezTo>
                  <a:pt x="13745" y="53079"/>
                  <a:pt x="13775" y="53049"/>
                  <a:pt x="13804" y="53020"/>
                </a:cubicBezTo>
                <a:cubicBezTo>
                  <a:pt x="13819" y="53005"/>
                  <a:pt x="13833" y="52976"/>
                  <a:pt x="13878" y="52961"/>
                </a:cubicBezTo>
                <a:close/>
                <a:moveTo>
                  <a:pt x="15541" y="52858"/>
                </a:moveTo>
                <a:lnTo>
                  <a:pt x="15541" y="52858"/>
                </a:lnTo>
                <a:cubicBezTo>
                  <a:pt x="15526" y="52961"/>
                  <a:pt x="15496" y="53079"/>
                  <a:pt x="15467" y="53167"/>
                </a:cubicBezTo>
                <a:lnTo>
                  <a:pt x="15202" y="53270"/>
                </a:lnTo>
                <a:cubicBezTo>
                  <a:pt x="15217" y="53167"/>
                  <a:pt x="15246" y="53079"/>
                  <a:pt x="15276" y="52961"/>
                </a:cubicBezTo>
                <a:lnTo>
                  <a:pt x="15541" y="52858"/>
                </a:lnTo>
                <a:close/>
                <a:moveTo>
                  <a:pt x="14040" y="53020"/>
                </a:moveTo>
                <a:cubicBezTo>
                  <a:pt x="13995" y="53093"/>
                  <a:pt x="13966" y="53167"/>
                  <a:pt x="13951" y="53226"/>
                </a:cubicBezTo>
                <a:cubicBezTo>
                  <a:pt x="13878" y="53255"/>
                  <a:pt x="13819" y="53285"/>
                  <a:pt x="13745" y="53344"/>
                </a:cubicBezTo>
                <a:cubicBezTo>
                  <a:pt x="13775" y="53270"/>
                  <a:pt x="13819" y="53226"/>
                  <a:pt x="13848" y="53138"/>
                </a:cubicBezTo>
                <a:cubicBezTo>
                  <a:pt x="13907" y="53093"/>
                  <a:pt x="13981" y="53049"/>
                  <a:pt x="14040" y="53020"/>
                </a:cubicBezTo>
                <a:close/>
                <a:moveTo>
                  <a:pt x="14569" y="52946"/>
                </a:moveTo>
                <a:lnTo>
                  <a:pt x="14466" y="53226"/>
                </a:lnTo>
                <a:cubicBezTo>
                  <a:pt x="14393" y="53255"/>
                  <a:pt x="14290" y="53285"/>
                  <a:pt x="14216" y="53344"/>
                </a:cubicBezTo>
                <a:cubicBezTo>
                  <a:pt x="14260" y="53255"/>
                  <a:pt x="14290" y="53167"/>
                  <a:pt x="14334" y="53093"/>
                </a:cubicBezTo>
                <a:cubicBezTo>
                  <a:pt x="14422" y="53034"/>
                  <a:pt x="14496" y="52976"/>
                  <a:pt x="14569" y="52946"/>
                </a:cubicBezTo>
                <a:close/>
                <a:moveTo>
                  <a:pt x="15173" y="53020"/>
                </a:moveTo>
                <a:lnTo>
                  <a:pt x="15173" y="53020"/>
                </a:lnTo>
                <a:cubicBezTo>
                  <a:pt x="15143" y="53123"/>
                  <a:pt x="15129" y="53226"/>
                  <a:pt x="15099" y="53329"/>
                </a:cubicBezTo>
                <a:cubicBezTo>
                  <a:pt x="15011" y="53329"/>
                  <a:pt x="14893" y="53373"/>
                  <a:pt x="14805" y="53417"/>
                </a:cubicBezTo>
                <a:cubicBezTo>
                  <a:pt x="14849" y="53314"/>
                  <a:pt x="14864" y="53226"/>
                  <a:pt x="14893" y="53123"/>
                </a:cubicBezTo>
                <a:lnTo>
                  <a:pt x="15173" y="53020"/>
                </a:lnTo>
                <a:close/>
                <a:moveTo>
                  <a:pt x="13524" y="53270"/>
                </a:moveTo>
                <a:cubicBezTo>
                  <a:pt x="13510" y="53299"/>
                  <a:pt x="13480" y="53329"/>
                  <a:pt x="13466" y="53344"/>
                </a:cubicBezTo>
                <a:cubicBezTo>
                  <a:pt x="13421" y="53388"/>
                  <a:pt x="13392" y="53402"/>
                  <a:pt x="13363" y="53447"/>
                </a:cubicBezTo>
                <a:cubicBezTo>
                  <a:pt x="13377" y="53417"/>
                  <a:pt x="13392" y="53388"/>
                  <a:pt x="13407" y="53373"/>
                </a:cubicBezTo>
                <a:cubicBezTo>
                  <a:pt x="13451" y="53329"/>
                  <a:pt x="13480" y="53314"/>
                  <a:pt x="13524" y="53270"/>
                </a:cubicBezTo>
                <a:close/>
                <a:moveTo>
                  <a:pt x="26961" y="46456"/>
                </a:moveTo>
                <a:lnTo>
                  <a:pt x="26961" y="46471"/>
                </a:lnTo>
                <a:cubicBezTo>
                  <a:pt x="26975" y="46486"/>
                  <a:pt x="26990" y="46530"/>
                  <a:pt x="26990" y="46545"/>
                </a:cubicBezTo>
                <a:cubicBezTo>
                  <a:pt x="26990" y="46574"/>
                  <a:pt x="26990" y="46618"/>
                  <a:pt x="27005" y="46648"/>
                </a:cubicBezTo>
                <a:cubicBezTo>
                  <a:pt x="26666" y="47751"/>
                  <a:pt x="26107" y="48929"/>
                  <a:pt x="25180" y="50135"/>
                </a:cubicBezTo>
                <a:cubicBezTo>
                  <a:pt x="23708" y="52034"/>
                  <a:pt x="21501" y="52402"/>
                  <a:pt x="18940" y="52858"/>
                </a:cubicBezTo>
                <a:cubicBezTo>
                  <a:pt x="17969" y="53020"/>
                  <a:pt x="16939" y="53182"/>
                  <a:pt x="15909" y="53461"/>
                </a:cubicBezTo>
                <a:cubicBezTo>
                  <a:pt x="15923" y="53344"/>
                  <a:pt x="15953" y="53226"/>
                  <a:pt x="15953" y="53108"/>
                </a:cubicBezTo>
                <a:cubicBezTo>
                  <a:pt x="17027" y="52784"/>
                  <a:pt x="18101" y="52578"/>
                  <a:pt x="19117" y="52387"/>
                </a:cubicBezTo>
                <a:cubicBezTo>
                  <a:pt x="21501" y="51945"/>
                  <a:pt x="23752" y="51533"/>
                  <a:pt x="25224" y="49635"/>
                </a:cubicBezTo>
                <a:cubicBezTo>
                  <a:pt x="26033" y="48590"/>
                  <a:pt x="26593" y="47516"/>
                  <a:pt x="26961" y="46456"/>
                </a:cubicBezTo>
                <a:close/>
                <a:moveTo>
                  <a:pt x="14201" y="53167"/>
                </a:moveTo>
                <a:cubicBezTo>
                  <a:pt x="14187" y="53226"/>
                  <a:pt x="14143" y="53314"/>
                  <a:pt x="14113" y="53402"/>
                </a:cubicBezTo>
                <a:cubicBezTo>
                  <a:pt x="14040" y="53447"/>
                  <a:pt x="13966" y="53491"/>
                  <a:pt x="13878" y="53535"/>
                </a:cubicBezTo>
                <a:cubicBezTo>
                  <a:pt x="13907" y="53461"/>
                  <a:pt x="13951" y="53373"/>
                  <a:pt x="13981" y="53285"/>
                </a:cubicBezTo>
                <a:cubicBezTo>
                  <a:pt x="14054" y="53255"/>
                  <a:pt x="14128" y="53196"/>
                  <a:pt x="14201" y="53167"/>
                </a:cubicBezTo>
                <a:close/>
                <a:moveTo>
                  <a:pt x="14805" y="53152"/>
                </a:moveTo>
                <a:lnTo>
                  <a:pt x="14805" y="53152"/>
                </a:lnTo>
                <a:cubicBezTo>
                  <a:pt x="14775" y="53241"/>
                  <a:pt x="14761" y="53344"/>
                  <a:pt x="14716" y="53447"/>
                </a:cubicBezTo>
                <a:lnTo>
                  <a:pt x="14437" y="53550"/>
                </a:lnTo>
                <a:cubicBezTo>
                  <a:pt x="14481" y="53461"/>
                  <a:pt x="14496" y="53373"/>
                  <a:pt x="14525" y="53255"/>
                </a:cubicBezTo>
                <a:cubicBezTo>
                  <a:pt x="14628" y="53241"/>
                  <a:pt x="14716" y="53196"/>
                  <a:pt x="14805" y="53152"/>
                </a:cubicBezTo>
                <a:close/>
                <a:moveTo>
                  <a:pt x="13686" y="53270"/>
                </a:moveTo>
                <a:cubicBezTo>
                  <a:pt x="13657" y="53329"/>
                  <a:pt x="13627" y="53388"/>
                  <a:pt x="13598" y="53447"/>
                </a:cubicBezTo>
                <a:cubicBezTo>
                  <a:pt x="13539" y="53476"/>
                  <a:pt x="13480" y="53505"/>
                  <a:pt x="13407" y="53564"/>
                </a:cubicBezTo>
                <a:cubicBezTo>
                  <a:pt x="13451" y="53505"/>
                  <a:pt x="13480" y="53461"/>
                  <a:pt x="13510" y="53402"/>
                </a:cubicBezTo>
                <a:cubicBezTo>
                  <a:pt x="13583" y="53373"/>
                  <a:pt x="13627" y="53314"/>
                  <a:pt x="13686" y="53270"/>
                </a:cubicBezTo>
                <a:close/>
                <a:moveTo>
                  <a:pt x="15879" y="53138"/>
                </a:moveTo>
                <a:lnTo>
                  <a:pt x="15879" y="53138"/>
                </a:lnTo>
                <a:cubicBezTo>
                  <a:pt x="15864" y="53255"/>
                  <a:pt x="15835" y="53358"/>
                  <a:pt x="15835" y="53491"/>
                </a:cubicBezTo>
                <a:cubicBezTo>
                  <a:pt x="15717" y="53491"/>
                  <a:pt x="15599" y="53535"/>
                  <a:pt x="15511" y="53564"/>
                </a:cubicBezTo>
                <a:lnTo>
                  <a:pt x="15570" y="53241"/>
                </a:lnTo>
                <a:cubicBezTo>
                  <a:pt x="15673" y="53196"/>
                  <a:pt x="15761" y="53167"/>
                  <a:pt x="15879" y="53138"/>
                </a:cubicBezTo>
                <a:close/>
                <a:moveTo>
                  <a:pt x="13142" y="53594"/>
                </a:moveTo>
                <a:cubicBezTo>
                  <a:pt x="13142" y="53608"/>
                  <a:pt x="13112" y="53608"/>
                  <a:pt x="13112" y="53623"/>
                </a:cubicBezTo>
                <a:cubicBezTo>
                  <a:pt x="13100" y="53635"/>
                  <a:pt x="13078" y="53648"/>
                  <a:pt x="13053" y="53669"/>
                </a:cubicBezTo>
                <a:lnTo>
                  <a:pt x="13053" y="53669"/>
                </a:lnTo>
                <a:cubicBezTo>
                  <a:pt x="13054" y="53665"/>
                  <a:pt x="13054" y="53659"/>
                  <a:pt x="13054" y="53653"/>
                </a:cubicBezTo>
                <a:lnTo>
                  <a:pt x="13142" y="53594"/>
                </a:lnTo>
                <a:close/>
                <a:moveTo>
                  <a:pt x="15467" y="53255"/>
                </a:moveTo>
                <a:lnTo>
                  <a:pt x="15423" y="53594"/>
                </a:lnTo>
                <a:cubicBezTo>
                  <a:pt x="15305" y="53623"/>
                  <a:pt x="15217" y="53653"/>
                  <a:pt x="15099" y="53697"/>
                </a:cubicBezTo>
                <a:cubicBezTo>
                  <a:pt x="15129" y="53594"/>
                  <a:pt x="15143" y="53476"/>
                  <a:pt x="15173" y="53373"/>
                </a:cubicBezTo>
                <a:cubicBezTo>
                  <a:pt x="15276" y="53329"/>
                  <a:pt x="15379" y="53299"/>
                  <a:pt x="15467" y="53255"/>
                </a:cubicBezTo>
                <a:close/>
                <a:moveTo>
                  <a:pt x="13878" y="53373"/>
                </a:moveTo>
                <a:cubicBezTo>
                  <a:pt x="13833" y="53447"/>
                  <a:pt x="13789" y="53520"/>
                  <a:pt x="13760" y="53608"/>
                </a:cubicBezTo>
                <a:cubicBezTo>
                  <a:pt x="13686" y="53638"/>
                  <a:pt x="13613" y="53697"/>
                  <a:pt x="13539" y="53741"/>
                </a:cubicBezTo>
                <a:lnTo>
                  <a:pt x="13657" y="53520"/>
                </a:lnTo>
                <a:cubicBezTo>
                  <a:pt x="13730" y="53461"/>
                  <a:pt x="13789" y="53402"/>
                  <a:pt x="13878" y="53373"/>
                </a:cubicBezTo>
                <a:close/>
                <a:moveTo>
                  <a:pt x="14437" y="53329"/>
                </a:moveTo>
                <a:lnTo>
                  <a:pt x="14437" y="53329"/>
                </a:lnTo>
                <a:cubicBezTo>
                  <a:pt x="14407" y="53417"/>
                  <a:pt x="14363" y="53520"/>
                  <a:pt x="14349" y="53608"/>
                </a:cubicBezTo>
                <a:cubicBezTo>
                  <a:pt x="14260" y="53638"/>
                  <a:pt x="14157" y="53682"/>
                  <a:pt x="14069" y="53741"/>
                </a:cubicBezTo>
                <a:lnTo>
                  <a:pt x="14187" y="53461"/>
                </a:lnTo>
                <a:cubicBezTo>
                  <a:pt x="14275" y="53417"/>
                  <a:pt x="14349" y="53373"/>
                  <a:pt x="14437" y="53329"/>
                </a:cubicBezTo>
                <a:close/>
                <a:moveTo>
                  <a:pt x="13333" y="53550"/>
                </a:moveTo>
                <a:lnTo>
                  <a:pt x="13333" y="53550"/>
                </a:lnTo>
                <a:cubicBezTo>
                  <a:pt x="13318" y="53594"/>
                  <a:pt x="13289" y="53638"/>
                  <a:pt x="13260" y="53682"/>
                </a:cubicBezTo>
                <a:cubicBezTo>
                  <a:pt x="13201" y="53711"/>
                  <a:pt x="13157" y="53756"/>
                  <a:pt x="13112" y="53785"/>
                </a:cubicBezTo>
                <a:cubicBezTo>
                  <a:pt x="13127" y="53756"/>
                  <a:pt x="13171" y="53711"/>
                  <a:pt x="13186" y="53682"/>
                </a:cubicBezTo>
                <a:cubicBezTo>
                  <a:pt x="13230" y="53638"/>
                  <a:pt x="13289" y="53608"/>
                  <a:pt x="13333" y="53550"/>
                </a:cubicBezTo>
                <a:close/>
                <a:moveTo>
                  <a:pt x="15084" y="53402"/>
                </a:moveTo>
                <a:cubicBezTo>
                  <a:pt x="15070" y="53520"/>
                  <a:pt x="15040" y="53623"/>
                  <a:pt x="15011" y="53711"/>
                </a:cubicBezTo>
                <a:cubicBezTo>
                  <a:pt x="14893" y="53756"/>
                  <a:pt x="14805" y="53785"/>
                  <a:pt x="14702" y="53829"/>
                </a:cubicBezTo>
                <a:cubicBezTo>
                  <a:pt x="14731" y="53711"/>
                  <a:pt x="14761" y="53608"/>
                  <a:pt x="14790" y="53520"/>
                </a:cubicBezTo>
                <a:cubicBezTo>
                  <a:pt x="14878" y="53476"/>
                  <a:pt x="14996" y="53447"/>
                  <a:pt x="15084" y="53402"/>
                </a:cubicBezTo>
                <a:close/>
                <a:moveTo>
                  <a:pt x="14069" y="53520"/>
                </a:moveTo>
                <a:lnTo>
                  <a:pt x="14069" y="53520"/>
                </a:lnTo>
                <a:cubicBezTo>
                  <a:pt x="14040" y="53608"/>
                  <a:pt x="13995" y="53697"/>
                  <a:pt x="13981" y="53770"/>
                </a:cubicBezTo>
                <a:cubicBezTo>
                  <a:pt x="13892" y="53814"/>
                  <a:pt x="13819" y="53859"/>
                  <a:pt x="13716" y="53903"/>
                </a:cubicBezTo>
                <a:cubicBezTo>
                  <a:pt x="13760" y="53814"/>
                  <a:pt x="13789" y="53741"/>
                  <a:pt x="13833" y="53638"/>
                </a:cubicBezTo>
                <a:cubicBezTo>
                  <a:pt x="13907" y="53608"/>
                  <a:pt x="13995" y="53550"/>
                  <a:pt x="14069" y="53520"/>
                </a:cubicBezTo>
                <a:close/>
                <a:moveTo>
                  <a:pt x="27005" y="46868"/>
                </a:moveTo>
                <a:cubicBezTo>
                  <a:pt x="27005" y="46927"/>
                  <a:pt x="27019" y="46986"/>
                  <a:pt x="27019" y="47015"/>
                </a:cubicBezTo>
                <a:cubicBezTo>
                  <a:pt x="27034" y="47030"/>
                  <a:pt x="27034" y="47060"/>
                  <a:pt x="27034" y="47089"/>
                </a:cubicBezTo>
                <a:cubicBezTo>
                  <a:pt x="26710" y="48237"/>
                  <a:pt x="26122" y="49429"/>
                  <a:pt x="25180" y="50665"/>
                </a:cubicBezTo>
                <a:cubicBezTo>
                  <a:pt x="23679" y="52622"/>
                  <a:pt x="21412" y="52976"/>
                  <a:pt x="18764" y="53358"/>
                </a:cubicBezTo>
                <a:cubicBezTo>
                  <a:pt x="17822" y="53505"/>
                  <a:pt x="16850" y="53653"/>
                  <a:pt x="15864" y="53903"/>
                </a:cubicBezTo>
                <a:cubicBezTo>
                  <a:pt x="15864" y="53785"/>
                  <a:pt x="15879" y="53653"/>
                  <a:pt x="15894" y="53550"/>
                </a:cubicBezTo>
                <a:cubicBezTo>
                  <a:pt x="16939" y="53270"/>
                  <a:pt x="17969" y="53093"/>
                  <a:pt x="18940" y="52917"/>
                </a:cubicBezTo>
                <a:cubicBezTo>
                  <a:pt x="21516" y="52505"/>
                  <a:pt x="23723" y="52122"/>
                  <a:pt x="25239" y="50180"/>
                </a:cubicBezTo>
                <a:cubicBezTo>
                  <a:pt x="26107" y="49046"/>
                  <a:pt x="26666" y="47943"/>
                  <a:pt x="27005" y="46868"/>
                </a:cubicBezTo>
                <a:close/>
                <a:moveTo>
                  <a:pt x="13524" y="53564"/>
                </a:moveTo>
                <a:lnTo>
                  <a:pt x="13524" y="53564"/>
                </a:lnTo>
                <a:cubicBezTo>
                  <a:pt x="13480" y="53653"/>
                  <a:pt x="13451" y="53741"/>
                  <a:pt x="13407" y="53785"/>
                </a:cubicBezTo>
                <a:cubicBezTo>
                  <a:pt x="13333" y="53829"/>
                  <a:pt x="13289" y="53888"/>
                  <a:pt x="13215" y="53917"/>
                </a:cubicBezTo>
                <a:cubicBezTo>
                  <a:pt x="13245" y="53844"/>
                  <a:pt x="13289" y="53785"/>
                  <a:pt x="13318" y="53711"/>
                </a:cubicBezTo>
                <a:cubicBezTo>
                  <a:pt x="13392" y="53653"/>
                  <a:pt x="13451" y="53623"/>
                  <a:pt x="13524" y="53564"/>
                </a:cubicBezTo>
                <a:close/>
                <a:moveTo>
                  <a:pt x="14687" y="53550"/>
                </a:moveTo>
                <a:lnTo>
                  <a:pt x="14687" y="53550"/>
                </a:lnTo>
                <a:cubicBezTo>
                  <a:pt x="14658" y="53667"/>
                  <a:pt x="14628" y="53756"/>
                  <a:pt x="14613" y="53859"/>
                </a:cubicBezTo>
                <a:cubicBezTo>
                  <a:pt x="14510" y="53903"/>
                  <a:pt x="14422" y="53932"/>
                  <a:pt x="14319" y="53976"/>
                </a:cubicBezTo>
                <a:cubicBezTo>
                  <a:pt x="14334" y="53859"/>
                  <a:pt x="14363" y="53770"/>
                  <a:pt x="14407" y="53682"/>
                </a:cubicBezTo>
                <a:cubicBezTo>
                  <a:pt x="14496" y="53638"/>
                  <a:pt x="14584" y="53608"/>
                  <a:pt x="14687" y="53550"/>
                </a:cubicBezTo>
                <a:close/>
                <a:moveTo>
                  <a:pt x="15820" y="53564"/>
                </a:moveTo>
                <a:lnTo>
                  <a:pt x="15820" y="53564"/>
                </a:lnTo>
                <a:cubicBezTo>
                  <a:pt x="15806" y="53682"/>
                  <a:pt x="15806" y="53814"/>
                  <a:pt x="15806" y="53917"/>
                </a:cubicBezTo>
                <a:cubicBezTo>
                  <a:pt x="15673" y="53932"/>
                  <a:pt x="15570" y="53976"/>
                  <a:pt x="15452" y="54006"/>
                </a:cubicBezTo>
                <a:cubicBezTo>
                  <a:pt x="15467" y="53903"/>
                  <a:pt x="15467" y="53770"/>
                  <a:pt x="15496" y="53667"/>
                </a:cubicBezTo>
                <a:cubicBezTo>
                  <a:pt x="15599" y="53623"/>
                  <a:pt x="15717" y="53608"/>
                  <a:pt x="15820" y="53564"/>
                </a:cubicBezTo>
                <a:close/>
                <a:moveTo>
                  <a:pt x="12965" y="53859"/>
                </a:moveTo>
                <a:cubicBezTo>
                  <a:pt x="12951" y="53888"/>
                  <a:pt x="12936" y="53917"/>
                  <a:pt x="12921" y="53932"/>
                </a:cubicBezTo>
                <a:cubicBezTo>
                  <a:pt x="12877" y="53976"/>
                  <a:pt x="12818" y="54006"/>
                  <a:pt x="12789" y="54050"/>
                </a:cubicBezTo>
                <a:cubicBezTo>
                  <a:pt x="12803" y="54020"/>
                  <a:pt x="12818" y="54006"/>
                  <a:pt x="12847" y="53976"/>
                </a:cubicBezTo>
                <a:cubicBezTo>
                  <a:pt x="12877" y="53932"/>
                  <a:pt x="12936" y="53903"/>
                  <a:pt x="12965" y="53859"/>
                </a:cubicBezTo>
                <a:close/>
                <a:moveTo>
                  <a:pt x="13716" y="53697"/>
                </a:moveTo>
                <a:lnTo>
                  <a:pt x="13716" y="53697"/>
                </a:lnTo>
                <a:cubicBezTo>
                  <a:pt x="13686" y="53785"/>
                  <a:pt x="13657" y="53888"/>
                  <a:pt x="13613" y="53962"/>
                </a:cubicBezTo>
                <a:cubicBezTo>
                  <a:pt x="13539" y="53991"/>
                  <a:pt x="13451" y="54050"/>
                  <a:pt x="13377" y="54079"/>
                </a:cubicBezTo>
                <a:cubicBezTo>
                  <a:pt x="13407" y="54006"/>
                  <a:pt x="13451" y="53917"/>
                  <a:pt x="13480" y="53844"/>
                </a:cubicBezTo>
                <a:cubicBezTo>
                  <a:pt x="13554" y="53785"/>
                  <a:pt x="13657" y="53756"/>
                  <a:pt x="13716" y="53697"/>
                </a:cubicBezTo>
                <a:close/>
                <a:moveTo>
                  <a:pt x="14319" y="53711"/>
                </a:moveTo>
                <a:cubicBezTo>
                  <a:pt x="14275" y="53814"/>
                  <a:pt x="14260" y="53917"/>
                  <a:pt x="14246" y="54006"/>
                </a:cubicBezTo>
                <a:cubicBezTo>
                  <a:pt x="14143" y="54050"/>
                  <a:pt x="14054" y="54079"/>
                  <a:pt x="13951" y="54123"/>
                </a:cubicBezTo>
                <a:cubicBezTo>
                  <a:pt x="13981" y="54035"/>
                  <a:pt x="13995" y="53932"/>
                  <a:pt x="14040" y="53829"/>
                </a:cubicBezTo>
                <a:lnTo>
                  <a:pt x="14319" y="53711"/>
                </a:lnTo>
                <a:close/>
                <a:moveTo>
                  <a:pt x="15393" y="53682"/>
                </a:moveTo>
                <a:lnTo>
                  <a:pt x="15393" y="53682"/>
                </a:lnTo>
                <a:cubicBezTo>
                  <a:pt x="15379" y="53785"/>
                  <a:pt x="15364" y="53903"/>
                  <a:pt x="15364" y="54020"/>
                </a:cubicBezTo>
                <a:cubicBezTo>
                  <a:pt x="15246" y="54065"/>
                  <a:pt x="15143" y="54079"/>
                  <a:pt x="15026" y="54123"/>
                </a:cubicBezTo>
                <a:cubicBezTo>
                  <a:pt x="15055" y="54006"/>
                  <a:pt x="15070" y="53903"/>
                  <a:pt x="15084" y="53770"/>
                </a:cubicBezTo>
                <a:cubicBezTo>
                  <a:pt x="15187" y="53741"/>
                  <a:pt x="15305" y="53697"/>
                  <a:pt x="15393" y="53682"/>
                </a:cubicBezTo>
                <a:close/>
                <a:moveTo>
                  <a:pt x="13157" y="53859"/>
                </a:moveTo>
                <a:cubicBezTo>
                  <a:pt x="13112" y="53917"/>
                  <a:pt x="13098" y="53976"/>
                  <a:pt x="13054" y="54020"/>
                </a:cubicBezTo>
                <a:cubicBezTo>
                  <a:pt x="13009" y="54065"/>
                  <a:pt x="12936" y="54123"/>
                  <a:pt x="12877" y="54153"/>
                </a:cubicBezTo>
                <a:cubicBezTo>
                  <a:pt x="12921" y="54094"/>
                  <a:pt x="12936" y="54050"/>
                  <a:pt x="12965" y="54006"/>
                </a:cubicBezTo>
                <a:cubicBezTo>
                  <a:pt x="13039" y="53962"/>
                  <a:pt x="13098" y="53903"/>
                  <a:pt x="13157" y="53859"/>
                </a:cubicBezTo>
                <a:close/>
                <a:moveTo>
                  <a:pt x="14996" y="53814"/>
                </a:moveTo>
                <a:lnTo>
                  <a:pt x="14937" y="54138"/>
                </a:lnTo>
                <a:cubicBezTo>
                  <a:pt x="14849" y="54182"/>
                  <a:pt x="14731" y="54212"/>
                  <a:pt x="14628" y="54256"/>
                </a:cubicBezTo>
                <a:lnTo>
                  <a:pt x="14672" y="53917"/>
                </a:lnTo>
                <a:cubicBezTo>
                  <a:pt x="14790" y="53888"/>
                  <a:pt x="14878" y="53844"/>
                  <a:pt x="14996" y="53814"/>
                </a:cubicBezTo>
                <a:close/>
                <a:moveTo>
                  <a:pt x="13363" y="53932"/>
                </a:moveTo>
                <a:lnTo>
                  <a:pt x="13245" y="54153"/>
                </a:lnTo>
                <a:cubicBezTo>
                  <a:pt x="13171" y="54197"/>
                  <a:pt x="13098" y="54241"/>
                  <a:pt x="13009" y="54285"/>
                </a:cubicBezTo>
                <a:lnTo>
                  <a:pt x="13112" y="54065"/>
                </a:lnTo>
                <a:cubicBezTo>
                  <a:pt x="13215" y="54020"/>
                  <a:pt x="13289" y="53976"/>
                  <a:pt x="13363" y="53932"/>
                </a:cubicBezTo>
                <a:close/>
                <a:moveTo>
                  <a:pt x="13951" y="53888"/>
                </a:moveTo>
                <a:cubicBezTo>
                  <a:pt x="13907" y="53976"/>
                  <a:pt x="13878" y="54065"/>
                  <a:pt x="13848" y="54153"/>
                </a:cubicBezTo>
                <a:cubicBezTo>
                  <a:pt x="13760" y="54197"/>
                  <a:pt x="13672" y="54227"/>
                  <a:pt x="13583" y="54285"/>
                </a:cubicBezTo>
                <a:lnTo>
                  <a:pt x="13686" y="54006"/>
                </a:lnTo>
                <a:cubicBezTo>
                  <a:pt x="13775" y="53976"/>
                  <a:pt x="13878" y="53917"/>
                  <a:pt x="13951" y="53888"/>
                </a:cubicBezTo>
                <a:close/>
                <a:moveTo>
                  <a:pt x="12568" y="54197"/>
                </a:moveTo>
                <a:cubicBezTo>
                  <a:pt x="12553" y="54212"/>
                  <a:pt x="12553" y="54227"/>
                  <a:pt x="12524" y="54256"/>
                </a:cubicBezTo>
                <a:cubicBezTo>
                  <a:pt x="12509" y="54271"/>
                  <a:pt x="12494" y="54285"/>
                  <a:pt x="12450" y="54300"/>
                </a:cubicBezTo>
                <a:cubicBezTo>
                  <a:pt x="12494" y="54285"/>
                  <a:pt x="12509" y="54271"/>
                  <a:pt x="12509" y="54256"/>
                </a:cubicBezTo>
                <a:lnTo>
                  <a:pt x="12568" y="54197"/>
                </a:lnTo>
                <a:close/>
                <a:moveTo>
                  <a:pt x="27075" y="47307"/>
                </a:moveTo>
                <a:lnTo>
                  <a:pt x="27075" y="47307"/>
                </a:lnTo>
                <a:cubicBezTo>
                  <a:pt x="27064" y="47345"/>
                  <a:pt x="27065" y="47371"/>
                  <a:pt x="27078" y="47398"/>
                </a:cubicBezTo>
                <a:lnTo>
                  <a:pt x="27078" y="47457"/>
                </a:lnTo>
                <a:lnTo>
                  <a:pt x="27078" y="47531"/>
                </a:lnTo>
                <a:cubicBezTo>
                  <a:pt x="26769" y="48664"/>
                  <a:pt x="26195" y="49885"/>
                  <a:pt x="25195" y="51195"/>
                </a:cubicBezTo>
                <a:cubicBezTo>
                  <a:pt x="23649" y="53211"/>
                  <a:pt x="21324" y="53535"/>
                  <a:pt x="18616" y="53903"/>
                </a:cubicBezTo>
                <a:cubicBezTo>
                  <a:pt x="17733" y="54020"/>
                  <a:pt x="16821" y="54138"/>
                  <a:pt x="15879" y="54344"/>
                </a:cubicBezTo>
                <a:cubicBezTo>
                  <a:pt x="15879" y="54212"/>
                  <a:pt x="15879" y="54094"/>
                  <a:pt x="15894" y="53976"/>
                </a:cubicBezTo>
                <a:cubicBezTo>
                  <a:pt x="16880" y="53726"/>
                  <a:pt x="17881" y="53579"/>
                  <a:pt x="18822" y="53432"/>
                </a:cubicBezTo>
                <a:cubicBezTo>
                  <a:pt x="21471" y="53034"/>
                  <a:pt x="23752" y="52681"/>
                  <a:pt x="25268" y="50695"/>
                </a:cubicBezTo>
                <a:cubicBezTo>
                  <a:pt x="26148" y="49536"/>
                  <a:pt x="26736" y="48393"/>
                  <a:pt x="27075" y="47307"/>
                </a:cubicBezTo>
                <a:close/>
                <a:moveTo>
                  <a:pt x="14584" y="53962"/>
                </a:moveTo>
                <a:cubicBezTo>
                  <a:pt x="14569" y="54065"/>
                  <a:pt x="14555" y="54182"/>
                  <a:pt x="14525" y="54271"/>
                </a:cubicBezTo>
                <a:cubicBezTo>
                  <a:pt x="14422" y="54300"/>
                  <a:pt x="14334" y="54344"/>
                  <a:pt x="14216" y="54374"/>
                </a:cubicBezTo>
                <a:cubicBezTo>
                  <a:pt x="14246" y="54271"/>
                  <a:pt x="14275" y="54182"/>
                  <a:pt x="14290" y="54065"/>
                </a:cubicBezTo>
                <a:cubicBezTo>
                  <a:pt x="14393" y="54035"/>
                  <a:pt x="14496" y="53991"/>
                  <a:pt x="14584" y="53962"/>
                </a:cubicBezTo>
                <a:close/>
                <a:moveTo>
                  <a:pt x="12789" y="54153"/>
                </a:moveTo>
                <a:lnTo>
                  <a:pt x="12789" y="54153"/>
                </a:lnTo>
                <a:cubicBezTo>
                  <a:pt x="12774" y="54197"/>
                  <a:pt x="12730" y="54227"/>
                  <a:pt x="12715" y="54285"/>
                </a:cubicBezTo>
                <a:cubicBezTo>
                  <a:pt x="12656" y="54330"/>
                  <a:pt x="12583" y="54374"/>
                  <a:pt x="12524" y="54418"/>
                </a:cubicBezTo>
                <a:cubicBezTo>
                  <a:pt x="12538" y="54374"/>
                  <a:pt x="12583" y="54344"/>
                  <a:pt x="12597" y="54300"/>
                </a:cubicBezTo>
                <a:cubicBezTo>
                  <a:pt x="12671" y="54256"/>
                  <a:pt x="12730" y="54197"/>
                  <a:pt x="12789" y="54153"/>
                </a:cubicBezTo>
                <a:close/>
                <a:moveTo>
                  <a:pt x="15806" y="53991"/>
                </a:moveTo>
                <a:lnTo>
                  <a:pt x="15806" y="54359"/>
                </a:lnTo>
                <a:cubicBezTo>
                  <a:pt x="15673" y="54374"/>
                  <a:pt x="15570" y="54418"/>
                  <a:pt x="15438" y="54433"/>
                </a:cubicBezTo>
                <a:cubicBezTo>
                  <a:pt x="15423" y="54359"/>
                  <a:pt x="15423" y="54271"/>
                  <a:pt x="15438" y="54197"/>
                </a:cubicBezTo>
                <a:cubicBezTo>
                  <a:pt x="15438" y="54153"/>
                  <a:pt x="15438" y="54123"/>
                  <a:pt x="15452" y="54079"/>
                </a:cubicBezTo>
                <a:cubicBezTo>
                  <a:pt x="15555" y="54050"/>
                  <a:pt x="15688" y="54020"/>
                  <a:pt x="15806" y="53991"/>
                </a:cubicBezTo>
                <a:close/>
                <a:moveTo>
                  <a:pt x="13554" y="54065"/>
                </a:moveTo>
                <a:lnTo>
                  <a:pt x="13554" y="54065"/>
                </a:lnTo>
                <a:cubicBezTo>
                  <a:pt x="13524" y="54153"/>
                  <a:pt x="13480" y="54256"/>
                  <a:pt x="13466" y="54330"/>
                </a:cubicBezTo>
                <a:cubicBezTo>
                  <a:pt x="13377" y="54359"/>
                  <a:pt x="13289" y="54418"/>
                  <a:pt x="13201" y="54447"/>
                </a:cubicBezTo>
                <a:cubicBezTo>
                  <a:pt x="13245" y="54359"/>
                  <a:pt x="13289" y="54285"/>
                  <a:pt x="13318" y="54197"/>
                </a:cubicBezTo>
                <a:cubicBezTo>
                  <a:pt x="13392" y="54182"/>
                  <a:pt x="13480" y="54123"/>
                  <a:pt x="13554" y="54065"/>
                </a:cubicBezTo>
                <a:close/>
                <a:moveTo>
                  <a:pt x="12980" y="54197"/>
                </a:moveTo>
                <a:cubicBezTo>
                  <a:pt x="12951" y="54256"/>
                  <a:pt x="12921" y="54300"/>
                  <a:pt x="12892" y="54374"/>
                </a:cubicBezTo>
                <a:cubicBezTo>
                  <a:pt x="12818" y="54418"/>
                  <a:pt x="12744" y="54477"/>
                  <a:pt x="12671" y="54521"/>
                </a:cubicBezTo>
                <a:cubicBezTo>
                  <a:pt x="12715" y="54477"/>
                  <a:pt x="12744" y="54403"/>
                  <a:pt x="12789" y="54344"/>
                </a:cubicBezTo>
                <a:cubicBezTo>
                  <a:pt x="12862" y="54285"/>
                  <a:pt x="12936" y="54227"/>
                  <a:pt x="12980" y="54197"/>
                </a:cubicBezTo>
                <a:close/>
                <a:moveTo>
                  <a:pt x="14201" y="54109"/>
                </a:moveTo>
                <a:lnTo>
                  <a:pt x="14201" y="54109"/>
                </a:lnTo>
                <a:cubicBezTo>
                  <a:pt x="14187" y="54212"/>
                  <a:pt x="14143" y="54300"/>
                  <a:pt x="14128" y="54418"/>
                </a:cubicBezTo>
                <a:cubicBezTo>
                  <a:pt x="14025" y="54447"/>
                  <a:pt x="13922" y="54491"/>
                  <a:pt x="13819" y="54521"/>
                </a:cubicBezTo>
                <a:cubicBezTo>
                  <a:pt x="13848" y="54418"/>
                  <a:pt x="13892" y="54330"/>
                  <a:pt x="13907" y="54227"/>
                </a:cubicBezTo>
                <a:cubicBezTo>
                  <a:pt x="13995" y="54197"/>
                  <a:pt x="14113" y="54138"/>
                  <a:pt x="14201" y="54109"/>
                </a:cubicBezTo>
                <a:close/>
                <a:moveTo>
                  <a:pt x="15349" y="54094"/>
                </a:moveTo>
                <a:lnTo>
                  <a:pt x="15349" y="54168"/>
                </a:lnTo>
                <a:cubicBezTo>
                  <a:pt x="15349" y="54271"/>
                  <a:pt x="15320" y="54359"/>
                  <a:pt x="15320" y="54447"/>
                </a:cubicBezTo>
                <a:cubicBezTo>
                  <a:pt x="15217" y="54491"/>
                  <a:pt x="15099" y="54521"/>
                  <a:pt x="14981" y="54550"/>
                </a:cubicBezTo>
                <a:lnTo>
                  <a:pt x="14981" y="54433"/>
                </a:lnTo>
                <a:cubicBezTo>
                  <a:pt x="14981" y="54359"/>
                  <a:pt x="14996" y="54271"/>
                  <a:pt x="15011" y="54197"/>
                </a:cubicBezTo>
                <a:cubicBezTo>
                  <a:pt x="15129" y="54153"/>
                  <a:pt x="15232" y="54123"/>
                  <a:pt x="15349" y="54094"/>
                </a:cubicBezTo>
                <a:close/>
                <a:moveTo>
                  <a:pt x="14937" y="54212"/>
                </a:moveTo>
                <a:cubicBezTo>
                  <a:pt x="14937" y="54285"/>
                  <a:pt x="14923" y="54359"/>
                  <a:pt x="14923" y="54433"/>
                </a:cubicBezTo>
                <a:cubicBezTo>
                  <a:pt x="14923" y="54462"/>
                  <a:pt x="14923" y="54521"/>
                  <a:pt x="14908" y="54565"/>
                </a:cubicBezTo>
                <a:cubicBezTo>
                  <a:pt x="14790" y="54594"/>
                  <a:pt x="14687" y="54624"/>
                  <a:pt x="14555" y="54653"/>
                </a:cubicBezTo>
                <a:cubicBezTo>
                  <a:pt x="14569" y="54565"/>
                  <a:pt x="14584" y="54447"/>
                  <a:pt x="14613" y="54330"/>
                </a:cubicBezTo>
                <a:lnTo>
                  <a:pt x="14937" y="54212"/>
                </a:lnTo>
                <a:close/>
                <a:moveTo>
                  <a:pt x="12406" y="54462"/>
                </a:moveTo>
                <a:cubicBezTo>
                  <a:pt x="12377" y="54506"/>
                  <a:pt x="12362" y="54521"/>
                  <a:pt x="12347" y="54565"/>
                </a:cubicBezTo>
                <a:cubicBezTo>
                  <a:pt x="12303" y="54594"/>
                  <a:pt x="12259" y="54639"/>
                  <a:pt x="12215" y="54668"/>
                </a:cubicBezTo>
                <a:cubicBezTo>
                  <a:pt x="12229" y="54639"/>
                  <a:pt x="12259" y="54624"/>
                  <a:pt x="12274" y="54580"/>
                </a:cubicBezTo>
                <a:cubicBezTo>
                  <a:pt x="12303" y="54550"/>
                  <a:pt x="12362" y="54506"/>
                  <a:pt x="12406" y="54462"/>
                </a:cubicBezTo>
                <a:close/>
                <a:moveTo>
                  <a:pt x="13186" y="54285"/>
                </a:moveTo>
                <a:lnTo>
                  <a:pt x="13186" y="54285"/>
                </a:lnTo>
                <a:cubicBezTo>
                  <a:pt x="13157" y="54359"/>
                  <a:pt x="13112" y="54447"/>
                  <a:pt x="13098" y="54521"/>
                </a:cubicBezTo>
                <a:cubicBezTo>
                  <a:pt x="13009" y="54565"/>
                  <a:pt x="12936" y="54624"/>
                  <a:pt x="12833" y="54668"/>
                </a:cubicBezTo>
                <a:cubicBezTo>
                  <a:pt x="12877" y="54594"/>
                  <a:pt x="12921" y="54506"/>
                  <a:pt x="12951" y="54433"/>
                </a:cubicBezTo>
                <a:cubicBezTo>
                  <a:pt x="13024" y="54374"/>
                  <a:pt x="13112" y="54330"/>
                  <a:pt x="13186" y="54285"/>
                </a:cubicBezTo>
                <a:close/>
                <a:moveTo>
                  <a:pt x="13819" y="54271"/>
                </a:moveTo>
                <a:cubicBezTo>
                  <a:pt x="13775" y="54359"/>
                  <a:pt x="13760" y="54477"/>
                  <a:pt x="13745" y="54565"/>
                </a:cubicBezTo>
                <a:cubicBezTo>
                  <a:pt x="13657" y="54594"/>
                  <a:pt x="13539" y="54639"/>
                  <a:pt x="13451" y="54697"/>
                </a:cubicBezTo>
                <a:cubicBezTo>
                  <a:pt x="13480" y="54594"/>
                  <a:pt x="13510" y="54506"/>
                  <a:pt x="13539" y="54388"/>
                </a:cubicBezTo>
                <a:cubicBezTo>
                  <a:pt x="13627" y="54359"/>
                  <a:pt x="13730" y="54300"/>
                  <a:pt x="13819" y="54271"/>
                </a:cubicBezTo>
                <a:close/>
                <a:moveTo>
                  <a:pt x="12597" y="54447"/>
                </a:moveTo>
                <a:lnTo>
                  <a:pt x="12597" y="54447"/>
                </a:lnTo>
                <a:cubicBezTo>
                  <a:pt x="12568" y="54506"/>
                  <a:pt x="12553" y="54565"/>
                  <a:pt x="12509" y="54624"/>
                </a:cubicBezTo>
                <a:cubicBezTo>
                  <a:pt x="12435" y="54668"/>
                  <a:pt x="12362" y="54712"/>
                  <a:pt x="12303" y="54771"/>
                </a:cubicBezTo>
                <a:cubicBezTo>
                  <a:pt x="12347" y="54712"/>
                  <a:pt x="12362" y="54668"/>
                  <a:pt x="12406" y="54624"/>
                </a:cubicBezTo>
                <a:cubicBezTo>
                  <a:pt x="12435" y="54580"/>
                  <a:pt x="12494" y="54550"/>
                  <a:pt x="12524" y="54506"/>
                </a:cubicBezTo>
                <a:cubicBezTo>
                  <a:pt x="12553" y="54491"/>
                  <a:pt x="12583" y="54477"/>
                  <a:pt x="12597" y="54447"/>
                </a:cubicBezTo>
                <a:close/>
                <a:moveTo>
                  <a:pt x="14510" y="54359"/>
                </a:moveTo>
                <a:lnTo>
                  <a:pt x="14466" y="54697"/>
                </a:lnTo>
                <a:lnTo>
                  <a:pt x="14128" y="54800"/>
                </a:lnTo>
                <a:cubicBezTo>
                  <a:pt x="14157" y="54697"/>
                  <a:pt x="14187" y="54580"/>
                  <a:pt x="14201" y="54477"/>
                </a:cubicBezTo>
                <a:cubicBezTo>
                  <a:pt x="14304" y="54433"/>
                  <a:pt x="14422" y="54403"/>
                  <a:pt x="14510" y="54359"/>
                </a:cubicBezTo>
                <a:close/>
                <a:moveTo>
                  <a:pt x="27078" y="47737"/>
                </a:moveTo>
                <a:cubicBezTo>
                  <a:pt x="27122" y="47766"/>
                  <a:pt x="27122" y="47766"/>
                  <a:pt x="27122" y="47795"/>
                </a:cubicBezTo>
                <a:lnTo>
                  <a:pt x="27122" y="47810"/>
                </a:lnTo>
                <a:lnTo>
                  <a:pt x="27122" y="47854"/>
                </a:lnTo>
                <a:lnTo>
                  <a:pt x="27122" y="47869"/>
                </a:lnTo>
                <a:lnTo>
                  <a:pt x="27122" y="47898"/>
                </a:lnTo>
                <a:lnTo>
                  <a:pt x="27122" y="47928"/>
                </a:lnTo>
                <a:lnTo>
                  <a:pt x="27122" y="47943"/>
                </a:lnTo>
                <a:lnTo>
                  <a:pt x="27122" y="47957"/>
                </a:lnTo>
                <a:cubicBezTo>
                  <a:pt x="26828" y="49105"/>
                  <a:pt x="26210" y="50371"/>
                  <a:pt x="25180" y="51725"/>
                </a:cubicBezTo>
                <a:cubicBezTo>
                  <a:pt x="23620" y="53785"/>
                  <a:pt x="21192" y="54109"/>
                  <a:pt x="18410" y="54433"/>
                </a:cubicBezTo>
                <a:cubicBezTo>
                  <a:pt x="17586" y="54550"/>
                  <a:pt x="16718" y="54639"/>
                  <a:pt x="15864" y="54800"/>
                </a:cubicBezTo>
                <a:cubicBezTo>
                  <a:pt x="15864" y="54668"/>
                  <a:pt x="15864" y="54550"/>
                  <a:pt x="15835" y="54418"/>
                </a:cubicBezTo>
                <a:cubicBezTo>
                  <a:pt x="16777" y="54212"/>
                  <a:pt x="17719" y="54079"/>
                  <a:pt x="18602" y="53976"/>
                </a:cubicBezTo>
                <a:cubicBezTo>
                  <a:pt x="21324" y="53608"/>
                  <a:pt x="23694" y="53270"/>
                  <a:pt x="25239" y="51239"/>
                </a:cubicBezTo>
                <a:cubicBezTo>
                  <a:pt x="26195" y="49988"/>
                  <a:pt x="26769" y="48826"/>
                  <a:pt x="27078" y="47737"/>
                </a:cubicBezTo>
                <a:close/>
                <a:moveTo>
                  <a:pt x="13421" y="54447"/>
                </a:moveTo>
                <a:cubicBezTo>
                  <a:pt x="13392" y="54550"/>
                  <a:pt x="13377" y="54639"/>
                  <a:pt x="13333" y="54727"/>
                </a:cubicBezTo>
                <a:cubicBezTo>
                  <a:pt x="13245" y="54771"/>
                  <a:pt x="13157" y="54815"/>
                  <a:pt x="13054" y="54859"/>
                </a:cubicBezTo>
                <a:cubicBezTo>
                  <a:pt x="13098" y="54771"/>
                  <a:pt x="13142" y="54668"/>
                  <a:pt x="13157" y="54580"/>
                </a:cubicBezTo>
                <a:cubicBezTo>
                  <a:pt x="13245" y="54550"/>
                  <a:pt x="13333" y="54491"/>
                  <a:pt x="13421" y="54447"/>
                </a:cubicBezTo>
                <a:close/>
                <a:moveTo>
                  <a:pt x="12818" y="54506"/>
                </a:moveTo>
                <a:lnTo>
                  <a:pt x="12818" y="54506"/>
                </a:lnTo>
                <a:cubicBezTo>
                  <a:pt x="12789" y="54580"/>
                  <a:pt x="12744" y="54653"/>
                  <a:pt x="12730" y="54727"/>
                </a:cubicBezTo>
                <a:cubicBezTo>
                  <a:pt x="12656" y="54786"/>
                  <a:pt x="12568" y="54815"/>
                  <a:pt x="12494" y="54874"/>
                </a:cubicBezTo>
                <a:cubicBezTo>
                  <a:pt x="12524" y="54800"/>
                  <a:pt x="12568" y="54727"/>
                  <a:pt x="12597" y="54668"/>
                </a:cubicBezTo>
                <a:cubicBezTo>
                  <a:pt x="12656" y="54624"/>
                  <a:pt x="12744" y="54565"/>
                  <a:pt x="12818" y="54506"/>
                </a:cubicBezTo>
                <a:close/>
                <a:moveTo>
                  <a:pt x="15761" y="54447"/>
                </a:moveTo>
                <a:cubicBezTo>
                  <a:pt x="15791" y="54580"/>
                  <a:pt x="15791" y="54697"/>
                  <a:pt x="15791" y="54815"/>
                </a:cubicBezTo>
                <a:cubicBezTo>
                  <a:pt x="15658" y="54845"/>
                  <a:pt x="15526" y="54874"/>
                  <a:pt x="15393" y="54889"/>
                </a:cubicBezTo>
                <a:lnTo>
                  <a:pt x="15393" y="54521"/>
                </a:lnTo>
                <a:cubicBezTo>
                  <a:pt x="15526" y="54491"/>
                  <a:pt x="15644" y="54462"/>
                  <a:pt x="15761" y="54447"/>
                </a:cubicBezTo>
                <a:close/>
                <a:moveTo>
                  <a:pt x="12009" y="54800"/>
                </a:moveTo>
                <a:lnTo>
                  <a:pt x="12009" y="54800"/>
                </a:lnTo>
                <a:cubicBezTo>
                  <a:pt x="11994" y="54815"/>
                  <a:pt x="11994" y="54845"/>
                  <a:pt x="11979" y="54859"/>
                </a:cubicBezTo>
                <a:cubicBezTo>
                  <a:pt x="11935" y="54874"/>
                  <a:pt x="11906" y="54918"/>
                  <a:pt x="11891" y="54933"/>
                </a:cubicBezTo>
                <a:lnTo>
                  <a:pt x="11891" y="54933"/>
                </a:lnTo>
                <a:cubicBezTo>
                  <a:pt x="11906" y="54918"/>
                  <a:pt x="11920" y="54889"/>
                  <a:pt x="11920" y="54874"/>
                </a:cubicBezTo>
                <a:cubicBezTo>
                  <a:pt x="11965" y="54859"/>
                  <a:pt x="11979" y="54815"/>
                  <a:pt x="12009" y="54800"/>
                </a:cubicBezTo>
                <a:close/>
                <a:moveTo>
                  <a:pt x="14113" y="54506"/>
                </a:moveTo>
                <a:lnTo>
                  <a:pt x="14113" y="54506"/>
                </a:lnTo>
                <a:cubicBezTo>
                  <a:pt x="14098" y="54624"/>
                  <a:pt x="14069" y="54727"/>
                  <a:pt x="14054" y="54815"/>
                </a:cubicBezTo>
                <a:lnTo>
                  <a:pt x="13730" y="54933"/>
                </a:lnTo>
                <a:cubicBezTo>
                  <a:pt x="13745" y="54815"/>
                  <a:pt x="13775" y="54727"/>
                  <a:pt x="13789" y="54624"/>
                </a:cubicBezTo>
                <a:cubicBezTo>
                  <a:pt x="13907" y="54580"/>
                  <a:pt x="13995" y="54550"/>
                  <a:pt x="14113" y="54506"/>
                </a:cubicBezTo>
                <a:close/>
                <a:moveTo>
                  <a:pt x="15320" y="54550"/>
                </a:moveTo>
                <a:lnTo>
                  <a:pt x="15320" y="54918"/>
                </a:lnTo>
                <a:cubicBezTo>
                  <a:pt x="15202" y="54933"/>
                  <a:pt x="15084" y="54962"/>
                  <a:pt x="14952" y="54992"/>
                </a:cubicBezTo>
                <a:cubicBezTo>
                  <a:pt x="14952" y="54874"/>
                  <a:pt x="14981" y="54771"/>
                  <a:pt x="14981" y="54639"/>
                </a:cubicBezTo>
                <a:cubicBezTo>
                  <a:pt x="15084" y="54594"/>
                  <a:pt x="15217" y="54580"/>
                  <a:pt x="15320" y="54550"/>
                </a:cubicBezTo>
                <a:close/>
                <a:moveTo>
                  <a:pt x="12215" y="54742"/>
                </a:moveTo>
                <a:cubicBezTo>
                  <a:pt x="12200" y="54800"/>
                  <a:pt x="12185" y="54845"/>
                  <a:pt x="12141" y="54889"/>
                </a:cubicBezTo>
                <a:cubicBezTo>
                  <a:pt x="12097" y="54918"/>
                  <a:pt x="12082" y="54933"/>
                  <a:pt x="12053" y="54948"/>
                </a:cubicBezTo>
                <a:cubicBezTo>
                  <a:pt x="12009" y="54962"/>
                  <a:pt x="11979" y="55006"/>
                  <a:pt x="11935" y="55021"/>
                </a:cubicBezTo>
                <a:cubicBezTo>
                  <a:pt x="11950" y="54992"/>
                  <a:pt x="11994" y="54948"/>
                  <a:pt x="12038" y="54889"/>
                </a:cubicBezTo>
                <a:cubicBezTo>
                  <a:pt x="12082" y="54845"/>
                  <a:pt x="12141" y="54800"/>
                  <a:pt x="12215" y="54742"/>
                </a:cubicBezTo>
                <a:close/>
                <a:moveTo>
                  <a:pt x="13039" y="54639"/>
                </a:moveTo>
                <a:lnTo>
                  <a:pt x="13039" y="54639"/>
                </a:lnTo>
                <a:cubicBezTo>
                  <a:pt x="13024" y="54727"/>
                  <a:pt x="12995" y="54815"/>
                  <a:pt x="12951" y="54918"/>
                </a:cubicBezTo>
                <a:cubicBezTo>
                  <a:pt x="12862" y="54948"/>
                  <a:pt x="12774" y="55006"/>
                  <a:pt x="12671" y="55036"/>
                </a:cubicBezTo>
                <a:cubicBezTo>
                  <a:pt x="12715" y="54948"/>
                  <a:pt x="12744" y="54874"/>
                  <a:pt x="12789" y="54786"/>
                </a:cubicBezTo>
                <a:cubicBezTo>
                  <a:pt x="12877" y="54727"/>
                  <a:pt x="12965" y="54697"/>
                  <a:pt x="13039" y="54639"/>
                </a:cubicBezTo>
                <a:close/>
                <a:moveTo>
                  <a:pt x="13701" y="54653"/>
                </a:moveTo>
                <a:lnTo>
                  <a:pt x="13701" y="54653"/>
                </a:lnTo>
                <a:cubicBezTo>
                  <a:pt x="13686" y="54771"/>
                  <a:pt x="13657" y="54859"/>
                  <a:pt x="13627" y="54962"/>
                </a:cubicBezTo>
                <a:cubicBezTo>
                  <a:pt x="13524" y="55006"/>
                  <a:pt x="13421" y="55036"/>
                  <a:pt x="13318" y="55080"/>
                </a:cubicBezTo>
                <a:cubicBezTo>
                  <a:pt x="13363" y="54992"/>
                  <a:pt x="13377" y="54874"/>
                  <a:pt x="13407" y="54786"/>
                </a:cubicBezTo>
                <a:cubicBezTo>
                  <a:pt x="13510" y="54742"/>
                  <a:pt x="13613" y="54697"/>
                  <a:pt x="13701" y="54653"/>
                </a:cubicBezTo>
                <a:close/>
                <a:moveTo>
                  <a:pt x="12435" y="54771"/>
                </a:moveTo>
                <a:lnTo>
                  <a:pt x="12435" y="54771"/>
                </a:lnTo>
                <a:cubicBezTo>
                  <a:pt x="12421" y="54845"/>
                  <a:pt x="12377" y="54889"/>
                  <a:pt x="12347" y="54948"/>
                </a:cubicBezTo>
                <a:cubicBezTo>
                  <a:pt x="12274" y="55006"/>
                  <a:pt x="12185" y="55065"/>
                  <a:pt x="12112" y="55095"/>
                </a:cubicBezTo>
                <a:cubicBezTo>
                  <a:pt x="12141" y="55036"/>
                  <a:pt x="12156" y="54992"/>
                  <a:pt x="12200" y="54933"/>
                </a:cubicBezTo>
                <a:cubicBezTo>
                  <a:pt x="12274" y="54874"/>
                  <a:pt x="12362" y="54815"/>
                  <a:pt x="12435" y="54771"/>
                </a:cubicBezTo>
                <a:close/>
                <a:moveTo>
                  <a:pt x="14908" y="54653"/>
                </a:moveTo>
                <a:cubicBezTo>
                  <a:pt x="14908" y="54771"/>
                  <a:pt x="14878" y="54889"/>
                  <a:pt x="14878" y="55006"/>
                </a:cubicBezTo>
                <a:cubicBezTo>
                  <a:pt x="14761" y="55036"/>
                  <a:pt x="14643" y="55065"/>
                  <a:pt x="14510" y="55095"/>
                </a:cubicBezTo>
                <a:cubicBezTo>
                  <a:pt x="14510" y="54992"/>
                  <a:pt x="14525" y="54874"/>
                  <a:pt x="14555" y="54742"/>
                </a:cubicBezTo>
                <a:cubicBezTo>
                  <a:pt x="14658" y="54712"/>
                  <a:pt x="14790" y="54668"/>
                  <a:pt x="14908" y="54653"/>
                </a:cubicBezTo>
                <a:close/>
                <a:moveTo>
                  <a:pt x="14452" y="54786"/>
                </a:moveTo>
                <a:lnTo>
                  <a:pt x="14452" y="54786"/>
                </a:lnTo>
                <a:cubicBezTo>
                  <a:pt x="14437" y="54889"/>
                  <a:pt x="14437" y="55021"/>
                  <a:pt x="14422" y="55139"/>
                </a:cubicBezTo>
                <a:cubicBezTo>
                  <a:pt x="14304" y="55168"/>
                  <a:pt x="14187" y="55183"/>
                  <a:pt x="14069" y="55227"/>
                </a:cubicBezTo>
                <a:cubicBezTo>
                  <a:pt x="14098" y="55139"/>
                  <a:pt x="14098" y="55065"/>
                  <a:pt x="14113" y="54962"/>
                </a:cubicBezTo>
                <a:cubicBezTo>
                  <a:pt x="14113" y="54948"/>
                  <a:pt x="14113" y="54918"/>
                  <a:pt x="14128" y="54889"/>
                </a:cubicBezTo>
                <a:lnTo>
                  <a:pt x="14452" y="54786"/>
                </a:lnTo>
                <a:close/>
                <a:moveTo>
                  <a:pt x="12671" y="54859"/>
                </a:moveTo>
                <a:lnTo>
                  <a:pt x="12671" y="54859"/>
                </a:lnTo>
                <a:cubicBezTo>
                  <a:pt x="12641" y="54933"/>
                  <a:pt x="12597" y="55021"/>
                  <a:pt x="12583" y="55095"/>
                </a:cubicBezTo>
                <a:cubicBezTo>
                  <a:pt x="12494" y="55154"/>
                  <a:pt x="12406" y="55183"/>
                  <a:pt x="12303" y="55242"/>
                </a:cubicBezTo>
                <a:cubicBezTo>
                  <a:pt x="12347" y="55168"/>
                  <a:pt x="12377" y="55095"/>
                  <a:pt x="12421" y="55006"/>
                </a:cubicBezTo>
                <a:cubicBezTo>
                  <a:pt x="12494" y="54962"/>
                  <a:pt x="12583" y="54918"/>
                  <a:pt x="12671" y="54859"/>
                </a:cubicBezTo>
                <a:close/>
                <a:moveTo>
                  <a:pt x="13318" y="54845"/>
                </a:moveTo>
                <a:lnTo>
                  <a:pt x="13318" y="54845"/>
                </a:lnTo>
                <a:cubicBezTo>
                  <a:pt x="13289" y="54933"/>
                  <a:pt x="13260" y="55036"/>
                  <a:pt x="13245" y="55139"/>
                </a:cubicBezTo>
                <a:cubicBezTo>
                  <a:pt x="13142" y="55168"/>
                  <a:pt x="13039" y="55227"/>
                  <a:pt x="12936" y="55257"/>
                </a:cubicBezTo>
                <a:cubicBezTo>
                  <a:pt x="12951" y="55154"/>
                  <a:pt x="12995" y="55065"/>
                  <a:pt x="13024" y="54962"/>
                </a:cubicBezTo>
                <a:cubicBezTo>
                  <a:pt x="13112" y="54918"/>
                  <a:pt x="13230" y="54874"/>
                  <a:pt x="13318" y="54845"/>
                </a:cubicBezTo>
                <a:close/>
                <a:moveTo>
                  <a:pt x="11832" y="55065"/>
                </a:moveTo>
                <a:lnTo>
                  <a:pt x="11832" y="55065"/>
                </a:lnTo>
                <a:cubicBezTo>
                  <a:pt x="11817" y="55095"/>
                  <a:pt x="11788" y="55139"/>
                  <a:pt x="11758" y="55168"/>
                </a:cubicBezTo>
                <a:cubicBezTo>
                  <a:pt x="11714" y="55183"/>
                  <a:pt x="11700" y="55227"/>
                  <a:pt x="11655" y="55242"/>
                </a:cubicBezTo>
                <a:cubicBezTo>
                  <a:pt x="11641" y="55257"/>
                  <a:pt x="11611" y="55286"/>
                  <a:pt x="11582" y="55301"/>
                </a:cubicBezTo>
                <a:cubicBezTo>
                  <a:pt x="11626" y="55257"/>
                  <a:pt x="11670" y="55227"/>
                  <a:pt x="11685" y="55183"/>
                </a:cubicBezTo>
                <a:cubicBezTo>
                  <a:pt x="11729" y="55154"/>
                  <a:pt x="11788" y="55095"/>
                  <a:pt x="11832" y="55065"/>
                </a:cubicBezTo>
                <a:close/>
                <a:moveTo>
                  <a:pt x="14040" y="54903"/>
                </a:moveTo>
                <a:lnTo>
                  <a:pt x="14040" y="54948"/>
                </a:lnTo>
                <a:cubicBezTo>
                  <a:pt x="14025" y="55036"/>
                  <a:pt x="14025" y="55154"/>
                  <a:pt x="13995" y="55242"/>
                </a:cubicBezTo>
                <a:cubicBezTo>
                  <a:pt x="13892" y="55271"/>
                  <a:pt x="13775" y="55316"/>
                  <a:pt x="13657" y="55360"/>
                </a:cubicBezTo>
                <a:cubicBezTo>
                  <a:pt x="13657" y="55316"/>
                  <a:pt x="13672" y="55257"/>
                  <a:pt x="13672" y="55227"/>
                </a:cubicBezTo>
                <a:cubicBezTo>
                  <a:pt x="13686" y="55154"/>
                  <a:pt x="13686" y="55095"/>
                  <a:pt x="13701" y="55021"/>
                </a:cubicBezTo>
                <a:lnTo>
                  <a:pt x="14040" y="54903"/>
                </a:lnTo>
                <a:close/>
                <a:moveTo>
                  <a:pt x="12053" y="55065"/>
                </a:moveTo>
                <a:cubicBezTo>
                  <a:pt x="12009" y="55109"/>
                  <a:pt x="11994" y="55168"/>
                  <a:pt x="11950" y="55213"/>
                </a:cubicBezTo>
                <a:lnTo>
                  <a:pt x="11729" y="55374"/>
                </a:lnTo>
                <a:cubicBezTo>
                  <a:pt x="11773" y="55316"/>
                  <a:pt x="11788" y="55286"/>
                  <a:pt x="11832" y="55227"/>
                </a:cubicBezTo>
                <a:lnTo>
                  <a:pt x="12053" y="55065"/>
                </a:lnTo>
                <a:close/>
                <a:moveTo>
                  <a:pt x="12921" y="55006"/>
                </a:moveTo>
                <a:lnTo>
                  <a:pt x="12921" y="55006"/>
                </a:lnTo>
                <a:cubicBezTo>
                  <a:pt x="12877" y="55095"/>
                  <a:pt x="12862" y="55183"/>
                  <a:pt x="12818" y="55286"/>
                </a:cubicBezTo>
                <a:cubicBezTo>
                  <a:pt x="12730" y="55316"/>
                  <a:pt x="12627" y="55374"/>
                  <a:pt x="12524" y="55404"/>
                </a:cubicBezTo>
                <a:cubicBezTo>
                  <a:pt x="12568" y="55330"/>
                  <a:pt x="12597" y="55242"/>
                  <a:pt x="12641" y="55154"/>
                </a:cubicBezTo>
                <a:cubicBezTo>
                  <a:pt x="12730" y="55095"/>
                  <a:pt x="12818" y="55065"/>
                  <a:pt x="12921" y="55006"/>
                </a:cubicBezTo>
                <a:close/>
                <a:moveTo>
                  <a:pt x="12288" y="55095"/>
                </a:moveTo>
                <a:lnTo>
                  <a:pt x="12288" y="55095"/>
                </a:lnTo>
                <a:cubicBezTo>
                  <a:pt x="12259" y="55168"/>
                  <a:pt x="12215" y="55242"/>
                  <a:pt x="12200" y="55316"/>
                </a:cubicBezTo>
                <a:cubicBezTo>
                  <a:pt x="12112" y="55374"/>
                  <a:pt x="12009" y="55433"/>
                  <a:pt x="11935" y="55477"/>
                </a:cubicBezTo>
                <a:cubicBezTo>
                  <a:pt x="11979" y="55404"/>
                  <a:pt x="12009" y="55360"/>
                  <a:pt x="12053" y="55271"/>
                </a:cubicBezTo>
                <a:cubicBezTo>
                  <a:pt x="12112" y="55213"/>
                  <a:pt x="12200" y="55154"/>
                  <a:pt x="12288" y="55095"/>
                </a:cubicBezTo>
                <a:close/>
                <a:moveTo>
                  <a:pt x="13613" y="55065"/>
                </a:moveTo>
                <a:lnTo>
                  <a:pt x="13613" y="55065"/>
                </a:lnTo>
                <a:cubicBezTo>
                  <a:pt x="13598" y="55109"/>
                  <a:pt x="13598" y="55154"/>
                  <a:pt x="13583" y="55213"/>
                </a:cubicBezTo>
                <a:cubicBezTo>
                  <a:pt x="13554" y="55257"/>
                  <a:pt x="13554" y="55316"/>
                  <a:pt x="13554" y="55374"/>
                </a:cubicBezTo>
                <a:lnTo>
                  <a:pt x="13230" y="55477"/>
                </a:lnTo>
                <a:cubicBezTo>
                  <a:pt x="13245" y="55389"/>
                  <a:pt x="13260" y="55286"/>
                  <a:pt x="13304" y="55183"/>
                </a:cubicBezTo>
                <a:cubicBezTo>
                  <a:pt x="13407" y="55154"/>
                  <a:pt x="13524" y="55109"/>
                  <a:pt x="13613" y="55065"/>
                </a:cubicBezTo>
                <a:close/>
                <a:moveTo>
                  <a:pt x="11420" y="55404"/>
                </a:moveTo>
                <a:lnTo>
                  <a:pt x="11420" y="55404"/>
                </a:lnTo>
                <a:cubicBezTo>
                  <a:pt x="11405" y="55433"/>
                  <a:pt x="11391" y="55463"/>
                  <a:pt x="11376" y="55477"/>
                </a:cubicBezTo>
                <a:cubicBezTo>
                  <a:pt x="11332" y="55507"/>
                  <a:pt x="11302" y="55536"/>
                  <a:pt x="11258" y="55551"/>
                </a:cubicBezTo>
                <a:cubicBezTo>
                  <a:pt x="11317" y="55522"/>
                  <a:pt x="11317" y="55507"/>
                  <a:pt x="11332" y="55477"/>
                </a:cubicBezTo>
                <a:cubicBezTo>
                  <a:pt x="11376" y="55463"/>
                  <a:pt x="11405" y="55433"/>
                  <a:pt x="11420" y="55404"/>
                </a:cubicBezTo>
                <a:close/>
                <a:moveTo>
                  <a:pt x="12524" y="55227"/>
                </a:moveTo>
                <a:lnTo>
                  <a:pt x="12524" y="55227"/>
                </a:lnTo>
                <a:cubicBezTo>
                  <a:pt x="12494" y="55316"/>
                  <a:pt x="12465" y="55389"/>
                  <a:pt x="12435" y="55477"/>
                </a:cubicBezTo>
                <a:cubicBezTo>
                  <a:pt x="12318" y="55522"/>
                  <a:pt x="12229" y="55580"/>
                  <a:pt x="12141" y="55625"/>
                </a:cubicBezTo>
                <a:cubicBezTo>
                  <a:pt x="12185" y="55536"/>
                  <a:pt x="12215" y="55463"/>
                  <a:pt x="12244" y="55374"/>
                </a:cubicBezTo>
                <a:cubicBezTo>
                  <a:pt x="12347" y="55316"/>
                  <a:pt x="12435" y="55257"/>
                  <a:pt x="12524" y="55227"/>
                </a:cubicBezTo>
                <a:close/>
                <a:moveTo>
                  <a:pt x="11641" y="55374"/>
                </a:moveTo>
                <a:lnTo>
                  <a:pt x="11641" y="55374"/>
                </a:lnTo>
                <a:cubicBezTo>
                  <a:pt x="11626" y="55404"/>
                  <a:pt x="11582" y="55463"/>
                  <a:pt x="11567" y="55507"/>
                </a:cubicBezTo>
                <a:cubicBezTo>
                  <a:pt x="11494" y="55551"/>
                  <a:pt x="11420" y="55610"/>
                  <a:pt x="11346" y="55654"/>
                </a:cubicBezTo>
                <a:cubicBezTo>
                  <a:pt x="11391" y="55610"/>
                  <a:pt x="11405" y="55551"/>
                  <a:pt x="11449" y="55522"/>
                </a:cubicBezTo>
                <a:cubicBezTo>
                  <a:pt x="11523" y="55463"/>
                  <a:pt x="11567" y="55404"/>
                  <a:pt x="11641" y="55374"/>
                </a:cubicBezTo>
                <a:close/>
                <a:moveTo>
                  <a:pt x="13215" y="55227"/>
                </a:moveTo>
                <a:lnTo>
                  <a:pt x="13215" y="55227"/>
                </a:lnTo>
                <a:cubicBezTo>
                  <a:pt x="13186" y="55301"/>
                  <a:pt x="13171" y="55389"/>
                  <a:pt x="13157" y="55463"/>
                </a:cubicBezTo>
                <a:cubicBezTo>
                  <a:pt x="13157" y="55477"/>
                  <a:pt x="13157" y="55507"/>
                  <a:pt x="13142" y="55522"/>
                </a:cubicBezTo>
                <a:cubicBezTo>
                  <a:pt x="13024" y="55551"/>
                  <a:pt x="12921" y="55595"/>
                  <a:pt x="12803" y="55654"/>
                </a:cubicBezTo>
                <a:cubicBezTo>
                  <a:pt x="12847" y="55551"/>
                  <a:pt x="12862" y="55448"/>
                  <a:pt x="12892" y="55360"/>
                </a:cubicBezTo>
                <a:cubicBezTo>
                  <a:pt x="13009" y="55316"/>
                  <a:pt x="13098" y="55257"/>
                  <a:pt x="13215" y="55227"/>
                </a:cubicBezTo>
                <a:close/>
                <a:moveTo>
                  <a:pt x="11876" y="55374"/>
                </a:moveTo>
                <a:lnTo>
                  <a:pt x="11876" y="55374"/>
                </a:lnTo>
                <a:cubicBezTo>
                  <a:pt x="11847" y="55433"/>
                  <a:pt x="11832" y="55507"/>
                  <a:pt x="11788" y="55551"/>
                </a:cubicBezTo>
                <a:cubicBezTo>
                  <a:pt x="11700" y="55610"/>
                  <a:pt x="11626" y="55669"/>
                  <a:pt x="11538" y="55728"/>
                </a:cubicBezTo>
                <a:cubicBezTo>
                  <a:pt x="11567" y="55669"/>
                  <a:pt x="11582" y="55610"/>
                  <a:pt x="11626" y="55551"/>
                </a:cubicBezTo>
                <a:cubicBezTo>
                  <a:pt x="11641" y="55536"/>
                  <a:pt x="11670" y="55522"/>
                  <a:pt x="11685" y="55522"/>
                </a:cubicBezTo>
                <a:cubicBezTo>
                  <a:pt x="11758" y="55463"/>
                  <a:pt x="11817" y="55433"/>
                  <a:pt x="11876" y="55374"/>
                </a:cubicBezTo>
                <a:close/>
                <a:moveTo>
                  <a:pt x="12803" y="55389"/>
                </a:moveTo>
                <a:lnTo>
                  <a:pt x="12803" y="55389"/>
                </a:lnTo>
                <a:cubicBezTo>
                  <a:pt x="12774" y="55477"/>
                  <a:pt x="12744" y="55595"/>
                  <a:pt x="12730" y="55683"/>
                </a:cubicBezTo>
                <a:cubicBezTo>
                  <a:pt x="12627" y="55728"/>
                  <a:pt x="12509" y="55772"/>
                  <a:pt x="12406" y="55816"/>
                </a:cubicBezTo>
                <a:cubicBezTo>
                  <a:pt x="12435" y="55728"/>
                  <a:pt x="12450" y="55625"/>
                  <a:pt x="12494" y="55536"/>
                </a:cubicBezTo>
                <a:cubicBezTo>
                  <a:pt x="12597" y="55477"/>
                  <a:pt x="12686" y="55448"/>
                  <a:pt x="12803" y="55389"/>
                </a:cubicBezTo>
                <a:close/>
                <a:moveTo>
                  <a:pt x="12126" y="55448"/>
                </a:moveTo>
                <a:cubicBezTo>
                  <a:pt x="12082" y="55522"/>
                  <a:pt x="12053" y="55610"/>
                  <a:pt x="12038" y="55683"/>
                </a:cubicBezTo>
                <a:cubicBezTo>
                  <a:pt x="11935" y="55728"/>
                  <a:pt x="11847" y="55772"/>
                  <a:pt x="11744" y="55831"/>
                </a:cubicBezTo>
                <a:lnTo>
                  <a:pt x="11847" y="55610"/>
                </a:lnTo>
                <a:lnTo>
                  <a:pt x="12126" y="55448"/>
                </a:lnTo>
                <a:close/>
                <a:moveTo>
                  <a:pt x="11258" y="55669"/>
                </a:moveTo>
                <a:cubicBezTo>
                  <a:pt x="11243" y="55698"/>
                  <a:pt x="11199" y="55742"/>
                  <a:pt x="11185" y="55772"/>
                </a:cubicBezTo>
                <a:cubicBezTo>
                  <a:pt x="11126" y="55816"/>
                  <a:pt x="11082" y="55875"/>
                  <a:pt x="11023" y="55904"/>
                </a:cubicBezTo>
                <a:cubicBezTo>
                  <a:pt x="11037" y="55875"/>
                  <a:pt x="11052" y="55831"/>
                  <a:pt x="11096" y="55801"/>
                </a:cubicBezTo>
                <a:cubicBezTo>
                  <a:pt x="11155" y="55757"/>
                  <a:pt x="11199" y="55728"/>
                  <a:pt x="11258" y="55669"/>
                </a:cubicBezTo>
                <a:close/>
                <a:moveTo>
                  <a:pt x="11479" y="55669"/>
                </a:moveTo>
                <a:lnTo>
                  <a:pt x="11479" y="55669"/>
                </a:lnTo>
                <a:cubicBezTo>
                  <a:pt x="11449" y="55728"/>
                  <a:pt x="11420" y="55772"/>
                  <a:pt x="11391" y="55816"/>
                </a:cubicBezTo>
                <a:cubicBezTo>
                  <a:pt x="11332" y="55845"/>
                  <a:pt x="11273" y="55889"/>
                  <a:pt x="11214" y="55948"/>
                </a:cubicBezTo>
                <a:cubicBezTo>
                  <a:pt x="11199" y="55963"/>
                  <a:pt x="11170" y="55978"/>
                  <a:pt x="11140" y="55992"/>
                </a:cubicBezTo>
                <a:cubicBezTo>
                  <a:pt x="11185" y="55948"/>
                  <a:pt x="11199" y="55889"/>
                  <a:pt x="11243" y="55845"/>
                </a:cubicBezTo>
                <a:cubicBezTo>
                  <a:pt x="11317" y="55801"/>
                  <a:pt x="11391" y="55728"/>
                  <a:pt x="11479" y="55669"/>
                </a:cubicBezTo>
                <a:close/>
                <a:moveTo>
                  <a:pt x="12377" y="55595"/>
                </a:moveTo>
                <a:lnTo>
                  <a:pt x="12377" y="55595"/>
                </a:lnTo>
                <a:cubicBezTo>
                  <a:pt x="12347" y="55683"/>
                  <a:pt x="12318" y="55772"/>
                  <a:pt x="12288" y="55875"/>
                </a:cubicBezTo>
                <a:cubicBezTo>
                  <a:pt x="12185" y="55919"/>
                  <a:pt x="12082" y="55963"/>
                  <a:pt x="11979" y="56022"/>
                </a:cubicBezTo>
                <a:cubicBezTo>
                  <a:pt x="12038" y="55904"/>
                  <a:pt x="12068" y="55831"/>
                  <a:pt x="12082" y="55742"/>
                </a:cubicBezTo>
                <a:cubicBezTo>
                  <a:pt x="12185" y="55683"/>
                  <a:pt x="12288" y="55625"/>
                  <a:pt x="12377" y="55595"/>
                </a:cubicBezTo>
                <a:close/>
                <a:moveTo>
                  <a:pt x="11714" y="55683"/>
                </a:moveTo>
                <a:lnTo>
                  <a:pt x="11714" y="55683"/>
                </a:lnTo>
                <a:cubicBezTo>
                  <a:pt x="11685" y="55757"/>
                  <a:pt x="11641" y="55831"/>
                  <a:pt x="11626" y="55904"/>
                </a:cubicBezTo>
                <a:lnTo>
                  <a:pt x="11346" y="56066"/>
                </a:lnTo>
                <a:cubicBezTo>
                  <a:pt x="11391" y="55992"/>
                  <a:pt x="11420" y="55934"/>
                  <a:pt x="11449" y="55860"/>
                </a:cubicBezTo>
                <a:cubicBezTo>
                  <a:pt x="11538" y="55816"/>
                  <a:pt x="11626" y="55757"/>
                  <a:pt x="11714" y="55683"/>
                </a:cubicBezTo>
                <a:close/>
                <a:moveTo>
                  <a:pt x="10861" y="55963"/>
                </a:moveTo>
                <a:cubicBezTo>
                  <a:pt x="10831" y="55992"/>
                  <a:pt x="10817" y="56022"/>
                  <a:pt x="10802" y="56051"/>
                </a:cubicBezTo>
                <a:cubicBezTo>
                  <a:pt x="10758" y="56095"/>
                  <a:pt x="10714" y="56125"/>
                  <a:pt x="10669" y="56140"/>
                </a:cubicBezTo>
                <a:cubicBezTo>
                  <a:pt x="10684" y="56125"/>
                  <a:pt x="10714" y="56110"/>
                  <a:pt x="10728" y="56066"/>
                </a:cubicBezTo>
                <a:cubicBezTo>
                  <a:pt x="10758" y="56037"/>
                  <a:pt x="10817" y="55992"/>
                  <a:pt x="10861" y="55963"/>
                </a:cubicBezTo>
                <a:close/>
                <a:moveTo>
                  <a:pt x="11994" y="55801"/>
                </a:moveTo>
                <a:cubicBezTo>
                  <a:pt x="11950" y="55889"/>
                  <a:pt x="11935" y="55963"/>
                  <a:pt x="11906" y="56051"/>
                </a:cubicBezTo>
                <a:cubicBezTo>
                  <a:pt x="11788" y="56110"/>
                  <a:pt x="11700" y="56169"/>
                  <a:pt x="11582" y="56199"/>
                </a:cubicBezTo>
                <a:cubicBezTo>
                  <a:pt x="11626" y="56125"/>
                  <a:pt x="11670" y="56037"/>
                  <a:pt x="11700" y="55963"/>
                </a:cubicBezTo>
                <a:cubicBezTo>
                  <a:pt x="11788" y="55904"/>
                  <a:pt x="11891" y="55845"/>
                  <a:pt x="11994" y="55801"/>
                </a:cubicBezTo>
                <a:close/>
                <a:moveTo>
                  <a:pt x="11052" y="55978"/>
                </a:moveTo>
                <a:cubicBezTo>
                  <a:pt x="11023" y="56037"/>
                  <a:pt x="10993" y="56066"/>
                  <a:pt x="10964" y="56125"/>
                </a:cubicBezTo>
                <a:cubicBezTo>
                  <a:pt x="10890" y="56184"/>
                  <a:pt x="10817" y="56213"/>
                  <a:pt x="10743" y="56272"/>
                </a:cubicBezTo>
                <a:cubicBezTo>
                  <a:pt x="10787" y="56213"/>
                  <a:pt x="10817" y="56169"/>
                  <a:pt x="10846" y="56125"/>
                </a:cubicBezTo>
                <a:cubicBezTo>
                  <a:pt x="10934" y="56066"/>
                  <a:pt x="10993" y="56037"/>
                  <a:pt x="11052" y="55978"/>
                </a:cubicBezTo>
                <a:close/>
                <a:moveTo>
                  <a:pt x="11309" y="55989"/>
                </a:moveTo>
                <a:cubicBezTo>
                  <a:pt x="11271" y="56044"/>
                  <a:pt x="11255" y="56100"/>
                  <a:pt x="11214" y="56169"/>
                </a:cubicBezTo>
                <a:cubicBezTo>
                  <a:pt x="11126" y="56213"/>
                  <a:pt x="11037" y="56287"/>
                  <a:pt x="10949" y="56346"/>
                </a:cubicBezTo>
                <a:cubicBezTo>
                  <a:pt x="10964" y="56287"/>
                  <a:pt x="11008" y="56243"/>
                  <a:pt x="11037" y="56184"/>
                </a:cubicBezTo>
                <a:cubicBezTo>
                  <a:pt x="11111" y="56125"/>
                  <a:pt x="11199" y="56066"/>
                  <a:pt x="11273" y="56022"/>
                </a:cubicBezTo>
                <a:cubicBezTo>
                  <a:pt x="11283" y="56002"/>
                  <a:pt x="11299" y="55996"/>
                  <a:pt x="11309" y="55989"/>
                </a:cubicBezTo>
                <a:close/>
                <a:moveTo>
                  <a:pt x="10449" y="56316"/>
                </a:moveTo>
                <a:cubicBezTo>
                  <a:pt x="10449" y="56331"/>
                  <a:pt x="10434" y="56331"/>
                  <a:pt x="10434" y="56346"/>
                </a:cubicBezTo>
                <a:cubicBezTo>
                  <a:pt x="10419" y="56360"/>
                  <a:pt x="10390" y="56360"/>
                  <a:pt x="10375" y="56390"/>
                </a:cubicBezTo>
                <a:cubicBezTo>
                  <a:pt x="10375" y="56360"/>
                  <a:pt x="10375" y="56360"/>
                  <a:pt x="10390" y="56346"/>
                </a:cubicBezTo>
                <a:cubicBezTo>
                  <a:pt x="10405" y="56331"/>
                  <a:pt x="10434" y="56331"/>
                  <a:pt x="10449" y="56316"/>
                </a:cubicBezTo>
                <a:close/>
                <a:moveTo>
                  <a:pt x="11567" y="56037"/>
                </a:moveTo>
                <a:cubicBezTo>
                  <a:pt x="11538" y="56110"/>
                  <a:pt x="11494" y="56199"/>
                  <a:pt x="11479" y="56272"/>
                </a:cubicBezTo>
                <a:cubicBezTo>
                  <a:pt x="11376" y="56331"/>
                  <a:pt x="11273" y="56390"/>
                  <a:pt x="11170" y="56434"/>
                </a:cubicBezTo>
                <a:lnTo>
                  <a:pt x="11273" y="56213"/>
                </a:lnTo>
                <a:cubicBezTo>
                  <a:pt x="11376" y="56140"/>
                  <a:pt x="11479" y="56095"/>
                  <a:pt x="11567" y="56037"/>
                </a:cubicBezTo>
                <a:close/>
                <a:moveTo>
                  <a:pt x="10655" y="56272"/>
                </a:moveTo>
                <a:cubicBezTo>
                  <a:pt x="10611" y="56316"/>
                  <a:pt x="10596" y="56360"/>
                  <a:pt x="10566" y="56405"/>
                </a:cubicBezTo>
                <a:cubicBezTo>
                  <a:pt x="10478" y="56434"/>
                  <a:pt x="10434" y="56493"/>
                  <a:pt x="10360" y="56537"/>
                </a:cubicBezTo>
                <a:cubicBezTo>
                  <a:pt x="10390" y="56493"/>
                  <a:pt x="10434" y="56434"/>
                  <a:pt x="10463" y="56405"/>
                </a:cubicBezTo>
                <a:cubicBezTo>
                  <a:pt x="10522" y="56360"/>
                  <a:pt x="10596" y="56316"/>
                  <a:pt x="10655" y="56272"/>
                </a:cubicBezTo>
                <a:close/>
                <a:moveTo>
                  <a:pt x="10875" y="56287"/>
                </a:moveTo>
                <a:cubicBezTo>
                  <a:pt x="10831" y="56346"/>
                  <a:pt x="10817" y="56405"/>
                  <a:pt x="10787" y="56463"/>
                </a:cubicBezTo>
                <a:cubicBezTo>
                  <a:pt x="10684" y="56508"/>
                  <a:pt x="10596" y="56581"/>
                  <a:pt x="10508" y="56640"/>
                </a:cubicBezTo>
                <a:lnTo>
                  <a:pt x="10611" y="56478"/>
                </a:lnTo>
                <a:cubicBezTo>
                  <a:pt x="10714" y="56405"/>
                  <a:pt x="10802" y="56346"/>
                  <a:pt x="10875" y="56287"/>
                </a:cubicBezTo>
                <a:close/>
                <a:moveTo>
                  <a:pt x="11155" y="56287"/>
                </a:moveTo>
                <a:lnTo>
                  <a:pt x="11155" y="56287"/>
                </a:lnTo>
                <a:cubicBezTo>
                  <a:pt x="11111" y="56360"/>
                  <a:pt x="11096" y="56419"/>
                  <a:pt x="11052" y="56493"/>
                </a:cubicBezTo>
                <a:cubicBezTo>
                  <a:pt x="10949" y="56552"/>
                  <a:pt x="10861" y="56625"/>
                  <a:pt x="10743" y="56684"/>
                </a:cubicBezTo>
                <a:cubicBezTo>
                  <a:pt x="10787" y="56625"/>
                  <a:pt x="10802" y="56552"/>
                  <a:pt x="10831" y="56493"/>
                </a:cubicBezTo>
                <a:cubicBezTo>
                  <a:pt x="10949" y="56434"/>
                  <a:pt x="11052" y="56360"/>
                  <a:pt x="11155" y="56287"/>
                </a:cubicBezTo>
                <a:close/>
                <a:moveTo>
                  <a:pt x="10243" y="56552"/>
                </a:moveTo>
                <a:cubicBezTo>
                  <a:pt x="10228" y="56581"/>
                  <a:pt x="10199" y="56625"/>
                  <a:pt x="10169" y="56655"/>
                </a:cubicBezTo>
                <a:cubicBezTo>
                  <a:pt x="10140" y="56699"/>
                  <a:pt x="10081" y="56714"/>
                  <a:pt x="10037" y="56758"/>
                </a:cubicBezTo>
                <a:lnTo>
                  <a:pt x="10022" y="56772"/>
                </a:lnTo>
                <a:cubicBezTo>
                  <a:pt x="10051" y="56728"/>
                  <a:pt x="10081" y="56699"/>
                  <a:pt x="10110" y="56655"/>
                </a:cubicBezTo>
                <a:cubicBezTo>
                  <a:pt x="10154" y="56625"/>
                  <a:pt x="10213" y="56581"/>
                  <a:pt x="10243" y="56552"/>
                </a:cubicBezTo>
                <a:close/>
                <a:moveTo>
                  <a:pt x="10449" y="56581"/>
                </a:moveTo>
                <a:lnTo>
                  <a:pt x="10449" y="56581"/>
                </a:lnTo>
                <a:cubicBezTo>
                  <a:pt x="10434" y="56625"/>
                  <a:pt x="10390" y="56684"/>
                  <a:pt x="10360" y="56728"/>
                </a:cubicBezTo>
                <a:cubicBezTo>
                  <a:pt x="10287" y="56787"/>
                  <a:pt x="10199" y="56846"/>
                  <a:pt x="10096" y="56905"/>
                </a:cubicBezTo>
                <a:cubicBezTo>
                  <a:pt x="10140" y="56846"/>
                  <a:pt x="10169" y="56787"/>
                  <a:pt x="10228" y="56728"/>
                </a:cubicBezTo>
                <a:cubicBezTo>
                  <a:pt x="10302" y="56684"/>
                  <a:pt x="10375" y="56625"/>
                  <a:pt x="10449" y="56581"/>
                </a:cubicBezTo>
                <a:close/>
                <a:moveTo>
                  <a:pt x="10699" y="56581"/>
                </a:moveTo>
                <a:lnTo>
                  <a:pt x="10699" y="56581"/>
                </a:lnTo>
                <a:cubicBezTo>
                  <a:pt x="10669" y="56655"/>
                  <a:pt x="10655" y="56714"/>
                  <a:pt x="10611" y="56772"/>
                </a:cubicBezTo>
                <a:cubicBezTo>
                  <a:pt x="10522" y="56831"/>
                  <a:pt x="10449" y="56875"/>
                  <a:pt x="10360" y="56934"/>
                </a:cubicBezTo>
                <a:cubicBezTo>
                  <a:pt x="10349" y="56946"/>
                  <a:pt x="10327" y="56948"/>
                  <a:pt x="10312" y="56964"/>
                </a:cubicBezTo>
                <a:lnTo>
                  <a:pt x="10312" y="56964"/>
                </a:lnTo>
                <a:cubicBezTo>
                  <a:pt x="10350" y="56908"/>
                  <a:pt x="10378" y="56841"/>
                  <a:pt x="10405" y="56787"/>
                </a:cubicBezTo>
                <a:cubicBezTo>
                  <a:pt x="10508" y="56714"/>
                  <a:pt x="10611" y="56655"/>
                  <a:pt x="10699" y="56581"/>
                </a:cubicBezTo>
                <a:close/>
                <a:moveTo>
                  <a:pt x="9831" y="56876"/>
                </a:moveTo>
                <a:lnTo>
                  <a:pt x="9831" y="56876"/>
                </a:lnTo>
                <a:cubicBezTo>
                  <a:pt x="9801" y="56905"/>
                  <a:pt x="9786" y="56920"/>
                  <a:pt x="9786" y="56934"/>
                </a:cubicBezTo>
                <a:cubicBezTo>
                  <a:pt x="9772" y="56949"/>
                  <a:pt x="9728" y="56978"/>
                  <a:pt x="9713" y="56993"/>
                </a:cubicBezTo>
                <a:cubicBezTo>
                  <a:pt x="9728" y="56978"/>
                  <a:pt x="9728" y="56949"/>
                  <a:pt x="9742" y="56934"/>
                </a:cubicBezTo>
                <a:cubicBezTo>
                  <a:pt x="9772" y="56920"/>
                  <a:pt x="9801" y="56905"/>
                  <a:pt x="9831" y="56876"/>
                </a:cubicBezTo>
                <a:close/>
                <a:moveTo>
                  <a:pt x="10037" y="56861"/>
                </a:moveTo>
                <a:cubicBezTo>
                  <a:pt x="10007" y="56920"/>
                  <a:pt x="9963" y="56949"/>
                  <a:pt x="9948" y="57008"/>
                </a:cubicBezTo>
                <a:cubicBezTo>
                  <a:pt x="9875" y="57052"/>
                  <a:pt x="9801" y="57096"/>
                  <a:pt x="9728" y="57140"/>
                </a:cubicBezTo>
                <a:cubicBezTo>
                  <a:pt x="9772" y="57081"/>
                  <a:pt x="9801" y="57052"/>
                  <a:pt x="9845" y="56993"/>
                </a:cubicBezTo>
                <a:cubicBezTo>
                  <a:pt x="9919" y="56949"/>
                  <a:pt x="9978" y="56905"/>
                  <a:pt x="10037" y="56861"/>
                </a:cubicBezTo>
                <a:close/>
                <a:moveTo>
                  <a:pt x="10272" y="56905"/>
                </a:moveTo>
                <a:cubicBezTo>
                  <a:pt x="10228" y="56949"/>
                  <a:pt x="10199" y="57023"/>
                  <a:pt x="10169" y="57081"/>
                </a:cubicBezTo>
                <a:cubicBezTo>
                  <a:pt x="10081" y="57140"/>
                  <a:pt x="9978" y="57214"/>
                  <a:pt x="9875" y="57273"/>
                </a:cubicBezTo>
                <a:cubicBezTo>
                  <a:pt x="9919" y="57199"/>
                  <a:pt x="9978" y="57140"/>
                  <a:pt x="10007" y="57067"/>
                </a:cubicBezTo>
                <a:cubicBezTo>
                  <a:pt x="10081" y="57008"/>
                  <a:pt x="10169" y="56949"/>
                  <a:pt x="10272" y="56905"/>
                </a:cubicBezTo>
                <a:close/>
                <a:moveTo>
                  <a:pt x="9639" y="57140"/>
                </a:moveTo>
                <a:lnTo>
                  <a:pt x="9639" y="57140"/>
                </a:lnTo>
                <a:cubicBezTo>
                  <a:pt x="9610" y="57170"/>
                  <a:pt x="9580" y="57214"/>
                  <a:pt x="9551" y="57258"/>
                </a:cubicBezTo>
                <a:lnTo>
                  <a:pt x="9374" y="57376"/>
                </a:lnTo>
                <a:cubicBezTo>
                  <a:pt x="9404" y="57317"/>
                  <a:pt x="9433" y="57288"/>
                  <a:pt x="9477" y="57243"/>
                </a:cubicBezTo>
                <a:lnTo>
                  <a:pt x="9639" y="57140"/>
                </a:lnTo>
                <a:close/>
                <a:moveTo>
                  <a:pt x="9831" y="57170"/>
                </a:moveTo>
                <a:cubicBezTo>
                  <a:pt x="9801" y="57229"/>
                  <a:pt x="9772" y="57288"/>
                  <a:pt x="9728" y="57346"/>
                </a:cubicBezTo>
                <a:lnTo>
                  <a:pt x="9463" y="57508"/>
                </a:lnTo>
                <a:cubicBezTo>
                  <a:pt x="9492" y="57449"/>
                  <a:pt x="9551" y="57376"/>
                  <a:pt x="9580" y="57317"/>
                </a:cubicBezTo>
                <a:cubicBezTo>
                  <a:pt x="9654" y="57258"/>
                  <a:pt x="9757" y="57229"/>
                  <a:pt x="9831" y="57170"/>
                </a:cubicBezTo>
                <a:close/>
                <a:moveTo>
                  <a:pt x="9170" y="57449"/>
                </a:moveTo>
                <a:cubicBezTo>
                  <a:pt x="9159" y="57462"/>
                  <a:pt x="9147" y="57478"/>
                  <a:pt x="9139" y="57494"/>
                </a:cubicBezTo>
                <a:cubicBezTo>
                  <a:pt x="9126" y="57500"/>
                  <a:pt x="9111" y="57506"/>
                  <a:pt x="9097" y="57512"/>
                </a:cubicBezTo>
                <a:lnTo>
                  <a:pt x="9097" y="57512"/>
                </a:lnTo>
                <a:cubicBezTo>
                  <a:pt x="9101" y="57507"/>
                  <a:pt x="9106" y="57501"/>
                  <a:pt x="9110" y="57494"/>
                </a:cubicBezTo>
                <a:cubicBezTo>
                  <a:pt x="9128" y="57475"/>
                  <a:pt x="9151" y="57463"/>
                  <a:pt x="9170" y="57449"/>
                </a:cubicBezTo>
                <a:close/>
                <a:moveTo>
                  <a:pt x="9408" y="57434"/>
                </a:moveTo>
                <a:lnTo>
                  <a:pt x="9301" y="57582"/>
                </a:lnTo>
                <a:cubicBezTo>
                  <a:pt x="9227" y="57611"/>
                  <a:pt x="9154" y="57670"/>
                  <a:pt x="9065" y="57714"/>
                </a:cubicBezTo>
                <a:cubicBezTo>
                  <a:pt x="9124" y="57670"/>
                  <a:pt x="9168" y="57611"/>
                  <a:pt x="9198" y="57567"/>
                </a:cubicBezTo>
                <a:cubicBezTo>
                  <a:pt x="9271" y="57523"/>
                  <a:pt x="9330" y="57494"/>
                  <a:pt x="9404" y="57435"/>
                </a:cubicBezTo>
                <a:cubicBezTo>
                  <a:pt x="9404" y="57435"/>
                  <a:pt x="9406" y="57435"/>
                  <a:pt x="9408" y="57434"/>
                </a:cubicBezTo>
                <a:close/>
                <a:moveTo>
                  <a:pt x="8992" y="57685"/>
                </a:moveTo>
                <a:lnTo>
                  <a:pt x="8992" y="57685"/>
                </a:lnTo>
                <a:cubicBezTo>
                  <a:pt x="8962" y="57729"/>
                  <a:pt x="8918" y="57773"/>
                  <a:pt x="8889" y="57832"/>
                </a:cubicBezTo>
                <a:cubicBezTo>
                  <a:pt x="8830" y="57876"/>
                  <a:pt x="8771" y="57891"/>
                  <a:pt x="8742" y="57935"/>
                </a:cubicBezTo>
                <a:cubicBezTo>
                  <a:pt x="8727" y="57935"/>
                  <a:pt x="8727" y="57950"/>
                  <a:pt x="8697" y="57950"/>
                </a:cubicBezTo>
                <a:cubicBezTo>
                  <a:pt x="8756" y="57876"/>
                  <a:pt x="8800" y="57832"/>
                  <a:pt x="8830" y="57803"/>
                </a:cubicBezTo>
                <a:lnTo>
                  <a:pt x="8992" y="57685"/>
                </a:lnTo>
                <a:close/>
                <a:moveTo>
                  <a:pt x="8565" y="57950"/>
                </a:moveTo>
                <a:cubicBezTo>
                  <a:pt x="8550" y="57979"/>
                  <a:pt x="8521" y="58009"/>
                  <a:pt x="8491" y="58038"/>
                </a:cubicBezTo>
                <a:cubicBezTo>
                  <a:pt x="8462" y="58053"/>
                  <a:pt x="8418" y="58082"/>
                  <a:pt x="8374" y="58112"/>
                </a:cubicBezTo>
                <a:cubicBezTo>
                  <a:pt x="8403" y="58082"/>
                  <a:pt x="8447" y="58053"/>
                  <a:pt x="8462" y="58023"/>
                </a:cubicBezTo>
                <a:cubicBezTo>
                  <a:pt x="8506" y="58009"/>
                  <a:pt x="8536" y="57964"/>
                  <a:pt x="8565" y="57950"/>
                </a:cubicBezTo>
                <a:close/>
                <a:moveTo>
                  <a:pt x="15791" y="54903"/>
                </a:moveTo>
                <a:cubicBezTo>
                  <a:pt x="15879" y="56493"/>
                  <a:pt x="16335" y="58038"/>
                  <a:pt x="16777" y="59554"/>
                </a:cubicBezTo>
                <a:cubicBezTo>
                  <a:pt x="17277" y="61246"/>
                  <a:pt x="17792" y="62968"/>
                  <a:pt x="17778" y="64734"/>
                </a:cubicBezTo>
                <a:cubicBezTo>
                  <a:pt x="17778" y="67736"/>
                  <a:pt x="16188" y="70635"/>
                  <a:pt x="13701" y="72313"/>
                </a:cubicBezTo>
                <a:cubicBezTo>
                  <a:pt x="15864" y="70562"/>
                  <a:pt x="17159" y="67766"/>
                  <a:pt x="17145" y="64808"/>
                </a:cubicBezTo>
                <a:cubicBezTo>
                  <a:pt x="17145" y="63100"/>
                  <a:pt x="16688" y="61408"/>
                  <a:pt x="16262" y="59789"/>
                </a:cubicBezTo>
                <a:cubicBezTo>
                  <a:pt x="15835" y="58215"/>
                  <a:pt x="15423" y="56596"/>
                  <a:pt x="15393" y="54977"/>
                </a:cubicBezTo>
                <a:cubicBezTo>
                  <a:pt x="15526" y="54962"/>
                  <a:pt x="15658" y="54933"/>
                  <a:pt x="15791" y="54903"/>
                </a:cubicBezTo>
                <a:close/>
                <a:moveTo>
                  <a:pt x="15320" y="55006"/>
                </a:moveTo>
                <a:cubicBezTo>
                  <a:pt x="15335" y="56640"/>
                  <a:pt x="15776" y="58244"/>
                  <a:pt x="16188" y="59819"/>
                </a:cubicBezTo>
                <a:cubicBezTo>
                  <a:pt x="16630" y="61438"/>
                  <a:pt x="17071" y="63130"/>
                  <a:pt x="17071" y="64822"/>
                </a:cubicBezTo>
                <a:cubicBezTo>
                  <a:pt x="17086" y="67927"/>
                  <a:pt x="15629" y="70856"/>
                  <a:pt x="13260" y="72548"/>
                </a:cubicBezTo>
                <a:cubicBezTo>
                  <a:pt x="15320" y="70782"/>
                  <a:pt x="16497" y="67972"/>
                  <a:pt x="16468" y="64881"/>
                </a:cubicBezTo>
                <a:cubicBezTo>
                  <a:pt x="16453" y="63248"/>
                  <a:pt x="16056" y="61629"/>
                  <a:pt x="15688" y="60069"/>
                </a:cubicBezTo>
                <a:cubicBezTo>
                  <a:pt x="15305" y="58421"/>
                  <a:pt x="14893" y="56758"/>
                  <a:pt x="14952" y="55080"/>
                </a:cubicBezTo>
                <a:cubicBezTo>
                  <a:pt x="15084" y="55036"/>
                  <a:pt x="15217" y="55021"/>
                  <a:pt x="15320" y="55006"/>
                </a:cubicBezTo>
                <a:close/>
                <a:moveTo>
                  <a:pt x="14864" y="55095"/>
                </a:moveTo>
                <a:lnTo>
                  <a:pt x="14864" y="55095"/>
                </a:lnTo>
                <a:cubicBezTo>
                  <a:pt x="14834" y="56772"/>
                  <a:pt x="15217" y="58450"/>
                  <a:pt x="15614" y="60084"/>
                </a:cubicBezTo>
                <a:cubicBezTo>
                  <a:pt x="15982" y="61644"/>
                  <a:pt x="16365" y="63248"/>
                  <a:pt x="16394" y="64881"/>
                </a:cubicBezTo>
                <a:cubicBezTo>
                  <a:pt x="16424" y="68119"/>
                  <a:pt x="15099" y="71062"/>
                  <a:pt x="12862" y="72799"/>
                </a:cubicBezTo>
                <a:cubicBezTo>
                  <a:pt x="14790" y="71003"/>
                  <a:pt x="15820" y="68251"/>
                  <a:pt x="15761" y="64955"/>
                </a:cubicBezTo>
                <a:cubicBezTo>
                  <a:pt x="15747" y="63395"/>
                  <a:pt x="15408" y="61864"/>
                  <a:pt x="15099" y="60378"/>
                </a:cubicBezTo>
                <a:cubicBezTo>
                  <a:pt x="14731" y="58597"/>
                  <a:pt x="14363" y="56905"/>
                  <a:pt x="14496" y="55183"/>
                </a:cubicBezTo>
                <a:cubicBezTo>
                  <a:pt x="14628" y="55154"/>
                  <a:pt x="14731" y="55139"/>
                  <a:pt x="14864" y="55095"/>
                </a:cubicBezTo>
                <a:close/>
                <a:moveTo>
                  <a:pt x="14407" y="55213"/>
                </a:moveTo>
                <a:lnTo>
                  <a:pt x="14407" y="55213"/>
                </a:lnTo>
                <a:cubicBezTo>
                  <a:pt x="14290" y="56934"/>
                  <a:pt x="14643" y="58627"/>
                  <a:pt x="15011" y="60393"/>
                </a:cubicBezTo>
                <a:cubicBezTo>
                  <a:pt x="15320" y="61864"/>
                  <a:pt x="15644" y="63395"/>
                  <a:pt x="15673" y="64955"/>
                </a:cubicBezTo>
                <a:cubicBezTo>
                  <a:pt x="15747" y="68398"/>
                  <a:pt x="14613" y="71253"/>
                  <a:pt x="12480" y="73019"/>
                </a:cubicBezTo>
                <a:cubicBezTo>
                  <a:pt x="14246" y="71224"/>
                  <a:pt x="15143" y="68472"/>
                  <a:pt x="15070" y="65028"/>
                </a:cubicBezTo>
                <a:cubicBezTo>
                  <a:pt x="15026" y="63557"/>
                  <a:pt x="14775" y="62129"/>
                  <a:pt x="14510" y="60731"/>
                </a:cubicBezTo>
                <a:cubicBezTo>
                  <a:pt x="14157" y="58862"/>
                  <a:pt x="13848" y="57096"/>
                  <a:pt x="14054" y="55301"/>
                </a:cubicBezTo>
                <a:cubicBezTo>
                  <a:pt x="14157" y="55257"/>
                  <a:pt x="14290" y="55227"/>
                  <a:pt x="14407" y="55213"/>
                </a:cubicBezTo>
                <a:close/>
                <a:moveTo>
                  <a:pt x="13995" y="55316"/>
                </a:moveTo>
                <a:lnTo>
                  <a:pt x="13995" y="55316"/>
                </a:lnTo>
                <a:cubicBezTo>
                  <a:pt x="13804" y="57096"/>
                  <a:pt x="14128" y="58862"/>
                  <a:pt x="14466" y="60716"/>
                </a:cubicBezTo>
                <a:cubicBezTo>
                  <a:pt x="14716" y="62100"/>
                  <a:pt x="14981" y="63557"/>
                  <a:pt x="15011" y="65014"/>
                </a:cubicBezTo>
                <a:cubicBezTo>
                  <a:pt x="15084" y="68546"/>
                  <a:pt x="14128" y="71342"/>
                  <a:pt x="12274" y="73108"/>
                </a:cubicBezTo>
                <a:cubicBezTo>
                  <a:pt x="12229" y="73122"/>
                  <a:pt x="12215" y="73137"/>
                  <a:pt x="12200" y="73137"/>
                </a:cubicBezTo>
                <a:cubicBezTo>
                  <a:pt x="13775" y="71342"/>
                  <a:pt x="14481" y="68766"/>
                  <a:pt x="14393" y="65087"/>
                </a:cubicBezTo>
                <a:cubicBezTo>
                  <a:pt x="14349" y="63719"/>
                  <a:pt x="14143" y="62394"/>
                  <a:pt x="13951" y="61114"/>
                </a:cubicBezTo>
                <a:cubicBezTo>
                  <a:pt x="13627" y="59156"/>
                  <a:pt x="13363" y="57302"/>
                  <a:pt x="13657" y="55433"/>
                </a:cubicBezTo>
                <a:cubicBezTo>
                  <a:pt x="13760" y="55389"/>
                  <a:pt x="13892" y="55360"/>
                  <a:pt x="13995" y="55316"/>
                </a:cubicBezTo>
                <a:close/>
                <a:moveTo>
                  <a:pt x="13524" y="55477"/>
                </a:moveTo>
                <a:lnTo>
                  <a:pt x="13524" y="55477"/>
                </a:lnTo>
                <a:cubicBezTo>
                  <a:pt x="13245" y="57346"/>
                  <a:pt x="13524" y="59201"/>
                  <a:pt x="13833" y="61143"/>
                </a:cubicBezTo>
                <a:cubicBezTo>
                  <a:pt x="14040" y="62438"/>
                  <a:pt x="14246" y="63763"/>
                  <a:pt x="14275" y="65117"/>
                </a:cubicBezTo>
                <a:cubicBezTo>
                  <a:pt x="14407" y="68840"/>
                  <a:pt x="13672" y="71430"/>
                  <a:pt x="12009" y="73211"/>
                </a:cubicBezTo>
                <a:cubicBezTo>
                  <a:pt x="11979" y="73240"/>
                  <a:pt x="11965" y="73240"/>
                  <a:pt x="11920" y="73255"/>
                </a:cubicBezTo>
                <a:cubicBezTo>
                  <a:pt x="13613" y="71047"/>
                  <a:pt x="13760" y="68060"/>
                  <a:pt x="13672" y="65161"/>
                </a:cubicBezTo>
                <a:cubicBezTo>
                  <a:pt x="13627" y="63925"/>
                  <a:pt x="13466" y="62733"/>
                  <a:pt x="13318" y="61570"/>
                </a:cubicBezTo>
                <a:cubicBezTo>
                  <a:pt x="13039" y="59495"/>
                  <a:pt x="12803" y="57538"/>
                  <a:pt x="13186" y="55595"/>
                </a:cubicBezTo>
                <a:lnTo>
                  <a:pt x="13524" y="55477"/>
                </a:lnTo>
                <a:close/>
                <a:moveTo>
                  <a:pt x="13112" y="55610"/>
                </a:moveTo>
                <a:cubicBezTo>
                  <a:pt x="12730" y="57567"/>
                  <a:pt x="12980" y="59510"/>
                  <a:pt x="13260" y="61570"/>
                </a:cubicBezTo>
                <a:cubicBezTo>
                  <a:pt x="13407" y="62733"/>
                  <a:pt x="13569" y="63939"/>
                  <a:pt x="13613" y="65161"/>
                </a:cubicBezTo>
                <a:cubicBezTo>
                  <a:pt x="13701" y="68104"/>
                  <a:pt x="13539" y="71121"/>
                  <a:pt x="11788" y="73314"/>
                </a:cubicBezTo>
                <a:cubicBezTo>
                  <a:pt x="11744" y="73343"/>
                  <a:pt x="11700" y="73343"/>
                  <a:pt x="11670" y="73358"/>
                </a:cubicBezTo>
                <a:cubicBezTo>
                  <a:pt x="13083" y="71209"/>
                  <a:pt x="13112" y="68501"/>
                  <a:pt x="12995" y="65234"/>
                </a:cubicBezTo>
                <a:cubicBezTo>
                  <a:pt x="12951" y="64160"/>
                  <a:pt x="12847" y="63115"/>
                  <a:pt x="12730" y="62100"/>
                </a:cubicBezTo>
                <a:cubicBezTo>
                  <a:pt x="12509" y="59878"/>
                  <a:pt x="12288" y="57803"/>
                  <a:pt x="12789" y="55742"/>
                </a:cubicBezTo>
                <a:cubicBezTo>
                  <a:pt x="12892" y="55698"/>
                  <a:pt x="13009" y="55654"/>
                  <a:pt x="13112" y="55610"/>
                </a:cubicBezTo>
                <a:close/>
                <a:moveTo>
                  <a:pt x="11881" y="73374"/>
                </a:moveTo>
                <a:cubicBezTo>
                  <a:pt x="11888" y="73374"/>
                  <a:pt x="11881" y="73387"/>
                  <a:pt x="11861" y="73387"/>
                </a:cubicBezTo>
                <a:cubicBezTo>
                  <a:pt x="11871" y="73377"/>
                  <a:pt x="11878" y="73374"/>
                  <a:pt x="11881" y="73374"/>
                </a:cubicBezTo>
                <a:close/>
                <a:moveTo>
                  <a:pt x="11861" y="73387"/>
                </a:moveTo>
                <a:lnTo>
                  <a:pt x="11861" y="73387"/>
                </a:lnTo>
                <a:cubicBezTo>
                  <a:pt x="11847" y="73402"/>
                  <a:pt x="11832" y="73402"/>
                  <a:pt x="11817" y="73417"/>
                </a:cubicBezTo>
                <a:lnTo>
                  <a:pt x="11832" y="73402"/>
                </a:lnTo>
                <a:cubicBezTo>
                  <a:pt x="11847" y="73387"/>
                  <a:pt x="11861" y="73387"/>
                  <a:pt x="11861" y="73387"/>
                </a:cubicBezTo>
                <a:close/>
                <a:moveTo>
                  <a:pt x="12686" y="55801"/>
                </a:moveTo>
                <a:lnTo>
                  <a:pt x="12686" y="55801"/>
                </a:lnTo>
                <a:cubicBezTo>
                  <a:pt x="12215" y="57861"/>
                  <a:pt x="12421" y="59936"/>
                  <a:pt x="12656" y="62144"/>
                </a:cubicBezTo>
                <a:cubicBezTo>
                  <a:pt x="12759" y="63159"/>
                  <a:pt x="12877" y="64204"/>
                  <a:pt x="12906" y="65249"/>
                </a:cubicBezTo>
                <a:cubicBezTo>
                  <a:pt x="13039" y="68560"/>
                  <a:pt x="13009" y="71283"/>
                  <a:pt x="11538" y="73431"/>
                </a:cubicBezTo>
                <a:cubicBezTo>
                  <a:pt x="11494" y="73461"/>
                  <a:pt x="11435" y="73476"/>
                  <a:pt x="11405" y="73490"/>
                </a:cubicBezTo>
                <a:cubicBezTo>
                  <a:pt x="12568" y="71401"/>
                  <a:pt x="12450" y="68869"/>
                  <a:pt x="12318" y="66000"/>
                </a:cubicBezTo>
                <a:cubicBezTo>
                  <a:pt x="12303" y="65764"/>
                  <a:pt x="12303" y="65543"/>
                  <a:pt x="12288" y="65308"/>
                </a:cubicBezTo>
                <a:cubicBezTo>
                  <a:pt x="12244" y="64454"/>
                  <a:pt x="12185" y="63616"/>
                  <a:pt x="12126" y="62791"/>
                </a:cubicBezTo>
                <a:cubicBezTo>
                  <a:pt x="11935" y="60407"/>
                  <a:pt x="11758" y="58171"/>
                  <a:pt x="12347" y="55992"/>
                </a:cubicBezTo>
                <a:cubicBezTo>
                  <a:pt x="12347" y="55978"/>
                  <a:pt x="12362" y="55948"/>
                  <a:pt x="12362" y="55919"/>
                </a:cubicBezTo>
                <a:cubicBezTo>
                  <a:pt x="12465" y="55875"/>
                  <a:pt x="12583" y="55831"/>
                  <a:pt x="12686" y="55801"/>
                </a:cubicBezTo>
                <a:close/>
                <a:moveTo>
                  <a:pt x="11660" y="73469"/>
                </a:moveTo>
                <a:cubicBezTo>
                  <a:pt x="11649" y="73474"/>
                  <a:pt x="11641" y="73482"/>
                  <a:pt x="11641" y="73490"/>
                </a:cubicBezTo>
                <a:cubicBezTo>
                  <a:pt x="11611" y="73505"/>
                  <a:pt x="11597" y="73505"/>
                  <a:pt x="11552" y="73534"/>
                </a:cubicBezTo>
                <a:cubicBezTo>
                  <a:pt x="11567" y="73505"/>
                  <a:pt x="11567" y="73490"/>
                  <a:pt x="11597" y="73490"/>
                </a:cubicBezTo>
                <a:cubicBezTo>
                  <a:pt x="11620" y="73479"/>
                  <a:pt x="11634" y="73476"/>
                  <a:pt x="11660" y="73469"/>
                </a:cubicBezTo>
                <a:close/>
                <a:moveTo>
                  <a:pt x="12288" y="55963"/>
                </a:moveTo>
                <a:lnTo>
                  <a:pt x="12288" y="55978"/>
                </a:lnTo>
                <a:cubicBezTo>
                  <a:pt x="11685" y="58171"/>
                  <a:pt x="11861" y="60407"/>
                  <a:pt x="12053" y="62806"/>
                </a:cubicBezTo>
                <a:cubicBezTo>
                  <a:pt x="12126" y="63616"/>
                  <a:pt x="12185" y="64454"/>
                  <a:pt x="12215" y="65323"/>
                </a:cubicBezTo>
                <a:cubicBezTo>
                  <a:pt x="12229" y="65558"/>
                  <a:pt x="12229" y="65779"/>
                  <a:pt x="12259" y="66029"/>
                </a:cubicBezTo>
                <a:cubicBezTo>
                  <a:pt x="12377" y="68928"/>
                  <a:pt x="12494" y="71445"/>
                  <a:pt x="11302" y="73534"/>
                </a:cubicBezTo>
                <a:cubicBezTo>
                  <a:pt x="11243" y="73549"/>
                  <a:pt x="11199" y="73564"/>
                  <a:pt x="11155" y="73579"/>
                </a:cubicBezTo>
                <a:cubicBezTo>
                  <a:pt x="12009" y="71665"/>
                  <a:pt x="11861" y="69517"/>
                  <a:pt x="11700" y="67074"/>
                </a:cubicBezTo>
                <a:cubicBezTo>
                  <a:pt x="11670" y="66515"/>
                  <a:pt x="11626" y="65970"/>
                  <a:pt x="11597" y="65382"/>
                </a:cubicBezTo>
                <a:cubicBezTo>
                  <a:pt x="11552" y="64808"/>
                  <a:pt x="11523" y="64219"/>
                  <a:pt x="11494" y="63674"/>
                </a:cubicBezTo>
                <a:cubicBezTo>
                  <a:pt x="11332" y="61055"/>
                  <a:pt x="11170" y="58597"/>
                  <a:pt x="11920" y="56257"/>
                </a:cubicBezTo>
                <a:cubicBezTo>
                  <a:pt x="11935" y="56199"/>
                  <a:pt x="11965" y="56169"/>
                  <a:pt x="11979" y="56110"/>
                </a:cubicBezTo>
                <a:cubicBezTo>
                  <a:pt x="12082" y="56051"/>
                  <a:pt x="12185" y="56022"/>
                  <a:pt x="12288" y="55963"/>
                </a:cubicBezTo>
                <a:close/>
                <a:moveTo>
                  <a:pt x="11449" y="73549"/>
                </a:moveTo>
                <a:cubicBezTo>
                  <a:pt x="11420" y="73564"/>
                  <a:pt x="11420" y="73579"/>
                  <a:pt x="11405" y="73608"/>
                </a:cubicBezTo>
                <a:cubicBezTo>
                  <a:pt x="11376" y="73608"/>
                  <a:pt x="11332" y="73623"/>
                  <a:pt x="11302" y="73637"/>
                </a:cubicBezTo>
                <a:cubicBezTo>
                  <a:pt x="11317" y="73623"/>
                  <a:pt x="11317" y="73608"/>
                  <a:pt x="11332" y="73579"/>
                </a:cubicBezTo>
                <a:cubicBezTo>
                  <a:pt x="11376" y="73564"/>
                  <a:pt x="11405" y="73549"/>
                  <a:pt x="11449" y="73549"/>
                </a:cubicBezTo>
                <a:close/>
                <a:moveTo>
                  <a:pt x="11861" y="56169"/>
                </a:moveTo>
                <a:cubicBezTo>
                  <a:pt x="11861" y="56184"/>
                  <a:pt x="11847" y="56213"/>
                  <a:pt x="11847" y="56243"/>
                </a:cubicBezTo>
                <a:cubicBezTo>
                  <a:pt x="11111" y="58568"/>
                  <a:pt x="11258" y="61055"/>
                  <a:pt x="11420" y="63689"/>
                </a:cubicBezTo>
                <a:cubicBezTo>
                  <a:pt x="11464" y="64234"/>
                  <a:pt x="11494" y="64822"/>
                  <a:pt x="11523" y="65396"/>
                </a:cubicBezTo>
                <a:cubicBezTo>
                  <a:pt x="11552" y="65970"/>
                  <a:pt x="11597" y="66544"/>
                  <a:pt x="11626" y="67089"/>
                </a:cubicBezTo>
                <a:cubicBezTo>
                  <a:pt x="11788" y="69576"/>
                  <a:pt x="11935" y="71724"/>
                  <a:pt x="11023" y="73623"/>
                </a:cubicBezTo>
                <a:cubicBezTo>
                  <a:pt x="10964" y="73623"/>
                  <a:pt x="10905" y="73637"/>
                  <a:pt x="10846" y="73652"/>
                </a:cubicBezTo>
                <a:cubicBezTo>
                  <a:pt x="11508" y="71916"/>
                  <a:pt x="11332" y="70017"/>
                  <a:pt x="11111" y="67839"/>
                </a:cubicBezTo>
                <a:cubicBezTo>
                  <a:pt x="11037" y="67074"/>
                  <a:pt x="10949" y="66265"/>
                  <a:pt x="10905" y="65440"/>
                </a:cubicBezTo>
                <a:lnTo>
                  <a:pt x="10875" y="64881"/>
                </a:lnTo>
                <a:cubicBezTo>
                  <a:pt x="10714" y="61908"/>
                  <a:pt x="10537" y="59083"/>
                  <a:pt x="11479" y="56508"/>
                </a:cubicBezTo>
                <a:cubicBezTo>
                  <a:pt x="11494" y="56463"/>
                  <a:pt x="11538" y="56390"/>
                  <a:pt x="11552" y="56331"/>
                </a:cubicBezTo>
                <a:cubicBezTo>
                  <a:pt x="11670" y="56272"/>
                  <a:pt x="11758" y="56213"/>
                  <a:pt x="11861" y="56169"/>
                </a:cubicBezTo>
                <a:close/>
                <a:moveTo>
                  <a:pt x="11491" y="73646"/>
                </a:moveTo>
                <a:cubicBezTo>
                  <a:pt x="11493" y="73646"/>
                  <a:pt x="11494" y="73648"/>
                  <a:pt x="11494" y="73652"/>
                </a:cubicBezTo>
                <a:cubicBezTo>
                  <a:pt x="11479" y="73682"/>
                  <a:pt x="11464" y="73682"/>
                  <a:pt x="11449" y="73696"/>
                </a:cubicBezTo>
                <a:lnTo>
                  <a:pt x="11464" y="73682"/>
                </a:lnTo>
                <a:cubicBezTo>
                  <a:pt x="11475" y="73660"/>
                  <a:pt x="11486" y="73646"/>
                  <a:pt x="11491" y="73646"/>
                </a:cubicBezTo>
                <a:close/>
                <a:moveTo>
                  <a:pt x="11199" y="73623"/>
                </a:moveTo>
                <a:lnTo>
                  <a:pt x="11199" y="73623"/>
                </a:lnTo>
                <a:cubicBezTo>
                  <a:pt x="11185" y="73637"/>
                  <a:pt x="11170" y="73682"/>
                  <a:pt x="11170" y="73696"/>
                </a:cubicBezTo>
                <a:cubicBezTo>
                  <a:pt x="11126" y="73711"/>
                  <a:pt x="11082" y="73726"/>
                  <a:pt x="11037" y="73755"/>
                </a:cubicBezTo>
                <a:cubicBezTo>
                  <a:pt x="11052" y="73726"/>
                  <a:pt x="11052" y="73696"/>
                  <a:pt x="11082" y="73682"/>
                </a:cubicBezTo>
                <a:cubicBezTo>
                  <a:pt x="11111" y="73652"/>
                  <a:pt x="11170" y="73637"/>
                  <a:pt x="11199" y="73623"/>
                </a:cubicBezTo>
                <a:close/>
                <a:moveTo>
                  <a:pt x="11449" y="56375"/>
                </a:moveTo>
                <a:lnTo>
                  <a:pt x="11449" y="56375"/>
                </a:lnTo>
                <a:cubicBezTo>
                  <a:pt x="11420" y="56419"/>
                  <a:pt x="11420" y="56449"/>
                  <a:pt x="11405" y="56493"/>
                </a:cubicBezTo>
                <a:cubicBezTo>
                  <a:pt x="10463" y="59083"/>
                  <a:pt x="10625" y="61923"/>
                  <a:pt x="10802" y="64896"/>
                </a:cubicBezTo>
                <a:lnTo>
                  <a:pt x="10831" y="65455"/>
                </a:lnTo>
                <a:cubicBezTo>
                  <a:pt x="10875" y="66294"/>
                  <a:pt x="10964" y="67089"/>
                  <a:pt x="11037" y="67869"/>
                </a:cubicBezTo>
                <a:cubicBezTo>
                  <a:pt x="11258" y="70032"/>
                  <a:pt x="11464" y="71945"/>
                  <a:pt x="10758" y="73696"/>
                </a:cubicBezTo>
                <a:cubicBezTo>
                  <a:pt x="10684" y="73711"/>
                  <a:pt x="10640" y="73726"/>
                  <a:pt x="10581" y="73770"/>
                </a:cubicBezTo>
                <a:cubicBezTo>
                  <a:pt x="11082" y="72136"/>
                  <a:pt x="10817" y="70415"/>
                  <a:pt x="10537" y="68487"/>
                </a:cubicBezTo>
                <a:cubicBezTo>
                  <a:pt x="10405" y="67545"/>
                  <a:pt x="10257" y="66574"/>
                  <a:pt x="10213" y="65529"/>
                </a:cubicBezTo>
                <a:cubicBezTo>
                  <a:pt x="10022" y="62453"/>
                  <a:pt x="9948" y="59480"/>
                  <a:pt x="11037" y="56772"/>
                </a:cubicBezTo>
                <a:cubicBezTo>
                  <a:pt x="11082" y="56699"/>
                  <a:pt x="11096" y="56625"/>
                  <a:pt x="11126" y="56566"/>
                </a:cubicBezTo>
                <a:cubicBezTo>
                  <a:pt x="11243" y="56508"/>
                  <a:pt x="11332" y="56434"/>
                  <a:pt x="11449" y="56375"/>
                </a:cubicBezTo>
                <a:close/>
                <a:moveTo>
                  <a:pt x="11296" y="73750"/>
                </a:moveTo>
                <a:cubicBezTo>
                  <a:pt x="11291" y="73757"/>
                  <a:pt x="11284" y="73764"/>
                  <a:pt x="11273" y="73770"/>
                </a:cubicBezTo>
                <a:cubicBezTo>
                  <a:pt x="11258" y="73785"/>
                  <a:pt x="11229" y="73799"/>
                  <a:pt x="11199" y="73799"/>
                </a:cubicBezTo>
                <a:cubicBezTo>
                  <a:pt x="11214" y="73785"/>
                  <a:pt x="11214" y="73770"/>
                  <a:pt x="11243" y="73770"/>
                </a:cubicBezTo>
                <a:cubicBezTo>
                  <a:pt x="11261" y="73761"/>
                  <a:pt x="11279" y="73757"/>
                  <a:pt x="11296" y="73750"/>
                </a:cubicBezTo>
                <a:close/>
                <a:moveTo>
                  <a:pt x="11008" y="56625"/>
                </a:moveTo>
                <a:lnTo>
                  <a:pt x="10949" y="56728"/>
                </a:lnTo>
                <a:cubicBezTo>
                  <a:pt x="9860" y="59436"/>
                  <a:pt x="9934" y="62438"/>
                  <a:pt x="10125" y="65514"/>
                </a:cubicBezTo>
                <a:cubicBezTo>
                  <a:pt x="10169" y="66559"/>
                  <a:pt x="10316" y="67530"/>
                  <a:pt x="10449" y="68472"/>
                </a:cubicBezTo>
                <a:cubicBezTo>
                  <a:pt x="10728" y="70415"/>
                  <a:pt x="10978" y="72136"/>
                  <a:pt x="10463" y="73770"/>
                </a:cubicBezTo>
                <a:cubicBezTo>
                  <a:pt x="10419" y="73785"/>
                  <a:pt x="10346" y="73799"/>
                  <a:pt x="10287" y="73829"/>
                </a:cubicBezTo>
                <a:cubicBezTo>
                  <a:pt x="10640" y="72254"/>
                  <a:pt x="10316" y="70635"/>
                  <a:pt x="9992" y="68928"/>
                </a:cubicBezTo>
                <a:cubicBezTo>
                  <a:pt x="9786" y="67869"/>
                  <a:pt x="9566" y="66735"/>
                  <a:pt x="9492" y="65543"/>
                </a:cubicBezTo>
                <a:cubicBezTo>
                  <a:pt x="9242" y="61776"/>
                  <a:pt x="9566" y="59215"/>
                  <a:pt x="10581" y="56993"/>
                </a:cubicBezTo>
                <a:cubicBezTo>
                  <a:pt x="10611" y="56920"/>
                  <a:pt x="10640" y="56861"/>
                  <a:pt x="10669" y="56787"/>
                </a:cubicBezTo>
                <a:cubicBezTo>
                  <a:pt x="10802" y="56758"/>
                  <a:pt x="10890" y="56699"/>
                  <a:pt x="11008" y="56625"/>
                </a:cubicBezTo>
                <a:close/>
                <a:moveTo>
                  <a:pt x="10964" y="73711"/>
                </a:moveTo>
                <a:cubicBezTo>
                  <a:pt x="10949" y="73755"/>
                  <a:pt x="10934" y="73770"/>
                  <a:pt x="10934" y="73799"/>
                </a:cubicBezTo>
                <a:cubicBezTo>
                  <a:pt x="10875" y="73829"/>
                  <a:pt x="10831" y="73843"/>
                  <a:pt x="10787" y="73858"/>
                </a:cubicBezTo>
                <a:cubicBezTo>
                  <a:pt x="10787" y="73829"/>
                  <a:pt x="10802" y="73785"/>
                  <a:pt x="10817" y="73770"/>
                </a:cubicBezTo>
                <a:cubicBezTo>
                  <a:pt x="10875" y="73755"/>
                  <a:pt x="10934" y="73726"/>
                  <a:pt x="10964" y="73711"/>
                </a:cubicBezTo>
                <a:close/>
                <a:moveTo>
                  <a:pt x="10558" y="56925"/>
                </a:moveTo>
                <a:lnTo>
                  <a:pt x="10558" y="56925"/>
                </a:lnTo>
                <a:cubicBezTo>
                  <a:pt x="10537" y="56943"/>
                  <a:pt x="10536" y="56980"/>
                  <a:pt x="10522" y="56993"/>
                </a:cubicBezTo>
                <a:cubicBezTo>
                  <a:pt x="9507" y="59230"/>
                  <a:pt x="9183" y="61805"/>
                  <a:pt x="9433" y="65588"/>
                </a:cubicBezTo>
                <a:cubicBezTo>
                  <a:pt x="9507" y="66780"/>
                  <a:pt x="9728" y="67898"/>
                  <a:pt x="9934" y="68972"/>
                </a:cubicBezTo>
                <a:cubicBezTo>
                  <a:pt x="10272" y="70679"/>
                  <a:pt x="10581" y="72298"/>
                  <a:pt x="10213" y="73858"/>
                </a:cubicBezTo>
                <a:cubicBezTo>
                  <a:pt x="10140" y="73873"/>
                  <a:pt x="10081" y="73902"/>
                  <a:pt x="10007" y="73917"/>
                </a:cubicBezTo>
                <a:cubicBezTo>
                  <a:pt x="10228" y="72445"/>
                  <a:pt x="9860" y="70959"/>
                  <a:pt x="9492" y="69370"/>
                </a:cubicBezTo>
                <a:cubicBezTo>
                  <a:pt x="9213" y="68192"/>
                  <a:pt x="8918" y="66986"/>
                  <a:pt x="8830" y="65661"/>
                </a:cubicBezTo>
                <a:cubicBezTo>
                  <a:pt x="8594" y="62291"/>
                  <a:pt x="9021" y="59554"/>
                  <a:pt x="10169" y="57288"/>
                </a:cubicBezTo>
                <a:cubicBezTo>
                  <a:pt x="10199" y="57229"/>
                  <a:pt x="10228" y="57170"/>
                  <a:pt x="10243" y="57140"/>
                </a:cubicBezTo>
                <a:cubicBezTo>
                  <a:pt x="10302" y="57096"/>
                  <a:pt x="10375" y="57052"/>
                  <a:pt x="10434" y="57008"/>
                </a:cubicBezTo>
                <a:cubicBezTo>
                  <a:pt x="10462" y="56980"/>
                  <a:pt x="10515" y="56953"/>
                  <a:pt x="10558" y="56925"/>
                </a:cubicBezTo>
                <a:close/>
                <a:moveTo>
                  <a:pt x="11096" y="73799"/>
                </a:moveTo>
                <a:cubicBezTo>
                  <a:pt x="11082" y="73829"/>
                  <a:pt x="11052" y="73843"/>
                  <a:pt x="11052" y="73858"/>
                </a:cubicBezTo>
                <a:cubicBezTo>
                  <a:pt x="11023" y="73902"/>
                  <a:pt x="10978" y="73917"/>
                  <a:pt x="10949" y="73932"/>
                </a:cubicBezTo>
                <a:cubicBezTo>
                  <a:pt x="10964" y="73917"/>
                  <a:pt x="10964" y="73902"/>
                  <a:pt x="10978" y="73858"/>
                </a:cubicBezTo>
                <a:lnTo>
                  <a:pt x="11096" y="73799"/>
                </a:lnTo>
                <a:close/>
                <a:moveTo>
                  <a:pt x="10714" y="73799"/>
                </a:moveTo>
                <a:lnTo>
                  <a:pt x="10714" y="73799"/>
                </a:lnTo>
                <a:cubicBezTo>
                  <a:pt x="10684" y="73843"/>
                  <a:pt x="10669" y="73873"/>
                  <a:pt x="10669" y="73902"/>
                </a:cubicBezTo>
                <a:cubicBezTo>
                  <a:pt x="10611" y="73917"/>
                  <a:pt x="10566" y="73932"/>
                  <a:pt x="10508" y="73976"/>
                </a:cubicBezTo>
                <a:cubicBezTo>
                  <a:pt x="10522" y="73932"/>
                  <a:pt x="10522" y="73902"/>
                  <a:pt x="10537" y="73858"/>
                </a:cubicBezTo>
                <a:lnTo>
                  <a:pt x="10714" y="73799"/>
                </a:lnTo>
                <a:close/>
                <a:moveTo>
                  <a:pt x="11136" y="73926"/>
                </a:moveTo>
                <a:cubicBezTo>
                  <a:pt x="11140" y="73926"/>
                  <a:pt x="11146" y="73927"/>
                  <a:pt x="11155" y="73932"/>
                </a:cubicBezTo>
                <a:cubicBezTo>
                  <a:pt x="11126" y="73946"/>
                  <a:pt x="11111" y="73946"/>
                  <a:pt x="11096" y="73976"/>
                </a:cubicBezTo>
                <a:lnTo>
                  <a:pt x="11111" y="73946"/>
                </a:lnTo>
                <a:cubicBezTo>
                  <a:pt x="11121" y="73936"/>
                  <a:pt x="11124" y="73926"/>
                  <a:pt x="11136" y="73926"/>
                </a:cubicBezTo>
                <a:close/>
                <a:moveTo>
                  <a:pt x="10096" y="57214"/>
                </a:moveTo>
                <a:cubicBezTo>
                  <a:pt x="10096" y="57229"/>
                  <a:pt x="10081" y="57229"/>
                  <a:pt x="10081" y="57243"/>
                </a:cubicBezTo>
                <a:cubicBezTo>
                  <a:pt x="8918" y="59524"/>
                  <a:pt x="8506" y="62276"/>
                  <a:pt x="8742" y="65661"/>
                </a:cubicBezTo>
                <a:cubicBezTo>
                  <a:pt x="8830" y="66971"/>
                  <a:pt x="9124" y="68192"/>
                  <a:pt x="9419" y="69370"/>
                </a:cubicBezTo>
                <a:cubicBezTo>
                  <a:pt x="9801" y="70959"/>
                  <a:pt x="10154" y="72460"/>
                  <a:pt x="9934" y="73946"/>
                </a:cubicBezTo>
                <a:cubicBezTo>
                  <a:pt x="9860" y="73961"/>
                  <a:pt x="9801" y="73991"/>
                  <a:pt x="9728" y="74020"/>
                </a:cubicBezTo>
                <a:cubicBezTo>
                  <a:pt x="9845" y="72593"/>
                  <a:pt x="9433" y="71165"/>
                  <a:pt x="8992" y="69679"/>
                </a:cubicBezTo>
                <a:cubicBezTo>
                  <a:pt x="8624" y="68428"/>
                  <a:pt x="8241" y="67147"/>
                  <a:pt x="8138" y="65705"/>
                </a:cubicBezTo>
                <a:cubicBezTo>
                  <a:pt x="7888" y="62585"/>
                  <a:pt x="8433" y="59833"/>
                  <a:pt x="9713" y="57523"/>
                </a:cubicBezTo>
                <a:cubicBezTo>
                  <a:pt x="9728" y="57479"/>
                  <a:pt x="9772" y="57435"/>
                  <a:pt x="9786" y="57391"/>
                </a:cubicBezTo>
                <a:cubicBezTo>
                  <a:pt x="9904" y="57346"/>
                  <a:pt x="9992" y="57288"/>
                  <a:pt x="10096" y="57214"/>
                </a:cubicBezTo>
                <a:close/>
                <a:moveTo>
                  <a:pt x="10861" y="73917"/>
                </a:moveTo>
                <a:cubicBezTo>
                  <a:pt x="10861" y="73917"/>
                  <a:pt x="10861" y="73932"/>
                  <a:pt x="10831" y="73932"/>
                </a:cubicBezTo>
                <a:cubicBezTo>
                  <a:pt x="10817" y="73946"/>
                  <a:pt x="10817" y="73976"/>
                  <a:pt x="10802" y="73991"/>
                </a:cubicBezTo>
                <a:cubicBezTo>
                  <a:pt x="10787" y="74005"/>
                  <a:pt x="10728" y="74020"/>
                  <a:pt x="10684" y="74049"/>
                </a:cubicBezTo>
                <a:cubicBezTo>
                  <a:pt x="10714" y="74020"/>
                  <a:pt x="10714" y="73991"/>
                  <a:pt x="10728" y="73976"/>
                </a:cubicBezTo>
                <a:cubicBezTo>
                  <a:pt x="10758" y="73946"/>
                  <a:pt x="10817" y="73932"/>
                  <a:pt x="10861" y="73917"/>
                </a:cubicBezTo>
                <a:close/>
                <a:moveTo>
                  <a:pt x="10463" y="73873"/>
                </a:moveTo>
                <a:lnTo>
                  <a:pt x="10463" y="73873"/>
                </a:lnTo>
                <a:cubicBezTo>
                  <a:pt x="10449" y="73917"/>
                  <a:pt x="10449" y="73946"/>
                  <a:pt x="10434" y="73991"/>
                </a:cubicBezTo>
                <a:cubicBezTo>
                  <a:pt x="10360" y="74020"/>
                  <a:pt x="10302" y="74049"/>
                  <a:pt x="10243" y="74064"/>
                </a:cubicBezTo>
                <a:cubicBezTo>
                  <a:pt x="10257" y="74020"/>
                  <a:pt x="10257" y="73991"/>
                  <a:pt x="10287" y="73932"/>
                </a:cubicBezTo>
                <a:cubicBezTo>
                  <a:pt x="10346" y="73917"/>
                  <a:pt x="10419" y="73902"/>
                  <a:pt x="10463" y="73873"/>
                </a:cubicBezTo>
                <a:close/>
                <a:moveTo>
                  <a:pt x="10949" y="73991"/>
                </a:moveTo>
                <a:cubicBezTo>
                  <a:pt x="10949" y="74020"/>
                  <a:pt x="10949" y="74049"/>
                  <a:pt x="10934" y="74049"/>
                </a:cubicBezTo>
                <a:cubicBezTo>
                  <a:pt x="10905" y="74064"/>
                  <a:pt x="10875" y="74079"/>
                  <a:pt x="10831" y="74079"/>
                </a:cubicBezTo>
                <a:cubicBezTo>
                  <a:pt x="10831" y="74064"/>
                  <a:pt x="10846" y="74049"/>
                  <a:pt x="10846" y="74020"/>
                </a:cubicBezTo>
                <a:cubicBezTo>
                  <a:pt x="10890" y="74005"/>
                  <a:pt x="10905" y="74005"/>
                  <a:pt x="10949" y="73991"/>
                </a:cubicBezTo>
                <a:close/>
                <a:moveTo>
                  <a:pt x="9639" y="57494"/>
                </a:moveTo>
                <a:lnTo>
                  <a:pt x="9639" y="57494"/>
                </a:lnTo>
                <a:cubicBezTo>
                  <a:pt x="8315" y="59819"/>
                  <a:pt x="7785" y="62585"/>
                  <a:pt x="8035" y="65735"/>
                </a:cubicBezTo>
                <a:cubicBezTo>
                  <a:pt x="8153" y="67162"/>
                  <a:pt x="8536" y="68472"/>
                  <a:pt x="8903" y="69723"/>
                </a:cubicBezTo>
                <a:cubicBezTo>
                  <a:pt x="9345" y="71209"/>
                  <a:pt x="9742" y="72622"/>
                  <a:pt x="9639" y="74064"/>
                </a:cubicBezTo>
                <a:cubicBezTo>
                  <a:pt x="9610" y="74079"/>
                  <a:pt x="9580" y="74079"/>
                  <a:pt x="9551" y="74094"/>
                </a:cubicBezTo>
                <a:cubicBezTo>
                  <a:pt x="9507" y="74123"/>
                  <a:pt x="9477" y="74123"/>
                  <a:pt x="9419" y="74138"/>
                </a:cubicBezTo>
                <a:cubicBezTo>
                  <a:pt x="9433" y="72740"/>
                  <a:pt x="8977" y="71401"/>
                  <a:pt x="8477" y="69973"/>
                </a:cubicBezTo>
                <a:cubicBezTo>
                  <a:pt x="8020" y="68663"/>
                  <a:pt x="7564" y="67309"/>
                  <a:pt x="7432" y="65808"/>
                </a:cubicBezTo>
                <a:cubicBezTo>
                  <a:pt x="7196" y="62880"/>
                  <a:pt x="7814" y="60113"/>
                  <a:pt x="9271" y="57803"/>
                </a:cubicBezTo>
                <a:cubicBezTo>
                  <a:pt x="9316" y="57744"/>
                  <a:pt x="9330" y="57714"/>
                  <a:pt x="9360" y="57655"/>
                </a:cubicBezTo>
                <a:lnTo>
                  <a:pt x="9639" y="57494"/>
                </a:lnTo>
                <a:close/>
                <a:moveTo>
                  <a:pt x="10611" y="74005"/>
                </a:moveTo>
                <a:lnTo>
                  <a:pt x="10611" y="74005"/>
                </a:lnTo>
                <a:cubicBezTo>
                  <a:pt x="10596" y="74020"/>
                  <a:pt x="10596" y="74064"/>
                  <a:pt x="10581" y="74079"/>
                </a:cubicBezTo>
                <a:lnTo>
                  <a:pt x="10581" y="74094"/>
                </a:lnTo>
                <a:cubicBezTo>
                  <a:pt x="10522" y="74123"/>
                  <a:pt x="10478" y="74138"/>
                  <a:pt x="10434" y="74152"/>
                </a:cubicBezTo>
                <a:cubicBezTo>
                  <a:pt x="10449" y="74138"/>
                  <a:pt x="10463" y="74094"/>
                  <a:pt x="10463" y="74064"/>
                </a:cubicBezTo>
                <a:cubicBezTo>
                  <a:pt x="10522" y="74049"/>
                  <a:pt x="10566" y="74020"/>
                  <a:pt x="10611" y="74005"/>
                </a:cubicBezTo>
                <a:close/>
                <a:moveTo>
                  <a:pt x="10169" y="73991"/>
                </a:moveTo>
                <a:cubicBezTo>
                  <a:pt x="10154" y="74020"/>
                  <a:pt x="10154" y="74079"/>
                  <a:pt x="10140" y="74123"/>
                </a:cubicBezTo>
                <a:cubicBezTo>
                  <a:pt x="10081" y="74123"/>
                  <a:pt x="10022" y="74138"/>
                  <a:pt x="9978" y="74167"/>
                </a:cubicBezTo>
                <a:cubicBezTo>
                  <a:pt x="9978" y="74138"/>
                  <a:pt x="9992" y="74079"/>
                  <a:pt x="9992" y="74049"/>
                </a:cubicBezTo>
                <a:cubicBezTo>
                  <a:pt x="10037" y="74020"/>
                  <a:pt x="10110" y="74005"/>
                  <a:pt x="10169" y="73991"/>
                </a:cubicBezTo>
                <a:close/>
                <a:moveTo>
                  <a:pt x="9198" y="57758"/>
                </a:moveTo>
                <a:lnTo>
                  <a:pt x="9198" y="57758"/>
                </a:lnTo>
                <a:cubicBezTo>
                  <a:pt x="7726" y="60098"/>
                  <a:pt x="7079" y="62880"/>
                  <a:pt x="7344" y="65808"/>
                </a:cubicBezTo>
                <a:cubicBezTo>
                  <a:pt x="7476" y="67324"/>
                  <a:pt x="7947" y="68693"/>
                  <a:pt x="8403" y="70002"/>
                </a:cubicBezTo>
                <a:cubicBezTo>
                  <a:pt x="8903" y="71415"/>
                  <a:pt x="9360" y="72754"/>
                  <a:pt x="9345" y="74152"/>
                </a:cubicBezTo>
                <a:cubicBezTo>
                  <a:pt x="9271" y="74167"/>
                  <a:pt x="9198" y="74211"/>
                  <a:pt x="9124" y="74226"/>
                </a:cubicBezTo>
                <a:cubicBezTo>
                  <a:pt x="9051" y="72872"/>
                  <a:pt x="8536" y="71577"/>
                  <a:pt x="7976" y="70223"/>
                </a:cubicBezTo>
                <a:cubicBezTo>
                  <a:pt x="7432" y="68855"/>
                  <a:pt x="6858" y="67457"/>
                  <a:pt x="6711" y="65867"/>
                </a:cubicBezTo>
                <a:cubicBezTo>
                  <a:pt x="6461" y="63100"/>
                  <a:pt x="7196" y="60393"/>
                  <a:pt x="8815" y="58053"/>
                </a:cubicBezTo>
                <a:cubicBezTo>
                  <a:pt x="8845" y="57994"/>
                  <a:pt x="8903" y="57950"/>
                  <a:pt x="8933" y="57891"/>
                </a:cubicBezTo>
                <a:cubicBezTo>
                  <a:pt x="9036" y="57832"/>
                  <a:pt x="9124" y="57788"/>
                  <a:pt x="9198" y="57758"/>
                </a:cubicBezTo>
                <a:close/>
                <a:moveTo>
                  <a:pt x="10743" y="74094"/>
                </a:moveTo>
                <a:lnTo>
                  <a:pt x="10743" y="74094"/>
                </a:lnTo>
                <a:cubicBezTo>
                  <a:pt x="10728" y="74123"/>
                  <a:pt x="10728" y="74138"/>
                  <a:pt x="10714" y="74152"/>
                </a:cubicBezTo>
                <a:cubicBezTo>
                  <a:pt x="10669" y="74197"/>
                  <a:pt x="10640" y="74211"/>
                  <a:pt x="10596" y="74226"/>
                </a:cubicBezTo>
                <a:cubicBezTo>
                  <a:pt x="10611" y="74211"/>
                  <a:pt x="10611" y="74197"/>
                  <a:pt x="10640" y="74152"/>
                </a:cubicBezTo>
                <a:lnTo>
                  <a:pt x="10743" y="74094"/>
                </a:lnTo>
                <a:close/>
                <a:moveTo>
                  <a:pt x="10798" y="74220"/>
                </a:moveTo>
                <a:cubicBezTo>
                  <a:pt x="10801" y="74220"/>
                  <a:pt x="10802" y="74222"/>
                  <a:pt x="10802" y="74226"/>
                </a:cubicBezTo>
                <a:cubicBezTo>
                  <a:pt x="10788" y="74240"/>
                  <a:pt x="10760" y="74241"/>
                  <a:pt x="10758" y="74267"/>
                </a:cubicBezTo>
                <a:lnTo>
                  <a:pt x="10758" y="74267"/>
                </a:lnTo>
                <a:cubicBezTo>
                  <a:pt x="10758" y="74259"/>
                  <a:pt x="10761" y="74241"/>
                  <a:pt x="10772" y="74241"/>
                </a:cubicBezTo>
                <a:cubicBezTo>
                  <a:pt x="10783" y="74230"/>
                  <a:pt x="10793" y="74220"/>
                  <a:pt x="10798" y="74220"/>
                </a:cubicBezTo>
                <a:close/>
                <a:moveTo>
                  <a:pt x="9904" y="74064"/>
                </a:moveTo>
                <a:cubicBezTo>
                  <a:pt x="9904" y="74094"/>
                  <a:pt x="9875" y="74152"/>
                  <a:pt x="9875" y="74197"/>
                </a:cubicBezTo>
                <a:cubicBezTo>
                  <a:pt x="9831" y="74211"/>
                  <a:pt x="9757" y="74241"/>
                  <a:pt x="9698" y="74270"/>
                </a:cubicBezTo>
                <a:cubicBezTo>
                  <a:pt x="9698" y="74211"/>
                  <a:pt x="9713" y="74167"/>
                  <a:pt x="9713" y="74123"/>
                </a:cubicBezTo>
                <a:cubicBezTo>
                  <a:pt x="9772" y="74094"/>
                  <a:pt x="9845" y="74079"/>
                  <a:pt x="9904" y="74064"/>
                </a:cubicBezTo>
                <a:close/>
                <a:moveTo>
                  <a:pt x="10375" y="74094"/>
                </a:moveTo>
                <a:lnTo>
                  <a:pt x="10375" y="74094"/>
                </a:lnTo>
                <a:cubicBezTo>
                  <a:pt x="10360" y="74138"/>
                  <a:pt x="10360" y="74167"/>
                  <a:pt x="10346" y="74211"/>
                </a:cubicBezTo>
                <a:cubicBezTo>
                  <a:pt x="10287" y="74226"/>
                  <a:pt x="10228" y="74241"/>
                  <a:pt x="10199" y="74285"/>
                </a:cubicBezTo>
                <a:cubicBezTo>
                  <a:pt x="10199" y="74226"/>
                  <a:pt x="10213" y="74197"/>
                  <a:pt x="10213" y="74152"/>
                </a:cubicBezTo>
                <a:lnTo>
                  <a:pt x="10375" y="74094"/>
                </a:lnTo>
                <a:close/>
                <a:moveTo>
                  <a:pt x="8756" y="57979"/>
                </a:moveTo>
                <a:cubicBezTo>
                  <a:pt x="8771" y="57979"/>
                  <a:pt x="8771" y="58009"/>
                  <a:pt x="8756" y="58023"/>
                </a:cubicBezTo>
                <a:cubicBezTo>
                  <a:pt x="7123" y="60363"/>
                  <a:pt x="6387" y="63086"/>
                  <a:pt x="6637" y="65882"/>
                </a:cubicBezTo>
                <a:cubicBezTo>
                  <a:pt x="6784" y="67471"/>
                  <a:pt x="7358" y="68869"/>
                  <a:pt x="7917" y="70253"/>
                </a:cubicBezTo>
                <a:cubicBezTo>
                  <a:pt x="8462" y="71621"/>
                  <a:pt x="8977" y="72902"/>
                  <a:pt x="9036" y="74270"/>
                </a:cubicBezTo>
                <a:cubicBezTo>
                  <a:pt x="8962" y="74285"/>
                  <a:pt x="8889" y="74314"/>
                  <a:pt x="8815" y="74344"/>
                </a:cubicBezTo>
                <a:cubicBezTo>
                  <a:pt x="8668" y="72990"/>
                  <a:pt x="8094" y="71739"/>
                  <a:pt x="7491" y="70444"/>
                </a:cubicBezTo>
                <a:cubicBezTo>
                  <a:pt x="6843" y="69046"/>
                  <a:pt x="6181" y="67589"/>
                  <a:pt x="6019" y="65955"/>
                </a:cubicBezTo>
                <a:cubicBezTo>
                  <a:pt x="5754" y="63321"/>
                  <a:pt x="6608" y="60613"/>
                  <a:pt x="8374" y="58332"/>
                </a:cubicBezTo>
                <a:lnTo>
                  <a:pt x="8536" y="58112"/>
                </a:lnTo>
                <a:cubicBezTo>
                  <a:pt x="8609" y="58082"/>
                  <a:pt x="8683" y="58023"/>
                  <a:pt x="8756" y="57979"/>
                </a:cubicBezTo>
                <a:close/>
                <a:moveTo>
                  <a:pt x="10522" y="74211"/>
                </a:moveTo>
                <a:cubicBezTo>
                  <a:pt x="10508" y="74226"/>
                  <a:pt x="10508" y="74270"/>
                  <a:pt x="10493" y="74285"/>
                </a:cubicBezTo>
                <a:cubicBezTo>
                  <a:pt x="10449" y="74300"/>
                  <a:pt x="10390" y="74344"/>
                  <a:pt x="10360" y="74359"/>
                </a:cubicBezTo>
                <a:cubicBezTo>
                  <a:pt x="10375" y="74314"/>
                  <a:pt x="10375" y="74300"/>
                  <a:pt x="10390" y="74270"/>
                </a:cubicBezTo>
                <a:cubicBezTo>
                  <a:pt x="10434" y="74241"/>
                  <a:pt x="10463" y="74226"/>
                  <a:pt x="10522" y="74211"/>
                </a:cubicBezTo>
                <a:close/>
                <a:moveTo>
                  <a:pt x="9625" y="74152"/>
                </a:moveTo>
                <a:cubicBezTo>
                  <a:pt x="9625" y="74211"/>
                  <a:pt x="9610" y="74241"/>
                  <a:pt x="9610" y="74300"/>
                </a:cubicBezTo>
                <a:cubicBezTo>
                  <a:pt x="9551" y="74314"/>
                  <a:pt x="9477" y="74344"/>
                  <a:pt x="9419" y="74373"/>
                </a:cubicBezTo>
                <a:lnTo>
                  <a:pt x="9419" y="74226"/>
                </a:lnTo>
                <a:cubicBezTo>
                  <a:pt x="9477" y="74211"/>
                  <a:pt x="9507" y="74197"/>
                  <a:pt x="9566" y="74167"/>
                </a:cubicBezTo>
                <a:cubicBezTo>
                  <a:pt x="9580" y="74167"/>
                  <a:pt x="9610" y="74152"/>
                  <a:pt x="9625" y="74152"/>
                </a:cubicBezTo>
                <a:close/>
                <a:moveTo>
                  <a:pt x="10096" y="74197"/>
                </a:moveTo>
                <a:lnTo>
                  <a:pt x="10096" y="74197"/>
                </a:lnTo>
                <a:cubicBezTo>
                  <a:pt x="10081" y="74226"/>
                  <a:pt x="10081" y="74270"/>
                  <a:pt x="10066" y="74300"/>
                </a:cubicBezTo>
                <a:cubicBezTo>
                  <a:pt x="10022" y="74344"/>
                  <a:pt x="9978" y="74359"/>
                  <a:pt x="9919" y="74373"/>
                </a:cubicBezTo>
                <a:cubicBezTo>
                  <a:pt x="9934" y="74344"/>
                  <a:pt x="9934" y="74300"/>
                  <a:pt x="9934" y="74241"/>
                </a:cubicBezTo>
                <a:lnTo>
                  <a:pt x="10096" y="74197"/>
                </a:lnTo>
                <a:close/>
                <a:moveTo>
                  <a:pt x="10611" y="74314"/>
                </a:moveTo>
                <a:cubicBezTo>
                  <a:pt x="10611" y="74314"/>
                  <a:pt x="10596" y="74344"/>
                  <a:pt x="10596" y="74359"/>
                </a:cubicBezTo>
                <a:cubicBezTo>
                  <a:pt x="10581" y="74373"/>
                  <a:pt x="10537" y="74388"/>
                  <a:pt x="10522" y="74388"/>
                </a:cubicBezTo>
                <a:cubicBezTo>
                  <a:pt x="10522" y="74373"/>
                  <a:pt x="10537" y="74359"/>
                  <a:pt x="10537" y="74359"/>
                </a:cubicBezTo>
                <a:cubicBezTo>
                  <a:pt x="10552" y="74329"/>
                  <a:pt x="10596" y="74329"/>
                  <a:pt x="10611" y="74314"/>
                </a:cubicBezTo>
                <a:close/>
                <a:moveTo>
                  <a:pt x="8374" y="58200"/>
                </a:moveTo>
                <a:lnTo>
                  <a:pt x="8315" y="58259"/>
                </a:lnTo>
                <a:cubicBezTo>
                  <a:pt x="6534" y="60555"/>
                  <a:pt x="5681" y="63277"/>
                  <a:pt x="5945" y="65926"/>
                </a:cubicBezTo>
                <a:cubicBezTo>
                  <a:pt x="6107" y="67589"/>
                  <a:pt x="6770" y="69031"/>
                  <a:pt x="7417" y="70444"/>
                </a:cubicBezTo>
                <a:cubicBezTo>
                  <a:pt x="8020" y="71739"/>
                  <a:pt x="8594" y="72990"/>
                  <a:pt x="8742" y="74329"/>
                </a:cubicBezTo>
                <a:cubicBezTo>
                  <a:pt x="8668" y="74359"/>
                  <a:pt x="8594" y="74388"/>
                  <a:pt x="8521" y="74403"/>
                </a:cubicBezTo>
                <a:cubicBezTo>
                  <a:pt x="8300" y="73078"/>
                  <a:pt x="7667" y="71871"/>
                  <a:pt x="7005" y="70576"/>
                </a:cubicBezTo>
                <a:cubicBezTo>
                  <a:pt x="6269" y="69149"/>
                  <a:pt x="5519" y="67677"/>
                  <a:pt x="5327" y="65985"/>
                </a:cubicBezTo>
                <a:cubicBezTo>
                  <a:pt x="5077" y="63424"/>
                  <a:pt x="5990" y="60790"/>
                  <a:pt x="7947" y="58553"/>
                </a:cubicBezTo>
                <a:lnTo>
                  <a:pt x="8182" y="58318"/>
                </a:lnTo>
                <a:cubicBezTo>
                  <a:pt x="8241" y="58274"/>
                  <a:pt x="8315" y="58244"/>
                  <a:pt x="8374" y="58200"/>
                </a:cubicBezTo>
                <a:close/>
                <a:moveTo>
                  <a:pt x="9330" y="74226"/>
                </a:moveTo>
                <a:lnTo>
                  <a:pt x="9330" y="74388"/>
                </a:lnTo>
                <a:lnTo>
                  <a:pt x="9316" y="74388"/>
                </a:lnTo>
                <a:cubicBezTo>
                  <a:pt x="9257" y="74432"/>
                  <a:pt x="9183" y="74447"/>
                  <a:pt x="9124" y="74462"/>
                </a:cubicBezTo>
                <a:lnTo>
                  <a:pt x="9124" y="74300"/>
                </a:lnTo>
                <a:cubicBezTo>
                  <a:pt x="9198" y="74285"/>
                  <a:pt x="9271" y="74270"/>
                  <a:pt x="9330" y="74226"/>
                </a:cubicBezTo>
                <a:close/>
                <a:moveTo>
                  <a:pt x="10287" y="74314"/>
                </a:moveTo>
                <a:lnTo>
                  <a:pt x="10287" y="74314"/>
                </a:lnTo>
                <a:cubicBezTo>
                  <a:pt x="10257" y="74359"/>
                  <a:pt x="10257" y="74373"/>
                  <a:pt x="10243" y="74417"/>
                </a:cubicBezTo>
                <a:cubicBezTo>
                  <a:pt x="10213" y="74432"/>
                  <a:pt x="10154" y="74447"/>
                  <a:pt x="10110" y="74462"/>
                </a:cubicBezTo>
                <a:cubicBezTo>
                  <a:pt x="10110" y="74447"/>
                  <a:pt x="10140" y="74417"/>
                  <a:pt x="10140" y="74388"/>
                </a:cubicBezTo>
                <a:lnTo>
                  <a:pt x="10140" y="74373"/>
                </a:lnTo>
                <a:cubicBezTo>
                  <a:pt x="10184" y="74359"/>
                  <a:pt x="10228" y="74344"/>
                  <a:pt x="10287" y="74314"/>
                </a:cubicBezTo>
                <a:close/>
                <a:moveTo>
                  <a:pt x="9860" y="74285"/>
                </a:moveTo>
                <a:cubicBezTo>
                  <a:pt x="9860" y="74314"/>
                  <a:pt x="9845" y="74373"/>
                  <a:pt x="9816" y="74417"/>
                </a:cubicBezTo>
                <a:cubicBezTo>
                  <a:pt x="9772" y="74447"/>
                  <a:pt x="9713" y="74462"/>
                  <a:pt x="9654" y="74491"/>
                </a:cubicBezTo>
                <a:cubicBezTo>
                  <a:pt x="9654" y="74447"/>
                  <a:pt x="9669" y="74388"/>
                  <a:pt x="9669" y="74359"/>
                </a:cubicBezTo>
                <a:cubicBezTo>
                  <a:pt x="9728" y="74344"/>
                  <a:pt x="9801" y="74314"/>
                  <a:pt x="9860" y="74285"/>
                </a:cubicBezTo>
                <a:close/>
                <a:moveTo>
                  <a:pt x="7947" y="58450"/>
                </a:moveTo>
                <a:cubicBezTo>
                  <a:pt x="7932" y="58465"/>
                  <a:pt x="7903" y="58494"/>
                  <a:pt x="7873" y="58509"/>
                </a:cubicBezTo>
                <a:cubicBezTo>
                  <a:pt x="5901" y="60775"/>
                  <a:pt x="4959" y="63424"/>
                  <a:pt x="5239" y="66000"/>
                </a:cubicBezTo>
                <a:cubicBezTo>
                  <a:pt x="5430" y="67692"/>
                  <a:pt x="6181" y="69178"/>
                  <a:pt x="6917" y="70621"/>
                </a:cubicBezTo>
                <a:cubicBezTo>
                  <a:pt x="7579" y="71886"/>
                  <a:pt x="8197" y="73122"/>
                  <a:pt x="8418" y="74432"/>
                </a:cubicBezTo>
                <a:cubicBezTo>
                  <a:pt x="8344" y="74447"/>
                  <a:pt x="8271" y="74491"/>
                  <a:pt x="8197" y="74506"/>
                </a:cubicBezTo>
                <a:cubicBezTo>
                  <a:pt x="7903" y="73181"/>
                  <a:pt x="7226" y="71974"/>
                  <a:pt x="6505" y="70724"/>
                </a:cubicBezTo>
                <a:cubicBezTo>
                  <a:pt x="5681" y="69281"/>
                  <a:pt x="4812" y="67766"/>
                  <a:pt x="4636" y="66058"/>
                </a:cubicBezTo>
                <a:cubicBezTo>
                  <a:pt x="4268" y="62718"/>
                  <a:pt x="6269" y="60084"/>
                  <a:pt x="7505" y="58818"/>
                </a:cubicBezTo>
                <a:lnTo>
                  <a:pt x="7814" y="58494"/>
                </a:lnTo>
                <a:cubicBezTo>
                  <a:pt x="7859" y="58494"/>
                  <a:pt x="7903" y="58480"/>
                  <a:pt x="7947" y="58450"/>
                </a:cubicBezTo>
                <a:close/>
                <a:moveTo>
                  <a:pt x="10419" y="74388"/>
                </a:moveTo>
                <a:cubicBezTo>
                  <a:pt x="10390" y="74417"/>
                  <a:pt x="10390" y="74432"/>
                  <a:pt x="10375" y="74447"/>
                </a:cubicBezTo>
                <a:cubicBezTo>
                  <a:pt x="10346" y="74506"/>
                  <a:pt x="10316" y="74520"/>
                  <a:pt x="10287" y="74520"/>
                </a:cubicBezTo>
                <a:cubicBezTo>
                  <a:pt x="10302" y="74506"/>
                  <a:pt x="10302" y="74491"/>
                  <a:pt x="10316" y="74447"/>
                </a:cubicBezTo>
                <a:cubicBezTo>
                  <a:pt x="10360" y="74432"/>
                  <a:pt x="10390" y="74417"/>
                  <a:pt x="10419" y="74388"/>
                </a:cubicBezTo>
                <a:close/>
                <a:moveTo>
                  <a:pt x="10455" y="74549"/>
                </a:moveTo>
                <a:cubicBezTo>
                  <a:pt x="10450" y="74556"/>
                  <a:pt x="10445" y="74561"/>
                  <a:pt x="10441" y="74565"/>
                </a:cubicBezTo>
                <a:lnTo>
                  <a:pt x="10441" y="74565"/>
                </a:lnTo>
                <a:lnTo>
                  <a:pt x="10449" y="74550"/>
                </a:lnTo>
                <a:cubicBezTo>
                  <a:pt x="10451" y="74550"/>
                  <a:pt x="10453" y="74550"/>
                  <a:pt x="10455" y="74549"/>
                </a:cubicBezTo>
                <a:close/>
                <a:moveTo>
                  <a:pt x="9051" y="74344"/>
                </a:moveTo>
                <a:lnTo>
                  <a:pt x="9051" y="74506"/>
                </a:lnTo>
                <a:cubicBezTo>
                  <a:pt x="8977" y="74520"/>
                  <a:pt x="8918" y="74565"/>
                  <a:pt x="8845" y="74579"/>
                </a:cubicBezTo>
                <a:cubicBezTo>
                  <a:pt x="8845" y="74520"/>
                  <a:pt x="8845" y="74462"/>
                  <a:pt x="8830" y="74417"/>
                </a:cubicBezTo>
                <a:cubicBezTo>
                  <a:pt x="8903" y="74373"/>
                  <a:pt x="8977" y="74359"/>
                  <a:pt x="9051" y="74344"/>
                </a:cubicBezTo>
                <a:close/>
                <a:moveTo>
                  <a:pt x="9580" y="74373"/>
                </a:moveTo>
                <a:cubicBezTo>
                  <a:pt x="9580" y="74432"/>
                  <a:pt x="9566" y="74462"/>
                  <a:pt x="9566" y="74520"/>
                </a:cubicBezTo>
                <a:cubicBezTo>
                  <a:pt x="9507" y="74535"/>
                  <a:pt x="9463" y="74579"/>
                  <a:pt x="9389" y="74594"/>
                </a:cubicBezTo>
                <a:cubicBezTo>
                  <a:pt x="9404" y="74565"/>
                  <a:pt x="9404" y="74506"/>
                  <a:pt x="9404" y="74447"/>
                </a:cubicBezTo>
                <a:cubicBezTo>
                  <a:pt x="9463" y="74432"/>
                  <a:pt x="9536" y="74417"/>
                  <a:pt x="9580" y="74373"/>
                </a:cubicBezTo>
                <a:close/>
                <a:moveTo>
                  <a:pt x="10037" y="74417"/>
                </a:moveTo>
                <a:lnTo>
                  <a:pt x="10037" y="74417"/>
                </a:lnTo>
                <a:cubicBezTo>
                  <a:pt x="10022" y="74447"/>
                  <a:pt x="10022" y="74491"/>
                  <a:pt x="10007" y="74520"/>
                </a:cubicBezTo>
                <a:cubicBezTo>
                  <a:pt x="9948" y="74535"/>
                  <a:pt x="9919" y="74579"/>
                  <a:pt x="9860" y="74594"/>
                </a:cubicBezTo>
                <a:cubicBezTo>
                  <a:pt x="9875" y="74579"/>
                  <a:pt x="9875" y="74565"/>
                  <a:pt x="9875" y="74520"/>
                </a:cubicBezTo>
                <a:cubicBezTo>
                  <a:pt x="9875" y="74506"/>
                  <a:pt x="9875" y="74491"/>
                  <a:pt x="9889" y="74462"/>
                </a:cubicBezTo>
                <a:cubicBezTo>
                  <a:pt x="9948" y="74447"/>
                  <a:pt x="10007" y="74432"/>
                  <a:pt x="10037" y="74417"/>
                </a:cubicBezTo>
                <a:close/>
                <a:moveTo>
                  <a:pt x="7440" y="58780"/>
                </a:moveTo>
                <a:lnTo>
                  <a:pt x="7440" y="58780"/>
                </a:lnTo>
                <a:cubicBezTo>
                  <a:pt x="6204" y="60048"/>
                  <a:pt x="4195" y="62694"/>
                  <a:pt x="4562" y="66073"/>
                </a:cubicBezTo>
                <a:cubicBezTo>
                  <a:pt x="4739" y="67810"/>
                  <a:pt x="5607" y="69340"/>
                  <a:pt x="6461" y="70782"/>
                </a:cubicBezTo>
                <a:cubicBezTo>
                  <a:pt x="7167" y="72033"/>
                  <a:pt x="7859" y="73240"/>
                  <a:pt x="8153" y="74535"/>
                </a:cubicBezTo>
                <a:cubicBezTo>
                  <a:pt x="8079" y="74565"/>
                  <a:pt x="8006" y="74594"/>
                  <a:pt x="7932" y="74609"/>
                </a:cubicBezTo>
                <a:cubicBezTo>
                  <a:pt x="7564" y="73270"/>
                  <a:pt x="6799" y="72063"/>
                  <a:pt x="6048" y="70856"/>
                </a:cubicBezTo>
                <a:cubicBezTo>
                  <a:pt x="5136" y="69384"/>
                  <a:pt x="4179" y="67869"/>
                  <a:pt x="3973" y="66117"/>
                </a:cubicBezTo>
                <a:cubicBezTo>
                  <a:pt x="3694" y="63704"/>
                  <a:pt x="4842" y="61128"/>
                  <a:pt x="7093" y="59053"/>
                </a:cubicBezTo>
                <a:cubicBezTo>
                  <a:pt x="7185" y="58975"/>
                  <a:pt x="7310" y="58874"/>
                  <a:pt x="7440" y="58780"/>
                </a:cubicBezTo>
                <a:close/>
                <a:moveTo>
                  <a:pt x="8756" y="74417"/>
                </a:moveTo>
                <a:lnTo>
                  <a:pt x="8756" y="74594"/>
                </a:lnTo>
                <a:cubicBezTo>
                  <a:pt x="8683" y="74609"/>
                  <a:pt x="8609" y="74653"/>
                  <a:pt x="8550" y="74668"/>
                </a:cubicBezTo>
                <a:cubicBezTo>
                  <a:pt x="8550" y="74609"/>
                  <a:pt x="8536" y="74550"/>
                  <a:pt x="8536" y="74491"/>
                </a:cubicBezTo>
                <a:cubicBezTo>
                  <a:pt x="8609" y="74462"/>
                  <a:pt x="8683" y="74432"/>
                  <a:pt x="8756" y="74417"/>
                </a:cubicBezTo>
                <a:close/>
                <a:moveTo>
                  <a:pt x="10199" y="74520"/>
                </a:moveTo>
                <a:cubicBezTo>
                  <a:pt x="10169" y="74535"/>
                  <a:pt x="10169" y="74579"/>
                  <a:pt x="10154" y="74594"/>
                </a:cubicBezTo>
                <a:cubicBezTo>
                  <a:pt x="10110" y="74609"/>
                  <a:pt x="10081" y="74653"/>
                  <a:pt x="10051" y="74668"/>
                </a:cubicBezTo>
                <a:cubicBezTo>
                  <a:pt x="10066" y="74638"/>
                  <a:pt x="10066" y="74609"/>
                  <a:pt x="10081" y="74579"/>
                </a:cubicBezTo>
                <a:lnTo>
                  <a:pt x="10199" y="74520"/>
                </a:lnTo>
                <a:close/>
                <a:moveTo>
                  <a:pt x="9330" y="74491"/>
                </a:moveTo>
                <a:cubicBezTo>
                  <a:pt x="9330" y="74535"/>
                  <a:pt x="9316" y="74579"/>
                  <a:pt x="9316" y="74638"/>
                </a:cubicBezTo>
                <a:cubicBezTo>
                  <a:pt x="9257" y="74668"/>
                  <a:pt x="9183" y="74682"/>
                  <a:pt x="9124" y="74712"/>
                </a:cubicBezTo>
                <a:lnTo>
                  <a:pt x="9124" y="74565"/>
                </a:lnTo>
                <a:cubicBezTo>
                  <a:pt x="9198" y="74535"/>
                  <a:pt x="9257" y="74506"/>
                  <a:pt x="9330" y="74491"/>
                </a:cubicBezTo>
                <a:close/>
                <a:moveTo>
                  <a:pt x="9801" y="74506"/>
                </a:moveTo>
                <a:lnTo>
                  <a:pt x="9801" y="74506"/>
                </a:lnTo>
                <a:cubicBezTo>
                  <a:pt x="9786" y="74535"/>
                  <a:pt x="9786" y="74579"/>
                  <a:pt x="9772" y="74609"/>
                </a:cubicBezTo>
                <a:cubicBezTo>
                  <a:pt x="9728" y="74653"/>
                  <a:pt x="9683" y="74682"/>
                  <a:pt x="9625" y="74712"/>
                </a:cubicBezTo>
                <a:lnTo>
                  <a:pt x="9625" y="74668"/>
                </a:lnTo>
                <a:cubicBezTo>
                  <a:pt x="9625" y="74638"/>
                  <a:pt x="9639" y="74609"/>
                  <a:pt x="9639" y="74579"/>
                </a:cubicBezTo>
                <a:cubicBezTo>
                  <a:pt x="9698" y="74565"/>
                  <a:pt x="9742" y="74535"/>
                  <a:pt x="9801" y="74506"/>
                </a:cubicBezTo>
                <a:close/>
                <a:moveTo>
                  <a:pt x="10287" y="74638"/>
                </a:moveTo>
                <a:cubicBezTo>
                  <a:pt x="10287" y="74638"/>
                  <a:pt x="10287" y="74653"/>
                  <a:pt x="10272" y="74668"/>
                </a:cubicBezTo>
                <a:cubicBezTo>
                  <a:pt x="10243" y="74682"/>
                  <a:pt x="10213" y="74712"/>
                  <a:pt x="10199" y="74726"/>
                </a:cubicBezTo>
                <a:cubicBezTo>
                  <a:pt x="10199" y="74712"/>
                  <a:pt x="10213" y="74682"/>
                  <a:pt x="10213" y="74668"/>
                </a:cubicBezTo>
                <a:cubicBezTo>
                  <a:pt x="10228" y="74653"/>
                  <a:pt x="10257" y="74653"/>
                  <a:pt x="10287" y="74638"/>
                </a:cubicBezTo>
                <a:close/>
                <a:moveTo>
                  <a:pt x="6887" y="59142"/>
                </a:moveTo>
                <a:cubicBezTo>
                  <a:pt x="4680" y="61217"/>
                  <a:pt x="3576" y="63777"/>
                  <a:pt x="3841" y="66176"/>
                </a:cubicBezTo>
                <a:cubicBezTo>
                  <a:pt x="4047" y="67942"/>
                  <a:pt x="5018" y="69458"/>
                  <a:pt x="5945" y="70959"/>
                </a:cubicBezTo>
                <a:cubicBezTo>
                  <a:pt x="6681" y="72122"/>
                  <a:pt x="7447" y="73358"/>
                  <a:pt x="7814" y="74682"/>
                </a:cubicBezTo>
                <a:cubicBezTo>
                  <a:pt x="7741" y="74726"/>
                  <a:pt x="7667" y="74741"/>
                  <a:pt x="7594" y="74785"/>
                </a:cubicBezTo>
                <a:cubicBezTo>
                  <a:pt x="7167" y="73402"/>
                  <a:pt x="6343" y="72210"/>
                  <a:pt x="5533" y="71033"/>
                </a:cubicBezTo>
                <a:cubicBezTo>
                  <a:pt x="4533" y="69532"/>
                  <a:pt x="3458" y="68016"/>
                  <a:pt x="3238" y="66220"/>
                </a:cubicBezTo>
                <a:cubicBezTo>
                  <a:pt x="2943" y="63895"/>
                  <a:pt x="4209" y="61335"/>
                  <a:pt x="6608" y="59363"/>
                </a:cubicBezTo>
                <a:lnTo>
                  <a:pt x="6887" y="59142"/>
                </a:lnTo>
                <a:close/>
                <a:moveTo>
                  <a:pt x="8447" y="74520"/>
                </a:moveTo>
                <a:cubicBezTo>
                  <a:pt x="8462" y="74594"/>
                  <a:pt x="8462" y="74653"/>
                  <a:pt x="8477" y="74712"/>
                </a:cubicBezTo>
                <a:cubicBezTo>
                  <a:pt x="8403" y="74726"/>
                  <a:pt x="8330" y="74756"/>
                  <a:pt x="8256" y="74785"/>
                </a:cubicBezTo>
                <a:cubicBezTo>
                  <a:pt x="8241" y="74726"/>
                  <a:pt x="8241" y="74653"/>
                  <a:pt x="8227" y="74594"/>
                </a:cubicBezTo>
                <a:cubicBezTo>
                  <a:pt x="8300" y="74579"/>
                  <a:pt x="8374" y="74535"/>
                  <a:pt x="8447" y="74520"/>
                </a:cubicBezTo>
                <a:close/>
                <a:moveTo>
                  <a:pt x="9978" y="74653"/>
                </a:moveTo>
                <a:lnTo>
                  <a:pt x="9978" y="74653"/>
                </a:lnTo>
                <a:cubicBezTo>
                  <a:pt x="9948" y="74682"/>
                  <a:pt x="9948" y="74712"/>
                  <a:pt x="9934" y="74741"/>
                </a:cubicBezTo>
                <a:cubicBezTo>
                  <a:pt x="9904" y="74741"/>
                  <a:pt x="9860" y="74756"/>
                  <a:pt x="9801" y="74800"/>
                </a:cubicBezTo>
                <a:cubicBezTo>
                  <a:pt x="9831" y="74756"/>
                  <a:pt x="9831" y="74726"/>
                  <a:pt x="9845" y="74712"/>
                </a:cubicBezTo>
                <a:cubicBezTo>
                  <a:pt x="9875" y="74682"/>
                  <a:pt x="9934" y="74668"/>
                  <a:pt x="9978" y="74653"/>
                </a:cubicBezTo>
                <a:close/>
                <a:moveTo>
                  <a:pt x="9051" y="74579"/>
                </a:moveTo>
                <a:lnTo>
                  <a:pt x="9051" y="74741"/>
                </a:lnTo>
                <a:cubicBezTo>
                  <a:pt x="8992" y="74756"/>
                  <a:pt x="8918" y="74800"/>
                  <a:pt x="8874" y="74815"/>
                </a:cubicBezTo>
                <a:lnTo>
                  <a:pt x="8874" y="74653"/>
                </a:lnTo>
                <a:cubicBezTo>
                  <a:pt x="8903" y="74638"/>
                  <a:pt x="8977" y="74609"/>
                  <a:pt x="9051" y="74579"/>
                </a:cubicBezTo>
                <a:close/>
                <a:moveTo>
                  <a:pt x="9551" y="74609"/>
                </a:moveTo>
                <a:lnTo>
                  <a:pt x="9551" y="74653"/>
                </a:lnTo>
                <a:cubicBezTo>
                  <a:pt x="9551" y="74682"/>
                  <a:pt x="9536" y="74712"/>
                  <a:pt x="9536" y="74741"/>
                </a:cubicBezTo>
                <a:cubicBezTo>
                  <a:pt x="9477" y="74785"/>
                  <a:pt x="9419" y="74800"/>
                  <a:pt x="9360" y="74815"/>
                </a:cubicBezTo>
                <a:cubicBezTo>
                  <a:pt x="9360" y="74756"/>
                  <a:pt x="9374" y="74726"/>
                  <a:pt x="9374" y="74682"/>
                </a:cubicBezTo>
                <a:cubicBezTo>
                  <a:pt x="9433" y="74668"/>
                  <a:pt x="9492" y="74638"/>
                  <a:pt x="9551" y="74609"/>
                </a:cubicBezTo>
                <a:close/>
                <a:moveTo>
                  <a:pt x="10096" y="74726"/>
                </a:moveTo>
                <a:cubicBezTo>
                  <a:pt x="10081" y="74741"/>
                  <a:pt x="10081" y="74785"/>
                  <a:pt x="10066" y="74800"/>
                </a:cubicBezTo>
                <a:cubicBezTo>
                  <a:pt x="10022" y="74815"/>
                  <a:pt x="10007" y="74829"/>
                  <a:pt x="9978" y="74859"/>
                </a:cubicBezTo>
                <a:cubicBezTo>
                  <a:pt x="9992" y="74829"/>
                  <a:pt x="9992" y="74800"/>
                  <a:pt x="10007" y="74785"/>
                </a:cubicBezTo>
                <a:cubicBezTo>
                  <a:pt x="10051" y="74756"/>
                  <a:pt x="10066" y="74741"/>
                  <a:pt x="10096" y="74726"/>
                </a:cubicBezTo>
                <a:close/>
                <a:moveTo>
                  <a:pt x="8138" y="74653"/>
                </a:moveTo>
                <a:cubicBezTo>
                  <a:pt x="8168" y="74682"/>
                  <a:pt x="8168" y="74756"/>
                  <a:pt x="8182" y="74815"/>
                </a:cubicBezTo>
                <a:cubicBezTo>
                  <a:pt x="8109" y="74829"/>
                  <a:pt x="8035" y="74874"/>
                  <a:pt x="7962" y="74903"/>
                </a:cubicBezTo>
                <a:cubicBezTo>
                  <a:pt x="7947" y="74859"/>
                  <a:pt x="7932" y="74785"/>
                  <a:pt x="7903" y="74726"/>
                </a:cubicBezTo>
                <a:cubicBezTo>
                  <a:pt x="7991" y="74697"/>
                  <a:pt x="8050" y="74668"/>
                  <a:pt x="8138" y="74653"/>
                </a:cubicBezTo>
                <a:close/>
                <a:moveTo>
                  <a:pt x="9742" y="74726"/>
                </a:moveTo>
                <a:cubicBezTo>
                  <a:pt x="9728" y="74756"/>
                  <a:pt x="9728" y="74800"/>
                  <a:pt x="9713" y="74829"/>
                </a:cubicBezTo>
                <a:cubicBezTo>
                  <a:pt x="9669" y="74859"/>
                  <a:pt x="9625" y="74888"/>
                  <a:pt x="9580" y="74903"/>
                </a:cubicBezTo>
                <a:cubicBezTo>
                  <a:pt x="9580" y="74888"/>
                  <a:pt x="9580" y="74859"/>
                  <a:pt x="9610" y="74800"/>
                </a:cubicBezTo>
                <a:cubicBezTo>
                  <a:pt x="9654" y="74785"/>
                  <a:pt x="9698" y="74756"/>
                  <a:pt x="9742" y="74726"/>
                </a:cubicBezTo>
                <a:close/>
                <a:moveTo>
                  <a:pt x="8771" y="74682"/>
                </a:moveTo>
                <a:lnTo>
                  <a:pt x="8771" y="74859"/>
                </a:lnTo>
                <a:cubicBezTo>
                  <a:pt x="8727" y="74874"/>
                  <a:pt x="8639" y="74903"/>
                  <a:pt x="8580" y="74918"/>
                </a:cubicBezTo>
                <a:cubicBezTo>
                  <a:pt x="8580" y="74874"/>
                  <a:pt x="8550" y="74815"/>
                  <a:pt x="8550" y="74756"/>
                </a:cubicBezTo>
                <a:cubicBezTo>
                  <a:pt x="8624" y="74741"/>
                  <a:pt x="8697" y="74712"/>
                  <a:pt x="8771" y="74682"/>
                </a:cubicBezTo>
                <a:close/>
                <a:moveTo>
                  <a:pt x="9286" y="74726"/>
                </a:moveTo>
                <a:lnTo>
                  <a:pt x="9286" y="74800"/>
                </a:lnTo>
                <a:cubicBezTo>
                  <a:pt x="9286" y="74815"/>
                  <a:pt x="9286" y="74829"/>
                  <a:pt x="9271" y="74874"/>
                </a:cubicBezTo>
                <a:cubicBezTo>
                  <a:pt x="9213" y="74888"/>
                  <a:pt x="9168" y="74918"/>
                  <a:pt x="9110" y="74947"/>
                </a:cubicBezTo>
                <a:lnTo>
                  <a:pt x="9110" y="74800"/>
                </a:lnTo>
                <a:cubicBezTo>
                  <a:pt x="9183" y="74785"/>
                  <a:pt x="9242" y="74741"/>
                  <a:pt x="9286" y="74726"/>
                </a:cubicBezTo>
                <a:close/>
                <a:moveTo>
                  <a:pt x="9889" y="74859"/>
                </a:moveTo>
                <a:lnTo>
                  <a:pt x="9889" y="74859"/>
                </a:lnTo>
                <a:cubicBezTo>
                  <a:pt x="9875" y="74888"/>
                  <a:pt x="9875" y="74903"/>
                  <a:pt x="9860" y="74947"/>
                </a:cubicBezTo>
                <a:cubicBezTo>
                  <a:pt x="9831" y="74947"/>
                  <a:pt x="9786" y="74962"/>
                  <a:pt x="9742" y="75006"/>
                </a:cubicBezTo>
                <a:cubicBezTo>
                  <a:pt x="9772" y="74962"/>
                  <a:pt x="9772" y="74947"/>
                  <a:pt x="9786" y="74903"/>
                </a:cubicBezTo>
                <a:lnTo>
                  <a:pt x="9889" y="74859"/>
                </a:lnTo>
                <a:close/>
                <a:moveTo>
                  <a:pt x="7844" y="74741"/>
                </a:moveTo>
                <a:cubicBezTo>
                  <a:pt x="7859" y="74800"/>
                  <a:pt x="7873" y="74874"/>
                  <a:pt x="7888" y="74932"/>
                </a:cubicBezTo>
                <a:cubicBezTo>
                  <a:pt x="7814" y="74962"/>
                  <a:pt x="7741" y="74977"/>
                  <a:pt x="7667" y="75021"/>
                </a:cubicBezTo>
                <a:cubicBezTo>
                  <a:pt x="7653" y="74947"/>
                  <a:pt x="7638" y="74888"/>
                  <a:pt x="7623" y="74829"/>
                </a:cubicBezTo>
                <a:cubicBezTo>
                  <a:pt x="7697" y="74800"/>
                  <a:pt x="7770" y="74785"/>
                  <a:pt x="7844" y="74741"/>
                </a:cubicBezTo>
                <a:close/>
                <a:moveTo>
                  <a:pt x="9992" y="74932"/>
                </a:moveTo>
                <a:lnTo>
                  <a:pt x="9992" y="74932"/>
                </a:lnTo>
                <a:cubicBezTo>
                  <a:pt x="9978" y="74962"/>
                  <a:pt x="9978" y="74962"/>
                  <a:pt x="9948" y="74977"/>
                </a:cubicBezTo>
                <a:cubicBezTo>
                  <a:pt x="9934" y="75006"/>
                  <a:pt x="9919" y="75021"/>
                  <a:pt x="9904" y="75021"/>
                </a:cubicBezTo>
                <a:cubicBezTo>
                  <a:pt x="9904" y="75006"/>
                  <a:pt x="9919" y="74977"/>
                  <a:pt x="9919" y="74962"/>
                </a:cubicBezTo>
                <a:cubicBezTo>
                  <a:pt x="9934" y="74947"/>
                  <a:pt x="9948" y="74947"/>
                  <a:pt x="9992" y="74932"/>
                </a:cubicBezTo>
                <a:close/>
                <a:moveTo>
                  <a:pt x="8477" y="74800"/>
                </a:moveTo>
                <a:cubicBezTo>
                  <a:pt x="8477" y="74859"/>
                  <a:pt x="8506" y="74903"/>
                  <a:pt x="8506" y="74962"/>
                </a:cubicBezTo>
                <a:cubicBezTo>
                  <a:pt x="8418" y="74977"/>
                  <a:pt x="8374" y="75021"/>
                  <a:pt x="8300" y="75035"/>
                </a:cubicBezTo>
                <a:cubicBezTo>
                  <a:pt x="8300" y="74977"/>
                  <a:pt x="8285" y="74918"/>
                  <a:pt x="8256" y="74859"/>
                </a:cubicBezTo>
                <a:cubicBezTo>
                  <a:pt x="8359" y="74859"/>
                  <a:pt x="8403" y="74815"/>
                  <a:pt x="8477" y="74800"/>
                </a:cubicBezTo>
                <a:close/>
                <a:moveTo>
                  <a:pt x="9492" y="74829"/>
                </a:moveTo>
                <a:lnTo>
                  <a:pt x="9492" y="74829"/>
                </a:lnTo>
                <a:cubicBezTo>
                  <a:pt x="9477" y="74874"/>
                  <a:pt x="9477" y="74903"/>
                  <a:pt x="9448" y="74962"/>
                </a:cubicBezTo>
                <a:cubicBezTo>
                  <a:pt x="9433" y="75006"/>
                  <a:pt x="9374" y="75021"/>
                  <a:pt x="9330" y="75035"/>
                </a:cubicBezTo>
                <a:cubicBezTo>
                  <a:pt x="9330" y="75006"/>
                  <a:pt x="9345" y="74962"/>
                  <a:pt x="9345" y="74903"/>
                </a:cubicBezTo>
                <a:cubicBezTo>
                  <a:pt x="9404" y="74888"/>
                  <a:pt x="9448" y="74859"/>
                  <a:pt x="9492" y="74829"/>
                </a:cubicBezTo>
                <a:close/>
                <a:moveTo>
                  <a:pt x="9036" y="74829"/>
                </a:moveTo>
                <a:lnTo>
                  <a:pt x="9036" y="74947"/>
                </a:lnTo>
                <a:lnTo>
                  <a:pt x="9036" y="74977"/>
                </a:lnTo>
                <a:cubicBezTo>
                  <a:pt x="8977" y="75006"/>
                  <a:pt x="8918" y="75035"/>
                  <a:pt x="8874" y="75050"/>
                </a:cubicBezTo>
                <a:lnTo>
                  <a:pt x="8874" y="74903"/>
                </a:lnTo>
                <a:cubicBezTo>
                  <a:pt x="8918" y="74888"/>
                  <a:pt x="8977" y="74859"/>
                  <a:pt x="9036" y="74829"/>
                </a:cubicBezTo>
                <a:close/>
                <a:moveTo>
                  <a:pt x="9698" y="74947"/>
                </a:moveTo>
                <a:lnTo>
                  <a:pt x="9698" y="74947"/>
                </a:lnTo>
                <a:cubicBezTo>
                  <a:pt x="9683" y="74977"/>
                  <a:pt x="9683" y="75021"/>
                  <a:pt x="9654" y="75035"/>
                </a:cubicBezTo>
                <a:cubicBezTo>
                  <a:pt x="9610" y="75080"/>
                  <a:pt x="9566" y="75109"/>
                  <a:pt x="9536" y="75124"/>
                </a:cubicBezTo>
                <a:cubicBezTo>
                  <a:pt x="9551" y="75094"/>
                  <a:pt x="9551" y="75050"/>
                  <a:pt x="9566" y="75021"/>
                </a:cubicBezTo>
                <a:cubicBezTo>
                  <a:pt x="9610" y="75006"/>
                  <a:pt x="9654" y="74977"/>
                  <a:pt x="9698" y="74947"/>
                </a:cubicBezTo>
                <a:close/>
                <a:moveTo>
                  <a:pt x="9271" y="74962"/>
                </a:moveTo>
                <a:cubicBezTo>
                  <a:pt x="9271" y="75006"/>
                  <a:pt x="9257" y="75050"/>
                  <a:pt x="9257" y="75094"/>
                </a:cubicBezTo>
                <a:cubicBezTo>
                  <a:pt x="9198" y="75109"/>
                  <a:pt x="9139" y="75153"/>
                  <a:pt x="9095" y="75168"/>
                </a:cubicBezTo>
                <a:cubicBezTo>
                  <a:pt x="9095" y="75124"/>
                  <a:pt x="9095" y="75080"/>
                  <a:pt x="9110" y="75035"/>
                </a:cubicBezTo>
                <a:cubicBezTo>
                  <a:pt x="9154" y="75021"/>
                  <a:pt x="9213" y="74977"/>
                  <a:pt x="9271" y="74962"/>
                </a:cubicBezTo>
                <a:close/>
                <a:moveTo>
                  <a:pt x="8182" y="74903"/>
                </a:moveTo>
                <a:cubicBezTo>
                  <a:pt x="8197" y="74962"/>
                  <a:pt x="8197" y="75021"/>
                  <a:pt x="8197" y="75094"/>
                </a:cubicBezTo>
                <a:cubicBezTo>
                  <a:pt x="8124" y="75124"/>
                  <a:pt x="8079" y="75153"/>
                  <a:pt x="8006" y="75183"/>
                </a:cubicBezTo>
                <a:cubicBezTo>
                  <a:pt x="8020" y="75109"/>
                  <a:pt x="8006" y="75035"/>
                  <a:pt x="7991" y="74977"/>
                </a:cubicBezTo>
                <a:cubicBezTo>
                  <a:pt x="8065" y="74947"/>
                  <a:pt x="8138" y="74932"/>
                  <a:pt x="8182" y="74903"/>
                </a:cubicBezTo>
                <a:close/>
                <a:moveTo>
                  <a:pt x="8771" y="74947"/>
                </a:moveTo>
                <a:lnTo>
                  <a:pt x="8771" y="75094"/>
                </a:lnTo>
                <a:lnTo>
                  <a:pt x="8771" y="75109"/>
                </a:lnTo>
                <a:cubicBezTo>
                  <a:pt x="8727" y="75124"/>
                  <a:pt x="8639" y="75168"/>
                  <a:pt x="8594" y="75183"/>
                </a:cubicBezTo>
                <a:cubicBezTo>
                  <a:pt x="8594" y="75124"/>
                  <a:pt x="8594" y="75080"/>
                  <a:pt x="8580" y="75021"/>
                </a:cubicBezTo>
                <a:cubicBezTo>
                  <a:pt x="8639" y="75006"/>
                  <a:pt x="8697" y="74962"/>
                  <a:pt x="8771" y="74947"/>
                </a:cubicBezTo>
                <a:close/>
                <a:moveTo>
                  <a:pt x="9786" y="75050"/>
                </a:moveTo>
                <a:cubicBezTo>
                  <a:pt x="9786" y="75080"/>
                  <a:pt x="9772" y="75109"/>
                  <a:pt x="9772" y="75124"/>
                </a:cubicBezTo>
                <a:cubicBezTo>
                  <a:pt x="9728" y="75153"/>
                  <a:pt x="9713" y="75168"/>
                  <a:pt x="9683" y="75183"/>
                </a:cubicBezTo>
                <a:cubicBezTo>
                  <a:pt x="9683" y="75168"/>
                  <a:pt x="9698" y="75124"/>
                  <a:pt x="9698" y="75109"/>
                </a:cubicBezTo>
                <a:cubicBezTo>
                  <a:pt x="9728" y="75094"/>
                  <a:pt x="9742" y="75080"/>
                  <a:pt x="9786" y="75050"/>
                </a:cubicBezTo>
                <a:close/>
                <a:moveTo>
                  <a:pt x="9433" y="75080"/>
                </a:moveTo>
                <a:lnTo>
                  <a:pt x="9433" y="75080"/>
                </a:lnTo>
                <a:cubicBezTo>
                  <a:pt x="9419" y="75109"/>
                  <a:pt x="9419" y="75153"/>
                  <a:pt x="9404" y="75183"/>
                </a:cubicBezTo>
                <a:cubicBezTo>
                  <a:pt x="9360" y="75197"/>
                  <a:pt x="9316" y="75241"/>
                  <a:pt x="9271" y="75256"/>
                </a:cubicBezTo>
                <a:cubicBezTo>
                  <a:pt x="9316" y="75227"/>
                  <a:pt x="9316" y="75183"/>
                  <a:pt x="9316" y="75153"/>
                </a:cubicBezTo>
                <a:cubicBezTo>
                  <a:pt x="9345" y="75124"/>
                  <a:pt x="9404" y="75094"/>
                  <a:pt x="9433" y="75080"/>
                </a:cubicBezTo>
                <a:close/>
                <a:moveTo>
                  <a:pt x="7903" y="75006"/>
                </a:moveTo>
                <a:cubicBezTo>
                  <a:pt x="7932" y="75050"/>
                  <a:pt x="7932" y="75124"/>
                  <a:pt x="7947" y="75183"/>
                </a:cubicBezTo>
                <a:cubicBezTo>
                  <a:pt x="7873" y="75227"/>
                  <a:pt x="7814" y="75241"/>
                  <a:pt x="7741" y="75271"/>
                </a:cubicBezTo>
                <a:cubicBezTo>
                  <a:pt x="7726" y="75227"/>
                  <a:pt x="7711" y="75168"/>
                  <a:pt x="7711" y="75094"/>
                </a:cubicBezTo>
                <a:cubicBezTo>
                  <a:pt x="7785" y="75050"/>
                  <a:pt x="7859" y="75035"/>
                  <a:pt x="7903" y="75006"/>
                </a:cubicBezTo>
                <a:close/>
                <a:moveTo>
                  <a:pt x="9006" y="75080"/>
                </a:moveTo>
                <a:cubicBezTo>
                  <a:pt x="9006" y="75124"/>
                  <a:pt x="8992" y="75168"/>
                  <a:pt x="8992" y="75227"/>
                </a:cubicBezTo>
                <a:cubicBezTo>
                  <a:pt x="8948" y="75241"/>
                  <a:pt x="8889" y="75271"/>
                  <a:pt x="8830" y="75300"/>
                </a:cubicBezTo>
                <a:lnTo>
                  <a:pt x="8830" y="75153"/>
                </a:lnTo>
                <a:cubicBezTo>
                  <a:pt x="8903" y="75124"/>
                  <a:pt x="8962" y="75094"/>
                  <a:pt x="9006" y="75080"/>
                </a:cubicBezTo>
                <a:close/>
                <a:moveTo>
                  <a:pt x="8506" y="75050"/>
                </a:moveTo>
                <a:cubicBezTo>
                  <a:pt x="8506" y="75109"/>
                  <a:pt x="8506" y="75168"/>
                  <a:pt x="8521" y="75227"/>
                </a:cubicBezTo>
                <a:cubicBezTo>
                  <a:pt x="8462" y="75256"/>
                  <a:pt x="8388" y="75271"/>
                  <a:pt x="8330" y="75315"/>
                </a:cubicBezTo>
                <a:cubicBezTo>
                  <a:pt x="8330" y="75256"/>
                  <a:pt x="8315" y="75197"/>
                  <a:pt x="8315" y="75153"/>
                </a:cubicBezTo>
                <a:cubicBezTo>
                  <a:pt x="8374" y="75109"/>
                  <a:pt x="8447" y="75080"/>
                  <a:pt x="8506" y="75050"/>
                </a:cubicBezTo>
                <a:close/>
                <a:moveTo>
                  <a:pt x="9580" y="75183"/>
                </a:moveTo>
                <a:lnTo>
                  <a:pt x="9580" y="75183"/>
                </a:lnTo>
                <a:cubicBezTo>
                  <a:pt x="9566" y="75227"/>
                  <a:pt x="9566" y="75241"/>
                  <a:pt x="9551" y="75256"/>
                </a:cubicBezTo>
                <a:cubicBezTo>
                  <a:pt x="9536" y="75271"/>
                  <a:pt x="9492" y="75315"/>
                  <a:pt x="9463" y="75330"/>
                </a:cubicBezTo>
                <a:cubicBezTo>
                  <a:pt x="9477" y="75300"/>
                  <a:pt x="9477" y="75271"/>
                  <a:pt x="9477" y="75241"/>
                </a:cubicBezTo>
                <a:lnTo>
                  <a:pt x="9580" y="75183"/>
                </a:lnTo>
                <a:close/>
                <a:moveTo>
                  <a:pt x="9669" y="75256"/>
                </a:moveTo>
                <a:cubicBezTo>
                  <a:pt x="9683" y="75300"/>
                  <a:pt x="9683" y="75300"/>
                  <a:pt x="9654" y="75315"/>
                </a:cubicBezTo>
                <a:cubicBezTo>
                  <a:pt x="9639" y="75330"/>
                  <a:pt x="9625" y="75345"/>
                  <a:pt x="9610" y="75345"/>
                </a:cubicBezTo>
                <a:cubicBezTo>
                  <a:pt x="9610" y="75330"/>
                  <a:pt x="9625" y="75315"/>
                  <a:pt x="9625" y="75300"/>
                </a:cubicBezTo>
                <a:cubicBezTo>
                  <a:pt x="9639" y="75271"/>
                  <a:pt x="9654" y="75256"/>
                  <a:pt x="9669" y="75256"/>
                </a:cubicBezTo>
                <a:close/>
                <a:moveTo>
                  <a:pt x="9242" y="75183"/>
                </a:moveTo>
                <a:cubicBezTo>
                  <a:pt x="9242" y="75227"/>
                  <a:pt x="9213" y="75271"/>
                  <a:pt x="9198" y="75315"/>
                </a:cubicBezTo>
                <a:cubicBezTo>
                  <a:pt x="9139" y="75345"/>
                  <a:pt x="9110" y="75374"/>
                  <a:pt x="9065" y="75389"/>
                </a:cubicBezTo>
                <a:cubicBezTo>
                  <a:pt x="9065" y="75345"/>
                  <a:pt x="9095" y="75300"/>
                  <a:pt x="9095" y="75256"/>
                </a:cubicBezTo>
                <a:cubicBezTo>
                  <a:pt x="9139" y="75241"/>
                  <a:pt x="9183" y="75197"/>
                  <a:pt x="9242" y="75183"/>
                </a:cubicBezTo>
                <a:close/>
                <a:moveTo>
                  <a:pt x="8241" y="75168"/>
                </a:moveTo>
                <a:cubicBezTo>
                  <a:pt x="8241" y="75227"/>
                  <a:pt x="8256" y="75271"/>
                  <a:pt x="8256" y="75330"/>
                </a:cubicBezTo>
                <a:cubicBezTo>
                  <a:pt x="8212" y="75374"/>
                  <a:pt x="8138" y="75389"/>
                  <a:pt x="8079" y="75418"/>
                </a:cubicBezTo>
                <a:cubicBezTo>
                  <a:pt x="8079" y="75374"/>
                  <a:pt x="8065" y="75315"/>
                  <a:pt x="8065" y="75241"/>
                </a:cubicBezTo>
                <a:cubicBezTo>
                  <a:pt x="8109" y="75227"/>
                  <a:pt x="8168" y="75183"/>
                  <a:pt x="8241" y="75168"/>
                </a:cubicBezTo>
                <a:close/>
                <a:moveTo>
                  <a:pt x="8756" y="75197"/>
                </a:moveTo>
                <a:lnTo>
                  <a:pt x="8756" y="75345"/>
                </a:lnTo>
                <a:cubicBezTo>
                  <a:pt x="8697" y="75374"/>
                  <a:pt x="8639" y="75389"/>
                  <a:pt x="8594" y="75418"/>
                </a:cubicBezTo>
                <a:lnTo>
                  <a:pt x="8594" y="75271"/>
                </a:lnTo>
                <a:cubicBezTo>
                  <a:pt x="8639" y="75256"/>
                  <a:pt x="8697" y="75227"/>
                  <a:pt x="8756" y="75197"/>
                </a:cubicBezTo>
                <a:close/>
                <a:moveTo>
                  <a:pt x="9360" y="75315"/>
                </a:moveTo>
                <a:lnTo>
                  <a:pt x="9360" y="75315"/>
                </a:lnTo>
                <a:cubicBezTo>
                  <a:pt x="9345" y="75345"/>
                  <a:pt x="9345" y="75389"/>
                  <a:pt x="9330" y="75403"/>
                </a:cubicBezTo>
                <a:cubicBezTo>
                  <a:pt x="9316" y="75418"/>
                  <a:pt x="9271" y="75448"/>
                  <a:pt x="9242" y="75477"/>
                </a:cubicBezTo>
                <a:cubicBezTo>
                  <a:pt x="9242" y="75448"/>
                  <a:pt x="9257" y="75403"/>
                  <a:pt x="9257" y="75389"/>
                </a:cubicBezTo>
                <a:cubicBezTo>
                  <a:pt x="9286" y="75374"/>
                  <a:pt x="9330" y="75345"/>
                  <a:pt x="9360" y="75315"/>
                </a:cubicBezTo>
                <a:close/>
                <a:moveTo>
                  <a:pt x="9492" y="75389"/>
                </a:moveTo>
                <a:cubicBezTo>
                  <a:pt x="9492" y="75418"/>
                  <a:pt x="9477" y="75448"/>
                  <a:pt x="9477" y="75462"/>
                </a:cubicBezTo>
                <a:cubicBezTo>
                  <a:pt x="9463" y="75477"/>
                  <a:pt x="9419" y="75492"/>
                  <a:pt x="9404" y="75521"/>
                </a:cubicBezTo>
                <a:cubicBezTo>
                  <a:pt x="9404" y="75492"/>
                  <a:pt x="9419" y="75462"/>
                  <a:pt x="9419" y="75448"/>
                </a:cubicBezTo>
                <a:cubicBezTo>
                  <a:pt x="9433" y="75418"/>
                  <a:pt x="9477" y="75403"/>
                  <a:pt x="9492" y="75389"/>
                </a:cubicBezTo>
                <a:close/>
                <a:moveTo>
                  <a:pt x="8992" y="75330"/>
                </a:moveTo>
                <a:cubicBezTo>
                  <a:pt x="8992" y="75374"/>
                  <a:pt x="8977" y="75418"/>
                  <a:pt x="8977" y="75462"/>
                </a:cubicBezTo>
                <a:cubicBezTo>
                  <a:pt x="8918" y="75477"/>
                  <a:pt x="8874" y="75492"/>
                  <a:pt x="8830" y="75536"/>
                </a:cubicBezTo>
                <a:cubicBezTo>
                  <a:pt x="8830" y="75492"/>
                  <a:pt x="8830" y="75448"/>
                  <a:pt x="8845" y="75403"/>
                </a:cubicBezTo>
                <a:cubicBezTo>
                  <a:pt x="8903" y="75389"/>
                  <a:pt x="8962" y="75345"/>
                  <a:pt x="8992" y="75330"/>
                </a:cubicBezTo>
                <a:close/>
                <a:moveTo>
                  <a:pt x="7962" y="75271"/>
                </a:moveTo>
                <a:cubicBezTo>
                  <a:pt x="7976" y="75330"/>
                  <a:pt x="7976" y="75389"/>
                  <a:pt x="7976" y="75462"/>
                </a:cubicBezTo>
                <a:cubicBezTo>
                  <a:pt x="7932" y="75492"/>
                  <a:pt x="7859" y="75521"/>
                  <a:pt x="7800" y="75551"/>
                </a:cubicBezTo>
                <a:cubicBezTo>
                  <a:pt x="7785" y="75477"/>
                  <a:pt x="7785" y="75418"/>
                  <a:pt x="7770" y="75374"/>
                </a:cubicBezTo>
                <a:cubicBezTo>
                  <a:pt x="7844" y="75330"/>
                  <a:pt x="7888" y="75315"/>
                  <a:pt x="7962" y="75271"/>
                </a:cubicBezTo>
                <a:close/>
                <a:moveTo>
                  <a:pt x="8521" y="75300"/>
                </a:moveTo>
                <a:lnTo>
                  <a:pt x="8521" y="75462"/>
                </a:lnTo>
                <a:cubicBezTo>
                  <a:pt x="8462" y="75492"/>
                  <a:pt x="8403" y="75521"/>
                  <a:pt x="8359" y="75551"/>
                </a:cubicBezTo>
                <a:lnTo>
                  <a:pt x="8359" y="75389"/>
                </a:lnTo>
                <a:cubicBezTo>
                  <a:pt x="8388" y="75345"/>
                  <a:pt x="8462" y="75330"/>
                  <a:pt x="8521" y="75300"/>
                </a:cubicBezTo>
                <a:close/>
                <a:moveTo>
                  <a:pt x="9183" y="75418"/>
                </a:moveTo>
                <a:lnTo>
                  <a:pt x="9183" y="75418"/>
                </a:lnTo>
                <a:cubicBezTo>
                  <a:pt x="9168" y="75462"/>
                  <a:pt x="9168" y="75492"/>
                  <a:pt x="9139" y="75536"/>
                </a:cubicBezTo>
                <a:cubicBezTo>
                  <a:pt x="9110" y="75551"/>
                  <a:pt x="9065" y="75595"/>
                  <a:pt x="9036" y="75609"/>
                </a:cubicBezTo>
                <a:cubicBezTo>
                  <a:pt x="9036" y="75565"/>
                  <a:pt x="9036" y="75536"/>
                  <a:pt x="9051" y="75492"/>
                </a:cubicBezTo>
                <a:cubicBezTo>
                  <a:pt x="9095" y="75477"/>
                  <a:pt x="9139" y="75448"/>
                  <a:pt x="9183" y="75418"/>
                </a:cubicBezTo>
                <a:close/>
                <a:moveTo>
                  <a:pt x="8756" y="75418"/>
                </a:moveTo>
                <a:cubicBezTo>
                  <a:pt x="8756" y="75477"/>
                  <a:pt x="8756" y="75521"/>
                  <a:pt x="8742" y="75565"/>
                </a:cubicBezTo>
                <a:cubicBezTo>
                  <a:pt x="8683" y="75609"/>
                  <a:pt x="8653" y="75624"/>
                  <a:pt x="8594" y="75668"/>
                </a:cubicBezTo>
                <a:lnTo>
                  <a:pt x="8594" y="75521"/>
                </a:lnTo>
                <a:cubicBezTo>
                  <a:pt x="8639" y="75477"/>
                  <a:pt x="8697" y="75462"/>
                  <a:pt x="8756" y="75418"/>
                </a:cubicBezTo>
                <a:close/>
                <a:moveTo>
                  <a:pt x="8256" y="75418"/>
                </a:moveTo>
                <a:lnTo>
                  <a:pt x="8256" y="75595"/>
                </a:lnTo>
                <a:cubicBezTo>
                  <a:pt x="8212" y="75624"/>
                  <a:pt x="8153" y="75639"/>
                  <a:pt x="8094" y="75683"/>
                </a:cubicBezTo>
                <a:cubicBezTo>
                  <a:pt x="8094" y="75624"/>
                  <a:pt x="8079" y="75565"/>
                  <a:pt x="8079" y="75521"/>
                </a:cubicBezTo>
                <a:cubicBezTo>
                  <a:pt x="8138" y="75477"/>
                  <a:pt x="8212" y="75448"/>
                  <a:pt x="8256" y="75418"/>
                </a:cubicBezTo>
                <a:close/>
                <a:moveTo>
                  <a:pt x="9286" y="75536"/>
                </a:moveTo>
                <a:cubicBezTo>
                  <a:pt x="9271" y="75551"/>
                  <a:pt x="9271" y="75595"/>
                  <a:pt x="9257" y="75609"/>
                </a:cubicBezTo>
                <a:cubicBezTo>
                  <a:pt x="9257" y="75624"/>
                  <a:pt x="9213" y="75639"/>
                  <a:pt x="9183" y="75683"/>
                </a:cubicBezTo>
                <a:cubicBezTo>
                  <a:pt x="9183" y="75639"/>
                  <a:pt x="9198" y="75624"/>
                  <a:pt x="9198" y="75595"/>
                </a:cubicBezTo>
                <a:cubicBezTo>
                  <a:pt x="9242" y="75565"/>
                  <a:pt x="9271" y="75551"/>
                  <a:pt x="9286" y="75536"/>
                </a:cubicBezTo>
                <a:close/>
                <a:moveTo>
                  <a:pt x="9404" y="75609"/>
                </a:moveTo>
                <a:lnTo>
                  <a:pt x="9404" y="75609"/>
                </a:lnTo>
                <a:cubicBezTo>
                  <a:pt x="9374" y="75624"/>
                  <a:pt x="9374" y="75639"/>
                  <a:pt x="9374" y="75668"/>
                </a:cubicBezTo>
                <a:cubicBezTo>
                  <a:pt x="9360" y="75683"/>
                  <a:pt x="9345" y="75683"/>
                  <a:pt x="9330" y="75698"/>
                </a:cubicBezTo>
                <a:cubicBezTo>
                  <a:pt x="9330" y="75683"/>
                  <a:pt x="9345" y="75668"/>
                  <a:pt x="9345" y="75639"/>
                </a:cubicBezTo>
                <a:cubicBezTo>
                  <a:pt x="9360" y="75624"/>
                  <a:pt x="9374" y="75624"/>
                  <a:pt x="9404" y="75609"/>
                </a:cubicBezTo>
                <a:close/>
                <a:moveTo>
                  <a:pt x="8948" y="75551"/>
                </a:moveTo>
                <a:cubicBezTo>
                  <a:pt x="8948" y="75595"/>
                  <a:pt x="8918" y="75624"/>
                  <a:pt x="8918" y="75683"/>
                </a:cubicBezTo>
                <a:cubicBezTo>
                  <a:pt x="8889" y="75698"/>
                  <a:pt x="8845" y="75712"/>
                  <a:pt x="8800" y="75757"/>
                </a:cubicBezTo>
                <a:cubicBezTo>
                  <a:pt x="8800" y="75712"/>
                  <a:pt x="8815" y="75668"/>
                  <a:pt x="8815" y="75624"/>
                </a:cubicBezTo>
                <a:cubicBezTo>
                  <a:pt x="8845" y="75609"/>
                  <a:pt x="8903" y="75565"/>
                  <a:pt x="8948" y="75551"/>
                </a:cubicBezTo>
                <a:close/>
                <a:moveTo>
                  <a:pt x="8006" y="75536"/>
                </a:moveTo>
                <a:cubicBezTo>
                  <a:pt x="8006" y="75595"/>
                  <a:pt x="8020" y="75639"/>
                  <a:pt x="8020" y="75698"/>
                </a:cubicBezTo>
                <a:cubicBezTo>
                  <a:pt x="7962" y="75727"/>
                  <a:pt x="7903" y="75757"/>
                  <a:pt x="7829" y="75786"/>
                </a:cubicBezTo>
                <a:cubicBezTo>
                  <a:pt x="7844" y="75757"/>
                  <a:pt x="7844" y="75698"/>
                  <a:pt x="7814" y="75639"/>
                </a:cubicBezTo>
                <a:cubicBezTo>
                  <a:pt x="7873" y="75595"/>
                  <a:pt x="7947" y="75565"/>
                  <a:pt x="8006" y="75536"/>
                </a:cubicBezTo>
                <a:close/>
                <a:moveTo>
                  <a:pt x="8521" y="75565"/>
                </a:moveTo>
                <a:lnTo>
                  <a:pt x="8521" y="75712"/>
                </a:lnTo>
                <a:cubicBezTo>
                  <a:pt x="8462" y="75742"/>
                  <a:pt x="8403" y="75757"/>
                  <a:pt x="8359" y="75786"/>
                </a:cubicBezTo>
                <a:lnTo>
                  <a:pt x="8359" y="75639"/>
                </a:lnTo>
                <a:cubicBezTo>
                  <a:pt x="8403" y="75624"/>
                  <a:pt x="8462" y="75595"/>
                  <a:pt x="8521" y="75565"/>
                </a:cubicBezTo>
                <a:close/>
                <a:moveTo>
                  <a:pt x="9110" y="75668"/>
                </a:moveTo>
                <a:lnTo>
                  <a:pt x="9110" y="75668"/>
                </a:lnTo>
                <a:cubicBezTo>
                  <a:pt x="9095" y="75698"/>
                  <a:pt x="9095" y="75742"/>
                  <a:pt x="9065" y="75757"/>
                </a:cubicBezTo>
                <a:cubicBezTo>
                  <a:pt x="9051" y="75771"/>
                  <a:pt x="9006" y="75786"/>
                  <a:pt x="8977" y="75830"/>
                </a:cubicBezTo>
                <a:cubicBezTo>
                  <a:pt x="8977" y="75786"/>
                  <a:pt x="8992" y="75757"/>
                  <a:pt x="8992" y="75742"/>
                </a:cubicBezTo>
                <a:cubicBezTo>
                  <a:pt x="9036" y="75712"/>
                  <a:pt x="9065" y="75683"/>
                  <a:pt x="9110" y="75668"/>
                </a:cubicBezTo>
                <a:close/>
                <a:moveTo>
                  <a:pt x="9213" y="75742"/>
                </a:moveTo>
                <a:cubicBezTo>
                  <a:pt x="9213" y="75771"/>
                  <a:pt x="9198" y="75786"/>
                  <a:pt x="9198" y="75815"/>
                </a:cubicBezTo>
                <a:cubicBezTo>
                  <a:pt x="9183" y="75830"/>
                  <a:pt x="9139" y="75845"/>
                  <a:pt x="9124" y="75860"/>
                </a:cubicBezTo>
                <a:cubicBezTo>
                  <a:pt x="9124" y="75845"/>
                  <a:pt x="9139" y="75830"/>
                  <a:pt x="9139" y="75786"/>
                </a:cubicBezTo>
                <a:cubicBezTo>
                  <a:pt x="9154" y="75771"/>
                  <a:pt x="9198" y="75757"/>
                  <a:pt x="9213" y="75742"/>
                </a:cubicBezTo>
                <a:close/>
                <a:moveTo>
                  <a:pt x="8742" y="75683"/>
                </a:moveTo>
                <a:cubicBezTo>
                  <a:pt x="8742" y="75712"/>
                  <a:pt x="8727" y="75771"/>
                  <a:pt x="8727" y="75815"/>
                </a:cubicBezTo>
                <a:cubicBezTo>
                  <a:pt x="8668" y="75830"/>
                  <a:pt x="8624" y="75860"/>
                  <a:pt x="8580" y="75889"/>
                </a:cubicBezTo>
                <a:cubicBezTo>
                  <a:pt x="8580" y="75845"/>
                  <a:pt x="8580" y="75786"/>
                  <a:pt x="8594" y="75757"/>
                </a:cubicBezTo>
                <a:cubicBezTo>
                  <a:pt x="8639" y="75742"/>
                  <a:pt x="8683" y="75698"/>
                  <a:pt x="8742" y="75683"/>
                </a:cubicBezTo>
                <a:close/>
                <a:moveTo>
                  <a:pt x="8271" y="75683"/>
                </a:moveTo>
                <a:lnTo>
                  <a:pt x="8271" y="75845"/>
                </a:lnTo>
                <a:cubicBezTo>
                  <a:pt x="8256" y="75860"/>
                  <a:pt x="8241" y="75860"/>
                  <a:pt x="8227" y="75889"/>
                </a:cubicBezTo>
                <a:lnTo>
                  <a:pt x="8109" y="75933"/>
                </a:lnTo>
                <a:cubicBezTo>
                  <a:pt x="8109" y="75889"/>
                  <a:pt x="8109" y="75830"/>
                  <a:pt x="8094" y="75771"/>
                </a:cubicBezTo>
                <a:cubicBezTo>
                  <a:pt x="8168" y="75742"/>
                  <a:pt x="8227" y="75698"/>
                  <a:pt x="8271" y="75683"/>
                </a:cubicBezTo>
                <a:close/>
                <a:moveTo>
                  <a:pt x="8903" y="75786"/>
                </a:moveTo>
                <a:cubicBezTo>
                  <a:pt x="8903" y="75830"/>
                  <a:pt x="8889" y="75860"/>
                  <a:pt x="8889" y="75904"/>
                </a:cubicBezTo>
                <a:cubicBezTo>
                  <a:pt x="8845" y="75918"/>
                  <a:pt x="8815" y="75963"/>
                  <a:pt x="8771" y="75977"/>
                </a:cubicBezTo>
                <a:lnTo>
                  <a:pt x="8771" y="75860"/>
                </a:lnTo>
                <a:cubicBezTo>
                  <a:pt x="8815" y="75845"/>
                  <a:pt x="8845" y="75815"/>
                  <a:pt x="8903" y="75786"/>
                </a:cubicBezTo>
                <a:close/>
                <a:moveTo>
                  <a:pt x="8506" y="75815"/>
                </a:moveTo>
                <a:cubicBezTo>
                  <a:pt x="8506" y="75860"/>
                  <a:pt x="8506" y="75904"/>
                  <a:pt x="8477" y="75963"/>
                </a:cubicBezTo>
                <a:cubicBezTo>
                  <a:pt x="8447" y="75977"/>
                  <a:pt x="8388" y="75992"/>
                  <a:pt x="8359" y="76036"/>
                </a:cubicBezTo>
                <a:lnTo>
                  <a:pt x="8359" y="75889"/>
                </a:lnTo>
                <a:cubicBezTo>
                  <a:pt x="8403" y="75860"/>
                  <a:pt x="8447" y="75830"/>
                  <a:pt x="8506" y="75815"/>
                </a:cubicBezTo>
                <a:close/>
                <a:moveTo>
                  <a:pt x="9036" y="75889"/>
                </a:moveTo>
                <a:lnTo>
                  <a:pt x="9036" y="75889"/>
                </a:lnTo>
                <a:cubicBezTo>
                  <a:pt x="9006" y="75918"/>
                  <a:pt x="9006" y="75933"/>
                  <a:pt x="8992" y="75977"/>
                </a:cubicBezTo>
                <a:cubicBezTo>
                  <a:pt x="8977" y="75977"/>
                  <a:pt x="8962" y="76007"/>
                  <a:pt x="8918" y="76036"/>
                </a:cubicBezTo>
                <a:cubicBezTo>
                  <a:pt x="8918" y="75992"/>
                  <a:pt x="8933" y="75977"/>
                  <a:pt x="8933" y="75933"/>
                </a:cubicBezTo>
                <a:cubicBezTo>
                  <a:pt x="8977" y="75918"/>
                  <a:pt x="8992" y="75904"/>
                  <a:pt x="9036" y="75889"/>
                </a:cubicBezTo>
                <a:close/>
                <a:moveTo>
                  <a:pt x="8020" y="75786"/>
                </a:moveTo>
                <a:lnTo>
                  <a:pt x="8020" y="75963"/>
                </a:lnTo>
                <a:cubicBezTo>
                  <a:pt x="7962" y="75992"/>
                  <a:pt x="7917" y="76007"/>
                  <a:pt x="7859" y="76051"/>
                </a:cubicBezTo>
                <a:cubicBezTo>
                  <a:pt x="7859" y="75992"/>
                  <a:pt x="7844" y="75933"/>
                  <a:pt x="7844" y="75889"/>
                </a:cubicBezTo>
                <a:cubicBezTo>
                  <a:pt x="7903" y="75860"/>
                  <a:pt x="7962" y="75830"/>
                  <a:pt x="8020" y="75786"/>
                </a:cubicBezTo>
                <a:close/>
                <a:moveTo>
                  <a:pt x="9124" y="75977"/>
                </a:moveTo>
                <a:lnTo>
                  <a:pt x="9124" y="75977"/>
                </a:lnTo>
                <a:cubicBezTo>
                  <a:pt x="9124" y="75978"/>
                  <a:pt x="9110" y="75992"/>
                  <a:pt x="9110" y="76007"/>
                </a:cubicBezTo>
                <a:cubicBezTo>
                  <a:pt x="9095" y="76036"/>
                  <a:pt x="9065" y="76051"/>
                  <a:pt x="9051" y="76051"/>
                </a:cubicBezTo>
                <a:cubicBezTo>
                  <a:pt x="9051" y="76021"/>
                  <a:pt x="9065" y="76007"/>
                  <a:pt x="9065" y="76007"/>
                </a:cubicBezTo>
                <a:cubicBezTo>
                  <a:pt x="9080" y="75992"/>
                  <a:pt x="9109" y="75992"/>
                  <a:pt x="9124" y="75977"/>
                </a:cubicBezTo>
                <a:close/>
                <a:moveTo>
                  <a:pt x="8697" y="75918"/>
                </a:moveTo>
                <a:cubicBezTo>
                  <a:pt x="8697" y="75963"/>
                  <a:pt x="8683" y="75992"/>
                  <a:pt x="8683" y="76051"/>
                </a:cubicBezTo>
                <a:cubicBezTo>
                  <a:pt x="8624" y="76066"/>
                  <a:pt x="8594" y="76080"/>
                  <a:pt x="8550" y="76124"/>
                </a:cubicBezTo>
                <a:cubicBezTo>
                  <a:pt x="8550" y="76080"/>
                  <a:pt x="8565" y="76036"/>
                  <a:pt x="8565" y="75992"/>
                </a:cubicBezTo>
                <a:cubicBezTo>
                  <a:pt x="8609" y="75977"/>
                  <a:pt x="8668" y="75933"/>
                  <a:pt x="8697" y="75918"/>
                </a:cubicBezTo>
                <a:close/>
                <a:moveTo>
                  <a:pt x="8271" y="75933"/>
                </a:moveTo>
                <a:lnTo>
                  <a:pt x="8271" y="76080"/>
                </a:lnTo>
                <a:cubicBezTo>
                  <a:pt x="8227" y="76110"/>
                  <a:pt x="8168" y="76139"/>
                  <a:pt x="8109" y="76154"/>
                </a:cubicBezTo>
                <a:lnTo>
                  <a:pt x="8109" y="76007"/>
                </a:lnTo>
                <a:cubicBezTo>
                  <a:pt x="8168" y="75992"/>
                  <a:pt x="8212" y="75963"/>
                  <a:pt x="8256" y="75933"/>
                </a:cubicBezTo>
                <a:close/>
                <a:moveTo>
                  <a:pt x="8845" y="76007"/>
                </a:moveTo>
                <a:cubicBezTo>
                  <a:pt x="8845" y="76051"/>
                  <a:pt x="8830" y="76080"/>
                  <a:pt x="8830" y="76110"/>
                </a:cubicBezTo>
                <a:cubicBezTo>
                  <a:pt x="8800" y="76139"/>
                  <a:pt x="8756" y="76154"/>
                  <a:pt x="8727" y="76183"/>
                </a:cubicBezTo>
                <a:cubicBezTo>
                  <a:pt x="8727" y="76139"/>
                  <a:pt x="8742" y="76110"/>
                  <a:pt x="8742" y="76080"/>
                </a:cubicBezTo>
                <a:cubicBezTo>
                  <a:pt x="8771" y="76066"/>
                  <a:pt x="8815" y="76036"/>
                  <a:pt x="8845" y="76007"/>
                </a:cubicBezTo>
                <a:close/>
                <a:moveTo>
                  <a:pt x="8962" y="76110"/>
                </a:moveTo>
                <a:lnTo>
                  <a:pt x="8962" y="76110"/>
                </a:lnTo>
                <a:cubicBezTo>
                  <a:pt x="8948" y="76124"/>
                  <a:pt x="8948" y="76139"/>
                  <a:pt x="8918" y="76183"/>
                </a:cubicBezTo>
                <a:lnTo>
                  <a:pt x="8874" y="76227"/>
                </a:lnTo>
                <a:cubicBezTo>
                  <a:pt x="8874" y="76213"/>
                  <a:pt x="8889" y="76198"/>
                  <a:pt x="8889" y="76154"/>
                </a:cubicBezTo>
                <a:cubicBezTo>
                  <a:pt x="8903" y="76139"/>
                  <a:pt x="8918" y="76124"/>
                  <a:pt x="8962" y="76110"/>
                </a:cubicBezTo>
                <a:close/>
                <a:moveTo>
                  <a:pt x="8477" y="76051"/>
                </a:moveTo>
                <a:cubicBezTo>
                  <a:pt x="8477" y="76080"/>
                  <a:pt x="8462" y="76139"/>
                  <a:pt x="8462" y="76183"/>
                </a:cubicBezTo>
                <a:cubicBezTo>
                  <a:pt x="8433" y="76213"/>
                  <a:pt x="8374" y="76227"/>
                  <a:pt x="8330" y="76272"/>
                </a:cubicBezTo>
                <a:cubicBezTo>
                  <a:pt x="8330" y="76213"/>
                  <a:pt x="8359" y="76183"/>
                  <a:pt x="8359" y="76124"/>
                </a:cubicBezTo>
                <a:cubicBezTo>
                  <a:pt x="8388" y="76110"/>
                  <a:pt x="8447" y="76066"/>
                  <a:pt x="8477" y="76051"/>
                </a:cubicBezTo>
                <a:close/>
                <a:moveTo>
                  <a:pt x="8035" y="76051"/>
                </a:moveTo>
                <a:lnTo>
                  <a:pt x="8035" y="76213"/>
                </a:lnTo>
                <a:cubicBezTo>
                  <a:pt x="8006" y="76227"/>
                  <a:pt x="7947" y="76272"/>
                  <a:pt x="7903" y="76286"/>
                </a:cubicBezTo>
                <a:lnTo>
                  <a:pt x="7888" y="76286"/>
                </a:lnTo>
                <a:cubicBezTo>
                  <a:pt x="7888" y="76227"/>
                  <a:pt x="7888" y="76169"/>
                  <a:pt x="7873" y="76124"/>
                </a:cubicBezTo>
                <a:cubicBezTo>
                  <a:pt x="7932" y="76124"/>
                  <a:pt x="7991" y="76080"/>
                  <a:pt x="8035" y="76051"/>
                </a:cubicBezTo>
                <a:close/>
                <a:moveTo>
                  <a:pt x="8639" y="76154"/>
                </a:moveTo>
                <a:cubicBezTo>
                  <a:pt x="8639" y="76198"/>
                  <a:pt x="8624" y="76227"/>
                  <a:pt x="8624" y="76272"/>
                </a:cubicBezTo>
                <a:cubicBezTo>
                  <a:pt x="8594" y="76286"/>
                  <a:pt x="8550" y="76301"/>
                  <a:pt x="8521" y="76345"/>
                </a:cubicBezTo>
                <a:cubicBezTo>
                  <a:pt x="8521" y="76301"/>
                  <a:pt x="8536" y="76272"/>
                  <a:pt x="8536" y="76227"/>
                </a:cubicBezTo>
                <a:cubicBezTo>
                  <a:pt x="8580" y="76213"/>
                  <a:pt x="8609" y="76169"/>
                  <a:pt x="8639" y="76154"/>
                </a:cubicBezTo>
                <a:close/>
                <a:moveTo>
                  <a:pt x="8771" y="76227"/>
                </a:moveTo>
                <a:cubicBezTo>
                  <a:pt x="8771" y="76257"/>
                  <a:pt x="8756" y="76286"/>
                  <a:pt x="8756" y="76301"/>
                </a:cubicBezTo>
                <a:lnTo>
                  <a:pt x="8668" y="76404"/>
                </a:lnTo>
                <a:cubicBezTo>
                  <a:pt x="8668" y="76360"/>
                  <a:pt x="8683" y="76345"/>
                  <a:pt x="8683" y="76301"/>
                </a:cubicBezTo>
                <a:cubicBezTo>
                  <a:pt x="8727" y="76286"/>
                  <a:pt x="8742" y="76272"/>
                  <a:pt x="8771" y="76227"/>
                </a:cubicBezTo>
                <a:close/>
                <a:moveTo>
                  <a:pt x="8256" y="76183"/>
                </a:moveTo>
                <a:cubicBezTo>
                  <a:pt x="8256" y="76227"/>
                  <a:pt x="8256" y="76272"/>
                  <a:pt x="8241" y="76331"/>
                </a:cubicBezTo>
                <a:cubicBezTo>
                  <a:pt x="8212" y="76360"/>
                  <a:pt x="8153" y="76375"/>
                  <a:pt x="8109" y="76419"/>
                </a:cubicBezTo>
                <a:lnTo>
                  <a:pt x="8109" y="76272"/>
                </a:lnTo>
                <a:cubicBezTo>
                  <a:pt x="8168" y="76227"/>
                  <a:pt x="8227" y="76198"/>
                  <a:pt x="8256" y="76183"/>
                </a:cubicBezTo>
                <a:close/>
                <a:moveTo>
                  <a:pt x="8845" y="76365"/>
                </a:moveTo>
                <a:cubicBezTo>
                  <a:pt x="8845" y="76368"/>
                  <a:pt x="8845" y="76371"/>
                  <a:pt x="8845" y="76375"/>
                </a:cubicBezTo>
                <a:lnTo>
                  <a:pt x="8815" y="76419"/>
                </a:lnTo>
                <a:cubicBezTo>
                  <a:pt x="8815" y="76389"/>
                  <a:pt x="8830" y="76375"/>
                  <a:pt x="8830" y="76375"/>
                </a:cubicBezTo>
                <a:lnTo>
                  <a:pt x="8845" y="76365"/>
                </a:lnTo>
                <a:close/>
                <a:moveTo>
                  <a:pt x="8447" y="76286"/>
                </a:moveTo>
                <a:cubicBezTo>
                  <a:pt x="8447" y="76331"/>
                  <a:pt x="8418" y="76360"/>
                  <a:pt x="8418" y="76419"/>
                </a:cubicBezTo>
                <a:cubicBezTo>
                  <a:pt x="8388" y="76434"/>
                  <a:pt x="8359" y="76448"/>
                  <a:pt x="8315" y="76492"/>
                </a:cubicBezTo>
                <a:cubicBezTo>
                  <a:pt x="8315" y="76448"/>
                  <a:pt x="8330" y="76404"/>
                  <a:pt x="8330" y="76360"/>
                </a:cubicBezTo>
                <a:cubicBezTo>
                  <a:pt x="8374" y="76345"/>
                  <a:pt x="8403" y="76301"/>
                  <a:pt x="8447" y="76286"/>
                </a:cubicBezTo>
                <a:close/>
                <a:moveTo>
                  <a:pt x="8035" y="76301"/>
                </a:moveTo>
                <a:lnTo>
                  <a:pt x="8035" y="76448"/>
                </a:lnTo>
                <a:cubicBezTo>
                  <a:pt x="8006" y="76492"/>
                  <a:pt x="7947" y="76507"/>
                  <a:pt x="7903" y="76551"/>
                </a:cubicBezTo>
                <a:lnTo>
                  <a:pt x="7903" y="76404"/>
                </a:lnTo>
                <a:cubicBezTo>
                  <a:pt x="7903" y="76375"/>
                  <a:pt x="7932" y="76375"/>
                  <a:pt x="7947" y="76360"/>
                </a:cubicBezTo>
                <a:cubicBezTo>
                  <a:pt x="7991" y="76345"/>
                  <a:pt x="8006" y="76331"/>
                  <a:pt x="8035" y="76301"/>
                </a:cubicBezTo>
                <a:close/>
                <a:moveTo>
                  <a:pt x="8594" y="76375"/>
                </a:moveTo>
                <a:cubicBezTo>
                  <a:pt x="8594" y="76419"/>
                  <a:pt x="8580" y="76448"/>
                  <a:pt x="8580" y="76478"/>
                </a:cubicBezTo>
                <a:cubicBezTo>
                  <a:pt x="8536" y="76492"/>
                  <a:pt x="8521" y="76522"/>
                  <a:pt x="8477" y="76551"/>
                </a:cubicBezTo>
                <a:cubicBezTo>
                  <a:pt x="8477" y="76522"/>
                  <a:pt x="8506" y="76492"/>
                  <a:pt x="8506" y="76448"/>
                </a:cubicBezTo>
                <a:cubicBezTo>
                  <a:pt x="8536" y="76434"/>
                  <a:pt x="8550" y="76404"/>
                  <a:pt x="8594" y="76375"/>
                </a:cubicBezTo>
                <a:close/>
                <a:moveTo>
                  <a:pt x="8727" y="76448"/>
                </a:moveTo>
                <a:cubicBezTo>
                  <a:pt x="8697" y="76492"/>
                  <a:pt x="8683" y="76507"/>
                  <a:pt x="8683" y="76522"/>
                </a:cubicBezTo>
                <a:lnTo>
                  <a:pt x="8624" y="76581"/>
                </a:lnTo>
                <a:cubicBezTo>
                  <a:pt x="8624" y="76566"/>
                  <a:pt x="8639" y="76551"/>
                  <a:pt x="8639" y="76507"/>
                </a:cubicBezTo>
                <a:cubicBezTo>
                  <a:pt x="8668" y="76492"/>
                  <a:pt x="8683" y="76478"/>
                  <a:pt x="8727" y="76448"/>
                </a:cubicBezTo>
                <a:close/>
                <a:moveTo>
                  <a:pt x="8241" y="76419"/>
                </a:moveTo>
                <a:cubicBezTo>
                  <a:pt x="8241" y="76448"/>
                  <a:pt x="8227" y="76507"/>
                  <a:pt x="8227" y="76551"/>
                </a:cubicBezTo>
                <a:cubicBezTo>
                  <a:pt x="8182" y="76581"/>
                  <a:pt x="8153" y="76625"/>
                  <a:pt x="8109" y="76640"/>
                </a:cubicBezTo>
                <a:lnTo>
                  <a:pt x="8109" y="76507"/>
                </a:lnTo>
                <a:cubicBezTo>
                  <a:pt x="8153" y="76478"/>
                  <a:pt x="8212" y="76448"/>
                  <a:pt x="8241" y="76419"/>
                </a:cubicBezTo>
                <a:close/>
                <a:moveTo>
                  <a:pt x="8388" y="76522"/>
                </a:moveTo>
                <a:cubicBezTo>
                  <a:pt x="8388" y="76566"/>
                  <a:pt x="8374" y="76595"/>
                  <a:pt x="8374" y="76640"/>
                </a:cubicBezTo>
                <a:cubicBezTo>
                  <a:pt x="8330" y="76654"/>
                  <a:pt x="8315" y="76698"/>
                  <a:pt x="8285" y="76713"/>
                </a:cubicBezTo>
                <a:cubicBezTo>
                  <a:pt x="8300" y="76669"/>
                  <a:pt x="8300" y="76640"/>
                  <a:pt x="8300" y="76595"/>
                </a:cubicBezTo>
                <a:cubicBezTo>
                  <a:pt x="8330" y="76581"/>
                  <a:pt x="8374" y="76551"/>
                  <a:pt x="8388" y="76522"/>
                </a:cubicBezTo>
                <a:close/>
                <a:moveTo>
                  <a:pt x="8521" y="76625"/>
                </a:moveTo>
                <a:cubicBezTo>
                  <a:pt x="8521" y="76640"/>
                  <a:pt x="8506" y="76669"/>
                  <a:pt x="8506" y="76698"/>
                </a:cubicBezTo>
                <a:cubicBezTo>
                  <a:pt x="8477" y="76728"/>
                  <a:pt x="8462" y="76743"/>
                  <a:pt x="8433" y="76772"/>
                </a:cubicBezTo>
                <a:cubicBezTo>
                  <a:pt x="8433" y="76728"/>
                  <a:pt x="8447" y="76713"/>
                  <a:pt x="8447" y="76669"/>
                </a:cubicBezTo>
                <a:cubicBezTo>
                  <a:pt x="8462" y="76654"/>
                  <a:pt x="8506" y="76640"/>
                  <a:pt x="8521" y="76625"/>
                </a:cubicBezTo>
                <a:close/>
                <a:moveTo>
                  <a:pt x="8609" y="76731"/>
                </a:moveTo>
                <a:cubicBezTo>
                  <a:pt x="8609" y="76735"/>
                  <a:pt x="8609" y="76739"/>
                  <a:pt x="8609" y="76743"/>
                </a:cubicBezTo>
                <a:lnTo>
                  <a:pt x="8580" y="76787"/>
                </a:lnTo>
                <a:cubicBezTo>
                  <a:pt x="8580" y="76757"/>
                  <a:pt x="8594" y="76743"/>
                  <a:pt x="8594" y="76743"/>
                </a:cubicBezTo>
                <a:cubicBezTo>
                  <a:pt x="8600" y="76737"/>
                  <a:pt x="8605" y="76734"/>
                  <a:pt x="8609" y="76731"/>
                </a:cubicBezTo>
                <a:close/>
                <a:moveTo>
                  <a:pt x="8035" y="76566"/>
                </a:moveTo>
                <a:cubicBezTo>
                  <a:pt x="8035" y="76625"/>
                  <a:pt x="8035" y="76654"/>
                  <a:pt x="8020" y="76713"/>
                </a:cubicBezTo>
                <a:cubicBezTo>
                  <a:pt x="7991" y="76743"/>
                  <a:pt x="7947" y="76772"/>
                  <a:pt x="7888" y="76801"/>
                </a:cubicBezTo>
                <a:lnTo>
                  <a:pt x="7888" y="76654"/>
                </a:lnTo>
                <a:cubicBezTo>
                  <a:pt x="7947" y="76625"/>
                  <a:pt x="7991" y="76581"/>
                  <a:pt x="8035" y="76566"/>
                </a:cubicBezTo>
                <a:close/>
                <a:moveTo>
                  <a:pt x="8227" y="76669"/>
                </a:moveTo>
                <a:cubicBezTo>
                  <a:pt x="8227" y="76713"/>
                  <a:pt x="8197" y="76743"/>
                  <a:pt x="8197" y="76801"/>
                </a:cubicBezTo>
                <a:cubicBezTo>
                  <a:pt x="8168" y="76816"/>
                  <a:pt x="8138" y="76846"/>
                  <a:pt x="8094" y="76875"/>
                </a:cubicBezTo>
                <a:cubicBezTo>
                  <a:pt x="8094" y="76846"/>
                  <a:pt x="8094" y="76801"/>
                  <a:pt x="8109" y="76743"/>
                </a:cubicBezTo>
                <a:cubicBezTo>
                  <a:pt x="8153" y="76728"/>
                  <a:pt x="8182" y="76698"/>
                  <a:pt x="8227" y="76669"/>
                </a:cubicBezTo>
                <a:close/>
                <a:moveTo>
                  <a:pt x="8359" y="76772"/>
                </a:moveTo>
                <a:cubicBezTo>
                  <a:pt x="8359" y="76801"/>
                  <a:pt x="8330" y="76846"/>
                  <a:pt x="8330" y="76860"/>
                </a:cubicBezTo>
                <a:cubicBezTo>
                  <a:pt x="8300" y="76875"/>
                  <a:pt x="8271" y="76890"/>
                  <a:pt x="8256" y="76934"/>
                </a:cubicBezTo>
                <a:cubicBezTo>
                  <a:pt x="8256" y="76890"/>
                  <a:pt x="8271" y="76860"/>
                  <a:pt x="8271" y="76846"/>
                </a:cubicBezTo>
                <a:cubicBezTo>
                  <a:pt x="8300" y="76816"/>
                  <a:pt x="8330" y="76801"/>
                  <a:pt x="8359" y="76772"/>
                </a:cubicBezTo>
                <a:close/>
                <a:moveTo>
                  <a:pt x="8447" y="76846"/>
                </a:moveTo>
                <a:cubicBezTo>
                  <a:pt x="8447" y="76875"/>
                  <a:pt x="8447" y="76890"/>
                  <a:pt x="8433" y="76919"/>
                </a:cubicBezTo>
                <a:lnTo>
                  <a:pt x="8374" y="76963"/>
                </a:lnTo>
                <a:cubicBezTo>
                  <a:pt x="8374" y="76949"/>
                  <a:pt x="8388" y="76934"/>
                  <a:pt x="8388" y="76890"/>
                </a:cubicBezTo>
                <a:lnTo>
                  <a:pt x="8447" y="76846"/>
                </a:lnTo>
                <a:close/>
                <a:moveTo>
                  <a:pt x="8006" y="76801"/>
                </a:moveTo>
                <a:cubicBezTo>
                  <a:pt x="8006" y="76846"/>
                  <a:pt x="7991" y="76890"/>
                  <a:pt x="7991" y="76934"/>
                </a:cubicBezTo>
                <a:cubicBezTo>
                  <a:pt x="7962" y="76963"/>
                  <a:pt x="7932" y="77007"/>
                  <a:pt x="7888" y="77022"/>
                </a:cubicBezTo>
                <a:lnTo>
                  <a:pt x="7888" y="76890"/>
                </a:lnTo>
                <a:cubicBezTo>
                  <a:pt x="7932" y="76860"/>
                  <a:pt x="7962" y="76846"/>
                  <a:pt x="8006" y="76801"/>
                </a:cubicBezTo>
                <a:close/>
                <a:moveTo>
                  <a:pt x="8168" y="76919"/>
                </a:moveTo>
                <a:cubicBezTo>
                  <a:pt x="8168" y="76949"/>
                  <a:pt x="8153" y="76993"/>
                  <a:pt x="8153" y="77022"/>
                </a:cubicBezTo>
                <a:cubicBezTo>
                  <a:pt x="8109" y="77037"/>
                  <a:pt x="8094" y="77081"/>
                  <a:pt x="8065" y="77096"/>
                </a:cubicBezTo>
                <a:cubicBezTo>
                  <a:pt x="8079" y="77066"/>
                  <a:pt x="8079" y="77022"/>
                  <a:pt x="8079" y="76993"/>
                </a:cubicBezTo>
                <a:cubicBezTo>
                  <a:pt x="8109" y="76963"/>
                  <a:pt x="8153" y="76934"/>
                  <a:pt x="8168" y="76919"/>
                </a:cubicBezTo>
                <a:close/>
                <a:moveTo>
                  <a:pt x="8271" y="77007"/>
                </a:moveTo>
                <a:cubicBezTo>
                  <a:pt x="8271" y="77022"/>
                  <a:pt x="8271" y="77066"/>
                  <a:pt x="8256" y="77081"/>
                </a:cubicBezTo>
                <a:lnTo>
                  <a:pt x="8212" y="77140"/>
                </a:lnTo>
                <a:cubicBezTo>
                  <a:pt x="8212" y="77110"/>
                  <a:pt x="8227" y="77081"/>
                  <a:pt x="8227" y="77066"/>
                </a:cubicBezTo>
                <a:lnTo>
                  <a:pt x="8271" y="77007"/>
                </a:lnTo>
                <a:close/>
                <a:moveTo>
                  <a:pt x="8374" y="77096"/>
                </a:moveTo>
                <a:cubicBezTo>
                  <a:pt x="8374" y="77110"/>
                  <a:pt x="8359" y="77110"/>
                  <a:pt x="8359" y="77140"/>
                </a:cubicBezTo>
                <a:cubicBezTo>
                  <a:pt x="8359" y="77155"/>
                  <a:pt x="8330" y="77155"/>
                  <a:pt x="8330" y="77169"/>
                </a:cubicBezTo>
                <a:cubicBezTo>
                  <a:pt x="8330" y="77155"/>
                  <a:pt x="8330" y="77140"/>
                  <a:pt x="8359" y="77140"/>
                </a:cubicBezTo>
                <a:cubicBezTo>
                  <a:pt x="8359" y="77110"/>
                  <a:pt x="8359" y="77096"/>
                  <a:pt x="8374" y="77096"/>
                </a:cubicBezTo>
                <a:close/>
                <a:moveTo>
                  <a:pt x="8006" y="77066"/>
                </a:moveTo>
                <a:cubicBezTo>
                  <a:pt x="8006" y="77096"/>
                  <a:pt x="7991" y="77140"/>
                  <a:pt x="7991" y="77184"/>
                </a:cubicBezTo>
                <a:cubicBezTo>
                  <a:pt x="7932" y="77213"/>
                  <a:pt x="7903" y="77228"/>
                  <a:pt x="7873" y="77258"/>
                </a:cubicBezTo>
                <a:cubicBezTo>
                  <a:pt x="7873" y="77228"/>
                  <a:pt x="7873" y="77184"/>
                  <a:pt x="7888" y="77140"/>
                </a:cubicBezTo>
                <a:cubicBezTo>
                  <a:pt x="7932" y="77110"/>
                  <a:pt x="7962" y="77081"/>
                  <a:pt x="8006" y="77066"/>
                </a:cubicBezTo>
                <a:close/>
                <a:moveTo>
                  <a:pt x="8109" y="77155"/>
                </a:moveTo>
                <a:cubicBezTo>
                  <a:pt x="8109" y="77184"/>
                  <a:pt x="8094" y="77213"/>
                  <a:pt x="8094" y="77243"/>
                </a:cubicBezTo>
                <a:lnTo>
                  <a:pt x="8020" y="77317"/>
                </a:lnTo>
                <a:cubicBezTo>
                  <a:pt x="8020" y="77287"/>
                  <a:pt x="8035" y="77243"/>
                  <a:pt x="8035" y="77228"/>
                </a:cubicBezTo>
                <a:lnTo>
                  <a:pt x="8109" y="77155"/>
                </a:lnTo>
                <a:close/>
                <a:moveTo>
                  <a:pt x="8227" y="77243"/>
                </a:moveTo>
                <a:cubicBezTo>
                  <a:pt x="8212" y="77258"/>
                  <a:pt x="8212" y="77287"/>
                  <a:pt x="8212" y="77302"/>
                </a:cubicBezTo>
                <a:lnTo>
                  <a:pt x="8168" y="77331"/>
                </a:lnTo>
                <a:cubicBezTo>
                  <a:pt x="8168" y="77317"/>
                  <a:pt x="8168" y="77302"/>
                  <a:pt x="8182" y="77272"/>
                </a:cubicBezTo>
                <a:lnTo>
                  <a:pt x="8227" y="77243"/>
                </a:lnTo>
                <a:close/>
                <a:moveTo>
                  <a:pt x="7947" y="77302"/>
                </a:moveTo>
                <a:cubicBezTo>
                  <a:pt x="7947" y="77331"/>
                  <a:pt x="7932" y="77375"/>
                  <a:pt x="7932" y="77405"/>
                </a:cubicBezTo>
                <a:cubicBezTo>
                  <a:pt x="7917" y="77434"/>
                  <a:pt x="7873" y="77464"/>
                  <a:pt x="7844" y="77478"/>
                </a:cubicBezTo>
                <a:cubicBezTo>
                  <a:pt x="7844" y="77449"/>
                  <a:pt x="7859" y="77405"/>
                  <a:pt x="7859" y="77375"/>
                </a:cubicBezTo>
                <a:cubicBezTo>
                  <a:pt x="7888" y="77361"/>
                  <a:pt x="7932" y="77317"/>
                  <a:pt x="7947" y="77302"/>
                </a:cubicBezTo>
                <a:close/>
                <a:moveTo>
                  <a:pt x="8094" y="77390"/>
                </a:moveTo>
                <a:lnTo>
                  <a:pt x="8094" y="77390"/>
                </a:lnTo>
                <a:cubicBezTo>
                  <a:pt x="8065" y="77405"/>
                  <a:pt x="8065" y="77434"/>
                  <a:pt x="8065" y="77464"/>
                </a:cubicBezTo>
                <a:lnTo>
                  <a:pt x="8006" y="77523"/>
                </a:lnTo>
                <a:cubicBezTo>
                  <a:pt x="8006" y="77508"/>
                  <a:pt x="8020" y="77464"/>
                  <a:pt x="8020" y="77449"/>
                </a:cubicBezTo>
                <a:cubicBezTo>
                  <a:pt x="8035" y="77434"/>
                  <a:pt x="8065" y="77405"/>
                  <a:pt x="8094" y="77390"/>
                </a:cubicBezTo>
                <a:close/>
                <a:moveTo>
                  <a:pt x="7903" y="77537"/>
                </a:moveTo>
                <a:cubicBezTo>
                  <a:pt x="7888" y="77581"/>
                  <a:pt x="7888" y="77596"/>
                  <a:pt x="7888" y="77626"/>
                </a:cubicBezTo>
                <a:cubicBezTo>
                  <a:pt x="7873" y="77655"/>
                  <a:pt x="7859" y="77684"/>
                  <a:pt x="7814" y="77699"/>
                </a:cubicBezTo>
                <a:cubicBezTo>
                  <a:pt x="7814" y="77670"/>
                  <a:pt x="7829" y="77626"/>
                  <a:pt x="7829" y="77611"/>
                </a:cubicBezTo>
                <a:cubicBezTo>
                  <a:pt x="7859" y="77596"/>
                  <a:pt x="7888" y="77581"/>
                  <a:pt x="7903" y="77537"/>
                </a:cubicBezTo>
                <a:close/>
                <a:moveTo>
                  <a:pt x="8020" y="77611"/>
                </a:moveTo>
                <a:cubicBezTo>
                  <a:pt x="8006" y="77655"/>
                  <a:pt x="8006" y="77655"/>
                  <a:pt x="7991" y="77670"/>
                </a:cubicBezTo>
                <a:cubicBezTo>
                  <a:pt x="7962" y="77684"/>
                  <a:pt x="7947" y="77699"/>
                  <a:pt x="7947" y="77729"/>
                </a:cubicBezTo>
                <a:cubicBezTo>
                  <a:pt x="7947" y="77699"/>
                  <a:pt x="7947" y="77684"/>
                  <a:pt x="7962" y="77670"/>
                </a:cubicBezTo>
                <a:lnTo>
                  <a:pt x="8020" y="77611"/>
                </a:lnTo>
                <a:close/>
                <a:moveTo>
                  <a:pt x="7859" y="77773"/>
                </a:moveTo>
                <a:lnTo>
                  <a:pt x="7859" y="77773"/>
                </a:lnTo>
                <a:cubicBezTo>
                  <a:pt x="7844" y="77817"/>
                  <a:pt x="7844" y="77832"/>
                  <a:pt x="7844" y="77846"/>
                </a:cubicBezTo>
                <a:lnTo>
                  <a:pt x="7785" y="77905"/>
                </a:lnTo>
                <a:cubicBezTo>
                  <a:pt x="7785" y="77890"/>
                  <a:pt x="7800" y="77846"/>
                  <a:pt x="7800" y="77832"/>
                </a:cubicBezTo>
                <a:lnTo>
                  <a:pt x="7859" y="77773"/>
                </a:lnTo>
                <a:close/>
                <a:moveTo>
                  <a:pt x="7800" y="78023"/>
                </a:moveTo>
                <a:cubicBezTo>
                  <a:pt x="7785" y="78038"/>
                  <a:pt x="7785" y="78052"/>
                  <a:pt x="7785" y="78067"/>
                </a:cubicBezTo>
                <a:cubicBezTo>
                  <a:pt x="7770" y="78096"/>
                  <a:pt x="7770" y="78111"/>
                  <a:pt x="7741" y="78111"/>
                </a:cubicBezTo>
                <a:cubicBezTo>
                  <a:pt x="7741" y="78096"/>
                  <a:pt x="7741" y="78067"/>
                  <a:pt x="7770" y="78052"/>
                </a:cubicBezTo>
                <a:cubicBezTo>
                  <a:pt x="7785" y="78038"/>
                  <a:pt x="7785" y="78023"/>
                  <a:pt x="7800" y="78023"/>
                </a:cubicBezTo>
                <a:close/>
                <a:moveTo>
                  <a:pt x="7535" y="74859"/>
                </a:moveTo>
                <a:cubicBezTo>
                  <a:pt x="7564" y="74918"/>
                  <a:pt x="7579" y="74977"/>
                  <a:pt x="7594" y="75050"/>
                </a:cubicBezTo>
                <a:cubicBezTo>
                  <a:pt x="7064" y="75271"/>
                  <a:pt x="6534" y="75521"/>
                  <a:pt x="6019" y="75815"/>
                </a:cubicBezTo>
                <a:cubicBezTo>
                  <a:pt x="3723" y="77110"/>
                  <a:pt x="1987" y="79392"/>
                  <a:pt x="1266" y="81893"/>
                </a:cubicBezTo>
                <a:cubicBezTo>
                  <a:pt x="1913" y="79230"/>
                  <a:pt x="3694" y="76816"/>
                  <a:pt x="6107" y="75521"/>
                </a:cubicBezTo>
                <a:cubicBezTo>
                  <a:pt x="6564" y="75256"/>
                  <a:pt x="7049" y="75050"/>
                  <a:pt x="7535" y="74859"/>
                </a:cubicBezTo>
                <a:close/>
                <a:moveTo>
                  <a:pt x="7638" y="75109"/>
                </a:moveTo>
                <a:cubicBezTo>
                  <a:pt x="7638" y="75183"/>
                  <a:pt x="7653" y="75256"/>
                  <a:pt x="7667" y="75315"/>
                </a:cubicBezTo>
                <a:cubicBezTo>
                  <a:pt x="7108" y="75565"/>
                  <a:pt x="6519" y="75845"/>
                  <a:pt x="5975" y="76183"/>
                </a:cubicBezTo>
                <a:cubicBezTo>
                  <a:pt x="3738" y="77508"/>
                  <a:pt x="2075" y="79642"/>
                  <a:pt x="1339" y="82026"/>
                </a:cubicBezTo>
                <a:cubicBezTo>
                  <a:pt x="2016" y="79495"/>
                  <a:pt x="3753" y="77184"/>
                  <a:pt x="6063" y="75860"/>
                </a:cubicBezTo>
                <a:cubicBezTo>
                  <a:pt x="6564" y="75565"/>
                  <a:pt x="7093" y="75330"/>
                  <a:pt x="7638" y="75109"/>
                </a:cubicBezTo>
                <a:close/>
                <a:moveTo>
                  <a:pt x="7682" y="75403"/>
                </a:moveTo>
                <a:cubicBezTo>
                  <a:pt x="7711" y="75462"/>
                  <a:pt x="7711" y="75536"/>
                  <a:pt x="7726" y="75595"/>
                </a:cubicBezTo>
                <a:cubicBezTo>
                  <a:pt x="7123" y="75889"/>
                  <a:pt x="6519" y="76198"/>
                  <a:pt x="5931" y="76537"/>
                </a:cubicBezTo>
                <a:cubicBezTo>
                  <a:pt x="3635" y="77964"/>
                  <a:pt x="1957" y="80201"/>
                  <a:pt x="1251" y="82629"/>
                </a:cubicBezTo>
                <a:cubicBezTo>
                  <a:pt x="1884" y="80039"/>
                  <a:pt x="3606" y="77670"/>
                  <a:pt x="6019" y="76257"/>
                </a:cubicBezTo>
                <a:cubicBezTo>
                  <a:pt x="6549" y="75933"/>
                  <a:pt x="7123" y="75668"/>
                  <a:pt x="7682" y="75403"/>
                </a:cubicBezTo>
                <a:close/>
                <a:moveTo>
                  <a:pt x="7741" y="75668"/>
                </a:moveTo>
                <a:cubicBezTo>
                  <a:pt x="7770" y="75712"/>
                  <a:pt x="7770" y="75771"/>
                  <a:pt x="7770" y="75845"/>
                </a:cubicBezTo>
                <a:cubicBezTo>
                  <a:pt x="7123" y="76183"/>
                  <a:pt x="6490" y="76522"/>
                  <a:pt x="5872" y="76919"/>
                </a:cubicBezTo>
                <a:cubicBezTo>
                  <a:pt x="3606" y="78361"/>
                  <a:pt x="1913" y="80628"/>
                  <a:pt x="1221" y="83041"/>
                </a:cubicBezTo>
                <a:cubicBezTo>
                  <a:pt x="1854" y="80466"/>
                  <a:pt x="3591" y="78096"/>
                  <a:pt x="5960" y="76625"/>
                </a:cubicBezTo>
                <a:cubicBezTo>
                  <a:pt x="6534" y="76272"/>
                  <a:pt x="7137" y="75963"/>
                  <a:pt x="7741" y="75668"/>
                </a:cubicBezTo>
                <a:close/>
                <a:moveTo>
                  <a:pt x="7785" y="75933"/>
                </a:moveTo>
                <a:cubicBezTo>
                  <a:pt x="7785" y="75992"/>
                  <a:pt x="7800" y="76051"/>
                  <a:pt x="7800" y="76110"/>
                </a:cubicBezTo>
                <a:cubicBezTo>
                  <a:pt x="7137" y="76478"/>
                  <a:pt x="6475" y="76860"/>
                  <a:pt x="5828" y="77272"/>
                </a:cubicBezTo>
                <a:cubicBezTo>
                  <a:pt x="3591" y="78788"/>
                  <a:pt x="1943" y="80981"/>
                  <a:pt x="1236" y="83321"/>
                </a:cubicBezTo>
                <a:cubicBezTo>
                  <a:pt x="1884" y="80834"/>
                  <a:pt x="3591" y="78494"/>
                  <a:pt x="5931" y="76993"/>
                </a:cubicBezTo>
                <a:cubicBezTo>
                  <a:pt x="6534" y="76595"/>
                  <a:pt x="7152" y="76257"/>
                  <a:pt x="7785" y="75933"/>
                </a:cubicBezTo>
                <a:close/>
                <a:moveTo>
                  <a:pt x="7800" y="76198"/>
                </a:moveTo>
                <a:cubicBezTo>
                  <a:pt x="7800" y="76257"/>
                  <a:pt x="7800" y="76301"/>
                  <a:pt x="7814" y="76360"/>
                </a:cubicBezTo>
                <a:cubicBezTo>
                  <a:pt x="7137" y="76757"/>
                  <a:pt x="6461" y="77184"/>
                  <a:pt x="5784" y="77670"/>
                </a:cubicBezTo>
                <a:cubicBezTo>
                  <a:pt x="3517" y="79244"/>
                  <a:pt x="1884" y="81496"/>
                  <a:pt x="1177" y="83836"/>
                </a:cubicBezTo>
                <a:cubicBezTo>
                  <a:pt x="1781" y="81305"/>
                  <a:pt x="3473" y="78950"/>
                  <a:pt x="5872" y="77361"/>
                </a:cubicBezTo>
                <a:cubicBezTo>
                  <a:pt x="6490" y="76934"/>
                  <a:pt x="7152" y="76551"/>
                  <a:pt x="7800" y="76198"/>
                </a:cubicBezTo>
                <a:close/>
                <a:moveTo>
                  <a:pt x="7800" y="76448"/>
                </a:moveTo>
                <a:lnTo>
                  <a:pt x="7800" y="76625"/>
                </a:lnTo>
                <a:cubicBezTo>
                  <a:pt x="7726" y="76669"/>
                  <a:pt x="7638" y="76728"/>
                  <a:pt x="7564" y="76787"/>
                </a:cubicBezTo>
                <a:cubicBezTo>
                  <a:pt x="6961" y="77184"/>
                  <a:pt x="6313" y="77596"/>
                  <a:pt x="5710" y="78052"/>
                </a:cubicBezTo>
                <a:cubicBezTo>
                  <a:pt x="3458" y="79701"/>
                  <a:pt x="1854" y="81864"/>
                  <a:pt x="1163" y="84145"/>
                </a:cubicBezTo>
                <a:cubicBezTo>
                  <a:pt x="1825" y="81673"/>
                  <a:pt x="3473" y="79362"/>
                  <a:pt x="5813" y="77729"/>
                </a:cubicBezTo>
                <a:cubicBezTo>
                  <a:pt x="6475" y="77258"/>
                  <a:pt x="7152" y="76846"/>
                  <a:pt x="7800" y="76448"/>
                </a:cubicBezTo>
                <a:close/>
                <a:moveTo>
                  <a:pt x="7829" y="76698"/>
                </a:moveTo>
                <a:lnTo>
                  <a:pt x="7829" y="76846"/>
                </a:lnTo>
                <a:cubicBezTo>
                  <a:pt x="7653" y="76963"/>
                  <a:pt x="7447" y="77110"/>
                  <a:pt x="7270" y="77243"/>
                </a:cubicBezTo>
                <a:cubicBezTo>
                  <a:pt x="6755" y="77611"/>
                  <a:pt x="6210" y="77979"/>
                  <a:pt x="5695" y="78391"/>
                </a:cubicBezTo>
                <a:cubicBezTo>
                  <a:pt x="3414" y="80113"/>
                  <a:pt x="1825" y="82335"/>
                  <a:pt x="1148" y="84616"/>
                </a:cubicBezTo>
                <a:cubicBezTo>
                  <a:pt x="1737" y="82188"/>
                  <a:pt x="3370" y="79833"/>
                  <a:pt x="5784" y="78096"/>
                </a:cubicBezTo>
                <a:cubicBezTo>
                  <a:pt x="6387" y="77655"/>
                  <a:pt x="7005" y="77228"/>
                  <a:pt x="7638" y="76816"/>
                </a:cubicBezTo>
                <a:cubicBezTo>
                  <a:pt x="7711" y="76787"/>
                  <a:pt x="7770" y="76728"/>
                  <a:pt x="7829" y="76698"/>
                </a:cubicBezTo>
                <a:close/>
                <a:moveTo>
                  <a:pt x="7800" y="76949"/>
                </a:moveTo>
                <a:lnTo>
                  <a:pt x="7800" y="77096"/>
                </a:lnTo>
                <a:cubicBezTo>
                  <a:pt x="7505" y="77331"/>
                  <a:pt x="7196" y="77552"/>
                  <a:pt x="6902" y="77802"/>
                </a:cubicBezTo>
                <a:cubicBezTo>
                  <a:pt x="6475" y="78111"/>
                  <a:pt x="6048" y="78435"/>
                  <a:pt x="5622" y="78773"/>
                </a:cubicBezTo>
                <a:cubicBezTo>
                  <a:pt x="4253" y="79862"/>
                  <a:pt x="2016" y="81996"/>
                  <a:pt x="1118" y="84910"/>
                </a:cubicBezTo>
                <a:cubicBezTo>
                  <a:pt x="1751" y="82541"/>
                  <a:pt x="3385" y="80245"/>
                  <a:pt x="5725" y="78464"/>
                </a:cubicBezTo>
                <a:cubicBezTo>
                  <a:pt x="6240" y="78067"/>
                  <a:pt x="6770" y="77684"/>
                  <a:pt x="7285" y="77317"/>
                </a:cubicBezTo>
                <a:cubicBezTo>
                  <a:pt x="7476" y="77184"/>
                  <a:pt x="7638" y="77081"/>
                  <a:pt x="7800" y="76949"/>
                </a:cubicBezTo>
                <a:close/>
                <a:moveTo>
                  <a:pt x="7785" y="77213"/>
                </a:moveTo>
                <a:cubicBezTo>
                  <a:pt x="7785" y="77243"/>
                  <a:pt x="7785" y="77302"/>
                  <a:pt x="7770" y="77331"/>
                </a:cubicBezTo>
                <a:cubicBezTo>
                  <a:pt x="7358" y="77670"/>
                  <a:pt x="6946" y="78008"/>
                  <a:pt x="6534" y="78347"/>
                </a:cubicBezTo>
                <a:cubicBezTo>
                  <a:pt x="6210" y="78597"/>
                  <a:pt x="5887" y="78862"/>
                  <a:pt x="5578" y="79141"/>
                </a:cubicBezTo>
                <a:cubicBezTo>
                  <a:pt x="3355" y="80981"/>
                  <a:pt x="1795" y="83129"/>
                  <a:pt x="1104" y="85278"/>
                </a:cubicBezTo>
                <a:lnTo>
                  <a:pt x="1104" y="85263"/>
                </a:lnTo>
                <a:cubicBezTo>
                  <a:pt x="1928" y="82188"/>
                  <a:pt x="4268" y="79965"/>
                  <a:pt x="5666" y="78832"/>
                </a:cubicBezTo>
                <a:cubicBezTo>
                  <a:pt x="6093" y="78494"/>
                  <a:pt x="6505" y="78170"/>
                  <a:pt x="6931" y="77846"/>
                </a:cubicBezTo>
                <a:cubicBezTo>
                  <a:pt x="7226" y="77626"/>
                  <a:pt x="7505" y="77405"/>
                  <a:pt x="7785" y="77213"/>
                </a:cubicBezTo>
                <a:close/>
                <a:moveTo>
                  <a:pt x="7770" y="77449"/>
                </a:moveTo>
                <a:cubicBezTo>
                  <a:pt x="7770" y="77478"/>
                  <a:pt x="7741" y="77523"/>
                  <a:pt x="7741" y="77581"/>
                </a:cubicBezTo>
                <a:cubicBezTo>
                  <a:pt x="7255" y="78038"/>
                  <a:pt x="6711" y="78494"/>
                  <a:pt x="6181" y="78950"/>
                </a:cubicBezTo>
                <a:cubicBezTo>
                  <a:pt x="5960" y="79141"/>
                  <a:pt x="5739" y="79318"/>
                  <a:pt x="5519" y="79524"/>
                </a:cubicBezTo>
                <a:cubicBezTo>
                  <a:pt x="3959" y="80869"/>
                  <a:pt x="2107" y="82854"/>
                  <a:pt x="1194" y="85316"/>
                </a:cubicBezTo>
                <a:lnTo>
                  <a:pt x="1194" y="85316"/>
                </a:lnTo>
                <a:cubicBezTo>
                  <a:pt x="1869" y="83161"/>
                  <a:pt x="3422" y="81026"/>
                  <a:pt x="5636" y="79200"/>
                </a:cubicBezTo>
                <a:cubicBezTo>
                  <a:pt x="5945" y="78935"/>
                  <a:pt x="6269" y="78656"/>
                  <a:pt x="6593" y="78406"/>
                </a:cubicBezTo>
                <a:cubicBezTo>
                  <a:pt x="6990" y="78067"/>
                  <a:pt x="7373" y="77758"/>
                  <a:pt x="7770" y="77449"/>
                </a:cubicBezTo>
                <a:close/>
                <a:moveTo>
                  <a:pt x="7726" y="77684"/>
                </a:moveTo>
                <a:cubicBezTo>
                  <a:pt x="7726" y="77714"/>
                  <a:pt x="7711" y="77758"/>
                  <a:pt x="7711" y="77802"/>
                </a:cubicBezTo>
                <a:cubicBezTo>
                  <a:pt x="7123" y="78376"/>
                  <a:pt x="6475" y="78965"/>
                  <a:pt x="5813" y="79568"/>
                </a:cubicBezTo>
                <a:lnTo>
                  <a:pt x="5460" y="79877"/>
                </a:lnTo>
                <a:cubicBezTo>
                  <a:pt x="3318" y="81799"/>
                  <a:pt x="1892" y="83751"/>
                  <a:pt x="1169" y="85702"/>
                </a:cubicBezTo>
                <a:lnTo>
                  <a:pt x="1169" y="85702"/>
                </a:lnTo>
                <a:cubicBezTo>
                  <a:pt x="1168" y="85693"/>
                  <a:pt x="1163" y="85684"/>
                  <a:pt x="1163" y="85675"/>
                </a:cubicBezTo>
                <a:cubicBezTo>
                  <a:pt x="2001" y="83071"/>
                  <a:pt x="3959" y="80951"/>
                  <a:pt x="5578" y="79568"/>
                </a:cubicBezTo>
                <a:cubicBezTo>
                  <a:pt x="5798" y="79377"/>
                  <a:pt x="6019" y="79200"/>
                  <a:pt x="6240" y="78994"/>
                </a:cubicBezTo>
                <a:cubicBezTo>
                  <a:pt x="6755" y="78553"/>
                  <a:pt x="7255" y="78126"/>
                  <a:pt x="7726" y="77684"/>
                </a:cubicBezTo>
                <a:close/>
                <a:moveTo>
                  <a:pt x="7711" y="77964"/>
                </a:moveTo>
                <a:cubicBezTo>
                  <a:pt x="7697" y="77979"/>
                  <a:pt x="7697" y="77993"/>
                  <a:pt x="7667" y="78038"/>
                </a:cubicBezTo>
                <a:cubicBezTo>
                  <a:pt x="6990" y="78788"/>
                  <a:pt x="6210" y="79509"/>
                  <a:pt x="5460" y="80216"/>
                </a:cubicBezTo>
                <a:lnTo>
                  <a:pt x="5430" y="80260"/>
                </a:lnTo>
                <a:cubicBezTo>
                  <a:pt x="3296" y="82246"/>
                  <a:pt x="1928" y="84101"/>
                  <a:pt x="1192" y="85940"/>
                </a:cubicBezTo>
                <a:lnTo>
                  <a:pt x="1192" y="85881"/>
                </a:lnTo>
                <a:cubicBezTo>
                  <a:pt x="1898" y="83895"/>
                  <a:pt x="3355" y="81893"/>
                  <a:pt x="5533" y="79951"/>
                </a:cubicBezTo>
                <a:lnTo>
                  <a:pt x="5887" y="79627"/>
                </a:lnTo>
                <a:cubicBezTo>
                  <a:pt x="6519" y="79068"/>
                  <a:pt x="7137" y="78509"/>
                  <a:pt x="7711" y="77964"/>
                </a:cubicBezTo>
                <a:close/>
                <a:moveTo>
                  <a:pt x="7638" y="78199"/>
                </a:moveTo>
                <a:lnTo>
                  <a:pt x="7638" y="78258"/>
                </a:lnTo>
                <a:cubicBezTo>
                  <a:pt x="6990" y="79024"/>
                  <a:pt x="6210" y="79804"/>
                  <a:pt x="5386" y="80613"/>
                </a:cubicBezTo>
                <a:cubicBezTo>
                  <a:pt x="3900" y="82070"/>
                  <a:pt x="2193" y="83939"/>
                  <a:pt x="1251" y="86161"/>
                </a:cubicBezTo>
                <a:cubicBezTo>
                  <a:pt x="1251" y="86146"/>
                  <a:pt x="1236" y="86117"/>
                  <a:pt x="1236" y="86087"/>
                </a:cubicBezTo>
                <a:cubicBezTo>
                  <a:pt x="1928" y="84218"/>
                  <a:pt x="3311" y="82335"/>
                  <a:pt x="5475" y="80319"/>
                </a:cubicBezTo>
                <a:lnTo>
                  <a:pt x="5519" y="80274"/>
                </a:lnTo>
                <a:cubicBezTo>
                  <a:pt x="6240" y="79598"/>
                  <a:pt x="6976" y="78921"/>
                  <a:pt x="7638" y="78199"/>
                </a:cubicBezTo>
                <a:close/>
                <a:moveTo>
                  <a:pt x="7579" y="78435"/>
                </a:moveTo>
                <a:cubicBezTo>
                  <a:pt x="7579" y="78464"/>
                  <a:pt x="7579" y="78464"/>
                  <a:pt x="7564" y="78479"/>
                </a:cubicBezTo>
                <a:cubicBezTo>
                  <a:pt x="6902" y="79347"/>
                  <a:pt x="6107" y="80171"/>
                  <a:pt x="5342" y="80981"/>
                </a:cubicBezTo>
                <a:cubicBezTo>
                  <a:pt x="3738" y="82600"/>
                  <a:pt x="2193" y="84366"/>
                  <a:pt x="1310" y="86367"/>
                </a:cubicBezTo>
                <a:cubicBezTo>
                  <a:pt x="1310" y="86352"/>
                  <a:pt x="1295" y="86308"/>
                  <a:pt x="1295" y="86293"/>
                </a:cubicBezTo>
                <a:cubicBezTo>
                  <a:pt x="2207" y="84027"/>
                  <a:pt x="3944" y="82143"/>
                  <a:pt x="5445" y="80672"/>
                </a:cubicBezTo>
                <a:cubicBezTo>
                  <a:pt x="6225" y="79907"/>
                  <a:pt x="6961" y="79171"/>
                  <a:pt x="7579" y="78435"/>
                </a:cubicBezTo>
                <a:close/>
                <a:moveTo>
                  <a:pt x="1118" y="86382"/>
                </a:moveTo>
                <a:cubicBezTo>
                  <a:pt x="1118" y="86411"/>
                  <a:pt x="1118" y="86426"/>
                  <a:pt x="1148" y="86441"/>
                </a:cubicBezTo>
                <a:lnTo>
                  <a:pt x="1148" y="86455"/>
                </a:lnTo>
                <a:cubicBezTo>
                  <a:pt x="1118" y="86441"/>
                  <a:pt x="1118" y="86426"/>
                  <a:pt x="1118" y="86411"/>
                </a:cubicBezTo>
                <a:lnTo>
                  <a:pt x="1118" y="86382"/>
                </a:lnTo>
                <a:close/>
                <a:moveTo>
                  <a:pt x="1221" y="86455"/>
                </a:moveTo>
                <a:cubicBezTo>
                  <a:pt x="1236" y="86455"/>
                  <a:pt x="1236" y="86500"/>
                  <a:pt x="1236" y="86514"/>
                </a:cubicBezTo>
                <a:lnTo>
                  <a:pt x="1236" y="86529"/>
                </a:lnTo>
                <a:cubicBezTo>
                  <a:pt x="1236" y="86500"/>
                  <a:pt x="1236" y="86485"/>
                  <a:pt x="1221" y="86455"/>
                </a:cubicBezTo>
                <a:close/>
                <a:moveTo>
                  <a:pt x="7478" y="78754"/>
                </a:moveTo>
                <a:lnTo>
                  <a:pt x="7478" y="78754"/>
                </a:lnTo>
                <a:cubicBezTo>
                  <a:pt x="6821" y="79681"/>
                  <a:pt x="6038" y="80551"/>
                  <a:pt x="5298" y="81349"/>
                </a:cubicBezTo>
                <a:cubicBezTo>
                  <a:pt x="3797" y="82953"/>
                  <a:pt x="2281" y="84660"/>
                  <a:pt x="1369" y="86603"/>
                </a:cubicBezTo>
                <a:cubicBezTo>
                  <a:pt x="1369" y="86573"/>
                  <a:pt x="1339" y="86558"/>
                  <a:pt x="1339" y="86514"/>
                </a:cubicBezTo>
                <a:cubicBezTo>
                  <a:pt x="2222" y="84454"/>
                  <a:pt x="3797" y="82688"/>
                  <a:pt x="5416" y="81040"/>
                </a:cubicBezTo>
                <a:cubicBezTo>
                  <a:pt x="6135" y="80292"/>
                  <a:pt x="6854" y="79543"/>
                  <a:pt x="7478" y="78754"/>
                </a:cubicBezTo>
                <a:close/>
                <a:moveTo>
                  <a:pt x="1177" y="86588"/>
                </a:moveTo>
                <a:cubicBezTo>
                  <a:pt x="1177" y="86603"/>
                  <a:pt x="1177" y="86632"/>
                  <a:pt x="1192" y="86647"/>
                </a:cubicBezTo>
                <a:cubicBezTo>
                  <a:pt x="1192" y="86661"/>
                  <a:pt x="1192" y="86661"/>
                  <a:pt x="1177" y="86676"/>
                </a:cubicBezTo>
                <a:cubicBezTo>
                  <a:pt x="1163" y="86661"/>
                  <a:pt x="1163" y="86647"/>
                  <a:pt x="1163" y="86632"/>
                </a:cubicBezTo>
                <a:cubicBezTo>
                  <a:pt x="1163" y="86603"/>
                  <a:pt x="1163" y="86603"/>
                  <a:pt x="1177" y="86588"/>
                </a:cubicBezTo>
                <a:close/>
                <a:moveTo>
                  <a:pt x="1280" y="86647"/>
                </a:moveTo>
                <a:cubicBezTo>
                  <a:pt x="1280" y="86661"/>
                  <a:pt x="1310" y="86706"/>
                  <a:pt x="1310" y="86720"/>
                </a:cubicBezTo>
                <a:cubicBezTo>
                  <a:pt x="1310" y="86720"/>
                  <a:pt x="1310" y="86735"/>
                  <a:pt x="1280" y="86735"/>
                </a:cubicBezTo>
                <a:cubicBezTo>
                  <a:pt x="1280" y="86720"/>
                  <a:pt x="1266" y="86676"/>
                  <a:pt x="1266" y="86661"/>
                </a:cubicBezTo>
                <a:cubicBezTo>
                  <a:pt x="1266" y="86661"/>
                  <a:pt x="1266" y="86647"/>
                  <a:pt x="1280" y="86647"/>
                </a:cubicBezTo>
                <a:close/>
                <a:moveTo>
                  <a:pt x="7299" y="79141"/>
                </a:moveTo>
                <a:lnTo>
                  <a:pt x="7299" y="79141"/>
                </a:lnTo>
                <a:cubicBezTo>
                  <a:pt x="6681" y="80054"/>
                  <a:pt x="5960" y="80922"/>
                  <a:pt x="5239" y="81717"/>
                </a:cubicBezTo>
                <a:cubicBezTo>
                  <a:pt x="3885" y="83218"/>
                  <a:pt x="2369" y="84895"/>
                  <a:pt x="1413" y="86809"/>
                </a:cubicBezTo>
                <a:cubicBezTo>
                  <a:pt x="1413" y="86779"/>
                  <a:pt x="1398" y="86750"/>
                  <a:pt x="1398" y="86720"/>
                </a:cubicBezTo>
                <a:cubicBezTo>
                  <a:pt x="2296" y="84748"/>
                  <a:pt x="3826" y="83012"/>
                  <a:pt x="5357" y="81408"/>
                </a:cubicBezTo>
                <a:cubicBezTo>
                  <a:pt x="6019" y="80701"/>
                  <a:pt x="6696" y="79951"/>
                  <a:pt x="7299" y="79141"/>
                </a:cubicBezTo>
                <a:close/>
                <a:moveTo>
                  <a:pt x="1104" y="86794"/>
                </a:moveTo>
                <a:cubicBezTo>
                  <a:pt x="1104" y="86809"/>
                  <a:pt x="1104" y="86823"/>
                  <a:pt x="1118" y="86853"/>
                </a:cubicBezTo>
                <a:cubicBezTo>
                  <a:pt x="1118" y="86853"/>
                  <a:pt x="1118" y="86867"/>
                  <a:pt x="1104" y="86867"/>
                </a:cubicBezTo>
                <a:lnTo>
                  <a:pt x="1104" y="86809"/>
                </a:lnTo>
                <a:lnTo>
                  <a:pt x="1104" y="86794"/>
                </a:lnTo>
                <a:close/>
                <a:moveTo>
                  <a:pt x="1207" y="86794"/>
                </a:moveTo>
                <a:cubicBezTo>
                  <a:pt x="1207" y="86809"/>
                  <a:pt x="1236" y="86853"/>
                  <a:pt x="1236" y="86867"/>
                </a:cubicBezTo>
                <a:cubicBezTo>
                  <a:pt x="1236" y="86882"/>
                  <a:pt x="1207" y="86897"/>
                  <a:pt x="1207" y="86897"/>
                </a:cubicBezTo>
                <a:cubicBezTo>
                  <a:pt x="1221" y="86882"/>
                  <a:pt x="1192" y="86867"/>
                  <a:pt x="1192" y="86823"/>
                </a:cubicBezTo>
                <a:cubicBezTo>
                  <a:pt x="1192" y="86809"/>
                  <a:pt x="1207" y="86794"/>
                  <a:pt x="1207" y="86794"/>
                </a:cubicBezTo>
                <a:close/>
                <a:moveTo>
                  <a:pt x="1339" y="86823"/>
                </a:moveTo>
                <a:cubicBezTo>
                  <a:pt x="1339" y="86867"/>
                  <a:pt x="1354" y="86882"/>
                  <a:pt x="1354" y="86926"/>
                </a:cubicBezTo>
                <a:cubicBezTo>
                  <a:pt x="1354" y="86941"/>
                  <a:pt x="1339" y="86941"/>
                  <a:pt x="1339" y="86956"/>
                </a:cubicBezTo>
                <a:cubicBezTo>
                  <a:pt x="1324" y="86941"/>
                  <a:pt x="1324" y="86897"/>
                  <a:pt x="1324" y="86867"/>
                </a:cubicBezTo>
                <a:cubicBezTo>
                  <a:pt x="1324" y="86838"/>
                  <a:pt x="1324" y="86838"/>
                  <a:pt x="1339" y="86823"/>
                </a:cubicBezTo>
                <a:close/>
                <a:moveTo>
                  <a:pt x="7137" y="79480"/>
                </a:moveTo>
                <a:cubicBezTo>
                  <a:pt x="6564" y="80451"/>
                  <a:pt x="5857" y="81334"/>
                  <a:pt x="5195" y="82085"/>
                </a:cubicBezTo>
                <a:lnTo>
                  <a:pt x="4930" y="82379"/>
                </a:lnTo>
                <a:cubicBezTo>
                  <a:pt x="3664" y="83851"/>
                  <a:pt x="2340" y="85352"/>
                  <a:pt x="1457" y="87044"/>
                </a:cubicBezTo>
                <a:cubicBezTo>
                  <a:pt x="1428" y="87015"/>
                  <a:pt x="1428" y="86970"/>
                  <a:pt x="1413" y="86941"/>
                </a:cubicBezTo>
                <a:cubicBezTo>
                  <a:pt x="2355" y="84984"/>
                  <a:pt x="3885" y="83291"/>
                  <a:pt x="5283" y="81761"/>
                </a:cubicBezTo>
                <a:cubicBezTo>
                  <a:pt x="5916" y="81054"/>
                  <a:pt x="6564" y="80289"/>
                  <a:pt x="7137" y="79480"/>
                </a:cubicBezTo>
                <a:close/>
                <a:moveTo>
                  <a:pt x="1148" y="86970"/>
                </a:moveTo>
                <a:cubicBezTo>
                  <a:pt x="1148" y="87000"/>
                  <a:pt x="1163" y="87015"/>
                  <a:pt x="1163" y="87044"/>
                </a:cubicBezTo>
                <a:cubicBezTo>
                  <a:pt x="1163" y="87073"/>
                  <a:pt x="1148" y="87073"/>
                  <a:pt x="1148" y="87088"/>
                </a:cubicBezTo>
                <a:cubicBezTo>
                  <a:pt x="1148" y="87044"/>
                  <a:pt x="1148" y="87029"/>
                  <a:pt x="1118" y="87015"/>
                </a:cubicBezTo>
                <a:cubicBezTo>
                  <a:pt x="1118" y="87000"/>
                  <a:pt x="1118" y="87000"/>
                  <a:pt x="1148" y="86970"/>
                </a:cubicBezTo>
                <a:close/>
                <a:moveTo>
                  <a:pt x="1266" y="87000"/>
                </a:moveTo>
                <a:cubicBezTo>
                  <a:pt x="1266" y="87029"/>
                  <a:pt x="1280" y="87044"/>
                  <a:pt x="1280" y="87088"/>
                </a:cubicBezTo>
                <a:cubicBezTo>
                  <a:pt x="1280" y="87103"/>
                  <a:pt x="1266" y="87118"/>
                  <a:pt x="1266" y="87147"/>
                </a:cubicBezTo>
                <a:cubicBezTo>
                  <a:pt x="1251" y="87103"/>
                  <a:pt x="1251" y="87073"/>
                  <a:pt x="1251" y="87044"/>
                </a:cubicBezTo>
                <a:cubicBezTo>
                  <a:pt x="1251" y="87029"/>
                  <a:pt x="1266" y="87015"/>
                  <a:pt x="1266" y="87000"/>
                </a:cubicBezTo>
                <a:close/>
                <a:moveTo>
                  <a:pt x="1383" y="87044"/>
                </a:moveTo>
                <a:cubicBezTo>
                  <a:pt x="1383" y="87088"/>
                  <a:pt x="1398" y="87118"/>
                  <a:pt x="1413" y="87147"/>
                </a:cubicBezTo>
                <a:cubicBezTo>
                  <a:pt x="1413" y="87162"/>
                  <a:pt x="1398" y="87162"/>
                  <a:pt x="1398" y="87176"/>
                </a:cubicBezTo>
                <a:cubicBezTo>
                  <a:pt x="1383" y="87162"/>
                  <a:pt x="1383" y="87118"/>
                  <a:pt x="1369" y="87088"/>
                </a:cubicBezTo>
                <a:cubicBezTo>
                  <a:pt x="1369" y="87073"/>
                  <a:pt x="1383" y="87073"/>
                  <a:pt x="1383" y="87044"/>
                </a:cubicBezTo>
                <a:close/>
                <a:moveTo>
                  <a:pt x="7005" y="79848"/>
                </a:moveTo>
                <a:lnTo>
                  <a:pt x="7005" y="79848"/>
                </a:lnTo>
                <a:cubicBezTo>
                  <a:pt x="6461" y="80819"/>
                  <a:pt x="5784" y="81673"/>
                  <a:pt x="5136" y="82453"/>
                </a:cubicBezTo>
                <a:cubicBezTo>
                  <a:pt x="4945" y="82673"/>
                  <a:pt x="4783" y="82879"/>
                  <a:pt x="4592" y="83100"/>
                </a:cubicBezTo>
                <a:cubicBezTo>
                  <a:pt x="3488" y="84425"/>
                  <a:pt x="2355" y="85764"/>
                  <a:pt x="1531" y="87265"/>
                </a:cubicBezTo>
                <a:cubicBezTo>
                  <a:pt x="1516" y="87235"/>
                  <a:pt x="1516" y="87191"/>
                  <a:pt x="1486" y="87162"/>
                </a:cubicBezTo>
                <a:cubicBezTo>
                  <a:pt x="2369" y="85425"/>
                  <a:pt x="3694" y="83924"/>
                  <a:pt x="4989" y="82423"/>
                </a:cubicBezTo>
                <a:lnTo>
                  <a:pt x="5239" y="82129"/>
                </a:lnTo>
                <a:cubicBezTo>
                  <a:pt x="5828" y="81452"/>
                  <a:pt x="6461" y="80687"/>
                  <a:pt x="7005" y="79848"/>
                </a:cubicBezTo>
                <a:close/>
                <a:moveTo>
                  <a:pt x="1192" y="87176"/>
                </a:moveTo>
                <a:cubicBezTo>
                  <a:pt x="1192" y="87191"/>
                  <a:pt x="1207" y="87235"/>
                  <a:pt x="1207" y="87250"/>
                </a:cubicBezTo>
                <a:cubicBezTo>
                  <a:pt x="1207" y="87265"/>
                  <a:pt x="1192" y="87294"/>
                  <a:pt x="1192" y="87294"/>
                </a:cubicBezTo>
                <a:cubicBezTo>
                  <a:pt x="1177" y="87265"/>
                  <a:pt x="1177" y="87250"/>
                  <a:pt x="1177" y="87221"/>
                </a:cubicBezTo>
                <a:cubicBezTo>
                  <a:pt x="1177" y="87191"/>
                  <a:pt x="1192" y="87176"/>
                  <a:pt x="1192" y="87176"/>
                </a:cubicBezTo>
                <a:close/>
                <a:moveTo>
                  <a:pt x="1310" y="87191"/>
                </a:moveTo>
                <a:cubicBezTo>
                  <a:pt x="1310" y="87235"/>
                  <a:pt x="1324" y="87250"/>
                  <a:pt x="1324" y="87294"/>
                </a:cubicBezTo>
                <a:cubicBezTo>
                  <a:pt x="1324" y="87309"/>
                  <a:pt x="1310" y="87324"/>
                  <a:pt x="1310" y="87338"/>
                </a:cubicBezTo>
                <a:cubicBezTo>
                  <a:pt x="1310" y="87324"/>
                  <a:pt x="1310" y="87294"/>
                  <a:pt x="1280" y="87250"/>
                </a:cubicBezTo>
                <a:cubicBezTo>
                  <a:pt x="1280" y="87235"/>
                  <a:pt x="1310" y="87221"/>
                  <a:pt x="1310" y="87191"/>
                </a:cubicBezTo>
                <a:close/>
                <a:moveTo>
                  <a:pt x="1457" y="87265"/>
                </a:moveTo>
                <a:cubicBezTo>
                  <a:pt x="1472" y="87309"/>
                  <a:pt x="1472" y="87338"/>
                  <a:pt x="1486" y="87383"/>
                </a:cubicBezTo>
                <a:cubicBezTo>
                  <a:pt x="1486" y="87397"/>
                  <a:pt x="1472" y="87412"/>
                  <a:pt x="1472" y="87412"/>
                </a:cubicBezTo>
                <a:cubicBezTo>
                  <a:pt x="1457" y="87383"/>
                  <a:pt x="1442" y="87338"/>
                  <a:pt x="1442" y="87309"/>
                </a:cubicBezTo>
                <a:cubicBezTo>
                  <a:pt x="1442" y="87294"/>
                  <a:pt x="1457" y="87294"/>
                  <a:pt x="1457" y="87265"/>
                </a:cubicBezTo>
                <a:close/>
                <a:moveTo>
                  <a:pt x="1118" y="87368"/>
                </a:moveTo>
                <a:lnTo>
                  <a:pt x="1118" y="87368"/>
                </a:lnTo>
                <a:cubicBezTo>
                  <a:pt x="1148" y="87383"/>
                  <a:pt x="1148" y="87397"/>
                  <a:pt x="1148" y="87412"/>
                </a:cubicBezTo>
                <a:lnTo>
                  <a:pt x="1148" y="87441"/>
                </a:lnTo>
                <a:cubicBezTo>
                  <a:pt x="1118" y="87412"/>
                  <a:pt x="1118" y="87397"/>
                  <a:pt x="1118" y="87368"/>
                </a:cubicBezTo>
                <a:close/>
                <a:moveTo>
                  <a:pt x="6755" y="80436"/>
                </a:moveTo>
                <a:lnTo>
                  <a:pt x="6755" y="80436"/>
                </a:lnTo>
                <a:cubicBezTo>
                  <a:pt x="6240" y="81349"/>
                  <a:pt x="5636" y="82158"/>
                  <a:pt x="5092" y="82835"/>
                </a:cubicBezTo>
                <a:cubicBezTo>
                  <a:pt x="4842" y="83144"/>
                  <a:pt x="4577" y="83483"/>
                  <a:pt x="4327" y="83792"/>
                </a:cubicBezTo>
                <a:cubicBezTo>
                  <a:pt x="3355" y="84969"/>
                  <a:pt x="2369" y="86190"/>
                  <a:pt x="1619" y="87515"/>
                </a:cubicBezTo>
                <a:cubicBezTo>
                  <a:pt x="1604" y="87471"/>
                  <a:pt x="1604" y="87441"/>
                  <a:pt x="1575" y="87397"/>
                </a:cubicBezTo>
                <a:cubicBezTo>
                  <a:pt x="2414" y="85867"/>
                  <a:pt x="3547" y="84513"/>
                  <a:pt x="4665" y="83159"/>
                </a:cubicBezTo>
                <a:cubicBezTo>
                  <a:pt x="4856" y="82953"/>
                  <a:pt x="5033" y="82747"/>
                  <a:pt x="5210" y="82526"/>
                </a:cubicBezTo>
                <a:cubicBezTo>
                  <a:pt x="5725" y="81893"/>
                  <a:pt x="6269" y="81202"/>
                  <a:pt x="6755" y="80436"/>
                </a:cubicBezTo>
                <a:close/>
                <a:moveTo>
                  <a:pt x="1236" y="87383"/>
                </a:moveTo>
                <a:cubicBezTo>
                  <a:pt x="1236" y="87412"/>
                  <a:pt x="1251" y="87441"/>
                  <a:pt x="1251" y="87471"/>
                </a:cubicBezTo>
                <a:cubicBezTo>
                  <a:pt x="1251" y="87486"/>
                  <a:pt x="1236" y="87515"/>
                  <a:pt x="1236" y="87530"/>
                </a:cubicBezTo>
                <a:cubicBezTo>
                  <a:pt x="1236" y="87486"/>
                  <a:pt x="1221" y="87456"/>
                  <a:pt x="1221" y="87441"/>
                </a:cubicBezTo>
                <a:cubicBezTo>
                  <a:pt x="1221" y="87412"/>
                  <a:pt x="1236" y="87397"/>
                  <a:pt x="1236" y="87383"/>
                </a:cubicBezTo>
                <a:close/>
                <a:moveTo>
                  <a:pt x="1383" y="87412"/>
                </a:moveTo>
                <a:cubicBezTo>
                  <a:pt x="1398" y="87456"/>
                  <a:pt x="1398" y="87486"/>
                  <a:pt x="1413" y="87515"/>
                </a:cubicBezTo>
                <a:cubicBezTo>
                  <a:pt x="1398" y="87530"/>
                  <a:pt x="1398" y="87544"/>
                  <a:pt x="1383" y="87559"/>
                </a:cubicBezTo>
                <a:cubicBezTo>
                  <a:pt x="1369" y="87544"/>
                  <a:pt x="1369" y="87515"/>
                  <a:pt x="1339" y="87471"/>
                </a:cubicBezTo>
                <a:cubicBezTo>
                  <a:pt x="1369" y="87456"/>
                  <a:pt x="1369" y="87441"/>
                  <a:pt x="1383" y="87412"/>
                </a:cubicBezTo>
                <a:close/>
                <a:moveTo>
                  <a:pt x="1045" y="87530"/>
                </a:moveTo>
                <a:cubicBezTo>
                  <a:pt x="1045" y="87544"/>
                  <a:pt x="1045" y="87559"/>
                  <a:pt x="1060" y="87589"/>
                </a:cubicBezTo>
                <a:lnTo>
                  <a:pt x="1060" y="87603"/>
                </a:lnTo>
                <a:cubicBezTo>
                  <a:pt x="1045" y="87589"/>
                  <a:pt x="1045" y="87559"/>
                  <a:pt x="1045" y="87544"/>
                </a:cubicBezTo>
                <a:lnTo>
                  <a:pt x="1045" y="87530"/>
                </a:lnTo>
                <a:close/>
                <a:moveTo>
                  <a:pt x="1163" y="87559"/>
                </a:moveTo>
                <a:cubicBezTo>
                  <a:pt x="1163" y="87589"/>
                  <a:pt x="1177" y="87618"/>
                  <a:pt x="1177" y="87633"/>
                </a:cubicBezTo>
                <a:cubicBezTo>
                  <a:pt x="1177" y="87633"/>
                  <a:pt x="1177" y="87662"/>
                  <a:pt x="1163" y="87662"/>
                </a:cubicBezTo>
                <a:lnTo>
                  <a:pt x="1163" y="87589"/>
                </a:lnTo>
                <a:lnTo>
                  <a:pt x="1163" y="87559"/>
                </a:lnTo>
                <a:close/>
                <a:moveTo>
                  <a:pt x="1516" y="87486"/>
                </a:moveTo>
                <a:cubicBezTo>
                  <a:pt x="1531" y="87530"/>
                  <a:pt x="1531" y="87559"/>
                  <a:pt x="1545" y="87603"/>
                </a:cubicBezTo>
                <a:cubicBezTo>
                  <a:pt x="1545" y="87618"/>
                  <a:pt x="1531" y="87633"/>
                  <a:pt x="1531" y="87662"/>
                </a:cubicBezTo>
                <a:cubicBezTo>
                  <a:pt x="1516" y="87603"/>
                  <a:pt x="1516" y="87559"/>
                  <a:pt x="1486" y="87530"/>
                </a:cubicBezTo>
                <a:cubicBezTo>
                  <a:pt x="1486" y="87515"/>
                  <a:pt x="1516" y="87486"/>
                  <a:pt x="1516" y="87486"/>
                </a:cubicBezTo>
                <a:close/>
                <a:moveTo>
                  <a:pt x="1280" y="87589"/>
                </a:moveTo>
                <a:cubicBezTo>
                  <a:pt x="1280" y="87618"/>
                  <a:pt x="1310" y="87633"/>
                  <a:pt x="1310" y="87677"/>
                </a:cubicBezTo>
                <a:cubicBezTo>
                  <a:pt x="1280" y="87692"/>
                  <a:pt x="1280" y="87706"/>
                  <a:pt x="1266" y="87736"/>
                </a:cubicBezTo>
                <a:cubicBezTo>
                  <a:pt x="1280" y="87706"/>
                  <a:pt x="1266" y="87677"/>
                  <a:pt x="1266" y="87633"/>
                </a:cubicBezTo>
                <a:cubicBezTo>
                  <a:pt x="1266" y="87618"/>
                  <a:pt x="1280" y="87603"/>
                  <a:pt x="1280" y="87589"/>
                </a:cubicBezTo>
                <a:close/>
                <a:moveTo>
                  <a:pt x="6534" y="80996"/>
                </a:moveTo>
                <a:cubicBezTo>
                  <a:pt x="6107" y="81702"/>
                  <a:pt x="5636" y="82438"/>
                  <a:pt x="5048" y="83203"/>
                </a:cubicBezTo>
                <a:cubicBezTo>
                  <a:pt x="4724" y="83630"/>
                  <a:pt x="4386" y="84057"/>
                  <a:pt x="4062" y="84454"/>
                </a:cubicBezTo>
                <a:cubicBezTo>
                  <a:pt x="3223" y="85499"/>
                  <a:pt x="2369" y="86573"/>
                  <a:pt x="1692" y="87736"/>
                </a:cubicBezTo>
                <a:cubicBezTo>
                  <a:pt x="1678" y="87692"/>
                  <a:pt x="1648" y="87662"/>
                  <a:pt x="1648" y="87603"/>
                </a:cubicBezTo>
                <a:cubicBezTo>
                  <a:pt x="2414" y="86264"/>
                  <a:pt x="3414" y="85043"/>
                  <a:pt x="4400" y="83851"/>
                </a:cubicBezTo>
                <a:cubicBezTo>
                  <a:pt x="4650" y="83542"/>
                  <a:pt x="4915" y="83203"/>
                  <a:pt x="5165" y="82894"/>
                </a:cubicBezTo>
                <a:cubicBezTo>
                  <a:pt x="5607" y="82335"/>
                  <a:pt x="6093" y="81702"/>
                  <a:pt x="6534" y="80996"/>
                </a:cubicBezTo>
                <a:close/>
                <a:moveTo>
                  <a:pt x="1442" y="87618"/>
                </a:moveTo>
                <a:cubicBezTo>
                  <a:pt x="1457" y="87662"/>
                  <a:pt x="1457" y="87692"/>
                  <a:pt x="1472" y="87736"/>
                </a:cubicBezTo>
                <a:cubicBezTo>
                  <a:pt x="1457" y="87750"/>
                  <a:pt x="1457" y="87765"/>
                  <a:pt x="1442" y="87809"/>
                </a:cubicBezTo>
                <a:cubicBezTo>
                  <a:pt x="1413" y="87765"/>
                  <a:pt x="1413" y="87736"/>
                  <a:pt x="1398" y="87692"/>
                </a:cubicBezTo>
                <a:cubicBezTo>
                  <a:pt x="1413" y="87677"/>
                  <a:pt x="1413" y="87662"/>
                  <a:pt x="1442" y="87618"/>
                </a:cubicBezTo>
                <a:close/>
                <a:moveTo>
                  <a:pt x="1104" y="87706"/>
                </a:moveTo>
                <a:cubicBezTo>
                  <a:pt x="1104" y="87736"/>
                  <a:pt x="1104" y="87750"/>
                  <a:pt x="1118" y="87780"/>
                </a:cubicBezTo>
                <a:cubicBezTo>
                  <a:pt x="1118" y="87809"/>
                  <a:pt x="1118" y="87809"/>
                  <a:pt x="1104" y="87824"/>
                </a:cubicBezTo>
                <a:cubicBezTo>
                  <a:pt x="1104" y="87809"/>
                  <a:pt x="1089" y="87765"/>
                  <a:pt x="1089" y="87750"/>
                </a:cubicBezTo>
                <a:cubicBezTo>
                  <a:pt x="1089" y="87736"/>
                  <a:pt x="1089" y="87736"/>
                  <a:pt x="1104" y="87706"/>
                </a:cubicBezTo>
                <a:close/>
                <a:moveTo>
                  <a:pt x="1575" y="87692"/>
                </a:moveTo>
                <a:cubicBezTo>
                  <a:pt x="1604" y="87736"/>
                  <a:pt x="1604" y="87765"/>
                  <a:pt x="1619" y="87809"/>
                </a:cubicBezTo>
                <a:cubicBezTo>
                  <a:pt x="1619" y="87824"/>
                  <a:pt x="1604" y="87839"/>
                  <a:pt x="1604" y="87853"/>
                </a:cubicBezTo>
                <a:cubicBezTo>
                  <a:pt x="1589" y="87824"/>
                  <a:pt x="1589" y="87780"/>
                  <a:pt x="1560" y="87750"/>
                </a:cubicBezTo>
                <a:cubicBezTo>
                  <a:pt x="1560" y="87736"/>
                  <a:pt x="1575" y="87706"/>
                  <a:pt x="1575" y="87692"/>
                </a:cubicBezTo>
                <a:close/>
                <a:moveTo>
                  <a:pt x="1207" y="87750"/>
                </a:moveTo>
                <a:cubicBezTo>
                  <a:pt x="1207" y="87780"/>
                  <a:pt x="1236" y="87809"/>
                  <a:pt x="1236" y="87839"/>
                </a:cubicBezTo>
                <a:cubicBezTo>
                  <a:pt x="1236" y="87848"/>
                  <a:pt x="1223" y="87852"/>
                  <a:pt x="1215" y="87861"/>
                </a:cubicBezTo>
                <a:lnTo>
                  <a:pt x="1215" y="87861"/>
                </a:lnTo>
                <a:cubicBezTo>
                  <a:pt x="1220" y="87838"/>
                  <a:pt x="1214" y="87813"/>
                  <a:pt x="1192" y="87780"/>
                </a:cubicBezTo>
                <a:cubicBezTo>
                  <a:pt x="1192" y="87765"/>
                  <a:pt x="1192" y="87765"/>
                  <a:pt x="1207" y="87750"/>
                </a:cubicBezTo>
                <a:close/>
                <a:moveTo>
                  <a:pt x="1369" y="87809"/>
                </a:moveTo>
                <a:cubicBezTo>
                  <a:pt x="1383" y="87839"/>
                  <a:pt x="1383" y="87883"/>
                  <a:pt x="1398" y="87912"/>
                </a:cubicBezTo>
                <a:cubicBezTo>
                  <a:pt x="1383" y="87927"/>
                  <a:pt x="1383" y="87956"/>
                  <a:pt x="1369" y="87971"/>
                </a:cubicBezTo>
                <a:cubicBezTo>
                  <a:pt x="1339" y="87927"/>
                  <a:pt x="1324" y="87898"/>
                  <a:pt x="1324" y="87853"/>
                </a:cubicBezTo>
                <a:cubicBezTo>
                  <a:pt x="1339" y="87839"/>
                  <a:pt x="1339" y="87824"/>
                  <a:pt x="1369" y="87809"/>
                </a:cubicBezTo>
                <a:close/>
                <a:moveTo>
                  <a:pt x="1148" y="87912"/>
                </a:moveTo>
                <a:cubicBezTo>
                  <a:pt x="1148" y="87927"/>
                  <a:pt x="1163" y="87971"/>
                  <a:pt x="1163" y="87986"/>
                </a:cubicBezTo>
                <a:cubicBezTo>
                  <a:pt x="1163" y="88001"/>
                  <a:pt x="1148" y="88001"/>
                  <a:pt x="1148" y="88030"/>
                </a:cubicBezTo>
                <a:cubicBezTo>
                  <a:pt x="1148" y="88001"/>
                  <a:pt x="1148" y="87986"/>
                  <a:pt x="1118" y="87956"/>
                </a:cubicBezTo>
                <a:cubicBezTo>
                  <a:pt x="1118" y="87927"/>
                  <a:pt x="1148" y="87927"/>
                  <a:pt x="1148" y="87912"/>
                </a:cubicBezTo>
                <a:close/>
                <a:moveTo>
                  <a:pt x="1516" y="87839"/>
                </a:moveTo>
                <a:cubicBezTo>
                  <a:pt x="1531" y="87883"/>
                  <a:pt x="1531" y="87912"/>
                  <a:pt x="1545" y="87956"/>
                </a:cubicBezTo>
                <a:cubicBezTo>
                  <a:pt x="1531" y="87971"/>
                  <a:pt x="1516" y="88001"/>
                  <a:pt x="1516" y="88030"/>
                </a:cubicBezTo>
                <a:cubicBezTo>
                  <a:pt x="1486" y="87986"/>
                  <a:pt x="1486" y="87956"/>
                  <a:pt x="1472" y="87912"/>
                </a:cubicBezTo>
                <a:cubicBezTo>
                  <a:pt x="1486" y="87898"/>
                  <a:pt x="1486" y="87853"/>
                  <a:pt x="1516" y="87839"/>
                </a:cubicBezTo>
                <a:close/>
                <a:moveTo>
                  <a:pt x="1266" y="87971"/>
                </a:moveTo>
                <a:cubicBezTo>
                  <a:pt x="1266" y="88001"/>
                  <a:pt x="1280" y="88030"/>
                  <a:pt x="1280" y="88059"/>
                </a:cubicBezTo>
                <a:cubicBezTo>
                  <a:pt x="1280" y="88074"/>
                  <a:pt x="1266" y="88074"/>
                  <a:pt x="1266" y="88104"/>
                </a:cubicBezTo>
                <a:cubicBezTo>
                  <a:pt x="1266" y="88059"/>
                  <a:pt x="1266" y="88045"/>
                  <a:pt x="1251" y="88001"/>
                </a:cubicBezTo>
                <a:cubicBezTo>
                  <a:pt x="1251" y="87986"/>
                  <a:pt x="1266" y="87986"/>
                  <a:pt x="1266" y="87971"/>
                </a:cubicBezTo>
                <a:close/>
                <a:moveTo>
                  <a:pt x="1089" y="88104"/>
                </a:moveTo>
                <a:cubicBezTo>
                  <a:pt x="1089" y="88118"/>
                  <a:pt x="1104" y="88148"/>
                  <a:pt x="1104" y="88162"/>
                </a:cubicBezTo>
                <a:cubicBezTo>
                  <a:pt x="1104" y="88162"/>
                  <a:pt x="1104" y="88192"/>
                  <a:pt x="1089" y="88192"/>
                </a:cubicBezTo>
                <a:cubicBezTo>
                  <a:pt x="1089" y="88177"/>
                  <a:pt x="1074" y="88133"/>
                  <a:pt x="1074" y="88118"/>
                </a:cubicBezTo>
                <a:cubicBezTo>
                  <a:pt x="1074" y="88118"/>
                  <a:pt x="1074" y="88104"/>
                  <a:pt x="1089" y="88104"/>
                </a:cubicBezTo>
                <a:close/>
                <a:moveTo>
                  <a:pt x="1413" y="88001"/>
                </a:moveTo>
                <a:cubicBezTo>
                  <a:pt x="1428" y="88045"/>
                  <a:pt x="1428" y="88074"/>
                  <a:pt x="1457" y="88118"/>
                </a:cubicBezTo>
                <a:cubicBezTo>
                  <a:pt x="1442" y="88133"/>
                  <a:pt x="1413" y="88148"/>
                  <a:pt x="1413" y="88192"/>
                </a:cubicBezTo>
                <a:cubicBezTo>
                  <a:pt x="1398" y="88148"/>
                  <a:pt x="1398" y="88118"/>
                  <a:pt x="1383" y="88074"/>
                </a:cubicBezTo>
                <a:cubicBezTo>
                  <a:pt x="1398" y="88059"/>
                  <a:pt x="1398" y="88045"/>
                  <a:pt x="1413" y="88001"/>
                </a:cubicBezTo>
                <a:close/>
                <a:moveTo>
                  <a:pt x="1192" y="88133"/>
                </a:moveTo>
                <a:cubicBezTo>
                  <a:pt x="1192" y="88177"/>
                  <a:pt x="1207" y="88192"/>
                  <a:pt x="1207" y="88221"/>
                </a:cubicBezTo>
                <a:cubicBezTo>
                  <a:pt x="1207" y="88251"/>
                  <a:pt x="1192" y="88265"/>
                  <a:pt x="1192" y="88265"/>
                </a:cubicBezTo>
                <a:cubicBezTo>
                  <a:pt x="1192" y="88221"/>
                  <a:pt x="1177" y="88207"/>
                  <a:pt x="1177" y="88177"/>
                </a:cubicBezTo>
                <a:cubicBezTo>
                  <a:pt x="1177" y="88148"/>
                  <a:pt x="1192" y="88133"/>
                  <a:pt x="1192" y="88133"/>
                </a:cubicBezTo>
                <a:close/>
                <a:moveTo>
                  <a:pt x="1324" y="88177"/>
                </a:moveTo>
                <a:cubicBezTo>
                  <a:pt x="1339" y="88207"/>
                  <a:pt x="1339" y="88251"/>
                  <a:pt x="1369" y="88280"/>
                </a:cubicBezTo>
                <a:cubicBezTo>
                  <a:pt x="1339" y="88295"/>
                  <a:pt x="1339" y="88324"/>
                  <a:pt x="1339" y="88324"/>
                </a:cubicBezTo>
                <a:cubicBezTo>
                  <a:pt x="1324" y="88280"/>
                  <a:pt x="1324" y="88251"/>
                  <a:pt x="1310" y="88207"/>
                </a:cubicBezTo>
                <a:cubicBezTo>
                  <a:pt x="1310" y="88192"/>
                  <a:pt x="1324" y="88192"/>
                  <a:pt x="1324" y="88177"/>
                </a:cubicBezTo>
                <a:close/>
                <a:moveTo>
                  <a:pt x="1001" y="88251"/>
                </a:moveTo>
                <a:cubicBezTo>
                  <a:pt x="1015" y="88280"/>
                  <a:pt x="1030" y="88295"/>
                  <a:pt x="1030" y="88324"/>
                </a:cubicBezTo>
                <a:cubicBezTo>
                  <a:pt x="1030" y="88324"/>
                  <a:pt x="1030" y="88339"/>
                  <a:pt x="1015" y="88339"/>
                </a:cubicBezTo>
                <a:cubicBezTo>
                  <a:pt x="1015" y="88324"/>
                  <a:pt x="1015" y="88295"/>
                  <a:pt x="1001" y="88265"/>
                </a:cubicBezTo>
                <a:lnTo>
                  <a:pt x="1001" y="88251"/>
                </a:lnTo>
                <a:close/>
                <a:moveTo>
                  <a:pt x="1118" y="88280"/>
                </a:moveTo>
                <a:cubicBezTo>
                  <a:pt x="1118" y="88295"/>
                  <a:pt x="1133" y="88339"/>
                  <a:pt x="1133" y="88354"/>
                </a:cubicBezTo>
                <a:cubicBezTo>
                  <a:pt x="1133" y="88368"/>
                  <a:pt x="1118" y="88368"/>
                  <a:pt x="1118" y="88398"/>
                </a:cubicBezTo>
                <a:cubicBezTo>
                  <a:pt x="1118" y="88368"/>
                  <a:pt x="1118" y="88354"/>
                  <a:pt x="1104" y="88324"/>
                </a:cubicBezTo>
                <a:cubicBezTo>
                  <a:pt x="1104" y="88295"/>
                  <a:pt x="1104" y="88295"/>
                  <a:pt x="1118" y="88280"/>
                </a:cubicBezTo>
                <a:close/>
                <a:moveTo>
                  <a:pt x="1251" y="88339"/>
                </a:moveTo>
                <a:cubicBezTo>
                  <a:pt x="1251" y="88368"/>
                  <a:pt x="1266" y="88413"/>
                  <a:pt x="1295" y="88427"/>
                </a:cubicBezTo>
                <a:cubicBezTo>
                  <a:pt x="1266" y="88442"/>
                  <a:pt x="1266" y="88472"/>
                  <a:pt x="1251" y="88486"/>
                </a:cubicBezTo>
                <a:cubicBezTo>
                  <a:pt x="1251" y="88442"/>
                  <a:pt x="1236" y="88413"/>
                  <a:pt x="1236" y="88398"/>
                </a:cubicBezTo>
                <a:cubicBezTo>
                  <a:pt x="1236" y="88368"/>
                  <a:pt x="1251" y="88354"/>
                  <a:pt x="1251" y="88339"/>
                </a:cubicBezTo>
                <a:close/>
                <a:moveTo>
                  <a:pt x="1060" y="88442"/>
                </a:moveTo>
                <a:cubicBezTo>
                  <a:pt x="1060" y="88472"/>
                  <a:pt x="1089" y="88501"/>
                  <a:pt x="1089" y="88516"/>
                </a:cubicBezTo>
                <a:cubicBezTo>
                  <a:pt x="1089" y="88545"/>
                  <a:pt x="1060" y="88545"/>
                  <a:pt x="1060" y="88560"/>
                </a:cubicBezTo>
                <a:cubicBezTo>
                  <a:pt x="1045" y="88545"/>
                  <a:pt x="1045" y="88516"/>
                  <a:pt x="1045" y="88486"/>
                </a:cubicBezTo>
                <a:cubicBezTo>
                  <a:pt x="1045" y="88472"/>
                  <a:pt x="1045" y="88472"/>
                  <a:pt x="1060" y="88442"/>
                </a:cubicBezTo>
                <a:close/>
                <a:moveTo>
                  <a:pt x="1177" y="88501"/>
                </a:moveTo>
                <a:cubicBezTo>
                  <a:pt x="1177" y="88545"/>
                  <a:pt x="1192" y="88560"/>
                  <a:pt x="1192" y="88589"/>
                </a:cubicBezTo>
                <a:cubicBezTo>
                  <a:pt x="1192" y="88619"/>
                  <a:pt x="1192" y="88619"/>
                  <a:pt x="1177" y="88633"/>
                </a:cubicBezTo>
                <a:cubicBezTo>
                  <a:pt x="1177" y="88589"/>
                  <a:pt x="1163" y="88575"/>
                  <a:pt x="1163" y="88545"/>
                </a:cubicBezTo>
                <a:cubicBezTo>
                  <a:pt x="1163" y="88516"/>
                  <a:pt x="1177" y="88516"/>
                  <a:pt x="1177" y="88501"/>
                </a:cubicBezTo>
                <a:close/>
                <a:moveTo>
                  <a:pt x="957" y="88633"/>
                </a:moveTo>
                <a:cubicBezTo>
                  <a:pt x="1001" y="88663"/>
                  <a:pt x="1001" y="88678"/>
                  <a:pt x="1001" y="88707"/>
                </a:cubicBezTo>
                <a:cubicBezTo>
                  <a:pt x="1001" y="88707"/>
                  <a:pt x="1001" y="88722"/>
                  <a:pt x="971" y="88722"/>
                </a:cubicBezTo>
                <a:cubicBezTo>
                  <a:pt x="971" y="88707"/>
                  <a:pt x="971" y="88678"/>
                  <a:pt x="957" y="88648"/>
                </a:cubicBezTo>
                <a:lnTo>
                  <a:pt x="957" y="88633"/>
                </a:lnTo>
                <a:close/>
                <a:moveTo>
                  <a:pt x="1104" y="88663"/>
                </a:moveTo>
                <a:cubicBezTo>
                  <a:pt x="1104" y="88707"/>
                  <a:pt x="1118" y="88722"/>
                  <a:pt x="1118" y="88751"/>
                </a:cubicBezTo>
                <a:cubicBezTo>
                  <a:pt x="1118" y="88766"/>
                  <a:pt x="1104" y="88781"/>
                  <a:pt x="1104" y="88795"/>
                </a:cubicBezTo>
                <a:cubicBezTo>
                  <a:pt x="1104" y="88751"/>
                  <a:pt x="1089" y="88736"/>
                  <a:pt x="1089" y="88707"/>
                </a:cubicBezTo>
                <a:cubicBezTo>
                  <a:pt x="1089" y="88678"/>
                  <a:pt x="1104" y="88663"/>
                  <a:pt x="1104" y="88663"/>
                </a:cubicBezTo>
                <a:close/>
                <a:moveTo>
                  <a:pt x="1030" y="88854"/>
                </a:moveTo>
                <a:cubicBezTo>
                  <a:pt x="1030" y="88869"/>
                  <a:pt x="1030" y="88884"/>
                  <a:pt x="1045" y="88928"/>
                </a:cubicBezTo>
                <a:cubicBezTo>
                  <a:pt x="1045" y="88942"/>
                  <a:pt x="1030" y="88942"/>
                  <a:pt x="1030" y="88957"/>
                </a:cubicBezTo>
                <a:cubicBezTo>
                  <a:pt x="1030" y="88942"/>
                  <a:pt x="1015" y="88913"/>
                  <a:pt x="1015" y="88884"/>
                </a:cubicBezTo>
                <a:cubicBezTo>
                  <a:pt x="1015" y="88869"/>
                  <a:pt x="1015" y="88869"/>
                  <a:pt x="1030" y="88854"/>
                </a:cubicBezTo>
                <a:close/>
                <a:moveTo>
                  <a:pt x="957" y="89001"/>
                </a:moveTo>
                <a:cubicBezTo>
                  <a:pt x="957" y="89031"/>
                  <a:pt x="971" y="89045"/>
                  <a:pt x="971" y="89075"/>
                </a:cubicBezTo>
                <a:cubicBezTo>
                  <a:pt x="957" y="89075"/>
                  <a:pt x="957" y="89031"/>
                  <a:pt x="957" y="89016"/>
                </a:cubicBezTo>
                <a:lnTo>
                  <a:pt x="957" y="89001"/>
                </a:lnTo>
                <a:close/>
                <a:moveTo>
                  <a:pt x="883" y="89178"/>
                </a:moveTo>
                <a:cubicBezTo>
                  <a:pt x="898" y="89207"/>
                  <a:pt x="898" y="89222"/>
                  <a:pt x="898" y="89237"/>
                </a:cubicBezTo>
                <a:cubicBezTo>
                  <a:pt x="898" y="89237"/>
                  <a:pt x="898" y="89251"/>
                  <a:pt x="883" y="89251"/>
                </a:cubicBezTo>
                <a:lnTo>
                  <a:pt x="883" y="89207"/>
                </a:lnTo>
                <a:lnTo>
                  <a:pt x="883" y="89178"/>
                </a:lnTo>
                <a:close/>
                <a:moveTo>
                  <a:pt x="9151" y="1"/>
                </a:moveTo>
                <a:cubicBezTo>
                  <a:pt x="8699" y="1"/>
                  <a:pt x="8245" y="78"/>
                  <a:pt x="7800" y="247"/>
                </a:cubicBezTo>
                <a:lnTo>
                  <a:pt x="7844" y="320"/>
                </a:lnTo>
                <a:cubicBezTo>
                  <a:pt x="8284" y="155"/>
                  <a:pt x="8730" y="79"/>
                  <a:pt x="9173" y="79"/>
                </a:cubicBezTo>
                <a:cubicBezTo>
                  <a:pt x="10580" y="79"/>
                  <a:pt x="11953" y="849"/>
                  <a:pt x="12995" y="1969"/>
                </a:cubicBezTo>
                <a:cubicBezTo>
                  <a:pt x="12597" y="1601"/>
                  <a:pt x="12185" y="1248"/>
                  <a:pt x="11714" y="997"/>
                </a:cubicBezTo>
                <a:cubicBezTo>
                  <a:pt x="10828" y="465"/>
                  <a:pt x="9902" y="191"/>
                  <a:pt x="9007" y="191"/>
                </a:cubicBezTo>
                <a:cubicBezTo>
                  <a:pt x="8565" y="191"/>
                  <a:pt x="8130" y="258"/>
                  <a:pt x="7711" y="394"/>
                </a:cubicBezTo>
                <a:lnTo>
                  <a:pt x="7726" y="468"/>
                </a:lnTo>
                <a:cubicBezTo>
                  <a:pt x="8149" y="330"/>
                  <a:pt x="8578" y="266"/>
                  <a:pt x="9006" y="266"/>
                </a:cubicBezTo>
                <a:cubicBezTo>
                  <a:pt x="10494" y="266"/>
                  <a:pt x="11959" y="1043"/>
                  <a:pt x="13068" y="2175"/>
                </a:cubicBezTo>
                <a:cubicBezTo>
                  <a:pt x="11931" y="1095"/>
                  <a:pt x="10445" y="356"/>
                  <a:pt x="8903" y="356"/>
                </a:cubicBezTo>
                <a:cubicBezTo>
                  <a:pt x="8469" y="356"/>
                  <a:pt x="8030" y="415"/>
                  <a:pt x="7594" y="541"/>
                </a:cubicBezTo>
                <a:lnTo>
                  <a:pt x="7623" y="615"/>
                </a:lnTo>
                <a:cubicBezTo>
                  <a:pt x="8046" y="495"/>
                  <a:pt x="8471" y="439"/>
                  <a:pt x="8892" y="439"/>
                </a:cubicBezTo>
                <a:cubicBezTo>
                  <a:pt x="10538" y="439"/>
                  <a:pt x="12123" y="1291"/>
                  <a:pt x="13260" y="2498"/>
                </a:cubicBezTo>
                <a:cubicBezTo>
                  <a:pt x="12818" y="2086"/>
                  <a:pt x="12332" y="1719"/>
                  <a:pt x="11817" y="1424"/>
                </a:cubicBezTo>
                <a:cubicBezTo>
                  <a:pt x="10796" y="845"/>
                  <a:pt x="9729" y="545"/>
                  <a:pt x="8698" y="545"/>
                </a:cubicBezTo>
                <a:cubicBezTo>
                  <a:pt x="8288" y="545"/>
                  <a:pt x="7884" y="592"/>
                  <a:pt x="7491" y="688"/>
                </a:cubicBezTo>
                <a:lnTo>
                  <a:pt x="7505" y="762"/>
                </a:lnTo>
                <a:cubicBezTo>
                  <a:pt x="7888" y="668"/>
                  <a:pt x="8283" y="623"/>
                  <a:pt x="8681" y="623"/>
                </a:cubicBezTo>
                <a:cubicBezTo>
                  <a:pt x="10351" y="623"/>
                  <a:pt x="12097" y="1412"/>
                  <a:pt x="13392" y="2719"/>
                </a:cubicBezTo>
                <a:cubicBezTo>
                  <a:pt x="12043" y="1478"/>
                  <a:pt x="10270" y="721"/>
                  <a:pt x="8541" y="721"/>
                </a:cubicBezTo>
                <a:cubicBezTo>
                  <a:pt x="8157" y="721"/>
                  <a:pt x="7776" y="758"/>
                  <a:pt x="7402" y="836"/>
                </a:cubicBezTo>
                <a:lnTo>
                  <a:pt x="7417" y="909"/>
                </a:lnTo>
                <a:cubicBezTo>
                  <a:pt x="7782" y="835"/>
                  <a:pt x="8155" y="799"/>
                  <a:pt x="8531" y="799"/>
                </a:cubicBezTo>
                <a:cubicBezTo>
                  <a:pt x="10386" y="799"/>
                  <a:pt x="12316" y="1673"/>
                  <a:pt x="13686" y="3117"/>
                </a:cubicBezTo>
                <a:cubicBezTo>
                  <a:pt x="13157" y="2616"/>
                  <a:pt x="12568" y="2175"/>
                  <a:pt x="11906" y="1822"/>
                </a:cubicBezTo>
                <a:cubicBezTo>
                  <a:pt x="10775" y="1206"/>
                  <a:pt x="9550" y="888"/>
                  <a:pt x="8374" y="888"/>
                </a:cubicBezTo>
                <a:cubicBezTo>
                  <a:pt x="8005" y="888"/>
                  <a:pt x="7640" y="919"/>
                  <a:pt x="7285" y="983"/>
                </a:cubicBezTo>
                <a:lnTo>
                  <a:pt x="7299" y="1056"/>
                </a:lnTo>
                <a:cubicBezTo>
                  <a:pt x="7645" y="995"/>
                  <a:pt x="7996" y="966"/>
                  <a:pt x="8349" y="966"/>
                </a:cubicBezTo>
                <a:cubicBezTo>
                  <a:pt x="10296" y="966"/>
                  <a:pt x="12300" y="1861"/>
                  <a:pt x="13745" y="3293"/>
                </a:cubicBezTo>
                <a:cubicBezTo>
                  <a:pt x="12225" y="1900"/>
                  <a:pt x="10172" y="1063"/>
                  <a:pt x="8146" y="1063"/>
                </a:cubicBezTo>
                <a:cubicBezTo>
                  <a:pt x="7818" y="1063"/>
                  <a:pt x="7491" y="1085"/>
                  <a:pt x="7167" y="1130"/>
                </a:cubicBezTo>
                <a:lnTo>
                  <a:pt x="7196" y="1203"/>
                </a:lnTo>
                <a:cubicBezTo>
                  <a:pt x="7513" y="1158"/>
                  <a:pt x="7833" y="1137"/>
                  <a:pt x="8155" y="1137"/>
                </a:cubicBezTo>
                <a:cubicBezTo>
                  <a:pt x="10254" y="1137"/>
                  <a:pt x="12405" y="2069"/>
                  <a:pt x="13937" y="3587"/>
                </a:cubicBezTo>
                <a:cubicBezTo>
                  <a:pt x="12339" y="2133"/>
                  <a:pt x="10145" y="1228"/>
                  <a:pt x="7952" y="1228"/>
                </a:cubicBezTo>
                <a:cubicBezTo>
                  <a:pt x="7660" y="1228"/>
                  <a:pt x="7369" y="1244"/>
                  <a:pt x="7079" y="1277"/>
                </a:cubicBezTo>
                <a:lnTo>
                  <a:pt x="7079" y="1351"/>
                </a:lnTo>
                <a:cubicBezTo>
                  <a:pt x="7363" y="1320"/>
                  <a:pt x="7648" y="1305"/>
                  <a:pt x="7934" y="1305"/>
                </a:cubicBezTo>
                <a:cubicBezTo>
                  <a:pt x="10237" y="1305"/>
                  <a:pt x="12545" y="2286"/>
                  <a:pt x="14143" y="3897"/>
                </a:cubicBezTo>
                <a:cubicBezTo>
                  <a:pt x="13539" y="3337"/>
                  <a:pt x="12818" y="2852"/>
                  <a:pt x="12038" y="2454"/>
                </a:cubicBezTo>
                <a:cubicBezTo>
                  <a:pt x="10678" y="1762"/>
                  <a:pt x="9157" y="1392"/>
                  <a:pt x="7695" y="1392"/>
                </a:cubicBezTo>
                <a:cubicBezTo>
                  <a:pt x="7448" y="1392"/>
                  <a:pt x="7203" y="1403"/>
                  <a:pt x="6961" y="1424"/>
                </a:cubicBezTo>
                <a:lnTo>
                  <a:pt x="6961" y="1498"/>
                </a:lnTo>
                <a:cubicBezTo>
                  <a:pt x="7195" y="1478"/>
                  <a:pt x="7429" y="1469"/>
                  <a:pt x="7664" y="1469"/>
                </a:cubicBezTo>
                <a:cubicBezTo>
                  <a:pt x="10108" y="1469"/>
                  <a:pt x="12583" y="2497"/>
                  <a:pt x="14275" y="4161"/>
                </a:cubicBezTo>
                <a:cubicBezTo>
                  <a:pt x="12492" y="2542"/>
                  <a:pt x="9992" y="1552"/>
                  <a:pt x="7460" y="1552"/>
                </a:cubicBezTo>
                <a:cubicBezTo>
                  <a:pt x="7255" y="1552"/>
                  <a:pt x="7049" y="1558"/>
                  <a:pt x="6843" y="1571"/>
                </a:cubicBezTo>
                <a:lnTo>
                  <a:pt x="6843" y="1645"/>
                </a:lnTo>
                <a:cubicBezTo>
                  <a:pt x="7017" y="1636"/>
                  <a:pt x="7190" y="1631"/>
                  <a:pt x="7363" y="1631"/>
                </a:cubicBezTo>
                <a:cubicBezTo>
                  <a:pt x="9997" y="1631"/>
                  <a:pt x="12584" y="2670"/>
                  <a:pt x="14393" y="4382"/>
                </a:cubicBezTo>
                <a:cubicBezTo>
                  <a:pt x="12488" y="2690"/>
                  <a:pt x="9800" y="1685"/>
                  <a:pt x="7032" y="1685"/>
                </a:cubicBezTo>
                <a:cubicBezTo>
                  <a:pt x="6935" y="1685"/>
                  <a:pt x="6838" y="1687"/>
                  <a:pt x="6740" y="1689"/>
                </a:cubicBezTo>
                <a:lnTo>
                  <a:pt x="6740" y="1763"/>
                </a:lnTo>
                <a:cubicBezTo>
                  <a:pt x="6853" y="1759"/>
                  <a:pt x="6966" y="1758"/>
                  <a:pt x="7078" y="1758"/>
                </a:cubicBezTo>
                <a:cubicBezTo>
                  <a:pt x="9873" y="1758"/>
                  <a:pt x="12570" y="2803"/>
                  <a:pt x="14437" y="4529"/>
                </a:cubicBezTo>
                <a:lnTo>
                  <a:pt x="14437" y="4544"/>
                </a:lnTo>
                <a:cubicBezTo>
                  <a:pt x="13760" y="3970"/>
                  <a:pt x="13009" y="3484"/>
                  <a:pt x="12141" y="3072"/>
                </a:cubicBezTo>
                <a:cubicBezTo>
                  <a:pt x="10518" y="2289"/>
                  <a:pt x="8632" y="1864"/>
                  <a:pt x="6805" y="1864"/>
                </a:cubicBezTo>
                <a:cubicBezTo>
                  <a:pt x="6744" y="1864"/>
                  <a:pt x="6683" y="1865"/>
                  <a:pt x="6622" y="1866"/>
                </a:cubicBezTo>
                <a:lnTo>
                  <a:pt x="6622" y="1939"/>
                </a:lnTo>
                <a:cubicBezTo>
                  <a:pt x="6665" y="1939"/>
                  <a:pt x="6707" y="1939"/>
                  <a:pt x="6749" y="1939"/>
                </a:cubicBezTo>
                <a:cubicBezTo>
                  <a:pt x="9733" y="1939"/>
                  <a:pt x="12522" y="2964"/>
                  <a:pt x="14496" y="4691"/>
                </a:cubicBezTo>
                <a:cubicBezTo>
                  <a:pt x="14496" y="4706"/>
                  <a:pt x="14496" y="4706"/>
                  <a:pt x="14510" y="4735"/>
                </a:cubicBezTo>
                <a:cubicBezTo>
                  <a:pt x="13833" y="4176"/>
                  <a:pt x="13054" y="3676"/>
                  <a:pt x="12200" y="3278"/>
                </a:cubicBezTo>
                <a:cubicBezTo>
                  <a:pt x="10463" y="2469"/>
                  <a:pt x="8521" y="2028"/>
                  <a:pt x="6534" y="1983"/>
                </a:cubicBezTo>
                <a:lnTo>
                  <a:pt x="6534" y="2057"/>
                </a:lnTo>
                <a:cubicBezTo>
                  <a:pt x="9625" y="2116"/>
                  <a:pt x="12524" y="3161"/>
                  <a:pt x="14569" y="4883"/>
                </a:cubicBezTo>
                <a:lnTo>
                  <a:pt x="14569" y="4897"/>
                </a:lnTo>
                <a:cubicBezTo>
                  <a:pt x="13892" y="4367"/>
                  <a:pt x="13112" y="3882"/>
                  <a:pt x="12259" y="3484"/>
                </a:cubicBezTo>
                <a:cubicBezTo>
                  <a:pt x="10508" y="2675"/>
                  <a:pt x="8506" y="2204"/>
                  <a:pt x="6416" y="2131"/>
                </a:cubicBezTo>
                <a:lnTo>
                  <a:pt x="6416" y="2204"/>
                </a:lnTo>
                <a:cubicBezTo>
                  <a:pt x="9051" y="2307"/>
                  <a:pt x="12229" y="3131"/>
                  <a:pt x="14613" y="5030"/>
                </a:cubicBezTo>
                <a:cubicBezTo>
                  <a:pt x="14613" y="5044"/>
                  <a:pt x="14613" y="5044"/>
                  <a:pt x="14628" y="5059"/>
                </a:cubicBezTo>
                <a:cubicBezTo>
                  <a:pt x="13951" y="4544"/>
                  <a:pt x="13171" y="4088"/>
                  <a:pt x="12303" y="3676"/>
                </a:cubicBezTo>
                <a:cubicBezTo>
                  <a:pt x="10537" y="2896"/>
                  <a:pt x="8477" y="2395"/>
                  <a:pt x="6328" y="2263"/>
                </a:cubicBezTo>
                <a:lnTo>
                  <a:pt x="6328" y="2337"/>
                </a:lnTo>
                <a:cubicBezTo>
                  <a:pt x="9639" y="2528"/>
                  <a:pt x="12568" y="3558"/>
                  <a:pt x="14658" y="5192"/>
                </a:cubicBezTo>
                <a:cubicBezTo>
                  <a:pt x="14658" y="5206"/>
                  <a:pt x="14658" y="5221"/>
                  <a:pt x="14687" y="5250"/>
                </a:cubicBezTo>
                <a:cubicBezTo>
                  <a:pt x="12553" y="3676"/>
                  <a:pt x="9625" y="2690"/>
                  <a:pt x="6240" y="2425"/>
                </a:cubicBezTo>
                <a:lnTo>
                  <a:pt x="6240" y="2498"/>
                </a:lnTo>
                <a:cubicBezTo>
                  <a:pt x="9654" y="2763"/>
                  <a:pt x="12597" y="3764"/>
                  <a:pt x="14716" y="5368"/>
                </a:cubicBezTo>
                <a:cubicBezTo>
                  <a:pt x="14716" y="5383"/>
                  <a:pt x="14716" y="5412"/>
                  <a:pt x="14731" y="5427"/>
                </a:cubicBezTo>
                <a:cubicBezTo>
                  <a:pt x="11935" y="3440"/>
                  <a:pt x="8374" y="2793"/>
                  <a:pt x="6137" y="2572"/>
                </a:cubicBezTo>
                <a:lnTo>
                  <a:pt x="6137" y="2646"/>
                </a:lnTo>
                <a:cubicBezTo>
                  <a:pt x="8388" y="2866"/>
                  <a:pt x="11994" y="3514"/>
                  <a:pt x="14775" y="5530"/>
                </a:cubicBezTo>
                <a:cubicBezTo>
                  <a:pt x="14775" y="5559"/>
                  <a:pt x="14775" y="5574"/>
                  <a:pt x="14790" y="5589"/>
                </a:cubicBezTo>
                <a:cubicBezTo>
                  <a:pt x="14084" y="5118"/>
                  <a:pt x="13318" y="4691"/>
                  <a:pt x="12465" y="4323"/>
                </a:cubicBezTo>
                <a:cubicBezTo>
                  <a:pt x="10669" y="3529"/>
                  <a:pt x="8506" y="2999"/>
                  <a:pt x="6048" y="2719"/>
                </a:cubicBezTo>
                <a:lnTo>
                  <a:pt x="6048" y="2793"/>
                </a:lnTo>
                <a:cubicBezTo>
                  <a:pt x="8786" y="3102"/>
                  <a:pt x="12200" y="3867"/>
                  <a:pt x="14820" y="5707"/>
                </a:cubicBezTo>
                <a:lnTo>
                  <a:pt x="14820" y="5751"/>
                </a:lnTo>
                <a:cubicBezTo>
                  <a:pt x="12656" y="4309"/>
                  <a:pt x="9713" y="3352"/>
                  <a:pt x="5960" y="2866"/>
                </a:cubicBezTo>
                <a:lnTo>
                  <a:pt x="5945" y="2940"/>
                </a:lnTo>
                <a:cubicBezTo>
                  <a:pt x="9728" y="3440"/>
                  <a:pt x="12671" y="4397"/>
                  <a:pt x="14849" y="5869"/>
                </a:cubicBezTo>
                <a:cubicBezTo>
                  <a:pt x="14849" y="5883"/>
                  <a:pt x="14864" y="5927"/>
                  <a:pt x="14864" y="5942"/>
                </a:cubicBezTo>
                <a:cubicBezTo>
                  <a:pt x="12068" y="4117"/>
                  <a:pt x="8550" y="3396"/>
                  <a:pt x="5842" y="3014"/>
                </a:cubicBezTo>
                <a:lnTo>
                  <a:pt x="5828" y="3087"/>
                </a:lnTo>
                <a:cubicBezTo>
                  <a:pt x="8550" y="3470"/>
                  <a:pt x="12068" y="4206"/>
                  <a:pt x="14878" y="6045"/>
                </a:cubicBezTo>
                <a:cubicBezTo>
                  <a:pt x="14878" y="6089"/>
                  <a:pt x="14893" y="6104"/>
                  <a:pt x="14893" y="6148"/>
                </a:cubicBezTo>
                <a:cubicBezTo>
                  <a:pt x="12141" y="4412"/>
                  <a:pt x="8727" y="3646"/>
                  <a:pt x="5739" y="3161"/>
                </a:cubicBezTo>
                <a:lnTo>
                  <a:pt x="5725" y="3234"/>
                </a:lnTo>
                <a:cubicBezTo>
                  <a:pt x="8697" y="3720"/>
                  <a:pt x="12156" y="4485"/>
                  <a:pt x="14908" y="6236"/>
                </a:cubicBezTo>
                <a:cubicBezTo>
                  <a:pt x="14908" y="6251"/>
                  <a:pt x="14908" y="6266"/>
                  <a:pt x="14923" y="6295"/>
                </a:cubicBezTo>
                <a:cubicBezTo>
                  <a:pt x="12274" y="4676"/>
                  <a:pt x="8962" y="3882"/>
                  <a:pt x="5636" y="3308"/>
                </a:cubicBezTo>
                <a:lnTo>
                  <a:pt x="5607" y="3381"/>
                </a:lnTo>
                <a:cubicBezTo>
                  <a:pt x="8948" y="3970"/>
                  <a:pt x="12274" y="4765"/>
                  <a:pt x="14923" y="6398"/>
                </a:cubicBezTo>
                <a:cubicBezTo>
                  <a:pt x="15129" y="7737"/>
                  <a:pt x="15129" y="9136"/>
                  <a:pt x="15129" y="10504"/>
                </a:cubicBezTo>
                <a:cubicBezTo>
                  <a:pt x="15129" y="11019"/>
                  <a:pt x="15129" y="11564"/>
                  <a:pt x="15143" y="12079"/>
                </a:cubicBezTo>
                <a:cubicBezTo>
                  <a:pt x="15173" y="13668"/>
                  <a:pt x="15364" y="15022"/>
                  <a:pt x="15702" y="16199"/>
                </a:cubicBezTo>
                <a:cubicBezTo>
                  <a:pt x="15747" y="16376"/>
                  <a:pt x="15776" y="16523"/>
                  <a:pt x="15820" y="16670"/>
                </a:cubicBezTo>
                <a:cubicBezTo>
                  <a:pt x="15850" y="16862"/>
                  <a:pt x="15909" y="17068"/>
                  <a:pt x="15967" y="17274"/>
                </a:cubicBezTo>
                <a:cubicBezTo>
                  <a:pt x="15982" y="17377"/>
                  <a:pt x="15997" y="17480"/>
                  <a:pt x="16041" y="17583"/>
                </a:cubicBezTo>
                <a:lnTo>
                  <a:pt x="16100" y="17921"/>
                </a:lnTo>
                <a:cubicBezTo>
                  <a:pt x="16115" y="18113"/>
                  <a:pt x="16144" y="18319"/>
                  <a:pt x="16188" y="18525"/>
                </a:cubicBezTo>
                <a:cubicBezTo>
                  <a:pt x="16203" y="18657"/>
                  <a:pt x="16218" y="18775"/>
                  <a:pt x="16247" y="18893"/>
                </a:cubicBezTo>
                <a:lnTo>
                  <a:pt x="16291" y="19393"/>
                </a:lnTo>
                <a:cubicBezTo>
                  <a:pt x="16291" y="19496"/>
                  <a:pt x="16321" y="19614"/>
                  <a:pt x="16321" y="19731"/>
                </a:cubicBezTo>
                <a:cubicBezTo>
                  <a:pt x="16321" y="19908"/>
                  <a:pt x="16335" y="20085"/>
                  <a:pt x="16335" y="20246"/>
                </a:cubicBezTo>
                <a:lnTo>
                  <a:pt x="16335" y="20688"/>
                </a:lnTo>
                <a:cubicBezTo>
                  <a:pt x="16335" y="20850"/>
                  <a:pt x="16321" y="21012"/>
                  <a:pt x="16321" y="21159"/>
                </a:cubicBezTo>
                <a:cubicBezTo>
                  <a:pt x="16291" y="21306"/>
                  <a:pt x="16291" y="21424"/>
                  <a:pt x="16291" y="21586"/>
                </a:cubicBezTo>
                <a:cubicBezTo>
                  <a:pt x="16276" y="21733"/>
                  <a:pt x="16262" y="21880"/>
                  <a:pt x="16262" y="22027"/>
                </a:cubicBezTo>
                <a:lnTo>
                  <a:pt x="16203" y="22469"/>
                </a:lnTo>
                <a:cubicBezTo>
                  <a:pt x="16173" y="22616"/>
                  <a:pt x="16144" y="22763"/>
                  <a:pt x="16129" y="22910"/>
                </a:cubicBezTo>
                <a:cubicBezTo>
                  <a:pt x="16100" y="23057"/>
                  <a:pt x="16056" y="23204"/>
                  <a:pt x="16041" y="23352"/>
                </a:cubicBezTo>
                <a:lnTo>
                  <a:pt x="15923" y="23793"/>
                </a:lnTo>
                <a:cubicBezTo>
                  <a:pt x="15894" y="23940"/>
                  <a:pt x="15835" y="24087"/>
                  <a:pt x="15806" y="24205"/>
                </a:cubicBezTo>
                <a:cubicBezTo>
                  <a:pt x="15747" y="24352"/>
                  <a:pt x="15702" y="24499"/>
                  <a:pt x="15658" y="24647"/>
                </a:cubicBezTo>
                <a:lnTo>
                  <a:pt x="15482" y="25088"/>
                </a:lnTo>
                <a:lnTo>
                  <a:pt x="15379" y="25368"/>
                </a:lnTo>
                <a:cubicBezTo>
                  <a:pt x="14201" y="28385"/>
                  <a:pt x="14746" y="31961"/>
                  <a:pt x="16762" y="34477"/>
                </a:cubicBezTo>
                <a:cubicBezTo>
                  <a:pt x="17866" y="35860"/>
                  <a:pt x="19367" y="36905"/>
                  <a:pt x="20809" y="37921"/>
                </a:cubicBezTo>
                <a:cubicBezTo>
                  <a:pt x="22089" y="38818"/>
                  <a:pt x="23414" y="39731"/>
                  <a:pt x="24488" y="40908"/>
                </a:cubicBezTo>
                <a:cubicBezTo>
                  <a:pt x="24459" y="40952"/>
                  <a:pt x="24429" y="40967"/>
                  <a:pt x="24415" y="41011"/>
                </a:cubicBezTo>
                <a:cubicBezTo>
                  <a:pt x="23679" y="41821"/>
                  <a:pt x="22884" y="42601"/>
                  <a:pt x="22104" y="43366"/>
                </a:cubicBezTo>
                <a:cubicBezTo>
                  <a:pt x="21133" y="44337"/>
                  <a:pt x="20117" y="45323"/>
                  <a:pt x="19205" y="46397"/>
                </a:cubicBezTo>
                <a:cubicBezTo>
                  <a:pt x="19087" y="46530"/>
                  <a:pt x="18984" y="46648"/>
                  <a:pt x="18867" y="46795"/>
                </a:cubicBezTo>
                <a:lnTo>
                  <a:pt x="18778" y="46898"/>
                </a:lnTo>
                <a:cubicBezTo>
                  <a:pt x="18616" y="47074"/>
                  <a:pt x="18469" y="47266"/>
                  <a:pt x="18322" y="47442"/>
                </a:cubicBezTo>
                <a:cubicBezTo>
                  <a:pt x="18131" y="47648"/>
                  <a:pt x="17954" y="47869"/>
                  <a:pt x="17763" y="48075"/>
                </a:cubicBezTo>
                <a:cubicBezTo>
                  <a:pt x="17586" y="48252"/>
                  <a:pt x="17424" y="48472"/>
                  <a:pt x="17233" y="48693"/>
                </a:cubicBezTo>
                <a:cubicBezTo>
                  <a:pt x="17056" y="48870"/>
                  <a:pt x="16880" y="49090"/>
                  <a:pt x="16703" y="49297"/>
                </a:cubicBezTo>
                <a:cubicBezTo>
                  <a:pt x="16512" y="49503"/>
                  <a:pt x="16321" y="49723"/>
                  <a:pt x="16144" y="49929"/>
                </a:cubicBezTo>
                <a:cubicBezTo>
                  <a:pt x="15967" y="50106"/>
                  <a:pt x="15806" y="50312"/>
                  <a:pt x="15629" y="50503"/>
                </a:cubicBezTo>
                <a:cubicBezTo>
                  <a:pt x="15452" y="50695"/>
                  <a:pt x="15290" y="50886"/>
                  <a:pt x="15114" y="51077"/>
                </a:cubicBezTo>
                <a:lnTo>
                  <a:pt x="14569" y="51695"/>
                </a:lnTo>
                <a:lnTo>
                  <a:pt x="14069" y="52240"/>
                </a:lnTo>
                <a:cubicBezTo>
                  <a:pt x="13848" y="52461"/>
                  <a:pt x="13642" y="52681"/>
                  <a:pt x="13466" y="52902"/>
                </a:cubicBezTo>
                <a:cubicBezTo>
                  <a:pt x="13274" y="53093"/>
                  <a:pt x="13112" y="53270"/>
                  <a:pt x="12951" y="53461"/>
                </a:cubicBezTo>
                <a:cubicBezTo>
                  <a:pt x="12730" y="53682"/>
                  <a:pt x="12524" y="53903"/>
                  <a:pt x="12318" y="54123"/>
                </a:cubicBezTo>
                <a:cubicBezTo>
                  <a:pt x="12141" y="54300"/>
                  <a:pt x="11979" y="54477"/>
                  <a:pt x="11832" y="54639"/>
                </a:cubicBezTo>
                <a:cubicBezTo>
                  <a:pt x="11611" y="54845"/>
                  <a:pt x="11391" y="55065"/>
                  <a:pt x="11185" y="55301"/>
                </a:cubicBezTo>
                <a:cubicBezTo>
                  <a:pt x="10978" y="55507"/>
                  <a:pt x="10772" y="55683"/>
                  <a:pt x="10581" y="55904"/>
                </a:cubicBezTo>
                <a:cubicBezTo>
                  <a:pt x="10360" y="56095"/>
                  <a:pt x="10154" y="56287"/>
                  <a:pt x="9963" y="56478"/>
                </a:cubicBezTo>
                <a:cubicBezTo>
                  <a:pt x="9742" y="56655"/>
                  <a:pt x="9551" y="56846"/>
                  <a:pt x="9345" y="57052"/>
                </a:cubicBezTo>
                <a:cubicBezTo>
                  <a:pt x="9124" y="57229"/>
                  <a:pt x="8903" y="57420"/>
                  <a:pt x="8697" y="57597"/>
                </a:cubicBezTo>
                <a:cubicBezTo>
                  <a:pt x="8477" y="57758"/>
                  <a:pt x="8256" y="57935"/>
                  <a:pt x="8050" y="58112"/>
                </a:cubicBezTo>
                <a:cubicBezTo>
                  <a:pt x="7829" y="58259"/>
                  <a:pt x="7608" y="58421"/>
                  <a:pt x="7417" y="58597"/>
                </a:cubicBezTo>
                <a:cubicBezTo>
                  <a:pt x="7123" y="58774"/>
                  <a:pt x="6828" y="58980"/>
                  <a:pt x="6549" y="59201"/>
                </a:cubicBezTo>
                <a:cubicBezTo>
                  <a:pt x="5445" y="60098"/>
                  <a:pt x="4562" y="61143"/>
                  <a:pt x="3959" y="62276"/>
                </a:cubicBezTo>
                <a:cubicBezTo>
                  <a:pt x="3252" y="63557"/>
                  <a:pt x="2973" y="64866"/>
                  <a:pt x="3149" y="66147"/>
                </a:cubicBezTo>
                <a:cubicBezTo>
                  <a:pt x="3370" y="67957"/>
                  <a:pt x="4430" y="69502"/>
                  <a:pt x="5445" y="70988"/>
                </a:cubicBezTo>
                <a:cubicBezTo>
                  <a:pt x="6255" y="72166"/>
                  <a:pt x="7079" y="73358"/>
                  <a:pt x="7505" y="74712"/>
                </a:cubicBezTo>
                <a:cubicBezTo>
                  <a:pt x="7005" y="74888"/>
                  <a:pt x="6505" y="75109"/>
                  <a:pt x="6048" y="75374"/>
                </a:cubicBezTo>
                <a:cubicBezTo>
                  <a:pt x="3149" y="76949"/>
                  <a:pt x="1133" y="80098"/>
                  <a:pt x="957" y="83409"/>
                </a:cubicBezTo>
                <a:cubicBezTo>
                  <a:pt x="957" y="83483"/>
                  <a:pt x="957" y="83556"/>
                  <a:pt x="942" y="83615"/>
                </a:cubicBezTo>
                <a:lnTo>
                  <a:pt x="942" y="83718"/>
                </a:lnTo>
                <a:cubicBezTo>
                  <a:pt x="942" y="83792"/>
                  <a:pt x="942" y="83880"/>
                  <a:pt x="912" y="83954"/>
                </a:cubicBezTo>
                <a:lnTo>
                  <a:pt x="912" y="84027"/>
                </a:lnTo>
                <a:cubicBezTo>
                  <a:pt x="912" y="84130"/>
                  <a:pt x="898" y="84233"/>
                  <a:pt x="898" y="84321"/>
                </a:cubicBezTo>
                <a:lnTo>
                  <a:pt x="898" y="84351"/>
                </a:lnTo>
                <a:cubicBezTo>
                  <a:pt x="883" y="84469"/>
                  <a:pt x="883" y="84601"/>
                  <a:pt x="883" y="84734"/>
                </a:cubicBezTo>
                <a:cubicBezTo>
                  <a:pt x="868" y="84837"/>
                  <a:pt x="868" y="84969"/>
                  <a:pt x="868" y="85087"/>
                </a:cubicBezTo>
                <a:cubicBezTo>
                  <a:pt x="839" y="85204"/>
                  <a:pt x="839" y="85352"/>
                  <a:pt x="839" y="85484"/>
                </a:cubicBezTo>
                <a:cubicBezTo>
                  <a:pt x="824" y="85602"/>
                  <a:pt x="824" y="85705"/>
                  <a:pt x="824" y="85823"/>
                </a:cubicBezTo>
                <a:cubicBezTo>
                  <a:pt x="809" y="85940"/>
                  <a:pt x="809" y="86073"/>
                  <a:pt x="809" y="86205"/>
                </a:cubicBezTo>
                <a:cubicBezTo>
                  <a:pt x="795" y="86308"/>
                  <a:pt x="795" y="86441"/>
                  <a:pt x="795" y="86558"/>
                </a:cubicBezTo>
                <a:cubicBezTo>
                  <a:pt x="780" y="86676"/>
                  <a:pt x="780" y="86809"/>
                  <a:pt x="751" y="86956"/>
                </a:cubicBezTo>
                <a:cubicBezTo>
                  <a:pt x="736" y="87088"/>
                  <a:pt x="736" y="87221"/>
                  <a:pt x="721" y="87324"/>
                </a:cubicBezTo>
                <a:cubicBezTo>
                  <a:pt x="706" y="87456"/>
                  <a:pt x="706" y="87559"/>
                  <a:pt x="677" y="87692"/>
                </a:cubicBezTo>
                <a:cubicBezTo>
                  <a:pt x="662" y="87809"/>
                  <a:pt x="662" y="87912"/>
                  <a:pt x="648" y="88045"/>
                </a:cubicBezTo>
                <a:cubicBezTo>
                  <a:pt x="633" y="88192"/>
                  <a:pt x="603" y="88324"/>
                  <a:pt x="603" y="88472"/>
                </a:cubicBezTo>
                <a:cubicBezTo>
                  <a:pt x="589" y="88589"/>
                  <a:pt x="589" y="88707"/>
                  <a:pt x="574" y="88839"/>
                </a:cubicBezTo>
                <a:cubicBezTo>
                  <a:pt x="545" y="88942"/>
                  <a:pt x="545" y="89075"/>
                  <a:pt x="530" y="89178"/>
                </a:cubicBezTo>
                <a:cubicBezTo>
                  <a:pt x="515" y="89310"/>
                  <a:pt x="515" y="89428"/>
                  <a:pt x="500" y="89546"/>
                </a:cubicBezTo>
                <a:cubicBezTo>
                  <a:pt x="471" y="89693"/>
                  <a:pt x="456" y="89840"/>
                  <a:pt x="456" y="89987"/>
                </a:cubicBezTo>
                <a:cubicBezTo>
                  <a:pt x="441" y="90105"/>
                  <a:pt x="441" y="90193"/>
                  <a:pt x="427" y="90311"/>
                </a:cubicBezTo>
                <a:cubicBezTo>
                  <a:pt x="397" y="90414"/>
                  <a:pt x="397" y="90502"/>
                  <a:pt x="383" y="90620"/>
                </a:cubicBezTo>
                <a:cubicBezTo>
                  <a:pt x="368" y="90753"/>
                  <a:pt x="353" y="90900"/>
                  <a:pt x="353" y="91017"/>
                </a:cubicBezTo>
                <a:cubicBezTo>
                  <a:pt x="0" y="93490"/>
                  <a:pt x="986" y="96271"/>
                  <a:pt x="3326" y="97051"/>
                </a:cubicBezTo>
                <a:lnTo>
                  <a:pt x="3341" y="96978"/>
                </a:lnTo>
                <a:cubicBezTo>
                  <a:pt x="1486" y="96359"/>
                  <a:pt x="515" y="94461"/>
                  <a:pt x="383" y="92460"/>
                </a:cubicBezTo>
                <a:lnTo>
                  <a:pt x="383" y="92460"/>
                </a:lnTo>
                <a:cubicBezTo>
                  <a:pt x="441" y="92989"/>
                  <a:pt x="574" y="93519"/>
                  <a:pt x="751" y="94020"/>
                </a:cubicBezTo>
                <a:cubicBezTo>
                  <a:pt x="1280" y="95477"/>
                  <a:pt x="2266" y="96536"/>
                  <a:pt x="3517" y="97007"/>
                </a:cubicBezTo>
                <a:lnTo>
                  <a:pt x="3547" y="96933"/>
                </a:lnTo>
                <a:cubicBezTo>
                  <a:pt x="1692" y="96212"/>
                  <a:pt x="662" y="94255"/>
                  <a:pt x="471" y="92254"/>
                </a:cubicBezTo>
                <a:lnTo>
                  <a:pt x="471" y="92254"/>
                </a:lnTo>
                <a:cubicBezTo>
                  <a:pt x="751" y="94240"/>
                  <a:pt x="1795" y="96153"/>
                  <a:pt x="3694" y="96963"/>
                </a:cubicBezTo>
                <a:lnTo>
                  <a:pt x="3738" y="96889"/>
                </a:lnTo>
                <a:cubicBezTo>
                  <a:pt x="1751" y="96050"/>
                  <a:pt x="692" y="93961"/>
                  <a:pt x="515" y="91871"/>
                </a:cubicBezTo>
                <a:lnTo>
                  <a:pt x="515" y="91871"/>
                </a:lnTo>
                <a:cubicBezTo>
                  <a:pt x="589" y="92474"/>
                  <a:pt x="751" y="93063"/>
                  <a:pt x="971" y="93637"/>
                </a:cubicBezTo>
                <a:cubicBezTo>
                  <a:pt x="1560" y="95138"/>
                  <a:pt x="2605" y="96301"/>
                  <a:pt x="3885" y="96904"/>
                </a:cubicBezTo>
                <a:lnTo>
                  <a:pt x="3915" y="96830"/>
                </a:lnTo>
                <a:cubicBezTo>
                  <a:pt x="2060" y="95977"/>
                  <a:pt x="809" y="93872"/>
                  <a:pt x="574" y="91606"/>
                </a:cubicBezTo>
                <a:lnTo>
                  <a:pt x="574" y="91606"/>
                </a:lnTo>
                <a:cubicBezTo>
                  <a:pt x="898" y="93843"/>
                  <a:pt x="2193" y="95903"/>
                  <a:pt x="4062" y="96860"/>
                </a:cubicBezTo>
                <a:lnTo>
                  <a:pt x="4106" y="96786"/>
                </a:lnTo>
                <a:cubicBezTo>
                  <a:pt x="2119" y="95771"/>
                  <a:pt x="809" y="93505"/>
                  <a:pt x="589" y="91120"/>
                </a:cubicBezTo>
                <a:lnTo>
                  <a:pt x="589" y="91120"/>
                </a:lnTo>
                <a:cubicBezTo>
                  <a:pt x="677" y="91827"/>
                  <a:pt x="883" y="92548"/>
                  <a:pt x="1163" y="93225"/>
                </a:cubicBezTo>
                <a:cubicBezTo>
                  <a:pt x="1825" y="94800"/>
                  <a:pt x="2899" y="96050"/>
                  <a:pt x="4224" y="96786"/>
                </a:cubicBezTo>
                <a:lnTo>
                  <a:pt x="4268" y="96713"/>
                </a:lnTo>
                <a:cubicBezTo>
                  <a:pt x="2281" y="95609"/>
                  <a:pt x="912" y="93328"/>
                  <a:pt x="648" y="90929"/>
                </a:cubicBezTo>
                <a:lnTo>
                  <a:pt x="648" y="90929"/>
                </a:lnTo>
                <a:cubicBezTo>
                  <a:pt x="1015" y="93298"/>
                  <a:pt x="2384" y="95535"/>
                  <a:pt x="4400" y="96727"/>
                </a:cubicBezTo>
                <a:lnTo>
                  <a:pt x="4430" y="96654"/>
                </a:lnTo>
                <a:cubicBezTo>
                  <a:pt x="2355" y="95418"/>
                  <a:pt x="957" y="93034"/>
                  <a:pt x="677" y="90561"/>
                </a:cubicBezTo>
                <a:lnTo>
                  <a:pt x="677" y="90561"/>
                </a:lnTo>
                <a:cubicBezTo>
                  <a:pt x="1060" y="93004"/>
                  <a:pt x="2487" y="95329"/>
                  <a:pt x="4577" y="96669"/>
                </a:cubicBezTo>
                <a:lnTo>
                  <a:pt x="4621" y="96595"/>
                </a:lnTo>
                <a:cubicBezTo>
                  <a:pt x="2443" y="95197"/>
                  <a:pt x="986" y="92739"/>
                  <a:pt x="721" y="90179"/>
                </a:cubicBezTo>
                <a:lnTo>
                  <a:pt x="721" y="90179"/>
                </a:lnTo>
                <a:cubicBezTo>
                  <a:pt x="839" y="91003"/>
                  <a:pt x="1089" y="91812"/>
                  <a:pt x="1457" y="92622"/>
                </a:cubicBezTo>
                <a:cubicBezTo>
                  <a:pt x="2193" y="94240"/>
                  <a:pt x="3370" y="95653"/>
                  <a:pt x="4768" y="96610"/>
                </a:cubicBezTo>
                <a:lnTo>
                  <a:pt x="4798" y="96536"/>
                </a:lnTo>
                <a:cubicBezTo>
                  <a:pt x="2575" y="95035"/>
                  <a:pt x="1089" y="92460"/>
                  <a:pt x="765" y="89870"/>
                </a:cubicBezTo>
                <a:lnTo>
                  <a:pt x="765" y="89870"/>
                </a:lnTo>
                <a:cubicBezTo>
                  <a:pt x="1177" y="92415"/>
                  <a:pt x="2708" y="94947"/>
                  <a:pt x="4930" y="96536"/>
                </a:cubicBezTo>
                <a:lnTo>
                  <a:pt x="4989" y="96463"/>
                </a:lnTo>
                <a:cubicBezTo>
                  <a:pt x="2708" y="94829"/>
                  <a:pt x="1177" y="92224"/>
                  <a:pt x="809" y="89605"/>
                </a:cubicBezTo>
                <a:lnTo>
                  <a:pt x="809" y="89605"/>
                </a:lnTo>
                <a:cubicBezTo>
                  <a:pt x="1251" y="92195"/>
                  <a:pt x="2796" y="94755"/>
                  <a:pt x="5092" y="96492"/>
                </a:cubicBezTo>
                <a:lnTo>
                  <a:pt x="5151" y="96433"/>
                </a:lnTo>
                <a:cubicBezTo>
                  <a:pt x="2811" y="94667"/>
                  <a:pt x="1266" y="92077"/>
                  <a:pt x="868" y="89458"/>
                </a:cubicBezTo>
                <a:lnTo>
                  <a:pt x="868" y="89443"/>
                </a:lnTo>
                <a:cubicBezTo>
                  <a:pt x="1030" y="90311"/>
                  <a:pt x="1324" y="91165"/>
                  <a:pt x="1722" y="92033"/>
                </a:cubicBezTo>
                <a:cubicBezTo>
                  <a:pt x="2531" y="93711"/>
                  <a:pt x="3782" y="95270"/>
                  <a:pt x="5254" y="96448"/>
                </a:cubicBezTo>
                <a:lnTo>
                  <a:pt x="5313" y="96389"/>
                </a:lnTo>
                <a:cubicBezTo>
                  <a:pt x="2943" y="94520"/>
                  <a:pt x="1383" y="91930"/>
                  <a:pt x="912" y="89310"/>
                </a:cubicBezTo>
                <a:cubicBezTo>
                  <a:pt x="912" y="89296"/>
                  <a:pt x="912" y="89296"/>
                  <a:pt x="942" y="89281"/>
                </a:cubicBezTo>
                <a:cubicBezTo>
                  <a:pt x="1118" y="90134"/>
                  <a:pt x="1413" y="91003"/>
                  <a:pt x="1840" y="91856"/>
                </a:cubicBezTo>
                <a:cubicBezTo>
                  <a:pt x="2664" y="93563"/>
                  <a:pt x="3915" y="95138"/>
                  <a:pt x="5460" y="96418"/>
                </a:cubicBezTo>
                <a:lnTo>
                  <a:pt x="5519" y="96359"/>
                </a:lnTo>
                <a:cubicBezTo>
                  <a:pt x="3149" y="94387"/>
                  <a:pt x="1531" y="91739"/>
                  <a:pt x="1015" y="89148"/>
                </a:cubicBezTo>
                <a:cubicBezTo>
                  <a:pt x="1015" y="89148"/>
                  <a:pt x="1015" y="89134"/>
                  <a:pt x="1030" y="89134"/>
                </a:cubicBezTo>
                <a:cubicBezTo>
                  <a:pt x="1236" y="89973"/>
                  <a:pt x="1531" y="90841"/>
                  <a:pt x="1943" y="91680"/>
                </a:cubicBezTo>
                <a:cubicBezTo>
                  <a:pt x="2796" y="93401"/>
                  <a:pt x="4076" y="95035"/>
                  <a:pt x="5651" y="96374"/>
                </a:cubicBezTo>
                <a:lnTo>
                  <a:pt x="5695" y="96315"/>
                </a:lnTo>
                <a:cubicBezTo>
                  <a:pt x="3709" y="94594"/>
                  <a:pt x="1722" y="91959"/>
                  <a:pt x="1089" y="89016"/>
                </a:cubicBezTo>
                <a:cubicBezTo>
                  <a:pt x="1089" y="89001"/>
                  <a:pt x="1104" y="89001"/>
                  <a:pt x="1104" y="88987"/>
                </a:cubicBezTo>
                <a:cubicBezTo>
                  <a:pt x="1310" y="89811"/>
                  <a:pt x="1619" y="90650"/>
                  <a:pt x="2060" y="91503"/>
                </a:cubicBezTo>
                <a:cubicBezTo>
                  <a:pt x="2929" y="93225"/>
                  <a:pt x="4224" y="94903"/>
                  <a:pt x="5828" y="96345"/>
                </a:cubicBezTo>
                <a:lnTo>
                  <a:pt x="5887" y="96286"/>
                </a:lnTo>
                <a:cubicBezTo>
                  <a:pt x="3414" y="94064"/>
                  <a:pt x="1781" y="91430"/>
                  <a:pt x="1177" y="88854"/>
                </a:cubicBezTo>
                <a:cubicBezTo>
                  <a:pt x="1177" y="88839"/>
                  <a:pt x="1192" y="88810"/>
                  <a:pt x="1192" y="88810"/>
                </a:cubicBezTo>
                <a:cubicBezTo>
                  <a:pt x="1869" y="91371"/>
                  <a:pt x="3532" y="93990"/>
                  <a:pt x="6019" y="96301"/>
                </a:cubicBezTo>
                <a:lnTo>
                  <a:pt x="6063" y="96242"/>
                </a:lnTo>
                <a:cubicBezTo>
                  <a:pt x="3561" y="93887"/>
                  <a:pt x="1913" y="91282"/>
                  <a:pt x="1251" y="88707"/>
                </a:cubicBezTo>
                <a:cubicBezTo>
                  <a:pt x="1251" y="88692"/>
                  <a:pt x="1266" y="88663"/>
                  <a:pt x="1266" y="88648"/>
                </a:cubicBezTo>
                <a:cubicBezTo>
                  <a:pt x="2207" y="91945"/>
                  <a:pt x="4577" y="94682"/>
                  <a:pt x="6181" y="96242"/>
                </a:cubicBezTo>
                <a:lnTo>
                  <a:pt x="6240" y="96198"/>
                </a:lnTo>
                <a:cubicBezTo>
                  <a:pt x="4621" y="94623"/>
                  <a:pt x="2222" y="91856"/>
                  <a:pt x="1324" y="88545"/>
                </a:cubicBezTo>
                <a:cubicBezTo>
                  <a:pt x="1324" y="88516"/>
                  <a:pt x="1339" y="88501"/>
                  <a:pt x="1339" y="88486"/>
                </a:cubicBezTo>
                <a:cubicBezTo>
                  <a:pt x="1575" y="89296"/>
                  <a:pt x="1913" y="90105"/>
                  <a:pt x="2355" y="90929"/>
                </a:cubicBezTo>
                <a:cubicBezTo>
                  <a:pt x="3267" y="92680"/>
                  <a:pt x="4621" y="94446"/>
                  <a:pt x="6358" y="96198"/>
                </a:cubicBezTo>
                <a:lnTo>
                  <a:pt x="6416" y="96139"/>
                </a:lnTo>
                <a:cubicBezTo>
                  <a:pt x="4474" y="94181"/>
                  <a:pt x="2310" y="91459"/>
                  <a:pt x="1413" y="88368"/>
                </a:cubicBezTo>
                <a:cubicBezTo>
                  <a:pt x="1413" y="88354"/>
                  <a:pt x="1428" y="88339"/>
                  <a:pt x="1428" y="88339"/>
                </a:cubicBezTo>
                <a:cubicBezTo>
                  <a:pt x="2222" y="90826"/>
                  <a:pt x="3900" y="93416"/>
                  <a:pt x="6549" y="96153"/>
                </a:cubicBezTo>
                <a:lnTo>
                  <a:pt x="6608" y="96095"/>
                </a:lnTo>
                <a:cubicBezTo>
                  <a:pt x="3959" y="93343"/>
                  <a:pt x="2266" y="90753"/>
                  <a:pt x="1486" y="88251"/>
                </a:cubicBezTo>
                <a:cubicBezTo>
                  <a:pt x="1501" y="88221"/>
                  <a:pt x="1501" y="88192"/>
                  <a:pt x="1531" y="88177"/>
                </a:cubicBezTo>
                <a:cubicBezTo>
                  <a:pt x="2575" y="91356"/>
                  <a:pt x="4856" y="94093"/>
                  <a:pt x="6711" y="96095"/>
                </a:cubicBezTo>
                <a:lnTo>
                  <a:pt x="6770" y="96050"/>
                </a:lnTo>
                <a:cubicBezTo>
                  <a:pt x="4886" y="94034"/>
                  <a:pt x="2590" y="91268"/>
                  <a:pt x="1575" y="88074"/>
                </a:cubicBezTo>
                <a:cubicBezTo>
                  <a:pt x="1604" y="88059"/>
                  <a:pt x="1604" y="88030"/>
                  <a:pt x="1619" y="88001"/>
                </a:cubicBezTo>
                <a:cubicBezTo>
                  <a:pt x="2678" y="91076"/>
                  <a:pt x="4871" y="93843"/>
                  <a:pt x="6902" y="96050"/>
                </a:cubicBezTo>
                <a:lnTo>
                  <a:pt x="6946" y="95992"/>
                </a:lnTo>
                <a:cubicBezTo>
                  <a:pt x="4930" y="93769"/>
                  <a:pt x="2723" y="90988"/>
                  <a:pt x="1678" y="87898"/>
                </a:cubicBezTo>
                <a:cubicBezTo>
                  <a:pt x="1692" y="87883"/>
                  <a:pt x="1692" y="87853"/>
                  <a:pt x="1707" y="87839"/>
                </a:cubicBezTo>
                <a:cubicBezTo>
                  <a:pt x="2752" y="90767"/>
                  <a:pt x="4856" y="93446"/>
                  <a:pt x="7079" y="95992"/>
                </a:cubicBezTo>
                <a:lnTo>
                  <a:pt x="7137" y="95933"/>
                </a:lnTo>
                <a:cubicBezTo>
                  <a:pt x="4915" y="93401"/>
                  <a:pt x="2796" y="90694"/>
                  <a:pt x="1766" y="87750"/>
                </a:cubicBezTo>
                <a:cubicBezTo>
                  <a:pt x="2458" y="86573"/>
                  <a:pt x="3326" y="85484"/>
                  <a:pt x="4179" y="84439"/>
                </a:cubicBezTo>
                <a:cubicBezTo>
                  <a:pt x="4503" y="84027"/>
                  <a:pt x="4842" y="83615"/>
                  <a:pt x="5151" y="83188"/>
                </a:cubicBezTo>
                <a:cubicBezTo>
                  <a:pt x="6107" y="81937"/>
                  <a:pt x="6828" y="80745"/>
                  <a:pt x="7285" y="79612"/>
                </a:cubicBezTo>
                <a:cubicBezTo>
                  <a:pt x="7358" y="79465"/>
                  <a:pt x="7417" y="79318"/>
                  <a:pt x="7491" y="79171"/>
                </a:cubicBezTo>
                <a:cubicBezTo>
                  <a:pt x="7579" y="78994"/>
                  <a:pt x="7667" y="78788"/>
                  <a:pt x="7756" y="78612"/>
                </a:cubicBezTo>
                <a:cubicBezTo>
                  <a:pt x="7814" y="78509"/>
                  <a:pt x="7859" y="78420"/>
                  <a:pt x="7903" y="78317"/>
                </a:cubicBezTo>
                <a:cubicBezTo>
                  <a:pt x="7962" y="78214"/>
                  <a:pt x="8020" y="78111"/>
                  <a:pt x="8079" y="78023"/>
                </a:cubicBezTo>
                <a:cubicBezTo>
                  <a:pt x="8182" y="77832"/>
                  <a:pt x="8271" y="77670"/>
                  <a:pt x="8374" y="77478"/>
                </a:cubicBezTo>
                <a:cubicBezTo>
                  <a:pt x="8447" y="77375"/>
                  <a:pt x="8491" y="77258"/>
                  <a:pt x="8565" y="77155"/>
                </a:cubicBezTo>
                <a:cubicBezTo>
                  <a:pt x="8668" y="77007"/>
                  <a:pt x="8756" y="76875"/>
                  <a:pt x="8845" y="76728"/>
                </a:cubicBezTo>
                <a:cubicBezTo>
                  <a:pt x="8918" y="76640"/>
                  <a:pt x="8977" y="76551"/>
                  <a:pt x="9051" y="76448"/>
                </a:cubicBezTo>
                <a:cubicBezTo>
                  <a:pt x="9154" y="76331"/>
                  <a:pt x="9257" y="76183"/>
                  <a:pt x="9345" y="76051"/>
                </a:cubicBezTo>
                <a:cubicBezTo>
                  <a:pt x="9433" y="75933"/>
                  <a:pt x="9522" y="75815"/>
                  <a:pt x="9625" y="75698"/>
                </a:cubicBezTo>
                <a:lnTo>
                  <a:pt x="9889" y="75374"/>
                </a:lnTo>
                <a:cubicBezTo>
                  <a:pt x="10007" y="75256"/>
                  <a:pt x="10096" y="75153"/>
                  <a:pt x="10184" y="75035"/>
                </a:cubicBezTo>
                <a:lnTo>
                  <a:pt x="10508" y="74726"/>
                </a:lnTo>
                <a:cubicBezTo>
                  <a:pt x="10611" y="74638"/>
                  <a:pt x="10728" y="74520"/>
                  <a:pt x="10817" y="74417"/>
                </a:cubicBezTo>
                <a:cubicBezTo>
                  <a:pt x="10920" y="74314"/>
                  <a:pt x="11052" y="74211"/>
                  <a:pt x="11170" y="74123"/>
                </a:cubicBezTo>
                <a:cubicBezTo>
                  <a:pt x="11288" y="74020"/>
                  <a:pt x="11405" y="73932"/>
                  <a:pt x="11508" y="73829"/>
                </a:cubicBezTo>
                <a:cubicBezTo>
                  <a:pt x="11641" y="73726"/>
                  <a:pt x="11758" y="73637"/>
                  <a:pt x="11861" y="73549"/>
                </a:cubicBezTo>
                <a:cubicBezTo>
                  <a:pt x="11994" y="73461"/>
                  <a:pt x="12097" y="73387"/>
                  <a:pt x="12229" y="73284"/>
                </a:cubicBezTo>
                <a:cubicBezTo>
                  <a:pt x="12362" y="73211"/>
                  <a:pt x="12494" y="73122"/>
                  <a:pt x="12612" y="73034"/>
                </a:cubicBezTo>
                <a:cubicBezTo>
                  <a:pt x="12744" y="72960"/>
                  <a:pt x="12892" y="72872"/>
                  <a:pt x="13024" y="72799"/>
                </a:cubicBezTo>
                <a:cubicBezTo>
                  <a:pt x="13112" y="72740"/>
                  <a:pt x="13201" y="72696"/>
                  <a:pt x="13304" y="72651"/>
                </a:cubicBezTo>
                <a:cubicBezTo>
                  <a:pt x="16100" y="71047"/>
                  <a:pt x="17910" y="67898"/>
                  <a:pt x="17939" y="64675"/>
                </a:cubicBezTo>
                <a:cubicBezTo>
                  <a:pt x="17939" y="62894"/>
                  <a:pt x="17424" y="61143"/>
                  <a:pt x="16924" y="59480"/>
                </a:cubicBezTo>
                <a:cubicBezTo>
                  <a:pt x="16482" y="57964"/>
                  <a:pt x="16026" y="56405"/>
                  <a:pt x="15953" y="54845"/>
                </a:cubicBezTo>
                <a:cubicBezTo>
                  <a:pt x="16836" y="54668"/>
                  <a:pt x="17689" y="54565"/>
                  <a:pt x="18499" y="54477"/>
                </a:cubicBezTo>
                <a:cubicBezTo>
                  <a:pt x="21324" y="54123"/>
                  <a:pt x="23752" y="53829"/>
                  <a:pt x="25327" y="51725"/>
                </a:cubicBezTo>
                <a:cubicBezTo>
                  <a:pt x="26210" y="50577"/>
                  <a:pt x="26813" y="49414"/>
                  <a:pt x="27167" y="48237"/>
                </a:cubicBezTo>
                <a:cubicBezTo>
                  <a:pt x="27167" y="48193"/>
                  <a:pt x="27167" y="48178"/>
                  <a:pt x="27181" y="48163"/>
                </a:cubicBezTo>
                <a:cubicBezTo>
                  <a:pt x="27211" y="48105"/>
                  <a:pt x="27225" y="48031"/>
                  <a:pt x="27240" y="47972"/>
                </a:cubicBezTo>
                <a:cubicBezTo>
                  <a:pt x="27240" y="47957"/>
                  <a:pt x="27255" y="47957"/>
                  <a:pt x="27255" y="47943"/>
                </a:cubicBezTo>
                <a:cubicBezTo>
                  <a:pt x="27314" y="47737"/>
                  <a:pt x="27358" y="47516"/>
                  <a:pt x="27387" y="47310"/>
                </a:cubicBezTo>
                <a:cubicBezTo>
                  <a:pt x="27432" y="47045"/>
                  <a:pt x="27432" y="46780"/>
                  <a:pt x="27432" y="46500"/>
                </a:cubicBezTo>
                <a:lnTo>
                  <a:pt x="27432" y="46486"/>
                </a:lnTo>
                <a:cubicBezTo>
                  <a:pt x="27402" y="46839"/>
                  <a:pt x="27358" y="47207"/>
                  <a:pt x="27255" y="47575"/>
                </a:cubicBezTo>
                <a:lnTo>
                  <a:pt x="27255" y="47428"/>
                </a:lnTo>
                <a:cubicBezTo>
                  <a:pt x="27255" y="47369"/>
                  <a:pt x="27255" y="47310"/>
                  <a:pt x="27284" y="47266"/>
                </a:cubicBezTo>
                <a:cubicBezTo>
                  <a:pt x="27358" y="46986"/>
                  <a:pt x="27387" y="46721"/>
                  <a:pt x="27432" y="46471"/>
                </a:cubicBezTo>
                <a:cubicBezTo>
                  <a:pt x="27432" y="46118"/>
                  <a:pt x="27446" y="45765"/>
                  <a:pt x="27446" y="45426"/>
                </a:cubicBezTo>
                <a:cubicBezTo>
                  <a:pt x="27446" y="45102"/>
                  <a:pt x="27387" y="44852"/>
                  <a:pt x="27402" y="44558"/>
                </a:cubicBezTo>
                <a:cubicBezTo>
                  <a:pt x="27402" y="44543"/>
                  <a:pt x="27402" y="44543"/>
                  <a:pt x="27387" y="44514"/>
                </a:cubicBezTo>
                <a:cubicBezTo>
                  <a:pt x="27387" y="44411"/>
                  <a:pt x="27387" y="44293"/>
                  <a:pt x="27402" y="44190"/>
                </a:cubicBezTo>
                <a:cubicBezTo>
                  <a:pt x="27432" y="43925"/>
                  <a:pt x="27446" y="43660"/>
                  <a:pt x="27446" y="43395"/>
                </a:cubicBezTo>
                <a:cubicBezTo>
                  <a:pt x="27461" y="43116"/>
                  <a:pt x="27476" y="42851"/>
                  <a:pt x="27476" y="42571"/>
                </a:cubicBezTo>
                <a:cubicBezTo>
                  <a:pt x="27505" y="42336"/>
                  <a:pt x="27520" y="42071"/>
                  <a:pt x="27520" y="41835"/>
                </a:cubicBezTo>
                <a:cubicBezTo>
                  <a:pt x="27549" y="41526"/>
                  <a:pt x="27579" y="41232"/>
                  <a:pt x="27579" y="40938"/>
                </a:cubicBezTo>
                <a:cubicBezTo>
                  <a:pt x="27593" y="40673"/>
                  <a:pt x="27608" y="40437"/>
                  <a:pt x="27623" y="40172"/>
                </a:cubicBezTo>
                <a:cubicBezTo>
                  <a:pt x="27667" y="39863"/>
                  <a:pt x="27682" y="39569"/>
                  <a:pt x="27696" y="39275"/>
                </a:cubicBezTo>
                <a:cubicBezTo>
                  <a:pt x="27726" y="39039"/>
                  <a:pt x="27755" y="38804"/>
                  <a:pt x="27755" y="38554"/>
                </a:cubicBezTo>
                <a:cubicBezTo>
                  <a:pt x="27799" y="38259"/>
                  <a:pt x="27829" y="37950"/>
                  <a:pt x="27844" y="37641"/>
                </a:cubicBezTo>
                <a:cubicBezTo>
                  <a:pt x="27888" y="37362"/>
                  <a:pt x="27917" y="37067"/>
                  <a:pt x="27947" y="36788"/>
                </a:cubicBezTo>
                <a:cubicBezTo>
                  <a:pt x="27991" y="36523"/>
                  <a:pt x="28035" y="36243"/>
                  <a:pt x="28050" y="35963"/>
                </a:cubicBezTo>
                <a:cubicBezTo>
                  <a:pt x="28108" y="35684"/>
                  <a:pt x="28138" y="35419"/>
                  <a:pt x="28182" y="35139"/>
                </a:cubicBezTo>
                <a:lnTo>
                  <a:pt x="28344" y="34315"/>
                </a:lnTo>
                <a:cubicBezTo>
                  <a:pt x="28418" y="34036"/>
                  <a:pt x="28476" y="33771"/>
                  <a:pt x="28535" y="33506"/>
                </a:cubicBezTo>
                <a:cubicBezTo>
                  <a:pt x="28609" y="33241"/>
                  <a:pt x="28682" y="32991"/>
                  <a:pt x="28727" y="32726"/>
                </a:cubicBezTo>
                <a:cubicBezTo>
                  <a:pt x="28844" y="32402"/>
                  <a:pt x="28947" y="32049"/>
                  <a:pt x="29021" y="31710"/>
                </a:cubicBezTo>
                <a:cubicBezTo>
                  <a:pt x="29315" y="30342"/>
                  <a:pt x="29359" y="28944"/>
                  <a:pt x="29124" y="27708"/>
                </a:cubicBezTo>
                <a:cubicBezTo>
                  <a:pt x="28844" y="26310"/>
                  <a:pt x="28241" y="25118"/>
                  <a:pt x="27314" y="24205"/>
                </a:cubicBezTo>
                <a:cubicBezTo>
                  <a:pt x="26019" y="22940"/>
                  <a:pt x="24223" y="22410"/>
                  <a:pt x="22502" y="21895"/>
                </a:cubicBezTo>
                <a:cubicBezTo>
                  <a:pt x="21133" y="21483"/>
                  <a:pt x="19735" y="21071"/>
                  <a:pt x="18557" y="20291"/>
                </a:cubicBezTo>
                <a:cubicBezTo>
                  <a:pt x="18837" y="19834"/>
                  <a:pt x="19073" y="19349"/>
                  <a:pt x="19279" y="18863"/>
                </a:cubicBezTo>
                <a:cubicBezTo>
                  <a:pt x="20559" y="15802"/>
                  <a:pt x="20147" y="12094"/>
                  <a:pt x="18204" y="9400"/>
                </a:cubicBezTo>
                <a:cubicBezTo>
                  <a:pt x="18175" y="9371"/>
                  <a:pt x="18131" y="9312"/>
                  <a:pt x="18116" y="9268"/>
                </a:cubicBezTo>
                <a:cubicBezTo>
                  <a:pt x="18087" y="9239"/>
                  <a:pt x="18072" y="9180"/>
                  <a:pt x="18028" y="9150"/>
                </a:cubicBezTo>
                <a:lnTo>
                  <a:pt x="17925" y="8974"/>
                </a:lnTo>
                <a:cubicBezTo>
                  <a:pt x="17895" y="8944"/>
                  <a:pt x="17881" y="8900"/>
                  <a:pt x="17836" y="8885"/>
                </a:cubicBezTo>
                <a:cubicBezTo>
                  <a:pt x="17792" y="8812"/>
                  <a:pt x="17733" y="8723"/>
                  <a:pt x="17675" y="8650"/>
                </a:cubicBezTo>
                <a:cubicBezTo>
                  <a:pt x="17675" y="8650"/>
                  <a:pt x="17675" y="8635"/>
                  <a:pt x="17660" y="8635"/>
                </a:cubicBezTo>
                <a:cubicBezTo>
                  <a:pt x="17586" y="8517"/>
                  <a:pt x="17513" y="8429"/>
                  <a:pt x="17439" y="8311"/>
                </a:cubicBezTo>
                <a:cubicBezTo>
                  <a:pt x="17365" y="8223"/>
                  <a:pt x="17307" y="8120"/>
                  <a:pt x="17233" y="8017"/>
                </a:cubicBezTo>
                <a:cubicBezTo>
                  <a:pt x="17159" y="7914"/>
                  <a:pt x="17086" y="7796"/>
                  <a:pt x="16998" y="7693"/>
                </a:cubicBezTo>
                <a:cubicBezTo>
                  <a:pt x="16939" y="7605"/>
                  <a:pt x="16865" y="7502"/>
                  <a:pt x="16792" y="7414"/>
                </a:cubicBezTo>
                <a:cubicBezTo>
                  <a:pt x="16718" y="7311"/>
                  <a:pt x="16644" y="7193"/>
                  <a:pt x="16571" y="7105"/>
                </a:cubicBezTo>
                <a:cubicBezTo>
                  <a:pt x="16497" y="7016"/>
                  <a:pt x="16453" y="6899"/>
                  <a:pt x="16379" y="6810"/>
                </a:cubicBezTo>
                <a:lnTo>
                  <a:pt x="16159" y="6472"/>
                </a:lnTo>
                <a:cubicBezTo>
                  <a:pt x="16085" y="6369"/>
                  <a:pt x="16012" y="6281"/>
                  <a:pt x="15938" y="6163"/>
                </a:cubicBezTo>
                <a:cubicBezTo>
                  <a:pt x="15864" y="6060"/>
                  <a:pt x="15806" y="5957"/>
                  <a:pt x="15732" y="5869"/>
                </a:cubicBezTo>
                <a:cubicBezTo>
                  <a:pt x="15673" y="5780"/>
                  <a:pt x="15599" y="5692"/>
                  <a:pt x="15526" y="5574"/>
                </a:cubicBezTo>
                <a:cubicBezTo>
                  <a:pt x="15452" y="5471"/>
                  <a:pt x="15379" y="5339"/>
                  <a:pt x="15290" y="5221"/>
                </a:cubicBezTo>
                <a:cubicBezTo>
                  <a:pt x="15217" y="5118"/>
                  <a:pt x="15158" y="5030"/>
                  <a:pt x="15084" y="4927"/>
                </a:cubicBezTo>
                <a:cubicBezTo>
                  <a:pt x="15026" y="4838"/>
                  <a:pt x="14952" y="4735"/>
                  <a:pt x="14878" y="4632"/>
                </a:cubicBezTo>
                <a:cubicBezTo>
                  <a:pt x="14805" y="4529"/>
                  <a:pt x="14761" y="4441"/>
                  <a:pt x="14687" y="4323"/>
                </a:cubicBezTo>
                <a:cubicBezTo>
                  <a:pt x="14613" y="4191"/>
                  <a:pt x="14510" y="4073"/>
                  <a:pt x="14437" y="3955"/>
                </a:cubicBezTo>
                <a:cubicBezTo>
                  <a:pt x="14393" y="3867"/>
                  <a:pt x="14334" y="3794"/>
                  <a:pt x="14275" y="3705"/>
                </a:cubicBezTo>
                <a:lnTo>
                  <a:pt x="14113" y="3426"/>
                </a:lnTo>
                <a:cubicBezTo>
                  <a:pt x="14040" y="3308"/>
                  <a:pt x="13966" y="3190"/>
                  <a:pt x="13892" y="3072"/>
                </a:cubicBezTo>
                <a:cubicBezTo>
                  <a:pt x="12872" y="1341"/>
                  <a:pt x="11030" y="1"/>
                  <a:pt x="9151" y="1"/>
                </a:cubicBezTo>
                <a:close/>
              </a:path>
            </a:pathLst>
          </a:custGeom>
          <a:gradFill>
            <a:gsLst>
              <a:gs pos="0">
                <a:schemeClr val="accent1"/>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17"/>
          <p:cNvSpPr/>
          <p:nvPr/>
        </p:nvSpPr>
        <p:spPr>
          <a:xfrm flipH="1" rot="-5400000">
            <a:off x="1871630" y="2654755"/>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17"/>
          <p:cNvSpPr/>
          <p:nvPr/>
        </p:nvSpPr>
        <p:spPr>
          <a:xfrm flipH="1" rot="-5400000">
            <a:off x="4377292" y="4154988"/>
            <a:ext cx="389400" cy="389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17"/>
          <p:cNvSpPr/>
          <p:nvPr/>
        </p:nvSpPr>
        <p:spPr>
          <a:xfrm flipH="1" rot="-5400000">
            <a:off x="4052267" y="999463"/>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17"/>
          <p:cNvSpPr/>
          <p:nvPr/>
        </p:nvSpPr>
        <p:spPr>
          <a:xfrm flipH="1" rot="-5400000">
            <a:off x="1347855" y="3766280"/>
            <a:ext cx="189900" cy="18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1">
    <p:spTree>
      <p:nvGrpSpPr>
        <p:cNvPr id="481" name="Shape 481"/>
        <p:cNvGrpSpPr/>
        <p:nvPr/>
      </p:nvGrpSpPr>
      <p:grpSpPr>
        <a:xfrm>
          <a:off x="0" y="0"/>
          <a:ext cx="0" cy="0"/>
          <a:chOff x="0" y="0"/>
          <a:chExt cx="0" cy="0"/>
        </a:xfrm>
      </p:grpSpPr>
      <p:sp>
        <p:nvSpPr>
          <p:cNvPr id="482" name="Google Shape;482;p18"/>
          <p:cNvSpPr txBox="1"/>
          <p:nvPr>
            <p:ph type="title"/>
          </p:nvPr>
        </p:nvSpPr>
        <p:spPr>
          <a:xfrm>
            <a:off x="3403800" y="2381144"/>
            <a:ext cx="2336400" cy="527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483" name="Google Shape;483;p18"/>
          <p:cNvSpPr txBox="1"/>
          <p:nvPr>
            <p:ph idx="1" type="subTitle"/>
          </p:nvPr>
        </p:nvSpPr>
        <p:spPr>
          <a:xfrm>
            <a:off x="3403800" y="2709975"/>
            <a:ext cx="2336400" cy="85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4" name="Google Shape;484;p18"/>
          <p:cNvSpPr txBox="1"/>
          <p:nvPr>
            <p:ph idx="2" type="title"/>
          </p:nvPr>
        </p:nvSpPr>
        <p:spPr>
          <a:xfrm>
            <a:off x="732300" y="2381144"/>
            <a:ext cx="2336400" cy="527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485" name="Google Shape;485;p18"/>
          <p:cNvSpPr txBox="1"/>
          <p:nvPr>
            <p:ph idx="3" type="subTitle"/>
          </p:nvPr>
        </p:nvSpPr>
        <p:spPr>
          <a:xfrm>
            <a:off x="732300" y="2704800"/>
            <a:ext cx="2336400" cy="85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6" name="Google Shape;486;p18"/>
          <p:cNvSpPr txBox="1"/>
          <p:nvPr>
            <p:ph idx="4" type="title"/>
          </p:nvPr>
        </p:nvSpPr>
        <p:spPr>
          <a:xfrm>
            <a:off x="6075300" y="2381144"/>
            <a:ext cx="2336400" cy="527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487" name="Google Shape;487;p18"/>
          <p:cNvSpPr txBox="1"/>
          <p:nvPr>
            <p:ph idx="5" type="subTitle"/>
          </p:nvPr>
        </p:nvSpPr>
        <p:spPr>
          <a:xfrm>
            <a:off x="6075300" y="2743916"/>
            <a:ext cx="2336400" cy="78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8" name="Google Shape;488;p18"/>
          <p:cNvSpPr txBox="1"/>
          <p:nvPr>
            <p:ph idx="6" type="title"/>
          </p:nvPr>
        </p:nvSpPr>
        <p:spPr>
          <a:xfrm>
            <a:off x="732300" y="445025"/>
            <a:ext cx="7679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89" name="Google Shape;489;p18"/>
          <p:cNvSpPr/>
          <p:nvPr/>
        </p:nvSpPr>
        <p:spPr>
          <a:xfrm>
            <a:off x="0" y="0"/>
            <a:ext cx="3486654" cy="1730218"/>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18"/>
          <p:cNvSpPr/>
          <p:nvPr/>
        </p:nvSpPr>
        <p:spPr>
          <a:xfrm>
            <a:off x="0" y="0"/>
            <a:ext cx="2198813" cy="843489"/>
          </a:xfrm>
          <a:custGeom>
            <a:rect b="b" l="l" r="r" t="t"/>
            <a:pathLst>
              <a:path extrusionOk="0" h="19624" w="51156">
                <a:moveTo>
                  <a:pt x="15" y="1"/>
                </a:moveTo>
                <a:lnTo>
                  <a:pt x="1" y="19382"/>
                </a:lnTo>
                <a:cubicBezTo>
                  <a:pt x="511" y="19550"/>
                  <a:pt x="1034" y="19624"/>
                  <a:pt x="1560" y="19624"/>
                </a:cubicBezTo>
                <a:cubicBezTo>
                  <a:pt x="3068" y="19624"/>
                  <a:pt x="4604" y="19016"/>
                  <a:pt x="5946" y="18264"/>
                </a:cubicBezTo>
                <a:cubicBezTo>
                  <a:pt x="7756" y="17248"/>
                  <a:pt x="9978" y="14835"/>
                  <a:pt x="11995" y="14305"/>
                </a:cubicBezTo>
                <a:cubicBezTo>
                  <a:pt x="12557" y="14157"/>
                  <a:pt x="13117" y="14096"/>
                  <a:pt x="13675" y="14096"/>
                </a:cubicBezTo>
                <a:cubicBezTo>
                  <a:pt x="16110" y="14096"/>
                  <a:pt x="18503" y="15247"/>
                  <a:pt x="20892" y="15247"/>
                </a:cubicBezTo>
                <a:cubicBezTo>
                  <a:pt x="21590" y="15247"/>
                  <a:pt x="22289" y="15148"/>
                  <a:pt x="22988" y="14894"/>
                </a:cubicBezTo>
                <a:cubicBezTo>
                  <a:pt x="25990" y="13805"/>
                  <a:pt x="27270" y="10317"/>
                  <a:pt x="30361" y="9581"/>
                </a:cubicBezTo>
                <a:cubicBezTo>
                  <a:pt x="30824" y="9469"/>
                  <a:pt x="31328" y="9429"/>
                  <a:pt x="31855" y="9429"/>
                </a:cubicBezTo>
                <a:cubicBezTo>
                  <a:pt x="33128" y="9429"/>
                  <a:pt x="34537" y="9661"/>
                  <a:pt x="35828" y="9661"/>
                </a:cubicBezTo>
                <a:cubicBezTo>
                  <a:pt x="36737" y="9661"/>
                  <a:pt x="37588" y="9546"/>
                  <a:pt x="38293" y="9154"/>
                </a:cubicBezTo>
                <a:cubicBezTo>
                  <a:pt x="39485" y="8492"/>
                  <a:pt x="40574" y="6564"/>
                  <a:pt x="41692" y="5769"/>
                </a:cubicBezTo>
                <a:cubicBezTo>
                  <a:pt x="42840" y="4960"/>
                  <a:pt x="43679" y="4680"/>
                  <a:pt x="45048" y="4386"/>
                </a:cubicBezTo>
                <a:cubicBezTo>
                  <a:pt x="46402" y="4092"/>
                  <a:pt x="48124" y="4460"/>
                  <a:pt x="49242" y="3636"/>
                </a:cubicBezTo>
                <a:cubicBezTo>
                  <a:pt x="50360" y="2812"/>
                  <a:pt x="51155" y="1340"/>
                  <a:pt x="507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18"/>
          <p:cNvSpPr/>
          <p:nvPr/>
        </p:nvSpPr>
        <p:spPr>
          <a:xfrm>
            <a:off x="645" y="0"/>
            <a:ext cx="1350553" cy="546651"/>
          </a:xfrm>
          <a:custGeom>
            <a:rect b="b" l="l" r="r" t="t"/>
            <a:pathLst>
              <a:path extrusionOk="0" h="12718" w="31421">
                <a:moveTo>
                  <a:pt x="0" y="1"/>
                </a:moveTo>
                <a:lnTo>
                  <a:pt x="15" y="11318"/>
                </a:lnTo>
                <a:cubicBezTo>
                  <a:pt x="714" y="12333"/>
                  <a:pt x="1913" y="12717"/>
                  <a:pt x="3174" y="12717"/>
                </a:cubicBezTo>
                <a:cubicBezTo>
                  <a:pt x="3905" y="12717"/>
                  <a:pt x="4656" y="12588"/>
                  <a:pt x="5342" y="12377"/>
                </a:cubicBezTo>
                <a:cubicBezTo>
                  <a:pt x="7024" y="11870"/>
                  <a:pt x="8681" y="11024"/>
                  <a:pt x="10412" y="11024"/>
                </a:cubicBezTo>
                <a:cubicBezTo>
                  <a:pt x="10590" y="11024"/>
                  <a:pt x="10769" y="11033"/>
                  <a:pt x="10949" y="11053"/>
                </a:cubicBezTo>
                <a:cubicBezTo>
                  <a:pt x="12370" y="11196"/>
                  <a:pt x="13772" y="11959"/>
                  <a:pt x="15138" y="11959"/>
                </a:cubicBezTo>
                <a:cubicBezTo>
                  <a:pt x="15456" y="11959"/>
                  <a:pt x="15772" y="11918"/>
                  <a:pt x="16086" y="11818"/>
                </a:cubicBezTo>
                <a:cubicBezTo>
                  <a:pt x="18411" y="11067"/>
                  <a:pt x="18808" y="7683"/>
                  <a:pt x="20942" y="6491"/>
                </a:cubicBezTo>
                <a:cubicBezTo>
                  <a:pt x="21681" y="6076"/>
                  <a:pt x="22511" y="5989"/>
                  <a:pt x="23370" y="5989"/>
                </a:cubicBezTo>
                <a:cubicBezTo>
                  <a:pt x="23993" y="5989"/>
                  <a:pt x="24631" y="6035"/>
                  <a:pt x="25262" y="6035"/>
                </a:cubicBezTo>
                <a:cubicBezTo>
                  <a:pt x="25616" y="6035"/>
                  <a:pt x="25968" y="6020"/>
                  <a:pt x="26313" y="5976"/>
                </a:cubicBezTo>
                <a:cubicBezTo>
                  <a:pt x="29124" y="5608"/>
                  <a:pt x="31420" y="2826"/>
                  <a:pt x="31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18"/>
          <p:cNvSpPr/>
          <p:nvPr/>
        </p:nvSpPr>
        <p:spPr>
          <a:xfrm rot="10800000">
            <a:off x="5463676" y="3317176"/>
            <a:ext cx="3680324" cy="1826324"/>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18"/>
          <p:cNvSpPr/>
          <p:nvPr/>
        </p:nvSpPr>
        <p:spPr>
          <a:xfrm rot="10800000">
            <a:off x="6823052" y="4253159"/>
            <a:ext cx="2320948" cy="890341"/>
          </a:xfrm>
          <a:custGeom>
            <a:rect b="b" l="l" r="r" t="t"/>
            <a:pathLst>
              <a:path extrusionOk="0" h="19624" w="51156">
                <a:moveTo>
                  <a:pt x="15" y="1"/>
                </a:moveTo>
                <a:lnTo>
                  <a:pt x="1" y="19382"/>
                </a:lnTo>
                <a:cubicBezTo>
                  <a:pt x="511" y="19550"/>
                  <a:pt x="1034" y="19624"/>
                  <a:pt x="1560" y="19624"/>
                </a:cubicBezTo>
                <a:cubicBezTo>
                  <a:pt x="3068" y="19624"/>
                  <a:pt x="4604" y="19016"/>
                  <a:pt x="5946" y="18264"/>
                </a:cubicBezTo>
                <a:cubicBezTo>
                  <a:pt x="7756" y="17248"/>
                  <a:pt x="9978" y="14835"/>
                  <a:pt x="11995" y="14305"/>
                </a:cubicBezTo>
                <a:cubicBezTo>
                  <a:pt x="12557" y="14157"/>
                  <a:pt x="13117" y="14096"/>
                  <a:pt x="13675" y="14096"/>
                </a:cubicBezTo>
                <a:cubicBezTo>
                  <a:pt x="16110" y="14096"/>
                  <a:pt x="18503" y="15247"/>
                  <a:pt x="20892" y="15247"/>
                </a:cubicBezTo>
                <a:cubicBezTo>
                  <a:pt x="21590" y="15247"/>
                  <a:pt x="22289" y="15148"/>
                  <a:pt x="22988" y="14894"/>
                </a:cubicBezTo>
                <a:cubicBezTo>
                  <a:pt x="25990" y="13805"/>
                  <a:pt x="27270" y="10317"/>
                  <a:pt x="30361" y="9581"/>
                </a:cubicBezTo>
                <a:cubicBezTo>
                  <a:pt x="30824" y="9469"/>
                  <a:pt x="31328" y="9429"/>
                  <a:pt x="31855" y="9429"/>
                </a:cubicBezTo>
                <a:cubicBezTo>
                  <a:pt x="33128" y="9429"/>
                  <a:pt x="34537" y="9661"/>
                  <a:pt x="35828" y="9661"/>
                </a:cubicBezTo>
                <a:cubicBezTo>
                  <a:pt x="36737" y="9661"/>
                  <a:pt x="37588" y="9546"/>
                  <a:pt x="38293" y="9154"/>
                </a:cubicBezTo>
                <a:cubicBezTo>
                  <a:pt x="39485" y="8492"/>
                  <a:pt x="40574" y="6564"/>
                  <a:pt x="41692" y="5769"/>
                </a:cubicBezTo>
                <a:cubicBezTo>
                  <a:pt x="42840" y="4960"/>
                  <a:pt x="43679" y="4680"/>
                  <a:pt x="45048" y="4386"/>
                </a:cubicBezTo>
                <a:cubicBezTo>
                  <a:pt x="46402" y="4092"/>
                  <a:pt x="48124" y="4460"/>
                  <a:pt x="49242" y="3636"/>
                </a:cubicBezTo>
                <a:cubicBezTo>
                  <a:pt x="50360" y="2812"/>
                  <a:pt x="51155" y="1340"/>
                  <a:pt x="507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18"/>
          <p:cNvSpPr/>
          <p:nvPr/>
        </p:nvSpPr>
        <p:spPr>
          <a:xfrm rot="10800000">
            <a:off x="7717748" y="4566484"/>
            <a:ext cx="1425571" cy="577016"/>
          </a:xfrm>
          <a:custGeom>
            <a:rect b="b" l="l" r="r" t="t"/>
            <a:pathLst>
              <a:path extrusionOk="0" h="12718" w="31421">
                <a:moveTo>
                  <a:pt x="0" y="1"/>
                </a:moveTo>
                <a:lnTo>
                  <a:pt x="15" y="11318"/>
                </a:lnTo>
                <a:cubicBezTo>
                  <a:pt x="714" y="12333"/>
                  <a:pt x="1913" y="12717"/>
                  <a:pt x="3174" y="12717"/>
                </a:cubicBezTo>
                <a:cubicBezTo>
                  <a:pt x="3905" y="12717"/>
                  <a:pt x="4656" y="12588"/>
                  <a:pt x="5342" y="12377"/>
                </a:cubicBezTo>
                <a:cubicBezTo>
                  <a:pt x="7024" y="11870"/>
                  <a:pt x="8681" y="11024"/>
                  <a:pt x="10412" y="11024"/>
                </a:cubicBezTo>
                <a:cubicBezTo>
                  <a:pt x="10590" y="11024"/>
                  <a:pt x="10769" y="11033"/>
                  <a:pt x="10949" y="11053"/>
                </a:cubicBezTo>
                <a:cubicBezTo>
                  <a:pt x="12370" y="11196"/>
                  <a:pt x="13772" y="11959"/>
                  <a:pt x="15138" y="11959"/>
                </a:cubicBezTo>
                <a:cubicBezTo>
                  <a:pt x="15456" y="11959"/>
                  <a:pt x="15772" y="11918"/>
                  <a:pt x="16086" y="11818"/>
                </a:cubicBezTo>
                <a:cubicBezTo>
                  <a:pt x="18411" y="11067"/>
                  <a:pt x="18808" y="7683"/>
                  <a:pt x="20942" y="6491"/>
                </a:cubicBezTo>
                <a:cubicBezTo>
                  <a:pt x="21681" y="6076"/>
                  <a:pt x="22511" y="5989"/>
                  <a:pt x="23370" y="5989"/>
                </a:cubicBezTo>
                <a:cubicBezTo>
                  <a:pt x="23993" y="5989"/>
                  <a:pt x="24631" y="6035"/>
                  <a:pt x="25262" y="6035"/>
                </a:cubicBezTo>
                <a:cubicBezTo>
                  <a:pt x="25616" y="6035"/>
                  <a:pt x="25968" y="6020"/>
                  <a:pt x="26313" y="5976"/>
                </a:cubicBezTo>
                <a:cubicBezTo>
                  <a:pt x="29124" y="5608"/>
                  <a:pt x="31420" y="2826"/>
                  <a:pt x="31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18"/>
          <p:cNvSpPr/>
          <p:nvPr/>
        </p:nvSpPr>
        <p:spPr>
          <a:xfrm flipH="1" rot="-3303739">
            <a:off x="-671314" y="265440"/>
            <a:ext cx="3737886" cy="1319546"/>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18"/>
          <p:cNvSpPr/>
          <p:nvPr/>
        </p:nvSpPr>
        <p:spPr>
          <a:xfrm flipH="1" rot="-3303739">
            <a:off x="5917061" y="3348765"/>
            <a:ext cx="3737886" cy="1319546"/>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18"/>
          <p:cNvSpPr/>
          <p:nvPr/>
        </p:nvSpPr>
        <p:spPr>
          <a:xfrm rot="-7010088">
            <a:off x="7549493" y="-15839"/>
            <a:ext cx="1864087" cy="1109238"/>
          </a:xfrm>
          <a:custGeom>
            <a:rect b="b" l="l" r="r" t="t"/>
            <a:pathLst>
              <a:path extrusionOk="0" fill="none" h="27638" w="46446">
                <a:moveTo>
                  <a:pt x="1118" y="27638"/>
                </a:moveTo>
                <a:cubicBezTo>
                  <a:pt x="456" y="25239"/>
                  <a:pt x="0" y="22649"/>
                  <a:pt x="898" y="20353"/>
                </a:cubicBezTo>
                <a:cubicBezTo>
                  <a:pt x="2104" y="17336"/>
                  <a:pt x="5430" y="15644"/>
                  <a:pt x="8653" y="15247"/>
                </a:cubicBezTo>
                <a:cubicBezTo>
                  <a:pt x="11862" y="14864"/>
                  <a:pt x="15099" y="15512"/>
                  <a:pt x="18337" y="15747"/>
                </a:cubicBezTo>
                <a:cubicBezTo>
                  <a:pt x="21574" y="15983"/>
                  <a:pt x="25033" y="15791"/>
                  <a:pt x="27711" y="13922"/>
                </a:cubicBezTo>
                <a:cubicBezTo>
                  <a:pt x="31405" y="11376"/>
                  <a:pt x="32612" y="6373"/>
                  <a:pt x="35952" y="3356"/>
                </a:cubicBezTo>
                <a:cubicBezTo>
                  <a:pt x="38719" y="825"/>
                  <a:pt x="42913" y="1"/>
                  <a:pt x="46445" y="1266"/>
                </a:cubicBezTo>
              </a:path>
            </a:pathLst>
          </a:custGeom>
          <a:noFill/>
          <a:ln cap="flat" cmpd="sng" w="47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18"/>
          <p:cNvSpPr/>
          <p:nvPr/>
        </p:nvSpPr>
        <p:spPr>
          <a:xfrm rot="-7010088">
            <a:off x="7603655" y="-44613"/>
            <a:ext cx="1763671" cy="1048996"/>
          </a:xfrm>
          <a:custGeom>
            <a:rect b="b" l="l" r="r" t="t"/>
            <a:pathLst>
              <a:path extrusionOk="0" fill="none" h="26137" w="43944">
                <a:moveTo>
                  <a:pt x="1075" y="26137"/>
                </a:moveTo>
                <a:cubicBezTo>
                  <a:pt x="442" y="23871"/>
                  <a:pt x="1" y="21398"/>
                  <a:pt x="869" y="19235"/>
                </a:cubicBezTo>
                <a:cubicBezTo>
                  <a:pt x="2017" y="16380"/>
                  <a:pt x="5151" y="14776"/>
                  <a:pt x="8183" y="14408"/>
                </a:cubicBezTo>
                <a:cubicBezTo>
                  <a:pt x="11244" y="14040"/>
                  <a:pt x="14305" y="14658"/>
                  <a:pt x="17366" y="14894"/>
                </a:cubicBezTo>
                <a:cubicBezTo>
                  <a:pt x="20427" y="15129"/>
                  <a:pt x="23694" y="14923"/>
                  <a:pt x="26211" y="13187"/>
                </a:cubicBezTo>
                <a:cubicBezTo>
                  <a:pt x="29713" y="10758"/>
                  <a:pt x="30861" y="6020"/>
                  <a:pt x="34010" y="3179"/>
                </a:cubicBezTo>
                <a:cubicBezTo>
                  <a:pt x="36645" y="795"/>
                  <a:pt x="40618" y="1"/>
                  <a:pt x="43944" y="1207"/>
                </a:cubicBezTo>
              </a:path>
            </a:pathLst>
          </a:custGeom>
          <a:noFill/>
          <a:ln cap="flat" cmpd="sng" w="47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18"/>
          <p:cNvSpPr/>
          <p:nvPr/>
        </p:nvSpPr>
        <p:spPr>
          <a:xfrm rot="-7010088">
            <a:off x="7658479" y="-72634"/>
            <a:ext cx="1662693" cy="988754"/>
          </a:xfrm>
          <a:custGeom>
            <a:rect b="b" l="l" r="r" t="t"/>
            <a:pathLst>
              <a:path extrusionOk="0" fill="none" h="24636" w="41428">
                <a:moveTo>
                  <a:pt x="1016" y="24636"/>
                </a:moveTo>
                <a:cubicBezTo>
                  <a:pt x="427" y="22502"/>
                  <a:pt x="0" y="20177"/>
                  <a:pt x="810" y="18131"/>
                </a:cubicBezTo>
                <a:cubicBezTo>
                  <a:pt x="1884" y="15453"/>
                  <a:pt x="4842" y="13937"/>
                  <a:pt x="7712" y="13599"/>
                </a:cubicBezTo>
                <a:cubicBezTo>
                  <a:pt x="10582" y="13245"/>
                  <a:pt x="13466" y="13819"/>
                  <a:pt x="16365" y="14040"/>
                </a:cubicBezTo>
                <a:cubicBezTo>
                  <a:pt x="19250" y="14261"/>
                  <a:pt x="22340" y="14070"/>
                  <a:pt x="24709" y="12421"/>
                </a:cubicBezTo>
                <a:cubicBezTo>
                  <a:pt x="28006" y="10140"/>
                  <a:pt x="29095" y="5681"/>
                  <a:pt x="32068" y="2973"/>
                </a:cubicBezTo>
                <a:cubicBezTo>
                  <a:pt x="34555" y="737"/>
                  <a:pt x="38293" y="1"/>
                  <a:pt x="41427" y="1119"/>
                </a:cubicBezTo>
              </a:path>
            </a:pathLst>
          </a:custGeom>
          <a:noFill/>
          <a:ln cap="flat" cmpd="sng" w="47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18"/>
          <p:cNvSpPr/>
          <p:nvPr/>
        </p:nvSpPr>
        <p:spPr>
          <a:xfrm rot="-7010088">
            <a:off x="7711362" y="-101848"/>
            <a:ext cx="1564042" cy="929074"/>
          </a:xfrm>
          <a:custGeom>
            <a:rect b="b" l="l" r="r" t="t"/>
            <a:pathLst>
              <a:path extrusionOk="0" fill="none" h="23149" w="38970">
                <a:moveTo>
                  <a:pt x="957" y="23149"/>
                </a:moveTo>
                <a:cubicBezTo>
                  <a:pt x="412" y="21133"/>
                  <a:pt x="0" y="18969"/>
                  <a:pt x="780" y="17042"/>
                </a:cubicBezTo>
                <a:cubicBezTo>
                  <a:pt x="1796" y="14510"/>
                  <a:pt x="4562" y="13098"/>
                  <a:pt x="7270" y="12774"/>
                </a:cubicBezTo>
                <a:cubicBezTo>
                  <a:pt x="9978" y="12435"/>
                  <a:pt x="12686" y="12965"/>
                  <a:pt x="15408" y="13186"/>
                </a:cubicBezTo>
                <a:cubicBezTo>
                  <a:pt x="18101" y="13392"/>
                  <a:pt x="21015" y="13230"/>
                  <a:pt x="23237" y="11670"/>
                </a:cubicBezTo>
                <a:cubicBezTo>
                  <a:pt x="26328" y="9507"/>
                  <a:pt x="27358" y="5342"/>
                  <a:pt x="30154" y="2796"/>
                </a:cubicBezTo>
                <a:cubicBezTo>
                  <a:pt x="32494" y="677"/>
                  <a:pt x="36011" y="0"/>
                  <a:pt x="38969" y="1045"/>
                </a:cubicBezTo>
              </a:path>
            </a:pathLst>
          </a:custGeom>
          <a:noFill/>
          <a:ln cap="flat" cmpd="sng" w="47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18"/>
          <p:cNvSpPr/>
          <p:nvPr/>
        </p:nvSpPr>
        <p:spPr>
          <a:xfrm rot="-7010088">
            <a:off x="7766434" y="-130433"/>
            <a:ext cx="1461257" cy="870036"/>
          </a:xfrm>
          <a:custGeom>
            <a:rect b="b" l="l" r="r" t="t"/>
            <a:pathLst>
              <a:path extrusionOk="0" fill="none" h="21678" w="36409">
                <a:moveTo>
                  <a:pt x="883" y="21678"/>
                </a:moveTo>
                <a:cubicBezTo>
                  <a:pt x="368" y="19794"/>
                  <a:pt x="0" y="17749"/>
                  <a:pt x="707" y="15953"/>
                </a:cubicBezTo>
                <a:cubicBezTo>
                  <a:pt x="1649" y="13599"/>
                  <a:pt x="4268" y="12274"/>
                  <a:pt x="6785" y="11965"/>
                </a:cubicBezTo>
                <a:cubicBezTo>
                  <a:pt x="9301" y="11671"/>
                  <a:pt x="11847" y="12156"/>
                  <a:pt x="14378" y="12348"/>
                </a:cubicBezTo>
                <a:cubicBezTo>
                  <a:pt x="16910" y="12524"/>
                  <a:pt x="19617" y="12362"/>
                  <a:pt x="21722" y="10935"/>
                </a:cubicBezTo>
                <a:cubicBezTo>
                  <a:pt x="24621" y="8919"/>
                  <a:pt x="25563" y="5004"/>
                  <a:pt x="28182" y="2635"/>
                </a:cubicBezTo>
                <a:cubicBezTo>
                  <a:pt x="30360" y="663"/>
                  <a:pt x="33642" y="1"/>
                  <a:pt x="36409" y="1016"/>
                </a:cubicBezTo>
              </a:path>
            </a:pathLst>
          </a:custGeom>
          <a:noFill/>
          <a:ln cap="flat" cmpd="sng" w="47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18"/>
          <p:cNvSpPr/>
          <p:nvPr/>
        </p:nvSpPr>
        <p:spPr>
          <a:xfrm>
            <a:off x="-65600" y="3894308"/>
            <a:ext cx="1209378" cy="1390306"/>
          </a:xfrm>
          <a:custGeom>
            <a:rect b="b" l="l" r="r" t="t"/>
            <a:pathLst>
              <a:path extrusionOk="0" fill="none" h="26226" w="22812">
                <a:moveTo>
                  <a:pt x="1" y="1"/>
                </a:moveTo>
                <a:cubicBezTo>
                  <a:pt x="236" y="1708"/>
                  <a:pt x="1752" y="3018"/>
                  <a:pt x="3371" y="3606"/>
                </a:cubicBezTo>
                <a:cubicBezTo>
                  <a:pt x="4990" y="4210"/>
                  <a:pt x="6756" y="4283"/>
                  <a:pt x="8463" y="4563"/>
                </a:cubicBezTo>
                <a:cubicBezTo>
                  <a:pt x="10170" y="4842"/>
                  <a:pt x="11936" y="5357"/>
                  <a:pt x="13113" y="6638"/>
                </a:cubicBezTo>
                <a:cubicBezTo>
                  <a:pt x="15203" y="8904"/>
                  <a:pt x="14585" y="12436"/>
                  <a:pt x="14923" y="15482"/>
                </a:cubicBezTo>
                <a:cubicBezTo>
                  <a:pt x="15424" y="20118"/>
                  <a:pt x="18544" y="24371"/>
                  <a:pt x="22812" y="26225"/>
                </a:cubicBezTo>
              </a:path>
            </a:pathLst>
          </a:custGeom>
          <a:noFill/>
          <a:ln cap="flat" cmpd="sng" w="47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18"/>
          <p:cNvSpPr/>
          <p:nvPr/>
        </p:nvSpPr>
        <p:spPr>
          <a:xfrm>
            <a:off x="-113153" y="3934863"/>
            <a:ext cx="1209325" cy="1391101"/>
          </a:xfrm>
          <a:custGeom>
            <a:rect b="b" l="l" r="r" t="t"/>
            <a:pathLst>
              <a:path extrusionOk="0" fill="none" h="26241" w="22811">
                <a:moveTo>
                  <a:pt x="0" y="1"/>
                </a:moveTo>
                <a:cubicBezTo>
                  <a:pt x="236" y="1723"/>
                  <a:pt x="1752" y="3018"/>
                  <a:pt x="3356" y="3606"/>
                </a:cubicBezTo>
                <a:cubicBezTo>
                  <a:pt x="4974" y="4225"/>
                  <a:pt x="6740" y="4298"/>
                  <a:pt x="8462" y="4563"/>
                </a:cubicBezTo>
                <a:cubicBezTo>
                  <a:pt x="10169" y="4843"/>
                  <a:pt x="11935" y="5358"/>
                  <a:pt x="13113" y="6653"/>
                </a:cubicBezTo>
                <a:cubicBezTo>
                  <a:pt x="15188" y="8904"/>
                  <a:pt x="14584" y="12436"/>
                  <a:pt x="14908" y="15497"/>
                </a:cubicBezTo>
                <a:cubicBezTo>
                  <a:pt x="15408" y="20133"/>
                  <a:pt x="18543" y="24386"/>
                  <a:pt x="22811" y="26240"/>
                </a:cubicBezTo>
              </a:path>
            </a:pathLst>
          </a:custGeom>
          <a:noFill/>
          <a:ln cap="flat" cmpd="sng" w="47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18"/>
          <p:cNvSpPr/>
          <p:nvPr/>
        </p:nvSpPr>
        <p:spPr>
          <a:xfrm>
            <a:off x="-159964" y="3976213"/>
            <a:ext cx="1209325" cy="1390306"/>
          </a:xfrm>
          <a:custGeom>
            <a:rect b="b" l="l" r="r" t="t"/>
            <a:pathLst>
              <a:path extrusionOk="0" fill="none" h="26226" w="22811">
                <a:moveTo>
                  <a:pt x="0" y="1"/>
                </a:moveTo>
                <a:cubicBezTo>
                  <a:pt x="236" y="1708"/>
                  <a:pt x="1752" y="3018"/>
                  <a:pt x="3370" y="3606"/>
                </a:cubicBezTo>
                <a:cubicBezTo>
                  <a:pt x="4974" y="4210"/>
                  <a:pt x="6755" y="4283"/>
                  <a:pt x="8462" y="4563"/>
                </a:cubicBezTo>
                <a:cubicBezTo>
                  <a:pt x="10169" y="4843"/>
                  <a:pt x="11935" y="5358"/>
                  <a:pt x="13113" y="6638"/>
                </a:cubicBezTo>
                <a:cubicBezTo>
                  <a:pt x="15188" y="8904"/>
                  <a:pt x="14584" y="12436"/>
                  <a:pt x="14908" y="15483"/>
                </a:cubicBezTo>
                <a:cubicBezTo>
                  <a:pt x="15408" y="20118"/>
                  <a:pt x="18543" y="24371"/>
                  <a:pt x="22811" y="26226"/>
                </a:cubicBezTo>
              </a:path>
            </a:pathLst>
          </a:custGeom>
          <a:noFill/>
          <a:ln cap="flat" cmpd="sng" w="47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18"/>
          <p:cNvSpPr/>
          <p:nvPr/>
        </p:nvSpPr>
        <p:spPr>
          <a:xfrm>
            <a:off x="-206775" y="4016822"/>
            <a:ext cx="1209325" cy="1391048"/>
          </a:xfrm>
          <a:custGeom>
            <a:rect b="b" l="l" r="r" t="t"/>
            <a:pathLst>
              <a:path extrusionOk="0" fill="none" h="26240" w="22811">
                <a:moveTo>
                  <a:pt x="0" y="0"/>
                </a:moveTo>
                <a:cubicBezTo>
                  <a:pt x="236" y="1722"/>
                  <a:pt x="1752" y="3017"/>
                  <a:pt x="3370" y="3606"/>
                </a:cubicBezTo>
                <a:cubicBezTo>
                  <a:pt x="4989" y="4194"/>
                  <a:pt x="6755" y="4297"/>
                  <a:pt x="8462" y="4562"/>
                </a:cubicBezTo>
                <a:cubicBezTo>
                  <a:pt x="10169" y="4842"/>
                  <a:pt x="11935" y="5357"/>
                  <a:pt x="13113" y="6652"/>
                </a:cubicBezTo>
                <a:cubicBezTo>
                  <a:pt x="15188" y="8904"/>
                  <a:pt x="14584" y="12436"/>
                  <a:pt x="14923" y="15497"/>
                </a:cubicBezTo>
                <a:cubicBezTo>
                  <a:pt x="15408" y="20132"/>
                  <a:pt x="18543" y="24385"/>
                  <a:pt x="22811" y="26239"/>
                </a:cubicBezTo>
              </a:path>
            </a:pathLst>
          </a:custGeom>
          <a:noFill/>
          <a:ln cap="flat" cmpd="sng" w="47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18"/>
          <p:cNvSpPr/>
          <p:nvPr/>
        </p:nvSpPr>
        <p:spPr>
          <a:xfrm>
            <a:off x="386905" y="569125"/>
            <a:ext cx="189900" cy="18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18"/>
          <p:cNvSpPr/>
          <p:nvPr/>
        </p:nvSpPr>
        <p:spPr>
          <a:xfrm>
            <a:off x="6380130" y="4760050"/>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18"/>
          <p:cNvSpPr/>
          <p:nvPr/>
        </p:nvSpPr>
        <p:spPr>
          <a:xfrm>
            <a:off x="702905" y="4760038"/>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18"/>
          <p:cNvSpPr/>
          <p:nvPr/>
        </p:nvSpPr>
        <p:spPr>
          <a:xfrm>
            <a:off x="8645044" y="934988"/>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18"/>
          <p:cNvSpPr/>
          <p:nvPr/>
        </p:nvSpPr>
        <p:spPr>
          <a:xfrm>
            <a:off x="203182" y="3813825"/>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18"/>
          <p:cNvSpPr/>
          <p:nvPr/>
        </p:nvSpPr>
        <p:spPr>
          <a:xfrm>
            <a:off x="7725848" y="4056333"/>
            <a:ext cx="235500" cy="235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18"/>
          <p:cNvSpPr/>
          <p:nvPr/>
        </p:nvSpPr>
        <p:spPr>
          <a:xfrm>
            <a:off x="702907" y="179725"/>
            <a:ext cx="389400" cy="389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18"/>
          <p:cNvSpPr/>
          <p:nvPr/>
        </p:nvSpPr>
        <p:spPr>
          <a:xfrm flipH="1" rot="10800000">
            <a:off x="-360900" y="4494737"/>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18"/>
          <p:cNvSpPr/>
          <p:nvPr/>
        </p:nvSpPr>
        <p:spPr>
          <a:xfrm flipH="1" rot="10800000">
            <a:off x="8875275" y="76337"/>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spTree>
      <p:nvGrpSpPr>
        <p:cNvPr id="515" name="Shape 515"/>
        <p:cNvGrpSpPr/>
        <p:nvPr/>
      </p:nvGrpSpPr>
      <p:grpSpPr>
        <a:xfrm>
          <a:off x="0" y="0"/>
          <a:ext cx="0" cy="0"/>
          <a:chOff x="0" y="0"/>
          <a:chExt cx="0" cy="0"/>
        </a:xfrm>
      </p:grpSpPr>
      <p:sp>
        <p:nvSpPr>
          <p:cNvPr id="516" name="Google Shape;516;p19"/>
          <p:cNvSpPr txBox="1"/>
          <p:nvPr>
            <p:ph type="title"/>
          </p:nvPr>
        </p:nvSpPr>
        <p:spPr>
          <a:xfrm>
            <a:off x="720000" y="3357713"/>
            <a:ext cx="23364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17" name="Google Shape;517;p19"/>
          <p:cNvSpPr txBox="1"/>
          <p:nvPr>
            <p:ph idx="1" type="subTitle"/>
          </p:nvPr>
        </p:nvSpPr>
        <p:spPr>
          <a:xfrm>
            <a:off x="720000" y="3685052"/>
            <a:ext cx="23364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8" name="Google Shape;518;p19"/>
          <p:cNvSpPr txBox="1"/>
          <p:nvPr>
            <p:ph idx="2" type="title"/>
          </p:nvPr>
        </p:nvSpPr>
        <p:spPr>
          <a:xfrm>
            <a:off x="3403800" y="3357713"/>
            <a:ext cx="23364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19" name="Google Shape;519;p19"/>
          <p:cNvSpPr txBox="1"/>
          <p:nvPr>
            <p:ph idx="3" type="subTitle"/>
          </p:nvPr>
        </p:nvSpPr>
        <p:spPr>
          <a:xfrm>
            <a:off x="3403800" y="3685052"/>
            <a:ext cx="23364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20" name="Google Shape;520;p19"/>
          <p:cNvSpPr txBox="1"/>
          <p:nvPr>
            <p:ph idx="4" type="title"/>
          </p:nvPr>
        </p:nvSpPr>
        <p:spPr>
          <a:xfrm>
            <a:off x="6087600" y="3357713"/>
            <a:ext cx="23364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21" name="Google Shape;521;p19"/>
          <p:cNvSpPr txBox="1"/>
          <p:nvPr>
            <p:ph idx="5" type="subTitle"/>
          </p:nvPr>
        </p:nvSpPr>
        <p:spPr>
          <a:xfrm>
            <a:off x="6087600" y="3685052"/>
            <a:ext cx="23364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22" name="Google Shape;522;p19"/>
          <p:cNvSpPr txBox="1"/>
          <p:nvPr>
            <p:ph idx="6"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23" name="Google Shape;523;p19"/>
          <p:cNvSpPr/>
          <p:nvPr/>
        </p:nvSpPr>
        <p:spPr>
          <a:xfrm flipH="1" rot="5400000">
            <a:off x="7186142" y="3173463"/>
            <a:ext cx="2668377" cy="1324155"/>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19"/>
          <p:cNvSpPr/>
          <p:nvPr/>
        </p:nvSpPr>
        <p:spPr>
          <a:xfrm flipH="1" rot="5400000">
            <a:off x="8456431" y="4443259"/>
            <a:ext cx="1033594" cy="418359"/>
          </a:xfrm>
          <a:custGeom>
            <a:rect b="b" l="l" r="r" t="t"/>
            <a:pathLst>
              <a:path extrusionOk="0" h="12718" w="31421">
                <a:moveTo>
                  <a:pt x="0" y="1"/>
                </a:moveTo>
                <a:lnTo>
                  <a:pt x="15" y="11318"/>
                </a:lnTo>
                <a:cubicBezTo>
                  <a:pt x="714" y="12333"/>
                  <a:pt x="1913" y="12717"/>
                  <a:pt x="3174" y="12717"/>
                </a:cubicBezTo>
                <a:cubicBezTo>
                  <a:pt x="3905" y="12717"/>
                  <a:pt x="4656" y="12588"/>
                  <a:pt x="5342" y="12377"/>
                </a:cubicBezTo>
                <a:cubicBezTo>
                  <a:pt x="7024" y="11870"/>
                  <a:pt x="8681" y="11024"/>
                  <a:pt x="10412" y="11024"/>
                </a:cubicBezTo>
                <a:cubicBezTo>
                  <a:pt x="10590" y="11024"/>
                  <a:pt x="10769" y="11033"/>
                  <a:pt x="10949" y="11053"/>
                </a:cubicBezTo>
                <a:cubicBezTo>
                  <a:pt x="12370" y="11196"/>
                  <a:pt x="13772" y="11959"/>
                  <a:pt x="15138" y="11959"/>
                </a:cubicBezTo>
                <a:cubicBezTo>
                  <a:pt x="15456" y="11959"/>
                  <a:pt x="15772" y="11918"/>
                  <a:pt x="16086" y="11818"/>
                </a:cubicBezTo>
                <a:cubicBezTo>
                  <a:pt x="18411" y="11067"/>
                  <a:pt x="18808" y="7683"/>
                  <a:pt x="20942" y="6491"/>
                </a:cubicBezTo>
                <a:cubicBezTo>
                  <a:pt x="21681" y="6076"/>
                  <a:pt x="22511" y="5989"/>
                  <a:pt x="23370" y="5989"/>
                </a:cubicBezTo>
                <a:cubicBezTo>
                  <a:pt x="23993" y="5989"/>
                  <a:pt x="24631" y="6035"/>
                  <a:pt x="25262" y="6035"/>
                </a:cubicBezTo>
                <a:cubicBezTo>
                  <a:pt x="25616" y="6035"/>
                  <a:pt x="25968" y="6020"/>
                  <a:pt x="26313" y="5976"/>
                </a:cubicBezTo>
                <a:cubicBezTo>
                  <a:pt x="29124" y="5608"/>
                  <a:pt x="31420" y="2826"/>
                  <a:pt x="31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19"/>
          <p:cNvSpPr/>
          <p:nvPr/>
        </p:nvSpPr>
        <p:spPr>
          <a:xfrm flipH="1" rot="-5400000">
            <a:off x="-672408" y="678438"/>
            <a:ext cx="2668377" cy="1324155"/>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19"/>
          <p:cNvSpPr/>
          <p:nvPr/>
        </p:nvSpPr>
        <p:spPr>
          <a:xfrm flipH="1" rot="-5400000">
            <a:off x="-307915" y="314439"/>
            <a:ext cx="1033594" cy="418359"/>
          </a:xfrm>
          <a:custGeom>
            <a:rect b="b" l="l" r="r" t="t"/>
            <a:pathLst>
              <a:path extrusionOk="0" h="12718" w="31421">
                <a:moveTo>
                  <a:pt x="0" y="1"/>
                </a:moveTo>
                <a:lnTo>
                  <a:pt x="15" y="11318"/>
                </a:lnTo>
                <a:cubicBezTo>
                  <a:pt x="714" y="12333"/>
                  <a:pt x="1913" y="12717"/>
                  <a:pt x="3174" y="12717"/>
                </a:cubicBezTo>
                <a:cubicBezTo>
                  <a:pt x="3905" y="12717"/>
                  <a:pt x="4656" y="12588"/>
                  <a:pt x="5342" y="12377"/>
                </a:cubicBezTo>
                <a:cubicBezTo>
                  <a:pt x="7024" y="11870"/>
                  <a:pt x="8681" y="11024"/>
                  <a:pt x="10412" y="11024"/>
                </a:cubicBezTo>
                <a:cubicBezTo>
                  <a:pt x="10590" y="11024"/>
                  <a:pt x="10769" y="11033"/>
                  <a:pt x="10949" y="11053"/>
                </a:cubicBezTo>
                <a:cubicBezTo>
                  <a:pt x="12370" y="11196"/>
                  <a:pt x="13772" y="11959"/>
                  <a:pt x="15138" y="11959"/>
                </a:cubicBezTo>
                <a:cubicBezTo>
                  <a:pt x="15456" y="11959"/>
                  <a:pt x="15772" y="11918"/>
                  <a:pt x="16086" y="11818"/>
                </a:cubicBezTo>
                <a:cubicBezTo>
                  <a:pt x="18411" y="11067"/>
                  <a:pt x="18808" y="7683"/>
                  <a:pt x="20942" y="6491"/>
                </a:cubicBezTo>
                <a:cubicBezTo>
                  <a:pt x="21681" y="6076"/>
                  <a:pt x="22511" y="5989"/>
                  <a:pt x="23370" y="5989"/>
                </a:cubicBezTo>
                <a:cubicBezTo>
                  <a:pt x="23993" y="5989"/>
                  <a:pt x="24631" y="6035"/>
                  <a:pt x="25262" y="6035"/>
                </a:cubicBezTo>
                <a:cubicBezTo>
                  <a:pt x="25616" y="6035"/>
                  <a:pt x="25968" y="6020"/>
                  <a:pt x="26313" y="5976"/>
                </a:cubicBezTo>
                <a:cubicBezTo>
                  <a:pt x="29124" y="5608"/>
                  <a:pt x="31420" y="2826"/>
                  <a:pt x="31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19"/>
          <p:cNvSpPr/>
          <p:nvPr/>
        </p:nvSpPr>
        <p:spPr>
          <a:xfrm flipH="1" rot="4825246">
            <a:off x="6997802" y="2798567"/>
            <a:ext cx="3747720" cy="1323018"/>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19"/>
          <p:cNvSpPr/>
          <p:nvPr/>
        </p:nvSpPr>
        <p:spPr>
          <a:xfrm flipH="1" rot="5400000">
            <a:off x="-1246548" y="1121491"/>
            <a:ext cx="3747660" cy="1322997"/>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19"/>
          <p:cNvSpPr/>
          <p:nvPr/>
        </p:nvSpPr>
        <p:spPr>
          <a:xfrm rot="10800000">
            <a:off x="8865521" y="4516249"/>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19"/>
          <p:cNvSpPr/>
          <p:nvPr/>
        </p:nvSpPr>
        <p:spPr>
          <a:xfrm rot="10800000">
            <a:off x="-245821" y="168560"/>
            <a:ext cx="483505" cy="483542"/>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19"/>
          <p:cNvSpPr/>
          <p:nvPr/>
        </p:nvSpPr>
        <p:spPr>
          <a:xfrm rot="10800000">
            <a:off x="341427" y="443488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19"/>
          <p:cNvSpPr/>
          <p:nvPr/>
        </p:nvSpPr>
        <p:spPr>
          <a:xfrm rot="10800000">
            <a:off x="594682" y="4699558"/>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19"/>
          <p:cNvSpPr/>
          <p:nvPr/>
        </p:nvSpPr>
        <p:spPr>
          <a:xfrm rot="10800000">
            <a:off x="845185" y="168561"/>
            <a:ext cx="138900" cy="138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19"/>
          <p:cNvSpPr/>
          <p:nvPr/>
        </p:nvSpPr>
        <p:spPr>
          <a:xfrm rot="10800000">
            <a:off x="8512333" y="4392874"/>
            <a:ext cx="194700" cy="194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19"/>
          <p:cNvSpPr/>
          <p:nvPr/>
        </p:nvSpPr>
        <p:spPr>
          <a:xfrm rot="10800000">
            <a:off x="8612001" y="115755"/>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20_1">
    <p:spTree>
      <p:nvGrpSpPr>
        <p:cNvPr id="536" name="Shape 536"/>
        <p:cNvGrpSpPr/>
        <p:nvPr/>
      </p:nvGrpSpPr>
      <p:grpSpPr>
        <a:xfrm>
          <a:off x="0" y="0"/>
          <a:ext cx="0" cy="0"/>
          <a:chOff x="0" y="0"/>
          <a:chExt cx="0" cy="0"/>
        </a:xfrm>
      </p:grpSpPr>
      <p:sp>
        <p:nvSpPr>
          <p:cNvPr id="537" name="Google Shape;537;p20"/>
          <p:cNvSpPr txBox="1"/>
          <p:nvPr>
            <p:ph type="title"/>
          </p:nvPr>
        </p:nvSpPr>
        <p:spPr>
          <a:xfrm>
            <a:off x="1950150" y="1589625"/>
            <a:ext cx="2172300" cy="3630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38" name="Google Shape;538;p20"/>
          <p:cNvSpPr txBox="1"/>
          <p:nvPr>
            <p:ph idx="1" type="subTitle"/>
          </p:nvPr>
        </p:nvSpPr>
        <p:spPr>
          <a:xfrm>
            <a:off x="2051700" y="1933327"/>
            <a:ext cx="19692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39" name="Google Shape;539;p20"/>
          <p:cNvSpPr txBox="1"/>
          <p:nvPr>
            <p:ph idx="2" type="title"/>
          </p:nvPr>
        </p:nvSpPr>
        <p:spPr>
          <a:xfrm>
            <a:off x="5021549" y="1589625"/>
            <a:ext cx="2172300" cy="3630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40" name="Google Shape;540;p20"/>
          <p:cNvSpPr txBox="1"/>
          <p:nvPr>
            <p:ph idx="3" type="subTitle"/>
          </p:nvPr>
        </p:nvSpPr>
        <p:spPr>
          <a:xfrm>
            <a:off x="5123105" y="1933327"/>
            <a:ext cx="19692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1" name="Google Shape;541;p20"/>
          <p:cNvSpPr txBox="1"/>
          <p:nvPr>
            <p:ph idx="4" type="title"/>
          </p:nvPr>
        </p:nvSpPr>
        <p:spPr>
          <a:xfrm>
            <a:off x="1950150" y="3457950"/>
            <a:ext cx="2172300" cy="3630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42" name="Google Shape;542;p20"/>
          <p:cNvSpPr txBox="1"/>
          <p:nvPr>
            <p:ph idx="5" type="subTitle"/>
          </p:nvPr>
        </p:nvSpPr>
        <p:spPr>
          <a:xfrm>
            <a:off x="2051700" y="3799900"/>
            <a:ext cx="19692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3" name="Google Shape;543;p20"/>
          <p:cNvSpPr txBox="1"/>
          <p:nvPr>
            <p:ph idx="6" type="title"/>
          </p:nvPr>
        </p:nvSpPr>
        <p:spPr>
          <a:xfrm>
            <a:off x="5021549" y="3457951"/>
            <a:ext cx="2172300" cy="3630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44" name="Google Shape;544;p20"/>
          <p:cNvSpPr txBox="1"/>
          <p:nvPr>
            <p:ph idx="7" type="subTitle"/>
          </p:nvPr>
        </p:nvSpPr>
        <p:spPr>
          <a:xfrm>
            <a:off x="5123105" y="3799900"/>
            <a:ext cx="19692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5" name="Google Shape;545;p20"/>
          <p:cNvSpPr txBox="1"/>
          <p:nvPr>
            <p:ph idx="8"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46" name="Google Shape;546;p20"/>
          <p:cNvSpPr/>
          <p:nvPr/>
        </p:nvSpPr>
        <p:spPr>
          <a:xfrm rot="10800000">
            <a:off x="1803" y="1097119"/>
            <a:ext cx="50" cy="125385"/>
          </a:xfrm>
          <a:custGeom>
            <a:rect b="b" l="l" r="r" t="t"/>
            <a:pathLst>
              <a:path extrusionOk="0" h="2483" w="1">
                <a:moveTo>
                  <a:pt x="0" y="2482"/>
                </a:moveTo>
                <a:lnTo>
                  <a:pt x="0" y="2463"/>
                </a:lnTo>
                <a:lnTo>
                  <a:pt x="0" y="0"/>
                </a:lnTo>
                <a:lnTo>
                  <a:pt x="0" y="0"/>
                </a:lnTo>
                <a:lnTo>
                  <a:pt x="0" y="2482"/>
                </a:lnTo>
                <a:close/>
              </a:path>
            </a:pathLst>
          </a:custGeom>
          <a:solidFill>
            <a:srgbClr val="FF0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0"/>
          <p:cNvSpPr/>
          <p:nvPr/>
        </p:nvSpPr>
        <p:spPr>
          <a:xfrm rot="10800000">
            <a:off x="903" y="1030609"/>
            <a:ext cx="50" cy="70444"/>
          </a:xfrm>
          <a:custGeom>
            <a:rect b="b" l="l" r="r" t="t"/>
            <a:pathLst>
              <a:path extrusionOk="0" h="1395" w="1">
                <a:moveTo>
                  <a:pt x="0" y="1376"/>
                </a:moveTo>
                <a:lnTo>
                  <a:pt x="0" y="1395"/>
                </a:lnTo>
                <a:lnTo>
                  <a:pt x="0" y="1"/>
                </a:lnTo>
                <a:lnTo>
                  <a:pt x="0" y="20"/>
                </a:lnTo>
                <a:lnTo>
                  <a:pt x="0" y="13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0"/>
          <p:cNvSpPr/>
          <p:nvPr/>
        </p:nvSpPr>
        <p:spPr>
          <a:xfrm rot="10800000">
            <a:off x="903" y="1077983"/>
            <a:ext cx="50" cy="1010"/>
          </a:xfrm>
          <a:custGeom>
            <a:rect b="b" l="l" r="r" t="t"/>
            <a:pathLst>
              <a:path extrusionOk="0" h="20" w="1">
                <a:moveTo>
                  <a:pt x="0" y="20"/>
                </a:moveTo>
                <a:lnTo>
                  <a:pt x="0" y="20"/>
                </a:lnTo>
                <a:lnTo>
                  <a:pt x="0" y="20"/>
                </a:lnTo>
                <a:lnTo>
                  <a:pt x="0" y="20"/>
                </a:lnTo>
                <a:lnTo>
                  <a:pt x="0" y="1"/>
                </a:lnTo>
                <a:lnTo>
                  <a:pt x="0" y="2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0"/>
          <p:cNvSpPr/>
          <p:nvPr/>
        </p:nvSpPr>
        <p:spPr>
          <a:xfrm>
            <a:off x="0" y="2875"/>
            <a:ext cx="2684977" cy="1577484"/>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0"/>
          <p:cNvSpPr/>
          <p:nvPr/>
        </p:nvSpPr>
        <p:spPr>
          <a:xfrm>
            <a:off x="0" y="2875"/>
            <a:ext cx="1778762" cy="964521"/>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0"/>
          <p:cNvSpPr/>
          <p:nvPr/>
        </p:nvSpPr>
        <p:spPr>
          <a:xfrm rot="10800000">
            <a:off x="6484150" y="3597425"/>
            <a:ext cx="2684977" cy="1577484"/>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0"/>
          <p:cNvSpPr/>
          <p:nvPr/>
        </p:nvSpPr>
        <p:spPr>
          <a:xfrm rot="10800000">
            <a:off x="7390366" y="4210388"/>
            <a:ext cx="1778762" cy="964521"/>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0"/>
          <p:cNvSpPr/>
          <p:nvPr/>
        </p:nvSpPr>
        <p:spPr>
          <a:xfrm rot="-5727714">
            <a:off x="7548485" y="243976"/>
            <a:ext cx="2134829" cy="1270344"/>
          </a:xfrm>
          <a:custGeom>
            <a:rect b="b" l="l" r="r" t="t"/>
            <a:pathLst>
              <a:path extrusionOk="0" fill="none" h="27638" w="46446">
                <a:moveTo>
                  <a:pt x="1118" y="27638"/>
                </a:moveTo>
                <a:cubicBezTo>
                  <a:pt x="456" y="25239"/>
                  <a:pt x="0" y="22649"/>
                  <a:pt x="898" y="20353"/>
                </a:cubicBezTo>
                <a:cubicBezTo>
                  <a:pt x="2104" y="17336"/>
                  <a:pt x="5430" y="15644"/>
                  <a:pt x="8653" y="15247"/>
                </a:cubicBezTo>
                <a:cubicBezTo>
                  <a:pt x="11862" y="14864"/>
                  <a:pt x="15099" y="15512"/>
                  <a:pt x="18337" y="15747"/>
                </a:cubicBezTo>
                <a:cubicBezTo>
                  <a:pt x="21574" y="15983"/>
                  <a:pt x="25033" y="15791"/>
                  <a:pt x="27711" y="13922"/>
                </a:cubicBezTo>
                <a:cubicBezTo>
                  <a:pt x="31405" y="11376"/>
                  <a:pt x="32612" y="6373"/>
                  <a:pt x="35952" y="3356"/>
                </a:cubicBezTo>
                <a:cubicBezTo>
                  <a:pt x="38719" y="825"/>
                  <a:pt x="42913" y="1"/>
                  <a:pt x="46445" y="1266"/>
                </a:cubicBezTo>
              </a:path>
            </a:pathLst>
          </a:custGeom>
          <a:noFill/>
          <a:ln cap="flat" cmpd="sng" w="952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0"/>
          <p:cNvSpPr/>
          <p:nvPr/>
        </p:nvSpPr>
        <p:spPr>
          <a:xfrm rot="-5727714">
            <a:off x="7634783" y="217299"/>
            <a:ext cx="2019828" cy="1201353"/>
          </a:xfrm>
          <a:custGeom>
            <a:rect b="b" l="l" r="r" t="t"/>
            <a:pathLst>
              <a:path extrusionOk="0" fill="none" h="26137" w="43944">
                <a:moveTo>
                  <a:pt x="1075" y="26137"/>
                </a:moveTo>
                <a:cubicBezTo>
                  <a:pt x="442" y="23871"/>
                  <a:pt x="1" y="21398"/>
                  <a:pt x="869" y="19235"/>
                </a:cubicBezTo>
                <a:cubicBezTo>
                  <a:pt x="2017" y="16380"/>
                  <a:pt x="5151" y="14776"/>
                  <a:pt x="8183" y="14408"/>
                </a:cubicBezTo>
                <a:cubicBezTo>
                  <a:pt x="11244" y="14040"/>
                  <a:pt x="14305" y="14658"/>
                  <a:pt x="17366" y="14894"/>
                </a:cubicBezTo>
                <a:cubicBezTo>
                  <a:pt x="20427" y="15129"/>
                  <a:pt x="23694" y="14923"/>
                  <a:pt x="26211" y="13187"/>
                </a:cubicBezTo>
                <a:cubicBezTo>
                  <a:pt x="29713" y="10758"/>
                  <a:pt x="30861" y="6020"/>
                  <a:pt x="34010" y="3179"/>
                </a:cubicBezTo>
                <a:cubicBezTo>
                  <a:pt x="36645" y="795"/>
                  <a:pt x="40618" y="1"/>
                  <a:pt x="43944" y="1207"/>
                </a:cubicBezTo>
              </a:path>
            </a:pathLst>
          </a:custGeom>
          <a:noFill/>
          <a:ln cap="flat" cmpd="sng" w="952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0"/>
          <p:cNvSpPr/>
          <p:nvPr/>
        </p:nvSpPr>
        <p:spPr>
          <a:xfrm rot="-5727714">
            <a:off x="7721495" y="191583"/>
            <a:ext cx="1904184" cy="1132361"/>
          </a:xfrm>
          <a:custGeom>
            <a:rect b="b" l="l" r="r" t="t"/>
            <a:pathLst>
              <a:path extrusionOk="0" fill="none" h="24636" w="41428">
                <a:moveTo>
                  <a:pt x="1016" y="24636"/>
                </a:moveTo>
                <a:cubicBezTo>
                  <a:pt x="427" y="22502"/>
                  <a:pt x="0" y="20177"/>
                  <a:pt x="810" y="18131"/>
                </a:cubicBezTo>
                <a:cubicBezTo>
                  <a:pt x="1884" y="15453"/>
                  <a:pt x="4842" y="13937"/>
                  <a:pt x="7712" y="13599"/>
                </a:cubicBezTo>
                <a:cubicBezTo>
                  <a:pt x="10582" y="13245"/>
                  <a:pt x="13466" y="13819"/>
                  <a:pt x="16365" y="14040"/>
                </a:cubicBezTo>
                <a:cubicBezTo>
                  <a:pt x="19250" y="14261"/>
                  <a:pt x="22340" y="14070"/>
                  <a:pt x="24709" y="12421"/>
                </a:cubicBezTo>
                <a:cubicBezTo>
                  <a:pt x="28006" y="10140"/>
                  <a:pt x="29095" y="5681"/>
                  <a:pt x="32068" y="2973"/>
                </a:cubicBezTo>
                <a:cubicBezTo>
                  <a:pt x="34555" y="737"/>
                  <a:pt x="38293" y="1"/>
                  <a:pt x="41427" y="1119"/>
                </a:cubicBezTo>
              </a:path>
            </a:pathLst>
          </a:custGeom>
          <a:noFill/>
          <a:ln cap="flat" cmpd="sng" w="952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0"/>
          <p:cNvSpPr/>
          <p:nvPr/>
        </p:nvSpPr>
        <p:spPr>
          <a:xfrm rot="-5727714">
            <a:off x="7806427" y="164249"/>
            <a:ext cx="1791205" cy="1064013"/>
          </a:xfrm>
          <a:custGeom>
            <a:rect b="b" l="l" r="r" t="t"/>
            <a:pathLst>
              <a:path extrusionOk="0" fill="none" h="23149" w="38970">
                <a:moveTo>
                  <a:pt x="957" y="23149"/>
                </a:moveTo>
                <a:cubicBezTo>
                  <a:pt x="412" y="21133"/>
                  <a:pt x="0" y="18969"/>
                  <a:pt x="780" y="17042"/>
                </a:cubicBezTo>
                <a:cubicBezTo>
                  <a:pt x="1796" y="14510"/>
                  <a:pt x="4562" y="13098"/>
                  <a:pt x="7270" y="12774"/>
                </a:cubicBezTo>
                <a:cubicBezTo>
                  <a:pt x="9978" y="12435"/>
                  <a:pt x="12686" y="12965"/>
                  <a:pt x="15408" y="13186"/>
                </a:cubicBezTo>
                <a:cubicBezTo>
                  <a:pt x="18101" y="13392"/>
                  <a:pt x="21015" y="13230"/>
                  <a:pt x="23237" y="11670"/>
                </a:cubicBezTo>
                <a:cubicBezTo>
                  <a:pt x="26328" y="9507"/>
                  <a:pt x="27358" y="5342"/>
                  <a:pt x="30154" y="2796"/>
                </a:cubicBezTo>
                <a:cubicBezTo>
                  <a:pt x="32494" y="677"/>
                  <a:pt x="36011" y="0"/>
                  <a:pt x="38969" y="1045"/>
                </a:cubicBezTo>
              </a:path>
            </a:pathLst>
          </a:custGeom>
          <a:noFill/>
          <a:ln cap="flat" cmpd="sng" w="952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0"/>
          <p:cNvSpPr/>
          <p:nvPr/>
        </p:nvSpPr>
        <p:spPr>
          <a:xfrm rot="-5727714">
            <a:off x="7893458" y="137611"/>
            <a:ext cx="1673492" cy="996401"/>
          </a:xfrm>
          <a:custGeom>
            <a:rect b="b" l="l" r="r" t="t"/>
            <a:pathLst>
              <a:path extrusionOk="0" fill="none" h="21678" w="36409">
                <a:moveTo>
                  <a:pt x="883" y="21678"/>
                </a:moveTo>
                <a:cubicBezTo>
                  <a:pt x="368" y="19794"/>
                  <a:pt x="0" y="17749"/>
                  <a:pt x="707" y="15953"/>
                </a:cubicBezTo>
                <a:cubicBezTo>
                  <a:pt x="1649" y="13599"/>
                  <a:pt x="4268" y="12274"/>
                  <a:pt x="6785" y="11965"/>
                </a:cubicBezTo>
                <a:cubicBezTo>
                  <a:pt x="9301" y="11671"/>
                  <a:pt x="11847" y="12156"/>
                  <a:pt x="14378" y="12348"/>
                </a:cubicBezTo>
                <a:cubicBezTo>
                  <a:pt x="16910" y="12524"/>
                  <a:pt x="19617" y="12362"/>
                  <a:pt x="21722" y="10935"/>
                </a:cubicBezTo>
                <a:cubicBezTo>
                  <a:pt x="24621" y="8919"/>
                  <a:pt x="25563" y="5004"/>
                  <a:pt x="28182" y="2635"/>
                </a:cubicBezTo>
                <a:cubicBezTo>
                  <a:pt x="30360" y="663"/>
                  <a:pt x="33642" y="1"/>
                  <a:pt x="36409" y="1016"/>
                </a:cubicBezTo>
              </a:path>
            </a:pathLst>
          </a:custGeom>
          <a:noFill/>
          <a:ln cap="flat" cmpd="sng" w="9525">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0"/>
          <p:cNvSpPr/>
          <p:nvPr/>
        </p:nvSpPr>
        <p:spPr>
          <a:xfrm>
            <a:off x="-103595" y="3583549"/>
            <a:ext cx="1332962" cy="1532451"/>
          </a:xfrm>
          <a:custGeom>
            <a:rect b="b" l="l" r="r" t="t"/>
            <a:pathLst>
              <a:path extrusionOk="0" fill="none" h="26226" w="22812">
                <a:moveTo>
                  <a:pt x="1" y="1"/>
                </a:moveTo>
                <a:cubicBezTo>
                  <a:pt x="236" y="1708"/>
                  <a:pt x="1752" y="3018"/>
                  <a:pt x="3371" y="3606"/>
                </a:cubicBezTo>
                <a:cubicBezTo>
                  <a:pt x="4990" y="4210"/>
                  <a:pt x="6756" y="4283"/>
                  <a:pt x="8463" y="4563"/>
                </a:cubicBezTo>
                <a:cubicBezTo>
                  <a:pt x="10170" y="4842"/>
                  <a:pt x="11936" y="5357"/>
                  <a:pt x="13113" y="6638"/>
                </a:cubicBezTo>
                <a:cubicBezTo>
                  <a:pt x="15203" y="8904"/>
                  <a:pt x="14585" y="12436"/>
                  <a:pt x="14923" y="15482"/>
                </a:cubicBezTo>
                <a:cubicBezTo>
                  <a:pt x="15424" y="20118"/>
                  <a:pt x="18544" y="24371"/>
                  <a:pt x="22812" y="26225"/>
                </a:cubicBezTo>
              </a:path>
            </a:pathLst>
          </a:custGeom>
          <a:noFill/>
          <a:ln cap="flat" cmpd="sng" w="19050">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0"/>
          <p:cNvSpPr/>
          <p:nvPr/>
        </p:nvSpPr>
        <p:spPr>
          <a:xfrm>
            <a:off x="-156009" y="3628250"/>
            <a:ext cx="1332904" cy="1533327"/>
          </a:xfrm>
          <a:custGeom>
            <a:rect b="b" l="l" r="r" t="t"/>
            <a:pathLst>
              <a:path extrusionOk="0" fill="none" h="26241" w="22811">
                <a:moveTo>
                  <a:pt x="0" y="1"/>
                </a:moveTo>
                <a:cubicBezTo>
                  <a:pt x="236" y="1723"/>
                  <a:pt x="1752" y="3018"/>
                  <a:pt x="3356" y="3606"/>
                </a:cubicBezTo>
                <a:cubicBezTo>
                  <a:pt x="4974" y="4225"/>
                  <a:pt x="6740" y="4298"/>
                  <a:pt x="8462" y="4563"/>
                </a:cubicBezTo>
                <a:cubicBezTo>
                  <a:pt x="10169" y="4843"/>
                  <a:pt x="11935" y="5358"/>
                  <a:pt x="13113" y="6653"/>
                </a:cubicBezTo>
                <a:cubicBezTo>
                  <a:pt x="15188" y="8904"/>
                  <a:pt x="14584" y="12436"/>
                  <a:pt x="14908" y="15497"/>
                </a:cubicBezTo>
                <a:cubicBezTo>
                  <a:pt x="15408" y="20133"/>
                  <a:pt x="18543" y="24386"/>
                  <a:pt x="22811" y="26240"/>
                </a:cubicBezTo>
              </a:path>
            </a:pathLst>
          </a:custGeom>
          <a:noFill/>
          <a:ln cap="flat" cmpd="sng" w="19050">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0"/>
          <p:cNvSpPr/>
          <p:nvPr/>
        </p:nvSpPr>
        <p:spPr>
          <a:xfrm>
            <a:off x="-207605" y="3673827"/>
            <a:ext cx="1332904" cy="1532451"/>
          </a:xfrm>
          <a:custGeom>
            <a:rect b="b" l="l" r="r" t="t"/>
            <a:pathLst>
              <a:path extrusionOk="0" fill="none" h="26226" w="22811">
                <a:moveTo>
                  <a:pt x="0" y="1"/>
                </a:moveTo>
                <a:cubicBezTo>
                  <a:pt x="236" y="1708"/>
                  <a:pt x="1752" y="3018"/>
                  <a:pt x="3370" y="3606"/>
                </a:cubicBezTo>
                <a:cubicBezTo>
                  <a:pt x="4974" y="4210"/>
                  <a:pt x="6755" y="4283"/>
                  <a:pt x="8462" y="4563"/>
                </a:cubicBezTo>
                <a:cubicBezTo>
                  <a:pt x="10169" y="4843"/>
                  <a:pt x="11935" y="5358"/>
                  <a:pt x="13113" y="6638"/>
                </a:cubicBezTo>
                <a:cubicBezTo>
                  <a:pt x="15188" y="8904"/>
                  <a:pt x="14584" y="12436"/>
                  <a:pt x="14908" y="15483"/>
                </a:cubicBezTo>
                <a:cubicBezTo>
                  <a:pt x="15408" y="20118"/>
                  <a:pt x="18543" y="24371"/>
                  <a:pt x="22811" y="26226"/>
                </a:cubicBezTo>
              </a:path>
            </a:pathLst>
          </a:custGeom>
          <a:noFill/>
          <a:ln cap="flat" cmpd="sng" w="19050">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0"/>
          <p:cNvSpPr/>
          <p:nvPr/>
        </p:nvSpPr>
        <p:spPr>
          <a:xfrm>
            <a:off x="-259200" y="3718586"/>
            <a:ext cx="1332904" cy="1533269"/>
          </a:xfrm>
          <a:custGeom>
            <a:rect b="b" l="l" r="r" t="t"/>
            <a:pathLst>
              <a:path extrusionOk="0" fill="none" h="26240" w="22811">
                <a:moveTo>
                  <a:pt x="0" y="0"/>
                </a:moveTo>
                <a:cubicBezTo>
                  <a:pt x="236" y="1722"/>
                  <a:pt x="1752" y="3017"/>
                  <a:pt x="3370" y="3606"/>
                </a:cubicBezTo>
                <a:cubicBezTo>
                  <a:pt x="4989" y="4194"/>
                  <a:pt x="6755" y="4297"/>
                  <a:pt x="8462" y="4562"/>
                </a:cubicBezTo>
                <a:cubicBezTo>
                  <a:pt x="10169" y="4842"/>
                  <a:pt x="11935" y="5357"/>
                  <a:pt x="13113" y="6652"/>
                </a:cubicBezTo>
                <a:cubicBezTo>
                  <a:pt x="15188" y="8904"/>
                  <a:pt x="14584" y="12436"/>
                  <a:pt x="14923" y="15497"/>
                </a:cubicBezTo>
                <a:cubicBezTo>
                  <a:pt x="15408" y="20132"/>
                  <a:pt x="18543" y="24385"/>
                  <a:pt x="22811" y="26239"/>
                </a:cubicBezTo>
              </a:path>
            </a:pathLst>
          </a:custGeom>
          <a:noFill/>
          <a:ln cap="flat" cmpd="sng" w="19050">
            <a:solidFill>
              <a:schemeClr val="accent2"/>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0"/>
          <p:cNvSpPr/>
          <p:nvPr/>
        </p:nvSpPr>
        <p:spPr>
          <a:xfrm flipH="1" rot="10800000">
            <a:off x="8821000" y="4809937"/>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0"/>
          <p:cNvSpPr/>
          <p:nvPr/>
        </p:nvSpPr>
        <p:spPr>
          <a:xfrm flipH="1" rot="10800000">
            <a:off x="-162962" y="46412"/>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0"/>
          <p:cNvSpPr/>
          <p:nvPr/>
        </p:nvSpPr>
        <p:spPr>
          <a:xfrm flipH="1" rot="10800000">
            <a:off x="8375305" y="4029008"/>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0"/>
          <p:cNvSpPr/>
          <p:nvPr/>
        </p:nvSpPr>
        <p:spPr>
          <a:xfrm flipH="1" rot="10800000">
            <a:off x="7728401" y="4605508"/>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0"/>
          <p:cNvSpPr/>
          <p:nvPr/>
        </p:nvSpPr>
        <p:spPr>
          <a:xfrm flipH="1" rot="10800000">
            <a:off x="1073698" y="306136"/>
            <a:ext cx="138900" cy="138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0"/>
          <p:cNvSpPr/>
          <p:nvPr/>
        </p:nvSpPr>
        <p:spPr>
          <a:xfrm flipH="1" rot="10800000">
            <a:off x="8489545" y="147354"/>
            <a:ext cx="370800" cy="370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0"/>
          <p:cNvSpPr/>
          <p:nvPr/>
        </p:nvSpPr>
        <p:spPr>
          <a:xfrm flipH="1" rot="10800000">
            <a:off x="214999" y="3938674"/>
            <a:ext cx="194700" cy="194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0"/>
          <p:cNvSpPr/>
          <p:nvPr/>
        </p:nvSpPr>
        <p:spPr>
          <a:xfrm flipH="1" rot="10800000">
            <a:off x="308394" y="957767"/>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20_1_1">
    <p:spTree>
      <p:nvGrpSpPr>
        <p:cNvPr id="570" name="Shape 570"/>
        <p:cNvGrpSpPr/>
        <p:nvPr/>
      </p:nvGrpSpPr>
      <p:grpSpPr>
        <a:xfrm>
          <a:off x="0" y="0"/>
          <a:ext cx="0" cy="0"/>
          <a:chOff x="0" y="0"/>
          <a:chExt cx="0" cy="0"/>
        </a:xfrm>
      </p:grpSpPr>
      <p:sp>
        <p:nvSpPr>
          <p:cNvPr id="571" name="Google Shape;571;p21"/>
          <p:cNvSpPr txBox="1"/>
          <p:nvPr>
            <p:ph type="title"/>
          </p:nvPr>
        </p:nvSpPr>
        <p:spPr>
          <a:xfrm>
            <a:off x="732300" y="445025"/>
            <a:ext cx="7679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72" name="Google Shape;572;p21"/>
          <p:cNvSpPr/>
          <p:nvPr/>
        </p:nvSpPr>
        <p:spPr>
          <a:xfrm rot="-5400000">
            <a:off x="-506644" y="3523962"/>
            <a:ext cx="2112963" cy="1241413"/>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1"/>
          <p:cNvSpPr/>
          <p:nvPr/>
        </p:nvSpPr>
        <p:spPr>
          <a:xfrm rot="-5400000">
            <a:off x="-425863" y="4005128"/>
            <a:ext cx="1551016" cy="841027"/>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1"/>
          <p:cNvSpPr/>
          <p:nvPr/>
        </p:nvSpPr>
        <p:spPr>
          <a:xfrm flipH="1" rot="5400000">
            <a:off x="7444507" y="3437020"/>
            <a:ext cx="2174187" cy="1277383"/>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1"/>
          <p:cNvSpPr/>
          <p:nvPr/>
        </p:nvSpPr>
        <p:spPr>
          <a:xfrm flipH="1" rot="5400000">
            <a:off x="7939615" y="3932128"/>
            <a:ext cx="1595957" cy="865396"/>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1"/>
          <p:cNvSpPr/>
          <p:nvPr/>
        </p:nvSpPr>
        <p:spPr>
          <a:xfrm flipH="1" rot="-7189706">
            <a:off x="-1576831" y="2986679"/>
            <a:ext cx="3335768" cy="1177591"/>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1"/>
          <p:cNvSpPr/>
          <p:nvPr/>
        </p:nvSpPr>
        <p:spPr>
          <a:xfrm rot="7189666">
            <a:off x="7185971" y="2884344"/>
            <a:ext cx="3432078" cy="1211590"/>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1"/>
          <p:cNvSpPr/>
          <p:nvPr/>
        </p:nvSpPr>
        <p:spPr>
          <a:xfrm rot="6097091">
            <a:off x="-206444" y="-493727"/>
            <a:ext cx="1407422" cy="1618054"/>
          </a:xfrm>
          <a:custGeom>
            <a:rect b="b" l="l" r="r" t="t"/>
            <a:pathLst>
              <a:path extrusionOk="0" fill="none" h="26226" w="22812">
                <a:moveTo>
                  <a:pt x="1" y="1"/>
                </a:moveTo>
                <a:cubicBezTo>
                  <a:pt x="236" y="1708"/>
                  <a:pt x="1752" y="3018"/>
                  <a:pt x="3371" y="3606"/>
                </a:cubicBezTo>
                <a:cubicBezTo>
                  <a:pt x="4990" y="4210"/>
                  <a:pt x="6756" y="4283"/>
                  <a:pt x="8463" y="4563"/>
                </a:cubicBezTo>
                <a:cubicBezTo>
                  <a:pt x="10170" y="4842"/>
                  <a:pt x="11936" y="5357"/>
                  <a:pt x="13113" y="6638"/>
                </a:cubicBezTo>
                <a:cubicBezTo>
                  <a:pt x="15203" y="8904"/>
                  <a:pt x="14585" y="12436"/>
                  <a:pt x="14923" y="15482"/>
                </a:cubicBezTo>
                <a:cubicBezTo>
                  <a:pt x="15424" y="20118"/>
                  <a:pt x="18544" y="24371"/>
                  <a:pt x="22812" y="26225"/>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1"/>
          <p:cNvSpPr/>
          <p:nvPr/>
        </p:nvSpPr>
        <p:spPr>
          <a:xfrm rot="6097091">
            <a:off x="-241941" y="-558025"/>
            <a:ext cx="1407361" cy="1618980"/>
          </a:xfrm>
          <a:custGeom>
            <a:rect b="b" l="l" r="r" t="t"/>
            <a:pathLst>
              <a:path extrusionOk="0" fill="none" h="26241" w="22811">
                <a:moveTo>
                  <a:pt x="0" y="1"/>
                </a:moveTo>
                <a:cubicBezTo>
                  <a:pt x="236" y="1723"/>
                  <a:pt x="1752" y="3018"/>
                  <a:pt x="3356" y="3606"/>
                </a:cubicBezTo>
                <a:cubicBezTo>
                  <a:pt x="4974" y="4225"/>
                  <a:pt x="6740" y="4298"/>
                  <a:pt x="8462" y="4563"/>
                </a:cubicBezTo>
                <a:cubicBezTo>
                  <a:pt x="10169" y="4843"/>
                  <a:pt x="11935" y="5358"/>
                  <a:pt x="13113" y="6653"/>
                </a:cubicBezTo>
                <a:cubicBezTo>
                  <a:pt x="15188" y="8904"/>
                  <a:pt x="14584" y="12436"/>
                  <a:pt x="14908" y="15497"/>
                </a:cubicBezTo>
                <a:cubicBezTo>
                  <a:pt x="15408" y="20133"/>
                  <a:pt x="18543" y="24386"/>
                  <a:pt x="22811" y="26240"/>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1"/>
          <p:cNvSpPr/>
          <p:nvPr/>
        </p:nvSpPr>
        <p:spPr>
          <a:xfrm rot="6097091">
            <a:off x="-277650" y="-620522"/>
            <a:ext cx="1407361" cy="1618054"/>
          </a:xfrm>
          <a:custGeom>
            <a:rect b="b" l="l" r="r" t="t"/>
            <a:pathLst>
              <a:path extrusionOk="0" fill="none" h="26226" w="22811">
                <a:moveTo>
                  <a:pt x="0" y="1"/>
                </a:moveTo>
                <a:cubicBezTo>
                  <a:pt x="236" y="1708"/>
                  <a:pt x="1752" y="3018"/>
                  <a:pt x="3370" y="3606"/>
                </a:cubicBezTo>
                <a:cubicBezTo>
                  <a:pt x="4974" y="4210"/>
                  <a:pt x="6755" y="4283"/>
                  <a:pt x="8462" y="4563"/>
                </a:cubicBezTo>
                <a:cubicBezTo>
                  <a:pt x="10169" y="4843"/>
                  <a:pt x="11935" y="5358"/>
                  <a:pt x="13113" y="6638"/>
                </a:cubicBezTo>
                <a:cubicBezTo>
                  <a:pt x="15188" y="8904"/>
                  <a:pt x="14584" y="12436"/>
                  <a:pt x="14908" y="15483"/>
                </a:cubicBezTo>
                <a:cubicBezTo>
                  <a:pt x="15408" y="20118"/>
                  <a:pt x="18543" y="24371"/>
                  <a:pt x="22811" y="26226"/>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1"/>
          <p:cNvSpPr/>
          <p:nvPr/>
        </p:nvSpPr>
        <p:spPr>
          <a:xfrm rot="6097091">
            <a:off x="-313388" y="-683919"/>
            <a:ext cx="1407361" cy="1618918"/>
          </a:xfrm>
          <a:custGeom>
            <a:rect b="b" l="l" r="r" t="t"/>
            <a:pathLst>
              <a:path extrusionOk="0" fill="none" h="26240" w="22811">
                <a:moveTo>
                  <a:pt x="0" y="0"/>
                </a:moveTo>
                <a:cubicBezTo>
                  <a:pt x="236" y="1722"/>
                  <a:pt x="1752" y="3017"/>
                  <a:pt x="3370" y="3606"/>
                </a:cubicBezTo>
                <a:cubicBezTo>
                  <a:pt x="4989" y="4194"/>
                  <a:pt x="6755" y="4297"/>
                  <a:pt x="8462" y="4562"/>
                </a:cubicBezTo>
                <a:cubicBezTo>
                  <a:pt x="10169" y="4842"/>
                  <a:pt x="11935" y="5357"/>
                  <a:pt x="13113" y="6652"/>
                </a:cubicBezTo>
                <a:cubicBezTo>
                  <a:pt x="15188" y="8904"/>
                  <a:pt x="14584" y="12436"/>
                  <a:pt x="14923" y="15497"/>
                </a:cubicBezTo>
                <a:cubicBezTo>
                  <a:pt x="15408" y="20132"/>
                  <a:pt x="18543" y="24385"/>
                  <a:pt x="22811" y="26239"/>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1"/>
          <p:cNvSpPr/>
          <p:nvPr/>
        </p:nvSpPr>
        <p:spPr>
          <a:xfrm flipH="1" rot="-6097091">
            <a:off x="8091314" y="-524802"/>
            <a:ext cx="1407422" cy="1618054"/>
          </a:xfrm>
          <a:custGeom>
            <a:rect b="b" l="l" r="r" t="t"/>
            <a:pathLst>
              <a:path extrusionOk="0" fill="none" h="26226" w="22812">
                <a:moveTo>
                  <a:pt x="1" y="1"/>
                </a:moveTo>
                <a:cubicBezTo>
                  <a:pt x="236" y="1708"/>
                  <a:pt x="1752" y="3018"/>
                  <a:pt x="3371" y="3606"/>
                </a:cubicBezTo>
                <a:cubicBezTo>
                  <a:pt x="4990" y="4210"/>
                  <a:pt x="6756" y="4283"/>
                  <a:pt x="8463" y="4563"/>
                </a:cubicBezTo>
                <a:cubicBezTo>
                  <a:pt x="10170" y="4842"/>
                  <a:pt x="11936" y="5357"/>
                  <a:pt x="13113" y="6638"/>
                </a:cubicBezTo>
                <a:cubicBezTo>
                  <a:pt x="15203" y="8904"/>
                  <a:pt x="14585" y="12436"/>
                  <a:pt x="14923" y="15482"/>
                </a:cubicBezTo>
                <a:cubicBezTo>
                  <a:pt x="15424" y="20118"/>
                  <a:pt x="18544" y="24371"/>
                  <a:pt x="22812" y="26225"/>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1"/>
          <p:cNvSpPr/>
          <p:nvPr/>
        </p:nvSpPr>
        <p:spPr>
          <a:xfrm flipH="1" rot="-6097091">
            <a:off x="8126873" y="-589100"/>
            <a:ext cx="1407361" cy="1618980"/>
          </a:xfrm>
          <a:custGeom>
            <a:rect b="b" l="l" r="r" t="t"/>
            <a:pathLst>
              <a:path extrusionOk="0" fill="none" h="26241" w="22811">
                <a:moveTo>
                  <a:pt x="0" y="1"/>
                </a:moveTo>
                <a:cubicBezTo>
                  <a:pt x="236" y="1723"/>
                  <a:pt x="1752" y="3018"/>
                  <a:pt x="3356" y="3606"/>
                </a:cubicBezTo>
                <a:cubicBezTo>
                  <a:pt x="4974" y="4225"/>
                  <a:pt x="6740" y="4298"/>
                  <a:pt x="8462" y="4563"/>
                </a:cubicBezTo>
                <a:cubicBezTo>
                  <a:pt x="10169" y="4843"/>
                  <a:pt x="11935" y="5358"/>
                  <a:pt x="13113" y="6653"/>
                </a:cubicBezTo>
                <a:cubicBezTo>
                  <a:pt x="15188" y="8904"/>
                  <a:pt x="14584" y="12436"/>
                  <a:pt x="14908" y="15497"/>
                </a:cubicBezTo>
                <a:cubicBezTo>
                  <a:pt x="15408" y="20133"/>
                  <a:pt x="18543" y="24386"/>
                  <a:pt x="22811" y="26240"/>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1"/>
          <p:cNvSpPr/>
          <p:nvPr/>
        </p:nvSpPr>
        <p:spPr>
          <a:xfrm flipH="1" rot="-6097091">
            <a:off x="8162581" y="-651597"/>
            <a:ext cx="1407361" cy="1618054"/>
          </a:xfrm>
          <a:custGeom>
            <a:rect b="b" l="l" r="r" t="t"/>
            <a:pathLst>
              <a:path extrusionOk="0" fill="none" h="26226" w="22811">
                <a:moveTo>
                  <a:pt x="0" y="1"/>
                </a:moveTo>
                <a:cubicBezTo>
                  <a:pt x="236" y="1708"/>
                  <a:pt x="1752" y="3018"/>
                  <a:pt x="3370" y="3606"/>
                </a:cubicBezTo>
                <a:cubicBezTo>
                  <a:pt x="4974" y="4210"/>
                  <a:pt x="6755" y="4283"/>
                  <a:pt x="8462" y="4563"/>
                </a:cubicBezTo>
                <a:cubicBezTo>
                  <a:pt x="10169" y="4843"/>
                  <a:pt x="11935" y="5358"/>
                  <a:pt x="13113" y="6638"/>
                </a:cubicBezTo>
                <a:cubicBezTo>
                  <a:pt x="15188" y="8904"/>
                  <a:pt x="14584" y="12436"/>
                  <a:pt x="14908" y="15483"/>
                </a:cubicBezTo>
                <a:cubicBezTo>
                  <a:pt x="15408" y="20118"/>
                  <a:pt x="18543" y="24371"/>
                  <a:pt x="22811" y="26226"/>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1"/>
          <p:cNvSpPr/>
          <p:nvPr/>
        </p:nvSpPr>
        <p:spPr>
          <a:xfrm flipH="1" rot="-6097091">
            <a:off x="8198320" y="-714994"/>
            <a:ext cx="1407361" cy="1618918"/>
          </a:xfrm>
          <a:custGeom>
            <a:rect b="b" l="l" r="r" t="t"/>
            <a:pathLst>
              <a:path extrusionOk="0" fill="none" h="26240" w="22811">
                <a:moveTo>
                  <a:pt x="0" y="0"/>
                </a:moveTo>
                <a:cubicBezTo>
                  <a:pt x="236" y="1722"/>
                  <a:pt x="1752" y="3017"/>
                  <a:pt x="3370" y="3606"/>
                </a:cubicBezTo>
                <a:cubicBezTo>
                  <a:pt x="4989" y="4194"/>
                  <a:pt x="6755" y="4297"/>
                  <a:pt x="8462" y="4562"/>
                </a:cubicBezTo>
                <a:cubicBezTo>
                  <a:pt x="10169" y="4842"/>
                  <a:pt x="11935" y="5357"/>
                  <a:pt x="13113" y="6652"/>
                </a:cubicBezTo>
                <a:cubicBezTo>
                  <a:pt x="15188" y="8904"/>
                  <a:pt x="14584" y="12436"/>
                  <a:pt x="14923" y="15497"/>
                </a:cubicBezTo>
                <a:cubicBezTo>
                  <a:pt x="15408" y="20132"/>
                  <a:pt x="18543" y="24385"/>
                  <a:pt x="22811" y="26239"/>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1"/>
          <p:cNvSpPr/>
          <p:nvPr/>
        </p:nvSpPr>
        <p:spPr>
          <a:xfrm flipH="1" rot="10800000">
            <a:off x="8807055" y="394108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1"/>
          <p:cNvSpPr/>
          <p:nvPr/>
        </p:nvSpPr>
        <p:spPr>
          <a:xfrm flipH="1" rot="10800000">
            <a:off x="8707301" y="1700121"/>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1"/>
          <p:cNvSpPr/>
          <p:nvPr/>
        </p:nvSpPr>
        <p:spPr>
          <a:xfrm flipH="1" rot="10800000">
            <a:off x="8626698" y="245861"/>
            <a:ext cx="138900" cy="138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1"/>
          <p:cNvSpPr/>
          <p:nvPr/>
        </p:nvSpPr>
        <p:spPr>
          <a:xfrm flipH="1" rot="10800000">
            <a:off x="90724" y="2361599"/>
            <a:ext cx="194700" cy="194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1"/>
          <p:cNvSpPr/>
          <p:nvPr/>
        </p:nvSpPr>
        <p:spPr>
          <a:xfrm flipH="1" rot="10800000">
            <a:off x="188232" y="445017"/>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1"/>
          <p:cNvSpPr/>
          <p:nvPr/>
        </p:nvSpPr>
        <p:spPr>
          <a:xfrm flipH="1" rot="10800000">
            <a:off x="452487" y="4784924"/>
            <a:ext cx="194700" cy="194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1"/>
          <p:cNvSpPr txBox="1"/>
          <p:nvPr>
            <p:ph idx="2" type="title"/>
          </p:nvPr>
        </p:nvSpPr>
        <p:spPr>
          <a:xfrm>
            <a:off x="1331575" y="1194695"/>
            <a:ext cx="1823400" cy="7020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93" name="Google Shape;593;p21"/>
          <p:cNvSpPr txBox="1"/>
          <p:nvPr>
            <p:ph idx="1" type="subTitle"/>
          </p:nvPr>
        </p:nvSpPr>
        <p:spPr>
          <a:xfrm>
            <a:off x="1185775" y="1822327"/>
            <a:ext cx="1969200" cy="572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94" name="Google Shape;594;p21"/>
          <p:cNvSpPr txBox="1"/>
          <p:nvPr>
            <p:ph idx="3" type="title"/>
          </p:nvPr>
        </p:nvSpPr>
        <p:spPr>
          <a:xfrm>
            <a:off x="5989025" y="1186564"/>
            <a:ext cx="1823400" cy="7020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95" name="Google Shape;595;p21"/>
          <p:cNvSpPr txBox="1"/>
          <p:nvPr>
            <p:ph idx="4" type="subTitle"/>
          </p:nvPr>
        </p:nvSpPr>
        <p:spPr>
          <a:xfrm>
            <a:off x="5989025" y="1820902"/>
            <a:ext cx="19692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96" name="Google Shape;596;p21"/>
          <p:cNvSpPr txBox="1"/>
          <p:nvPr>
            <p:ph idx="5" type="title"/>
          </p:nvPr>
        </p:nvSpPr>
        <p:spPr>
          <a:xfrm>
            <a:off x="1331575" y="3207375"/>
            <a:ext cx="1823400" cy="7020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97" name="Google Shape;597;p21"/>
          <p:cNvSpPr txBox="1"/>
          <p:nvPr>
            <p:ph idx="6" type="subTitle"/>
          </p:nvPr>
        </p:nvSpPr>
        <p:spPr>
          <a:xfrm>
            <a:off x="1185775" y="3834700"/>
            <a:ext cx="1969200" cy="572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98" name="Google Shape;598;p21"/>
          <p:cNvSpPr txBox="1"/>
          <p:nvPr>
            <p:ph idx="7" type="title"/>
          </p:nvPr>
        </p:nvSpPr>
        <p:spPr>
          <a:xfrm>
            <a:off x="5989025" y="3196781"/>
            <a:ext cx="1823400" cy="7020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99" name="Google Shape;599;p21"/>
          <p:cNvSpPr txBox="1"/>
          <p:nvPr>
            <p:ph idx="8" type="subTitle"/>
          </p:nvPr>
        </p:nvSpPr>
        <p:spPr>
          <a:xfrm>
            <a:off x="5989025" y="3834710"/>
            <a:ext cx="19692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10">
    <p:spTree>
      <p:nvGrpSpPr>
        <p:cNvPr id="600" name="Shape 600"/>
        <p:cNvGrpSpPr/>
        <p:nvPr/>
      </p:nvGrpSpPr>
      <p:grpSpPr>
        <a:xfrm>
          <a:off x="0" y="0"/>
          <a:ext cx="0" cy="0"/>
          <a:chOff x="0" y="0"/>
          <a:chExt cx="0" cy="0"/>
        </a:xfrm>
      </p:grpSpPr>
      <p:sp>
        <p:nvSpPr>
          <p:cNvPr id="601" name="Google Shape;601;p22"/>
          <p:cNvSpPr txBox="1"/>
          <p:nvPr>
            <p:ph type="title"/>
          </p:nvPr>
        </p:nvSpPr>
        <p:spPr>
          <a:xfrm>
            <a:off x="719975" y="1747700"/>
            <a:ext cx="2305500" cy="38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02" name="Google Shape;602;p22"/>
          <p:cNvSpPr txBox="1"/>
          <p:nvPr>
            <p:ph idx="1" type="subTitle"/>
          </p:nvPr>
        </p:nvSpPr>
        <p:spPr>
          <a:xfrm>
            <a:off x="719975" y="2091002"/>
            <a:ext cx="23055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3" name="Google Shape;603;p22"/>
          <p:cNvSpPr txBox="1"/>
          <p:nvPr>
            <p:ph idx="2" type="title"/>
          </p:nvPr>
        </p:nvSpPr>
        <p:spPr>
          <a:xfrm>
            <a:off x="3419246" y="1747700"/>
            <a:ext cx="2305500" cy="38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04" name="Google Shape;604;p22"/>
          <p:cNvSpPr txBox="1"/>
          <p:nvPr>
            <p:ph idx="3" type="subTitle"/>
          </p:nvPr>
        </p:nvSpPr>
        <p:spPr>
          <a:xfrm>
            <a:off x="3419246" y="2091002"/>
            <a:ext cx="23055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5" name="Google Shape;605;p22"/>
          <p:cNvSpPr txBox="1"/>
          <p:nvPr>
            <p:ph idx="4" type="title"/>
          </p:nvPr>
        </p:nvSpPr>
        <p:spPr>
          <a:xfrm>
            <a:off x="719975" y="3333500"/>
            <a:ext cx="2305500" cy="425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06" name="Google Shape;606;p22"/>
          <p:cNvSpPr txBox="1"/>
          <p:nvPr>
            <p:ph idx="5" type="subTitle"/>
          </p:nvPr>
        </p:nvSpPr>
        <p:spPr>
          <a:xfrm>
            <a:off x="719975" y="3671175"/>
            <a:ext cx="2305500" cy="52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7" name="Google Shape;607;p22"/>
          <p:cNvSpPr txBox="1"/>
          <p:nvPr>
            <p:ph idx="6" type="title"/>
          </p:nvPr>
        </p:nvSpPr>
        <p:spPr>
          <a:xfrm>
            <a:off x="3419246" y="3333500"/>
            <a:ext cx="2305500" cy="425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08" name="Google Shape;608;p22"/>
          <p:cNvSpPr txBox="1"/>
          <p:nvPr>
            <p:ph idx="7" type="subTitle"/>
          </p:nvPr>
        </p:nvSpPr>
        <p:spPr>
          <a:xfrm>
            <a:off x="3419246" y="3671175"/>
            <a:ext cx="2305500" cy="52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9" name="Google Shape;609;p22"/>
          <p:cNvSpPr txBox="1"/>
          <p:nvPr>
            <p:ph idx="8" type="title"/>
          </p:nvPr>
        </p:nvSpPr>
        <p:spPr>
          <a:xfrm>
            <a:off x="6118524" y="1747700"/>
            <a:ext cx="2305500" cy="38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10" name="Google Shape;610;p22"/>
          <p:cNvSpPr txBox="1"/>
          <p:nvPr>
            <p:ph idx="9" type="subTitle"/>
          </p:nvPr>
        </p:nvSpPr>
        <p:spPr>
          <a:xfrm>
            <a:off x="6118524" y="2091002"/>
            <a:ext cx="23055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11" name="Google Shape;611;p22"/>
          <p:cNvSpPr txBox="1"/>
          <p:nvPr>
            <p:ph idx="13" type="title"/>
          </p:nvPr>
        </p:nvSpPr>
        <p:spPr>
          <a:xfrm>
            <a:off x="6118524" y="3333500"/>
            <a:ext cx="2305500" cy="425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12" name="Google Shape;612;p22"/>
          <p:cNvSpPr txBox="1"/>
          <p:nvPr>
            <p:ph idx="14" type="subTitle"/>
          </p:nvPr>
        </p:nvSpPr>
        <p:spPr>
          <a:xfrm>
            <a:off x="6118524" y="3671175"/>
            <a:ext cx="2305500" cy="52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13" name="Google Shape;613;p22"/>
          <p:cNvSpPr txBox="1"/>
          <p:nvPr>
            <p:ph idx="15" type="title"/>
          </p:nvPr>
        </p:nvSpPr>
        <p:spPr>
          <a:xfrm>
            <a:off x="732300" y="445025"/>
            <a:ext cx="7679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14" name="Google Shape;614;p22"/>
          <p:cNvSpPr/>
          <p:nvPr/>
        </p:nvSpPr>
        <p:spPr>
          <a:xfrm>
            <a:off x="375" y="0"/>
            <a:ext cx="2171075" cy="1177250"/>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2"/>
          <p:cNvSpPr/>
          <p:nvPr/>
        </p:nvSpPr>
        <p:spPr>
          <a:xfrm>
            <a:off x="0" y="0"/>
            <a:ext cx="1278900" cy="490600"/>
          </a:xfrm>
          <a:custGeom>
            <a:rect b="b" l="l" r="r" t="t"/>
            <a:pathLst>
              <a:path extrusionOk="0" h="19624" w="51156">
                <a:moveTo>
                  <a:pt x="15" y="1"/>
                </a:moveTo>
                <a:lnTo>
                  <a:pt x="1" y="19382"/>
                </a:lnTo>
                <a:cubicBezTo>
                  <a:pt x="511" y="19550"/>
                  <a:pt x="1034" y="19624"/>
                  <a:pt x="1560" y="19624"/>
                </a:cubicBezTo>
                <a:cubicBezTo>
                  <a:pt x="3068" y="19624"/>
                  <a:pt x="4604" y="19016"/>
                  <a:pt x="5946" y="18264"/>
                </a:cubicBezTo>
                <a:cubicBezTo>
                  <a:pt x="7756" y="17248"/>
                  <a:pt x="9978" y="14835"/>
                  <a:pt x="11995" y="14305"/>
                </a:cubicBezTo>
                <a:cubicBezTo>
                  <a:pt x="12557" y="14157"/>
                  <a:pt x="13117" y="14096"/>
                  <a:pt x="13675" y="14096"/>
                </a:cubicBezTo>
                <a:cubicBezTo>
                  <a:pt x="16110" y="14096"/>
                  <a:pt x="18503" y="15247"/>
                  <a:pt x="20892" y="15247"/>
                </a:cubicBezTo>
                <a:cubicBezTo>
                  <a:pt x="21590" y="15247"/>
                  <a:pt x="22289" y="15148"/>
                  <a:pt x="22988" y="14894"/>
                </a:cubicBezTo>
                <a:cubicBezTo>
                  <a:pt x="25990" y="13805"/>
                  <a:pt x="27270" y="10317"/>
                  <a:pt x="30361" y="9581"/>
                </a:cubicBezTo>
                <a:cubicBezTo>
                  <a:pt x="30824" y="9469"/>
                  <a:pt x="31328" y="9429"/>
                  <a:pt x="31855" y="9429"/>
                </a:cubicBezTo>
                <a:cubicBezTo>
                  <a:pt x="33128" y="9429"/>
                  <a:pt x="34537" y="9661"/>
                  <a:pt x="35828" y="9661"/>
                </a:cubicBezTo>
                <a:cubicBezTo>
                  <a:pt x="36737" y="9661"/>
                  <a:pt x="37588" y="9546"/>
                  <a:pt x="38293" y="9154"/>
                </a:cubicBezTo>
                <a:cubicBezTo>
                  <a:pt x="39485" y="8492"/>
                  <a:pt x="40574" y="6564"/>
                  <a:pt x="41692" y="5769"/>
                </a:cubicBezTo>
                <a:cubicBezTo>
                  <a:pt x="42840" y="4960"/>
                  <a:pt x="43679" y="4680"/>
                  <a:pt x="45048" y="4386"/>
                </a:cubicBezTo>
                <a:cubicBezTo>
                  <a:pt x="46402" y="4092"/>
                  <a:pt x="48124" y="4460"/>
                  <a:pt x="49242" y="3636"/>
                </a:cubicBezTo>
                <a:cubicBezTo>
                  <a:pt x="50360" y="2812"/>
                  <a:pt x="51155" y="1340"/>
                  <a:pt x="507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2"/>
          <p:cNvSpPr/>
          <p:nvPr/>
        </p:nvSpPr>
        <p:spPr>
          <a:xfrm flipH="1">
            <a:off x="6972550" y="0"/>
            <a:ext cx="2171075" cy="1177250"/>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2"/>
          <p:cNvSpPr/>
          <p:nvPr/>
        </p:nvSpPr>
        <p:spPr>
          <a:xfrm flipH="1">
            <a:off x="7865100" y="0"/>
            <a:ext cx="1278900" cy="490600"/>
          </a:xfrm>
          <a:custGeom>
            <a:rect b="b" l="l" r="r" t="t"/>
            <a:pathLst>
              <a:path extrusionOk="0" h="19624" w="51156">
                <a:moveTo>
                  <a:pt x="15" y="1"/>
                </a:moveTo>
                <a:lnTo>
                  <a:pt x="1" y="19382"/>
                </a:lnTo>
                <a:cubicBezTo>
                  <a:pt x="511" y="19550"/>
                  <a:pt x="1034" y="19624"/>
                  <a:pt x="1560" y="19624"/>
                </a:cubicBezTo>
                <a:cubicBezTo>
                  <a:pt x="3068" y="19624"/>
                  <a:pt x="4604" y="19016"/>
                  <a:pt x="5946" y="18264"/>
                </a:cubicBezTo>
                <a:cubicBezTo>
                  <a:pt x="7756" y="17248"/>
                  <a:pt x="9978" y="14835"/>
                  <a:pt x="11995" y="14305"/>
                </a:cubicBezTo>
                <a:cubicBezTo>
                  <a:pt x="12557" y="14157"/>
                  <a:pt x="13117" y="14096"/>
                  <a:pt x="13675" y="14096"/>
                </a:cubicBezTo>
                <a:cubicBezTo>
                  <a:pt x="16110" y="14096"/>
                  <a:pt x="18503" y="15247"/>
                  <a:pt x="20892" y="15247"/>
                </a:cubicBezTo>
                <a:cubicBezTo>
                  <a:pt x="21590" y="15247"/>
                  <a:pt x="22289" y="15148"/>
                  <a:pt x="22988" y="14894"/>
                </a:cubicBezTo>
                <a:cubicBezTo>
                  <a:pt x="25990" y="13805"/>
                  <a:pt x="27270" y="10317"/>
                  <a:pt x="30361" y="9581"/>
                </a:cubicBezTo>
                <a:cubicBezTo>
                  <a:pt x="30824" y="9469"/>
                  <a:pt x="31328" y="9429"/>
                  <a:pt x="31855" y="9429"/>
                </a:cubicBezTo>
                <a:cubicBezTo>
                  <a:pt x="33128" y="9429"/>
                  <a:pt x="34537" y="9661"/>
                  <a:pt x="35828" y="9661"/>
                </a:cubicBezTo>
                <a:cubicBezTo>
                  <a:pt x="36737" y="9661"/>
                  <a:pt x="37588" y="9546"/>
                  <a:pt x="38293" y="9154"/>
                </a:cubicBezTo>
                <a:cubicBezTo>
                  <a:pt x="39485" y="8492"/>
                  <a:pt x="40574" y="6564"/>
                  <a:pt x="41692" y="5769"/>
                </a:cubicBezTo>
                <a:cubicBezTo>
                  <a:pt x="42840" y="4960"/>
                  <a:pt x="43679" y="4680"/>
                  <a:pt x="45048" y="4386"/>
                </a:cubicBezTo>
                <a:cubicBezTo>
                  <a:pt x="46402" y="4092"/>
                  <a:pt x="48124" y="4460"/>
                  <a:pt x="49242" y="3636"/>
                </a:cubicBezTo>
                <a:cubicBezTo>
                  <a:pt x="50360" y="2812"/>
                  <a:pt x="51155" y="1340"/>
                  <a:pt x="507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2"/>
          <p:cNvSpPr/>
          <p:nvPr/>
        </p:nvSpPr>
        <p:spPr>
          <a:xfrm rot="-735722">
            <a:off x="-634349" y="85128"/>
            <a:ext cx="3124971" cy="1103176"/>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2"/>
          <p:cNvSpPr/>
          <p:nvPr/>
        </p:nvSpPr>
        <p:spPr>
          <a:xfrm rot="3486961">
            <a:off x="6386181" y="-196581"/>
            <a:ext cx="2997464" cy="1767672"/>
          </a:xfrm>
          <a:custGeom>
            <a:rect b="b" l="l" r="r" t="t"/>
            <a:pathLst>
              <a:path extrusionOk="0" h="43620" w="73967">
                <a:moveTo>
                  <a:pt x="73672" y="0"/>
                </a:moveTo>
                <a:cubicBezTo>
                  <a:pt x="70257" y="2134"/>
                  <a:pt x="66593" y="3002"/>
                  <a:pt x="63370" y="3753"/>
                </a:cubicBezTo>
                <a:cubicBezTo>
                  <a:pt x="60118" y="4533"/>
                  <a:pt x="57307" y="5195"/>
                  <a:pt x="55821" y="6990"/>
                </a:cubicBezTo>
                <a:cubicBezTo>
                  <a:pt x="54746" y="8271"/>
                  <a:pt x="54025" y="9772"/>
                  <a:pt x="53334" y="11214"/>
                </a:cubicBezTo>
                <a:cubicBezTo>
                  <a:pt x="52156" y="13642"/>
                  <a:pt x="51052" y="15938"/>
                  <a:pt x="48462" y="16762"/>
                </a:cubicBezTo>
                <a:cubicBezTo>
                  <a:pt x="47864" y="16962"/>
                  <a:pt x="47068" y="17020"/>
                  <a:pt x="46200" y="17020"/>
                </a:cubicBezTo>
                <a:cubicBezTo>
                  <a:pt x="45531" y="17020"/>
                  <a:pt x="44819" y="16985"/>
                  <a:pt x="44121" y="16953"/>
                </a:cubicBezTo>
                <a:cubicBezTo>
                  <a:pt x="43381" y="16914"/>
                  <a:pt x="42635" y="16877"/>
                  <a:pt x="41924" y="16877"/>
                </a:cubicBezTo>
                <a:cubicBezTo>
                  <a:pt x="40770" y="16877"/>
                  <a:pt x="39710" y="16975"/>
                  <a:pt x="38926" y="17321"/>
                </a:cubicBezTo>
                <a:cubicBezTo>
                  <a:pt x="36880" y="18219"/>
                  <a:pt x="35232" y="20632"/>
                  <a:pt x="33628" y="22943"/>
                </a:cubicBezTo>
                <a:cubicBezTo>
                  <a:pt x="32657" y="24356"/>
                  <a:pt x="31730" y="25710"/>
                  <a:pt x="30773" y="26622"/>
                </a:cubicBezTo>
                <a:cubicBezTo>
                  <a:pt x="29449" y="27873"/>
                  <a:pt x="25681" y="27961"/>
                  <a:pt x="21664" y="28064"/>
                </a:cubicBezTo>
                <a:cubicBezTo>
                  <a:pt x="16542" y="28197"/>
                  <a:pt x="10715" y="28329"/>
                  <a:pt x="7639" y="30846"/>
                </a:cubicBezTo>
                <a:cubicBezTo>
                  <a:pt x="4239" y="33612"/>
                  <a:pt x="354" y="39308"/>
                  <a:pt x="1" y="43590"/>
                </a:cubicBezTo>
                <a:lnTo>
                  <a:pt x="560" y="43619"/>
                </a:lnTo>
                <a:cubicBezTo>
                  <a:pt x="884" y="39484"/>
                  <a:pt x="4681" y="33980"/>
                  <a:pt x="7963" y="31272"/>
                </a:cubicBezTo>
                <a:cubicBezTo>
                  <a:pt x="10891" y="28888"/>
                  <a:pt x="16616" y="28741"/>
                  <a:pt x="21678" y="28638"/>
                </a:cubicBezTo>
                <a:cubicBezTo>
                  <a:pt x="25976" y="28520"/>
                  <a:pt x="29669" y="28432"/>
                  <a:pt x="31141" y="27034"/>
                </a:cubicBezTo>
                <a:cubicBezTo>
                  <a:pt x="32142" y="26092"/>
                  <a:pt x="33084" y="24738"/>
                  <a:pt x="34070" y="23281"/>
                </a:cubicBezTo>
                <a:cubicBezTo>
                  <a:pt x="35630" y="21015"/>
                  <a:pt x="37234" y="18675"/>
                  <a:pt x="39147" y="17836"/>
                </a:cubicBezTo>
                <a:cubicBezTo>
                  <a:pt x="39856" y="17518"/>
                  <a:pt x="40862" y="17430"/>
                  <a:pt x="41964" y="17430"/>
                </a:cubicBezTo>
                <a:cubicBezTo>
                  <a:pt x="42647" y="17430"/>
                  <a:pt x="43368" y="17464"/>
                  <a:pt x="44077" y="17498"/>
                </a:cubicBezTo>
                <a:cubicBezTo>
                  <a:pt x="44836" y="17543"/>
                  <a:pt x="45574" y="17582"/>
                  <a:pt x="46260" y="17582"/>
                </a:cubicBezTo>
                <a:cubicBezTo>
                  <a:pt x="47156" y="17582"/>
                  <a:pt x="47966" y="17515"/>
                  <a:pt x="48624" y="17307"/>
                </a:cubicBezTo>
                <a:cubicBezTo>
                  <a:pt x="51435" y="16424"/>
                  <a:pt x="52598" y="14010"/>
                  <a:pt x="53834" y="11449"/>
                </a:cubicBezTo>
                <a:cubicBezTo>
                  <a:pt x="54511" y="10037"/>
                  <a:pt x="55232" y="8580"/>
                  <a:pt x="56233" y="7344"/>
                </a:cubicBezTo>
                <a:cubicBezTo>
                  <a:pt x="57616" y="5695"/>
                  <a:pt x="60339" y="5048"/>
                  <a:pt x="63503" y="4297"/>
                </a:cubicBezTo>
                <a:cubicBezTo>
                  <a:pt x="66755" y="3517"/>
                  <a:pt x="70464" y="2634"/>
                  <a:pt x="73966" y="471"/>
                </a:cubicBezTo>
                <a:lnTo>
                  <a:pt x="736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2"/>
          <p:cNvSpPr/>
          <p:nvPr/>
        </p:nvSpPr>
        <p:spPr>
          <a:xfrm rot="7524829">
            <a:off x="-141964" y="1555427"/>
            <a:ext cx="1562825" cy="5127457"/>
          </a:xfrm>
          <a:custGeom>
            <a:rect b="b" l="l" r="r" t="t"/>
            <a:pathLst>
              <a:path extrusionOk="0" h="97052" w="29581">
                <a:moveTo>
                  <a:pt x="14658" y="4824"/>
                </a:moveTo>
                <a:cubicBezTo>
                  <a:pt x="14687" y="4838"/>
                  <a:pt x="14687" y="4853"/>
                  <a:pt x="14702" y="4883"/>
                </a:cubicBezTo>
                <a:lnTo>
                  <a:pt x="14702" y="4897"/>
                </a:lnTo>
                <a:cubicBezTo>
                  <a:pt x="14687" y="4883"/>
                  <a:pt x="14658" y="4883"/>
                  <a:pt x="14658" y="4853"/>
                </a:cubicBezTo>
                <a:lnTo>
                  <a:pt x="14658" y="4824"/>
                </a:lnTo>
                <a:close/>
                <a:moveTo>
                  <a:pt x="14716" y="5015"/>
                </a:moveTo>
                <a:lnTo>
                  <a:pt x="14775" y="5074"/>
                </a:lnTo>
                <a:cubicBezTo>
                  <a:pt x="14761" y="5059"/>
                  <a:pt x="14731" y="5044"/>
                  <a:pt x="14716" y="5044"/>
                </a:cubicBezTo>
                <a:lnTo>
                  <a:pt x="14716" y="5015"/>
                </a:lnTo>
                <a:close/>
                <a:moveTo>
                  <a:pt x="14761" y="5147"/>
                </a:moveTo>
                <a:lnTo>
                  <a:pt x="14805" y="5206"/>
                </a:lnTo>
                <a:lnTo>
                  <a:pt x="14805" y="5250"/>
                </a:lnTo>
                <a:lnTo>
                  <a:pt x="14761" y="5192"/>
                </a:lnTo>
                <a:lnTo>
                  <a:pt x="14761" y="5147"/>
                </a:lnTo>
                <a:close/>
                <a:moveTo>
                  <a:pt x="14923" y="5309"/>
                </a:moveTo>
                <a:cubicBezTo>
                  <a:pt x="14937" y="5324"/>
                  <a:pt x="14952" y="5339"/>
                  <a:pt x="14981" y="5353"/>
                </a:cubicBezTo>
                <a:lnTo>
                  <a:pt x="14981" y="5368"/>
                </a:lnTo>
                <a:cubicBezTo>
                  <a:pt x="14952" y="5353"/>
                  <a:pt x="14937" y="5353"/>
                  <a:pt x="14923" y="5339"/>
                </a:cubicBezTo>
                <a:lnTo>
                  <a:pt x="14923" y="5309"/>
                </a:lnTo>
                <a:close/>
                <a:moveTo>
                  <a:pt x="14789" y="5352"/>
                </a:moveTo>
                <a:cubicBezTo>
                  <a:pt x="14801" y="5364"/>
                  <a:pt x="14818" y="5377"/>
                  <a:pt x="14849" y="5398"/>
                </a:cubicBezTo>
                <a:cubicBezTo>
                  <a:pt x="14864" y="5412"/>
                  <a:pt x="14864" y="5427"/>
                  <a:pt x="14864" y="5427"/>
                </a:cubicBezTo>
                <a:cubicBezTo>
                  <a:pt x="14849" y="5412"/>
                  <a:pt x="14834" y="5398"/>
                  <a:pt x="14790" y="5368"/>
                </a:cubicBezTo>
                <a:cubicBezTo>
                  <a:pt x="14790" y="5363"/>
                  <a:pt x="14790" y="5357"/>
                  <a:pt x="14789" y="5352"/>
                </a:cubicBezTo>
                <a:close/>
                <a:moveTo>
                  <a:pt x="14981" y="5486"/>
                </a:moveTo>
                <a:lnTo>
                  <a:pt x="15026" y="5530"/>
                </a:lnTo>
                <a:lnTo>
                  <a:pt x="15026" y="5559"/>
                </a:lnTo>
                <a:cubicBezTo>
                  <a:pt x="15011" y="5545"/>
                  <a:pt x="14996" y="5515"/>
                  <a:pt x="14981" y="5515"/>
                </a:cubicBezTo>
                <a:lnTo>
                  <a:pt x="14981" y="5486"/>
                </a:lnTo>
                <a:close/>
                <a:moveTo>
                  <a:pt x="14848" y="5535"/>
                </a:moveTo>
                <a:cubicBezTo>
                  <a:pt x="14863" y="5552"/>
                  <a:pt x="14886" y="5563"/>
                  <a:pt x="14908" y="5574"/>
                </a:cubicBezTo>
                <a:cubicBezTo>
                  <a:pt x="14893" y="5574"/>
                  <a:pt x="14923" y="5589"/>
                  <a:pt x="14923" y="5618"/>
                </a:cubicBezTo>
                <a:cubicBezTo>
                  <a:pt x="14908" y="5589"/>
                  <a:pt x="14864" y="5574"/>
                  <a:pt x="14849" y="5559"/>
                </a:cubicBezTo>
                <a:cubicBezTo>
                  <a:pt x="14849" y="5553"/>
                  <a:pt x="14849" y="5543"/>
                  <a:pt x="14848" y="5535"/>
                </a:cubicBezTo>
                <a:close/>
                <a:moveTo>
                  <a:pt x="15143" y="5633"/>
                </a:moveTo>
                <a:cubicBezTo>
                  <a:pt x="15158" y="5648"/>
                  <a:pt x="15173" y="5662"/>
                  <a:pt x="15202" y="5662"/>
                </a:cubicBezTo>
                <a:lnTo>
                  <a:pt x="15202" y="5692"/>
                </a:lnTo>
                <a:cubicBezTo>
                  <a:pt x="15173" y="5662"/>
                  <a:pt x="15158" y="5662"/>
                  <a:pt x="15143" y="5648"/>
                </a:cubicBezTo>
                <a:lnTo>
                  <a:pt x="15143" y="5633"/>
                </a:lnTo>
                <a:close/>
                <a:moveTo>
                  <a:pt x="15008" y="5661"/>
                </a:moveTo>
                <a:cubicBezTo>
                  <a:pt x="15020" y="5676"/>
                  <a:pt x="15037" y="5696"/>
                  <a:pt x="15070" y="5707"/>
                </a:cubicBezTo>
                <a:cubicBezTo>
                  <a:pt x="15084" y="5707"/>
                  <a:pt x="15084" y="5721"/>
                  <a:pt x="15084" y="5736"/>
                </a:cubicBezTo>
                <a:cubicBezTo>
                  <a:pt x="15070" y="5721"/>
                  <a:pt x="15040" y="5707"/>
                  <a:pt x="15011" y="5692"/>
                </a:cubicBezTo>
                <a:cubicBezTo>
                  <a:pt x="15011" y="5674"/>
                  <a:pt x="15011" y="5667"/>
                  <a:pt x="15008" y="5661"/>
                </a:cubicBezTo>
                <a:close/>
                <a:moveTo>
                  <a:pt x="14864" y="5663"/>
                </a:moveTo>
                <a:cubicBezTo>
                  <a:pt x="14878" y="5692"/>
                  <a:pt x="14923" y="5707"/>
                  <a:pt x="14937" y="5721"/>
                </a:cubicBezTo>
                <a:cubicBezTo>
                  <a:pt x="14952" y="5736"/>
                  <a:pt x="14952" y="5766"/>
                  <a:pt x="14952" y="5780"/>
                </a:cubicBezTo>
                <a:cubicBezTo>
                  <a:pt x="14937" y="5766"/>
                  <a:pt x="14908" y="5736"/>
                  <a:pt x="14878" y="5721"/>
                </a:cubicBezTo>
                <a:cubicBezTo>
                  <a:pt x="14878" y="5707"/>
                  <a:pt x="14878" y="5692"/>
                  <a:pt x="14864" y="5663"/>
                </a:cubicBezTo>
                <a:close/>
                <a:moveTo>
                  <a:pt x="15202" y="5810"/>
                </a:moveTo>
                <a:lnTo>
                  <a:pt x="15246" y="5869"/>
                </a:lnTo>
                <a:cubicBezTo>
                  <a:pt x="15232" y="5854"/>
                  <a:pt x="15217" y="5839"/>
                  <a:pt x="15202" y="5839"/>
                </a:cubicBezTo>
                <a:lnTo>
                  <a:pt x="15202" y="5810"/>
                </a:lnTo>
                <a:close/>
                <a:moveTo>
                  <a:pt x="15055" y="5795"/>
                </a:moveTo>
                <a:cubicBezTo>
                  <a:pt x="15070" y="5810"/>
                  <a:pt x="15099" y="5839"/>
                  <a:pt x="15129" y="5854"/>
                </a:cubicBezTo>
                <a:cubicBezTo>
                  <a:pt x="15129" y="5883"/>
                  <a:pt x="15129" y="5883"/>
                  <a:pt x="15143" y="5913"/>
                </a:cubicBezTo>
                <a:cubicBezTo>
                  <a:pt x="15129" y="5883"/>
                  <a:pt x="15084" y="5869"/>
                  <a:pt x="15070" y="5854"/>
                </a:cubicBezTo>
                <a:cubicBezTo>
                  <a:pt x="15070" y="5839"/>
                  <a:pt x="15070" y="5810"/>
                  <a:pt x="15055" y="5795"/>
                </a:cubicBezTo>
                <a:close/>
                <a:moveTo>
                  <a:pt x="14893" y="5854"/>
                </a:moveTo>
                <a:cubicBezTo>
                  <a:pt x="14937" y="5869"/>
                  <a:pt x="14952" y="5883"/>
                  <a:pt x="14996" y="5913"/>
                </a:cubicBezTo>
                <a:lnTo>
                  <a:pt x="14996" y="5942"/>
                </a:lnTo>
                <a:cubicBezTo>
                  <a:pt x="14952" y="5927"/>
                  <a:pt x="14937" y="5913"/>
                  <a:pt x="14893" y="5883"/>
                </a:cubicBezTo>
                <a:lnTo>
                  <a:pt x="14893" y="5854"/>
                </a:lnTo>
                <a:close/>
                <a:moveTo>
                  <a:pt x="15231" y="5958"/>
                </a:moveTo>
                <a:cubicBezTo>
                  <a:pt x="15243" y="5973"/>
                  <a:pt x="15259" y="5991"/>
                  <a:pt x="15290" y="6001"/>
                </a:cubicBezTo>
                <a:cubicBezTo>
                  <a:pt x="15290" y="6016"/>
                  <a:pt x="15305" y="6030"/>
                  <a:pt x="15305" y="6030"/>
                </a:cubicBezTo>
                <a:cubicBezTo>
                  <a:pt x="15290" y="6016"/>
                  <a:pt x="15261" y="6001"/>
                  <a:pt x="15232" y="5986"/>
                </a:cubicBezTo>
                <a:cubicBezTo>
                  <a:pt x="15232" y="5975"/>
                  <a:pt x="15232" y="5965"/>
                  <a:pt x="15231" y="5958"/>
                </a:cubicBezTo>
                <a:close/>
                <a:moveTo>
                  <a:pt x="15099" y="5986"/>
                </a:moveTo>
                <a:cubicBezTo>
                  <a:pt x="15114" y="6001"/>
                  <a:pt x="15158" y="6016"/>
                  <a:pt x="15173" y="6030"/>
                </a:cubicBezTo>
                <a:lnTo>
                  <a:pt x="15173" y="6075"/>
                </a:lnTo>
                <a:cubicBezTo>
                  <a:pt x="15158" y="6060"/>
                  <a:pt x="15129" y="6030"/>
                  <a:pt x="15099" y="6016"/>
                </a:cubicBezTo>
                <a:lnTo>
                  <a:pt x="15099" y="5986"/>
                </a:lnTo>
                <a:close/>
                <a:moveTo>
                  <a:pt x="14937" y="6001"/>
                </a:moveTo>
                <a:lnTo>
                  <a:pt x="14937" y="6001"/>
                </a:lnTo>
                <a:cubicBezTo>
                  <a:pt x="14981" y="6016"/>
                  <a:pt x="14996" y="6030"/>
                  <a:pt x="15026" y="6075"/>
                </a:cubicBezTo>
                <a:cubicBezTo>
                  <a:pt x="15026" y="6089"/>
                  <a:pt x="15040" y="6133"/>
                  <a:pt x="15040" y="6148"/>
                </a:cubicBezTo>
                <a:cubicBezTo>
                  <a:pt x="15011" y="6133"/>
                  <a:pt x="14996" y="6104"/>
                  <a:pt x="14952" y="6089"/>
                </a:cubicBezTo>
                <a:cubicBezTo>
                  <a:pt x="14937" y="6045"/>
                  <a:pt x="14937" y="6030"/>
                  <a:pt x="14937" y="6001"/>
                </a:cubicBezTo>
                <a:close/>
                <a:moveTo>
                  <a:pt x="15408" y="6104"/>
                </a:moveTo>
                <a:lnTo>
                  <a:pt x="15452" y="6148"/>
                </a:lnTo>
                <a:cubicBezTo>
                  <a:pt x="15452" y="6163"/>
                  <a:pt x="15452" y="6163"/>
                  <a:pt x="15467" y="6178"/>
                </a:cubicBezTo>
                <a:cubicBezTo>
                  <a:pt x="15452" y="6163"/>
                  <a:pt x="15438" y="6148"/>
                  <a:pt x="15408" y="6148"/>
                </a:cubicBezTo>
                <a:lnTo>
                  <a:pt x="15408" y="6104"/>
                </a:lnTo>
                <a:close/>
                <a:moveTo>
                  <a:pt x="15261" y="6104"/>
                </a:moveTo>
                <a:cubicBezTo>
                  <a:pt x="15290" y="6133"/>
                  <a:pt x="15320" y="6148"/>
                  <a:pt x="15349" y="6163"/>
                </a:cubicBezTo>
                <a:lnTo>
                  <a:pt x="15349" y="6207"/>
                </a:lnTo>
                <a:cubicBezTo>
                  <a:pt x="15320" y="6178"/>
                  <a:pt x="15290" y="6163"/>
                  <a:pt x="15261" y="6148"/>
                </a:cubicBezTo>
                <a:lnTo>
                  <a:pt x="15261" y="6104"/>
                </a:lnTo>
                <a:close/>
                <a:moveTo>
                  <a:pt x="15099" y="6148"/>
                </a:moveTo>
                <a:cubicBezTo>
                  <a:pt x="15143" y="6163"/>
                  <a:pt x="15158" y="6178"/>
                  <a:pt x="15202" y="6192"/>
                </a:cubicBezTo>
                <a:cubicBezTo>
                  <a:pt x="15217" y="6222"/>
                  <a:pt x="15217" y="6236"/>
                  <a:pt x="15217" y="6281"/>
                </a:cubicBezTo>
                <a:cubicBezTo>
                  <a:pt x="15173" y="6251"/>
                  <a:pt x="15158" y="6236"/>
                  <a:pt x="15129" y="6222"/>
                </a:cubicBezTo>
                <a:cubicBezTo>
                  <a:pt x="15129" y="6207"/>
                  <a:pt x="15129" y="6163"/>
                  <a:pt x="15099" y="6148"/>
                </a:cubicBezTo>
                <a:close/>
                <a:moveTo>
                  <a:pt x="15585" y="6236"/>
                </a:moveTo>
                <a:cubicBezTo>
                  <a:pt x="15585" y="6251"/>
                  <a:pt x="15599" y="6251"/>
                  <a:pt x="15614" y="6281"/>
                </a:cubicBezTo>
                <a:lnTo>
                  <a:pt x="15614" y="6295"/>
                </a:lnTo>
                <a:cubicBezTo>
                  <a:pt x="15599" y="6281"/>
                  <a:pt x="15585" y="6281"/>
                  <a:pt x="15585" y="6251"/>
                </a:cubicBezTo>
                <a:lnTo>
                  <a:pt x="15585" y="6236"/>
                </a:lnTo>
                <a:close/>
                <a:moveTo>
                  <a:pt x="14952" y="6178"/>
                </a:moveTo>
                <a:lnTo>
                  <a:pt x="14952" y="6178"/>
                </a:lnTo>
                <a:cubicBezTo>
                  <a:pt x="14996" y="6192"/>
                  <a:pt x="15026" y="6222"/>
                  <a:pt x="15055" y="6251"/>
                </a:cubicBezTo>
                <a:cubicBezTo>
                  <a:pt x="15055" y="6281"/>
                  <a:pt x="15070" y="6310"/>
                  <a:pt x="15070" y="6325"/>
                </a:cubicBezTo>
                <a:cubicBezTo>
                  <a:pt x="15026" y="6310"/>
                  <a:pt x="14996" y="6295"/>
                  <a:pt x="14981" y="6251"/>
                </a:cubicBezTo>
                <a:cubicBezTo>
                  <a:pt x="14981" y="6236"/>
                  <a:pt x="14981" y="6222"/>
                  <a:pt x="14952" y="6178"/>
                </a:cubicBezTo>
                <a:close/>
                <a:moveTo>
                  <a:pt x="15452" y="6251"/>
                </a:moveTo>
                <a:cubicBezTo>
                  <a:pt x="15467" y="6281"/>
                  <a:pt x="15496" y="6295"/>
                  <a:pt x="15511" y="6325"/>
                </a:cubicBezTo>
                <a:lnTo>
                  <a:pt x="15452" y="6281"/>
                </a:lnTo>
                <a:lnTo>
                  <a:pt x="15452" y="6251"/>
                </a:lnTo>
                <a:close/>
                <a:moveTo>
                  <a:pt x="15305" y="6281"/>
                </a:moveTo>
                <a:cubicBezTo>
                  <a:pt x="15320" y="6295"/>
                  <a:pt x="15364" y="6310"/>
                  <a:pt x="15379" y="6325"/>
                </a:cubicBezTo>
                <a:cubicBezTo>
                  <a:pt x="15379" y="6354"/>
                  <a:pt x="15393" y="6369"/>
                  <a:pt x="15393" y="6384"/>
                </a:cubicBezTo>
                <a:cubicBezTo>
                  <a:pt x="15379" y="6369"/>
                  <a:pt x="15349" y="6354"/>
                  <a:pt x="15320" y="6325"/>
                </a:cubicBezTo>
                <a:cubicBezTo>
                  <a:pt x="15320" y="6310"/>
                  <a:pt x="15320" y="6295"/>
                  <a:pt x="15305" y="6281"/>
                </a:cubicBezTo>
                <a:close/>
                <a:moveTo>
                  <a:pt x="15158" y="6310"/>
                </a:moveTo>
                <a:lnTo>
                  <a:pt x="15158" y="6310"/>
                </a:lnTo>
                <a:cubicBezTo>
                  <a:pt x="15202" y="6325"/>
                  <a:pt x="15217" y="6354"/>
                  <a:pt x="15246" y="6369"/>
                </a:cubicBezTo>
                <a:cubicBezTo>
                  <a:pt x="15246" y="6384"/>
                  <a:pt x="15261" y="6413"/>
                  <a:pt x="15261" y="6442"/>
                </a:cubicBezTo>
                <a:cubicBezTo>
                  <a:pt x="15232" y="6428"/>
                  <a:pt x="15217" y="6398"/>
                  <a:pt x="15173" y="6384"/>
                </a:cubicBezTo>
                <a:cubicBezTo>
                  <a:pt x="15158" y="6369"/>
                  <a:pt x="15158" y="6354"/>
                  <a:pt x="15158" y="6310"/>
                </a:cubicBezTo>
                <a:close/>
                <a:moveTo>
                  <a:pt x="14996" y="6369"/>
                </a:moveTo>
                <a:cubicBezTo>
                  <a:pt x="15026" y="6384"/>
                  <a:pt x="15070" y="6398"/>
                  <a:pt x="15099" y="6442"/>
                </a:cubicBezTo>
                <a:cubicBezTo>
                  <a:pt x="15099" y="6457"/>
                  <a:pt x="15099" y="6472"/>
                  <a:pt x="15114" y="6501"/>
                </a:cubicBezTo>
                <a:cubicBezTo>
                  <a:pt x="15084" y="6472"/>
                  <a:pt x="15040" y="6457"/>
                  <a:pt x="15011" y="6413"/>
                </a:cubicBezTo>
                <a:cubicBezTo>
                  <a:pt x="14996" y="6398"/>
                  <a:pt x="14996" y="6384"/>
                  <a:pt x="14996" y="6369"/>
                </a:cubicBezTo>
                <a:close/>
                <a:moveTo>
                  <a:pt x="15467" y="6398"/>
                </a:moveTo>
                <a:cubicBezTo>
                  <a:pt x="15496" y="6413"/>
                  <a:pt x="15511" y="6442"/>
                  <a:pt x="15541" y="6457"/>
                </a:cubicBezTo>
                <a:cubicBezTo>
                  <a:pt x="15570" y="6472"/>
                  <a:pt x="15570" y="6501"/>
                  <a:pt x="15570" y="6516"/>
                </a:cubicBezTo>
                <a:cubicBezTo>
                  <a:pt x="15541" y="6501"/>
                  <a:pt x="15511" y="6472"/>
                  <a:pt x="15496" y="6457"/>
                </a:cubicBezTo>
                <a:cubicBezTo>
                  <a:pt x="15496" y="6442"/>
                  <a:pt x="15496" y="6413"/>
                  <a:pt x="15467" y="6398"/>
                </a:cubicBezTo>
                <a:close/>
                <a:moveTo>
                  <a:pt x="15349" y="6457"/>
                </a:moveTo>
                <a:lnTo>
                  <a:pt x="15349" y="6457"/>
                </a:lnTo>
                <a:cubicBezTo>
                  <a:pt x="15379" y="6472"/>
                  <a:pt x="15393" y="6501"/>
                  <a:pt x="15438" y="6516"/>
                </a:cubicBezTo>
                <a:cubicBezTo>
                  <a:pt x="15438" y="6531"/>
                  <a:pt x="15438" y="6545"/>
                  <a:pt x="15452" y="6590"/>
                </a:cubicBezTo>
                <a:cubicBezTo>
                  <a:pt x="15408" y="6575"/>
                  <a:pt x="15393" y="6545"/>
                  <a:pt x="15364" y="6531"/>
                </a:cubicBezTo>
                <a:cubicBezTo>
                  <a:pt x="15364" y="6516"/>
                  <a:pt x="15349" y="6472"/>
                  <a:pt x="15349" y="6457"/>
                </a:cubicBezTo>
                <a:close/>
                <a:moveTo>
                  <a:pt x="15202" y="6501"/>
                </a:moveTo>
                <a:cubicBezTo>
                  <a:pt x="15232" y="6516"/>
                  <a:pt x="15276" y="6531"/>
                  <a:pt x="15290" y="6575"/>
                </a:cubicBezTo>
                <a:cubicBezTo>
                  <a:pt x="15290" y="6590"/>
                  <a:pt x="15290" y="6604"/>
                  <a:pt x="15305" y="6619"/>
                </a:cubicBezTo>
                <a:cubicBezTo>
                  <a:pt x="15261" y="6604"/>
                  <a:pt x="15232" y="6590"/>
                  <a:pt x="15217" y="6575"/>
                </a:cubicBezTo>
                <a:cubicBezTo>
                  <a:pt x="15202" y="6531"/>
                  <a:pt x="15202" y="6516"/>
                  <a:pt x="15202" y="6501"/>
                </a:cubicBezTo>
                <a:close/>
                <a:moveTo>
                  <a:pt x="15658" y="6531"/>
                </a:moveTo>
                <a:lnTo>
                  <a:pt x="15717" y="6590"/>
                </a:lnTo>
                <a:cubicBezTo>
                  <a:pt x="15732" y="6619"/>
                  <a:pt x="15732" y="6619"/>
                  <a:pt x="15732" y="6648"/>
                </a:cubicBezTo>
                <a:lnTo>
                  <a:pt x="15673" y="6590"/>
                </a:lnTo>
                <a:cubicBezTo>
                  <a:pt x="15673" y="6575"/>
                  <a:pt x="15673" y="6546"/>
                  <a:pt x="15658" y="6531"/>
                </a:cubicBezTo>
                <a:close/>
                <a:moveTo>
                  <a:pt x="15526" y="6604"/>
                </a:moveTo>
                <a:cubicBezTo>
                  <a:pt x="15541" y="6619"/>
                  <a:pt x="15585" y="6648"/>
                  <a:pt x="15599" y="6663"/>
                </a:cubicBezTo>
                <a:cubicBezTo>
                  <a:pt x="15614" y="6663"/>
                  <a:pt x="15614" y="6678"/>
                  <a:pt x="15614" y="6722"/>
                </a:cubicBezTo>
                <a:cubicBezTo>
                  <a:pt x="15599" y="6693"/>
                  <a:pt x="15570" y="6678"/>
                  <a:pt x="15541" y="6663"/>
                </a:cubicBezTo>
                <a:cubicBezTo>
                  <a:pt x="15541" y="6648"/>
                  <a:pt x="15526" y="6619"/>
                  <a:pt x="15526" y="6604"/>
                </a:cubicBezTo>
                <a:close/>
                <a:moveTo>
                  <a:pt x="15393" y="6648"/>
                </a:moveTo>
                <a:cubicBezTo>
                  <a:pt x="15438" y="6663"/>
                  <a:pt x="15452" y="6678"/>
                  <a:pt x="15496" y="6693"/>
                </a:cubicBezTo>
                <a:cubicBezTo>
                  <a:pt x="15481" y="6708"/>
                  <a:pt x="15473" y="6720"/>
                  <a:pt x="15474" y="6727"/>
                </a:cubicBezTo>
                <a:lnTo>
                  <a:pt x="15474" y="6727"/>
                </a:lnTo>
                <a:cubicBezTo>
                  <a:pt x="15446" y="6712"/>
                  <a:pt x="15429" y="6690"/>
                  <a:pt x="15393" y="6678"/>
                </a:cubicBezTo>
                <a:lnTo>
                  <a:pt x="15393" y="6648"/>
                </a:lnTo>
                <a:close/>
                <a:moveTo>
                  <a:pt x="15836" y="6693"/>
                </a:moveTo>
                <a:cubicBezTo>
                  <a:pt x="15865" y="6722"/>
                  <a:pt x="15879" y="6737"/>
                  <a:pt x="15894" y="6737"/>
                </a:cubicBezTo>
                <a:cubicBezTo>
                  <a:pt x="15894" y="6752"/>
                  <a:pt x="15894" y="6752"/>
                  <a:pt x="15909" y="6766"/>
                </a:cubicBezTo>
                <a:cubicBezTo>
                  <a:pt x="15894" y="6752"/>
                  <a:pt x="15879" y="6737"/>
                  <a:pt x="15864" y="6737"/>
                </a:cubicBezTo>
                <a:cubicBezTo>
                  <a:pt x="15864" y="6722"/>
                  <a:pt x="15864" y="6722"/>
                  <a:pt x="15836" y="6693"/>
                </a:cubicBezTo>
                <a:close/>
                <a:moveTo>
                  <a:pt x="15688" y="6737"/>
                </a:moveTo>
                <a:lnTo>
                  <a:pt x="15688" y="6737"/>
                </a:lnTo>
                <a:cubicBezTo>
                  <a:pt x="15717" y="6752"/>
                  <a:pt x="15732" y="6766"/>
                  <a:pt x="15761" y="6796"/>
                </a:cubicBezTo>
                <a:cubicBezTo>
                  <a:pt x="15791" y="6810"/>
                  <a:pt x="15791" y="6825"/>
                  <a:pt x="15791" y="6840"/>
                </a:cubicBezTo>
                <a:cubicBezTo>
                  <a:pt x="15761" y="6825"/>
                  <a:pt x="15747" y="6810"/>
                  <a:pt x="15717" y="6796"/>
                </a:cubicBezTo>
                <a:cubicBezTo>
                  <a:pt x="15717" y="6766"/>
                  <a:pt x="15688" y="6752"/>
                  <a:pt x="15688" y="6737"/>
                </a:cubicBezTo>
                <a:close/>
                <a:moveTo>
                  <a:pt x="15585" y="6766"/>
                </a:moveTo>
                <a:cubicBezTo>
                  <a:pt x="15614" y="6781"/>
                  <a:pt x="15629" y="6810"/>
                  <a:pt x="15658" y="6825"/>
                </a:cubicBezTo>
                <a:lnTo>
                  <a:pt x="15658" y="6869"/>
                </a:lnTo>
                <a:cubicBezTo>
                  <a:pt x="15644" y="6840"/>
                  <a:pt x="15599" y="6825"/>
                  <a:pt x="15585" y="6810"/>
                </a:cubicBezTo>
                <a:lnTo>
                  <a:pt x="15585" y="6766"/>
                </a:lnTo>
                <a:close/>
                <a:moveTo>
                  <a:pt x="15997" y="6825"/>
                </a:moveTo>
                <a:cubicBezTo>
                  <a:pt x="16026" y="6869"/>
                  <a:pt x="16026" y="6869"/>
                  <a:pt x="16041" y="6884"/>
                </a:cubicBezTo>
                <a:lnTo>
                  <a:pt x="16041" y="6899"/>
                </a:lnTo>
                <a:lnTo>
                  <a:pt x="15997" y="6855"/>
                </a:lnTo>
                <a:lnTo>
                  <a:pt x="15997" y="6825"/>
                </a:lnTo>
                <a:close/>
                <a:moveTo>
                  <a:pt x="15892" y="6879"/>
                </a:moveTo>
                <a:lnTo>
                  <a:pt x="15938" y="6913"/>
                </a:lnTo>
                <a:cubicBezTo>
                  <a:pt x="15953" y="6943"/>
                  <a:pt x="15953" y="6958"/>
                  <a:pt x="15953" y="6958"/>
                </a:cubicBezTo>
                <a:lnTo>
                  <a:pt x="15894" y="6899"/>
                </a:lnTo>
                <a:cubicBezTo>
                  <a:pt x="15894" y="6892"/>
                  <a:pt x="15894" y="6884"/>
                  <a:pt x="15892" y="6879"/>
                </a:cubicBezTo>
                <a:close/>
                <a:moveTo>
                  <a:pt x="15761" y="6899"/>
                </a:moveTo>
                <a:cubicBezTo>
                  <a:pt x="15776" y="6913"/>
                  <a:pt x="15820" y="6943"/>
                  <a:pt x="15835" y="6958"/>
                </a:cubicBezTo>
                <a:cubicBezTo>
                  <a:pt x="15820" y="6972"/>
                  <a:pt x="15835" y="6987"/>
                  <a:pt x="15835" y="6987"/>
                </a:cubicBezTo>
                <a:cubicBezTo>
                  <a:pt x="15820" y="6972"/>
                  <a:pt x="15791" y="6958"/>
                  <a:pt x="15761" y="6943"/>
                </a:cubicBezTo>
                <a:lnTo>
                  <a:pt x="15761" y="6899"/>
                </a:lnTo>
                <a:close/>
                <a:moveTo>
                  <a:pt x="16041" y="7016"/>
                </a:moveTo>
                <a:cubicBezTo>
                  <a:pt x="16056" y="7031"/>
                  <a:pt x="16085" y="7031"/>
                  <a:pt x="16085" y="7046"/>
                </a:cubicBezTo>
                <a:cubicBezTo>
                  <a:pt x="16115" y="7061"/>
                  <a:pt x="16115" y="7090"/>
                  <a:pt x="16115" y="7090"/>
                </a:cubicBezTo>
                <a:cubicBezTo>
                  <a:pt x="16100" y="7061"/>
                  <a:pt x="16085" y="7061"/>
                  <a:pt x="16056" y="7046"/>
                </a:cubicBezTo>
                <a:cubicBezTo>
                  <a:pt x="16056" y="7031"/>
                  <a:pt x="16056" y="7031"/>
                  <a:pt x="16041" y="7016"/>
                </a:cubicBezTo>
                <a:close/>
                <a:moveTo>
                  <a:pt x="15923" y="7046"/>
                </a:moveTo>
                <a:cubicBezTo>
                  <a:pt x="15953" y="7061"/>
                  <a:pt x="15967" y="7090"/>
                  <a:pt x="15997" y="7105"/>
                </a:cubicBezTo>
                <a:lnTo>
                  <a:pt x="15997" y="7119"/>
                </a:lnTo>
                <a:cubicBezTo>
                  <a:pt x="15982" y="7105"/>
                  <a:pt x="15967" y="7090"/>
                  <a:pt x="15923" y="7061"/>
                </a:cubicBezTo>
                <a:lnTo>
                  <a:pt x="15923" y="7046"/>
                </a:lnTo>
                <a:close/>
                <a:moveTo>
                  <a:pt x="16232" y="7149"/>
                </a:moveTo>
                <a:lnTo>
                  <a:pt x="16262" y="7193"/>
                </a:lnTo>
                <a:lnTo>
                  <a:pt x="16262" y="7208"/>
                </a:lnTo>
                <a:cubicBezTo>
                  <a:pt x="16247" y="7193"/>
                  <a:pt x="16232" y="7193"/>
                  <a:pt x="16232" y="7178"/>
                </a:cubicBezTo>
                <a:lnTo>
                  <a:pt x="16232" y="7149"/>
                </a:lnTo>
                <a:close/>
                <a:moveTo>
                  <a:pt x="16115" y="7193"/>
                </a:moveTo>
                <a:cubicBezTo>
                  <a:pt x="16129" y="7208"/>
                  <a:pt x="16159" y="7208"/>
                  <a:pt x="16173" y="7252"/>
                </a:cubicBezTo>
                <a:cubicBezTo>
                  <a:pt x="16159" y="7237"/>
                  <a:pt x="16129" y="7208"/>
                  <a:pt x="16115" y="7208"/>
                </a:cubicBezTo>
                <a:lnTo>
                  <a:pt x="16115" y="7193"/>
                </a:lnTo>
                <a:close/>
                <a:moveTo>
                  <a:pt x="15011" y="6531"/>
                </a:moveTo>
                <a:lnTo>
                  <a:pt x="15011" y="6531"/>
                </a:lnTo>
                <a:cubicBezTo>
                  <a:pt x="15055" y="6545"/>
                  <a:pt x="15084" y="6590"/>
                  <a:pt x="15129" y="6604"/>
                </a:cubicBezTo>
                <a:cubicBezTo>
                  <a:pt x="15379" y="8120"/>
                  <a:pt x="15364" y="9695"/>
                  <a:pt x="15349" y="11240"/>
                </a:cubicBezTo>
                <a:lnTo>
                  <a:pt x="15349" y="12476"/>
                </a:lnTo>
                <a:cubicBezTo>
                  <a:pt x="15349" y="13168"/>
                  <a:pt x="15364" y="13977"/>
                  <a:pt x="15467" y="14787"/>
                </a:cubicBezTo>
                <a:cubicBezTo>
                  <a:pt x="15320" y="14007"/>
                  <a:pt x="15246" y="13124"/>
                  <a:pt x="15232" y="12167"/>
                </a:cubicBezTo>
                <a:cubicBezTo>
                  <a:pt x="15217" y="11623"/>
                  <a:pt x="15217" y="11093"/>
                  <a:pt x="15217" y="10578"/>
                </a:cubicBezTo>
                <a:cubicBezTo>
                  <a:pt x="15217" y="9239"/>
                  <a:pt x="15217" y="7870"/>
                  <a:pt x="15011" y="6531"/>
                </a:cubicBezTo>
                <a:close/>
                <a:moveTo>
                  <a:pt x="15232" y="6678"/>
                </a:moveTo>
                <a:lnTo>
                  <a:pt x="15232" y="6678"/>
                </a:lnTo>
                <a:cubicBezTo>
                  <a:pt x="15246" y="6678"/>
                  <a:pt x="15290" y="6722"/>
                  <a:pt x="15320" y="6737"/>
                </a:cubicBezTo>
                <a:cubicBezTo>
                  <a:pt x="15644" y="8429"/>
                  <a:pt x="15599" y="10225"/>
                  <a:pt x="15570" y="11976"/>
                </a:cubicBezTo>
                <a:cubicBezTo>
                  <a:pt x="15570" y="12255"/>
                  <a:pt x="15541" y="12535"/>
                  <a:pt x="15541" y="12800"/>
                </a:cubicBezTo>
                <a:cubicBezTo>
                  <a:pt x="15526" y="13609"/>
                  <a:pt x="15541" y="14492"/>
                  <a:pt x="15644" y="15405"/>
                </a:cubicBezTo>
                <a:cubicBezTo>
                  <a:pt x="15467" y="14375"/>
                  <a:pt x="15438" y="13359"/>
                  <a:pt x="15438" y="12491"/>
                </a:cubicBezTo>
                <a:lnTo>
                  <a:pt x="15438" y="11255"/>
                </a:lnTo>
                <a:cubicBezTo>
                  <a:pt x="15452" y="9739"/>
                  <a:pt x="15452" y="8164"/>
                  <a:pt x="15232" y="6678"/>
                </a:cubicBezTo>
                <a:close/>
                <a:moveTo>
                  <a:pt x="15408" y="6810"/>
                </a:moveTo>
                <a:cubicBezTo>
                  <a:pt x="15438" y="6810"/>
                  <a:pt x="15467" y="6840"/>
                  <a:pt x="15511" y="6869"/>
                </a:cubicBezTo>
                <a:cubicBezTo>
                  <a:pt x="15894" y="8753"/>
                  <a:pt x="15820" y="10769"/>
                  <a:pt x="15747" y="12726"/>
                </a:cubicBezTo>
                <a:lnTo>
                  <a:pt x="15732" y="13124"/>
                </a:lnTo>
                <a:cubicBezTo>
                  <a:pt x="15688" y="14021"/>
                  <a:pt x="15688" y="15007"/>
                  <a:pt x="15791" y="16008"/>
                </a:cubicBezTo>
                <a:cubicBezTo>
                  <a:pt x="15614" y="14904"/>
                  <a:pt x="15599" y="13801"/>
                  <a:pt x="15614" y="12800"/>
                </a:cubicBezTo>
                <a:cubicBezTo>
                  <a:pt x="15614" y="12535"/>
                  <a:pt x="15629" y="12255"/>
                  <a:pt x="15629" y="11976"/>
                </a:cubicBezTo>
                <a:cubicBezTo>
                  <a:pt x="15673" y="10254"/>
                  <a:pt x="15717" y="8488"/>
                  <a:pt x="15408" y="6810"/>
                </a:cubicBezTo>
                <a:close/>
                <a:moveTo>
                  <a:pt x="15599" y="6913"/>
                </a:moveTo>
                <a:cubicBezTo>
                  <a:pt x="15644" y="6928"/>
                  <a:pt x="15658" y="6958"/>
                  <a:pt x="15688" y="6972"/>
                </a:cubicBezTo>
                <a:cubicBezTo>
                  <a:pt x="16173" y="9091"/>
                  <a:pt x="16041" y="11358"/>
                  <a:pt x="15938" y="13418"/>
                </a:cubicBezTo>
                <a:cubicBezTo>
                  <a:pt x="15879" y="14375"/>
                  <a:pt x="15835" y="15361"/>
                  <a:pt x="15909" y="16332"/>
                </a:cubicBezTo>
                <a:cubicBezTo>
                  <a:pt x="15791" y="15228"/>
                  <a:pt x="15791" y="14110"/>
                  <a:pt x="15820" y="13080"/>
                </a:cubicBezTo>
                <a:lnTo>
                  <a:pt x="15835" y="12697"/>
                </a:lnTo>
                <a:cubicBezTo>
                  <a:pt x="15894" y="10799"/>
                  <a:pt x="15967" y="8797"/>
                  <a:pt x="15599" y="6913"/>
                </a:cubicBezTo>
                <a:close/>
                <a:moveTo>
                  <a:pt x="15791" y="7061"/>
                </a:moveTo>
                <a:cubicBezTo>
                  <a:pt x="15806" y="7075"/>
                  <a:pt x="15835" y="7105"/>
                  <a:pt x="15864" y="7119"/>
                </a:cubicBezTo>
                <a:cubicBezTo>
                  <a:pt x="16394" y="9239"/>
                  <a:pt x="16276" y="11534"/>
                  <a:pt x="16100" y="13742"/>
                </a:cubicBezTo>
                <a:cubicBezTo>
                  <a:pt x="16026" y="14698"/>
                  <a:pt x="15953" y="15728"/>
                  <a:pt x="15982" y="16729"/>
                </a:cubicBezTo>
                <a:cubicBezTo>
                  <a:pt x="15894" y="15640"/>
                  <a:pt x="15909" y="14492"/>
                  <a:pt x="15982" y="13433"/>
                </a:cubicBezTo>
                <a:cubicBezTo>
                  <a:pt x="16115" y="11402"/>
                  <a:pt x="16247" y="9165"/>
                  <a:pt x="15791" y="7061"/>
                </a:cubicBezTo>
                <a:close/>
                <a:moveTo>
                  <a:pt x="15967" y="7193"/>
                </a:moveTo>
                <a:cubicBezTo>
                  <a:pt x="15982" y="7208"/>
                  <a:pt x="16026" y="7237"/>
                  <a:pt x="16041" y="7252"/>
                </a:cubicBezTo>
                <a:cubicBezTo>
                  <a:pt x="16630" y="9400"/>
                  <a:pt x="16541" y="11770"/>
                  <a:pt x="16306" y="14051"/>
                </a:cubicBezTo>
                <a:cubicBezTo>
                  <a:pt x="16188" y="15108"/>
                  <a:pt x="16100" y="16165"/>
                  <a:pt x="16114" y="17208"/>
                </a:cubicBezTo>
                <a:lnTo>
                  <a:pt x="16114" y="17208"/>
                </a:lnTo>
                <a:cubicBezTo>
                  <a:pt x="16114" y="17200"/>
                  <a:pt x="16112" y="17197"/>
                  <a:pt x="16100" y="17185"/>
                </a:cubicBezTo>
                <a:cubicBezTo>
                  <a:pt x="16026" y="16038"/>
                  <a:pt x="16100" y="14860"/>
                  <a:pt x="16173" y="13742"/>
                </a:cubicBezTo>
                <a:cubicBezTo>
                  <a:pt x="16365" y="11578"/>
                  <a:pt x="16482" y="9297"/>
                  <a:pt x="15967" y="7193"/>
                </a:cubicBezTo>
                <a:close/>
                <a:moveTo>
                  <a:pt x="16159" y="7340"/>
                </a:moveTo>
                <a:lnTo>
                  <a:pt x="16203" y="7399"/>
                </a:lnTo>
                <a:cubicBezTo>
                  <a:pt x="16909" y="9739"/>
                  <a:pt x="16747" y="12314"/>
                  <a:pt x="16497" y="14389"/>
                </a:cubicBezTo>
                <a:cubicBezTo>
                  <a:pt x="16365" y="15478"/>
                  <a:pt x="16262" y="16508"/>
                  <a:pt x="16232" y="17480"/>
                </a:cubicBezTo>
                <a:cubicBezTo>
                  <a:pt x="16232" y="17465"/>
                  <a:pt x="16203" y="17436"/>
                  <a:pt x="16203" y="17421"/>
                </a:cubicBezTo>
                <a:cubicBezTo>
                  <a:pt x="16188" y="16332"/>
                  <a:pt x="16276" y="15199"/>
                  <a:pt x="16394" y="14066"/>
                </a:cubicBezTo>
                <a:cubicBezTo>
                  <a:pt x="16615" y="11814"/>
                  <a:pt x="16718" y="9474"/>
                  <a:pt x="16159" y="7340"/>
                </a:cubicBezTo>
                <a:close/>
                <a:moveTo>
                  <a:pt x="16321" y="7487"/>
                </a:moveTo>
                <a:lnTo>
                  <a:pt x="16365" y="7546"/>
                </a:lnTo>
                <a:cubicBezTo>
                  <a:pt x="16998" y="9459"/>
                  <a:pt x="17086" y="11770"/>
                  <a:pt x="16688" y="14713"/>
                </a:cubicBezTo>
                <a:lnTo>
                  <a:pt x="16688" y="14757"/>
                </a:lnTo>
                <a:cubicBezTo>
                  <a:pt x="16541" y="15743"/>
                  <a:pt x="16409" y="16744"/>
                  <a:pt x="16335" y="17715"/>
                </a:cubicBezTo>
                <a:cubicBezTo>
                  <a:pt x="16321" y="17700"/>
                  <a:pt x="16321" y="17686"/>
                  <a:pt x="16291" y="17642"/>
                </a:cubicBezTo>
                <a:cubicBezTo>
                  <a:pt x="16321" y="16626"/>
                  <a:pt x="16424" y="15537"/>
                  <a:pt x="16571" y="14404"/>
                </a:cubicBezTo>
                <a:cubicBezTo>
                  <a:pt x="16836" y="12329"/>
                  <a:pt x="16998" y="9813"/>
                  <a:pt x="16321" y="7487"/>
                </a:cubicBezTo>
                <a:close/>
                <a:moveTo>
                  <a:pt x="16306" y="17803"/>
                </a:moveTo>
                <a:cubicBezTo>
                  <a:pt x="16306" y="17818"/>
                  <a:pt x="16321" y="17848"/>
                  <a:pt x="16321" y="17862"/>
                </a:cubicBezTo>
                <a:lnTo>
                  <a:pt x="16321" y="17921"/>
                </a:lnTo>
                <a:cubicBezTo>
                  <a:pt x="16321" y="17907"/>
                  <a:pt x="16306" y="17877"/>
                  <a:pt x="16306" y="17862"/>
                </a:cubicBezTo>
                <a:lnTo>
                  <a:pt x="16306" y="17803"/>
                </a:lnTo>
                <a:close/>
                <a:moveTo>
                  <a:pt x="16510" y="7643"/>
                </a:moveTo>
                <a:cubicBezTo>
                  <a:pt x="16528" y="7643"/>
                  <a:pt x="16531" y="7657"/>
                  <a:pt x="16541" y="7679"/>
                </a:cubicBezTo>
                <a:cubicBezTo>
                  <a:pt x="17233" y="9665"/>
                  <a:pt x="17365" y="12123"/>
                  <a:pt x="16895" y="15037"/>
                </a:cubicBezTo>
                <a:lnTo>
                  <a:pt x="16821" y="15493"/>
                </a:lnTo>
                <a:cubicBezTo>
                  <a:pt x="16688" y="16317"/>
                  <a:pt x="16541" y="17141"/>
                  <a:pt x="16453" y="17936"/>
                </a:cubicBezTo>
                <a:cubicBezTo>
                  <a:pt x="16424" y="17921"/>
                  <a:pt x="16409" y="17877"/>
                  <a:pt x="16409" y="17862"/>
                </a:cubicBezTo>
                <a:cubicBezTo>
                  <a:pt x="16468" y="16847"/>
                  <a:pt x="16615" y="15802"/>
                  <a:pt x="16762" y="14772"/>
                </a:cubicBezTo>
                <a:lnTo>
                  <a:pt x="16762" y="14742"/>
                </a:lnTo>
                <a:cubicBezTo>
                  <a:pt x="17159" y="11843"/>
                  <a:pt x="17086" y="9548"/>
                  <a:pt x="16482" y="7649"/>
                </a:cubicBezTo>
                <a:cubicBezTo>
                  <a:pt x="16494" y="7645"/>
                  <a:pt x="16503" y="7643"/>
                  <a:pt x="16510" y="7643"/>
                </a:cubicBezTo>
                <a:close/>
                <a:moveTo>
                  <a:pt x="16644" y="7767"/>
                </a:moveTo>
                <a:lnTo>
                  <a:pt x="16644" y="7767"/>
                </a:lnTo>
                <a:cubicBezTo>
                  <a:pt x="16674" y="7782"/>
                  <a:pt x="16688" y="7796"/>
                  <a:pt x="16703" y="7796"/>
                </a:cubicBezTo>
                <a:cubicBezTo>
                  <a:pt x="17675" y="10357"/>
                  <a:pt x="17483" y="13227"/>
                  <a:pt x="17086" y="15331"/>
                </a:cubicBezTo>
                <a:cubicBezTo>
                  <a:pt x="17042" y="15596"/>
                  <a:pt x="16983" y="15890"/>
                  <a:pt x="16924" y="16170"/>
                </a:cubicBezTo>
                <a:cubicBezTo>
                  <a:pt x="16792" y="16832"/>
                  <a:pt x="16659" y="17494"/>
                  <a:pt x="16571" y="18113"/>
                </a:cubicBezTo>
                <a:cubicBezTo>
                  <a:pt x="16556" y="18083"/>
                  <a:pt x="16541" y="18068"/>
                  <a:pt x="16512" y="18024"/>
                </a:cubicBezTo>
                <a:cubicBezTo>
                  <a:pt x="16615" y="17200"/>
                  <a:pt x="16733" y="16332"/>
                  <a:pt x="16880" y="15464"/>
                </a:cubicBezTo>
                <a:lnTo>
                  <a:pt x="16968" y="15007"/>
                </a:lnTo>
                <a:cubicBezTo>
                  <a:pt x="17424" y="12152"/>
                  <a:pt x="17336" y="9724"/>
                  <a:pt x="16644" y="7767"/>
                </a:cubicBezTo>
                <a:close/>
                <a:moveTo>
                  <a:pt x="16394" y="18010"/>
                </a:moveTo>
                <a:cubicBezTo>
                  <a:pt x="16409" y="18024"/>
                  <a:pt x="16409" y="18039"/>
                  <a:pt x="16424" y="18083"/>
                </a:cubicBezTo>
                <a:lnTo>
                  <a:pt x="16424" y="18157"/>
                </a:lnTo>
                <a:cubicBezTo>
                  <a:pt x="16409" y="18113"/>
                  <a:pt x="16409" y="18098"/>
                  <a:pt x="16394" y="18083"/>
                </a:cubicBezTo>
                <a:lnTo>
                  <a:pt x="16394" y="18010"/>
                </a:lnTo>
                <a:close/>
                <a:moveTo>
                  <a:pt x="16394" y="18230"/>
                </a:moveTo>
                <a:cubicBezTo>
                  <a:pt x="16394" y="18274"/>
                  <a:pt x="16409" y="18289"/>
                  <a:pt x="16409" y="18289"/>
                </a:cubicBezTo>
                <a:lnTo>
                  <a:pt x="16409" y="18363"/>
                </a:lnTo>
                <a:cubicBezTo>
                  <a:pt x="16409" y="18348"/>
                  <a:pt x="16394" y="18319"/>
                  <a:pt x="16394" y="18304"/>
                </a:cubicBezTo>
                <a:lnTo>
                  <a:pt x="16394" y="18230"/>
                </a:lnTo>
                <a:close/>
                <a:moveTo>
                  <a:pt x="16512" y="18171"/>
                </a:moveTo>
                <a:cubicBezTo>
                  <a:pt x="16541" y="18216"/>
                  <a:pt x="16556" y="18230"/>
                  <a:pt x="16571" y="18274"/>
                </a:cubicBezTo>
                <a:cubicBezTo>
                  <a:pt x="16541" y="18304"/>
                  <a:pt x="16541" y="18348"/>
                  <a:pt x="16541" y="18363"/>
                </a:cubicBezTo>
                <a:cubicBezTo>
                  <a:pt x="16527" y="18319"/>
                  <a:pt x="16497" y="18304"/>
                  <a:pt x="16497" y="18274"/>
                </a:cubicBezTo>
                <a:cubicBezTo>
                  <a:pt x="16497" y="18230"/>
                  <a:pt x="16497" y="18201"/>
                  <a:pt x="16512" y="18171"/>
                </a:cubicBezTo>
                <a:close/>
                <a:moveTo>
                  <a:pt x="16904" y="8079"/>
                </a:moveTo>
                <a:lnTo>
                  <a:pt x="16904" y="8079"/>
                </a:lnTo>
                <a:cubicBezTo>
                  <a:pt x="17725" y="10191"/>
                  <a:pt x="17853" y="12831"/>
                  <a:pt x="17277" y="15655"/>
                </a:cubicBezTo>
                <a:cubicBezTo>
                  <a:pt x="17189" y="16067"/>
                  <a:pt x="17101" y="16479"/>
                  <a:pt x="17012" y="16876"/>
                </a:cubicBezTo>
                <a:cubicBezTo>
                  <a:pt x="16909" y="17362"/>
                  <a:pt x="16792" y="17862"/>
                  <a:pt x="16703" y="18363"/>
                </a:cubicBezTo>
                <a:lnTo>
                  <a:pt x="16644" y="18245"/>
                </a:lnTo>
                <a:cubicBezTo>
                  <a:pt x="16733" y="17583"/>
                  <a:pt x="16880" y="16891"/>
                  <a:pt x="17012" y="16185"/>
                </a:cubicBezTo>
                <a:cubicBezTo>
                  <a:pt x="17071" y="15920"/>
                  <a:pt x="17130" y="15625"/>
                  <a:pt x="17189" y="15346"/>
                </a:cubicBezTo>
                <a:cubicBezTo>
                  <a:pt x="17564" y="13326"/>
                  <a:pt x="17769" y="10558"/>
                  <a:pt x="16904" y="8079"/>
                </a:cubicBezTo>
                <a:close/>
                <a:moveTo>
                  <a:pt x="16998" y="8091"/>
                </a:moveTo>
                <a:cubicBezTo>
                  <a:pt x="18263" y="11005"/>
                  <a:pt x="17866" y="14198"/>
                  <a:pt x="17454" y="15964"/>
                </a:cubicBezTo>
                <a:cubicBezTo>
                  <a:pt x="17351" y="16508"/>
                  <a:pt x="17204" y="17024"/>
                  <a:pt x="17086" y="17539"/>
                </a:cubicBezTo>
                <a:cubicBezTo>
                  <a:pt x="16998" y="17877"/>
                  <a:pt x="16924" y="18230"/>
                  <a:pt x="16836" y="18569"/>
                </a:cubicBezTo>
                <a:cubicBezTo>
                  <a:pt x="16821" y="18525"/>
                  <a:pt x="16777" y="18480"/>
                  <a:pt x="16762" y="18451"/>
                </a:cubicBezTo>
                <a:cubicBezTo>
                  <a:pt x="16850" y="17936"/>
                  <a:pt x="16983" y="17421"/>
                  <a:pt x="17086" y="16891"/>
                </a:cubicBezTo>
                <a:cubicBezTo>
                  <a:pt x="17174" y="16479"/>
                  <a:pt x="17277" y="16082"/>
                  <a:pt x="17351" y="15670"/>
                </a:cubicBezTo>
                <a:cubicBezTo>
                  <a:pt x="17939" y="12829"/>
                  <a:pt x="17807" y="10195"/>
                  <a:pt x="16998" y="8091"/>
                </a:cubicBezTo>
                <a:close/>
                <a:moveTo>
                  <a:pt x="16615" y="18377"/>
                </a:moveTo>
                <a:cubicBezTo>
                  <a:pt x="16630" y="18407"/>
                  <a:pt x="16644" y="18436"/>
                  <a:pt x="16659" y="18466"/>
                </a:cubicBezTo>
                <a:cubicBezTo>
                  <a:pt x="16674" y="18510"/>
                  <a:pt x="16674" y="18539"/>
                  <a:pt x="16644" y="18583"/>
                </a:cubicBezTo>
                <a:cubicBezTo>
                  <a:pt x="16630" y="18539"/>
                  <a:pt x="16615" y="18510"/>
                  <a:pt x="16600" y="18480"/>
                </a:cubicBezTo>
                <a:cubicBezTo>
                  <a:pt x="16600" y="18451"/>
                  <a:pt x="16615" y="18407"/>
                  <a:pt x="16615" y="18377"/>
                </a:cubicBezTo>
                <a:close/>
                <a:moveTo>
                  <a:pt x="16482" y="18436"/>
                </a:moveTo>
                <a:cubicBezTo>
                  <a:pt x="16497" y="18451"/>
                  <a:pt x="16497" y="18495"/>
                  <a:pt x="16527" y="18510"/>
                </a:cubicBezTo>
                <a:cubicBezTo>
                  <a:pt x="16527" y="18539"/>
                  <a:pt x="16527" y="18569"/>
                  <a:pt x="16497" y="18598"/>
                </a:cubicBezTo>
                <a:cubicBezTo>
                  <a:pt x="16482" y="18583"/>
                  <a:pt x="16482" y="18539"/>
                  <a:pt x="16468" y="18525"/>
                </a:cubicBezTo>
                <a:cubicBezTo>
                  <a:pt x="16482" y="18480"/>
                  <a:pt x="16482" y="18451"/>
                  <a:pt x="16482" y="18436"/>
                </a:cubicBezTo>
                <a:close/>
                <a:moveTo>
                  <a:pt x="17218" y="8370"/>
                </a:moveTo>
                <a:cubicBezTo>
                  <a:pt x="18190" y="10592"/>
                  <a:pt x="18381" y="13433"/>
                  <a:pt x="17660" y="16288"/>
                </a:cubicBezTo>
                <a:cubicBezTo>
                  <a:pt x="17513" y="16906"/>
                  <a:pt x="17336" y="17539"/>
                  <a:pt x="17145" y="18142"/>
                </a:cubicBezTo>
                <a:cubicBezTo>
                  <a:pt x="17086" y="18348"/>
                  <a:pt x="17042" y="18539"/>
                  <a:pt x="16968" y="18760"/>
                </a:cubicBezTo>
                <a:cubicBezTo>
                  <a:pt x="16924" y="18731"/>
                  <a:pt x="16909" y="18686"/>
                  <a:pt x="16880" y="18657"/>
                </a:cubicBezTo>
                <a:lnTo>
                  <a:pt x="17159" y="17553"/>
                </a:lnTo>
                <a:cubicBezTo>
                  <a:pt x="17292" y="17038"/>
                  <a:pt x="17424" y="16523"/>
                  <a:pt x="17542" y="15993"/>
                </a:cubicBezTo>
                <a:cubicBezTo>
                  <a:pt x="17939" y="14272"/>
                  <a:pt x="18337" y="11225"/>
                  <a:pt x="17218" y="8370"/>
                </a:cubicBezTo>
                <a:close/>
                <a:moveTo>
                  <a:pt x="16468" y="18686"/>
                </a:moveTo>
                <a:cubicBezTo>
                  <a:pt x="16468" y="18716"/>
                  <a:pt x="16482" y="18731"/>
                  <a:pt x="16482" y="18745"/>
                </a:cubicBezTo>
                <a:lnTo>
                  <a:pt x="16482" y="18804"/>
                </a:lnTo>
                <a:cubicBezTo>
                  <a:pt x="16482" y="18789"/>
                  <a:pt x="16468" y="18760"/>
                  <a:pt x="16468" y="18745"/>
                </a:cubicBezTo>
                <a:lnTo>
                  <a:pt x="16468" y="18686"/>
                </a:lnTo>
                <a:close/>
                <a:moveTo>
                  <a:pt x="16733" y="18569"/>
                </a:moveTo>
                <a:cubicBezTo>
                  <a:pt x="16762" y="18598"/>
                  <a:pt x="16777" y="18642"/>
                  <a:pt x="16821" y="18672"/>
                </a:cubicBezTo>
                <a:cubicBezTo>
                  <a:pt x="16792" y="18716"/>
                  <a:pt x="16792" y="18745"/>
                  <a:pt x="16777" y="18804"/>
                </a:cubicBezTo>
                <a:lnTo>
                  <a:pt x="16718" y="18686"/>
                </a:lnTo>
                <a:cubicBezTo>
                  <a:pt x="16718" y="18657"/>
                  <a:pt x="16733" y="18598"/>
                  <a:pt x="16733" y="18569"/>
                </a:cubicBezTo>
                <a:close/>
                <a:moveTo>
                  <a:pt x="16571" y="18613"/>
                </a:moveTo>
                <a:cubicBezTo>
                  <a:pt x="16600" y="18657"/>
                  <a:pt x="16615" y="18672"/>
                  <a:pt x="16630" y="18716"/>
                </a:cubicBezTo>
                <a:cubicBezTo>
                  <a:pt x="16630" y="18745"/>
                  <a:pt x="16615" y="18789"/>
                  <a:pt x="16615" y="18819"/>
                </a:cubicBezTo>
                <a:cubicBezTo>
                  <a:pt x="16600" y="18789"/>
                  <a:pt x="16571" y="18760"/>
                  <a:pt x="16571" y="18731"/>
                </a:cubicBezTo>
                <a:lnTo>
                  <a:pt x="16571" y="18613"/>
                </a:lnTo>
                <a:close/>
                <a:moveTo>
                  <a:pt x="17395" y="8562"/>
                </a:moveTo>
                <a:cubicBezTo>
                  <a:pt x="18454" y="10872"/>
                  <a:pt x="18616" y="13727"/>
                  <a:pt x="17866" y="16597"/>
                </a:cubicBezTo>
                <a:cubicBezTo>
                  <a:pt x="17660" y="17333"/>
                  <a:pt x="17439" y="18054"/>
                  <a:pt x="17218" y="18731"/>
                </a:cubicBezTo>
                <a:cubicBezTo>
                  <a:pt x="17204" y="18804"/>
                  <a:pt x="17159" y="18878"/>
                  <a:pt x="17145" y="18951"/>
                </a:cubicBezTo>
                <a:cubicBezTo>
                  <a:pt x="17101" y="18907"/>
                  <a:pt x="17086" y="18878"/>
                  <a:pt x="17056" y="18834"/>
                </a:cubicBezTo>
                <a:cubicBezTo>
                  <a:pt x="17101" y="18613"/>
                  <a:pt x="17189" y="18392"/>
                  <a:pt x="17233" y="18157"/>
                </a:cubicBezTo>
                <a:cubicBezTo>
                  <a:pt x="17410" y="17553"/>
                  <a:pt x="17586" y="16921"/>
                  <a:pt x="17748" y="16288"/>
                </a:cubicBezTo>
                <a:cubicBezTo>
                  <a:pt x="18440" y="13506"/>
                  <a:pt x="18307" y="10769"/>
                  <a:pt x="17395" y="8562"/>
                </a:cubicBezTo>
                <a:close/>
                <a:moveTo>
                  <a:pt x="16453" y="18966"/>
                </a:moveTo>
                <a:cubicBezTo>
                  <a:pt x="16468" y="18981"/>
                  <a:pt x="16468" y="18981"/>
                  <a:pt x="16468" y="19010"/>
                </a:cubicBezTo>
                <a:cubicBezTo>
                  <a:pt x="16453" y="18981"/>
                  <a:pt x="16453" y="18966"/>
                  <a:pt x="16453" y="18966"/>
                </a:cubicBezTo>
                <a:close/>
                <a:moveTo>
                  <a:pt x="16865" y="18760"/>
                </a:moveTo>
                <a:cubicBezTo>
                  <a:pt x="16880" y="18804"/>
                  <a:pt x="16924" y="18834"/>
                  <a:pt x="16939" y="18878"/>
                </a:cubicBezTo>
                <a:cubicBezTo>
                  <a:pt x="16939" y="18907"/>
                  <a:pt x="16924" y="18966"/>
                  <a:pt x="16909" y="19010"/>
                </a:cubicBezTo>
                <a:cubicBezTo>
                  <a:pt x="16895" y="18966"/>
                  <a:pt x="16850" y="18937"/>
                  <a:pt x="16836" y="18893"/>
                </a:cubicBezTo>
                <a:cubicBezTo>
                  <a:pt x="16850" y="18863"/>
                  <a:pt x="16850" y="18804"/>
                  <a:pt x="16865" y="18760"/>
                </a:cubicBezTo>
                <a:close/>
                <a:moveTo>
                  <a:pt x="16541" y="18878"/>
                </a:moveTo>
                <a:cubicBezTo>
                  <a:pt x="16556" y="18893"/>
                  <a:pt x="16556" y="18937"/>
                  <a:pt x="16571" y="18951"/>
                </a:cubicBezTo>
                <a:cubicBezTo>
                  <a:pt x="16600" y="18966"/>
                  <a:pt x="16571" y="19010"/>
                  <a:pt x="16571" y="19025"/>
                </a:cubicBezTo>
                <a:cubicBezTo>
                  <a:pt x="16556" y="19010"/>
                  <a:pt x="16556" y="18966"/>
                  <a:pt x="16541" y="18951"/>
                </a:cubicBezTo>
                <a:lnTo>
                  <a:pt x="16541" y="18878"/>
                </a:lnTo>
                <a:close/>
                <a:moveTo>
                  <a:pt x="16688" y="18819"/>
                </a:moveTo>
                <a:cubicBezTo>
                  <a:pt x="16703" y="18848"/>
                  <a:pt x="16718" y="18878"/>
                  <a:pt x="16733" y="18907"/>
                </a:cubicBezTo>
                <a:cubicBezTo>
                  <a:pt x="16733" y="18951"/>
                  <a:pt x="16733" y="18981"/>
                  <a:pt x="16718" y="19025"/>
                </a:cubicBezTo>
                <a:cubicBezTo>
                  <a:pt x="16703" y="18981"/>
                  <a:pt x="16688" y="18951"/>
                  <a:pt x="16674" y="18937"/>
                </a:cubicBezTo>
                <a:cubicBezTo>
                  <a:pt x="16674" y="18893"/>
                  <a:pt x="16688" y="18848"/>
                  <a:pt x="16688" y="18819"/>
                </a:cubicBezTo>
                <a:close/>
                <a:moveTo>
                  <a:pt x="17675" y="9018"/>
                </a:moveTo>
                <a:cubicBezTo>
                  <a:pt x="18690" y="11314"/>
                  <a:pt x="18837" y="14183"/>
                  <a:pt x="18042" y="16921"/>
                </a:cubicBezTo>
                <a:cubicBezTo>
                  <a:pt x="17822" y="17700"/>
                  <a:pt x="17557" y="18436"/>
                  <a:pt x="17292" y="19172"/>
                </a:cubicBezTo>
                <a:cubicBezTo>
                  <a:pt x="17262" y="19128"/>
                  <a:pt x="17218" y="19099"/>
                  <a:pt x="17204" y="19040"/>
                </a:cubicBezTo>
                <a:cubicBezTo>
                  <a:pt x="17233" y="18951"/>
                  <a:pt x="17262" y="18863"/>
                  <a:pt x="17292" y="18760"/>
                </a:cubicBezTo>
                <a:cubicBezTo>
                  <a:pt x="17513" y="18068"/>
                  <a:pt x="17748" y="17347"/>
                  <a:pt x="17954" y="16611"/>
                </a:cubicBezTo>
                <a:cubicBezTo>
                  <a:pt x="18675" y="13933"/>
                  <a:pt x="18587" y="11240"/>
                  <a:pt x="17675" y="9018"/>
                </a:cubicBezTo>
                <a:close/>
                <a:moveTo>
                  <a:pt x="17012" y="18951"/>
                </a:moveTo>
                <a:cubicBezTo>
                  <a:pt x="17056" y="18981"/>
                  <a:pt x="17071" y="19025"/>
                  <a:pt x="17101" y="19054"/>
                </a:cubicBezTo>
                <a:cubicBezTo>
                  <a:pt x="17086" y="19113"/>
                  <a:pt x="17071" y="19157"/>
                  <a:pt x="17056" y="19202"/>
                </a:cubicBezTo>
                <a:cubicBezTo>
                  <a:pt x="17012" y="19172"/>
                  <a:pt x="16998" y="19128"/>
                  <a:pt x="16983" y="19099"/>
                </a:cubicBezTo>
                <a:cubicBezTo>
                  <a:pt x="16998" y="19040"/>
                  <a:pt x="16998" y="19010"/>
                  <a:pt x="17012" y="18951"/>
                </a:cubicBezTo>
                <a:close/>
                <a:moveTo>
                  <a:pt x="16527" y="19113"/>
                </a:moveTo>
                <a:cubicBezTo>
                  <a:pt x="16527" y="19128"/>
                  <a:pt x="16541" y="19143"/>
                  <a:pt x="16541" y="19172"/>
                </a:cubicBezTo>
                <a:lnTo>
                  <a:pt x="16541" y="19246"/>
                </a:lnTo>
                <a:cubicBezTo>
                  <a:pt x="16541" y="19231"/>
                  <a:pt x="16527" y="19202"/>
                  <a:pt x="16527" y="19187"/>
                </a:cubicBezTo>
                <a:lnTo>
                  <a:pt x="16527" y="19113"/>
                </a:lnTo>
                <a:close/>
                <a:moveTo>
                  <a:pt x="16659" y="19054"/>
                </a:moveTo>
                <a:cubicBezTo>
                  <a:pt x="16688" y="19099"/>
                  <a:pt x="16703" y="19113"/>
                  <a:pt x="16718" y="19157"/>
                </a:cubicBezTo>
                <a:cubicBezTo>
                  <a:pt x="16688" y="19187"/>
                  <a:pt x="16688" y="19216"/>
                  <a:pt x="16688" y="19246"/>
                </a:cubicBezTo>
                <a:cubicBezTo>
                  <a:pt x="16674" y="19202"/>
                  <a:pt x="16644" y="19187"/>
                  <a:pt x="16644" y="19157"/>
                </a:cubicBezTo>
                <a:cubicBezTo>
                  <a:pt x="16644" y="19113"/>
                  <a:pt x="16659" y="19084"/>
                  <a:pt x="16659" y="19054"/>
                </a:cubicBezTo>
                <a:close/>
                <a:moveTo>
                  <a:pt x="16836" y="19010"/>
                </a:moveTo>
                <a:cubicBezTo>
                  <a:pt x="16850" y="19040"/>
                  <a:pt x="16895" y="19084"/>
                  <a:pt x="16909" y="19113"/>
                </a:cubicBezTo>
                <a:cubicBezTo>
                  <a:pt x="16865" y="19157"/>
                  <a:pt x="16850" y="19187"/>
                  <a:pt x="16850" y="19246"/>
                </a:cubicBezTo>
                <a:lnTo>
                  <a:pt x="16792" y="19128"/>
                </a:lnTo>
                <a:cubicBezTo>
                  <a:pt x="16821" y="19099"/>
                  <a:pt x="16821" y="19040"/>
                  <a:pt x="16836" y="19010"/>
                </a:cubicBezTo>
                <a:close/>
                <a:moveTo>
                  <a:pt x="17866" y="9239"/>
                </a:moveTo>
                <a:cubicBezTo>
                  <a:pt x="18940" y="11593"/>
                  <a:pt x="19102" y="14492"/>
                  <a:pt x="18248" y="17244"/>
                </a:cubicBezTo>
                <a:cubicBezTo>
                  <a:pt x="18028" y="17951"/>
                  <a:pt x="17748" y="18672"/>
                  <a:pt x="17468" y="19349"/>
                </a:cubicBezTo>
                <a:cubicBezTo>
                  <a:pt x="17439" y="19319"/>
                  <a:pt x="17395" y="19275"/>
                  <a:pt x="17365" y="19231"/>
                </a:cubicBezTo>
                <a:cubicBezTo>
                  <a:pt x="17645" y="18495"/>
                  <a:pt x="17925" y="17715"/>
                  <a:pt x="18145" y="16921"/>
                </a:cubicBezTo>
                <a:cubicBezTo>
                  <a:pt x="18911" y="14257"/>
                  <a:pt x="18808" y="11505"/>
                  <a:pt x="17866" y="9239"/>
                </a:cubicBezTo>
                <a:close/>
                <a:moveTo>
                  <a:pt x="17159" y="19128"/>
                </a:moveTo>
                <a:cubicBezTo>
                  <a:pt x="17204" y="19172"/>
                  <a:pt x="17233" y="19202"/>
                  <a:pt x="17248" y="19246"/>
                </a:cubicBezTo>
                <a:cubicBezTo>
                  <a:pt x="17262" y="19260"/>
                  <a:pt x="17233" y="19275"/>
                  <a:pt x="17233" y="19305"/>
                </a:cubicBezTo>
                <a:cubicBezTo>
                  <a:pt x="17218" y="19334"/>
                  <a:pt x="17218" y="19378"/>
                  <a:pt x="17204" y="19408"/>
                </a:cubicBezTo>
                <a:cubicBezTo>
                  <a:pt x="17159" y="19378"/>
                  <a:pt x="17145" y="19334"/>
                  <a:pt x="17101" y="19275"/>
                </a:cubicBezTo>
                <a:cubicBezTo>
                  <a:pt x="17130" y="19216"/>
                  <a:pt x="17145" y="19172"/>
                  <a:pt x="17159" y="19128"/>
                </a:cubicBezTo>
                <a:close/>
                <a:moveTo>
                  <a:pt x="16497" y="19349"/>
                </a:moveTo>
                <a:cubicBezTo>
                  <a:pt x="16497" y="19378"/>
                  <a:pt x="16512" y="19378"/>
                  <a:pt x="16512" y="19393"/>
                </a:cubicBezTo>
                <a:lnTo>
                  <a:pt x="16512" y="19452"/>
                </a:lnTo>
                <a:cubicBezTo>
                  <a:pt x="16512" y="19422"/>
                  <a:pt x="16512" y="19422"/>
                  <a:pt x="16497" y="19408"/>
                </a:cubicBezTo>
                <a:lnTo>
                  <a:pt x="16497" y="19349"/>
                </a:lnTo>
                <a:close/>
                <a:moveTo>
                  <a:pt x="16762" y="19246"/>
                </a:moveTo>
                <a:cubicBezTo>
                  <a:pt x="16777" y="19275"/>
                  <a:pt x="16792" y="19319"/>
                  <a:pt x="16821" y="19334"/>
                </a:cubicBezTo>
                <a:cubicBezTo>
                  <a:pt x="16792" y="19378"/>
                  <a:pt x="16792" y="19408"/>
                  <a:pt x="16777" y="19452"/>
                </a:cubicBezTo>
                <a:cubicBezTo>
                  <a:pt x="16762" y="19408"/>
                  <a:pt x="16733" y="19378"/>
                  <a:pt x="16718" y="19349"/>
                </a:cubicBezTo>
                <a:cubicBezTo>
                  <a:pt x="16733" y="19334"/>
                  <a:pt x="16762" y="19305"/>
                  <a:pt x="16762" y="19246"/>
                </a:cubicBezTo>
                <a:close/>
                <a:moveTo>
                  <a:pt x="16939" y="19187"/>
                </a:moveTo>
                <a:cubicBezTo>
                  <a:pt x="16968" y="19216"/>
                  <a:pt x="16998" y="19260"/>
                  <a:pt x="17012" y="19305"/>
                </a:cubicBezTo>
                <a:cubicBezTo>
                  <a:pt x="16998" y="19349"/>
                  <a:pt x="16998" y="19408"/>
                  <a:pt x="16983" y="19452"/>
                </a:cubicBezTo>
                <a:cubicBezTo>
                  <a:pt x="16968" y="19408"/>
                  <a:pt x="16924" y="19378"/>
                  <a:pt x="16909" y="19334"/>
                </a:cubicBezTo>
                <a:cubicBezTo>
                  <a:pt x="16924" y="19275"/>
                  <a:pt x="16924" y="19246"/>
                  <a:pt x="16939" y="19187"/>
                </a:cubicBezTo>
                <a:close/>
                <a:moveTo>
                  <a:pt x="16615" y="19305"/>
                </a:moveTo>
                <a:cubicBezTo>
                  <a:pt x="16630" y="19319"/>
                  <a:pt x="16630" y="19349"/>
                  <a:pt x="16644" y="19378"/>
                </a:cubicBezTo>
                <a:cubicBezTo>
                  <a:pt x="16644" y="19408"/>
                  <a:pt x="16630" y="19422"/>
                  <a:pt x="16630" y="19466"/>
                </a:cubicBezTo>
                <a:cubicBezTo>
                  <a:pt x="16615" y="19452"/>
                  <a:pt x="16615" y="19408"/>
                  <a:pt x="16600" y="19393"/>
                </a:cubicBezTo>
                <a:cubicBezTo>
                  <a:pt x="16600" y="19349"/>
                  <a:pt x="16615" y="19334"/>
                  <a:pt x="16615" y="19305"/>
                </a:cubicBezTo>
                <a:close/>
                <a:moveTo>
                  <a:pt x="18101" y="9680"/>
                </a:moveTo>
                <a:lnTo>
                  <a:pt x="18101" y="9680"/>
                </a:lnTo>
                <a:cubicBezTo>
                  <a:pt x="19176" y="12020"/>
                  <a:pt x="19308" y="14919"/>
                  <a:pt x="18440" y="17553"/>
                </a:cubicBezTo>
                <a:cubicBezTo>
                  <a:pt x="18204" y="18230"/>
                  <a:pt x="17939" y="18893"/>
                  <a:pt x="17645" y="19540"/>
                </a:cubicBezTo>
                <a:lnTo>
                  <a:pt x="17513" y="19408"/>
                </a:lnTo>
                <a:cubicBezTo>
                  <a:pt x="17792" y="18716"/>
                  <a:pt x="18087" y="17995"/>
                  <a:pt x="18307" y="17259"/>
                </a:cubicBezTo>
                <a:cubicBezTo>
                  <a:pt x="19117" y="14669"/>
                  <a:pt x="19028" y="11946"/>
                  <a:pt x="18101" y="9680"/>
                </a:cubicBezTo>
                <a:close/>
                <a:moveTo>
                  <a:pt x="17336" y="19319"/>
                </a:moveTo>
                <a:lnTo>
                  <a:pt x="17439" y="19422"/>
                </a:lnTo>
                <a:cubicBezTo>
                  <a:pt x="17410" y="19496"/>
                  <a:pt x="17380" y="19555"/>
                  <a:pt x="17365" y="19614"/>
                </a:cubicBezTo>
                <a:cubicBezTo>
                  <a:pt x="17336" y="19569"/>
                  <a:pt x="17292" y="19540"/>
                  <a:pt x="17277" y="19481"/>
                </a:cubicBezTo>
                <a:cubicBezTo>
                  <a:pt x="17292" y="19422"/>
                  <a:pt x="17307" y="19393"/>
                  <a:pt x="17336" y="19334"/>
                </a:cubicBezTo>
                <a:lnTo>
                  <a:pt x="17336" y="19319"/>
                </a:lnTo>
                <a:close/>
                <a:moveTo>
                  <a:pt x="17086" y="19393"/>
                </a:moveTo>
                <a:cubicBezTo>
                  <a:pt x="17130" y="19422"/>
                  <a:pt x="17145" y="19466"/>
                  <a:pt x="17174" y="19496"/>
                </a:cubicBezTo>
                <a:cubicBezTo>
                  <a:pt x="17145" y="19555"/>
                  <a:pt x="17130" y="19584"/>
                  <a:pt x="17101" y="19643"/>
                </a:cubicBezTo>
                <a:cubicBezTo>
                  <a:pt x="17086" y="19614"/>
                  <a:pt x="17056" y="19569"/>
                  <a:pt x="17027" y="19540"/>
                </a:cubicBezTo>
                <a:cubicBezTo>
                  <a:pt x="17056" y="19481"/>
                  <a:pt x="17071" y="19422"/>
                  <a:pt x="17086" y="19393"/>
                </a:cubicBezTo>
                <a:close/>
                <a:moveTo>
                  <a:pt x="16895" y="19452"/>
                </a:moveTo>
                <a:cubicBezTo>
                  <a:pt x="16909" y="19481"/>
                  <a:pt x="16924" y="19525"/>
                  <a:pt x="16968" y="19555"/>
                </a:cubicBezTo>
                <a:cubicBezTo>
                  <a:pt x="16924" y="19584"/>
                  <a:pt x="16924" y="19628"/>
                  <a:pt x="16909" y="19687"/>
                </a:cubicBezTo>
                <a:lnTo>
                  <a:pt x="16850" y="19569"/>
                </a:lnTo>
                <a:cubicBezTo>
                  <a:pt x="16865" y="19540"/>
                  <a:pt x="16865" y="19481"/>
                  <a:pt x="16895" y="19452"/>
                </a:cubicBezTo>
                <a:close/>
                <a:moveTo>
                  <a:pt x="16571" y="19555"/>
                </a:moveTo>
                <a:cubicBezTo>
                  <a:pt x="16571" y="19569"/>
                  <a:pt x="16600" y="19584"/>
                  <a:pt x="16600" y="19614"/>
                </a:cubicBezTo>
                <a:cubicBezTo>
                  <a:pt x="16600" y="19643"/>
                  <a:pt x="16571" y="19672"/>
                  <a:pt x="16571" y="19702"/>
                </a:cubicBezTo>
                <a:cubicBezTo>
                  <a:pt x="16571" y="19687"/>
                  <a:pt x="16556" y="19672"/>
                  <a:pt x="16556" y="19643"/>
                </a:cubicBezTo>
                <a:cubicBezTo>
                  <a:pt x="16556" y="19614"/>
                  <a:pt x="16556" y="19584"/>
                  <a:pt x="16571" y="19555"/>
                </a:cubicBezTo>
                <a:close/>
                <a:moveTo>
                  <a:pt x="16703" y="19496"/>
                </a:moveTo>
                <a:cubicBezTo>
                  <a:pt x="16718" y="19540"/>
                  <a:pt x="16747" y="19555"/>
                  <a:pt x="16762" y="19584"/>
                </a:cubicBezTo>
                <a:cubicBezTo>
                  <a:pt x="16747" y="19628"/>
                  <a:pt x="16747" y="19672"/>
                  <a:pt x="16718" y="19702"/>
                </a:cubicBezTo>
                <a:cubicBezTo>
                  <a:pt x="16703" y="19672"/>
                  <a:pt x="16688" y="19643"/>
                  <a:pt x="16688" y="19614"/>
                </a:cubicBezTo>
                <a:cubicBezTo>
                  <a:pt x="16688" y="19569"/>
                  <a:pt x="16703" y="19540"/>
                  <a:pt x="16703" y="19496"/>
                </a:cubicBezTo>
                <a:close/>
                <a:moveTo>
                  <a:pt x="18322" y="9886"/>
                </a:moveTo>
                <a:lnTo>
                  <a:pt x="18322" y="9886"/>
                </a:lnTo>
                <a:cubicBezTo>
                  <a:pt x="19426" y="12285"/>
                  <a:pt x="19573" y="15228"/>
                  <a:pt x="18631" y="17862"/>
                </a:cubicBezTo>
                <a:cubicBezTo>
                  <a:pt x="18410" y="18510"/>
                  <a:pt x="18145" y="19113"/>
                  <a:pt x="17851" y="19717"/>
                </a:cubicBezTo>
                <a:cubicBezTo>
                  <a:pt x="17807" y="19687"/>
                  <a:pt x="17748" y="19643"/>
                  <a:pt x="17719" y="19599"/>
                </a:cubicBezTo>
                <a:cubicBezTo>
                  <a:pt x="18013" y="18937"/>
                  <a:pt x="18293" y="18274"/>
                  <a:pt x="18528" y="17568"/>
                </a:cubicBezTo>
                <a:cubicBezTo>
                  <a:pt x="19367" y="15007"/>
                  <a:pt x="19279" y="12197"/>
                  <a:pt x="18322" y="9886"/>
                </a:cubicBezTo>
                <a:close/>
                <a:moveTo>
                  <a:pt x="17498" y="19496"/>
                </a:moveTo>
                <a:lnTo>
                  <a:pt x="17630" y="19628"/>
                </a:lnTo>
                <a:cubicBezTo>
                  <a:pt x="17586" y="19687"/>
                  <a:pt x="17571" y="19746"/>
                  <a:pt x="17527" y="19790"/>
                </a:cubicBezTo>
                <a:cubicBezTo>
                  <a:pt x="17498" y="19761"/>
                  <a:pt x="17454" y="19717"/>
                  <a:pt x="17424" y="19672"/>
                </a:cubicBezTo>
                <a:cubicBezTo>
                  <a:pt x="17439" y="19614"/>
                  <a:pt x="17483" y="19555"/>
                  <a:pt x="17498" y="19496"/>
                </a:cubicBezTo>
                <a:close/>
                <a:moveTo>
                  <a:pt x="17233" y="19555"/>
                </a:moveTo>
                <a:cubicBezTo>
                  <a:pt x="17277" y="19584"/>
                  <a:pt x="17307" y="19628"/>
                  <a:pt x="17336" y="19672"/>
                </a:cubicBezTo>
                <a:cubicBezTo>
                  <a:pt x="17307" y="19746"/>
                  <a:pt x="17292" y="19790"/>
                  <a:pt x="17277" y="19834"/>
                </a:cubicBezTo>
                <a:cubicBezTo>
                  <a:pt x="17233" y="19820"/>
                  <a:pt x="17204" y="19775"/>
                  <a:pt x="17189" y="19717"/>
                </a:cubicBezTo>
                <a:lnTo>
                  <a:pt x="17233" y="19555"/>
                </a:lnTo>
                <a:close/>
                <a:moveTo>
                  <a:pt x="17277" y="19834"/>
                </a:moveTo>
                <a:cubicBezTo>
                  <a:pt x="17277" y="19842"/>
                  <a:pt x="17273" y="19845"/>
                  <a:pt x="17272" y="19845"/>
                </a:cubicBezTo>
                <a:cubicBezTo>
                  <a:pt x="17270" y="19845"/>
                  <a:pt x="17270" y="19842"/>
                  <a:pt x="17277" y="19834"/>
                </a:cubicBezTo>
                <a:close/>
                <a:moveTo>
                  <a:pt x="16998" y="19628"/>
                </a:moveTo>
                <a:cubicBezTo>
                  <a:pt x="17012" y="19672"/>
                  <a:pt x="17056" y="19702"/>
                  <a:pt x="17071" y="19746"/>
                </a:cubicBezTo>
                <a:cubicBezTo>
                  <a:pt x="17071" y="19790"/>
                  <a:pt x="17056" y="19849"/>
                  <a:pt x="17042" y="19893"/>
                </a:cubicBezTo>
                <a:cubicBezTo>
                  <a:pt x="17012" y="19849"/>
                  <a:pt x="16983" y="19820"/>
                  <a:pt x="16968" y="19775"/>
                </a:cubicBezTo>
                <a:cubicBezTo>
                  <a:pt x="16983" y="19717"/>
                  <a:pt x="16998" y="19687"/>
                  <a:pt x="16998" y="19628"/>
                </a:cubicBezTo>
                <a:close/>
                <a:moveTo>
                  <a:pt x="16541" y="19820"/>
                </a:moveTo>
                <a:cubicBezTo>
                  <a:pt x="16541" y="19834"/>
                  <a:pt x="16556" y="19849"/>
                  <a:pt x="16556" y="19849"/>
                </a:cubicBezTo>
                <a:cubicBezTo>
                  <a:pt x="16556" y="19864"/>
                  <a:pt x="16556" y="19879"/>
                  <a:pt x="16541" y="19908"/>
                </a:cubicBezTo>
                <a:cubicBezTo>
                  <a:pt x="16541" y="19893"/>
                  <a:pt x="16541" y="19864"/>
                  <a:pt x="16527" y="19864"/>
                </a:cubicBezTo>
                <a:cubicBezTo>
                  <a:pt x="16541" y="19849"/>
                  <a:pt x="16541" y="19834"/>
                  <a:pt x="16541" y="19820"/>
                </a:cubicBezTo>
                <a:close/>
                <a:moveTo>
                  <a:pt x="16821" y="19672"/>
                </a:moveTo>
                <a:cubicBezTo>
                  <a:pt x="16836" y="19702"/>
                  <a:pt x="16850" y="19746"/>
                  <a:pt x="16865" y="19761"/>
                </a:cubicBezTo>
                <a:cubicBezTo>
                  <a:pt x="16850" y="19834"/>
                  <a:pt x="16850" y="19864"/>
                  <a:pt x="16836" y="19908"/>
                </a:cubicBezTo>
                <a:lnTo>
                  <a:pt x="16777" y="19790"/>
                </a:lnTo>
                <a:cubicBezTo>
                  <a:pt x="16792" y="19761"/>
                  <a:pt x="16792" y="19702"/>
                  <a:pt x="16821" y="19672"/>
                </a:cubicBezTo>
                <a:close/>
                <a:moveTo>
                  <a:pt x="18543" y="10210"/>
                </a:moveTo>
                <a:cubicBezTo>
                  <a:pt x="19676" y="12638"/>
                  <a:pt x="19808" y="15567"/>
                  <a:pt x="18822" y="18201"/>
                </a:cubicBezTo>
                <a:cubicBezTo>
                  <a:pt x="18602" y="18775"/>
                  <a:pt x="18322" y="19349"/>
                  <a:pt x="18042" y="19908"/>
                </a:cubicBezTo>
                <a:cubicBezTo>
                  <a:pt x="17998" y="19864"/>
                  <a:pt x="17954" y="19834"/>
                  <a:pt x="17895" y="19775"/>
                </a:cubicBezTo>
                <a:cubicBezTo>
                  <a:pt x="18190" y="19172"/>
                  <a:pt x="18469" y="18539"/>
                  <a:pt x="18705" y="17907"/>
                </a:cubicBezTo>
                <a:cubicBezTo>
                  <a:pt x="19617" y="15361"/>
                  <a:pt x="19514" y="12564"/>
                  <a:pt x="18543" y="10210"/>
                </a:cubicBezTo>
                <a:close/>
                <a:moveTo>
                  <a:pt x="16674" y="19746"/>
                </a:moveTo>
                <a:cubicBezTo>
                  <a:pt x="16688" y="19761"/>
                  <a:pt x="16688" y="19790"/>
                  <a:pt x="16703" y="19820"/>
                </a:cubicBezTo>
                <a:cubicBezTo>
                  <a:pt x="16703" y="19849"/>
                  <a:pt x="16688" y="19893"/>
                  <a:pt x="16688" y="19923"/>
                </a:cubicBezTo>
                <a:cubicBezTo>
                  <a:pt x="16674" y="19908"/>
                  <a:pt x="16674" y="19864"/>
                  <a:pt x="16644" y="19849"/>
                </a:cubicBezTo>
                <a:cubicBezTo>
                  <a:pt x="16644" y="19820"/>
                  <a:pt x="16644" y="19775"/>
                  <a:pt x="16674" y="19746"/>
                </a:cubicBezTo>
                <a:close/>
                <a:moveTo>
                  <a:pt x="17660" y="19672"/>
                </a:moveTo>
                <a:lnTo>
                  <a:pt x="17778" y="19775"/>
                </a:lnTo>
                <a:lnTo>
                  <a:pt x="17792" y="19790"/>
                </a:lnTo>
                <a:cubicBezTo>
                  <a:pt x="17778" y="19864"/>
                  <a:pt x="17748" y="19923"/>
                  <a:pt x="17719" y="19982"/>
                </a:cubicBezTo>
                <a:lnTo>
                  <a:pt x="17586" y="19849"/>
                </a:lnTo>
                <a:cubicBezTo>
                  <a:pt x="17601" y="19790"/>
                  <a:pt x="17645" y="19746"/>
                  <a:pt x="17660" y="19672"/>
                </a:cubicBezTo>
                <a:close/>
                <a:moveTo>
                  <a:pt x="17365" y="19761"/>
                </a:moveTo>
                <a:cubicBezTo>
                  <a:pt x="17410" y="19790"/>
                  <a:pt x="17439" y="19834"/>
                  <a:pt x="17468" y="19879"/>
                </a:cubicBezTo>
                <a:cubicBezTo>
                  <a:pt x="17468" y="19937"/>
                  <a:pt x="17439" y="19996"/>
                  <a:pt x="17424" y="20055"/>
                </a:cubicBezTo>
                <a:cubicBezTo>
                  <a:pt x="17380" y="20011"/>
                  <a:pt x="17351" y="19982"/>
                  <a:pt x="17307" y="19923"/>
                </a:cubicBezTo>
                <a:cubicBezTo>
                  <a:pt x="17307" y="19908"/>
                  <a:pt x="17336" y="19893"/>
                  <a:pt x="17336" y="19864"/>
                </a:cubicBezTo>
                <a:cubicBezTo>
                  <a:pt x="17351" y="19834"/>
                  <a:pt x="17365" y="19790"/>
                  <a:pt x="17365" y="19761"/>
                </a:cubicBezTo>
                <a:close/>
                <a:moveTo>
                  <a:pt x="18852" y="10769"/>
                </a:moveTo>
                <a:cubicBezTo>
                  <a:pt x="19911" y="13153"/>
                  <a:pt x="20000" y="16023"/>
                  <a:pt x="19028" y="18510"/>
                </a:cubicBezTo>
                <a:cubicBezTo>
                  <a:pt x="18808" y="19040"/>
                  <a:pt x="18543" y="19555"/>
                  <a:pt x="18263" y="20070"/>
                </a:cubicBezTo>
                <a:cubicBezTo>
                  <a:pt x="18219" y="20040"/>
                  <a:pt x="18160" y="19996"/>
                  <a:pt x="18116" y="19967"/>
                </a:cubicBezTo>
                <a:cubicBezTo>
                  <a:pt x="18410" y="19393"/>
                  <a:pt x="18690" y="18819"/>
                  <a:pt x="18911" y="18230"/>
                </a:cubicBezTo>
                <a:cubicBezTo>
                  <a:pt x="19838" y="15787"/>
                  <a:pt x="19794" y="13080"/>
                  <a:pt x="18852" y="10769"/>
                </a:cubicBezTo>
                <a:close/>
                <a:moveTo>
                  <a:pt x="17145" y="19834"/>
                </a:moveTo>
                <a:cubicBezTo>
                  <a:pt x="17189" y="19864"/>
                  <a:pt x="17204" y="19908"/>
                  <a:pt x="17233" y="19937"/>
                </a:cubicBezTo>
                <a:cubicBezTo>
                  <a:pt x="17204" y="19996"/>
                  <a:pt x="17189" y="20040"/>
                  <a:pt x="17159" y="20085"/>
                </a:cubicBezTo>
                <a:cubicBezTo>
                  <a:pt x="17145" y="20055"/>
                  <a:pt x="17115" y="20011"/>
                  <a:pt x="17086" y="19982"/>
                </a:cubicBezTo>
                <a:cubicBezTo>
                  <a:pt x="17101" y="19923"/>
                  <a:pt x="17130" y="19864"/>
                  <a:pt x="17145" y="19834"/>
                </a:cubicBezTo>
                <a:close/>
                <a:moveTo>
                  <a:pt x="16615" y="19996"/>
                </a:moveTo>
                <a:cubicBezTo>
                  <a:pt x="16615" y="20011"/>
                  <a:pt x="16630" y="20040"/>
                  <a:pt x="16630" y="20070"/>
                </a:cubicBezTo>
                <a:cubicBezTo>
                  <a:pt x="16630" y="20085"/>
                  <a:pt x="16615" y="20129"/>
                  <a:pt x="16615" y="20143"/>
                </a:cubicBezTo>
                <a:cubicBezTo>
                  <a:pt x="16615" y="20129"/>
                  <a:pt x="16600" y="20114"/>
                  <a:pt x="16600" y="20070"/>
                </a:cubicBezTo>
                <a:cubicBezTo>
                  <a:pt x="16600" y="20055"/>
                  <a:pt x="16615" y="20011"/>
                  <a:pt x="16615" y="19996"/>
                </a:cubicBezTo>
                <a:close/>
                <a:moveTo>
                  <a:pt x="16762" y="19923"/>
                </a:moveTo>
                <a:cubicBezTo>
                  <a:pt x="16762" y="19952"/>
                  <a:pt x="16777" y="19996"/>
                  <a:pt x="16792" y="20011"/>
                </a:cubicBezTo>
                <a:cubicBezTo>
                  <a:pt x="16777" y="20055"/>
                  <a:pt x="16777" y="20085"/>
                  <a:pt x="16762" y="20143"/>
                </a:cubicBezTo>
                <a:cubicBezTo>
                  <a:pt x="16747" y="20114"/>
                  <a:pt x="16747" y="20085"/>
                  <a:pt x="16718" y="20055"/>
                </a:cubicBezTo>
                <a:cubicBezTo>
                  <a:pt x="16733" y="20011"/>
                  <a:pt x="16733" y="19982"/>
                  <a:pt x="16762" y="19923"/>
                </a:cubicBezTo>
                <a:close/>
                <a:moveTo>
                  <a:pt x="16924" y="19893"/>
                </a:moveTo>
                <a:cubicBezTo>
                  <a:pt x="16939" y="19923"/>
                  <a:pt x="16968" y="19967"/>
                  <a:pt x="16998" y="19996"/>
                </a:cubicBezTo>
                <a:cubicBezTo>
                  <a:pt x="16983" y="20055"/>
                  <a:pt x="16968" y="20085"/>
                  <a:pt x="16939" y="20143"/>
                </a:cubicBezTo>
                <a:lnTo>
                  <a:pt x="16895" y="20040"/>
                </a:lnTo>
                <a:cubicBezTo>
                  <a:pt x="16909" y="19982"/>
                  <a:pt x="16909" y="19923"/>
                  <a:pt x="16924" y="19893"/>
                </a:cubicBezTo>
                <a:close/>
                <a:moveTo>
                  <a:pt x="17881" y="19849"/>
                </a:moveTo>
                <a:cubicBezTo>
                  <a:pt x="17939" y="19893"/>
                  <a:pt x="17969" y="19923"/>
                  <a:pt x="18028" y="19967"/>
                </a:cubicBezTo>
                <a:cubicBezTo>
                  <a:pt x="17969" y="20040"/>
                  <a:pt x="17939" y="20114"/>
                  <a:pt x="17925" y="20158"/>
                </a:cubicBezTo>
                <a:cubicBezTo>
                  <a:pt x="17881" y="20129"/>
                  <a:pt x="17822" y="20085"/>
                  <a:pt x="17792" y="20040"/>
                </a:cubicBezTo>
                <a:cubicBezTo>
                  <a:pt x="17822" y="19982"/>
                  <a:pt x="17836" y="19908"/>
                  <a:pt x="17881" y="19849"/>
                </a:cubicBezTo>
                <a:close/>
                <a:moveTo>
                  <a:pt x="17557" y="19923"/>
                </a:moveTo>
                <a:cubicBezTo>
                  <a:pt x="17586" y="19952"/>
                  <a:pt x="17630" y="19996"/>
                  <a:pt x="17660" y="20055"/>
                </a:cubicBezTo>
                <a:cubicBezTo>
                  <a:pt x="17645" y="20129"/>
                  <a:pt x="17630" y="20188"/>
                  <a:pt x="17586" y="20232"/>
                </a:cubicBezTo>
                <a:cubicBezTo>
                  <a:pt x="17557" y="20202"/>
                  <a:pt x="17513" y="20158"/>
                  <a:pt x="17483" y="20114"/>
                </a:cubicBezTo>
                <a:cubicBezTo>
                  <a:pt x="17498" y="20055"/>
                  <a:pt x="17527" y="19996"/>
                  <a:pt x="17557" y="19923"/>
                </a:cubicBezTo>
                <a:close/>
                <a:moveTo>
                  <a:pt x="18940" y="10813"/>
                </a:moveTo>
                <a:cubicBezTo>
                  <a:pt x="20162" y="13300"/>
                  <a:pt x="20279" y="16288"/>
                  <a:pt x="19205" y="18819"/>
                </a:cubicBezTo>
                <a:cubicBezTo>
                  <a:pt x="18999" y="19305"/>
                  <a:pt x="18764" y="19775"/>
                  <a:pt x="18484" y="20232"/>
                </a:cubicBezTo>
                <a:lnTo>
                  <a:pt x="18322" y="20129"/>
                </a:lnTo>
                <a:cubicBezTo>
                  <a:pt x="18602" y="19614"/>
                  <a:pt x="18867" y="19099"/>
                  <a:pt x="19073" y="18539"/>
                </a:cubicBezTo>
                <a:cubicBezTo>
                  <a:pt x="20044" y="16096"/>
                  <a:pt x="19970" y="13227"/>
                  <a:pt x="18940" y="10813"/>
                </a:cubicBezTo>
                <a:close/>
                <a:moveTo>
                  <a:pt x="17292" y="19996"/>
                </a:moveTo>
                <a:cubicBezTo>
                  <a:pt x="17336" y="20040"/>
                  <a:pt x="17365" y="20070"/>
                  <a:pt x="17380" y="20129"/>
                </a:cubicBezTo>
                <a:cubicBezTo>
                  <a:pt x="17365" y="20188"/>
                  <a:pt x="17336" y="20232"/>
                  <a:pt x="17307" y="20291"/>
                </a:cubicBezTo>
                <a:cubicBezTo>
                  <a:pt x="17277" y="20261"/>
                  <a:pt x="17262" y="20217"/>
                  <a:pt x="17218" y="20158"/>
                </a:cubicBezTo>
                <a:cubicBezTo>
                  <a:pt x="17233" y="20114"/>
                  <a:pt x="17262" y="20055"/>
                  <a:pt x="17292" y="19996"/>
                </a:cubicBezTo>
                <a:close/>
                <a:moveTo>
                  <a:pt x="17056" y="20070"/>
                </a:moveTo>
                <a:cubicBezTo>
                  <a:pt x="17071" y="20099"/>
                  <a:pt x="17101" y="20143"/>
                  <a:pt x="17130" y="20173"/>
                </a:cubicBezTo>
                <a:cubicBezTo>
                  <a:pt x="17101" y="20232"/>
                  <a:pt x="17086" y="20291"/>
                  <a:pt x="17071" y="20320"/>
                </a:cubicBezTo>
                <a:cubicBezTo>
                  <a:pt x="17056" y="20291"/>
                  <a:pt x="17012" y="20246"/>
                  <a:pt x="16998" y="20217"/>
                </a:cubicBezTo>
                <a:cubicBezTo>
                  <a:pt x="17012" y="20158"/>
                  <a:pt x="17042" y="20129"/>
                  <a:pt x="17056" y="20070"/>
                </a:cubicBezTo>
                <a:close/>
                <a:moveTo>
                  <a:pt x="18087" y="20011"/>
                </a:moveTo>
                <a:cubicBezTo>
                  <a:pt x="18131" y="20055"/>
                  <a:pt x="18190" y="20085"/>
                  <a:pt x="18234" y="20129"/>
                </a:cubicBezTo>
                <a:cubicBezTo>
                  <a:pt x="18190" y="20202"/>
                  <a:pt x="18160" y="20246"/>
                  <a:pt x="18116" y="20320"/>
                </a:cubicBezTo>
                <a:cubicBezTo>
                  <a:pt x="18072" y="20291"/>
                  <a:pt x="18013" y="20261"/>
                  <a:pt x="17969" y="20217"/>
                </a:cubicBezTo>
                <a:cubicBezTo>
                  <a:pt x="18013" y="20143"/>
                  <a:pt x="18042" y="20085"/>
                  <a:pt x="18087" y="20011"/>
                </a:cubicBezTo>
                <a:close/>
                <a:moveTo>
                  <a:pt x="16571" y="20261"/>
                </a:moveTo>
                <a:cubicBezTo>
                  <a:pt x="16571" y="20276"/>
                  <a:pt x="16600" y="20291"/>
                  <a:pt x="16600" y="20291"/>
                </a:cubicBezTo>
                <a:cubicBezTo>
                  <a:pt x="16600" y="20305"/>
                  <a:pt x="16571" y="20320"/>
                  <a:pt x="16571" y="20349"/>
                </a:cubicBezTo>
                <a:cubicBezTo>
                  <a:pt x="16571" y="20335"/>
                  <a:pt x="16571" y="20305"/>
                  <a:pt x="16556" y="20305"/>
                </a:cubicBezTo>
                <a:cubicBezTo>
                  <a:pt x="16556" y="20291"/>
                  <a:pt x="16556" y="20276"/>
                  <a:pt x="16571" y="20261"/>
                </a:cubicBezTo>
                <a:close/>
                <a:moveTo>
                  <a:pt x="16836" y="20129"/>
                </a:moveTo>
                <a:cubicBezTo>
                  <a:pt x="16865" y="20158"/>
                  <a:pt x="16895" y="20202"/>
                  <a:pt x="16909" y="20232"/>
                </a:cubicBezTo>
                <a:cubicBezTo>
                  <a:pt x="16895" y="20276"/>
                  <a:pt x="16865" y="20320"/>
                  <a:pt x="16850" y="20364"/>
                </a:cubicBezTo>
                <a:lnTo>
                  <a:pt x="16792" y="20246"/>
                </a:lnTo>
                <a:cubicBezTo>
                  <a:pt x="16821" y="20217"/>
                  <a:pt x="16821" y="20158"/>
                  <a:pt x="16836" y="20129"/>
                </a:cubicBezTo>
                <a:close/>
                <a:moveTo>
                  <a:pt x="16659" y="20188"/>
                </a:moveTo>
                <a:cubicBezTo>
                  <a:pt x="16703" y="20217"/>
                  <a:pt x="16718" y="20232"/>
                  <a:pt x="16718" y="20276"/>
                </a:cubicBezTo>
                <a:cubicBezTo>
                  <a:pt x="16703" y="20305"/>
                  <a:pt x="16703" y="20349"/>
                  <a:pt x="16688" y="20379"/>
                </a:cubicBezTo>
                <a:cubicBezTo>
                  <a:pt x="16674" y="20349"/>
                  <a:pt x="16674" y="20320"/>
                  <a:pt x="16644" y="20291"/>
                </a:cubicBezTo>
                <a:cubicBezTo>
                  <a:pt x="16644" y="20261"/>
                  <a:pt x="16659" y="20217"/>
                  <a:pt x="16659" y="20188"/>
                </a:cubicBezTo>
                <a:close/>
                <a:moveTo>
                  <a:pt x="17733" y="20129"/>
                </a:moveTo>
                <a:cubicBezTo>
                  <a:pt x="17778" y="20158"/>
                  <a:pt x="17822" y="20202"/>
                  <a:pt x="17866" y="20246"/>
                </a:cubicBezTo>
                <a:cubicBezTo>
                  <a:pt x="17822" y="20305"/>
                  <a:pt x="17792" y="20379"/>
                  <a:pt x="17778" y="20438"/>
                </a:cubicBezTo>
                <a:cubicBezTo>
                  <a:pt x="17733" y="20379"/>
                  <a:pt x="17675" y="20349"/>
                  <a:pt x="17645" y="20305"/>
                </a:cubicBezTo>
                <a:cubicBezTo>
                  <a:pt x="17675" y="20246"/>
                  <a:pt x="17704" y="20188"/>
                  <a:pt x="17733" y="20129"/>
                </a:cubicBezTo>
                <a:close/>
                <a:moveTo>
                  <a:pt x="18293" y="20188"/>
                </a:moveTo>
                <a:lnTo>
                  <a:pt x="18454" y="20291"/>
                </a:lnTo>
                <a:cubicBezTo>
                  <a:pt x="18410" y="20364"/>
                  <a:pt x="18381" y="20438"/>
                  <a:pt x="18322" y="20497"/>
                </a:cubicBezTo>
                <a:cubicBezTo>
                  <a:pt x="18293" y="20482"/>
                  <a:pt x="18234" y="20438"/>
                  <a:pt x="18175" y="20379"/>
                </a:cubicBezTo>
                <a:cubicBezTo>
                  <a:pt x="18219" y="20305"/>
                  <a:pt x="18248" y="20261"/>
                  <a:pt x="18293" y="20188"/>
                </a:cubicBezTo>
                <a:close/>
                <a:moveTo>
                  <a:pt x="17439" y="20202"/>
                </a:moveTo>
                <a:cubicBezTo>
                  <a:pt x="17483" y="20232"/>
                  <a:pt x="17513" y="20276"/>
                  <a:pt x="17557" y="20320"/>
                </a:cubicBezTo>
                <a:cubicBezTo>
                  <a:pt x="17513" y="20379"/>
                  <a:pt x="17498" y="20438"/>
                  <a:pt x="17454" y="20511"/>
                </a:cubicBezTo>
                <a:cubicBezTo>
                  <a:pt x="17424" y="20452"/>
                  <a:pt x="17410" y="20408"/>
                  <a:pt x="17365" y="20364"/>
                </a:cubicBezTo>
                <a:cubicBezTo>
                  <a:pt x="17380" y="20305"/>
                  <a:pt x="17424" y="20261"/>
                  <a:pt x="17439" y="20202"/>
                </a:cubicBezTo>
                <a:close/>
                <a:moveTo>
                  <a:pt x="17189" y="20261"/>
                </a:moveTo>
                <a:cubicBezTo>
                  <a:pt x="17218" y="20291"/>
                  <a:pt x="17233" y="20335"/>
                  <a:pt x="17277" y="20364"/>
                </a:cubicBezTo>
                <a:cubicBezTo>
                  <a:pt x="17262" y="20423"/>
                  <a:pt x="17218" y="20482"/>
                  <a:pt x="17204" y="20526"/>
                </a:cubicBezTo>
                <a:cubicBezTo>
                  <a:pt x="17189" y="20497"/>
                  <a:pt x="17145" y="20452"/>
                  <a:pt x="17130" y="20408"/>
                </a:cubicBezTo>
                <a:cubicBezTo>
                  <a:pt x="17145" y="20364"/>
                  <a:pt x="17159" y="20305"/>
                  <a:pt x="17189" y="20261"/>
                </a:cubicBezTo>
                <a:close/>
                <a:moveTo>
                  <a:pt x="16968" y="20305"/>
                </a:moveTo>
                <a:cubicBezTo>
                  <a:pt x="16983" y="20349"/>
                  <a:pt x="16998" y="20379"/>
                  <a:pt x="17042" y="20423"/>
                </a:cubicBezTo>
                <a:cubicBezTo>
                  <a:pt x="17012" y="20482"/>
                  <a:pt x="16983" y="20526"/>
                  <a:pt x="16968" y="20570"/>
                </a:cubicBezTo>
                <a:lnTo>
                  <a:pt x="16909" y="20452"/>
                </a:lnTo>
                <a:cubicBezTo>
                  <a:pt x="16924" y="20408"/>
                  <a:pt x="16939" y="20364"/>
                  <a:pt x="16968" y="20305"/>
                </a:cubicBezTo>
                <a:close/>
                <a:moveTo>
                  <a:pt x="16630" y="20438"/>
                </a:moveTo>
                <a:cubicBezTo>
                  <a:pt x="16630" y="20452"/>
                  <a:pt x="16644" y="20482"/>
                  <a:pt x="16644" y="20511"/>
                </a:cubicBezTo>
                <a:cubicBezTo>
                  <a:pt x="16644" y="20555"/>
                  <a:pt x="16630" y="20570"/>
                  <a:pt x="16630" y="20600"/>
                </a:cubicBezTo>
                <a:cubicBezTo>
                  <a:pt x="16630" y="20585"/>
                  <a:pt x="16615" y="20570"/>
                  <a:pt x="16615" y="20526"/>
                </a:cubicBezTo>
                <a:cubicBezTo>
                  <a:pt x="16615" y="20497"/>
                  <a:pt x="16630" y="20452"/>
                  <a:pt x="16630" y="20438"/>
                </a:cubicBezTo>
                <a:close/>
                <a:moveTo>
                  <a:pt x="16792" y="20408"/>
                </a:moveTo>
                <a:lnTo>
                  <a:pt x="16836" y="20482"/>
                </a:lnTo>
                <a:cubicBezTo>
                  <a:pt x="16821" y="20511"/>
                  <a:pt x="16792" y="20555"/>
                  <a:pt x="16792" y="20600"/>
                </a:cubicBezTo>
                <a:cubicBezTo>
                  <a:pt x="16777" y="20570"/>
                  <a:pt x="16777" y="20541"/>
                  <a:pt x="16762" y="20511"/>
                </a:cubicBezTo>
                <a:cubicBezTo>
                  <a:pt x="16777" y="20482"/>
                  <a:pt x="16777" y="20438"/>
                  <a:pt x="16792" y="20408"/>
                </a:cubicBezTo>
                <a:close/>
                <a:moveTo>
                  <a:pt x="17939" y="20291"/>
                </a:moveTo>
                <a:cubicBezTo>
                  <a:pt x="17984" y="20320"/>
                  <a:pt x="18028" y="20364"/>
                  <a:pt x="18087" y="20408"/>
                </a:cubicBezTo>
                <a:cubicBezTo>
                  <a:pt x="18042" y="20482"/>
                  <a:pt x="18013" y="20526"/>
                  <a:pt x="17969" y="20600"/>
                </a:cubicBezTo>
                <a:cubicBezTo>
                  <a:pt x="17925" y="20570"/>
                  <a:pt x="17866" y="20526"/>
                  <a:pt x="17822" y="20482"/>
                </a:cubicBezTo>
                <a:cubicBezTo>
                  <a:pt x="17866" y="20423"/>
                  <a:pt x="17895" y="20349"/>
                  <a:pt x="17939" y="20291"/>
                </a:cubicBezTo>
                <a:close/>
                <a:moveTo>
                  <a:pt x="17601" y="20379"/>
                </a:moveTo>
                <a:lnTo>
                  <a:pt x="17733" y="20511"/>
                </a:lnTo>
                <a:cubicBezTo>
                  <a:pt x="17704" y="20570"/>
                  <a:pt x="17660" y="20644"/>
                  <a:pt x="17645" y="20688"/>
                </a:cubicBezTo>
                <a:lnTo>
                  <a:pt x="17513" y="20570"/>
                </a:lnTo>
                <a:cubicBezTo>
                  <a:pt x="17557" y="20511"/>
                  <a:pt x="17571" y="20438"/>
                  <a:pt x="17601" y="20379"/>
                </a:cubicBezTo>
                <a:close/>
                <a:moveTo>
                  <a:pt x="17336" y="20452"/>
                </a:moveTo>
                <a:cubicBezTo>
                  <a:pt x="17365" y="20497"/>
                  <a:pt x="17380" y="20526"/>
                  <a:pt x="17424" y="20570"/>
                </a:cubicBezTo>
                <a:cubicBezTo>
                  <a:pt x="17380" y="20629"/>
                  <a:pt x="17365" y="20673"/>
                  <a:pt x="17336" y="20732"/>
                </a:cubicBezTo>
                <a:cubicBezTo>
                  <a:pt x="17292" y="20703"/>
                  <a:pt x="17277" y="20658"/>
                  <a:pt x="17233" y="20600"/>
                </a:cubicBezTo>
                <a:cubicBezTo>
                  <a:pt x="17277" y="20570"/>
                  <a:pt x="17292" y="20511"/>
                  <a:pt x="17336" y="20452"/>
                </a:cubicBezTo>
                <a:close/>
                <a:moveTo>
                  <a:pt x="17071" y="20511"/>
                </a:moveTo>
                <a:cubicBezTo>
                  <a:pt x="17086" y="20541"/>
                  <a:pt x="17130" y="20585"/>
                  <a:pt x="17145" y="20614"/>
                </a:cubicBezTo>
                <a:cubicBezTo>
                  <a:pt x="17130" y="20673"/>
                  <a:pt x="17086" y="20732"/>
                  <a:pt x="17071" y="20776"/>
                </a:cubicBezTo>
                <a:cubicBezTo>
                  <a:pt x="17056" y="20732"/>
                  <a:pt x="17042" y="20688"/>
                  <a:pt x="16998" y="20658"/>
                </a:cubicBezTo>
                <a:cubicBezTo>
                  <a:pt x="17042" y="20629"/>
                  <a:pt x="17056" y="20570"/>
                  <a:pt x="17071" y="20511"/>
                </a:cubicBezTo>
                <a:close/>
                <a:moveTo>
                  <a:pt x="18131" y="20452"/>
                </a:moveTo>
                <a:cubicBezTo>
                  <a:pt x="18190" y="20497"/>
                  <a:pt x="18248" y="20526"/>
                  <a:pt x="18278" y="20570"/>
                </a:cubicBezTo>
                <a:cubicBezTo>
                  <a:pt x="18248" y="20644"/>
                  <a:pt x="18190" y="20688"/>
                  <a:pt x="18160" y="20776"/>
                </a:cubicBezTo>
                <a:cubicBezTo>
                  <a:pt x="18116" y="20747"/>
                  <a:pt x="18072" y="20688"/>
                  <a:pt x="18028" y="20658"/>
                </a:cubicBezTo>
                <a:cubicBezTo>
                  <a:pt x="18072" y="20585"/>
                  <a:pt x="18101" y="20526"/>
                  <a:pt x="18131" y="20452"/>
                </a:cubicBezTo>
                <a:close/>
                <a:moveTo>
                  <a:pt x="16600" y="20688"/>
                </a:moveTo>
                <a:cubicBezTo>
                  <a:pt x="16600" y="20717"/>
                  <a:pt x="16615" y="20732"/>
                  <a:pt x="16615" y="20747"/>
                </a:cubicBezTo>
                <a:cubicBezTo>
                  <a:pt x="16615" y="20776"/>
                  <a:pt x="16600" y="20791"/>
                  <a:pt x="16600" y="20806"/>
                </a:cubicBezTo>
                <a:cubicBezTo>
                  <a:pt x="16571" y="20791"/>
                  <a:pt x="16571" y="20776"/>
                  <a:pt x="16571" y="20747"/>
                </a:cubicBezTo>
                <a:cubicBezTo>
                  <a:pt x="16571" y="20732"/>
                  <a:pt x="16571" y="20717"/>
                  <a:pt x="16600" y="20688"/>
                </a:cubicBezTo>
                <a:close/>
                <a:moveTo>
                  <a:pt x="16850" y="20570"/>
                </a:moveTo>
                <a:cubicBezTo>
                  <a:pt x="16895" y="20600"/>
                  <a:pt x="16909" y="20644"/>
                  <a:pt x="16924" y="20673"/>
                </a:cubicBezTo>
                <a:cubicBezTo>
                  <a:pt x="16909" y="20717"/>
                  <a:pt x="16880" y="20776"/>
                  <a:pt x="16865" y="20806"/>
                </a:cubicBezTo>
                <a:lnTo>
                  <a:pt x="16821" y="20688"/>
                </a:lnTo>
                <a:cubicBezTo>
                  <a:pt x="16836" y="20658"/>
                  <a:pt x="16850" y="20600"/>
                  <a:pt x="16850" y="20570"/>
                </a:cubicBezTo>
                <a:close/>
                <a:moveTo>
                  <a:pt x="16703" y="20629"/>
                </a:moveTo>
                <a:cubicBezTo>
                  <a:pt x="16718" y="20658"/>
                  <a:pt x="16733" y="20673"/>
                  <a:pt x="16733" y="20717"/>
                </a:cubicBezTo>
                <a:cubicBezTo>
                  <a:pt x="16718" y="20747"/>
                  <a:pt x="16718" y="20791"/>
                  <a:pt x="16703" y="20820"/>
                </a:cubicBezTo>
                <a:cubicBezTo>
                  <a:pt x="16688" y="20791"/>
                  <a:pt x="16688" y="20776"/>
                  <a:pt x="16659" y="20732"/>
                </a:cubicBezTo>
                <a:cubicBezTo>
                  <a:pt x="16688" y="20703"/>
                  <a:pt x="16688" y="20658"/>
                  <a:pt x="16703" y="20629"/>
                </a:cubicBezTo>
                <a:close/>
                <a:moveTo>
                  <a:pt x="17792" y="20570"/>
                </a:moveTo>
                <a:cubicBezTo>
                  <a:pt x="17822" y="20600"/>
                  <a:pt x="17881" y="20644"/>
                  <a:pt x="17925" y="20673"/>
                </a:cubicBezTo>
                <a:cubicBezTo>
                  <a:pt x="17881" y="20732"/>
                  <a:pt x="17836" y="20806"/>
                  <a:pt x="17807" y="20865"/>
                </a:cubicBezTo>
                <a:cubicBezTo>
                  <a:pt x="17778" y="20820"/>
                  <a:pt x="17733" y="20791"/>
                  <a:pt x="17675" y="20747"/>
                </a:cubicBezTo>
                <a:cubicBezTo>
                  <a:pt x="17719" y="20688"/>
                  <a:pt x="17748" y="20629"/>
                  <a:pt x="17792" y="20570"/>
                </a:cubicBezTo>
                <a:close/>
                <a:moveTo>
                  <a:pt x="17483" y="20644"/>
                </a:moveTo>
                <a:cubicBezTo>
                  <a:pt x="17513" y="20673"/>
                  <a:pt x="17557" y="20717"/>
                  <a:pt x="17586" y="20776"/>
                </a:cubicBezTo>
                <a:cubicBezTo>
                  <a:pt x="17557" y="20820"/>
                  <a:pt x="17513" y="20879"/>
                  <a:pt x="17498" y="20953"/>
                </a:cubicBezTo>
                <a:cubicBezTo>
                  <a:pt x="17454" y="20894"/>
                  <a:pt x="17424" y="20865"/>
                  <a:pt x="17410" y="20820"/>
                </a:cubicBezTo>
                <a:cubicBezTo>
                  <a:pt x="17424" y="20747"/>
                  <a:pt x="17454" y="20703"/>
                  <a:pt x="17483" y="20644"/>
                </a:cubicBezTo>
                <a:close/>
                <a:moveTo>
                  <a:pt x="17218" y="20717"/>
                </a:moveTo>
                <a:cubicBezTo>
                  <a:pt x="17262" y="20747"/>
                  <a:pt x="17277" y="20791"/>
                  <a:pt x="17307" y="20820"/>
                </a:cubicBezTo>
                <a:cubicBezTo>
                  <a:pt x="17277" y="20879"/>
                  <a:pt x="17233" y="20938"/>
                  <a:pt x="17218" y="20997"/>
                </a:cubicBezTo>
                <a:cubicBezTo>
                  <a:pt x="17204" y="20953"/>
                  <a:pt x="17159" y="20923"/>
                  <a:pt x="17145" y="20879"/>
                </a:cubicBezTo>
                <a:cubicBezTo>
                  <a:pt x="17159" y="20820"/>
                  <a:pt x="17204" y="20776"/>
                  <a:pt x="17218" y="20717"/>
                </a:cubicBezTo>
                <a:close/>
                <a:moveTo>
                  <a:pt x="16983" y="20776"/>
                </a:moveTo>
                <a:cubicBezTo>
                  <a:pt x="16998" y="20806"/>
                  <a:pt x="17012" y="20850"/>
                  <a:pt x="17056" y="20879"/>
                </a:cubicBezTo>
                <a:cubicBezTo>
                  <a:pt x="17042" y="20938"/>
                  <a:pt x="17012" y="20968"/>
                  <a:pt x="16983" y="21026"/>
                </a:cubicBezTo>
                <a:lnTo>
                  <a:pt x="16924" y="20923"/>
                </a:lnTo>
                <a:cubicBezTo>
                  <a:pt x="16939" y="20865"/>
                  <a:pt x="16968" y="20820"/>
                  <a:pt x="16983" y="20776"/>
                </a:cubicBezTo>
                <a:close/>
                <a:moveTo>
                  <a:pt x="16644" y="20879"/>
                </a:moveTo>
                <a:cubicBezTo>
                  <a:pt x="16644" y="20894"/>
                  <a:pt x="16659" y="20938"/>
                  <a:pt x="16659" y="20953"/>
                </a:cubicBezTo>
                <a:cubicBezTo>
                  <a:pt x="16644" y="20982"/>
                  <a:pt x="16644" y="21012"/>
                  <a:pt x="16630" y="21041"/>
                </a:cubicBezTo>
                <a:cubicBezTo>
                  <a:pt x="16630" y="21026"/>
                  <a:pt x="16615" y="21012"/>
                  <a:pt x="16615" y="20968"/>
                </a:cubicBezTo>
                <a:cubicBezTo>
                  <a:pt x="16630" y="20938"/>
                  <a:pt x="16630" y="20894"/>
                  <a:pt x="16644" y="20879"/>
                </a:cubicBezTo>
                <a:close/>
                <a:moveTo>
                  <a:pt x="16792" y="20820"/>
                </a:moveTo>
                <a:cubicBezTo>
                  <a:pt x="16821" y="20865"/>
                  <a:pt x="16836" y="20879"/>
                  <a:pt x="16836" y="20923"/>
                </a:cubicBezTo>
                <a:cubicBezTo>
                  <a:pt x="16821" y="20953"/>
                  <a:pt x="16792" y="21012"/>
                  <a:pt x="16777" y="21041"/>
                </a:cubicBezTo>
                <a:cubicBezTo>
                  <a:pt x="16762" y="21012"/>
                  <a:pt x="16762" y="20982"/>
                  <a:pt x="16747" y="20953"/>
                </a:cubicBezTo>
                <a:cubicBezTo>
                  <a:pt x="16762" y="20894"/>
                  <a:pt x="16777" y="20865"/>
                  <a:pt x="16792" y="20820"/>
                </a:cubicBezTo>
                <a:close/>
                <a:moveTo>
                  <a:pt x="17969" y="20732"/>
                </a:moveTo>
                <a:cubicBezTo>
                  <a:pt x="18028" y="20776"/>
                  <a:pt x="18072" y="20806"/>
                  <a:pt x="18116" y="20865"/>
                </a:cubicBezTo>
                <a:cubicBezTo>
                  <a:pt x="18087" y="20938"/>
                  <a:pt x="18028" y="20982"/>
                  <a:pt x="17984" y="21056"/>
                </a:cubicBezTo>
                <a:cubicBezTo>
                  <a:pt x="17954" y="21012"/>
                  <a:pt x="17925" y="20968"/>
                  <a:pt x="17866" y="20938"/>
                </a:cubicBezTo>
                <a:cubicBezTo>
                  <a:pt x="17895" y="20865"/>
                  <a:pt x="17939" y="20806"/>
                  <a:pt x="17969" y="20732"/>
                </a:cubicBezTo>
                <a:close/>
                <a:moveTo>
                  <a:pt x="17645" y="20820"/>
                </a:moveTo>
                <a:lnTo>
                  <a:pt x="17778" y="20953"/>
                </a:lnTo>
                <a:cubicBezTo>
                  <a:pt x="17733" y="21012"/>
                  <a:pt x="17704" y="21085"/>
                  <a:pt x="17660" y="21144"/>
                </a:cubicBezTo>
                <a:cubicBezTo>
                  <a:pt x="17630" y="21085"/>
                  <a:pt x="17586" y="21041"/>
                  <a:pt x="17557" y="21012"/>
                </a:cubicBezTo>
                <a:cubicBezTo>
                  <a:pt x="17586" y="20953"/>
                  <a:pt x="17630" y="20879"/>
                  <a:pt x="17645" y="20820"/>
                </a:cubicBezTo>
                <a:close/>
                <a:moveTo>
                  <a:pt x="17351" y="20894"/>
                </a:moveTo>
                <a:cubicBezTo>
                  <a:pt x="17380" y="20938"/>
                  <a:pt x="17410" y="20968"/>
                  <a:pt x="17439" y="21012"/>
                </a:cubicBezTo>
                <a:cubicBezTo>
                  <a:pt x="17410" y="21071"/>
                  <a:pt x="17365" y="21115"/>
                  <a:pt x="17351" y="21174"/>
                </a:cubicBezTo>
                <a:cubicBezTo>
                  <a:pt x="17336" y="21144"/>
                  <a:pt x="17307" y="21115"/>
                  <a:pt x="17277" y="21085"/>
                </a:cubicBezTo>
                <a:cubicBezTo>
                  <a:pt x="17277" y="21071"/>
                  <a:pt x="17262" y="21071"/>
                  <a:pt x="17262" y="21041"/>
                </a:cubicBezTo>
                <a:cubicBezTo>
                  <a:pt x="17292" y="21012"/>
                  <a:pt x="17336" y="20953"/>
                  <a:pt x="17351" y="20894"/>
                </a:cubicBezTo>
                <a:close/>
                <a:moveTo>
                  <a:pt x="17115" y="20968"/>
                </a:moveTo>
                <a:cubicBezTo>
                  <a:pt x="17130" y="21012"/>
                  <a:pt x="17159" y="21041"/>
                  <a:pt x="17189" y="21085"/>
                </a:cubicBezTo>
                <a:cubicBezTo>
                  <a:pt x="17145" y="21115"/>
                  <a:pt x="17130" y="21174"/>
                  <a:pt x="17086" y="21232"/>
                </a:cubicBezTo>
                <a:lnTo>
                  <a:pt x="17042" y="21115"/>
                </a:lnTo>
                <a:cubicBezTo>
                  <a:pt x="17056" y="21056"/>
                  <a:pt x="17086" y="21012"/>
                  <a:pt x="17115" y="20968"/>
                </a:cubicBezTo>
                <a:close/>
                <a:moveTo>
                  <a:pt x="16571" y="21115"/>
                </a:moveTo>
                <a:cubicBezTo>
                  <a:pt x="16571" y="21144"/>
                  <a:pt x="16571" y="21159"/>
                  <a:pt x="16585" y="21174"/>
                </a:cubicBezTo>
                <a:cubicBezTo>
                  <a:pt x="16585" y="21188"/>
                  <a:pt x="16571" y="21232"/>
                  <a:pt x="16571" y="21247"/>
                </a:cubicBezTo>
                <a:cubicBezTo>
                  <a:pt x="16571" y="21232"/>
                  <a:pt x="16556" y="21218"/>
                  <a:pt x="16556" y="21188"/>
                </a:cubicBezTo>
                <a:cubicBezTo>
                  <a:pt x="16556" y="21174"/>
                  <a:pt x="16571" y="21144"/>
                  <a:pt x="16571" y="21115"/>
                </a:cubicBezTo>
                <a:close/>
                <a:moveTo>
                  <a:pt x="16718" y="21056"/>
                </a:moveTo>
                <a:cubicBezTo>
                  <a:pt x="16718" y="21100"/>
                  <a:pt x="16733" y="21115"/>
                  <a:pt x="16733" y="21159"/>
                </a:cubicBezTo>
                <a:cubicBezTo>
                  <a:pt x="16718" y="21188"/>
                  <a:pt x="16703" y="21232"/>
                  <a:pt x="16703" y="21262"/>
                </a:cubicBezTo>
                <a:cubicBezTo>
                  <a:pt x="16703" y="21232"/>
                  <a:pt x="16688" y="21203"/>
                  <a:pt x="16688" y="21174"/>
                </a:cubicBezTo>
                <a:cubicBezTo>
                  <a:pt x="16703" y="21144"/>
                  <a:pt x="16703" y="21100"/>
                  <a:pt x="16718" y="21056"/>
                </a:cubicBezTo>
                <a:close/>
                <a:moveTo>
                  <a:pt x="16895" y="21012"/>
                </a:moveTo>
                <a:lnTo>
                  <a:pt x="16939" y="21115"/>
                </a:lnTo>
                <a:cubicBezTo>
                  <a:pt x="16924" y="21174"/>
                  <a:pt x="16909" y="21218"/>
                  <a:pt x="16895" y="21262"/>
                </a:cubicBezTo>
                <a:cubicBezTo>
                  <a:pt x="16865" y="21232"/>
                  <a:pt x="16850" y="21188"/>
                  <a:pt x="16850" y="21159"/>
                </a:cubicBezTo>
                <a:cubicBezTo>
                  <a:pt x="16850" y="21100"/>
                  <a:pt x="16865" y="21056"/>
                  <a:pt x="16895" y="21012"/>
                </a:cubicBezTo>
                <a:close/>
                <a:moveTo>
                  <a:pt x="17822" y="21012"/>
                </a:moveTo>
                <a:cubicBezTo>
                  <a:pt x="17866" y="21041"/>
                  <a:pt x="17925" y="21085"/>
                  <a:pt x="17954" y="21144"/>
                </a:cubicBezTo>
                <a:cubicBezTo>
                  <a:pt x="17925" y="21218"/>
                  <a:pt x="17866" y="21262"/>
                  <a:pt x="17822" y="21335"/>
                </a:cubicBezTo>
                <a:cubicBezTo>
                  <a:pt x="17792" y="21262"/>
                  <a:pt x="17748" y="21232"/>
                  <a:pt x="17719" y="21188"/>
                </a:cubicBezTo>
                <a:cubicBezTo>
                  <a:pt x="17748" y="21144"/>
                  <a:pt x="17792" y="21071"/>
                  <a:pt x="17822" y="21012"/>
                </a:cubicBezTo>
                <a:close/>
                <a:moveTo>
                  <a:pt x="17498" y="21056"/>
                </a:moveTo>
                <a:cubicBezTo>
                  <a:pt x="17527" y="21100"/>
                  <a:pt x="17571" y="21144"/>
                  <a:pt x="17601" y="21188"/>
                </a:cubicBezTo>
                <a:cubicBezTo>
                  <a:pt x="17571" y="21247"/>
                  <a:pt x="17527" y="21321"/>
                  <a:pt x="17498" y="21380"/>
                </a:cubicBezTo>
                <a:cubicBezTo>
                  <a:pt x="17454" y="21335"/>
                  <a:pt x="17439" y="21306"/>
                  <a:pt x="17410" y="21247"/>
                </a:cubicBezTo>
                <a:cubicBezTo>
                  <a:pt x="17439" y="21188"/>
                  <a:pt x="17483" y="21144"/>
                  <a:pt x="17498" y="21056"/>
                </a:cubicBezTo>
                <a:close/>
                <a:moveTo>
                  <a:pt x="17218" y="21144"/>
                </a:moveTo>
                <a:cubicBezTo>
                  <a:pt x="17233" y="21174"/>
                  <a:pt x="17277" y="21218"/>
                  <a:pt x="17307" y="21247"/>
                </a:cubicBezTo>
                <a:cubicBezTo>
                  <a:pt x="17277" y="21306"/>
                  <a:pt x="17262" y="21350"/>
                  <a:pt x="17218" y="21409"/>
                </a:cubicBezTo>
                <a:cubicBezTo>
                  <a:pt x="17204" y="21394"/>
                  <a:pt x="17204" y="21380"/>
                  <a:pt x="17189" y="21350"/>
                </a:cubicBezTo>
                <a:cubicBezTo>
                  <a:pt x="17159" y="21335"/>
                  <a:pt x="17159" y="21321"/>
                  <a:pt x="17145" y="21306"/>
                </a:cubicBezTo>
                <a:cubicBezTo>
                  <a:pt x="17159" y="21247"/>
                  <a:pt x="17204" y="21188"/>
                  <a:pt x="17218" y="21144"/>
                </a:cubicBezTo>
                <a:close/>
                <a:moveTo>
                  <a:pt x="16983" y="21218"/>
                </a:moveTo>
                <a:lnTo>
                  <a:pt x="17042" y="21321"/>
                </a:lnTo>
                <a:cubicBezTo>
                  <a:pt x="17012" y="21380"/>
                  <a:pt x="16983" y="21424"/>
                  <a:pt x="16968" y="21468"/>
                </a:cubicBezTo>
                <a:lnTo>
                  <a:pt x="16909" y="21365"/>
                </a:lnTo>
                <a:cubicBezTo>
                  <a:pt x="16939" y="21306"/>
                  <a:pt x="16968" y="21247"/>
                  <a:pt x="16983" y="21218"/>
                </a:cubicBezTo>
                <a:close/>
                <a:moveTo>
                  <a:pt x="16644" y="21321"/>
                </a:moveTo>
                <a:cubicBezTo>
                  <a:pt x="16644" y="21335"/>
                  <a:pt x="16674" y="21380"/>
                  <a:pt x="16674" y="21394"/>
                </a:cubicBezTo>
                <a:cubicBezTo>
                  <a:pt x="16644" y="21424"/>
                  <a:pt x="16644" y="21468"/>
                  <a:pt x="16630" y="21483"/>
                </a:cubicBezTo>
                <a:cubicBezTo>
                  <a:pt x="16615" y="21453"/>
                  <a:pt x="16615" y="21424"/>
                  <a:pt x="16615" y="21409"/>
                </a:cubicBezTo>
                <a:cubicBezTo>
                  <a:pt x="16630" y="21380"/>
                  <a:pt x="16630" y="21335"/>
                  <a:pt x="16644" y="21321"/>
                </a:cubicBezTo>
                <a:close/>
                <a:moveTo>
                  <a:pt x="16792" y="21262"/>
                </a:moveTo>
                <a:cubicBezTo>
                  <a:pt x="16806" y="21306"/>
                  <a:pt x="16836" y="21335"/>
                  <a:pt x="16836" y="21365"/>
                </a:cubicBezTo>
                <a:cubicBezTo>
                  <a:pt x="16821" y="21394"/>
                  <a:pt x="16792" y="21453"/>
                  <a:pt x="16777" y="21483"/>
                </a:cubicBezTo>
                <a:cubicBezTo>
                  <a:pt x="16762" y="21453"/>
                  <a:pt x="16762" y="21409"/>
                  <a:pt x="16733" y="21394"/>
                </a:cubicBezTo>
                <a:cubicBezTo>
                  <a:pt x="16762" y="21365"/>
                  <a:pt x="16777" y="21306"/>
                  <a:pt x="16792" y="21262"/>
                </a:cubicBezTo>
                <a:close/>
                <a:moveTo>
                  <a:pt x="17660" y="21262"/>
                </a:moveTo>
                <a:cubicBezTo>
                  <a:pt x="17704" y="21306"/>
                  <a:pt x="17733" y="21365"/>
                  <a:pt x="17763" y="21394"/>
                </a:cubicBezTo>
                <a:cubicBezTo>
                  <a:pt x="17733" y="21453"/>
                  <a:pt x="17675" y="21527"/>
                  <a:pt x="17645" y="21586"/>
                </a:cubicBezTo>
                <a:cubicBezTo>
                  <a:pt x="17630" y="21541"/>
                  <a:pt x="17586" y="21483"/>
                  <a:pt x="17557" y="21453"/>
                </a:cubicBezTo>
                <a:cubicBezTo>
                  <a:pt x="17586" y="21394"/>
                  <a:pt x="17630" y="21321"/>
                  <a:pt x="17660" y="21262"/>
                </a:cubicBezTo>
                <a:close/>
                <a:moveTo>
                  <a:pt x="17365" y="21335"/>
                </a:moveTo>
                <a:cubicBezTo>
                  <a:pt x="17410" y="21380"/>
                  <a:pt x="17424" y="21409"/>
                  <a:pt x="17454" y="21468"/>
                </a:cubicBezTo>
                <a:lnTo>
                  <a:pt x="17351" y="21630"/>
                </a:lnTo>
                <a:cubicBezTo>
                  <a:pt x="17307" y="21600"/>
                  <a:pt x="17292" y="21541"/>
                  <a:pt x="17277" y="21512"/>
                </a:cubicBezTo>
                <a:cubicBezTo>
                  <a:pt x="17307" y="21453"/>
                  <a:pt x="17336" y="21394"/>
                  <a:pt x="17365" y="21335"/>
                </a:cubicBezTo>
                <a:close/>
                <a:moveTo>
                  <a:pt x="17086" y="21394"/>
                </a:moveTo>
                <a:cubicBezTo>
                  <a:pt x="17096" y="21394"/>
                  <a:pt x="17099" y="21401"/>
                  <a:pt x="17096" y="21401"/>
                </a:cubicBezTo>
                <a:cubicBezTo>
                  <a:pt x="17094" y="21401"/>
                  <a:pt x="17091" y="21399"/>
                  <a:pt x="17086" y="21394"/>
                </a:cubicBezTo>
                <a:lnTo>
                  <a:pt x="17086" y="21394"/>
                </a:lnTo>
                <a:cubicBezTo>
                  <a:pt x="17130" y="21453"/>
                  <a:pt x="17145" y="21468"/>
                  <a:pt x="17159" y="21512"/>
                </a:cubicBezTo>
                <a:cubicBezTo>
                  <a:pt x="17130" y="21556"/>
                  <a:pt x="17115" y="21615"/>
                  <a:pt x="17071" y="21674"/>
                </a:cubicBezTo>
                <a:cubicBezTo>
                  <a:pt x="17071" y="21659"/>
                  <a:pt x="17056" y="21659"/>
                  <a:pt x="17056" y="21630"/>
                </a:cubicBezTo>
                <a:cubicBezTo>
                  <a:pt x="17042" y="21600"/>
                  <a:pt x="17012" y="21586"/>
                  <a:pt x="17012" y="21541"/>
                </a:cubicBezTo>
                <a:cubicBezTo>
                  <a:pt x="17042" y="21512"/>
                  <a:pt x="17071" y="21453"/>
                  <a:pt x="17086" y="21394"/>
                </a:cubicBezTo>
                <a:close/>
                <a:moveTo>
                  <a:pt x="16556" y="21556"/>
                </a:moveTo>
                <a:cubicBezTo>
                  <a:pt x="16556" y="21586"/>
                  <a:pt x="16556" y="21600"/>
                  <a:pt x="16571" y="21615"/>
                </a:cubicBezTo>
                <a:cubicBezTo>
                  <a:pt x="16571" y="21630"/>
                  <a:pt x="16556" y="21674"/>
                  <a:pt x="16556" y="21689"/>
                </a:cubicBezTo>
                <a:cubicBezTo>
                  <a:pt x="16541" y="21674"/>
                  <a:pt x="16541" y="21659"/>
                  <a:pt x="16541" y="21630"/>
                </a:cubicBezTo>
                <a:cubicBezTo>
                  <a:pt x="16541" y="21615"/>
                  <a:pt x="16556" y="21586"/>
                  <a:pt x="16556" y="21556"/>
                </a:cubicBezTo>
                <a:close/>
                <a:moveTo>
                  <a:pt x="16688" y="21512"/>
                </a:moveTo>
                <a:cubicBezTo>
                  <a:pt x="16703" y="21541"/>
                  <a:pt x="16718" y="21556"/>
                  <a:pt x="16718" y="21600"/>
                </a:cubicBezTo>
                <a:lnTo>
                  <a:pt x="16674" y="21703"/>
                </a:lnTo>
                <a:cubicBezTo>
                  <a:pt x="16674" y="21674"/>
                  <a:pt x="16644" y="21644"/>
                  <a:pt x="16644" y="21615"/>
                </a:cubicBezTo>
                <a:cubicBezTo>
                  <a:pt x="16674" y="21586"/>
                  <a:pt x="16688" y="21541"/>
                  <a:pt x="16688" y="21512"/>
                </a:cubicBezTo>
                <a:close/>
                <a:moveTo>
                  <a:pt x="16865" y="21453"/>
                </a:moveTo>
                <a:lnTo>
                  <a:pt x="16924" y="21556"/>
                </a:lnTo>
                <a:cubicBezTo>
                  <a:pt x="16909" y="21615"/>
                  <a:pt x="16865" y="21659"/>
                  <a:pt x="16850" y="21703"/>
                </a:cubicBezTo>
                <a:cubicBezTo>
                  <a:pt x="16836" y="21674"/>
                  <a:pt x="16836" y="21630"/>
                  <a:pt x="16806" y="21600"/>
                </a:cubicBezTo>
                <a:cubicBezTo>
                  <a:pt x="16836" y="21541"/>
                  <a:pt x="16850" y="21512"/>
                  <a:pt x="16865" y="21453"/>
                </a:cubicBezTo>
                <a:close/>
                <a:moveTo>
                  <a:pt x="17513" y="21527"/>
                </a:moveTo>
                <a:cubicBezTo>
                  <a:pt x="17557" y="21556"/>
                  <a:pt x="17586" y="21615"/>
                  <a:pt x="17616" y="21644"/>
                </a:cubicBezTo>
                <a:cubicBezTo>
                  <a:pt x="17586" y="21703"/>
                  <a:pt x="17542" y="21777"/>
                  <a:pt x="17498" y="21836"/>
                </a:cubicBezTo>
                <a:cubicBezTo>
                  <a:pt x="17454" y="21777"/>
                  <a:pt x="17424" y="21747"/>
                  <a:pt x="17410" y="21689"/>
                </a:cubicBezTo>
                <a:lnTo>
                  <a:pt x="17513" y="21527"/>
                </a:lnTo>
                <a:close/>
                <a:moveTo>
                  <a:pt x="17218" y="21586"/>
                </a:moveTo>
                <a:cubicBezTo>
                  <a:pt x="17233" y="21615"/>
                  <a:pt x="17277" y="21659"/>
                  <a:pt x="17292" y="21703"/>
                </a:cubicBezTo>
                <a:cubicBezTo>
                  <a:pt x="17262" y="21762"/>
                  <a:pt x="17233" y="21821"/>
                  <a:pt x="17204" y="21880"/>
                </a:cubicBezTo>
                <a:cubicBezTo>
                  <a:pt x="17189" y="21836"/>
                  <a:pt x="17145" y="21792"/>
                  <a:pt x="17130" y="21747"/>
                </a:cubicBezTo>
                <a:cubicBezTo>
                  <a:pt x="17159" y="21689"/>
                  <a:pt x="17174" y="21630"/>
                  <a:pt x="17218" y="21586"/>
                </a:cubicBezTo>
                <a:close/>
                <a:moveTo>
                  <a:pt x="16497" y="21836"/>
                </a:moveTo>
                <a:lnTo>
                  <a:pt x="16497" y="21850"/>
                </a:lnTo>
                <a:cubicBezTo>
                  <a:pt x="16497" y="21880"/>
                  <a:pt x="16482" y="21895"/>
                  <a:pt x="16482" y="21895"/>
                </a:cubicBezTo>
                <a:lnTo>
                  <a:pt x="16482" y="21880"/>
                </a:lnTo>
                <a:cubicBezTo>
                  <a:pt x="16482" y="21850"/>
                  <a:pt x="16482" y="21836"/>
                  <a:pt x="16497" y="21836"/>
                </a:cubicBezTo>
                <a:close/>
                <a:moveTo>
                  <a:pt x="16983" y="21659"/>
                </a:moveTo>
                <a:cubicBezTo>
                  <a:pt x="16983" y="21674"/>
                  <a:pt x="16998" y="21674"/>
                  <a:pt x="16998" y="21689"/>
                </a:cubicBezTo>
                <a:cubicBezTo>
                  <a:pt x="17012" y="21703"/>
                  <a:pt x="17042" y="21747"/>
                  <a:pt x="17042" y="21762"/>
                </a:cubicBezTo>
                <a:cubicBezTo>
                  <a:pt x="16998" y="21821"/>
                  <a:pt x="16983" y="21880"/>
                  <a:pt x="16939" y="21909"/>
                </a:cubicBezTo>
                <a:lnTo>
                  <a:pt x="16895" y="21806"/>
                </a:lnTo>
                <a:cubicBezTo>
                  <a:pt x="16924" y="21747"/>
                  <a:pt x="16939" y="21689"/>
                  <a:pt x="16983" y="21659"/>
                </a:cubicBezTo>
                <a:close/>
                <a:moveTo>
                  <a:pt x="16615" y="21762"/>
                </a:moveTo>
                <a:cubicBezTo>
                  <a:pt x="16615" y="21777"/>
                  <a:pt x="16630" y="21821"/>
                  <a:pt x="16630" y="21836"/>
                </a:cubicBezTo>
                <a:cubicBezTo>
                  <a:pt x="16615" y="21880"/>
                  <a:pt x="16615" y="21909"/>
                  <a:pt x="16600" y="21924"/>
                </a:cubicBezTo>
                <a:cubicBezTo>
                  <a:pt x="16600" y="21909"/>
                  <a:pt x="16571" y="21880"/>
                  <a:pt x="16571" y="21850"/>
                </a:cubicBezTo>
                <a:cubicBezTo>
                  <a:pt x="16600" y="21821"/>
                  <a:pt x="16600" y="21777"/>
                  <a:pt x="16615" y="21762"/>
                </a:cubicBezTo>
                <a:close/>
                <a:moveTo>
                  <a:pt x="16777" y="21703"/>
                </a:moveTo>
                <a:cubicBezTo>
                  <a:pt x="16777" y="21733"/>
                  <a:pt x="16792" y="21762"/>
                  <a:pt x="16821" y="21792"/>
                </a:cubicBezTo>
                <a:cubicBezTo>
                  <a:pt x="16792" y="21836"/>
                  <a:pt x="16777" y="21895"/>
                  <a:pt x="16762" y="21924"/>
                </a:cubicBezTo>
                <a:cubicBezTo>
                  <a:pt x="16747" y="21895"/>
                  <a:pt x="16747" y="21865"/>
                  <a:pt x="16718" y="21836"/>
                </a:cubicBezTo>
                <a:cubicBezTo>
                  <a:pt x="16733" y="21792"/>
                  <a:pt x="16762" y="21747"/>
                  <a:pt x="16777" y="21703"/>
                </a:cubicBezTo>
                <a:close/>
                <a:moveTo>
                  <a:pt x="17351" y="21777"/>
                </a:moveTo>
                <a:cubicBezTo>
                  <a:pt x="17380" y="21821"/>
                  <a:pt x="17410" y="21880"/>
                  <a:pt x="17439" y="21909"/>
                </a:cubicBezTo>
                <a:cubicBezTo>
                  <a:pt x="17410" y="21939"/>
                  <a:pt x="17380" y="21998"/>
                  <a:pt x="17351" y="22042"/>
                </a:cubicBezTo>
                <a:cubicBezTo>
                  <a:pt x="17336" y="22057"/>
                  <a:pt x="17336" y="22071"/>
                  <a:pt x="17307" y="22086"/>
                </a:cubicBezTo>
                <a:cubicBezTo>
                  <a:pt x="17292" y="22057"/>
                  <a:pt x="17262" y="22012"/>
                  <a:pt x="17233" y="21968"/>
                </a:cubicBezTo>
                <a:cubicBezTo>
                  <a:pt x="17277" y="21895"/>
                  <a:pt x="17307" y="21836"/>
                  <a:pt x="17351" y="21777"/>
                </a:cubicBezTo>
                <a:close/>
                <a:moveTo>
                  <a:pt x="17086" y="21836"/>
                </a:moveTo>
                <a:cubicBezTo>
                  <a:pt x="17101" y="21880"/>
                  <a:pt x="17130" y="21909"/>
                  <a:pt x="17159" y="21954"/>
                </a:cubicBezTo>
                <a:cubicBezTo>
                  <a:pt x="17130" y="21998"/>
                  <a:pt x="17086" y="22057"/>
                  <a:pt x="17071" y="22115"/>
                </a:cubicBezTo>
                <a:cubicBezTo>
                  <a:pt x="17042" y="22071"/>
                  <a:pt x="17012" y="22042"/>
                  <a:pt x="16998" y="21998"/>
                </a:cubicBezTo>
                <a:cubicBezTo>
                  <a:pt x="17042" y="21954"/>
                  <a:pt x="17056" y="21895"/>
                  <a:pt x="17086" y="21836"/>
                </a:cubicBezTo>
                <a:close/>
                <a:moveTo>
                  <a:pt x="16512" y="22027"/>
                </a:moveTo>
                <a:cubicBezTo>
                  <a:pt x="16512" y="22042"/>
                  <a:pt x="16512" y="22057"/>
                  <a:pt x="16541" y="22071"/>
                </a:cubicBezTo>
                <a:cubicBezTo>
                  <a:pt x="16512" y="22101"/>
                  <a:pt x="16512" y="22130"/>
                  <a:pt x="16497" y="22145"/>
                </a:cubicBezTo>
                <a:lnTo>
                  <a:pt x="16497" y="22101"/>
                </a:lnTo>
                <a:cubicBezTo>
                  <a:pt x="16497" y="22071"/>
                  <a:pt x="16512" y="22042"/>
                  <a:pt x="16512" y="22027"/>
                </a:cubicBezTo>
                <a:close/>
                <a:moveTo>
                  <a:pt x="16674" y="21954"/>
                </a:moveTo>
                <a:cubicBezTo>
                  <a:pt x="16688" y="21983"/>
                  <a:pt x="16688" y="21998"/>
                  <a:pt x="16703" y="22042"/>
                </a:cubicBezTo>
                <a:lnTo>
                  <a:pt x="16644" y="22145"/>
                </a:lnTo>
                <a:cubicBezTo>
                  <a:pt x="16644" y="22115"/>
                  <a:pt x="16630" y="22086"/>
                  <a:pt x="16630" y="22057"/>
                </a:cubicBezTo>
                <a:cubicBezTo>
                  <a:pt x="16630" y="22042"/>
                  <a:pt x="16644" y="21983"/>
                  <a:pt x="16674" y="21954"/>
                </a:cubicBezTo>
                <a:close/>
                <a:moveTo>
                  <a:pt x="16850" y="21895"/>
                </a:moveTo>
                <a:cubicBezTo>
                  <a:pt x="16865" y="21909"/>
                  <a:pt x="16865" y="21924"/>
                  <a:pt x="16865" y="21954"/>
                </a:cubicBezTo>
                <a:cubicBezTo>
                  <a:pt x="16865" y="21968"/>
                  <a:pt x="16880" y="21983"/>
                  <a:pt x="16880" y="21998"/>
                </a:cubicBezTo>
                <a:cubicBezTo>
                  <a:pt x="16865" y="22057"/>
                  <a:pt x="16836" y="22101"/>
                  <a:pt x="16806" y="22145"/>
                </a:cubicBezTo>
                <a:cubicBezTo>
                  <a:pt x="16792" y="22115"/>
                  <a:pt x="16792" y="22071"/>
                  <a:pt x="16777" y="22042"/>
                </a:cubicBezTo>
                <a:cubicBezTo>
                  <a:pt x="16792" y="21983"/>
                  <a:pt x="16836" y="21954"/>
                  <a:pt x="16850" y="21895"/>
                </a:cubicBezTo>
                <a:close/>
                <a:moveTo>
                  <a:pt x="16453" y="22263"/>
                </a:moveTo>
                <a:lnTo>
                  <a:pt x="16453" y="22292"/>
                </a:lnTo>
                <a:cubicBezTo>
                  <a:pt x="16453" y="22307"/>
                  <a:pt x="16424" y="22336"/>
                  <a:pt x="16424" y="22336"/>
                </a:cubicBezTo>
                <a:lnTo>
                  <a:pt x="16424" y="22321"/>
                </a:lnTo>
                <a:cubicBezTo>
                  <a:pt x="16424" y="22292"/>
                  <a:pt x="16453" y="22277"/>
                  <a:pt x="16453" y="22263"/>
                </a:cubicBezTo>
                <a:close/>
                <a:moveTo>
                  <a:pt x="17204" y="22042"/>
                </a:moveTo>
                <a:cubicBezTo>
                  <a:pt x="17218" y="22071"/>
                  <a:pt x="17248" y="22115"/>
                  <a:pt x="17277" y="22160"/>
                </a:cubicBezTo>
                <a:lnTo>
                  <a:pt x="17159" y="22336"/>
                </a:lnTo>
                <a:cubicBezTo>
                  <a:pt x="17145" y="22292"/>
                  <a:pt x="17130" y="22263"/>
                  <a:pt x="17086" y="22204"/>
                </a:cubicBezTo>
                <a:lnTo>
                  <a:pt x="17204" y="22042"/>
                </a:lnTo>
                <a:close/>
                <a:moveTo>
                  <a:pt x="16556" y="22189"/>
                </a:moveTo>
                <a:cubicBezTo>
                  <a:pt x="16556" y="22204"/>
                  <a:pt x="16571" y="22248"/>
                  <a:pt x="16571" y="22263"/>
                </a:cubicBezTo>
                <a:lnTo>
                  <a:pt x="16538" y="22340"/>
                </a:lnTo>
                <a:cubicBezTo>
                  <a:pt x="16538" y="22329"/>
                  <a:pt x="16534" y="22314"/>
                  <a:pt x="16527" y="22292"/>
                </a:cubicBezTo>
                <a:cubicBezTo>
                  <a:pt x="16541" y="22263"/>
                  <a:pt x="16541" y="22218"/>
                  <a:pt x="16556" y="22189"/>
                </a:cubicBezTo>
                <a:close/>
                <a:moveTo>
                  <a:pt x="16718" y="22145"/>
                </a:moveTo>
                <a:cubicBezTo>
                  <a:pt x="16733" y="22160"/>
                  <a:pt x="16762" y="22204"/>
                  <a:pt x="16762" y="22218"/>
                </a:cubicBezTo>
                <a:lnTo>
                  <a:pt x="16762" y="22248"/>
                </a:lnTo>
                <a:cubicBezTo>
                  <a:pt x="16747" y="22277"/>
                  <a:pt x="16703" y="22336"/>
                  <a:pt x="16688" y="22366"/>
                </a:cubicBezTo>
                <a:cubicBezTo>
                  <a:pt x="16674" y="22336"/>
                  <a:pt x="16674" y="22292"/>
                  <a:pt x="16674" y="22277"/>
                </a:cubicBezTo>
                <a:cubicBezTo>
                  <a:pt x="16688" y="22248"/>
                  <a:pt x="16703" y="22189"/>
                  <a:pt x="16718" y="22145"/>
                </a:cubicBezTo>
                <a:close/>
                <a:moveTo>
                  <a:pt x="16968" y="22101"/>
                </a:moveTo>
                <a:cubicBezTo>
                  <a:pt x="16968" y="22130"/>
                  <a:pt x="16983" y="22160"/>
                  <a:pt x="16998" y="22204"/>
                </a:cubicBezTo>
                <a:cubicBezTo>
                  <a:pt x="16968" y="22263"/>
                  <a:pt x="16939" y="22321"/>
                  <a:pt x="16909" y="22366"/>
                </a:cubicBezTo>
                <a:cubicBezTo>
                  <a:pt x="16895" y="22336"/>
                  <a:pt x="16865" y="22292"/>
                  <a:pt x="16865" y="22263"/>
                </a:cubicBezTo>
                <a:cubicBezTo>
                  <a:pt x="16909" y="22204"/>
                  <a:pt x="16924" y="22145"/>
                  <a:pt x="16968" y="22101"/>
                </a:cubicBezTo>
                <a:close/>
                <a:moveTo>
                  <a:pt x="17042" y="22277"/>
                </a:moveTo>
                <a:cubicBezTo>
                  <a:pt x="17056" y="22321"/>
                  <a:pt x="17071" y="22351"/>
                  <a:pt x="17115" y="22395"/>
                </a:cubicBezTo>
                <a:lnTo>
                  <a:pt x="16998" y="22557"/>
                </a:lnTo>
                <a:lnTo>
                  <a:pt x="16939" y="22439"/>
                </a:lnTo>
                <a:cubicBezTo>
                  <a:pt x="16983" y="22395"/>
                  <a:pt x="17012" y="22336"/>
                  <a:pt x="17042" y="22277"/>
                </a:cubicBezTo>
                <a:close/>
                <a:moveTo>
                  <a:pt x="16482" y="22454"/>
                </a:moveTo>
                <a:cubicBezTo>
                  <a:pt x="16482" y="22483"/>
                  <a:pt x="16482" y="22498"/>
                  <a:pt x="16497" y="22513"/>
                </a:cubicBezTo>
                <a:cubicBezTo>
                  <a:pt x="16482" y="22527"/>
                  <a:pt x="16482" y="22572"/>
                  <a:pt x="16468" y="22586"/>
                </a:cubicBezTo>
                <a:cubicBezTo>
                  <a:pt x="16453" y="22572"/>
                  <a:pt x="16453" y="22557"/>
                  <a:pt x="16453" y="22527"/>
                </a:cubicBezTo>
                <a:cubicBezTo>
                  <a:pt x="16468" y="22513"/>
                  <a:pt x="16468" y="22483"/>
                  <a:pt x="16482" y="22454"/>
                </a:cubicBezTo>
                <a:close/>
                <a:moveTo>
                  <a:pt x="16792" y="22336"/>
                </a:moveTo>
                <a:cubicBezTo>
                  <a:pt x="16836" y="22366"/>
                  <a:pt x="16836" y="22410"/>
                  <a:pt x="16850" y="22439"/>
                </a:cubicBezTo>
                <a:cubicBezTo>
                  <a:pt x="16821" y="22498"/>
                  <a:pt x="16792" y="22527"/>
                  <a:pt x="16762" y="22586"/>
                </a:cubicBezTo>
                <a:cubicBezTo>
                  <a:pt x="16747" y="22557"/>
                  <a:pt x="16747" y="22513"/>
                  <a:pt x="16718" y="22483"/>
                </a:cubicBezTo>
                <a:cubicBezTo>
                  <a:pt x="16733" y="22424"/>
                  <a:pt x="16777" y="22395"/>
                  <a:pt x="16792" y="22336"/>
                </a:cubicBezTo>
                <a:close/>
                <a:moveTo>
                  <a:pt x="16615" y="22395"/>
                </a:moveTo>
                <a:cubicBezTo>
                  <a:pt x="16615" y="22424"/>
                  <a:pt x="16630" y="22439"/>
                  <a:pt x="16630" y="22483"/>
                </a:cubicBezTo>
                <a:cubicBezTo>
                  <a:pt x="16615" y="22513"/>
                  <a:pt x="16585" y="22557"/>
                  <a:pt x="16571" y="22616"/>
                </a:cubicBezTo>
                <a:cubicBezTo>
                  <a:pt x="16571" y="22572"/>
                  <a:pt x="16571" y="22527"/>
                  <a:pt x="16556" y="22513"/>
                </a:cubicBezTo>
                <a:cubicBezTo>
                  <a:pt x="16571" y="22483"/>
                  <a:pt x="16600" y="22439"/>
                  <a:pt x="16615" y="22395"/>
                </a:cubicBezTo>
                <a:close/>
                <a:moveTo>
                  <a:pt x="16365" y="22704"/>
                </a:moveTo>
                <a:lnTo>
                  <a:pt x="16365" y="22719"/>
                </a:lnTo>
                <a:cubicBezTo>
                  <a:pt x="16365" y="22733"/>
                  <a:pt x="16350" y="22748"/>
                  <a:pt x="16350" y="22778"/>
                </a:cubicBezTo>
                <a:lnTo>
                  <a:pt x="16350" y="22763"/>
                </a:lnTo>
                <a:cubicBezTo>
                  <a:pt x="16350" y="22733"/>
                  <a:pt x="16365" y="22719"/>
                  <a:pt x="16365" y="22704"/>
                </a:cubicBezTo>
                <a:close/>
                <a:moveTo>
                  <a:pt x="16497" y="22630"/>
                </a:moveTo>
                <a:cubicBezTo>
                  <a:pt x="16497" y="22645"/>
                  <a:pt x="16512" y="22689"/>
                  <a:pt x="16512" y="22704"/>
                </a:cubicBezTo>
                <a:lnTo>
                  <a:pt x="16468" y="22807"/>
                </a:lnTo>
                <a:lnTo>
                  <a:pt x="16468" y="22733"/>
                </a:lnTo>
                <a:cubicBezTo>
                  <a:pt x="16482" y="22704"/>
                  <a:pt x="16497" y="22660"/>
                  <a:pt x="16497" y="22630"/>
                </a:cubicBezTo>
                <a:close/>
                <a:moveTo>
                  <a:pt x="16688" y="22586"/>
                </a:moveTo>
                <a:cubicBezTo>
                  <a:pt x="16703" y="22630"/>
                  <a:pt x="16703" y="22660"/>
                  <a:pt x="16718" y="22689"/>
                </a:cubicBezTo>
                <a:cubicBezTo>
                  <a:pt x="16703" y="22719"/>
                  <a:pt x="16674" y="22778"/>
                  <a:pt x="16644" y="22807"/>
                </a:cubicBezTo>
                <a:cubicBezTo>
                  <a:pt x="16644" y="22792"/>
                  <a:pt x="16630" y="22748"/>
                  <a:pt x="16630" y="22733"/>
                </a:cubicBezTo>
                <a:cubicBezTo>
                  <a:pt x="16615" y="22733"/>
                  <a:pt x="16615" y="22733"/>
                  <a:pt x="16615" y="22719"/>
                </a:cubicBezTo>
                <a:cubicBezTo>
                  <a:pt x="16630" y="22689"/>
                  <a:pt x="16674" y="22630"/>
                  <a:pt x="16688" y="22586"/>
                </a:cubicBezTo>
                <a:close/>
                <a:moveTo>
                  <a:pt x="16895" y="22542"/>
                </a:moveTo>
                <a:lnTo>
                  <a:pt x="16939" y="22645"/>
                </a:lnTo>
                <a:lnTo>
                  <a:pt x="16836" y="22807"/>
                </a:lnTo>
                <a:cubicBezTo>
                  <a:pt x="16821" y="22778"/>
                  <a:pt x="16821" y="22733"/>
                  <a:pt x="16792" y="22704"/>
                </a:cubicBezTo>
                <a:cubicBezTo>
                  <a:pt x="16836" y="22645"/>
                  <a:pt x="16850" y="22586"/>
                  <a:pt x="16895" y="22542"/>
                </a:cubicBezTo>
                <a:close/>
                <a:moveTo>
                  <a:pt x="16409" y="22881"/>
                </a:moveTo>
                <a:lnTo>
                  <a:pt x="16409" y="22940"/>
                </a:lnTo>
                <a:cubicBezTo>
                  <a:pt x="16394" y="22984"/>
                  <a:pt x="16394" y="22998"/>
                  <a:pt x="16365" y="23028"/>
                </a:cubicBezTo>
                <a:lnTo>
                  <a:pt x="16365" y="22984"/>
                </a:lnTo>
                <a:cubicBezTo>
                  <a:pt x="16394" y="22940"/>
                  <a:pt x="16394" y="22925"/>
                  <a:pt x="16409" y="22881"/>
                </a:cubicBezTo>
                <a:close/>
                <a:moveTo>
                  <a:pt x="16762" y="22778"/>
                </a:moveTo>
                <a:cubicBezTo>
                  <a:pt x="16762" y="22836"/>
                  <a:pt x="16777" y="22851"/>
                  <a:pt x="16792" y="22881"/>
                </a:cubicBezTo>
                <a:cubicBezTo>
                  <a:pt x="16762" y="22940"/>
                  <a:pt x="16747" y="22984"/>
                  <a:pt x="16703" y="23028"/>
                </a:cubicBezTo>
                <a:cubicBezTo>
                  <a:pt x="16688" y="22998"/>
                  <a:pt x="16688" y="22954"/>
                  <a:pt x="16674" y="22925"/>
                </a:cubicBezTo>
                <a:cubicBezTo>
                  <a:pt x="16703" y="22866"/>
                  <a:pt x="16718" y="22836"/>
                  <a:pt x="16762" y="22778"/>
                </a:cubicBezTo>
                <a:close/>
                <a:moveTo>
                  <a:pt x="16556" y="22836"/>
                </a:moveTo>
                <a:cubicBezTo>
                  <a:pt x="16556" y="22866"/>
                  <a:pt x="16571" y="22881"/>
                  <a:pt x="16571" y="22925"/>
                </a:cubicBezTo>
                <a:cubicBezTo>
                  <a:pt x="16556" y="22954"/>
                  <a:pt x="16512" y="22998"/>
                  <a:pt x="16497" y="23057"/>
                </a:cubicBezTo>
                <a:lnTo>
                  <a:pt x="16497" y="23013"/>
                </a:lnTo>
                <a:lnTo>
                  <a:pt x="16497" y="22954"/>
                </a:lnTo>
                <a:cubicBezTo>
                  <a:pt x="16512" y="22925"/>
                  <a:pt x="16541" y="22881"/>
                  <a:pt x="16556" y="22836"/>
                </a:cubicBezTo>
                <a:close/>
                <a:moveTo>
                  <a:pt x="16291" y="23146"/>
                </a:moveTo>
                <a:lnTo>
                  <a:pt x="16291" y="23160"/>
                </a:lnTo>
                <a:cubicBezTo>
                  <a:pt x="16291" y="23175"/>
                  <a:pt x="16276" y="23190"/>
                  <a:pt x="16276" y="23219"/>
                </a:cubicBezTo>
                <a:lnTo>
                  <a:pt x="16276" y="23204"/>
                </a:lnTo>
                <a:cubicBezTo>
                  <a:pt x="16276" y="23175"/>
                  <a:pt x="16291" y="23160"/>
                  <a:pt x="16291" y="23146"/>
                </a:cubicBezTo>
                <a:close/>
                <a:moveTo>
                  <a:pt x="16615" y="23057"/>
                </a:moveTo>
                <a:cubicBezTo>
                  <a:pt x="16630" y="23087"/>
                  <a:pt x="16630" y="23131"/>
                  <a:pt x="16644" y="23146"/>
                </a:cubicBezTo>
                <a:cubicBezTo>
                  <a:pt x="16615" y="23175"/>
                  <a:pt x="16600" y="23234"/>
                  <a:pt x="16556" y="23263"/>
                </a:cubicBezTo>
                <a:cubicBezTo>
                  <a:pt x="16541" y="23234"/>
                  <a:pt x="16541" y="23204"/>
                  <a:pt x="16541" y="23175"/>
                </a:cubicBezTo>
                <a:cubicBezTo>
                  <a:pt x="16556" y="23116"/>
                  <a:pt x="16600" y="23087"/>
                  <a:pt x="16615" y="23057"/>
                </a:cubicBezTo>
                <a:close/>
                <a:moveTo>
                  <a:pt x="16424" y="23087"/>
                </a:moveTo>
                <a:cubicBezTo>
                  <a:pt x="16424" y="23101"/>
                  <a:pt x="16424" y="23146"/>
                  <a:pt x="16438" y="23160"/>
                </a:cubicBezTo>
                <a:lnTo>
                  <a:pt x="16394" y="23278"/>
                </a:lnTo>
                <a:cubicBezTo>
                  <a:pt x="16394" y="23234"/>
                  <a:pt x="16394" y="23219"/>
                  <a:pt x="16365" y="23204"/>
                </a:cubicBezTo>
                <a:lnTo>
                  <a:pt x="16424" y="23087"/>
                </a:lnTo>
                <a:close/>
                <a:moveTo>
                  <a:pt x="16321" y="23322"/>
                </a:moveTo>
                <a:lnTo>
                  <a:pt x="16321" y="23381"/>
                </a:lnTo>
                <a:cubicBezTo>
                  <a:pt x="16306" y="23425"/>
                  <a:pt x="16276" y="23440"/>
                  <a:pt x="16276" y="23469"/>
                </a:cubicBezTo>
                <a:lnTo>
                  <a:pt x="16276" y="23425"/>
                </a:lnTo>
                <a:cubicBezTo>
                  <a:pt x="16291" y="23381"/>
                  <a:pt x="16291" y="23366"/>
                  <a:pt x="16321" y="23322"/>
                </a:cubicBezTo>
                <a:close/>
                <a:moveTo>
                  <a:pt x="16482" y="23278"/>
                </a:moveTo>
                <a:cubicBezTo>
                  <a:pt x="16482" y="23307"/>
                  <a:pt x="16497" y="23322"/>
                  <a:pt x="16497" y="23366"/>
                </a:cubicBezTo>
                <a:cubicBezTo>
                  <a:pt x="16482" y="23396"/>
                  <a:pt x="16453" y="23440"/>
                  <a:pt x="16424" y="23499"/>
                </a:cubicBezTo>
                <a:cubicBezTo>
                  <a:pt x="16409" y="23455"/>
                  <a:pt x="16409" y="23440"/>
                  <a:pt x="16409" y="23396"/>
                </a:cubicBezTo>
                <a:cubicBezTo>
                  <a:pt x="16424" y="23366"/>
                  <a:pt x="16453" y="23322"/>
                  <a:pt x="16482" y="23278"/>
                </a:cubicBezTo>
                <a:close/>
                <a:moveTo>
                  <a:pt x="16188" y="23587"/>
                </a:moveTo>
                <a:lnTo>
                  <a:pt x="16188" y="23602"/>
                </a:lnTo>
                <a:cubicBezTo>
                  <a:pt x="16188" y="23616"/>
                  <a:pt x="16173" y="23631"/>
                  <a:pt x="16173" y="23661"/>
                </a:cubicBezTo>
                <a:lnTo>
                  <a:pt x="16173" y="23631"/>
                </a:lnTo>
                <a:cubicBezTo>
                  <a:pt x="16173" y="23616"/>
                  <a:pt x="16188" y="23602"/>
                  <a:pt x="16188" y="23587"/>
                </a:cubicBezTo>
                <a:close/>
                <a:moveTo>
                  <a:pt x="16335" y="23528"/>
                </a:moveTo>
                <a:cubicBezTo>
                  <a:pt x="16335" y="23543"/>
                  <a:pt x="16335" y="23587"/>
                  <a:pt x="16350" y="23602"/>
                </a:cubicBezTo>
                <a:lnTo>
                  <a:pt x="16291" y="23719"/>
                </a:lnTo>
                <a:cubicBezTo>
                  <a:pt x="16276" y="23675"/>
                  <a:pt x="16276" y="23661"/>
                  <a:pt x="16276" y="23631"/>
                </a:cubicBezTo>
                <a:lnTo>
                  <a:pt x="16335" y="23528"/>
                </a:lnTo>
                <a:close/>
                <a:moveTo>
                  <a:pt x="16203" y="23764"/>
                </a:moveTo>
                <a:lnTo>
                  <a:pt x="16203" y="23822"/>
                </a:lnTo>
                <a:cubicBezTo>
                  <a:pt x="16193" y="23832"/>
                  <a:pt x="16183" y="23855"/>
                  <a:pt x="16173" y="23874"/>
                </a:cubicBezTo>
                <a:lnTo>
                  <a:pt x="16173" y="23874"/>
                </a:lnTo>
                <a:cubicBezTo>
                  <a:pt x="16173" y="23871"/>
                  <a:pt x="16173" y="23869"/>
                  <a:pt x="16173" y="23867"/>
                </a:cubicBezTo>
                <a:cubicBezTo>
                  <a:pt x="16188" y="23822"/>
                  <a:pt x="16203" y="23808"/>
                  <a:pt x="16203" y="23764"/>
                </a:cubicBezTo>
                <a:close/>
                <a:moveTo>
                  <a:pt x="16085" y="24043"/>
                </a:moveTo>
                <a:lnTo>
                  <a:pt x="16085" y="24058"/>
                </a:lnTo>
                <a:cubicBezTo>
                  <a:pt x="16085" y="24087"/>
                  <a:pt x="16056" y="24102"/>
                  <a:pt x="16056" y="24102"/>
                </a:cubicBezTo>
                <a:cubicBezTo>
                  <a:pt x="16056" y="24087"/>
                  <a:pt x="16085" y="24058"/>
                  <a:pt x="16085" y="24043"/>
                </a:cubicBezTo>
                <a:close/>
                <a:moveTo>
                  <a:pt x="18528" y="20364"/>
                </a:moveTo>
                <a:cubicBezTo>
                  <a:pt x="19705" y="21144"/>
                  <a:pt x="21103" y="21556"/>
                  <a:pt x="22457" y="21983"/>
                </a:cubicBezTo>
                <a:cubicBezTo>
                  <a:pt x="24194" y="22498"/>
                  <a:pt x="25975" y="23057"/>
                  <a:pt x="27270" y="24279"/>
                </a:cubicBezTo>
                <a:cubicBezTo>
                  <a:pt x="28962" y="25897"/>
                  <a:pt x="29580" y="28694"/>
                  <a:pt x="28933" y="31740"/>
                </a:cubicBezTo>
                <a:cubicBezTo>
                  <a:pt x="28918" y="31843"/>
                  <a:pt x="28888" y="31975"/>
                  <a:pt x="28844" y="32078"/>
                </a:cubicBezTo>
                <a:cubicBezTo>
                  <a:pt x="29271" y="29062"/>
                  <a:pt x="28535" y="26383"/>
                  <a:pt x="26828" y="24705"/>
                </a:cubicBezTo>
                <a:cubicBezTo>
                  <a:pt x="25548" y="23455"/>
                  <a:pt x="23841" y="22866"/>
                  <a:pt x="22192" y="22292"/>
                </a:cubicBezTo>
                <a:cubicBezTo>
                  <a:pt x="20868" y="21836"/>
                  <a:pt x="19499" y="21380"/>
                  <a:pt x="18396" y="20570"/>
                </a:cubicBezTo>
                <a:cubicBezTo>
                  <a:pt x="18440" y="20497"/>
                  <a:pt x="18484" y="20423"/>
                  <a:pt x="18528" y="20364"/>
                </a:cubicBezTo>
                <a:close/>
                <a:moveTo>
                  <a:pt x="18351" y="20644"/>
                </a:moveTo>
                <a:cubicBezTo>
                  <a:pt x="19485" y="21453"/>
                  <a:pt x="20839" y="21924"/>
                  <a:pt x="22163" y="22395"/>
                </a:cubicBezTo>
                <a:cubicBezTo>
                  <a:pt x="23811" y="22954"/>
                  <a:pt x="25518" y="23543"/>
                  <a:pt x="26769" y="24779"/>
                </a:cubicBezTo>
                <a:cubicBezTo>
                  <a:pt x="28491" y="26471"/>
                  <a:pt x="29212" y="29194"/>
                  <a:pt x="28756" y="32226"/>
                </a:cubicBezTo>
                <a:cubicBezTo>
                  <a:pt x="28712" y="32402"/>
                  <a:pt x="28697" y="32579"/>
                  <a:pt x="28638" y="32770"/>
                </a:cubicBezTo>
                <a:lnTo>
                  <a:pt x="28638" y="32711"/>
                </a:lnTo>
                <a:cubicBezTo>
                  <a:pt x="28815" y="30945"/>
                  <a:pt x="28741" y="27619"/>
                  <a:pt x="26298" y="25206"/>
                </a:cubicBezTo>
                <a:cubicBezTo>
                  <a:pt x="25077" y="23970"/>
                  <a:pt x="23458" y="23322"/>
                  <a:pt x="21883" y="22719"/>
                </a:cubicBezTo>
                <a:cubicBezTo>
                  <a:pt x="20544" y="22189"/>
                  <a:pt x="19264" y="21689"/>
                  <a:pt x="18234" y="20850"/>
                </a:cubicBezTo>
                <a:cubicBezTo>
                  <a:pt x="18263" y="20776"/>
                  <a:pt x="18322" y="20688"/>
                  <a:pt x="18351" y="20644"/>
                </a:cubicBezTo>
                <a:close/>
                <a:moveTo>
                  <a:pt x="18160" y="20923"/>
                </a:moveTo>
                <a:cubicBezTo>
                  <a:pt x="19205" y="21762"/>
                  <a:pt x="20485" y="22277"/>
                  <a:pt x="21839" y="22792"/>
                </a:cubicBezTo>
                <a:cubicBezTo>
                  <a:pt x="23399" y="23396"/>
                  <a:pt x="25003" y="24043"/>
                  <a:pt x="26225" y="25265"/>
                </a:cubicBezTo>
                <a:cubicBezTo>
                  <a:pt x="28624" y="27649"/>
                  <a:pt x="28697" y="30945"/>
                  <a:pt x="28535" y="32711"/>
                </a:cubicBezTo>
                <a:cubicBezTo>
                  <a:pt x="28550" y="32844"/>
                  <a:pt x="28535" y="32991"/>
                  <a:pt x="28506" y="33138"/>
                </a:cubicBezTo>
                <a:cubicBezTo>
                  <a:pt x="28491" y="33182"/>
                  <a:pt x="28476" y="33226"/>
                  <a:pt x="28462" y="33285"/>
                </a:cubicBezTo>
                <a:lnTo>
                  <a:pt x="28462" y="33182"/>
                </a:lnTo>
                <a:cubicBezTo>
                  <a:pt x="28565" y="30195"/>
                  <a:pt x="27638" y="27546"/>
                  <a:pt x="25813" y="25706"/>
                </a:cubicBezTo>
                <a:cubicBezTo>
                  <a:pt x="24606" y="24485"/>
                  <a:pt x="23090" y="23808"/>
                  <a:pt x="21589" y="23160"/>
                </a:cubicBezTo>
                <a:cubicBezTo>
                  <a:pt x="20294" y="22572"/>
                  <a:pt x="19043" y="22027"/>
                  <a:pt x="18028" y="21115"/>
                </a:cubicBezTo>
                <a:cubicBezTo>
                  <a:pt x="18057" y="21041"/>
                  <a:pt x="18116" y="20997"/>
                  <a:pt x="18160" y="20923"/>
                </a:cubicBezTo>
                <a:close/>
                <a:moveTo>
                  <a:pt x="18028" y="21174"/>
                </a:moveTo>
                <a:cubicBezTo>
                  <a:pt x="19043" y="22071"/>
                  <a:pt x="20294" y="22630"/>
                  <a:pt x="21604" y="23219"/>
                </a:cubicBezTo>
                <a:cubicBezTo>
                  <a:pt x="23075" y="23867"/>
                  <a:pt x="24591" y="24544"/>
                  <a:pt x="25769" y="25750"/>
                </a:cubicBezTo>
                <a:cubicBezTo>
                  <a:pt x="27579" y="27575"/>
                  <a:pt x="28521" y="30224"/>
                  <a:pt x="28388" y="33182"/>
                </a:cubicBezTo>
                <a:cubicBezTo>
                  <a:pt x="28388" y="33300"/>
                  <a:pt x="28373" y="33403"/>
                  <a:pt x="28373" y="33521"/>
                </a:cubicBezTo>
                <a:cubicBezTo>
                  <a:pt x="28344" y="33594"/>
                  <a:pt x="28315" y="33653"/>
                  <a:pt x="28285" y="33727"/>
                </a:cubicBezTo>
                <a:lnTo>
                  <a:pt x="28285" y="33653"/>
                </a:lnTo>
                <a:cubicBezTo>
                  <a:pt x="28256" y="30739"/>
                  <a:pt x="27211" y="28090"/>
                  <a:pt x="25327" y="26177"/>
                </a:cubicBezTo>
                <a:cubicBezTo>
                  <a:pt x="24179" y="24985"/>
                  <a:pt x="22737" y="24279"/>
                  <a:pt x="21354" y="23587"/>
                </a:cubicBezTo>
                <a:cubicBezTo>
                  <a:pt x="20073" y="22940"/>
                  <a:pt x="18837" y="22336"/>
                  <a:pt x="17895" y="21380"/>
                </a:cubicBezTo>
                <a:cubicBezTo>
                  <a:pt x="17939" y="21306"/>
                  <a:pt x="17998" y="21247"/>
                  <a:pt x="18028" y="21174"/>
                </a:cubicBezTo>
                <a:close/>
                <a:moveTo>
                  <a:pt x="28344" y="33815"/>
                </a:moveTo>
                <a:cubicBezTo>
                  <a:pt x="28329" y="33844"/>
                  <a:pt x="28329" y="33889"/>
                  <a:pt x="28329" y="33918"/>
                </a:cubicBezTo>
                <a:cubicBezTo>
                  <a:pt x="28315" y="33962"/>
                  <a:pt x="28285" y="34021"/>
                  <a:pt x="28285" y="34050"/>
                </a:cubicBezTo>
                <a:lnTo>
                  <a:pt x="28285" y="33947"/>
                </a:lnTo>
                <a:cubicBezTo>
                  <a:pt x="28314" y="33903"/>
                  <a:pt x="28329" y="33844"/>
                  <a:pt x="28344" y="33815"/>
                </a:cubicBezTo>
                <a:close/>
                <a:moveTo>
                  <a:pt x="17866" y="21453"/>
                </a:moveTo>
                <a:cubicBezTo>
                  <a:pt x="18822" y="22410"/>
                  <a:pt x="20059" y="23013"/>
                  <a:pt x="21339" y="23661"/>
                </a:cubicBezTo>
                <a:cubicBezTo>
                  <a:pt x="22722" y="24338"/>
                  <a:pt x="24135" y="25059"/>
                  <a:pt x="25298" y="26236"/>
                </a:cubicBezTo>
                <a:cubicBezTo>
                  <a:pt x="27152" y="28134"/>
                  <a:pt x="28182" y="30754"/>
                  <a:pt x="28241" y="33653"/>
                </a:cubicBezTo>
                <a:cubicBezTo>
                  <a:pt x="28197" y="33741"/>
                  <a:pt x="28197" y="33830"/>
                  <a:pt x="28197" y="33918"/>
                </a:cubicBezTo>
                <a:cubicBezTo>
                  <a:pt x="28167" y="33992"/>
                  <a:pt x="28123" y="34095"/>
                  <a:pt x="28108" y="34168"/>
                </a:cubicBezTo>
                <a:lnTo>
                  <a:pt x="28108" y="34124"/>
                </a:lnTo>
                <a:cubicBezTo>
                  <a:pt x="27932" y="31269"/>
                  <a:pt x="26784" y="28694"/>
                  <a:pt x="24841" y="26677"/>
                </a:cubicBezTo>
                <a:cubicBezTo>
                  <a:pt x="23738" y="25515"/>
                  <a:pt x="22384" y="24779"/>
                  <a:pt x="21118" y="24058"/>
                </a:cubicBezTo>
                <a:cubicBezTo>
                  <a:pt x="19853" y="23352"/>
                  <a:pt x="18631" y="22660"/>
                  <a:pt x="17733" y="21659"/>
                </a:cubicBezTo>
                <a:cubicBezTo>
                  <a:pt x="17778" y="21586"/>
                  <a:pt x="17822" y="21527"/>
                  <a:pt x="17866" y="21453"/>
                </a:cubicBezTo>
                <a:close/>
                <a:moveTo>
                  <a:pt x="28197" y="34168"/>
                </a:moveTo>
                <a:lnTo>
                  <a:pt x="28197" y="34168"/>
                </a:lnTo>
                <a:cubicBezTo>
                  <a:pt x="28197" y="34212"/>
                  <a:pt x="28182" y="34271"/>
                  <a:pt x="28182" y="34345"/>
                </a:cubicBezTo>
                <a:cubicBezTo>
                  <a:pt x="28167" y="34404"/>
                  <a:pt x="28138" y="34477"/>
                  <a:pt x="28108" y="34536"/>
                </a:cubicBezTo>
                <a:lnTo>
                  <a:pt x="28108" y="34359"/>
                </a:lnTo>
                <a:cubicBezTo>
                  <a:pt x="28123" y="34315"/>
                  <a:pt x="28138" y="34256"/>
                  <a:pt x="28182" y="34198"/>
                </a:cubicBezTo>
                <a:cubicBezTo>
                  <a:pt x="28182" y="34183"/>
                  <a:pt x="28197" y="34183"/>
                  <a:pt x="28197" y="34168"/>
                </a:cubicBezTo>
                <a:close/>
                <a:moveTo>
                  <a:pt x="17660" y="21703"/>
                </a:moveTo>
                <a:cubicBezTo>
                  <a:pt x="18557" y="22733"/>
                  <a:pt x="19779" y="23425"/>
                  <a:pt x="21059" y="24117"/>
                </a:cubicBezTo>
                <a:cubicBezTo>
                  <a:pt x="22354" y="24838"/>
                  <a:pt x="23664" y="25574"/>
                  <a:pt x="24768" y="26707"/>
                </a:cubicBezTo>
                <a:cubicBezTo>
                  <a:pt x="26696" y="28723"/>
                  <a:pt x="27829" y="31269"/>
                  <a:pt x="28020" y="34109"/>
                </a:cubicBezTo>
                <a:cubicBezTo>
                  <a:pt x="28020" y="34183"/>
                  <a:pt x="28020" y="34256"/>
                  <a:pt x="28035" y="34330"/>
                </a:cubicBezTo>
                <a:lnTo>
                  <a:pt x="27932" y="34610"/>
                </a:lnTo>
                <a:lnTo>
                  <a:pt x="27932" y="34580"/>
                </a:lnTo>
                <a:cubicBezTo>
                  <a:pt x="27593" y="31858"/>
                  <a:pt x="26357" y="29282"/>
                  <a:pt x="24326" y="27148"/>
                </a:cubicBezTo>
                <a:cubicBezTo>
                  <a:pt x="23267" y="26045"/>
                  <a:pt x="22031" y="25279"/>
                  <a:pt x="20868" y="24544"/>
                </a:cubicBezTo>
                <a:cubicBezTo>
                  <a:pt x="19588" y="23749"/>
                  <a:pt x="18381" y="22998"/>
                  <a:pt x="17527" y="21895"/>
                </a:cubicBezTo>
                <a:cubicBezTo>
                  <a:pt x="17571" y="21836"/>
                  <a:pt x="17630" y="21762"/>
                  <a:pt x="17660" y="21703"/>
                </a:cubicBezTo>
                <a:close/>
                <a:moveTo>
                  <a:pt x="28138" y="34654"/>
                </a:moveTo>
                <a:cubicBezTo>
                  <a:pt x="28167" y="34698"/>
                  <a:pt x="28167" y="34713"/>
                  <a:pt x="28138" y="34757"/>
                </a:cubicBezTo>
                <a:cubicBezTo>
                  <a:pt x="28123" y="34786"/>
                  <a:pt x="28123" y="34830"/>
                  <a:pt x="28108" y="34860"/>
                </a:cubicBezTo>
                <a:lnTo>
                  <a:pt x="28108" y="34771"/>
                </a:lnTo>
                <a:cubicBezTo>
                  <a:pt x="28123" y="34727"/>
                  <a:pt x="28123" y="34698"/>
                  <a:pt x="28138" y="34654"/>
                </a:cubicBezTo>
                <a:close/>
                <a:moveTo>
                  <a:pt x="28035" y="34551"/>
                </a:moveTo>
                <a:lnTo>
                  <a:pt x="28035" y="34757"/>
                </a:lnTo>
                <a:cubicBezTo>
                  <a:pt x="28020" y="34830"/>
                  <a:pt x="27976" y="34904"/>
                  <a:pt x="27961" y="34978"/>
                </a:cubicBezTo>
                <a:lnTo>
                  <a:pt x="27961" y="34992"/>
                </a:lnTo>
                <a:cubicBezTo>
                  <a:pt x="27961" y="34919"/>
                  <a:pt x="27947" y="34860"/>
                  <a:pt x="27947" y="34786"/>
                </a:cubicBezTo>
                <a:cubicBezTo>
                  <a:pt x="27976" y="34698"/>
                  <a:pt x="28020" y="34624"/>
                  <a:pt x="28035" y="34551"/>
                </a:cubicBezTo>
                <a:close/>
                <a:moveTo>
                  <a:pt x="17498" y="21968"/>
                </a:moveTo>
                <a:cubicBezTo>
                  <a:pt x="18351" y="23072"/>
                  <a:pt x="19558" y="23822"/>
                  <a:pt x="20824" y="24617"/>
                </a:cubicBezTo>
                <a:cubicBezTo>
                  <a:pt x="22001" y="25353"/>
                  <a:pt x="23208" y="26104"/>
                  <a:pt x="24267" y="27207"/>
                </a:cubicBezTo>
                <a:cubicBezTo>
                  <a:pt x="26284" y="29326"/>
                  <a:pt x="27520" y="31887"/>
                  <a:pt x="27829" y="34610"/>
                </a:cubicBezTo>
                <a:cubicBezTo>
                  <a:pt x="27829" y="34654"/>
                  <a:pt x="27844" y="34713"/>
                  <a:pt x="27844" y="34771"/>
                </a:cubicBezTo>
                <a:cubicBezTo>
                  <a:pt x="27814" y="34860"/>
                  <a:pt x="27770" y="34978"/>
                  <a:pt x="27741" y="35066"/>
                </a:cubicBezTo>
                <a:lnTo>
                  <a:pt x="27741" y="35051"/>
                </a:lnTo>
                <a:cubicBezTo>
                  <a:pt x="27299" y="32432"/>
                  <a:pt x="25989" y="29945"/>
                  <a:pt x="23826" y="27649"/>
                </a:cubicBezTo>
                <a:cubicBezTo>
                  <a:pt x="22825" y="26604"/>
                  <a:pt x="21722" y="25824"/>
                  <a:pt x="20662" y="25073"/>
                </a:cubicBezTo>
                <a:cubicBezTo>
                  <a:pt x="19382" y="24190"/>
                  <a:pt x="18175" y="23352"/>
                  <a:pt x="17365" y="22145"/>
                </a:cubicBezTo>
                <a:cubicBezTo>
                  <a:pt x="17380" y="22130"/>
                  <a:pt x="17395" y="22086"/>
                  <a:pt x="17424" y="22071"/>
                </a:cubicBezTo>
                <a:cubicBezTo>
                  <a:pt x="17439" y="22042"/>
                  <a:pt x="17468" y="21998"/>
                  <a:pt x="17498" y="21968"/>
                </a:cubicBezTo>
                <a:close/>
                <a:moveTo>
                  <a:pt x="28050" y="35022"/>
                </a:moveTo>
                <a:cubicBezTo>
                  <a:pt x="28035" y="35066"/>
                  <a:pt x="28035" y="35125"/>
                  <a:pt x="28035" y="35169"/>
                </a:cubicBezTo>
                <a:cubicBezTo>
                  <a:pt x="28020" y="35228"/>
                  <a:pt x="28005" y="35301"/>
                  <a:pt x="27976" y="35360"/>
                </a:cubicBezTo>
                <a:lnTo>
                  <a:pt x="27976" y="35213"/>
                </a:lnTo>
                <a:cubicBezTo>
                  <a:pt x="28005" y="35154"/>
                  <a:pt x="28020" y="35081"/>
                  <a:pt x="28050" y="35022"/>
                </a:cubicBezTo>
                <a:close/>
                <a:moveTo>
                  <a:pt x="27873" y="34948"/>
                </a:moveTo>
                <a:cubicBezTo>
                  <a:pt x="27873" y="35022"/>
                  <a:pt x="27888" y="35095"/>
                  <a:pt x="27888" y="35169"/>
                </a:cubicBezTo>
                <a:cubicBezTo>
                  <a:pt x="27858" y="35287"/>
                  <a:pt x="27829" y="35375"/>
                  <a:pt x="27799" y="35448"/>
                </a:cubicBezTo>
                <a:cubicBezTo>
                  <a:pt x="27799" y="35375"/>
                  <a:pt x="27785" y="35301"/>
                  <a:pt x="27755" y="35242"/>
                </a:cubicBezTo>
                <a:cubicBezTo>
                  <a:pt x="27799" y="35154"/>
                  <a:pt x="27829" y="35051"/>
                  <a:pt x="27873" y="34948"/>
                </a:cubicBezTo>
                <a:close/>
                <a:moveTo>
                  <a:pt x="17307" y="22218"/>
                </a:moveTo>
                <a:cubicBezTo>
                  <a:pt x="18116" y="23425"/>
                  <a:pt x="19337" y="24264"/>
                  <a:pt x="20603" y="25147"/>
                </a:cubicBezTo>
                <a:cubicBezTo>
                  <a:pt x="21677" y="25883"/>
                  <a:pt x="22781" y="26663"/>
                  <a:pt x="23767" y="27708"/>
                </a:cubicBezTo>
                <a:cubicBezTo>
                  <a:pt x="25916" y="29989"/>
                  <a:pt x="27225" y="32476"/>
                  <a:pt x="27652" y="35081"/>
                </a:cubicBezTo>
                <a:cubicBezTo>
                  <a:pt x="27652" y="35139"/>
                  <a:pt x="27667" y="35198"/>
                  <a:pt x="27667" y="35228"/>
                </a:cubicBezTo>
                <a:cubicBezTo>
                  <a:pt x="27638" y="35360"/>
                  <a:pt x="27593" y="35463"/>
                  <a:pt x="27564" y="35581"/>
                </a:cubicBezTo>
                <a:lnTo>
                  <a:pt x="27564" y="35537"/>
                </a:lnTo>
                <a:cubicBezTo>
                  <a:pt x="27019" y="33035"/>
                  <a:pt x="25651" y="30636"/>
                  <a:pt x="23326" y="28149"/>
                </a:cubicBezTo>
                <a:cubicBezTo>
                  <a:pt x="22428" y="27163"/>
                  <a:pt x="21427" y="26398"/>
                  <a:pt x="20471" y="25662"/>
                </a:cubicBezTo>
                <a:cubicBezTo>
                  <a:pt x="19190" y="24676"/>
                  <a:pt x="17954" y="23719"/>
                  <a:pt x="17204" y="22410"/>
                </a:cubicBezTo>
                <a:cubicBezTo>
                  <a:pt x="17233" y="22351"/>
                  <a:pt x="17277" y="22292"/>
                  <a:pt x="17307" y="22218"/>
                </a:cubicBezTo>
                <a:close/>
                <a:moveTo>
                  <a:pt x="28020" y="35508"/>
                </a:moveTo>
                <a:lnTo>
                  <a:pt x="28020" y="35508"/>
                </a:lnTo>
                <a:cubicBezTo>
                  <a:pt x="28005" y="35537"/>
                  <a:pt x="28005" y="35566"/>
                  <a:pt x="28005" y="35581"/>
                </a:cubicBezTo>
                <a:cubicBezTo>
                  <a:pt x="28005" y="35610"/>
                  <a:pt x="27976" y="35640"/>
                  <a:pt x="27976" y="35669"/>
                </a:cubicBezTo>
                <a:lnTo>
                  <a:pt x="27976" y="35596"/>
                </a:lnTo>
                <a:cubicBezTo>
                  <a:pt x="28005" y="35566"/>
                  <a:pt x="28005" y="35537"/>
                  <a:pt x="28020" y="35508"/>
                </a:cubicBezTo>
                <a:close/>
                <a:moveTo>
                  <a:pt x="27902" y="35390"/>
                </a:moveTo>
                <a:cubicBezTo>
                  <a:pt x="27888" y="35463"/>
                  <a:pt x="27902" y="35537"/>
                  <a:pt x="27902" y="35596"/>
                </a:cubicBezTo>
                <a:cubicBezTo>
                  <a:pt x="27888" y="35669"/>
                  <a:pt x="27858" y="35743"/>
                  <a:pt x="27829" y="35816"/>
                </a:cubicBezTo>
                <a:cubicBezTo>
                  <a:pt x="27829" y="35757"/>
                  <a:pt x="27814" y="35684"/>
                  <a:pt x="27814" y="35625"/>
                </a:cubicBezTo>
                <a:cubicBezTo>
                  <a:pt x="27858" y="35551"/>
                  <a:pt x="27873" y="35463"/>
                  <a:pt x="27902" y="35390"/>
                </a:cubicBezTo>
                <a:close/>
                <a:moveTo>
                  <a:pt x="27711" y="35419"/>
                </a:moveTo>
                <a:cubicBezTo>
                  <a:pt x="27726" y="35493"/>
                  <a:pt x="27726" y="35566"/>
                  <a:pt x="27726" y="35654"/>
                </a:cubicBezTo>
                <a:cubicBezTo>
                  <a:pt x="27682" y="35743"/>
                  <a:pt x="27652" y="35860"/>
                  <a:pt x="27608" y="35949"/>
                </a:cubicBezTo>
                <a:cubicBezTo>
                  <a:pt x="27593" y="35875"/>
                  <a:pt x="27593" y="35816"/>
                  <a:pt x="27579" y="35743"/>
                </a:cubicBezTo>
                <a:cubicBezTo>
                  <a:pt x="27638" y="35640"/>
                  <a:pt x="27667" y="35522"/>
                  <a:pt x="27711" y="35419"/>
                </a:cubicBezTo>
                <a:close/>
                <a:moveTo>
                  <a:pt x="17145" y="22483"/>
                </a:moveTo>
                <a:cubicBezTo>
                  <a:pt x="17925" y="23793"/>
                  <a:pt x="19131" y="24720"/>
                  <a:pt x="20412" y="25721"/>
                </a:cubicBezTo>
                <a:cubicBezTo>
                  <a:pt x="21383" y="26457"/>
                  <a:pt x="22369" y="27222"/>
                  <a:pt x="23267" y="28179"/>
                </a:cubicBezTo>
                <a:cubicBezTo>
                  <a:pt x="25563" y="30666"/>
                  <a:pt x="26946" y="33064"/>
                  <a:pt x="27490" y="35537"/>
                </a:cubicBezTo>
                <a:cubicBezTo>
                  <a:pt x="27505" y="35596"/>
                  <a:pt x="27505" y="35654"/>
                  <a:pt x="27520" y="35713"/>
                </a:cubicBezTo>
                <a:cubicBezTo>
                  <a:pt x="27490" y="35802"/>
                  <a:pt x="27461" y="35875"/>
                  <a:pt x="27446" y="35949"/>
                </a:cubicBezTo>
                <a:cubicBezTo>
                  <a:pt x="27432" y="36008"/>
                  <a:pt x="27402" y="36052"/>
                  <a:pt x="27387" y="36096"/>
                </a:cubicBezTo>
                <a:cubicBezTo>
                  <a:pt x="27387" y="36052"/>
                  <a:pt x="27373" y="36037"/>
                  <a:pt x="27373" y="36008"/>
                </a:cubicBezTo>
                <a:cubicBezTo>
                  <a:pt x="26769" y="33609"/>
                  <a:pt x="25401" y="31401"/>
                  <a:pt x="22825" y="28620"/>
                </a:cubicBezTo>
                <a:cubicBezTo>
                  <a:pt x="22016" y="27737"/>
                  <a:pt x="21162" y="27001"/>
                  <a:pt x="20323" y="26295"/>
                </a:cubicBezTo>
                <a:cubicBezTo>
                  <a:pt x="18999" y="25162"/>
                  <a:pt x="17733" y="24087"/>
                  <a:pt x="17042" y="22645"/>
                </a:cubicBezTo>
                <a:lnTo>
                  <a:pt x="17145" y="22483"/>
                </a:lnTo>
                <a:close/>
                <a:moveTo>
                  <a:pt x="27902" y="35907"/>
                </a:moveTo>
                <a:cubicBezTo>
                  <a:pt x="27899" y="35942"/>
                  <a:pt x="27888" y="35971"/>
                  <a:pt x="27888" y="36022"/>
                </a:cubicBezTo>
                <a:cubicBezTo>
                  <a:pt x="27873" y="36081"/>
                  <a:pt x="27858" y="36125"/>
                  <a:pt x="27858" y="36184"/>
                </a:cubicBezTo>
                <a:lnTo>
                  <a:pt x="27858" y="36052"/>
                </a:lnTo>
                <a:cubicBezTo>
                  <a:pt x="27873" y="36008"/>
                  <a:pt x="27887" y="35951"/>
                  <a:pt x="27902" y="35907"/>
                </a:cubicBezTo>
                <a:close/>
                <a:moveTo>
                  <a:pt x="27755" y="35831"/>
                </a:moveTo>
                <a:lnTo>
                  <a:pt x="27755" y="36037"/>
                </a:lnTo>
                <a:cubicBezTo>
                  <a:pt x="27741" y="36125"/>
                  <a:pt x="27711" y="36228"/>
                  <a:pt x="27682" y="36302"/>
                </a:cubicBezTo>
                <a:cubicBezTo>
                  <a:pt x="27682" y="36228"/>
                  <a:pt x="27667" y="36170"/>
                  <a:pt x="27667" y="36111"/>
                </a:cubicBezTo>
                <a:cubicBezTo>
                  <a:pt x="27711" y="36022"/>
                  <a:pt x="27726" y="35934"/>
                  <a:pt x="27755" y="35831"/>
                </a:cubicBezTo>
                <a:close/>
                <a:moveTo>
                  <a:pt x="27535" y="35905"/>
                </a:moveTo>
                <a:cubicBezTo>
                  <a:pt x="27549" y="35978"/>
                  <a:pt x="27549" y="36052"/>
                  <a:pt x="27579" y="36111"/>
                </a:cubicBezTo>
                <a:lnTo>
                  <a:pt x="27461" y="36449"/>
                </a:lnTo>
                <a:cubicBezTo>
                  <a:pt x="27446" y="36376"/>
                  <a:pt x="27446" y="36317"/>
                  <a:pt x="27432" y="36258"/>
                </a:cubicBezTo>
                <a:cubicBezTo>
                  <a:pt x="27461" y="36170"/>
                  <a:pt x="27490" y="36081"/>
                  <a:pt x="27520" y="35978"/>
                </a:cubicBezTo>
                <a:cubicBezTo>
                  <a:pt x="27520" y="35949"/>
                  <a:pt x="27535" y="35934"/>
                  <a:pt x="27535" y="35905"/>
                </a:cubicBezTo>
                <a:close/>
                <a:moveTo>
                  <a:pt x="27873" y="36390"/>
                </a:moveTo>
                <a:lnTo>
                  <a:pt x="27873" y="36449"/>
                </a:lnTo>
                <a:cubicBezTo>
                  <a:pt x="27873" y="36464"/>
                  <a:pt x="27858" y="36479"/>
                  <a:pt x="27858" y="36493"/>
                </a:cubicBezTo>
                <a:lnTo>
                  <a:pt x="27858" y="36464"/>
                </a:lnTo>
                <a:cubicBezTo>
                  <a:pt x="27858" y="36449"/>
                  <a:pt x="27873" y="36420"/>
                  <a:pt x="27873" y="36390"/>
                </a:cubicBezTo>
                <a:close/>
                <a:moveTo>
                  <a:pt x="16998" y="22748"/>
                </a:moveTo>
                <a:cubicBezTo>
                  <a:pt x="17719" y="24190"/>
                  <a:pt x="18970" y="25250"/>
                  <a:pt x="20294" y="26383"/>
                </a:cubicBezTo>
                <a:cubicBezTo>
                  <a:pt x="21118" y="27090"/>
                  <a:pt x="21986" y="27811"/>
                  <a:pt x="22796" y="28694"/>
                </a:cubicBezTo>
                <a:cubicBezTo>
                  <a:pt x="25342" y="31475"/>
                  <a:pt x="26710" y="33682"/>
                  <a:pt x="27314" y="36052"/>
                </a:cubicBezTo>
                <a:lnTo>
                  <a:pt x="27373" y="36273"/>
                </a:lnTo>
                <a:cubicBezTo>
                  <a:pt x="27299" y="36376"/>
                  <a:pt x="27270" y="36479"/>
                  <a:pt x="27225" y="36611"/>
                </a:cubicBezTo>
                <a:cubicBezTo>
                  <a:pt x="27211" y="36567"/>
                  <a:pt x="27211" y="36537"/>
                  <a:pt x="27181" y="36493"/>
                </a:cubicBezTo>
                <a:cubicBezTo>
                  <a:pt x="26343" y="33697"/>
                  <a:pt x="24415" y="31416"/>
                  <a:pt x="22325" y="29135"/>
                </a:cubicBezTo>
                <a:cubicBezTo>
                  <a:pt x="21633" y="28370"/>
                  <a:pt x="20912" y="27693"/>
                  <a:pt x="20220" y="27045"/>
                </a:cubicBezTo>
                <a:cubicBezTo>
                  <a:pt x="18764" y="25691"/>
                  <a:pt x="17513" y="24529"/>
                  <a:pt x="16880" y="22925"/>
                </a:cubicBezTo>
                <a:lnTo>
                  <a:pt x="16998" y="22748"/>
                </a:lnTo>
                <a:close/>
                <a:moveTo>
                  <a:pt x="27785" y="36302"/>
                </a:moveTo>
                <a:lnTo>
                  <a:pt x="27770" y="36464"/>
                </a:lnTo>
                <a:lnTo>
                  <a:pt x="27726" y="36685"/>
                </a:lnTo>
                <a:cubicBezTo>
                  <a:pt x="27726" y="36626"/>
                  <a:pt x="27711" y="36567"/>
                  <a:pt x="27711" y="36523"/>
                </a:cubicBezTo>
                <a:cubicBezTo>
                  <a:pt x="27726" y="36449"/>
                  <a:pt x="27755" y="36361"/>
                  <a:pt x="27785" y="36302"/>
                </a:cubicBezTo>
                <a:close/>
                <a:moveTo>
                  <a:pt x="27593" y="36302"/>
                </a:moveTo>
                <a:cubicBezTo>
                  <a:pt x="27593" y="36376"/>
                  <a:pt x="27608" y="36420"/>
                  <a:pt x="27608" y="36493"/>
                </a:cubicBezTo>
                <a:cubicBezTo>
                  <a:pt x="27593" y="36596"/>
                  <a:pt x="27564" y="36699"/>
                  <a:pt x="27535" y="36788"/>
                </a:cubicBezTo>
                <a:cubicBezTo>
                  <a:pt x="27520" y="36729"/>
                  <a:pt x="27520" y="36670"/>
                  <a:pt x="27505" y="36611"/>
                </a:cubicBezTo>
                <a:cubicBezTo>
                  <a:pt x="27535" y="36493"/>
                  <a:pt x="27549" y="36405"/>
                  <a:pt x="27593" y="36302"/>
                </a:cubicBezTo>
                <a:close/>
                <a:moveTo>
                  <a:pt x="27387" y="36405"/>
                </a:moveTo>
                <a:cubicBezTo>
                  <a:pt x="27402" y="36479"/>
                  <a:pt x="27432" y="36537"/>
                  <a:pt x="27432" y="36611"/>
                </a:cubicBezTo>
                <a:cubicBezTo>
                  <a:pt x="27387" y="36714"/>
                  <a:pt x="27358" y="36846"/>
                  <a:pt x="27314" y="36964"/>
                </a:cubicBezTo>
                <a:lnTo>
                  <a:pt x="27270" y="36743"/>
                </a:lnTo>
                <a:cubicBezTo>
                  <a:pt x="27299" y="36626"/>
                  <a:pt x="27343" y="36523"/>
                  <a:pt x="27387" y="36405"/>
                </a:cubicBezTo>
                <a:close/>
                <a:moveTo>
                  <a:pt x="27770" y="36758"/>
                </a:moveTo>
                <a:lnTo>
                  <a:pt x="27770" y="36861"/>
                </a:lnTo>
                <a:cubicBezTo>
                  <a:pt x="27755" y="36920"/>
                  <a:pt x="27755" y="36979"/>
                  <a:pt x="27741" y="37038"/>
                </a:cubicBezTo>
                <a:lnTo>
                  <a:pt x="27741" y="36920"/>
                </a:lnTo>
                <a:cubicBezTo>
                  <a:pt x="27755" y="36861"/>
                  <a:pt x="27770" y="36817"/>
                  <a:pt x="27770" y="36758"/>
                </a:cubicBezTo>
                <a:close/>
                <a:moveTo>
                  <a:pt x="16821" y="22954"/>
                </a:moveTo>
                <a:cubicBezTo>
                  <a:pt x="17454" y="24573"/>
                  <a:pt x="18734" y="25736"/>
                  <a:pt x="20162" y="27075"/>
                </a:cubicBezTo>
                <a:cubicBezTo>
                  <a:pt x="20868" y="27722"/>
                  <a:pt x="21574" y="28399"/>
                  <a:pt x="22281" y="29179"/>
                </a:cubicBezTo>
                <a:cubicBezTo>
                  <a:pt x="24356" y="31460"/>
                  <a:pt x="26269" y="33741"/>
                  <a:pt x="27122" y="36523"/>
                </a:cubicBezTo>
                <a:lnTo>
                  <a:pt x="27167" y="36743"/>
                </a:lnTo>
                <a:cubicBezTo>
                  <a:pt x="27137" y="36846"/>
                  <a:pt x="27078" y="36964"/>
                  <a:pt x="27034" y="37067"/>
                </a:cubicBezTo>
                <a:cubicBezTo>
                  <a:pt x="27019" y="37038"/>
                  <a:pt x="27019" y="36994"/>
                  <a:pt x="27005" y="36964"/>
                </a:cubicBezTo>
                <a:cubicBezTo>
                  <a:pt x="26107" y="34345"/>
                  <a:pt x="24209" y="32255"/>
                  <a:pt x="22207" y="30018"/>
                </a:cubicBezTo>
                <a:lnTo>
                  <a:pt x="21839" y="29606"/>
                </a:lnTo>
                <a:cubicBezTo>
                  <a:pt x="21280" y="28973"/>
                  <a:pt x="20721" y="28399"/>
                  <a:pt x="20162" y="27855"/>
                </a:cubicBezTo>
                <a:cubicBezTo>
                  <a:pt x="18616" y="26295"/>
                  <a:pt x="17277" y="24926"/>
                  <a:pt x="16718" y="23131"/>
                </a:cubicBezTo>
                <a:cubicBezTo>
                  <a:pt x="16762" y="23072"/>
                  <a:pt x="16792" y="23013"/>
                  <a:pt x="16821" y="22954"/>
                </a:cubicBezTo>
                <a:close/>
                <a:moveTo>
                  <a:pt x="27638" y="36743"/>
                </a:moveTo>
                <a:cubicBezTo>
                  <a:pt x="27652" y="36773"/>
                  <a:pt x="27652" y="36846"/>
                  <a:pt x="27652" y="36905"/>
                </a:cubicBezTo>
                <a:cubicBezTo>
                  <a:pt x="27638" y="36979"/>
                  <a:pt x="27608" y="37067"/>
                  <a:pt x="27579" y="37156"/>
                </a:cubicBezTo>
                <a:cubicBezTo>
                  <a:pt x="27579" y="37111"/>
                  <a:pt x="27564" y="37053"/>
                  <a:pt x="27564" y="36994"/>
                </a:cubicBezTo>
                <a:cubicBezTo>
                  <a:pt x="27579" y="36905"/>
                  <a:pt x="27608" y="36817"/>
                  <a:pt x="27638" y="36743"/>
                </a:cubicBezTo>
                <a:close/>
                <a:moveTo>
                  <a:pt x="27446" y="36788"/>
                </a:moveTo>
                <a:cubicBezTo>
                  <a:pt x="27461" y="36846"/>
                  <a:pt x="27461" y="36920"/>
                  <a:pt x="27490" y="36979"/>
                </a:cubicBezTo>
                <a:cubicBezTo>
                  <a:pt x="27461" y="37067"/>
                  <a:pt x="27432" y="37156"/>
                  <a:pt x="27402" y="37259"/>
                </a:cubicBezTo>
                <a:cubicBezTo>
                  <a:pt x="27402" y="37273"/>
                  <a:pt x="27387" y="37288"/>
                  <a:pt x="27387" y="37303"/>
                </a:cubicBezTo>
                <a:cubicBezTo>
                  <a:pt x="27373" y="37229"/>
                  <a:pt x="27373" y="37185"/>
                  <a:pt x="27358" y="37111"/>
                </a:cubicBezTo>
                <a:cubicBezTo>
                  <a:pt x="27387" y="36994"/>
                  <a:pt x="27432" y="36891"/>
                  <a:pt x="27446" y="36788"/>
                </a:cubicBezTo>
                <a:close/>
                <a:moveTo>
                  <a:pt x="27211" y="36861"/>
                </a:moveTo>
                <a:cubicBezTo>
                  <a:pt x="27225" y="36935"/>
                  <a:pt x="27240" y="37023"/>
                  <a:pt x="27270" y="37097"/>
                </a:cubicBezTo>
                <a:lnTo>
                  <a:pt x="27152" y="37435"/>
                </a:lnTo>
                <a:cubicBezTo>
                  <a:pt x="27137" y="37362"/>
                  <a:pt x="27093" y="37273"/>
                  <a:pt x="27078" y="37200"/>
                </a:cubicBezTo>
                <a:cubicBezTo>
                  <a:pt x="27122" y="37082"/>
                  <a:pt x="27167" y="36979"/>
                  <a:pt x="27211" y="36861"/>
                </a:cubicBezTo>
                <a:close/>
                <a:moveTo>
                  <a:pt x="16674" y="23234"/>
                </a:moveTo>
                <a:cubicBezTo>
                  <a:pt x="17233" y="25015"/>
                  <a:pt x="18587" y="26383"/>
                  <a:pt x="20103" y="27928"/>
                </a:cubicBezTo>
                <a:cubicBezTo>
                  <a:pt x="20662" y="28473"/>
                  <a:pt x="21236" y="29047"/>
                  <a:pt x="21780" y="29680"/>
                </a:cubicBezTo>
                <a:lnTo>
                  <a:pt x="22148" y="30092"/>
                </a:lnTo>
                <a:cubicBezTo>
                  <a:pt x="24150" y="32329"/>
                  <a:pt x="26033" y="34418"/>
                  <a:pt x="26931" y="36994"/>
                </a:cubicBezTo>
                <a:cubicBezTo>
                  <a:pt x="26946" y="37053"/>
                  <a:pt x="26975" y="37126"/>
                  <a:pt x="26990" y="37185"/>
                </a:cubicBezTo>
                <a:cubicBezTo>
                  <a:pt x="26931" y="37288"/>
                  <a:pt x="26902" y="37406"/>
                  <a:pt x="26843" y="37509"/>
                </a:cubicBezTo>
                <a:cubicBezTo>
                  <a:pt x="26843" y="37494"/>
                  <a:pt x="26828" y="37450"/>
                  <a:pt x="26828" y="37435"/>
                </a:cubicBezTo>
                <a:cubicBezTo>
                  <a:pt x="25945" y="35139"/>
                  <a:pt x="24267" y="33315"/>
                  <a:pt x="22487" y="31372"/>
                </a:cubicBezTo>
                <a:cubicBezTo>
                  <a:pt x="22119" y="30960"/>
                  <a:pt x="21707" y="30518"/>
                  <a:pt x="21339" y="30092"/>
                </a:cubicBezTo>
                <a:cubicBezTo>
                  <a:pt x="20956" y="29650"/>
                  <a:pt x="20574" y="29253"/>
                  <a:pt x="20206" y="28841"/>
                </a:cubicBezTo>
                <a:cubicBezTo>
                  <a:pt x="18513" y="27031"/>
                  <a:pt x="17042" y="25427"/>
                  <a:pt x="16571" y="23366"/>
                </a:cubicBezTo>
                <a:cubicBezTo>
                  <a:pt x="16615" y="23322"/>
                  <a:pt x="16630" y="23293"/>
                  <a:pt x="16674" y="23234"/>
                </a:cubicBezTo>
                <a:close/>
                <a:moveTo>
                  <a:pt x="27652" y="37156"/>
                </a:moveTo>
                <a:cubicBezTo>
                  <a:pt x="27667" y="37214"/>
                  <a:pt x="27667" y="37259"/>
                  <a:pt x="27667" y="37303"/>
                </a:cubicBezTo>
                <a:cubicBezTo>
                  <a:pt x="27652" y="37376"/>
                  <a:pt x="27638" y="37435"/>
                  <a:pt x="27608" y="37509"/>
                </a:cubicBezTo>
                <a:cubicBezTo>
                  <a:pt x="27608" y="37450"/>
                  <a:pt x="27608" y="37420"/>
                  <a:pt x="27593" y="37362"/>
                </a:cubicBezTo>
                <a:cubicBezTo>
                  <a:pt x="27608" y="37288"/>
                  <a:pt x="27638" y="37229"/>
                  <a:pt x="27652" y="37156"/>
                </a:cubicBezTo>
                <a:close/>
                <a:moveTo>
                  <a:pt x="27505" y="37156"/>
                </a:moveTo>
                <a:cubicBezTo>
                  <a:pt x="27505" y="37214"/>
                  <a:pt x="27520" y="37288"/>
                  <a:pt x="27520" y="37347"/>
                </a:cubicBezTo>
                <a:cubicBezTo>
                  <a:pt x="27505" y="37450"/>
                  <a:pt x="27490" y="37553"/>
                  <a:pt x="27461" y="37641"/>
                </a:cubicBezTo>
                <a:cubicBezTo>
                  <a:pt x="27446" y="37582"/>
                  <a:pt x="27446" y="37523"/>
                  <a:pt x="27432" y="37450"/>
                </a:cubicBezTo>
                <a:cubicBezTo>
                  <a:pt x="27446" y="37376"/>
                  <a:pt x="27461" y="37332"/>
                  <a:pt x="27490" y="37259"/>
                </a:cubicBezTo>
                <a:cubicBezTo>
                  <a:pt x="27490" y="37214"/>
                  <a:pt x="27505" y="37200"/>
                  <a:pt x="27505" y="37156"/>
                </a:cubicBezTo>
                <a:close/>
                <a:moveTo>
                  <a:pt x="27299" y="37259"/>
                </a:moveTo>
                <a:cubicBezTo>
                  <a:pt x="27314" y="37332"/>
                  <a:pt x="27343" y="37406"/>
                  <a:pt x="27343" y="37479"/>
                </a:cubicBezTo>
                <a:cubicBezTo>
                  <a:pt x="27314" y="37582"/>
                  <a:pt x="27284" y="37671"/>
                  <a:pt x="27240" y="37788"/>
                </a:cubicBezTo>
                <a:lnTo>
                  <a:pt x="27196" y="37568"/>
                </a:lnTo>
                <a:cubicBezTo>
                  <a:pt x="27225" y="37479"/>
                  <a:pt x="27270" y="37362"/>
                  <a:pt x="27299" y="37259"/>
                </a:cubicBezTo>
                <a:close/>
                <a:moveTo>
                  <a:pt x="27684" y="37684"/>
                </a:moveTo>
                <a:cubicBezTo>
                  <a:pt x="27682" y="37697"/>
                  <a:pt x="27682" y="37709"/>
                  <a:pt x="27682" y="37715"/>
                </a:cubicBezTo>
                <a:cubicBezTo>
                  <a:pt x="27682" y="37744"/>
                  <a:pt x="27667" y="37803"/>
                  <a:pt x="27667" y="37832"/>
                </a:cubicBezTo>
                <a:lnTo>
                  <a:pt x="27667" y="37744"/>
                </a:lnTo>
                <a:cubicBezTo>
                  <a:pt x="27674" y="37729"/>
                  <a:pt x="27678" y="37707"/>
                  <a:pt x="27684" y="37684"/>
                </a:cubicBezTo>
                <a:close/>
                <a:moveTo>
                  <a:pt x="27034" y="37303"/>
                </a:moveTo>
                <a:cubicBezTo>
                  <a:pt x="27064" y="37406"/>
                  <a:pt x="27093" y="37479"/>
                  <a:pt x="27122" y="37568"/>
                </a:cubicBezTo>
                <a:cubicBezTo>
                  <a:pt x="27064" y="37656"/>
                  <a:pt x="27019" y="37774"/>
                  <a:pt x="26990" y="37877"/>
                </a:cubicBezTo>
                <a:cubicBezTo>
                  <a:pt x="26946" y="37788"/>
                  <a:pt x="26931" y="37715"/>
                  <a:pt x="26902" y="37626"/>
                </a:cubicBezTo>
                <a:cubicBezTo>
                  <a:pt x="26946" y="37509"/>
                  <a:pt x="26990" y="37420"/>
                  <a:pt x="27034" y="37303"/>
                </a:cubicBezTo>
                <a:close/>
                <a:moveTo>
                  <a:pt x="16527" y="23499"/>
                </a:moveTo>
                <a:cubicBezTo>
                  <a:pt x="17012" y="25530"/>
                  <a:pt x="18469" y="27119"/>
                  <a:pt x="20147" y="28914"/>
                </a:cubicBezTo>
                <a:cubicBezTo>
                  <a:pt x="20515" y="29326"/>
                  <a:pt x="20897" y="29724"/>
                  <a:pt x="21280" y="30165"/>
                </a:cubicBezTo>
                <a:cubicBezTo>
                  <a:pt x="21677" y="30607"/>
                  <a:pt x="22060" y="31034"/>
                  <a:pt x="22443" y="31446"/>
                </a:cubicBezTo>
                <a:cubicBezTo>
                  <a:pt x="24209" y="33373"/>
                  <a:pt x="25886" y="35198"/>
                  <a:pt x="26769" y="37479"/>
                </a:cubicBezTo>
                <a:cubicBezTo>
                  <a:pt x="26784" y="37523"/>
                  <a:pt x="26799" y="37568"/>
                  <a:pt x="26828" y="37626"/>
                </a:cubicBezTo>
                <a:cubicBezTo>
                  <a:pt x="26769" y="37729"/>
                  <a:pt x="26710" y="37818"/>
                  <a:pt x="26681" y="37935"/>
                </a:cubicBezTo>
                <a:lnTo>
                  <a:pt x="26681" y="37921"/>
                </a:lnTo>
                <a:cubicBezTo>
                  <a:pt x="25798" y="35831"/>
                  <a:pt x="24223" y="34198"/>
                  <a:pt x="22590" y="32446"/>
                </a:cubicBezTo>
                <a:cubicBezTo>
                  <a:pt x="22016" y="31858"/>
                  <a:pt x="21457" y="31240"/>
                  <a:pt x="20883" y="30592"/>
                </a:cubicBezTo>
                <a:cubicBezTo>
                  <a:pt x="20736" y="30415"/>
                  <a:pt x="20574" y="30239"/>
                  <a:pt x="20426" y="30077"/>
                </a:cubicBezTo>
                <a:cubicBezTo>
                  <a:pt x="18454" y="27884"/>
                  <a:pt x="16792" y="26001"/>
                  <a:pt x="16424" y="23616"/>
                </a:cubicBezTo>
                <a:cubicBezTo>
                  <a:pt x="16468" y="23558"/>
                  <a:pt x="16482" y="23528"/>
                  <a:pt x="16527" y="23499"/>
                </a:cubicBezTo>
                <a:close/>
                <a:moveTo>
                  <a:pt x="27579" y="37582"/>
                </a:moveTo>
                <a:lnTo>
                  <a:pt x="27579" y="37582"/>
                </a:lnTo>
                <a:cubicBezTo>
                  <a:pt x="27564" y="37641"/>
                  <a:pt x="27564" y="37700"/>
                  <a:pt x="27579" y="37744"/>
                </a:cubicBezTo>
                <a:cubicBezTo>
                  <a:pt x="27564" y="37818"/>
                  <a:pt x="27535" y="37921"/>
                  <a:pt x="27520" y="37994"/>
                </a:cubicBezTo>
                <a:cubicBezTo>
                  <a:pt x="27520" y="37935"/>
                  <a:pt x="27505" y="37877"/>
                  <a:pt x="27505" y="37847"/>
                </a:cubicBezTo>
                <a:cubicBezTo>
                  <a:pt x="27520" y="37744"/>
                  <a:pt x="27535" y="37671"/>
                  <a:pt x="27579" y="37582"/>
                </a:cubicBezTo>
                <a:close/>
                <a:moveTo>
                  <a:pt x="27373" y="37656"/>
                </a:moveTo>
                <a:cubicBezTo>
                  <a:pt x="27387" y="37715"/>
                  <a:pt x="27387" y="37788"/>
                  <a:pt x="27417" y="37847"/>
                </a:cubicBezTo>
                <a:cubicBezTo>
                  <a:pt x="27417" y="37862"/>
                  <a:pt x="27387" y="37877"/>
                  <a:pt x="27387" y="37921"/>
                </a:cubicBezTo>
                <a:cubicBezTo>
                  <a:pt x="27373" y="37994"/>
                  <a:pt x="27358" y="38068"/>
                  <a:pt x="27343" y="38156"/>
                </a:cubicBezTo>
                <a:cubicBezTo>
                  <a:pt x="27314" y="38083"/>
                  <a:pt x="27314" y="38024"/>
                  <a:pt x="27299" y="37950"/>
                </a:cubicBezTo>
                <a:cubicBezTo>
                  <a:pt x="27314" y="37847"/>
                  <a:pt x="27343" y="37744"/>
                  <a:pt x="27373" y="37656"/>
                </a:cubicBezTo>
                <a:close/>
                <a:moveTo>
                  <a:pt x="27152" y="37715"/>
                </a:moveTo>
                <a:cubicBezTo>
                  <a:pt x="27167" y="37788"/>
                  <a:pt x="27196" y="37877"/>
                  <a:pt x="27211" y="37950"/>
                </a:cubicBezTo>
                <a:cubicBezTo>
                  <a:pt x="27167" y="38039"/>
                  <a:pt x="27137" y="38142"/>
                  <a:pt x="27093" y="38245"/>
                </a:cubicBezTo>
                <a:cubicBezTo>
                  <a:pt x="27078" y="38156"/>
                  <a:pt x="27049" y="38083"/>
                  <a:pt x="27019" y="38009"/>
                </a:cubicBezTo>
                <a:cubicBezTo>
                  <a:pt x="27064" y="37921"/>
                  <a:pt x="27122" y="37803"/>
                  <a:pt x="27152" y="37715"/>
                </a:cubicBezTo>
                <a:close/>
                <a:moveTo>
                  <a:pt x="26843" y="37715"/>
                </a:moveTo>
                <a:cubicBezTo>
                  <a:pt x="26872" y="37803"/>
                  <a:pt x="26902" y="37891"/>
                  <a:pt x="26931" y="37994"/>
                </a:cubicBezTo>
                <a:cubicBezTo>
                  <a:pt x="26902" y="38097"/>
                  <a:pt x="26843" y="38186"/>
                  <a:pt x="26799" y="38303"/>
                </a:cubicBezTo>
                <a:lnTo>
                  <a:pt x="26696" y="38024"/>
                </a:lnTo>
                <a:cubicBezTo>
                  <a:pt x="26755" y="37935"/>
                  <a:pt x="26799" y="37818"/>
                  <a:pt x="26843" y="37715"/>
                </a:cubicBezTo>
                <a:close/>
                <a:moveTo>
                  <a:pt x="16365" y="23734"/>
                </a:moveTo>
                <a:cubicBezTo>
                  <a:pt x="16762" y="26089"/>
                  <a:pt x="18410" y="27987"/>
                  <a:pt x="20323" y="30136"/>
                </a:cubicBezTo>
                <a:cubicBezTo>
                  <a:pt x="20471" y="30298"/>
                  <a:pt x="20647" y="30489"/>
                  <a:pt x="20780" y="30651"/>
                </a:cubicBezTo>
                <a:cubicBezTo>
                  <a:pt x="21354" y="31298"/>
                  <a:pt x="21928" y="31902"/>
                  <a:pt x="22502" y="32505"/>
                </a:cubicBezTo>
                <a:cubicBezTo>
                  <a:pt x="24135" y="34242"/>
                  <a:pt x="25680" y="35875"/>
                  <a:pt x="26578" y="37950"/>
                </a:cubicBezTo>
                <a:cubicBezTo>
                  <a:pt x="26593" y="37965"/>
                  <a:pt x="26593" y="38009"/>
                  <a:pt x="26622" y="38024"/>
                </a:cubicBezTo>
                <a:cubicBezTo>
                  <a:pt x="26563" y="38142"/>
                  <a:pt x="26504" y="38230"/>
                  <a:pt x="26446" y="38333"/>
                </a:cubicBezTo>
                <a:cubicBezTo>
                  <a:pt x="25548" y="36420"/>
                  <a:pt x="24076" y="34948"/>
                  <a:pt x="22516" y="33373"/>
                </a:cubicBezTo>
                <a:cubicBezTo>
                  <a:pt x="21795" y="32652"/>
                  <a:pt x="21059" y="31902"/>
                  <a:pt x="20368" y="31107"/>
                </a:cubicBezTo>
                <a:cubicBezTo>
                  <a:pt x="18190" y="28605"/>
                  <a:pt x="16497" y="26457"/>
                  <a:pt x="16321" y="23881"/>
                </a:cubicBezTo>
                <a:cubicBezTo>
                  <a:pt x="16321" y="23808"/>
                  <a:pt x="16335" y="23764"/>
                  <a:pt x="16365" y="23734"/>
                </a:cubicBezTo>
                <a:close/>
                <a:moveTo>
                  <a:pt x="27593" y="38024"/>
                </a:moveTo>
                <a:lnTo>
                  <a:pt x="27593" y="38156"/>
                </a:lnTo>
                <a:cubicBezTo>
                  <a:pt x="27579" y="38230"/>
                  <a:pt x="27549" y="38289"/>
                  <a:pt x="27549" y="38362"/>
                </a:cubicBezTo>
                <a:cubicBezTo>
                  <a:pt x="27549" y="38318"/>
                  <a:pt x="27549" y="38289"/>
                  <a:pt x="27535" y="38230"/>
                </a:cubicBezTo>
                <a:cubicBezTo>
                  <a:pt x="27549" y="38186"/>
                  <a:pt x="27549" y="38156"/>
                  <a:pt x="27579" y="38112"/>
                </a:cubicBezTo>
                <a:cubicBezTo>
                  <a:pt x="27579" y="38083"/>
                  <a:pt x="27593" y="38068"/>
                  <a:pt x="27593" y="38024"/>
                </a:cubicBezTo>
                <a:close/>
                <a:moveTo>
                  <a:pt x="27432" y="38068"/>
                </a:moveTo>
                <a:cubicBezTo>
                  <a:pt x="27432" y="38112"/>
                  <a:pt x="27446" y="38171"/>
                  <a:pt x="27446" y="38230"/>
                </a:cubicBezTo>
                <a:cubicBezTo>
                  <a:pt x="27432" y="38303"/>
                  <a:pt x="27402" y="38392"/>
                  <a:pt x="27387" y="38480"/>
                </a:cubicBezTo>
                <a:cubicBezTo>
                  <a:pt x="27373" y="38436"/>
                  <a:pt x="27373" y="38377"/>
                  <a:pt x="27358" y="38318"/>
                </a:cubicBezTo>
                <a:cubicBezTo>
                  <a:pt x="27373" y="38230"/>
                  <a:pt x="27402" y="38142"/>
                  <a:pt x="27432" y="38068"/>
                </a:cubicBezTo>
                <a:close/>
                <a:moveTo>
                  <a:pt x="27240" y="38068"/>
                </a:moveTo>
                <a:cubicBezTo>
                  <a:pt x="27270" y="38142"/>
                  <a:pt x="27284" y="38215"/>
                  <a:pt x="27284" y="38289"/>
                </a:cubicBezTo>
                <a:cubicBezTo>
                  <a:pt x="27240" y="38406"/>
                  <a:pt x="27211" y="38509"/>
                  <a:pt x="27196" y="38598"/>
                </a:cubicBezTo>
                <a:cubicBezTo>
                  <a:pt x="27167" y="38524"/>
                  <a:pt x="27152" y="38451"/>
                  <a:pt x="27137" y="38362"/>
                </a:cubicBezTo>
                <a:cubicBezTo>
                  <a:pt x="27167" y="38259"/>
                  <a:pt x="27211" y="38171"/>
                  <a:pt x="27240" y="38068"/>
                </a:cubicBezTo>
                <a:close/>
                <a:moveTo>
                  <a:pt x="26975" y="38097"/>
                </a:moveTo>
                <a:cubicBezTo>
                  <a:pt x="26990" y="38186"/>
                  <a:pt x="27019" y="38259"/>
                  <a:pt x="27049" y="38362"/>
                </a:cubicBezTo>
                <a:cubicBezTo>
                  <a:pt x="27005" y="38451"/>
                  <a:pt x="26975" y="38554"/>
                  <a:pt x="26931" y="38657"/>
                </a:cubicBezTo>
                <a:cubicBezTo>
                  <a:pt x="26902" y="38554"/>
                  <a:pt x="26872" y="38480"/>
                  <a:pt x="26843" y="38392"/>
                </a:cubicBezTo>
                <a:cubicBezTo>
                  <a:pt x="26872" y="38303"/>
                  <a:pt x="26931" y="38215"/>
                  <a:pt x="26975" y="38097"/>
                </a:cubicBezTo>
                <a:close/>
                <a:moveTo>
                  <a:pt x="26637" y="38112"/>
                </a:moveTo>
                <a:lnTo>
                  <a:pt x="26755" y="38392"/>
                </a:lnTo>
                <a:cubicBezTo>
                  <a:pt x="26696" y="38509"/>
                  <a:pt x="26652" y="38598"/>
                  <a:pt x="26607" y="38686"/>
                </a:cubicBezTo>
                <a:cubicBezTo>
                  <a:pt x="26563" y="38598"/>
                  <a:pt x="26504" y="38509"/>
                  <a:pt x="26475" y="38406"/>
                </a:cubicBezTo>
                <a:cubicBezTo>
                  <a:pt x="26534" y="38318"/>
                  <a:pt x="26578" y="38215"/>
                  <a:pt x="26637" y="38112"/>
                </a:cubicBezTo>
                <a:close/>
                <a:moveTo>
                  <a:pt x="27593" y="38480"/>
                </a:moveTo>
                <a:lnTo>
                  <a:pt x="27593" y="38554"/>
                </a:lnTo>
                <a:cubicBezTo>
                  <a:pt x="27593" y="38598"/>
                  <a:pt x="27579" y="38627"/>
                  <a:pt x="27579" y="38686"/>
                </a:cubicBezTo>
                <a:lnTo>
                  <a:pt x="27579" y="38612"/>
                </a:lnTo>
                <a:cubicBezTo>
                  <a:pt x="27593" y="38583"/>
                  <a:pt x="27593" y="38539"/>
                  <a:pt x="27593" y="38480"/>
                </a:cubicBezTo>
                <a:close/>
                <a:moveTo>
                  <a:pt x="16232" y="23970"/>
                </a:moveTo>
                <a:cubicBezTo>
                  <a:pt x="16468" y="26530"/>
                  <a:pt x="18145" y="28664"/>
                  <a:pt x="20294" y="31151"/>
                </a:cubicBezTo>
                <a:cubicBezTo>
                  <a:pt x="20986" y="31961"/>
                  <a:pt x="21722" y="32696"/>
                  <a:pt x="22443" y="33432"/>
                </a:cubicBezTo>
                <a:cubicBezTo>
                  <a:pt x="24003" y="35007"/>
                  <a:pt x="25489" y="36523"/>
                  <a:pt x="26401" y="38436"/>
                </a:cubicBezTo>
                <a:cubicBezTo>
                  <a:pt x="26343" y="38539"/>
                  <a:pt x="26284" y="38627"/>
                  <a:pt x="26210" y="38745"/>
                </a:cubicBezTo>
                <a:cubicBezTo>
                  <a:pt x="25298" y="36994"/>
                  <a:pt x="23870" y="35610"/>
                  <a:pt x="22369" y="34183"/>
                </a:cubicBezTo>
                <a:cubicBezTo>
                  <a:pt x="21516" y="33373"/>
                  <a:pt x="20662" y="32520"/>
                  <a:pt x="19853" y="31607"/>
                </a:cubicBezTo>
                <a:cubicBezTo>
                  <a:pt x="17939" y="29371"/>
                  <a:pt x="16173" y="26913"/>
                  <a:pt x="16173" y="24102"/>
                </a:cubicBezTo>
                <a:cubicBezTo>
                  <a:pt x="16188" y="24043"/>
                  <a:pt x="16203" y="23999"/>
                  <a:pt x="16232" y="23970"/>
                </a:cubicBezTo>
                <a:close/>
                <a:moveTo>
                  <a:pt x="27461" y="38436"/>
                </a:moveTo>
                <a:cubicBezTo>
                  <a:pt x="27490" y="38509"/>
                  <a:pt x="27490" y="38554"/>
                  <a:pt x="27490" y="38598"/>
                </a:cubicBezTo>
                <a:lnTo>
                  <a:pt x="27432" y="38818"/>
                </a:lnTo>
                <a:cubicBezTo>
                  <a:pt x="27432" y="38760"/>
                  <a:pt x="27417" y="38730"/>
                  <a:pt x="27417" y="38671"/>
                </a:cubicBezTo>
                <a:cubicBezTo>
                  <a:pt x="27417" y="38627"/>
                  <a:pt x="27432" y="38598"/>
                  <a:pt x="27432" y="38554"/>
                </a:cubicBezTo>
                <a:cubicBezTo>
                  <a:pt x="27446" y="38524"/>
                  <a:pt x="27446" y="38465"/>
                  <a:pt x="27461" y="38436"/>
                </a:cubicBezTo>
                <a:close/>
                <a:moveTo>
                  <a:pt x="27299" y="38480"/>
                </a:moveTo>
                <a:cubicBezTo>
                  <a:pt x="27314" y="38554"/>
                  <a:pt x="27314" y="38612"/>
                  <a:pt x="27343" y="38686"/>
                </a:cubicBezTo>
                <a:cubicBezTo>
                  <a:pt x="27314" y="38774"/>
                  <a:pt x="27284" y="38877"/>
                  <a:pt x="27270" y="38966"/>
                </a:cubicBezTo>
                <a:cubicBezTo>
                  <a:pt x="27240" y="38892"/>
                  <a:pt x="27225" y="38818"/>
                  <a:pt x="27225" y="38760"/>
                </a:cubicBezTo>
                <a:cubicBezTo>
                  <a:pt x="27240" y="38671"/>
                  <a:pt x="27284" y="38583"/>
                  <a:pt x="27299" y="38480"/>
                </a:cubicBezTo>
                <a:close/>
                <a:moveTo>
                  <a:pt x="27078" y="38509"/>
                </a:moveTo>
                <a:cubicBezTo>
                  <a:pt x="27093" y="38598"/>
                  <a:pt x="27108" y="38671"/>
                  <a:pt x="27137" y="38760"/>
                </a:cubicBezTo>
                <a:cubicBezTo>
                  <a:pt x="27093" y="38833"/>
                  <a:pt x="27064" y="38921"/>
                  <a:pt x="27034" y="39039"/>
                </a:cubicBezTo>
                <a:cubicBezTo>
                  <a:pt x="27019" y="38951"/>
                  <a:pt x="26990" y="38877"/>
                  <a:pt x="26961" y="38774"/>
                </a:cubicBezTo>
                <a:lnTo>
                  <a:pt x="27078" y="38509"/>
                </a:lnTo>
                <a:close/>
                <a:moveTo>
                  <a:pt x="26784" y="38509"/>
                </a:moveTo>
                <a:cubicBezTo>
                  <a:pt x="26828" y="38598"/>
                  <a:pt x="26843" y="38686"/>
                  <a:pt x="26872" y="38774"/>
                </a:cubicBezTo>
                <a:cubicBezTo>
                  <a:pt x="26843" y="38877"/>
                  <a:pt x="26784" y="38980"/>
                  <a:pt x="26755" y="39069"/>
                </a:cubicBezTo>
                <a:lnTo>
                  <a:pt x="26637" y="38804"/>
                </a:lnTo>
                <a:cubicBezTo>
                  <a:pt x="26696" y="38701"/>
                  <a:pt x="26725" y="38598"/>
                  <a:pt x="26784" y="38509"/>
                </a:cubicBezTo>
                <a:close/>
                <a:moveTo>
                  <a:pt x="26416" y="38524"/>
                </a:moveTo>
                <a:cubicBezTo>
                  <a:pt x="26460" y="38612"/>
                  <a:pt x="26504" y="38701"/>
                  <a:pt x="26549" y="38804"/>
                </a:cubicBezTo>
                <a:cubicBezTo>
                  <a:pt x="26490" y="38892"/>
                  <a:pt x="26431" y="38980"/>
                  <a:pt x="26387" y="39098"/>
                </a:cubicBezTo>
                <a:lnTo>
                  <a:pt x="26269" y="38877"/>
                </a:lnTo>
                <a:cubicBezTo>
                  <a:pt x="26254" y="38848"/>
                  <a:pt x="26254" y="38833"/>
                  <a:pt x="26239" y="38818"/>
                </a:cubicBezTo>
                <a:cubicBezTo>
                  <a:pt x="26284" y="38730"/>
                  <a:pt x="26343" y="38612"/>
                  <a:pt x="26416" y="38524"/>
                </a:cubicBezTo>
                <a:close/>
                <a:moveTo>
                  <a:pt x="16085" y="24235"/>
                </a:moveTo>
                <a:cubicBezTo>
                  <a:pt x="16159" y="27001"/>
                  <a:pt x="17881" y="29429"/>
                  <a:pt x="19779" y="31637"/>
                </a:cubicBezTo>
                <a:cubicBezTo>
                  <a:pt x="20559" y="32579"/>
                  <a:pt x="21442" y="33403"/>
                  <a:pt x="22295" y="34242"/>
                </a:cubicBezTo>
                <a:cubicBezTo>
                  <a:pt x="23811" y="35684"/>
                  <a:pt x="25224" y="37053"/>
                  <a:pt x="26136" y="38818"/>
                </a:cubicBezTo>
                <a:cubicBezTo>
                  <a:pt x="26092" y="38921"/>
                  <a:pt x="26019" y="39025"/>
                  <a:pt x="25960" y="39113"/>
                </a:cubicBezTo>
                <a:cubicBezTo>
                  <a:pt x="25003" y="37465"/>
                  <a:pt x="23620" y="36228"/>
                  <a:pt x="22163" y="34889"/>
                </a:cubicBezTo>
                <a:cubicBezTo>
                  <a:pt x="21206" y="34006"/>
                  <a:pt x="20220" y="33109"/>
                  <a:pt x="19337" y="32078"/>
                </a:cubicBezTo>
                <a:cubicBezTo>
                  <a:pt x="16909" y="29209"/>
                  <a:pt x="15864" y="26751"/>
                  <a:pt x="16026" y="24323"/>
                </a:cubicBezTo>
                <a:cubicBezTo>
                  <a:pt x="16041" y="24279"/>
                  <a:pt x="16056" y="24249"/>
                  <a:pt x="16085" y="24235"/>
                </a:cubicBezTo>
                <a:close/>
                <a:moveTo>
                  <a:pt x="27505" y="38892"/>
                </a:moveTo>
                <a:cubicBezTo>
                  <a:pt x="27520" y="38921"/>
                  <a:pt x="27520" y="38966"/>
                  <a:pt x="27520" y="38995"/>
                </a:cubicBezTo>
                <a:cubicBezTo>
                  <a:pt x="27505" y="39054"/>
                  <a:pt x="27505" y="39113"/>
                  <a:pt x="27490" y="39172"/>
                </a:cubicBezTo>
                <a:cubicBezTo>
                  <a:pt x="27490" y="39128"/>
                  <a:pt x="27490" y="39098"/>
                  <a:pt x="27461" y="39054"/>
                </a:cubicBezTo>
                <a:cubicBezTo>
                  <a:pt x="27490" y="38995"/>
                  <a:pt x="27490" y="38951"/>
                  <a:pt x="27505" y="38892"/>
                </a:cubicBezTo>
                <a:close/>
                <a:moveTo>
                  <a:pt x="27373" y="38877"/>
                </a:moveTo>
                <a:cubicBezTo>
                  <a:pt x="27373" y="38951"/>
                  <a:pt x="27387" y="38995"/>
                  <a:pt x="27387" y="39054"/>
                </a:cubicBezTo>
                <a:cubicBezTo>
                  <a:pt x="27373" y="39113"/>
                  <a:pt x="27373" y="39172"/>
                  <a:pt x="27358" y="39216"/>
                </a:cubicBezTo>
                <a:cubicBezTo>
                  <a:pt x="27358" y="39260"/>
                  <a:pt x="27343" y="39289"/>
                  <a:pt x="27343" y="39319"/>
                </a:cubicBezTo>
                <a:cubicBezTo>
                  <a:pt x="27314" y="39260"/>
                  <a:pt x="27314" y="39201"/>
                  <a:pt x="27299" y="39128"/>
                </a:cubicBezTo>
                <a:cubicBezTo>
                  <a:pt x="27314" y="39054"/>
                  <a:pt x="27358" y="38966"/>
                  <a:pt x="27373" y="38877"/>
                </a:cubicBezTo>
                <a:close/>
                <a:moveTo>
                  <a:pt x="27167" y="38892"/>
                </a:moveTo>
                <a:cubicBezTo>
                  <a:pt x="27181" y="38966"/>
                  <a:pt x="27211" y="39039"/>
                  <a:pt x="27225" y="39128"/>
                </a:cubicBezTo>
                <a:cubicBezTo>
                  <a:pt x="27196" y="39216"/>
                  <a:pt x="27152" y="39319"/>
                  <a:pt x="27137" y="39407"/>
                </a:cubicBezTo>
                <a:cubicBezTo>
                  <a:pt x="27122" y="39334"/>
                  <a:pt x="27093" y="39245"/>
                  <a:pt x="27078" y="39172"/>
                </a:cubicBezTo>
                <a:cubicBezTo>
                  <a:pt x="27122" y="39069"/>
                  <a:pt x="27152" y="38980"/>
                  <a:pt x="27167" y="38892"/>
                </a:cubicBezTo>
                <a:close/>
                <a:moveTo>
                  <a:pt x="26916" y="38892"/>
                </a:moveTo>
                <a:cubicBezTo>
                  <a:pt x="26931" y="38980"/>
                  <a:pt x="26975" y="39069"/>
                  <a:pt x="26990" y="39142"/>
                </a:cubicBezTo>
                <a:lnTo>
                  <a:pt x="26872" y="39422"/>
                </a:lnTo>
                <a:cubicBezTo>
                  <a:pt x="26843" y="39334"/>
                  <a:pt x="26828" y="39245"/>
                  <a:pt x="26784" y="39172"/>
                </a:cubicBezTo>
                <a:cubicBezTo>
                  <a:pt x="26828" y="39069"/>
                  <a:pt x="26872" y="38980"/>
                  <a:pt x="26916" y="38892"/>
                </a:cubicBezTo>
                <a:close/>
                <a:moveTo>
                  <a:pt x="26195" y="38892"/>
                </a:moveTo>
                <a:lnTo>
                  <a:pt x="26195" y="38907"/>
                </a:lnTo>
                <a:cubicBezTo>
                  <a:pt x="26254" y="38980"/>
                  <a:pt x="26284" y="39069"/>
                  <a:pt x="26343" y="39172"/>
                </a:cubicBezTo>
                <a:cubicBezTo>
                  <a:pt x="26284" y="39260"/>
                  <a:pt x="26239" y="39363"/>
                  <a:pt x="26181" y="39466"/>
                </a:cubicBezTo>
                <a:cubicBezTo>
                  <a:pt x="26166" y="39422"/>
                  <a:pt x="26136" y="39363"/>
                  <a:pt x="26107" y="39334"/>
                </a:cubicBezTo>
                <a:cubicBezTo>
                  <a:pt x="26063" y="39275"/>
                  <a:pt x="26048" y="39245"/>
                  <a:pt x="26004" y="39186"/>
                </a:cubicBezTo>
                <a:cubicBezTo>
                  <a:pt x="26078" y="39098"/>
                  <a:pt x="26136" y="38980"/>
                  <a:pt x="26195" y="38892"/>
                </a:cubicBezTo>
                <a:close/>
                <a:moveTo>
                  <a:pt x="26578" y="38892"/>
                </a:moveTo>
                <a:lnTo>
                  <a:pt x="26696" y="39172"/>
                </a:lnTo>
                <a:cubicBezTo>
                  <a:pt x="26637" y="39260"/>
                  <a:pt x="26593" y="39363"/>
                  <a:pt x="26549" y="39466"/>
                </a:cubicBezTo>
                <a:cubicBezTo>
                  <a:pt x="26504" y="39363"/>
                  <a:pt x="26475" y="39275"/>
                  <a:pt x="26416" y="39186"/>
                </a:cubicBezTo>
                <a:cubicBezTo>
                  <a:pt x="26490" y="39069"/>
                  <a:pt x="26534" y="38980"/>
                  <a:pt x="26578" y="38892"/>
                </a:cubicBezTo>
                <a:close/>
                <a:moveTo>
                  <a:pt x="15953" y="24485"/>
                </a:moveTo>
                <a:lnTo>
                  <a:pt x="15953" y="24485"/>
                </a:lnTo>
                <a:cubicBezTo>
                  <a:pt x="15835" y="26883"/>
                  <a:pt x="16909" y="29326"/>
                  <a:pt x="19293" y="32123"/>
                </a:cubicBezTo>
                <a:cubicBezTo>
                  <a:pt x="20176" y="33153"/>
                  <a:pt x="21177" y="34065"/>
                  <a:pt x="22134" y="34948"/>
                </a:cubicBezTo>
                <a:cubicBezTo>
                  <a:pt x="23605" y="36302"/>
                  <a:pt x="24989" y="37553"/>
                  <a:pt x="25916" y="39186"/>
                </a:cubicBezTo>
                <a:cubicBezTo>
                  <a:pt x="25842" y="39289"/>
                  <a:pt x="25798" y="39392"/>
                  <a:pt x="25724" y="39481"/>
                </a:cubicBezTo>
                <a:cubicBezTo>
                  <a:pt x="24738" y="37950"/>
                  <a:pt x="23399" y="36788"/>
                  <a:pt x="21972" y="35551"/>
                </a:cubicBezTo>
                <a:cubicBezTo>
                  <a:pt x="20897" y="34639"/>
                  <a:pt x="19794" y="33682"/>
                  <a:pt x="18852" y="32564"/>
                </a:cubicBezTo>
                <a:cubicBezTo>
                  <a:pt x="16571" y="29856"/>
                  <a:pt x="15585" y="27075"/>
                  <a:pt x="15909" y="24544"/>
                </a:cubicBezTo>
                <a:cubicBezTo>
                  <a:pt x="15909" y="24529"/>
                  <a:pt x="15923" y="24499"/>
                  <a:pt x="15953" y="24485"/>
                </a:cubicBezTo>
                <a:close/>
                <a:moveTo>
                  <a:pt x="27520" y="39348"/>
                </a:moveTo>
                <a:lnTo>
                  <a:pt x="27520" y="39407"/>
                </a:lnTo>
                <a:cubicBezTo>
                  <a:pt x="27520" y="39437"/>
                  <a:pt x="27505" y="39466"/>
                  <a:pt x="27505" y="39495"/>
                </a:cubicBezTo>
                <a:lnTo>
                  <a:pt x="27505" y="39437"/>
                </a:lnTo>
                <a:cubicBezTo>
                  <a:pt x="27505" y="39407"/>
                  <a:pt x="27520" y="39392"/>
                  <a:pt x="27520" y="39348"/>
                </a:cubicBezTo>
                <a:close/>
                <a:moveTo>
                  <a:pt x="27417" y="39275"/>
                </a:moveTo>
                <a:cubicBezTo>
                  <a:pt x="27432" y="39334"/>
                  <a:pt x="27432" y="39392"/>
                  <a:pt x="27432" y="39422"/>
                </a:cubicBezTo>
                <a:lnTo>
                  <a:pt x="27373" y="39643"/>
                </a:lnTo>
                <a:cubicBezTo>
                  <a:pt x="27373" y="39584"/>
                  <a:pt x="27358" y="39554"/>
                  <a:pt x="27358" y="39495"/>
                </a:cubicBezTo>
                <a:lnTo>
                  <a:pt x="27417" y="39275"/>
                </a:lnTo>
                <a:close/>
                <a:moveTo>
                  <a:pt x="27240" y="39289"/>
                </a:moveTo>
                <a:cubicBezTo>
                  <a:pt x="27270" y="39363"/>
                  <a:pt x="27270" y="39437"/>
                  <a:pt x="27284" y="39495"/>
                </a:cubicBezTo>
                <a:cubicBezTo>
                  <a:pt x="27270" y="39584"/>
                  <a:pt x="27240" y="39657"/>
                  <a:pt x="27211" y="39760"/>
                </a:cubicBezTo>
                <a:lnTo>
                  <a:pt x="27152" y="39540"/>
                </a:lnTo>
                <a:cubicBezTo>
                  <a:pt x="27196" y="39466"/>
                  <a:pt x="27225" y="39392"/>
                  <a:pt x="27240" y="39289"/>
                </a:cubicBezTo>
                <a:close/>
                <a:moveTo>
                  <a:pt x="27019" y="39289"/>
                </a:moveTo>
                <a:cubicBezTo>
                  <a:pt x="27034" y="39392"/>
                  <a:pt x="27064" y="39466"/>
                  <a:pt x="27078" y="39554"/>
                </a:cubicBezTo>
                <a:cubicBezTo>
                  <a:pt x="27034" y="39643"/>
                  <a:pt x="27019" y="39731"/>
                  <a:pt x="26990" y="39804"/>
                </a:cubicBezTo>
                <a:cubicBezTo>
                  <a:pt x="26975" y="39716"/>
                  <a:pt x="26931" y="39643"/>
                  <a:pt x="26916" y="39554"/>
                </a:cubicBezTo>
                <a:cubicBezTo>
                  <a:pt x="26946" y="39466"/>
                  <a:pt x="26990" y="39363"/>
                  <a:pt x="27019" y="39289"/>
                </a:cubicBezTo>
                <a:close/>
                <a:moveTo>
                  <a:pt x="26725" y="39275"/>
                </a:moveTo>
                <a:cubicBezTo>
                  <a:pt x="26769" y="39363"/>
                  <a:pt x="26784" y="39466"/>
                  <a:pt x="26813" y="39554"/>
                </a:cubicBezTo>
                <a:cubicBezTo>
                  <a:pt x="26784" y="39643"/>
                  <a:pt x="26725" y="39731"/>
                  <a:pt x="26696" y="39834"/>
                </a:cubicBezTo>
                <a:lnTo>
                  <a:pt x="26578" y="39554"/>
                </a:lnTo>
                <a:cubicBezTo>
                  <a:pt x="26637" y="39466"/>
                  <a:pt x="26666" y="39363"/>
                  <a:pt x="26725" y="39275"/>
                </a:cubicBezTo>
                <a:close/>
                <a:moveTo>
                  <a:pt x="15806" y="24764"/>
                </a:moveTo>
                <a:lnTo>
                  <a:pt x="15806" y="24764"/>
                </a:lnTo>
                <a:cubicBezTo>
                  <a:pt x="15541" y="27266"/>
                  <a:pt x="16571" y="29974"/>
                  <a:pt x="18778" y="32623"/>
                </a:cubicBezTo>
                <a:cubicBezTo>
                  <a:pt x="19720" y="33741"/>
                  <a:pt x="20824" y="34698"/>
                  <a:pt x="21913" y="35610"/>
                </a:cubicBezTo>
                <a:cubicBezTo>
                  <a:pt x="23340" y="36846"/>
                  <a:pt x="24709" y="38024"/>
                  <a:pt x="25666" y="39554"/>
                </a:cubicBezTo>
                <a:cubicBezTo>
                  <a:pt x="25592" y="39657"/>
                  <a:pt x="25518" y="39760"/>
                  <a:pt x="25445" y="39849"/>
                </a:cubicBezTo>
                <a:cubicBezTo>
                  <a:pt x="24444" y="38436"/>
                  <a:pt x="23120" y="37332"/>
                  <a:pt x="21707" y="36184"/>
                </a:cubicBezTo>
                <a:cubicBezTo>
                  <a:pt x="20529" y="35228"/>
                  <a:pt x="19337" y="34242"/>
                  <a:pt x="18337" y="33035"/>
                </a:cubicBezTo>
                <a:cubicBezTo>
                  <a:pt x="16159" y="30386"/>
                  <a:pt x="15246" y="27472"/>
                  <a:pt x="15806" y="24764"/>
                </a:cubicBezTo>
                <a:close/>
                <a:moveTo>
                  <a:pt x="25975" y="39260"/>
                </a:moveTo>
                <a:cubicBezTo>
                  <a:pt x="25989" y="39289"/>
                  <a:pt x="26019" y="39334"/>
                  <a:pt x="26048" y="39363"/>
                </a:cubicBezTo>
                <a:cubicBezTo>
                  <a:pt x="26048" y="39422"/>
                  <a:pt x="26092" y="39495"/>
                  <a:pt x="26122" y="39554"/>
                </a:cubicBezTo>
                <a:cubicBezTo>
                  <a:pt x="26063" y="39643"/>
                  <a:pt x="25989" y="39760"/>
                  <a:pt x="25930" y="39849"/>
                </a:cubicBezTo>
                <a:cubicBezTo>
                  <a:pt x="25930" y="39834"/>
                  <a:pt x="25916" y="39834"/>
                  <a:pt x="25916" y="39804"/>
                </a:cubicBezTo>
                <a:cubicBezTo>
                  <a:pt x="25872" y="39716"/>
                  <a:pt x="25813" y="39643"/>
                  <a:pt x="25769" y="39554"/>
                </a:cubicBezTo>
                <a:cubicBezTo>
                  <a:pt x="25842" y="39466"/>
                  <a:pt x="25901" y="39348"/>
                  <a:pt x="25975" y="39260"/>
                </a:cubicBezTo>
                <a:close/>
                <a:moveTo>
                  <a:pt x="26387" y="39275"/>
                </a:moveTo>
                <a:cubicBezTo>
                  <a:pt x="26416" y="39363"/>
                  <a:pt x="26460" y="39466"/>
                  <a:pt x="26504" y="39569"/>
                </a:cubicBezTo>
                <a:cubicBezTo>
                  <a:pt x="26460" y="39643"/>
                  <a:pt x="26401" y="39731"/>
                  <a:pt x="26343" y="39849"/>
                </a:cubicBezTo>
                <a:cubicBezTo>
                  <a:pt x="26298" y="39760"/>
                  <a:pt x="26254" y="39657"/>
                  <a:pt x="26210" y="39569"/>
                </a:cubicBezTo>
                <a:cubicBezTo>
                  <a:pt x="26269" y="39481"/>
                  <a:pt x="26328" y="39392"/>
                  <a:pt x="26387" y="39275"/>
                </a:cubicBezTo>
                <a:close/>
                <a:moveTo>
                  <a:pt x="27432" y="39701"/>
                </a:moveTo>
                <a:cubicBezTo>
                  <a:pt x="27446" y="39760"/>
                  <a:pt x="27446" y="39790"/>
                  <a:pt x="27446" y="39804"/>
                </a:cubicBezTo>
                <a:cubicBezTo>
                  <a:pt x="27432" y="39863"/>
                  <a:pt x="27432" y="39922"/>
                  <a:pt x="27402" y="39981"/>
                </a:cubicBezTo>
                <a:cubicBezTo>
                  <a:pt x="27402" y="39937"/>
                  <a:pt x="27402" y="39922"/>
                  <a:pt x="27387" y="39878"/>
                </a:cubicBezTo>
                <a:lnTo>
                  <a:pt x="27387" y="39863"/>
                </a:lnTo>
                <a:cubicBezTo>
                  <a:pt x="27402" y="39804"/>
                  <a:pt x="27402" y="39760"/>
                  <a:pt x="27432" y="39701"/>
                </a:cubicBezTo>
                <a:close/>
                <a:moveTo>
                  <a:pt x="27314" y="39701"/>
                </a:moveTo>
                <a:cubicBezTo>
                  <a:pt x="27314" y="39775"/>
                  <a:pt x="27314" y="39834"/>
                  <a:pt x="27343" y="39878"/>
                </a:cubicBezTo>
                <a:lnTo>
                  <a:pt x="27284" y="40099"/>
                </a:lnTo>
                <a:cubicBezTo>
                  <a:pt x="27270" y="40040"/>
                  <a:pt x="27270" y="39981"/>
                  <a:pt x="27240" y="39922"/>
                </a:cubicBezTo>
                <a:cubicBezTo>
                  <a:pt x="27270" y="39849"/>
                  <a:pt x="27284" y="39775"/>
                  <a:pt x="27314" y="39701"/>
                </a:cubicBezTo>
                <a:close/>
                <a:moveTo>
                  <a:pt x="27122" y="39672"/>
                </a:moveTo>
                <a:cubicBezTo>
                  <a:pt x="27137" y="39760"/>
                  <a:pt x="27152" y="39849"/>
                  <a:pt x="27167" y="39922"/>
                </a:cubicBezTo>
                <a:cubicBezTo>
                  <a:pt x="27137" y="40010"/>
                  <a:pt x="27122" y="40084"/>
                  <a:pt x="27078" y="40172"/>
                </a:cubicBezTo>
                <a:cubicBezTo>
                  <a:pt x="27064" y="40099"/>
                  <a:pt x="27034" y="40010"/>
                  <a:pt x="27019" y="39937"/>
                </a:cubicBezTo>
                <a:cubicBezTo>
                  <a:pt x="27064" y="39849"/>
                  <a:pt x="27078" y="39775"/>
                  <a:pt x="27122" y="39672"/>
                </a:cubicBezTo>
                <a:close/>
                <a:moveTo>
                  <a:pt x="15658" y="25162"/>
                </a:moveTo>
                <a:lnTo>
                  <a:pt x="15658" y="25162"/>
                </a:lnTo>
                <a:cubicBezTo>
                  <a:pt x="15276" y="27781"/>
                  <a:pt x="16203" y="30563"/>
                  <a:pt x="18293" y="33094"/>
                </a:cubicBezTo>
                <a:cubicBezTo>
                  <a:pt x="19279" y="34286"/>
                  <a:pt x="20500" y="35287"/>
                  <a:pt x="21677" y="36243"/>
                </a:cubicBezTo>
                <a:cubicBezTo>
                  <a:pt x="23075" y="37406"/>
                  <a:pt x="24415" y="38480"/>
                  <a:pt x="25401" y="39907"/>
                </a:cubicBezTo>
                <a:cubicBezTo>
                  <a:pt x="25327" y="39996"/>
                  <a:pt x="25253" y="40099"/>
                  <a:pt x="25180" y="40202"/>
                </a:cubicBezTo>
                <a:cubicBezTo>
                  <a:pt x="24179" y="38848"/>
                  <a:pt x="22811" y="37803"/>
                  <a:pt x="21486" y="36773"/>
                </a:cubicBezTo>
                <a:cubicBezTo>
                  <a:pt x="20220" y="35802"/>
                  <a:pt x="18911" y="34786"/>
                  <a:pt x="17881" y="33521"/>
                </a:cubicBezTo>
                <a:cubicBezTo>
                  <a:pt x="15806" y="31034"/>
                  <a:pt x="14981" y="27928"/>
                  <a:pt x="15658" y="25162"/>
                </a:cubicBezTo>
                <a:close/>
                <a:moveTo>
                  <a:pt x="26858" y="39657"/>
                </a:moveTo>
                <a:cubicBezTo>
                  <a:pt x="26872" y="39760"/>
                  <a:pt x="26916" y="39849"/>
                  <a:pt x="26931" y="39922"/>
                </a:cubicBezTo>
                <a:lnTo>
                  <a:pt x="26828" y="40202"/>
                </a:lnTo>
                <a:cubicBezTo>
                  <a:pt x="26784" y="40099"/>
                  <a:pt x="26769" y="40010"/>
                  <a:pt x="26725" y="39922"/>
                </a:cubicBezTo>
                <a:cubicBezTo>
                  <a:pt x="26784" y="39849"/>
                  <a:pt x="26828" y="39760"/>
                  <a:pt x="26858" y="39657"/>
                </a:cubicBezTo>
                <a:close/>
                <a:moveTo>
                  <a:pt x="25724" y="39628"/>
                </a:moveTo>
                <a:cubicBezTo>
                  <a:pt x="25754" y="39701"/>
                  <a:pt x="25798" y="39775"/>
                  <a:pt x="25842" y="39849"/>
                </a:cubicBezTo>
                <a:cubicBezTo>
                  <a:pt x="25857" y="39863"/>
                  <a:pt x="25857" y="39907"/>
                  <a:pt x="25886" y="39922"/>
                </a:cubicBezTo>
                <a:cubicBezTo>
                  <a:pt x="25813" y="40010"/>
                  <a:pt x="25754" y="40128"/>
                  <a:pt x="25680" y="40217"/>
                </a:cubicBezTo>
                <a:cubicBezTo>
                  <a:pt x="25621" y="40128"/>
                  <a:pt x="25548" y="40010"/>
                  <a:pt x="25504" y="39922"/>
                </a:cubicBezTo>
                <a:cubicBezTo>
                  <a:pt x="25577" y="39834"/>
                  <a:pt x="25651" y="39716"/>
                  <a:pt x="25724" y="39628"/>
                </a:cubicBezTo>
                <a:close/>
                <a:moveTo>
                  <a:pt x="26181" y="39628"/>
                </a:moveTo>
                <a:cubicBezTo>
                  <a:pt x="26210" y="39731"/>
                  <a:pt x="26254" y="39834"/>
                  <a:pt x="26298" y="39922"/>
                </a:cubicBezTo>
                <a:cubicBezTo>
                  <a:pt x="26254" y="40010"/>
                  <a:pt x="26195" y="40099"/>
                  <a:pt x="26136" y="40217"/>
                </a:cubicBezTo>
                <a:cubicBezTo>
                  <a:pt x="26078" y="40128"/>
                  <a:pt x="26048" y="40025"/>
                  <a:pt x="25989" y="39922"/>
                </a:cubicBezTo>
                <a:cubicBezTo>
                  <a:pt x="26048" y="39834"/>
                  <a:pt x="26122" y="39731"/>
                  <a:pt x="26181" y="39628"/>
                </a:cubicBezTo>
                <a:close/>
                <a:moveTo>
                  <a:pt x="26534" y="39657"/>
                </a:moveTo>
                <a:lnTo>
                  <a:pt x="26637" y="39937"/>
                </a:lnTo>
                <a:cubicBezTo>
                  <a:pt x="26593" y="40025"/>
                  <a:pt x="26549" y="40128"/>
                  <a:pt x="26490" y="40217"/>
                </a:cubicBezTo>
                <a:cubicBezTo>
                  <a:pt x="26475" y="40128"/>
                  <a:pt x="26431" y="40025"/>
                  <a:pt x="26387" y="39937"/>
                </a:cubicBezTo>
                <a:cubicBezTo>
                  <a:pt x="26431" y="39849"/>
                  <a:pt x="26490" y="39760"/>
                  <a:pt x="26534" y="39657"/>
                </a:cubicBezTo>
                <a:close/>
                <a:moveTo>
                  <a:pt x="27461" y="40172"/>
                </a:moveTo>
                <a:lnTo>
                  <a:pt x="27461" y="40202"/>
                </a:lnTo>
                <a:cubicBezTo>
                  <a:pt x="27461" y="40231"/>
                  <a:pt x="27446" y="40275"/>
                  <a:pt x="27446" y="40305"/>
                </a:cubicBezTo>
                <a:lnTo>
                  <a:pt x="27446" y="40275"/>
                </a:lnTo>
                <a:cubicBezTo>
                  <a:pt x="27446" y="40231"/>
                  <a:pt x="27461" y="40217"/>
                  <a:pt x="27461" y="40172"/>
                </a:cubicBezTo>
                <a:close/>
                <a:moveTo>
                  <a:pt x="27373" y="40128"/>
                </a:moveTo>
                <a:lnTo>
                  <a:pt x="27373" y="40128"/>
                </a:lnTo>
                <a:cubicBezTo>
                  <a:pt x="27358" y="40172"/>
                  <a:pt x="27373" y="40217"/>
                  <a:pt x="27373" y="40275"/>
                </a:cubicBezTo>
                <a:cubicBezTo>
                  <a:pt x="27358" y="40320"/>
                  <a:pt x="27358" y="40393"/>
                  <a:pt x="27343" y="40452"/>
                </a:cubicBezTo>
                <a:cubicBezTo>
                  <a:pt x="27343" y="40393"/>
                  <a:pt x="27314" y="40364"/>
                  <a:pt x="27314" y="40305"/>
                </a:cubicBezTo>
                <a:cubicBezTo>
                  <a:pt x="27343" y="40246"/>
                  <a:pt x="27358" y="40172"/>
                  <a:pt x="27373" y="40128"/>
                </a:cubicBezTo>
                <a:close/>
                <a:moveTo>
                  <a:pt x="27167" y="40084"/>
                </a:moveTo>
                <a:cubicBezTo>
                  <a:pt x="27211" y="40158"/>
                  <a:pt x="27211" y="40231"/>
                  <a:pt x="27225" y="40305"/>
                </a:cubicBezTo>
                <a:cubicBezTo>
                  <a:pt x="27211" y="40378"/>
                  <a:pt x="27181" y="40467"/>
                  <a:pt x="27152" y="40540"/>
                </a:cubicBezTo>
                <a:lnTo>
                  <a:pt x="27093" y="40320"/>
                </a:lnTo>
                <a:cubicBezTo>
                  <a:pt x="27108" y="40246"/>
                  <a:pt x="27152" y="40172"/>
                  <a:pt x="27167" y="40084"/>
                </a:cubicBezTo>
                <a:close/>
                <a:moveTo>
                  <a:pt x="15467" y="25633"/>
                </a:moveTo>
                <a:cubicBezTo>
                  <a:pt x="14996" y="28296"/>
                  <a:pt x="15820" y="31225"/>
                  <a:pt x="17792" y="33594"/>
                </a:cubicBezTo>
                <a:cubicBezTo>
                  <a:pt x="18837" y="34860"/>
                  <a:pt x="20147" y="35890"/>
                  <a:pt x="21412" y="36861"/>
                </a:cubicBezTo>
                <a:cubicBezTo>
                  <a:pt x="22737" y="37891"/>
                  <a:pt x="24091" y="38951"/>
                  <a:pt x="25106" y="40290"/>
                </a:cubicBezTo>
                <a:cubicBezTo>
                  <a:pt x="25033" y="40378"/>
                  <a:pt x="24944" y="40496"/>
                  <a:pt x="24871" y="40584"/>
                </a:cubicBezTo>
                <a:cubicBezTo>
                  <a:pt x="23826" y="39334"/>
                  <a:pt x="22487" y="38333"/>
                  <a:pt x="21177" y="37376"/>
                </a:cubicBezTo>
                <a:cubicBezTo>
                  <a:pt x="19808" y="36390"/>
                  <a:pt x="18410" y="35360"/>
                  <a:pt x="17351" y="34036"/>
                </a:cubicBezTo>
                <a:cubicBezTo>
                  <a:pt x="15393" y="31622"/>
                  <a:pt x="14702" y="28429"/>
                  <a:pt x="15467" y="25633"/>
                </a:cubicBezTo>
                <a:close/>
                <a:moveTo>
                  <a:pt x="25445" y="39996"/>
                </a:moveTo>
                <a:cubicBezTo>
                  <a:pt x="25518" y="40084"/>
                  <a:pt x="25563" y="40172"/>
                  <a:pt x="25621" y="40290"/>
                </a:cubicBezTo>
                <a:cubicBezTo>
                  <a:pt x="25548" y="40378"/>
                  <a:pt x="25474" y="40496"/>
                  <a:pt x="25430" y="40584"/>
                </a:cubicBezTo>
                <a:cubicBezTo>
                  <a:pt x="25357" y="40496"/>
                  <a:pt x="25298" y="40378"/>
                  <a:pt x="25224" y="40290"/>
                </a:cubicBezTo>
                <a:cubicBezTo>
                  <a:pt x="25298" y="40202"/>
                  <a:pt x="25371" y="40084"/>
                  <a:pt x="25445" y="39996"/>
                </a:cubicBezTo>
                <a:close/>
                <a:moveTo>
                  <a:pt x="25930" y="39996"/>
                </a:moveTo>
                <a:cubicBezTo>
                  <a:pt x="25975" y="40099"/>
                  <a:pt x="26033" y="40202"/>
                  <a:pt x="26092" y="40290"/>
                </a:cubicBezTo>
                <a:cubicBezTo>
                  <a:pt x="26033" y="40378"/>
                  <a:pt x="25975" y="40467"/>
                  <a:pt x="25901" y="40584"/>
                </a:cubicBezTo>
                <a:cubicBezTo>
                  <a:pt x="25842" y="40496"/>
                  <a:pt x="25798" y="40378"/>
                  <a:pt x="25739" y="40290"/>
                </a:cubicBezTo>
                <a:cubicBezTo>
                  <a:pt x="25813" y="40202"/>
                  <a:pt x="25872" y="40099"/>
                  <a:pt x="25930" y="39996"/>
                </a:cubicBezTo>
                <a:close/>
                <a:moveTo>
                  <a:pt x="26343" y="40025"/>
                </a:moveTo>
                <a:cubicBezTo>
                  <a:pt x="26387" y="40128"/>
                  <a:pt x="26416" y="40217"/>
                  <a:pt x="26475" y="40320"/>
                </a:cubicBezTo>
                <a:cubicBezTo>
                  <a:pt x="26416" y="40393"/>
                  <a:pt x="26357" y="40496"/>
                  <a:pt x="26298" y="40584"/>
                </a:cubicBezTo>
                <a:cubicBezTo>
                  <a:pt x="26269" y="40496"/>
                  <a:pt x="26210" y="40393"/>
                  <a:pt x="26181" y="40305"/>
                </a:cubicBezTo>
                <a:lnTo>
                  <a:pt x="26343" y="40025"/>
                </a:lnTo>
                <a:close/>
                <a:moveTo>
                  <a:pt x="26681" y="40025"/>
                </a:moveTo>
                <a:cubicBezTo>
                  <a:pt x="26710" y="40128"/>
                  <a:pt x="26725" y="40217"/>
                  <a:pt x="26769" y="40305"/>
                </a:cubicBezTo>
                <a:cubicBezTo>
                  <a:pt x="26725" y="40393"/>
                  <a:pt x="26696" y="40496"/>
                  <a:pt x="26637" y="40584"/>
                </a:cubicBezTo>
                <a:cubicBezTo>
                  <a:pt x="26622" y="40496"/>
                  <a:pt x="26578" y="40393"/>
                  <a:pt x="26549" y="40305"/>
                </a:cubicBezTo>
                <a:cubicBezTo>
                  <a:pt x="26607" y="40217"/>
                  <a:pt x="26637" y="40128"/>
                  <a:pt x="26681" y="40025"/>
                </a:cubicBezTo>
                <a:close/>
                <a:moveTo>
                  <a:pt x="26975" y="40069"/>
                </a:moveTo>
                <a:cubicBezTo>
                  <a:pt x="26990" y="40158"/>
                  <a:pt x="27005" y="40231"/>
                  <a:pt x="27019" y="40320"/>
                </a:cubicBezTo>
                <a:cubicBezTo>
                  <a:pt x="26990" y="40423"/>
                  <a:pt x="26975" y="40496"/>
                  <a:pt x="26931" y="40584"/>
                </a:cubicBezTo>
                <a:cubicBezTo>
                  <a:pt x="26916" y="40496"/>
                  <a:pt x="26872" y="40423"/>
                  <a:pt x="26858" y="40320"/>
                </a:cubicBezTo>
                <a:cubicBezTo>
                  <a:pt x="26902" y="40231"/>
                  <a:pt x="26931" y="40158"/>
                  <a:pt x="26975" y="40069"/>
                </a:cubicBezTo>
                <a:close/>
                <a:moveTo>
                  <a:pt x="27387" y="40584"/>
                </a:moveTo>
                <a:lnTo>
                  <a:pt x="27387" y="40658"/>
                </a:lnTo>
                <a:cubicBezTo>
                  <a:pt x="27387" y="40717"/>
                  <a:pt x="27373" y="40746"/>
                  <a:pt x="27373" y="40805"/>
                </a:cubicBezTo>
                <a:cubicBezTo>
                  <a:pt x="27373" y="40761"/>
                  <a:pt x="27373" y="40732"/>
                  <a:pt x="27358" y="40717"/>
                </a:cubicBezTo>
                <a:cubicBezTo>
                  <a:pt x="27373" y="40673"/>
                  <a:pt x="27373" y="40614"/>
                  <a:pt x="27387" y="40584"/>
                </a:cubicBezTo>
                <a:close/>
                <a:moveTo>
                  <a:pt x="25165" y="40364"/>
                </a:moveTo>
                <a:cubicBezTo>
                  <a:pt x="25239" y="40452"/>
                  <a:pt x="25312" y="40540"/>
                  <a:pt x="25371" y="40658"/>
                </a:cubicBezTo>
                <a:cubicBezTo>
                  <a:pt x="25312" y="40732"/>
                  <a:pt x="25239" y="40820"/>
                  <a:pt x="25180" y="40893"/>
                </a:cubicBezTo>
                <a:cubicBezTo>
                  <a:pt x="25165" y="40879"/>
                  <a:pt x="25150" y="40879"/>
                  <a:pt x="25150" y="40864"/>
                </a:cubicBezTo>
                <a:lnTo>
                  <a:pt x="25106" y="40893"/>
                </a:lnTo>
                <a:cubicBezTo>
                  <a:pt x="25062" y="40820"/>
                  <a:pt x="24974" y="40732"/>
                  <a:pt x="24930" y="40658"/>
                </a:cubicBezTo>
                <a:cubicBezTo>
                  <a:pt x="25003" y="40570"/>
                  <a:pt x="25092" y="40452"/>
                  <a:pt x="25165" y="40364"/>
                </a:cubicBezTo>
                <a:close/>
                <a:moveTo>
                  <a:pt x="27240" y="40511"/>
                </a:moveTo>
                <a:cubicBezTo>
                  <a:pt x="27270" y="40570"/>
                  <a:pt x="27270" y="40643"/>
                  <a:pt x="27284" y="40687"/>
                </a:cubicBezTo>
                <a:lnTo>
                  <a:pt x="27225" y="40908"/>
                </a:lnTo>
                <a:cubicBezTo>
                  <a:pt x="27211" y="40835"/>
                  <a:pt x="27211" y="40790"/>
                  <a:pt x="27196" y="40717"/>
                </a:cubicBezTo>
                <a:cubicBezTo>
                  <a:pt x="27211" y="40643"/>
                  <a:pt x="27225" y="40584"/>
                  <a:pt x="27240" y="40511"/>
                </a:cubicBezTo>
                <a:close/>
                <a:moveTo>
                  <a:pt x="15261" y="26074"/>
                </a:moveTo>
                <a:lnTo>
                  <a:pt x="15261" y="26074"/>
                </a:lnTo>
                <a:cubicBezTo>
                  <a:pt x="14672" y="28767"/>
                  <a:pt x="15408" y="31769"/>
                  <a:pt x="17277" y="34065"/>
                </a:cubicBezTo>
                <a:cubicBezTo>
                  <a:pt x="18366" y="35390"/>
                  <a:pt x="19764" y="36449"/>
                  <a:pt x="21118" y="37435"/>
                </a:cubicBezTo>
                <a:cubicBezTo>
                  <a:pt x="22428" y="38392"/>
                  <a:pt x="23767" y="39392"/>
                  <a:pt x="24797" y="40643"/>
                </a:cubicBezTo>
                <a:cubicBezTo>
                  <a:pt x="24709" y="40746"/>
                  <a:pt x="24635" y="40835"/>
                  <a:pt x="24547" y="40938"/>
                </a:cubicBezTo>
                <a:cubicBezTo>
                  <a:pt x="23517" y="39775"/>
                  <a:pt x="22192" y="38833"/>
                  <a:pt x="20883" y="37935"/>
                </a:cubicBezTo>
                <a:cubicBezTo>
                  <a:pt x="19440" y="36920"/>
                  <a:pt x="17954" y="35890"/>
                  <a:pt x="16850" y="34507"/>
                </a:cubicBezTo>
                <a:cubicBezTo>
                  <a:pt x="14967" y="32181"/>
                  <a:pt x="14378" y="28914"/>
                  <a:pt x="15261" y="26074"/>
                </a:cubicBezTo>
                <a:close/>
                <a:moveTo>
                  <a:pt x="25680" y="40349"/>
                </a:moveTo>
                <a:cubicBezTo>
                  <a:pt x="25739" y="40452"/>
                  <a:pt x="25798" y="40540"/>
                  <a:pt x="25842" y="40658"/>
                </a:cubicBezTo>
                <a:cubicBezTo>
                  <a:pt x="25798" y="40746"/>
                  <a:pt x="25710" y="40835"/>
                  <a:pt x="25666" y="40938"/>
                </a:cubicBezTo>
                <a:cubicBezTo>
                  <a:pt x="25621" y="40879"/>
                  <a:pt x="25592" y="40805"/>
                  <a:pt x="25548" y="40746"/>
                </a:cubicBezTo>
                <a:cubicBezTo>
                  <a:pt x="25533" y="40717"/>
                  <a:pt x="25504" y="40673"/>
                  <a:pt x="25474" y="40643"/>
                </a:cubicBezTo>
                <a:cubicBezTo>
                  <a:pt x="25548" y="40540"/>
                  <a:pt x="25621" y="40452"/>
                  <a:pt x="25680" y="40349"/>
                </a:cubicBezTo>
                <a:close/>
                <a:moveTo>
                  <a:pt x="26136" y="40378"/>
                </a:moveTo>
                <a:cubicBezTo>
                  <a:pt x="26195" y="40467"/>
                  <a:pt x="26239" y="40584"/>
                  <a:pt x="26269" y="40673"/>
                </a:cubicBezTo>
                <a:lnTo>
                  <a:pt x="26107" y="40952"/>
                </a:lnTo>
                <a:cubicBezTo>
                  <a:pt x="26048" y="40864"/>
                  <a:pt x="26019" y="40746"/>
                  <a:pt x="25960" y="40658"/>
                </a:cubicBezTo>
                <a:cubicBezTo>
                  <a:pt x="26019" y="40570"/>
                  <a:pt x="26063" y="40467"/>
                  <a:pt x="26136" y="40378"/>
                </a:cubicBezTo>
                <a:close/>
                <a:moveTo>
                  <a:pt x="26490" y="40393"/>
                </a:moveTo>
                <a:lnTo>
                  <a:pt x="26593" y="40673"/>
                </a:lnTo>
                <a:cubicBezTo>
                  <a:pt x="26563" y="40761"/>
                  <a:pt x="26504" y="40864"/>
                  <a:pt x="26475" y="40952"/>
                </a:cubicBezTo>
                <a:cubicBezTo>
                  <a:pt x="26431" y="40864"/>
                  <a:pt x="26401" y="40761"/>
                  <a:pt x="26343" y="40673"/>
                </a:cubicBezTo>
                <a:cubicBezTo>
                  <a:pt x="26401" y="40584"/>
                  <a:pt x="26431" y="40496"/>
                  <a:pt x="26490" y="40393"/>
                </a:cubicBezTo>
                <a:close/>
                <a:moveTo>
                  <a:pt x="27078" y="40467"/>
                </a:moveTo>
                <a:cubicBezTo>
                  <a:pt x="27078" y="40540"/>
                  <a:pt x="27093" y="40643"/>
                  <a:pt x="27122" y="40717"/>
                </a:cubicBezTo>
                <a:cubicBezTo>
                  <a:pt x="27093" y="40790"/>
                  <a:pt x="27064" y="40879"/>
                  <a:pt x="27034" y="40952"/>
                </a:cubicBezTo>
                <a:cubicBezTo>
                  <a:pt x="27019" y="40879"/>
                  <a:pt x="27005" y="40790"/>
                  <a:pt x="26990" y="40717"/>
                </a:cubicBezTo>
                <a:cubicBezTo>
                  <a:pt x="27019" y="40643"/>
                  <a:pt x="27034" y="40540"/>
                  <a:pt x="27078" y="40467"/>
                </a:cubicBezTo>
                <a:close/>
                <a:moveTo>
                  <a:pt x="26799" y="40437"/>
                </a:moveTo>
                <a:cubicBezTo>
                  <a:pt x="26813" y="40526"/>
                  <a:pt x="26858" y="40614"/>
                  <a:pt x="26872" y="40717"/>
                </a:cubicBezTo>
                <a:cubicBezTo>
                  <a:pt x="26843" y="40805"/>
                  <a:pt x="26799" y="40879"/>
                  <a:pt x="26769" y="40967"/>
                </a:cubicBezTo>
                <a:cubicBezTo>
                  <a:pt x="26725" y="40879"/>
                  <a:pt x="26710" y="40790"/>
                  <a:pt x="26681" y="40687"/>
                </a:cubicBezTo>
                <a:cubicBezTo>
                  <a:pt x="26725" y="40599"/>
                  <a:pt x="26769" y="40526"/>
                  <a:pt x="26799" y="40437"/>
                </a:cubicBezTo>
                <a:close/>
                <a:moveTo>
                  <a:pt x="24871" y="40717"/>
                </a:moveTo>
                <a:cubicBezTo>
                  <a:pt x="24944" y="40805"/>
                  <a:pt x="25003" y="40879"/>
                  <a:pt x="25062" y="40952"/>
                </a:cubicBezTo>
                <a:lnTo>
                  <a:pt x="25003" y="41011"/>
                </a:lnTo>
                <a:cubicBezTo>
                  <a:pt x="24944" y="41085"/>
                  <a:pt x="24871" y="41158"/>
                  <a:pt x="24797" y="41232"/>
                </a:cubicBezTo>
                <a:cubicBezTo>
                  <a:pt x="24738" y="41158"/>
                  <a:pt x="24665" y="41085"/>
                  <a:pt x="24621" y="41011"/>
                </a:cubicBezTo>
                <a:cubicBezTo>
                  <a:pt x="24709" y="40908"/>
                  <a:pt x="24783" y="40820"/>
                  <a:pt x="24871" y="40717"/>
                </a:cubicBezTo>
                <a:close/>
                <a:moveTo>
                  <a:pt x="27299" y="40938"/>
                </a:moveTo>
                <a:cubicBezTo>
                  <a:pt x="27314" y="40967"/>
                  <a:pt x="27314" y="41026"/>
                  <a:pt x="27314" y="41085"/>
                </a:cubicBezTo>
                <a:cubicBezTo>
                  <a:pt x="27314" y="41114"/>
                  <a:pt x="27299" y="41158"/>
                  <a:pt x="27299" y="41173"/>
                </a:cubicBezTo>
                <a:cubicBezTo>
                  <a:pt x="27299" y="41188"/>
                  <a:pt x="27284" y="41232"/>
                  <a:pt x="27284" y="41247"/>
                </a:cubicBezTo>
                <a:cubicBezTo>
                  <a:pt x="27284" y="41188"/>
                  <a:pt x="27270" y="41129"/>
                  <a:pt x="27270" y="41100"/>
                </a:cubicBezTo>
                <a:cubicBezTo>
                  <a:pt x="27284" y="41041"/>
                  <a:pt x="27299" y="40982"/>
                  <a:pt x="27299" y="40938"/>
                </a:cubicBezTo>
                <a:close/>
                <a:moveTo>
                  <a:pt x="25430" y="40717"/>
                </a:moveTo>
                <a:cubicBezTo>
                  <a:pt x="25445" y="40746"/>
                  <a:pt x="25460" y="40761"/>
                  <a:pt x="25474" y="40805"/>
                </a:cubicBezTo>
                <a:cubicBezTo>
                  <a:pt x="25518" y="40879"/>
                  <a:pt x="25563" y="40952"/>
                  <a:pt x="25607" y="41011"/>
                </a:cubicBezTo>
                <a:cubicBezTo>
                  <a:pt x="25533" y="41100"/>
                  <a:pt x="25474" y="41188"/>
                  <a:pt x="25401" y="41276"/>
                </a:cubicBezTo>
                <a:cubicBezTo>
                  <a:pt x="25386" y="41261"/>
                  <a:pt x="25386" y="41247"/>
                  <a:pt x="25371" y="41232"/>
                </a:cubicBezTo>
                <a:cubicBezTo>
                  <a:pt x="25401" y="41188"/>
                  <a:pt x="25430" y="41158"/>
                  <a:pt x="25460" y="41114"/>
                </a:cubicBezTo>
                <a:cubicBezTo>
                  <a:pt x="25445" y="41114"/>
                  <a:pt x="25430" y="41100"/>
                  <a:pt x="25401" y="41085"/>
                </a:cubicBezTo>
                <a:cubicBezTo>
                  <a:pt x="25386" y="41114"/>
                  <a:pt x="25357" y="41129"/>
                  <a:pt x="25327" y="41173"/>
                </a:cubicBezTo>
                <a:cubicBezTo>
                  <a:pt x="25298" y="41114"/>
                  <a:pt x="25253" y="41055"/>
                  <a:pt x="25195" y="41011"/>
                </a:cubicBezTo>
                <a:cubicBezTo>
                  <a:pt x="25283" y="40908"/>
                  <a:pt x="25342" y="40820"/>
                  <a:pt x="25430" y="40717"/>
                </a:cubicBezTo>
                <a:close/>
                <a:moveTo>
                  <a:pt x="25886" y="40732"/>
                </a:moveTo>
                <a:cubicBezTo>
                  <a:pt x="25930" y="40820"/>
                  <a:pt x="25989" y="40938"/>
                  <a:pt x="26033" y="41026"/>
                </a:cubicBezTo>
                <a:cubicBezTo>
                  <a:pt x="25975" y="41114"/>
                  <a:pt x="25916" y="41203"/>
                  <a:pt x="25842" y="41306"/>
                </a:cubicBezTo>
                <a:cubicBezTo>
                  <a:pt x="25827" y="41203"/>
                  <a:pt x="25754" y="41114"/>
                  <a:pt x="25695" y="41011"/>
                </a:cubicBezTo>
                <a:cubicBezTo>
                  <a:pt x="25754" y="40908"/>
                  <a:pt x="25827" y="40820"/>
                  <a:pt x="25886" y="40732"/>
                </a:cubicBezTo>
                <a:close/>
                <a:moveTo>
                  <a:pt x="26298" y="40761"/>
                </a:moveTo>
                <a:cubicBezTo>
                  <a:pt x="26343" y="40864"/>
                  <a:pt x="26387" y="40952"/>
                  <a:pt x="26431" y="41055"/>
                </a:cubicBezTo>
                <a:cubicBezTo>
                  <a:pt x="26387" y="41158"/>
                  <a:pt x="26343" y="41247"/>
                  <a:pt x="26284" y="41335"/>
                </a:cubicBezTo>
                <a:cubicBezTo>
                  <a:pt x="26254" y="41247"/>
                  <a:pt x="26195" y="41144"/>
                  <a:pt x="26166" y="41041"/>
                </a:cubicBezTo>
                <a:cubicBezTo>
                  <a:pt x="26195" y="40952"/>
                  <a:pt x="26254" y="40864"/>
                  <a:pt x="26298" y="40761"/>
                </a:cubicBezTo>
                <a:close/>
                <a:moveTo>
                  <a:pt x="26637" y="40805"/>
                </a:moveTo>
                <a:cubicBezTo>
                  <a:pt x="26681" y="40893"/>
                  <a:pt x="26696" y="40982"/>
                  <a:pt x="26725" y="41085"/>
                </a:cubicBezTo>
                <a:cubicBezTo>
                  <a:pt x="26696" y="41173"/>
                  <a:pt x="26652" y="41261"/>
                  <a:pt x="26622" y="41335"/>
                </a:cubicBezTo>
                <a:lnTo>
                  <a:pt x="26504" y="41055"/>
                </a:lnTo>
                <a:cubicBezTo>
                  <a:pt x="26549" y="40967"/>
                  <a:pt x="26607" y="40893"/>
                  <a:pt x="26637" y="40805"/>
                </a:cubicBezTo>
                <a:close/>
                <a:moveTo>
                  <a:pt x="26916" y="40835"/>
                </a:moveTo>
                <a:cubicBezTo>
                  <a:pt x="26931" y="40938"/>
                  <a:pt x="26946" y="41026"/>
                  <a:pt x="26975" y="41100"/>
                </a:cubicBezTo>
                <a:cubicBezTo>
                  <a:pt x="26931" y="41173"/>
                  <a:pt x="26916" y="41261"/>
                  <a:pt x="26872" y="41335"/>
                </a:cubicBezTo>
                <a:cubicBezTo>
                  <a:pt x="26858" y="41247"/>
                  <a:pt x="26828" y="41144"/>
                  <a:pt x="26799" y="41070"/>
                </a:cubicBezTo>
                <a:cubicBezTo>
                  <a:pt x="26858" y="41011"/>
                  <a:pt x="26902" y="40908"/>
                  <a:pt x="26916" y="40835"/>
                </a:cubicBezTo>
                <a:close/>
                <a:moveTo>
                  <a:pt x="27137" y="40893"/>
                </a:moveTo>
                <a:cubicBezTo>
                  <a:pt x="27152" y="40952"/>
                  <a:pt x="27167" y="41026"/>
                  <a:pt x="27167" y="41100"/>
                </a:cubicBezTo>
                <a:cubicBezTo>
                  <a:pt x="27152" y="41173"/>
                  <a:pt x="27137" y="41247"/>
                  <a:pt x="27122" y="41335"/>
                </a:cubicBezTo>
                <a:lnTo>
                  <a:pt x="27064" y="41114"/>
                </a:lnTo>
                <a:cubicBezTo>
                  <a:pt x="27078" y="41041"/>
                  <a:pt x="27122" y="40967"/>
                  <a:pt x="27137" y="40893"/>
                </a:cubicBezTo>
                <a:close/>
                <a:moveTo>
                  <a:pt x="25150" y="41085"/>
                </a:moveTo>
                <a:cubicBezTo>
                  <a:pt x="25180" y="41129"/>
                  <a:pt x="25224" y="41188"/>
                  <a:pt x="25283" y="41247"/>
                </a:cubicBezTo>
                <a:lnTo>
                  <a:pt x="25062" y="41512"/>
                </a:lnTo>
                <a:cubicBezTo>
                  <a:pt x="25018" y="41467"/>
                  <a:pt x="24959" y="41409"/>
                  <a:pt x="24930" y="41350"/>
                </a:cubicBezTo>
                <a:lnTo>
                  <a:pt x="25150" y="41085"/>
                </a:lnTo>
                <a:close/>
                <a:moveTo>
                  <a:pt x="27343" y="41379"/>
                </a:moveTo>
                <a:cubicBezTo>
                  <a:pt x="27343" y="41394"/>
                  <a:pt x="27343" y="41423"/>
                  <a:pt x="27358" y="41467"/>
                </a:cubicBezTo>
                <a:cubicBezTo>
                  <a:pt x="27358" y="41497"/>
                  <a:pt x="27343" y="41556"/>
                  <a:pt x="27343" y="41600"/>
                </a:cubicBezTo>
                <a:cubicBezTo>
                  <a:pt x="27343" y="41556"/>
                  <a:pt x="27343" y="41526"/>
                  <a:pt x="27314" y="41497"/>
                </a:cubicBezTo>
                <a:cubicBezTo>
                  <a:pt x="27343" y="41467"/>
                  <a:pt x="27343" y="41409"/>
                  <a:pt x="27343" y="41379"/>
                </a:cubicBezTo>
                <a:close/>
                <a:moveTo>
                  <a:pt x="25312" y="41320"/>
                </a:moveTo>
                <a:cubicBezTo>
                  <a:pt x="25327" y="41335"/>
                  <a:pt x="25327" y="41350"/>
                  <a:pt x="25357" y="41379"/>
                </a:cubicBezTo>
                <a:cubicBezTo>
                  <a:pt x="25283" y="41467"/>
                  <a:pt x="25209" y="41556"/>
                  <a:pt x="25136" y="41673"/>
                </a:cubicBezTo>
                <a:lnTo>
                  <a:pt x="25077" y="41615"/>
                </a:lnTo>
                <a:cubicBezTo>
                  <a:pt x="25165" y="41497"/>
                  <a:pt x="25239" y="41409"/>
                  <a:pt x="25312" y="41320"/>
                </a:cubicBezTo>
                <a:close/>
                <a:moveTo>
                  <a:pt x="25666" y="41100"/>
                </a:moveTo>
                <a:cubicBezTo>
                  <a:pt x="25724" y="41188"/>
                  <a:pt x="25769" y="41306"/>
                  <a:pt x="25827" y="41394"/>
                </a:cubicBezTo>
                <a:cubicBezTo>
                  <a:pt x="25769" y="41482"/>
                  <a:pt x="25695" y="41570"/>
                  <a:pt x="25651" y="41673"/>
                </a:cubicBezTo>
                <a:cubicBezTo>
                  <a:pt x="25621" y="41629"/>
                  <a:pt x="25592" y="41600"/>
                  <a:pt x="25577" y="41541"/>
                </a:cubicBezTo>
                <a:cubicBezTo>
                  <a:pt x="25607" y="41482"/>
                  <a:pt x="25651" y="41423"/>
                  <a:pt x="25695" y="41379"/>
                </a:cubicBezTo>
                <a:cubicBezTo>
                  <a:pt x="25666" y="41350"/>
                  <a:pt x="25651" y="41335"/>
                  <a:pt x="25621" y="41320"/>
                </a:cubicBezTo>
                <a:cubicBezTo>
                  <a:pt x="25592" y="41379"/>
                  <a:pt x="25548" y="41423"/>
                  <a:pt x="25518" y="41467"/>
                </a:cubicBezTo>
                <a:cubicBezTo>
                  <a:pt x="25504" y="41423"/>
                  <a:pt x="25474" y="41394"/>
                  <a:pt x="25460" y="41379"/>
                </a:cubicBezTo>
                <a:cubicBezTo>
                  <a:pt x="25533" y="41276"/>
                  <a:pt x="25592" y="41188"/>
                  <a:pt x="25666" y="41100"/>
                </a:cubicBezTo>
                <a:close/>
                <a:moveTo>
                  <a:pt x="26092" y="41114"/>
                </a:moveTo>
                <a:cubicBezTo>
                  <a:pt x="26136" y="41203"/>
                  <a:pt x="26181" y="41320"/>
                  <a:pt x="26210" y="41409"/>
                </a:cubicBezTo>
                <a:lnTo>
                  <a:pt x="26048" y="41688"/>
                </a:lnTo>
                <a:cubicBezTo>
                  <a:pt x="25989" y="41600"/>
                  <a:pt x="25960" y="41482"/>
                  <a:pt x="25901" y="41394"/>
                </a:cubicBezTo>
                <a:cubicBezTo>
                  <a:pt x="25975" y="41306"/>
                  <a:pt x="26033" y="41203"/>
                  <a:pt x="26092" y="41114"/>
                </a:cubicBezTo>
                <a:close/>
                <a:moveTo>
                  <a:pt x="26475" y="41158"/>
                </a:moveTo>
                <a:lnTo>
                  <a:pt x="26578" y="41423"/>
                </a:lnTo>
                <a:cubicBezTo>
                  <a:pt x="26534" y="41512"/>
                  <a:pt x="26475" y="41615"/>
                  <a:pt x="26431" y="41688"/>
                </a:cubicBezTo>
                <a:lnTo>
                  <a:pt x="26328" y="41409"/>
                </a:lnTo>
                <a:cubicBezTo>
                  <a:pt x="26387" y="41320"/>
                  <a:pt x="26416" y="41247"/>
                  <a:pt x="26475" y="41158"/>
                </a:cubicBezTo>
                <a:close/>
                <a:moveTo>
                  <a:pt x="27181" y="41306"/>
                </a:moveTo>
                <a:cubicBezTo>
                  <a:pt x="27211" y="41350"/>
                  <a:pt x="27225" y="41423"/>
                  <a:pt x="27225" y="41482"/>
                </a:cubicBezTo>
                <a:cubicBezTo>
                  <a:pt x="27211" y="41556"/>
                  <a:pt x="27181" y="41615"/>
                  <a:pt x="27167" y="41688"/>
                </a:cubicBezTo>
                <a:cubicBezTo>
                  <a:pt x="27152" y="41615"/>
                  <a:pt x="27152" y="41556"/>
                  <a:pt x="27137" y="41482"/>
                </a:cubicBezTo>
                <a:cubicBezTo>
                  <a:pt x="27152" y="41423"/>
                  <a:pt x="27167" y="41350"/>
                  <a:pt x="27181" y="41306"/>
                </a:cubicBezTo>
                <a:close/>
                <a:moveTo>
                  <a:pt x="26769" y="41188"/>
                </a:moveTo>
                <a:cubicBezTo>
                  <a:pt x="26784" y="41276"/>
                  <a:pt x="26813" y="41379"/>
                  <a:pt x="26843" y="41467"/>
                </a:cubicBezTo>
                <a:cubicBezTo>
                  <a:pt x="26799" y="41556"/>
                  <a:pt x="26769" y="41629"/>
                  <a:pt x="26725" y="41718"/>
                </a:cubicBezTo>
                <a:cubicBezTo>
                  <a:pt x="26696" y="41629"/>
                  <a:pt x="26681" y="41541"/>
                  <a:pt x="26637" y="41453"/>
                </a:cubicBezTo>
                <a:cubicBezTo>
                  <a:pt x="26696" y="41350"/>
                  <a:pt x="26725" y="41276"/>
                  <a:pt x="26769" y="41188"/>
                </a:cubicBezTo>
                <a:close/>
                <a:moveTo>
                  <a:pt x="27019" y="41247"/>
                </a:moveTo>
                <a:cubicBezTo>
                  <a:pt x="27034" y="41320"/>
                  <a:pt x="27034" y="41394"/>
                  <a:pt x="27064" y="41482"/>
                </a:cubicBezTo>
                <a:cubicBezTo>
                  <a:pt x="27049" y="41556"/>
                  <a:pt x="27005" y="41629"/>
                  <a:pt x="26990" y="41718"/>
                </a:cubicBezTo>
                <a:cubicBezTo>
                  <a:pt x="26975" y="41629"/>
                  <a:pt x="26946" y="41556"/>
                  <a:pt x="26931" y="41482"/>
                </a:cubicBezTo>
                <a:cubicBezTo>
                  <a:pt x="26975" y="41409"/>
                  <a:pt x="26990" y="41335"/>
                  <a:pt x="27019" y="41247"/>
                </a:cubicBezTo>
                <a:close/>
                <a:moveTo>
                  <a:pt x="25401" y="41453"/>
                </a:moveTo>
                <a:cubicBezTo>
                  <a:pt x="25430" y="41482"/>
                  <a:pt x="25445" y="41497"/>
                  <a:pt x="25460" y="41541"/>
                </a:cubicBezTo>
                <a:lnTo>
                  <a:pt x="25239" y="41821"/>
                </a:lnTo>
                <a:cubicBezTo>
                  <a:pt x="25224" y="41776"/>
                  <a:pt x="25195" y="41762"/>
                  <a:pt x="25180" y="41718"/>
                </a:cubicBezTo>
                <a:lnTo>
                  <a:pt x="25401" y="41453"/>
                </a:lnTo>
                <a:close/>
                <a:moveTo>
                  <a:pt x="25518" y="41615"/>
                </a:moveTo>
                <a:cubicBezTo>
                  <a:pt x="25533" y="41644"/>
                  <a:pt x="25563" y="41703"/>
                  <a:pt x="25592" y="41732"/>
                </a:cubicBezTo>
                <a:cubicBezTo>
                  <a:pt x="25518" y="41835"/>
                  <a:pt x="25460" y="41924"/>
                  <a:pt x="25386" y="42012"/>
                </a:cubicBezTo>
                <a:cubicBezTo>
                  <a:pt x="25357" y="41982"/>
                  <a:pt x="25327" y="41924"/>
                  <a:pt x="25298" y="41879"/>
                </a:cubicBezTo>
                <a:lnTo>
                  <a:pt x="25518" y="41615"/>
                </a:lnTo>
                <a:close/>
                <a:moveTo>
                  <a:pt x="25842" y="41453"/>
                </a:moveTo>
                <a:cubicBezTo>
                  <a:pt x="25901" y="41541"/>
                  <a:pt x="25960" y="41644"/>
                  <a:pt x="25989" y="41747"/>
                </a:cubicBezTo>
                <a:cubicBezTo>
                  <a:pt x="25960" y="41850"/>
                  <a:pt x="25901" y="41938"/>
                  <a:pt x="25842" y="42041"/>
                </a:cubicBezTo>
                <a:cubicBezTo>
                  <a:pt x="25813" y="41968"/>
                  <a:pt x="25769" y="41909"/>
                  <a:pt x="25739" y="41835"/>
                </a:cubicBezTo>
                <a:cubicBezTo>
                  <a:pt x="25798" y="41762"/>
                  <a:pt x="25842" y="41688"/>
                  <a:pt x="25886" y="41615"/>
                </a:cubicBezTo>
                <a:cubicBezTo>
                  <a:pt x="25872" y="41585"/>
                  <a:pt x="25842" y="41570"/>
                  <a:pt x="25827" y="41541"/>
                </a:cubicBezTo>
                <a:cubicBezTo>
                  <a:pt x="25769" y="41615"/>
                  <a:pt x="25739" y="41688"/>
                  <a:pt x="25680" y="41747"/>
                </a:cubicBezTo>
                <a:cubicBezTo>
                  <a:pt x="25680" y="41747"/>
                  <a:pt x="25680" y="41718"/>
                  <a:pt x="25666" y="41718"/>
                </a:cubicBezTo>
                <a:cubicBezTo>
                  <a:pt x="25724" y="41629"/>
                  <a:pt x="25798" y="41541"/>
                  <a:pt x="25842" y="41453"/>
                </a:cubicBezTo>
                <a:close/>
                <a:moveTo>
                  <a:pt x="27270" y="41718"/>
                </a:moveTo>
                <a:cubicBezTo>
                  <a:pt x="27270" y="41776"/>
                  <a:pt x="27270" y="41821"/>
                  <a:pt x="27284" y="41865"/>
                </a:cubicBezTo>
                <a:cubicBezTo>
                  <a:pt x="27270" y="41924"/>
                  <a:pt x="27270" y="41982"/>
                  <a:pt x="27240" y="42041"/>
                </a:cubicBezTo>
                <a:cubicBezTo>
                  <a:pt x="27240" y="41982"/>
                  <a:pt x="27225" y="41938"/>
                  <a:pt x="27225" y="41879"/>
                </a:cubicBezTo>
                <a:cubicBezTo>
                  <a:pt x="27240" y="41835"/>
                  <a:pt x="27270" y="41776"/>
                  <a:pt x="27270" y="41718"/>
                </a:cubicBezTo>
                <a:close/>
                <a:moveTo>
                  <a:pt x="26269" y="41497"/>
                </a:moveTo>
                <a:cubicBezTo>
                  <a:pt x="26313" y="41600"/>
                  <a:pt x="26343" y="41703"/>
                  <a:pt x="26387" y="41791"/>
                </a:cubicBezTo>
                <a:cubicBezTo>
                  <a:pt x="26328" y="41894"/>
                  <a:pt x="26284" y="41982"/>
                  <a:pt x="26239" y="42056"/>
                </a:cubicBezTo>
                <a:cubicBezTo>
                  <a:pt x="26195" y="41968"/>
                  <a:pt x="26136" y="41850"/>
                  <a:pt x="26107" y="41762"/>
                </a:cubicBezTo>
                <a:cubicBezTo>
                  <a:pt x="26166" y="41673"/>
                  <a:pt x="26210" y="41600"/>
                  <a:pt x="26269" y="41497"/>
                </a:cubicBezTo>
                <a:close/>
                <a:moveTo>
                  <a:pt x="27093" y="41629"/>
                </a:moveTo>
                <a:cubicBezTo>
                  <a:pt x="27122" y="41718"/>
                  <a:pt x="27122" y="41791"/>
                  <a:pt x="27137" y="41865"/>
                </a:cubicBezTo>
                <a:cubicBezTo>
                  <a:pt x="27122" y="41938"/>
                  <a:pt x="27093" y="42012"/>
                  <a:pt x="27078" y="42071"/>
                </a:cubicBezTo>
                <a:lnTo>
                  <a:pt x="27019" y="41850"/>
                </a:lnTo>
                <a:cubicBezTo>
                  <a:pt x="27034" y="41776"/>
                  <a:pt x="27078" y="41703"/>
                  <a:pt x="27093" y="41629"/>
                </a:cubicBezTo>
                <a:close/>
                <a:moveTo>
                  <a:pt x="26607" y="41541"/>
                </a:moveTo>
                <a:cubicBezTo>
                  <a:pt x="26637" y="41629"/>
                  <a:pt x="26652" y="41718"/>
                  <a:pt x="26696" y="41835"/>
                </a:cubicBezTo>
                <a:cubicBezTo>
                  <a:pt x="26652" y="41924"/>
                  <a:pt x="26622" y="41997"/>
                  <a:pt x="26578" y="42086"/>
                </a:cubicBezTo>
                <a:cubicBezTo>
                  <a:pt x="26549" y="41982"/>
                  <a:pt x="26504" y="41879"/>
                  <a:pt x="26475" y="41791"/>
                </a:cubicBezTo>
                <a:cubicBezTo>
                  <a:pt x="26504" y="41703"/>
                  <a:pt x="26563" y="41629"/>
                  <a:pt x="26607" y="41541"/>
                </a:cubicBezTo>
                <a:close/>
                <a:moveTo>
                  <a:pt x="26872" y="41600"/>
                </a:moveTo>
                <a:cubicBezTo>
                  <a:pt x="26902" y="41688"/>
                  <a:pt x="26916" y="41776"/>
                  <a:pt x="26931" y="41850"/>
                </a:cubicBezTo>
                <a:cubicBezTo>
                  <a:pt x="26902" y="41924"/>
                  <a:pt x="26872" y="42012"/>
                  <a:pt x="26843" y="42086"/>
                </a:cubicBezTo>
                <a:cubicBezTo>
                  <a:pt x="26828" y="41997"/>
                  <a:pt x="26784" y="41909"/>
                  <a:pt x="26769" y="41835"/>
                </a:cubicBezTo>
                <a:cubicBezTo>
                  <a:pt x="26828" y="41747"/>
                  <a:pt x="26843" y="41673"/>
                  <a:pt x="26872" y="41600"/>
                </a:cubicBezTo>
                <a:close/>
                <a:moveTo>
                  <a:pt x="25621" y="41821"/>
                </a:moveTo>
                <a:cubicBezTo>
                  <a:pt x="25621" y="41821"/>
                  <a:pt x="25621" y="41835"/>
                  <a:pt x="25651" y="41835"/>
                </a:cubicBezTo>
                <a:cubicBezTo>
                  <a:pt x="25592" y="41924"/>
                  <a:pt x="25518" y="42012"/>
                  <a:pt x="25445" y="42115"/>
                </a:cubicBezTo>
                <a:cubicBezTo>
                  <a:pt x="25445" y="42115"/>
                  <a:pt x="25445" y="42086"/>
                  <a:pt x="25430" y="42086"/>
                </a:cubicBezTo>
                <a:cubicBezTo>
                  <a:pt x="25504" y="41997"/>
                  <a:pt x="25563" y="41909"/>
                  <a:pt x="25621" y="41821"/>
                </a:cubicBezTo>
                <a:close/>
                <a:moveTo>
                  <a:pt x="26063" y="41865"/>
                </a:moveTo>
                <a:cubicBezTo>
                  <a:pt x="26107" y="41938"/>
                  <a:pt x="26122" y="42012"/>
                  <a:pt x="26166" y="42086"/>
                </a:cubicBezTo>
                <a:cubicBezTo>
                  <a:pt x="26107" y="42189"/>
                  <a:pt x="26063" y="42247"/>
                  <a:pt x="26019" y="42350"/>
                </a:cubicBezTo>
                <a:lnTo>
                  <a:pt x="25901" y="42130"/>
                </a:lnTo>
                <a:cubicBezTo>
                  <a:pt x="25960" y="42041"/>
                  <a:pt x="26019" y="41968"/>
                  <a:pt x="26063" y="41865"/>
                </a:cubicBezTo>
                <a:close/>
                <a:moveTo>
                  <a:pt x="27284" y="42159"/>
                </a:moveTo>
                <a:cubicBezTo>
                  <a:pt x="27299" y="42203"/>
                  <a:pt x="27299" y="42218"/>
                  <a:pt x="27299" y="42247"/>
                </a:cubicBezTo>
                <a:cubicBezTo>
                  <a:pt x="27299" y="42292"/>
                  <a:pt x="27284" y="42321"/>
                  <a:pt x="27284" y="42365"/>
                </a:cubicBezTo>
                <a:cubicBezTo>
                  <a:pt x="27284" y="42336"/>
                  <a:pt x="27284" y="42292"/>
                  <a:pt x="27270" y="42277"/>
                </a:cubicBezTo>
                <a:cubicBezTo>
                  <a:pt x="27270" y="42233"/>
                  <a:pt x="27284" y="42203"/>
                  <a:pt x="27284" y="42159"/>
                </a:cubicBezTo>
                <a:close/>
                <a:moveTo>
                  <a:pt x="25680" y="41909"/>
                </a:moveTo>
                <a:cubicBezTo>
                  <a:pt x="25724" y="41982"/>
                  <a:pt x="25754" y="42041"/>
                  <a:pt x="25798" y="42115"/>
                </a:cubicBezTo>
                <a:cubicBezTo>
                  <a:pt x="25739" y="42203"/>
                  <a:pt x="25666" y="42292"/>
                  <a:pt x="25607" y="42380"/>
                </a:cubicBezTo>
                <a:cubicBezTo>
                  <a:pt x="25563" y="42306"/>
                  <a:pt x="25518" y="42233"/>
                  <a:pt x="25474" y="42189"/>
                </a:cubicBezTo>
                <a:cubicBezTo>
                  <a:pt x="25548" y="42086"/>
                  <a:pt x="25621" y="41997"/>
                  <a:pt x="25680" y="41909"/>
                </a:cubicBezTo>
                <a:close/>
                <a:moveTo>
                  <a:pt x="26431" y="41894"/>
                </a:moveTo>
                <a:cubicBezTo>
                  <a:pt x="26475" y="41982"/>
                  <a:pt x="26504" y="42086"/>
                  <a:pt x="26549" y="42189"/>
                </a:cubicBezTo>
                <a:cubicBezTo>
                  <a:pt x="26504" y="42277"/>
                  <a:pt x="26460" y="42350"/>
                  <a:pt x="26416" y="42439"/>
                </a:cubicBezTo>
                <a:cubicBezTo>
                  <a:pt x="26416" y="42424"/>
                  <a:pt x="26401" y="42409"/>
                  <a:pt x="26401" y="42380"/>
                </a:cubicBezTo>
                <a:cubicBezTo>
                  <a:pt x="26401" y="42365"/>
                  <a:pt x="26416" y="42365"/>
                  <a:pt x="26416" y="42350"/>
                </a:cubicBezTo>
                <a:cubicBezTo>
                  <a:pt x="26387" y="42336"/>
                  <a:pt x="26387" y="42292"/>
                  <a:pt x="26357" y="42277"/>
                </a:cubicBezTo>
                <a:cubicBezTo>
                  <a:pt x="26357" y="42277"/>
                  <a:pt x="26357" y="42292"/>
                  <a:pt x="26343" y="42292"/>
                </a:cubicBezTo>
                <a:cubicBezTo>
                  <a:pt x="26328" y="42233"/>
                  <a:pt x="26313" y="42203"/>
                  <a:pt x="26284" y="42144"/>
                </a:cubicBezTo>
                <a:cubicBezTo>
                  <a:pt x="26343" y="42056"/>
                  <a:pt x="26387" y="41982"/>
                  <a:pt x="26431" y="41894"/>
                </a:cubicBezTo>
                <a:close/>
                <a:moveTo>
                  <a:pt x="26725" y="41938"/>
                </a:moveTo>
                <a:cubicBezTo>
                  <a:pt x="26755" y="42041"/>
                  <a:pt x="26784" y="42130"/>
                  <a:pt x="26799" y="42218"/>
                </a:cubicBezTo>
                <a:cubicBezTo>
                  <a:pt x="26769" y="42292"/>
                  <a:pt x="26725" y="42380"/>
                  <a:pt x="26710" y="42453"/>
                </a:cubicBezTo>
                <a:cubicBezTo>
                  <a:pt x="26681" y="42365"/>
                  <a:pt x="26652" y="42277"/>
                  <a:pt x="26622" y="42189"/>
                </a:cubicBezTo>
                <a:cubicBezTo>
                  <a:pt x="26652" y="42115"/>
                  <a:pt x="26696" y="42012"/>
                  <a:pt x="26725" y="41938"/>
                </a:cubicBezTo>
                <a:close/>
                <a:moveTo>
                  <a:pt x="27167" y="42071"/>
                </a:moveTo>
                <a:cubicBezTo>
                  <a:pt x="27167" y="42130"/>
                  <a:pt x="27167" y="42203"/>
                  <a:pt x="27196" y="42277"/>
                </a:cubicBezTo>
                <a:cubicBezTo>
                  <a:pt x="27167" y="42336"/>
                  <a:pt x="27152" y="42409"/>
                  <a:pt x="27152" y="42453"/>
                </a:cubicBezTo>
                <a:cubicBezTo>
                  <a:pt x="27137" y="42380"/>
                  <a:pt x="27137" y="42336"/>
                  <a:pt x="27122" y="42247"/>
                </a:cubicBezTo>
                <a:cubicBezTo>
                  <a:pt x="27137" y="42203"/>
                  <a:pt x="27152" y="42130"/>
                  <a:pt x="27167" y="42071"/>
                </a:cubicBezTo>
                <a:close/>
                <a:moveTo>
                  <a:pt x="26990" y="42012"/>
                </a:moveTo>
                <a:cubicBezTo>
                  <a:pt x="27005" y="42115"/>
                  <a:pt x="27019" y="42189"/>
                  <a:pt x="27034" y="42277"/>
                </a:cubicBezTo>
                <a:cubicBezTo>
                  <a:pt x="27005" y="42336"/>
                  <a:pt x="26975" y="42409"/>
                  <a:pt x="26946" y="42483"/>
                </a:cubicBezTo>
                <a:cubicBezTo>
                  <a:pt x="26931" y="42409"/>
                  <a:pt x="26916" y="42306"/>
                  <a:pt x="26902" y="42233"/>
                </a:cubicBezTo>
                <a:cubicBezTo>
                  <a:pt x="26931" y="42159"/>
                  <a:pt x="26946" y="42086"/>
                  <a:pt x="26990" y="42012"/>
                </a:cubicBezTo>
                <a:close/>
                <a:moveTo>
                  <a:pt x="26239" y="42233"/>
                </a:moveTo>
                <a:cubicBezTo>
                  <a:pt x="26254" y="42292"/>
                  <a:pt x="26269" y="42336"/>
                  <a:pt x="26284" y="42380"/>
                </a:cubicBezTo>
                <a:cubicBezTo>
                  <a:pt x="26254" y="42483"/>
                  <a:pt x="26195" y="42556"/>
                  <a:pt x="26136" y="42645"/>
                </a:cubicBezTo>
                <a:cubicBezTo>
                  <a:pt x="26122" y="42586"/>
                  <a:pt x="26092" y="42556"/>
                  <a:pt x="26063" y="42498"/>
                </a:cubicBezTo>
                <a:cubicBezTo>
                  <a:pt x="26136" y="42409"/>
                  <a:pt x="26181" y="42336"/>
                  <a:pt x="26239" y="42233"/>
                </a:cubicBezTo>
                <a:close/>
                <a:moveTo>
                  <a:pt x="25842" y="42203"/>
                </a:moveTo>
                <a:lnTo>
                  <a:pt x="25960" y="42424"/>
                </a:lnTo>
                <a:cubicBezTo>
                  <a:pt x="25901" y="42512"/>
                  <a:pt x="25842" y="42601"/>
                  <a:pt x="25783" y="42674"/>
                </a:cubicBezTo>
                <a:cubicBezTo>
                  <a:pt x="25754" y="42601"/>
                  <a:pt x="25710" y="42527"/>
                  <a:pt x="25666" y="42453"/>
                </a:cubicBezTo>
                <a:cubicBezTo>
                  <a:pt x="25739" y="42380"/>
                  <a:pt x="25798" y="42292"/>
                  <a:pt x="25842" y="42203"/>
                </a:cubicBezTo>
                <a:close/>
                <a:moveTo>
                  <a:pt x="26328" y="42483"/>
                </a:moveTo>
                <a:cubicBezTo>
                  <a:pt x="26328" y="42498"/>
                  <a:pt x="26343" y="42512"/>
                  <a:pt x="26343" y="42527"/>
                </a:cubicBezTo>
                <a:cubicBezTo>
                  <a:pt x="26298" y="42630"/>
                  <a:pt x="26254" y="42704"/>
                  <a:pt x="26210" y="42792"/>
                </a:cubicBezTo>
                <a:cubicBezTo>
                  <a:pt x="26210" y="42777"/>
                  <a:pt x="26195" y="42748"/>
                  <a:pt x="26195" y="42733"/>
                </a:cubicBezTo>
                <a:cubicBezTo>
                  <a:pt x="26239" y="42645"/>
                  <a:pt x="26284" y="42571"/>
                  <a:pt x="26328" y="42483"/>
                </a:cubicBezTo>
                <a:close/>
                <a:moveTo>
                  <a:pt x="26563" y="42292"/>
                </a:moveTo>
                <a:cubicBezTo>
                  <a:pt x="26607" y="42380"/>
                  <a:pt x="26622" y="42468"/>
                  <a:pt x="26652" y="42586"/>
                </a:cubicBezTo>
                <a:cubicBezTo>
                  <a:pt x="26622" y="42659"/>
                  <a:pt x="26578" y="42748"/>
                  <a:pt x="26549" y="42821"/>
                </a:cubicBezTo>
                <a:cubicBezTo>
                  <a:pt x="26534" y="42792"/>
                  <a:pt x="26504" y="42733"/>
                  <a:pt x="26490" y="42704"/>
                </a:cubicBezTo>
                <a:cubicBezTo>
                  <a:pt x="26504" y="42659"/>
                  <a:pt x="26534" y="42630"/>
                  <a:pt x="26549" y="42601"/>
                </a:cubicBezTo>
                <a:cubicBezTo>
                  <a:pt x="26534" y="42571"/>
                  <a:pt x="26504" y="42556"/>
                  <a:pt x="26490" y="42512"/>
                </a:cubicBezTo>
                <a:cubicBezTo>
                  <a:pt x="26475" y="42527"/>
                  <a:pt x="26475" y="42571"/>
                  <a:pt x="26460" y="42586"/>
                </a:cubicBezTo>
                <a:cubicBezTo>
                  <a:pt x="26460" y="42571"/>
                  <a:pt x="26431" y="42556"/>
                  <a:pt x="26431" y="42527"/>
                </a:cubicBezTo>
                <a:cubicBezTo>
                  <a:pt x="26475" y="42453"/>
                  <a:pt x="26534" y="42365"/>
                  <a:pt x="26563" y="42292"/>
                </a:cubicBezTo>
                <a:close/>
                <a:moveTo>
                  <a:pt x="27211" y="42512"/>
                </a:moveTo>
                <a:cubicBezTo>
                  <a:pt x="27225" y="42556"/>
                  <a:pt x="27225" y="42601"/>
                  <a:pt x="27225" y="42659"/>
                </a:cubicBezTo>
                <a:cubicBezTo>
                  <a:pt x="27211" y="42718"/>
                  <a:pt x="27211" y="42777"/>
                  <a:pt x="27181" y="42821"/>
                </a:cubicBezTo>
                <a:cubicBezTo>
                  <a:pt x="27181" y="42777"/>
                  <a:pt x="27167" y="42718"/>
                  <a:pt x="27167" y="42659"/>
                </a:cubicBezTo>
                <a:cubicBezTo>
                  <a:pt x="27181" y="42601"/>
                  <a:pt x="27211" y="42571"/>
                  <a:pt x="27211" y="42512"/>
                </a:cubicBezTo>
                <a:close/>
                <a:moveTo>
                  <a:pt x="26843" y="42350"/>
                </a:moveTo>
                <a:cubicBezTo>
                  <a:pt x="26858" y="42439"/>
                  <a:pt x="26872" y="42527"/>
                  <a:pt x="26902" y="42601"/>
                </a:cubicBezTo>
                <a:cubicBezTo>
                  <a:pt x="26872" y="42674"/>
                  <a:pt x="26843" y="42748"/>
                  <a:pt x="26799" y="42836"/>
                </a:cubicBezTo>
                <a:cubicBezTo>
                  <a:pt x="26784" y="42748"/>
                  <a:pt x="26755" y="42659"/>
                  <a:pt x="26725" y="42586"/>
                </a:cubicBezTo>
                <a:cubicBezTo>
                  <a:pt x="26784" y="42512"/>
                  <a:pt x="26799" y="42424"/>
                  <a:pt x="26843" y="42350"/>
                </a:cubicBezTo>
                <a:close/>
                <a:moveTo>
                  <a:pt x="27064" y="42424"/>
                </a:moveTo>
                <a:cubicBezTo>
                  <a:pt x="27064" y="42498"/>
                  <a:pt x="27078" y="42571"/>
                  <a:pt x="27093" y="42645"/>
                </a:cubicBezTo>
                <a:cubicBezTo>
                  <a:pt x="27078" y="42718"/>
                  <a:pt x="27064" y="42777"/>
                  <a:pt x="27049" y="42851"/>
                </a:cubicBezTo>
                <a:lnTo>
                  <a:pt x="26990" y="42630"/>
                </a:lnTo>
                <a:cubicBezTo>
                  <a:pt x="27005" y="42556"/>
                  <a:pt x="27049" y="42498"/>
                  <a:pt x="27064" y="42424"/>
                </a:cubicBezTo>
                <a:close/>
                <a:moveTo>
                  <a:pt x="26401" y="42645"/>
                </a:moveTo>
                <a:cubicBezTo>
                  <a:pt x="26401" y="42659"/>
                  <a:pt x="26416" y="42674"/>
                  <a:pt x="26416" y="42704"/>
                </a:cubicBezTo>
                <a:cubicBezTo>
                  <a:pt x="26372" y="42792"/>
                  <a:pt x="26328" y="42865"/>
                  <a:pt x="26284" y="42954"/>
                </a:cubicBezTo>
                <a:cubicBezTo>
                  <a:pt x="26284" y="42939"/>
                  <a:pt x="26269" y="42924"/>
                  <a:pt x="26269" y="42895"/>
                </a:cubicBezTo>
                <a:cubicBezTo>
                  <a:pt x="26298" y="42792"/>
                  <a:pt x="26343" y="42718"/>
                  <a:pt x="26401" y="42645"/>
                </a:cubicBezTo>
                <a:close/>
                <a:moveTo>
                  <a:pt x="27240" y="42939"/>
                </a:moveTo>
                <a:cubicBezTo>
                  <a:pt x="27270" y="42968"/>
                  <a:pt x="27270" y="43013"/>
                  <a:pt x="27270" y="43042"/>
                </a:cubicBezTo>
                <a:cubicBezTo>
                  <a:pt x="27270" y="43086"/>
                  <a:pt x="27270" y="43101"/>
                  <a:pt x="27240" y="43145"/>
                </a:cubicBezTo>
                <a:lnTo>
                  <a:pt x="27240" y="43160"/>
                </a:lnTo>
                <a:cubicBezTo>
                  <a:pt x="27240" y="43116"/>
                  <a:pt x="27240" y="43086"/>
                  <a:pt x="27225" y="43042"/>
                </a:cubicBezTo>
                <a:cubicBezTo>
                  <a:pt x="27225" y="43013"/>
                  <a:pt x="27240" y="42968"/>
                  <a:pt x="27240" y="42939"/>
                </a:cubicBezTo>
                <a:close/>
                <a:moveTo>
                  <a:pt x="26460" y="42807"/>
                </a:moveTo>
                <a:cubicBezTo>
                  <a:pt x="26475" y="42836"/>
                  <a:pt x="26490" y="42895"/>
                  <a:pt x="26490" y="42939"/>
                </a:cubicBezTo>
                <a:cubicBezTo>
                  <a:pt x="26460" y="43013"/>
                  <a:pt x="26416" y="43101"/>
                  <a:pt x="26387" y="43175"/>
                </a:cubicBezTo>
                <a:cubicBezTo>
                  <a:pt x="26357" y="43145"/>
                  <a:pt x="26343" y="43086"/>
                  <a:pt x="26328" y="43042"/>
                </a:cubicBezTo>
                <a:cubicBezTo>
                  <a:pt x="26357" y="42968"/>
                  <a:pt x="26416" y="42880"/>
                  <a:pt x="26460" y="42807"/>
                </a:cubicBezTo>
                <a:close/>
                <a:moveTo>
                  <a:pt x="26696" y="42704"/>
                </a:moveTo>
                <a:cubicBezTo>
                  <a:pt x="26710" y="42792"/>
                  <a:pt x="26755" y="42880"/>
                  <a:pt x="26769" y="42968"/>
                </a:cubicBezTo>
                <a:cubicBezTo>
                  <a:pt x="26769" y="42998"/>
                  <a:pt x="26769" y="42998"/>
                  <a:pt x="26755" y="43013"/>
                </a:cubicBezTo>
                <a:cubicBezTo>
                  <a:pt x="26725" y="43086"/>
                  <a:pt x="26696" y="43160"/>
                  <a:pt x="26681" y="43219"/>
                </a:cubicBezTo>
                <a:cubicBezTo>
                  <a:pt x="26652" y="43160"/>
                  <a:pt x="26637" y="43086"/>
                  <a:pt x="26622" y="43027"/>
                </a:cubicBezTo>
                <a:cubicBezTo>
                  <a:pt x="26637" y="42968"/>
                  <a:pt x="26681" y="42924"/>
                  <a:pt x="26696" y="42865"/>
                </a:cubicBezTo>
                <a:cubicBezTo>
                  <a:pt x="26666" y="42821"/>
                  <a:pt x="26652" y="42807"/>
                  <a:pt x="26652" y="42792"/>
                </a:cubicBezTo>
                <a:cubicBezTo>
                  <a:pt x="26666" y="42748"/>
                  <a:pt x="26696" y="42733"/>
                  <a:pt x="26696" y="42704"/>
                </a:cubicBezTo>
                <a:close/>
                <a:moveTo>
                  <a:pt x="26931" y="42748"/>
                </a:moveTo>
                <a:cubicBezTo>
                  <a:pt x="26946" y="42851"/>
                  <a:pt x="26975" y="42924"/>
                  <a:pt x="26990" y="43013"/>
                </a:cubicBezTo>
                <a:cubicBezTo>
                  <a:pt x="26975" y="43086"/>
                  <a:pt x="26931" y="43160"/>
                  <a:pt x="26916" y="43233"/>
                </a:cubicBezTo>
                <a:cubicBezTo>
                  <a:pt x="26902" y="43145"/>
                  <a:pt x="26872" y="43072"/>
                  <a:pt x="26858" y="42968"/>
                </a:cubicBezTo>
                <a:cubicBezTo>
                  <a:pt x="26902" y="42895"/>
                  <a:pt x="26916" y="42821"/>
                  <a:pt x="26931" y="42748"/>
                </a:cubicBezTo>
                <a:close/>
                <a:moveTo>
                  <a:pt x="27137" y="42836"/>
                </a:moveTo>
                <a:cubicBezTo>
                  <a:pt x="27137" y="42924"/>
                  <a:pt x="27137" y="42968"/>
                  <a:pt x="27152" y="43042"/>
                </a:cubicBezTo>
                <a:cubicBezTo>
                  <a:pt x="27137" y="43101"/>
                  <a:pt x="27122" y="43160"/>
                  <a:pt x="27122" y="43233"/>
                </a:cubicBezTo>
                <a:cubicBezTo>
                  <a:pt x="27093" y="43160"/>
                  <a:pt x="27093" y="43101"/>
                  <a:pt x="27078" y="43027"/>
                </a:cubicBezTo>
                <a:cubicBezTo>
                  <a:pt x="27093" y="42968"/>
                  <a:pt x="27122" y="42910"/>
                  <a:pt x="27137" y="42836"/>
                </a:cubicBezTo>
                <a:close/>
                <a:moveTo>
                  <a:pt x="26799" y="43116"/>
                </a:moveTo>
                <a:cubicBezTo>
                  <a:pt x="26813" y="43175"/>
                  <a:pt x="26813" y="43219"/>
                  <a:pt x="26843" y="43263"/>
                </a:cubicBezTo>
                <a:cubicBezTo>
                  <a:pt x="26799" y="43322"/>
                  <a:pt x="26784" y="43410"/>
                  <a:pt x="26755" y="43484"/>
                </a:cubicBezTo>
                <a:cubicBezTo>
                  <a:pt x="26725" y="43439"/>
                  <a:pt x="26710" y="43381"/>
                  <a:pt x="26710" y="43336"/>
                </a:cubicBezTo>
                <a:cubicBezTo>
                  <a:pt x="26755" y="43263"/>
                  <a:pt x="26769" y="43189"/>
                  <a:pt x="26799" y="43116"/>
                </a:cubicBezTo>
                <a:close/>
                <a:moveTo>
                  <a:pt x="26563" y="43116"/>
                </a:moveTo>
                <a:cubicBezTo>
                  <a:pt x="26578" y="43189"/>
                  <a:pt x="26607" y="43248"/>
                  <a:pt x="26622" y="43322"/>
                </a:cubicBezTo>
                <a:cubicBezTo>
                  <a:pt x="26578" y="43395"/>
                  <a:pt x="26549" y="43469"/>
                  <a:pt x="26504" y="43557"/>
                </a:cubicBezTo>
                <a:cubicBezTo>
                  <a:pt x="26490" y="43484"/>
                  <a:pt x="26460" y="43439"/>
                  <a:pt x="26431" y="43366"/>
                </a:cubicBezTo>
                <a:cubicBezTo>
                  <a:pt x="26490" y="43292"/>
                  <a:pt x="26534" y="43189"/>
                  <a:pt x="26563" y="43116"/>
                </a:cubicBezTo>
                <a:close/>
                <a:moveTo>
                  <a:pt x="27167" y="43263"/>
                </a:moveTo>
                <a:cubicBezTo>
                  <a:pt x="27167" y="43322"/>
                  <a:pt x="27196" y="43381"/>
                  <a:pt x="27196" y="43439"/>
                </a:cubicBezTo>
                <a:cubicBezTo>
                  <a:pt x="27167" y="43484"/>
                  <a:pt x="27167" y="43528"/>
                  <a:pt x="27152" y="43587"/>
                </a:cubicBezTo>
                <a:cubicBezTo>
                  <a:pt x="27152" y="43528"/>
                  <a:pt x="27137" y="43469"/>
                  <a:pt x="27137" y="43410"/>
                </a:cubicBezTo>
                <a:cubicBezTo>
                  <a:pt x="27152" y="43366"/>
                  <a:pt x="27152" y="43322"/>
                  <a:pt x="27167" y="43263"/>
                </a:cubicBezTo>
                <a:close/>
                <a:moveTo>
                  <a:pt x="27019" y="43189"/>
                </a:moveTo>
                <a:cubicBezTo>
                  <a:pt x="27019" y="43263"/>
                  <a:pt x="27034" y="43336"/>
                  <a:pt x="27064" y="43410"/>
                </a:cubicBezTo>
                <a:cubicBezTo>
                  <a:pt x="27049" y="43484"/>
                  <a:pt x="27019" y="43542"/>
                  <a:pt x="27005" y="43616"/>
                </a:cubicBezTo>
                <a:lnTo>
                  <a:pt x="27005" y="43601"/>
                </a:lnTo>
                <a:lnTo>
                  <a:pt x="27005" y="43572"/>
                </a:lnTo>
                <a:cubicBezTo>
                  <a:pt x="27005" y="43557"/>
                  <a:pt x="26990" y="43557"/>
                  <a:pt x="26990" y="43542"/>
                </a:cubicBezTo>
                <a:cubicBezTo>
                  <a:pt x="26990" y="43528"/>
                  <a:pt x="26990" y="43528"/>
                  <a:pt x="26975" y="43513"/>
                </a:cubicBezTo>
                <a:cubicBezTo>
                  <a:pt x="26975" y="43469"/>
                  <a:pt x="26946" y="43439"/>
                  <a:pt x="26946" y="43395"/>
                </a:cubicBezTo>
                <a:cubicBezTo>
                  <a:pt x="26975" y="43322"/>
                  <a:pt x="26990" y="43263"/>
                  <a:pt x="27019" y="43189"/>
                </a:cubicBezTo>
                <a:close/>
                <a:moveTo>
                  <a:pt x="26902" y="43528"/>
                </a:moveTo>
                <a:cubicBezTo>
                  <a:pt x="26902" y="43542"/>
                  <a:pt x="26902" y="43557"/>
                  <a:pt x="26916" y="43587"/>
                </a:cubicBezTo>
                <a:cubicBezTo>
                  <a:pt x="26902" y="43660"/>
                  <a:pt x="26858" y="43734"/>
                  <a:pt x="26843" y="43807"/>
                </a:cubicBezTo>
                <a:cubicBezTo>
                  <a:pt x="26843" y="43778"/>
                  <a:pt x="26813" y="43748"/>
                  <a:pt x="26813" y="43734"/>
                </a:cubicBezTo>
                <a:cubicBezTo>
                  <a:pt x="26843" y="43675"/>
                  <a:pt x="26872" y="43601"/>
                  <a:pt x="26902" y="43528"/>
                </a:cubicBezTo>
                <a:close/>
                <a:moveTo>
                  <a:pt x="27093" y="43616"/>
                </a:moveTo>
                <a:cubicBezTo>
                  <a:pt x="27093" y="43675"/>
                  <a:pt x="27093" y="43748"/>
                  <a:pt x="27122" y="43822"/>
                </a:cubicBezTo>
                <a:cubicBezTo>
                  <a:pt x="27078" y="43763"/>
                  <a:pt x="27078" y="43748"/>
                  <a:pt x="27064" y="43704"/>
                </a:cubicBezTo>
                <a:cubicBezTo>
                  <a:pt x="27078" y="43675"/>
                  <a:pt x="27078" y="43645"/>
                  <a:pt x="27093" y="43616"/>
                </a:cubicBezTo>
                <a:close/>
                <a:moveTo>
                  <a:pt x="26652" y="43454"/>
                </a:moveTo>
                <a:lnTo>
                  <a:pt x="26710" y="43616"/>
                </a:lnTo>
                <a:cubicBezTo>
                  <a:pt x="26666" y="43690"/>
                  <a:pt x="26637" y="43763"/>
                  <a:pt x="26607" y="43851"/>
                </a:cubicBezTo>
                <a:cubicBezTo>
                  <a:pt x="26578" y="43807"/>
                  <a:pt x="26563" y="43748"/>
                  <a:pt x="26549" y="43675"/>
                </a:cubicBezTo>
                <a:lnTo>
                  <a:pt x="26652" y="43454"/>
                </a:lnTo>
                <a:close/>
                <a:moveTo>
                  <a:pt x="27211" y="43719"/>
                </a:moveTo>
                <a:cubicBezTo>
                  <a:pt x="27211" y="43763"/>
                  <a:pt x="27225" y="43807"/>
                  <a:pt x="27225" y="43837"/>
                </a:cubicBezTo>
                <a:cubicBezTo>
                  <a:pt x="27225" y="43881"/>
                  <a:pt x="27211" y="43910"/>
                  <a:pt x="27211" y="43925"/>
                </a:cubicBezTo>
                <a:cubicBezTo>
                  <a:pt x="27211" y="43896"/>
                  <a:pt x="27211" y="43851"/>
                  <a:pt x="27196" y="43822"/>
                </a:cubicBezTo>
                <a:cubicBezTo>
                  <a:pt x="27196" y="43778"/>
                  <a:pt x="27211" y="43763"/>
                  <a:pt x="27211" y="43719"/>
                </a:cubicBezTo>
                <a:close/>
                <a:moveTo>
                  <a:pt x="26946" y="43763"/>
                </a:moveTo>
                <a:lnTo>
                  <a:pt x="26946" y="43778"/>
                </a:lnTo>
                <a:cubicBezTo>
                  <a:pt x="26931" y="43851"/>
                  <a:pt x="26902" y="43910"/>
                  <a:pt x="26872" y="43984"/>
                </a:cubicBezTo>
                <a:lnTo>
                  <a:pt x="26872" y="43969"/>
                </a:lnTo>
                <a:cubicBezTo>
                  <a:pt x="26902" y="43896"/>
                  <a:pt x="26931" y="43822"/>
                  <a:pt x="26946" y="43763"/>
                </a:cubicBezTo>
                <a:close/>
                <a:moveTo>
                  <a:pt x="27078" y="43822"/>
                </a:moveTo>
                <a:cubicBezTo>
                  <a:pt x="27078" y="43837"/>
                  <a:pt x="27078" y="43837"/>
                  <a:pt x="27093" y="43851"/>
                </a:cubicBezTo>
                <a:cubicBezTo>
                  <a:pt x="27078" y="43910"/>
                  <a:pt x="27078" y="43954"/>
                  <a:pt x="27064" y="43984"/>
                </a:cubicBezTo>
                <a:cubicBezTo>
                  <a:pt x="27064" y="43969"/>
                  <a:pt x="27064" y="43954"/>
                  <a:pt x="27049" y="43925"/>
                </a:cubicBezTo>
                <a:cubicBezTo>
                  <a:pt x="27064" y="43896"/>
                  <a:pt x="27064" y="43851"/>
                  <a:pt x="27078" y="43822"/>
                </a:cubicBezTo>
                <a:close/>
                <a:moveTo>
                  <a:pt x="26769" y="43851"/>
                </a:moveTo>
                <a:cubicBezTo>
                  <a:pt x="26769" y="43896"/>
                  <a:pt x="26784" y="43910"/>
                  <a:pt x="26784" y="43940"/>
                </a:cubicBezTo>
                <a:cubicBezTo>
                  <a:pt x="26769" y="44028"/>
                  <a:pt x="26725" y="44087"/>
                  <a:pt x="26710" y="44175"/>
                </a:cubicBezTo>
                <a:cubicBezTo>
                  <a:pt x="26696" y="44131"/>
                  <a:pt x="26696" y="44102"/>
                  <a:pt x="26666" y="44058"/>
                </a:cubicBezTo>
                <a:cubicBezTo>
                  <a:pt x="26710" y="43984"/>
                  <a:pt x="26725" y="43910"/>
                  <a:pt x="26769" y="43851"/>
                </a:cubicBezTo>
                <a:close/>
                <a:moveTo>
                  <a:pt x="26799" y="44116"/>
                </a:moveTo>
                <a:lnTo>
                  <a:pt x="26799" y="44146"/>
                </a:lnTo>
                <a:cubicBezTo>
                  <a:pt x="26799" y="44205"/>
                  <a:pt x="26784" y="44278"/>
                  <a:pt x="26755" y="44352"/>
                </a:cubicBezTo>
                <a:cubicBezTo>
                  <a:pt x="26755" y="44337"/>
                  <a:pt x="26755" y="44337"/>
                  <a:pt x="26725" y="44322"/>
                </a:cubicBezTo>
                <a:cubicBezTo>
                  <a:pt x="26755" y="44249"/>
                  <a:pt x="26784" y="44190"/>
                  <a:pt x="26799" y="44116"/>
                </a:cubicBezTo>
                <a:close/>
                <a:moveTo>
                  <a:pt x="27137" y="44175"/>
                </a:moveTo>
                <a:cubicBezTo>
                  <a:pt x="27152" y="44175"/>
                  <a:pt x="27152" y="44205"/>
                  <a:pt x="27152" y="44219"/>
                </a:cubicBezTo>
                <a:cubicBezTo>
                  <a:pt x="27137" y="44278"/>
                  <a:pt x="27137" y="44322"/>
                  <a:pt x="27122" y="44367"/>
                </a:cubicBezTo>
                <a:cubicBezTo>
                  <a:pt x="27122" y="44352"/>
                  <a:pt x="27122" y="44322"/>
                  <a:pt x="27093" y="44293"/>
                </a:cubicBezTo>
                <a:cubicBezTo>
                  <a:pt x="27122" y="44264"/>
                  <a:pt x="27122" y="44205"/>
                  <a:pt x="27137" y="44175"/>
                </a:cubicBezTo>
                <a:close/>
                <a:moveTo>
                  <a:pt x="26990" y="44131"/>
                </a:moveTo>
                <a:cubicBezTo>
                  <a:pt x="27005" y="44131"/>
                  <a:pt x="27005" y="44175"/>
                  <a:pt x="27005" y="44190"/>
                </a:cubicBezTo>
                <a:cubicBezTo>
                  <a:pt x="26990" y="44264"/>
                  <a:pt x="26975" y="44308"/>
                  <a:pt x="26946" y="44396"/>
                </a:cubicBezTo>
                <a:cubicBezTo>
                  <a:pt x="26946" y="44367"/>
                  <a:pt x="26931" y="44337"/>
                  <a:pt x="26931" y="44322"/>
                </a:cubicBezTo>
                <a:cubicBezTo>
                  <a:pt x="26946" y="44264"/>
                  <a:pt x="26975" y="44190"/>
                  <a:pt x="26990" y="44131"/>
                </a:cubicBezTo>
                <a:close/>
                <a:moveTo>
                  <a:pt x="26858" y="44278"/>
                </a:moveTo>
                <a:cubicBezTo>
                  <a:pt x="26843" y="44352"/>
                  <a:pt x="26813" y="44425"/>
                  <a:pt x="26784" y="44499"/>
                </a:cubicBezTo>
                <a:lnTo>
                  <a:pt x="26784" y="44484"/>
                </a:lnTo>
                <a:cubicBezTo>
                  <a:pt x="26799" y="44411"/>
                  <a:pt x="26843" y="44352"/>
                  <a:pt x="26858" y="44278"/>
                </a:cubicBezTo>
                <a:close/>
                <a:moveTo>
                  <a:pt x="27184" y="44596"/>
                </a:moveTo>
                <a:cubicBezTo>
                  <a:pt x="27188" y="44608"/>
                  <a:pt x="27196" y="44617"/>
                  <a:pt x="27196" y="44617"/>
                </a:cubicBezTo>
                <a:cubicBezTo>
                  <a:pt x="27196" y="44646"/>
                  <a:pt x="27167" y="44676"/>
                  <a:pt x="27167" y="44705"/>
                </a:cubicBezTo>
                <a:lnTo>
                  <a:pt x="27167" y="44646"/>
                </a:lnTo>
                <a:cubicBezTo>
                  <a:pt x="27167" y="44629"/>
                  <a:pt x="27176" y="44613"/>
                  <a:pt x="27184" y="44596"/>
                </a:cubicBezTo>
                <a:close/>
                <a:moveTo>
                  <a:pt x="26902" y="44455"/>
                </a:moveTo>
                <a:cubicBezTo>
                  <a:pt x="26902" y="44499"/>
                  <a:pt x="26916" y="44514"/>
                  <a:pt x="26916" y="44558"/>
                </a:cubicBezTo>
                <a:cubicBezTo>
                  <a:pt x="26902" y="44617"/>
                  <a:pt x="26858" y="44690"/>
                  <a:pt x="26843" y="44734"/>
                </a:cubicBezTo>
                <a:cubicBezTo>
                  <a:pt x="26843" y="44705"/>
                  <a:pt x="26828" y="44676"/>
                  <a:pt x="26828" y="44646"/>
                </a:cubicBezTo>
                <a:cubicBezTo>
                  <a:pt x="26843" y="44587"/>
                  <a:pt x="26872" y="44514"/>
                  <a:pt x="26902" y="44455"/>
                </a:cubicBezTo>
                <a:close/>
                <a:moveTo>
                  <a:pt x="27064" y="44484"/>
                </a:moveTo>
                <a:cubicBezTo>
                  <a:pt x="27064" y="44514"/>
                  <a:pt x="27064" y="44558"/>
                  <a:pt x="27078" y="44587"/>
                </a:cubicBezTo>
                <a:lnTo>
                  <a:pt x="27019" y="44764"/>
                </a:lnTo>
                <a:cubicBezTo>
                  <a:pt x="27019" y="44720"/>
                  <a:pt x="27005" y="44690"/>
                  <a:pt x="27005" y="44646"/>
                </a:cubicBezTo>
                <a:lnTo>
                  <a:pt x="27064" y="44484"/>
                </a:lnTo>
                <a:close/>
                <a:moveTo>
                  <a:pt x="26975" y="44808"/>
                </a:moveTo>
                <a:cubicBezTo>
                  <a:pt x="26975" y="44852"/>
                  <a:pt x="26990" y="44911"/>
                  <a:pt x="26990" y="44940"/>
                </a:cubicBezTo>
                <a:cubicBezTo>
                  <a:pt x="26975" y="45014"/>
                  <a:pt x="26946" y="45073"/>
                  <a:pt x="26931" y="45132"/>
                </a:cubicBezTo>
                <a:cubicBezTo>
                  <a:pt x="26931" y="45073"/>
                  <a:pt x="26916" y="45029"/>
                  <a:pt x="26916" y="44985"/>
                </a:cubicBezTo>
                <a:lnTo>
                  <a:pt x="26975" y="44808"/>
                </a:lnTo>
                <a:close/>
                <a:moveTo>
                  <a:pt x="27093" y="44882"/>
                </a:moveTo>
                <a:cubicBezTo>
                  <a:pt x="27093" y="44926"/>
                  <a:pt x="27093" y="44955"/>
                  <a:pt x="27122" y="44999"/>
                </a:cubicBezTo>
                <a:cubicBezTo>
                  <a:pt x="27093" y="45058"/>
                  <a:pt x="27093" y="45088"/>
                  <a:pt x="27078" y="45147"/>
                </a:cubicBezTo>
                <a:cubicBezTo>
                  <a:pt x="27078" y="45102"/>
                  <a:pt x="27064" y="45073"/>
                  <a:pt x="27064" y="45014"/>
                </a:cubicBezTo>
                <a:cubicBezTo>
                  <a:pt x="27078" y="44985"/>
                  <a:pt x="27078" y="44926"/>
                  <a:pt x="27093" y="44882"/>
                </a:cubicBezTo>
                <a:close/>
                <a:moveTo>
                  <a:pt x="27137" y="45323"/>
                </a:moveTo>
                <a:lnTo>
                  <a:pt x="27137" y="45426"/>
                </a:lnTo>
                <a:cubicBezTo>
                  <a:pt x="27137" y="45442"/>
                  <a:pt x="27133" y="45454"/>
                  <a:pt x="27129" y="45468"/>
                </a:cubicBezTo>
                <a:lnTo>
                  <a:pt x="27129" y="45468"/>
                </a:lnTo>
                <a:cubicBezTo>
                  <a:pt x="27128" y="45445"/>
                  <a:pt x="27122" y="45424"/>
                  <a:pt x="27122" y="45397"/>
                </a:cubicBezTo>
                <a:cubicBezTo>
                  <a:pt x="27122" y="45382"/>
                  <a:pt x="27137" y="45353"/>
                  <a:pt x="27137" y="45323"/>
                </a:cubicBezTo>
                <a:close/>
                <a:moveTo>
                  <a:pt x="26990" y="45220"/>
                </a:moveTo>
                <a:cubicBezTo>
                  <a:pt x="26990" y="45279"/>
                  <a:pt x="27005" y="45323"/>
                  <a:pt x="27005" y="45367"/>
                </a:cubicBezTo>
                <a:cubicBezTo>
                  <a:pt x="27019" y="45426"/>
                  <a:pt x="27005" y="45470"/>
                  <a:pt x="26990" y="45529"/>
                </a:cubicBezTo>
                <a:cubicBezTo>
                  <a:pt x="26975" y="45470"/>
                  <a:pt x="26975" y="45411"/>
                  <a:pt x="26946" y="45353"/>
                </a:cubicBezTo>
                <a:cubicBezTo>
                  <a:pt x="26961" y="45308"/>
                  <a:pt x="26990" y="45250"/>
                  <a:pt x="26990" y="45220"/>
                </a:cubicBezTo>
                <a:close/>
                <a:moveTo>
                  <a:pt x="24577" y="41085"/>
                </a:moveTo>
                <a:cubicBezTo>
                  <a:pt x="24635" y="41158"/>
                  <a:pt x="24709" y="41232"/>
                  <a:pt x="24768" y="41306"/>
                </a:cubicBezTo>
                <a:cubicBezTo>
                  <a:pt x="23855" y="42306"/>
                  <a:pt x="22855" y="43204"/>
                  <a:pt x="21854" y="44072"/>
                </a:cubicBezTo>
                <a:cubicBezTo>
                  <a:pt x="21236" y="44631"/>
                  <a:pt x="20588" y="45205"/>
                  <a:pt x="19985" y="45794"/>
                </a:cubicBezTo>
                <a:cubicBezTo>
                  <a:pt x="20691" y="45014"/>
                  <a:pt x="21457" y="44264"/>
                  <a:pt x="22207" y="43528"/>
                </a:cubicBezTo>
                <a:cubicBezTo>
                  <a:pt x="22987" y="42733"/>
                  <a:pt x="23811" y="41924"/>
                  <a:pt x="24577" y="41085"/>
                </a:cubicBezTo>
                <a:close/>
                <a:moveTo>
                  <a:pt x="27064" y="45617"/>
                </a:moveTo>
                <a:cubicBezTo>
                  <a:pt x="27064" y="45676"/>
                  <a:pt x="27078" y="45735"/>
                  <a:pt x="27078" y="45779"/>
                </a:cubicBezTo>
                <a:cubicBezTo>
                  <a:pt x="27078" y="45823"/>
                  <a:pt x="27064" y="45853"/>
                  <a:pt x="27064" y="45897"/>
                </a:cubicBezTo>
                <a:cubicBezTo>
                  <a:pt x="27034" y="45838"/>
                  <a:pt x="27034" y="45794"/>
                  <a:pt x="27019" y="45735"/>
                </a:cubicBezTo>
                <a:cubicBezTo>
                  <a:pt x="27034" y="45691"/>
                  <a:pt x="27034" y="45662"/>
                  <a:pt x="27064" y="45617"/>
                </a:cubicBezTo>
                <a:close/>
                <a:moveTo>
                  <a:pt x="27314" y="45529"/>
                </a:moveTo>
                <a:cubicBezTo>
                  <a:pt x="27314" y="45647"/>
                  <a:pt x="27299" y="45765"/>
                  <a:pt x="27284" y="45897"/>
                </a:cubicBezTo>
                <a:lnTo>
                  <a:pt x="27284" y="45823"/>
                </a:lnTo>
                <a:lnTo>
                  <a:pt x="27284" y="45735"/>
                </a:lnTo>
                <a:cubicBezTo>
                  <a:pt x="27299" y="45662"/>
                  <a:pt x="27299" y="45588"/>
                  <a:pt x="27314" y="45529"/>
                </a:cubicBezTo>
                <a:close/>
                <a:moveTo>
                  <a:pt x="27093" y="46059"/>
                </a:moveTo>
                <a:cubicBezTo>
                  <a:pt x="27093" y="46118"/>
                  <a:pt x="27093" y="46162"/>
                  <a:pt x="27122" y="46206"/>
                </a:cubicBezTo>
                <a:lnTo>
                  <a:pt x="27122" y="46250"/>
                </a:lnTo>
                <a:cubicBezTo>
                  <a:pt x="27093" y="46250"/>
                  <a:pt x="27093" y="46265"/>
                  <a:pt x="27093" y="46265"/>
                </a:cubicBezTo>
                <a:cubicBezTo>
                  <a:pt x="27093" y="46236"/>
                  <a:pt x="27078" y="46191"/>
                  <a:pt x="27078" y="46133"/>
                </a:cubicBezTo>
                <a:cubicBezTo>
                  <a:pt x="27078" y="46118"/>
                  <a:pt x="27093" y="46088"/>
                  <a:pt x="27093" y="46059"/>
                </a:cubicBezTo>
                <a:close/>
                <a:moveTo>
                  <a:pt x="24812" y="41350"/>
                </a:moveTo>
                <a:lnTo>
                  <a:pt x="24812" y="41350"/>
                </a:lnTo>
                <a:cubicBezTo>
                  <a:pt x="24797" y="41379"/>
                  <a:pt x="24783" y="41394"/>
                  <a:pt x="24768" y="41423"/>
                </a:cubicBezTo>
                <a:lnTo>
                  <a:pt x="24812" y="41482"/>
                </a:lnTo>
                <a:lnTo>
                  <a:pt x="24871" y="41423"/>
                </a:lnTo>
                <a:cubicBezTo>
                  <a:pt x="24915" y="41482"/>
                  <a:pt x="24959" y="41541"/>
                  <a:pt x="25003" y="41585"/>
                </a:cubicBezTo>
                <a:cubicBezTo>
                  <a:pt x="24003" y="42762"/>
                  <a:pt x="22869" y="43675"/>
                  <a:pt x="21648" y="44631"/>
                </a:cubicBezTo>
                <a:cubicBezTo>
                  <a:pt x="20897" y="45220"/>
                  <a:pt x="20147" y="45823"/>
                  <a:pt x="19411" y="46500"/>
                </a:cubicBezTo>
                <a:cubicBezTo>
                  <a:pt x="20206" y="45662"/>
                  <a:pt x="21059" y="44882"/>
                  <a:pt x="21913" y="44131"/>
                </a:cubicBezTo>
                <a:cubicBezTo>
                  <a:pt x="22899" y="43263"/>
                  <a:pt x="23914" y="42365"/>
                  <a:pt x="24812" y="41350"/>
                </a:cubicBezTo>
                <a:close/>
                <a:moveTo>
                  <a:pt x="27019" y="46353"/>
                </a:moveTo>
                <a:cubicBezTo>
                  <a:pt x="27019" y="46412"/>
                  <a:pt x="27019" y="46471"/>
                  <a:pt x="27034" y="46500"/>
                </a:cubicBezTo>
                <a:cubicBezTo>
                  <a:pt x="27019" y="46545"/>
                  <a:pt x="27019" y="46574"/>
                  <a:pt x="27005" y="46618"/>
                </a:cubicBezTo>
                <a:cubicBezTo>
                  <a:pt x="27005" y="46574"/>
                  <a:pt x="26990" y="46545"/>
                  <a:pt x="26990" y="46500"/>
                </a:cubicBezTo>
                <a:cubicBezTo>
                  <a:pt x="27005" y="46456"/>
                  <a:pt x="27005" y="46412"/>
                  <a:pt x="27019" y="46353"/>
                </a:cubicBezTo>
                <a:close/>
                <a:moveTo>
                  <a:pt x="27343" y="46000"/>
                </a:moveTo>
                <a:cubicBezTo>
                  <a:pt x="27343" y="46265"/>
                  <a:pt x="27299" y="46545"/>
                  <a:pt x="27240" y="46824"/>
                </a:cubicBezTo>
                <a:lnTo>
                  <a:pt x="27240" y="46633"/>
                </a:lnTo>
                <a:lnTo>
                  <a:pt x="27240" y="46515"/>
                </a:lnTo>
                <a:cubicBezTo>
                  <a:pt x="27284" y="46353"/>
                  <a:pt x="27314" y="46177"/>
                  <a:pt x="27343" y="46000"/>
                </a:cubicBezTo>
                <a:close/>
                <a:moveTo>
                  <a:pt x="27064" y="46868"/>
                </a:moveTo>
                <a:cubicBezTo>
                  <a:pt x="27064" y="46898"/>
                  <a:pt x="27078" y="46927"/>
                  <a:pt x="27078" y="46971"/>
                </a:cubicBezTo>
                <a:cubicBezTo>
                  <a:pt x="27078" y="46986"/>
                  <a:pt x="27064" y="47001"/>
                  <a:pt x="27064" y="47030"/>
                </a:cubicBezTo>
                <a:cubicBezTo>
                  <a:pt x="27064" y="47015"/>
                  <a:pt x="27064" y="46986"/>
                  <a:pt x="27049" y="46971"/>
                </a:cubicBezTo>
                <a:cubicBezTo>
                  <a:pt x="27049" y="46927"/>
                  <a:pt x="27064" y="46912"/>
                  <a:pt x="27064" y="46868"/>
                </a:cubicBezTo>
                <a:close/>
                <a:moveTo>
                  <a:pt x="25033" y="41644"/>
                </a:moveTo>
                <a:cubicBezTo>
                  <a:pt x="25062" y="41673"/>
                  <a:pt x="25077" y="41688"/>
                  <a:pt x="25092" y="41718"/>
                </a:cubicBezTo>
                <a:lnTo>
                  <a:pt x="25062" y="41762"/>
                </a:lnTo>
                <a:lnTo>
                  <a:pt x="25106" y="41821"/>
                </a:lnTo>
                <a:cubicBezTo>
                  <a:pt x="25106" y="41791"/>
                  <a:pt x="25121" y="41791"/>
                  <a:pt x="25121" y="41776"/>
                </a:cubicBezTo>
                <a:cubicBezTo>
                  <a:pt x="25150" y="41821"/>
                  <a:pt x="25165" y="41835"/>
                  <a:pt x="25180" y="41865"/>
                </a:cubicBezTo>
                <a:cubicBezTo>
                  <a:pt x="25121" y="41938"/>
                  <a:pt x="25077" y="42012"/>
                  <a:pt x="25018" y="42071"/>
                </a:cubicBezTo>
                <a:cubicBezTo>
                  <a:pt x="23988" y="43307"/>
                  <a:pt x="22737" y="44190"/>
                  <a:pt x="21427" y="45132"/>
                </a:cubicBezTo>
                <a:cubicBezTo>
                  <a:pt x="20544" y="45750"/>
                  <a:pt x="19647" y="46397"/>
                  <a:pt x="18778" y="47163"/>
                </a:cubicBezTo>
                <a:cubicBezTo>
                  <a:pt x="19720" y="46250"/>
                  <a:pt x="20721" y="45456"/>
                  <a:pt x="21692" y="44690"/>
                </a:cubicBezTo>
                <a:cubicBezTo>
                  <a:pt x="22899" y="43734"/>
                  <a:pt x="24047" y="42821"/>
                  <a:pt x="25033" y="41644"/>
                </a:cubicBezTo>
                <a:close/>
                <a:moveTo>
                  <a:pt x="25253" y="41938"/>
                </a:moveTo>
                <a:cubicBezTo>
                  <a:pt x="25298" y="41982"/>
                  <a:pt x="25312" y="42041"/>
                  <a:pt x="25342" y="42071"/>
                </a:cubicBezTo>
                <a:cubicBezTo>
                  <a:pt x="25371" y="42086"/>
                  <a:pt x="25386" y="42115"/>
                  <a:pt x="25401" y="42144"/>
                </a:cubicBezTo>
                <a:cubicBezTo>
                  <a:pt x="25401" y="42144"/>
                  <a:pt x="25401" y="42159"/>
                  <a:pt x="25415" y="42159"/>
                </a:cubicBezTo>
                <a:cubicBezTo>
                  <a:pt x="25312" y="42306"/>
                  <a:pt x="25180" y="42453"/>
                  <a:pt x="25077" y="42630"/>
                </a:cubicBezTo>
                <a:cubicBezTo>
                  <a:pt x="24003" y="43910"/>
                  <a:pt x="22678" y="44764"/>
                  <a:pt x="21280" y="45662"/>
                </a:cubicBezTo>
                <a:cubicBezTo>
                  <a:pt x="20323" y="46265"/>
                  <a:pt x="19337" y="46912"/>
                  <a:pt x="18410" y="47707"/>
                </a:cubicBezTo>
                <a:cubicBezTo>
                  <a:pt x="18396" y="47678"/>
                  <a:pt x="18410" y="47663"/>
                  <a:pt x="18440" y="47634"/>
                </a:cubicBezTo>
                <a:cubicBezTo>
                  <a:pt x="19411" y="46677"/>
                  <a:pt x="20456" y="45941"/>
                  <a:pt x="21486" y="45205"/>
                </a:cubicBezTo>
                <a:cubicBezTo>
                  <a:pt x="22811" y="44264"/>
                  <a:pt x="24047" y="43381"/>
                  <a:pt x="25092" y="42130"/>
                </a:cubicBezTo>
                <a:cubicBezTo>
                  <a:pt x="25150" y="42071"/>
                  <a:pt x="25195" y="41997"/>
                  <a:pt x="25253" y="41938"/>
                </a:cubicBezTo>
                <a:close/>
                <a:moveTo>
                  <a:pt x="25460" y="42218"/>
                </a:moveTo>
                <a:cubicBezTo>
                  <a:pt x="25518" y="42292"/>
                  <a:pt x="25548" y="42350"/>
                  <a:pt x="25607" y="42424"/>
                </a:cubicBezTo>
                <a:cubicBezTo>
                  <a:pt x="25445" y="42659"/>
                  <a:pt x="25253" y="42895"/>
                  <a:pt x="25062" y="43145"/>
                </a:cubicBezTo>
                <a:cubicBezTo>
                  <a:pt x="23958" y="44484"/>
                  <a:pt x="22575" y="45294"/>
                  <a:pt x="21089" y="46133"/>
                </a:cubicBezTo>
                <a:cubicBezTo>
                  <a:pt x="20095" y="46717"/>
                  <a:pt x="19073" y="47301"/>
                  <a:pt x="18108" y="48087"/>
                </a:cubicBezTo>
                <a:lnTo>
                  <a:pt x="18108" y="48087"/>
                </a:lnTo>
                <a:cubicBezTo>
                  <a:pt x="18130" y="48063"/>
                  <a:pt x="18153" y="48024"/>
                  <a:pt x="18175" y="48001"/>
                </a:cubicBezTo>
                <a:cubicBezTo>
                  <a:pt x="19190" y="47074"/>
                  <a:pt x="20250" y="46397"/>
                  <a:pt x="21309" y="45720"/>
                </a:cubicBezTo>
                <a:cubicBezTo>
                  <a:pt x="22708" y="44808"/>
                  <a:pt x="24032" y="43969"/>
                  <a:pt x="25106" y="42659"/>
                </a:cubicBezTo>
                <a:cubicBezTo>
                  <a:pt x="25224" y="42512"/>
                  <a:pt x="25357" y="42365"/>
                  <a:pt x="25460" y="42218"/>
                </a:cubicBezTo>
                <a:close/>
                <a:moveTo>
                  <a:pt x="25651" y="42512"/>
                </a:moveTo>
                <a:cubicBezTo>
                  <a:pt x="25695" y="42586"/>
                  <a:pt x="25739" y="42645"/>
                  <a:pt x="25769" y="42718"/>
                </a:cubicBezTo>
                <a:cubicBezTo>
                  <a:pt x="25548" y="43042"/>
                  <a:pt x="25312" y="43381"/>
                  <a:pt x="25062" y="43690"/>
                </a:cubicBezTo>
                <a:cubicBezTo>
                  <a:pt x="23929" y="45073"/>
                  <a:pt x="22457" y="45838"/>
                  <a:pt x="20897" y="46677"/>
                </a:cubicBezTo>
                <a:cubicBezTo>
                  <a:pt x="19867" y="47222"/>
                  <a:pt x="18808" y="47781"/>
                  <a:pt x="17792" y="48531"/>
                </a:cubicBezTo>
                <a:cubicBezTo>
                  <a:pt x="17836" y="48472"/>
                  <a:pt x="17881" y="48414"/>
                  <a:pt x="17925" y="48369"/>
                </a:cubicBezTo>
                <a:cubicBezTo>
                  <a:pt x="18940" y="47501"/>
                  <a:pt x="20044" y="46854"/>
                  <a:pt x="21118" y="46236"/>
                </a:cubicBezTo>
                <a:cubicBezTo>
                  <a:pt x="22605" y="45367"/>
                  <a:pt x="24003" y="44558"/>
                  <a:pt x="25106" y="43219"/>
                </a:cubicBezTo>
                <a:cubicBezTo>
                  <a:pt x="25298" y="42998"/>
                  <a:pt x="25474" y="42748"/>
                  <a:pt x="25651" y="42512"/>
                </a:cubicBezTo>
                <a:close/>
                <a:moveTo>
                  <a:pt x="17704" y="48561"/>
                </a:moveTo>
                <a:cubicBezTo>
                  <a:pt x="17675" y="48605"/>
                  <a:pt x="17645" y="48634"/>
                  <a:pt x="17630" y="48693"/>
                </a:cubicBezTo>
                <a:cubicBezTo>
                  <a:pt x="17601" y="48708"/>
                  <a:pt x="17571" y="48723"/>
                  <a:pt x="17557" y="48752"/>
                </a:cubicBezTo>
                <a:cubicBezTo>
                  <a:pt x="17571" y="48693"/>
                  <a:pt x="17601" y="48664"/>
                  <a:pt x="17630" y="48620"/>
                </a:cubicBezTo>
                <a:cubicBezTo>
                  <a:pt x="17645" y="48605"/>
                  <a:pt x="17675" y="48590"/>
                  <a:pt x="17704" y="48561"/>
                </a:cubicBezTo>
                <a:close/>
                <a:moveTo>
                  <a:pt x="26048" y="42586"/>
                </a:moveTo>
                <a:cubicBezTo>
                  <a:pt x="26063" y="42645"/>
                  <a:pt x="26107" y="42704"/>
                  <a:pt x="26122" y="42733"/>
                </a:cubicBezTo>
                <a:cubicBezTo>
                  <a:pt x="25827" y="43248"/>
                  <a:pt x="25474" y="43748"/>
                  <a:pt x="25092" y="44249"/>
                </a:cubicBezTo>
                <a:cubicBezTo>
                  <a:pt x="23929" y="45676"/>
                  <a:pt x="22413" y="46412"/>
                  <a:pt x="20765" y="47192"/>
                </a:cubicBezTo>
                <a:cubicBezTo>
                  <a:pt x="19705" y="47707"/>
                  <a:pt x="18616" y="48222"/>
                  <a:pt x="17586" y="48958"/>
                </a:cubicBezTo>
                <a:cubicBezTo>
                  <a:pt x="17586" y="48855"/>
                  <a:pt x="17645" y="48811"/>
                  <a:pt x="17675" y="48737"/>
                </a:cubicBezTo>
                <a:cubicBezTo>
                  <a:pt x="18734" y="47898"/>
                  <a:pt x="19853" y="47310"/>
                  <a:pt x="20956" y="46751"/>
                </a:cubicBezTo>
                <a:cubicBezTo>
                  <a:pt x="22516" y="45912"/>
                  <a:pt x="23988" y="45147"/>
                  <a:pt x="25136" y="43748"/>
                </a:cubicBezTo>
                <a:cubicBezTo>
                  <a:pt x="25386" y="43439"/>
                  <a:pt x="25621" y="43116"/>
                  <a:pt x="25827" y="42792"/>
                </a:cubicBezTo>
                <a:cubicBezTo>
                  <a:pt x="25872" y="42865"/>
                  <a:pt x="25901" y="42924"/>
                  <a:pt x="25960" y="42998"/>
                </a:cubicBezTo>
                <a:cubicBezTo>
                  <a:pt x="25945" y="42939"/>
                  <a:pt x="25901" y="42895"/>
                  <a:pt x="25886" y="42851"/>
                </a:cubicBezTo>
                <a:cubicBezTo>
                  <a:pt x="25930" y="42748"/>
                  <a:pt x="25989" y="42659"/>
                  <a:pt x="26048" y="42586"/>
                </a:cubicBezTo>
                <a:close/>
                <a:moveTo>
                  <a:pt x="17498" y="48870"/>
                </a:moveTo>
                <a:cubicBezTo>
                  <a:pt x="17454" y="48929"/>
                  <a:pt x="17424" y="48987"/>
                  <a:pt x="17395" y="49046"/>
                </a:cubicBezTo>
                <a:cubicBezTo>
                  <a:pt x="17365" y="49076"/>
                  <a:pt x="17321" y="49090"/>
                  <a:pt x="17292" y="49135"/>
                </a:cubicBezTo>
                <a:cubicBezTo>
                  <a:pt x="17307" y="49076"/>
                  <a:pt x="17351" y="49032"/>
                  <a:pt x="17380" y="48973"/>
                </a:cubicBezTo>
                <a:cubicBezTo>
                  <a:pt x="17424" y="48929"/>
                  <a:pt x="17454" y="48914"/>
                  <a:pt x="17498" y="48870"/>
                </a:cubicBezTo>
                <a:close/>
                <a:moveTo>
                  <a:pt x="17159" y="49149"/>
                </a:moveTo>
                <a:cubicBezTo>
                  <a:pt x="17145" y="49194"/>
                  <a:pt x="17101" y="49223"/>
                  <a:pt x="17086" y="49267"/>
                </a:cubicBezTo>
                <a:lnTo>
                  <a:pt x="17027" y="49326"/>
                </a:lnTo>
                <a:cubicBezTo>
                  <a:pt x="17056" y="49282"/>
                  <a:pt x="17071" y="49238"/>
                  <a:pt x="17101" y="49208"/>
                </a:cubicBezTo>
                <a:lnTo>
                  <a:pt x="17159" y="49149"/>
                </a:lnTo>
                <a:close/>
                <a:moveTo>
                  <a:pt x="26136" y="42836"/>
                </a:moveTo>
                <a:cubicBezTo>
                  <a:pt x="26166" y="42851"/>
                  <a:pt x="26166" y="42865"/>
                  <a:pt x="26181" y="42880"/>
                </a:cubicBezTo>
                <a:cubicBezTo>
                  <a:pt x="26122" y="42968"/>
                  <a:pt x="26092" y="43042"/>
                  <a:pt x="26033" y="43145"/>
                </a:cubicBezTo>
                <a:cubicBezTo>
                  <a:pt x="26048" y="43160"/>
                  <a:pt x="26063" y="43189"/>
                  <a:pt x="26063" y="43204"/>
                </a:cubicBezTo>
                <a:cubicBezTo>
                  <a:pt x="26122" y="43145"/>
                  <a:pt x="26166" y="43042"/>
                  <a:pt x="26210" y="42968"/>
                </a:cubicBezTo>
                <a:cubicBezTo>
                  <a:pt x="26239" y="42983"/>
                  <a:pt x="26239" y="43013"/>
                  <a:pt x="26239" y="43042"/>
                </a:cubicBezTo>
                <a:cubicBezTo>
                  <a:pt x="25916" y="43631"/>
                  <a:pt x="25533" y="44205"/>
                  <a:pt x="25077" y="44779"/>
                </a:cubicBezTo>
                <a:cubicBezTo>
                  <a:pt x="23900" y="46250"/>
                  <a:pt x="22281" y="46942"/>
                  <a:pt x="20574" y="47678"/>
                </a:cubicBezTo>
                <a:cubicBezTo>
                  <a:pt x="19485" y="48163"/>
                  <a:pt x="18381" y="48634"/>
                  <a:pt x="17307" y="49341"/>
                </a:cubicBezTo>
                <a:cubicBezTo>
                  <a:pt x="17351" y="49267"/>
                  <a:pt x="17410" y="49194"/>
                  <a:pt x="17439" y="49120"/>
                </a:cubicBezTo>
                <a:cubicBezTo>
                  <a:pt x="18528" y="48325"/>
                  <a:pt x="19661" y="47795"/>
                  <a:pt x="20765" y="47251"/>
                </a:cubicBezTo>
                <a:cubicBezTo>
                  <a:pt x="22413" y="46471"/>
                  <a:pt x="23958" y="45735"/>
                  <a:pt x="25136" y="44293"/>
                </a:cubicBezTo>
                <a:cubicBezTo>
                  <a:pt x="25518" y="43822"/>
                  <a:pt x="25842" y="43336"/>
                  <a:pt x="26136" y="42836"/>
                </a:cubicBezTo>
                <a:close/>
                <a:moveTo>
                  <a:pt x="17292" y="49223"/>
                </a:moveTo>
                <a:cubicBezTo>
                  <a:pt x="17248" y="49297"/>
                  <a:pt x="17218" y="49355"/>
                  <a:pt x="17189" y="49429"/>
                </a:cubicBezTo>
                <a:cubicBezTo>
                  <a:pt x="17130" y="49458"/>
                  <a:pt x="17086" y="49503"/>
                  <a:pt x="17042" y="49517"/>
                </a:cubicBezTo>
                <a:cubicBezTo>
                  <a:pt x="17071" y="49473"/>
                  <a:pt x="17101" y="49400"/>
                  <a:pt x="17145" y="49341"/>
                </a:cubicBezTo>
                <a:cubicBezTo>
                  <a:pt x="17189" y="49297"/>
                  <a:pt x="17233" y="49267"/>
                  <a:pt x="17292" y="49223"/>
                </a:cubicBezTo>
                <a:close/>
                <a:moveTo>
                  <a:pt x="16968" y="49488"/>
                </a:moveTo>
                <a:cubicBezTo>
                  <a:pt x="16924" y="49547"/>
                  <a:pt x="16909" y="49591"/>
                  <a:pt x="16865" y="49650"/>
                </a:cubicBezTo>
                <a:cubicBezTo>
                  <a:pt x="16836" y="49664"/>
                  <a:pt x="16792" y="49709"/>
                  <a:pt x="16777" y="49723"/>
                </a:cubicBezTo>
                <a:cubicBezTo>
                  <a:pt x="16792" y="49664"/>
                  <a:pt x="16836" y="49606"/>
                  <a:pt x="16865" y="49561"/>
                </a:cubicBezTo>
                <a:cubicBezTo>
                  <a:pt x="16909" y="49547"/>
                  <a:pt x="16924" y="49503"/>
                  <a:pt x="16968" y="49488"/>
                </a:cubicBezTo>
                <a:close/>
                <a:moveTo>
                  <a:pt x="26254" y="43145"/>
                </a:moveTo>
                <a:cubicBezTo>
                  <a:pt x="26269" y="43175"/>
                  <a:pt x="26284" y="43233"/>
                  <a:pt x="26298" y="43263"/>
                </a:cubicBezTo>
                <a:lnTo>
                  <a:pt x="26195" y="43484"/>
                </a:lnTo>
                <a:cubicBezTo>
                  <a:pt x="26210" y="43513"/>
                  <a:pt x="26210" y="43542"/>
                  <a:pt x="26225" y="43557"/>
                </a:cubicBezTo>
                <a:cubicBezTo>
                  <a:pt x="25930" y="44116"/>
                  <a:pt x="25548" y="44705"/>
                  <a:pt x="25077" y="45294"/>
                </a:cubicBezTo>
                <a:cubicBezTo>
                  <a:pt x="23855" y="46795"/>
                  <a:pt x="22178" y="47457"/>
                  <a:pt x="20397" y="48178"/>
                </a:cubicBezTo>
                <a:cubicBezTo>
                  <a:pt x="19293" y="48620"/>
                  <a:pt x="18175" y="49061"/>
                  <a:pt x="17086" y="49723"/>
                </a:cubicBezTo>
                <a:cubicBezTo>
                  <a:pt x="17130" y="49650"/>
                  <a:pt x="17174" y="49561"/>
                  <a:pt x="17218" y="49488"/>
                </a:cubicBezTo>
                <a:cubicBezTo>
                  <a:pt x="18337" y="48737"/>
                  <a:pt x="19485" y="48237"/>
                  <a:pt x="20603" y="47751"/>
                </a:cubicBezTo>
                <a:cubicBezTo>
                  <a:pt x="22310" y="47001"/>
                  <a:pt x="23929" y="46309"/>
                  <a:pt x="25121" y="44808"/>
                </a:cubicBezTo>
                <a:cubicBezTo>
                  <a:pt x="25563" y="44264"/>
                  <a:pt x="25930" y="43704"/>
                  <a:pt x="26254" y="43145"/>
                </a:cubicBezTo>
                <a:close/>
                <a:moveTo>
                  <a:pt x="16644" y="49767"/>
                </a:moveTo>
                <a:lnTo>
                  <a:pt x="16644" y="49767"/>
                </a:lnTo>
                <a:cubicBezTo>
                  <a:pt x="16630" y="49797"/>
                  <a:pt x="16600" y="49826"/>
                  <a:pt x="16571" y="49870"/>
                </a:cubicBezTo>
                <a:cubicBezTo>
                  <a:pt x="16556" y="49885"/>
                  <a:pt x="16527" y="49915"/>
                  <a:pt x="16497" y="49929"/>
                </a:cubicBezTo>
                <a:cubicBezTo>
                  <a:pt x="16541" y="49885"/>
                  <a:pt x="16556" y="49856"/>
                  <a:pt x="16571" y="49812"/>
                </a:cubicBezTo>
                <a:cubicBezTo>
                  <a:pt x="16600" y="49797"/>
                  <a:pt x="16615" y="49782"/>
                  <a:pt x="16644" y="49767"/>
                </a:cubicBezTo>
                <a:close/>
                <a:moveTo>
                  <a:pt x="17086" y="49591"/>
                </a:moveTo>
                <a:lnTo>
                  <a:pt x="16983" y="49812"/>
                </a:lnTo>
                <a:lnTo>
                  <a:pt x="16821" y="49929"/>
                </a:lnTo>
                <a:cubicBezTo>
                  <a:pt x="16836" y="49856"/>
                  <a:pt x="16895" y="49782"/>
                  <a:pt x="16924" y="49709"/>
                </a:cubicBezTo>
                <a:lnTo>
                  <a:pt x="17086" y="49591"/>
                </a:lnTo>
                <a:close/>
                <a:moveTo>
                  <a:pt x="16762" y="49812"/>
                </a:moveTo>
                <a:lnTo>
                  <a:pt x="16762" y="49812"/>
                </a:lnTo>
                <a:cubicBezTo>
                  <a:pt x="16718" y="49885"/>
                  <a:pt x="16688" y="49944"/>
                  <a:pt x="16644" y="50018"/>
                </a:cubicBezTo>
                <a:cubicBezTo>
                  <a:pt x="16615" y="50062"/>
                  <a:pt x="16556" y="50076"/>
                  <a:pt x="16527" y="50106"/>
                </a:cubicBezTo>
                <a:cubicBezTo>
                  <a:pt x="16556" y="50032"/>
                  <a:pt x="16600" y="49973"/>
                  <a:pt x="16630" y="49915"/>
                </a:cubicBezTo>
                <a:cubicBezTo>
                  <a:pt x="16674" y="49870"/>
                  <a:pt x="16718" y="49841"/>
                  <a:pt x="16762" y="49812"/>
                </a:cubicBezTo>
                <a:close/>
                <a:moveTo>
                  <a:pt x="26387" y="43454"/>
                </a:moveTo>
                <a:cubicBezTo>
                  <a:pt x="26401" y="43528"/>
                  <a:pt x="26431" y="43601"/>
                  <a:pt x="26460" y="43660"/>
                </a:cubicBezTo>
                <a:cubicBezTo>
                  <a:pt x="26122" y="44352"/>
                  <a:pt x="25680" y="45073"/>
                  <a:pt x="25092" y="45823"/>
                </a:cubicBezTo>
                <a:cubicBezTo>
                  <a:pt x="23855" y="47369"/>
                  <a:pt x="22089" y="48016"/>
                  <a:pt x="20250" y="48678"/>
                </a:cubicBezTo>
                <a:cubicBezTo>
                  <a:pt x="19146" y="49076"/>
                  <a:pt x="18013" y="49488"/>
                  <a:pt x="16909" y="50106"/>
                </a:cubicBezTo>
                <a:cubicBezTo>
                  <a:pt x="16939" y="50018"/>
                  <a:pt x="16998" y="49944"/>
                  <a:pt x="17042" y="49856"/>
                </a:cubicBezTo>
                <a:cubicBezTo>
                  <a:pt x="18160" y="49179"/>
                  <a:pt x="19308" y="48708"/>
                  <a:pt x="20441" y="48252"/>
                </a:cubicBezTo>
                <a:cubicBezTo>
                  <a:pt x="22222" y="47531"/>
                  <a:pt x="23929" y="46868"/>
                  <a:pt x="25150" y="45353"/>
                </a:cubicBezTo>
                <a:cubicBezTo>
                  <a:pt x="25666" y="44705"/>
                  <a:pt x="26063" y="44058"/>
                  <a:pt x="26387" y="43454"/>
                </a:cubicBezTo>
                <a:close/>
                <a:moveTo>
                  <a:pt x="16468" y="50062"/>
                </a:moveTo>
                <a:lnTo>
                  <a:pt x="16468" y="50062"/>
                </a:lnTo>
                <a:cubicBezTo>
                  <a:pt x="16424" y="50106"/>
                  <a:pt x="16409" y="50165"/>
                  <a:pt x="16365" y="50209"/>
                </a:cubicBezTo>
                <a:cubicBezTo>
                  <a:pt x="16335" y="50238"/>
                  <a:pt x="16291" y="50253"/>
                  <a:pt x="16262" y="50297"/>
                </a:cubicBezTo>
                <a:cubicBezTo>
                  <a:pt x="16276" y="50253"/>
                  <a:pt x="16321" y="50209"/>
                  <a:pt x="16350" y="50150"/>
                </a:cubicBezTo>
                <a:cubicBezTo>
                  <a:pt x="16394" y="50106"/>
                  <a:pt x="16424" y="50091"/>
                  <a:pt x="16468" y="50062"/>
                </a:cubicBezTo>
                <a:close/>
                <a:moveTo>
                  <a:pt x="16909" y="49929"/>
                </a:moveTo>
                <a:lnTo>
                  <a:pt x="16909" y="49929"/>
                </a:lnTo>
                <a:cubicBezTo>
                  <a:pt x="16865" y="50032"/>
                  <a:pt x="16821" y="50106"/>
                  <a:pt x="16777" y="50180"/>
                </a:cubicBezTo>
                <a:cubicBezTo>
                  <a:pt x="16718" y="50224"/>
                  <a:pt x="16644" y="50253"/>
                  <a:pt x="16600" y="50297"/>
                </a:cubicBezTo>
                <a:cubicBezTo>
                  <a:pt x="16630" y="50224"/>
                  <a:pt x="16674" y="50135"/>
                  <a:pt x="16718" y="50062"/>
                </a:cubicBezTo>
                <a:cubicBezTo>
                  <a:pt x="16777" y="50018"/>
                  <a:pt x="16850" y="49988"/>
                  <a:pt x="16909" y="49929"/>
                </a:cubicBezTo>
                <a:close/>
                <a:moveTo>
                  <a:pt x="16600" y="50150"/>
                </a:moveTo>
                <a:lnTo>
                  <a:pt x="16600" y="50150"/>
                </a:lnTo>
                <a:cubicBezTo>
                  <a:pt x="16541" y="50238"/>
                  <a:pt x="16497" y="50312"/>
                  <a:pt x="16468" y="50386"/>
                </a:cubicBezTo>
                <a:cubicBezTo>
                  <a:pt x="16409" y="50430"/>
                  <a:pt x="16350" y="50459"/>
                  <a:pt x="16321" y="50474"/>
                </a:cubicBezTo>
                <a:cubicBezTo>
                  <a:pt x="16350" y="50400"/>
                  <a:pt x="16394" y="50327"/>
                  <a:pt x="16453" y="50253"/>
                </a:cubicBezTo>
                <a:cubicBezTo>
                  <a:pt x="16497" y="50224"/>
                  <a:pt x="16541" y="50180"/>
                  <a:pt x="16600" y="50150"/>
                </a:cubicBezTo>
                <a:close/>
                <a:moveTo>
                  <a:pt x="16129" y="50327"/>
                </a:moveTo>
                <a:cubicBezTo>
                  <a:pt x="16115" y="50371"/>
                  <a:pt x="16100" y="50400"/>
                  <a:pt x="16056" y="50444"/>
                </a:cubicBezTo>
                <a:cubicBezTo>
                  <a:pt x="16041" y="50459"/>
                  <a:pt x="16012" y="50474"/>
                  <a:pt x="15982" y="50503"/>
                </a:cubicBezTo>
                <a:cubicBezTo>
                  <a:pt x="15997" y="50474"/>
                  <a:pt x="16026" y="50444"/>
                  <a:pt x="16056" y="50400"/>
                </a:cubicBezTo>
                <a:cubicBezTo>
                  <a:pt x="16085" y="50386"/>
                  <a:pt x="16115" y="50371"/>
                  <a:pt x="16129" y="50327"/>
                </a:cubicBezTo>
                <a:close/>
                <a:moveTo>
                  <a:pt x="26504" y="43763"/>
                </a:moveTo>
                <a:cubicBezTo>
                  <a:pt x="26534" y="43822"/>
                  <a:pt x="26549" y="43896"/>
                  <a:pt x="26563" y="43940"/>
                </a:cubicBezTo>
                <a:cubicBezTo>
                  <a:pt x="26195" y="44793"/>
                  <a:pt x="25724" y="45603"/>
                  <a:pt x="25106" y="46383"/>
                </a:cubicBezTo>
                <a:cubicBezTo>
                  <a:pt x="23841" y="47972"/>
                  <a:pt x="22016" y="48561"/>
                  <a:pt x="20088" y="49208"/>
                </a:cubicBezTo>
                <a:cubicBezTo>
                  <a:pt x="18970" y="49576"/>
                  <a:pt x="17822" y="49944"/>
                  <a:pt x="16718" y="50533"/>
                </a:cubicBezTo>
                <a:cubicBezTo>
                  <a:pt x="16762" y="50444"/>
                  <a:pt x="16792" y="50341"/>
                  <a:pt x="16850" y="50253"/>
                </a:cubicBezTo>
                <a:cubicBezTo>
                  <a:pt x="17969" y="49606"/>
                  <a:pt x="19146" y="49194"/>
                  <a:pt x="20294" y="48767"/>
                </a:cubicBezTo>
                <a:cubicBezTo>
                  <a:pt x="22148" y="48090"/>
                  <a:pt x="23914" y="47457"/>
                  <a:pt x="25165" y="45882"/>
                </a:cubicBezTo>
                <a:cubicBezTo>
                  <a:pt x="25695" y="45220"/>
                  <a:pt x="26107" y="44573"/>
                  <a:pt x="26416" y="43940"/>
                </a:cubicBezTo>
                <a:cubicBezTo>
                  <a:pt x="26460" y="43896"/>
                  <a:pt x="26475" y="43822"/>
                  <a:pt x="26504" y="43763"/>
                </a:cubicBezTo>
                <a:close/>
                <a:moveTo>
                  <a:pt x="16262" y="50386"/>
                </a:moveTo>
                <a:lnTo>
                  <a:pt x="16262" y="50386"/>
                </a:lnTo>
                <a:cubicBezTo>
                  <a:pt x="16232" y="50444"/>
                  <a:pt x="16188" y="50518"/>
                  <a:pt x="16159" y="50562"/>
                </a:cubicBezTo>
                <a:cubicBezTo>
                  <a:pt x="16100" y="50606"/>
                  <a:pt x="16056" y="50636"/>
                  <a:pt x="16012" y="50665"/>
                </a:cubicBezTo>
                <a:cubicBezTo>
                  <a:pt x="16041" y="50621"/>
                  <a:pt x="16085" y="50547"/>
                  <a:pt x="16115" y="50503"/>
                </a:cubicBezTo>
                <a:cubicBezTo>
                  <a:pt x="16159" y="50459"/>
                  <a:pt x="16203" y="50430"/>
                  <a:pt x="16262" y="50386"/>
                </a:cubicBezTo>
                <a:close/>
                <a:moveTo>
                  <a:pt x="16718" y="50312"/>
                </a:moveTo>
                <a:lnTo>
                  <a:pt x="16718" y="50312"/>
                </a:lnTo>
                <a:cubicBezTo>
                  <a:pt x="16688" y="50400"/>
                  <a:pt x="16644" y="50474"/>
                  <a:pt x="16615" y="50577"/>
                </a:cubicBezTo>
                <a:cubicBezTo>
                  <a:pt x="16541" y="50621"/>
                  <a:pt x="16468" y="50665"/>
                  <a:pt x="16394" y="50695"/>
                </a:cubicBezTo>
                <a:cubicBezTo>
                  <a:pt x="16424" y="50606"/>
                  <a:pt x="16468" y="50533"/>
                  <a:pt x="16527" y="50444"/>
                </a:cubicBezTo>
                <a:cubicBezTo>
                  <a:pt x="16600" y="50400"/>
                  <a:pt x="16644" y="50371"/>
                  <a:pt x="16718" y="50312"/>
                </a:cubicBezTo>
                <a:close/>
                <a:moveTo>
                  <a:pt x="15923" y="50650"/>
                </a:moveTo>
                <a:cubicBezTo>
                  <a:pt x="15894" y="50695"/>
                  <a:pt x="15879" y="50739"/>
                  <a:pt x="15835" y="50798"/>
                </a:cubicBezTo>
                <a:cubicBezTo>
                  <a:pt x="15806" y="50827"/>
                  <a:pt x="15761" y="50842"/>
                  <a:pt x="15732" y="50886"/>
                </a:cubicBezTo>
                <a:cubicBezTo>
                  <a:pt x="15761" y="50827"/>
                  <a:pt x="15806" y="50798"/>
                  <a:pt x="15820" y="50739"/>
                </a:cubicBezTo>
                <a:cubicBezTo>
                  <a:pt x="15864" y="50695"/>
                  <a:pt x="15894" y="50680"/>
                  <a:pt x="15923" y="50650"/>
                </a:cubicBezTo>
                <a:close/>
                <a:moveTo>
                  <a:pt x="16394" y="50533"/>
                </a:moveTo>
                <a:lnTo>
                  <a:pt x="16394" y="50533"/>
                </a:lnTo>
                <a:cubicBezTo>
                  <a:pt x="16350" y="50606"/>
                  <a:pt x="16321" y="50695"/>
                  <a:pt x="16276" y="50768"/>
                </a:cubicBezTo>
                <a:cubicBezTo>
                  <a:pt x="16232" y="50812"/>
                  <a:pt x="16173" y="50842"/>
                  <a:pt x="16100" y="50886"/>
                </a:cubicBezTo>
                <a:cubicBezTo>
                  <a:pt x="16129" y="50812"/>
                  <a:pt x="16173" y="50739"/>
                  <a:pt x="16232" y="50650"/>
                </a:cubicBezTo>
                <a:cubicBezTo>
                  <a:pt x="16276" y="50606"/>
                  <a:pt x="16335" y="50547"/>
                  <a:pt x="16394" y="50533"/>
                </a:cubicBezTo>
                <a:close/>
                <a:moveTo>
                  <a:pt x="26622" y="44205"/>
                </a:moveTo>
                <a:cubicBezTo>
                  <a:pt x="26637" y="44249"/>
                  <a:pt x="26637" y="44278"/>
                  <a:pt x="26652" y="44322"/>
                </a:cubicBezTo>
                <a:cubicBezTo>
                  <a:pt x="26328" y="45147"/>
                  <a:pt x="25827" y="46015"/>
                  <a:pt x="25136" y="46927"/>
                </a:cubicBezTo>
                <a:cubicBezTo>
                  <a:pt x="23841" y="48561"/>
                  <a:pt x="21942" y="49135"/>
                  <a:pt x="19941" y="49738"/>
                </a:cubicBezTo>
                <a:cubicBezTo>
                  <a:pt x="18822" y="50076"/>
                  <a:pt x="17675" y="50430"/>
                  <a:pt x="16556" y="50959"/>
                </a:cubicBezTo>
                <a:cubicBezTo>
                  <a:pt x="16600" y="50827"/>
                  <a:pt x="16630" y="50739"/>
                  <a:pt x="16674" y="50650"/>
                </a:cubicBezTo>
                <a:cubicBezTo>
                  <a:pt x="17807" y="50032"/>
                  <a:pt x="18970" y="49650"/>
                  <a:pt x="20103" y="49282"/>
                </a:cubicBezTo>
                <a:cubicBezTo>
                  <a:pt x="22060" y="48634"/>
                  <a:pt x="23885" y="48046"/>
                  <a:pt x="25165" y="46427"/>
                </a:cubicBezTo>
                <a:cubicBezTo>
                  <a:pt x="25724" y="45735"/>
                  <a:pt x="26181" y="44999"/>
                  <a:pt x="26504" y="44278"/>
                </a:cubicBezTo>
                <a:cubicBezTo>
                  <a:pt x="26534" y="44322"/>
                  <a:pt x="26534" y="44337"/>
                  <a:pt x="26549" y="44367"/>
                </a:cubicBezTo>
                <a:cubicBezTo>
                  <a:pt x="26563" y="44322"/>
                  <a:pt x="26607" y="44264"/>
                  <a:pt x="26622" y="44205"/>
                </a:cubicBezTo>
                <a:close/>
                <a:moveTo>
                  <a:pt x="15599" y="50915"/>
                </a:moveTo>
                <a:cubicBezTo>
                  <a:pt x="15585" y="50959"/>
                  <a:pt x="15570" y="50974"/>
                  <a:pt x="15541" y="51018"/>
                </a:cubicBezTo>
                <a:cubicBezTo>
                  <a:pt x="15526" y="51033"/>
                  <a:pt x="15496" y="51048"/>
                  <a:pt x="15467" y="51062"/>
                </a:cubicBezTo>
                <a:cubicBezTo>
                  <a:pt x="15496" y="51048"/>
                  <a:pt x="15511" y="51033"/>
                  <a:pt x="15526" y="50989"/>
                </a:cubicBezTo>
                <a:cubicBezTo>
                  <a:pt x="15541" y="50974"/>
                  <a:pt x="15585" y="50959"/>
                  <a:pt x="15599" y="50915"/>
                </a:cubicBezTo>
                <a:close/>
                <a:moveTo>
                  <a:pt x="16085" y="50753"/>
                </a:moveTo>
                <a:lnTo>
                  <a:pt x="16085" y="50753"/>
                </a:lnTo>
                <a:cubicBezTo>
                  <a:pt x="16041" y="50812"/>
                  <a:pt x="15997" y="50886"/>
                  <a:pt x="15967" y="50959"/>
                </a:cubicBezTo>
                <a:lnTo>
                  <a:pt x="15806" y="51062"/>
                </a:lnTo>
                <a:cubicBezTo>
                  <a:pt x="15835" y="50989"/>
                  <a:pt x="15879" y="50915"/>
                  <a:pt x="15909" y="50871"/>
                </a:cubicBezTo>
                <a:lnTo>
                  <a:pt x="16085" y="50753"/>
                </a:lnTo>
                <a:close/>
                <a:moveTo>
                  <a:pt x="16571" y="50680"/>
                </a:moveTo>
                <a:lnTo>
                  <a:pt x="16468" y="50959"/>
                </a:lnTo>
                <a:cubicBezTo>
                  <a:pt x="16365" y="51018"/>
                  <a:pt x="16306" y="51048"/>
                  <a:pt x="16232" y="51077"/>
                </a:cubicBezTo>
                <a:cubicBezTo>
                  <a:pt x="16262" y="50989"/>
                  <a:pt x="16306" y="50901"/>
                  <a:pt x="16350" y="50812"/>
                </a:cubicBezTo>
                <a:cubicBezTo>
                  <a:pt x="16424" y="50768"/>
                  <a:pt x="16497" y="50739"/>
                  <a:pt x="16571" y="50680"/>
                </a:cubicBezTo>
                <a:close/>
                <a:moveTo>
                  <a:pt x="16232" y="50886"/>
                </a:moveTo>
                <a:cubicBezTo>
                  <a:pt x="16188" y="50974"/>
                  <a:pt x="16144" y="51048"/>
                  <a:pt x="16115" y="51136"/>
                </a:cubicBezTo>
                <a:cubicBezTo>
                  <a:pt x="16041" y="51180"/>
                  <a:pt x="15967" y="51210"/>
                  <a:pt x="15909" y="51254"/>
                </a:cubicBezTo>
                <a:cubicBezTo>
                  <a:pt x="15953" y="51166"/>
                  <a:pt x="15982" y="51092"/>
                  <a:pt x="16041" y="50989"/>
                </a:cubicBezTo>
                <a:cubicBezTo>
                  <a:pt x="16100" y="50959"/>
                  <a:pt x="16173" y="50915"/>
                  <a:pt x="16232" y="50886"/>
                </a:cubicBezTo>
                <a:close/>
                <a:moveTo>
                  <a:pt x="15747" y="50974"/>
                </a:moveTo>
                <a:lnTo>
                  <a:pt x="15747" y="50974"/>
                </a:lnTo>
                <a:cubicBezTo>
                  <a:pt x="15717" y="51033"/>
                  <a:pt x="15673" y="51107"/>
                  <a:pt x="15644" y="51151"/>
                </a:cubicBezTo>
                <a:cubicBezTo>
                  <a:pt x="15585" y="51195"/>
                  <a:pt x="15541" y="51224"/>
                  <a:pt x="15496" y="51269"/>
                </a:cubicBezTo>
                <a:cubicBezTo>
                  <a:pt x="15526" y="51195"/>
                  <a:pt x="15570" y="51136"/>
                  <a:pt x="15599" y="51077"/>
                </a:cubicBezTo>
                <a:cubicBezTo>
                  <a:pt x="15658" y="51048"/>
                  <a:pt x="15688" y="51018"/>
                  <a:pt x="15747" y="50974"/>
                </a:cubicBezTo>
                <a:close/>
                <a:moveTo>
                  <a:pt x="26681" y="44425"/>
                </a:moveTo>
                <a:cubicBezTo>
                  <a:pt x="26681" y="44440"/>
                  <a:pt x="26681" y="44440"/>
                  <a:pt x="26696" y="44470"/>
                </a:cubicBezTo>
                <a:lnTo>
                  <a:pt x="26637" y="44631"/>
                </a:lnTo>
                <a:cubicBezTo>
                  <a:pt x="26652" y="44661"/>
                  <a:pt x="26652" y="44720"/>
                  <a:pt x="26681" y="44764"/>
                </a:cubicBezTo>
                <a:cubicBezTo>
                  <a:pt x="26696" y="44705"/>
                  <a:pt x="26710" y="44661"/>
                  <a:pt x="26725" y="44617"/>
                </a:cubicBezTo>
                <a:lnTo>
                  <a:pt x="26725" y="44646"/>
                </a:lnTo>
                <a:cubicBezTo>
                  <a:pt x="26416" y="45514"/>
                  <a:pt x="25901" y="46471"/>
                  <a:pt x="25136" y="47442"/>
                </a:cubicBezTo>
                <a:cubicBezTo>
                  <a:pt x="23811" y="49135"/>
                  <a:pt x="21839" y="49664"/>
                  <a:pt x="19764" y="50224"/>
                </a:cubicBezTo>
                <a:cubicBezTo>
                  <a:pt x="18631" y="50518"/>
                  <a:pt x="17513" y="50827"/>
                  <a:pt x="16394" y="51327"/>
                </a:cubicBezTo>
                <a:cubicBezTo>
                  <a:pt x="16424" y="51239"/>
                  <a:pt x="16468" y="51121"/>
                  <a:pt x="16497" y="51033"/>
                </a:cubicBezTo>
                <a:cubicBezTo>
                  <a:pt x="17645" y="50474"/>
                  <a:pt x="18808" y="50135"/>
                  <a:pt x="19941" y="49782"/>
                </a:cubicBezTo>
                <a:cubicBezTo>
                  <a:pt x="21972" y="49179"/>
                  <a:pt x="23855" y="48605"/>
                  <a:pt x="25165" y="46942"/>
                </a:cubicBezTo>
                <a:cubicBezTo>
                  <a:pt x="25813" y="46118"/>
                  <a:pt x="26313" y="45279"/>
                  <a:pt x="26681" y="44425"/>
                </a:cubicBezTo>
                <a:close/>
                <a:moveTo>
                  <a:pt x="15894" y="51077"/>
                </a:moveTo>
                <a:lnTo>
                  <a:pt x="15894" y="51077"/>
                </a:lnTo>
                <a:cubicBezTo>
                  <a:pt x="15864" y="51151"/>
                  <a:pt x="15820" y="51254"/>
                  <a:pt x="15791" y="51327"/>
                </a:cubicBezTo>
                <a:cubicBezTo>
                  <a:pt x="15717" y="51357"/>
                  <a:pt x="15658" y="51401"/>
                  <a:pt x="15585" y="51430"/>
                </a:cubicBezTo>
                <a:cubicBezTo>
                  <a:pt x="15614" y="51357"/>
                  <a:pt x="15658" y="51283"/>
                  <a:pt x="15717" y="51210"/>
                </a:cubicBezTo>
                <a:cubicBezTo>
                  <a:pt x="15761" y="51166"/>
                  <a:pt x="15835" y="51121"/>
                  <a:pt x="15894" y="51077"/>
                </a:cubicBezTo>
                <a:close/>
                <a:moveTo>
                  <a:pt x="15408" y="51239"/>
                </a:moveTo>
                <a:lnTo>
                  <a:pt x="15408" y="51239"/>
                </a:lnTo>
                <a:cubicBezTo>
                  <a:pt x="15379" y="51283"/>
                  <a:pt x="15364" y="51327"/>
                  <a:pt x="15320" y="51386"/>
                </a:cubicBezTo>
                <a:cubicBezTo>
                  <a:pt x="15290" y="51416"/>
                  <a:pt x="15246" y="51430"/>
                  <a:pt x="15187" y="51475"/>
                </a:cubicBezTo>
                <a:cubicBezTo>
                  <a:pt x="15246" y="51416"/>
                  <a:pt x="15290" y="51357"/>
                  <a:pt x="15305" y="51327"/>
                </a:cubicBezTo>
                <a:cubicBezTo>
                  <a:pt x="15349" y="51283"/>
                  <a:pt x="15379" y="51254"/>
                  <a:pt x="15408" y="51239"/>
                </a:cubicBezTo>
                <a:close/>
                <a:moveTo>
                  <a:pt x="16409" y="51092"/>
                </a:moveTo>
                <a:cubicBezTo>
                  <a:pt x="16365" y="51180"/>
                  <a:pt x="16335" y="51269"/>
                  <a:pt x="16306" y="51386"/>
                </a:cubicBezTo>
                <a:cubicBezTo>
                  <a:pt x="16232" y="51416"/>
                  <a:pt x="16129" y="51445"/>
                  <a:pt x="16056" y="51489"/>
                </a:cubicBezTo>
                <a:lnTo>
                  <a:pt x="16173" y="51210"/>
                </a:lnTo>
                <a:cubicBezTo>
                  <a:pt x="16247" y="51180"/>
                  <a:pt x="16335" y="51136"/>
                  <a:pt x="16409" y="51092"/>
                </a:cubicBezTo>
                <a:close/>
                <a:moveTo>
                  <a:pt x="15541" y="51327"/>
                </a:moveTo>
                <a:lnTo>
                  <a:pt x="15541" y="51327"/>
                </a:lnTo>
                <a:cubicBezTo>
                  <a:pt x="15526" y="51386"/>
                  <a:pt x="15496" y="51445"/>
                  <a:pt x="15452" y="51533"/>
                </a:cubicBezTo>
                <a:cubicBezTo>
                  <a:pt x="15393" y="51563"/>
                  <a:pt x="15349" y="51607"/>
                  <a:pt x="15261" y="51636"/>
                </a:cubicBezTo>
                <a:cubicBezTo>
                  <a:pt x="15305" y="51563"/>
                  <a:pt x="15349" y="51504"/>
                  <a:pt x="15379" y="51430"/>
                </a:cubicBezTo>
                <a:lnTo>
                  <a:pt x="15541" y="51327"/>
                </a:lnTo>
                <a:close/>
                <a:moveTo>
                  <a:pt x="16056" y="51269"/>
                </a:moveTo>
                <a:lnTo>
                  <a:pt x="15953" y="51548"/>
                </a:lnTo>
                <a:lnTo>
                  <a:pt x="15732" y="51651"/>
                </a:lnTo>
                <a:cubicBezTo>
                  <a:pt x="15761" y="51563"/>
                  <a:pt x="15806" y="51475"/>
                  <a:pt x="15835" y="51401"/>
                </a:cubicBezTo>
                <a:cubicBezTo>
                  <a:pt x="15909" y="51342"/>
                  <a:pt x="15982" y="51313"/>
                  <a:pt x="16056" y="51269"/>
                </a:cubicBezTo>
                <a:close/>
                <a:moveTo>
                  <a:pt x="15084" y="51504"/>
                </a:moveTo>
                <a:cubicBezTo>
                  <a:pt x="15070" y="51548"/>
                  <a:pt x="15040" y="51563"/>
                  <a:pt x="15026" y="51607"/>
                </a:cubicBezTo>
                <a:cubicBezTo>
                  <a:pt x="14996" y="51622"/>
                  <a:pt x="14981" y="51636"/>
                  <a:pt x="14937" y="51666"/>
                </a:cubicBezTo>
                <a:lnTo>
                  <a:pt x="14937" y="51666"/>
                </a:lnTo>
                <a:cubicBezTo>
                  <a:pt x="14981" y="51636"/>
                  <a:pt x="14996" y="51622"/>
                  <a:pt x="15011" y="51578"/>
                </a:cubicBezTo>
                <a:lnTo>
                  <a:pt x="15070" y="51533"/>
                </a:lnTo>
                <a:lnTo>
                  <a:pt x="15084" y="51504"/>
                </a:lnTo>
                <a:close/>
                <a:moveTo>
                  <a:pt x="26784" y="44779"/>
                </a:moveTo>
                <a:cubicBezTo>
                  <a:pt x="26784" y="44808"/>
                  <a:pt x="26799" y="44852"/>
                  <a:pt x="26799" y="44882"/>
                </a:cubicBezTo>
                <a:cubicBezTo>
                  <a:pt x="26784" y="44940"/>
                  <a:pt x="26769" y="44999"/>
                  <a:pt x="26755" y="45029"/>
                </a:cubicBezTo>
                <a:cubicBezTo>
                  <a:pt x="26755" y="45073"/>
                  <a:pt x="26769" y="45088"/>
                  <a:pt x="26769" y="45132"/>
                </a:cubicBezTo>
                <a:cubicBezTo>
                  <a:pt x="26431" y="46015"/>
                  <a:pt x="25916" y="46971"/>
                  <a:pt x="25150" y="47972"/>
                </a:cubicBezTo>
                <a:cubicBezTo>
                  <a:pt x="23782" y="49709"/>
                  <a:pt x="21766" y="50224"/>
                  <a:pt x="19617" y="50739"/>
                </a:cubicBezTo>
                <a:cubicBezTo>
                  <a:pt x="18513" y="51018"/>
                  <a:pt x="17380" y="51283"/>
                  <a:pt x="16276" y="51725"/>
                </a:cubicBezTo>
                <a:cubicBezTo>
                  <a:pt x="16321" y="51622"/>
                  <a:pt x="16335" y="51519"/>
                  <a:pt x="16379" y="51416"/>
                </a:cubicBezTo>
                <a:cubicBezTo>
                  <a:pt x="17513" y="50915"/>
                  <a:pt x="18661" y="50592"/>
                  <a:pt x="19794" y="50297"/>
                </a:cubicBezTo>
                <a:cubicBezTo>
                  <a:pt x="21898" y="49723"/>
                  <a:pt x="23855" y="49194"/>
                  <a:pt x="25209" y="47472"/>
                </a:cubicBezTo>
                <a:cubicBezTo>
                  <a:pt x="25901" y="46589"/>
                  <a:pt x="26416" y="45691"/>
                  <a:pt x="26784" y="44779"/>
                </a:cubicBezTo>
                <a:close/>
                <a:moveTo>
                  <a:pt x="15702" y="51460"/>
                </a:moveTo>
                <a:lnTo>
                  <a:pt x="15702" y="51460"/>
                </a:lnTo>
                <a:cubicBezTo>
                  <a:pt x="15688" y="51548"/>
                  <a:pt x="15658" y="51622"/>
                  <a:pt x="15614" y="51710"/>
                </a:cubicBezTo>
                <a:lnTo>
                  <a:pt x="15393" y="51828"/>
                </a:lnTo>
                <a:cubicBezTo>
                  <a:pt x="15438" y="51725"/>
                  <a:pt x="15467" y="51651"/>
                  <a:pt x="15511" y="51578"/>
                </a:cubicBezTo>
                <a:cubicBezTo>
                  <a:pt x="15585" y="51548"/>
                  <a:pt x="15629" y="51489"/>
                  <a:pt x="15702" y="51460"/>
                </a:cubicBezTo>
                <a:close/>
                <a:moveTo>
                  <a:pt x="15232" y="51548"/>
                </a:moveTo>
                <a:lnTo>
                  <a:pt x="15232" y="51548"/>
                </a:lnTo>
                <a:cubicBezTo>
                  <a:pt x="15187" y="51607"/>
                  <a:pt x="15158" y="51666"/>
                  <a:pt x="15143" y="51725"/>
                </a:cubicBezTo>
                <a:cubicBezTo>
                  <a:pt x="15084" y="51769"/>
                  <a:pt x="15026" y="51798"/>
                  <a:pt x="14996" y="51842"/>
                </a:cubicBezTo>
                <a:cubicBezTo>
                  <a:pt x="15026" y="51769"/>
                  <a:pt x="15055" y="51710"/>
                  <a:pt x="15084" y="51651"/>
                </a:cubicBezTo>
                <a:cubicBezTo>
                  <a:pt x="15143" y="51622"/>
                  <a:pt x="15173" y="51578"/>
                  <a:pt x="15232" y="51548"/>
                </a:cubicBezTo>
                <a:close/>
                <a:moveTo>
                  <a:pt x="16276" y="51489"/>
                </a:moveTo>
                <a:cubicBezTo>
                  <a:pt x="16247" y="51578"/>
                  <a:pt x="16203" y="51695"/>
                  <a:pt x="16188" y="51784"/>
                </a:cubicBezTo>
                <a:cubicBezTo>
                  <a:pt x="16100" y="51813"/>
                  <a:pt x="16026" y="51857"/>
                  <a:pt x="15938" y="51901"/>
                </a:cubicBezTo>
                <a:cubicBezTo>
                  <a:pt x="15953" y="51784"/>
                  <a:pt x="15982" y="51695"/>
                  <a:pt x="16026" y="51607"/>
                </a:cubicBezTo>
                <a:cubicBezTo>
                  <a:pt x="16115" y="51563"/>
                  <a:pt x="16188" y="51533"/>
                  <a:pt x="16276" y="51489"/>
                </a:cubicBezTo>
                <a:close/>
                <a:moveTo>
                  <a:pt x="15393" y="51651"/>
                </a:moveTo>
                <a:lnTo>
                  <a:pt x="15393" y="51651"/>
                </a:lnTo>
                <a:cubicBezTo>
                  <a:pt x="15364" y="51725"/>
                  <a:pt x="15320" y="51798"/>
                  <a:pt x="15290" y="51901"/>
                </a:cubicBezTo>
                <a:cubicBezTo>
                  <a:pt x="15217" y="51931"/>
                  <a:pt x="15158" y="51975"/>
                  <a:pt x="15084" y="52004"/>
                </a:cubicBezTo>
                <a:lnTo>
                  <a:pt x="15202" y="51784"/>
                </a:lnTo>
                <a:cubicBezTo>
                  <a:pt x="15261" y="51754"/>
                  <a:pt x="15320" y="51695"/>
                  <a:pt x="15393" y="51651"/>
                </a:cubicBezTo>
                <a:close/>
                <a:moveTo>
                  <a:pt x="14893" y="51798"/>
                </a:moveTo>
                <a:lnTo>
                  <a:pt x="14893" y="51798"/>
                </a:lnTo>
                <a:cubicBezTo>
                  <a:pt x="14864" y="51857"/>
                  <a:pt x="14849" y="51901"/>
                  <a:pt x="14820" y="51945"/>
                </a:cubicBezTo>
                <a:cubicBezTo>
                  <a:pt x="14790" y="51990"/>
                  <a:pt x="14731" y="52004"/>
                  <a:pt x="14702" y="52048"/>
                </a:cubicBezTo>
                <a:cubicBezTo>
                  <a:pt x="14731" y="51990"/>
                  <a:pt x="14761" y="51945"/>
                  <a:pt x="14790" y="51901"/>
                </a:cubicBezTo>
                <a:cubicBezTo>
                  <a:pt x="14834" y="51857"/>
                  <a:pt x="14864" y="51828"/>
                  <a:pt x="14893" y="51798"/>
                </a:cubicBezTo>
                <a:close/>
                <a:moveTo>
                  <a:pt x="15894" y="51651"/>
                </a:moveTo>
                <a:lnTo>
                  <a:pt x="15894" y="51651"/>
                </a:lnTo>
                <a:cubicBezTo>
                  <a:pt x="15864" y="51754"/>
                  <a:pt x="15820" y="51842"/>
                  <a:pt x="15806" y="51945"/>
                </a:cubicBezTo>
                <a:cubicBezTo>
                  <a:pt x="15732" y="51975"/>
                  <a:pt x="15658" y="52004"/>
                  <a:pt x="15570" y="52048"/>
                </a:cubicBezTo>
                <a:lnTo>
                  <a:pt x="15673" y="51769"/>
                </a:lnTo>
                <a:lnTo>
                  <a:pt x="15894" y="51651"/>
                </a:lnTo>
                <a:close/>
                <a:moveTo>
                  <a:pt x="26843" y="45147"/>
                </a:moveTo>
                <a:cubicBezTo>
                  <a:pt x="26858" y="45205"/>
                  <a:pt x="26858" y="45250"/>
                  <a:pt x="26872" y="45308"/>
                </a:cubicBezTo>
                <a:cubicBezTo>
                  <a:pt x="26858" y="45367"/>
                  <a:pt x="26843" y="45426"/>
                  <a:pt x="26828" y="45456"/>
                </a:cubicBezTo>
                <a:lnTo>
                  <a:pt x="26828" y="45500"/>
                </a:lnTo>
                <a:cubicBezTo>
                  <a:pt x="26490" y="46427"/>
                  <a:pt x="25960" y="47442"/>
                  <a:pt x="25136" y="48502"/>
                </a:cubicBezTo>
                <a:cubicBezTo>
                  <a:pt x="23752" y="50297"/>
                  <a:pt x="21648" y="50753"/>
                  <a:pt x="19426" y="51269"/>
                </a:cubicBezTo>
                <a:cubicBezTo>
                  <a:pt x="18381" y="51504"/>
                  <a:pt x="17262" y="51769"/>
                  <a:pt x="16129" y="52166"/>
                </a:cubicBezTo>
                <a:lnTo>
                  <a:pt x="16247" y="51842"/>
                </a:lnTo>
                <a:cubicBezTo>
                  <a:pt x="17365" y="51386"/>
                  <a:pt x="18513" y="51107"/>
                  <a:pt x="19632" y="50827"/>
                </a:cubicBezTo>
                <a:cubicBezTo>
                  <a:pt x="21795" y="50297"/>
                  <a:pt x="23841" y="49782"/>
                  <a:pt x="25209" y="48031"/>
                </a:cubicBezTo>
                <a:cubicBezTo>
                  <a:pt x="25989" y="47015"/>
                  <a:pt x="26504" y="46044"/>
                  <a:pt x="26843" y="45147"/>
                </a:cubicBezTo>
                <a:close/>
                <a:moveTo>
                  <a:pt x="15055" y="51857"/>
                </a:moveTo>
                <a:lnTo>
                  <a:pt x="15055" y="51857"/>
                </a:lnTo>
                <a:cubicBezTo>
                  <a:pt x="15026" y="51945"/>
                  <a:pt x="14996" y="52019"/>
                  <a:pt x="14952" y="52078"/>
                </a:cubicBezTo>
                <a:cubicBezTo>
                  <a:pt x="14908" y="52122"/>
                  <a:pt x="14834" y="52152"/>
                  <a:pt x="14775" y="52196"/>
                </a:cubicBezTo>
                <a:cubicBezTo>
                  <a:pt x="14805" y="52122"/>
                  <a:pt x="14849" y="52063"/>
                  <a:pt x="14878" y="51990"/>
                </a:cubicBezTo>
                <a:cubicBezTo>
                  <a:pt x="14937" y="51945"/>
                  <a:pt x="14996" y="51916"/>
                  <a:pt x="15055" y="51857"/>
                </a:cubicBezTo>
                <a:close/>
                <a:moveTo>
                  <a:pt x="15570" y="51813"/>
                </a:moveTo>
                <a:lnTo>
                  <a:pt x="15452" y="52093"/>
                </a:lnTo>
                <a:cubicBezTo>
                  <a:pt x="15379" y="52137"/>
                  <a:pt x="15290" y="52166"/>
                  <a:pt x="15217" y="52210"/>
                </a:cubicBezTo>
                <a:cubicBezTo>
                  <a:pt x="15246" y="52122"/>
                  <a:pt x="15290" y="52019"/>
                  <a:pt x="15320" y="51945"/>
                </a:cubicBezTo>
                <a:cubicBezTo>
                  <a:pt x="15423" y="51916"/>
                  <a:pt x="15496" y="51857"/>
                  <a:pt x="15570" y="51813"/>
                </a:cubicBezTo>
                <a:close/>
                <a:moveTo>
                  <a:pt x="14569" y="52093"/>
                </a:moveTo>
                <a:lnTo>
                  <a:pt x="14569" y="52093"/>
                </a:lnTo>
                <a:cubicBezTo>
                  <a:pt x="14555" y="52122"/>
                  <a:pt x="14525" y="52152"/>
                  <a:pt x="14510" y="52166"/>
                </a:cubicBezTo>
                <a:cubicBezTo>
                  <a:pt x="14481" y="52196"/>
                  <a:pt x="14466" y="52225"/>
                  <a:pt x="14422" y="52240"/>
                </a:cubicBezTo>
                <a:cubicBezTo>
                  <a:pt x="14437" y="52225"/>
                  <a:pt x="14466" y="52210"/>
                  <a:pt x="14481" y="52166"/>
                </a:cubicBezTo>
                <a:cubicBezTo>
                  <a:pt x="14510" y="52152"/>
                  <a:pt x="14525" y="52122"/>
                  <a:pt x="14569" y="52093"/>
                </a:cubicBezTo>
                <a:close/>
                <a:moveTo>
                  <a:pt x="16129" y="51872"/>
                </a:moveTo>
                <a:cubicBezTo>
                  <a:pt x="16100" y="51990"/>
                  <a:pt x="16085" y="52093"/>
                  <a:pt x="16041" y="52181"/>
                </a:cubicBezTo>
                <a:cubicBezTo>
                  <a:pt x="15967" y="52225"/>
                  <a:pt x="15879" y="52269"/>
                  <a:pt x="15791" y="52299"/>
                </a:cubicBezTo>
                <a:cubicBezTo>
                  <a:pt x="15820" y="52181"/>
                  <a:pt x="15835" y="52093"/>
                  <a:pt x="15879" y="51990"/>
                </a:cubicBezTo>
                <a:cubicBezTo>
                  <a:pt x="15967" y="51945"/>
                  <a:pt x="16056" y="51916"/>
                  <a:pt x="16129" y="51872"/>
                </a:cubicBezTo>
                <a:close/>
                <a:moveTo>
                  <a:pt x="15217" y="52004"/>
                </a:moveTo>
                <a:cubicBezTo>
                  <a:pt x="15202" y="52093"/>
                  <a:pt x="15158" y="52181"/>
                  <a:pt x="15129" y="52269"/>
                </a:cubicBezTo>
                <a:lnTo>
                  <a:pt x="14893" y="52372"/>
                </a:lnTo>
                <a:cubicBezTo>
                  <a:pt x="14937" y="52299"/>
                  <a:pt x="14981" y="52210"/>
                  <a:pt x="15011" y="52137"/>
                </a:cubicBezTo>
                <a:cubicBezTo>
                  <a:pt x="15084" y="52093"/>
                  <a:pt x="15158" y="52048"/>
                  <a:pt x="15217" y="52004"/>
                </a:cubicBezTo>
                <a:close/>
                <a:moveTo>
                  <a:pt x="14731" y="52122"/>
                </a:moveTo>
                <a:cubicBezTo>
                  <a:pt x="14702" y="52166"/>
                  <a:pt x="14658" y="52225"/>
                  <a:pt x="14643" y="52299"/>
                </a:cubicBezTo>
                <a:lnTo>
                  <a:pt x="14481" y="52416"/>
                </a:lnTo>
                <a:lnTo>
                  <a:pt x="14584" y="52240"/>
                </a:lnTo>
                <a:cubicBezTo>
                  <a:pt x="14628" y="52181"/>
                  <a:pt x="14687" y="52152"/>
                  <a:pt x="14731" y="52122"/>
                </a:cubicBezTo>
                <a:close/>
                <a:moveTo>
                  <a:pt x="15776" y="52034"/>
                </a:moveTo>
                <a:lnTo>
                  <a:pt x="15776" y="52034"/>
                </a:lnTo>
                <a:cubicBezTo>
                  <a:pt x="15747" y="52152"/>
                  <a:pt x="15732" y="52240"/>
                  <a:pt x="15688" y="52358"/>
                </a:cubicBezTo>
                <a:cubicBezTo>
                  <a:pt x="15599" y="52372"/>
                  <a:pt x="15511" y="52416"/>
                  <a:pt x="15438" y="52446"/>
                </a:cubicBezTo>
                <a:cubicBezTo>
                  <a:pt x="15467" y="52358"/>
                  <a:pt x="15511" y="52240"/>
                  <a:pt x="15541" y="52152"/>
                </a:cubicBezTo>
                <a:cubicBezTo>
                  <a:pt x="15614" y="52122"/>
                  <a:pt x="15717" y="52078"/>
                  <a:pt x="15776" y="52034"/>
                </a:cubicBezTo>
                <a:close/>
                <a:moveTo>
                  <a:pt x="14878" y="52225"/>
                </a:moveTo>
                <a:lnTo>
                  <a:pt x="14878" y="52225"/>
                </a:lnTo>
                <a:cubicBezTo>
                  <a:pt x="14849" y="52299"/>
                  <a:pt x="14805" y="52372"/>
                  <a:pt x="14775" y="52461"/>
                </a:cubicBezTo>
                <a:cubicBezTo>
                  <a:pt x="14702" y="52505"/>
                  <a:pt x="14643" y="52534"/>
                  <a:pt x="14569" y="52593"/>
                </a:cubicBezTo>
                <a:lnTo>
                  <a:pt x="14687" y="52372"/>
                </a:lnTo>
                <a:cubicBezTo>
                  <a:pt x="14761" y="52299"/>
                  <a:pt x="14834" y="52269"/>
                  <a:pt x="14878" y="52225"/>
                </a:cubicBezTo>
                <a:close/>
                <a:moveTo>
                  <a:pt x="26902" y="45529"/>
                </a:moveTo>
                <a:cubicBezTo>
                  <a:pt x="26931" y="45588"/>
                  <a:pt x="26931" y="45647"/>
                  <a:pt x="26946" y="45720"/>
                </a:cubicBezTo>
                <a:cubicBezTo>
                  <a:pt x="26946" y="45750"/>
                  <a:pt x="26931" y="45765"/>
                  <a:pt x="26931" y="45809"/>
                </a:cubicBezTo>
                <a:cubicBezTo>
                  <a:pt x="26622" y="46824"/>
                  <a:pt x="26063" y="47898"/>
                  <a:pt x="25165" y="49061"/>
                </a:cubicBezTo>
                <a:cubicBezTo>
                  <a:pt x="23752" y="50886"/>
                  <a:pt x="21574" y="51327"/>
                  <a:pt x="19279" y="51798"/>
                </a:cubicBezTo>
                <a:cubicBezTo>
                  <a:pt x="18248" y="52004"/>
                  <a:pt x="17145" y="52240"/>
                  <a:pt x="16041" y="52593"/>
                </a:cubicBezTo>
                <a:cubicBezTo>
                  <a:pt x="16056" y="52475"/>
                  <a:pt x="16100" y="52372"/>
                  <a:pt x="16115" y="52255"/>
                </a:cubicBezTo>
                <a:cubicBezTo>
                  <a:pt x="17218" y="51857"/>
                  <a:pt x="18337" y="51592"/>
                  <a:pt x="19440" y="51357"/>
                </a:cubicBezTo>
                <a:cubicBezTo>
                  <a:pt x="21692" y="50871"/>
                  <a:pt x="23811" y="50386"/>
                  <a:pt x="25209" y="48575"/>
                </a:cubicBezTo>
                <a:cubicBezTo>
                  <a:pt x="26033" y="47516"/>
                  <a:pt x="26563" y="46486"/>
                  <a:pt x="26902" y="45529"/>
                </a:cubicBezTo>
                <a:close/>
                <a:moveTo>
                  <a:pt x="14393" y="52387"/>
                </a:moveTo>
                <a:cubicBezTo>
                  <a:pt x="14363" y="52431"/>
                  <a:pt x="14334" y="52490"/>
                  <a:pt x="14304" y="52519"/>
                </a:cubicBezTo>
                <a:cubicBezTo>
                  <a:pt x="14275" y="52549"/>
                  <a:pt x="14216" y="52593"/>
                  <a:pt x="14187" y="52608"/>
                </a:cubicBezTo>
                <a:cubicBezTo>
                  <a:pt x="14201" y="52578"/>
                  <a:pt x="14246" y="52534"/>
                  <a:pt x="14260" y="52505"/>
                </a:cubicBezTo>
                <a:cubicBezTo>
                  <a:pt x="14290" y="52461"/>
                  <a:pt x="14349" y="52431"/>
                  <a:pt x="14393" y="52387"/>
                </a:cubicBezTo>
                <a:close/>
                <a:moveTo>
                  <a:pt x="15408" y="52210"/>
                </a:moveTo>
                <a:cubicBezTo>
                  <a:pt x="15379" y="52299"/>
                  <a:pt x="15335" y="52416"/>
                  <a:pt x="15320" y="52505"/>
                </a:cubicBezTo>
                <a:cubicBezTo>
                  <a:pt x="15246" y="52534"/>
                  <a:pt x="15158" y="52578"/>
                  <a:pt x="15070" y="52608"/>
                </a:cubicBezTo>
                <a:lnTo>
                  <a:pt x="15173" y="52343"/>
                </a:lnTo>
                <a:cubicBezTo>
                  <a:pt x="15246" y="52299"/>
                  <a:pt x="15349" y="52240"/>
                  <a:pt x="15408" y="52210"/>
                </a:cubicBezTo>
                <a:close/>
                <a:moveTo>
                  <a:pt x="16041" y="52299"/>
                </a:moveTo>
                <a:cubicBezTo>
                  <a:pt x="16026" y="52416"/>
                  <a:pt x="15982" y="52519"/>
                  <a:pt x="15967" y="52637"/>
                </a:cubicBezTo>
                <a:cubicBezTo>
                  <a:pt x="15864" y="52652"/>
                  <a:pt x="15761" y="52681"/>
                  <a:pt x="15673" y="52725"/>
                </a:cubicBezTo>
                <a:cubicBezTo>
                  <a:pt x="15688" y="52608"/>
                  <a:pt x="15732" y="52505"/>
                  <a:pt x="15761" y="52416"/>
                </a:cubicBezTo>
                <a:lnTo>
                  <a:pt x="16041" y="52299"/>
                </a:lnTo>
                <a:close/>
                <a:moveTo>
                  <a:pt x="14555" y="52431"/>
                </a:moveTo>
                <a:cubicBezTo>
                  <a:pt x="14510" y="52519"/>
                  <a:pt x="14481" y="52578"/>
                  <a:pt x="14437" y="52652"/>
                </a:cubicBezTo>
                <a:cubicBezTo>
                  <a:pt x="14393" y="52681"/>
                  <a:pt x="14304" y="52725"/>
                  <a:pt x="14260" y="52755"/>
                </a:cubicBezTo>
                <a:cubicBezTo>
                  <a:pt x="14290" y="52681"/>
                  <a:pt x="14334" y="52637"/>
                  <a:pt x="14363" y="52549"/>
                </a:cubicBezTo>
                <a:cubicBezTo>
                  <a:pt x="14422" y="52519"/>
                  <a:pt x="14481" y="52461"/>
                  <a:pt x="14555" y="52431"/>
                </a:cubicBezTo>
                <a:close/>
                <a:moveTo>
                  <a:pt x="14039" y="52667"/>
                </a:moveTo>
                <a:cubicBezTo>
                  <a:pt x="14025" y="52681"/>
                  <a:pt x="13995" y="52725"/>
                  <a:pt x="13981" y="52740"/>
                </a:cubicBezTo>
                <a:cubicBezTo>
                  <a:pt x="13970" y="52746"/>
                  <a:pt x="13957" y="52755"/>
                  <a:pt x="13944" y="52766"/>
                </a:cubicBezTo>
                <a:lnTo>
                  <a:pt x="13944" y="52766"/>
                </a:lnTo>
                <a:cubicBezTo>
                  <a:pt x="13946" y="52763"/>
                  <a:pt x="13949" y="52759"/>
                  <a:pt x="13951" y="52755"/>
                </a:cubicBezTo>
                <a:lnTo>
                  <a:pt x="14039" y="52667"/>
                </a:lnTo>
                <a:close/>
                <a:moveTo>
                  <a:pt x="15070" y="52387"/>
                </a:moveTo>
                <a:lnTo>
                  <a:pt x="14952" y="52667"/>
                </a:lnTo>
                <a:cubicBezTo>
                  <a:pt x="14878" y="52711"/>
                  <a:pt x="14790" y="52740"/>
                  <a:pt x="14716" y="52784"/>
                </a:cubicBezTo>
                <a:cubicBezTo>
                  <a:pt x="14761" y="52681"/>
                  <a:pt x="14790" y="52593"/>
                  <a:pt x="14834" y="52519"/>
                </a:cubicBezTo>
                <a:cubicBezTo>
                  <a:pt x="14923" y="52461"/>
                  <a:pt x="14996" y="52431"/>
                  <a:pt x="15070" y="52387"/>
                </a:cubicBezTo>
                <a:close/>
                <a:moveTo>
                  <a:pt x="15658" y="52431"/>
                </a:moveTo>
                <a:lnTo>
                  <a:pt x="15658" y="52431"/>
                </a:lnTo>
                <a:cubicBezTo>
                  <a:pt x="15614" y="52534"/>
                  <a:pt x="15599" y="52637"/>
                  <a:pt x="15585" y="52740"/>
                </a:cubicBezTo>
                <a:lnTo>
                  <a:pt x="15305" y="52858"/>
                </a:lnTo>
                <a:cubicBezTo>
                  <a:pt x="15349" y="52740"/>
                  <a:pt x="15364" y="52652"/>
                  <a:pt x="15393" y="52534"/>
                </a:cubicBezTo>
                <a:cubicBezTo>
                  <a:pt x="15496" y="52505"/>
                  <a:pt x="15585" y="52461"/>
                  <a:pt x="15658" y="52431"/>
                </a:cubicBezTo>
                <a:close/>
                <a:moveTo>
                  <a:pt x="14216" y="52681"/>
                </a:moveTo>
                <a:cubicBezTo>
                  <a:pt x="14187" y="52740"/>
                  <a:pt x="14172" y="52799"/>
                  <a:pt x="14128" y="52858"/>
                </a:cubicBezTo>
                <a:lnTo>
                  <a:pt x="13966" y="52961"/>
                </a:lnTo>
                <a:cubicBezTo>
                  <a:pt x="13995" y="52902"/>
                  <a:pt x="14025" y="52858"/>
                  <a:pt x="14054" y="52799"/>
                </a:cubicBezTo>
                <a:cubicBezTo>
                  <a:pt x="14113" y="52784"/>
                  <a:pt x="14157" y="52740"/>
                  <a:pt x="14216" y="52681"/>
                </a:cubicBezTo>
                <a:close/>
                <a:moveTo>
                  <a:pt x="14731" y="52593"/>
                </a:moveTo>
                <a:cubicBezTo>
                  <a:pt x="14687" y="52667"/>
                  <a:pt x="14658" y="52740"/>
                  <a:pt x="14628" y="52828"/>
                </a:cubicBezTo>
                <a:cubicBezTo>
                  <a:pt x="14555" y="52873"/>
                  <a:pt x="14481" y="52902"/>
                  <a:pt x="14407" y="52961"/>
                </a:cubicBezTo>
                <a:cubicBezTo>
                  <a:pt x="14437" y="52873"/>
                  <a:pt x="14481" y="52799"/>
                  <a:pt x="14510" y="52725"/>
                </a:cubicBezTo>
                <a:cubicBezTo>
                  <a:pt x="14584" y="52681"/>
                  <a:pt x="14658" y="52622"/>
                  <a:pt x="14731" y="52593"/>
                </a:cubicBezTo>
                <a:close/>
                <a:moveTo>
                  <a:pt x="15305" y="52593"/>
                </a:moveTo>
                <a:cubicBezTo>
                  <a:pt x="15261" y="52711"/>
                  <a:pt x="15246" y="52799"/>
                  <a:pt x="15217" y="52902"/>
                </a:cubicBezTo>
                <a:cubicBezTo>
                  <a:pt x="15129" y="52917"/>
                  <a:pt x="15026" y="52961"/>
                  <a:pt x="14937" y="53020"/>
                </a:cubicBezTo>
                <a:cubicBezTo>
                  <a:pt x="14981" y="52917"/>
                  <a:pt x="15011" y="52814"/>
                  <a:pt x="15040" y="52725"/>
                </a:cubicBezTo>
                <a:cubicBezTo>
                  <a:pt x="15143" y="52681"/>
                  <a:pt x="15217" y="52652"/>
                  <a:pt x="15305" y="52593"/>
                </a:cubicBezTo>
                <a:close/>
                <a:moveTo>
                  <a:pt x="26975" y="45941"/>
                </a:moveTo>
                <a:cubicBezTo>
                  <a:pt x="26990" y="45985"/>
                  <a:pt x="26990" y="46059"/>
                  <a:pt x="27005" y="46133"/>
                </a:cubicBezTo>
                <a:cubicBezTo>
                  <a:pt x="26990" y="46191"/>
                  <a:pt x="26975" y="46236"/>
                  <a:pt x="26975" y="46280"/>
                </a:cubicBezTo>
                <a:lnTo>
                  <a:pt x="26975" y="46309"/>
                </a:lnTo>
                <a:cubicBezTo>
                  <a:pt x="26652" y="47310"/>
                  <a:pt x="26092" y="48443"/>
                  <a:pt x="25180" y="49620"/>
                </a:cubicBezTo>
                <a:cubicBezTo>
                  <a:pt x="23752" y="51489"/>
                  <a:pt x="21604" y="51872"/>
                  <a:pt x="19131" y="52343"/>
                </a:cubicBezTo>
                <a:cubicBezTo>
                  <a:pt x="18116" y="52519"/>
                  <a:pt x="17071" y="52725"/>
                  <a:pt x="15982" y="53034"/>
                </a:cubicBezTo>
                <a:lnTo>
                  <a:pt x="16041" y="52711"/>
                </a:lnTo>
                <a:cubicBezTo>
                  <a:pt x="17159" y="52343"/>
                  <a:pt x="18263" y="52093"/>
                  <a:pt x="19293" y="51901"/>
                </a:cubicBezTo>
                <a:cubicBezTo>
                  <a:pt x="21619" y="51416"/>
                  <a:pt x="23811" y="50974"/>
                  <a:pt x="25224" y="49135"/>
                </a:cubicBezTo>
                <a:cubicBezTo>
                  <a:pt x="26048" y="48075"/>
                  <a:pt x="26578" y="47045"/>
                  <a:pt x="26916" y="46088"/>
                </a:cubicBezTo>
                <a:lnTo>
                  <a:pt x="26916" y="46103"/>
                </a:lnTo>
                <a:lnTo>
                  <a:pt x="26975" y="45941"/>
                </a:lnTo>
                <a:close/>
                <a:moveTo>
                  <a:pt x="15938" y="52681"/>
                </a:moveTo>
                <a:lnTo>
                  <a:pt x="15938" y="52681"/>
                </a:lnTo>
                <a:cubicBezTo>
                  <a:pt x="15909" y="52814"/>
                  <a:pt x="15894" y="52917"/>
                  <a:pt x="15879" y="53034"/>
                </a:cubicBezTo>
                <a:cubicBezTo>
                  <a:pt x="15761" y="53079"/>
                  <a:pt x="15673" y="53093"/>
                  <a:pt x="15570" y="53123"/>
                </a:cubicBezTo>
                <a:cubicBezTo>
                  <a:pt x="15585" y="53020"/>
                  <a:pt x="15599" y="52902"/>
                  <a:pt x="15644" y="52799"/>
                </a:cubicBezTo>
                <a:cubicBezTo>
                  <a:pt x="15732" y="52755"/>
                  <a:pt x="15835" y="52725"/>
                  <a:pt x="15938" y="52681"/>
                </a:cubicBezTo>
                <a:close/>
                <a:moveTo>
                  <a:pt x="14393" y="52799"/>
                </a:moveTo>
                <a:lnTo>
                  <a:pt x="14393" y="52799"/>
                </a:lnTo>
                <a:cubicBezTo>
                  <a:pt x="14349" y="52873"/>
                  <a:pt x="14304" y="52946"/>
                  <a:pt x="14275" y="53034"/>
                </a:cubicBezTo>
                <a:cubicBezTo>
                  <a:pt x="14201" y="53079"/>
                  <a:pt x="14128" y="53108"/>
                  <a:pt x="14069" y="53167"/>
                </a:cubicBezTo>
                <a:lnTo>
                  <a:pt x="14187" y="52946"/>
                </a:lnTo>
                <a:cubicBezTo>
                  <a:pt x="14246" y="52873"/>
                  <a:pt x="14319" y="52828"/>
                  <a:pt x="14393" y="52799"/>
                </a:cubicBezTo>
                <a:close/>
                <a:moveTo>
                  <a:pt x="14923" y="52755"/>
                </a:moveTo>
                <a:lnTo>
                  <a:pt x="14923" y="52755"/>
                </a:lnTo>
                <a:cubicBezTo>
                  <a:pt x="14878" y="52858"/>
                  <a:pt x="14849" y="52946"/>
                  <a:pt x="14820" y="53049"/>
                </a:cubicBezTo>
                <a:cubicBezTo>
                  <a:pt x="14761" y="53093"/>
                  <a:pt x="14658" y="53123"/>
                  <a:pt x="14569" y="53167"/>
                </a:cubicBezTo>
                <a:lnTo>
                  <a:pt x="14672" y="52887"/>
                </a:lnTo>
                <a:cubicBezTo>
                  <a:pt x="14761" y="52858"/>
                  <a:pt x="14849" y="52799"/>
                  <a:pt x="14923" y="52755"/>
                </a:cubicBezTo>
                <a:close/>
                <a:moveTo>
                  <a:pt x="13878" y="52961"/>
                </a:moveTo>
                <a:lnTo>
                  <a:pt x="13878" y="52961"/>
                </a:lnTo>
                <a:cubicBezTo>
                  <a:pt x="13848" y="53005"/>
                  <a:pt x="13819" y="53049"/>
                  <a:pt x="13804" y="53093"/>
                </a:cubicBezTo>
                <a:cubicBezTo>
                  <a:pt x="13745" y="53123"/>
                  <a:pt x="13701" y="53167"/>
                  <a:pt x="13657" y="53196"/>
                </a:cubicBezTo>
                <a:cubicBezTo>
                  <a:pt x="13672" y="53167"/>
                  <a:pt x="13701" y="53123"/>
                  <a:pt x="13730" y="53093"/>
                </a:cubicBezTo>
                <a:cubicBezTo>
                  <a:pt x="13745" y="53079"/>
                  <a:pt x="13775" y="53049"/>
                  <a:pt x="13804" y="53020"/>
                </a:cubicBezTo>
                <a:cubicBezTo>
                  <a:pt x="13819" y="53005"/>
                  <a:pt x="13833" y="52976"/>
                  <a:pt x="13878" y="52961"/>
                </a:cubicBezTo>
                <a:close/>
                <a:moveTo>
                  <a:pt x="15541" y="52858"/>
                </a:moveTo>
                <a:lnTo>
                  <a:pt x="15541" y="52858"/>
                </a:lnTo>
                <a:cubicBezTo>
                  <a:pt x="15526" y="52961"/>
                  <a:pt x="15496" y="53079"/>
                  <a:pt x="15467" y="53167"/>
                </a:cubicBezTo>
                <a:lnTo>
                  <a:pt x="15202" y="53270"/>
                </a:lnTo>
                <a:cubicBezTo>
                  <a:pt x="15217" y="53167"/>
                  <a:pt x="15246" y="53079"/>
                  <a:pt x="15276" y="52961"/>
                </a:cubicBezTo>
                <a:lnTo>
                  <a:pt x="15541" y="52858"/>
                </a:lnTo>
                <a:close/>
                <a:moveTo>
                  <a:pt x="14040" y="53020"/>
                </a:moveTo>
                <a:cubicBezTo>
                  <a:pt x="13995" y="53093"/>
                  <a:pt x="13966" y="53167"/>
                  <a:pt x="13951" y="53226"/>
                </a:cubicBezTo>
                <a:cubicBezTo>
                  <a:pt x="13878" y="53255"/>
                  <a:pt x="13819" y="53285"/>
                  <a:pt x="13745" y="53344"/>
                </a:cubicBezTo>
                <a:cubicBezTo>
                  <a:pt x="13775" y="53270"/>
                  <a:pt x="13819" y="53226"/>
                  <a:pt x="13848" y="53138"/>
                </a:cubicBezTo>
                <a:cubicBezTo>
                  <a:pt x="13907" y="53093"/>
                  <a:pt x="13981" y="53049"/>
                  <a:pt x="14040" y="53020"/>
                </a:cubicBezTo>
                <a:close/>
                <a:moveTo>
                  <a:pt x="14569" y="52946"/>
                </a:moveTo>
                <a:lnTo>
                  <a:pt x="14466" y="53226"/>
                </a:lnTo>
                <a:cubicBezTo>
                  <a:pt x="14393" y="53255"/>
                  <a:pt x="14290" y="53285"/>
                  <a:pt x="14216" y="53344"/>
                </a:cubicBezTo>
                <a:cubicBezTo>
                  <a:pt x="14260" y="53255"/>
                  <a:pt x="14290" y="53167"/>
                  <a:pt x="14334" y="53093"/>
                </a:cubicBezTo>
                <a:cubicBezTo>
                  <a:pt x="14422" y="53034"/>
                  <a:pt x="14496" y="52976"/>
                  <a:pt x="14569" y="52946"/>
                </a:cubicBezTo>
                <a:close/>
                <a:moveTo>
                  <a:pt x="15173" y="53020"/>
                </a:moveTo>
                <a:lnTo>
                  <a:pt x="15173" y="53020"/>
                </a:lnTo>
                <a:cubicBezTo>
                  <a:pt x="15143" y="53123"/>
                  <a:pt x="15129" y="53226"/>
                  <a:pt x="15099" y="53329"/>
                </a:cubicBezTo>
                <a:cubicBezTo>
                  <a:pt x="15011" y="53329"/>
                  <a:pt x="14893" y="53373"/>
                  <a:pt x="14805" y="53417"/>
                </a:cubicBezTo>
                <a:cubicBezTo>
                  <a:pt x="14849" y="53314"/>
                  <a:pt x="14864" y="53226"/>
                  <a:pt x="14893" y="53123"/>
                </a:cubicBezTo>
                <a:lnTo>
                  <a:pt x="15173" y="53020"/>
                </a:lnTo>
                <a:close/>
                <a:moveTo>
                  <a:pt x="13524" y="53270"/>
                </a:moveTo>
                <a:cubicBezTo>
                  <a:pt x="13510" y="53299"/>
                  <a:pt x="13480" y="53329"/>
                  <a:pt x="13466" y="53344"/>
                </a:cubicBezTo>
                <a:cubicBezTo>
                  <a:pt x="13421" y="53388"/>
                  <a:pt x="13392" y="53402"/>
                  <a:pt x="13363" y="53447"/>
                </a:cubicBezTo>
                <a:cubicBezTo>
                  <a:pt x="13377" y="53417"/>
                  <a:pt x="13392" y="53388"/>
                  <a:pt x="13407" y="53373"/>
                </a:cubicBezTo>
                <a:cubicBezTo>
                  <a:pt x="13451" y="53329"/>
                  <a:pt x="13480" y="53314"/>
                  <a:pt x="13524" y="53270"/>
                </a:cubicBezTo>
                <a:close/>
                <a:moveTo>
                  <a:pt x="26961" y="46456"/>
                </a:moveTo>
                <a:lnTo>
                  <a:pt x="26961" y="46471"/>
                </a:lnTo>
                <a:cubicBezTo>
                  <a:pt x="26975" y="46486"/>
                  <a:pt x="26990" y="46530"/>
                  <a:pt x="26990" y="46545"/>
                </a:cubicBezTo>
                <a:cubicBezTo>
                  <a:pt x="26990" y="46574"/>
                  <a:pt x="26990" y="46618"/>
                  <a:pt x="27005" y="46648"/>
                </a:cubicBezTo>
                <a:cubicBezTo>
                  <a:pt x="26666" y="47751"/>
                  <a:pt x="26107" y="48929"/>
                  <a:pt x="25180" y="50135"/>
                </a:cubicBezTo>
                <a:cubicBezTo>
                  <a:pt x="23708" y="52034"/>
                  <a:pt x="21501" y="52402"/>
                  <a:pt x="18940" y="52858"/>
                </a:cubicBezTo>
                <a:cubicBezTo>
                  <a:pt x="17969" y="53020"/>
                  <a:pt x="16939" y="53182"/>
                  <a:pt x="15909" y="53461"/>
                </a:cubicBezTo>
                <a:cubicBezTo>
                  <a:pt x="15923" y="53344"/>
                  <a:pt x="15953" y="53226"/>
                  <a:pt x="15953" y="53108"/>
                </a:cubicBezTo>
                <a:cubicBezTo>
                  <a:pt x="17027" y="52784"/>
                  <a:pt x="18101" y="52578"/>
                  <a:pt x="19117" y="52387"/>
                </a:cubicBezTo>
                <a:cubicBezTo>
                  <a:pt x="21501" y="51945"/>
                  <a:pt x="23752" y="51533"/>
                  <a:pt x="25224" y="49635"/>
                </a:cubicBezTo>
                <a:cubicBezTo>
                  <a:pt x="26033" y="48590"/>
                  <a:pt x="26593" y="47516"/>
                  <a:pt x="26961" y="46456"/>
                </a:cubicBezTo>
                <a:close/>
                <a:moveTo>
                  <a:pt x="14201" y="53167"/>
                </a:moveTo>
                <a:cubicBezTo>
                  <a:pt x="14187" y="53226"/>
                  <a:pt x="14143" y="53314"/>
                  <a:pt x="14113" y="53402"/>
                </a:cubicBezTo>
                <a:cubicBezTo>
                  <a:pt x="14040" y="53447"/>
                  <a:pt x="13966" y="53491"/>
                  <a:pt x="13878" y="53535"/>
                </a:cubicBezTo>
                <a:cubicBezTo>
                  <a:pt x="13907" y="53461"/>
                  <a:pt x="13951" y="53373"/>
                  <a:pt x="13981" y="53285"/>
                </a:cubicBezTo>
                <a:cubicBezTo>
                  <a:pt x="14054" y="53255"/>
                  <a:pt x="14128" y="53196"/>
                  <a:pt x="14201" y="53167"/>
                </a:cubicBezTo>
                <a:close/>
                <a:moveTo>
                  <a:pt x="14805" y="53152"/>
                </a:moveTo>
                <a:lnTo>
                  <a:pt x="14805" y="53152"/>
                </a:lnTo>
                <a:cubicBezTo>
                  <a:pt x="14775" y="53241"/>
                  <a:pt x="14761" y="53344"/>
                  <a:pt x="14716" y="53447"/>
                </a:cubicBezTo>
                <a:lnTo>
                  <a:pt x="14437" y="53550"/>
                </a:lnTo>
                <a:cubicBezTo>
                  <a:pt x="14481" y="53461"/>
                  <a:pt x="14496" y="53373"/>
                  <a:pt x="14525" y="53255"/>
                </a:cubicBezTo>
                <a:cubicBezTo>
                  <a:pt x="14628" y="53241"/>
                  <a:pt x="14716" y="53196"/>
                  <a:pt x="14805" y="53152"/>
                </a:cubicBezTo>
                <a:close/>
                <a:moveTo>
                  <a:pt x="13686" y="53270"/>
                </a:moveTo>
                <a:cubicBezTo>
                  <a:pt x="13657" y="53329"/>
                  <a:pt x="13627" y="53388"/>
                  <a:pt x="13598" y="53447"/>
                </a:cubicBezTo>
                <a:cubicBezTo>
                  <a:pt x="13539" y="53476"/>
                  <a:pt x="13480" y="53505"/>
                  <a:pt x="13407" y="53564"/>
                </a:cubicBezTo>
                <a:cubicBezTo>
                  <a:pt x="13451" y="53505"/>
                  <a:pt x="13480" y="53461"/>
                  <a:pt x="13510" y="53402"/>
                </a:cubicBezTo>
                <a:cubicBezTo>
                  <a:pt x="13583" y="53373"/>
                  <a:pt x="13627" y="53314"/>
                  <a:pt x="13686" y="53270"/>
                </a:cubicBezTo>
                <a:close/>
                <a:moveTo>
                  <a:pt x="15879" y="53138"/>
                </a:moveTo>
                <a:lnTo>
                  <a:pt x="15879" y="53138"/>
                </a:lnTo>
                <a:cubicBezTo>
                  <a:pt x="15864" y="53255"/>
                  <a:pt x="15835" y="53358"/>
                  <a:pt x="15835" y="53491"/>
                </a:cubicBezTo>
                <a:cubicBezTo>
                  <a:pt x="15717" y="53491"/>
                  <a:pt x="15599" y="53535"/>
                  <a:pt x="15511" y="53564"/>
                </a:cubicBezTo>
                <a:lnTo>
                  <a:pt x="15570" y="53241"/>
                </a:lnTo>
                <a:cubicBezTo>
                  <a:pt x="15673" y="53196"/>
                  <a:pt x="15761" y="53167"/>
                  <a:pt x="15879" y="53138"/>
                </a:cubicBezTo>
                <a:close/>
                <a:moveTo>
                  <a:pt x="13142" y="53594"/>
                </a:moveTo>
                <a:cubicBezTo>
                  <a:pt x="13142" y="53608"/>
                  <a:pt x="13112" y="53608"/>
                  <a:pt x="13112" y="53623"/>
                </a:cubicBezTo>
                <a:cubicBezTo>
                  <a:pt x="13100" y="53635"/>
                  <a:pt x="13078" y="53648"/>
                  <a:pt x="13053" y="53669"/>
                </a:cubicBezTo>
                <a:lnTo>
                  <a:pt x="13053" y="53669"/>
                </a:lnTo>
                <a:cubicBezTo>
                  <a:pt x="13054" y="53665"/>
                  <a:pt x="13054" y="53659"/>
                  <a:pt x="13054" y="53653"/>
                </a:cubicBezTo>
                <a:lnTo>
                  <a:pt x="13142" y="53594"/>
                </a:lnTo>
                <a:close/>
                <a:moveTo>
                  <a:pt x="15467" y="53255"/>
                </a:moveTo>
                <a:lnTo>
                  <a:pt x="15423" y="53594"/>
                </a:lnTo>
                <a:cubicBezTo>
                  <a:pt x="15305" y="53623"/>
                  <a:pt x="15217" y="53653"/>
                  <a:pt x="15099" y="53697"/>
                </a:cubicBezTo>
                <a:cubicBezTo>
                  <a:pt x="15129" y="53594"/>
                  <a:pt x="15143" y="53476"/>
                  <a:pt x="15173" y="53373"/>
                </a:cubicBezTo>
                <a:cubicBezTo>
                  <a:pt x="15276" y="53329"/>
                  <a:pt x="15379" y="53299"/>
                  <a:pt x="15467" y="53255"/>
                </a:cubicBezTo>
                <a:close/>
                <a:moveTo>
                  <a:pt x="13878" y="53373"/>
                </a:moveTo>
                <a:cubicBezTo>
                  <a:pt x="13833" y="53447"/>
                  <a:pt x="13789" y="53520"/>
                  <a:pt x="13760" y="53608"/>
                </a:cubicBezTo>
                <a:cubicBezTo>
                  <a:pt x="13686" y="53638"/>
                  <a:pt x="13613" y="53697"/>
                  <a:pt x="13539" y="53741"/>
                </a:cubicBezTo>
                <a:lnTo>
                  <a:pt x="13657" y="53520"/>
                </a:lnTo>
                <a:cubicBezTo>
                  <a:pt x="13730" y="53461"/>
                  <a:pt x="13789" y="53402"/>
                  <a:pt x="13878" y="53373"/>
                </a:cubicBezTo>
                <a:close/>
                <a:moveTo>
                  <a:pt x="14437" y="53329"/>
                </a:moveTo>
                <a:lnTo>
                  <a:pt x="14437" y="53329"/>
                </a:lnTo>
                <a:cubicBezTo>
                  <a:pt x="14407" y="53417"/>
                  <a:pt x="14363" y="53520"/>
                  <a:pt x="14349" y="53608"/>
                </a:cubicBezTo>
                <a:cubicBezTo>
                  <a:pt x="14260" y="53638"/>
                  <a:pt x="14157" y="53682"/>
                  <a:pt x="14069" y="53741"/>
                </a:cubicBezTo>
                <a:lnTo>
                  <a:pt x="14187" y="53461"/>
                </a:lnTo>
                <a:cubicBezTo>
                  <a:pt x="14275" y="53417"/>
                  <a:pt x="14349" y="53373"/>
                  <a:pt x="14437" y="53329"/>
                </a:cubicBezTo>
                <a:close/>
                <a:moveTo>
                  <a:pt x="13333" y="53550"/>
                </a:moveTo>
                <a:lnTo>
                  <a:pt x="13333" y="53550"/>
                </a:lnTo>
                <a:cubicBezTo>
                  <a:pt x="13318" y="53594"/>
                  <a:pt x="13289" y="53638"/>
                  <a:pt x="13260" y="53682"/>
                </a:cubicBezTo>
                <a:cubicBezTo>
                  <a:pt x="13201" y="53711"/>
                  <a:pt x="13157" y="53756"/>
                  <a:pt x="13112" y="53785"/>
                </a:cubicBezTo>
                <a:cubicBezTo>
                  <a:pt x="13127" y="53756"/>
                  <a:pt x="13171" y="53711"/>
                  <a:pt x="13186" y="53682"/>
                </a:cubicBezTo>
                <a:cubicBezTo>
                  <a:pt x="13230" y="53638"/>
                  <a:pt x="13289" y="53608"/>
                  <a:pt x="13333" y="53550"/>
                </a:cubicBezTo>
                <a:close/>
                <a:moveTo>
                  <a:pt x="15084" y="53402"/>
                </a:moveTo>
                <a:cubicBezTo>
                  <a:pt x="15070" y="53520"/>
                  <a:pt x="15040" y="53623"/>
                  <a:pt x="15011" y="53711"/>
                </a:cubicBezTo>
                <a:cubicBezTo>
                  <a:pt x="14893" y="53756"/>
                  <a:pt x="14805" y="53785"/>
                  <a:pt x="14702" y="53829"/>
                </a:cubicBezTo>
                <a:cubicBezTo>
                  <a:pt x="14731" y="53711"/>
                  <a:pt x="14761" y="53608"/>
                  <a:pt x="14790" y="53520"/>
                </a:cubicBezTo>
                <a:cubicBezTo>
                  <a:pt x="14878" y="53476"/>
                  <a:pt x="14996" y="53447"/>
                  <a:pt x="15084" y="53402"/>
                </a:cubicBezTo>
                <a:close/>
                <a:moveTo>
                  <a:pt x="14069" y="53520"/>
                </a:moveTo>
                <a:lnTo>
                  <a:pt x="14069" y="53520"/>
                </a:lnTo>
                <a:cubicBezTo>
                  <a:pt x="14040" y="53608"/>
                  <a:pt x="13995" y="53697"/>
                  <a:pt x="13981" y="53770"/>
                </a:cubicBezTo>
                <a:cubicBezTo>
                  <a:pt x="13892" y="53814"/>
                  <a:pt x="13819" y="53859"/>
                  <a:pt x="13716" y="53903"/>
                </a:cubicBezTo>
                <a:cubicBezTo>
                  <a:pt x="13760" y="53814"/>
                  <a:pt x="13789" y="53741"/>
                  <a:pt x="13833" y="53638"/>
                </a:cubicBezTo>
                <a:cubicBezTo>
                  <a:pt x="13907" y="53608"/>
                  <a:pt x="13995" y="53550"/>
                  <a:pt x="14069" y="53520"/>
                </a:cubicBezTo>
                <a:close/>
                <a:moveTo>
                  <a:pt x="27005" y="46868"/>
                </a:moveTo>
                <a:cubicBezTo>
                  <a:pt x="27005" y="46927"/>
                  <a:pt x="27019" y="46986"/>
                  <a:pt x="27019" y="47015"/>
                </a:cubicBezTo>
                <a:cubicBezTo>
                  <a:pt x="27034" y="47030"/>
                  <a:pt x="27034" y="47060"/>
                  <a:pt x="27034" y="47089"/>
                </a:cubicBezTo>
                <a:cubicBezTo>
                  <a:pt x="26710" y="48237"/>
                  <a:pt x="26122" y="49429"/>
                  <a:pt x="25180" y="50665"/>
                </a:cubicBezTo>
                <a:cubicBezTo>
                  <a:pt x="23679" y="52622"/>
                  <a:pt x="21412" y="52976"/>
                  <a:pt x="18764" y="53358"/>
                </a:cubicBezTo>
                <a:cubicBezTo>
                  <a:pt x="17822" y="53505"/>
                  <a:pt x="16850" y="53653"/>
                  <a:pt x="15864" y="53903"/>
                </a:cubicBezTo>
                <a:cubicBezTo>
                  <a:pt x="15864" y="53785"/>
                  <a:pt x="15879" y="53653"/>
                  <a:pt x="15894" y="53550"/>
                </a:cubicBezTo>
                <a:cubicBezTo>
                  <a:pt x="16939" y="53270"/>
                  <a:pt x="17969" y="53093"/>
                  <a:pt x="18940" y="52917"/>
                </a:cubicBezTo>
                <a:cubicBezTo>
                  <a:pt x="21516" y="52505"/>
                  <a:pt x="23723" y="52122"/>
                  <a:pt x="25239" y="50180"/>
                </a:cubicBezTo>
                <a:cubicBezTo>
                  <a:pt x="26107" y="49046"/>
                  <a:pt x="26666" y="47943"/>
                  <a:pt x="27005" y="46868"/>
                </a:cubicBezTo>
                <a:close/>
                <a:moveTo>
                  <a:pt x="13524" y="53564"/>
                </a:moveTo>
                <a:lnTo>
                  <a:pt x="13524" y="53564"/>
                </a:lnTo>
                <a:cubicBezTo>
                  <a:pt x="13480" y="53653"/>
                  <a:pt x="13451" y="53741"/>
                  <a:pt x="13407" y="53785"/>
                </a:cubicBezTo>
                <a:cubicBezTo>
                  <a:pt x="13333" y="53829"/>
                  <a:pt x="13289" y="53888"/>
                  <a:pt x="13215" y="53917"/>
                </a:cubicBezTo>
                <a:cubicBezTo>
                  <a:pt x="13245" y="53844"/>
                  <a:pt x="13289" y="53785"/>
                  <a:pt x="13318" y="53711"/>
                </a:cubicBezTo>
                <a:cubicBezTo>
                  <a:pt x="13392" y="53653"/>
                  <a:pt x="13451" y="53623"/>
                  <a:pt x="13524" y="53564"/>
                </a:cubicBezTo>
                <a:close/>
                <a:moveTo>
                  <a:pt x="14687" y="53550"/>
                </a:moveTo>
                <a:lnTo>
                  <a:pt x="14687" y="53550"/>
                </a:lnTo>
                <a:cubicBezTo>
                  <a:pt x="14658" y="53667"/>
                  <a:pt x="14628" y="53756"/>
                  <a:pt x="14613" y="53859"/>
                </a:cubicBezTo>
                <a:cubicBezTo>
                  <a:pt x="14510" y="53903"/>
                  <a:pt x="14422" y="53932"/>
                  <a:pt x="14319" y="53976"/>
                </a:cubicBezTo>
                <a:cubicBezTo>
                  <a:pt x="14334" y="53859"/>
                  <a:pt x="14363" y="53770"/>
                  <a:pt x="14407" y="53682"/>
                </a:cubicBezTo>
                <a:cubicBezTo>
                  <a:pt x="14496" y="53638"/>
                  <a:pt x="14584" y="53608"/>
                  <a:pt x="14687" y="53550"/>
                </a:cubicBezTo>
                <a:close/>
                <a:moveTo>
                  <a:pt x="15820" y="53564"/>
                </a:moveTo>
                <a:lnTo>
                  <a:pt x="15820" y="53564"/>
                </a:lnTo>
                <a:cubicBezTo>
                  <a:pt x="15806" y="53682"/>
                  <a:pt x="15806" y="53814"/>
                  <a:pt x="15806" y="53917"/>
                </a:cubicBezTo>
                <a:cubicBezTo>
                  <a:pt x="15673" y="53932"/>
                  <a:pt x="15570" y="53976"/>
                  <a:pt x="15452" y="54006"/>
                </a:cubicBezTo>
                <a:cubicBezTo>
                  <a:pt x="15467" y="53903"/>
                  <a:pt x="15467" y="53770"/>
                  <a:pt x="15496" y="53667"/>
                </a:cubicBezTo>
                <a:cubicBezTo>
                  <a:pt x="15599" y="53623"/>
                  <a:pt x="15717" y="53608"/>
                  <a:pt x="15820" y="53564"/>
                </a:cubicBezTo>
                <a:close/>
                <a:moveTo>
                  <a:pt x="12965" y="53859"/>
                </a:moveTo>
                <a:cubicBezTo>
                  <a:pt x="12951" y="53888"/>
                  <a:pt x="12936" y="53917"/>
                  <a:pt x="12921" y="53932"/>
                </a:cubicBezTo>
                <a:cubicBezTo>
                  <a:pt x="12877" y="53976"/>
                  <a:pt x="12818" y="54006"/>
                  <a:pt x="12789" y="54050"/>
                </a:cubicBezTo>
                <a:cubicBezTo>
                  <a:pt x="12803" y="54020"/>
                  <a:pt x="12818" y="54006"/>
                  <a:pt x="12847" y="53976"/>
                </a:cubicBezTo>
                <a:cubicBezTo>
                  <a:pt x="12877" y="53932"/>
                  <a:pt x="12936" y="53903"/>
                  <a:pt x="12965" y="53859"/>
                </a:cubicBezTo>
                <a:close/>
                <a:moveTo>
                  <a:pt x="13716" y="53697"/>
                </a:moveTo>
                <a:lnTo>
                  <a:pt x="13716" y="53697"/>
                </a:lnTo>
                <a:cubicBezTo>
                  <a:pt x="13686" y="53785"/>
                  <a:pt x="13657" y="53888"/>
                  <a:pt x="13613" y="53962"/>
                </a:cubicBezTo>
                <a:cubicBezTo>
                  <a:pt x="13539" y="53991"/>
                  <a:pt x="13451" y="54050"/>
                  <a:pt x="13377" y="54079"/>
                </a:cubicBezTo>
                <a:cubicBezTo>
                  <a:pt x="13407" y="54006"/>
                  <a:pt x="13451" y="53917"/>
                  <a:pt x="13480" y="53844"/>
                </a:cubicBezTo>
                <a:cubicBezTo>
                  <a:pt x="13554" y="53785"/>
                  <a:pt x="13657" y="53756"/>
                  <a:pt x="13716" y="53697"/>
                </a:cubicBezTo>
                <a:close/>
                <a:moveTo>
                  <a:pt x="14319" y="53711"/>
                </a:moveTo>
                <a:cubicBezTo>
                  <a:pt x="14275" y="53814"/>
                  <a:pt x="14260" y="53917"/>
                  <a:pt x="14246" y="54006"/>
                </a:cubicBezTo>
                <a:cubicBezTo>
                  <a:pt x="14143" y="54050"/>
                  <a:pt x="14054" y="54079"/>
                  <a:pt x="13951" y="54123"/>
                </a:cubicBezTo>
                <a:cubicBezTo>
                  <a:pt x="13981" y="54035"/>
                  <a:pt x="13995" y="53932"/>
                  <a:pt x="14040" y="53829"/>
                </a:cubicBezTo>
                <a:lnTo>
                  <a:pt x="14319" y="53711"/>
                </a:lnTo>
                <a:close/>
                <a:moveTo>
                  <a:pt x="15393" y="53682"/>
                </a:moveTo>
                <a:lnTo>
                  <a:pt x="15393" y="53682"/>
                </a:lnTo>
                <a:cubicBezTo>
                  <a:pt x="15379" y="53785"/>
                  <a:pt x="15364" y="53903"/>
                  <a:pt x="15364" y="54020"/>
                </a:cubicBezTo>
                <a:cubicBezTo>
                  <a:pt x="15246" y="54065"/>
                  <a:pt x="15143" y="54079"/>
                  <a:pt x="15026" y="54123"/>
                </a:cubicBezTo>
                <a:cubicBezTo>
                  <a:pt x="15055" y="54006"/>
                  <a:pt x="15070" y="53903"/>
                  <a:pt x="15084" y="53770"/>
                </a:cubicBezTo>
                <a:cubicBezTo>
                  <a:pt x="15187" y="53741"/>
                  <a:pt x="15305" y="53697"/>
                  <a:pt x="15393" y="53682"/>
                </a:cubicBezTo>
                <a:close/>
                <a:moveTo>
                  <a:pt x="13157" y="53859"/>
                </a:moveTo>
                <a:cubicBezTo>
                  <a:pt x="13112" y="53917"/>
                  <a:pt x="13098" y="53976"/>
                  <a:pt x="13054" y="54020"/>
                </a:cubicBezTo>
                <a:cubicBezTo>
                  <a:pt x="13009" y="54065"/>
                  <a:pt x="12936" y="54123"/>
                  <a:pt x="12877" y="54153"/>
                </a:cubicBezTo>
                <a:cubicBezTo>
                  <a:pt x="12921" y="54094"/>
                  <a:pt x="12936" y="54050"/>
                  <a:pt x="12965" y="54006"/>
                </a:cubicBezTo>
                <a:cubicBezTo>
                  <a:pt x="13039" y="53962"/>
                  <a:pt x="13098" y="53903"/>
                  <a:pt x="13157" y="53859"/>
                </a:cubicBezTo>
                <a:close/>
                <a:moveTo>
                  <a:pt x="14996" y="53814"/>
                </a:moveTo>
                <a:lnTo>
                  <a:pt x="14937" y="54138"/>
                </a:lnTo>
                <a:cubicBezTo>
                  <a:pt x="14849" y="54182"/>
                  <a:pt x="14731" y="54212"/>
                  <a:pt x="14628" y="54256"/>
                </a:cubicBezTo>
                <a:lnTo>
                  <a:pt x="14672" y="53917"/>
                </a:lnTo>
                <a:cubicBezTo>
                  <a:pt x="14790" y="53888"/>
                  <a:pt x="14878" y="53844"/>
                  <a:pt x="14996" y="53814"/>
                </a:cubicBezTo>
                <a:close/>
                <a:moveTo>
                  <a:pt x="13363" y="53932"/>
                </a:moveTo>
                <a:lnTo>
                  <a:pt x="13245" y="54153"/>
                </a:lnTo>
                <a:cubicBezTo>
                  <a:pt x="13171" y="54197"/>
                  <a:pt x="13098" y="54241"/>
                  <a:pt x="13009" y="54285"/>
                </a:cubicBezTo>
                <a:lnTo>
                  <a:pt x="13112" y="54065"/>
                </a:lnTo>
                <a:cubicBezTo>
                  <a:pt x="13215" y="54020"/>
                  <a:pt x="13289" y="53976"/>
                  <a:pt x="13363" y="53932"/>
                </a:cubicBezTo>
                <a:close/>
                <a:moveTo>
                  <a:pt x="13951" y="53888"/>
                </a:moveTo>
                <a:cubicBezTo>
                  <a:pt x="13907" y="53976"/>
                  <a:pt x="13878" y="54065"/>
                  <a:pt x="13848" y="54153"/>
                </a:cubicBezTo>
                <a:cubicBezTo>
                  <a:pt x="13760" y="54197"/>
                  <a:pt x="13672" y="54227"/>
                  <a:pt x="13583" y="54285"/>
                </a:cubicBezTo>
                <a:lnTo>
                  <a:pt x="13686" y="54006"/>
                </a:lnTo>
                <a:cubicBezTo>
                  <a:pt x="13775" y="53976"/>
                  <a:pt x="13878" y="53917"/>
                  <a:pt x="13951" y="53888"/>
                </a:cubicBezTo>
                <a:close/>
                <a:moveTo>
                  <a:pt x="12568" y="54197"/>
                </a:moveTo>
                <a:cubicBezTo>
                  <a:pt x="12553" y="54212"/>
                  <a:pt x="12553" y="54227"/>
                  <a:pt x="12524" y="54256"/>
                </a:cubicBezTo>
                <a:cubicBezTo>
                  <a:pt x="12509" y="54271"/>
                  <a:pt x="12494" y="54285"/>
                  <a:pt x="12450" y="54300"/>
                </a:cubicBezTo>
                <a:cubicBezTo>
                  <a:pt x="12494" y="54285"/>
                  <a:pt x="12509" y="54271"/>
                  <a:pt x="12509" y="54256"/>
                </a:cubicBezTo>
                <a:lnTo>
                  <a:pt x="12568" y="54197"/>
                </a:lnTo>
                <a:close/>
                <a:moveTo>
                  <a:pt x="27075" y="47307"/>
                </a:moveTo>
                <a:lnTo>
                  <a:pt x="27075" y="47307"/>
                </a:lnTo>
                <a:cubicBezTo>
                  <a:pt x="27064" y="47345"/>
                  <a:pt x="27065" y="47371"/>
                  <a:pt x="27078" y="47398"/>
                </a:cubicBezTo>
                <a:lnTo>
                  <a:pt x="27078" y="47457"/>
                </a:lnTo>
                <a:lnTo>
                  <a:pt x="27078" y="47531"/>
                </a:lnTo>
                <a:cubicBezTo>
                  <a:pt x="26769" y="48664"/>
                  <a:pt x="26195" y="49885"/>
                  <a:pt x="25195" y="51195"/>
                </a:cubicBezTo>
                <a:cubicBezTo>
                  <a:pt x="23649" y="53211"/>
                  <a:pt x="21324" y="53535"/>
                  <a:pt x="18616" y="53903"/>
                </a:cubicBezTo>
                <a:cubicBezTo>
                  <a:pt x="17733" y="54020"/>
                  <a:pt x="16821" y="54138"/>
                  <a:pt x="15879" y="54344"/>
                </a:cubicBezTo>
                <a:cubicBezTo>
                  <a:pt x="15879" y="54212"/>
                  <a:pt x="15879" y="54094"/>
                  <a:pt x="15894" y="53976"/>
                </a:cubicBezTo>
                <a:cubicBezTo>
                  <a:pt x="16880" y="53726"/>
                  <a:pt x="17881" y="53579"/>
                  <a:pt x="18822" y="53432"/>
                </a:cubicBezTo>
                <a:cubicBezTo>
                  <a:pt x="21471" y="53034"/>
                  <a:pt x="23752" y="52681"/>
                  <a:pt x="25268" y="50695"/>
                </a:cubicBezTo>
                <a:cubicBezTo>
                  <a:pt x="26148" y="49536"/>
                  <a:pt x="26736" y="48393"/>
                  <a:pt x="27075" y="47307"/>
                </a:cubicBezTo>
                <a:close/>
                <a:moveTo>
                  <a:pt x="14584" y="53962"/>
                </a:moveTo>
                <a:cubicBezTo>
                  <a:pt x="14569" y="54065"/>
                  <a:pt x="14555" y="54182"/>
                  <a:pt x="14525" y="54271"/>
                </a:cubicBezTo>
                <a:cubicBezTo>
                  <a:pt x="14422" y="54300"/>
                  <a:pt x="14334" y="54344"/>
                  <a:pt x="14216" y="54374"/>
                </a:cubicBezTo>
                <a:cubicBezTo>
                  <a:pt x="14246" y="54271"/>
                  <a:pt x="14275" y="54182"/>
                  <a:pt x="14290" y="54065"/>
                </a:cubicBezTo>
                <a:cubicBezTo>
                  <a:pt x="14393" y="54035"/>
                  <a:pt x="14496" y="53991"/>
                  <a:pt x="14584" y="53962"/>
                </a:cubicBezTo>
                <a:close/>
                <a:moveTo>
                  <a:pt x="12789" y="54153"/>
                </a:moveTo>
                <a:lnTo>
                  <a:pt x="12789" y="54153"/>
                </a:lnTo>
                <a:cubicBezTo>
                  <a:pt x="12774" y="54197"/>
                  <a:pt x="12730" y="54227"/>
                  <a:pt x="12715" y="54285"/>
                </a:cubicBezTo>
                <a:cubicBezTo>
                  <a:pt x="12656" y="54330"/>
                  <a:pt x="12583" y="54374"/>
                  <a:pt x="12524" y="54418"/>
                </a:cubicBezTo>
                <a:cubicBezTo>
                  <a:pt x="12538" y="54374"/>
                  <a:pt x="12583" y="54344"/>
                  <a:pt x="12597" y="54300"/>
                </a:cubicBezTo>
                <a:cubicBezTo>
                  <a:pt x="12671" y="54256"/>
                  <a:pt x="12730" y="54197"/>
                  <a:pt x="12789" y="54153"/>
                </a:cubicBezTo>
                <a:close/>
                <a:moveTo>
                  <a:pt x="15806" y="53991"/>
                </a:moveTo>
                <a:lnTo>
                  <a:pt x="15806" y="54359"/>
                </a:lnTo>
                <a:cubicBezTo>
                  <a:pt x="15673" y="54374"/>
                  <a:pt x="15570" y="54418"/>
                  <a:pt x="15438" y="54433"/>
                </a:cubicBezTo>
                <a:cubicBezTo>
                  <a:pt x="15423" y="54359"/>
                  <a:pt x="15423" y="54271"/>
                  <a:pt x="15438" y="54197"/>
                </a:cubicBezTo>
                <a:cubicBezTo>
                  <a:pt x="15438" y="54153"/>
                  <a:pt x="15438" y="54123"/>
                  <a:pt x="15452" y="54079"/>
                </a:cubicBezTo>
                <a:cubicBezTo>
                  <a:pt x="15555" y="54050"/>
                  <a:pt x="15688" y="54020"/>
                  <a:pt x="15806" y="53991"/>
                </a:cubicBezTo>
                <a:close/>
                <a:moveTo>
                  <a:pt x="13554" y="54065"/>
                </a:moveTo>
                <a:lnTo>
                  <a:pt x="13554" y="54065"/>
                </a:lnTo>
                <a:cubicBezTo>
                  <a:pt x="13524" y="54153"/>
                  <a:pt x="13480" y="54256"/>
                  <a:pt x="13466" y="54330"/>
                </a:cubicBezTo>
                <a:cubicBezTo>
                  <a:pt x="13377" y="54359"/>
                  <a:pt x="13289" y="54418"/>
                  <a:pt x="13201" y="54447"/>
                </a:cubicBezTo>
                <a:cubicBezTo>
                  <a:pt x="13245" y="54359"/>
                  <a:pt x="13289" y="54285"/>
                  <a:pt x="13318" y="54197"/>
                </a:cubicBezTo>
                <a:cubicBezTo>
                  <a:pt x="13392" y="54182"/>
                  <a:pt x="13480" y="54123"/>
                  <a:pt x="13554" y="54065"/>
                </a:cubicBezTo>
                <a:close/>
                <a:moveTo>
                  <a:pt x="12980" y="54197"/>
                </a:moveTo>
                <a:cubicBezTo>
                  <a:pt x="12951" y="54256"/>
                  <a:pt x="12921" y="54300"/>
                  <a:pt x="12892" y="54374"/>
                </a:cubicBezTo>
                <a:cubicBezTo>
                  <a:pt x="12818" y="54418"/>
                  <a:pt x="12744" y="54477"/>
                  <a:pt x="12671" y="54521"/>
                </a:cubicBezTo>
                <a:cubicBezTo>
                  <a:pt x="12715" y="54477"/>
                  <a:pt x="12744" y="54403"/>
                  <a:pt x="12789" y="54344"/>
                </a:cubicBezTo>
                <a:cubicBezTo>
                  <a:pt x="12862" y="54285"/>
                  <a:pt x="12936" y="54227"/>
                  <a:pt x="12980" y="54197"/>
                </a:cubicBezTo>
                <a:close/>
                <a:moveTo>
                  <a:pt x="14201" y="54109"/>
                </a:moveTo>
                <a:lnTo>
                  <a:pt x="14201" y="54109"/>
                </a:lnTo>
                <a:cubicBezTo>
                  <a:pt x="14187" y="54212"/>
                  <a:pt x="14143" y="54300"/>
                  <a:pt x="14128" y="54418"/>
                </a:cubicBezTo>
                <a:cubicBezTo>
                  <a:pt x="14025" y="54447"/>
                  <a:pt x="13922" y="54491"/>
                  <a:pt x="13819" y="54521"/>
                </a:cubicBezTo>
                <a:cubicBezTo>
                  <a:pt x="13848" y="54418"/>
                  <a:pt x="13892" y="54330"/>
                  <a:pt x="13907" y="54227"/>
                </a:cubicBezTo>
                <a:cubicBezTo>
                  <a:pt x="13995" y="54197"/>
                  <a:pt x="14113" y="54138"/>
                  <a:pt x="14201" y="54109"/>
                </a:cubicBezTo>
                <a:close/>
                <a:moveTo>
                  <a:pt x="15349" y="54094"/>
                </a:moveTo>
                <a:lnTo>
                  <a:pt x="15349" y="54168"/>
                </a:lnTo>
                <a:cubicBezTo>
                  <a:pt x="15349" y="54271"/>
                  <a:pt x="15320" y="54359"/>
                  <a:pt x="15320" y="54447"/>
                </a:cubicBezTo>
                <a:cubicBezTo>
                  <a:pt x="15217" y="54491"/>
                  <a:pt x="15099" y="54521"/>
                  <a:pt x="14981" y="54550"/>
                </a:cubicBezTo>
                <a:lnTo>
                  <a:pt x="14981" y="54433"/>
                </a:lnTo>
                <a:cubicBezTo>
                  <a:pt x="14981" y="54359"/>
                  <a:pt x="14996" y="54271"/>
                  <a:pt x="15011" y="54197"/>
                </a:cubicBezTo>
                <a:cubicBezTo>
                  <a:pt x="15129" y="54153"/>
                  <a:pt x="15232" y="54123"/>
                  <a:pt x="15349" y="54094"/>
                </a:cubicBezTo>
                <a:close/>
                <a:moveTo>
                  <a:pt x="14937" y="54212"/>
                </a:moveTo>
                <a:cubicBezTo>
                  <a:pt x="14937" y="54285"/>
                  <a:pt x="14923" y="54359"/>
                  <a:pt x="14923" y="54433"/>
                </a:cubicBezTo>
                <a:cubicBezTo>
                  <a:pt x="14923" y="54462"/>
                  <a:pt x="14923" y="54521"/>
                  <a:pt x="14908" y="54565"/>
                </a:cubicBezTo>
                <a:cubicBezTo>
                  <a:pt x="14790" y="54594"/>
                  <a:pt x="14687" y="54624"/>
                  <a:pt x="14555" y="54653"/>
                </a:cubicBezTo>
                <a:cubicBezTo>
                  <a:pt x="14569" y="54565"/>
                  <a:pt x="14584" y="54447"/>
                  <a:pt x="14613" y="54330"/>
                </a:cubicBezTo>
                <a:lnTo>
                  <a:pt x="14937" y="54212"/>
                </a:lnTo>
                <a:close/>
                <a:moveTo>
                  <a:pt x="12406" y="54462"/>
                </a:moveTo>
                <a:cubicBezTo>
                  <a:pt x="12377" y="54506"/>
                  <a:pt x="12362" y="54521"/>
                  <a:pt x="12347" y="54565"/>
                </a:cubicBezTo>
                <a:cubicBezTo>
                  <a:pt x="12303" y="54594"/>
                  <a:pt x="12259" y="54639"/>
                  <a:pt x="12215" y="54668"/>
                </a:cubicBezTo>
                <a:cubicBezTo>
                  <a:pt x="12229" y="54639"/>
                  <a:pt x="12259" y="54624"/>
                  <a:pt x="12274" y="54580"/>
                </a:cubicBezTo>
                <a:cubicBezTo>
                  <a:pt x="12303" y="54550"/>
                  <a:pt x="12362" y="54506"/>
                  <a:pt x="12406" y="54462"/>
                </a:cubicBezTo>
                <a:close/>
                <a:moveTo>
                  <a:pt x="13186" y="54285"/>
                </a:moveTo>
                <a:lnTo>
                  <a:pt x="13186" y="54285"/>
                </a:lnTo>
                <a:cubicBezTo>
                  <a:pt x="13157" y="54359"/>
                  <a:pt x="13112" y="54447"/>
                  <a:pt x="13098" y="54521"/>
                </a:cubicBezTo>
                <a:cubicBezTo>
                  <a:pt x="13009" y="54565"/>
                  <a:pt x="12936" y="54624"/>
                  <a:pt x="12833" y="54668"/>
                </a:cubicBezTo>
                <a:cubicBezTo>
                  <a:pt x="12877" y="54594"/>
                  <a:pt x="12921" y="54506"/>
                  <a:pt x="12951" y="54433"/>
                </a:cubicBezTo>
                <a:cubicBezTo>
                  <a:pt x="13024" y="54374"/>
                  <a:pt x="13112" y="54330"/>
                  <a:pt x="13186" y="54285"/>
                </a:cubicBezTo>
                <a:close/>
                <a:moveTo>
                  <a:pt x="13819" y="54271"/>
                </a:moveTo>
                <a:cubicBezTo>
                  <a:pt x="13775" y="54359"/>
                  <a:pt x="13760" y="54477"/>
                  <a:pt x="13745" y="54565"/>
                </a:cubicBezTo>
                <a:cubicBezTo>
                  <a:pt x="13657" y="54594"/>
                  <a:pt x="13539" y="54639"/>
                  <a:pt x="13451" y="54697"/>
                </a:cubicBezTo>
                <a:cubicBezTo>
                  <a:pt x="13480" y="54594"/>
                  <a:pt x="13510" y="54506"/>
                  <a:pt x="13539" y="54388"/>
                </a:cubicBezTo>
                <a:cubicBezTo>
                  <a:pt x="13627" y="54359"/>
                  <a:pt x="13730" y="54300"/>
                  <a:pt x="13819" y="54271"/>
                </a:cubicBezTo>
                <a:close/>
                <a:moveTo>
                  <a:pt x="12597" y="54447"/>
                </a:moveTo>
                <a:lnTo>
                  <a:pt x="12597" y="54447"/>
                </a:lnTo>
                <a:cubicBezTo>
                  <a:pt x="12568" y="54506"/>
                  <a:pt x="12553" y="54565"/>
                  <a:pt x="12509" y="54624"/>
                </a:cubicBezTo>
                <a:cubicBezTo>
                  <a:pt x="12435" y="54668"/>
                  <a:pt x="12362" y="54712"/>
                  <a:pt x="12303" y="54771"/>
                </a:cubicBezTo>
                <a:cubicBezTo>
                  <a:pt x="12347" y="54712"/>
                  <a:pt x="12362" y="54668"/>
                  <a:pt x="12406" y="54624"/>
                </a:cubicBezTo>
                <a:cubicBezTo>
                  <a:pt x="12435" y="54580"/>
                  <a:pt x="12494" y="54550"/>
                  <a:pt x="12524" y="54506"/>
                </a:cubicBezTo>
                <a:cubicBezTo>
                  <a:pt x="12553" y="54491"/>
                  <a:pt x="12583" y="54477"/>
                  <a:pt x="12597" y="54447"/>
                </a:cubicBezTo>
                <a:close/>
                <a:moveTo>
                  <a:pt x="14510" y="54359"/>
                </a:moveTo>
                <a:lnTo>
                  <a:pt x="14466" y="54697"/>
                </a:lnTo>
                <a:lnTo>
                  <a:pt x="14128" y="54800"/>
                </a:lnTo>
                <a:cubicBezTo>
                  <a:pt x="14157" y="54697"/>
                  <a:pt x="14187" y="54580"/>
                  <a:pt x="14201" y="54477"/>
                </a:cubicBezTo>
                <a:cubicBezTo>
                  <a:pt x="14304" y="54433"/>
                  <a:pt x="14422" y="54403"/>
                  <a:pt x="14510" y="54359"/>
                </a:cubicBezTo>
                <a:close/>
                <a:moveTo>
                  <a:pt x="27078" y="47737"/>
                </a:moveTo>
                <a:cubicBezTo>
                  <a:pt x="27122" y="47766"/>
                  <a:pt x="27122" y="47766"/>
                  <a:pt x="27122" y="47795"/>
                </a:cubicBezTo>
                <a:lnTo>
                  <a:pt x="27122" y="47810"/>
                </a:lnTo>
                <a:lnTo>
                  <a:pt x="27122" y="47854"/>
                </a:lnTo>
                <a:lnTo>
                  <a:pt x="27122" y="47869"/>
                </a:lnTo>
                <a:lnTo>
                  <a:pt x="27122" y="47898"/>
                </a:lnTo>
                <a:lnTo>
                  <a:pt x="27122" y="47928"/>
                </a:lnTo>
                <a:lnTo>
                  <a:pt x="27122" y="47943"/>
                </a:lnTo>
                <a:lnTo>
                  <a:pt x="27122" y="47957"/>
                </a:lnTo>
                <a:cubicBezTo>
                  <a:pt x="26828" y="49105"/>
                  <a:pt x="26210" y="50371"/>
                  <a:pt x="25180" y="51725"/>
                </a:cubicBezTo>
                <a:cubicBezTo>
                  <a:pt x="23620" y="53785"/>
                  <a:pt x="21192" y="54109"/>
                  <a:pt x="18410" y="54433"/>
                </a:cubicBezTo>
                <a:cubicBezTo>
                  <a:pt x="17586" y="54550"/>
                  <a:pt x="16718" y="54639"/>
                  <a:pt x="15864" y="54800"/>
                </a:cubicBezTo>
                <a:cubicBezTo>
                  <a:pt x="15864" y="54668"/>
                  <a:pt x="15864" y="54550"/>
                  <a:pt x="15835" y="54418"/>
                </a:cubicBezTo>
                <a:cubicBezTo>
                  <a:pt x="16777" y="54212"/>
                  <a:pt x="17719" y="54079"/>
                  <a:pt x="18602" y="53976"/>
                </a:cubicBezTo>
                <a:cubicBezTo>
                  <a:pt x="21324" y="53608"/>
                  <a:pt x="23694" y="53270"/>
                  <a:pt x="25239" y="51239"/>
                </a:cubicBezTo>
                <a:cubicBezTo>
                  <a:pt x="26195" y="49988"/>
                  <a:pt x="26769" y="48826"/>
                  <a:pt x="27078" y="47737"/>
                </a:cubicBezTo>
                <a:close/>
                <a:moveTo>
                  <a:pt x="13421" y="54447"/>
                </a:moveTo>
                <a:cubicBezTo>
                  <a:pt x="13392" y="54550"/>
                  <a:pt x="13377" y="54639"/>
                  <a:pt x="13333" y="54727"/>
                </a:cubicBezTo>
                <a:cubicBezTo>
                  <a:pt x="13245" y="54771"/>
                  <a:pt x="13157" y="54815"/>
                  <a:pt x="13054" y="54859"/>
                </a:cubicBezTo>
                <a:cubicBezTo>
                  <a:pt x="13098" y="54771"/>
                  <a:pt x="13142" y="54668"/>
                  <a:pt x="13157" y="54580"/>
                </a:cubicBezTo>
                <a:cubicBezTo>
                  <a:pt x="13245" y="54550"/>
                  <a:pt x="13333" y="54491"/>
                  <a:pt x="13421" y="54447"/>
                </a:cubicBezTo>
                <a:close/>
                <a:moveTo>
                  <a:pt x="12818" y="54506"/>
                </a:moveTo>
                <a:lnTo>
                  <a:pt x="12818" y="54506"/>
                </a:lnTo>
                <a:cubicBezTo>
                  <a:pt x="12789" y="54580"/>
                  <a:pt x="12744" y="54653"/>
                  <a:pt x="12730" y="54727"/>
                </a:cubicBezTo>
                <a:cubicBezTo>
                  <a:pt x="12656" y="54786"/>
                  <a:pt x="12568" y="54815"/>
                  <a:pt x="12494" y="54874"/>
                </a:cubicBezTo>
                <a:cubicBezTo>
                  <a:pt x="12524" y="54800"/>
                  <a:pt x="12568" y="54727"/>
                  <a:pt x="12597" y="54668"/>
                </a:cubicBezTo>
                <a:cubicBezTo>
                  <a:pt x="12656" y="54624"/>
                  <a:pt x="12744" y="54565"/>
                  <a:pt x="12818" y="54506"/>
                </a:cubicBezTo>
                <a:close/>
                <a:moveTo>
                  <a:pt x="15761" y="54447"/>
                </a:moveTo>
                <a:cubicBezTo>
                  <a:pt x="15791" y="54580"/>
                  <a:pt x="15791" y="54697"/>
                  <a:pt x="15791" y="54815"/>
                </a:cubicBezTo>
                <a:cubicBezTo>
                  <a:pt x="15658" y="54845"/>
                  <a:pt x="15526" y="54874"/>
                  <a:pt x="15393" y="54889"/>
                </a:cubicBezTo>
                <a:lnTo>
                  <a:pt x="15393" y="54521"/>
                </a:lnTo>
                <a:cubicBezTo>
                  <a:pt x="15526" y="54491"/>
                  <a:pt x="15644" y="54462"/>
                  <a:pt x="15761" y="54447"/>
                </a:cubicBezTo>
                <a:close/>
                <a:moveTo>
                  <a:pt x="12009" y="54800"/>
                </a:moveTo>
                <a:lnTo>
                  <a:pt x="12009" y="54800"/>
                </a:lnTo>
                <a:cubicBezTo>
                  <a:pt x="11994" y="54815"/>
                  <a:pt x="11994" y="54845"/>
                  <a:pt x="11979" y="54859"/>
                </a:cubicBezTo>
                <a:cubicBezTo>
                  <a:pt x="11935" y="54874"/>
                  <a:pt x="11906" y="54918"/>
                  <a:pt x="11891" y="54933"/>
                </a:cubicBezTo>
                <a:lnTo>
                  <a:pt x="11891" y="54933"/>
                </a:lnTo>
                <a:cubicBezTo>
                  <a:pt x="11906" y="54918"/>
                  <a:pt x="11920" y="54889"/>
                  <a:pt x="11920" y="54874"/>
                </a:cubicBezTo>
                <a:cubicBezTo>
                  <a:pt x="11965" y="54859"/>
                  <a:pt x="11979" y="54815"/>
                  <a:pt x="12009" y="54800"/>
                </a:cubicBezTo>
                <a:close/>
                <a:moveTo>
                  <a:pt x="14113" y="54506"/>
                </a:moveTo>
                <a:lnTo>
                  <a:pt x="14113" y="54506"/>
                </a:lnTo>
                <a:cubicBezTo>
                  <a:pt x="14098" y="54624"/>
                  <a:pt x="14069" y="54727"/>
                  <a:pt x="14054" y="54815"/>
                </a:cubicBezTo>
                <a:lnTo>
                  <a:pt x="13730" y="54933"/>
                </a:lnTo>
                <a:cubicBezTo>
                  <a:pt x="13745" y="54815"/>
                  <a:pt x="13775" y="54727"/>
                  <a:pt x="13789" y="54624"/>
                </a:cubicBezTo>
                <a:cubicBezTo>
                  <a:pt x="13907" y="54580"/>
                  <a:pt x="13995" y="54550"/>
                  <a:pt x="14113" y="54506"/>
                </a:cubicBezTo>
                <a:close/>
                <a:moveTo>
                  <a:pt x="15320" y="54550"/>
                </a:moveTo>
                <a:lnTo>
                  <a:pt x="15320" y="54918"/>
                </a:lnTo>
                <a:cubicBezTo>
                  <a:pt x="15202" y="54933"/>
                  <a:pt x="15084" y="54962"/>
                  <a:pt x="14952" y="54992"/>
                </a:cubicBezTo>
                <a:cubicBezTo>
                  <a:pt x="14952" y="54874"/>
                  <a:pt x="14981" y="54771"/>
                  <a:pt x="14981" y="54639"/>
                </a:cubicBezTo>
                <a:cubicBezTo>
                  <a:pt x="15084" y="54594"/>
                  <a:pt x="15217" y="54580"/>
                  <a:pt x="15320" y="54550"/>
                </a:cubicBezTo>
                <a:close/>
                <a:moveTo>
                  <a:pt x="12215" y="54742"/>
                </a:moveTo>
                <a:cubicBezTo>
                  <a:pt x="12200" y="54800"/>
                  <a:pt x="12185" y="54845"/>
                  <a:pt x="12141" y="54889"/>
                </a:cubicBezTo>
                <a:cubicBezTo>
                  <a:pt x="12097" y="54918"/>
                  <a:pt x="12082" y="54933"/>
                  <a:pt x="12053" y="54948"/>
                </a:cubicBezTo>
                <a:cubicBezTo>
                  <a:pt x="12009" y="54962"/>
                  <a:pt x="11979" y="55006"/>
                  <a:pt x="11935" y="55021"/>
                </a:cubicBezTo>
                <a:cubicBezTo>
                  <a:pt x="11950" y="54992"/>
                  <a:pt x="11994" y="54948"/>
                  <a:pt x="12038" y="54889"/>
                </a:cubicBezTo>
                <a:cubicBezTo>
                  <a:pt x="12082" y="54845"/>
                  <a:pt x="12141" y="54800"/>
                  <a:pt x="12215" y="54742"/>
                </a:cubicBezTo>
                <a:close/>
                <a:moveTo>
                  <a:pt x="13039" y="54639"/>
                </a:moveTo>
                <a:lnTo>
                  <a:pt x="13039" y="54639"/>
                </a:lnTo>
                <a:cubicBezTo>
                  <a:pt x="13024" y="54727"/>
                  <a:pt x="12995" y="54815"/>
                  <a:pt x="12951" y="54918"/>
                </a:cubicBezTo>
                <a:cubicBezTo>
                  <a:pt x="12862" y="54948"/>
                  <a:pt x="12774" y="55006"/>
                  <a:pt x="12671" y="55036"/>
                </a:cubicBezTo>
                <a:cubicBezTo>
                  <a:pt x="12715" y="54948"/>
                  <a:pt x="12744" y="54874"/>
                  <a:pt x="12789" y="54786"/>
                </a:cubicBezTo>
                <a:cubicBezTo>
                  <a:pt x="12877" y="54727"/>
                  <a:pt x="12965" y="54697"/>
                  <a:pt x="13039" y="54639"/>
                </a:cubicBezTo>
                <a:close/>
                <a:moveTo>
                  <a:pt x="13701" y="54653"/>
                </a:moveTo>
                <a:lnTo>
                  <a:pt x="13701" y="54653"/>
                </a:lnTo>
                <a:cubicBezTo>
                  <a:pt x="13686" y="54771"/>
                  <a:pt x="13657" y="54859"/>
                  <a:pt x="13627" y="54962"/>
                </a:cubicBezTo>
                <a:cubicBezTo>
                  <a:pt x="13524" y="55006"/>
                  <a:pt x="13421" y="55036"/>
                  <a:pt x="13318" y="55080"/>
                </a:cubicBezTo>
                <a:cubicBezTo>
                  <a:pt x="13363" y="54992"/>
                  <a:pt x="13377" y="54874"/>
                  <a:pt x="13407" y="54786"/>
                </a:cubicBezTo>
                <a:cubicBezTo>
                  <a:pt x="13510" y="54742"/>
                  <a:pt x="13613" y="54697"/>
                  <a:pt x="13701" y="54653"/>
                </a:cubicBezTo>
                <a:close/>
                <a:moveTo>
                  <a:pt x="12435" y="54771"/>
                </a:moveTo>
                <a:lnTo>
                  <a:pt x="12435" y="54771"/>
                </a:lnTo>
                <a:cubicBezTo>
                  <a:pt x="12421" y="54845"/>
                  <a:pt x="12377" y="54889"/>
                  <a:pt x="12347" y="54948"/>
                </a:cubicBezTo>
                <a:cubicBezTo>
                  <a:pt x="12274" y="55006"/>
                  <a:pt x="12185" y="55065"/>
                  <a:pt x="12112" y="55095"/>
                </a:cubicBezTo>
                <a:cubicBezTo>
                  <a:pt x="12141" y="55036"/>
                  <a:pt x="12156" y="54992"/>
                  <a:pt x="12200" y="54933"/>
                </a:cubicBezTo>
                <a:cubicBezTo>
                  <a:pt x="12274" y="54874"/>
                  <a:pt x="12362" y="54815"/>
                  <a:pt x="12435" y="54771"/>
                </a:cubicBezTo>
                <a:close/>
                <a:moveTo>
                  <a:pt x="14908" y="54653"/>
                </a:moveTo>
                <a:cubicBezTo>
                  <a:pt x="14908" y="54771"/>
                  <a:pt x="14878" y="54889"/>
                  <a:pt x="14878" y="55006"/>
                </a:cubicBezTo>
                <a:cubicBezTo>
                  <a:pt x="14761" y="55036"/>
                  <a:pt x="14643" y="55065"/>
                  <a:pt x="14510" y="55095"/>
                </a:cubicBezTo>
                <a:cubicBezTo>
                  <a:pt x="14510" y="54992"/>
                  <a:pt x="14525" y="54874"/>
                  <a:pt x="14555" y="54742"/>
                </a:cubicBezTo>
                <a:cubicBezTo>
                  <a:pt x="14658" y="54712"/>
                  <a:pt x="14790" y="54668"/>
                  <a:pt x="14908" y="54653"/>
                </a:cubicBezTo>
                <a:close/>
                <a:moveTo>
                  <a:pt x="14452" y="54786"/>
                </a:moveTo>
                <a:lnTo>
                  <a:pt x="14452" y="54786"/>
                </a:lnTo>
                <a:cubicBezTo>
                  <a:pt x="14437" y="54889"/>
                  <a:pt x="14437" y="55021"/>
                  <a:pt x="14422" y="55139"/>
                </a:cubicBezTo>
                <a:cubicBezTo>
                  <a:pt x="14304" y="55168"/>
                  <a:pt x="14187" y="55183"/>
                  <a:pt x="14069" y="55227"/>
                </a:cubicBezTo>
                <a:cubicBezTo>
                  <a:pt x="14098" y="55139"/>
                  <a:pt x="14098" y="55065"/>
                  <a:pt x="14113" y="54962"/>
                </a:cubicBezTo>
                <a:cubicBezTo>
                  <a:pt x="14113" y="54948"/>
                  <a:pt x="14113" y="54918"/>
                  <a:pt x="14128" y="54889"/>
                </a:cubicBezTo>
                <a:lnTo>
                  <a:pt x="14452" y="54786"/>
                </a:lnTo>
                <a:close/>
                <a:moveTo>
                  <a:pt x="12671" y="54859"/>
                </a:moveTo>
                <a:lnTo>
                  <a:pt x="12671" y="54859"/>
                </a:lnTo>
                <a:cubicBezTo>
                  <a:pt x="12641" y="54933"/>
                  <a:pt x="12597" y="55021"/>
                  <a:pt x="12583" y="55095"/>
                </a:cubicBezTo>
                <a:cubicBezTo>
                  <a:pt x="12494" y="55154"/>
                  <a:pt x="12406" y="55183"/>
                  <a:pt x="12303" y="55242"/>
                </a:cubicBezTo>
                <a:cubicBezTo>
                  <a:pt x="12347" y="55168"/>
                  <a:pt x="12377" y="55095"/>
                  <a:pt x="12421" y="55006"/>
                </a:cubicBezTo>
                <a:cubicBezTo>
                  <a:pt x="12494" y="54962"/>
                  <a:pt x="12583" y="54918"/>
                  <a:pt x="12671" y="54859"/>
                </a:cubicBezTo>
                <a:close/>
                <a:moveTo>
                  <a:pt x="13318" y="54845"/>
                </a:moveTo>
                <a:lnTo>
                  <a:pt x="13318" y="54845"/>
                </a:lnTo>
                <a:cubicBezTo>
                  <a:pt x="13289" y="54933"/>
                  <a:pt x="13260" y="55036"/>
                  <a:pt x="13245" y="55139"/>
                </a:cubicBezTo>
                <a:cubicBezTo>
                  <a:pt x="13142" y="55168"/>
                  <a:pt x="13039" y="55227"/>
                  <a:pt x="12936" y="55257"/>
                </a:cubicBezTo>
                <a:cubicBezTo>
                  <a:pt x="12951" y="55154"/>
                  <a:pt x="12995" y="55065"/>
                  <a:pt x="13024" y="54962"/>
                </a:cubicBezTo>
                <a:cubicBezTo>
                  <a:pt x="13112" y="54918"/>
                  <a:pt x="13230" y="54874"/>
                  <a:pt x="13318" y="54845"/>
                </a:cubicBezTo>
                <a:close/>
                <a:moveTo>
                  <a:pt x="11832" y="55065"/>
                </a:moveTo>
                <a:lnTo>
                  <a:pt x="11832" y="55065"/>
                </a:lnTo>
                <a:cubicBezTo>
                  <a:pt x="11817" y="55095"/>
                  <a:pt x="11788" y="55139"/>
                  <a:pt x="11758" y="55168"/>
                </a:cubicBezTo>
                <a:cubicBezTo>
                  <a:pt x="11714" y="55183"/>
                  <a:pt x="11700" y="55227"/>
                  <a:pt x="11655" y="55242"/>
                </a:cubicBezTo>
                <a:cubicBezTo>
                  <a:pt x="11641" y="55257"/>
                  <a:pt x="11611" y="55286"/>
                  <a:pt x="11582" y="55301"/>
                </a:cubicBezTo>
                <a:cubicBezTo>
                  <a:pt x="11626" y="55257"/>
                  <a:pt x="11670" y="55227"/>
                  <a:pt x="11685" y="55183"/>
                </a:cubicBezTo>
                <a:cubicBezTo>
                  <a:pt x="11729" y="55154"/>
                  <a:pt x="11788" y="55095"/>
                  <a:pt x="11832" y="55065"/>
                </a:cubicBezTo>
                <a:close/>
                <a:moveTo>
                  <a:pt x="14040" y="54903"/>
                </a:moveTo>
                <a:lnTo>
                  <a:pt x="14040" y="54948"/>
                </a:lnTo>
                <a:cubicBezTo>
                  <a:pt x="14025" y="55036"/>
                  <a:pt x="14025" y="55154"/>
                  <a:pt x="13995" y="55242"/>
                </a:cubicBezTo>
                <a:cubicBezTo>
                  <a:pt x="13892" y="55271"/>
                  <a:pt x="13775" y="55316"/>
                  <a:pt x="13657" y="55360"/>
                </a:cubicBezTo>
                <a:cubicBezTo>
                  <a:pt x="13657" y="55316"/>
                  <a:pt x="13672" y="55257"/>
                  <a:pt x="13672" y="55227"/>
                </a:cubicBezTo>
                <a:cubicBezTo>
                  <a:pt x="13686" y="55154"/>
                  <a:pt x="13686" y="55095"/>
                  <a:pt x="13701" y="55021"/>
                </a:cubicBezTo>
                <a:lnTo>
                  <a:pt x="14040" y="54903"/>
                </a:lnTo>
                <a:close/>
                <a:moveTo>
                  <a:pt x="12053" y="55065"/>
                </a:moveTo>
                <a:cubicBezTo>
                  <a:pt x="12009" y="55109"/>
                  <a:pt x="11994" y="55168"/>
                  <a:pt x="11950" y="55213"/>
                </a:cubicBezTo>
                <a:lnTo>
                  <a:pt x="11729" y="55374"/>
                </a:lnTo>
                <a:cubicBezTo>
                  <a:pt x="11773" y="55316"/>
                  <a:pt x="11788" y="55286"/>
                  <a:pt x="11832" y="55227"/>
                </a:cubicBezTo>
                <a:lnTo>
                  <a:pt x="12053" y="55065"/>
                </a:lnTo>
                <a:close/>
                <a:moveTo>
                  <a:pt x="12921" y="55006"/>
                </a:moveTo>
                <a:lnTo>
                  <a:pt x="12921" y="55006"/>
                </a:lnTo>
                <a:cubicBezTo>
                  <a:pt x="12877" y="55095"/>
                  <a:pt x="12862" y="55183"/>
                  <a:pt x="12818" y="55286"/>
                </a:cubicBezTo>
                <a:cubicBezTo>
                  <a:pt x="12730" y="55316"/>
                  <a:pt x="12627" y="55374"/>
                  <a:pt x="12524" y="55404"/>
                </a:cubicBezTo>
                <a:cubicBezTo>
                  <a:pt x="12568" y="55330"/>
                  <a:pt x="12597" y="55242"/>
                  <a:pt x="12641" y="55154"/>
                </a:cubicBezTo>
                <a:cubicBezTo>
                  <a:pt x="12730" y="55095"/>
                  <a:pt x="12818" y="55065"/>
                  <a:pt x="12921" y="55006"/>
                </a:cubicBezTo>
                <a:close/>
                <a:moveTo>
                  <a:pt x="12288" y="55095"/>
                </a:moveTo>
                <a:lnTo>
                  <a:pt x="12288" y="55095"/>
                </a:lnTo>
                <a:cubicBezTo>
                  <a:pt x="12259" y="55168"/>
                  <a:pt x="12215" y="55242"/>
                  <a:pt x="12200" y="55316"/>
                </a:cubicBezTo>
                <a:cubicBezTo>
                  <a:pt x="12112" y="55374"/>
                  <a:pt x="12009" y="55433"/>
                  <a:pt x="11935" y="55477"/>
                </a:cubicBezTo>
                <a:cubicBezTo>
                  <a:pt x="11979" y="55404"/>
                  <a:pt x="12009" y="55360"/>
                  <a:pt x="12053" y="55271"/>
                </a:cubicBezTo>
                <a:cubicBezTo>
                  <a:pt x="12112" y="55213"/>
                  <a:pt x="12200" y="55154"/>
                  <a:pt x="12288" y="55095"/>
                </a:cubicBezTo>
                <a:close/>
                <a:moveTo>
                  <a:pt x="13613" y="55065"/>
                </a:moveTo>
                <a:lnTo>
                  <a:pt x="13613" y="55065"/>
                </a:lnTo>
                <a:cubicBezTo>
                  <a:pt x="13598" y="55109"/>
                  <a:pt x="13598" y="55154"/>
                  <a:pt x="13583" y="55213"/>
                </a:cubicBezTo>
                <a:cubicBezTo>
                  <a:pt x="13554" y="55257"/>
                  <a:pt x="13554" y="55316"/>
                  <a:pt x="13554" y="55374"/>
                </a:cubicBezTo>
                <a:lnTo>
                  <a:pt x="13230" y="55477"/>
                </a:lnTo>
                <a:cubicBezTo>
                  <a:pt x="13245" y="55389"/>
                  <a:pt x="13260" y="55286"/>
                  <a:pt x="13304" y="55183"/>
                </a:cubicBezTo>
                <a:cubicBezTo>
                  <a:pt x="13407" y="55154"/>
                  <a:pt x="13524" y="55109"/>
                  <a:pt x="13613" y="55065"/>
                </a:cubicBezTo>
                <a:close/>
                <a:moveTo>
                  <a:pt x="11420" y="55404"/>
                </a:moveTo>
                <a:lnTo>
                  <a:pt x="11420" y="55404"/>
                </a:lnTo>
                <a:cubicBezTo>
                  <a:pt x="11405" y="55433"/>
                  <a:pt x="11391" y="55463"/>
                  <a:pt x="11376" y="55477"/>
                </a:cubicBezTo>
                <a:cubicBezTo>
                  <a:pt x="11332" y="55507"/>
                  <a:pt x="11302" y="55536"/>
                  <a:pt x="11258" y="55551"/>
                </a:cubicBezTo>
                <a:cubicBezTo>
                  <a:pt x="11317" y="55522"/>
                  <a:pt x="11317" y="55507"/>
                  <a:pt x="11332" y="55477"/>
                </a:cubicBezTo>
                <a:cubicBezTo>
                  <a:pt x="11376" y="55463"/>
                  <a:pt x="11405" y="55433"/>
                  <a:pt x="11420" y="55404"/>
                </a:cubicBezTo>
                <a:close/>
                <a:moveTo>
                  <a:pt x="12524" y="55227"/>
                </a:moveTo>
                <a:lnTo>
                  <a:pt x="12524" y="55227"/>
                </a:lnTo>
                <a:cubicBezTo>
                  <a:pt x="12494" y="55316"/>
                  <a:pt x="12465" y="55389"/>
                  <a:pt x="12435" y="55477"/>
                </a:cubicBezTo>
                <a:cubicBezTo>
                  <a:pt x="12318" y="55522"/>
                  <a:pt x="12229" y="55580"/>
                  <a:pt x="12141" y="55625"/>
                </a:cubicBezTo>
                <a:cubicBezTo>
                  <a:pt x="12185" y="55536"/>
                  <a:pt x="12215" y="55463"/>
                  <a:pt x="12244" y="55374"/>
                </a:cubicBezTo>
                <a:cubicBezTo>
                  <a:pt x="12347" y="55316"/>
                  <a:pt x="12435" y="55257"/>
                  <a:pt x="12524" y="55227"/>
                </a:cubicBezTo>
                <a:close/>
                <a:moveTo>
                  <a:pt x="11641" y="55374"/>
                </a:moveTo>
                <a:lnTo>
                  <a:pt x="11641" y="55374"/>
                </a:lnTo>
                <a:cubicBezTo>
                  <a:pt x="11626" y="55404"/>
                  <a:pt x="11582" y="55463"/>
                  <a:pt x="11567" y="55507"/>
                </a:cubicBezTo>
                <a:cubicBezTo>
                  <a:pt x="11494" y="55551"/>
                  <a:pt x="11420" y="55610"/>
                  <a:pt x="11346" y="55654"/>
                </a:cubicBezTo>
                <a:cubicBezTo>
                  <a:pt x="11391" y="55610"/>
                  <a:pt x="11405" y="55551"/>
                  <a:pt x="11449" y="55522"/>
                </a:cubicBezTo>
                <a:cubicBezTo>
                  <a:pt x="11523" y="55463"/>
                  <a:pt x="11567" y="55404"/>
                  <a:pt x="11641" y="55374"/>
                </a:cubicBezTo>
                <a:close/>
                <a:moveTo>
                  <a:pt x="13215" y="55227"/>
                </a:moveTo>
                <a:lnTo>
                  <a:pt x="13215" y="55227"/>
                </a:lnTo>
                <a:cubicBezTo>
                  <a:pt x="13186" y="55301"/>
                  <a:pt x="13171" y="55389"/>
                  <a:pt x="13157" y="55463"/>
                </a:cubicBezTo>
                <a:cubicBezTo>
                  <a:pt x="13157" y="55477"/>
                  <a:pt x="13157" y="55507"/>
                  <a:pt x="13142" y="55522"/>
                </a:cubicBezTo>
                <a:cubicBezTo>
                  <a:pt x="13024" y="55551"/>
                  <a:pt x="12921" y="55595"/>
                  <a:pt x="12803" y="55654"/>
                </a:cubicBezTo>
                <a:cubicBezTo>
                  <a:pt x="12847" y="55551"/>
                  <a:pt x="12862" y="55448"/>
                  <a:pt x="12892" y="55360"/>
                </a:cubicBezTo>
                <a:cubicBezTo>
                  <a:pt x="13009" y="55316"/>
                  <a:pt x="13098" y="55257"/>
                  <a:pt x="13215" y="55227"/>
                </a:cubicBezTo>
                <a:close/>
                <a:moveTo>
                  <a:pt x="11876" y="55374"/>
                </a:moveTo>
                <a:lnTo>
                  <a:pt x="11876" y="55374"/>
                </a:lnTo>
                <a:cubicBezTo>
                  <a:pt x="11847" y="55433"/>
                  <a:pt x="11832" y="55507"/>
                  <a:pt x="11788" y="55551"/>
                </a:cubicBezTo>
                <a:cubicBezTo>
                  <a:pt x="11700" y="55610"/>
                  <a:pt x="11626" y="55669"/>
                  <a:pt x="11538" y="55728"/>
                </a:cubicBezTo>
                <a:cubicBezTo>
                  <a:pt x="11567" y="55669"/>
                  <a:pt x="11582" y="55610"/>
                  <a:pt x="11626" y="55551"/>
                </a:cubicBezTo>
                <a:cubicBezTo>
                  <a:pt x="11641" y="55536"/>
                  <a:pt x="11670" y="55522"/>
                  <a:pt x="11685" y="55522"/>
                </a:cubicBezTo>
                <a:cubicBezTo>
                  <a:pt x="11758" y="55463"/>
                  <a:pt x="11817" y="55433"/>
                  <a:pt x="11876" y="55374"/>
                </a:cubicBezTo>
                <a:close/>
                <a:moveTo>
                  <a:pt x="12803" y="55389"/>
                </a:moveTo>
                <a:lnTo>
                  <a:pt x="12803" y="55389"/>
                </a:lnTo>
                <a:cubicBezTo>
                  <a:pt x="12774" y="55477"/>
                  <a:pt x="12744" y="55595"/>
                  <a:pt x="12730" y="55683"/>
                </a:cubicBezTo>
                <a:cubicBezTo>
                  <a:pt x="12627" y="55728"/>
                  <a:pt x="12509" y="55772"/>
                  <a:pt x="12406" y="55816"/>
                </a:cubicBezTo>
                <a:cubicBezTo>
                  <a:pt x="12435" y="55728"/>
                  <a:pt x="12450" y="55625"/>
                  <a:pt x="12494" y="55536"/>
                </a:cubicBezTo>
                <a:cubicBezTo>
                  <a:pt x="12597" y="55477"/>
                  <a:pt x="12686" y="55448"/>
                  <a:pt x="12803" y="55389"/>
                </a:cubicBezTo>
                <a:close/>
                <a:moveTo>
                  <a:pt x="12126" y="55448"/>
                </a:moveTo>
                <a:cubicBezTo>
                  <a:pt x="12082" y="55522"/>
                  <a:pt x="12053" y="55610"/>
                  <a:pt x="12038" y="55683"/>
                </a:cubicBezTo>
                <a:cubicBezTo>
                  <a:pt x="11935" y="55728"/>
                  <a:pt x="11847" y="55772"/>
                  <a:pt x="11744" y="55831"/>
                </a:cubicBezTo>
                <a:lnTo>
                  <a:pt x="11847" y="55610"/>
                </a:lnTo>
                <a:lnTo>
                  <a:pt x="12126" y="55448"/>
                </a:lnTo>
                <a:close/>
                <a:moveTo>
                  <a:pt x="11258" y="55669"/>
                </a:moveTo>
                <a:cubicBezTo>
                  <a:pt x="11243" y="55698"/>
                  <a:pt x="11199" y="55742"/>
                  <a:pt x="11185" y="55772"/>
                </a:cubicBezTo>
                <a:cubicBezTo>
                  <a:pt x="11126" y="55816"/>
                  <a:pt x="11082" y="55875"/>
                  <a:pt x="11023" y="55904"/>
                </a:cubicBezTo>
                <a:cubicBezTo>
                  <a:pt x="11037" y="55875"/>
                  <a:pt x="11052" y="55831"/>
                  <a:pt x="11096" y="55801"/>
                </a:cubicBezTo>
                <a:cubicBezTo>
                  <a:pt x="11155" y="55757"/>
                  <a:pt x="11199" y="55728"/>
                  <a:pt x="11258" y="55669"/>
                </a:cubicBezTo>
                <a:close/>
                <a:moveTo>
                  <a:pt x="11479" y="55669"/>
                </a:moveTo>
                <a:lnTo>
                  <a:pt x="11479" y="55669"/>
                </a:lnTo>
                <a:cubicBezTo>
                  <a:pt x="11449" y="55728"/>
                  <a:pt x="11420" y="55772"/>
                  <a:pt x="11391" y="55816"/>
                </a:cubicBezTo>
                <a:cubicBezTo>
                  <a:pt x="11332" y="55845"/>
                  <a:pt x="11273" y="55889"/>
                  <a:pt x="11214" y="55948"/>
                </a:cubicBezTo>
                <a:cubicBezTo>
                  <a:pt x="11199" y="55963"/>
                  <a:pt x="11170" y="55978"/>
                  <a:pt x="11140" y="55992"/>
                </a:cubicBezTo>
                <a:cubicBezTo>
                  <a:pt x="11185" y="55948"/>
                  <a:pt x="11199" y="55889"/>
                  <a:pt x="11243" y="55845"/>
                </a:cubicBezTo>
                <a:cubicBezTo>
                  <a:pt x="11317" y="55801"/>
                  <a:pt x="11391" y="55728"/>
                  <a:pt x="11479" y="55669"/>
                </a:cubicBezTo>
                <a:close/>
                <a:moveTo>
                  <a:pt x="12377" y="55595"/>
                </a:moveTo>
                <a:lnTo>
                  <a:pt x="12377" y="55595"/>
                </a:lnTo>
                <a:cubicBezTo>
                  <a:pt x="12347" y="55683"/>
                  <a:pt x="12318" y="55772"/>
                  <a:pt x="12288" y="55875"/>
                </a:cubicBezTo>
                <a:cubicBezTo>
                  <a:pt x="12185" y="55919"/>
                  <a:pt x="12082" y="55963"/>
                  <a:pt x="11979" y="56022"/>
                </a:cubicBezTo>
                <a:cubicBezTo>
                  <a:pt x="12038" y="55904"/>
                  <a:pt x="12068" y="55831"/>
                  <a:pt x="12082" y="55742"/>
                </a:cubicBezTo>
                <a:cubicBezTo>
                  <a:pt x="12185" y="55683"/>
                  <a:pt x="12288" y="55625"/>
                  <a:pt x="12377" y="55595"/>
                </a:cubicBezTo>
                <a:close/>
                <a:moveTo>
                  <a:pt x="11714" y="55683"/>
                </a:moveTo>
                <a:lnTo>
                  <a:pt x="11714" y="55683"/>
                </a:lnTo>
                <a:cubicBezTo>
                  <a:pt x="11685" y="55757"/>
                  <a:pt x="11641" y="55831"/>
                  <a:pt x="11626" y="55904"/>
                </a:cubicBezTo>
                <a:lnTo>
                  <a:pt x="11346" y="56066"/>
                </a:lnTo>
                <a:cubicBezTo>
                  <a:pt x="11391" y="55992"/>
                  <a:pt x="11420" y="55934"/>
                  <a:pt x="11449" y="55860"/>
                </a:cubicBezTo>
                <a:cubicBezTo>
                  <a:pt x="11538" y="55816"/>
                  <a:pt x="11626" y="55757"/>
                  <a:pt x="11714" y="55683"/>
                </a:cubicBezTo>
                <a:close/>
                <a:moveTo>
                  <a:pt x="10861" y="55963"/>
                </a:moveTo>
                <a:cubicBezTo>
                  <a:pt x="10831" y="55992"/>
                  <a:pt x="10817" y="56022"/>
                  <a:pt x="10802" y="56051"/>
                </a:cubicBezTo>
                <a:cubicBezTo>
                  <a:pt x="10758" y="56095"/>
                  <a:pt x="10714" y="56125"/>
                  <a:pt x="10669" y="56140"/>
                </a:cubicBezTo>
                <a:cubicBezTo>
                  <a:pt x="10684" y="56125"/>
                  <a:pt x="10714" y="56110"/>
                  <a:pt x="10728" y="56066"/>
                </a:cubicBezTo>
                <a:cubicBezTo>
                  <a:pt x="10758" y="56037"/>
                  <a:pt x="10817" y="55992"/>
                  <a:pt x="10861" y="55963"/>
                </a:cubicBezTo>
                <a:close/>
                <a:moveTo>
                  <a:pt x="11994" y="55801"/>
                </a:moveTo>
                <a:cubicBezTo>
                  <a:pt x="11950" y="55889"/>
                  <a:pt x="11935" y="55963"/>
                  <a:pt x="11906" y="56051"/>
                </a:cubicBezTo>
                <a:cubicBezTo>
                  <a:pt x="11788" y="56110"/>
                  <a:pt x="11700" y="56169"/>
                  <a:pt x="11582" y="56199"/>
                </a:cubicBezTo>
                <a:cubicBezTo>
                  <a:pt x="11626" y="56125"/>
                  <a:pt x="11670" y="56037"/>
                  <a:pt x="11700" y="55963"/>
                </a:cubicBezTo>
                <a:cubicBezTo>
                  <a:pt x="11788" y="55904"/>
                  <a:pt x="11891" y="55845"/>
                  <a:pt x="11994" y="55801"/>
                </a:cubicBezTo>
                <a:close/>
                <a:moveTo>
                  <a:pt x="11052" y="55978"/>
                </a:moveTo>
                <a:cubicBezTo>
                  <a:pt x="11023" y="56037"/>
                  <a:pt x="10993" y="56066"/>
                  <a:pt x="10964" y="56125"/>
                </a:cubicBezTo>
                <a:cubicBezTo>
                  <a:pt x="10890" y="56184"/>
                  <a:pt x="10817" y="56213"/>
                  <a:pt x="10743" y="56272"/>
                </a:cubicBezTo>
                <a:cubicBezTo>
                  <a:pt x="10787" y="56213"/>
                  <a:pt x="10817" y="56169"/>
                  <a:pt x="10846" y="56125"/>
                </a:cubicBezTo>
                <a:cubicBezTo>
                  <a:pt x="10934" y="56066"/>
                  <a:pt x="10993" y="56037"/>
                  <a:pt x="11052" y="55978"/>
                </a:cubicBezTo>
                <a:close/>
                <a:moveTo>
                  <a:pt x="11309" y="55989"/>
                </a:moveTo>
                <a:cubicBezTo>
                  <a:pt x="11271" y="56044"/>
                  <a:pt x="11255" y="56100"/>
                  <a:pt x="11214" y="56169"/>
                </a:cubicBezTo>
                <a:cubicBezTo>
                  <a:pt x="11126" y="56213"/>
                  <a:pt x="11037" y="56287"/>
                  <a:pt x="10949" y="56346"/>
                </a:cubicBezTo>
                <a:cubicBezTo>
                  <a:pt x="10964" y="56287"/>
                  <a:pt x="11008" y="56243"/>
                  <a:pt x="11037" y="56184"/>
                </a:cubicBezTo>
                <a:cubicBezTo>
                  <a:pt x="11111" y="56125"/>
                  <a:pt x="11199" y="56066"/>
                  <a:pt x="11273" y="56022"/>
                </a:cubicBezTo>
                <a:cubicBezTo>
                  <a:pt x="11283" y="56002"/>
                  <a:pt x="11299" y="55996"/>
                  <a:pt x="11309" y="55989"/>
                </a:cubicBezTo>
                <a:close/>
                <a:moveTo>
                  <a:pt x="10449" y="56316"/>
                </a:moveTo>
                <a:cubicBezTo>
                  <a:pt x="10449" y="56331"/>
                  <a:pt x="10434" y="56331"/>
                  <a:pt x="10434" y="56346"/>
                </a:cubicBezTo>
                <a:cubicBezTo>
                  <a:pt x="10419" y="56360"/>
                  <a:pt x="10390" y="56360"/>
                  <a:pt x="10375" y="56390"/>
                </a:cubicBezTo>
                <a:cubicBezTo>
                  <a:pt x="10375" y="56360"/>
                  <a:pt x="10375" y="56360"/>
                  <a:pt x="10390" y="56346"/>
                </a:cubicBezTo>
                <a:cubicBezTo>
                  <a:pt x="10405" y="56331"/>
                  <a:pt x="10434" y="56331"/>
                  <a:pt x="10449" y="56316"/>
                </a:cubicBezTo>
                <a:close/>
                <a:moveTo>
                  <a:pt x="11567" y="56037"/>
                </a:moveTo>
                <a:cubicBezTo>
                  <a:pt x="11538" y="56110"/>
                  <a:pt x="11494" y="56199"/>
                  <a:pt x="11479" y="56272"/>
                </a:cubicBezTo>
                <a:cubicBezTo>
                  <a:pt x="11376" y="56331"/>
                  <a:pt x="11273" y="56390"/>
                  <a:pt x="11170" y="56434"/>
                </a:cubicBezTo>
                <a:lnTo>
                  <a:pt x="11273" y="56213"/>
                </a:lnTo>
                <a:cubicBezTo>
                  <a:pt x="11376" y="56140"/>
                  <a:pt x="11479" y="56095"/>
                  <a:pt x="11567" y="56037"/>
                </a:cubicBezTo>
                <a:close/>
                <a:moveTo>
                  <a:pt x="10655" y="56272"/>
                </a:moveTo>
                <a:cubicBezTo>
                  <a:pt x="10611" y="56316"/>
                  <a:pt x="10596" y="56360"/>
                  <a:pt x="10566" y="56405"/>
                </a:cubicBezTo>
                <a:cubicBezTo>
                  <a:pt x="10478" y="56434"/>
                  <a:pt x="10434" y="56493"/>
                  <a:pt x="10360" y="56537"/>
                </a:cubicBezTo>
                <a:cubicBezTo>
                  <a:pt x="10390" y="56493"/>
                  <a:pt x="10434" y="56434"/>
                  <a:pt x="10463" y="56405"/>
                </a:cubicBezTo>
                <a:cubicBezTo>
                  <a:pt x="10522" y="56360"/>
                  <a:pt x="10596" y="56316"/>
                  <a:pt x="10655" y="56272"/>
                </a:cubicBezTo>
                <a:close/>
                <a:moveTo>
                  <a:pt x="10875" y="56287"/>
                </a:moveTo>
                <a:cubicBezTo>
                  <a:pt x="10831" y="56346"/>
                  <a:pt x="10817" y="56405"/>
                  <a:pt x="10787" y="56463"/>
                </a:cubicBezTo>
                <a:cubicBezTo>
                  <a:pt x="10684" y="56508"/>
                  <a:pt x="10596" y="56581"/>
                  <a:pt x="10508" y="56640"/>
                </a:cubicBezTo>
                <a:lnTo>
                  <a:pt x="10611" y="56478"/>
                </a:lnTo>
                <a:cubicBezTo>
                  <a:pt x="10714" y="56405"/>
                  <a:pt x="10802" y="56346"/>
                  <a:pt x="10875" y="56287"/>
                </a:cubicBezTo>
                <a:close/>
                <a:moveTo>
                  <a:pt x="11155" y="56287"/>
                </a:moveTo>
                <a:lnTo>
                  <a:pt x="11155" y="56287"/>
                </a:lnTo>
                <a:cubicBezTo>
                  <a:pt x="11111" y="56360"/>
                  <a:pt x="11096" y="56419"/>
                  <a:pt x="11052" y="56493"/>
                </a:cubicBezTo>
                <a:cubicBezTo>
                  <a:pt x="10949" y="56552"/>
                  <a:pt x="10861" y="56625"/>
                  <a:pt x="10743" y="56684"/>
                </a:cubicBezTo>
                <a:cubicBezTo>
                  <a:pt x="10787" y="56625"/>
                  <a:pt x="10802" y="56552"/>
                  <a:pt x="10831" y="56493"/>
                </a:cubicBezTo>
                <a:cubicBezTo>
                  <a:pt x="10949" y="56434"/>
                  <a:pt x="11052" y="56360"/>
                  <a:pt x="11155" y="56287"/>
                </a:cubicBezTo>
                <a:close/>
                <a:moveTo>
                  <a:pt x="10243" y="56552"/>
                </a:moveTo>
                <a:cubicBezTo>
                  <a:pt x="10228" y="56581"/>
                  <a:pt x="10199" y="56625"/>
                  <a:pt x="10169" y="56655"/>
                </a:cubicBezTo>
                <a:cubicBezTo>
                  <a:pt x="10140" y="56699"/>
                  <a:pt x="10081" y="56714"/>
                  <a:pt x="10037" y="56758"/>
                </a:cubicBezTo>
                <a:lnTo>
                  <a:pt x="10022" y="56772"/>
                </a:lnTo>
                <a:cubicBezTo>
                  <a:pt x="10051" y="56728"/>
                  <a:pt x="10081" y="56699"/>
                  <a:pt x="10110" y="56655"/>
                </a:cubicBezTo>
                <a:cubicBezTo>
                  <a:pt x="10154" y="56625"/>
                  <a:pt x="10213" y="56581"/>
                  <a:pt x="10243" y="56552"/>
                </a:cubicBezTo>
                <a:close/>
                <a:moveTo>
                  <a:pt x="10449" y="56581"/>
                </a:moveTo>
                <a:lnTo>
                  <a:pt x="10449" y="56581"/>
                </a:lnTo>
                <a:cubicBezTo>
                  <a:pt x="10434" y="56625"/>
                  <a:pt x="10390" y="56684"/>
                  <a:pt x="10360" y="56728"/>
                </a:cubicBezTo>
                <a:cubicBezTo>
                  <a:pt x="10287" y="56787"/>
                  <a:pt x="10199" y="56846"/>
                  <a:pt x="10096" y="56905"/>
                </a:cubicBezTo>
                <a:cubicBezTo>
                  <a:pt x="10140" y="56846"/>
                  <a:pt x="10169" y="56787"/>
                  <a:pt x="10228" y="56728"/>
                </a:cubicBezTo>
                <a:cubicBezTo>
                  <a:pt x="10302" y="56684"/>
                  <a:pt x="10375" y="56625"/>
                  <a:pt x="10449" y="56581"/>
                </a:cubicBezTo>
                <a:close/>
                <a:moveTo>
                  <a:pt x="10699" y="56581"/>
                </a:moveTo>
                <a:lnTo>
                  <a:pt x="10699" y="56581"/>
                </a:lnTo>
                <a:cubicBezTo>
                  <a:pt x="10669" y="56655"/>
                  <a:pt x="10655" y="56714"/>
                  <a:pt x="10611" y="56772"/>
                </a:cubicBezTo>
                <a:cubicBezTo>
                  <a:pt x="10522" y="56831"/>
                  <a:pt x="10449" y="56875"/>
                  <a:pt x="10360" y="56934"/>
                </a:cubicBezTo>
                <a:cubicBezTo>
                  <a:pt x="10349" y="56946"/>
                  <a:pt x="10327" y="56948"/>
                  <a:pt x="10312" y="56964"/>
                </a:cubicBezTo>
                <a:lnTo>
                  <a:pt x="10312" y="56964"/>
                </a:lnTo>
                <a:cubicBezTo>
                  <a:pt x="10350" y="56908"/>
                  <a:pt x="10378" y="56841"/>
                  <a:pt x="10405" y="56787"/>
                </a:cubicBezTo>
                <a:cubicBezTo>
                  <a:pt x="10508" y="56714"/>
                  <a:pt x="10611" y="56655"/>
                  <a:pt x="10699" y="56581"/>
                </a:cubicBezTo>
                <a:close/>
                <a:moveTo>
                  <a:pt x="9831" y="56876"/>
                </a:moveTo>
                <a:lnTo>
                  <a:pt x="9831" y="56876"/>
                </a:lnTo>
                <a:cubicBezTo>
                  <a:pt x="9801" y="56905"/>
                  <a:pt x="9786" y="56920"/>
                  <a:pt x="9786" y="56934"/>
                </a:cubicBezTo>
                <a:cubicBezTo>
                  <a:pt x="9772" y="56949"/>
                  <a:pt x="9728" y="56978"/>
                  <a:pt x="9713" y="56993"/>
                </a:cubicBezTo>
                <a:cubicBezTo>
                  <a:pt x="9728" y="56978"/>
                  <a:pt x="9728" y="56949"/>
                  <a:pt x="9742" y="56934"/>
                </a:cubicBezTo>
                <a:cubicBezTo>
                  <a:pt x="9772" y="56920"/>
                  <a:pt x="9801" y="56905"/>
                  <a:pt x="9831" y="56876"/>
                </a:cubicBezTo>
                <a:close/>
                <a:moveTo>
                  <a:pt x="10037" y="56861"/>
                </a:moveTo>
                <a:cubicBezTo>
                  <a:pt x="10007" y="56920"/>
                  <a:pt x="9963" y="56949"/>
                  <a:pt x="9948" y="57008"/>
                </a:cubicBezTo>
                <a:cubicBezTo>
                  <a:pt x="9875" y="57052"/>
                  <a:pt x="9801" y="57096"/>
                  <a:pt x="9728" y="57140"/>
                </a:cubicBezTo>
                <a:cubicBezTo>
                  <a:pt x="9772" y="57081"/>
                  <a:pt x="9801" y="57052"/>
                  <a:pt x="9845" y="56993"/>
                </a:cubicBezTo>
                <a:cubicBezTo>
                  <a:pt x="9919" y="56949"/>
                  <a:pt x="9978" y="56905"/>
                  <a:pt x="10037" y="56861"/>
                </a:cubicBezTo>
                <a:close/>
                <a:moveTo>
                  <a:pt x="10272" y="56905"/>
                </a:moveTo>
                <a:cubicBezTo>
                  <a:pt x="10228" y="56949"/>
                  <a:pt x="10199" y="57023"/>
                  <a:pt x="10169" y="57081"/>
                </a:cubicBezTo>
                <a:cubicBezTo>
                  <a:pt x="10081" y="57140"/>
                  <a:pt x="9978" y="57214"/>
                  <a:pt x="9875" y="57273"/>
                </a:cubicBezTo>
                <a:cubicBezTo>
                  <a:pt x="9919" y="57199"/>
                  <a:pt x="9978" y="57140"/>
                  <a:pt x="10007" y="57067"/>
                </a:cubicBezTo>
                <a:cubicBezTo>
                  <a:pt x="10081" y="57008"/>
                  <a:pt x="10169" y="56949"/>
                  <a:pt x="10272" y="56905"/>
                </a:cubicBezTo>
                <a:close/>
                <a:moveTo>
                  <a:pt x="9639" y="57140"/>
                </a:moveTo>
                <a:lnTo>
                  <a:pt x="9639" y="57140"/>
                </a:lnTo>
                <a:cubicBezTo>
                  <a:pt x="9610" y="57170"/>
                  <a:pt x="9580" y="57214"/>
                  <a:pt x="9551" y="57258"/>
                </a:cubicBezTo>
                <a:lnTo>
                  <a:pt x="9374" y="57376"/>
                </a:lnTo>
                <a:cubicBezTo>
                  <a:pt x="9404" y="57317"/>
                  <a:pt x="9433" y="57288"/>
                  <a:pt x="9477" y="57243"/>
                </a:cubicBezTo>
                <a:lnTo>
                  <a:pt x="9639" y="57140"/>
                </a:lnTo>
                <a:close/>
                <a:moveTo>
                  <a:pt x="9831" y="57170"/>
                </a:moveTo>
                <a:cubicBezTo>
                  <a:pt x="9801" y="57229"/>
                  <a:pt x="9772" y="57288"/>
                  <a:pt x="9728" y="57346"/>
                </a:cubicBezTo>
                <a:lnTo>
                  <a:pt x="9463" y="57508"/>
                </a:lnTo>
                <a:cubicBezTo>
                  <a:pt x="9492" y="57449"/>
                  <a:pt x="9551" y="57376"/>
                  <a:pt x="9580" y="57317"/>
                </a:cubicBezTo>
                <a:cubicBezTo>
                  <a:pt x="9654" y="57258"/>
                  <a:pt x="9757" y="57229"/>
                  <a:pt x="9831" y="57170"/>
                </a:cubicBezTo>
                <a:close/>
                <a:moveTo>
                  <a:pt x="9170" y="57449"/>
                </a:moveTo>
                <a:cubicBezTo>
                  <a:pt x="9159" y="57462"/>
                  <a:pt x="9147" y="57478"/>
                  <a:pt x="9139" y="57494"/>
                </a:cubicBezTo>
                <a:cubicBezTo>
                  <a:pt x="9126" y="57500"/>
                  <a:pt x="9111" y="57506"/>
                  <a:pt x="9097" y="57512"/>
                </a:cubicBezTo>
                <a:lnTo>
                  <a:pt x="9097" y="57512"/>
                </a:lnTo>
                <a:cubicBezTo>
                  <a:pt x="9101" y="57507"/>
                  <a:pt x="9106" y="57501"/>
                  <a:pt x="9110" y="57494"/>
                </a:cubicBezTo>
                <a:cubicBezTo>
                  <a:pt x="9128" y="57475"/>
                  <a:pt x="9151" y="57463"/>
                  <a:pt x="9170" y="57449"/>
                </a:cubicBezTo>
                <a:close/>
                <a:moveTo>
                  <a:pt x="9408" y="57434"/>
                </a:moveTo>
                <a:lnTo>
                  <a:pt x="9301" y="57582"/>
                </a:lnTo>
                <a:cubicBezTo>
                  <a:pt x="9227" y="57611"/>
                  <a:pt x="9154" y="57670"/>
                  <a:pt x="9065" y="57714"/>
                </a:cubicBezTo>
                <a:cubicBezTo>
                  <a:pt x="9124" y="57670"/>
                  <a:pt x="9168" y="57611"/>
                  <a:pt x="9198" y="57567"/>
                </a:cubicBezTo>
                <a:cubicBezTo>
                  <a:pt x="9271" y="57523"/>
                  <a:pt x="9330" y="57494"/>
                  <a:pt x="9404" y="57435"/>
                </a:cubicBezTo>
                <a:cubicBezTo>
                  <a:pt x="9404" y="57435"/>
                  <a:pt x="9406" y="57435"/>
                  <a:pt x="9408" y="57434"/>
                </a:cubicBezTo>
                <a:close/>
                <a:moveTo>
                  <a:pt x="8992" y="57685"/>
                </a:moveTo>
                <a:lnTo>
                  <a:pt x="8992" y="57685"/>
                </a:lnTo>
                <a:cubicBezTo>
                  <a:pt x="8962" y="57729"/>
                  <a:pt x="8918" y="57773"/>
                  <a:pt x="8889" y="57832"/>
                </a:cubicBezTo>
                <a:cubicBezTo>
                  <a:pt x="8830" y="57876"/>
                  <a:pt x="8771" y="57891"/>
                  <a:pt x="8742" y="57935"/>
                </a:cubicBezTo>
                <a:cubicBezTo>
                  <a:pt x="8727" y="57935"/>
                  <a:pt x="8727" y="57950"/>
                  <a:pt x="8697" y="57950"/>
                </a:cubicBezTo>
                <a:cubicBezTo>
                  <a:pt x="8756" y="57876"/>
                  <a:pt x="8800" y="57832"/>
                  <a:pt x="8830" y="57803"/>
                </a:cubicBezTo>
                <a:lnTo>
                  <a:pt x="8992" y="57685"/>
                </a:lnTo>
                <a:close/>
                <a:moveTo>
                  <a:pt x="8565" y="57950"/>
                </a:moveTo>
                <a:cubicBezTo>
                  <a:pt x="8550" y="57979"/>
                  <a:pt x="8521" y="58009"/>
                  <a:pt x="8491" y="58038"/>
                </a:cubicBezTo>
                <a:cubicBezTo>
                  <a:pt x="8462" y="58053"/>
                  <a:pt x="8418" y="58082"/>
                  <a:pt x="8374" y="58112"/>
                </a:cubicBezTo>
                <a:cubicBezTo>
                  <a:pt x="8403" y="58082"/>
                  <a:pt x="8447" y="58053"/>
                  <a:pt x="8462" y="58023"/>
                </a:cubicBezTo>
                <a:cubicBezTo>
                  <a:pt x="8506" y="58009"/>
                  <a:pt x="8536" y="57964"/>
                  <a:pt x="8565" y="57950"/>
                </a:cubicBezTo>
                <a:close/>
                <a:moveTo>
                  <a:pt x="15791" y="54903"/>
                </a:moveTo>
                <a:cubicBezTo>
                  <a:pt x="15879" y="56493"/>
                  <a:pt x="16335" y="58038"/>
                  <a:pt x="16777" y="59554"/>
                </a:cubicBezTo>
                <a:cubicBezTo>
                  <a:pt x="17277" y="61246"/>
                  <a:pt x="17792" y="62968"/>
                  <a:pt x="17778" y="64734"/>
                </a:cubicBezTo>
                <a:cubicBezTo>
                  <a:pt x="17778" y="67736"/>
                  <a:pt x="16188" y="70635"/>
                  <a:pt x="13701" y="72313"/>
                </a:cubicBezTo>
                <a:cubicBezTo>
                  <a:pt x="15864" y="70562"/>
                  <a:pt x="17159" y="67766"/>
                  <a:pt x="17145" y="64808"/>
                </a:cubicBezTo>
                <a:cubicBezTo>
                  <a:pt x="17145" y="63100"/>
                  <a:pt x="16688" y="61408"/>
                  <a:pt x="16262" y="59789"/>
                </a:cubicBezTo>
                <a:cubicBezTo>
                  <a:pt x="15835" y="58215"/>
                  <a:pt x="15423" y="56596"/>
                  <a:pt x="15393" y="54977"/>
                </a:cubicBezTo>
                <a:cubicBezTo>
                  <a:pt x="15526" y="54962"/>
                  <a:pt x="15658" y="54933"/>
                  <a:pt x="15791" y="54903"/>
                </a:cubicBezTo>
                <a:close/>
                <a:moveTo>
                  <a:pt x="15320" y="55006"/>
                </a:moveTo>
                <a:cubicBezTo>
                  <a:pt x="15335" y="56640"/>
                  <a:pt x="15776" y="58244"/>
                  <a:pt x="16188" y="59819"/>
                </a:cubicBezTo>
                <a:cubicBezTo>
                  <a:pt x="16630" y="61438"/>
                  <a:pt x="17071" y="63130"/>
                  <a:pt x="17071" y="64822"/>
                </a:cubicBezTo>
                <a:cubicBezTo>
                  <a:pt x="17086" y="67927"/>
                  <a:pt x="15629" y="70856"/>
                  <a:pt x="13260" y="72548"/>
                </a:cubicBezTo>
                <a:cubicBezTo>
                  <a:pt x="15320" y="70782"/>
                  <a:pt x="16497" y="67972"/>
                  <a:pt x="16468" y="64881"/>
                </a:cubicBezTo>
                <a:cubicBezTo>
                  <a:pt x="16453" y="63248"/>
                  <a:pt x="16056" y="61629"/>
                  <a:pt x="15688" y="60069"/>
                </a:cubicBezTo>
                <a:cubicBezTo>
                  <a:pt x="15305" y="58421"/>
                  <a:pt x="14893" y="56758"/>
                  <a:pt x="14952" y="55080"/>
                </a:cubicBezTo>
                <a:cubicBezTo>
                  <a:pt x="15084" y="55036"/>
                  <a:pt x="15217" y="55021"/>
                  <a:pt x="15320" y="55006"/>
                </a:cubicBezTo>
                <a:close/>
                <a:moveTo>
                  <a:pt x="14864" y="55095"/>
                </a:moveTo>
                <a:lnTo>
                  <a:pt x="14864" y="55095"/>
                </a:lnTo>
                <a:cubicBezTo>
                  <a:pt x="14834" y="56772"/>
                  <a:pt x="15217" y="58450"/>
                  <a:pt x="15614" y="60084"/>
                </a:cubicBezTo>
                <a:cubicBezTo>
                  <a:pt x="15982" y="61644"/>
                  <a:pt x="16365" y="63248"/>
                  <a:pt x="16394" y="64881"/>
                </a:cubicBezTo>
                <a:cubicBezTo>
                  <a:pt x="16424" y="68119"/>
                  <a:pt x="15099" y="71062"/>
                  <a:pt x="12862" y="72799"/>
                </a:cubicBezTo>
                <a:cubicBezTo>
                  <a:pt x="14790" y="71003"/>
                  <a:pt x="15820" y="68251"/>
                  <a:pt x="15761" y="64955"/>
                </a:cubicBezTo>
                <a:cubicBezTo>
                  <a:pt x="15747" y="63395"/>
                  <a:pt x="15408" y="61864"/>
                  <a:pt x="15099" y="60378"/>
                </a:cubicBezTo>
                <a:cubicBezTo>
                  <a:pt x="14731" y="58597"/>
                  <a:pt x="14363" y="56905"/>
                  <a:pt x="14496" y="55183"/>
                </a:cubicBezTo>
                <a:cubicBezTo>
                  <a:pt x="14628" y="55154"/>
                  <a:pt x="14731" y="55139"/>
                  <a:pt x="14864" y="55095"/>
                </a:cubicBezTo>
                <a:close/>
                <a:moveTo>
                  <a:pt x="14407" y="55213"/>
                </a:moveTo>
                <a:lnTo>
                  <a:pt x="14407" y="55213"/>
                </a:lnTo>
                <a:cubicBezTo>
                  <a:pt x="14290" y="56934"/>
                  <a:pt x="14643" y="58627"/>
                  <a:pt x="15011" y="60393"/>
                </a:cubicBezTo>
                <a:cubicBezTo>
                  <a:pt x="15320" y="61864"/>
                  <a:pt x="15644" y="63395"/>
                  <a:pt x="15673" y="64955"/>
                </a:cubicBezTo>
                <a:cubicBezTo>
                  <a:pt x="15747" y="68398"/>
                  <a:pt x="14613" y="71253"/>
                  <a:pt x="12480" y="73019"/>
                </a:cubicBezTo>
                <a:cubicBezTo>
                  <a:pt x="14246" y="71224"/>
                  <a:pt x="15143" y="68472"/>
                  <a:pt x="15070" y="65028"/>
                </a:cubicBezTo>
                <a:cubicBezTo>
                  <a:pt x="15026" y="63557"/>
                  <a:pt x="14775" y="62129"/>
                  <a:pt x="14510" y="60731"/>
                </a:cubicBezTo>
                <a:cubicBezTo>
                  <a:pt x="14157" y="58862"/>
                  <a:pt x="13848" y="57096"/>
                  <a:pt x="14054" y="55301"/>
                </a:cubicBezTo>
                <a:cubicBezTo>
                  <a:pt x="14157" y="55257"/>
                  <a:pt x="14290" y="55227"/>
                  <a:pt x="14407" y="55213"/>
                </a:cubicBezTo>
                <a:close/>
                <a:moveTo>
                  <a:pt x="13995" y="55316"/>
                </a:moveTo>
                <a:lnTo>
                  <a:pt x="13995" y="55316"/>
                </a:lnTo>
                <a:cubicBezTo>
                  <a:pt x="13804" y="57096"/>
                  <a:pt x="14128" y="58862"/>
                  <a:pt x="14466" y="60716"/>
                </a:cubicBezTo>
                <a:cubicBezTo>
                  <a:pt x="14716" y="62100"/>
                  <a:pt x="14981" y="63557"/>
                  <a:pt x="15011" y="65014"/>
                </a:cubicBezTo>
                <a:cubicBezTo>
                  <a:pt x="15084" y="68546"/>
                  <a:pt x="14128" y="71342"/>
                  <a:pt x="12274" y="73108"/>
                </a:cubicBezTo>
                <a:cubicBezTo>
                  <a:pt x="12229" y="73122"/>
                  <a:pt x="12215" y="73137"/>
                  <a:pt x="12200" y="73137"/>
                </a:cubicBezTo>
                <a:cubicBezTo>
                  <a:pt x="13775" y="71342"/>
                  <a:pt x="14481" y="68766"/>
                  <a:pt x="14393" y="65087"/>
                </a:cubicBezTo>
                <a:cubicBezTo>
                  <a:pt x="14349" y="63719"/>
                  <a:pt x="14143" y="62394"/>
                  <a:pt x="13951" y="61114"/>
                </a:cubicBezTo>
                <a:cubicBezTo>
                  <a:pt x="13627" y="59156"/>
                  <a:pt x="13363" y="57302"/>
                  <a:pt x="13657" y="55433"/>
                </a:cubicBezTo>
                <a:cubicBezTo>
                  <a:pt x="13760" y="55389"/>
                  <a:pt x="13892" y="55360"/>
                  <a:pt x="13995" y="55316"/>
                </a:cubicBezTo>
                <a:close/>
                <a:moveTo>
                  <a:pt x="13524" y="55477"/>
                </a:moveTo>
                <a:lnTo>
                  <a:pt x="13524" y="55477"/>
                </a:lnTo>
                <a:cubicBezTo>
                  <a:pt x="13245" y="57346"/>
                  <a:pt x="13524" y="59201"/>
                  <a:pt x="13833" y="61143"/>
                </a:cubicBezTo>
                <a:cubicBezTo>
                  <a:pt x="14040" y="62438"/>
                  <a:pt x="14246" y="63763"/>
                  <a:pt x="14275" y="65117"/>
                </a:cubicBezTo>
                <a:cubicBezTo>
                  <a:pt x="14407" y="68840"/>
                  <a:pt x="13672" y="71430"/>
                  <a:pt x="12009" y="73211"/>
                </a:cubicBezTo>
                <a:cubicBezTo>
                  <a:pt x="11979" y="73240"/>
                  <a:pt x="11965" y="73240"/>
                  <a:pt x="11920" y="73255"/>
                </a:cubicBezTo>
                <a:cubicBezTo>
                  <a:pt x="13613" y="71047"/>
                  <a:pt x="13760" y="68060"/>
                  <a:pt x="13672" y="65161"/>
                </a:cubicBezTo>
                <a:cubicBezTo>
                  <a:pt x="13627" y="63925"/>
                  <a:pt x="13466" y="62733"/>
                  <a:pt x="13318" y="61570"/>
                </a:cubicBezTo>
                <a:cubicBezTo>
                  <a:pt x="13039" y="59495"/>
                  <a:pt x="12803" y="57538"/>
                  <a:pt x="13186" y="55595"/>
                </a:cubicBezTo>
                <a:lnTo>
                  <a:pt x="13524" y="55477"/>
                </a:lnTo>
                <a:close/>
                <a:moveTo>
                  <a:pt x="13112" y="55610"/>
                </a:moveTo>
                <a:cubicBezTo>
                  <a:pt x="12730" y="57567"/>
                  <a:pt x="12980" y="59510"/>
                  <a:pt x="13260" y="61570"/>
                </a:cubicBezTo>
                <a:cubicBezTo>
                  <a:pt x="13407" y="62733"/>
                  <a:pt x="13569" y="63939"/>
                  <a:pt x="13613" y="65161"/>
                </a:cubicBezTo>
                <a:cubicBezTo>
                  <a:pt x="13701" y="68104"/>
                  <a:pt x="13539" y="71121"/>
                  <a:pt x="11788" y="73314"/>
                </a:cubicBezTo>
                <a:cubicBezTo>
                  <a:pt x="11744" y="73343"/>
                  <a:pt x="11700" y="73343"/>
                  <a:pt x="11670" y="73358"/>
                </a:cubicBezTo>
                <a:cubicBezTo>
                  <a:pt x="13083" y="71209"/>
                  <a:pt x="13112" y="68501"/>
                  <a:pt x="12995" y="65234"/>
                </a:cubicBezTo>
                <a:cubicBezTo>
                  <a:pt x="12951" y="64160"/>
                  <a:pt x="12847" y="63115"/>
                  <a:pt x="12730" y="62100"/>
                </a:cubicBezTo>
                <a:cubicBezTo>
                  <a:pt x="12509" y="59878"/>
                  <a:pt x="12288" y="57803"/>
                  <a:pt x="12789" y="55742"/>
                </a:cubicBezTo>
                <a:cubicBezTo>
                  <a:pt x="12892" y="55698"/>
                  <a:pt x="13009" y="55654"/>
                  <a:pt x="13112" y="55610"/>
                </a:cubicBezTo>
                <a:close/>
                <a:moveTo>
                  <a:pt x="11881" y="73374"/>
                </a:moveTo>
                <a:cubicBezTo>
                  <a:pt x="11888" y="73374"/>
                  <a:pt x="11881" y="73387"/>
                  <a:pt x="11861" y="73387"/>
                </a:cubicBezTo>
                <a:cubicBezTo>
                  <a:pt x="11871" y="73377"/>
                  <a:pt x="11878" y="73374"/>
                  <a:pt x="11881" y="73374"/>
                </a:cubicBezTo>
                <a:close/>
                <a:moveTo>
                  <a:pt x="11861" y="73387"/>
                </a:moveTo>
                <a:lnTo>
                  <a:pt x="11861" y="73387"/>
                </a:lnTo>
                <a:cubicBezTo>
                  <a:pt x="11847" y="73402"/>
                  <a:pt x="11832" y="73402"/>
                  <a:pt x="11817" y="73417"/>
                </a:cubicBezTo>
                <a:lnTo>
                  <a:pt x="11832" y="73402"/>
                </a:lnTo>
                <a:cubicBezTo>
                  <a:pt x="11847" y="73387"/>
                  <a:pt x="11861" y="73387"/>
                  <a:pt x="11861" y="73387"/>
                </a:cubicBezTo>
                <a:close/>
                <a:moveTo>
                  <a:pt x="12686" y="55801"/>
                </a:moveTo>
                <a:lnTo>
                  <a:pt x="12686" y="55801"/>
                </a:lnTo>
                <a:cubicBezTo>
                  <a:pt x="12215" y="57861"/>
                  <a:pt x="12421" y="59936"/>
                  <a:pt x="12656" y="62144"/>
                </a:cubicBezTo>
                <a:cubicBezTo>
                  <a:pt x="12759" y="63159"/>
                  <a:pt x="12877" y="64204"/>
                  <a:pt x="12906" y="65249"/>
                </a:cubicBezTo>
                <a:cubicBezTo>
                  <a:pt x="13039" y="68560"/>
                  <a:pt x="13009" y="71283"/>
                  <a:pt x="11538" y="73431"/>
                </a:cubicBezTo>
                <a:cubicBezTo>
                  <a:pt x="11494" y="73461"/>
                  <a:pt x="11435" y="73476"/>
                  <a:pt x="11405" y="73490"/>
                </a:cubicBezTo>
                <a:cubicBezTo>
                  <a:pt x="12568" y="71401"/>
                  <a:pt x="12450" y="68869"/>
                  <a:pt x="12318" y="66000"/>
                </a:cubicBezTo>
                <a:cubicBezTo>
                  <a:pt x="12303" y="65764"/>
                  <a:pt x="12303" y="65543"/>
                  <a:pt x="12288" y="65308"/>
                </a:cubicBezTo>
                <a:cubicBezTo>
                  <a:pt x="12244" y="64454"/>
                  <a:pt x="12185" y="63616"/>
                  <a:pt x="12126" y="62791"/>
                </a:cubicBezTo>
                <a:cubicBezTo>
                  <a:pt x="11935" y="60407"/>
                  <a:pt x="11758" y="58171"/>
                  <a:pt x="12347" y="55992"/>
                </a:cubicBezTo>
                <a:cubicBezTo>
                  <a:pt x="12347" y="55978"/>
                  <a:pt x="12362" y="55948"/>
                  <a:pt x="12362" y="55919"/>
                </a:cubicBezTo>
                <a:cubicBezTo>
                  <a:pt x="12465" y="55875"/>
                  <a:pt x="12583" y="55831"/>
                  <a:pt x="12686" y="55801"/>
                </a:cubicBezTo>
                <a:close/>
                <a:moveTo>
                  <a:pt x="11660" y="73469"/>
                </a:moveTo>
                <a:cubicBezTo>
                  <a:pt x="11649" y="73474"/>
                  <a:pt x="11641" y="73482"/>
                  <a:pt x="11641" y="73490"/>
                </a:cubicBezTo>
                <a:cubicBezTo>
                  <a:pt x="11611" y="73505"/>
                  <a:pt x="11597" y="73505"/>
                  <a:pt x="11552" y="73534"/>
                </a:cubicBezTo>
                <a:cubicBezTo>
                  <a:pt x="11567" y="73505"/>
                  <a:pt x="11567" y="73490"/>
                  <a:pt x="11597" y="73490"/>
                </a:cubicBezTo>
                <a:cubicBezTo>
                  <a:pt x="11620" y="73479"/>
                  <a:pt x="11634" y="73476"/>
                  <a:pt x="11660" y="73469"/>
                </a:cubicBezTo>
                <a:close/>
                <a:moveTo>
                  <a:pt x="12288" y="55963"/>
                </a:moveTo>
                <a:lnTo>
                  <a:pt x="12288" y="55978"/>
                </a:lnTo>
                <a:cubicBezTo>
                  <a:pt x="11685" y="58171"/>
                  <a:pt x="11861" y="60407"/>
                  <a:pt x="12053" y="62806"/>
                </a:cubicBezTo>
                <a:cubicBezTo>
                  <a:pt x="12126" y="63616"/>
                  <a:pt x="12185" y="64454"/>
                  <a:pt x="12215" y="65323"/>
                </a:cubicBezTo>
                <a:cubicBezTo>
                  <a:pt x="12229" y="65558"/>
                  <a:pt x="12229" y="65779"/>
                  <a:pt x="12259" y="66029"/>
                </a:cubicBezTo>
                <a:cubicBezTo>
                  <a:pt x="12377" y="68928"/>
                  <a:pt x="12494" y="71445"/>
                  <a:pt x="11302" y="73534"/>
                </a:cubicBezTo>
                <a:cubicBezTo>
                  <a:pt x="11243" y="73549"/>
                  <a:pt x="11199" y="73564"/>
                  <a:pt x="11155" y="73579"/>
                </a:cubicBezTo>
                <a:cubicBezTo>
                  <a:pt x="12009" y="71665"/>
                  <a:pt x="11861" y="69517"/>
                  <a:pt x="11700" y="67074"/>
                </a:cubicBezTo>
                <a:cubicBezTo>
                  <a:pt x="11670" y="66515"/>
                  <a:pt x="11626" y="65970"/>
                  <a:pt x="11597" y="65382"/>
                </a:cubicBezTo>
                <a:cubicBezTo>
                  <a:pt x="11552" y="64808"/>
                  <a:pt x="11523" y="64219"/>
                  <a:pt x="11494" y="63674"/>
                </a:cubicBezTo>
                <a:cubicBezTo>
                  <a:pt x="11332" y="61055"/>
                  <a:pt x="11170" y="58597"/>
                  <a:pt x="11920" y="56257"/>
                </a:cubicBezTo>
                <a:cubicBezTo>
                  <a:pt x="11935" y="56199"/>
                  <a:pt x="11965" y="56169"/>
                  <a:pt x="11979" y="56110"/>
                </a:cubicBezTo>
                <a:cubicBezTo>
                  <a:pt x="12082" y="56051"/>
                  <a:pt x="12185" y="56022"/>
                  <a:pt x="12288" y="55963"/>
                </a:cubicBezTo>
                <a:close/>
                <a:moveTo>
                  <a:pt x="11449" y="73549"/>
                </a:moveTo>
                <a:cubicBezTo>
                  <a:pt x="11420" y="73564"/>
                  <a:pt x="11420" y="73579"/>
                  <a:pt x="11405" y="73608"/>
                </a:cubicBezTo>
                <a:cubicBezTo>
                  <a:pt x="11376" y="73608"/>
                  <a:pt x="11332" y="73623"/>
                  <a:pt x="11302" y="73637"/>
                </a:cubicBezTo>
                <a:cubicBezTo>
                  <a:pt x="11317" y="73623"/>
                  <a:pt x="11317" y="73608"/>
                  <a:pt x="11332" y="73579"/>
                </a:cubicBezTo>
                <a:cubicBezTo>
                  <a:pt x="11376" y="73564"/>
                  <a:pt x="11405" y="73549"/>
                  <a:pt x="11449" y="73549"/>
                </a:cubicBezTo>
                <a:close/>
                <a:moveTo>
                  <a:pt x="11861" y="56169"/>
                </a:moveTo>
                <a:cubicBezTo>
                  <a:pt x="11861" y="56184"/>
                  <a:pt x="11847" y="56213"/>
                  <a:pt x="11847" y="56243"/>
                </a:cubicBezTo>
                <a:cubicBezTo>
                  <a:pt x="11111" y="58568"/>
                  <a:pt x="11258" y="61055"/>
                  <a:pt x="11420" y="63689"/>
                </a:cubicBezTo>
                <a:cubicBezTo>
                  <a:pt x="11464" y="64234"/>
                  <a:pt x="11494" y="64822"/>
                  <a:pt x="11523" y="65396"/>
                </a:cubicBezTo>
                <a:cubicBezTo>
                  <a:pt x="11552" y="65970"/>
                  <a:pt x="11597" y="66544"/>
                  <a:pt x="11626" y="67089"/>
                </a:cubicBezTo>
                <a:cubicBezTo>
                  <a:pt x="11788" y="69576"/>
                  <a:pt x="11935" y="71724"/>
                  <a:pt x="11023" y="73623"/>
                </a:cubicBezTo>
                <a:cubicBezTo>
                  <a:pt x="10964" y="73623"/>
                  <a:pt x="10905" y="73637"/>
                  <a:pt x="10846" y="73652"/>
                </a:cubicBezTo>
                <a:cubicBezTo>
                  <a:pt x="11508" y="71916"/>
                  <a:pt x="11332" y="70017"/>
                  <a:pt x="11111" y="67839"/>
                </a:cubicBezTo>
                <a:cubicBezTo>
                  <a:pt x="11037" y="67074"/>
                  <a:pt x="10949" y="66265"/>
                  <a:pt x="10905" y="65440"/>
                </a:cubicBezTo>
                <a:lnTo>
                  <a:pt x="10875" y="64881"/>
                </a:lnTo>
                <a:cubicBezTo>
                  <a:pt x="10714" y="61908"/>
                  <a:pt x="10537" y="59083"/>
                  <a:pt x="11479" y="56508"/>
                </a:cubicBezTo>
                <a:cubicBezTo>
                  <a:pt x="11494" y="56463"/>
                  <a:pt x="11538" y="56390"/>
                  <a:pt x="11552" y="56331"/>
                </a:cubicBezTo>
                <a:cubicBezTo>
                  <a:pt x="11670" y="56272"/>
                  <a:pt x="11758" y="56213"/>
                  <a:pt x="11861" y="56169"/>
                </a:cubicBezTo>
                <a:close/>
                <a:moveTo>
                  <a:pt x="11491" y="73646"/>
                </a:moveTo>
                <a:cubicBezTo>
                  <a:pt x="11493" y="73646"/>
                  <a:pt x="11494" y="73648"/>
                  <a:pt x="11494" y="73652"/>
                </a:cubicBezTo>
                <a:cubicBezTo>
                  <a:pt x="11479" y="73682"/>
                  <a:pt x="11464" y="73682"/>
                  <a:pt x="11449" y="73696"/>
                </a:cubicBezTo>
                <a:lnTo>
                  <a:pt x="11464" y="73682"/>
                </a:lnTo>
                <a:cubicBezTo>
                  <a:pt x="11475" y="73660"/>
                  <a:pt x="11486" y="73646"/>
                  <a:pt x="11491" y="73646"/>
                </a:cubicBezTo>
                <a:close/>
                <a:moveTo>
                  <a:pt x="11199" y="73623"/>
                </a:moveTo>
                <a:lnTo>
                  <a:pt x="11199" y="73623"/>
                </a:lnTo>
                <a:cubicBezTo>
                  <a:pt x="11185" y="73637"/>
                  <a:pt x="11170" y="73682"/>
                  <a:pt x="11170" y="73696"/>
                </a:cubicBezTo>
                <a:cubicBezTo>
                  <a:pt x="11126" y="73711"/>
                  <a:pt x="11082" y="73726"/>
                  <a:pt x="11037" y="73755"/>
                </a:cubicBezTo>
                <a:cubicBezTo>
                  <a:pt x="11052" y="73726"/>
                  <a:pt x="11052" y="73696"/>
                  <a:pt x="11082" y="73682"/>
                </a:cubicBezTo>
                <a:cubicBezTo>
                  <a:pt x="11111" y="73652"/>
                  <a:pt x="11170" y="73637"/>
                  <a:pt x="11199" y="73623"/>
                </a:cubicBezTo>
                <a:close/>
                <a:moveTo>
                  <a:pt x="11449" y="56375"/>
                </a:moveTo>
                <a:lnTo>
                  <a:pt x="11449" y="56375"/>
                </a:lnTo>
                <a:cubicBezTo>
                  <a:pt x="11420" y="56419"/>
                  <a:pt x="11420" y="56449"/>
                  <a:pt x="11405" y="56493"/>
                </a:cubicBezTo>
                <a:cubicBezTo>
                  <a:pt x="10463" y="59083"/>
                  <a:pt x="10625" y="61923"/>
                  <a:pt x="10802" y="64896"/>
                </a:cubicBezTo>
                <a:lnTo>
                  <a:pt x="10831" y="65455"/>
                </a:lnTo>
                <a:cubicBezTo>
                  <a:pt x="10875" y="66294"/>
                  <a:pt x="10964" y="67089"/>
                  <a:pt x="11037" y="67869"/>
                </a:cubicBezTo>
                <a:cubicBezTo>
                  <a:pt x="11258" y="70032"/>
                  <a:pt x="11464" y="71945"/>
                  <a:pt x="10758" y="73696"/>
                </a:cubicBezTo>
                <a:cubicBezTo>
                  <a:pt x="10684" y="73711"/>
                  <a:pt x="10640" y="73726"/>
                  <a:pt x="10581" y="73770"/>
                </a:cubicBezTo>
                <a:cubicBezTo>
                  <a:pt x="11082" y="72136"/>
                  <a:pt x="10817" y="70415"/>
                  <a:pt x="10537" y="68487"/>
                </a:cubicBezTo>
                <a:cubicBezTo>
                  <a:pt x="10405" y="67545"/>
                  <a:pt x="10257" y="66574"/>
                  <a:pt x="10213" y="65529"/>
                </a:cubicBezTo>
                <a:cubicBezTo>
                  <a:pt x="10022" y="62453"/>
                  <a:pt x="9948" y="59480"/>
                  <a:pt x="11037" y="56772"/>
                </a:cubicBezTo>
                <a:cubicBezTo>
                  <a:pt x="11082" y="56699"/>
                  <a:pt x="11096" y="56625"/>
                  <a:pt x="11126" y="56566"/>
                </a:cubicBezTo>
                <a:cubicBezTo>
                  <a:pt x="11243" y="56508"/>
                  <a:pt x="11332" y="56434"/>
                  <a:pt x="11449" y="56375"/>
                </a:cubicBezTo>
                <a:close/>
                <a:moveTo>
                  <a:pt x="11296" y="73750"/>
                </a:moveTo>
                <a:cubicBezTo>
                  <a:pt x="11291" y="73757"/>
                  <a:pt x="11284" y="73764"/>
                  <a:pt x="11273" y="73770"/>
                </a:cubicBezTo>
                <a:cubicBezTo>
                  <a:pt x="11258" y="73785"/>
                  <a:pt x="11229" y="73799"/>
                  <a:pt x="11199" y="73799"/>
                </a:cubicBezTo>
                <a:cubicBezTo>
                  <a:pt x="11214" y="73785"/>
                  <a:pt x="11214" y="73770"/>
                  <a:pt x="11243" y="73770"/>
                </a:cubicBezTo>
                <a:cubicBezTo>
                  <a:pt x="11261" y="73761"/>
                  <a:pt x="11279" y="73757"/>
                  <a:pt x="11296" y="73750"/>
                </a:cubicBezTo>
                <a:close/>
                <a:moveTo>
                  <a:pt x="11008" y="56625"/>
                </a:moveTo>
                <a:lnTo>
                  <a:pt x="10949" y="56728"/>
                </a:lnTo>
                <a:cubicBezTo>
                  <a:pt x="9860" y="59436"/>
                  <a:pt x="9934" y="62438"/>
                  <a:pt x="10125" y="65514"/>
                </a:cubicBezTo>
                <a:cubicBezTo>
                  <a:pt x="10169" y="66559"/>
                  <a:pt x="10316" y="67530"/>
                  <a:pt x="10449" y="68472"/>
                </a:cubicBezTo>
                <a:cubicBezTo>
                  <a:pt x="10728" y="70415"/>
                  <a:pt x="10978" y="72136"/>
                  <a:pt x="10463" y="73770"/>
                </a:cubicBezTo>
                <a:cubicBezTo>
                  <a:pt x="10419" y="73785"/>
                  <a:pt x="10346" y="73799"/>
                  <a:pt x="10287" y="73829"/>
                </a:cubicBezTo>
                <a:cubicBezTo>
                  <a:pt x="10640" y="72254"/>
                  <a:pt x="10316" y="70635"/>
                  <a:pt x="9992" y="68928"/>
                </a:cubicBezTo>
                <a:cubicBezTo>
                  <a:pt x="9786" y="67869"/>
                  <a:pt x="9566" y="66735"/>
                  <a:pt x="9492" y="65543"/>
                </a:cubicBezTo>
                <a:cubicBezTo>
                  <a:pt x="9242" y="61776"/>
                  <a:pt x="9566" y="59215"/>
                  <a:pt x="10581" y="56993"/>
                </a:cubicBezTo>
                <a:cubicBezTo>
                  <a:pt x="10611" y="56920"/>
                  <a:pt x="10640" y="56861"/>
                  <a:pt x="10669" y="56787"/>
                </a:cubicBezTo>
                <a:cubicBezTo>
                  <a:pt x="10802" y="56758"/>
                  <a:pt x="10890" y="56699"/>
                  <a:pt x="11008" y="56625"/>
                </a:cubicBezTo>
                <a:close/>
                <a:moveTo>
                  <a:pt x="10964" y="73711"/>
                </a:moveTo>
                <a:cubicBezTo>
                  <a:pt x="10949" y="73755"/>
                  <a:pt x="10934" y="73770"/>
                  <a:pt x="10934" y="73799"/>
                </a:cubicBezTo>
                <a:cubicBezTo>
                  <a:pt x="10875" y="73829"/>
                  <a:pt x="10831" y="73843"/>
                  <a:pt x="10787" y="73858"/>
                </a:cubicBezTo>
                <a:cubicBezTo>
                  <a:pt x="10787" y="73829"/>
                  <a:pt x="10802" y="73785"/>
                  <a:pt x="10817" y="73770"/>
                </a:cubicBezTo>
                <a:cubicBezTo>
                  <a:pt x="10875" y="73755"/>
                  <a:pt x="10934" y="73726"/>
                  <a:pt x="10964" y="73711"/>
                </a:cubicBezTo>
                <a:close/>
                <a:moveTo>
                  <a:pt x="10558" y="56925"/>
                </a:moveTo>
                <a:lnTo>
                  <a:pt x="10558" y="56925"/>
                </a:lnTo>
                <a:cubicBezTo>
                  <a:pt x="10537" y="56943"/>
                  <a:pt x="10536" y="56980"/>
                  <a:pt x="10522" y="56993"/>
                </a:cubicBezTo>
                <a:cubicBezTo>
                  <a:pt x="9507" y="59230"/>
                  <a:pt x="9183" y="61805"/>
                  <a:pt x="9433" y="65588"/>
                </a:cubicBezTo>
                <a:cubicBezTo>
                  <a:pt x="9507" y="66780"/>
                  <a:pt x="9728" y="67898"/>
                  <a:pt x="9934" y="68972"/>
                </a:cubicBezTo>
                <a:cubicBezTo>
                  <a:pt x="10272" y="70679"/>
                  <a:pt x="10581" y="72298"/>
                  <a:pt x="10213" y="73858"/>
                </a:cubicBezTo>
                <a:cubicBezTo>
                  <a:pt x="10140" y="73873"/>
                  <a:pt x="10081" y="73902"/>
                  <a:pt x="10007" y="73917"/>
                </a:cubicBezTo>
                <a:cubicBezTo>
                  <a:pt x="10228" y="72445"/>
                  <a:pt x="9860" y="70959"/>
                  <a:pt x="9492" y="69370"/>
                </a:cubicBezTo>
                <a:cubicBezTo>
                  <a:pt x="9213" y="68192"/>
                  <a:pt x="8918" y="66986"/>
                  <a:pt x="8830" y="65661"/>
                </a:cubicBezTo>
                <a:cubicBezTo>
                  <a:pt x="8594" y="62291"/>
                  <a:pt x="9021" y="59554"/>
                  <a:pt x="10169" y="57288"/>
                </a:cubicBezTo>
                <a:cubicBezTo>
                  <a:pt x="10199" y="57229"/>
                  <a:pt x="10228" y="57170"/>
                  <a:pt x="10243" y="57140"/>
                </a:cubicBezTo>
                <a:cubicBezTo>
                  <a:pt x="10302" y="57096"/>
                  <a:pt x="10375" y="57052"/>
                  <a:pt x="10434" y="57008"/>
                </a:cubicBezTo>
                <a:cubicBezTo>
                  <a:pt x="10462" y="56980"/>
                  <a:pt x="10515" y="56953"/>
                  <a:pt x="10558" y="56925"/>
                </a:cubicBezTo>
                <a:close/>
                <a:moveTo>
                  <a:pt x="11096" y="73799"/>
                </a:moveTo>
                <a:cubicBezTo>
                  <a:pt x="11082" y="73829"/>
                  <a:pt x="11052" y="73843"/>
                  <a:pt x="11052" y="73858"/>
                </a:cubicBezTo>
                <a:cubicBezTo>
                  <a:pt x="11023" y="73902"/>
                  <a:pt x="10978" y="73917"/>
                  <a:pt x="10949" y="73932"/>
                </a:cubicBezTo>
                <a:cubicBezTo>
                  <a:pt x="10964" y="73917"/>
                  <a:pt x="10964" y="73902"/>
                  <a:pt x="10978" y="73858"/>
                </a:cubicBezTo>
                <a:lnTo>
                  <a:pt x="11096" y="73799"/>
                </a:lnTo>
                <a:close/>
                <a:moveTo>
                  <a:pt x="10714" y="73799"/>
                </a:moveTo>
                <a:lnTo>
                  <a:pt x="10714" y="73799"/>
                </a:lnTo>
                <a:cubicBezTo>
                  <a:pt x="10684" y="73843"/>
                  <a:pt x="10669" y="73873"/>
                  <a:pt x="10669" y="73902"/>
                </a:cubicBezTo>
                <a:cubicBezTo>
                  <a:pt x="10611" y="73917"/>
                  <a:pt x="10566" y="73932"/>
                  <a:pt x="10508" y="73976"/>
                </a:cubicBezTo>
                <a:cubicBezTo>
                  <a:pt x="10522" y="73932"/>
                  <a:pt x="10522" y="73902"/>
                  <a:pt x="10537" y="73858"/>
                </a:cubicBezTo>
                <a:lnTo>
                  <a:pt x="10714" y="73799"/>
                </a:lnTo>
                <a:close/>
                <a:moveTo>
                  <a:pt x="11136" y="73926"/>
                </a:moveTo>
                <a:cubicBezTo>
                  <a:pt x="11140" y="73926"/>
                  <a:pt x="11146" y="73927"/>
                  <a:pt x="11155" y="73932"/>
                </a:cubicBezTo>
                <a:cubicBezTo>
                  <a:pt x="11126" y="73946"/>
                  <a:pt x="11111" y="73946"/>
                  <a:pt x="11096" y="73976"/>
                </a:cubicBezTo>
                <a:lnTo>
                  <a:pt x="11111" y="73946"/>
                </a:lnTo>
                <a:cubicBezTo>
                  <a:pt x="11121" y="73936"/>
                  <a:pt x="11124" y="73926"/>
                  <a:pt x="11136" y="73926"/>
                </a:cubicBezTo>
                <a:close/>
                <a:moveTo>
                  <a:pt x="10096" y="57214"/>
                </a:moveTo>
                <a:cubicBezTo>
                  <a:pt x="10096" y="57229"/>
                  <a:pt x="10081" y="57229"/>
                  <a:pt x="10081" y="57243"/>
                </a:cubicBezTo>
                <a:cubicBezTo>
                  <a:pt x="8918" y="59524"/>
                  <a:pt x="8506" y="62276"/>
                  <a:pt x="8742" y="65661"/>
                </a:cubicBezTo>
                <a:cubicBezTo>
                  <a:pt x="8830" y="66971"/>
                  <a:pt x="9124" y="68192"/>
                  <a:pt x="9419" y="69370"/>
                </a:cubicBezTo>
                <a:cubicBezTo>
                  <a:pt x="9801" y="70959"/>
                  <a:pt x="10154" y="72460"/>
                  <a:pt x="9934" y="73946"/>
                </a:cubicBezTo>
                <a:cubicBezTo>
                  <a:pt x="9860" y="73961"/>
                  <a:pt x="9801" y="73991"/>
                  <a:pt x="9728" y="74020"/>
                </a:cubicBezTo>
                <a:cubicBezTo>
                  <a:pt x="9845" y="72593"/>
                  <a:pt x="9433" y="71165"/>
                  <a:pt x="8992" y="69679"/>
                </a:cubicBezTo>
                <a:cubicBezTo>
                  <a:pt x="8624" y="68428"/>
                  <a:pt x="8241" y="67147"/>
                  <a:pt x="8138" y="65705"/>
                </a:cubicBezTo>
                <a:cubicBezTo>
                  <a:pt x="7888" y="62585"/>
                  <a:pt x="8433" y="59833"/>
                  <a:pt x="9713" y="57523"/>
                </a:cubicBezTo>
                <a:cubicBezTo>
                  <a:pt x="9728" y="57479"/>
                  <a:pt x="9772" y="57435"/>
                  <a:pt x="9786" y="57391"/>
                </a:cubicBezTo>
                <a:cubicBezTo>
                  <a:pt x="9904" y="57346"/>
                  <a:pt x="9992" y="57288"/>
                  <a:pt x="10096" y="57214"/>
                </a:cubicBezTo>
                <a:close/>
                <a:moveTo>
                  <a:pt x="10861" y="73917"/>
                </a:moveTo>
                <a:cubicBezTo>
                  <a:pt x="10861" y="73917"/>
                  <a:pt x="10861" y="73932"/>
                  <a:pt x="10831" y="73932"/>
                </a:cubicBezTo>
                <a:cubicBezTo>
                  <a:pt x="10817" y="73946"/>
                  <a:pt x="10817" y="73976"/>
                  <a:pt x="10802" y="73991"/>
                </a:cubicBezTo>
                <a:cubicBezTo>
                  <a:pt x="10787" y="74005"/>
                  <a:pt x="10728" y="74020"/>
                  <a:pt x="10684" y="74049"/>
                </a:cubicBezTo>
                <a:cubicBezTo>
                  <a:pt x="10714" y="74020"/>
                  <a:pt x="10714" y="73991"/>
                  <a:pt x="10728" y="73976"/>
                </a:cubicBezTo>
                <a:cubicBezTo>
                  <a:pt x="10758" y="73946"/>
                  <a:pt x="10817" y="73932"/>
                  <a:pt x="10861" y="73917"/>
                </a:cubicBezTo>
                <a:close/>
                <a:moveTo>
                  <a:pt x="10463" y="73873"/>
                </a:moveTo>
                <a:lnTo>
                  <a:pt x="10463" y="73873"/>
                </a:lnTo>
                <a:cubicBezTo>
                  <a:pt x="10449" y="73917"/>
                  <a:pt x="10449" y="73946"/>
                  <a:pt x="10434" y="73991"/>
                </a:cubicBezTo>
                <a:cubicBezTo>
                  <a:pt x="10360" y="74020"/>
                  <a:pt x="10302" y="74049"/>
                  <a:pt x="10243" y="74064"/>
                </a:cubicBezTo>
                <a:cubicBezTo>
                  <a:pt x="10257" y="74020"/>
                  <a:pt x="10257" y="73991"/>
                  <a:pt x="10287" y="73932"/>
                </a:cubicBezTo>
                <a:cubicBezTo>
                  <a:pt x="10346" y="73917"/>
                  <a:pt x="10419" y="73902"/>
                  <a:pt x="10463" y="73873"/>
                </a:cubicBezTo>
                <a:close/>
                <a:moveTo>
                  <a:pt x="10949" y="73991"/>
                </a:moveTo>
                <a:cubicBezTo>
                  <a:pt x="10949" y="74020"/>
                  <a:pt x="10949" y="74049"/>
                  <a:pt x="10934" y="74049"/>
                </a:cubicBezTo>
                <a:cubicBezTo>
                  <a:pt x="10905" y="74064"/>
                  <a:pt x="10875" y="74079"/>
                  <a:pt x="10831" y="74079"/>
                </a:cubicBezTo>
                <a:cubicBezTo>
                  <a:pt x="10831" y="74064"/>
                  <a:pt x="10846" y="74049"/>
                  <a:pt x="10846" y="74020"/>
                </a:cubicBezTo>
                <a:cubicBezTo>
                  <a:pt x="10890" y="74005"/>
                  <a:pt x="10905" y="74005"/>
                  <a:pt x="10949" y="73991"/>
                </a:cubicBezTo>
                <a:close/>
                <a:moveTo>
                  <a:pt x="9639" y="57494"/>
                </a:moveTo>
                <a:lnTo>
                  <a:pt x="9639" y="57494"/>
                </a:lnTo>
                <a:cubicBezTo>
                  <a:pt x="8315" y="59819"/>
                  <a:pt x="7785" y="62585"/>
                  <a:pt x="8035" y="65735"/>
                </a:cubicBezTo>
                <a:cubicBezTo>
                  <a:pt x="8153" y="67162"/>
                  <a:pt x="8536" y="68472"/>
                  <a:pt x="8903" y="69723"/>
                </a:cubicBezTo>
                <a:cubicBezTo>
                  <a:pt x="9345" y="71209"/>
                  <a:pt x="9742" y="72622"/>
                  <a:pt x="9639" y="74064"/>
                </a:cubicBezTo>
                <a:cubicBezTo>
                  <a:pt x="9610" y="74079"/>
                  <a:pt x="9580" y="74079"/>
                  <a:pt x="9551" y="74094"/>
                </a:cubicBezTo>
                <a:cubicBezTo>
                  <a:pt x="9507" y="74123"/>
                  <a:pt x="9477" y="74123"/>
                  <a:pt x="9419" y="74138"/>
                </a:cubicBezTo>
                <a:cubicBezTo>
                  <a:pt x="9433" y="72740"/>
                  <a:pt x="8977" y="71401"/>
                  <a:pt x="8477" y="69973"/>
                </a:cubicBezTo>
                <a:cubicBezTo>
                  <a:pt x="8020" y="68663"/>
                  <a:pt x="7564" y="67309"/>
                  <a:pt x="7432" y="65808"/>
                </a:cubicBezTo>
                <a:cubicBezTo>
                  <a:pt x="7196" y="62880"/>
                  <a:pt x="7814" y="60113"/>
                  <a:pt x="9271" y="57803"/>
                </a:cubicBezTo>
                <a:cubicBezTo>
                  <a:pt x="9316" y="57744"/>
                  <a:pt x="9330" y="57714"/>
                  <a:pt x="9360" y="57655"/>
                </a:cubicBezTo>
                <a:lnTo>
                  <a:pt x="9639" y="57494"/>
                </a:lnTo>
                <a:close/>
                <a:moveTo>
                  <a:pt x="10611" y="74005"/>
                </a:moveTo>
                <a:lnTo>
                  <a:pt x="10611" y="74005"/>
                </a:lnTo>
                <a:cubicBezTo>
                  <a:pt x="10596" y="74020"/>
                  <a:pt x="10596" y="74064"/>
                  <a:pt x="10581" y="74079"/>
                </a:cubicBezTo>
                <a:lnTo>
                  <a:pt x="10581" y="74094"/>
                </a:lnTo>
                <a:cubicBezTo>
                  <a:pt x="10522" y="74123"/>
                  <a:pt x="10478" y="74138"/>
                  <a:pt x="10434" y="74152"/>
                </a:cubicBezTo>
                <a:cubicBezTo>
                  <a:pt x="10449" y="74138"/>
                  <a:pt x="10463" y="74094"/>
                  <a:pt x="10463" y="74064"/>
                </a:cubicBezTo>
                <a:cubicBezTo>
                  <a:pt x="10522" y="74049"/>
                  <a:pt x="10566" y="74020"/>
                  <a:pt x="10611" y="74005"/>
                </a:cubicBezTo>
                <a:close/>
                <a:moveTo>
                  <a:pt x="10169" y="73991"/>
                </a:moveTo>
                <a:cubicBezTo>
                  <a:pt x="10154" y="74020"/>
                  <a:pt x="10154" y="74079"/>
                  <a:pt x="10140" y="74123"/>
                </a:cubicBezTo>
                <a:cubicBezTo>
                  <a:pt x="10081" y="74123"/>
                  <a:pt x="10022" y="74138"/>
                  <a:pt x="9978" y="74167"/>
                </a:cubicBezTo>
                <a:cubicBezTo>
                  <a:pt x="9978" y="74138"/>
                  <a:pt x="9992" y="74079"/>
                  <a:pt x="9992" y="74049"/>
                </a:cubicBezTo>
                <a:cubicBezTo>
                  <a:pt x="10037" y="74020"/>
                  <a:pt x="10110" y="74005"/>
                  <a:pt x="10169" y="73991"/>
                </a:cubicBezTo>
                <a:close/>
                <a:moveTo>
                  <a:pt x="9198" y="57758"/>
                </a:moveTo>
                <a:lnTo>
                  <a:pt x="9198" y="57758"/>
                </a:lnTo>
                <a:cubicBezTo>
                  <a:pt x="7726" y="60098"/>
                  <a:pt x="7079" y="62880"/>
                  <a:pt x="7344" y="65808"/>
                </a:cubicBezTo>
                <a:cubicBezTo>
                  <a:pt x="7476" y="67324"/>
                  <a:pt x="7947" y="68693"/>
                  <a:pt x="8403" y="70002"/>
                </a:cubicBezTo>
                <a:cubicBezTo>
                  <a:pt x="8903" y="71415"/>
                  <a:pt x="9360" y="72754"/>
                  <a:pt x="9345" y="74152"/>
                </a:cubicBezTo>
                <a:cubicBezTo>
                  <a:pt x="9271" y="74167"/>
                  <a:pt x="9198" y="74211"/>
                  <a:pt x="9124" y="74226"/>
                </a:cubicBezTo>
                <a:cubicBezTo>
                  <a:pt x="9051" y="72872"/>
                  <a:pt x="8536" y="71577"/>
                  <a:pt x="7976" y="70223"/>
                </a:cubicBezTo>
                <a:cubicBezTo>
                  <a:pt x="7432" y="68855"/>
                  <a:pt x="6858" y="67457"/>
                  <a:pt x="6711" y="65867"/>
                </a:cubicBezTo>
                <a:cubicBezTo>
                  <a:pt x="6461" y="63100"/>
                  <a:pt x="7196" y="60393"/>
                  <a:pt x="8815" y="58053"/>
                </a:cubicBezTo>
                <a:cubicBezTo>
                  <a:pt x="8845" y="57994"/>
                  <a:pt x="8903" y="57950"/>
                  <a:pt x="8933" y="57891"/>
                </a:cubicBezTo>
                <a:cubicBezTo>
                  <a:pt x="9036" y="57832"/>
                  <a:pt x="9124" y="57788"/>
                  <a:pt x="9198" y="57758"/>
                </a:cubicBezTo>
                <a:close/>
                <a:moveTo>
                  <a:pt x="10743" y="74094"/>
                </a:moveTo>
                <a:lnTo>
                  <a:pt x="10743" y="74094"/>
                </a:lnTo>
                <a:cubicBezTo>
                  <a:pt x="10728" y="74123"/>
                  <a:pt x="10728" y="74138"/>
                  <a:pt x="10714" y="74152"/>
                </a:cubicBezTo>
                <a:cubicBezTo>
                  <a:pt x="10669" y="74197"/>
                  <a:pt x="10640" y="74211"/>
                  <a:pt x="10596" y="74226"/>
                </a:cubicBezTo>
                <a:cubicBezTo>
                  <a:pt x="10611" y="74211"/>
                  <a:pt x="10611" y="74197"/>
                  <a:pt x="10640" y="74152"/>
                </a:cubicBezTo>
                <a:lnTo>
                  <a:pt x="10743" y="74094"/>
                </a:lnTo>
                <a:close/>
                <a:moveTo>
                  <a:pt x="10798" y="74220"/>
                </a:moveTo>
                <a:cubicBezTo>
                  <a:pt x="10801" y="74220"/>
                  <a:pt x="10802" y="74222"/>
                  <a:pt x="10802" y="74226"/>
                </a:cubicBezTo>
                <a:cubicBezTo>
                  <a:pt x="10788" y="74240"/>
                  <a:pt x="10760" y="74241"/>
                  <a:pt x="10758" y="74267"/>
                </a:cubicBezTo>
                <a:lnTo>
                  <a:pt x="10758" y="74267"/>
                </a:lnTo>
                <a:cubicBezTo>
                  <a:pt x="10758" y="74259"/>
                  <a:pt x="10761" y="74241"/>
                  <a:pt x="10772" y="74241"/>
                </a:cubicBezTo>
                <a:cubicBezTo>
                  <a:pt x="10783" y="74230"/>
                  <a:pt x="10793" y="74220"/>
                  <a:pt x="10798" y="74220"/>
                </a:cubicBezTo>
                <a:close/>
                <a:moveTo>
                  <a:pt x="9904" y="74064"/>
                </a:moveTo>
                <a:cubicBezTo>
                  <a:pt x="9904" y="74094"/>
                  <a:pt x="9875" y="74152"/>
                  <a:pt x="9875" y="74197"/>
                </a:cubicBezTo>
                <a:cubicBezTo>
                  <a:pt x="9831" y="74211"/>
                  <a:pt x="9757" y="74241"/>
                  <a:pt x="9698" y="74270"/>
                </a:cubicBezTo>
                <a:cubicBezTo>
                  <a:pt x="9698" y="74211"/>
                  <a:pt x="9713" y="74167"/>
                  <a:pt x="9713" y="74123"/>
                </a:cubicBezTo>
                <a:cubicBezTo>
                  <a:pt x="9772" y="74094"/>
                  <a:pt x="9845" y="74079"/>
                  <a:pt x="9904" y="74064"/>
                </a:cubicBezTo>
                <a:close/>
                <a:moveTo>
                  <a:pt x="10375" y="74094"/>
                </a:moveTo>
                <a:lnTo>
                  <a:pt x="10375" y="74094"/>
                </a:lnTo>
                <a:cubicBezTo>
                  <a:pt x="10360" y="74138"/>
                  <a:pt x="10360" y="74167"/>
                  <a:pt x="10346" y="74211"/>
                </a:cubicBezTo>
                <a:cubicBezTo>
                  <a:pt x="10287" y="74226"/>
                  <a:pt x="10228" y="74241"/>
                  <a:pt x="10199" y="74285"/>
                </a:cubicBezTo>
                <a:cubicBezTo>
                  <a:pt x="10199" y="74226"/>
                  <a:pt x="10213" y="74197"/>
                  <a:pt x="10213" y="74152"/>
                </a:cubicBezTo>
                <a:lnTo>
                  <a:pt x="10375" y="74094"/>
                </a:lnTo>
                <a:close/>
                <a:moveTo>
                  <a:pt x="8756" y="57979"/>
                </a:moveTo>
                <a:cubicBezTo>
                  <a:pt x="8771" y="57979"/>
                  <a:pt x="8771" y="58009"/>
                  <a:pt x="8756" y="58023"/>
                </a:cubicBezTo>
                <a:cubicBezTo>
                  <a:pt x="7123" y="60363"/>
                  <a:pt x="6387" y="63086"/>
                  <a:pt x="6637" y="65882"/>
                </a:cubicBezTo>
                <a:cubicBezTo>
                  <a:pt x="6784" y="67471"/>
                  <a:pt x="7358" y="68869"/>
                  <a:pt x="7917" y="70253"/>
                </a:cubicBezTo>
                <a:cubicBezTo>
                  <a:pt x="8462" y="71621"/>
                  <a:pt x="8977" y="72902"/>
                  <a:pt x="9036" y="74270"/>
                </a:cubicBezTo>
                <a:cubicBezTo>
                  <a:pt x="8962" y="74285"/>
                  <a:pt x="8889" y="74314"/>
                  <a:pt x="8815" y="74344"/>
                </a:cubicBezTo>
                <a:cubicBezTo>
                  <a:pt x="8668" y="72990"/>
                  <a:pt x="8094" y="71739"/>
                  <a:pt x="7491" y="70444"/>
                </a:cubicBezTo>
                <a:cubicBezTo>
                  <a:pt x="6843" y="69046"/>
                  <a:pt x="6181" y="67589"/>
                  <a:pt x="6019" y="65955"/>
                </a:cubicBezTo>
                <a:cubicBezTo>
                  <a:pt x="5754" y="63321"/>
                  <a:pt x="6608" y="60613"/>
                  <a:pt x="8374" y="58332"/>
                </a:cubicBezTo>
                <a:lnTo>
                  <a:pt x="8536" y="58112"/>
                </a:lnTo>
                <a:cubicBezTo>
                  <a:pt x="8609" y="58082"/>
                  <a:pt x="8683" y="58023"/>
                  <a:pt x="8756" y="57979"/>
                </a:cubicBezTo>
                <a:close/>
                <a:moveTo>
                  <a:pt x="10522" y="74211"/>
                </a:moveTo>
                <a:cubicBezTo>
                  <a:pt x="10508" y="74226"/>
                  <a:pt x="10508" y="74270"/>
                  <a:pt x="10493" y="74285"/>
                </a:cubicBezTo>
                <a:cubicBezTo>
                  <a:pt x="10449" y="74300"/>
                  <a:pt x="10390" y="74344"/>
                  <a:pt x="10360" y="74359"/>
                </a:cubicBezTo>
                <a:cubicBezTo>
                  <a:pt x="10375" y="74314"/>
                  <a:pt x="10375" y="74300"/>
                  <a:pt x="10390" y="74270"/>
                </a:cubicBezTo>
                <a:cubicBezTo>
                  <a:pt x="10434" y="74241"/>
                  <a:pt x="10463" y="74226"/>
                  <a:pt x="10522" y="74211"/>
                </a:cubicBezTo>
                <a:close/>
                <a:moveTo>
                  <a:pt x="9625" y="74152"/>
                </a:moveTo>
                <a:cubicBezTo>
                  <a:pt x="9625" y="74211"/>
                  <a:pt x="9610" y="74241"/>
                  <a:pt x="9610" y="74300"/>
                </a:cubicBezTo>
                <a:cubicBezTo>
                  <a:pt x="9551" y="74314"/>
                  <a:pt x="9477" y="74344"/>
                  <a:pt x="9419" y="74373"/>
                </a:cubicBezTo>
                <a:lnTo>
                  <a:pt x="9419" y="74226"/>
                </a:lnTo>
                <a:cubicBezTo>
                  <a:pt x="9477" y="74211"/>
                  <a:pt x="9507" y="74197"/>
                  <a:pt x="9566" y="74167"/>
                </a:cubicBezTo>
                <a:cubicBezTo>
                  <a:pt x="9580" y="74167"/>
                  <a:pt x="9610" y="74152"/>
                  <a:pt x="9625" y="74152"/>
                </a:cubicBezTo>
                <a:close/>
                <a:moveTo>
                  <a:pt x="10096" y="74197"/>
                </a:moveTo>
                <a:lnTo>
                  <a:pt x="10096" y="74197"/>
                </a:lnTo>
                <a:cubicBezTo>
                  <a:pt x="10081" y="74226"/>
                  <a:pt x="10081" y="74270"/>
                  <a:pt x="10066" y="74300"/>
                </a:cubicBezTo>
                <a:cubicBezTo>
                  <a:pt x="10022" y="74344"/>
                  <a:pt x="9978" y="74359"/>
                  <a:pt x="9919" y="74373"/>
                </a:cubicBezTo>
                <a:cubicBezTo>
                  <a:pt x="9934" y="74344"/>
                  <a:pt x="9934" y="74300"/>
                  <a:pt x="9934" y="74241"/>
                </a:cubicBezTo>
                <a:lnTo>
                  <a:pt x="10096" y="74197"/>
                </a:lnTo>
                <a:close/>
                <a:moveTo>
                  <a:pt x="10611" y="74314"/>
                </a:moveTo>
                <a:cubicBezTo>
                  <a:pt x="10611" y="74314"/>
                  <a:pt x="10596" y="74344"/>
                  <a:pt x="10596" y="74359"/>
                </a:cubicBezTo>
                <a:cubicBezTo>
                  <a:pt x="10581" y="74373"/>
                  <a:pt x="10537" y="74388"/>
                  <a:pt x="10522" y="74388"/>
                </a:cubicBezTo>
                <a:cubicBezTo>
                  <a:pt x="10522" y="74373"/>
                  <a:pt x="10537" y="74359"/>
                  <a:pt x="10537" y="74359"/>
                </a:cubicBezTo>
                <a:cubicBezTo>
                  <a:pt x="10552" y="74329"/>
                  <a:pt x="10596" y="74329"/>
                  <a:pt x="10611" y="74314"/>
                </a:cubicBezTo>
                <a:close/>
                <a:moveTo>
                  <a:pt x="8374" y="58200"/>
                </a:moveTo>
                <a:lnTo>
                  <a:pt x="8315" y="58259"/>
                </a:lnTo>
                <a:cubicBezTo>
                  <a:pt x="6534" y="60555"/>
                  <a:pt x="5681" y="63277"/>
                  <a:pt x="5945" y="65926"/>
                </a:cubicBezTo>
                <a:cubicBezTo>
                  <a:pt x="6107" y="67589"/>
                  <a:pt x="6770" y="69031"/>
                  <a:pt x="7417" y="70444"/>
                </a:cubicBezTo>
                <a:cubicBezTo>
                  <a:pt x="8020" y="71739"/>
                  <a:pt x="8594" y="72990"/>
                  <a:pt x="8742" y="74329"/>
                </a:cubicBezTo>
                <a:cubicBezTo>
                  <a:pt x="8668" y="74359"/>
                  <a:pt x="8594" y="74388"/>
                  <a:pt x="8521" y="74403"/>
                </a:cubicBezTo>
                <a:cubicBezTo>
                  <a:pt x="8300" y="73078"/>
                  <a:pt x="7667" y="71871"/>
                  <a:pt x="7005" y="70576"/>
                </a:cubicBezTo>
                <a:cubicBezTo>
                  <a:pt x="6269" y="69149"/>
                  <a:pt x="5519" y="67677"/>
                  <a:pt x="5327" y="65985"/>
                </a:cubicBezTo>
                <a:cubicBezTo>
                  <a:pt x="5077" y="63424"/>
                  <a:pt x="5990" y="60790"/>
                  <a:pt x="7947" y="58553"/>
                </a:cubicBezTo>
                <a:lnTo>
                  <a:pt x="8182" y="58318"/>
                </a:lnTo>
                <a:cubicBezTo>
                  <a:pt x="8241" y="58274"/>
                  <a:pt x="8315" y="58244"/>
                  <a:pt x="8374" y="58200"/>
                </a:cubicBezTo>
                <a:close/>
                <a:moveTo>
                  <a:pt x="9330" y="74226"/>
                </a:moveTo>
                <a:lnTo>
                  <a:pt x="9330" y="74388"/>
                </a:lnTo>
                <a:lnTo>
                  <a:pt x="9316" y="74388"/>
                </a:lnTo>
                <a:cubicBezTo>
                  <a:pt x="9257" y="74432"/>
                  <a:pt x="9183" y="74447"/>
                  <a:pt x="9124" y="74462"/>
                </a:cubicBezTo>
                <a:lnTo>
                  <a:pt x="9124" y="74300"/>
                </a:lnTo>
                <a:cubicBezTo>
                  <a:pt x="9198" y="74285"/>
                  <a:pt x="9271" y="74270"/>
                  <a:pt x="9330" y="74226"/>
                </a:cubicBezTo>
                <a:close/>
                <a:moveTo>
                  <a:pt x="10287" y="74314"/>
                </a:moveTo>
                <a:lnTo>
                  <a:pt x="10287" y="74314"/>
                </a:lnTo>
                <a:cubicBezTo>
                  <a:pt x="10257" y="74359"/>
                  <a:pt x="10257" y="74373"/>
                  <a:pt x="10243" y="74417"/>
                </a:cubicBezTo>
                <a:cubicBezTo>
                  <a:pt x="10213" y="74432"/>
                  <a:pt x="10154" y="74447"/>
                  <a:pt x="10110" y="74462"/>
                </a:cubicBezTo>
                <a:cubicBezTo>
                  <a:pt x="10110" y="74447"/>
                  <a:pt x="10140" y="74417"/>
                  <a:pt x="10140" y="74388"/>
                </a:cubicBezTo>
                <a:lnTo>
                  <a:pt x="10140" y="74373"/>
                </a:lnTo>
                <a:cubicBezTo>
                  <a:pt x="10184" y="74359"/>
                  <a:pt x="10228" y="74344"/>
                  <a:pt x="10287" y="74314"/>
                </a:cubicBezTo>
                <a:close/>
                <a:moveTo>
                  <a:pt x="9860" y="74285"/>
                </a:moveTo>
                <a:cubicBezTo>
                  <a:pt x="9860" y="74314"/>
                  <a:pt x="9845" y="74373"/>
                  <a:pt x="9816" y="74417"/>
                </a:cubicBezTo>
                <a:cubicBezTo>
                  <a:pt x="9772" y="74447"/>
                  <a:pt x="9713" y="74462"/>
                  <a:pt x="9654" y="74491"/>
                </a:cubicBezTo>
                <a:cubicBezTo>
                  <a:pt x="9654" y="74447"/>
                  <a:pt x="9669" y="74388"/>
                  <a:pt x="9669" y="74359"/>
                </a:cubicBezTo>
                <a:cubicBezTo>
                  <a:pt x="9728" y="74344"/>
                  <a:pt x="9801" y="74314"/>
                  <a:pt x="9860" y="74285"/>
                </a:cubicBezTo>
                <a:close/>
                <a:moveTo>
                  <a:pt x="7947" y="58450"/>
                </a:moveTo>
                <a:cubicBezTo>
                  <a:pt x="7932" y="58465"/>
                  <a:pt x="7903" y="58494"/>
                  <a:pt x="7873" y="58509"/>
                </a:cubicBezTo>
                <a:cubicBezTo>
                  <a:pt x="5901" y="60775"/>
                  <a:pt x="4959" y="63424"/>
                  <a:pt x="5239" y="66000"/>
                </a:cubicBezTo>
                <a:cubicBezTo>
                  <a:pt x="5430" y="67692"/>
                  <a:pt x="6181" y="69178"/>
                  <a:pt x="6917" y="70621"/>
                </a:cubicBezTo>
                <a:cubicBezTo>
                  <a:pt x="7579" y="71886"/>
                  <a:pt x="8197" y="73122"/>
                  <a:pt x="8418" y="74432"/>
                </a:cubicBezTo>
                <a:cubicBezTo>
                  <a:pt x="8344" y="74447"/>
                  <a:pt x="8271" y="74491"/>
                  <a:pt x="8197" y="74506"/>
                </a:cubicBezTo>
                <a:cubicBezTo>
                  <a:pt x="7903" y="73181"/>
                  <a:pt x="7226" y="71974"/>
                  <a:pt x="6505" y="70724"/>
                </a:cubicBezTo>
                <a:cubicBezTo>
                  <a:pt x="5681" y="69281"/>
                  <a:pt x="4812" y="67766"/>
                  <a:pt x="4636" y="66058"/>
                </a:cubicBezTo>
                <a:cubicBezTo>
                  <a:pt x="4268" y="62718"/>
                  <a:pt x="6269" y="60084"/>
                  <a:pt x="7505" y="58818"/>
                </a:cubicBezTo>
                <a:lnTo>
                  <a:pt x="7814" y="58494"/>
                </a:lnTo>
                <a:cubicBezTo>
                  <a:pt x="7859" y="58494"/>
                  <a:pt x="7903" y="58480"/>
                  <a:pt x="7947" y="58450"/>
                </a:cubicBezTo>
                <a:close/>
                <a:moveTo>
                  <a:pt x="10419" y="74388"/>
                </a:moveTo>
                <a:cubicBezTo>
                  <a:pt x="10390" y="74417"/>
                  <a:pt x="10390" y="74432"/>
                  <a:pt x="10375" y="74447"/>
                </a:cubicBezTo>
                <a:cubicBezTo>
                  <a:pt x="10346" y="74506"/>
                  <a:pt x="10316" y="74520"/>
                  <a:pt x="10287" y="74520"/>
                </a:cubicBezTo>
                <a:cubicBezTo>
                  <a:pt x="10302" y="74506"/>
                  <a:pt x="10302" y="74491"/>
                  <a:pt x="10316" y="74447"/>
                </a:cubicBezTo>
                <a:cubicBezTo>
                  <a:pt x="10360" y="74432"/>
                  <a:pt x="10390" y="74417"/>
                  <a:pt x="10419" y="74388"/>
                </a:cubicBezTo>
                <a:close/>
                <a:moveTo>
                  <a:pt x="10455" y="74549"/>
                </a:moveTo>
                <a:cubicBezTo>
                  <a:pt x="10450" y="74556"/>
                  <a:pt x="10445" y="74561"/>
                  <a:pt x="10441" y="74565"/>
                </a:cubicBezTo>
                <a:lnTo>
                  <a:pt x="10441" y="74565"/>
                </a:lnTo>
                <a:lnTo>
                  <a:pt x="10449" y="74550"/>
                </a:lnTo>
                <a:cubicBezTo>
                  <a:pt x="10451" y="74550"/>
                  <a:pt x="10453" y="74550"/>
                  <a:pt x="10455" y="74549"/>
                </a:cubicBezTo>
                <a:close/>
                <a:moveTo>
                  <a:pt x="9051" y="74344"/>
                </a:moveTo>
                <a:lnTo>
                  <a:pt x="9051" y="74506"/>
                </a:lnTo>
                <a:cubicBezTo>
                  <a:pt x="8977" y="74520"/>
                  <a:pt x="8918" y="74565"/>
                  <a:pt x="8845" y="74579"/>
                </a:cubicBezTo>
                <a:cubicBezTo>
                  <a:pt x="8845" y="74520"/>
                  <a:pt x="8845" y="74462"/>
                  <a:pt x="8830" y="74417"/>
                </a:cubicBezTo>
                <a:cubicBezTo>
                  <a:pt x="8903" y="74373"/>
                  <a:pt x="8977" y="74359"/>
                  <a:pt x="9051" y="74344"/>
                </a:cubicBezTo>
                <a:close/>
                <a:moveTo>
                  <a:pt x="9580" y="74373"/>
                </a:moveTo>
                <a:cubicBezTo>
                  <a:pt x="9580" y="74432"/>
                  <a:pt x="9566" y="74462"/>
                  <a:pt x="9566" y="74520"/>
                </a:cubicBezTo>
                <a:cubicBezTo>
                  <a:pt x="9507" y="74535"/>
                  <a:pt x="9463" y="74579"/>
                  <a:pt x="9389" y="74594"/>
                </a:cubicBezTo>
                <a:cubicBezTo>
                  <a:pt x="9404" y="74565"/>
                  <a:pt x="9404" y="74506"/>
                  <a:pt x="9404" y="74447"/>
                </a:cubicBezTo>
                <a:cubicBezTo>
                  <a:pt x="9463" y="74432"/>
                  <a:pt x="9536" y="74417"/>
                  <a:pt x="9580" y="74373"/>
                </a:cubicBezTo>
                <a:close/>
                <a:moveTo>
                  <a:pt x="10037" y="74417"/>
                </a:moveTo>
                <a:lnTo>
                  <a:pt x="10037" y="74417"/>
                </a:lnTo>
                <a:cubicBezTo>
                  <a:pt x="10022" y="74447"/>
                  <a:pt x="10022" y="74491"/>
                  <a:pt x="10007" y="74520"/>
                </a:cubicBezTo>
                <a:cubicBezTo>
                  <a:pt x="9948" y="74535"/>
                  <a:pt x="9919" y="74579"/>
                  <a:pt x="9860" y="74594"/>
                </a:cubicBezTo>
                <a:cubicBezTo>
                  <a:pt x="9875" y="74579"/>
                  <a:pt x="9875" y="74565"/>
                  <a:pt x="9875" y="74520"/>
                </a:cubicBezTo>
                <a:cubicBezTo>
                  <a:pt x="9875" y="74506"/>
                  <a:pt x="9875" y="74491"/>
                  <a:pt x="9889" y="74462"/>
                </a:cubicBezTo>
                <a:cubicBezTo>
                  <a:pt x="9948" y="74447"/>
                  <a:pt x="10007" y="74432"/>
                  <a:pt x="10037" y="74417"/>
                </a:cubicBezTo>
                <a:close/>
                <a:moveTo>
                  <a:pt x="7440" y="58780"/>
                </a:moveTo>
                <a:lnTo>
                  <a:pt x="7440" y="58780"/>
                </a:lnTo>
                <a:cubicBezTo>
                  <a:pt x="6204" y="60048"/>
                  <a:pt x="4195" y="62694"/>
                  <a:pt x="4562" y="66073"/>
                </a:cubicBezTo>
                <a:cubicBezTo>
                  <a:pt x="4739" y="67810"/>
                  <a:pt x="5607" y="69340"/>
                  <a:pt x="6461" y="70782"/>
                </a:cubicBezTo>
                <a:cubicBezTo>
                  <a:pt x="7167" y="72033"/>
                  <a:pt x="7859" y="73240"/>
                  <a:pt x="8153" y="74535"/>
                </a:cubicBezTo>
                <a:cubicBezTo>
                  <a:pt x="8079" y="74565"/>
                  <a:pt x="8006" y="74594"/>
                  <a:pt x="7932" y="74609"/>
                </a:cubicBezTo>
                <a:cubicBezTo>
                  <a:pt x="7564" y="73270"/>
                  <a:pt x="6799" y="72063"/>
                  <a:pt x="6048" y="70856"/>
                </a:cubicBezTo>
                <a:cubicBezTo>
                  <a:pt x="5136" y="69384"/>
                  <a:pt x="4179" y="67869"/>
                  <a:pt x="3973" y="66117"/>
                </a:cubicBezTo>
                <a:cubicBezTo>
                  <a:pt x="3694" y="63704"/>
                  <a:pt x="4842" y="61128"/>
                  <a:pt x="7093" y="59053"/>
                </a:cubicBezTo>
                <a:cubicBezTo>
                  <a:pt x="7185" y="58975"/>
                  <a:pt x="7310" y="58874"/>
                  <a:pt x="7440" y="58780"/>
                </a:cubicBezTo>
                <a:close/>
                <a:moveTo>
                  <a:pt x="8756" y="74417"/>
                </a:moveTo>
                <a:lnTo>
                  <a:pt x="8756" y="74594"/>
                </a:lnTo>
                <a:cubicBezTo>
                  <a:pt x="8683" y="74609"/>
                  <a:pt x="8609" y="74653"/>
                  <a:pt x="8550" y="74668"/>
                </a:cubicBezTo>
                <a:cubicBezTo>
                  <a:pt x="8550" y="74609"/>
                  <a:pt x="8536" y="74550"/>
                  <a:pt x="8536" y="74491"/>
                </a:cubicBezTo>
                <a:cubicBezTo>
                  <a:pt x="8609" y="74462"/>
                  <a:pt x="8683" y="74432"/>
                  <a:pt x="8756" y="74417"/>
                </a:cubicBezTo>
                <a:close/>
                <a:moveTo>
                  <a:pt x="10199" y="74520"/>
                </a:moveTo>
                <a:cubicBezTo>
                  <a:pt x="10169" y="74535"/>
                  <a:pt x="10169" y="74579"/>
                  <a:pt x="10154" y="74594"/>
                </a:cubicBezTo>
                <a:cubicBezTo>
                  <a:pt x="10110" y="74609"/>
                  <a:pt x="10081" y="74653"/>
                  <a:pt x="10051" y="74668"/>
                </a:cubicBezTo>
                <a:cubicBezTo>
                  <a:pt x="10066" y="74638"/>
                  <a:pt x="10066" y="74609"/>
                  <a:pt x="10081" y="74579"/>
                </a:cubicBezTo>
                <a:lnTo>
                  <a:pt x="10199" y="74520"/>
                </a:lnTo>
                <a:close/>
                <a:moveTo>
                  <a:pt x="9330" y="74491"/>
                </a:moveTo>
                <a:cubicBezTo>
                  <a:pt x="9330" y="74535"/>
                  <a:pt x="9316" y="74579"/>
                  <a:pt x="9316" y="74638"/>
                </a:cubicBezTo>
                <a:cubicBezTo>
                  <a:pt x="9257" y="74668"/>
                  <a:pt x="9183" y="74682"/>
                  <a:pt x="9124" y="74712"/>
                </a:cubicBezTo>
                <a:lnTo>
                  <a:pt x="9124" y="74565"/>
                </a:lnTo>
                <a:cubicBezTo>
                  <a:pt x="9198" y="74535"/>
                  <a:pt x="9257" y="74506"/>
                  <a:pt x="9330" y="74491"/>
                </a:cubicBezTo>
                <a:close/>
                <a:moveTo>
                  <a:pt x="9801" y="74506"/>
                </a:moveTo>
                <a:lnTo>
                  <a:pt x="9801" y="74506"/>
                </a:lnTo>
                <a:cubicBezTo>
                  <a:pt x="9786" y="74535"/>
                  <a:pt x="9786" y="74579"/>
                  <a:pt x="9772" y="74609"/>
                </a:cubicBezTo>
                <a:cubicBezTo>
                  <a:pt x="9728" y="74653"/>
                  <a:pt x="9683" y="74682"/>
                  <a:pt x="9625" y="74712"/>
                </a:cubicBezTo>
                <a:lnTo>
                  <a:pt x="9625" y="74668"/>
                </a:lnTo>
                <a:cubicBezTo>
                  <a:pt x="9625" y="74638"/>
                  <a:pt x="9639" y="74609"/>
                  <a:pt x="9639" y="74579"/>
                </a:cubicBezTo>
                <a:cubicBezTo>
                  <a:pt x="9698" y="74565"/>
                  <a:pt x="9742" y="74535"/>
                  <a:pt x="9801" y="74506"/>
                </a:cubicBezTo>
                <a:close/>
                <a:moveTo>
                  <a:pt x="10287" y="74638"/>
                </a:moveTo>
                <a:cubicBezTo>
                  <a:pt x="10287" y="74638"/>
                  <a:pt x="10287" y="74653"/>
                  <a:pt x="10272" y="74668"/>
                </a:cubicBezTo>
                <a:cubicBezTo>
                  <a:pt x="10243" y="74682"/>
                  <a:pt x="10213" y="74712"/>
                  <a:pt x="10199" y="74726"/>
                </a:cubicBezTo>
                <a:cubicBezTo>
                  <a:pt x="10199" y="74712"/>
                  <a:pt x="10213" y="74682"/>
                  <a:pt x="10213" y="74668"/>
                </a:cubicBezTo>
                <a:cubicBezTo>
                  <a:pt x="10228" y="74653"/>
                  <a:pt x="10257" y="74653"/>
                  <a:pt x="10287" y="74638"/>
                </a:cubicBezTo>
                <a:close/>
                <a:moveTo>
                  <a:pt x="6887" y="59142"/>
                </a:moveTo>
                <a:cubicBezTo>
                  <a:pt x="4680" y="61217"/>
                  <a:pt x="3576" y="63777"/>
                  <a:pt x="3841" y="66176"/>
                </a:cubicBezTo>
                <a:cubicBezTo>
                  <a:pt x="4047" y="67942"/>
                  <a:pt x="5018" y="69458"/>
                  <a:pt x="5945" y="70959"/>
                </a:cubicBezTo>
                <a:cubicBezTo>
                  <a:pt x="6681" y="72122"/>
                  <a:pt x="7447" y="73358"/>
                  <a:pt x="7814" y="74682"/>
                </a:cubicBezTo>
                <a:cubicBezTo>
                  <a:pt x="7741" y="74726"/>
                  <a:pt x="7667" y="74741"/>
                  <a:pt x="7594" y="74785"/>
                </a:cubicBezTo>
                <a:cubicBezTo>
                  <a:pt x="7167" y="73402"/>
                  <a:pt x="6343" y="72210"/>
                  <a:pt x="5533" y="71033"/>
                </a:cubicBezTo>
                <a:cubicBezTo>
                  <a:pt x="4533" y="69532"/>
                  <a:pt x="3458" y="68016"/>
                  <a:pt x="3238" y="66220"/>
                </a:cubicBezTo>
                <a:cubicBezTo>
                  <a:pt x="2943" y="63895"/>
                  <a:pt x="4209" y="61335"/>
                  <a:pt x="6608" y="59363"/>
                </a:cubicBezTo>
                <a:lnTo>
                  <a:pt x="6887" y="59142"/>
                </a:lnTo>
                <a:close/>
                <a:moveTo>
                  <a:pt x="8447" y="74520"/>
                </a:moveTo>
                <a:cubicBezTo>
                  <a:pt x="8462" y="74594"/>
                  <a:pt x="8462" y="74653"/>
                  <a:pt x="8477" y="74712"/>
                </a:cubicBezTo>
                <a:cubicBezTo>
                  <a:pt x="8403" y="74726"/>
                  <a:pt x="8330" y="74756"/>
                  <a:pt x="8256" y="74785"/>
                </a:cubicBezTo>
                <a:cubicBezTo>
                  <a:pt x="8241" y="74726"/>
                  <a:pt x="8241" y="74653"/>
                  <a:pt x="8227" y="74594"/>
                </a:cubicBezTo>
                <a:cubicBezTo>
                  <a:pt x="8300" y="74579"/>
                  <a:pt x="8374" y="74535"/>
                  <a:pt x="8447" y="74520"/>
                </a:cubicBezTo>
                <a:close/>
                <a:moveTo>
                  <a:pt x="9978" y="74653"/>
                </a:moveTo>
                <a:lnTo>
                  <a:pt x="9978" y="74653"/>
                </a:lnTo>
                <a:cubicBezTo>
                  <a:pt x="9948" y="74682"/>
                  <a:pt x="9948" y="74712"/>
                  <a:pt x="9934" y="74741"/>
                </a:cubicBezTo>
                <a:cubicBezTo>
                  <a:pt x="9904" y="74741"/>
                  <a:pt x="9860" y="74756"/>
                  <a:pt x="9801" y="74800"/>
                </a:cubicBezTo>
                <a:cubicBezTo>
                  <a:pt x="9831" y="74756"/>
                  <a:pt x="9831" y="74726"/>
                  <a:pt x="9845" y="74712"/>
                </a:cubicBezTo>
                <a:cubicBezTo>
                  <a:pt x="9875" y="74682"/>
                  <a:pt x="9934" y="74668"/>
                  <a:pt x="9978" y="74653"/>
                </a:cubicBezTo>
                <a:close/>
                <a:moveTo>
                  <a:pt x="9051" y="74579"/>
                </a:moveTo>
                <a:lnTo>
                  <a:pt x="9051" y="74741"/>
                </a:lnTo>
                <a:cubicBezTo>
                  <a:pt x="8992" y="74756"/>
                  <a:pt x="8918" y="74800"/>
                  <a:pt x="8874" y="74815"/>
                </a:cubicBezTo>
                <a:lnTo>
                  <a:pt x="8874" y="74653"/>
                </a:lnTo>
                <a:cubicBezTo>
                  <a:pt x="8903" y="74638"/>
                  <a:pt x="8977" y="74609"/>
                  <a:pt x="9051" y="74579"/>
                </a:cubicBezTo>
                <a:close/>
                <a:moveTo>
                  <a:pt x="9551" y="74609"/>
                </a:moveTo>
                <a:lnTo>
                  <a:pt x="9551" y="74653"/>
                </a:lnTo>
                <a:cubicBezTo>
                  <a:pt x="9551" y="74682"/>
                  <a:pt x="9536" y="74712"/>
                  <a:pt x="9536" y="74741"/>
                </a:cubicBezTo>
                <a:cubicBezTo>
                  <a:pt x="9477" y="74785"/>
                  <a:pt x="9419" y="74800"/>
                  <a:pt x="9360" y="74815"/>
                </a:cubicBezTo>
                <a:cubicBezTo>
                  <a:pt x="9360" y="74756"/>
                  <a:pt x="9374" y="74726"/>
                  <a:pt x="9374" y="74682"/>
                </a:cubicBezTo>
                <a:cubicBezTo>
                  <a:pt x="9433" y="74668"/>
                  <a:pt x="9492" y="74638"/>
                  <a:pt x="9551" y="74609"/>
                </a:cubicBezTo>
                <a:close/>
                <a:moveTo>
                  <a:pt x="10096" y="74726"/>
                </a:moveTo>
                <a:cubicBezTo>
                  <a:pt x="10081" y="74741"/>
                  <a:pt x="10081" y="74785"/>
                  <a:pt x="10066" y="74800"/>
                </a:cubicBezTo>
                <a:cubicBezTo>
                  <a:pt x="10022" y="74815"/>
                  <a:pt x="10007" y="74829"/>
                  <a:pt x="9978" y="74859"/>
                </a:cubicBezTo>
                <a:cubicBezTo>
                  <a:pt x="9992" y="74829"/>
                  <a:pt x="9992" y="74800"/>
                  <a:pt x="10007" y="74785"/>
                </a:cubicBezTo>
                <a:cubicBezTo>
                  <a:pt x="10051" y="74756"/>
                  <a:pt x="10066" y="74741"/>
                  <a:pt x="10096" y="74726"/>
                </a:cubicBezTo>
                <a:close/>
                <a:moveTo>
                  <a:pt x="8138" y="74653"/>
                </a:moveTo>
                <a:cubicBezTo>
                  <a:pt x="8168" y="74682"/>
                  <a:pt x="8168" y="74756"/>
                  <a:pt x="8182" y="74815"/>
                </a:cubicBezTo>
                <a:cubicBezTo>
                  <a:pt x="8109" y="74829"/>
                  <a:pt x="8035" y="74874"/>
                  <a:pt x="7962" y="74903"/>
                </a:cubicBezTo>
                <a:cubicBezTo>
                  <a:pt x="7947" y="74859"/>
                  <a:pt x="7932" y="74785"/>
                  <a:pt x="7903" y="74726"/>
                </a:cubicBezTo>
                <a:cubicBezTo>
                  <a:pt x="7991" y="74697"/>
                  <a:pt x="8050" y="74668"/>
                  <a:pt x="8138" y="74653"/>
                </a:cubicBezTo>
                <a:close/>
                <a:moveTo>
                  <a:pt x="9742" y="74726"/>
                </a:moveTo>
                <a:cubicBezTo>
                  <a:pt x="9728" y="74756"/>
                  <a:pt x="9728" y="74800"/>
                  <a:pt x="9713" y="74829"/>
                </a:cubicBezTo>
                <a:cubicBezTo>
                  <a:pt x="9669" y="74859"/>
                  <a:pt x="9625" y="74888"/>
                  <a:pt x="9580" y="74903"/>
                </a:cubicBezTo>
                <a:cubicBezTo>
                  <a:pt x="9580" y="74888"/>
                  <a:pt x="9580" y="74859"/>
                  <a:pt x="9610" y="74800"/>
                </a:cubicBezTo>
                <a:cubicBezTo>
                  <a:pt x="9654" y="74785"/>
                  <a:pt x="9698" y="74756"/>
                  <a:pt x="9742" y="74726"/>
                </a:cubicBezTo>
                <a:close/>
                <a:moveTo>
                  <a:pt x="8771" y="74682"/>
                </a:moveTo>
                <a:lnTo>
                  <a:pt x="8771" y="74859"/>
                </a:lnTo>
                <a:cubicBezTo>
                  <a:pt x="8727" y="74874"/>
                  <a:pt x="8639" y="74903"/>
                  <a:pt x="8580" y="74918"/>
                </a:cubicBezTo>
                <a:cubicBezTo>
                  <a:pt x="8580" y="74874"/>
                  <a:pt x="8550" y="74815"/>
                  <a:pt x="8550" y="74756"/>
                </a:cubicBezTo>
                <a:cubicBezTo>
                  <a:pt x="8624" y="74741"/>
                  <a:pt x="8697" y="74712"/>
                  <a:pt x="8771" y="74682"/>
                </a:cubicBezTo>
                <a:close/>
                <a:moveTo>
                  <a:pt x="9286" y="74726"/>
                </a:moveTo>
                <a:lnTo>
                  <a:pt x="9286" y="74800"/>
                </a:lnTo>
                <a:cubicBezTo>
                  <a:pt x="9286" y="74815"/>
                  <a:pt x="9286" y="74829"/>
                  <a:pt x="9271" y="74874"/>
                </a:cubicBezTo>
                <a:cubicBezTo>
                  <a:pt x="9213" y="74888"/>
                  <a:pt x="9168" y="74918"/>
                  <a:pt x="9110" y="74947"/>
                </a:cubicBezTo>
                <a:lnTo>
                  <a:pt x="9110" y="74800"/>
                </a:lnTo>
                <a:cubicBezTo>
                  <a:pt x="9183" y="74785"/>
                  <a:pt x="9242" y="74741"/>
                  <a:pt x="9286" y="74726"/>
                </a:cubicBezTo>
                <a:close/>
                <a:moveTo>
                  <a:pt x="9889" y="74859"/>
                </a:moveTo>
                <a:lnTo>
                  <a:pt x="9889" y="74859"/>
                </a:lnTo>
                <a:cubicBezTo>
                  <a:pt x="9875" y="74888"/>
                  <a:pt x="9875" y="74903"/>
                  <a:pt x="9860" y="74947"/>
                </a:cubicBezTo>
                <a:cubicBezTo>
                  <a:pt x="9831" y="74947"/>
                  <a:pt x="9786" y="74962"/>
                  <a:pt x="9742" y="75006"/>
                </a:cubicBezTo>
                <a:cubicBezTo>
                  <a:pt x="9772" y="74962"/>
                  <a:pt x="9772" y="74947"/>
                  <a:pt x="9786" y="74903"/>
                </a:cubicBezTo>
                <a:lnTo>
                  <a:pt x="9889" y="74859"/>
                </a:lnTo>
                <a:close/>
                <a:moveTo>
                  <a:pt x="7844" y="74741"/>
                </a:moveTo>
                <a:cubicBezTo>
                  <a:pt x="7859" y="74800"/>
                  <a:pt x="7873" y="74874"/>
                  <a:pt x="7888" y="74932"/>
                </a:cubicBezTo>
                <a:cubicBezTo>
                  <a:pt x="7814" y="74962"/>
                  <a:pt x="7741" y="74977"/>
                  <a:pt x="7667" y="75021"/>
                </a:cubicBezTo>
                <a:cubicBezTo>
                  <a:pt x="7653" y="74947"/>
                  <a:pt x="7638" y="74888"/>
                  <a:pt x="7623" y="74829"/>
                </a:cubicBezTo>
                <a:cubicBezTo>
                  <a:pt x="7697" y="74800"/>
                  <a:pt x="7770" y="74785"/>
                  <a:pt x="7844" y="74741"/>
                </a:cubicBezTo>
                <a:close/>
                <a:moveTo>
                  <a:pt x="9992" y="74932"/>
                </a:moveTo>
                <a:lnTo>
                  <a:pt x="9992" y="74932"/>
                </a:lnTo>
                <a:cubicBezTo>
                  <a:pt x="9978" y="74962"/>
                  <a:pt x="9978" y="74962"/>
                  <a:pt x="9948" y="74977"/>
                </a:cubicBezTo>
                <a:cubicBezTo>
                  <a:pt x="9934" y="75006"/>
                  <a:pt x="9919" y="75021"/>
                  <a:pt x="9904" y="75021"/>
                </a:cubicBezTo>
                <a:cubicBezTo>
                  <a:pt x="9904" y="75006"/>
                  <a:pt x="9919" y="74977"/>
                  <a:pt x="9919" y="74962"/>
                </a:cubicBezTo>
                <a:cubicBezTo>
                  <a:pt x="9934" y="74947"/>
                  <a:pt x="9948" y="74947"/>
                  <a:pt x="9992" y="74932"/>
                </a:cubicBezTo>
                <a:close/>
                <a:moveTo>
                  <a:pt x="8477" y="74800"/>
                </a:moveTo>
                <a:cubicBezTo>
                  <a:pt x="8477" y="74859"/>
                  <a:pt x="8506" y="74903"/>
                  <a:pt x="8506" y="74962"/>
                </a:cubicBezTo>
                <a:cubicBezTo>
                  <a:pt x="8418" y="74977"/>
                  <a:pt x="8374" y="75021"/>
                  <a:pt x="8300" y="75035"/>
                </a:cubicBezTo>
                <a:cubicBezTo>
                  <a:pt x="8300" y="74977"/>
                  <a:pt x="8285" y="74918"/>
                  <a:pt x="8256" y="74859"/>
                </a:cubicBezTo>
                <a:cubicBezTo>
                  <a:pt x="8359" y="74859"/>
                  <a:pt x="8403" y="74815"/>
                  <a:pt x="8477" y="74800"/>
                </a:cubicBezTo>
                <a:close/>
                <a:moveTo>
                  <a:pt x="9492" y="74829"/>
                </a:moveTo>
                <a:lnTo>
                  <a:pt x="9492" y="74829"/>
                </a:lnTo>
                <a:cubicBezTo>
                  <a:pt x="9477" y="74874"/>
                  <a:pt x="9477" y="74903"/>
                  <a:pt x="9448" y="74962"/>
                </a:cubicBezTo>
                <a:cubicBezTo>
                  <a:pt x="9433" y="75006"/>
                  <a:pt x="9374" y="75021"/>
                  <a:pt x="9330" y="75035"/>
                </a:cubicBezTo>
                <a:cubicBezTo>
                  <a:pt x="9330" y="75006"/>
                  <a:pt x="9345" y="74962"/>
                  <a:pt x="9345" y="74903"/>
                </a:cubicBezTo>
                <a:cubicBezTo>
                  <a:pt x="9404" y="74888"/>
                  <a:pt x="9448" y="74859"/>
                  <a:pt x="9492" y="74829"/>
                </a:cubicBezTo>
                <a:close/>
                <a:moveTo>
                  <a:pt x="9036" y="74829"/>
                </a:moveTo>
                <a:lnTo>
                  <a:pt x="9036" y="74947"/>
                </a:lnTo>
                <a:lnTo>
                  <a:pt x="9036" y="74977"/>
                </a:lnTo>
                <a:cubicBezTo>
                  <a:pt x="8977" y="75006"/>
                  <a:pt x="8918" y="75035"/>
                  <a:pt x="8874" y="75050"/>
                </a:cubicBezTo>
                <a:lnTo>
                  <a:pt x="8874" y="74903"/>
                </a:lnTo>
                <a:cubicBezTo>
                  <a:pt x="8918" y="74888"/>
                  <a:pt x="8977" y="74859"/>
                  <a:pt x="9036" y="74829"/>
                </a:cubicBezTo>
                <a:close/>
                <a:moveTo>
                  <a:pt x="9698" y="74947"/>
                </a:moveTo>
                <a:lnTo>
                  <a:pt x="9698" y="74947"/>
                </a:lnTo>
                <a:cubicBezTo>
                  <a:pt x="9683" y="74977"/>
                  <a:pt x="9683" y="75021"/>
                  <a:pt x="9654" y="75035"/>
                </a:cubicBezTo>
                <a:cubicBezTo>
                  <a:pt x="9610" y="75080"/>
                  <a:pt x="9566" y="75109"/>
                  <a:pt x="9536" y="75124"/>
                </a:cubicBezTo>
                <a:cubicBezTo>
                  <a:pt x="9551" y="75094"/>
                  <a:pt x="9551" y="75050"/>
                  <a:pt x="9566" y="75021"/>
                </a:cubicBezTo>
                <a:cubicBezTo>
                  <a:pt x="9610" y="75006"/>
                  <a:pt x="9654" y="74977"/>
                  <a:pt x="9698" y="74947"/>
                </a:cubicBezTo>
                <a:close/>
                <a:moveTo>
                  <a:pt x="9271" y="74962"/>
                </a:moveTo>
                <a:cubicBezTo>
                  <a:pt x="9271" y="75006"/>
                  <a:pt x="9257" y="75050"/>
                  <a:pt x="9257" y="75094"/>
                </a:cubicBezTo>
                <a:cubicBezTo>
                  <a:pt x="9198" y="75109"/>
                  <a:pt x="9139" y="75153"/>
                  <a:pt x="9095" y="75168"/>
                </a:cubicBezTo>
                <a:cubicBezTo>
                  <a:pt x="9095" y="75124"/>
                  <a:pt x="9095" y="75080"/>
                  <a:pt x="9110" y="75035"/>
                </a:cubicBezTo>
                <a:cubicBezTo>
                  <a:pt x="9154" y="75021"/>
                  <a:pt x="9213" y="74977"/>
                  <a:pt x="9271" y="74962"/>
                </a:cubicBezTo>
                <a:close/>
                <a:moveTo>
                  <a:pt x="8182" y="74903"/>
                </a:moveTo>
                <a:cubicBezTo>
                  <a:pt x="8197" y="74962"/>
                  <a:pt x="8197" y="75021"/>
                  <a:pt x="8197" y="75094"/>
                </a:cubicBezTo>
                <a:cubicBezTo>
                  <a:pt x="8124" y="75124"/>
                  <a:pt x="8079" y="75153"/>
                  <a:pt x="8006" y="75183"/>
                </a:cubicBezTo>
                <a:cubicBezTo>
                  <a:pt x="8020" y="75109"/>
                  <a:pt x="8006" y="75035"/>
                  <a:pt x="7991" y="74977"/>
                </a:cubicBezTo>
                <a:cubicBezTo>
                  <a:pt x="8065" y="74947"/>
                  <a:pt x="8138" y="74932"/>
                  <a:pt x="8182" y="74903"/>
                </a:cubicBezTo>
                <a:close/>
                <a:moveTo>
                  <a:pt x="8771" y="74947"/>
                </a:moveTo>
                <a:lnTo>
                  <a:pt x="8771" y="75094"/>
                </a:lnTo>
                <a:lnTo>
                  <a:pt x="8771" y="75109"/>
                </a:lnTo>
                <a:cubicBezTo>
                  <a:pt x="8727" y="75124"/>
                  <a:pt x="8639" y="75168"/>
                  <a:pt x="8594" y="75183"/>
                </a:cubicBezTo>
                <a:cubicBezTo>
                  <a:pt x="8594" y="75124"/>
                  <a:pt x="8594" y="75080"/>
                  <a:pt x="8580" y="75021"/>
                </a:cubicBezTo>
                <a:cubicBezTo>
                  <a:pt x="8639" y="75006"/>
                  <a:pt x="8697" y="74962"/>
                  <a:pt x="8771" y="74947"/>
                </a:cubicBezTo>
                <a:close/>
                <a:moveTo>
                  <a:pt x="9786" y="75050"/>
                </a:moveTo>
                <a:cubicBezTo>
                  <a:pt x="9786" y="75080"/>
                  <a:pt x="9772" y="75109"/>
                  <a:pt x="9772" y="75124"/>
                </a:cubicBezTo>
                <a:cubicBezTo>
                  <a:pt x="9728" y="75153"/>
                  <a:pt x="9713" y="75168"/>
                  <a:pt x="9683" y="75183"/>
                </a:cubicBezTo>
                <a:cubicBezTo>
                  <a:pt x="9683" y="75168"/>
                  <a:pt x="9698" y="75124"/>
                  <a:pt x="9698" y="75109"/>
                </a:cubicBezTo>
                <a:cubicBezTo>
                  <a:pt x="9728" y="75094"/>
                  <a:pt x="9742" y="75080"/>
                  <a:pt x="9786" y="75050"/>
                </a:cubicBezTo>
                <a:close/>
                <a:moveTo>
                  <a:pt x="9433" y="75080"/>
                </a:moveTo>
                <a:lnTo>
                  <a:pt x="9433" y="75080"/>
                </a:lnTo>
                <a:cubicBezTo>
                  <a:pt x="9419" y="75109"/>
                  <a:pt x="9419" y="75153"/>
                  <a:pt x="9404" y="75183"/>
                </a:cubicBezTo>
                <a:cubicBezTo>
                  <a:pt x="9360" y="75197"/>
                  <a:pt x="9316" y="75241"/>
                  <a:pt x="9271" y="75256"/>
                </a:cubicBezTo>
                <a:cubicBezTo>
                  <a:pt x="9316" y="75227"/>
                  <a:pt x="9316" y="75183"/>
                  <a:pt x="9316" y="75153"/>
                </a:cubicBezTo>
                <a:cubicBezTo>
                  <a:pt x="9345" y="75124"/>
                  <a:pt x="9404" y="75094"/>
                  <a:pt x="9433" y="75080"/>
                </a:cubicBezTo>
                <a:close/>
                <a:moveTo>
                  <a:pt x="7903" y="75006"/>
                </a:moveTo>
                <a:cubicBezTo>
                  <a:pt x="7932" y="75050"/>
                  <a:pt x="7932" y="75124"/>
                  <a:pt x="7947" y="75183"/>
                </a:cubicBezTo>
                <a:cubicBezTo>
                  <a:pt x="7873" y="75227"/>
                  <a:pt x="7814" y="75241"/>
                  <a:pt x="7741" y="75271"/>
                </a:cubicBezTo>
                <a:cubicBezTo>
                  <a:pt x="7726" y="75227"/>
                  <a:pt x="7711" y="75168"/>
                  <a:pt x="7711" y="75094"/>
                </a:cubicBezTo>
                <a:cubicBezTo>
                  <a:pt x="7785" y="75050"/>
                  <a:pt x="7859" y="75035"/>
                  <a:pt x="7903" y="75006"/>
                </a:cubicBezTo>
                <a:close/>
                <a:moveTo>
                  <a:pt x="9006" y="75080"/>
                </a:moveTo>
                <a:cubicBezTo>
                  <a:pt x="9006" y="75124"/>
                  <a:pt x="8992" y="75168"/>
                  <a:pt x="8992" y="75227"/>
                </a:cubicBezTo>
                <a:cubicBezTo>
                  <a:pt x="8948" y="75241"/>
                  <a:pt x="8889" y="75271"/>
                  <a:pt x="8830" y="75300"/>
                </a:cubicBezTo>
                <a:lnTo>
                  <a:pt x="8830" y="75153"/>
                </a:lnTo>
                <a:cubicBezTo>
                  <a:pt x="8903" y="75124"/>
                  <a:pt x="8962" y="75094"/>
                  <a:pt x="9006" y="75080"/>
                </a:cubicBezTo>
                <a:close/>
                <a:moveTo>
                  <a:pt x="8506" y="75050"/>
                </a:moveTo>
                <a:cubicBezTo>
                  <a:pt x="8506" y="75109"/>
                  <a:pt x="8506" y="75168"/>
                  <a:pt x="8521" y="75227"/>
                </a:cubicBezTo>
                <a:cubicBezTo>
                  <a:pt x="8462" y="75256"/>
                  <a:pt x="8388" y="75271"/>
                  <a:pt x="8330" y="75315"/>
                </a:cubicBezTo>
                <a:cubicBezTo>
                  <a:pt x="8330" y="75256"/>
                  <a:pt x="8315" y="75197"/>
                  <a:pt x="8315" y="75153"/>
                </a:cubicBezTo>
                <a:cubicBezTo>
                  <a:pt x="8374" y="75109"/>
                  <a:pt x="8447" y="75080"/>
                  <a:pt x="8506" y="75050"/>
                </a:cubicBezTo>
                <a:close/>
                <a:moveTo>
                  <a:pt x="9580" y="75183"/>
                </a:moveTo>
                <a:lnTo>
                  <a:pt x="9580" y="75183"/>
                </a:lnTo>
                <a:cubicBezTo>
                  <a:pt x="9566" y="75227"/>
                  <a:pt x="9566" y="75241"/>
                  <a:pt x="9551" y="75256"/>
                </a:cubicBezTo>
                <a:cubicBezTo>
                  <a:pt x="9536" y="75271"/>
                  <a:pt x="9492" y="75315"/>
                  <a:pt x="9463" y="75330"/>
                </a:cubicBezTo>
                <a:cubicBezTo>
                  <a:pt x="9477" y="75300"/>
                  <a:pt x="9477" y="75271"/>
                  <a:pt x="9477" y="75241"/>
                </a:cubicBezTo>
                <a:lnTo>
                  <a:pt x="9580" y="75183"/>
                </a:lnTo>
                <a:close/>
                <a:moveTo>
                  <a:pt x="9669" y="75256"/>
                </a:moveTo>
                <a:cubicBezTo>
                  <a:pt x="9683" y="75300"/>
                  <a:pt x="9683" y="75300"/>
                  <a:pt x="9654" y="75315"/>
                </a:cubicBezTo>
                <a:cubicBezTo>
                  <a:pt x="9639" y="75330"/>
                  <a:pt x="9625" y="75345"/>
                  <a:pt x="9610" y="75345"/>
                </a:cubicBezTo>
                <a:cubicBezTo>
                  <a:pt x="9610" y="75330"/>
                  <a:pt x="9625" y="75315"/>
                  <a:pt x="9625" y="75300"/>
                </a:cubicBezTo>
                <a:cubicBezTo>
                  <a:pt x="9639" y="75271"/>
                  <a:pt x="9654" y="75256"/>
                  <a:pt x="9669" y="75256"/>
                </a:cubicBezTo>
                <a:close/>
                <a:moveTo>
                  <a:pt x="9242" y="75183"/>
                </a:moveTo>
                <a:cubicBezTo>
                  <a:pt x="9242" y="75227"/>
                  <a:pt x="9213" y="75271"/>
                  <a:pt x="9198" y="75315"/>
                </a:cubicBezTo>
                <a:cubicBezTo>
                  <a:pt x="9139" y="75345"/>
                  <a:pt x="9110" y="75374"/>
                  <a:pt x="9065" y="75389"/>
                </a:cubicBezTo>
                <a:cubicBezTo>
                  <a:pt x="9065" y="75345"/>
                  <a:pt x="9095" y="75300"/>
                  <a:pt x="9095" y="75256"/>
                </a:cubicBezTo>
                <a:cubicBezTo>
                  <a:pt x="9139" y="75241"/>
                  <a:pt x="9183" y="75197"/>
                  <a:pt x="9242" y="75183"/>
                </a:cubicBezTo>
                <a:close/>
                <a:moveTo>
                  <a:pt x="8241" y="75168"/>
                </a:moveTo>
                <a:cubicBezTo>
                  <a:pt x="8241" y="75227"/>
                  <a:pt x="8256" y="75271"/>
                  <a:pt x="8256" y="75330"/>
                </a:cubicBezTo>
                <a:cubicBezTo>
                  <a:pt x="8212" y="75374"/>
                  <a:pt x="8138" y="75389"/>
                  <a:pt x="8079" y="75418"/>
                </a:cubicBezTo>
                <a:cubicBezTo>
                  <a:pt x="8079" y="75374"/>
                  <a:pt x="8065" y="75315"/>
                  <a:pt x="8065" y="75241"/>
                </a:cubicBezTo>
                <a:cubicBezTo>
                  <a:pt x="8109" y="75227"/>
                  <a:pt x="8168" y="75183"/>
                  <a:pt x="8241" y="75168"/>
                </a:cubicBezTo>
                <a:close/>
                <a:moveTo>
                  <a:pt x="8756" y="75197"/>
                </a:moveTo>
                <a:lnTo>
                  <a:pt x="8756" y="75345"/>
                </a:lnTo>
                <a:cubicBezTo>
                  <a:pt x="8697" y="75374"/>
                  <a:pt x="8639" y="75389"/>
                  <a:pt x="8594" y="75418"/>
                </a:cubicBezTo>
                <a:lnTo>
                  <a:pt x="8594" y="75271"/>
                </a:lnTo>
                <a:cubicBezTo>
                  <a:pt x="8639" y="75256"/>
                  <a:pt x="8697" y="75227"/>
                  <a:pt x="8756" y="75197"/>
                </a:cubicBezTo>
                <a:close/>
                <a:moveTo>
                  <a:pt x="9360" y="75315"/>
                </a:moveTo>
                <a:lnTo>
                  <a:pt x="9360" y="75315"/>
                </a:lnTo>
                <a:cubicBezTo>
                  <a:pt x="9345" y="75345"/>
                  <a:pt x="9345" y="75389"/>
                  <a:pt x="9330" y="75403"/>
                </a:cubicBezTo>
                <a:cubicBezTo>
                  <a:pt x="9316" y="75418"/>
                  <a:pt x="9271" y="75448"/>
                  <a:pt x="9242" y="75477"/>
                </a:cubicBezTo>
                <a:cubicBezTo>
                  <a:pt x="9242" y="75448"/>
                  <a:pt x="9257" y="75403"/>
                  <a:pt x="9257" y="75389"/>
                </a:cubicBezTo>
                <a:cubicBezTo>
                  <a:pt x="9286" y="75374"/>
                  <a:pt x="9330" y="75345"/>
                  <a:pt x="9360" y="75315"/>
                </a:cubicBezTo>
                <a:close/>
                <a:moveTo>
                  <a:pt x="9492" y="75389"/>
                </a:moveTo>
                <a:cubicBezTo>
                  <a:pt x="9492" y="75418"/>
                  <a:pt x="9477" y="75448"/>
                  <a:pt x="9477" y="75462"/>
                </a:cubicBezTo>
                <a:cubicBezTo>
                  <a:pt x="9463" y="75477"/>
                  <a:pt x="9419" y="75492"/>
                  <a:pt x="9404" y="75521"/>
                </a:cubicBezTo>
                <a:cubicBezTo>
                  <a:pt x="9404" y="75492"/>
                  <a:pt x="9419" y="75462"/>
                  <a:pt x="9419" y="75448"/>
                </a:cubicBezTo>
                <a:cubicBezTo>
                  <a:pt x="9433" y="75418"/>
                  <a:pt x="9477" y="75403"/>
                  <a:pt x="9492" y="75389"/>
                </a:cubicBezTo>
                <a:close/>
                <a:moveTo>
                  <a:pt x="8992" y="75330"/>
                </a:moveTo>
                <a:cubicBezTo>
                  <a:pt x="8992" y="75374"/>
                  <a:pt x="8977" y="75418"/>
                  <a:pt x="8977" y="75462"/>
                </a:cubicBezTo>
                <a:cubicBezTo>
                  <a:pt x="8918" y="75477"/>
                  <a:pt x="8874" y="75492"/>
                  <a:pt x="8830" y="75536"/>
                </a:cubicBezTo>
                <a:cubicBezTo>
                  <a:pt x="8830" y="75492"/>
                  <a:pt x="8830" y="75448"/>
                  <a:pt x="8845" y="75403"/>
                </a:cubicBezTo>
                <a:cubicBezTo>
                  <a:pt x="8903" y="75389"/>
                  <a:pt x="8962" y="75345"/>
                  <a:pt x="8992" y="75330"/>
                </a:cubicBezTo>
                <a:close/>
                <a:moveTo>
                  <a:pt x="7962" y="75271"/>
                </a:moveTo>
                <a:cubicBezTo>
                  <a:pt x="7976" y="75330"/>
                  <a:pt x="7976" y="75389"/>
                  <a:pt x="7976" y="75462"/>
                </a:cubicBezTo>
                <a:cubicBezTo>
                  <a:pt x="7932" y="75492"/>
                  <a:pt x="7859" y="75521"/>
                  <a:pt x="7800" y="75551"/>
                </a:cubicBezTo>
                <a:cubicBezTo>
                  <a:pt x="7785" y="75477"/>
                  <a:pt x="7785" y="75418"/>
                  <a:pt x="7770" y="75374"/>
                </a:cubicBezTo>
                <a:cubicBezTo>
                  <a:pt x="7844" y="75330"/>
                  <a:pt x="7888" y="75315"/>
                  <a:pt x="7962" y="75271"/>
                </a:cubicBezTo>
                <a:close/>
                <a:moveTo>
                  <a:pt x="8521" y="75300"/>
                </a:moveTo>
                <a:lnTo>
                  <a:pt x="8521" y="75462"/>
                </a:lnTo>
                <a:cubicBezTo>
                  <a:pt x="8462" y="75492"/>
                  <a:pt x="8403" y="75521"/>
                  <a:pt x="8359" y="75551"/>
                </a:cubicBezTo>
                <a:lnTo>
                  <a:pt x="8359" y="75389"/>
                </a:lnTo>
                <a:cubicBezTo>
                  <a:pt x="8388" y="75345"/>
                  <a:pt x="8462" y="75330"/>
                  <a:pt x="8521" y="75300"/>
                </a:cubicBezTo>
                <a:close/>
                <a:moveTo>
                  <a:pt x="9183" y="75418"/>
                </a:moveTo>
                <a:lnTo>
                  <a:pt x="9183" y="75418"/>
                </a:lnTo>
                <a:cubicBezTo>
                  <a:pt x="9168" y="75462"/>
                  <a:pt x="9168" y="75492"/>
                  <a:pt x="9139" y="75536"/>
                </a:cubicBezTo>
                <a:cubicBezTo>
                  <a:pt x="9110" y="75551"/>
                  <a:pt x="9065" y="75595"/>
                  <a:pt x="9036" y="75609"/>
                </a:cubicBezTo>
                <a:cubicBezTo>
                  <a:pt x="9036" y="75565"/>
                  <a:pt x="9036" y="75536"/>
                  <a:pt x="9051" y="75492"/>
                </a:cubicBezTo>
                <a:cubicBezTo>
                  <a:pt x="9095" y="75477"/>
                  <a:pt x="9139" y="75448"/>
                  <a:pt x="9183" y="75418"/>
                </a:cubicBezTo>
                <a:close/>
                <a:moveTo>
                  <a:pt x="8756" y="75418"/>
                </a:moveTo>
                <a:cubicBezTo>
                  <a:pt x="8756" y="75477"/>
                  <a:pt x="8756" y="75521"/>
                  <a:pt x="8742" y="75565"/>
                </a:cubicBezTo>
                <a:cubicBezTo>
                  <a:pt x="8683" y="75609"/>
                  <a:pt x="8653" y="75624"/>
                  <a:pt x="8594" y="75668"/>
                </a:cubicBezTo>
                <a:lnTo>
                  <a:pt x="8594" y="75521"/>
                </a:lnTo>
                <a:cubicBezTo>
                  <a:pt x="8639" y="75477"/>
                  <a:pt x="8697" y="75462"/>
                  <a:pt x="8756" y="75418"/>
                </a:cubicBezTo>
                <a:close/>
                <a:moveTo>
                  <a:pt x="8256" y="75418"/>
                </a:moveTo>
                <a:lnTo>
                  <a:pt x="8256" y="75595"/>
                </a:lnTo>
                <a:cubicBezTo>
                  <a:pt x="8212" y="75624"/>
                  <a:pt x="8153" y="75639"/>
                  <a:pt x="8094" y="75683"/>
                </a:cubicBezTo>
                <a:cubicBezTo>
                  <a:pt x="8094" y="75624"/>
                  <a:pt x="8079" y="75565"/>
                  <a:pt x="8079" y="75521"/>
                </a:cubicBezTo>
                <a:cubicBezTo>
                  <a:pt x="8138" y="75477"/>
                  <a:pt x="8212" y="75448"/>
                  <a:pt x="8256" y="75418"/>
                </a:cubicBezTo>
                <a:close/>
                <a:moveTo>
                  <a:pt x="9286" y="75536"/>
                </a:moveTo>
                <a:cubicBezTo>
                  <a:pt x="9271" y="75551"/>
                  <a:pt x="9271" y="75595"/>
                  <a:pt x="9257" y="75609"/>
                </a:cubicBezTo>
                <a:cubicBezTo>
                  <a:pt x="9257" y="75624"/>
                  <a:pt x="9213" y="75639"/>
                  <a:pt x="9183" y="75683"/>
                </a:cubicBezTo>
                <a:cubicBezTo>
                  <a:pt x="9183" y="75639"/>
                  <a:pt x="9198" y="75624"/>
                  <a:pt x="9198" y="75595"/>
                </a:cubicBezTo>
                <a:cubicBezTo>
                  <a:pt x="9242" y="75565"/>
                  <a:pt x="9271" y="75551"/>
                  <a:pt x="9286" y="75536"/>
                </a:cubicBezTo>
                <a:close/>
                <a:moveTo>
                  <a:pt x="9404" y="75609"/>
                </a:moveTo>
                <a:lnTo>
                  <a:pt x="9404" y="75609"/>
                </a:lnTo>
                <a:cubicBezTo>
                  <a:pt x="9374" y="75624"/>
                  <a:pt x="9374" y="75639"/>
                  <a:pt x="9374" y="75668"/>
                </a:cubicBezTo>
                <a:cubicBezTo>
                  <a:pt x="9360" y="75683"/>
                  <a:pt x="9345" y="75683"/>
                  <a:pt x="9330" y="75698"/>
                </a:cubicBezTo>
                <a:cubicBezTo>
                  <a:pt x="9330" y="75683"/>
                  <a:pt x="9345" y="75668"/>
                  <a:pt x="9345" y="75639"/>
                </a:cubicBezTo>
                <a:cubicBezTo>
                  <a:pt x="9360" y="75624"/>
                  <a:pt x="9374" y="75624"/>
                  <a:pt x="9404" y="75609"/>
                </a:cubicBezTo>
                <a:close/>
                <a:moveTo>
                  <a:pt x="8948" y="75551"/>
                </a:moveTo>
                <a:cubicBezTo>
                  <a:pt x="8948" y="75595"/>
                  <a:pt x="8918" y="75624"/>
                  <a:pt x="8918" y="75683"/>
                </a:cubicBezTo>
                <a:cubicBezTo>
                  <a:pt x="8889" y="75698"/>
                  <a:pt x="8845" y="75712"/>
                  <a:pt x="8800" y="75757"/>
                </a:cubicBezTo>
                <a:cubicBezTo>
                  <a:pt x="8800" y="75712"/>
                  <a:pt x="8815" y="75668"/>
                  <a:pt x="8815" y="75624"/>
                </a:cubicBezTo>
                <a:cubicBezTo>
                  <a:pt x="8845" y="75609"/>
                  <a:pt x="8903" y="75565"/>
                  <a:pt x="8948" y="75551"/>
                </a:cubicBezTo>
                <a:close/>
                <a:moveTo>
                  <a:pt x="8006" y="75536"/>
                </a:moveTo>
                <a:cubicBezTo>
                  <a:pt x="8006" y="75595"/>
                  <a:pt x="8020" y="75639"/>
                  <a:pt x="8020" y="75698"/>
                </a:cubicBezTo>
                <a:cubicBezTo>
                  <a:pt x="7962" y="75727"/>
                  <a:pt x="7903" y="75757"/>
                  <a:pt x="7829" y="75786"/>
                </a:cubicBezTo>
                <a:cubicBezTo>
                  <a:pt x="7844" y="75757"/>
                  <a:pt x="7844" y="75698"/>
                  <a:pt x="7814" y="75639"/>
                </a:cubicBezTo>
                <a:cubicBezTo>
                  <a:pt x="7873" y="75595"/>
                  <a:pt x="7947" y="75565"/>
                  <a:pt x="8006" y="75536"/>
                </a:cubicBezTo>
                <a:close/>
                <a:moveTo>
                  <a:pt x="8521" y="75565"/>
                </a:moveTo>
                <a:lnTo>
                  <a:pt x="8521" y="75712"/>
                </a:lnTo>
                <a:cubicBezTo>
                  <a:pt x="8462" y="75742"/>
                  <a:pt x="8403" y="75757"/>
                  <a:pt x="8359" y="75786"/>
                </a:cubicBezTo>
                <a:lnTo>
                  <a:pt x="8359" y="75639"/>
                </a:lnTo>
                <a:cubicBezTo>
                  <a:pt x="8403" y="75624"/>
                  <a:pt x="8462" y="75595"/>
                  <a:pt x="8521" y="75565"/>
                </a:cubicBezTo>
                <a:close/>
                <a:moveTo>
                  <a:pt x="9110" y="75668"/>
                </a:moveTo>
                <a:lnTo>
                  <a:pt x="9110" y="75668"/>
                </a:lnTo>
                <a:cubicBezTo>
                  <a:pt x="9095" y="75698"/>
                  <a:pt x="9095" y="75742"/>
                  <a:pt x="9065" y="75757"/>
                </a:cubicBezTo>
                <a:cubicBezTo>
                  <a:pt x="9051" y="75771"/>
                  <a:pt x="9006" y="75786"/>
                  <a:pt x="8977" y="75830"/>
                </a:cubicBezTo>
                <a:cubicBezTo>
                  <a:pt x="8977" y="75786"/>
                  <a:pt x="8992" y="75757"/>
                  <a:pt x="8992" y="75742"/>
                </a:cubicBezTo>
                <a:cubicBezTo>
                  <a:pt x="9036" y="75712"/>
                  <a:pt x="9065" y="75683"/>
                  <a:pt x="9110" y="75668"/>
                </a:cubicBezTo>
                <a:close/>
                <a:moveTo>
                  <a:pt x="9213" y="75742"/>
                </a:moveTo>
                <a:cubicBezTo>
                  <a:pt x="9213" y="75771"/>
                  <a:pt x="9198" y="75786"/>
                  <a:pt x="9198" y="75815"/>
                </a:cubicBezTo>
                <a:cubicBezTo>
                  <a:pt x="9183" y="75830"/>
                  <a:pt x="9139" y="75845"/>
                  <a:pt x="9124" y="75860"/>
                </a:cubicBezTo>
                <a:cubicBezTo>
                  <a:pt x="9124" y="75845"/>
                  <a:pt x="9139" y="75830"/>
                  <a:pt x="9139" y="75786"/>
                </a:cubicBezTo>
                <a:cubicBezTo>
                  <a:pt x="9154" y="75771"/>
                  <a:pt x="9198" y="75757"/>
                  <a:pt x="9213" y="75742"/>
                </a:cubicBezTo>
                <a:close/>
                <a:moveTo>
                  <a:pt x="8742" y="75683"/>
                </a:moveTo>
                <a:cubicBezTo>
                  <a:pt x="8742" y="75712"/>
                  <a:pt x="8727" y="75771"/>
                  <a:pt x="8727" y="75815"/>
                </a:cubicBezTo>
                <a:cubicBezTo>
                  <a:pt x="8668" y="75830"/>
                  <a:pt x="8624" y="75860"/>
                  <a:pt x="8580" y="75889"/>
                </a:cubicBezTo>
                <a:cubicBezTo>
                  <a:pt x="8580" y="75845"/>
                  <a:pt x="8580" y="75786"/>
                  <a:pt x="8594" y="75757"/>
                </a:cubicBezTo>
                <a:cubicBezTo>
                  <a:pt x="8639" y="75742"/>
                  <a:pt x="8683" y="75698"/>
                  <a:pt x="8742" y="75683"/>
                </a:cubicBezTo>
                <a:close/>
                <a:moveTo>
                  <a:pt x="8271" y="75683"/>
                </a:moveTo>
                <a:lnTo>
                  <a:pt x="8271" y="75845"/>
                </a:lnTo>
                <a:cubicBezTo>
                  <a:pt x="8256" y="75860"/>
                  <a:pt x="8241" y="75860"/>
                  <a:pt x="8227" y="75889"/>
                </a:cubicBezTo>
                <a:lnTo>
                  <a:pt x="8109" y="75933"/>
                </a:lnTo>
                <a:cubicBezTo>
                  <a:pt x="8109" y="75889"/>
                  <a:pt x="8109" y="75830"/>
                  <a:pt x="8094" y="75771"/>
                </a:cubicBezTo>
                <a:cubicBezTo>
                  <a:pt x="8168" y="75742"/>
                  <a:pt x="8227" y="75698"/>
                  <a:pt x="8271" y="75683"/>
                </a:cubicBezTo>
                <a:close/>
                <a:moveTo>
                  <a:pt x="8903" y="75786"/>
                </a:moveTo>
                <a:cubicBezTo>
                  <a:pt x="8903" y="75830"/>
                  <a:pt x="8889" y="75860"/>
                  <a:pt x="8889" y="75904"/>
                </a:cubicBezTo>
                <a:cubicBezTo>
                  <a:pt x="8845" y="75918"/>
                  <a:pt x="8815" y="75963"/>
                  <a:pt x="8771" y="75977"/>
                </a:cubicBezTo>
                <a:lnTo>
                  <a:pt x="8771" y="75860"/>
                </a:lnTo>
                <a:cubicBezTo>
                  <a:pt x="8815" y="75845"/>
                  <a:pt x="8845" y="75815"/>
                  <a:pt x="8903" y="75786"/>
                </a:cubicBezTo>
                <a:close/>
                <a:moveTo>
                  <a:pt x="8506" y="75815"/>
                </a:moveTo>
                <a:cubicBezTo>
                  <a:pt x="8506" y="75860"/>
                  <a:pt x="8506" y="75904"/>
                  <a:pt x="8477" y="75963"/>
                </a:cubicBezTo>
                <a:cubicBezTo>
                  <a:pt x="8447" y="75977"/>
                  <a:pt x="8388" y="75992"/>
                  <a:pt x="8359" y="76036"/>
                </a:cubicBezTo>
                <a:lnTo>
                  <a:pt x="8359" y="75889"/>
                </a:lnTo>
                <a:cubicBezTo>
                  <a:pt x="8403" y="75860"/>
                  <a:pt x="8447" y="75830"/>
                  <a:pt x="8506" y="75815"/>
                </a:cubicBezTo>
                <a:close/>
                <a:moveTo>
                  <a:pt x="9036" y="75889"/>
                </a:moveTo>
                <a:lnTo>
                  <a:pt x="9036" y="75889"/>
                </a:lnTo>
                <a:cubicBezTo>
                  <a:pt x="9006" y="75918"/>
                  <a:pt x="9006" y="75933"/>
                  <a:pt x="8992" y="75977"/>
                </a:cubicBezTo>
                <a:cubicBezTo>
                  <a:pt x="8977" y="75977"/>
                  <a:pt x="8962" y="76007"/>
                  <a:pt x="8918" y="76036"/>
                </a:cubicBezTo>
                <a:cubicBezTo>
                  <a:pt x="8918" y="75992"/>
                  <a:pt x="8933" y="75977"/>
                  <a:pt x="8933" y="75933"/>
                </a:cubicBezTo>
                <a:cubicBezTo>
                  <a:pt x="8977" y="75918"/>
                  <a:pt x="8992" y="75904"/>
                  <a:pt x="9036" y="75889"/>
                </a:cubicBezTo>
                <a:close/>
                <a:moveTo>
                  <a:pt x="8020" y="75786"/>
                </a:moveTo>
                <a:lnTo>
                  <a:pt x="8020" y="75963"/>
                </a:lnTo>
                <a:cubicBezTo>
                  <a:pt x="7962" y="75992"/>
                  <a:pt x="7917" y="76007"/>
                  <a:pt x="7859" y="76051"/>
                </a:cubicBezTo>
                <a:cubicBezTo>
                  <a:pt x="7859" y="75992"/>
                  <a:pt x="7844" y="75933"/>
                  <a:pt x="7844" y="75889"/>
                </a:cubicBezTo>
                <a:cubicBezTo>
                  <a:pt x="7903" y="75860"/>
                  <a:pt x="7962" y="75830"/>
                  <a:pt x="8020" y="75786"/>
                </a:cubicBezTo>
                <a:close/>
                <a:moveTo>
                  <a:pt x="9124" y="75977"/>
                </a:moveTo>
                <a:lnTo>
                  <a:pt x="9124" y="75977"/>
                </a:lnTo>
                <a:cubicBezTo>
                  <a:pt x="9124" y="75978"/>
                  <a:pt x="9110" y="75992"/>
                  <a:pt x="9110" y="76007"/>
                </a:cubicBezTo>
                <a:cubicBezTo>
                  <a:pt x="9095" y="76036"/>
                  <a:pt x="9065" y="76051"/>
                  <a:pt x="9051" y="76051"/>
                </a:cubicBezTo>
                <a:cubicBezTo>
                  <a:pt x="9051" y="76021"/>
                  <a:pt x="9065" y="76007"/>
                  <a:pt x="9065" y="76007"/>
                </a:cubicBezTo>
                <a:cubicBezTo>
                  <a:pt x="9080" y="75992"/>
                  <a:pt x="9109" y="75992"/>
                  <a:pt x="9124" y="75977"/>
                </a:cubicBezTo>
                <a:close/>
                <a:moveTo>
                  <a:pt x="8697" y="75918"/>
                </a:moveTo>
                <a:cubicBezTo>
                  <a:pt x="8697" y="75963"/>
                  <a:pt x="8683" y="75992"/>
                  <a:pt x="8683" y="76051"/>
                </a:cubicBezTo>
                <a:cubicBezTo>
                  <a:pt x="8624" y="76066"/>
                  <a:pt x="8594" y="76080"/>
                  <a:pt x="8550" y="76124"/>
                </a:cubicBezTo>
                <a:cubicBezTo>
                  <a:pt x="8550" y="76080"/>
                  <a:pt x="8565" y="76036"/>
                  <a:pt x="8565" y="75992"/>
                </a:cubicBezTo>
                <a:cubicBezTo>
                  <a:pt x="8609" y="75977"/>
                  <a:pt x="8668" y="75933"/>
                  <a:pt x="8697" y="75918"/>
                </a:cubicBezTo>
                <a:close/>
                <a:moveTo>
                  <a:pt x="8271" y="75933"/>
                </a:moveTo>
                <a:lnTo>
                  <a:pt x="8271" y="76080"/>
                </a:lnTo>
                <a:cubicBezTo>
                  <a:pt x="8227" y="76110"/>
                  <a:pt x="8168" y="76139"/>
                  <a:pt x="8109" y="76154"/>
                </a:cubicBezTo>
                <a:lnTo>
                  <a:pt x="8109" y="76007"/>
                </a:lnTo>
                <a:cubicBezTo>
                  <a:pt x="8168" y="75992"/>
                  <a:pt x="8212" y="75963"/>
                  <a:pt x="8256" y="75933"/>
                </a:cubicBezTo>
                <a:close/>
                <a:moveTo>
                  <a:pt x="8845" y="76007"/>
                </a:moveTo>
                <a:cubicBezTo>
                  <a:pt x="8845" y="76051"/>
                  <a:pt x="8830" y="76080"/>
                  <a:pt x="8830" y="76110"/>
                </a:cubicBezTo>
                <a:cubicBezTo>
                  <a:pt x="8800" y="76139"/>
                  <a:pt x="8756" y="76154"/>
                  <a:pt x="8727" y="76183"/>
                </a:cubicBezTo>
                <a:cubicBezTo>
                  <a:pt x="8727" y="76139"/>
                  <a:pt x="8742" y="76110"/>
                  <a:pt x="8742" y="76080"/>
                </a:cubicBezTo>
                <a:cubicBezTo>
                  <a:pt x="8771" y="76066"/>
                  <a:pt x="8815" y="76036"/>
                  <a:pt x="8845" y="76007"/>
                </a:cubicBezTo>
                <a:close/>
                <a:moveTo>
                  <a:pt x="8962" y="76110"/>
                </a:moveTo>
                <a:lnTo>
                  <a:pt x="8962" y="76110"/>
                </a:lnTo>
                <a:cubicBezTo>
                  <a:pt x="8948" y="76124"/>
                  <a:pt x="8948" y="76139"/>
                  <a:pt x="8918" y="76183"/>
                </a:cubicBezTo>
                <a:lnTo>
                  <a:pt x="8874" y="76227"/>
                </a:lnTo>
                <a:cubicBezTo>
                  <a:pt x="8874" y="76213"/>
                  <a:pt x="8889" y="76198"/>
                  <a:pt x="8889" y="76154"/>
                </a:cubicBezTo>
                <a:cubicBezTo>
                  <a:pt x="8903" y="76139"/>
                  <a:pt x="8918" y="76124"/>
                  <a:pt x="8962" y="76110"/>
                </a:cubicBezTo>
                <a:close/>
                <a:moveTo>
                  <a:pt x="8477" y="76051"/>
                </a:moveTo>
                <a:cubicBezTo>
                  <a:pt x="8477" y="76080"/>
                  <a:pt x="8462" y="76139"/>
                  <a:pt x="8462" y="76183"/>
                </a:cubicBezTo>
                <a:cubicBezTo>
                  <a:pt x="8433" y="76213"/>
                  <a:pt x="8374" y="76227"/>
                  <a:pt x="8330" y="76272"/>
                </a:cubicBezTo>
                <a:cubicBezTo>
                  <a:pt x="8330" y="76213"/>
                  <a:pt x="8359" y="76183"/>
                  <a:pt x="8359" y="76124"/>
                </a:cubicBezTo>
                <a:cubicBezTo>
                  <a:pt x="8388" y="76110"/>
                  <a:pt x="8447" y="76066"/>
                  <a:pt x="8477" y="76051"/>
                </a:cubicBezTo>
                <a:close/>
                <a:moveTo>
                  <a:pt x="8035" y="76051"/>
                </a:moveTo>
                <a:lnTo>
                  <a:pt x="8035" y="76213"/>
                </a:lnTo>
                <a:cubicBezTo>
                  <a:pt x="8006" y="76227"/>
                  <a:pt x="7947" y="76272"/>
                  <a:pt x="7903" y="76286"/>
                </a:cubicBezTo>
                <a:lnTo>
                  <a:pt x="7888" y="76286"/>
                </a:lnTo>
                <a:cubicBezTo>
                  <a:pt x="7888" y="76227"/>
                  <a:pt x="7888" y="76169"/>
                  <a:pt x="7873" y="76124"/>
                </a:cubicBezTo>
                <a:cubicBezTo>
                  <a:pt x="7932" y="76124"/>
                  <a:pt x="7991" y="76080"/>
                  <a:pt x="8035" y="76051"/>
                </a:cubicBezTo>
                <a:close/>
                <a:moveTo>
                  <a:pt x="8639" y="76154"/>
                </a:moveTo>
                <a:cubicBezTo>
                  <a:pt x="8639" y="76198"/>
                  <a:pt x="8624" y="76227"/>
                  <a:pt x="8624" y="76272"/>
                </a:cubicBezTo>
                <a:cubicBezTo>
                  <a:pt x="8594" y="76286"/>
                  <a:pt x="8550" y="76301"/>
                  <a:pt x="8521" y="76345"/>
                </a:cubicBezTo>
                <a:cubicBezTo>
                  <a:pt x="8521" y="76301"/>
                  <a:pt x="8536" y="76272"/>
                  <a:pt x="8536" y="76227"/>
                </a:cubicBezTo>
                <a:cubicBezTo>
                  <a:pt x="8580" y="76213"/>
                  <a:pt x="8609" y="76169"/>
                  <a:pt x="8639" y="76154"/>
                </a:cubicBezTo>
                <a:close/>
                <a:moveTo>
                  <a:pt x="8771" y="76227"/>
                </a:moveTo>
                <a:cubicBezTo>
                  <a:pt x="8771" y="76257"/>
                  <a:pt x="8756" y="76286"/>
                  <a:pt x="8756" y="76301"/>
                </a:cubicBezTo>
                <a:lnTo>
                  <a:pt x="8668" y="76404"/>
                </a:lnTo>
                <a:cubicBezTo>
                  <a:pt x="8668" y="76360"/>
                  <a:pt x="8683" y="76345"/>
                  <a:pt x="8683" y="76301"/>
                </a:cubicBezTo>
                <a:cubicBezTo>
                  <a:pt x="8727" y="76286"/>
                  <a:pt x="8742" y="76272"/>
                  <a:pt x="8771" y="76227"/>
                </a:cubicBezTo>
                <a:close/>
                <a:moveTo>
                  <a:pt x="8256" y="76183"/>
                </a:moveTo>
                <a:cubicBezTo>
                  <a:pt x="8256" y="76227"/>
                  <a:pt x="8256" y="76272"/>
                  <a:pt x="8241" y="76331"/>
                </a:cubicBezTo>
                <a:cubicBezTo>
                  <a:pt x="8212" y="76360"/>
                  <a:pt x="8153" y="76375"/>
                  <a:pt x="8109" y="76419"/>
                </a:cubicBezTo>
                <a:lnTo>
                  <a:pt x="8109" y="76272"/>
                </a:lnTo>
                <a:cubicBezTo>
                  <a:pt x="8168" y="76227"/>
                  <a:pt x="8227" y="76198"/>
                  <a:pt x="8256" y="76183"/>
                </a:cubicBezTo>
                <a:close/>
                <a:moveTo>
                  <a:pt x="8845" y="76365"/>
                </a:moveTo>
                <a:cubicBezTo>
                  <a:pt x="8845" y="76368"/>
                  <a:pt x="8845" y="76371"/>
                  <a:pt x="8845" y="76375"/>
                </a:cubicBezTo>
                <a:lnTo>
                  <a:pt x="8815" y="76419"/>
                </a:lnTo>
                <a:cubicBezTo>
                  <a:pt x="8815" y="76389"/>
                  <a:pt x="8830" y="76375"/>
                  <a:pt x="8830" y="76375"/>
                </a:cubicBezTo>
                <a:lnTo>
                  <a:pt x="8845" y="76365"/>
                </a:lnTo>
                <a:close/>
                <a:moveTo>
                  <a:pt x="8447" y="76286"/>
                </a:moveTo>
                <a:cubicBezTo>
                  <a:pt x="8447" y="76331"/>
                  <a:pt x="8418" y="76360"/>
                  <a:pt x="8418" y="76419"/>
                </a:cubicBezTo>
                <a:cubicBezTo>
                  <a:pt x="8388" y="76434"/>
                  <a:pt x="8359" y="76448"/>
                  <a:pt x="8315" y="76492"/>
                </a:cubicBezTo>
                <a:cubicBezTo>
                  <a:pt x="8315" y="76448"/>
                  <a:pt x="8330" y="76404"/>
                  <a:pt x="8330" y="76360"/>
                </a:cubicBezTo>
                <a:cubicBezTo>
                  <a:pt x="8374" y="76345"/>
                  <a:pt x="8403" y="76301"/>
                  <a:pt x="8447" y="76286"/>
                </a:cubicBezTo>
                <a:close/>
                <a:moveTo>
                  <a:pt x="8035" y="76301"/>
                </a:moveTo>
                <a:lnTo>
                  <a:pt x="8035" y="76448"/>
                </a:lnTo>
                <a:cubicBezTo>
                  <a:pt x="8006" y="76492"/>
                  <a:pt x="7947" y="76507"/>
                  <a:pt x="7903" y="76551"/>
                </a:cubicBezTo>
                <a:lnTo>
                  <a:pt x="7903" y="76404"/>
                </a:lnTo>
                <a:cubicBezTo>
                  <a:pt x="7903" y="76375"/>
                  <a:pt x="7932" y="76375"/>
                  <a:pt x="7947" y="76360"/>
                </a:cubicBezTo>
                <a:cubicBezTo>
                  <a:pt x="7991" y="76345"/>
                  <a:pt x="8006" y="76331"/>
                  <a:pt x="8035" y="76301"/>
                </a:cubicBezTo>
                <a:close/>
                <a:moveTo>
                  <a:pt x="8594" y="76375"/>
                </a:moveTo>
                <a:cubicBezTo>
                  <a:pt x="8594" y="76419"/>
                  <a:pt x="8580" y="76448"/>
                  <a:pt x="8580" y="76478"/>
                </a:cubicBezTo>
                <a:cubicBezTo>
                  <a:pt x="8536" y="76492"/>
                  <a:pt x="8521" y="76522"/>
                  <a:pt x="8477" y="76551"/>
                </a:cubicBezTo>
                <a:cubicBezTo>
                  <a:pt x="8477" y="76522"/>
                  <a:pt x="8506" y="76492"/>
                  <a:pt x="8506" y="76448"/>
                </a:cubicBezTo>
                <a:cubicBezTo>
                  <a:pt x="8536" y="76434"/>
                  <a:pt x="8550" y="76404"/>
                  <a:pt x="8594" y="76375"/>
                </a:cubicBezTo>
                <a:close/>
                <a:moveTo>
                  <a:pt x="8727" y="76448"/>
                </a:moveTo>
                <a:cubicBezTo>
                  <a:pt x="8697" y="76492"/>
                  <a:pt x="8683" y="76507"/>
                  <a:pt x="8683" y="76522"/>
                </a:cubicBezTo>
                <a:lnTo>
                  <a:pt x="8624" y="76581"/>
                </a:lnTo>
                <a:cubicBezTo>
                  <a:pt x="8624" y="76566"/>
                  <a:pt x="8639" y="76551"/>
                  <a:pt x="8639" y="76507"/>
                </a:cubicBezTo>
                <a:cubicBezTo>
                  <a:pt x="8668" y="76492"/>
                  <a:pt x="8683" y="76478"/>
                  <a:pt x="8727" y="76448"/>
                </a:cubicBezTo>
                <a:close/>
                <a:moveTo>
                  <a:pt x="8241" y="76419"/>
                </a:moveTo>
                <a:cubicBezTo>
                  <a:pt x="8241" y="76448"/>
                  <a:pt x="8227" y="76507"/>
                  <a:pt x="8227" y="76551"/>
                </a:cubicBezTo>
                <a:cubicBezTo>
                  <a:pt x="8182" y="76581"/>
                  <a:pt x="8153" y="76625"/>
                  <a:pt x="8109" y="76640"/>
                </a:cubicBezTo>
                <a:lnTo>
                  <a:pt x="8109" y="76507"/>
                </a:lnTo>
                <a:cubicBezTo>
                  <a:pt x="8153" y="76478"/>
                  <a:pt x="8212" y="76448"/>
                  <a:pt x="8241" y="76419"/>
                </a:cubicBezTo>
                <a:close/>
                <a:moveTo>
                  <a:pt x="8388" y="76522"/>
                </a:moveTo>
                <a:cubicBezTo>
                  <a:pt x="8388" y="76566"/>
                  <a:pt x="8374" y="76595"/>
                  <a:pt x="8374" y="76640"/>
                </a:cubicBezTo>
                <a:cubicBezTo>
                  <a:pt x="8330" y="76654"/>
                  <a:pt x="8315" y="76698"/>
                  <a:pt x="8285" y="76713"/>
                </a:cubicBezTo>
                <a:cubicBezTo>
                  <a:pt x="8300" y="76669"/>
                  <a:pt x="8300" y="76640"/>
                  <a:pt x="8300" y="76595"/>
                </a:cubicBezTo>
                <a:cubicBezTo>
                  <a:pt x="8330" y="76581"/>
                  <a:pt x="8374" y="76551"/>
                  <a:pt x="8388" y="76522"/>
                </a:cubicBezTo>
                <a:close/>
                <a:moveTo>
                  <a:pt x="8521" y="76625"/>
                </a:moveTo>
                <a:cubicBezTo>
                  <a:pt x="8521" y="76640"/>
                  <a:pt x="8506" y="76669"/>
                  <a:pt x="8506" y="76698"/>
                </a:cubicBezTo>
                <a:cubicBezTo>
                  <a:pt x="8477" y="76728"/>
                  <a:pt x="8462" y="76743"/>
                  <a:pt x="8433" y="76772"/>
                </a:cubicBezTo>
                <a:cubicBezTo>
                  <a:pt x="8433" y="76728"/>
                  <a:pt x="8447" y="76713"/>
                  <a:pt x="8447" y="76669"/>
                </a:cubicBezTo>
                <a:cubicBezTo>
                  <a:pt x="8462" y="76654"/>
                  <a:pt x="8506" y="76640"/>
                  <a:pt x="8521" y="76625"/>
                </a:cubicBezTo>
                <a:close/>
                <a:moveTo>
                  <a:pt x="8609" y="76731"/>
                </a:moveTo>
                <a:cubicBezTo>
                  <a:pt x="8609" y="76735"/>
                  <a:pt x="8609" y="76739"/>
                  <a:pt x="8609" y="76743"/>
                </a:cubicBezTo>
                <a:lnTo>
                  <a:pt x="8580" y="76787"/>
                </a:lnTo>
                <a:cubicBezTo>
                  <a:pt x="8580" y="76757"/>
                  <a:pt x="8594" y="76743"/>
                  <a:pt x="8594" y="76743"/>
                </a:cubicBezTo>
                <a:cubicBezTo>
                  <a:pt x="8600" y="76737"/>
                  <a:pt x="8605" y="76734"/>
                  <a:pt x="8609" y="76731"/>
                </a:cubicBezTo>
                <a:close/>
                <a:moveTo>
                  <a:pt x="8035" y="76566"/>
                </a:moveTo>
                <a:cubicBezTo>
                  <a:pt x="8035" y="76625"/>
                  <a:pt x="8035" y="76654"/>
                  <a:pt x="8020" y="76713"/>
                </a:cubicBezTo>
                <a:cubicBezTo>
                  <a:pt x="7991" y="76743"/>
                  <a:pt x="7947" y="76772"/>
                  <a:pt x="7888" y="76801"/>
                </a:cubicBezTo>
                <a:lnTo>
                  <a:pt x="7888" y="76654"/>
                </a:lnTo>
                <a:cubicBezTo>
                  <a:pt x="7947" y="76625"/>
                  <a:pt x="7991" y="76581"/>
                  <a:pt x="8035" y="76566"/>
                </a:cubicBezTo>
                <a:close/>
                <a:moveTo>
                  <a:pt x="8227" y="76669"/>
                </a:moveTo>
                <a:cubicBezTo>
                  <a:pt x="8227" y="76713"/>
                  <a:pt x="8197" y="76743"/>
                  <a:pt x="8197" y="76801"/>
                </a:cubicBezTo>
                <a:cubicBezTo>
                  <a:pt x="8168" y="76816"/>
                  <a:pt x="8138" y="76846"/>
                  <a:pt x="8094" y="76875"/>
                </a:cubicBezTo>
                <a:cubicBezTo>
                  <a:pt x="8094" y="76846"/>
                  <a:pt x="8094" y="76801"/>
                  <a:pt x="8109" y="76743"/>
                </a:cubicBezTo>
                <a:cubicBezTo>
                  <a:pt x="8153" y="76728"/>
                  <a:pt x="8182" y="76698"/>
                  <a:pt x="8227" y="76669"/>
                </a:cubicBezTo>
                <a:close/>
                <a:moveTo>
                  <a:pt x="8359" y="76772"/>
                </a:moveTo>
                <a:cubicBezTo>
                  <a:pt x="8359" y="76801"/>
                  <a:pt x="8330" y="76846"/>
                  <a:pt x="8330" y="76860"/>
                </a:cubicBezTo>
                <a:cubicBezTo>
                  <a:pt x="8300" y="76875"/>
                  <a:pt x="8271" y="76890"/>
                  <a:pt x="8256" y="76934"/>
                </a:cubicBezTo>
                <a:cubicBezTo>
                  <a:pt x="8256" y="76890"/>
                  <a:pt x="8271" y="76860"/>
                  <a:pt x="8271" y="76846"/>
                </a:cubicBezTo>
                <a:cubicBezTo>
                  <a:pt x="8300" y="76816"/>
                  <a:pt x="8330" y="76801"/>
                  <a:pt x="8359" y="76772"/>
                </a:cubicBezTo>
                <a:close/>
                <a:moveTo>
                  <a:pt x="8447" y="76846"/>
                </a:moveTo>
                <a:cubicBezTo>
                  <a:pt x="8447" y="76875"/>
                  <a:pt x="8447" y="76890"/>
                  <a:pt x="8433" y="76919"/>
                </a:cubicBezTo>
                <a:lnTo>
                  <a:pt x="8374" y="76963"/>
                </a:lnTo>
                <a:cubicBezTo>
                  <a:pt x="8374" y="76949"/>
                  <a:pt x="8388" y="76934"/>
                  <a:pt x="8388" y="76890"/>
                </a:cubicBezTo>
                <a:lnTo>
                  <a:pt x="8447" y="76846"/>
                </a:lnTo>
                <a:close/>
                <a:moveTo>
                  <a:pt x="8006" y="76801"/>
                </a:moveTo>
                <a:cubicBezTo>
                  <a:pt x="8006" y="76846"/>
                  <a:pt x="7991" y="76890"/>
                  <a:pt x="7991" y="76934"/>
                </a:cubicBezTo>
                <a:cubicBezTo>
                  <a:pt x="7962" y="76963"/>
                  <a:pt x="7932" y="77007"/>
                  <a:pt x="7888" y="77022"/>
                </a:cubicBezTo>
                <a:lnTo>
                  <a:pt x="7888" y="76890"/>
                </a:lnTo>
                <a:cubicBezTo>
                  <a:pt x="7932" y="76860"/>
                  <a:pt x="7962" y="76846"/>
                  <a:pt x="8006" y="76801"/>
                </a:cubicBezTo>
                <a:close/>
                <a:moveTo>
                  <a:pt x="8168" y="76919"/>
                </a:moveTo>
                <a:cubicBezTo>
                  <a:pt x="8168" y="76949"/>
                  <a:pt x="8153" y="76993"/>
                  <a:pt x="8153" y="77022"/>
                </a:cubicBezTo>
                <a:cubicBezTo>
                  <a:pt x="8109" y="77037"/>
                  <a:pt x="8094" y="77081"/>
                  <a:pt x="8065" y="77096"/>
                </a:cubicBezTo>
                <a:cubicBezTo>
                  <a:pt x="8079" y="77066"/>
                  <a:pt x="8079" y="77022"/>
                  <a:pt x="8079" y="76993"/>
                </a:cubicBezTo>
                <a:cubicBezTo>
                  <a:pt x="8109" y="76963"/>
                  <a:pt x="8153" y="76934"/>
                  <a:pt x="8168" y="76919"/>
                </a:cubicBezTo>
                <a:close/>
                <a:moveTo>
                  <a:pt x="8271" y="77007"/>
                </a:moveTo>
                <a:cubicBezTo>
                  <a:pt x="8271" y="77022"/>
                  <a:pt x="8271" y="77066"/>
                  <a:pt x="8256" y="77081"/>
                </a:cubicBezTo>
                <a:lnTo>
                  <a:pt x="8212" y="77140"/>
                </a:lnTo>
                <a:cubicBezTo>
                  <a:pt x="8212" y="77110"/>
                  <a:pt x="8227" y="77081"/>
                  <a:pt x="8227" y="77066"/>
                </a:cubicBezTo>
                <a:lnTo>
                  <a:pt x="8271" y="77007"/>
                </a:lnTo>
                <a:close/>
                <a:moveTo>
                  <a:pt x="8374" y="77096"/>
                </a:moveTo>
                <a:cubicBezTo>
                  <a:pt x="8374" y="77110"/>
                  <a:pt x="8359" y="77110"/>
                  <a:pt x="8359" y="77140"/>
                </a:cubicBezTo>
                <a:cubicBezTo>
                  <a:pt x="8359" y="77155"/>
                  <a:pt x="8330" y="77155"/>
                  <a:pt x="8330" y="77169"/>
                </a:cubicBezTo>
                <a:cubicBezTo>
                  <a:pt x="8330" y="77155"/>
                  <a:pt x="8330" y="77140"/>
                  <a:pt x="8359" y="77140"/>
                </a:cubicBezTo>
                <a:cubicBezTo>
                  <a:pt x="8359" y="77110"/>
                  <a:pt x="8359" y="77096"/>
                  <a:pt x="8374" y="77096"/>
                </a:cubicBezTo>
                <a:close/>
                <a:moveTo>
                  <a:pt x="8006" y="77066"/>
                </a:moveTo>
                <a:cubicBezTo>
                  <a:pt x="8006" y="77096"/>
                  <a:pt x="7991" y="77140"/>
                  <a:pt x="7991" y="77184"/>
                </a:cubicBezTo>
                <a:cubicBezTo>
                  <a:pt x="7932" y="77213"/>
                  <a:pt x="7903" y="77228"/>
                  <a:pt x="7873" y="77258"/>
                </a:cubicBezTo>
                <a:cubicBezTo>
                  <a:pt x="7873" y="77228"/>
                  <a:pt x="7873" y="77184"/>
                  <a:pt x="7888" y="77140"/>
                </a:cubicBezTo>
                <a:cubicBezTo>
                  <a:pt x="7932" y="77110"/>
                  <a:pt x="7962" y="77081"/>
                  <a:pt x="8006" y="77066"/>
                </a:cubicBezTo>
                <a:close/>
                <a:moveTo>
                  <a:pt x="8109" y="77155"/>
                </a:moveTo>
                <a:cubicBezTo>
                  <a:pt x="8109" y="77184"/>
                  <a:pt x="8094" y="77213"/>
                  <a:pt x="8094" y="77243"/>
                </a:cubicBezTo>
                <a:lnTo>
                  <a:pt x="8020" y="77317"/>
                </a:lnTo>
                <a:cubicBezTo>
                  <a:pt x="8020" y="77287"/>
                  <a:pt x="8035" y="77243"/>
                  <a:pt x="8035" y="77228"/>
                </a:cubicBezTo>
                <a:lnTo>
                  <a:pt x="8109" y="77155"/>
                </a:lnTo>
                <a:close/>
                <a:moveTo>
                  <a:pt x="8227" y="77243"/>
                </a:moveTo>
                <a:cubicBezTo>
                  <a:pt x="8212" y="77258"/>
                  <a:pt x="8212" y="77287"/>
                  <a:pt x="8212" y="77302"/>
                </a:cubicBezTo>
                <a:lnTo>
                  <a:pt x="8168" y="77331"/>
                </a:lnTo>
                <a:cubicBezTo>
                  <a:pt x="8168" y="77317"/>
                  <a:pt x="8168" y="77302"/>
                  <a:pt x="8182" y="77272"/>
                </a:cubicBezTo>
                <a:lnTo>
                  <a:pt x="8227" y="77243"/>
                </a:lnTo>
                <a:close/>
                <a:moveTo>
                  <a:pt x="7947" y="77302"/>
                </a:moveTo>
                <a:cubicBezTo>
                  <a:pt x="7947" y="77331"/>
                  <a:pt x="7932" y="77375"/>
                  <a:pt x="7932" y="77405"/>
                </a:cubicBezTo>
                <a:cubicBezTo>
                  <a:pt x="7917" y="77434"/>
                  <a:pt x="7873" y="77464"/>
                  <a:pt x="7844" y="77478"/>
                </a:cubicBezTo>
                <a:cubicBezTo>
                  <a:pt x="7844" y="77449"/>
                  <a:pt x="7859" y="77405"/>
                  <a:pt x="7859" y="77375"/>
                </a:cubicBezTo>
                <a:cubicBezTo>
                  <a:pt x="7888" y="77361"/>
                  <a:pt x="7932" y="77317"/>
                  <a:pt x="7947" y="77302"/>
                </a:cubicBezTo>
                <a:close/>
                <a:moveTo>
                  <a:pt x="8094" y="77390"/>
                </a:moveTo>
                <a:lnTo>
                  <a:pt x="8094" y="77390"/>
                </a:lnTo>
                <a:cubicBezTo>
                  <a:pt x="8065" y="77405"/>
                  <a:pt x="8065" y="77434"/>
                  <a:pt x="8065" y="77464"/>
                </a:cubicBezTo>
                <a:lnTo>
                  <a:pt x="8006" y="77523"/>
                </a:lnTo>
                <a:cubicBezTo>
                  <a:pt x="8006" y="77508"/>
                  <a:pt x="8020" y="77464"/>
                  <a:pt x="8020" y="77449"/>
                </a:cubicBezTo>
                <a:cubicBezTo>
                  <a:pt x="8035" y="77434"/>
                  <a:pt x="8065" y="77405"/>
                  <a:pt x="8094" y="77390"/>
                </a:cubicBezTo>
                <a:close/>
                <a:moveTo>
                  <a:pt x="7903" y="77537"/>
                </a:moveTo>
                <a:cubicBezTo>
                  <a:pt x="7888" y="77581"/>
                  <a:pt x="7888" y="77596"/>
                  <a:pt x="7888" y="77626"/>
                </a:cubicBezTo>
                <a:cubicBezTo>
                  <a:pt x="7873" y="77655"/>
                  <a:pt x="7859" y="77684"/>
                  <a:pt x="7814" y="77699"/>
                </a:cubicBezTo>
                <a:cubicBezTo>
                  <a:pt x="7814" y="77670"/>
                  <a:pt x="7829" y="77626"/>
                  <a:pt x="7829" y="77611"/>
                </a:cubicBezTo>
                <a:cubicBezTo>
                  <a:pt x="7859" y="77596"/>
                  <a:pt x="7888" y="77581"/>
                  <a:pt x="7903" y="77537"/>
                </a:cubicBezTo>
                <a:close/>
                <a:moveTo>
                  <a:pt x="8020" y="77611"/>
                </a:moveTo>
                <a:cubicBezTo>
                  <a:pt x="8006" y="77655"/>
                  <a:pt x="8006" y="77655"/>
                  <a:pt x="7991" y="77670"/>
                </a:cubicBezTo>
                <a:cubicBezTo>
                  <a:pt x="7962" y="77684"/>
                  <a:pt x="7947" y="77699"/>
                  <a:pt x="7947" y="77729"/>
                </a:cubicBezTo>
                <a:cubicBezTo>
                  <a:pt x="7947" y="77699"/>
                  <a:pt x="7947" y="77684"/>
                  <a:pt x="7962" y="77670"/>
                </a:cubicBezTo>
                <a:lnTo>
                  <a:pt x="8020" y="77611"/>
                </a:lnTo>
                <a:close/>
                <a:moveTo>
                  <a:pt x="7859" y="77773"/>
                </a:moveTo>
                <a:lnTo>
                  <a:pt x="7859" y="77773"/>
                </a:lnTo>
                <a:cubicBezTo>
                  <a:pt x="7844" y="77817"/>
                  <a:pt x="7844" y="77832"/>
                  <a:pt x="7844" y="77846"/>
                </a:cubicBezTo>
                <a:lnTo>
                  <a:pt x="7785" y="77905"/>
                </a:lnTo>
                <a:cubicBezTo>
                  <a:pt x="7785" y="77890"/>
                  <a:pt x="7800" y="77846"/>
                  <a:pt x="7800" y="77832"/>
                </a:cubicBezTo>
                <a:lnTo>
                  <a:pt x="7859" y="77773"/>
                </a:lnTo>
                <a:close/>
                <a:moveTo>
                  <a:pt x="7800" y="78023"/>
                </a:moveTo>
                <a:cubicBezTo>
                  <a:pt x="7785" y="78038"/>
                  <a:pt x="7785" y="78052"/>
                  <a:pt x="7785" y="78067"/>
                </a:cubicBezTo>
                <a:cubicBezTo>
                  <a:pt x="7770" y="78096"/>
                  <a:pt x="7770" y="78111"/>
                  <a:pt x="7741" y="78111"/>
                </a:cubicBezTo>
                <a:cubicBezTo>
                  <a:pt x="7741" y="78096"/>
                  <a:pt x="7741" y="78067"/>
                  <a:pt x="7770" y="78052"/>
                </a:cubicBezTo>
                <a:cubicBezTo>
                  <a:pt x="7785" y="78038"/>
                  <a:pt x="7785" y="78023"/>
                  <a:pt x="7800" y="78023"/>
                </a:cubicBezTo>
                <a:close/>
                <a:moveTo>
                  <a:pt x="7535" y="74859"/>
                </a:moveTo>
                <a:cubicBezTo>
                  <a:pt x="7564" y="74918"/>
                  <a:pt x="7579" y="74977"/>
                  <a:pt x="7594" y="75050"/>
                </a:cubicBezTo>
                <a:cubicBezTo>
                  <a:pt x="7064" y="75271"/>
                  <a:pt x="6534" y="75521"/>
                  <a:pt x="6019" y="75815"/>
                </a:cubicBezTo>
                <a:cubicBezTo>
                  <a:pt x="3723" y="77110"/>
                  <a:pt x="1987" y="79392"/>
                  <a:pt x="1266" y="81893"/>
                </a:cubicBezTo>
                <a:cubicBezTo>
                  <a:pt x="1913" y="79230"/>
                  <a:pt x="3694" y="76816"/>
                  <a:pt x="6107" y="75521"/>
                </a:cubicBezTo>
                <a:cubicBezTo>
                  <a:pt x="6564" y="75256"/>
                  <a:pt x="7049" y="75050"/>
                  <a:pt x="7535" y="74859"/>
                </a:cubicBezTo>
                <a:close/>
                <a:moveTo>
                  <a:pt x="7638" y="75109"/>
                </a:moveTo>
                <a:cubicBezTo>
                  <a:pt x="7638" y="75183"/>
                  <a:pt x="7653" y="75256"/>
                  <a:pt x="7667" y="75315"/>
                </a:cubicBezTo>
                <a:cubicBezTo>
                  <a:pt x="7108" y="75565"/>
                  <a:pt x="6519" y="75845"/>
                  <a:pt x="5975" y="76183"/>
                </a:cubicBezTo>
                <a:cubicBezTo>
                  <a:pt x="3738" y="77508"/>
                  <a:pt x="2075" y="79642"/>
                  <a:pt x="1339" y="82026"/>
                </a:cubicBezTo>
                <a:cubicBezTo>
                  <a:pt x="2016" y="79495"/>
                  <a:pt x="3753" y="77184"/>
                  <a:pt x="6063" y="75860"/>
                </a:cubicBezTo>
                <a:cubicBezTo>
                  <a:pt x="6564" y="75565"/>
                  <a:pt x="7093" y="75330"/>
                  <a:pt x="7638" y="75109"/>
                </a:cubicBezTo>
                <a:close/>
                <a:moveTo>
                  <a:pt x="7682" y="75403"/>
                </a:moveTo>
                <a:cubicBezTo>
                  <a:pt x="7711" y="75462"/>
                  <a:pt x="7711" y="75536"/>
                  <a:pt x="7726" y="75595"/>
                </a:cubicBezTo>
                <a:cubicBezTo>
                  <a:pt x="7123" y="75889"/>
                  <a:pt x="6519" y="76198"/>
                  <a:pt x="5931" y="76537"/>
                </a:cubicBezTo>
                <a:cubicBezTo>
                  <a:pt x="3635" y="77964"/>
                  <a:pt x="1957" y="80201"/>
                  <a:pt x="1251" y="82629"/>
                </a:cubicBezTo>
                <a:cubicBezTo>
                  <a:pt x="1884" y="80039"/>
                  <a:pt x="3606" y="77670"/>
                  <a:pt x="6019" y="76257"/>
                </a:cubicBezTo>
                <a:cubicBezTo>
                  <a:pt x="6549" y="75933"/>
                  <a:pt x="7123" y="75668"/>
                  <a:pt x="7682" y="75403"/>
                </a:cubicBezTo>
                <a:close/>
                <a:moveTo>
                  <a:pt x="7741" y="75668"/>
                </a:moveTo>
                <a:cubicBezTo>
                  <a:pt x="7770" y="75712"/>
                  <a:pt x="7770" y="75771"/>
                  <a:pt x="7770" y="75845"/>
                </a:cubicBezTo>
                <a:cubicBezTo>
                  <a:pt x="7123" y="76183"/>
                  <a:pt x="6490" y="76522"/>
                  <a:pt x="5872" y="76919"/>
                </a:cubicBezTo>
                <a:cubicBezTo>
                  <a:pt x="3606" y="78361"/>
                  <a:pt x="1913" y="80628"/>
                  <a:pt x="1221" y="83041"/>
                </a:cubicBezTo>
                <a:cubicBezTo>
                  <a:pt x="1854" y="80466"/>
                  <a:pt x="3591" y="78096"/>
                  <a:pt x="5960" y="76625"/>
                </a:cubicBezTo>
                <a:cubicBezTo>
                  <a:pt x="6534" y="76272"/>
                  <a:pt x="7137" y="75963"/>
                  <a:pt x="7741" y="75668"/>
                </a:cubicBezTo>
                <a:close/>
                <a:moveTo>
                  <a:pt x="7785" y="75933"/>
                </a:moveTo>
                <a:cubicBezTo>
                  <a:pt x="7785" y="75992"/>
                  <a:pt x="7800" y="76051"/>
                  <a:pt x="7800" y="76110"/>
                </a:cubicBezTo>
                <a:cubicBezTo>
                  <a:pt x="7137" y="76478"/>
                  <a:pt x="6475" y="76860"/>
                  <a:pt x="5828" y="77272"/>
                </a:cubicBezTo>
                <a:cubicBezTo>
                  <a:pt x="3591" y="78788"/>
                  <a:pt x="1943" y="80981"/>
                  <a:pt x="1236" y="83321"/>
                </a:cubicBezTo>
                <a:cubicBezTo>
                  <a:pt x="1884" y="80834"/>
                  <a:pt x="3591" y="78494"/>
                  <a:pt x="5931" y="76993"/>
                </a:cubicBezTo>
                <a:cubicBezTo>
                  <a:pt x="6534" y="76595"/>
                  <a:pt x="7152" y="76257"/>
                  <a:pt x="7785" y="75933"/>
                </a:cubicBezTo>
                <a:close/>
                <a:moveTo>
                  <a:pt x="7800" y="76198"/>
                </a:moveTo>
                <a:cubicBezTo>
                  <a:pt x="7800" y="76257"/>
                  <a:pt x="7800" y="76301"/>
                  <a:pt x="7814" y="76360"/>
                </a:cubicBezTo>
                <a:cubicBezTo>
                  <a:pt x="7137" y="76757"/>
                  <a:pt x="6461" y="77184"/>
                  <a:pt x="5784" y="77670"/>
                </a:cubicBezTo>
                <a:cubicBezTo>
                  <a:pt x="3517" y="79244"/>
                  <a:pt x="1884" y="81496"/>
                  <a:pt x="1177" y="83836"/>
                </a:cubicBezTo>
                <a:cubicBezTo>
                  <a:pt x="1781" y="81305"/>
                  <a:pt x="3473" y="78950"/>
                  <a:pt x="5872" y="77361"/>
                </a:cubicBezTo>
                <a:cubicBezTo>
                  <a:pt x="6490" y="76934"/>
                  <a:pt x="7152" y="76551"/>
                  <a:pt x="7800" y="76198"/>
                </a:cubicBezTo>
                <a:close/>
                <a:moveTo>
                  <a:pt x="7800" y="76448"/>
                </a:moveTo>
                <a:lnTo>
                  <a:pt x="7800" y="76625"/>
                </a:lnTo>
                <a:cubicBezTo>
                  <a:pt x="7726" y="76669"/>
                  <a:pt x="7638" y="76728"/>
                  <a:pt x="7564" y="76787"/>
                </a:cubicBezTo>
                <a:cubicBezTo>
                  <a:pt x="6961" y="77184"/>
                  <a:pt x="6313" y="77596"/>
                  <a:pt x="5710" y="78052"/>
                </a:cubicBezTo>
                <a:cubicBezTo>
                  <a:pt x="3458" y="79701"/>
                  <a:pt x="1854" y="81864"/>
                  <a:pt x="1163" y="84145"/>
                </a:cubicBezTo>
                <a:cubicBezTo>
                  <a:pt x="1825" y="81673"/>
                  <a:pt x="3473" y="79362"/>
                  <a:pt x="5813" y="77729"/>
                </a:cubicBezTo>
                <a:cubicBezTo>
                  <a:pt x="6475" y="77258"/>
                  <a:pt x="7152" y="76846"/>
                  <a:pt x="7800" y="76448"/>
                </a:cubicBezTo>
                <a:close/>
                <a:moveTo>
                  <a:pt x="7829" y="76698"/>
                </a:moveTo>
                <a:lnTo>
                  <a:pt x="7829" y="76846"/>
                </a:lnTo>
                <a:cubicBezTo>
                  <a:pt x="7653" y="76963"/>
                  <a:pt x="7447" y="77110"/>
                  <a:pt x="7270" y="77243"/>
                </a:cubicBezTo>
                <a:cubicBezTo>
                  <a:pt x="6755" y="77611"/>
                  <a:pt x="6210" y="77979"/>
                  <a:pt x="5695" y="78391"/>
                </a:cubicBezTo>
                <a:cubicBezTo>
                  <a:pt x="3414" y="80113"/>
                  <a:pt x="1825" y="82335"/>
                  <a:pt x="1148" y="84616"/>
                </a:cubicBezTo>
                <a:cubicBezTo>
                  <a:pt x="1737" y="82188"/>
                  <a:pt x="3370" y="79833"/>
                  <a:pt x="5784" y="78096"/>
                </a:cubicBezTo>
                <a:cubicBezTo>
                  <a:pt x="6387" y="77655"/>
                  <a:pt x="7005" y="77228"/>
                  <a:pt x="7638" y="76816"/>
                </a:cubicBezTo>
                <a:cubicBezTo>
                  <a:pt x="7711" y="76787"/>
                  <a:pt x="7770" y="76728"/>
                  <a:pt x="7829" y="76698"/>
                </a:cubicBezTo>
                <a:close/>
                <a:moveTo>
                  <a:pt x="7800" y="76949"/>
                </a:moveTo>
                <a:lnTo>
                  <a:pt x="7800" y="77096"/>
                </a:lnTo>
                <a:cubicBezTo>
                  <a:pt x="7505" y="77331"/>
                  <a:pt x="7196" y="77552"/>
                  <a:pt x="6902" y="77802"/>
                </a:cubicBezTo>
                <a:cubicBezTo>
                  <a:pt x="6475" y="78111"/>
                  <a:pt x="6048" y="78435"/>
                  <a:pt x="5622" y="78773"/>
                </a:cubicBezTo>
                <a:cubicBezTo>
                  <a:pt x="4253" y="79862"/>
                  <a:pt x="2016" y="81996"/>
                  <a:pt x="1118" y="84910"/>
                </a:cubicBezTo>
                <a:cubicBezTo>
                  <a:pt x="1751" y="82541"/>
                  <a:pt x="3385" y="80245"/>
                  <a:pt x="5725" y="78464"/>
                </a:cubicBezTo>
                <a:cubicBezTo>
                  <a:pt x="6240" y="78067"/>
                  <a:pt x="6770" y="77684"/>
                  <a:pt x="7285" y="77317"/>
                </a:cubicBezTo>
                <a:cubicBezTo>
                  <a:pt x="7476" y="77184"/>
                  <a:pt x="7638" y="77081"/>
                  <a:pt x="7800" y="76949"/>
                </a:cubicBezTo>
                <a:close/>
                <a:moveTo>
                  <a:pt x="7785" y="77213"/>
                </a:moveTo>
                <a:cubicBezTo>
                  <a:pt x="7785" y="77243"/>
                  <a:pt x="7785" y="77302"/>
                  <a:pt x="7770" y="77331"/>
                </a:cubicBezTo>
                <a:cubicBezTo>
                  <a:pt x="7358" y="77670"/>
                  <a:pt x="6946" y="78008"/>
                  <a:pt x="6534" y="78347"/>
                </a:cubicBezTo>
                <a:cubicBezTo>
                  <a:pt x="6210" y="78597"/>
                  <a:pt x="5887" y="78862"/>
                  <a:pt x="5578" y="79141"/>
                </a:cubicBezTo>
                <a:cubicBezTo>
                  <a:pt x="3355" y="80981"/>
                  <a:pt x="1795" y="83129"/>
                  <a:pt x="1104" y="85278"/>
                </a:cubicBezTo>
                <a:lnTo>
                  <a:pt x="1104" y="85263"/>
                </a:lnTo>
                <a:cubicBezTo>
                  <a:pt x="1928" y="82188"/>
                  <a:pt x="4268" y="79965"/>
                  <a:pt x="5666" y="78832"/>
                </a:cubicBezTo>
                <a:cubicBezTo>
                  <a:pt x="6093" y="78494"/>
                  <a:pt x="6505" y="78170"/>
                  <a:pt x="6931" y="77846"/>
                </a:cubicBezTo>
                <a:cubicBezTo>
                  <a:pt x="7226" y="77626"/>
                  <a:pt x="7505" y="77405"/>
                  <a:pt x="7785" y="77213"/>
                </a:cubicBezTo>
                <a:close/>
                <a:moveTo>
                  <a:pt x="7770" y="77449"/>
                </a:moveTo>
                <a:cubicBezTo>
                  <a:pt x="7770" y="77478"/>
                  <a:pt x="7741" y="77523"/>
                  <a:pt x="7741" y="77581"/>
                </a:cubicBezTo>
                <a:cubicBezTo>
                  <a:pt x="7255" y="78038"/>
                  <a:pt x="6711" y="78494"/>
                  <a:pt x="6181" y="78950"/>
                </a:cubicBezTo>
                <a:cubicBezTo>
                  <a:pt x="5960" y="79141"/>
                  <a:pt x="5739" y="79318"/>
                  <a:pt x="5519" y="79524"/>
                </a:cubicBezTo>
                <a:cubicBezTo>
                  <a:pt x="3959" y="80869"/>
                  <a:pt x="2107" y="82854"/>
                  <a:pt x="1194" y="85316"/>
                </a:cubicBezTo>
                <a:lnTo>
                  <a:pt x="1194" y="85316"/>
                </a:lnTo>
                <a:cubicBezTo>
                  <a:pt x="1869" y="83161"/>
                  <a:pt x="3422" y="81026"/>
                  <a:pt x="5636" y="79200"/>
                </a:cubicBezTo>
                <a:cubicBezTo>
                  <a:pt x="5945" y="78935"/>
                  <a:pt x="6269" y="78656"/>
                  <a:pt x="6593" y="78406"/>
                </a:cubicBezTo>
                <a:cubicBezTo>
                  <a:pt x="6990" y="78067"/>
                  <a:pt x="7373" y="77758"/>
                  <a:pt x="7770" y="77449"/>
                </a:cubicBezTo>
                <a:close/>
                <a:moveTo>
                  <a:pt x="7726" y="77684"/>
                </a:moveTo>
                <a:cubicBezTo>
                  <a:pt x="7726" y="77714"/>
                  <a:pt x="7711" y="77758"/>
                  <a:pt x="7711" y="77802"/>
                </a:cubicBezTo>
                <a:cubicBezTo>
                  <a:pt x="7123" y="78376"/>
                  <a:pt x="6475" y="78965"/>
                  <a:pt x="5813" y="79568"/>
                </a:cubicBezTo>
                <a:lnTo>
                  <a:pt x="5460" y="79877"/>
                </a:lnTo>
                <a:cubicBezTo>
                  <a:pt x="3318" y="81799"/>
                  <a:pt x="1892" y="83751"/>
                  <a:pt x="1169" y="85702"/>
                </a:cubicBezTo>
                <a:lnTo>
                  <a:pt x="1169" y="85702"/>
                </a:lnTo>
                <a:cubicBezTo>
                  <a:pt x="1168" y="85693"/>
                  <a:pt x="1163" y="85684"/>
                  <a:pt x="1163" y="85675"/>
                </a:cubicBezTo>
                <a:cubicBezTo>
                  <a:pt x="2001" y="83071"/>
                  <a:pt x="3959" y="80951"/>
                  <a:pt x="5578" y="79568"/>
                </a:cubicBezTo>
                <a:cubicBezTo>
                  <a:pt x="5798" y="79377"/>
                  <a:pt x="6019" y="79200"/>
                  <a:pt x="6240" y="78994"/>
                </a:cubicBezTo>
                <a:cubicBezTo>
                  <a:pt x="6755" y="78553"/>
                  <a:pt x="7255" y="78126"/>
                  <a:pt x="7726" y="77684"/>
                </a:cubicBezTo>
                <a:close/>
                <a:moveTo>
                  <a:pt x="7711" y="77964"/>
                </a:moveTo>
                <a:cubicBezTo>
                  <a:pt x="7697" y="77979"/>
                  <a:pt x="7697" y="77993"/>
                  <a:pt x="7667" y="78038"/>
                </a:cubicBezTo>
                <a:cubicBezTo>
                  <a:pt x="6990" y="78788"/>
                  <a:pt x="6210" y="79509"/>
                  <a:pt x="5460" y="80216"/>
                </a:cubicBezTo>
                <a:lnTo>
                  <a:pt x="5430" y="80260"/>
                </a:lnTo>
                <a:cubicBezTo>
                  <a:pt x="3296" y="82246"/>
                  <a:pt x="1928" y="84101"/>
                  <a:pt x="1192" y="85940"/>
                </a:cubicBezTo>
                <a:lnTo>
                  <a:pt x="1192" y="85881"/>
                </a:lnTo>
                <a:cubicBezTo>
                  <a:pt x="1898" y="83895"/>
                  <a:pt x="3355" y="81893"/>
                  <a:pt x="5533" y="79951"/>
                </a:cubicBezTo>
                <a:lnTo>
                  <a:pt x="5887" y="79627"/>
                </a:lnTo>
                <a:cubicBezTo>
                  <a:pt x="6519" y="79068"/>
                  <a:pt x="7137" y="78509"/>
                  <a:pt x="7711" y="77964"/>
                </a:cubicBezTo>
                <a:close/>
                <a:moveTo>
                  <a:pt x="7638" y="78199"/>
                </a:moveTo>
                <a:lnTo>
                  <a:pt x="7638" y="78258"/>
                </a:lnTo>
                <a:cubicBezTo>
                  <a:pt x="6990" y="79024"/>
                  <a:pt x="6210" y="79804"/>
                  <a:pt x="5386" y="80613"/>
                </a:cubicBezTo>
                <a:cubicBezTo>
                  <a:pt x="3900" y="82070"/>
                  <a:pt x="2193" y="83939"/>
                  <a:pt x="1251" y="86161"/>
                </a:cubicBezTo>
                <a:cubicBezTo>
                  <a:pt x="1251" y="86146"/>
                  <a:pt x="1236" y="86117"/>
                  <a:pt x="1236" y="86087"/>
                </a:cubicBezTo>
                <a:cubicBezTo>
                  <a:pt x="1928" y="84218"/>
                  <a:pt x="3311" y="82335"/>
                  <a:pt x="5475" y="80319"/>
                </a:cubicBezTo>
                <a:lnTo>
                  <a:pt x="5519" y="80274"/>
                </a:lnTo>
                <a:cubicBezTo>
                  <a:pt x="6240" y="79598"/>
                  <a:pt x="6976" y="78921"/>
                  <a:pt x="7638" y="78199"/>
                </a:cubicBezTo>
                <a:close/>
                <a:moveTo>
                  <a:pt x="7579" y="78435"/>
                </a:moveTo>
                <a:cubicBezTo>
                  <a:pt x="7579" y="78464"/>
                  <a:pt x="7579" y="78464"/>
                  <a:pt x="7564" y="78479"/>
                </a:cubicBezTo>
                <a:cubicBezTo>
                  <a:pt x="6902" y="79347"/>
                  <a:pt x="6107" y="80171"/>
                  <a:pt x="5342" y="80981"/>
                </a:cubicBezTo>
                <a:cubicBezTo>
                  <a:pt x="3738" y="82600"/>
                  <a:pt x="2193" y="84366"/>
                  <a:pt x="1310" y="86367"/>
                </a:cubicBezTo>
                <a:cubicBezTo>
                  <a:pt x="1310" y="86352"/>
                  <a:pt x="1295" y="86308"/>
                  <a:pt x="1295" y="86293"/>
                </a:cubicBezTo>
                <a:cubicBezTo>
                  <a:pt x="2207" y="84027"/>
                  <a:pt x="3944" y="82143"/>
                  <a:pt x="5445" y="80672"/>
                </a:cubicBezTo>
                <a:cubicBezTo>
                  <a:pt x="6225" y="79907"/>
                  <a:pt x="6961" y="79171"/>
                  <a:pt x="7579" y="78435"/>
                </a:cubicBezTo>
                <a:close/>
                <a:moveTo>
                  <a:pt x="1118" y="86382"/>
                </a:moveTo>
                <a:cubicBezTo>
                  <a:pt x="1118" y="86411"/>
                  <a:pt x="1118" y="86426"/>
                  <a:pt x="1148" y="86441"/>
                </a:cubicBezTo>
                <a:lnTo>
                  <a:pt x="1148" y="86455"/>
                </a:lnTo>
                <a:cubicBezTo>
                  <a:pt x="1118" y="86441"/>
                  <a:pt x="1118" y="86426"/>
                  <a:pt x="1118" y="86411"/>
                </a:cubicBezTo>
                <a:lnTo>
                  <a:pt x="1118" y="86382"/>
                </a:lnTo>
                <a:close/>
                <a:moveTo>
                  <a:pt x="1221" y="86455"/>
                </a:moveTo>
                <a:cubicBezTo>
                  <a:pt x="1236" y="86455"/>
                  <a:pt x="1236" y="86500"/>
                  <a:pt x="1236" y="86514"/>
                </a:cubicBezTo>
                <a:lnTo>
                  <a:pt x="1236" y="86529"/>
                </a:lnTo>
                <a:cubicBezTo>
                  <a:pt x="1236" y="86500"/>
                  <a:pt x="1236" y="86485"/>
                  <a:pt x="1221" y="86455"/>
                </a:cubicBezTo>
                <a:close/>
                <a:moveTo>
                  <a:pt x="7478" y="78754"/>
                </a:moveTo>
                <a:lnTo>
                  <a:pt x="7478" y="78754"/>
                </a:lnTo>
                <a:cubicBezTo>
                  <a:pt x="6821" y="79681"/>
                  <a:pt x="6038" y="80551"/>
                  <a:pt x="5298" y="81349"/>
                </a:cubicBezTo>
                <a:cubicBezTo>
                  <a:pt x="3797" y="82953"/>
                  <a:pt x="2281" y="84660"/>
                  <a:pt x="1369" y="86603"/>
                </a:cubicBezTo>
                <a:cubicBezTo>
                  <a:pt x="1369" y="86573"/>
                  <a:pt x="1339" y="86558"/>
                  <a:pt x="1339" y="86514"/>
                </a:cubicBezTo>
                <a:cubicBezTo>
                  <a:pt x="2222" y="84454"/>
                  <a:pt x="3797" y="82688"/>
                  <a:pt x="5416" y="81040"/>
                </a:cubicBezTo>
                <a:cubicBezTo>
                  <a:pt x="6135" y="80292"/>
                  <a:pt x="6854" y="79543"/>
                  <a:pt x="7478" y="78754"/>
                </a:cubicBezTo>
                <a:close/>
                <a:moveTo>
                  <a:pt x="1177" y="86588"/>
                </a:moveTo>
                <a:cubicBezTo>
                  <a:pt x="1177" y="86603"/>
                  <a:pt x="1177" y="86632"/>
                  <a:pt x="1192" y="86647"/>
                </a:cubicBezTo>
                <a:cubicBezTo>
                  <a:pt x="1192" y="86661"/>
                  <a:pt x="1192" y="86661"/>
                  <a:pt x="1177" y="86676"/>
                </a:cubicBezTo>
                <a:cubicBezTo>
                  <a:pt x="1163" y="86661"/>
                  <a:pt x="1163" y="86647"/>
                  <a:pt x="1163" y="86632"/>
                </a:cubicBezTo>
                <a:cubicBezTo>
                  <a:pt x="1163" y="86603"/>
                  <a:pt x="1163" y="86603"/>
                  <a:pt x="1177" y="86588"/>
                </a:cubicBezTo>
                <a:close/>
                <a:moveTo>
                  <a:pt x="1280" y="86647"/>
                </a:moveTo>
                <a:cubicBezTo>
                  <a:pt x="1280" y="86661"/>
                  <a:pt x="1310" y="86706"/>
                  <a:pt x="1310" y="86720"/>
                </a:cubicBezTo>
                <a:cubicBezTo>
                  <a:pt x="1310" y="86720"/>
                  <a:pt x="1310" y="86735"/>
                  <a:pt x="1280" y="86735"/>
                </a:cubicBezTo>
                <a:cubicBezTo>
                  <a:pt x="1280" y="86720"/>
                  <a:pt x="1266" y="86676"/>
                  <a:pt x="1266" y="86661"/>
                </a:cubicBezTo>
                <a:cubicBezTo>
                  <a:pt x="1266" y="86661"/>
                  <a:pt x="1266" y="86647"/>
                  <a:pt x="1280" y="86647"/>
                </a:cubicBezTo>
                <a:close/>
                <a:moveTo>
                  <a:pt x="7299" y="79141"/>
                </a:moveTo>
                <a:lnTo>
                  <a:pt x="7299" y="79141"/>
                </a:lnTo>
                <a:cubicBezTo>
                  <a:pt x="6681" y="80054"/>
                  <a:pt x="5960" y="80922"/>
                  <a:pt x="5239" y="81717"/>
                </a:cubicBezTo>
                <a:cubicBezTo>
                  <a:pt x="3885" y="83218"/>
                  <a:pt x="2369" y="84895"/>
                  <a:pt x="1413" y="86809"/>
                </a:cubicBezTo>
                <a:cubicBezTo>
                  <a:pt x="1413" y="86779"/>
                  <a:pt x="1398" y="86750"/>
                  <a:pt x="1398" y="86720"/>
                </a:cubicBezTo>
                <a:cubicBezTo>
                  <a:pt x="2296" y="84748"/>
                  <a:pt x="3826" y="83012"/>
                  <a:pt x="5357" y="81408"/>
                </a:cubicBezTo>
                <a:cubicBezTo>
                  <a:pt x="6019" y="80701"/>
                  <a:pt x="6696" y="79951"/>
                  <a:pt x="7299" y="79141"/>
                </a:cubicBezTo>
                <a:close/>
                <a:moveTo>
                  <a:pt x="1104" y="86794"/>
                </a:moveTo>
                <a:cubicBezTo>
                  <a:pt x="1104" y="86809"/>
                  <a:pt x="1104" y="86823"/>
                  <a:pt x="1118" y="86853"/>
                </a:cubicBezTo>
                <a:cubicBezTo>
                  <a:pt x="1118" y="86853"/>
                  <a:pt x="1118" y="86867"/>
                  <a:pt x="1104" y="86867"/>
                </a:cubicBezTo>
                <a:lnTo>
                  <a:pt x="1104" y="86809"/>
                </a:lnTo>
                <a:lnTo>
                  <a:pt x="1104" y="86794"/>
                </a:lnTo>
                <a:close/>
                <a:moveTo>
                  <a:pt x="1207" y="86794"/>
                </a:moveTo>
                <a:cubicBezTo>
                  <a:pt x="1207" y="86809"/>
                  <a:pt x="1236" y="86853"/>
                  <a:pt x="1236" y="86867"/>
                </a:cubicBezTo>
                <a:cubicBezTo>
                  <a:pt x="1236" y="86882"/>
                  <a:pt x="1207" y="86897"/>
                  <a:pt x="1207" y="86897"/>
                </a:cubicBezTo>
                <a:cubicBezTo>
                  <a:pt x="1221" y="86882"/>
                  <a:pt x="1192" y="86867"/>
                  <a:pt x="1192" y="86823"/>
                </a:cubicBezTo>
                <a:cubicBezTo>
                  <a:pt x="1192" y="86809"/>
                  <a:pt x="1207" y="86794"/>
                  <a:pt x="1207" y="86794"/>
                </a:cubicBezTo>
                <a:close/>
                <a:moveTo>
                  <a:pt x="1339" y="86823"/>
                </a:moveTo>
                <a:cubicBezTo>
                  <a:pt x="1339" y="86867"/>
                  <a:pt x="1354" y="86882"/>
                  <a:pt x="1354" y="86926"/>
                </a:cubicBezTo>
                <a:cubicBezTo>
                  <a:pt x="1354" y="86941"/>
                  <a:pt x="1339" y="86941"/>
                  <a:pt x="1339" y="86956"/>
                </a:cubicBezTo>
                <a:cubicBezTo>
                  <a:pt x="1324" y="86941"/>
                  <a:pt x="1324" y="86897"/>
                  <a:pt x="1324" y="86867"/>
                </a:cubicBezTo>
                <a:cubicBezTo>
                  <a:pt x="1324" y="86838"/>
                  <a:pt x="1324" y="86838"/>
                  <a:pt x="1339" y="86823"/>
                </a:cubicBezTo>
                <a:close/>
                <a:moveTo>
                  <a:pt x="7137" y="79480"/>
                </a:moveTo>
                <a:cubicBezTo>
                  <a:pt x="6564" y="80451"/>
                  <a:pt x="5857" y="81334"/>
                  <a:pt x="5195" y="82085"/>
                </a:cubicBezTo>
                <a:lnTo>
                  <a:pt x="4930" y="82379"/>
                </a:lnTo>
                <a:cubicBezTo>
                  <a:pt x="3664" y="83851"/>
                  <a:pt x="2340" y="85352"/>
                  <a:pt x="1457" y="87044"/>
                </a:cubicBezTo>
                <a:cubicBezTo>
                  <a:pt x="1428" y="87015"/>
                  <a:pt x="1428" y="86970"/>
                  <a:pt x="1413" y="86941"/>
                </a:cubicBezTo>
                <a:cubicBezTo>
                  <a:pt x="2355" y="84984"/>
                  <a:pt x="3885" y="83291"/>
                  <a:pt x="5283" y="81761"/>
                </a:cubicBezTo>
                <a:cubicBezTo>
                  <a:pt x="5916" y="81054"/>
                  <a:pt x="6564" y="80289"/>
                  <a:pt x="7137" y="79480"/>
                </a:cubicBezTo>
                <a:close/>
                <a:moveTo>
                  <a:pt x="1148" y="86970"/>
                </a:moveTo>
                <a:cubicBezTo>
                  <a:pt x="1148" y="87000"/>
                  <a:pt x="1163" y="87015"/>
                  <a:pt x="1163" y="87044"/>
                </a:cubicBezTo>
                <a:cubicBezTo>
                  <a:pt x="1163" y="87073"/>
                  <a:pt x="1148" y="87073"/>
                  <a:pt x="1148" y="87088"/>
                </a:cubicBezTo>
                <a:cubicBezTo>
                  <a:pt x="1148" y="87044"/>
                  <a:pt x="1148" y="87029"/>
                  <a:pt x="1118" y="87015"/>
                </a:cubicBezTo>
                <a:cubicBezTo>
                  <a:pt x="1118" y="87000"/>
                  <a:pt x="1118" y="87000"/>
                  <a:pt x="1148" y="86970"/>
                </a:cubicBezTo>
                <a:close/>
                <a:moveTo>
                  <a:pt x="1266" y="87000"/>
                </a:moveTo>
                <a:cubicBezTo>
                  <a:pt x="1266" y="87029"/>
                  <a:pt x="1280" y="87044"/>
                  <a:pt x="1280" y="87088"/>
                </a:cubicBezTo>
                <a:cubicBezTo>
                  <a:pt x="1280" y="87103"/>
                  <a:pt x="1266" y="87118"/>
                  <a:pt x="1266" y="87147"/>
                </a:cubicBezTo>
                <a:cubicBezTo>
                  <a:pt x="1251" y="87103"/>
                  <a:pt x="1251" y="87073"/>
                  <a:pt x="1251" y="87044"/>
                </a:cubicBezTo>
                <a:cubicBezTo>
                  <a:pt x="1251" y="87029"/>
                  <a:pt x="1266" y="87015"/>
                  <a:pt x="1266" y="87000"/>
                </a:cubicBezTo>
                <a:close/>
                <a:moveTo>
                  <a:pt x="1383" y="87044"/>
                </a:moveTo>
                <a:cubicBezTo>
                  <a:pt x="1383" y="87088"/>
                  <a:pt x="1398" y="87118"/>
                  <a:pt x="1413" y="87147"/>
                </a:cubicBezTo>
                <a:cubicBezTo>
                  <a:pt x="1413" y="87162"/>
                  <a:pt x="1398" y="87162"/>
                  <a:pt x="1398" y="87176"/>
                </a:cubicBezTo>
                <a:cubicBezTo>
                  <a:pt x="1383" y="87162"/>
                  <a:pt x="1383" y="87118"/>
                  <a:pt x="1369" y="87088"/>
                </a:cubicBezTo>
                <a:cubicBezTo>
                  <a:pt x="1369" y="87073"/>
                  <a:pt x="1383" y="87073"/>
                  <a:pt x="1383" y="87044"/>
                </a:cubicBezTo>
                <a:close/>
                <a:moveTo>
                  <a:pt x="7005" y="79848"/>
                </a:moveTo>
                <a:lnTo>
                  <a:pt x="7005" y="79848"/>
                </a:lnTo>
                <a:cubicBezTo>
                  <a:pt x="6461" y="80819"/>
                  <a:pt x="5784" y="81673"/>
                  <a:pt x="5136" y="82453"/>
                </a:cubicBezTo>
                <a:cubicBezTo>
                  <a:pt x="4945" y="82673"/>
                  <a:pt x="4783" y="82879"/>
                  <a:pt x="4592" y="83100"/>
                </a:cubicBezTo>
                <a:cubicBezTo>
                  <a:pt x="3488" y="84425"/>
                  <a:pt x="2355" y="85764"/>
                  <a:pt x="1531" y="87265"/>
                </a:cubicBezTo>
                <a:cubicBezTo>
                  <a:pt x="1516" y="87235"/>
                  <a:pt x="1516" y="87191"/>
                  <a:pt x="1486" y="87162"/>
                </a:cubicBezTo>
                <a:cubicBezTo>
                  <a:pt x="2369" y="85425"/>
                  <a:pt x="3694" y="83924"/>
                  <a:pt x="4989" y="82423"/>
                </a:cubicBezTo>
                <a:lnTo>
                  <a:pt x="5239" y="82129"/>
                </a:lnTo>
                <a:cubicBezTo>
                  <a:pt x="5828" y="81452"/>
                  <a:pt x="6461" y="80687"/>
                  <a:pt x="7005" y="79848"/>
                </a:cubicBezTo>
                <a:close/>
                <a:moveTo>
                  <a:pt x="1192" y="87176"/>
                </a:moveTo>
                <a:cubicBezTo>
                  <a:pt x="1192" y="87191"/>
                  <a:pt x="1207" y="87235"/>
                  <a:pt x="1207" y="87250"/>
                </a:cubicBezTo>
                <a:cubicBezTo>
                  <a:pt x="1207" y="87265"/>
                  <a:pt x="1192" y="87294"/>
                  <a:pt x="1192" y="87294"/>
                </a:cubicBezTo>
                <a:cubicBezTo>
                  <a:pt x="1177" y="87265"/>
                  <a:pt x="1177" y="87250"/>
                  <a:pt x="1177" y="87221"/>
                </a:cubicBezTo>
                <a:cubicBezTo>
                  <a:pt x="1177" y="87191"/>
                  <a:pt x="1192" y="87176"/>
                  <a:pt x="1192" y="87176"/>
                </a:cubicBezTo>
                <a:close/>
                <a:moveTo>
                  <a:pt x="1310" y="87191"/>
                </a:moveTo>
                <a:cubicBezTo>
                  <a:pt x="1310" y="87235"/>
                  <a:pt x="1324" y="87250"/>
                  <a:pt x="1324" y="87294"/>
                </a:cubicBezTo>
                <a:cubicBezTo>
                  <a:pt x="1324" y="87309"/>
                  <a:pt x="1310" y="87324"/>
                  <a:pt x="1310" y="87338"/>
                </a:cubicBezTo>
                <a:cubicBezTo>
                  <a:pt x="1310" y="87324"/>
                  <a:pt x="1310" y="87294"/>
                  <a:pt x="1280" y="87250"/>
                </a:cubicBezTo>
                <a:cubicBezTo>
                  <a:pt x="1280" y="87235"/>
                  <a:pt x="1310" y="87221"/>
                  <a:pt x="1310" y="87191"/>
                </a:cubicBezTo>
                <a:close/>
                <a:moveTo>
                  <a:pt x="1457" y="87265"/>
                </a:moveTo>
                <a:cubicBezTo>
                  <a:pt x="1472" y="87309"/>
                  <a:pt x="1472" y="87338"/>
                  <a:pt x="1486" y="87383"/>
                </a:cubicBezTo>
                <a:cubicBezTo>
                  <a:pt x="1486" y="87397"/>
                  <a:pt x="1472" y="87412"/>
                  <a:pt x="1472" y="87412"/>
                </a:cubicBezTo>
                <a:cubicBezTo>
                  <a:pt x="1457" y="87383"/>
                  <a:pt x="1442" y="87338"/>
                  <a:pt x="1442" y="87309"/>
                </a:cubicBezTo>
                <a:cubicBezTo>
                  <a:pt x="1442" y="87294"/>
                  <a:pt x="1457" y="87294"/>
                  <a:pt x="1457" y="87265"/>
                </a:cubicBezTo>
                <a:close/>
                <a:moveTo>
                  <a:pt x="1118" y="87368"/>
                </a:moveTo>
                <a:lnTo>
                  <a:pt x="1118" y="87368"/>
                </a:lnTo>
                <a:cubicBezTo>
                  <a:pt x="1148" y="87383"/>
                  <a:pt x="1148" y="87397"/>
                  <a:pt x="1148" y="87412"/>
                </a:cubicBezTo>
                <a:lnTo>
                  <a:pt x="1148" y="87441"/>
                </a:lnTo>
                <a:cubicBezTo>
                  <a:pt x="1118" y="87412"/>
                  <a:pt x="1118" y="87397"/>
                  <a:pt x="1118" y="87368"/>
                </a:cubicBezTo>
                <a:close/>
                <a:moveTo>
                  <a:pt x="6755" y="80436"/>
                </a:moveTo>
                <a:lnTo>
                  <a:pt x="6755" y="80436"/>
                </a:lnTo>
                <a:cubicBezTo>
                  <a:pt x="6240" y="81349"/>
                  <a:pt x="5636" y="82158"/>
                  <a:pt x="5092" y="82835"/>
                </a:cubicBezTo>
                <a:cubicBezTo>
                  <a:pt x="4842" y="83144"/>
                  <a:pt x="4577" y="83483"/>
                  <a:pt x="4327" y="83792"/>
                </a:cubicBezTo>
                <a:cubicBezTo>
                  <a:pt x="3355" y="84969"/>
                  <a:pt x="2369" y="86190"/>
                  <a:pt x="1619" y="87515"/>
                </a:cubicBezTo>
                <a:cubicBezTo>
                  <a:pt x="1604" y="87471"/>
                  <a:pt x="1604" y="87441"/>
                  <a:pt x="1575" y="87397"/>
                </a:cubicBezTo>
                <a:cubicBezTo>
                  <a:pt x="2414" y="85867"/>
                  <a:pt x="3547" y="84513"/>
                  <a:pt x="4665" y="83159"/>
                </a:cubicBezTo>
                <a:cubicBezTo>
                  <a:pt x="4856" y="82953"/>
                  <a:pt x="5033" y="82747"/>
                  <a:pt x="5210" y="82526"/>
                </a:cubicBezTo>
                <a:cubicBezTo>
                  <a:pt x="5725" y="81893"/>
                  <a:pt x="6269" y="81202"/>
                  <a:pt x="6755" y="80436"/>
                </a:cubicBezTo>
                <a:close/>
                <a:moveTo>
                  <a:pt x="1236" y="87383"/>
                </a:moveTo>
                <a:cubicBezTo>
                  <a:pt x="1236" y="87412"/>
                  <a:pt x="1251" y="87441"/>
                  <a:pt x="1251" y="87471"/>
                </a:cubicBezTo>
                <a:cubicBezTo>
                  <a:pt x="1251" y="87486"/>
                  <a:pt x="1236" y="87515"/>
                  <a:pt x="1236" y="87530"/>
                </a:cubicBezTo>
                <a:cubicBezTo>
                  <a:pt x="1236" y="87486"/>
                  <a:pt x="1221" y="87456"/>
                  <a:pt x="1221" y="87441"/>
                </a:cubicBezTo>
                <a:cubicBezTo>
                  <a:pt x="1221" y="87412"/>
                  <a:pt x="1236" y="87397"/>
                  <a:pt x="1236" y="87383"/>
                </a:cubicBezTo>
                <a:close/>
                <a:moveTo>
                  <a:pt x="1383" y="87412"/>
                </a:moveTo>
                <a:cubicBezTo>
                  <a:pt x="1398" y="87456"/>
                  <a:pt x="1398" y="87486"/>
                  <a:pt x="1413" y="87515"/>
                </a:cubicBezTo>
                <a:cubicBezTo>
                  <a:pt x="1398" y="87530"/>
                  <a:pt x="1398" y="87544"/>
                  <a:pt x="1383" y="87559"/>
                </a:cubicBezTo>
                <a:cubicBezTo>
                  <a:pt x="1369" y="87544"/>
                  <a:pt x="1369" y="87515"/>
                  <a:pt x="1339" y="87471"/>
                </a:cubicBezTo>
                <a:cubicBezTo>
                  <a:pt x="1369" y="87456"/>
                  <a:pt x="1369" y="87441"/>
                  <a:pt x="1383" y="87412"/>
                </a:cubicBezTo>
                <a:close/>
                <a:moveTo>
                  <a:pt x="1045" y="87530"/>
                </a:moveTo>
                <a:cubicBezTo>
                  <a:pt x="1045" y="87544"/>
                  <a:pt x="1045" y="87559"/>
                  <a:pt x="1060" y="87589"/>
                </a:cubicBezTo>
                <a:lnTo>
                  <a:pt x="1060" y="87603"/>
                </a:lnTo>
                <a:cubicBezTo>
                  <a:pt x="1045" y="87589"/>
                  <a:pt x="1045" y="87559"/>
                  <a:pt x="1045" y="87544"/>
                </a:cubicBezTo>
                <a:lnTo>
                  <a:pt x="1045" y="87530"/>
                </a:lnTo>
                <a:close/>
                <a:moveTo>
                  <a:pt x="1163" y="87559"/>
                </a:moveTo>
                <a:cubicBezTo>
                  <a:pt x="1163" y="87589"/>
                  <a:pt x="1177" y="87618"/>
                  <a:pt x="1177" y="87633"/>
                </a:cubicBezTo>
                <a:cubicBezTo>
                  <a:pt x="1177" y="87633"/>
                  <a:pt x="1177" y="87662"/>
                  <a:pt x="1163" y="87662"/>
                </a:cubicBezTo>
                <a:lnTo>
                  <a:pt x="1163" y="87589"/>
                </a:lnTo>
                <a:lnTo>
                  <a:pt x="1163" y="87559"/>
                </a:lnTo>
                <a:close/>
                <a:moveTo>
                  <a:pt x="1516" y="87486"/>
                </a:moveTo>
                <a:cubicBezTo>
                  <a:pt x="1531" y="87530"/>
                  <a:pt x="1531" y="87559"/>
                  <a:pt x="1545" y="87603"/>
                </a:cubicBezTo>
                <a:cubicBezTo>
                  <a:pt x="1545" y="87618"/>
                  <a:pt x="1531" y="87633"/>
                  <a:pt x="1531" y="87662"/>
                </a:cubicBezTo>
                <a:cubicBezTo>
                  <a:pt x="1516" y="87603"/>
                  <a:pt x="1516" y="87559"/>
                  <a:pt x="1486" y="87530"/>
                </a:cubicBezTo>
                <a:cubicBezTo>
                  <a:pt x="1486" y="87515"/>
                  <a:pt x="1516" y="87486"/>
                  <a:pt x="1516" y="87486"/>
                </a:cubicBezTo>
                <a:close/>
                <a:moveTo>
                  <a:pt x="1280" y="87589"/>
                </a:moveTo>
                <a:cubicBezTo>
                  <a:pt x="1280" y="87618"/>
                  <a:pt x="1310" y="87633"/>
                  <a:pt x="1310" y="87677"/>
                </a:cubicBezTo>
                <a:cubicBezTo>
                  <a:pt x="1280" y="87692"/>
                  <a:pt x="1280" y="87706"/>
                  <a:pt x="1266" y="87736"/>
                </a:cubicBezTo>
                <a:cubicBezTo>
                  <a:pt x="1280" y="87706"/>
                  <a:pt x="1266" y="87677"/>
                  <a:pt x="1266" y="87633"/>
                </a:cubicBezTo>
                <a:cubicBezTo>
                  <a:pt x="1266" y="87618"/>
                  <a:pt x="1280" y="87603"/>
                  <a:pt x="1280" y="87589"/>
                </a:cubicBezTo>
                <a:close/>
                <a:moveTo>
                  <a:pt x="6534" y="80996"/>
                </a:moveTo>
                <a:cubicBezTo>
                  <a:pt x="6107" y="81702"/>
                  <a:pt x="5636" y="82438"/>
                  <a:pt x="5048" y="83203"/>
                </a:cubicBezTo>
                <a:cubicBezTo>
                  <a:pt x="4724" y="83630"/>
                  <a:pt x="4386" y="84057"/>
                  <a:pt x="4062" y="84454"/>
                </a:cubicBezTo>
                <a:cubicBezTo>
                  <a:pt x="3223" y="85499"/>
                  <a:pt x="2369" y="86573"/>
                  <a:pt x="1692" y="87736"/>
                </a:cubicBezTo>
                <a:cubicBezTo>
                  <a:pt x="1678" y="87692"/>
                  <a:pt x="1648" y="87662"/>
                  <a:pt x="1648" y="87603"/>
                </a:cubicBezTo>
                <a:cubicBezTo>
                  <a:pt x="2414" y="86264"/>
                  <a:pt x="3414" y="85043"/>
                  <a:pt x="4400" y="83851"/>
                </a:cubicBezTo>
                <a:cubicBezTo>
                  <a:pt x="4650" y="83542"/>
                  <a:pt x="4915" y="83203"/>
                  <a:pt x="5165" y="82894"/>
                </a:cubicBezTo>
                <a:cubicBezTo>
                  <a:pt x="5607" y="82335"/>
                  <a:pt x="6093" y="81702"/>
                  <a:pt x="6534" y="80996"/>
                </a:cubicBezTo>
                <a:close/>
                <a:moveTo>
                  <a:pt x="1442" y="87618"/>
                </a:moveTo>
                <a:cubicBezTo>
                  <a:pt x="1457" y="87662"/>
                  <a:pt x="1457" y="87692"/>
                  <a:pt x="1472" y="87736"/>
                </a:cubicBezTo>
                <a:cubicBezTo>
                  <a:pt x="1457" y="87750"/>
                  <a:pt x="1457" y="87765"/>
                  <a:pt x="1442" y="87809"/>
                </a:cubicBezTo>
                <a:cubicBezTo>
                  <a:pt x="1413" y="87765"/>
                  <a:pt x="1413" y="87736"/>
                  <a:pt x="1398" y="87692"/>
                </a:cubicBezTo>
                <a:cubicBezTo>
                  <a:pt x="1413" y="87677"/>
                  <a:pt x="1413" y="87662"/>
                  <a:pt x="1442" y="87618"/>
                </a:cubicBezTo>
                <a:close/>
                <a:moveTo>
                  <a:pt x="1104" y="87706"/>
                </a:moveTo>
                <a:cubicBezTo>
                  <a:pt x="1104" y="87736"/>
                  <a:pt x="1104" y="87750"/>
                  <a:pt x="1118" y="87780"/>
                </a:cubicBezTo>
                <a:cubicBezTo>
                  <a:pt x="1118" y="87809"/>
                  <a:pt x="1118" y="87809"/>
                  <a:pt x="1104" y="87824"/>
                </a:cubicBezTo>
                <a:cubicBezTo>
                  <a:pt x="1104" y="87809"/>
                  <a:pt x="1089" y="87765"/>
                  <a:pt x="1089" y="87750"/>
                </a:cubicBezTo>
                <a:cubicBezTo>
                  <a:pt x="1089" y="87736"/>
                  <a:pt x="1089" y="87736"/>
                  <a:pt x="1104" y="87706"/>
                </a:cubicBezTo>
                <a:close/>
                <a:moveTo>
                  <a:pt x="1575" y="87692"/>
                </a:moveTo>
                <a:cubicBezTo>
                  <a:pt x="1604" y="87736"/>
                  <a:pt x="1604" y="87765"/>
                  <a:pt x="1619" y="87809"/>
                </a:cubicBezTo>
                <a:cubicBezTo>
                  <a:pt x="1619" y="87824"/>
                  <a:pt x="1604" y="87839"/>
                  <a:pt x="1604" y="87853"/>
                </a:cubicBezTo>
                <a:cubicBezTo>
                  <a:pt x="1589" y="87824"/>
                  <a:pt x="1589" y="87780"/>
                  <a:pt x="1560" y="87750"/>
                </a:cubicBezTo>
                <a:cubicBezTo>
                  <a:pt x="1560" y="87736"/>
                  <a:pt x="1575" y="87706"/>
                  <a:pt x="1575" y="87692"/>
                </a:cubicBezTo>
                <a:close/>
                <a:moveTo>
                  <a:pt x="1207" y="87750"/>
                </a:moveTo>
                <a:cubicBezTo>
                  <a:pt x="1207" y="87780"/>
                  <a:pt x="1236" y="87809"/>
                  <a:pt x="1236" y="87839"/>
                </a:cubicBezTo>
                <a:cubicBezTo>
                  <a:pt x="1236" y="87848"/>
                  <a:pt x="1223" y="87852"/>
                  <a:pt x="1215" y="87861"/>
                </a:cubicBezTo>
                <a:lnTo>
                  <a:pt x="1215" y="87861"/>
                </a:lnTo>
                <a:cubicBezTo>
                  <a:pt x="1220" y="87838"/>
                  <a:pt x="1214" y="87813"/>
                  <a:pt x="1192" y="87780"/>
                </a:cubicBezTo>
                <a:cubicBezTo>
                  <a:pt x="1192" y="87765"/>
                  <a:pt x="1192" y="87765"/>
                  <a:pt x="1207" y="87750"/>
                </a:cubicBezTo>
                <a:close/>
                <a:moveTo>
                  <a:pt x="1369" y="87809"/>
                </a:moveTo>
                <a:cubicBezTo>
                  <a:pt x="1383" y="87839"/>
                  <a:pt x="1383" y="87883"/>
                  <a:pt x="1398" y="87912"/>
                </a:cubicBezTo>
                <a:cubicBezTo>
                  <a:pt x="1383" y="87927"/>
                  <a:pt x="1383" y="87956"/>
                  <a:pt x="1369" y="87971"/>
                </a:cubicBezTo>
                <a:cubicBezTo>
                  <a:pt x="1339" y="87927"/>
                  <a:pt x="1324" y="87898"/>
                  <a:pt x="1324" y="87853"/>
                </a:cubicBezTo>
                <a:cubicBezTo>
                  <a:pt x="1339" y="87839"/>
                  <a:pt x="1339" y="87824"/>
                  <a:pt x="1369" y="87809"/>
                </a:cubicBezTo>
                <a:close/>
                <a:moveTo>
                  <a:pt x="1148" y="87912"/>
                </a:moveTo>
                <a:cubicBezTo>
                  <a:pt x="1148" y="87927"/>
                  <a:pt x="1163" y="87971"/>
                  <a:pt x="1163" y="87986"/>
                </a:cubicBezTo>
                <a:cubicBezTo>
                  <a:pt x="1163" y="88001"/>
                  <a:pt x="1148" y="88001"/>
                  <a:pt x="1148" y="88030"/>
                </a:cubicBezTo>
                <a:cubicBezTo>
                  <a:pt x="1148" y="88001"/>
                  <a:pt x="1148" y="87986"/>
                  <a:pt x="1118" y="87956"/>
                </a:cubicBezTo>
                <a:cubicBezTo>
                  <a:pt x="1118" y="87927"/>
                  <a:pt x="1148" y="87927"/>
                  <a:pt x="1148" y="87912"/>
                </a:cubicBezTo>
                <a:close/>
                <a:moveTo>
                  <a:pt x="1516" y="87839"/>
                </a:moveTo>
                <a:cubicBezTo>
                  <a:pt x="1531" y="87883"/>
                  <a:pt x="1531" y="87912"/>
                  <a:pt x="1545" y="87956"/>
                </a:cubicBezTo>
                <a:cubicBezTo>
                  <a:pt x="1531" y="87971"/>
                  <a:pt x="1516" y="88001"/>
                  <a:pt x="1516" y="88030"/>
                </a:cubicBezTo>
                <a:cubicBezTo>
                  <a:pt x="1486" y="87986"/>
                  <a:pt x="1486" y="87956"/>
                  <a:pt x="1472" y="87912"/>
                </a:cubicBezTo>
                <a:cubicBezTo>
                  <a:pt x="1486" y="87898"/>
                  <a:pt x="1486" y="87853"/>
                  <a:pt x="1516" y="87839"/>
                </a:cubicBezTo>
                <a:close/>
                <a:moveTo>
                  <a:pt x="1266" y="87971"/>
                </a:moveTo>
                <a:cubicBezTo>
                  <a:pt x="1266" y="88001"/>
                  <a:pt x="1280" y="88030"/>
                  <a:pt x="1280" y="88059"/>
                </a:cubicBezTo>
                <a:cubicBezTo>
                  <a:pt x="1280" y="88074"/>
                  <a:pt x="1266" y="88074"/>
                  <a:pt x="1266" y="88104"/>
                </a:cubicBezTo>
                <a:cubicBezTo>
                  <a:pt x="1266" y="88059"/>
                  <a:pt x="1266" y="88045"/>
                  <a:pt x="1251" y="88001"/>
                </a:cubicBezTo>
                <a:cubicBezTo>
                  <a:pt x="1251" y="87986"/>
                  <a:pt x="1266" y="87986"/>
                  <a:pt x="1266" y="87971"/>
                </a:cubicBezTo>
                <a:close/>
                <a:moveTo>
                  <a:pt x="1089" y="88104"/>
                </a:moveTo>
                <a:cubicBezTo>
                  <a:pt x="1089" y="88118"/>
                  <a:pt x="1104" y="88148"/>
                  <a:pt x="1104" y="88162"/>
                </a:cubicBezTo>
                <a:cubicBezTo>
                  <a:pt x="1104" y="88162"/>
                  <a:pt x="1104" y="88192"/>
                  <a:pt x="1089" y="88192"/>
                </a:cubicBezTo>
                <a:cubicBezTo>
                  <a:pt x="1089" y="88177"/>
                  <a:pt x="1074" y="88133"/>
                  <a:pt x="1074" y="88118"/>
                </a:cubicBezTo>
                <a:cubicBezTo>
                  <a:pt x="1074" y="88118"/>
                  <a:pt x="1074" y="88104"/>
                  <a:pt x="1089" y="88104"/>
                </a:cubicBezTo>
                <a:close/>
                <a:moveTo>
                  <a:pt x="1413" y="88001"/>
                </a:moveTo>
                <a:cubicBezTo>
                  <a:pt x="1428" y="88045"/>
                  <a:pt x="1428" y="88074"/>
                  <a:pt x="1457" y="88118"/>
                </a:cubicBezTo>
                <a:cubicBezTo>
                  <a:pt x="1442" y="88133"/>
                  <a:pt x="1413" y="88148"/>
                  <a:pt x="1413" y="88192"/>
                </a:cubicBezTo>
                <a:cubicBezTo>
                  <a:pt x="1398" y="88148"/>
                  <a:pt x="1398" y="88118"/>
                  <a:pt x="1383" y="88074"/>
                </a:cubicBezTo>
                <a:cubicBezTo>
                  <a:pt x="1398" y="88059"/>
                  <a:pt x="1398" y="88045"/>
                  <a:pt x="1413" y="88001"/>
                </a:cubicBezTo>
                <a:close/>
                <a:moveTo>
                  <a:pt x="1192" y="88133"/>
                </a:moveTo>
                <a:cubicBezTo>
                  <a:pt x="1192" y="88177"/>
                  <a:pt x="1207" y="88192"/>
                  <a:pt x="1207" y="88221"/>
                </a:cubicBezTo>
                <a:cubicBezTo>
                  <a:pt x="1207" y="88251"/>
                  <a:pt x="1192" y="88265"/>
                  <a:pt x="1192" y="88265"/>
                </a:cubicBezTo>
                <a:cubicBezTo>
                  <a:pt x="1192" y="88221"/>
                  <a:pt x="1177" y="88207"/>
                  <a:pt x="1177" y="88177"/>
                </a:cubicBezTo>
                <a:cubicBezTo>
                  <a:pt x="1177" y="88148"/>
                  <a:pt x="1192" y="88133"/>
                  <a:pt x="1192" y="88133"/>
                </a:cubicBezTo>
                <a:close/>
                <a:moveTo>
                  <a:pt x="1324" y="88177"/>
                </a:moveTo>
                <a:cubicBezTo>
                  <a:pt x="1339" y="88207"/>
                  <a:pt x="1339" y="88251"/>
                  <a:pt x="1369" y="88280"/>
                </a:cubicBezTo>
                <a:cubicBezTo>
                  <a:pt x="1339" y="88295"/>
                  <a:pt x="1339" y="88324"/>
                  <a:pt x="1339" y="88324"/>
                </a:cubicBezTo>
                <a:cubicBezTo>
                  <a:pt x="1324" y="88280"/>
                  <a:pt x="1324" y="88251"/>
                  <a:pt x="1310" y="88207"/>
                </a:cubicBezTo>
                <a:cubicBezTo>
                  <a:pt x="1310" y="88192"/>
                  <a:pt x="1324" y="88192"/>
                  <a:pt x="1324" y="88177"/>
                </a:cubicBezTo>
                <a:close/>
                <a:moveTo>
                  <a:pt x="1001" y="88251"/>
                </a:moveTo>
                <a:cubicBezTo>
                  <a:pt x="1015" y="88280"/>
                  <a:pt x="1030" y="88295"/>
                  <a:pt x="1030" y="88324"/>
                </a:cubicBezTo>
                <a:cubicBezTo>
                  <a:pt x="1030" y="88324"/>
                  <a:pt x="1030" y="88339"/>
                  <a:pt x="1015" y="88339"/>
                </a:cubicBezTo>
                <a:cubicBezTo>
                  <a:pt x="1015" y="88324"/>
                  <a:pt x="1015" y="88295"/>
                  <a:pt x="1001" y="88265"/>
                </a:cubicBezTo>
                <a:lnTo>
                  <a:pt x="1001" y="88251"/>
                </a:lnTo>
                <a:close/>
                <a:moveTo>
                  <a:pt x="1118" y="88280"/>
                </a:moveTo>
                <a:cubicBezTo>
                  <a:pt x="1118" y="88295"/>
                  <a:pt x="1133" y="88339"/>
                  <a:pt x="1133" y="88354"/>
                </a:cubicBezTo>
                <a:cubicBezTo>
                  <a:pt x="1133" y="88368"/>
                  <a:pt x="1118" y="88368"/>
                  <a:pt x="1118" y="88398"/>
                </a:cubicBezTo>
                <a:cubicBezTo>
                  <a:pt x="1118" y="88368"/>
                  <a:pt x="1118" y="88354"/>
                  <a:pt x="1104" y="88324"/>
                </a:cubicBezTo>
                <a:cubicBezTo>
                  <a:pt x="1104" y="88295"/>
                  <a:pt x="1104" y="88295"/>
                  <a:pt x="1118" y="88280"/>
                </a:cubicBezTo>
                <a:close/>
                <a:moveTo>
                  <a:pt x="1251" y="88339"/>
                </a:moveTo>
                <a:cubicBezTo>
                  <a:pt x="1251" y="88368"/>
                  <a:pt x="1266" y="88413"/>
                  <a:pt x="1295" y="88427"/>
                </a:cubicBezTo>
                <a:cubicBezTo>
                  <a:pt x="1266" y="88442"/>
                  <a:pt x="1266" y="88472"/>
                  <a:pt x="1251" y="88486"/>
                </a:cubicBezTo>
                <a:cubicBezTo>
                  <a:pt x="1251" y="88442"/>
                  <a:pt x="1236" y="88413"/>
                  <a:pt x="1236" y="88398"/>
                </a:cubicBezTo>
                <a:cubicBezTo>
                  <a:pt x="1236" y="88368"/>
                  <a:pt x="1251" y="88354"/>
                  <a:pt x="1251" y="88339"/>
                </a:cubicBezTo>
                <a:close/>
                <a:moveTo>
                  <a:pt x="1060" y="88442"/>
                </a:moveTo>
                <a:cubicBezTo>
                  <a:pt x="1060" y="88472"/>
                  <a:pt x="1089" y="88501"/>
                  <a:pt x="1089" y="88516"/>
                </a:cubicBezTo>
                <a:cubicBezTo>
                  <a:pt x="1089" y="88545"/>
                  <a:pt x="1060" y="88545"/>
                  <a:pt x="1060" y="88560"/>
                </a:cubicBezTo>
                <a:cubicBezTo>
                  <a:pt x="1045" y="88545"/>
                  <a:pt x="1045" y="88516"/>
                  <a:pt x="1045" y="88486"/>
                </a:cubicBezTo>
                <a:cubicBezTo>
                  <a:pt x="1045" y="88472"/>
                  <a:pt x="1045" y="88472"/>
                  <a:pt x="1060" y="88442"/>
                </a:cubicBezTo>
                <a:close/>
                <a:moveTo>
                  <a:pt x="1177" y="88501"/>
                </a:moveTo>
                <a:cubicBezTo>
                  <a:pt x="1177" y="88545"/>
                  <a:pt x="1192" y="88560"/>
                  <a:pt x="1192" y="88589"/>
                </a:cubicBezTo>
                <a:cubicBezTo>
                  <a:pt x="1192" y="88619"/>
                  <a:pt x="1192" y="88619"/>
                  <a:pt x="1177" y="88633"/>
                </a:cubicBezTo>
                <a:cubicBezTo>
                  <a:pt x="1177" y="88589"/>
                  <a:pt x="1163" y="88575"/>
                  <a:pt x="1163" y="88545"/>
                </a:cubicBezTo>
                <a:cubicBezTo>
                  <a:pt x="1163" y="88516"/>
                  <a:pt x="1177" y="88516"/>
                  <a:pt x="1177" y="88501"/>
                </a:cubicBezTo>
                <a:close/>
                <a:moveTo>
                  <a:pt x="957" y="88633"/>
                </a:moveTo>
                <a:cubicBezTo>
                  <a:pt x="1001" y="88663"/>
                  <a:pt x="1001" y="88678"/>
                  <a:pt x="1001" y="88707"/>
                </a:cubicBezTo>
                <a:cubicBezTo>
                  <a:pt x="1001" y="88707"/>
                  <a:pt x="1001" y="88722"/>
                  <a:pt x="971" y="88722"/>
                </a:cubicBezTo>
                <a:cubicBezTo>
                  <a:pt x="971" y="88707"/>
                  <a:pt x="971" y="88678"/>
                  <a:pt x="957" y="88648"/>
                </a:cubicBezTo>
                <a:lnTo>
                  <a:pt x="957" y="88633"/>
                </a:lnTo>
                <a:close/>
                <a:moveTo>
                  <a:pt x="1104" y="88663"/>
                </a:moveTo>
                <a:cubicBezTo>
                  <a:pt x="1104" y="88707"/>
                  <a:pt x="1118" y="88722"/>
                  <a:pt x="1118" y="88751"/>
                </a:cubicBezTo>
                <a:cubicBezTo>
                  <a:pt x="1118" y="88766"/>
                  <a:pt x="1104" y="88781"/>
                  <a:pt x="1104" y="88795"/>
                </a:cubicBezTo>
                <a:cubicBezTo>
                  <a:pt x="1104" y="88751"/>
                  <a:pt x="1089" y="88736"/>
                  <a:pt x="1089" y="88707"/>
                </a:cubicBezTo>
                <a:cubicBezTo>
                  <a:pt x="1089" y="88678"/>
                  <a:pt x="1104" y="88663"/>
                  <a:pt x="1104" y="88663"/>
                </a:cubicBezTo>
                <a:close/>
                <a:moveTo>
                  <a:pt x="1030" y="88854"/>
                </a:moveTo>
                <a:cubicBezTo>
                  <a:pt x="1030" y="88869"/>
                  <a:pt x="1030" y="88884"/>
                  <a:pt x="1045" y="88928"/>
                </a:cubicBezTo>
                <a:cubicBezTo>
                  <a:pt x="1045" y="88942"/>
                  <a:pt x="1030" y="88942"/>
                  <a:pt x="1030" y="88957"/>
                </a:cubicBezTo>
                <a:cubicBezTo>
                  <a:pt x="1030" y="88942"/>
                  <a:pt x="1015" y="88913"/>
                  <a:pt x="1015" y="88884"/>
                </a:cubicBezTo>
                <a:cubicBezTo>
                  <a:pt x="1015" y="88869"/>
                  <a:pt x="1015" y="88869"/>
                  <a:pt x="1030" y="88854"/>
                </a:cubicBezTo>
                <a:close/>
                <a:moveTo>
                  <a:pt x="957" y="89001"/>
                </a:moveTo>
                <a:cubicBezTo>
                  <a:pt x="957" y="89031"/>
                  <a:pt x="971" y="89045"/>
                  <a:pt x="971" y="89075"/>
                </a:cubicBezTo>
                <a:cubicBezTo>
                  <a:pt x="957" y="89075"/>
                  <a:pt x="957" y="89031"/>
                  <a:pt x="957" y="89016"/>
                </a:cubicBezTo>
                <a:lnTo>
                  <a:pt x="957" y="89001"/>
                </a:lnTo>
                <a:close/>
                <a:moveTo>
                  <a:pt x="883" y="89178"/>
                </a:moveTo>
                <a:cubicBezTo>
                  <a:pt x="898" y="89207"/>
                  <a:pt x="898" y="89222"/>
                  <a:pt x="898" y="89237"/>
                </a:cubicBezTo>
                <a:cubicBezTo>
                  <a:pt x="898" y="89237"/>
                  <a:pt x="898" y="89251"/>
                  <a:pt x="883" y="89251"/>
                </a:cubicBezTo>
                <a:lnTo>
                  <a:pt x="883" y="89207"/>
                </a:lnTo>
                <a:lnTo>
                  <a:pt x="883" y="89178"/>
                </a:lnTo>
                <a:close/>
                <a:moveTo>
                  <a:pt x="9151" y="1"/>
                </a:moveTo>
                <a:cubicBezTo>
                  <a:pt x="8699" y="1"/>
                  <a:pt x="8245" y="78"/>
                  <a:pt x="7800" y="247"/>
                </a:cubicBezTo>
                <a:lnTo>
                  <a:pt x="7844" y="320"/>
                </a:lnTo>
                <a:cubicBezTo>
                  <a:pt x="8284" y="155"/>
                  <a:pt x="8730" y="79"/>
                  <a:pt x="9173" y="79"/>
                </a:cubicBezTo>
                <a:cubicBezTo>
                  <a:pt x="10580" y="79"/>
                  <a:pt x="11953" y="849"/>
                  <a:pt x="12995" y="1969"/>
                </a:cubicBezTo>
                <a:cubicBezTo>
                  <a:pt x="12597" y="1601"/>
                  <a:pt x="12185" y="1248"/>
                  <a:pt x="11714" y="997"/>
                </a:cubicBezTo>
                <a:cubicBezTo>
                  <a:pt x="10828" y="465"/>
                  <a:pt x="9902" y="191"/>
                  <a:pt x="9007" y="191"/>
                </a:cubicBezTo>
                <a:cubicBezTo>
                  <a:pt x="8565" y="191"/>
                  <a:pt x="8130" y="258"/>
                  <a:pt x="7711" y="394"/>
                </a:cubicBezTo>
                <a:lnTo>
                  <a:pt x="7726" y="468"/>
                </a:lnTo>
                <a:cubicBezTo>
                  <a:pt x="8149" y="330"/>
                  <a:pt x="8578" y="266"/>
                  <a:pt x="9006" y="266"/>
                </a:cubicBezTo>
                <a:cubicBezTo>
                  <a:pt x="10494" y="266"/>
                  <a:pt x="11959" y="1043"/>
                  <a:pt x="13068" y="2175"/>
                </a:cubicBezTo>
                <a:cubicBezTo>
                  <a:pt x="11931" y="1095"/>
                  <a:pt x="10445" y="356"/>
                  <a:pt x="8903" y="356"/>
                </a:cubicBezTo>
                <a:cubicBezTo>
                  <a:pt x="8469" y="356"/>
                  <a:pt x="8030" y="415"/>
                  <a:pt x="7594" y="541"/>
                </a:cubicBezTo>
                <a:lnTo>
                  <a:pt x="7623" y="615"/>
                </a:lnTo>
                <a:cubicBezTo>
                  <a:pt x="8046" y="495"/>
                  <a:pt x="8471" y="439"/>
                  <a:pt x="8892" y="439"/>
                </a:cubicBezTo>
                <a:cubicBezTo>
                  <a:pt x="10538" y="439"/>
                  <a:pt x="12123" y="1291"/>
                  <a:pt x="13260" y="2498"/>
                </a:cubicBezTo>
                <a:cubicBezTo>
                  <a:pt x="12818" y="2086"/>
                  <a:pt x="12332" y="1719"/>
                  <a:pt x="11817" y="1424"/>
                </a:cubicBezTo>
                <a:cubicBezTo>
                  <a:pt x="10796" y="845"/>
                  <a:pt x="9729" y="545"/>
                  <a:pt x="8698" y="545"/>
                </a:cubicBezTo>
                <a:cubicBezTo>
                  <a:pt x="8288" y="545"/>
                  <a:pt x="7884" y="592"/>
                  <a:pt x="7491" y="688"/>
                </a:cubicBezTo>
                <a:lnTo>
                  <a:pt x="7505" y="762"/>
                </a:lnTo>
                <a:cubicBezTo>
                  <a:pt x="7888" y="668"/>
                  <a:pt x="8283" y="623"/>
                  <a:pt x="8681" y="623"/>
                </a:cubicBezTo>
                <a:cubicBezTo>
                  <a:pt x="10351" y="623"/>
                  <a:pt x="12097" y="1412"/>
                  <a:pt x="13392" y="2719"/>
                </a:cubicBezTo>
                <a:cubicBezTo>
                  <a:pt x="12043" y="1478"/>
                  <a:pt x="10270" y="721"/>
                  <a:pt x="8541" y="721"/>
                </a:cubicBezTo>
                <a:cubicBezTo>
                  <a:pt x="8157" y="721"/>
                  <a:pt x="7776" y="758"/>
                  <a:pt x="7402" y="836"/>
                </a:cubicBezTo>
                <a:lnTo>
                  <a:pt x="7417" y="909"/>
                </a:lnTo>
                <a:cubicBezTo>
                  <a:pt x="7782" y="835"/>
                  <a:pt x="8155" y="799"/>
                  <a:pt x="8531" y="799"/>
                </a:cubicBezTo>
                <a:cubicBezTo>
                  <a:pt x="10386" y="799"/>
                  <a:pt x="12316" y="1673"/>
                  <a:pt x="13686" y="3117"/>
                </a:cubicBezTo>
                <a:cubicBezTo>
                  <a:pt x="13157" y="2616"/>
                  <a:pt x="12568" y="2175"/>
                  <a:pt x="11906" y="1822"/>
                </a:cubicBezTo>
                <a:cubicBezTo>
                  <a:pt x="10775" y="1206"/>
                  <a:pt x="9550" y="888"/>
                  <a:pt x="8374" y="888"/>
                </a:cubicBezTo>
                <a:cubicBezTo>
                  <a:pt x="8005" y="888"/>
                  <a:pt x="7640" y="919"/>
                  <a:pt x="7285" y="983"/>
                </a:cubicBezTo>
                <a:lnTo>
                  <a:pt x="7299" y="1056"/>
                </a:lnTo>
                <a:cubicBezTo>
                  <a:pt x="7645" y="995"/>
                  <a:pt x="7996" y="966"/>
                  <a:pt x="8349" y="966"/>
                </a:cubicBezTo>
                <a:cubicBezTo>
                  <a:pt x="10296" y="966"/>
                  <a:pt x="12300" y="1861"/>
                  <a:pt x="13745" y="3293"/>
                </a:cubicBezTo>
                <a:cubicBezTo>
                  <a:pt x="12225" y="1900"/>
                  <a:pt x="10172" y="1063"/>
                  <a:pt x="8146" y="1063"/>
                </a:cubicBezTo>
                <a:cubicBezTo>
                  <a:pt x="7818" y="1063"/>
                  <a:pt x="7491" y="1085"/>
                  <a:pt x="7167" y="1130"/>
                </a:cubicBezTo>
                <a:lnTo>
                  <a:pt x="7196" y="1203"/>
                </a:lnTo>
                <a:cubicBezTo>
                  <a:pt x="7513" y="1158"/>
                  <a:pt x="7833" y="1137"/>
                  <a:pt x="8155" y="1137"/>
                </a:cubicBezTo>
                <a:cubicBezTo>
                  <a:pt x="10254" y="1137"/>
                  <a:pt x="12405" y="2069"/>
                  <a:pt x="13937" y="3587"/>
                </a:cubicBezTo>
                <a:cubicBezTo>
                  <a:pt x="12339" y="2133"/>
                  <a:pt x="10145" y="1228"/>
                  <a:pt x="7952" y="1228"/>
                </a:cubicBezTo>
                <a:cubicBezTo>
                  <a:pt x="7660" y="1228"/>
                  <a:pt x="7369" y="1244"/>
                  <a:pt x="7079" y="1277"/>
                </a:cubicBezTo>
                <a:lnTo>
                  <a:pt x="7079" y="1351"/>
                </a:lnTo>
                <a:cubicBezTo>
                  <a:pt x="7363" y="1320"/>
                  <a:pt x="7648" y="1305"/>
                  <a:pt x="7934" y="1305"/>
                </a:cubicBezTo>
                <a:cubicBezTo>
                  <a:pt x="10237" y="1305"/>
                  <a:pt x="12545" y="2286"/>
                  <a:pt x="14143" y="3897"/>
                </a:cubicBezTo>
                <a:cubicBezTo>
                  <a:pt x="13539" y="3337"/>
                  <a:pt x="12818" y="2852"/>
                  <a:pt x="12038" y="2454"/>
                </a:cubicBezTo>
                <a:cubicBezTo>
                  <a:pt x="10678" y="1762"/>
                  <a:pt x="9157" y="1392"/>
                  <a:pt x="7695" y="1392"/>
                </a:cubicBezTo>
                <a:cubicBezTo>
                  <a:pt x="7448" y="1392"/>
                  <a:pt x="7203" y="1403"/>
                  <a:pt x="6961" y="1424"/>
                </a:cubicBezTo>
                <a:lnTo>
                  <a:pt x="6961" y="1498"/>
                </a:lnTo>
                <a:cubicBezTo>
                  <a:pt x="7195" y="1478"/>
                  <a:pt x="7429" y="1469"/>
                  <a:pt x="7664" y="1469"/>
                </a:cubicBezTo>
                <a:cubicBezTo>
                  <a:pt x="10108" y="1469"/>
                  <a:pt x="12583" y="2497"/>
                  <a:pt x="14275" y="4161"/>
                </a:cubicBezTo>
                <a:cubicBezTo>
                  <a:pt x="12492" y="2542"/>
                  <a:pt x="9992" y="1552"/>
                  <a:pt x="7460" y="1552"/>
                </a:cubicBezTo>
                <a:cubicBezTo>
                  <a:pt x="7255" y="1552"/>
                  <a:pt x="7049" y="1558"/>
                  <a:pt x="6843" y="1571"/>
                </a:cubicBezTo>
                <a:lnTo>
                  <a:pt x="6843" y="1645"/>
                </a:lnTo>
                <a:cubicBezTo>
                  <a:pt x="7017" y="1636"/>
                  <a:pt x="7190" y="1631"/>
                  <a:pt x="7363" y="1631"/>
                </a:cubicBezTo>
                <a:cubicBezTo>
                  <a:pt x="9997" y="1631"/>
                  <a:pt x="12584" y="2670"/>
                  <a:pt x="14393" y="4382"/>
                </a:cubicBezTo>
                <a:cubicBezTo>
                  <a:pt x="12488" y="2690"/>
                  <a:pt x="9800" y="1685"/>
                  <a:pt x="7032" y="1685"/>
                </a:cubicBezTo>
                <a:cubicBezTo>
                  <a:pt x="6935" y="1685"/>
                  <a:pt x="6838" y="1687"/>
                  <a:pt x="6740" y="1689"/>
                </a:cubicBezTo>
                <a:lnTo>
                  <a:pt x="6740" y="1763"/>
                </a:lnTo>
                <a:cubicBezTo>
                  <a:pt x="6853" y="1759"/>
                  <a:pt x="6966" y="1758"/>
                  <a:pt x="7078" y="1758"/>
                </a:cubicBezTo>
                <a:cubicBezTo>
                  <a:pt x="9873" y="1758"/>
                  <a:pt x="12570" y="2803"/>
                  <a:pt x="14437" y="4529"/>
                </a:cubicBezTo>
                <a:lnTo>
                  <a:pt x="14437" y="4544"/>
                </a:lnTo>
                <a:cubicBezTo>
                  <a:pt x="13760" y="3970"/>
                  <a:pt x="13009" y="3484"/>
                  <a:pt x="12141" y="3072"/>
                </a:cubicBezTo>
                <a:cubicBezTo>
                  <a:pt x="10518" y="2289"/>
                  <a:pt x="8632" y="1864"/>
                  <a:pt x="6805" y="1864"/>
                </a:cubicBezTo>
                <a:cubicBezTo>
                  <a:pt x="6744" y="1864"/>
                  <a:pt x="6683" y="1865"/>
                  <a:pt x="6622" y="1866"/>
                </a:cubicBezTo>
                <a:lnTo>
                  <a:pt x="6622" y="1939"/>
                </a:lnTo>
                <a:cubicBezTo>
                  <a:pt x="6665" y="1939"/>
                  <a:pt x="6707" y="1939"/>
                  <a:pt x="6749" y="1939"/>
                </a:cubicBezTo>
                <a:cubicBezTo>
                  <a:pt x="9733" y="1939"/>
                  <a:pt x="12522" y="2964"/>
                  <a:pt x="14496" y="4691"/>
                </a:cubicBezTo>
                <a:cubicBezTo>
                  <a:pt x="14496" y="4706"/>
                  <a:pt x="14496" y="4706"/>
                  <a:pt x="14510" y="4735"/>
                </a:cubicBezTo>
                <a:cubicBezTo>
                  <a:pt x="13833" y="4176"/>
                  <a:pt x="13054" y="3676"/>
                  <a:pt x="12200" y="3278"/>
                </a:cubicBezTo>
                <a:cubicBezTo>
                  <a:pt x="10463" y="2469"/>
                  <a:pt x="8521" y="2028"/>
                  <a:pt x="6534" y="1983"/>
                </a:cubicBezTo>
                <a:lnTo>
                  <a:pt x="6534" y="2057"/>
                </a:lnTo>
                <a:cubicBezTo>
                  <a:pt x="9625" y="2116"/>
                  <a:pt x="12524" y="3161"/>
                  <a:pt x="14569" y="4883"/>
                </a:cubicBezTo>
                <a:lnTo>
                  <a:pt x="14569" y="4897"/>
                </a:lnTo>
                <a:cubicBezTo>
                  <a:pt x="13892" y="4367"/>
                  <a:pt x="13112" y="3882"/>
                  <a:pt x="12259" y="3484"/>
                </a:cubicBezTo>
                <a:cubicBezTo>
                  <a:pt x="10508" y="2675"/>
                  <a:pt x="8506" y="2204"/>
                  <a:pt x="6416" y="2131"/>
                </a:cubicBezTo>
                <a:lnTo>
                  <a:pt x="6416" y="2204"/>
                </a:lnTo>
                <a:cubicBezTo>
                  <a:pt x="9051" y="2307"/>
                  <a:pt x="12229" y="3131"/>
                  <a:pt x="14613" y="5030"/>
                </a:cubicBezTo>
                <a:cubicBezTo>
                  <a:pt x="14613" y="5044"/>
                  <a:pt x="14613" y="5044"/>
                  <a:pt x="14628" y="5059"/>
                </a:cubicBezTo>
                <a:cubicBezTo>
                  <a:pt x="13951" y="4544"/>
                  <a:pt x="13171" y="4088"/>
                  <a:pt x="12303" y="3676"/>
                </a:cubicBezTo>
                <a:cubicBezTo>
                  <a:pt x="10537" y="2896"/>
                  <a:pt x="8477" y="2395"/>
                  <a:pt x="6328" y="2263"/>
                </a:cubicBezTo>
                <a:lnTo>
                  <a:pt x="6328" y="2337"/>
                </a:lnTo>
                <a:cubicBezTo>
                  <a:pt x="9639" y="2528"/>
                  <a:pt x="12568" y="3558"/>
                  <a:pt x="14658" y="5192"/>
                </a:cubicBezTo>
                <a:cubicBezTo>
                  <a:pt x="14658" y="5206"/>
                  <a:pt x="14658" y="5221"/>
                  <a:pt x="14687" y="5250"/>
                </a:cubicBezTo>
                <a:cubicBezTo>
                  <a:pt x="12553" y="3676"/>
                  <a:pt x="9625" y="2690"/>
                  <a:pt x="6240" y="2425"/>
                </a:cubicBezTo>
                <a:lnTo>
                  <a:pt x="6240" y="2498"/>
                </a:lnTo>
                <a:cubicBezTo>
                  <a:pt x="9654" y="2763"/>
                  <a:pt x="12597" y="3764"/>
                  <a:pt x="14716" y="5368"/>
                </a:cubicBezTo>
                <a:cubicBezTo>
                  <a:pt x="14716" y="5383"/>
                  <a:pt x="14716" y="5412"/>
                  <a:pt x="14731" y="5427"/>
                </a:cubicBezTo>
                <a:cubicBezTo>
                  <a:pt x="11935" y="3440"/>
                  <a:pt x="8374" y="2793"/>
                  <a:pt x="6137" y="2572"/>
                </a:cubicBezTo>
                <a:lnTo>
                  <a:pt x="6137" y="2646"/>
                </a:lnTo>
                <a:cubicBezTo>
                  <a:pt x="8388" y="2866"/>
                  <a:pt x="11994" y="3514"/>
                  <a:pt x="14775" y="5530"/>
                </a:cubicBezTo>
                <a:cubicBezTo>
                  <a:pt x="14775" y="5559"/>
                  <a:pt x="14775" y="5574"/>
                  <a:pt x="14790" y="5589"/>
                </a:cubicBezTo>
                <a:cubicBezTo>
                  <a:pt x="14084" y="5118"/>
                  <a:pt x="13318" y="4691"/>
                  <a:pt x="12465" y="4323"/>
                </a:cubicBezTo>
                <a:cubicBezTo>
                  <a:pt x="10669" y="3529"/>
                  <a:pt x="8506" y="2999"/>
                  <a:pt x="6048" y="2719"/>
                </a:cubicBezTo>
                <a:lnTo>
                  <a:pt x="6048" y="2793"/>
                </a:lnTo>
                <a:cubicBezTo>
                  <a:pt x="8786" y="3102"/>
                  <a:pt x="12200" y="3867"/>
                  <a:pt x="14820" y="5707"/>
                </a:cubicBezTo>
                <a:lnTo>
                  <a:pt x="14820" y="5751"/>
                </a:lnTo>
                <a:cubicBezTo>
                  <a:pt x="12656" y="4309"/>
                  <a:pt x="9713" y="3352"/>
                  <a:pt x="5960" y="2866"/>
                </a:cubicBezTo>
                <a:lnTo>
                  <a:pt x="5945" y="2940"/>
                </a:lnTo>
                <a:cubicBezTo>
                  <a:pt x="9728" y="3440"/>
                  <a:pt x="12671" y="4397"/>
                  <a:pt x="14849" y="5869"/>
                </a:cubicBezTo>
                <a:cubicBezTo>
                  <a:pt x="14849" y="5883"/>
                  <a:pt x="14864" y="5927"/>
                  <a:pt x="14864" y="5942"/>
                </a:cubicBezTo>
                <a:cubicBezTo>
                  <a:pt x="12068" y="4117"/>
                  <a:pt x="8550" y="3396"/>
                  <a:pt x="5842" y="3014"/>
                </a:cubicBezTo>
                <a:lnTo>
                  <a:pt x="5828" y="3087"/>
                </a:lnTo>
                <a:cubicBezTo>
                  <a:pt x="8550" y="3470"/>
                  <a:pt x="12068" y="4206"/>
                  <a:pt x="14878" y="6045"/>
                </a:cubicBezTo>
                <a:cubicBezTo>
                  <a:pt x="14878" y="6089"/>
                  <a:pt x="14893" y="6104"/>
                  <a:pt x="14893" y="6148"/>
                </a:cubicBezTo>
                <a:cubicBezTo>
                  <a:pt x="12141" y="4412"/>
                  <a:pt x="8727" y="3646"/>
                  <a:pt x="5739" y="3161"/>
                </a:cubicBezTo>
                <a:lnTo>
                  <a:pt x="5725" y="3234"/>
                </a:lnTo>
                <a:cubicBezTo>
                  <a:pt x="8697" y="3720"/>
                  <a:pt x="12156" y="4485"/>
                  <a:pt x="14908" y="6236"/>
                </a:cubicBezTo>
                <a:cubicBezTo>
                  <a:pt x="14908" y="6251"/>
                  <a:pt x="14908" y="6266"/>
                  <a:pt x="14923" y="6295"/>
                </a:cubicBezTo>
                <a:cubicBezTo>
                  <a:pt x="12274" y="4676"/>
                  <a:pt x="8962" y="3882"/>
                  <a:pt x="5636" y="3308"/>
                </a:cubicBezTo>
                <a:lnTo>
                  <a:pt x="5607" y="3381"/>
                </a:lnTo>
                <a:cubicBezTo>
                  <a:pt x="8948" y="3970"/>
                  <a:pt x="12274" y="4765"/>
                  <a:pt x="14923" y="6398"/>
                </a:cubicBezTo>
                <a:cubicBezTo>
                  <a:pt x="15129" y="7737"/>
                  <a:pt x="15129" y="9136"/>
                  <a:pt x="15129" y="10504"/>
                </a:cubicBezTo>
                <a:cubicBezTo>
                  <a:pt x="15129" y="11019"/>
                  <a:pt x="15129" y="11564"/>
                  <a:pt x="15143" y="12079"/>
                </a:cubicBezTo>
                <a:cubicBezTo>
                  <a:pt x="15173" y="13668"/>
                  <a:pt x="15364" y="15022"/>
                  <a:pt x="15702" y="16199"/>
                </a:cubicBezTo>
                <a:cubicBezTo>
                  <a:pt x="15747" y="16376"/>
                  <a:pt x="15776" y="16523"/>
                  <a:pt x="15820" y="16670"/>
                </a:cubicBezTo>
                <a:cubicBezTo>
                  <a:pt x="15850" y="16862"/>
                  <a:pt x="15909" y="17068"/>
                  <a:pt x="15967" y="17274"/>
                </a:cubicBezTo>
                <a:cubicBezTo>
                  <a:pt x="15982" y="17377"/>
                  <a:pt x="15997" y="17480"/>
                  <a:pt x="16041" y="17583"/>
                </a:cubicBezTo>
                <a:lnTo>
                  <a:pt x="16100" y="17921"/>
                </a:lnTo>
                <a:cubicBezTo>
                  <a:pt x="16115" y="18113"/>
                  <a:pt x="16144" y="18319"/>
                  <a:pt x="16188" y="18525"/>
                </a:cubicBezTo>
                <a:cubicBezTo>
                  <a:pt x="16203" y="18657"/>
                  <a:pt x="16218" y="18775"/>
                  <a:pt x="16247" y="18893"/>
                </a:cubicBezTo>
                <a:lnTo>
                  <a:pt x="16291" y="19393"/>
                </a:lnTo>
                <a:cubicBezTo>
                  <a:pt x="16291" y="19496"/>
                  <a:pt x="16321" y="19614"/>
                  <a:pt x="16321" y="19731"/>
                </a:cubicBezTo>
                <a:cubicBezTo>
                  <a:pt x="16321" y="19908"/>
                  <a:pt x="16335" y="20085"/>
                  <a:pt x="16335" y="20246"/>
                </a:cubicBezTo>
                <a:lnTo>
                  <a:pt x="16335" y="20688"/>
                </a:lnTo>
                <a:cubicBezTo>
                  <a:pt x="16335" y="20850"/>
                  <a:pt x="16321" y="21012"/>
                  <a:pt x="16321" y="21159"/>
                </a:cubicBezTo>
                <a:cubicBezTo>
                  <a:pt x="16291" y="21306"/>
                  <a:pt x="16291" y="21424"/>
                  <a:pt x="16291" y="21586"/>
                </a:cubicBezTo>
                <a:cubicBezTo>
                  <a:pt x="16276" y="21733"/>
                  <a:pt x="16262" y="21880"/>
                  <a:pt x="16262" y="22027"/>
                </a:cubicBezTo>
                <a:lnTo>
                  <a:pt x="16203" y="22469"/>
                </a:lnTo>
                <a:cubicBezTo>
                  <a:pt x="16173" y="22616"/>
                  <a:pt x="16144" y="22763"/>
                  <a:pt x="16129" y="22910"/>
                </a:cubicBezTo>
                <a:cubicBezTo>
                  <a:pt x="16100" y="23057"/>
                  <a:pt x="16056" y="23204"/>
                  <a:pt x="16041" y="23352"/>
                </a:cubicBezTo>
                <a:lnTo>
                  <a:pt x="15923" y="23793"/>
                </a:lnTo>
                <a:cubicBezTo>
                  <a:pt x="15894" y="23940"/>
                  <a:pt x="15835" y="24087"/>
                  <a:pt x="15806" y="24205"/>
                </a:cubicBezTo>
                <a:cubicBezTo>
                  <a:pt x="15747" y="24352"/>
                  <a:pt x="15702" y="24499"/>
                  <a:pt x="15658" y="24647"/>
                </a:cubicBezTo>
                <a:lnTo>
                  <a:pt x="15482" y="25088"/>
                </a:lnTo>
                <a:lnTo>
                  <a:pt x="15379" y="25368"/>
                </a:lnTo>
                <a:cubicBezTo>
                  <a:pt x="14201" y="28385"/>
                  <a:pt x="14746" y="31961"/>
                  <a:pt x="16762" y="34477"/>
                </a:cubicBezTo>
                <a:cubicBezTo>
                  <a:pt x="17866" y="35860"/>
                  <a:pt x="19367" y="36905"/>
                  <a:pt x="20809" y="37921"/>
                </a:cubicBezTo>
                <a:cubicBezTo>
                  <a:pt x="22089" y="38818"/>
                  <a:pt x="23414" y="39731"/>
                  <a:pt x="24488" y="40908"/>
                </a:cubicBezTo>
                <a:cubicBezTo>
                  <a:pt x="24459" y="40952"/>
                  <a:pt x="24429" y="40967"/>
                  <a:pt x="24415" y="41011"/>
                </a:cubicBezTo>
                <a:cubicBezTo>
                  <a:pt x="23679" y="41821"/>
                  <a:pt x="22884" y="42601"/>
                  <a:pt x="22104" y="43366"/>
                </a:cubicBezTo>
                <a:cubicBezTo>
                  <a:pt x="21133" y="44337"/>
                  <a:pt x="20117" y="45323"/>
                  <a:pt x="19205" y="46397"/>
                </a:cubicBezTo>
                <a:cubicBezTo>
                  <a:pt x="19087" y="46530"/>
                  <a:pt x="18984" y="46648"/>
                  <a:pt x="18867" y="46795"/>
                </a:cubicBezTo>
                <a:lnTo>
                  <a:pt x="18778" y="46898"/>
                </a:lnTo>
                <a:cubicBezTo>
                  <a:pt x="18616" y="47074"/>
                  <a:pt x="18469" y="47266"/>
                  <a:pt x="18322" y="47442"/>
                </a:cubicBezTo>
                <a:cubicBezTo>
                  <a:pt x="18131" y="47648"/>
                  <a:pt x="17954" y="47869"/>
                  <a:pt x="17763" y="48075"/>
                </a:cubicBezTo>
                <a:cubicBezTo>
                  <a:pt x="17586" y="48252"/>
                  <a:pt x="17424" y="48472"/>
                  <a:pt x="17233" y="48693"/>
                </a:cubicBezTo>
                <a:cubicBezTo>
                  <a:pt x="17056" y="48870"/>
                  <a:pt x="16880" y="49090"/>
                  <a:pt x="16703" y="49297"/>
                </a:cubicBezTo>
                <a:cubicBezTo>
                  <a:pt x="16512" y="49503"/>
                  <a:pt x="16321" y="49723"/>
                  <a:pt x="16144" y="49929"/>
                </a:cubicBezTo>
                <a:cubicBezTo>
                  <a:pt x="15967" y="50106"/>
                  <a:pt x="15806" y="50312"/>
                  <a:pt x="15629" y="50503"/>
                </a:cubicBezTo>
                <a:cubicBezTo>
                  <a:pt x="15452" y="50695"/>
                  <a:pt x="15290" y="50886"/>
                  <a:pt x="15114" y="51077"/>
                </a:cubicBezTo>
                <a:lnTo>
                  <a:pt x="14569" y="51695"/>
                </a:lnTo>
                <a:lnTo>
                  <a:pt x="14069" y="52240"/>
                </a:lnTo>
                <a:cubicBezTo>
                  <a:pt x="13848" y="52461"/>
                  <a:pt x="13642" y="52681"/>
                  <a:pt x="13466" y="52902"/>
                </a:cubicBezTo>
                <a:cubicBezTo>
                  <a:pt x="13274" y="53093"/>
                  <a:pt x="13112" y="53270"/>
                  <a:pt x="12951" y="53461"/>
                </a:cubicBezTo>
                <a:cubicBezTo>
                  <a:pt x="12730" y="53682"/>
                  <a:pt x="12524" y="53903"/>
                  <a:pt x="12318" y="54123"/>
                </a:cubicBezTo>
                <a:cubicBezTo>
                  <a:pt x="12141" y="54300"/>
                  <a:pt x="11979" y="54477"/>
                  <a:pt x="11832" y="54639"/>
                </a:cubicBezTo>
                <a:cubicBezTo>
                  <a:pt x="11611" y="54845"/>
                  <a:pt x="11391" y="55065"/>
                  <a:pt x="11185" y="55301"/>
                </a:cubicBezTo>
                <a:cubicBezTo>
                  <a:pt x="10978" y="55507"/>
                  <a:pt x="10772" y="55683"/>
                  <a:pt x="10581" y="55904"/>
                </a:cubicBezTo>
                <a:cubicBezTo>
                  <a:pt x="10360" y="56095"/>
                  <a:pt x="10154" y="56287"/>
                  <a:pt x="9963" y="56478"/>
                </a:cubicBezTo>
                <a:cubicBezTo>
                  <a:pt x="9742" y="56655"/>
                  <a:pt x="9551" y="56846"/>
                  <a:pt x="9345" y="57052"/>
                </a:cubicBezTo>
                <a:cubicBezTo>
                  <a:pt x="9124" y="57229"/>
                  <a:pt x="8903" y="57420"/>
                  <a:pt x="8697" y="57597"/>
                </a:cubicBezTo>
                <a:cubicBezTo>
                  <a:pt x="8477" y="57758"/>
                  <a:pt x="8256" y="57935"/>
                  <a:pt x="8050" y="58112"/>
                </a:cubicBezTo>
                <a:cubicBezTo>
                  <a:pt x="7829" y="58259"/>
                  <a:pt x="7608" y="58421"/>
                  <a:pt x="7417" y="58597"/>
                </a:cubicBezTo>
                <a:cubicBezTo>
                  <a:pt x="7123" y="58774"/>
                  <a:pt x="6828" y="58980"/>
                  <a:pt x="6549" y="59201"/>
                </a:cubicBezTo>
                <a:cubicBezTo>
                  <a:pt x="5445" y="60098"/>
                  <a:pt x="4562" y="61143"/>
                  <a:pt x="3959" y="62276"/>
                </a:cubicBezTo>
                <a:cubicBezTo>
                  <a:pt x="3252" y="63557"/>
                  <a:pt x="2973" y="64866"/>
                  <a:pt x="3149" y="66147"/>
                </a:cubicBezTo>
                <a:cubicBezTo>
                  <a:pt x="3370" y="67957"/>
                  <a:pt x="4430" y="69502"/>
                  <a:pt x="5445" y="70988"/>
                </a:cubicBezTo>
                <a:cubicBezTo>
                  <a:pt x="6255" y="72166"/>
                  <a:pt x="7079" y="73358"/>
                  <a:pt x="7505" y="74712"/>
                </a:cubicBezTo>
                <a:cubicBezTo>
                  <a:pt x="7005" y="74888"/>
                  <a:pt x="6505" y="75109"/>
                  <a:pt x="6048" y="75374"/>
                </a:cubicBezTo>
                <a:cubicBezTo>
                  <a:pt x="3149" y="76949"/>
                  <a:pt x="1133" y="80098"/>
                  <a:pt x="957" y="83409"/>
                </a:cubicBezTo>
                <a:cubicBezTo>
                  <a:pt x="957" y="83483"/>
                  <a:pt x="957" y="83556"/>
                  <a:pt x="942" y="83615"/>
                </a:cubicBezTo>
                <a:lnTo>
                  <a:pt x="942" y="83718"/>
                </a:lnTo>
                <a:cubicBezTo>
                  <a:pt x="942" y="83792"/>
                  <a:pt x="942" y="83880"/>
                  <a:pt x="912" y="83954"/>
                </a:cubicBezTo>
                <a:lnTo>
                  <a:pt x="912" y="84027"/>
                </a:lnTo>
                <a:cubicBezTo>
                  <a:pt x="912" y="84130"/>
                  <a:pt x="898" y="84233"/>
                  <a:pt x="898" y="84321"/>
                </a:cubicBezTo>
                <a:lnTo>
                  <a:pt x="898" y="84351"/>
                </a:lnTo>
                <a:cubicBezTo>
                  <a:pt x="883" y="84469"/>
                  <a:pt x="883" y="84601"/>
                  <a:pt x="883" y="84734"/>
                </a:cubicBezTo>
                <a:cubicBezTo>
                  <a:pt x="868" y="84837"/>
                  <a:pt x="868" y="84969"/>
                  <a:pt x="868" y="85087"/>
                </a:cubicBezTo>
                <a:cubicBezTo>
                  <a:pt x="839" y="85204"/>
                  <a:pt x="839" y="85352"/>
                  <a:pt x="839" y="85484"/>
                </a:cubicBezTo>
                <a:cubicBezTo>
                  <a:pt x="824" y="85602"/>
                  <a:pt x="824" y="85705"/>
                  <a:pt x="824" y="85823"/>
                </a:cubicBezTo>
                <a:cubicBezTo>
                  <a:pt x="809" y="85940"/>
                  <a:pt x="809" y="86073"/>
                  <a:pt x="809" y="86205"/>
                </a:cubicBezTo>
                <a:cubicBezTo>
                  <a:pt x="795" y="86308"/>
                  <a:pt x="795" y="86441"/>
                  <a:pt x="795" y="86558"/>
                </a:cubicBezTo>
                <a:cubicBezTo>
                  <a:pt x="780" y="86676"/>
                  <a:pt x="780" y="86809"/>
                  <a:pt x="751" y="86956"/>
                </a:cubicBezTo>
                <a:cubicBezTo>
                  <a:pt x="736" y="87088"/>
                  <a:pt x="736" y="87221"/>
                  <a:pt x="721" y="87324"/>
                </a:cubicBezTo>
                <a:cubicBezTo>
                  <a:pt x="706" y="87456"/>
                  <a:pt x="706" y="87559"/>
                  <a:pt x="677" y="87692"/>
                </a:cubicBezTo>
                <a:cubicBezTo>
                  <a:pt x="662" y="87809"/>
                  <a:pt x="662" y="87912"/>
                  <a:pt x="648" y="88045"/>
                </a:cubicBezTo>
                <a:cubicBezTo>
                  <a:pt x="633" y="88192"/>
                  <a:pt x="603" y="88324"/>
                  <a:pt x="603" y="88472"/>
                </a:cubicBezTo>
                <a:cubicBezTo>
                  <a:pt x="589" y="88589"/>
                  <a:pt x="589" y="88707"/>
                  <a:pt x="574" y="88839"/>
                </a:cubicBezTo>
                <a:cubicBezTo>
                  <a:pt x="545" y="88942"/>
                  <a:pt x="545" y="89075"/>
                  <a:pt x="530" y="89178"/>
                </a:cubicBezTo>
                <a:cubicBezTo>
                  <a:pt x="515" y="89310"/>
                  <a:pt x="515" y="89428"/>
                  <a:pt x="500" y="89546"/>
                </a:cubicBezTo>
                <a:cubicBezTo>
                  <a:pt x="471" y="89693"/>
                  <a:pt x="456" y="89840"/>
                  <a:pt x="456" y="89987"/>
                </a:cubicBezTo>
                <a:cubicBezTo>
                  <a:pt x="441" y="90105"/>
                  <a:pt x="441" y="90193"/>
                  <a:pt x="427" y="90311"/>
                </a:cubicBezTo>
                <a:cubicBezTo>
                  <a:pt x="397" y="90414"/>
                  <a:pt x="397" y="90502"/>
                  <a:pt x="383" y="90620"/>
                </a:cubicBezTo>
                <a:cubicBezTo>
                  <a:pt x="368" y="90753"/>
                  <a:pt x="353" y="90900"/>
                  <a:pt x="353" y="91017"/>
                </a:cubicBezTo>
                <a:cubicBezTo>
                  <a:pt x="0" y="93490"/>
                  <a:pt x="986" y="96271"/>
                  <a:pt x="3326" y="97051"/>
                </a:cubicBezTo>
                <a:lnTo>
                  <a:pt x="3341" y="96978"/>
                </a:lnTo>
                <a:cubicBezTo>
                  <a:pt x="1486" y="96359"/>
                  <a:pt x="515" y="94461"/>
                  <a:pt x="383" y="92460"/>
                </a:cubicBezTo>
                <a:lnTo>
                  <a:pt x="383" y="92460"/>
                </a:lnTo>
                <a:cubicBezTo>
                  <a:pt x="441" y="92989"/>
                  <a:pt x="574" y="93519"/>
                  <a:pt x="751" y="94020"/>
                </a:cubicBezTo>
                <a:cubicBezTo>
                  <a:pt x="1280" y="95477"/>
                  <a:pt x="2266" y="96536"/>
                  <a:pt x="3517" y="97007"/>
                </a:cubicBezTo>
                <a:lnTo>
                  <a:pt x="3547" y="96933"/>
                </a:lnTo>
                <a:cubicBezTo>
                  <a:pt x="1692" y="96212"/>
                  <a:pt x="662" y="94255"/>
                  <a:pt x="471" y="92254"/>
                </a:cubicBezTo>
                <a:lnTo>
                  <a:pt x="471" y="92254"/>
                </a:lnTo>
                <a:cubicBezTo>
                  <a:pt x="751" y="94240"/>
                  <a:pt x="1795" y="96153"/>
                  <a:pt x="3694" y="96963"/>
                </a:cubicBezTo>
                <a:lnTo>
                  <a:pt x="3738" y="96889"/>
                </a:lnTo>
                <a:cubicBezTo>
                  <a:pt x="1751" y="96050"/>
                  <a:pt x="692" y="93961"/>
                  <a:pt x="515" y="91871"/>
                </a:cubicBezTo>
                <a:lnTo>
                  <a:pt x="515" y="91871"/>
                </a:lnTo>
                <a:cubicBezTo>
                  <a:pt x="589" y="92474"/>
                  <a:pt x="751" y="93063"/>
                  <a:pt x="971" y="93637"/>
                </a:cubicBezTo>
                <a:cubicBezTo>
                  <a:pt x="1560" y="95138"/>
                  <a:pt x="2605" y="96301"/>
                  <a:pt x="3885" y="96904"/>
                </a:cubicBezTo>
                <a:lnTo>
                  <a:pt x="3915" y="96830"/>
                </a:lnTo>
                <a:cubicBezTo>
                  <a:pt x="2060" y="95977"/>
                  <a:pt x="809" y="93872"/>
                  <a:pt x="574" y="91606"/>
                </a:cubicBezTo>
                <a:lnTo>
                  <a:pt x="574" y="91606"/>
                </a:lnTo>
                <a:cubicBezTo>
                  <a:pt x="898" y="93843"/>
                  <a:pt x="2193" y="95903"/>
                  <a:pt x="4062" y="96860"/>
                </a:cubicBezTo>
                <a:lnTo>
                  <a:pt x="4106" y="96786"/>
                </a:lnTo>
                <a:cubicBezTo>
                  <a:pt x="2119" y="95771"/>
                  <a:pt x="809" y="93505"/>
                  <a:pt x="589" y="91120"/>
                </a:cubicBezTo>
                <a:lnTo>
                  <a:pt x="589" y="91120"/>
                </a:lnTo>
                <a:cubicBezTo>
                  <a:pt x="677" y="91827"/>
                  <a:pt x="883" y="92548"/>
                  <a:pt x="1163" y="93225"/>
                </a:cubicBezTo>
                <a:cubicBezTo>
                  <a:pt x="1825" y="94800"/>
                  <a:pt x="2899" y="96050"/>
                  <a:pt x="4224" y="96786"/>
                </a:cubicBezTo>
                <a:lnTo>
                  <a:pt x="4268" y="96713"/>
                </a:lnTo>
                <a:cubicBezTo>
                  <a:pt x="2281" y="95609"/>
                  <a:pt x="912" y="93328"/>
                  <a:pt x="648" y="90929"/>
                </a:cubicBezTo>
                <a:lnTo>
                  <a:pt x="648" y="90929"/>
                </a:lnTo>
                <a:cubicBezTo>
                  <a:pt x="1015" y="93298"/>
                  <a:pt x="2384" y="95535"/>
                  <a:pt x="4400" y="96727"/>
                </a:cubicBezTo>
                <a:lnTo>
                  <a:pt x="4430" y="96654"/>
                </a:lnTo>
                <a:cubicBezTo>
                  <a:pt x="2355" y="95418"/>
                  <a:pt x="957" y="93034"/>
                  <a:pt x="677" y="90561"/>
                </a:cubicBezTo>
                <a:lnTo>
                  <a:pt x="677" y="90561"/>
                </a:lnTo>
                <a:cubicBezTo>
                  <a:pt x="1060" y="93004"/>
                  <a:pt x="2487" y="95329"/>
                  <a:pt x="4577" y="96669"/>
                </a:cubicBezTo>
                <a:lnTo>
                  <a:pt x="4621" y="96595"/>
                </a:lnTo>
                <a:cubicBezTo>
                  <a:pt x="2443" y="95197"/>
                  <a:pt x="986" y="92739"/>
                  <a:pt x="721" y="90179"/>
                </a:cubicBezTo>
                <a:lnTo>
                  <a:pt x="721" y="90179"/>
                </a:lnTo>
                <a:cubicBezTo>
                  <a:pt x="839" y="91003"/>
                  <a:pt x="1089" y="91812"/>
                  <a:pt x="1457" y="92622"/>
                </a:cubicBezTo>
                <a:cubicBezTo>
                  <a:pt x="2193" y="94240"/>
                  <a:pt x="3370" y="95653"/>
                  <a:pt x="4768" y="96610"/>
                </a:cubicBezTo>
                <a:lnTo>
                  <a:pt x="4798" y="96536"/>
                </a:lnTo>
                <a:cubicBezTo>
                  <a:pt x="2575" y="95035"/>
                  <a:pt x="1089" y="92460"/>
                  <a:pt x="765" y="89870"/>
                </a:cubicBezTo>
                <a:lnTo>
                  <a:pt x="765" y="89870"/>
                </a:lnTo>
                <a:cubicBezTo>
                  <a:pt x="1177" y="92415"/>
                  <a:pt x="2708" y="94947"/>
                  <a:pt x="4930" y="96536"/>
                </a:cubicBezTo>
                <a:lnTo>
                  <a:pt x="4989" y="96463"/>
                </a:lnTo>
                <a:cubicBezTo>
                  <a:pt x="2708" y="94829"/>
                  <a:pt x="1177" y="92224"/>
                  <a:pt x="809" y="89605"/>
                </a:cubicBezTo>
                <a:lnTo>
                  <a:pt x="809" y="89605"/>
                </a:lnTo>
                <a:cubicBezTo>
                  <a:pt x="1251" y="92195"/>
                  <a:pt x="2796" y="94755"/>
                  <a:pt x="5092" y="96492"/>
                </a:cubicBezTo>
                <a:lnTo>
                  <a:pt x="5151" y="96433"/>
                </a:lnTo>
                <a:cubicBezTo>
                  <a:pt x="2811" y="94667"/>
                  <a:pt x="1266" y="92077"/>
                  <a:pt x="868" y="89458"/>
                </a:cubicBezTo>
                <a:lnTo>
                  <a:pt x="868" y="89443"/>
                </a:lnTo>
                <a:cubicBezTo>
                  <a:pt x="1030" y="90311"/>
                  <a:pt x="1324" y="91165"/>
                  <a:pt x="1722" y="92033"/>
                </a:cubicBezTo>
                <a:cubicBezTo>
                  <a:pt x="2531" y="93711"/>
                  <a:pt x="3782" y="95270"/>
                  <a:pt x="5254" y="96448"/>
                </a:cubicBezTo>
                <a:lnTo>
                  <a:pt x="5313" y="96389"/>
                </a:lnTo>
                <a:cubicBezTo>
                  <a:pt x="2943" y="94520"/>
                  <a:pt x="1383" y="91930"/>
                  <a:pt x="912" y="89310"/>
                </a:cubicBezTo>
                <a:cubicBezTo>
                  <a:pt x="912" y="89296"/>
                  <a:pt x="912" y="89296"/>
                  <a:pt x="942" y="89281"/>
                </a:cubicBezTo>
                <a:cubicBezTo>
                  <a:pt x="1118" y="90134"/>
                  <a:pt x="1413" y="91003"/>
                  <a:pt x="1840" y="91856"/>
                </a:cubicBezTo>
                <a:cubicBezTo>
                  <a:pt x="2664" y="93563"/>
                  <a:pt x="3915" y="95138"/>
                  <a:pt x="5460" y="96418"/>
                </a:cubicBezTo>
                <a:lnTo>
                  <a:pt x="5519" y="96359"/>
                </a:lnTo>
                <a:cubicBezTo>
                  <a:pt x="3149" y="94387"/>
                  <a:pt x="1531" y="91739"/>
                  <a:pt x="1015" y="89148"/>
                </a:cubicBezTo>
                <a:cubicBezTo>
                  <a:pt x="1015" y="89148"/>
                  <a:pt x="1015" y="89134"/>
                  <a:pt x="1030" y="89134"/>
                </a:cubicBezTo>
                <a:cubicBezTo>
                  <a:pt x="1236" y="89973"/>
                  <a:pt x="1531" y="90841"/>
                  <a:pt x="1943" y="91680"/>
                </a:cubicBezTo>
                <a:cubicBezTo>
                  <a:pt x="2796" y="93401"/>
                  <a:pt x="4076" y="95035"/>
                  <a:pt x="5651" y="96374"/>
                </a:cubicBezTo>
                <a:lnTo>
                  <a:pt x="5695" y="96315"/>
                </a:lnTo>
                <a:cubicBezTo>
                  <a:pt x="3709" y="94594"/>
                  <a:pt x="1722" y="91959"/>
                  <a:pt x="1089" y="89016"/>
                </a:cubicBezTo>
                <a:cubicBezTo>
                  <a:pt x="1089" y="89001"/>
                  <a:pt x="1104" y="89001"/>
                  <a:pt x="1104" y="88987"/>
                </a:cubicBezTo>
                <a:cubicBezTo>
                  <a:pt x="1310" y="89811"/>
                  <a:pt x="1619" y="90650"/>
                  <a:pt x="2060" y="91503"/>
                </a:cubicBezTo>
                <a:cubicBezTo>
                  <a:pt x="2929" y="93225"/>
                  <a:pt x="4224" y="94903"/>
                  <a:pt x="5828" y="96345"/>
                </a:cubicBezTo>
                <a:lnTo>
                  <a:pt x="5887" y="96286"/>
                </a:lnTo>
                <a:cubicBezTo>
                  <a:pt x="3414" y="94064"/>
                  <a:pt x="1781" y="91430"/>
                  <a:pt x="1177" y="88854"/>
                </a:cubicBezTo>
                <a:cubicBezTo>
                  <a:pt x="1177" y="88839"/>
                  <a:pt x="1192" y="88810"/>
                  <a:pt x="1192" y="88810"/>
                </a:cubicBezTo>
                <a:cubicBezTo>
                  <a:pt x="1869" y="91371"/>
                  <a:pt x="3532" y="93990"/>
                  <a:pt x="6019" y="96301"/>
                </a:cubicBezTo>
                <a:lnTo>
                  <a:pt x="6063" y="96242"/>
                </a:lnTo>
                <a:cubicBezTo>
                  <a:pt x="3561" y="93887"/>
                  <a:pt x="1913" y="91282"/>
                  <a:pt x="1251" y="88707"/>
                </a:cubicBezTo>
                <a:cubicBezTo>
                  <a:pt x="1251" y="88692"/>
                  <a:pt x="1266" y="88663"/>
                  <a:pt x="1266" y="88648"/>
                </a:cubicBezTo>
                <a:cubicBezTo>
                  <a:pt x="2207" y="91945"/>
                  <a:pt x="4577" y="94682"/>
                  <a:pt x="6181" y="96242"/>
                </a:cubicBezTo>
                <a:lnTo>
                  <a:pt x="6240" y="96198"/>
                </a:lnTo>
                <a:cubicBezTo>
                  <a:pt x="4621" y="94623"/>
                  <a:pt x="2222" y="91856"/>
                  <a:pt x="1324" y="88545"/>
                </a:cubicBezTo>
                <a:cubicBezTo>
                  <a:pt x="1324" y="88516"/>
                  <a:pt x="1339" y="88501"/>
                  <a:pt x="1339" y="88486"/>
                </a:cubicBezTo>
                <a:cubicBezTo>
                  <a:pt x="1575" y="89296"/>
                  <a:pt x="1913" y="90105"/>
                  <a:pt x="2355" y="90929"/>
                </a:cubicBezTo>
                <a:cubicBezTo>
                  <a:pt x="3267" y="92680"/>
                  <a:pt x="4621" y="94446"/>
                  <a:pt x="6358" y="96198"/>
                </a:cubicBezTo>
                <a:lnTo>
                  <a:pt x="6416" y="96139"/>
                </a:lnTo>
                <a:cubicBezTo>
                  <a:pt x="4474" y="94181"/>
                  <a:pt x="2310" y="91459"/>
                  <a:pt x="1413" y="88368"/>
                </a:cubicBezTo>
                <a:cubicBezTo>
                  <a:pt x="1413" y="88354"/>
                  <a:pt x="1428" y="88339"/>
                  <a:pt x="1428" y="88339"/>
                </a:cubicBezTo>
                <a:cubicBezTo>
                  <a:pt x="2222" y="90826"/>
                  <a:pt x="3900" y="93416"/>
                  <a:pt x="6549" y="96153"/>
                </a:cubicBezTo>
                <a:lnTo>
                  <a:pt x="6608" y="96095"/>
                </a:lnTo>
                <a:cubicBezTo>
                  <a:pt x="3959" y="93343"/>
                  <a:pt x="2266" y="90753"/>
                  <a:pt x="1486" y="88251"/>
                </a:cubicBezTo>
                <a:cubicBezTo>
                  <a:pt x="1501" y="88221"/>
                  <a:pt x="1501" y="88192"/>
                  <a:pt x="1531" y="88177"/>
                </a:cubicBezTo>
                <a:cubicBezTo>
                  <a:pt x="2575" y="91356"/>
                  <a:pt x="4856" y="94093"/>
                  <a:pt x="6711" y="96095"/>
                </a:cubicBezTo>
                <a:lnTo>
                  <a:pt x="6770" y="96050"/>
                </a:lnTo>
                <a:cubicBezTo>
                  <a:pt x="4886" y="94034"/>
                  <a:pt x="2590" y="91268"/>
                  <a:pt x="1575" y="88074"/>
                </a:cubicBezTo>
                <a:cubicBezTo>
                  <a:pt x="1604" y="88059"/>
                  <a:pt x="1604" y="88030"/>
                  <a:pt x="1619" y="88001"/>
                </a:cubicBezTo>
                <a:cubicBezTo>
                  <a:pt x="2678" y="91076"/>
                  <a:pt x="4871" y="93843"/>
                  <a:pt x="6902" y="96050"/>
                </a:cubicBezTo>
                <a:lnTo>
                  <a:pt x="6946" y="95992"/>
                </a:lnTo>
                <a:cubicBezTo>
                  <a:pt x="4930" y="93769"/>
                  <a:pt x="2723" y="90988"/>
                  <a:pt x="1678" y="87898"/>
                </a:cubicBezTo>
                <a:cubicBezTo>
                  <a:pt x="1692" y="87883"/>
                  <a:pt x="1692" y="87853"/>
                  <a:pt x="1707" y="87839"/>
                </a:cubicBezTo>
                <a:cubicBezTo>
                  <a:pt x="2752" y="90767"/>
                  <a:pt x="4856" y="93446"/>
                  <a:pt x="7079" y="95992"/>
                </a:cubicBezTo>
                <a:lnTo>
                  <a:pt x="7137" y="95933"/>
                </a:lnTo>
                <a:cubicBezTo>
                  <a:pt x="4915" y="93401"/>
                  <a:pt x="2796" y="90694"/>
                  <a:pt x="1766" y="87750"/>
                </a:cubicBezTo>
                <a:cubicBezTo>
                  <a:pt x="2458" y="86573"/>
                  <a:pt x="3326" y="85484"/>
                  <a:pt x="4179" y="84439"/>
                </a:cubicBezTo>
                <a:cubicBezTo>
                  <a:pt x="4503" y="84027"/>
                  <a:pt x="4842" y="83615"/>
                  <a:pt x="5151" y="83188"/>
                </a:cubicBezTo>
                <a:cubicBezTo>
                  <a:pt x="6107" y="81937"/>
                  <a:pt x="6828" y="80745"/>
                  <a:pt x="7285" y="79612"/>
                </a:cubicBezTo>
                <a:cubicBezTo>
                  <a:pt x="7358" y="79465"/>
                  <a:pt x="7417" y="79318"/>
                  <a:pt x="7491" y="79171"/>
                </a:cubicBezTo>
                <a:cubicBezTo>
                  <a:pt x="7579" y="78994"/>
                  <a:pt x="7667" y="78788"/>
                  <a:pt x="7756" y="78612"/>
                </a:cubicBezTo>
                <a:cubicBezTo>
                  <a:pt x="7814" y="78509"/>
                  <a:pt x="7859" y="78420"/>
                  <a:pt x="7903" y="78317"/>
                </a:cubicBezTo>
                <a:cubicBezTo>
                  <a:pt x="7962" y="78214"/>
                  <a:pt x="8020" y="78111"/>
                  <a:pt x="8079" y="78023"/>
                </a:cubicBezTo>
                <a:cubicBezTo>
                  <a:pt x="8182" y="77832"/>
                  <a:pt x="8271" y="77670"/>
                  <a:pt x="8374" y="77478"/>
                </a:cubicBezTo>
                <a:cubicBezTo>
                  <a:pt x="8447" y="77375"/>
                  <a:pt x="8491" y="77258"/>
                  <a:pt x="8565" y="77155"/>
                </a:cubicBezTo>
                <a:cubicBezTo>
                  <a:pt x="8668" y="77007"/>
                  <a:pt x="8756" y="76875"/>
                  <a:pt x="8845" y="76728"/>
                </a:cubicBezTo>
                <a:cubicBezTo>
                  <a:pt x="8918" y="76640"/>
                  <a:pt x="8977" y="76551"/>
                  <a:pt x="9051" y="76448"/>
                </a:cubicBezTo>
                <a:cubicBezTo>
                  <a:pt x="9154" y="76331"/>
                  <a:pt x="9257" y="76183"/>
                  <a:pt x="9345" y="76051"/>
                </a:cubicBezTo>
                <a:cubicBezTo>
                  <a:pt x="9433" y="75933"/>
                  <a:pt x="9522" y="75815"/>
                  <a:pt x="9625" y="75698"/>
                </a:cubicBezTo>
                <a:lnTo>
                  <a:pt x="9889" y="75374"/>
                </a:lnTo>
                <a:cubicBezTo>
                  <a:pt x="10007" y="75256"/>
                  <a:pt x="10096" y="75153"/>
                  <a:pt x="10184" y="75035"/>
                </a:cubicBezTo>
                <a:lnTo>
                  <a:pt x="10508" y="74726"/>
                </a:lnTo>
                <a:cubicBezTo>
                  <a:pt x="10611" y="74638"/>
                  <a:pt x="10728" y="74520"/>
                  <a:pt x="10817" y="74417"/>
                </a:cubicBezTo>
                <a:cubicBezTo>
                  <a:pt x="10920" y="74314"/>
                  <a:pt x="11052" y="74211"/>
                  <a:pt x="11170" y="74123"/>
                </a:cubicBezTo>
                <a:cubicBezTo>
                  <a:pt x="11288" y="74020"/>
                  <a:pt x="11405" y="73932"/>
                  <a:pt x="11508" y="73829"/>
                </a:cubicBezTo>
                <a:cubicBezTo>
                  <a:pt x="11641" y="73726"/>
                  <a:pt x="11758" y="73637"/>
                  <a:pt x="11861" y="73549"/>
                </a:cubicBezTo>
                <a:cubicBezTo>
                  <a:pt x="11994" y="73461"/>
                  <a:pt x="12097" y="73387"/>
                  <a:pt x="12229" y="73284"/>
                </a:cubicBezTo>
                <a:cubicBezTo>
                  <a:pt x="12362" y="73211"/>
                  <a:pt x="12494" y="73122"/>
                  <a:pt x="12612" y="73034"/>
                </a:cubicBezTo>
                <a:cubicBezTo>
                  <a:pt x="12744" y="72960"/>
                  <a:pt x="12892" y="72872"/>
                  <a:pt x="13024" y="72799"/>
                </a:cubicBezTo>
                <a:cubicBezTo>
                  <a:pt x="13112" y="72740"/>
                  <a:pt x="13201" y="72696"/>
                  <a:pt x="13304" y="72651"/>
                </a:cubicBezTo>
                <a:cubicBezTo>
                  <a:pt x="16100" y="71047"/>
                  <a:pt x="17910" y="67898"/>
                  <a:pt x="17939" y="64675"/>
                </a:cubicBezTo>
                <a:cubicBezTo>
                  <a:pt x="17939" y="62894"/>
                  <a:pt x="17424" y="61143"/>
                  <a:pt x="16924" y="59480"/>
                </a:cubicBezTo>
                <a:cubicBezTo>
                  <a:pt x="16482" y="57964"/>
                  <a:pt x="16026" y="56405"/>
                  <a:pt x="15953" y="54845"/>
                </a:cubicBezTo>
                <a:cubicBezTo>
                  <a:pt x="16836" y="54668"/>
                  <a:pt x="17689" y="54565"/>
                  <a:pt x="18499" y="54477"/>
                </a:cubicBezTo>
                <a:cubicBezTo>
                  <a:pt x="21324" y="54123"/>
                  <a:pt x="23752" y="53829"/>
                  <a:pt x="25327" y="51725"/>
                </a:cubicBezTo>
                <a:cubicBezTo>
                  <a:pt x="26210" y="50577"/>
                  <a:pt x="26813" y="49414"/>
                  <a:pt x="27167" y="48237"/>
                </a:cubicBezTo>
                <a:cubicBezTo>
                  <a:pt x="27167" y="48193"/>
                  <a:pt x="27167" y="48178"/>
                  <a:pt x="27181" y="48163"/>
                </a:cubicBezTo>
                <a:cubicBezTo>
                  <a:pt x="27211" y="48105"/>
                  <a:pt x="27225" y="48031"/>
                  <a:pt x="27240" y="47972"/>
                </a:cubicBezTo>
                <a:cubicBezTo>
                  <a:pt x="27240" y="47957"/>
                  <a:pt x="27255" y="47957"/>
                  <a:pt x="27255" y="47943"/>
                </a:cubicBezTo>
                <a:cubicBezTo>
                  <a:pt x="27314" y="47737"/>
                  <a:pt x="27358" y="47516"/>
                  <a:pt x="27387" y="47310"/>
                </a:cubicBezTo>
                <a:cubicBezTo>
                  <a:pt x="27432" y="47045"/>
                  <a:pt x="27432" y="46780"/>
                  <a:pt x="27432" y="46500"/>
                </a:cubicBezTo>
                <a:lnTo>
                  <a:pt x="27432" y="46486"/>
                </a:lnTo>
                <a:cubicBezTo>
                  <a:pt x="27402" y="46839"/>
                  <a:pt x="27358" y="47207"/>
                  <a:pt x="27255" y="47575"/>
                </a:cubicBezTo>
                <a:lnTo>
                  <a:pt x="27255" y="47428"/>
                </a:lnTo>
                <a:cubicBezTo>
                  <a:pt x="27255" y="47369"/>
                  <a:pt x="27255" y="47310"/>
                  <a:pt x="27284" y="47266"/>
                </a:cubicBezTo>
                <a:cubicBezTo>
                  <a:pt x="27358" y="46986"/>
                  <a:pt x="27387" y="46721"/>
                  <a:pt x="27432" y="46471"/>
                </a:cubicBezTo>
                <a:cubicBezTo>
                  <a:pt x="27432" y="46118"/>
                  <a:pt x="27446" y="45765"/>
                  <a:pt x="27446" y="45426"/>
                </a:cubicBezTo>
                <a:cubicBezTo>
                  <a:pt x="27446" y="45102"/>
                  <a:pt x="27387" y="44852"/>
                  <a:pt x="27402" y="44558"/>
                </a:cubicBezTo>
                <a:cubicBezTo>
                  <a:pt x="27402" y="44543"/>
                  <a:pt x="27402" y="44543"/>
                  <a:pt x="27387" y="44514"/>
                </a:cubicBezTo>
                <a:cubicBezTo>
                  <a:pt x="27387" y="44411"/>
                  <a:pt x="27387" y="44293"/>
                  <a:pt x="27402" y="44190"/>
                </a:cubicBezTo>
                <a:cubicBezTo>
                  <a:pt x="27432" y="43925"/>
                  <a:pt x="27446" y="43660"/>
                  <a:pt x="27446" y="43395"/>
                </a:cubicBezTo>
                <a:cubicBezTo>
                  <a:pt x="27461" y="43116"/>
                  <a:pt x="27476" y="42851"/>
                  <a:pt x="27476" y="42571"/>
                </a:cubicBezTo>
                <a:cubicBezTo>
                  <a:pt x="27505" y="42336"/>
                  <a:pt x="27520" y="42071"/>
                  <a:pt x="27520" y="41835"/>
                </a:cubicBezTo>
                <a:cubicBezTo>
                  <a:pt x="27549" y="41526"/>
                  <a:pt x="27579" y="41232"/>
                  <a:pt x="27579" y="40938"/>
                </a:cubicBezTo>
                <a:cubicBezTo>
                  <a:pt x="27593" y="40673"/>
                  <a:pt x="27608" y="40437"/>
                  <a:pt x="27623" y="40172"/>
                </a:cubicBezTo>
                <a:cubicBezTo>
                  <a:pt x="27667" y="39863"/>
                  <a:pt x="27682" y="39569"/>
                  <a:pt x="27696" y="39275"/>
                </a:cubicBezTo>
                <a:cubicBezTo>
                  <a:pt x="27726" y="39039"/>
                  <a:pt x="27755" y="38804"/>
                  <a:pt x="27755" y="38554"/>
                </a:cubicBezTo>
                <a:cubicBezTo>
                  <a:pt x="27799" y="38259"/>
                  <a:pt x="27829" y="37950"/>
                  <a:pt x="27844" y="37641"/>
                </a:cubicBezTo>
                <a:cubicBezTo>
                  <a:pt x="27888" y="37362"/>
                  <a:pt x="27917" y="37067"/>
                  <a:pt x="27947" y="36788"/>
                </a:cubicBezTo>
                <a:cubicBezTo>
                  <a:pt x="27991" y="36523"/>
                  <a:pt x="28035" y="36243"/>
                  <a:pt x="28050" y="35963"/>
                </a:cubicBezTo>
                <a:cubicBezTo>
                  <a:pt x="28108" y="35684"/>
                  <a:pt x="28138" y="35419"/>
                  <a:pt x="28182" y="35139"/>
                </a:cubicBezTo>
                <a:lnTo>
                  <a:pt x="28344" y="34315"/>
                </a:lnTo>
                <a:cubicBezTo>
                  <a:pt x="28418" y="34036"/>
                  <a:pt x="28476" y="33771"/>
                  <a:pt x="28535" y="33506"/>
                </a:cubicBezTo>
                <a:cubicBezTo>
                  <a:pt x="28609" y="33241"/>
                  <a:pt x="28682" y="32991"/>
                  <a:pt x="28727" y="32726"/>
                </a:cubicBezTo>
                <a:cubicBezTo>
                  <a:pt x="28844" y="32402"/>
                  <a:pt x="28947" y="32049"/>
                  <a:pt x="29021" y="31710"/>
                </a:cubicBezTo>
                <a:cubicBezTo>
                  <a:pt x="29315" y="30342"/>
                  <a:pt x="29359" y="28944"/>
                  <a:pt x="29124" y="27708"/>
                </a:cubicBezTo>
                <a:cubicBezTo>
                  <a:pt x="28844" y="26310"/>
                  <a:pt x="28241" y="25118"/>
                  <a:pt x="27314" y="24205"/>
                </a:cubicBezTo>
                <a:cubicBezTo>
                  <a:pt x="26019" y="22940"/>
                  <a:pt x="24223" y="22410"/>
                  <a:pt x="22502" y="21895"/>
                </a:cubicBezTo>
                <a:cubicBezTo>
                  <a:pt x="21133" y="21483"/>
                  <a:pt x="19735" y="21071"/>
                  <a:pt x="18557" y="20291"/>
                </a:cubicBezTo>
                <a:cubicBezTo>
                  <a:pt x="18837" y="19834"/>
                  <a:pt x="19073" y="19349"/>
                  <a:pt x="19279" y="18863"/>
                </a:cubicBezTo>
                <a:cubicBezTo>
                  <a:pt x="20559" y="15802"/>
                  <a:pt x="20147" y="12094"/>
                  <a:pt x="18204" y="9400"/>
                </a:cubicBezTo>
                <a:cubicBezTo>
                  <a:pt x="18175" y="9371"/>
                  <a:pt x="18131" y="9312"/>
                  <a:pt x="18116" y="9268"/>
                </a:cubicBezTo>
                <a:cubicBezTo>
                  <a:pt x="18087" y="9239"/>
                  <a:pt x="18072" y="9180"/>
                  <a:pt x="18028" y="9150"/>
                </a:cubicBezTo>
                <a:lnTo>
                  <a:pt x="17925" y="8974"/>
                </a:lnTo>
                <a:cubicBezTo>
                  <a:pt x="17895" y="8944"/>
                  <a:pt x="17881" y="8900"/>
                  <a:pt x="17836" y="8885"/>
                </a:cubicBezTo>
                <a:cubicBezTo>
                  <a:pt x="17792" y="8812"/>
                  <a:pt x="17733" y="8723"/>
                  <a:pt x="17675" y="8650"/>
                </a:cubicBezTo>
                <a:cubicBezTo>
                  <a:pt x="17675" y="8650"/>
                  <a:pt x="17675" y="8635"/>
                  <a:pt x="17660" y="8635"/>
                </a:cubicBezTo>
                <a:cubicBezTo>
                  <a:pt x="17586" y="8517"/>
                  <a:pt x="17513" y="8429"/>
                  <a:pt x="17439" y="8311"/>
                </a:cubicBezTo>
                <a:cubicBezTo>
                  <a:pt x="17365" y="8223"/>
                  <a:pt x="17307" y="8120"/>
                  <a:pt x="17233" y="8017"/>
                </a:cubicBezTo>
                <a:cubicBezTo>
                  <a:pt x="17159" y="7914"/>
                  <a:pt x="17086" y="7796"/>
                  <a:pt x="16998" y="7693"/>
                </a:cubicBezTo>
                <a:cubicBezTo>
                  <a:pt x="16939" y="7605"/>
                  <a:pt x="16865" y="7502"/>
                  <a:pt x="16792" y="7414"/>
                </a:cubicBezTo>
                <a:cubicBezTo>
                  <a:pt x="16718" y="7311"/>
                  <a:pt x="16644" y="7193"/>
                  <a:pt x="16571" y="7105"/>
                </a:cubicBezTo>
                <a:cubicBezTo>
                  <a:pt x="16497" y="7016"/>
                  <a:pt x="16453" y="6899"/>
                  <a:pt x="16379" y="6810"/>
                </a:cubicBezTo>
                <a:lnTo>
                  <a:pt x="16159" y="6472"/>
                </a:lnTo>
                <a:cubicBezTo>
                  <a:pt x="16085" y="6369"/>
                  <a:pt x="16012" y="6281"/>
                  <a:pt x="15938" y="6163"/>
                </a:cubicBezTo>
                <a:cubicBezTo>
                  <a:pt x="15864" y="6060"/>
                  <a:pt x="15806" y="5957"/>
                  <a:pt x="15732" y="5869"/>
                </a:cubicBezTo>
                <a:cubicBezTo>
                  <a:pt x="15673" y="5780"/>
                  <a:pt x="15599" y="5692"/>
                  <a:pt x="15526" y="5574"/>
                </a:cubicBezTo>
                <a:cubicBezTo>
                  <a:pt x="15452" y="5471"/>
                  <a:pt x="15379" y="5339"/>
                  <a:pt x="15290" y="5221"/>
                </a:cubicBezTo>
                <a:cubicBezTo>
                  <a:pt x="15217" y="5118"/>
                  <a:pt x="15158" y="5030"/>
                  <a:pt x="15084" y="4927"/>
                </a:cubicBezTo>
                <a:cubicBezTo>
                  <a:pt x="15026" y="4838"/>
                  <a:pt x="14952" y="4735"/>
                  <a:pt x="14878" y="4632"/>
                </a:cubicBezTo>
                <a:cubicBezTo>
                  <a:pt x="14805" y="4529"/>
                  <a:pt x="14761" y="4441"/>
                  <a:pt x="14687" y="4323"/>
                </a:cubicBezTo>
                <a:cubicBezTo>
                  <a:pt x="14613" y="4191"/>
                  <a:pt x="14510" y="4073"/>
                  <a:pt x="14437" y="3955"/>
                </a:cubicBezTo>
                <a:cubicBezTo>
                  <a:pt x="14393" y="3867"/>
                  <a:pt x="14334" y="3794"/>
                  <a:pt x="14275" y="3705"/>
                </a:cubicBezTo>
                <a:lnTo>
                  <a:pt x="14113" y="3426"/>
                </a:lnTo>
                <a:cubicBezTo>
                  <a:pt x="14040" y="3308"/>
                  <a:pt x="13966" y="3190"/>
                  <a:pt x="13892" y="3072"/>
                </a:cubicBezTo>
                <a:cubicBezTo>
                  <a:pt x="12872" y="1341"/>
                  <a:pt x="11030" y="1"/>
                  <a:pt x="9151" y="1"/>
                </a:cubicBezTo>
                <a:close/>
              </a:path>
            </a:pathLst>
          </a:custGeom>
          <a:gradFill>
            <a:gsLst>
              <a:gs pos="0">
                <a:schemeClr val="accent1"/>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2"/>
          <p:cNvSpPr/>
          <p:nvPr/>
        </p:nvSpPr>
        <p:spPr>
          <a:xfrm flipH="1" rot="-7524829">
            <a:off x="7723136" y="1555427"/>
            <a:ext cx="1562825" cy="5127457"/>
          </a:xfrm>
          <a:custGeom>
            <a:rect b="b" l="l" r="r" t="t"/>
            <a:pathLst>
              <a:path extrusionOk="0" h="97052" w="29581">
                <a:moveTo>
                  <a:pt x="14658" y="4824"/>
                </a:moveTo>
                <a:cubicBezTo>
                  <a:pt x="14687" y="4838"/>
                  <a:pt x="14687" y="4853"/>
                  <a:pt x="14702" y="4883"/>
                </a:cubicBezTo>
                <a:lnTo>
                  <a:pt x="14702" y="4897"/>
                </a:lnTo>
                <a:cubicBezTo>
                  <a:pt x="14687" y="4883"/>
                  <a:pt x="14658" y="4883"/>
                  <a:pt x="14658" y="4853"/>
                </a:cubicBezTo>
                <a:lnTo>
                  <a:pt x="14658" y="4824"/>
                </a:lnTo>
                <a:close/>
                <a:moveTo>
                  <a:pt x="14716" y="5015"/>
                </a:moveTo>
                <a:lnTo>
                  <a:pt x="14775" y="5074"/>
                </a:lnTo>
                <a:cubicBezTo>
                  <a:pt x="14761" y="5059"/>
                  <a:pt x="14731" y="5044"/>
                  <a:pt x="14716" y="5044"/>
                </a:cubicBezTo>
                <a:lnTo>
                  <a:pt x="14716" y="5015"/>
                </a:lnTo>
                <a:close/>
                <a:moveTo>
                  <a:pt x="14761" y="5147"/>
                </a:moveTo>
                <a:lnTo>
                  <a:pt x="14805" y="5206"/>
                </a:lnTo>
                <a:lnTo>
                  <a:pt x="14805" y="5250"/>
                </a:lnTo>
                <a:lnTo>
                  <a:pt x="14761" y="5192"/>
                </a:lnTo>
                <a:lnTo>
                  <a:pt x="14761" y="5147"/>
                </a:lnTo>
                <a:close/>
                <a:moveTo>
                  <a:pt x="14923" y="5309"/>
                </a:moveTo>
                <a:cubicBezTo>
                  <a:pt x="14937" y="5324"/>
                  <a:pt x="14952" y="5339"/>
                  <a:pt x="14981" y="5353"/>
                </a:cubicBezTo>
                <a:lnTo>
                  <a:pt x="14981" y="5368"/>
                </a:lnTo>
                <a:cubicBezTo>
                  <a:pt x="14952" y="5353"/>
                  <a:pt x="14937" y="5353"/>
                  <a:pt x="14923" y="5339"/>
                </a:cubicBezTo>
                <a:lnTo>
                  <a:pt x="14923" y="5309"/>
                </a:lnTo>
                <a:close/>
                <a:moveTo>
                  <a:pt x="14789" y="5352"/>
                </a:moveTo>
                <a:cubicBezTo>
                  <a:pt x="14801" y="5364"/>
                  <a:pt x="14818" y="5377"/>
                  <a:pt x="14849" y="5398"/>
                </a:cubicBezTo>
                <a:cubicBezTo>
                  <a:pt x="14864" y="5412"/>
                  <a:pt x="14864" y="5427"/>
                  <a:pt x="14864" y="5427"/>
                </a:cubicBezTo>
                <a:cubicBezTo>
                  <a:pt x="14849" y="5412"/>
                  <a:pt x="14834" y="5398"/>
                  <a:pt x="14790" y="5368"/>
                </a:cubicBezTo>
                <a:cubicBezTo>
                  <a:pt x="14790" y="5363"/>
                  <a:pt x="14790" y="5357"/>
                  <a:pt x="14789" y="5352"/>
                </a:cubicBezTo>
                <a:close/>
                <a:moveTo>
                  <a:pt x="14981" y="5486"/>
                </a:moveTo>
                <a:lnTo>
                  <a:pt x="15026" y="5530"/>
                </a:lnTo>
                <a:lnTo>
                  <a:pt x="15026" y="5559"/>
                </a:lnTo>
                <a:cubicBezTo>
                  <a:pt x="15011" y="5545"/>
                  <a:pt x="14996" y="5515"/>
                  <a:pt x="14981" y="5515"/>
                </a:cubicBezTo>
                <a:lnTo>
                  <a:pt x="14981" y="5486"/>
                </a:lnTo>
                <a:close/>
                <a:moveTo>
                  <a:pt x="14848" y="5535"/>
                </a:moveTo>
                <a:cubicBezTo>
                  <a:pt x="14863" y="5552"/>
                  <a:pt x="14886" y="5563"/>
                  <a:pt x="14908" y="5574"/>
                </a:cubicBezTo>
                <a:cubicBezTo>
                  <a:pt x="14893" y="5574"/>
                  <a:pt x="14923" y="5589"/>
                  <a:pt x="14923" y="5618"/>
                </a:cubicBezTo>
                <a:cubicBezTo>
                  <a:pt x="14908" y="5589"/>
                  <a:pt x="14864" y="5574"/>
                  <a:pt x="14849" y="5559"/>
                </a:cubicBezTo>
                <a:cubicBezTo>
                  <a:pt x="14849" y="5553"/>
                  <a:pt x="14849" y="5543"/>
                  <a:pt x="14848" y="5535"/>
                </a:cubicBezTo>
                <a:close/>
                <a:moveTo>
                  <a:pt x="15143" y="5633"/>
                </a:moveTo>
                <a:cubicBezTo>
                  <a:pt x="15158" y="5648"/>
                  <a:pt x="15173" y="5662"/>
                  <a:pt x="15202" y="5662"/>
                </a:cubicBezTo>
                <a:lnTo>
                  <a:pt x="15202" y="5692"/>
                </a:lnTo>
                <a:cubicBezTo>
                  <a:pt x="15173" y="5662"/>
                  <a:pt x="15158" y="5662"/>
                  <a:pt x="15143" y="5648"/>
                </a:cubicBezTo>
                <a:lnTo>
                  <a:pt x="15143" y="5633"/>
                </a:lnTo>
                <a:close/>
                <a:moveTo>
                  <a:pt x="15008" y="5661"/>
                </a:moveTo>
                <a:cubicBezTo>
                  <a:pt x="15020" y="5676"/>
                  <a:pt x="15037" y="5696"/>
                  <a:pt x="15070" y="5707"/>
                </a:cubicBezTo>
                <a:cubicBezTo>
                  <a:pt x="15084" y="5707"/>
                  <a:pt x="15084" y="5721"/>
                  <a:pt x="15084" y="5736"/>
                </a:cubicBezTo>
                <a:cubicBezTo>
                  <a:pt x="15070" y="5721"/>
                  <a:pt x="15040" y="5707"/>
                  <a:pt x="15011" y="5692"/>
                </a:cubicBezTo>
                <a:cubicBezTo>
                  <a:pt x="15011" y="5674"/>
                  <a:pt x="15011" y="5667"/>
                  <a:pt x="15008" y="5661"/>
                </a:cubicBezTo>
                <a:close/>
                <a:moveTo>
                  <a:pt x="14864" y="5663"/>
                </a:moveTo>
                <a:cubicBezTo>
                  <a:pt x="14878" y="5692"/>
                  <a:pt x="14923" y="5707"/>
                  <a:pt x="14937" y="5721"/>
                </a:cubicBezTo>
                <a:cubicBezTo>
                  <a:pt x="14952" y="5736"/>
                  <a:pt x="14952" y="5766"/>
                  <a:pt x="14952" y="5780"/>
                </a:cubicBezTo>
                <a:cubicBezTo>
                  <a:pt x="14937" y="5766"/>
                  <a:pt x="14908" y="5736"/>
                  <a:pt x="14878" y="5721"/>
                </a:cubicBezTo>
                <a:cubicBezTo>
                  <a:pt x="14878" y="5707"/>
                  <a:pt x="14878" y="5692"/>
                  <a:pt x="14864" y="5663"/>
                </a:cubicBezTo>
                <a:close/>
                <a:moveTo>
                  <a:pt x="15202" y="5810"/>
                </a:moveTo>
                <a:lnTo>
                  <a:pt x="15246" y="5869"/>
                </a:lnTo>
                <a:cubicBezTo>
                  <a:pt x="15232" y="5854"/>
                  <a:pt x="15217" y="5839"/>
                  <a:pt x="15202" y="5839"/>
                </a:cubicBezTo>
                <a:lnTo>
                  <a:pt x="15202" y="5810"/>
                </a:lnTo>
                <a:close/>
                <a:moveTo>
                  <a:pt x="15055" y="5795"/>
                </a:moveTo>
                <a:cubicBezTo>
                  <a:pt x="15070" y="5810"/>
                  <a:pt x="15099" y="5839"/>
                  <a:pt x="15129" y="5854"/>
                </a:cubicBezTo>
                <a:cubicBezTo>
                  <a:pt x="15129" y="5883"/>
                  <a:pt x="15129" y="5883"/>
                  <a:pt x="15143" y="5913"/>
                </a:cubicBezTo>
                <a:cubicBezTo>
                  <a:pt x="15129" y="5883"/>
                  <a:pt x="15084" y="5869"/>
                  <a:pt x="15070" y="5854"/>
                </a:cubicBezTo>
                <a:cubicBezTo>
                  <a:pt x="15070" y="5839"/>
                  <a:pt x="15070" y="5810"/>
                  <a:pt x="15055" y="5795"/>
                </a:cubicBezTo>
                <a:close/>
                <a:moveTo>
                  <a:pt x="14893" y="5854"/>
                </a:moveTo>
                <a:cubicBezTo>
                  <a:pt x="14937" y="5869"/>
                  <a:pt x="14952" y="5883"/>
                  <a:pt x="14996" y="5913"/>
                </a:cubicBezTo>
                <a:lnTo>
                  <a:pt x="14996" y="5942"/>
                </a:lnTo>
                <a:cubicBezTo>
                  <a:pt x="14952" y="5927"/>
                  <a:pt x="14937" y="5913"/>
                  <a:pt x="14893" y="5883"/>
                </a:cubicBezTo>
                <a:lnTo>
                  <a:pt x="14893" y="5854"/>
                </a:lnTo>
                <a:close/>
                <a:moveTo>
                  <a:pt x="15231" y="5958"/>
                </a:moveTo>
                <a:cubicBezTo>
                  <a:pt x="15243" y="5973"/>
                  <a:pt x="15259" y="5991"/>
                  <a:pt x="15290" y="6001"/>
                </a:cubicBezTo>
                <a:cubicBezTo>
                  <a:pt x="15290" y="6016"/>
                  <a:pt x="15305" y="6030"/>
                  <a:pt x="15305" y="6030"/>
                </a:cubicBezTo>
                <a:cubicBezTo>
                  <a:pt x="15290" y="6016"/>
                  <a:pt x="15261" y="6001"/>
                  <a:pt x="15232" y="5986"/>
                </a:cubicBezTo>
                <a:cubicBezTo>
                  <a:pt x="15232" y="5975"/>
                  <a:pt x="15232" y="5965"/>
                  <a:pt x="15231" y="5958"/>
                </a:cubicBezTo>
                <a:close/>
                <a:moveTo>
                  <a:pt x="15099" y="5986"/>
                </a:moveTo>
                <a:cubicBezTo>
                  <a:pt x="15114" y="6001"/>
                  <a:pt x="15158" y="6016"/>
                  <a:pt x="15173" y="6030"/>
                </a:cubicBezTo>
                <a:lnTo>
                  <a:pt x="15173" y="6075"/>
                </a:lnTo>
                <a:cubicBezTo>
                  <a:pt x="15158" y="6060"/>
                  <a:pt x="15129" y="6030"/>
                  <a:pt x="15099" y="6016"/>
                </a:cubicBezTo>
                <a:lnTo>
                  <a:pt x="15099" y="5986"/>
                </a:lnTo>
                <a:close/>
                <a:moveTo>
                  <a:pt x="14937" y="6001"/>
                </a:moveTo>
                <a:lnTo>
                  <a:pt x="14937" y="6001"/>
                </a:lnTo>
                <a:cubicBezTo>
                  <a:pt x="14981" y="6016"/>
                  <a:pt x="14996" y="6030"/>
                  <a:pt x="15026" y="6075"/>
                </a:cubicBezTo>
                <a:cubicBezTo>
                  <a:pt x="15026" y="6089"/>
                  <a:pt x="15040" y="6133"/>
                  <a:pt x="15040" y="6148"/>
                </a:cubicBezTo>
                <a:cubicBezTo>
                  <a:pt x="15011" y="6133"/>
                  <a:pt x="14996" y="6104"/>
                  <a:pt x="14952" y="6089"/>
                </a:cubicBezTo>
                <a:cubicBezTo>
                  <a:pt x="14937" y="6045"/>
                  <a:pt x="14937" y="6030"/>
                  <a:pt x="14937" y="6001"/>
                </a:cubicBezTo>
                <a:close/>
                <a:moveTo>
                  <a:pt x="15408" y="6104"/>
                </a:moveTo>
                <a:lnTo>
                  <a:pt x="15452" y="6148"/>
                </a:lnTo>
                <a:cubicBezTo>
                  <a:pt x="15452" y="6163"/>
                  <a:pt x="15452" y="6163"/>
                  <a:pt x="15467" y="6178"/>
                </a:cubicBezTo>
                <a:cubicBezTo>
                  <a:pt x="15452" y="6163"/>
                  <a:pt x="15438" y="6148"/>
                  <a:pt x="15408" y="6148"/>
                </a:cubicBezTo>
                <a:lnTo>
                  <a:pt x="15408" y="6104"/>
                </a:lnTo>
                <a:close/>
                <a:moveTo>
                  <a:pt x="15261" y="6104"/>
                </a:moveTo>
                <a:cubicBezTo>
                  <a:pt x="15290" y="6133"/>
                  <a:pt x="15320" y="6148"/>
                  <a:pt x="15349" y="6163"/>
                </a:cubicBezTo>
                <a:lnTo>
                  <a:pt x="15349" y="6207"/>
                </a:lnTo>
                <a:cubicBezTo>
                  <a:pt x="15320" y="6178"/>
                  <a:pt x="15290" y="6163"/>
                  <a:pt x="15261" y="6148"/>
                </a:cubicBezTo>
                <a:lnTo>
                  <a:pt x="15261" y="6104"/>
                </a:lnTo>
                <a:close/>
                <a:moveTo>
                  <a:pt x="15099" y="6148"/>
                </a:moveTo>
                <a:cubicBezTo>
                  <a:pt x="15143" y="6163"/>
                  <a:pt x="15158" y="6178"/>
                  <a:pt x="15202" y="6192"/>
                </a:cubicBezTo>
                <a:cubicBezTo>
                  <a:pt x="15217" y="6222"/>
                  <a:pt x="15217" y="6236"/>
                  <a:pt x="15217" y="6281"/>
                </a:cubicBezTo>
                <a:cubicBezTo>
                  <a:pt x="15173" y="6251"/>
                  <a:pt x="15158" y="6236"/>
                  <a:pt x="15129" y="6222"/>
                </a:cubicBezTo>
                <a:cubicBezTo>
                  <a:pt x="15129" y="6207"/>
                  <a:pt x="15129" y="6163"/>
                  <a:pt x="15099" y="6148"/>
                </a:cubicBezTo>
                <a:close/>
                <a:moveTo>
                  <a:pt x="15585" y="6236"/>
                </a:moveTo>
                <a:cubicBezTo>
                  <a:pt x="15585" y="6251"/>
                  <a:pt x="15599" y="6251"/>
                  <a:pt x="15614" y="6281"/>
                </a:cubicBezTo>
                <a:lnTo>
                  <a:pt x="15614" y="6295"/>
                </a:lnTo>
                <a:cubicBezTo>
                  <a:pt x="15599" y="6281"/>
                  <a:pt x="15585" y="6281"/>
                  <a:pt x="15585" y="6251"/>
                </a:cubicBezTo>
                <a:lnTo>
                  <a:pt x="15585" y="6236"/>
                </a:lnTo>
                <a:close/>
                <a:moveTo>
                  <a:pt x="14952" y="6178"/>
                </a:moveTo>
                <a:lnTo>
                  <a:pt x="14952" y="6178"/>
                </a:lnTo>
                <a:cubicBezTo>
                  <a:pt x="14996" y="6192"/>
                  <a:pt x="15026" y="6222"/>
                  <a:pt x="15055" y="6251"/>
                </a:cubicBezTo>
                <a:cubicBezTo>
                  <a:pt x="15055" y="6281"/>
                  <a:pt x="15070" y="6310"/>
                  <a:pt x="15070" y="6325"/>
                </a:cubicBezTo>
                <a:cubicBezTo>
                  <a:pt x="15026" y="6310"/>
                  <a:pt x="14996" y="6295"/>
                  <a:pt x="14981" y="6251"/>
                </a:cubicBezTo>
                <a:cubicBezTo>
                  <a:pt x="14981" y="6236"/>
                  <a:pt x="14981" y="6222"/>
                  <a:pt x="14952" y="6178"/>
                </a:cubicBezTo>
                <a:close/>
                <a:moveTo>
                  <a:pt x="15452" y="6251"/>
                </a:moveTo>
                <a:cubicBezTo>
                  <a:pt x="15467" y="6281"/>
                  <a:pt x="15496" y="6295"/>
                  <a:pt x="15511" y="6325"/>
                </a:cubicBezTo>
                <a:lnTo>
                  <a:pt x="15452" y="6281"/>
                </a:lnTo>
                <a:lnTo>
                  <a:pt x="15452" y="6251"/>
                </a:lnTo>
                <a:close/>
                <a:moveTo>
                  <a:pt x="15305" y="6281"/>
                </a:moveTo>
                <a:cubicBezTo>
                  <a:pt x="15320" y="6295"/>
                  <a:pt x="15364" y="6310"/>
                  <a:pt x="15379" y="6325"/>
                </a:cubicBezTo>
                <a:cubicBezTo>
                  <a:pt x="15379" y="6354"/>
                  <a:pt x="15393" y="6369"/>
                  <a:pt x="15393" y="6384"/>
                </a:cubicBezTo>
                <a:cubicBezTo>
                  <a:pt x="15379" y="6369"/>
                  <a:pt x="15349" y="6354"/>
                  <a:pt x="15320" y="6325"/>
                </a:cubicBezTo>
                <a:cubicBezTo>
                  <a:pt x="15320" y="6310"/>
                  <a:pt x="15320" y="6295"/>
                  <a:pt x="15305" y="6281"/>
                </a:cubicBezTo>
                <a:close/>
                <a:moveTo>
                  <a:pt x="15158" y="6310"/>
                </a:moveTo>
                <a:lnTo>
                  <a:pt x="15158" y="6310"/>
                </a:lnTo>
                <a:cubicBezTo>
                  <a:pt x="15202" y="6325"/>
                  <a:pt x="15217" y="6354"/>
                  <a:pt x="15246" y="6369"/>
                </a:cubicBezTo>
                <a:cubicBezTo>
                  <a:pt x="15246" y="6384"/>
                  <a:pt x="15261" y="6413"/>
                  <a:pt x="15261" y="6442"/>
                </a:cubicBezTo>
                <a:cubicBezTo>
                  <a:pt x="15232" y="6428"/>
                  <a:pt x="15217" y="6398"/>
                  <a:pt x="15173" y="6384"/>
                </a:cubicBezTo>
                <a:cubicBezTo>
                  <a:pt x="15158" y="6369"/>
                  <a:pt x="15158" y="6354"/>
                  <a:pt x="15158" y="6310"/>
                </a:cubicBezTo>
                <a:close/>
                <a:moveTo>
                  <a:pt x="14996" y="6369"/>
                </a:moveTo>
                <a:cubicBezTo>
                  <a:pt x="15026" y="6384"/>
                  <a:pt x="15070" y="6398"/>
                  <a:pt x="15099" y="6442"/>
                </a:cubicBezTo>
                <a:cubicBezTo>
                  <a:pt x="15099" y="6457"/>
                  <a:pt x="15099" y="6472"/>
                  <a:pt x="15114" y="6501"/>
                </a:cubicBezTo>
                <a:cubicBezTo>
                  <a:pt x="15084" y="6472"/>
                  <a:pt x="15040" y="6457"/>
                  <a:pt x="15011" y="6413"/>
                </a:cubicBezTo>
                <a:cubicBezTo>
                  <a:pt x="14996" y="6398"/>
                  <a:pt x="14996" y="6384"/>
                  <a:pt x="14996" y="6369"/>
                </a:cubicBezTo>
                <a:close/>
                <a:moveTo>
                  <a:pt x="15467" y="6398"/>
                </a:moveTo>
                <a:cubicBezTo>
                  <a:pt x="15496" y="6413"/>
                  <a:pt x="15511" y="6442"/>
                  <a:pt x="15541" y="6457"/>
                </a:cubicBezTo>
                <a:cubicBezTo>
                  <a:pt x="15570" y="6472"/>
                  <a:pt x="15570" y="6501"/>
                  <a:pt x="15570" y="6516"/>
                </a:cubicBezTo>
                <a:cubicBezTo>
                  <a:pt x="15541" y="6501"/>
                  <a:pt x="15511" y="6472"/>
                  <a:pt x="15496" y="6457"/>
                </a:cubicBezTo>
                <a:cubicBezTo>
                  <a:pt x="15496" y="6442"/>
                  <a:pt x="15496" y="6413"/>
                  <a:pt x="15467" y="6398"/>
                </a:cubicBezTo>
                <a:close/>
                <a:moveTo>
                  <a:pt x="15349" y="6457"/>
                </a:moveTo>
                <a:lnTo>
                  <a:pt x="15349" y="6457"/>
                </a:lnTo>
                <a:cubicBezTo>
                  <a:pt x="15379" y="6472"/>
                  <a:pt x="15393" y="6501"/>
                  <a:pt x="15438" y="6516"/>
                </a:cubicBezTo>
                <a:cubicBezTo>
                  <a:pt x="15438" y="6531"/>
                  <a:pt x="15438" y="6545"/>
                  <a:pt x="15452" y="6590"/>
                </a:cubicBezTo>
                <a:cubicBezTo>
                  <a:pt x="15408" y="6575"/>
                  <a:pt x="15393" y="6545"/>
                  <a:pt x="15364" y="6531"/>
                </a:cubicBezTo>
                <a:cubicBezTo>
                  <a:pt x="15364" y="6516"/>
                  <a:pt x="15349" y="6472"/>
                  <a:pt x="15349" y="6457"/>
                </a:cubicBezTo>
                <a:close/>
                <a:moveTo>
                  <a:pt x="15202" y="6501"/>
                </a:moveTo>
                <a:cubicBezTo>
                  <a:pt x="15232" y="6516"/>
                  <a:pt x="15276" y="6531"/>
                  <a:pt x="15290" y="6575"/>
                </a:cubicBezTo>
                <a:cubicBezTo>
                  <a:pt x="15290" y="6590"/>
                  <a:pt x="15290" y="6604"/>
                  <a:pt x="15305" y="6619"/>
                </a:cubicBezTo>
                <a:cubicBezTo>
                  <a:pt x="15261" y="6604"/>
                  <a:pt x="15232" y="6590"/>
                  <a:pt x="15217" y="6575"/>
                </a:cubicBezTo>
                <a:cubicBezTo>
                  <a:pt x="15202" y="6531"/>
                  <a:pt x="15202" y="6516"/>
                  <a:pt x="15202" y="6501"/>
                </a:cubicBezTo>
                <a:close/>
                <a:moveTo>
                  <a:pt x="15658" y="6531"/>
                </a:moveTo>
                <a:lnTo>
                  <a:pt x="15717" y="6590"/>
                </a:lnTo>
                <a:cubicBezTo>
                  <a:pt x="15732" y="6619"/>
                  <a:pt x="15732" y="6619"/>
                  <a:pt x="15732" y="6648"/>
                </a:cubicBezTo>
                <a:lnTo>
                  <a:pt x="15673" y="6590"/>
                </a:lnTo>
                <a:cubicBezTo>
                  <a:pt x="15673" y="6575"/>
                  <a:pt x="15673" y="6546"/>
                  <a:pt x="15658" y="6531"/>
                </a:cubicBezTo>
                <a:close/>
                <a:moveTo>
                  <a:pt x="15526" y="6604"/>
                </a:moveTo>
                <a:cubicBezTo>
                  <a:pt x="15541" y="6619"/>
                  <a:pt x="15585" y="6648"/>
                  <a:pt x="15599" y="6663"/>
                </a:cubicBezTo>
                <a:cubicBezTo>
                  <a:pt x="15614" y="6663"/>
                  <a:pt x="15614" y="6678"/>
                  <a:pt x="15614" y="6722"/>
                </a:cubicBezTo>
                <a:cubicBezTo>
                  <a:pt x="15599" y="6693"/>
                  <a:pt x="15570" y="6678"/>
                  <a:pt x="15541" y="6663"/>
                </a:cubicBezTo>
                <a:cubicBezTo>
                  <a:pt x="15541" y="6648"/>
                  <a:pt x="15526" y="6619"/>
                  <a:pt x="15526" y="6604"/>
                </a:cubicBezTo>
                <a:close/>
                <a:moveTo>
                  <a:pt x="15393" y="6648"/>
                </a:moveTo>
                <a:cubicBezTo>
                  <a:pt x="15438" y="6663"/>
                  <a:pt x="15452" y="6678"/>
                  <a:pt x="15496" y="6693"/>
                </a:cubicBezTo>
                <a:cubicBezTo>
                  <a:pt x="15481" y="6708"/>
                  <a:pt x="15473" y="6720"/>
                  <a:pt x="15474" y="6727"/>
                </a:cubicBezTo>
                <a:lnTo>
                  <a:pt x="15474" y="6727"/>
                </a:lnTo>
                <a:cubicBezTo>
                  <a:pt x="15446" y="6712"/>
                  <a:pt x="15429" y="6690"/>
                  <a:pt x="15393" y="6678"/>
                </a:cubicBezTo>
                <a:lnTo>
                  <a:pt x="15393" y="6648"/>
                </a:lnTo>
                <a:close/>
                <a:moveTo>
                  <a:pt x="15836" y="6693"/>
                </a:moveTo>
                <a:cubicBezTo>
                  <a:pt x="15865" y="6722"/>
                  <a:pt x="15879" y="6737"/>
                  <a:pt x="15894" y="6737"/>
                </a:cubicBezTo>
                <a:cubicBezTo>
                  <a:pt x="15894" y="6752"/>
                  <a:pt x="15894" y="6752"/>
                  <a:pt x="15909" y="6766"/>
                </a:cubicBezTo>
                <a:cubicBezTo>
                  <a:pt x="15894" y="6752"/>
                  <a:pt x="15879" y="6737"/>
                  <a:pt x="15864" y="6737"/>
                </a:cubicBezTo>
                <a:cubicBezTo>
                  <a:pt x="15864" y="6722"/>
                  <a:pt x="15864" y="6722"/>
                  <a:pt x="15836" y="6693"/>
                </a:cubicBezTo>
                <a:close/>
                <a:moveTo>
                  <a:pt x="15688" y="6737"/>
                </a:moveTo>
                <a:lnTo>
                  <a:pt x="15688" y="6737"/>
                </a:lnTo>
                <a:cubicBezTo>
                  <a:pt x="15717" y="6752"/>
                  <a:pt x="15732" y="6766"/>
                  <a:pt x="15761" y="6796"/>
                </a:cubicBezTo>
                <a:cubicBezTo>
                  <a:pt x="15791" y="6810"/>
                  <a:pt x="15791" y="6825"/>
                  <a:pt x="15791" y="6840"/>
                </a:cubicBezTo>
                <a:cubicBezTo>
                  <a:pt x="15761" y="6825"/>
                  <a:pt x="15747" y="6810"/>
                  <a:pt x="15717" y="6796"/>
                </a:cubicBezTo>
                <a:cubicBezTo>
                  <a:pt x="15717" y="6766"/>
                  <a:pt x="15688" y="6752"/>
                  <a:pt x="15688" y="6737"/>
                </a:cubicBezTo>
                <a:close/>
                <a:moveTo>
                  <a:pt x="15585" y="6766"/>
                </a:moveTo>
                <a:cubicBezTo>
                  <a:pt x="15614" y="6781"/>
                  <a:pt x="15629" y="6810"/>
                  <a:pt x="15658" y="6825"/>
                </a:cubicBezTo>
                <a:lnTo>
                  <a:pt x="15658" y="6869"/>
                </a:lnTo>
                <a:cubicBezTo>
                  <a:pt x="15644" y="6840"/>
                  <a:pt x="15599" y="6825"/>
                  <a:pt x="15585" y="6810"/>
                </a:cubicBezTo>
                <a:lnTo>
                  <a:pt x="15585" y="6766"/>
                </a:lnTo>
                <a:close/>
                <a:moveTo>
                  <a:pt x="15997" y="6825"/>
                </a:moveTo>
                <a:cubicBezTo>
                  <a:pt x="16026" y="6869"/>
                  <a:pt x="16026" y="6869"/>
                  <a:pt x="16041" y="6884"/>
                </a:cubicBezTo>
                <a:lnTo>
                  <a:pt x="16041" y="6899"/>
                </a:lnTo>
                <a:lnTo>
                  <a:pt x="15997" y="6855"/>
                </a:lnTo>
                <a:lnTo>
                  <a:pt x="15997" y="6825"/>
                </a:lnTo>
                <a:close/>
                <a:moveTo>
                  <a:pt x="15892" y="6879"/>
                </a:moveTo>
                <a:lnTo>
                  <a:pt x="15938" y="6913"/>
                </a:lnTo>
                <a:cubicBezTo>
                  <a:pt x="15953" y="6943"/>
                  <a:pt x="15953" y="6958"/>
                  <a:pt x="15953" y="6958"/>
                </a:cubicBezTo>
                <a:lnTo>
                  <a:pt x="15894" y="6899"/>
                </a:lnTo>
                <a:cubicBezTo>
                  <a:pt x="15894" y="6892"/>
                  <a:pt x="15894" y="6884"/>
                  <a:pt x="15892" y="6879"/>
                </a:cubicBezTo>
                <a:close/>
                <a:moveTo>
                  <a:pt x="15761" y="6899"/>
                </a:moveTo>
                <a:cubicBezTo>
                  <a:pt x="15776" y="6913"/>
                  <a:pt x="15820" y="6943"/>
                  <a:pt x="15835" y="6958"/>
                </a:cubicBezTo>
                <a:cubicBezTo>
                  <a:pt x="15820" y="6972"/>
                  <a:pt x="15835" y="6987"/>
                  <a:pt x="15835" y="6987"/>
                </a:cubicBezTo>
                <a:cubicBezTo>
                  <a:pt x="15820" y="6972"/>
                  <a:pt x="15791" y="6958"/>
                  <a:pt x="15761" y="6943"/>
                </a:cubicBezTo>
                <a:lnTo>
                  <a:pt x="15761" y="6899"/>
                </a:lnTo>
                <a:close/>
                <a:moveTo>
                  <a:pt x="16041" y="7016"/>
                </a:moveTo>
                <a:cubicBezTo>
                  <a:pt x="16056" y="7031"/>
                  <a:pt x="16085" y="7031"/>
                  <a:pt x="16085" y="7046"/>
                </a:cubicBezTo>
                <a:cubicBezTo>
                  <a:pt x="16115" y="7061"/>
                  <a:pt x="16115" y="7090"/>
                  <a:pt x="16115" y="7090"/>
                </a:cubicBezTo>
                <a:cubicBezTo>
                  <a:pt x="16100" y="7061"/>
                  <a:pt x="16085" y="7061"/>
                  <a:pt x="16056" y="7046"/>
                </a:cubicBezTo>
                <a:cubicBezTo>
                  <a:pt x="16056" y="7031"/>
                  <a:pt x="16056" y="7031"/>
                  <a:pt x="16041" y="7016"/>
                </a:cubicBezTo>
                <a:close/>
                <a:moveTo>
                  <a:pt x="15923" y="7046"/>
                </a:moveTo>
                <a:cubicBezTo>
                  <a:pt x="15953" y="7061"/>
                  <a:pt x="15967" y="7090"/>
                  <a:pt x="15997" y="7105"/>
                </a:cubicBezTo>
                <a:lnTo>
                  <a:pt x="15997" y="7119"/>
                </a:lnTo>
                <a:cubicBezTo>
                  <a:pt x="15982" y="7105"/>
                  <a:pt x="15967" y="7090"/>
                  <a:pt x="15923" y="7061"/>
                </a:cubicBezTo>
                <a:lnTo>
                  <a:pt x="15923" y="7046"/>
                </a:lnTo>
                <a:close/>
                <a:moveTo>
                  <a:pt x="16232" y="7149"/>
                </a:moveTo>
                <a:lnTo>
                  <a:pt x="16262" y="7193"/>
                </a:lnTo>
                <a:lnTo>
                  <a:pt x="16262" y="7208"/>
                </a:lnTo>
                <a:cubicBezTo>
                  <a:pt x="16247" y="7193"/>
                  <a:pt x="16232" y="7193"/>
                  <a:pt x="16232" y="7178"/>
                </a:cubicBezTo>
                <a:lnTo>
                  <a:pt x="16232" y="7149"/>
                </a:lnTo>
                <a:close/>
                <a:moveTo>
                  <a:pt x="16115" y="7193"/>
                </a:moveTo>
                <a:cubicBezTo>
                  <a:pt x="16129" y="7208"/>
                  <a:pt x="16159" y="7208"/>
                  <a:pt x="16173" y="7252"/>
                </a:cubicBezTo>
                <a:cubicBezTo>
                  <a:pt x="16159" y="7237"/>
                  <a:pt x="16129" y="7208"/>
                  <a:pt x="16115" y="7208"/>
                </a:cubicBezTo>
                <a:lnTo>
                  <a:pt x="16115" y="7193"/>
                </a:lnTo>
                <a:close/>
                <a:moveTo>
                  <a:pt x="15011" y="6531"/>
                </a:moveTo>
                <a:lnTo>
                  <a:pt x="15011" y="6531"/>
                </a:lnTo>
                <a:cubicBezTo>
                  <a:pt x="15055" y="6545"/>
                  <a:pt x="15084" y="6590"/>
                  <a:pt x="15129" y="6604"/>
                </a:cubicBezTo>
                <a:cubicBezTo>
                  <a:pt x="15379" y="8120"/>
                  <a:pt x="15364" y="9695"/>
                  <a:pt x="15349" y="11240"/>
                </a:cubicBezTo>
                <a:lnTo>
                  <a:pt x="15349" y="12476"/>
                </a:lnTo>
                <a:cubicBezTo>
                  <a:pt x="15349" y="13168"/>
                  <a:pt x="15364" y="13977"/>
                  <a:pt x="15467" y="14787"/>
                </a:cubicBezTo>
                <a:cubicBezTo>
                  <a:pt x="15320" y="14007"/>
                  <a:pt x="15246" y="13124"/>
                  <a:pt x="15232" y="12167"/>
                </a:cubicBezTo>
                <a:cubicBezTo>
                  <a:pt x="15217" y="11623"/>
                  <a:pt x="15217" y="11093"/>
                  <a:pt x="15217" y="10578"/>
                </a:cubicBezTo>
                <a:cubicBezTo>
                  <a:pt x="15217" y="9239"/>
                  <a:pt x="15217" y="7870"/>
                  <a:pt x="15011" y="6531"/>
                </a:cubicBezTo>
                <a:close/>
                <a:moveTo>
                  <a:pt x="15232" y="6678"/>
                </a:moveTo>
                <a:lnTo>
                  <a:pt x="15232" y="6678"/>
                </a:lnTo>
                <a:cubicBezTo>
                  <a:pt x="15246" y="6678"/>
                  <a:pt x="15290" y="6722"/>
                  <a:pt x="15320" y="6737"/>
                </a:cubicBezTo>
                <a:cubicBezTo>
                  <a:pt x="15644" y="8429"/>
                  <a:pt x="15599" y="10225"/>
                  <a:pt x="15570" y="11976"/>
                </a:cubicBezTo>
                <a:cubicBezTo>
                  <a:pt x="15570" y="12255"/>
                  <a:pt x="15541" y="12535"/>
                  <a:pt x="15541" y="12800"/>
                </a:cubicBezTo>
                <a:cubicBezTo>
                  <a:pt x="15526" y="13609"/>
                  <a:pt x="15541" y="14492"/>
                  <a:pt x="15644" y="15405"/>
                </a:cubicBezTo>
                <a:cubicBezTo>
                  <a:pt x="15467" y="14375"/>
                  <a:pt x="15438" y="13359"/>
                  <a:pt x="15438" y="12491"/>
                </a:cubicBezTo>
                <a:lnTo>
                  <a:pt x="15438" y="11255"/>
                </a:lnTo>
                <a:cubicBezTo>
                  <a:pt x="15452" y="9739"/>
                  <a:pt x="15452" y="8164"/>
                  <a:pt x="15232" y="6678"/>
                </a:cubicBezTo>
                <a:close/>
                <a:moveTo>
                  <a:pt x="15408" y="6810"/>
                </a:moveTo>
                <a:cubicBezTo>
                  <a:pt x="15438" y="6810"/>
                  <a:pt x="15467" y="6840"/>
                  <a:pt x="15511" y="6869"/>
                </a:cubicBezTo>
                <a:cubicBezTo>
                  <a:pt x="15894" y="8753"/>
                  <a:pt x="15820" y="10769"/>
                  <a:pt x="15747" y="12726"/>
                </a:cubicBezTo>
                <a:lnTo>
                  <a:pt x="15732" y="13124"/>
                </a:lnTo>
                <a:cubicBezTo>
                  <a:pt x="15688" y="14021"/>
                  <a:pt x="15688" y="15007"/>
                  <a:pt x="15791" y="16008"/>
                </a:cubicBezTo>
                <a:cubicBezTo>
                  <a:pt x="15614" y="14904"/>
                  <a:pt x="15599" y="13801"/>
                  <a:pt x="15614" y="12800"/>
                </a:cubicBezTo>
                <a:cubicBezTo>
                  <a:pt x="15614" y="12535"/>
                  <a:pt x="15629" y="12255"/>
                  <a:pt x="15629" y="11976"/>
                </a:cubicBezTo>
                <a:cubicBezTo>
                  <a:pt x="15673" y="10254"/>
                  <a:pt x="15717" y="8488"/>
                  <a:pt x="15408" y="6810"/>
                </a:cubicBezTo>
                <a:close/>
                <a:moveTo>
                  <a:pt x="15599" y="6913"/>
                </a:moveTo>
                <a:cubicBezTo>
                  <a:pt x="15644" y="6928"/>
                  <a:pt x="15658" y="6958"/>
                  <a:pt x="15688" y="6972"/>
                </a:cubicBezTo>
                <a:cubicBezTo>
                  <a:pt x="16173" y="9091"/>
                  <a:pt x="16041" y="11358"/>
                  <a:pt x="15938" y="13418"/>
                </a:cubicBezTo>
                <a:cubicBezTo>
                  <a:pt x="15879" y="14375"/>
                  <a:pt x="15835" y="15361"/>
                  <a:pt x="15909" y="16332"/>
                </a:cubicBezTo>
                <a:cubicBezTo>
                  <a:pt x="15791" y="15228"/>
                  <a:pt x="15791" y="14110"/>
                  <a:pt x="15820" y="13080"/>
                </a:cubicBezTo>
                <a:lnTo>
                  <a:pt x="15835" y="12697"/>
                </a:lnTo>
                <a:cubicBezTo>
                  <a:pt x="15894" y="10799"/>
                  <a:pt x="15967" y="8797"/>
                  <a:pt x="15599" y="6913"/>
                </a:cubicBezTo>
                <a:close/>
                <a:moveTo>
                  <a:pt x="15791" y="7061"/>
                </a:moveTo>
                <a:cubicBezTo>
                  <a:pt x="15806" y="7075"/>
                  <a:pt x="15835" y="7105"/>
                  <a:pt x="15864" y="7119"/>
                </a:cubicBezTo>
                <a:cubicBezTo>
                  <a:pt x="16394" y="9239"/>
                  <a:pt x="16276" y="11534"/>
                  <a:pt x="16100" y="13742"/>
                </a:cubicBezTo>
                <a:cubicBezTo>
                  <a:pt x="16026" y="14698"/>
                  <a:pt x="15953" y="15728"/>
                  <a:pt x="15982" y="16729"/>
                </a:cubicBezTo>
                <a:cubicBezTo>
                  <a:pt x="15894" y="15640"/>
                  <a:pt x="15909" y="14492"/>
                  <a:pt x="15982" y="13433"/>
                </a:cubicBezTo>
                <a:cubicBezTo>
                  <a:pt x="16115" y="11402"/>
                  <a:pt x="16247" y="9165"/>
                  <a:pt x="15791" y="7061"/>
                </a:cubicBezTo>
                <a:close/>
                <a:moveTo>
                  <a:pt x="15967" y="7193"/>
                </a:moveTo>
                <a:cubicBezTo>
                  <a:pt x="15982" y="7208"/>
                  <a:pt x="16026" y="7237"/>
                  <a:pt x="16041" y="7252"/>
                </a:cubicBezTo>
                <a:cubicBezTo>
                  <a:pt x="16630" y="9400"/>
                  <a:pt x="16541" y="11770"/>
                  <a:pt x="16306" y="14051"/>
                </a:cubicBezTo>
                <a:cubicBezTo>
                  <a:pt x="16188" y="15108"/>
                  <a:pt x="16100" y="16165"/>
                  <a:pt x="16114" y="17208"/>
                </a:cubicBezTo>
                <a:lnTo>
                  <a:pt x="16114" y="17208"/>
                </a:lnTo>
                <a:cubicBezTo>
                  <a:pt x="16114" y="17200"/>
                  <a:pt x="16112" y="17197"/>
                  <a:pt x="16100" y="17185"/>
                </a:cubicBezTo>
                <a:cubicBezTo>
                  <a:pt x="16026" y="16038"/>
                  <a:pt x="16100" y="14860"/>
                  <a:pt x="16173" y="13742"/>
                </a:cubicBezTo>
                <a:cubicBezTo>
                  <a:pt x="16365" y="11578"/>
                  <a:pt x="16482" y="9297"/>
                  <a:pt x="15967" y="7193"/>
                </a:cubicBezTo>
                <a:close/>
                <a:moveTo>
                  <a:pt x="16159" y="7340"/>
                </a:moveTo>
                <a:lnTo>
                  <a:pt x="16203" y="7399"/>
                </a:lnTo>
                <a:cubicBezTo>
                  <a:pt x="16909" y="9739"/>
                  <a:pt x="16747" y="12314"/>
                  <a:pt x="16497" y="14389"/>
                </a:cubicBezTo>
                <a:cubicBezTo>
                  <a:pt x="16365" y="15478"/>
                  <a:pt x="16262" y="16508"/>
                  <a:pt x="16232" y="17480"/>
                </a:cubicBezTo>
                <a:cubicBezTo>
                  <a:pt x="16232" y="17465"/>
                  <a:pt x="16203" y="17436"/>
                  <a:pt x="16203" y="17421"/>
                </a:cubicBezTo>
                <a:cubicBezTo>
                  <a:pt x="16188" y="16332"/>
                  <a:pt x="16276" y="15199"/>
                  <a:pt x="16394" y="14066"/>
                </a:cubicBezTo>
                <a:cubicBezTo>
                  <a:pt x="16615" y="11814"/>
                  <a:pt x="16718" y="9474"/>
                  <a:pt x="16159" y="7340"/>
                </a:cubicBezTo>
                <a:close/>
                <a:moveTo>
                  <a:pt x="16321" y="7487"/>
                </a:moveTo>
                <a:lnTo>
                  <a:pt x="16365" y="7546"/>
                </a:lnTo>
                <a:cubicBezTo>
                  <a:pt x="16998" y="9459"/>
                  <a:pt x="17086" y="11770"/>
                  <a:pt x="16688" y="14713"/>
                </a:cubicBezTo>
                <a:lnTo>
                  <a:pt x="16688" y="14757"/>
                </a:lnTo>
                <a:cubicBezTo>
                  <a:pt x="16541" y="15743"/>
                  <a:pt x="16409" y="16744"/>
                  <a:pt x="16335" y="17715"/>
                </a:cubicBezTo>
                <a:cubicBezTo>
                  <a:pt x="16321" y="17700"/>
                  <a:pt x="16321" y="17686"/>
                  <a:pt x="16291" y="17642"/>
                </a:cubicBezTo>
                <a:cubicBezTo>
                  <a:pt x="16321" y="16626"/>
                  <a:pt x="16424" y="15537"/>
                  <a:pt x="16571" y="14404"/>
                </a:cubicBezTo>
                <a:cubicBezTo>
                  <a:pt x="16836" y="12329"/>
                  <a:pt x="16998" y="9813"/>
                  <a:pt x="16321" y="7487"/>
                </a:cubicBezTo>
                <a:close/>
                <a:moveTo>
                  <a:pt x="16306" y="17803"/>
                </a:moveTo>
                <a:cubicBezTo>
                  <a:pt x="16306" y="17818"/>
                  <a:pt x="16321" y="17848"/>
                  <a:pt x="16321" y="17862"/>
                </a:cubicBezTo>
                <a:lnTo>
                  <a:pt x="16321" y="17921"/>
                </a:lnTo>
                <a:cubicBezTo>
                  <a:pt x="16321" y="17907"/>
                  <a:pt x="16306" y="17877"/>
                  <a:pt x="16306" y="17862"/>
                </a:cubicBezTo>
                <a:lnTo>
                  <a:pt x="16306" y="17803"/>
                </a:lnTo>
                <a:close/>
                <a:moveTo>
                  <a:pt x="16510" y="7643"/>
                </a:moveTo>
                <a:cubicBezTo>
                  <a:pt x="16528" y="7643"/>
                  <a:pt x="16531" y="7657"/>
                  <a:pt x="16541" y="7679"/>
                </a:cubicBezTo>
                <a:cubicBezTo>
                  <a:pt x="17233" y="9665"/>
                  <a:pt x="17365" y="12123"/>
                  <a:pt x="16895" y="15037"/>
                </a:cubicBezTo>
                <a:lnTo>
                  <a:pt x="16821" y="15493"/>
                </a:lnTo>
                <a:cubicBezTo>
                  <a:pt x="16688" y="16317"/>
                  <a:pt x="16541" y="17141"/>
                  <a:pt x="16453" y="17936"/>
                </a:cubicBezTo>
                <a:cubicBezTo>
                  <a:pt x="16424" y="17921"/>
                  <a:pt x="16409" y="17877"/>
                  <a:pt x="16409" y="17862"/>
                </a:cubicBezTo>
                <a:cubicBezTo>
                  <a:pt x="16468" y="16847"/>
                  <a:pt x="16615" y="15802"/>
                  <a:pt x="16762" y="14772"/>
                </a:cubicBezTo>
                <a:lnTo>
                  <a:pt x="16762" y="14742"/>
                </a:lnTo>
                <a:cubicBezTo>
                  <a:pt x="17159" y="11843"/>
                  <a:pt x="17086" y="9548"/>
                  <a:pt x="16482" y="7649"/>
                </a:cubicBezTo>
                <a:cubicBezTo>
                  <a:pt x="16494" y="7645"/>
                  <a:pt x="16503" y="7643"/>
                  <a:pt x="16510" y="7643"/>
                </a:cubicBezTo>
                <a:close/>
                <a:moveTo>
                  <a:pt x="16644" y="7767"/>
                </a:moveTo>
                <a:lnTo>
                  <a:pt x="16644" y="7767"/>
                </a:lnTo>
                <a:cubicBezTo>
                  <a:pt x="16674" y="7782"/>
                  <a:pt x="16688" y="7796"/>
                  <a:pt x="16703" y="7796"/>
                </a:cubicBezTo>
                <a:cubicBezTo>
                  <a:pt x="17675" y="10357"/>
                  <a:pt x="17483" y="13227"/>
                  <a:pt x="17086" y="15331"/>
                </a:cubicBezTo>
                <a:cubicBezTo>
                  <a:pt x="17042" y="15596"/>
                  <a:pt x="16983" y="15890"/>
                  <a:pt x="16924" y="16170"/>
                </a:cubicBezTo>
                <a:cubicBezTo>
                  <a:pt x="16792" y="16832"/>
                  <a:pt x="16659" y="17494"/>
                  <a:pt x="16571" y="18113"/>
                </a:cubicBezTo>
                <a:cubicBezTo>
                  <a:pt x="16556" y="18083"/>
                  <a:pt x="16541" y="18068"/>
                  <a:pt x="16512" y="18024"/>
                </a:cubicBezTo>
                <a:cubicBezTo>
                  <a:pt x="16615" y="17200"/>
                  <a:pt x="16733" y="16332"/>
                  <a:pt x="16880" y="15464"/>
                </a:cubicBezTo>
                <a:lnTo>
                  <a:pt x="16968" y="15007"/>
                </a:lnTo>
                <a:cubicBezTo>
                  <a:pt x="17424" y="12152"/>
                  <a:pt x="17336" y="9724"/>
                  <a:pt x="16644" y="7767"/>
                </a:cubicBezTo>
                <a:close/>
                <a:moveTo>
                  <a:pt x="16394" y="18010"/>
                </a:moveTo>
                <a:cubicBezTo>
                  <a:pt x="16409" y="18024"/>
                  <a:pt x="16409" y="18039"/>
                  <a:pt x="16424" y="18083"/>
                </a:cubicBezTo>
                <a:lnTo>
                  <a:pt x="16424" y="18157"/>
                </a:lnTo>
                <a:cubicBezTo>
                  <a:pt x="16409" y="18113"/>
                  <a:pt x="16409" y="18098"/>
                  <a:pt x="16394" y="18083"/>
                </a:cubicBezTo>
                <a:lnTo>
                  <a:pt x="16394" y="18010"/>
                </a:lnTo>
                <a:close/>
                <a:moveTo>
                  <a:pt x="16394" y="18230"/>
                </a:moveTo>
                <a:cubicBezTo>
                  <a:pt x="16394" y="18274"/>
                  <a:pt x="16409" y="18289"/>
                  <a:pt x="16409" y="18289"/>
                </a:cubicBezTo>
                <a:lnTo>
                  <a:pt x="16409" y="18363"/>
                </a:lnTo>
                <a:cubicBezTo>
                  <a:pt x="16409" y="18348"/>
                  <a:pt x="16394" y="18319"/>
                  <a:pt x="16394" y="18304"/>
                </a:cubicBezTo>
                <a:lnTo>
                  <a:pt x="16394" y="18230"/>
                </a:lnTo>
                <a:close/>
                <a:moveTo>
                  <a:pt x="16512" y="18171"/>
                </a:moveTo>
                <a:cubicBezTo>
                  <a:pt x="16541" y="18216"/>
                  <a:pt x="16556" y="18230"/>
                  <a:pt x="16571" y="18274"/>
                </a:cubicBezTo>
                <a:cubicBezTo>
                  <a:pt x="16541" y="18304"/>
                  <a:pt x="16541" y="18348"/>
                  <a:pt x="16541" y="18363"/>
                </a:cubicBezTo>
                <a:cubicBezTo>
                  <a:pt x="16527" y="18319"/>
                  <a:pt x="16497" y="18304"/>
                  <a:pt x="16497" y="18274"/>
                </a:cubicBezTo>
                <a:cubicBezTo>
                  <a:pt x="16497" y="18230"/>
                  <a:pt x="16497" y="18201"/>
                  <a:pt x="16512" y="18171"/>
                </a:cubicBezTo>
                <a:close/>
                <a:moveTo>
                  <a:pt x="16904" y="8079"/>
                </a:moveTo>
                <a:lnTo>
                  <a:pt x="16904" y="8079"/>
                </a:lnTo>
                <a:cubicBezTo>
                  <a:pt x="17725" y="10191"/>
                  <a:pt x="17853" y="12831"/>
                  <a:pt x="17277" y="15655"/>
                </a:cubicBezTo>
                <a:cubicBezTo>
                  <a:pt x="17189" y="16067"/>
                  <a:pt x="17101" y="16479"/>
                  <a:pt x="17012" y="16876"/>
                </a:cubicBezTo>
                <a:cubicBezTo>
                  <a:pt x="16909" y="17362"/>
                  <a:pt x="16792" y="17862"/>
                  <a:pt x="16703" y="18363"/>
                </a:cubicBezTo>
                <a:lnTo>
                  <a:pt x="16644" y="18245"/>
                </a:lnTo>
                <a:cubicBezTo>
                  <a:pt x="16733" y="17583"/>
                  <a:pt x="16880" y="16891"/>
                  <a:pt x="17012" y="16185"/>
                </a:cubicBezTo>
                <a:cubicBezTo>
                  <a:pt x="17071" y="15920"/>
                  <a:pt x="17130" y="15625"/>
                  <a:pt x="17189" y="15346"/>
                </a:cubicBezTo>
                <a:cubicBezTo>
                  <a:pt x="17564" y="13326"/>
                  <a:pt x="17769" y="10558"/>
                  <a:pt x="16904" y="8079"/>
                </a:cubicBezTo>
                <a:close/>
                <a:moveTo>
                  <a:pt x="16998" y="8091"/>
                </a:moveTo>
                <a:cubicBezTo>
                  <a:pt x="18263" y="11005"/>
                  <a:pt x="17866" y="14198"/>
                  <a:pt x="17454" y="15964"/>
                </a:cubicBezTo>
                <a:cubicBezTo>
                  <a:pt x="17351" y="16508"/>
                  <a:pt x="17204" y="17024"/>
                  <a:pt x="17086" y="17539"/>
                </a:cubicBezTo>
                <a:cubicBezTo>
                  <a:pt x="16998" y="17877"/>
                  <a:pt x="16924" y="18230"/>
                  <a:pt x="16836" y="18569"/>
                </a:cubicBezTo>
                <a:cubicBezTo>
                  <a:pt x="16821" y="18525"/>
                  <a:pt x="16777" y="18480"/>
                  <a:pt x="16762" y="18451"/>
                </a:cubicBezTo>
                <a:cubicBezTo>
                  <a:pt x="16850" y="17936"/>
                  <a:pt x="16983" y="17421"/>
                  <a:pt x="17086" y="16891"/>
                </a:cubicBezTo>
                <a:cubicBezTo>
                  <a:pt x="17174" y="16479"/>
                  <a:pt x="17277" y="16082"/>
                  <a:pt x="17351" y="15670"/>
                </a:cubicBezTo>
                <a:cubicBezTo>
                  <a:pt x="17939" y="12829"/>
                  <a:pt x="17807" y="10195"/>
                  <a:pt x="16998" y="8091"/>
                </a:cubicBezTo>
                <a:close/>
                <a:moveTo>
                  <a:pt x="16615" y="18377"/>
                </a:moveTo>
                <a:cubicBezTo>
                  <a:pt x="16630" y="18407"/>
                  <a:pt x="16644" y="18436"/>
                  <a:pt x="16659" y="18466"/>
                </a:cubicBezTo>
                <a:cubicBezTo>
                  <a:pt x="16674" y="18510"/>
                  <a:pt x="16674" y="18539"/>
                  <a:pt x="16644" y="18583"/>
                </a:cubicBezTo>
                <a:cubicBezTo>
                  <a:pt x="16630" y="18539"/>
                  <a:pt x="16615" y="18510"/>
                  <a:pt x="16600" y="18480"/>
                </a:cubicBezTo>
                <a:cubicBezTo>
                  <a:pt x="16600" y="18451"/>
                  <a:pt x="16615" y="18407"/>
                  <a:pt x="16615" y="18377"/>
                </a:cubicBezTo>
                <a:close/>
                <a:moveTo>
                  <a:pt x="16482" y="18436"/>
                </a:moveTo>
                <a:cubicBezTo>
                  <a:pt x="16497" y="18451"/>
                  <a:pt x="16497" y="18495"/>
                  <a:pt x="16527" y="18510"/>
                </a:cubicBezTo>
                <a:cubicBezTo>
                  <a:pt x="16527" y="18539"/>
                  <a:pt x="16527" y="18569"/>
                  <a:pt x="16497" y="18598"/>
                </a:cubicBezTo>
                <a:cubicBezTo>
                  <a:pt x="16482" y="18583"/>
                  <a:pt x="16482" y="18539"/>
                  <a:pt x="16468" y="18525"/>
                </a:cubicBezTo>
                <a:cubicBezTo>
                  <a:pt x="16482" y="18480"/>
                  <a:pt x="16482" y="18451"/>
                  <a:pt x="16482" y="18436"/>
                </a:cubicBezTo>
                <a:close/>
                <a:moveTo>
                  <a:pt x="17218" y="8370"/>
                </a:moveTo>
                <a:cubicBezTo>
                  <a:pt x="18190" y="10592"/>
                  <a:pt x="18381" y="13433"/>
                  <a:pt x="17660" y="16288"/>
                </a:cubicBezTo>
                <a:cubicBezTo>
                  <a:pt x="17513" y="16906"/>
                  <a:pt x="17336" y="17539"/>
                  <a:pt x="17145" y="18142"/>
                </a:cubicBezTo>
                <a:cubicBezTo>
                  <a:pt x="17086" y="18348"/>
                  <a:pt x="17042" y="18539"/>
                  <a:pt x="16968" y="18760"/>
                </a:cubicBezTo>
                <a:cubicBezTo>
                  <a:pt x="16924" y="18731"/>
                  <a:pt x="16909" y="18686"/>
                  <a:pt x="16880" y="18657"/>
                </a:cubicBezTo>
                <a:lnTo>
                  <a:pt x="17159" y="17553"/>
                </a:lnTo>
                <a:cubicBezTo>
                  <a:pt x="17292" y="17038"/>
                  <a:pt x="17424" y="16523"/>
                  <a:pt x="17542" y="15993"/>
                </a:cubicBezTo>
                <a:cubicBezTo>
                  <a:pt x="17939" y="14272"/>
                  <a:pt x="18337" y="11225"/>
                  <a:pt x="17218" y="8370"/>
                </a:cubicBezTo>
                <a:close/>
                <a:moveTo>
                  <a:pt x="16468" y="18686"/>
                </a:moveTo>
                <a:cubicBezTo>
                  <a:pt x="16468" y="18716"/>
                  <a:pt x="16482" y="18731"/>
                  <a:pt x="16482" y="18745"/>
                </a:cubicBezTo>
                <a:lnTo>
                  <a:pt x="16482" y="18804"/>
                </a:lnTo>
                <a:cubicBezTo>
                  <a:pt x="16482" y="18789"/>
                  <a:pt x="16468" y="18760"/>
                  <a:pt x="16468" y="18745"/>
                </a:cubicBezTo>
                <a:lnTo>
                  <a:pt x="16468" y="18686"/>
                </a:lnTo>
                <a:close/>
                <a:moveTo>
                  <a:pt x="16733" y="18569"/>
                </a:moveTo>
                <a:cubicBezTo>
                  <a:pt x="16762" y="18598"/>
                  <a:pt x="16777" y="18642"/>
                  <a:pt x="16821" y="18672"/>
                </a:cubicBezTo>
                <a:cubicBezTo>
                  <a:pt x="16792" y="18716"/>
                  <a:pt x="16792" y="18745"/>
                  <a:pt x="16777" y="18804"/>
                </a:cubicBezTo>
                <a:lnTo>
                  <a:pt x="16718" y="18686"/>
                </a:lnTo>
                <a:cubicBezTo>
                  <a:pt x="16718" y="18657"/>
                  <a:pt x="16733" y="18598"/>
                  <a:pt x="16733" y="18569"/>
                </a:cubicBezTo>
                <a:close/>
                <a:moveTo>
                  <a:pt x="16571" y="18613"/>
                </a:moveTo>
                <a:cubicBezTo>
                  <a:pt x="16600" y="18657"/>
                  <a:pt x="16615" y="18672"/>
                  <a:pt x="16630" y="18716"/>
                </a:cubicBezTo>
                <a:cubicBezTo>
                  <a:pt x="16630" y="18745"/>
                  <a:pt x="16615" y="18789"/>
                  <a:pt x="16615" y="18819"/>
                </a:cubicBezTo>
                <a:cubicBezTo>
                  <a:pt x="16600" y="18789"/>
                  <a:pt x="16571" y="18760"/>
                  <a:pt x="16571" y="18731"/>
                </a:cubicBezTo>
                <a:lnTo>
                  <a:pt x="16571" y="18613"/>
                </a:lnTo>
                <a:close/>
                <a:moveTo>
                  <a:pt x="17395" y="8562"/>
                </a:moveTo>
                <a:cubicBezTo>
                  <a:pt x="18454" y="10872"/>
                  <a:pt x="18616" y="13727"/>
                  <a:pt x="17866" y="16597"/>
                </a:cubicBezTo>
                <a:cubicBezTo>
                  <a:pt x="17660" y="17333"/>
                  <a:pt x="17439" y="18054"/>
                  <a:pt x="17218" y="18731"/>
                </a:cubicBezTo>
                <a:cubicBezTo>
                  <a:pt x="17204" y="18804"/>
                  <a:pt x="17159" y="18878"/>
                  <a:pt x="17145" y="18951"/>
                </a:cubicBezTo>
                <a:cubicBezTo>
                  <a:pt x="17101" y="18907"/>
                  <a:pt x="17086" y="18878"/>
                  <a:pt x="17056" y="18834"/>
                </a:cubicBezTo>
                <a:cubicBezTo>
                  <a:pt x="17101" y="18613"/>
                  <a:pt x="17189" y="18392"/>
                  <a:pt x="17233" y="18157"/>
                </a:cubicBezTo>
                <a:cubicBezTo>
                  <a:pt x="17410" y="17553"/>
                  <a:pt x="17586" y="16921"/>
                  <a:pt x="17748" y="16288"/>
                </a:cubicBezTo>
                <a:cubicBezTo>
                  <a:pt x="18440" y="13506"/>
                  <a:pt x="18307" y="10769"/>
                  <a:pt x="17395" y="8562"/>
                </a:cubicBezTo>
                <a:close/>
                <a:moveTo>
                  <a:pt x="16453" y="18966"/>
                </a:moveTo>
                <a:cubicBezTo>
                  <a:pt x="16468" y="18981"/>
                  <a:pt x="16468" y="18981"/>
                  <a:pt x="16468" y="19010"/>
                </a:cubicBezTo>
                <a:cubicBezTo>
                  <a:pt x="16453" y="18981"/>
                  <a:pt x="16453" y="18966"/>
                  <a:pt x="16453" y="18966"/>
                </a:cubicBezTo>
                <a:close/>
                <a:moveTo>
                  <a:pt x="16865" y="18760"/>
                </a:moveTo>
                <a:cubicBezTo>
                  <a:pt x="16880" y="18804"/>
                  <a:pt x="16924" y="18834"/>
                  <a:pt x="16939" y="18878"/>
                </a:cubicBezTo>
                <a:cubicBezTo>
                  <a:pt x="16939" y="18907"/>
                  <a:pt x="16924" y="18966"/>
                  <a:pt x="16909" y="19010"/>
                </a:cubicBezTo>
                <a:cubicBezTo>
                  <a:pt x="16895" y="18966"/>
                  <a:pt x="16850" y="18937"/>
                  <a:pt x="16836" y="18893"/>
                </a:cubicBezTo>
                <a:cubicBezTo>
                  <a:pt x="16850" y="18863"/>
                  <a:pt x="16850" y="18804"/>
                  <a:pt x="16865" y="18760"/>
                </a:cubicBezTo>
                <a:close/>
                <a:moveTo>
                  <a:pt x="16541" y="18878"/>
                </a:moveTo>
                <a:cubicBezTo>
                  <a:pt x="16556" y="18893"/>
                  <a:pt x="16556" y="18937"/>
                  <a:pt x="16571" y="18951"/>
                </a:cubicBezTo>
                <a:cubicBezTo>
                  <a:pt x="16600" y="18966"/>
                  <a:pt x="16571" y="19010"/>
                  <a:pt x="16571" y="19025"/>
                </a:cubicBezTo>
                <a:cubicBezTo>
                  <a:pt x="16556" y="19010"/>
                  <a:pt x="16556" y="18966"/>
                  <a:pt x="16541" y="18951"/>
                </a:cubicBezTo>
                <a:lnTo>
                  <a:pt x="16541" y="18878"/>
                </a:lnTo>
                <a:close/>
                <a:moveTo>
                  <a:pt x="16688" y="18819"/>
                </a:moveTo>
                <a:cubicBezTo>
                  <a:pt x="16703" y="18848"/>
                  <a:pt x="16718" y="18878"/>
                  <a:pt x="16733" y="18907"/>
                </a:cubicBezTo>
                <a:cubicBezTo>
                  <a:pt x="16733" y="18951"/>
                  <a:pt x="16733" y="18981"/>
                  <a:pt x="16718" y="19025"/>
                </a:cubicBezTo>
                <a:cubicBezTo>
                  <a:pt x="16703" y="18981"/>
                  <a:pt x="16688" y="18951"/>
                  <a:pt x="16674" y="18937"/>
                </a:cubicBezTo>
                <a:cubicBezTo>
                  <a:pt x="16674" y="18893"/>
                  <a:pt x="16688" y="18848"/>
                  <a:pt x="16688" y="18819"/>
                </a:cubicBezTo>
                <a:close/>
                <a:moveTo>
                  <a:pt x="17675" y="9018"/>
                </a:moveTo>
                <a:cubicBezTo>
                  <a:pt x="18690" y="11314"/>
                  <a:pt x="18837" y="14183"/>
                  <a:pt x="18042" y="16921"/>
                </a:cubicBezTo>
                <a:cubicBezTo>
                  <a:pt x="17822" y="17700"/>
                  <a:pt x="17557" y="18436"/>
                  <a:pt x="17292" y="19172"/>
                </a:cubicBezTo>
                <a:cubicBezTo>
                  <a:pt x="17262" y="19128"/>
                  <a:pt x="17218" y="19099"/>
                  <a:pt x="17204" y="19040"/>
                </a:cubicBezTo>
                <a:cubicBezTo>
                  <a:pt x="17233" y="18951"/>
                  <a:pt x="17262" y="18863"/>
                  <a:pt x="17292" y="18760"/>
                </a:cubicBezTo>
                <a:cubicBezTo>
                  <a:pt x="17513" y="18068"/>
                  <a:pt x="17748" y="17347"/>
                  <a:pt x="17954" y="16611"/>
                </a:cubicBezTo>
                <a:cubicBezTo>
                  <a:pt x="18675" y="13933"/>
                  <a:pt x="18587" y="11240"/>
                  <a:pt x="17675" y="9018"/>
                </a:cubicBezTo>
                <a:close/>
                <a:moveTo>
                  <a:pt x="17012" y="18951"/>
                </a:moveTo>
                <a:cubicBezTo>
                  <a:pt x="17056" y="18981"/>
                  <a:pt x="17071" y="19025"/>
                  <a:pt x="17101" y="19054"/>
                </a:cubicBezTo>
                <a:cubicBezTo>
                  <a:pt x="17086" y="19113"/>
                  <a:pt x="17071" y="19157"/>
                  <a:pt x="17056" y="19202"/>
                </a:cubicBezTo>
                <a:cubicBezTo>
                  <a:pt x="17012" y="19172"/>
                  <a:pt x="16998" y="19128"/>
                  <a:pt x="16983" y="19099"/>
                </a:cubicBezTo>
                <a:cubicBezTo>
                  <a:pt x="16998" y="19040"/>
                  <a:pt x="16998" y="19010"/>
                  <a:pt x="17012" y="18951"/>
                </a:cubicBezTo>
                <a:close/>
                <a:moveTo>
                  <a:pt x="16527" y="19113"/>
                </a:moveTo>
                <a:cubicBezTo>
                  <a:pt x="16527" y="19128"/>
                  <a:pt x="16541" y="19143"/>
                  <a:pt x="16541" y="19172"/>
                </a:cubicBezTo>
                <a:lnTo>
                  <a:pt x="16541" y="19246"/>
                </a:lnTo>
                <a:cubicBezTo>
                  <a:pt x="16541" y="19231"/>
                  <a:pt x="16527" y="19202"/>
                  <a:pt x="16527" y="19187"/>
                </a:cubicBezTo>
                <a:lnTo>
                  <a:pt x="16527" y="19113"/>
                </a:lnTo>
                <a:close/>
                <a:moveTo>
                  <a:pt x="16659" y="19054"/>
                </a:moveTo>
                <a:cubicBezTo>
                  <a:pt x="16688" y="19099"/>
                  <a:pt x="16703" y="19113"/>
                  <a:pt x="16718" y="19157"/>
                </a:cubicBezTo>
                <a:cubicBezTo>
                  <a:pt x="16688" y="19187"/>
                  <a:pt x="16688" y="19216"/>
                  <a:pt x="16688" y="19246"/>
                </a:cubicBezTo>
                <a:cubicBezTo>
                  <a:pt x="16674" y="19202"/>
                  <a:pt x="16644" y="19187"/>
                  <a:pt x="16644" y="19157"/>
                </a:cubicBezTo>
                <a:cubicBezTo>
                  <a:pt x="16644" y="19113"/>
                  <a:pt x="16659" y="19084"/>
                  <a:pt x="16659" y="19054"/>
                </a:cubicBezTo>
                <a:close/>
                <a:moveTo>
                  <a:pt x="16836" y="19010"/>
                </a:moveTo>
                <a:cubicBezTo>
                  <a:pt x="16850" y="19040"/>
                  <a:pt x="16895" y="19084"/>
                  <a:pt x="16909" y="19113"/>
                </a:cubicBezTo>
                <a:cubicBezTo>
                  <a:pt x="16865" y="19157"/>
                  <a:pt x="16850" y="19187"/>
                  <a:pt x="16850" y="19246"/>
                </a:cubicBezTo>
                <a:lnTo>
                  <a:pt x="16792" y="19128"/>
                </a:lnTo>
                <a:cubicBezTo>
                  <a:pt x="16821" y="19099"/>
                  <a:pt x="16821" y="19040"/>
                  <a:pt x="16836" y="19010"/>
                </a:cubicBezTo>
                <a:close/>
                <a:moveTo>
                  <a:pt x="17866" y="9239"/>
                </a:moveTo>
                <a:cubicBezTo>
                  <a:pt x="18940" y="11593"/>
                  <a:pt x="19102" y="14492"/>
                  <a:pt x="18248" y="17244"/>
                </a:cubicBezTo>
                <a:cubicBezTo>
                  <a:pt x="18028" y="17951"/>
                  <a:pt x="17748" y="18672"/>
                  <a:pt x="17468" y="19349"/>
                </a:cubicBezTo>
                <a:cubicBezTo>
                  <a:pt x="17439" y="19319"/>
                  <a:pt x="17395" y="19275"/>
                  <a:pt x="17365" y="19231"/>
                </a:cubicBezTo>
                <a:cubicBezTo>
                  <a:pt x="17645" y="18495"/>
                  <a:pt x="17925" y="17715"/>
                  <a:pt x="18145" y="16921"/>
                </a:cubicBezTo>
                <a:cubicBezTo>
                  <a:pt x="18911" y="14257"/>
                  <a:pt x="18808" y="11505"/>
                  <a:pt x="17866" y="9239"/>
                </a:cubicBezTo>
                <a:close/>
                <a:moveTo>
                  <a:pt x="17159" y="19128"/>
                </a:moveTo>
                <a:cubicBezTo>
                  <a:pt x="17204" y="19172"/>
                  <a:pt x="17233" y="19202"/>
                  <a:pt x="17248" y="19246"/>
                </a:cubicBezTo>
                <a:cubicBezTo>
                  <a:pt x="17262" y="19260"/>
                  <a:pt x="17233" y="19275"/>
                  <a:pt x="17233" y="19305"/>
                </a:cubicBezTo>
                <a:cubicBezTo>
                  <a:pt x="17218" y="19334"/>
                  <a:pt x="17218" y="19378"/>
                  <a:pt x="17204" y="19408"/>
                </a:cubicBezTo>
                <a:cubicBezTo>
                  <a:pt x="17159" y="19378"/>
                  <a:pt x="17145" y="19334"/>
                  <a:pt x="17101" y="19275"/>
                </a:cubicBezTo>
                <a:cubicBezTo>
                  <a:pt x="17130" y="19216"/>
                  <a:pt x="17145" y="19172"/>
                  <a:pt x="17159" y="19128"/>
                </a:cubicBezTo>
                <a:close/>
                <a:moveTo>
                  <a:pt x="16497" y="19349"/>
                </a:moveTo>
                <a:cubicBezTo>
                  <a:pt x="16497" y="19378"/>
                  <a:pt x="16512" y="19378"/>
                  <a:pt x="16512" y="19393"/>
                </a:cubicBezTo>
                <a:lnTo>
                  <a:pt x="16512" y="19452"/>
                </a:lnTo>
                <a:cubicBezTo>
                  <a:pt x="16512" y="19422"/>
                  <a:pt x="16512" y="19422"/>
                  <a:pt x="16497" y="19408"/>
                </a:cubicBezTo>
                <a:lnTo>
                  <a:pt x="16497" y="19349"/>
                </a:lnTo>
                <a:close/>
                <a:moveTo>
                  <a:pt x="16762" y="19246"/>
                </a:moveTo>
                <a:cubicBezTo>
                  <a:pt x="16777" y="19275"/>
                  <a:pt x="16792" y="19319"/>
                  <a:pt x="16821" y="19334"/>
                </a:cubicBezTo>
                <a:cubicBezTo>
                  <a:pt x="16792" y="19378"/>
                  <a:pt x="16792" y="19408"/>
                  <a:pt x="16777" y="19452"/>
                </a:cubicBezTo>
                <a:cubicBezTo>
                  <a:pt x="16762" y="19408"/>
                  <a:pt x="16733" y="19378"/>
                  <a:pt x="16718" y="19349"/>
                </a:cubicBezTo>
                <a:cubicBezTo>
                  <a:pt x="16733" y="19334"/>
                  <a:pt x="16762" y="19305"/>
                  <a:pt x="16762" y="19246"/>
                </a:cubicBezTo>
                <a:close/>
                <a:moveTo>
                  <a:pt x="16939" y="19187"/>
                </a:moveTo>
                <a:cubicBezTo>
                  <a:pt x="16968" y="19216"/>
                  <a:pt x="16998" y="19260"/>
                  <a:pt x="17012" y="19305"/>
                </a:cubicBezTo>
                <a:cubicBezTo>
                  <a:pt x="16998" y="19349"/>
                  <a:pt x="16998" y="19408"/>
                  <a:pt x="16983" y="19452"/>
                </a:cubicBezTo>
                <a:cubicBezTo>
                  <a:pt x="16968" y="19408"/>
                  <a:pt x="16924" y="19378"/>
                  <a:pt x="16909" y="19334"/>
                </a:cubicBezTo>
                <a:cubicBezTo>
                  <a:pt x="16924" y="19275"/>
                  <a:pt x="16924" y="19246"/>
                  <a:pt x="16939" y="19187"/>
                </a:cubicBezTo>
                <a:close/>
                <a:moveTo>
                  <a:pt x="16615" y="19305"/>
                </a:moveTo>
                <a:cubicBezTo>
                  <a:pt x="16630" y="19319"/>
                  <a:pt x="16630" y="19349"/>
                  <a:pt x="16644" y="19378"/>
                </a:cubicBezTo>
                <a:cubicBezTo>
                  <a:pt x="16644" y="19408"/>
                  <a:pt x="16630" y="19422"/>
                  <a:pt x="16630" y="19466"/>
                </a:cubicBezTo>
                <a:cubicBezTo>
                  <a:pt x="16615" y="19452"/>
                  <a:pt x="16615" y="19408"/>
                  <a:pt x="16600" y="19393"/>
                </a:cubicBezTo>
                <a:cubicBezTo>
                  <a:pt x="16600" y="19349"/>
                  <a:pt x="16615" y="19334"/>
                  <a:pt x="16615" y="19305"/>
                </a:cubicBezTo>
                <a:close/>
                <a:moveTo>
                  <a:pt x="18101" y="9680"/>
                </a:moveTo>
                <a:lnTo>
                  <a:pt x="18101" y="9680"/>
                </a:lnTo>
                <a:cubicBezTo>
                  <a:pt x="19176" y="12020"/>
                  <a:pt x="19308" y="14919"/>
                  <a:pt x="18440" y="17553"/>
                </a:cubicBezTo>
                <a:cubicBezTo>
                  <a:pt x="18204" y="18230"/>
                  <a:pt x="17939" y="18893"/>
                  <a:pt x="17645" y="19540"/>
                </a:cubicBezTo>
                <a:lnTo>
                  <a:pt x="17513" y="19408"/>
                </a:lnTo>
                <a:cubicBezTo>
                  <a:pt x="17792" y="18716"/>
                  <a:pt x="18087" y="17995"/>
                  <a:pt x="18307" y="17259"/>
                </a:cubicBezTo>
                <a:cubicBezTo>
                  <a:pt x="19117" y="14669"/>
                  <a:pt x="19028" y="11946"/>
                  <a:pt x="18101" y="9680"/>
                </a:cubicBezTo>
                <a:close/>
                <a:moveTo>
                  <a:pt x="17336" y="19319"/>
                </a:moveTo>
                <a:lnTo>
                  <a:pt x="17439" y="19422"/>
                </a:lnTo>
                <a:cubicBezTo>
                  <a:pt x="17410" y="19496"/>
                  <a:pt x="17380" y="19555"/>
                  <a:pt x="17365" y="19614"/>
                </a:cubicBezTo>
                <a:cubicBezTo>
                  <a:pt x="17336" y="19569"/>
                  <a:pt x="17292" y="19540"/>
                  <a:pt x="17277" y="19481"/>
                </a:cubicBezTo>
                <a:cubicBezTo>
                  <a:pt x="17292" y="19422"/>
                  <a:pt x="17307" y="19393"/>
                  <a:pt x="17336" y="19334"/>
                </a:cubicBezTo>
                <a:lnTo>
                  <a:pt x="17336" y="19319"/>
                </a:lnTo>
                <a:close/>
                <a:moveTo>
                  <a:pt x="17086" y="19393"/>
                </a:moveTo>
                <a:cubicBezTo>
                  <a:pt x="17130" y="19422"/>
                  <a:pt x="17145" y="19466"/>
                  <a:pt x="17174" y="19496"/>
                </a:cubicBezTo>
                <a:cubicBezTo>
                  <a:pt x="17145" y="19555"/>
                  <a:pt x="17130" y="19584"/>
                  <a:pt x="17101" y="19643"/>
                </a:cubicBezTo>
                <a:cubicBezTo>
                  <a:pt x="17086" y="19614"/>
                  <a:pt x="17056" y="19569"/>
                  <a:pt x="17027" y="19540"/>
                </a:cubicBezTo>
                <a:cubicBezTo>
                  <a:pt x="17056" y="19481"/>
                  <a:pt x="17071" y="19422"/>
                  <a:pt x="17086" y="19393"/>
                </a:cubicBezTo>
                <a:close/>
                <a:moveTo>
                  <a:pt x="16895" y="19452"/>
                </a:moveTo>
                <a:cubicBezTo>
                  <a:pt x="16909" y="19481"/>
                  <a:pt x="16924" y="19525"/>
                  <a:pt x="16968" y="19555"/>
                </a:cubicBezTo>
                <a:cubicBezTo>
                  <a:pt x="16924" y="19584"/>
                  <a:pt x="16924" y="19628"/>
                  <a:pt x="16909" y="19687"/>
                </a:cubicBezTo>
                <a:lnTo>
                  <a:pt x="16850" y="19569"/>
                </a:lnTo>
                <a:cubicBezTo>
                  <a:pt x="16865" y="19540"/>
                  <a:pt x="16865" y="19481"/>
                  <a:pt x="16895" y="19452"/>
                </a:cubicBezTo>
                <a:close/>
                <a:moveTo>
                  <a:pt x="16571" y="19555"/>
                </a:moveTo>
                <a:cubicBezTo>
                  <a:pt x="16571" y="19569"/>
                  <a:pt x="16600" y="19584"/>
                  <a:pt x="16600" y="19614"/>
                </a:cubicBezTo>
                <a:cubicBezTo>
                  <a:pt x="16600" y="19643"/>
                  <a:pt x="16571" y="19672"/>
                  <a:pt x="16571" y="19702"/>
                </a:cubicBezTo>
                <a:cubicBezTo>
                  <a:pt x="16571" y="19687"/>
                  <a:pt x="16556" y="19672"/>
                  <a:pt x="16556" y="19643"/>
                </a:cubicBezTo>
                <a:cubicBezTo>
                  <a:pt x="16556" y="19614"/>
                  <a:pt x="16556" y="19584"/>
                  <a:pt x="16571" y="19555"/>
                </a:cubicBezTo>
                <a:close/>
                <a:moveTo>
                  <a:pt x="16703" y="19496"/>
                </a:moveTo>
                <a:cubicBezTo>
                  <a:pt x="16718" y="19540"/>
                  <a:pt x="16747" y="19555"/>
                  <a:pt x="16762" y="19584"/>
                </a:cubicBezTo>
                <a:cubicBezTo>
                  <a:pt x="16747" y="19628"/>
                  <a:pt x="16747" y="19672"/>
                  <a:pt x="16718" y="19702"/>
                </a:cubicBezTo>
                <a:cubicBezTo>
                  <a:pt x="16703" y="19672"/>
                  <a:pt x="16688" y="19643"/>
                  <a:pt x="16688" y="19614"/>
                </a:cubicBezTo>
                <a:cubicBezTo>
                  <a:pt x="16688" y="19569"/>
                  <a:pt x="16703" y="19540"/>
                  <a:pt x="16703" y="19496"/>
                </a:cubicBezTo>
                <a:close/>
                <a:moveTo>
                  <a:pt x="18322" y="9886"/>
                </a:moveTo>
                <a:lnTo>
                  <a:pt x="18322" y="9886"/>
                </a:lnTo>
                <a:cubicBezTo>
                  <a:pt x="19426" y="12285"/>
                  <a:pt x="19573" y="15228"/>
                  <a:pt x="18631" y="17862"/>
                </a:cubicBezTo>
                <a:cubicBezTo>
                  <a:pt x="18410" y="18510"/>
                  <a:pt x="18145" y="19113"/>
                  <a:pt x="17851" y="19717"/>
                </a:cubicBezTo>
                <a:cubicBezTo>
                  <a:pt x="17807" y="19687"/>
                  <a:pt x="17748" y="19643"/>
                  <a:pt x="17719" y="19599"/>
                </a:cubicBezTo>
                <a:cubicBezTo>
                  <a:pt x="18013" y="18937"/>
                  <a:pt x="18293" y="18274"/>
                  <a:pt x="18528" y="17568"/>
                </a:cubicBezTo>
                <a:cubicBezTo>
                  <a:pt x="19367" y="15007"/>
                  <a:pt x="19279" y="12197"/>
                  <a:pt x="18322" y="9886"/>
                </a:cubicBezTo>
                <a:close/>
                <a:moveTo>
                  <a:pt x="17498" y="19496"/>
                </a:moveTo>
                <a:lnTo>
                  <a:pt x="17630" y="19628"/>
                </a:lnTo>
                <a:cubicBezTo>
                  <a:pt x="17586" y="19687"/>
                  <a:pt x="17571" y="19746"/>
                  <a:pt x="17527" y="19790"/>
                </a:cubicBezTo>
                <a:cubicBezTo>
                  <a:pt x="17498" y="19761"/>
                  <a:pt x="17454" y="19717"/>
                  <a:pt x="17424" y="19672"/>
                </a:cubicBezTo>
                <a:cubicBezTo>
                  <a:pt x="17439" y="19614"/>
                  <a:pt x="17483" y="19555"/>
                  <a:pt x="17498" y="19496"/>
                </a:cubicBezTo>
                <a:close/>
                <a:moveTo>
                  <a:pt x="17233" y="19555"/>
                </a:moveTo>
                <a:cubicBezTo>
                  <a:pt x="17277" y="19584"/>
                  <a:pt x="17307" y="19628"/>
                  <a:pt x="17336" y="19672"/>
                </a:cubicBezTo>
                <a:cubicBezTo>
                  <a:pt x="17307" y="19746"/>
                  <a:pt x="17292" y="19790"/>
                  <a:pt x="17277" y="19834"/>
                </a:cubicBezTo>
                <a:cubicBezTo>
                  <a:pt x="17233" y="19820"/>
                  <a:pt x="17204" y="19775"/>
                  <a:pt x="17189" y="19717"/>
                </a:cubicBezTo>
                <a:lnTo>
                  <a:pt x="17233" y="19555"/>
                </a:lnTo>
                <a:close/>
                <a:moveTo>
                  <a:pt x="17277" y="19834"/>
                </a:moveTo>
                <a:cubicBezTo>
                  <a:pt x="17277" y="19842"/>
                  <a:pt x="17273" y="19845"/>
                  <a:pt x="17272" y="19845"/>
                </a:cubicBezTo>
                <a:cubicBezTo>
                  <a:pt x="17270" y="19845"/>
                  <a:pt x="17270" y="19842"/>
                  <a:pt x="17277" y="19834"/>
                </a:cubicBezTo>
                <a:close/>
                <a:moveTo>
                  <a:pt x="16998" y="19628"/>
                </a:moveTo>
                <a:cubicBezTo>
                  <a:pt x="17012" y="19672"/>
                  <a:pt x="17056" y="19702"/>
                  <a:pt x="17071" y="19746"/>
                </a:cubicBezTo>
                <a:cubicBezTo>
                  <a:pt x="17071" y="19790"/>
                  <a:pt x="17056" y="19849"/>
                  <a:pt x="17042" y="19893"/>
                </a:cubicBezTo>
                <a:cubicBezTo>
                  <a:pt x="17012" y="19849"/>
                  <a:pt x="16983" y="19820"/>
                  <a:pt x="16968" y="19775"/>
                </a:cubicBezTo>
                <a:cubicBezTo>
                  <a:pt x="16983" y="19717"/>
                  <a:pt x="16998" y="19687"/>
                  <a:pt x="16998" y="19628"/>
                </a:cubicBezTo>
                <a:close/>
                <a:moveTo>
                  <a:pt x="16541" y="19820"/>
                </a:moveTo>
                <a:cubicBezTo>
                  <a:pt x="16541" y="19834"/>
                  <a:pt x="16556" y="19849"/>
                  <a:pt x="16556" y="19849"/>
                </a:cubicBezTo>
                <a:cubicBezTo>
                  <a:pt x="16556" y="19864"/>
                  <a:pt x="16556" y="19879"/>
                  <a:pt x="16541" y="19908"/>
                </a:cubicBezTo>
                <a:cubicBezTo>
                  <a:pt x="16541" y="19893"/>
                  <a:pt x="16541" y="19864"/>
                  <a:pt x="16527" y="19864"/>
                </a:cubicBezTo>
                <a:cubicBezTo>
                  <a:pt x="16541" y="19849"/>
                  <a:pt x="16541" y="19834"/>
                  <a:pt x="16541" y="19820"/>
                </a:cubicBezTo>
                <a:close/>
                <a:moveTo>
                  <a:pt x="16821" y="19672"/>
                </a:moveTo>
                <a:cubicBezTo>
                  <a:pt x="16836" y="19702"/>
                  <a:pt x="16850" y="19746"/>
                  <a:pt x="16865" y="19761"/>
                </a:cubicBezTo>
                <a:cubicBezTo>
                  <a:pt x="16850" y="19834"/>
                  <a:pt x="16850" y="19864"/>
                  <a:pt x="16836" y="19908"/>
                </a:cubicBezTo>
                <a:lnTo>
                  <a:pt x="16777" y="19790"/>
                </a:lnTo>
                <a:cubicBezTo>
                  <a:pt x="16792" y="19761"/>
                  <a:pt x="16792" y="19702"/>
                  <a:pt x="16821" y="19672"/>
                </a:cubicBezTo>
                <a:close/>
                <a:moveTo>
                  <a:pt x="18543" y="10210"/>
                </a:moveTo>
                <a:cubicBezTo>
                  <a:pt x="19676" y="12638"/>
                  <a:pt x="19808" y="15567"/>
                  <a:pt x="18822" y="18201"/>
                </a:cubicBezTo>
                <a:cubicBezTo>
                  <a:pt x="18602" y="18775"/>
                  <a:pt x="18322" y="19349"/>
                  <a:pt x="18042" y="19908"/>
                </a:cubicBezTo>
                <a:cubicBezTo>
                  <a:pt x="17998" y="19864"/>
                  <a:pt x="17954" y="19834"/>
                  <a:pt x="17895" y="19775"/>
                </a:cubicBezTo>
                <a:cubicBezTo>
                  <a:pt x="18190" y="19172"/>
                  <a:pt x="18469" y="18539"/>
                  <a:pt x="18705" y="17907"/>
                </a:cubicBezTo>
                <a:cubicBezTo>
                  <a:pt x="19617" y="15361"/>
                  <a:pt x="19514" y="12564"/>
                  <a:pt x="18543" y="10210"/>
                </a:cubicBezTo>
                <a:close/>
                <a:moveTo>
                  <a:pt x="16674" y="19746"/>
                </a:moveTo>
                <a:cubicBezTo>
                  <a:pt x="16688" y="19761"/>
                  <a:pt x="16688" y="19790"/>
                  <a:pt x="16703" y="19820"/>
                </a:cubicBezTo>
                <a:cubicBezTo>
                  <a:pt x="16703" y="19849"/>
                  <a:pt x="16688" y="19893"/>
                  <a:pt x="16688" y="19923"/>
                </a:cubicBezTo>
                <a:cubicBezTo>
                  <a:pt x="16674" y="19908"/>
                  <a:pt x="16674" y="19864"/>
                  <a:pt x="16644" y="19849"/>
                </a:cubicBezTo>
                <a:cubicBezTo>
                  <a:pt x="16644" y="19820"/>
                  <a:pt x="16644" y="19775"/>
                  <a:pt x="16674" y="19746"/>
                </a:cubicBezTo>
                <a:close/>
                <a:moveTo>
                  <a:pt x="17660" y="19672"/>
                </a:moveTo>
                <a:lnTo>
                  <a:pt x="17778" y="19775"/>
                </a:lnTo>
                <a:lnTo>
                  <a:pt x="17792" y="19790"/>
                </a:lnTo>
                <a:cubicBezTo>
                  <a:pt x="17778" y="19864"/>
                  <a:pt x="17748" y="19923"/>
                  <a:pt x="17719" y="19982"/>
                </a:cubicBezTo>
                <a:lnTo>
                  <a:pt x="17586" y="19849"/>
                </a:lnTo>
                <a:cubicBezTo>
                  <a:pt x="17601" y="19790"/>
                  <a:pt x="17645" y="19746"/>
                  <a:pt x="17660" y="19672"/>
                </a:cubicBezTo>
                <a:close/>
                <a:moveTo>
                  <a:pt x="17365" y="19761"/>
                </a:moveTo>
                <a:cubicBezTo>
                  <a:pt x="17410" y="19790"/>
                  <a:pt x="17439" y="19834"/>
                  <a:pt x="17468" y="19879"/>
                </a:cubicBezTo>
                <a:cubicBezTo>
                  <a:pt x="17468" y="19937"/>
                  <a:pt x="17439" y="19996"/>
                  <a:pt x="17424" y="20055"/>
                </a:cubicBezTo>
                <a:cubicBezTo>
                  <a:pt x="17380" y="20011"/>
                  <a:pt x="17351" y="19982"/>
                  <a:pt x="17307" y="19923"/>
                </a:cubicBezTo>
                <a:cubicBezTo>
                  <a:pt x="17307" y="19908"/>
                  <a:pt x="17336" y="19893"/>
                  <a:pt x="17336" y="19864"/>
                </a:cubicBezTo>
                <a:cubicBezTo>
                  <a:pt x="17351" y="19834"/>
                  <a:pt x="17365" y="19790"/>
                  <a:pt x="17365" y="19761"/>
                </a:cubicBezTo>
                <a:close/>
                <a:moveTo>
                  <a:pt x="18852" y="10769"/>
                </a:moveTo>
                <a:cubicBezTo>
                  <a:pt x="19911" y="13153"/>
                  <a:pt x="20000" y="16023"/>
                  <a:pt x="19028" y="18510"/>
                </a:cubicBezTo>
                <a:cubicBezTo>
                  <a:pt x="18808" y="19040"/>
                  <a:pt x="18543" y="19555"/>
                  <a:pt x="18263" y="20070"/>
                </a:cubicBezTo>
                <a:cubicBezTo>
                  <a:pt x="18219" y="20040"/>
                  <a:pt x="18160" y="19996"/>
                  <a:pt x="18116" y="19967"/>
                </a:cubicBezTo>
                <a:cubicBezTo>
                  <a:pt x="18410" y="19393"/>
                  <a:pt x="18690" y="18819"/>
                  <a:pt x="18911" y="18230"/>
                </a:cubicBezTo>
                <a:cubicBezTo>
                  <a:pt x="19838" y="15787"/>
                  <a:pt x="19794" y="13080"/>
                  <a:pt x="18852" y="10769"/>
                </a:cubicBezTo>
                <a:close/>
                <a:moveTo>
                  <a:pt x="17145" y="19834"/>
                </a:moveTo>
                <a:cubicBezTo>
                  <a:pt x="17189" y="19864"/>
                  <a:pt x="17204" y="19908"/>
                  <a:pt x="17233" y="19937"/>
                </a:cubicBezTo>
                <a:cubicBezTo>
                  <a:pt x="17204" y="19996"/>
                  <a:pt x="17189" y="20040"/>
                  <a:pt x="17159" y="20085"/>
                </a:cubicBezTo>
                <a:cubicBezTo>
                  <a:pt x="17145" y="20055"/>
                  <a:pt x="17115" y="20011"/>
                  <a:pt x="17086" y="19982"/>
                </a:cubicBezTo>
                <a:cubicBezTo>
                  <a:pt x="17101" y="19923"/>
                  <a:pt x="17130" y="19864"/>
                  <a:pt x="17145" y="19834"/>
                </a:cubicBezTo>
                <a:close/>
                <a:moveTo>
                  <a:pt x="16615" y="19996"/>
                </a:moveTo>
                <a:cubicBezTo>
                  <a:pt x="16615" y="20011"/>
                  <a:pt x="16630" y="20040"/>
                  <a:pt x="16630" y="20070"/>
                </a:cubicBezTo>
                <a:cubicBezTo>
                  <a:pt x="16630" y="20085"/>
                  <a:pt x="16615" y="20129"/>
                  <a:pt x="16615" y="20143"/>
                </a:cubicBezTo>
                <a:cubicBezTo>
                  <a:pt x="16615" y="20129"/>
                  <a:pt x="16600" y="20114"/>
                  <a:pt x="16600" y="20070"/>
                </a:cubicBezTo>
                <a:cubicBezTo>
                  <a:pt x="16600" y="20055"/>
                  <a:pt x="16615" y="20011"/>
                  <a:pt x="16615" y="19996"/>
                </a:cubicBezTo>
                <a:close/>
                <a:moveTo>
                  <a:pt x="16762" y="19923"/>
                </a:moveTo>
                <a:cubicBezTo>
                  <a:pt x="16762" y="19952"/>
                  <a:pt x="16777" y="19996"/>
                  <a:pt x="16792" y="20011"/>
                </a:cubicBezTo>
                <a:cubicBezTo>
                  <a:pt x="16777" y="20055"/>
                  <a:pt x="16777" y="20085"/>
                  <a:pt x="16762" y="20143"/>
                </a:cubicBezTo>
                <a:cubicBezTo>
                  <a:pt x="16747" y="20114"/>
                  <a:pt x="16747" y="20085"/>
                  <a:pt x="16718" y="20055"/>
                </a:cubicBezTo>
                <a:cubicBezTo>
                  <a:pt x="16733" y="20011"/>
                  <a:pt x="16733" y="19982"/>
                  <a:pt x="16762" y="19923"/>
                </a:cubicBezTo>
                <a:close/>
                <a:moveTo>
                  <a:pt x="16924" y="19893"/>
                </a:moveTo>
                <a:cubicBezTo>
                  <a:pt x="16939" y="19923"/>
                  <a:pt x="16968" y="19967"/>
                  <a:pt x="16998" y="19996"/>
                </a:cubicBezTo>
                <a:cubicBezTo>
                  <a:pt x="16983" y="20055"/>
                  <a:pt x="16968" y="20085"/>
                  <a:pt x="16939" y="20143"/>
                </a:cubicBezTo>
                <a:lnTo>
                  <a:pt x="16895" y="20040"/>
                </a:lnTo>
                <a:cubicBezTo>
                  <a:pt x="16909" y="19982"/>
                  <a:pt x="16909" y="19923"/>
                  <a:pt x="16924" y="19893"/>
                </a:cubicBezTo>
                <a:close/>
                <a:moveTo>
                  <a:pt x="17881" y="19849"/>
                </a:moveTo>
                <a:cubicBezTo>
                  <a:pt x="17939" y="19893"/>
                  <a:pt x="17969" y="19923"/>
                  <a:pt x="18028" y="19967"/>
                </a:cubicBezTo>
                <a:cubicBezTo>
                  <a:pt x="17969" y="20040"/>
                  <a:pt x="17939" y="20114"/>
                  <a:pt x="17925" y="20158"/>
                </a:cubicBezTo>
                <a:cubicBezTo>
                  <a:pt x="17881" y="20129"/>
                  <a:pt x="17822" y="20085"/>
                  <a:pt x="17792" y="20040"/>
                </a:cubicBezTo>
                <a:cubicBezTo>
                  <a:pt x="17822" y="19982"/>
                  <a:pt x="17836" y="19908"/>
                  <a:pt x="17881" y="19849"/>
                </a:cubicBezTo>
                <a:close/>
                <a:moveTo>
                  <a:pt x="17557" y="19923"/>
                </a:moveTo>
                <a:cubicBezTo>
                  <a:pt x="17586" y="19952"/>
                  <a:pt x="17630" y="19996"/>
                  <a:pt x="17660" y="20055"/>
                </a:cubicBezTo>
                <a:cubicBezTo>
                  <a:pt x="17645" y="20129"/>
                  <a:pt x="17630" y="20188"/>
                  <a:pt x="17586" y="20232"/>
                </a:cubicBezTo>
                <a:cubicBezTo>
                  <a:pt x="17557" y="20202"/>
                  <a:pt x="17513" y="20158"/>
                  <a:pt x="17483" y="20114"/>
                </a:cubicBezTo>
                <a:cubicBezTo>
                  <a:pt x="17498" y="20055"/>
                  <a:pt x="17527" y="19996"/>
                  <a:pt x="17557" y="19923"/>
                </a:cubicBezTo>
                <a:close/>
                <a:moveTo>
                  <a:pt x="18940" y="10813"/>
                </a:moveTo>
                <a:cubicBezTo>
                  <a:pt x="20162" y="13300"/>
                  <a:pt x="20279" y="16288"/>
                  <a:pt x="19205" y="18819"/>
                </a:cubicBezTo>
                <a:cubicBezTo>
                  <a:pt x="18999" y="19305"/>
                  <a:pt x="18764" y="19775"/>
                  <a:pt x="18484" y="20232"/>
                </a:cubicBezTo>
                <a:lnTo>
                  <a:pt x="18322" y="20129"/>
                </a:lnTo>
                <a:cubicBezTo>
                  <a:pt x="18602" y="19614"/>
                  <a:pt x="18867" y="19099"/>
                  <a:pt x="19073" y="18539"/>
                </a:cubicBezTo>
                <a:cubicBezTo>
                  <a:pt x="20044" y="16096"/>
                  <a:pt x="19970" y="13227"/>
                  <a:pt x="18940" y="10813"/>
                </a:cubicBezTo>
                <a:close/>
                <a:moveTo>
                  <a:pt x="17292" y="19996"/>
                </a:moveTo>
                <a:cubicBezTo>
                  <a:pt x="17336" y="20040"/>
                  <a:pt x="17365" y="20070"/>
                  <a:pt x="17380" y="20129"/>
                </a:cubicBezTo>
                <a:cubicBezTo>
                  <a:pt x="17365" y="20188"/>
                  <a:pt x="17336" y="20232"/>
                  <a:pt x="17307" y="20291"/>
                </a:cubicBezTo>
                <a:cubicBezTo>
                  <a:pt x="17277" y="20261"/>
                  <a:pt x="17262" y="20217"/>
                  <a:pt x="17218" y="20158"/>
                </a:cubicBezTo>
                <a:cubicBezTo>
                  <a:pt x="17233" y="20114"/>
                  <a:pt x="17262" y="20055"/>
                  <a:pt x="17292" y="19996"/>
                </a:cubicBezTo>
                <a:close/>
                <a:moveTo>
                  <a:pt x="17056" y="20070"/>
                </a:moveTo>
                <a:cubicBezTo>
                  <a:pt x="17071" y="20099"/>
                  <a:pt x="17101" y="20143"/>
                  <a:pt x="17130" y="20173"/>
                </a:cubicBezTo>
                <a:cubicBezTo>
                  <a:pt x="17101" y="20232"/>
                  <a:pt x="17086" y="20291"/>
                  <a:pt x="17071" y="20320"/>
                </a:cubicBezTo>
                <a:cubicBezTo>
                  <a:pt x="17056" y="20291"/>
                  <a:pt x="17012" y="20246"/>
                  <a:pt x="16998" y="20217"/>
                </a:cubicBezTo>
                <a:cubicBezTo>
                  <a:pt x="17012" y="20158"/>
                  <a:pt x="17042" y="20129"/>
                  <a:pt x="17056" y="20070"/>
                </a:cubicBezTo>
                <a:close/>
                <a:moveTo>
                  <a:pt x="18087" y="20011"/>
                </a:moveTo>
                <a:cubicBezTo>
                  <a:pt x="18131" y="20055"/>
                  <a:pt x="18190" y="20085"/>
                  <a:pt x="18234" y="20129"/>
                </a:cubicBezTo>
                <a:cubicBezTo>
                  <a:pt x="18190" y="20202"/>
                  <a:pt x="18160" y="20246"/>
                  <a:pt x="18116" y="20320"/>
                </a:cubicBezTo>
                <a:cubicBezTo>
                  <a:pt x="18072" y="20291"/>
                  <a:pt x="18013" y="20261"/>
                  <a:pt x="17969" y="20217"/>
                </a:cubicBezTo>
                <a:cubicBezTo>
                  <a:pt x="18013" y="20143"/>
                  <a:pt x="18042" y="20085"/>
                  <a:pt x="18087" y="20011"/>
                </a:cubicBezTo>
                <a:close/>
                <a:moveTo>
                  <a:pt x="16571" y="20261"/>
                </a:moveTo>
                <a:cubicBezTo>
                  <a:pt x="16571" y="20276"/>
                  <a:pt x="16600" y="20291"/>
                  <a:pt x="16600" y="20291"/>
                </a:cubicBezTo>
                <a:cubicBezTo>
                  <a:pt x="16600" y="20305"/>
                  <a:pt x="16571" y="20320"/>
                  <a:pt x="16571" y="20349"/>
                </a:cubicBezTo>
                <a:cubicBezTo>
                  <a:pt x="16571" y="20335"/>
                  <a:pt x="16571" y="20305"/>
                  <a:pt x="16556" y="20305"/>
                </a:cubicBezTo>
                <a:cubicBezTo>
                  <a:pt x="16556" y="20291"/>
                  <a:pt x="16556" y="20276"/>
                  <a:pt x="16571" y="20261"/>
                </a:cubicBezTo>
                <a:close/>
                <a:moveTo>
                  <a:pt x="16836" y="20129"/>
                </a:moveTo>
                <a:cubicBezTo>
                  <a:pt x="16865" y="20158"/>
                  <a:pt x="16895" y="20202"/>
                  <a:pt x="16909" y="20232"/>
                </a:cubicBezTo>
                <a:cubicBezTo>
                  <a:pt x="16895" y="20276"/>
                  <a:pt x="16865" y="20320"/>
                  <a:pt x="16850" y="20364"/>
                </a:cubicBezTo>
                <a:lnTo>
                  <a:pt x="16792" y="20246"/>
                </a:lnTo>
                <a:cubicBezTo>
                  <a:pt x="16821" y="20217"/>
                  <a:pt x="16821" y="20158"/>
                  <a:pt x="16836" y="20129"/>
                </a:cubicBezTo>
                <a:close/>
                <a:moveTo>
                  <a:pt x="16659" y="20188"/>
                </a:moveTo>
                <a:cubicBezTo>
                  <a:pt x="16703" y="20217"/>
                  <a:pt x="16718" y="20232"/>
                  <a:pt x="16718" y="20276"/>
                </a:cubicBezTo>
                <a:cubicBezTo>
                  <a:pt x="16703" y="20305"/>
                  <a:pt x="16703" y="20349"/>
                  <a:pt x="16688" y="20379"/>
                </a:cubicBezTo>
                <a:cubicBezTo>
                  <a:pt x="16674" y="20349"/>
                  <a:pt x="16674" y="20320"/>
                  <a:pt x="16644" y="20291"/>
                </a:cubicBezTo>
                <a:cubicBezTo>
                  <a:pt x="16644" y="20261"/>
                  <a:pt x="16659" y="20217"/>
                  <a:pt x="16659" y="20188"/>
                </a:cubicBezTo>
                <a:close/>
                <a:moveTo>
                  <a:pt x="17733" y="20129"/>
                </a:moveTo>
                <a:cubicBezTo>
                  <a:pt x="17778" y="20158"/>
                  <a:pt x="17822" y="20202"/>
                  <a:pt x="17866" y="20246"/>
                </a:cubicBezTo>
                <a:cubicBezTo>
                  <a:pt x="17822" y="20305"/>
                  <a:pt x="17792" y="20379"/>
                  <a:pt x="17778" y="20438"/>
                </a:cubicBezTo>
                <a:cubicBezTo>
                  <a:pt x="17733" y="20379"/>
                  <a:pt x="17675" y="20349"/>
                  <a:pt x="17645" y="20305"/>
                </a:cubicBezTo>
                <a:cubicBezTo>
                  <a:pt x="17675" y="20246"/>
                  <a:pt x="17704" y="20188"/>
                  <a:pt x="17733" y="20129"/>
                </a:cubicBezTo>
                <a:close/>
                <a:moveTo>
                  <a:pt x="18293" y="20188"/>
                </a:moveTo>
                <a:lnTo>
                  <a:pt x="18454" y="20291"/>
                </a:lnTo>
                <a:cubicBezTo>
                  <a:pt x="18410" y="20364"/>
                  <a:pt x="18381" y="20438"/>
                  <a:pt x="18322" y="20497"/>
                </a:cubicBezTo>
                <a:cubicBezTo>
                  <a:pt x="18293" y="20482"/>
                  <a:pt x="18234" y="20438"/>
                  <a:pt x="18175" y="20379"/>
                </a:cubicBezTo>
                <a:cubicBezTo>
                  <a:pt x="18219" y="20305"/>
                  <a:pt x="18248" y="20261"/>
                  <a:pt x="18293" y="20188"/>
                </a:cubicBezTo>
                <a:close/>
                <a:moveTo>
                  <a:pt x="17439" y="20202"/>
                </a:moveTo>
                <a:cubicBezTo>
                  <a:pt x="17483" y="20232"/>
                  <a:pt x="17513" y="20276"/>
                  <a:pt x="17557" y="20320"/>
                </a:cubicBezTo>
                <a:cubicBezTo>
                  <a:pt x="17513" y="20379"/>
                  <a:pt x="17498" y="20438"/>
                  <a:pt x="17454" y="20511"/>
                </a:cubicBezTo>
                <a:cubicBezTo>
                  <a:pt x="17424" y="20452"/>
                  <a:pt x="17410" y="20408"/>
                  <a:pt x="17365" y="20364"/>
                </a:cubicBezTo>
                <a:cubicBezTo>
                  <a:pt x="17380" y="20305"/>
                  <a:pt x="17424" y="20261"/>
                  <a:pt x="17439" y="20202"/>
                </a:cubicBezTo>
                <a:close/>
                <a:moveTo>
                  <a:pt x="17189" y="20261"/>
                </a:moveTo>
                <a:cubicBezTo>
                  <a:pt x="17218" y="20291"/>
                  <a:pt x="17233" y="20335"/>
                  <a:pt x="17277" y="20364"/>
                </a:cubicBezTo>
                <a:cubicBezTo>
                  <a:pt x="17262" y="20423"/>
                  <a:pt x="17218" y="20482"/>
                  <a:pt x="17204" y="20526"/>
                </a:cubicBezTo>
                <a:cubicBezTo>
                  <a:pt x="17189" y="20497"/>
                  <a:pt x="17145" y="20452"/>
                  <a:pt x="17130" y="20408"/>
                </a:cubicBezTo>
                <a:cubicBezTo>
                  <a:pt x="17145" y="20364"/>
                  <a:pt x="17159" y="20305"/>
                  <a:pt x="17189" y="20261"/>
                </a:cubicBezTo>
                <a:close/>
                <a:moveTo>
                  <a:pt x="16968" y="20305"/>
                </a:moveTo>
                <a:cubicBezTo>
                  <a:pt x="16983" y="20349"/>
                  <a:pt x="16998" y="20379"/>
                  <a:pt x="17042" y="20423"/>
                </a:cubicBezTo>
                <a:cubicBezTo>
                  <a:pt x="17012" y="20482"/>
                  <a:pt x="16983" y="20526"/>
                  <a:pt x="16968" y="20570"/>
                </a:cubicBezTo>
                <a:lnTo>
                  <a:pt x="16909" y="20452"/>
                </a:lnTo>
                <a:cubicBezTo>
                  <a:pt x="16924" y="20408"/>
                  <a:pt x="16939" y="20364"/>
                  <a:pt x="16968" y="20305"/>
                </a:cubicBezTo>
                <a:close/>
                <a:moveTo>
                  <a:pt x="16630" y="20438"/>
                </a:moveTo>
                <a:cubicBezTo>
                  <a:pt x="16630" y="20452"/>
                  <a:pt x="16644" y="20482"/>
                  <a:pt x="16644" y="20511"/>
                </a:cubicBezTo>
                <a:cubicBezTo>
                  <a:pt x="16644" y="20555"/>
                  <a:pt x="16630" y="20570"/>
                  <a:pt x="16630" y="20600"/>
                </a:cubicBezTo>
                <a:cubicBezTo>
                  <a:pt x="16630" y="20585"/>
                  <a:pt x="16615" y="20570"/>
                  <a:pt x="16615" y="20526"/>
                </a:cubicBezTo>
                <a:cubicBezTo>
                  <a:pt x="16615" y="20497"/>
                  <a:pt x="16630" y="20452"/>
                  <a:pt x="16630" y="20438"/>
                </a:cubicBezTo>
                <a:close/>
                <a:moveTo>
                  <a:pt x="16792" y="20408"/>
                </a:moveTo>
                <a:lnTo>
                  <a:pt x="16836" y="20482"/>
                </a:lnTo>
                <a:cubicBezTo>
                  <a:pt x="16821" y="20511"/>
                  <a:pt x="16792" y="20555"/>
                  <a:pt x="16792" y="20600"/>
                </a:cubicBezTo>
                <a:cubicBezTo>
                  <a:pt x="16777" y="20570"/>
                  <a:pt x="16777" y="20541"/>
                  <a:pt x="16762" y="20511"/>
                </a:cubicBezTo>
                <a:cubicBezTo>
                  <a:pt x="16777" y="20482"/>
                  <a:pt x="16777" y="20438"/>
                  <a:pt x="16792" y="20408"/>
                </a:cubicBezTo>
                <a:close/>
                <a:moveTo>
                  <a:pt x="17939" y="20291"/>
                </a:moveTo>
                <a:cubicBezTo>
                  <a:pt x="17984" y="20320"/>
                  <a:pt x="18028" y="20364"/>
                  <a:pt x="18087" y="20408"/>
                </a:cubicBezTo>
                <a:cubicBezTo>
                  <a:pt x="18042" y="20482"/>
                  <a:pt x="18013" y="20526"/>
                  <a:pt x="17969" y="20600"/>
                </a:cubicBezTo>
                <a:cubicBezTo>
                  <a:pt x="17925" y="20570"/>
                  <a:pt x="17866" y="20526"/>
                  <a:pt x="17822" y="20482"/>
                </a:cubicBezTo>
                <a:cubicBezTo>
                  <a:pt x="17866" y="20423"/>
                  <a:pt x="17895" y="20349"/>
                  <a:pt x="17939" y="20291"/>
                </a:cubicBezTo>
                <a:close/>
                <a:moveTo>
                  <a:pt x="17601" y="20379"/>
                </a:moveTo>
                <a:lnTo>
                  <a:pt x="17733" y="20511"/>
                </a:lnTo>
                <a:cubicBezTo>
                  <a:pt x="17704" y="20570"/>
                  <a:pt x="17660" y="20644"/>
                  <a:pt x="17645" y="20688"/>
                </a:cubicBezTo>
                <a:lnTo>
                  <a:pt x="17513" y="20570"/>
                </a:lnTo>
                <a:cubicBezTo>
                  <a:pt x="17557" y="20511"/>
                  <a:pt x="17571" y="20438"/>
                  <a:pt x="17601" y="20379"/>
                </a:cubicBezTo>
                <a:close/>
                <a:moveTo>
                  <a:pt x="17336" y="20452"/>
                </a:moveTo>
                <a:cubicBezTo>
                  <a:pt x="17365" y="20497"/>
                  <a:pt x="17380" y="20526"/>
                  <a:pt x="17424" y="20570"/>
                </a:cubicBezTo>
                <a:cubicBezTo>
                  <a:pt x="17380" y="20629"/>
                  <a:pt x="17365" y="20673"/>
                  <a:pt x="17336" y="20732"/>
                </a:cubicBezTo>
                <a:cubicBezTo>
                  <a:pt x="17292" y="20703"/>
                  <a:pt x="17277" y="20658"/>
                  <a:pt x="17233" y="20600"/>
                </a:cubicBezTo>
                <a:cubicBezTo>
                  <a:pt x="17277" y="20570"/>
                  <a:pt x="17292" y="20511"/>
                  <a:pt x="17336" y="20452"/>
                </a:cubicBezTo>
                <a:close/>
                <a:moveTo>
                  <a:pt x="17071" y="20511"/>
                </a:moveTo>
                <a:cubicBezTo>
                  <a:pt x="17086" y="20541"/>
                  <a:pt x="17130" y="20585"/>
                  <a:pt x="17145" y="20614"/>
                </a:cubicBezTo>
                <a:cubicBezTo>
                  <a:pt x="17130" y="20673"/>
                  <a:pt x="17086" y="20732"/>
                  <a:pt x="17071" y="20776"/>
                </a:cubicBezTo>
                <a:cubicBezTo>
                  <a:pt x="17056" y="20732"/>
                  <a:pt x="17042" y="20688"/>
                  <a:pt x="16998" y="20658"/>
                </a:cubicBezTo>
                <a:cubicBezTo>
                  <a:pt x="17042" y="20629"/>
                  <a:pt x="17056" y="20570"/>
                  <a:pt x="17071" y="20511"/>
                </a:cubicBezTo>
                <a:close/>
                <a:moveTo>
                  <a:pt x="18131" y="20452"/>
                </a:moveTo>
                <a:cubicBezTo>
                  <a:pt x="18190" y="20497"/>
                  <a:pt x="18248" y="20526"/>
                  <a:pt x="18278" y="20570"/>
                </a:cubicBezTo>
                <a:cubicBezTo>
                  <a:pt x="18248" y="20644"/>
                  <a:pt x="18190" y="20688"/>
                  <a:pt x="18160" y="20776"/>
                </a:cubicBezTo>
                <a:cubicBezTo>
                  <a:pt x="18116" y="20747"/>
                  <a:pt x="18072" y="20688"/>
                  <a:pt x="18028" y="20658"/>
                </a:cubicBezTo>
                <a:cubicBezTo>
                  <a:pt x="18072" y="20585"/>
                  <a:pt x="18101" y="20526"/>
                  <a:pt x="18131" y="20452"/>
                </a:cubicBezTo>
                <a:close/>
                <a:moveTo>
                  <a:pt x="16600" y="20688"/>
                </a:moveTo>
                <a:cubicBezTo>
                  <a:pt x="16600" y="20717"/>
                  <a:pt x="16615" y="20732"/>
                  <a:pt x="16615" y="20747"/>
                </a:cubicBezTo>
                <a:cubicBezTo>
                  <a:pt x="16615" y="20776"/>
                  <a:pt x="16600" y="20791"/>
                  <a:pt x="16600" y="20806"/>
                </a:cubicBezTo>
                <a:cubicBezTo>
                  <a:pt x="16571" y="20791"/>
                  <a:pt x="16571" y="20776"/>
                  <a:pt x="16571" y="20747"/>
                </a:cubicBezTo>
                <a:cubicBezTo>
                  <a:pt x="16571" y="20732"/>
                  <a:pt x="16571" y="20717"/>
                  <a:pt x="16600" y="20688"/>
                </a:cubicBezTo>
                <a:close/>
                <a:moveTo>
                  <a:pt x="16850" y="20570"/>
                </a:moveTo>
                <a:cubicBezTo>
                  <a:pt x="16895" y="20600"/>
                  <a:pt x="16909" y="20644"/>
                  <a:pt x="16924" y="20673"/>
                </a:cubicBezTo>
                <a:cubicBezTo>
                  <a:pt x="16909" y="20717"/>
                  <a:pt x="16880" y="20776"/>
                  <a:pt x="16865" y="20806"/>
                </a:cubicBezTo>
                <a:lnTo>
                  <a:pt x="16821" y="20688"/>
                </a:lnTo>
                <a:cubicBezTo>
                  <a:pt x="16836" y="20658"/>
                  <a:pt x="16850" y="20600"/>
                  <a:pt x="16850" y="20570"/>
                </a:cubicBezTo>
                <a:close/>
                <a:moveTo>
                  <a:pt x="16703" y="20629"/>
                </a:moveTo>
                <a:cubicBezTo>
                  <a:pt x="16718" y="20658"/>
                  <a:pt x="16733" y="20673"/>
                  <a:pt x="16733" y="20717"/>
                </a:cubicBezTo>
                <a:cubicBezTo>
                  <a:pt x="16718" y="20747"/>
                  <a:pt x="16718" y="20791"/>
                  <a:pt x="16703" y="20820"/>
                </a:cubicBezTo>
                <a:cubicBezTo>
                  <a:pt x="16688" y="20791"/>
                  <a:pt x="16688" y="20776"/>
                  <a:pt x="16659" y="20732"/>
                </a:cubicBezTo>
                <a:cubicBezTo>
                  <a:pt x="16688" y="20703"/>
                  <a:pt x="16688" y="20658"/>
                  <a:pt x="16703" y="20629"/>
                </a:cubicBezTo>
                <a:close/>
                <a:moveTo>
                  <a:pt x="17792" y="20570"/>
                </a:moveTo>
                <a:cubicBezTo>
                  <a:pt x="17822" y="20600"/>
                  <a:pt x="17881" y="20644"/>
                  <a:pt x="17925" y="20673"/>
                </a:cubicBezTo>
                <a:cubicBezTo>
                  <a:pt x="17881" y="20732"/>
                  <a:pt x="17836" y="20806"/>
                  <a:pt x="17807" y="20865"/>
                </a:cubicBezTo>
                <a:cubicBezTo>
                  <a:pt x="17778" y="20820"/>
                  <a:pt x="17733" y="20791"/>
                  <a:pt x="17675" y="20747"/>
                </a:cubicBezTo>
                <a:cubicBezTo>
                  <a:pt x="17719" y="20688"/>
                  <a:pt x="17748" y="20629"/>
                  <a:pt x="17792" y="20570"/>
                </a:cubicBezTo>
                <a:close/>
                <a:moveTo>
                  <a:pt x="17483" y="20644"/>
                </a:moveTo>
                <a:cubicBezTo>
                  <a:pt x="17513" y="20673"/>
                  <a:pt x="17557" y="20717"/>
                  <a:pt x="17586" y="20776"/>
                </a:cubicBezTo>
                <a:cubicBezTo>
                  <a:pt x="17557" y="20820"/>
                  <a:pt x="17513" y="20879"/>
                  <a:pt x="17498" y="20953"/>
                </a:cubicBezTo>
                <a:cubicBezTo>
                  <a:pt x="17454" y="20894"/>
                  <a:pt x="17424" y="20865"/>
                  <a:pt x="17410" y="20820"/>
                </a:cubicBezTo>
                <a:cubicBezTo>
                  <a:pt x="17424" y="20747"/>
                  <a:pt x="17454" y="20703"/>
                  <a:pt x="17483" y="20644"/>
                </a:cubicBezTo>
                <a:close/>
                <a:moveTo>
                  <a:pt x="17218" y="20717"/>
                </a:moveTo>
                <a:cubicBezTo>
                  <a:pt x="17262" y="20747"/>
                  <a:pt x="17277" y="20791"/>
                  <a:pt x="17307" y="20820"/>
                </a:cubicBezTo>
                <a:cubicBezTo>
                  <a:pt x="17277" y="20879"/>
                  <a:pt x="17233" y="20938"/>
                  <a:pt x="17218" y="20997"/>
                </a:cubicBezTo>
                <a:cubicBezTo>
                  <a:pt x="17204" y="20953"/>
                  <a:pt x="17159" y="20923"/>
                  <a:pt x="17145" y="20879"/>
                </a:cubicBezTo>
                <a:cubicBezTo>
                  <a:pt x="17159" y="20820"/>
                  <a:pt x="17204" y="20776"/>
                  <a:pt x="17218" y="20717"/>
                </a:cubicBezTo>
                <a:close/>
                <a:moveTo>
                  <a:pt x="16983" y="20776"/>
                </a:moveTo>
                <a:cubicBezTo>
                  <a:pt x="16998" y="20806"/>
                  <a:pt x="17012" y="20850"/>
                  <a:pt x="17056" y="20879"/>
                </a:cubicBezTo>
                <a:cubicBezTo>
                  <a:pt x="17042" y="20938"/>
                  <a:pt x="17012" y="20968"/>
                  <a:pt x="16983" y="21026"/>
                </a:cubicBezTo>
                <a:lnTo>
                  <a:pt x="16924" y="20923"/>
                </a:lnTo>
                <a:cubicBezTo>
                  <a:pt x="16939" y="20865"/>
                  <a:pt x="16968" y="20820"/>
                  <a:pt x="16983" y="20776"/>
                </a:cubicBezTo>
                <a:close/>
                <a:moveTo>
                  <a:pt x="16644" y="20879"/>
                </a:moveTo>
                <a:cubicBezTo>
                  <a:pt x="16644" y="20894"/>
                  <a:pt x="16659" y="20938"/>
                  <a:pt x="16659" y="20953"/>
                </a:cubicBezTo>
                <a:cubicBezTo>
                  <a:pt x="16644" y="20982"/>
                  <a:pt x="16644" y="21012"/>
                  <a:pt x="16630" y="21041"/>
                </a:cubicBezTo>
                <a:cubicBezTo>
                  <a:pt x="16630" y="21026"/>
                  <a:pt x="16615" y="21012"/>
                  <a:pt x="16615" y="20968"/>
                </a:cubicBezTo>
                <a:cubicBezTo>
                  <a:pt x="16630" y="20938"/>
                  <a:pt x="16630" y="20894"/>
                  <a:pt x="16644" y="20879"/>
                </a:cubicBezTo>
                <a:close/>
                <a:moveTo>
                  <a:pt x="16792" y="20820"/>
                </a:moveTo>
                <a:cubicBezTo>
                  <a:pt x="16821" y="20865"/>
                  <a:pt x="16836" y="20879"/>
                  <a:pt x="16836" y="20923"/>
                </a:cubicBezTo>
                <a:cubicBezTo>
                  <a:pt x="16821" y="20953"/>
                  <a:pt x="16792" y="21012"/>
                  <a:pt x="16777" y="21041"/>
                </a:cubicBezTo>
                <a:cubicBezTo>
                  <a:pt x="16762" y="21012"/>
                  <a:pt x="16762" y="20982"/>
                  <a:pt x="16747" y="20953"/>
                </a:cubicBezTo>
                <a:cubicBezTo>
                  <a:pt x="16762" y="20894"/>
                  <a:pt x="16777" y="20865"/>
                  <a:pt x="16792" y="20820"/>
                </a:cubicBezTo>
                <a:close/>
                <a:moveTo>
                  <a:pt x="17969" y="20732"/>
                </a:moveTo>
                <a:cubicBezTo>
                  <a:pt x="18028" y="20776"/>
                  <a:pt x="18072" y="20806"/>
                  <a:pt x="18116" y="20865"/>
                </a:cubicBezTo>
                <a:cubicBezTo>
                  <a:pt x="18087" y="20938"/>
                  <a:pt x="18028" y="20982"/>
                  <a:pt x="17984" y="21056"/>
                </a:cubicBezTo>
                <a:cubicBezTo>
                  <a:pt x="17954" y="21012"/>
                  <a:pt x="17925" y="20968"/>
                  <a:pt x="17866" y="20938"/>
                </a:cubicBezTo>
                <a:cubicBezTo>
                  <a:pt x="17895" y="20865"/>
                  <a:pt x="17939" y="20806"/>
                  <a:pt x="17969" y="20732"/>
                </a:cubicBezTo>
                <a:close/>
                <a:moveTo>
                  <a:pt x="17645" y="20820"/>
                </a:moveTo>
                <a:lnTo>
                  <a:pt x="17778" y="20953"/>
                </a:lnTo>
                <a:cubicBezTo>
                  <a:pt x="17733" y="21012"/>
                  <a:pt x="17704" y="21085"/>
                  <a:pt x="17660" y="21144"/>
                </a:cubicBezTo>
                <a:cubicBezTo>
                  <a:pt x="17630" y="21085"/>
                  <a:pt x="17586" y="21041"/>
                  <a:pt x="17557" y="21012"/>
                </a:cubicBezTo>
                <a:cubicBezTo>
                  <a:pt x="17586" y="20953"/>
                  <a:pt x="17630" y="20879"/>
                  <a:pt x="17645" y="20820"/>
                </a:cubicBezTo>
                <a:close/>
                <a:moveTo>
                  <a:pt x="17351" y="20894"/>
                </a:moveTo>
                <a:cubicBezTo>
                  <a:pt x="17380" y="20938"/>
                  <a:pt x="17410" y="20968"/>
                  <a:pt x="17439" y="21012"/>
                </a:cubicBezTo>
                <a:cubicBezTo>
                  <a:pt x="17410" y="21071"/>
                  <a:pt x="17365" y="21115"/>
                  <a:pt x="17351" y="21174"/>
                </a:cubicBezTo>
                <a:cubicBezTo>
                  <a:pt x="17336" y="21144"/>
                  <a:pt x="17307" y="21115"/>
                  <a:pt x="17277" y="21085"/>
                </a:cubicBezTo>
                <a:cubicBezTo>
                  <a:pt x="17277" y="21071"/>
                  <a:pt x="17262" y="21071"/>
                  <a:pt x="17262" y="21041"/>
                </a:cubicBezTo>
                <a:cubicBezTo>
                  <a:pt x="17292" y="21012"/>
                  <a:pt x="17336" y="20953"/>
                  <a:pt x="17351" y="20894"/>
                </a:cubicBezTo>
                <a:close/>
                <a:moveTo>
                  <a:pt x="17115" y="20968"/>
                </a:moveTo>
                <a:cubicBezTo>
                  <a:pt x="17130" y="21012"/>
                  <a:pt x="17159" y="21041"/>
                  <a:pt x="17189" y="21085"/>
                </a:cubicBezTo>
                <a:cubicBezTo>
                  <a:pt x="17145" y="21115"/>
                  <a:pt x="17130" y="21174"/>
                  <a:pt x="17086" y="21232"/>
                </a:cubicBezTo>
                <a:lnTo>
                  <a:pt x="17042" y="21115"/>
                </a:lnTo>
                <a:cubicBezTo>
                  <a:pt x="17056" y="21056"/>
                  <a:pt x="17086" y="21012"/>
                  <a:pt x="17115" y="20968"/>
                </a:cubicBezTo>
                <a:close/>
                <a:moveTo>
                  <a:pt x="16571" y="21115"/>
                </a:moveTo>
                <a:cubicBezTo>
                  <a:pt x="16571" y="21144"/>
                  <a:pt x="16571" y="21159"/>
                  <a:pt x="16585" y="21174"/>
                </a:cubicBezTo>
                <a:cubicBezTo>
                  <a:pt x="16585" y="21188"/>
                  <a:pt x="16571" y="21232"/>
                  <a:pt x="16571" y="21247"/>
                </a:cubicBezTo>
                <a:cubicBezTo>
                  <a:pt x="16571" y="21232"/>
                  <a:pt x="16556" y="21218"/>
                  <a:pt x="16556" y="21188"/>
                </a:cubicBezTo>
                <a:cubicBezTo>
                  <a:pt x="16556" y="21174"/>
                  <a:pt x="16571" y="21144"/>
                  <a:pt x="16571" y="21115"/>
                </a:cubicBezTo>
                <a:close/>
                <a:moveTo>
                  <a:pt x="16718" y="21056"/>
                </a:moveTo>
                <a:cubicBezTo>
                  <a:pt x="16718" y="21100"/>
                  <a:pt x="16733" y="21115"/>
                  <a:pt x="16733" y="21159"/>
                </a:cubicBezTo>
                <a:cubicBezTo>
                  <a:pt x="16718" y="21188"/>
                  <a:pt x="16703" y="21232"/>
                  <a:pt x="16703" y="21262"/>
                </a:cubicBezTo>
                <a:cubicBezTo>
                  <a:pt x="16703" y="21232"/>
                  <a:pt x="16688" y="21203"/>
                  <a:pt x="16688" y="21174"/>
                </a:cubicBezTo>
                <a:cubicBezTo>
                  <a:pt x="16703" y="21144"/>
                  <a:pt x="16703" y="21100"/>
                  <a:pt x="16718" y="21056"/>
                </a:cubicBezTo>
                <a:close/>
                <a:moveTo>
                  <a:pt x="16895" y="21012"/>
                </a:moveTo>
                <a:lnTo>
                  <a:pt x="16939" y="21115"/>
                </a:lnTo>
                <a:cubicBezTo>
                  <a:pt x="16924" y="21174"/>
                  <a:pt x="16909" y="21218"/>
                  <a:pt x="16895" y="21262"/>
                </a:cubicBezTo>
                <a:cubicBezTo>
                  <a:pt x="16865" y="21232"/>
                  <a:pt x="16850" y="21188"/>
                  <a:pt x="16850" y="21159"/>
                </a:cubicBezTo>
                <a:cubicBezTo>
                  <a:pt x="16850" y="21100"/>
                  <a:pt x="16865" y="21056"/>
                  <a:pt x="16895" y="21012"/>
                </a:cubicBezTo>
                <a:close/>
                <a:moveTo>
                  <a:pt x="17822" y="21012"/>
                </a:moveTo>
                <a:cubicBezTo>
                  <a:pt x="17866" y="21041"/>
                  <a:pt x="17925" y="21085"/>
                  <a:pt x="17954" y="21144"/>
                </a:cubicBezTo>
                <a:cubicBezTo>
                  <a:pt x="17925" y="21218"/>
                  <a:pt x="17866" y="21262"/>
                  <a:pt x="17822" y="21335"/>
                </a:cubicBezTo>
                <a:cubicBezTo>
                  <a:pt x="17792" y="21262"/>
                  <a:pt x="17748" y="21232"/>
                  <a:pt x="17719" y="21188"/>
                </a:cubicBezTo>
                <a:cubicBezTo>
                  <a:pt x="17748" y="21144"/>
                  <a:pt x="17792" y="21071"/>
                  <a:pt x="17822" y="21012"/>
                </a:cubicBezTo>
                <a:close/>
                <a:moveTo>
                  <a:pt x="17498" y="21056"/>
                </a:moveTo>
                <a:cubicBezTo>
                  <a:pt x="17527" y="21100"/>
                  <a:pt x="17571" y="21144"/>
                  <a:pt x="17601" y="21188"/>
                </a:cubicBezTo>
                <a:cubicBezTo>
                  <a:pt x="17571" y="21247"/>
                  <a:pt x="17527" y="21321"/>
                  <a:pt x="17498" y="21380"/>
                </a:cubicBezTo>
                <a:cubicBezTo>
                  <a:pt x="17454" y="21335"/>
                  <a:pt x="17439" y="21306"/>
                  <a:pt x="17410" y="21247"/>
                </a:cubicBezTo>
                <a:cubicBezTo>
                  <a:pt x="17439" y="21188"/>
                  <a:pt x="17483" y="21144"/>
                  <a:pt x="17498" y="21056"/>
                </a:cubicBezTo>
                <a:close/>
                <a:moveTo>
                  <a:pt x="17218" y="21144"/>
                </a:moveTo>
                <a:cubicBezTo>
                  <a:pt x="17233" y="21174"/>
                  <a:pt x="17277" y="21218"/>
                  <a:pt x="17307" y="21247"/>
                </a:cubicBezTo>
                <a:cubicBezTo>
                  <a:pt x="17277" y="21306"/>
                  <a:pt x="17262" y="21350"/>
                  <a:pt x="17218" y="21409"/>
                </a:cubicBezTo>
                <a:cubicBezTo>
                  <a:pt x="17204" y="21394"/>
                  <a:pt x="17204" y="21380"/>
                  <a:pt x="17189" y="21350"/>
                </a:cubicBezTo>
                <a:cubicBezTo>
                  <a:pt x="17159" y="21335"/>
                  <a:pt x="17159" y="21321"/>
                  <a:pt x="17145" y="21306"/>
                </a:cubicBezTo>
                <a:cubicBezTo>
                  <a:pt x="17159" y="21247"/>
                  <a:pt x="17204" y="21188"/>
                  <a:pt x="17218" y="21144"/>
                </a:cubicBezTo>
                <a:close/>
                <a:moveTo>
                  <a:pt x="16983" y="21218"/>
                </a:moveTo>
                <a:lnTo>
                  <a:pt x="17042" y="21321"/>
                </a:lnTo>
                <a:cubicBezTo>
                  <a:pt x="17012" y="21380"/>
                  <a:pt x="16983" y="21424"/>
                  <a:pt x="16968" y="21468"/>
                </a:cubicBezTo>
                <a:lnTo>
                  <a:pt x="16909" y="21365"/>
                </a:lnTo>
                <a:cubicBezTo>
                  <a:pt x="16939" y="21306"/>
                  <a:pt x="16968" y="21247"/>
                  <a:pt x="16983" y="21218"/>
                </a:cubicBezTo>
                <a:close/>
                <a:moveTo>
                  <a:pt x="16644" y="21321"/>
                </a:moveTo>
                <a:cubicBezTo>
                  <a:pt x="16644" y="21335"/>
                  <a:pt x="16674" y="21380"/>
                  <a:pt x="16674" y="21394"/>
                </a:cubicBezTo>
                <a:cubicBezTo>
                  <a:pt x="16644" y="21424"/>
                  <a:pt x="16644" y="21468"/>
                  <a:pt x="16630" y="21483"/>
                </a:cubicBezTo>
                <a:cubicBezTo>
                  <a:pt x="16615" y="21453"/>
                  <a:pt x="16615" y="21424"/>
                  <a:pt x="16615" y="21409"/>
                </a:cubicBezTo>
                <a:cubicBezTo>
                  <a:pt x="16630" y="21380"/>
                  <a:pt x="16630" y="21335"/>
                  <a:pt x="16644" y="21321"/>
                </a:cubicBezTo>
                <a:close/>
                <a:moveTo>
                  <a:pt x="16792" y="21262"/>
                </a:moveTo>
                <a:cubicBezTo>
                  <a:pt x="16806" y="21306"/>
                  <a:pt x="16836" y="21335"/>
                  <a:pt x="16836" y="21365"/>
                </a:cubicBezTo>
                <a:cubicBezTo>
                  <a:pt x="16821" y="21394"/>
                  <a:pt x="16792" y="21453"/>
                  <a:pt x="16777" y="21483"/>
                </a:cubicBezTo>
                <a:cubicBezTo>
                  <a:pt x="16762" y="21453"/>
                  <a:pt x="16762" y="21409"/>
                  <a:pt x="16733" y="21394"/>
                </a:cubicBezTo>
                <a:cubicBezTo>
                  <a:pt x="16762" y="21365"/>
                  <a:pt x="16777" y="21306"/>
                  <a:pt x="16792" y="21262"/>
                </a:cubicBezTo>
                <a:close/>
                <a:moveTo>
                  <a:pt x="17660" y="21262"/>
                </a:moveTo>
                <a:cubicBezTo>
                  <a:pt x="17704" y="21306"/>
                  <a:pt x="17733" y="21365"/>
                  <a:pt x="17763" y="21394"/>
                </a:cubicBezTo>
                <a:cubicBezTo>
                  <a:pt x="17733" y="21453"/>
                  <a:pt x="17675" y="21527"/>
                  <a:pt x="17645" y="21586"/>
                </a:cubicBezTo>
                <a:cubicBezTo>
                  <a:pt x="17630" y="21541"/>
                  <a:pt x="17586" y="21483"/>
                  <a:pt x="17557" y="21453"/>
                </a:cubicBezTo>
                <a:cubicBezTo>
                  <a:pt x="17586" y="21394"/>
                  <a:pt x="17630" y="21321"/>
                  <a:pt x="17660" y="21262"/>
                </a:cubicBezTo>
                <a:close/>
                <a:moveTo>
                  <a:pt x="17365" y="21335"/>
                </a:moveTo>
                <a:cubicBezTo>
                  <a:pt x="17410" y="21380"/>
                  <a:pt x="17424" y="21409"/>
                  <a:pt x="17454" y="21468"/>
                </a:cubicBezTo>
                <a:lnTo>
                  <a:pt x="17351" y="21630"/>
                </a:lnTo>
                <a:cubicBezTo>
                  <a:pt x="17307" y="21600"/>
                  <a:pt x="17292" y="21541"/>
                  <a:pt x="17277" y="21512"/>
                </a:cubicBezTo>
                <a:cubicBezTo>
                  <a:pt x="17307" y="21453"/>
                  <a:pt x="17336" y="21394"/>
                  <a:pt x="17365" y="21335"/>
                </a:cubicBezTo>
                <a:close/>
                <a:moveTo>
                  <a:pt x="17086" y="21394"/>
                </a:moveTo>
                <a:cubicBezTo>
                  <a:pt x="17096" y="21394"/>
                  <a:pt x="17099" y="21401"/>
                  <a:pt x="17096" y="21401"/>
                </a:cubicBezTo>
                <a:cubicBezTo>
                  <a:pt x="17094" y="21401"/>
                  <a:pt x="17091" y="21399"/>
                  <a:pt x="17086" y="21394"/>
                </a:cubicBezTo>
                <a:lnTo>
                  <a:pt x="17086" y="21394"/>
                </a:lnTo>
                <a:cubicBezTo>
                  <a:pt x="17130" y="21453"/>
                  <a:pt x="17145" y="21468"/>
                  <a:pt x="17159" y="21512"/>
                </a:cubicBezTo>
                <a:cubicBezTo>
                  <a:pt x="17130" y="21556"/>
                  <a:pt x="17115" y="21615"/>
                  <a:pt x="17071" y="21674"/>
                </a:cubicBezTo>
                <a:cubicBezTo>
                  <a:pt x="17071" y="21659"/>
                  <a:pt x="17056" y="21659"/>
                  <a:pt x="17056" y="21630"/>
                </a:cubicBezTo>
                <a:cubicBezTo>
                  <a:pt x="17042" y="21600"/>
                  <a:pt x="17012" y="21586"/>
                  <a:pt x="17012" y="21541"/>
                </a:cubicBezTo>
                <a:cubicBezTo>
                  <a:pt x="17042" y="21512"/>
                  <a:pt x="17071" y="21453"/>
                  <a:pt x="17086" y="21394"/>
                </a:cubicBezTo>
                <a:close/>
                <a:moveTo>
                  <a:pt x="16556" y="21556"/>
                </a:moveTo>
                <a:cubicBezTo>
                  <a:pt x="16556" y="21586"/>
                  <a:pt x="16556" y="21600"/>
                  <a:pt x="16571" y="21615"/>
                </a:cubicBezTo>
                <a:cubicBezTo>
                  <a:pt x="16571" y="21630"/>
                  <a:pt x="16556" y="21674"/>
                  <a:pt x="16556" y="21689"/>
                </a:cubicBezTo>
                <a:cubicBezTo>
                  <a:pt x="16541" y="21674"/>
                  <a:pt x="16541" y="21659"/>
                  <a:pt x="16541" y="21630"/>
                </a:cubicBezTo>
                <a:cubicBezTo>
                  <a:pt x="16541" y="21615"/>
                  <a:pt x="16556" y="21586"/>
                  <a:pt x="16556" y="21556"/>
                </a:cubicBezTo>
                <a:close/>
                <a:moveTo>
                  <a:pt x="16688" y="21512"/>
                </a:moveTo>
                <a:cubicBezTo>
                  <a:pt x="16703" y="21541"/>
                  <a:pt x="16718" y="21556"/>
                  <a:pt x="16718" y="21600"/>
                </a:cubicBezTo>
                <a:lnTo>
                  <a:pt x="16674" y="21703"/>
                </a:lnTo>
                <a:cubicBezTo>
                  <a:pt x="16674" y="21674"/>
                  <a:pt x="16644" y="21644"/>
                  <a:pt x="16644" y="21615"/>
                </a:cubicBezTo>
                <a:cubicBezTo>
                  <a:pt x="16674" y="21586"/>
                  <a:pt x="16688" y="21541"/>
                  <a:pt x="16688" y="21512"/>
                </a:cubicBezTo>
                <a:close/>
                <a:moveTo>
                  <a:pt x="16865" y="21453"/>
                </a:moveTo>
                <a:lnTo>
                  <a:pt x="16924" y="21556"/>
                </a:lnTo>
                <a:cubicBezTo>
                  <a:pt x="16909" y="21615"/>
                  <a:pt x="16865" y="21659"/>
                  <a:pt x="16850" y="21703"/>
                </a:cubicBezTo>
                <a:cubicBezTo>
                  <a:pt x="16836" y="21674"/>
                  <a:pt x="16836" y="21630"/>
                  <a:pt x="16806" y="21600"/>
                </a:cubicBezTo>
                <a:cubicBezTo>
                  <a:pt x="16836" y="21541"/>
                  <a:pt x="16850" y="21512"/>
                  <a:pt x="16865" y="21453"/>
                </a:cubicBezTo>
                <a:close/>
                <a:moveTo>
                  <a:pt x="17513" y="21527"/>
                </a:moveTo>
                <a:cubicBezTo>
                  <a:pt x="17557" y="21556"/>
                  <a:pt x="17586" y="21615"/>
                  <a:pt x="17616" y="21644"/>
                </a:cubicBezTo>
                <a:cubicBezTo>
                  <a:pt x="17586" y="21703"/>
                  <a:pt x="17542" y="21777"/>
                  <a:pt x="17498" y="21836"/>
                </a:cubicBezTo>
                <a:cubicBezTo>
                  <a:pt x="17454" y="21777"/>
                  <a:pt x="17424" y="21747"/>
                  <a:pt x="17410" y="21689"/>
                </a:cubicBezTo>
                <a:lnTo>
                  <a:pt x="17513" y="21527"/>
                </a:lnTo>
                <a:close/>
                <a:moveTo>
                  <a:pt x="17218" y="21586"/>
                </a:moveTo>
                <a:cubicBezTo>
                  <a:pt x="17233" y="21615"/>
                  <a:pt x="17277" y="21659"/>
                  <a:pt x="17292" y="21703"/>
                </a:cubicBezTo>
                <a:cubicBezTo>
                  <a:pt x="17262" y="21762"/>
                  <a:pt x="17233" y="21821"/>
                  <a:pt x="17204" y="21880"/>
                </a:cubicBezTo>
                <a:cubicBezTo>
                  <a:pt x="17189" y="21836"/>
                  <a:pt x="17145" y="21792"/>
                  <a:pt x="17130" y="21747"/>
                </a:cubicBezTo>
                <a:cubicBezTo>
                  <a:pt x="17159" y="21689"/>
                  <a:pt x="17174" y="21630"/>
                  <a:pt x="17218" y="21586"/>
                </a:cubicBezTo>
                <a:close/>
                <a:moveTo>
                  <a:pt x="16497" y="21836"/>
                </a:moveTo>
                <a:lnTo>
                  <a:pt x="16497" y="21850"/>
                </a:lnTo>
                <a:cubicBezTo>
                  <a:pt x="16497" y="21880"/>
                  <a:pt x="16482" y="21895"/>
                  <a:pt x="16482" y="21895"/>
                </a:cubicBezTo>
                <a:lnTo>
                  <a:pt x="16482" y="21880"/>
                </a:lnTo>
                <a:cubicBezTo>
                  <a:pt x="16482" y="21850"/>
                  <a:pt x="16482" y="21836"/>
                  <a:pt x="16497" y="21836"/>
                </a:cubicBezTo>
                <a:close/>
                <a:moveTo>
                  <a:pt x="16983" y="21659"/>
                </a:moveTo>
                <a:cubicBezTo>
                  <a:pt x="16983" y="21674"/>
                  <a:pt x="16998" y="21674"/>
                  <a:pt x="16998" y="21689"/>
                </a:cubicBezTo>
                <a:cubicBezTo>
                  <a:pt x="17012" y="21703"/>
                  <a:pt x="17042" y="21747"/>
                  <a:pt x="17042" y="21762"/>
                </a:cubicBezTo>
                <a:cubicBezTo>
                  <a:pt x="16998" y="21821"/>
                  <a:pt x="16983" y="21880"/>
                  <a:pt x="16939" y="21909"/>
                </a:cubicBezTo>
                <a:lnTo>
                  <a:pt x="16895" y="21806"/>
                </a:lnTo>
                <a:cubicBezTo>
                  <a:pt x="16924" y="21747"/>
                  <a:pt x="16939" y="21689"/>
                  <a:pt x="16983" y="21659"/>
                </a:cubicBezTo>
                <a:close/>
                <a:moveTo>
                  <a:pt x="16615" y="21762"/>
                </a:moveTo>
                <a:cubicBezTo>
                  <a:pt x="16615" y="21777"/>
                  <a:pt x="16630" y="21821"/>
                  <a:pt x="16630" y="21836"/>
                </a:cubicBezTo>
                <a:cubicBezTo>
                  <a:pt x="16615" y="21880"/>
                  <a:pt x="16615" y="21909"/>
                  <a:pt x="16600" y="21924"/>
                </a:cubicBezTo>
                <a:cubicBezTo>
                  <a:pt x="16600" y="21909"/>
                  <a:pt x="16571" y="21880"/>
                  <a:pt x="16571" y="21850"/>
                </a:cubicBezTo>
                <a:cubicBezTo>
                  <a:pt x="16600" y="21821"/>
                  <a:pt x="16600" y="21777"/>
                  <a:pt x="16615" y="21762"/>
                </a:cubicBezTo>
                <a:close/>
                <a:moveTo>
                  <a:pt x="16777" y="21703"/>
                </a:moveTo>
                <a:cubicBezTo>
                  <a:pt x="16777" y="21733"/>
                  <a:pt x="16792" y="21762"/>
                  <a:pt x="16821" y="21792"/>
                </a:cubicBezTo>
                <a:cubicBezTo>
                  <a:pt x="16792" y="21836"/>
                  <a:pt x="16777" y="21895"/>
                  <a:pt x="16762" y="21924"/>
                </a:cubicBezTo>
                <a:cubicBezTo>
                  <a:pt x="16747" y="21895"/>
                  <a:pt x="16747" y="21865"/>
                  <a:pt x="16718" y="21836"/>
                </a:cubicBezTo>
                <a:cubicBezTo>
                  <a:pt x="16733" y="21792"/>
                  <a:pt x="16762" y="21747"/>
                  <a:pt x="16777" y="21703"/>
                </a:cubicBezTo>
                <a:close/>
                <a:moveTo>
                  <a:pt x="17351" y="21777"/>
                </a:moveTo>
                <a:cubicBezTo>
                  <a:pt x="17380" y="21821"/>
                  <a:pt x="17410" y="21880"/>
                  <a:pt x="17439" y="21909"/>
                </a:cubicBezTo>
                <a:cubicBezTo>
                  <a:pt x="17410" y="21939"/>
                  <a:pt x="17380" y="21998"/>
                  <a:pt x="17351" y="22042"/>
                </a:cubicBezTo>
                <a:cubicBezTo>
                  <a:pt x="17336" y="22057"/>
                  <a:pt x="17336" y="22071"/>
                  <a:pt x="17307" y="22086"/>
                </a:cubicBezTo>
                <a:cubicBezTo>
                  <a:pt x="17292" y="22057"/>
                  <a:pt x="17262" y="22012"/>
                  <a:pt x="17233" y="21968"/>
                </a:cubicBezTo>
                <a:cubicBezTo>
                  <a:pt x="17277" y="21895"/>
                  <a:pt x="17307" y="21836"/>
                  <a:pt x="17351" y="21777"/>
                </a:cubicBezTo>
                <a:close/>
                <a:moveTo>
                  <a:pt x="17086" y="21836"/>
                </a:moveTo>
                <a:cubicBezTo>
                  <a:pt x="17101" y="21880"/>
                  <a:pt x="17130" y="21909"/>
                  <a:pt x="17159" y="21954"/>
                </a:cubicBezTo>
                <a:cubicBezTo>
                  <a:pt x="17130" y="21998"/>
                  <a:pt x="17086" y="22057"/>
                  <a:pt x="17071" y="22115"/>
                </a:cubicBezTo>
                <a:cubicBezTo>
                  <a:pt x="17042" y="22071"/>
                  <a:pt x="17012" y="22042"/>
                  <a:pt x="16998" y="21998"/>
                </a:cubicBezTo>
                <a:cubicBezTo>
                  <a:pt x="17042" y="21954"/>
                  <a:pt x="17056" y="21895"/>
                  <a:pt x="17086" y="21836"/>
                </a:cubicBezTo>
                <a:close/>
                <a:moveTo>
                  <a:pt x="16512" y="22027"/>
                </a:moveTo>
                <a:cubicBezTo>
                  <a:pt x="16512" y="22042"/>
                  <a:pt x="16512" y="22057"/>
                  <a:pt x="16541" y="22071"/>
                </a:cubicBezTo>
                <a:cubicBezTo>
                  <a:pt x="16512" y="22101"/>
                  <a:pt x="16512" y="22130"/>
                  <a:pt x="16497" y="22145"/>
                </a:cubicBezTo>
                <a:lnTo>
                  <a:pt x="16497" y="22101"/>
                </a:lnTo>
                <a:cubicBezTo>
                  <a:pt x="16497" y="22071"/>
                  <a:pt x="16512" y="22042"/>
                  <a:pt x="16512" y="22027"/>
                </a:cubicBezTo>
                <a:close/>
                <a:moveTo>
                  <a:pt x="16674" y="21954"/>
                </a:moveTo>
                <a:cubicBezTo>
                  <a:pt x="16688" y="21983"/>
                  <a:pt x="16688" y="21998"/>
                  <a:pt x="16703" y="22042"/>
                </a:cubicBezTo>
                <a:lnTo>
                  <a:pt x="16644" y="22145"/>
                </a:lnTo>
                <a:cubicBezTo>
                  <a:pt x="16644" y="22115"/>
                  <a:pt x="16630" y="22086"/>
                  <a:pt x="16630" y="22057"/>
                </a:cubicBezTo>
                <a:cubicBezTo>
                  <a:pt x="16630" y="22042"/>
                  <a:pt x="16644" y="21983"/>
                  <a:pt x="16674" y="21954"/>
                </a:cubicBezTo>
                <a:close/>
                <a:moveTo>
                  <a:pt x="16850" y="21895"/>
                </a:moveTo>
                <a:cubicBezTo>
                  <a:pt x="16865" y="21909"/>
                  <a:pt x="16865" y="21924"/>
                  <a:pt x="16865" y="21954"/>
                </a:cubicBezTo>
                <a:cubicBezTo>
                  <a:pt x="16865" y="21968"/>
                  <a:pt x="16880" y="21983"/>
                  <a:pt x="16880" y="21998"/>
                </a:cubicBezTo>
                <a:cubicBezTo>
                  <a:pt x="16865" y="22057"/>
                  <a:pt x="16836" y="22101"/>
                  <a:pt x="16806" y="22145"/>
                </a:cubicBezTo>
                <a:cubicBezTo>
                  <a:pt x="16792" y="22115"/>
                  <a:pt x="16792" y="22071"/>
                  <a:pt x="16777" y="22042"/>
                </a:cubicBezTo>
                <a:cubicBezTo>
                  <a:pt x="16792" y="21983"/>
                  <a:pt x="16836" y="21954"/>
                  <a:pt x="16850" y="21895"/>
                </a:cubicBezTo>
                <a:close/>
                <a:moveTo>
                  <a:pt x="16453" y="22263"/>
                </a:moveTo>
                <a:lnTo>
                  <a:pt x="16453" y="22292"/>
                </a:lnTo>
                <a:cubicBezTo>
                  <a:pt x="16453" y="22307"/>
                  <a:pt x="16424" y="22336"/>
                  <a:pt x="16424" y="22336"/>
                </a:cubicBezTo>
                <a:lnTo>
                  <a:pt x="16424" y="22321"/>
                </a:lnTo>
                <a:cubicBezTo>
                  <a:pt x="16424" y="22292"/>
                  <a:pt x="16453" y="22277"/>
                  <a:pt x="16453" y="22263"/>
                </a:cubicBezTo>
                <a:close/>
                <a:moveTo>
                  <a:pt x="17204" y="22042"/>
                </a:moveTo>
                <a:cubicBezTo>
                  <a:pt x="17218" y="22071"/>
                  <a:pt x="17248" y="22115"/>
                  <a:pt x="17277" y="22160"/>
                </a:cubicBezTo>
                <a:lnTo>
                  <a:pt x="17159" y="22336"/>
                </a:lnTo>
                <a:cubicBezTo>
                  <a:pt x="17145" y="22292"/>
                  <a:pt x="17130" y="22263"/>
                  <a:pt x="17086" y="22204"/>
                </a:cubicBezTo>
                <a:lnTo>
                  <a:pt x="17204" y="22042"/>
                </a:lnTo>
                <a:close/>
                <a:moveTo>
                  <a:pt x="16556" y="22189"/>
                </a:moveTo>
                <a:cubicBezTo>
                  <a:pt x="16556" y="22204"/>
                  <a:pt x="16571" y="22248"/>
                  <a:pt x="16571" y="22263"/>
                </a:cubicBezTo>
                <a:lnTo>
                  <a:pt x="16538" y="22340"/>
                </a:lnTo>
                <a:cubicBezTo>
                  <a:pt x="16538" y="22329"/>
                  <a:pt x="16534" y="22314"/>
                  <a:pt x="16527" y="22292"/>
                </a:cubicBezTo>
                <a:cubicBezTo>
                  <a:pt x="16541" y="22263"/>
                  <a:pt x="16541" y="22218"/>
                  <a:pt x="16556" y="22189"/>
                </a:cubicBezTo>
                <a:close/>
                <a:moveTo>
                  <a:pt x="16718" y="22145"/>
                </a:moveTo>
                <a:cubicBezTo>
                  <a:pt x="16733" y="22160"/>
                  <a:pt x="16762" y="22204"/>
                  <a:pt x="16762" y="22218"/>
                </a:cubicBezTo>
                <a:lnTo>
                  <a:pt x="16762" y="22248"/>
                </a:lnTo>
                <a:cubicBezTo>
                  <a:pt x="16747" y="22277"/>
                  <a:pt x="16703" y="22336"/>
                  <a:pt x="16688" y="22366"/>
                </a:cubicBezTo>
                <a:cubicBezTo>
                  <a:pt x="16674" y="22336"/>
                  <a:pt x="16674" y="22292"/>
                  <a:pt x="16674" y="22277"/>
                </a:cubicBezTo>
                <a:cubicBezTo>
                  <a:pt x="16688" y="22248"/>
                  <a:pt x="16703" y="22189"/>
                  <a:pt x="16718" y="22145"/>
                </a:cubicBezTo>
                <a:close/>
                <a:moveTo>
                  <a:pt x="16968" y="22101"/>
                </a:moveTo>
                <a:cubicBezTo>
                  <a:pt x="16968" y="22130"/>
                  <a:pt x="16983" y="22160"/>
                  <a:pt x="16998" y="22204"/>
                </a:cubicBezTo>
                <a:cubicBezTo>
                  <a:pt x="16968" y="22263"/>
                  <a:pt x="16939" y="22321"/>
                  <a:pt x="16909" y="22366"/>
                </a:cubicBezTo>
                <a:cubicBezTo>
                  <a:pt x="16895" y="22336"/>
                  <a:pt x="16865" y="22292"/>
                  <a:pt x="16865" y="22263"/>
                </a:cubicBezTo>
                <a:cubicBezTo>
                  <a:pt x="16909" y="22204"/>
                  <a:pt x="16924" y="22145"/>
                  <a:pt x="16968" y="22101"/>
                </a:cubicBezTo>
                <a:close/>
                <a:moveTo>
                  <a:pt x="17042" y="22277"/>
                </a:moveTo>
                <a:cubicBezTo>
                  <a:pt x="17056" y="22321"/>
                  <a:pt x="17071" y="22351"/>
                  <a:pt x="17115" y="22395"/>
                </a:cubicBezTo>
                <a:lnTo>
                  <a:pt x="16998" y="22557"/>
                </a:lnTo>
                <a:lnTo>
                  <a:pt x="16939" y="22439"/>
                </a:lnTo>
                <a:cubicBezTo>
                  <a:pt x="16983" y="22395"/>
                  <a:pt x="17012" y="22336"/>
                  <a:pt x="17042" y="22277"/>
                </a:cubicBezTo>
                <a:close/>
                <a:moveTo>
                  <a:pt x="16482" y="22454"/>
                </a:moveTo>
                <a:cubicBezTo>
                  <a:pt x="16482" y="22483"/>
                  <a:pt x="16482" y="22498"/>
                  <a:pt x="16497" y="22513"/>
                </a:cubicBezTo>
                <a:cubicBezTo>
                  <a:pt x="16482" y="22527"/>
                  <a:pt x="16482" y="22572"/>
                  <a:pt x="16468" y="22586"/>
                </a:cubicBezTo>
                <a:cubicBezTo>
                  <a:pt x="16453" y="22572"/>
                  <a:pt x="16453" y="22557"/>
                  <a:pt x="16453" y="22527"/>
                </a:cubicBezTo>
                <a:cubicBezTo>
                  <a:pt x="16468" y="22513"/>
                  <a:pt x="16468" y="22483"/>
                  <a:pt x="16482" y="22454"/>
                </a:cubicBezTo>
                <a:close/>
                <a:moveTo>
                  <a:pt x="16792" y="22336"/>
                </a:moveTo>
                <a:cubicBezTo>
                  <a:pt x="16836" y="22366"/>
                  <a:pt x="16836" y="22410"/>
                  <a:pt x="16850" y="22439"/>
                </a:cubicBezTo>
                <a:cubicBezTo>
                  <a:pt x="16821" y="22498"/>
                  <a:pt x="16792" y="22527"/>
                  <a:pt x="16762" y="22586"/>
                </a:cubicBezTo>
                <a:cubicBezTo>
                  <a:pt x="16747" y="22557"/>
                  <a:pt x="16747" y="22513"/>
                  <a:pt x="16718" y="22483"/>
                </a:cubicBezTo>
                <a:cubicBezTo>
                  <a:pt x="16733" y="22424"/>
                  <a:pt x="16777" y="22395"/>
                  <a:pt x="16792" y="22336"/>
                </a:cubicBezTo>
                <a:close/>
                <a:moveTo>
                  <a:pt x="16615" y="22395"/>
                </a:moveTo>
                <a:cubicBezTo>
                  <a:pt x="16615" y="22424"/>
                  <a:pt x="16630" y="22439"/>
                  <a:pt x="16630" y="22483"/>
                </a:cubicBezTo>
                <a:cubicBezTo>
                  <a:pt x="16615" y="22513"/>
                  <a:pt x="16585" y="22557"/>
                  <a:pt x="16571" y="22616"/>
                </a:cubicBezTo>
                <a:cubicBezTo>
                  <a:pt x="16571" y="22572"/>
                  <a:pt x="16571" y="22527"/>
                  <a:pt x="16556" y="22513"/>
                </a:cubicBezTo>
                <a:cubicBezTo>
                  <a:pt x="16571" y="22483"/>
                  <a:pt x="16600" y="22439"/>
                  <a:pt x="16615" y="22395"/>
                </a:cubicBezTo>
                <a:close/>
                <a:moveTo>
                  <a:pt x="16365" y="22704"/>
                </a:moveTo>
                <a:lnTo>
                  <a:pt x="16365" y="22719"/>
                </a:lnTo>
                <a:cubicBezTo>
                  <a:pt x="16365" y="22733"/>
                  <a:pt x="16350" y="22748"/>
                  <a:pt x="16350" y="22778"/>
                </a:cubicBezTo>
                <a:lnTo>
                  <a:pt x="16350" y="22763"/>
                </a:lnTo>
                <a:cubicBezTo>
                  <a:pt x="16350" y="22733"/>
                  <a:pt x="16365" y="22719"/>
                  <a:pt x="16365" y="22704"/>
                </a:cubicBezTo>
                <a:close/>
                <a:moveTo>
                  <a:pt x="16497" y="22630"/>
                </a:moveTo>
                <a:cubicBezTo>
                  <a:pt x="16497" y="22645"/>
                  <a:pt x="16512" y="22689"/>
                  <a:pt x="16512" y="22704"/>
                </a:cubicBezTo>
                <a:lnTo>
                  <a:pt x="16468" y="22807"/>
                </a:lnTo>
                <a:lnTo>
                  <a:pt x="16468" y="22733"/>
                </a:lnTo>
                <a:cubicBezTo>
                  <a:pt x="16482" y="22704"/>
                  <a:pt x="16497" y="22660"/>
                  <a:pt x="16497" y="22630"/>
                </a:cubicBezTo>
                <a:close/>
                <a:moveTo>
                  <a:pt x="16688" y="22586"/>
                </a:moveTo>
                <a:cubicBezTo>
                  <a:pt x="16703" y="22630"/>
                  <a:pt x="16703" y="22660"/>
                  <a:pt x="16718" y="22689"/>
                </a:cubicBezTo>
                <a:cubicBezTo>
                  <a:pt x="16703" y="22719"/>
                  <a:pt x="16674" y="22778"/>
                  <a:pt x="16644" y="22807"/>
                </a:cubicBezTo>
                <a:cubicBezTo>
                  <a:pt x="16644" y="22792"/>
                  <a:pt x="16630" y="22748"/>
                  <a:pt x="16630" y="22733"/>
                </a:cubicBezTo>
                <a:cubicBezTo>
                  <a:pt x="16615" y="22733"/>
                  <a:pt x="16615" y="22733"/>
                  <a:pt x="16615" y="22719"/>
                </a:cubicBezTo>
                <a:cubicBezTo>
                  <a:pt x="16630" y="22689"/>
                  <a:pt x="16674" y="22630"/>
                  <a:pt x="16688" y="22586"/>
                </a:cubicBezTo>
                <a:close/>
                <a:moveTo>
                  <a:pt x="16895" y="22542"/>
                </a:moveTo>
                <a:lnTo>
                  <a:pt x="16939" y="22645"/>
                </a:lnTo>
                <a:lnTo>
                  <a:pt x="16836" y="22807"/>
                </a:lnTo>
                <a:cubicBezTo>
                  <a:pt x="16821" y="22778"/>
                  <a:pt x="16821" y="22733"/>
                  <a:pt x="16792" y="22704"/>
                </a:cubicBezTo>
                <a:cubicBezTo>
                  <a:pt x="16836" y="22645"/>
                  <a:pt x="16850" y="22586"/>
                  <a:pt x="16895" y="22542"/>
                </a:cubicBezTo>
                <a:close/>
                <a:moveTo>
                  <a:pt x="16409" y="22881"/>
                </a:moveTo>
                <a:lnTo>
                  <a:pt x="16409" y="22940"/>
                </a:lnTo>
                <a:cubicBezTo>
                  <a:pt x="16394" y="22984"/>
                  <a:pt x="16394" y="22998"/>
                  <a:pt x="16365" y="23028"/>
                </a:cubicBezTo>
                <a:lnTo>
                  <a:pt x="16365" y="22984"/>
                </a:lnTo>
                <a:cubicBezTo>
                  <a:pt x="16394" y="22940"/>
                  <a:pt x="16394" y="22925"/>
                  <a:pt x="16409" y="22881"/>
                </a:cubicBezTo>
                <a:close/>
                <a:moveTo>
                  <a:pt x="16762" y="22778"/>
                </a:moveTo>
                <a:cubicBezTo>
                  <a:pt x="16762" y="22836"/>
                  <a:pt x="16777" y="22851"/>
                  <a:pt x="16792" y="22881"/>
                </a:cubicBezTo>
                <a:cubicBezTo>
                  <a:pt x="16762" y="22940"/>
                  <a:pt x="16747" y="22984"/>
                  <a:pt x="16703" y="23028"/>
                </a:cubicBezTo>
                <a:cubicBezTo>
                  <a:pt x="16688" y="22998"/>
                  <a:pt x="16688" y="22954"/>
                  <a:pt x="16674" y="22925"/>
                </a:cubicBezTo>
                <a:cubicBezTo>
                  <a:pt x="16703" y="22866"/>
                  <a:pt x="16718" y="22836"/>
                  <a:pt x="16762" y="22778"/>
                </a:cubicBezTo>
                <a:close/>
                <a:moveTo>
                  <a:pt x="16556" y="22836"/>
                </a:moveTo>
                <a:cubicBezTo>
                  <a:pt x="16556" y="22866"/>
                  <a:pt x="16571" y="22881"/>
                  <a:pt x="16571" y="22925"/>
                </a:cubicBezTo>
                <a:cubicBezTo>
                  <a:pt x="16556" y="22954"/>
                  <a:pt x="16512" y="22998"/>
                  <a:pt x="16497" y="23057"/>
                </a:cubicBezTo>
                <a:lnTo>
                  <a:pt x="16497" y="23013"/>
                </a:lnTo>
                <a:lnTo>
                  <a:pt x="16497" y="22954"/>
                </a:lnTo>
                <a:cubicBezTo>
                  <a:pt x="16512" y="22925"/>
                  <a:pt x="16541" y="22881"/>
                  <a:pt x="16556" y="22836"/>
                </a:cubicBezTo>
                <a:close/>
                <a:moveTo>
                  <a:pt x="16291" y="23146"/>
                </a:moveTo>
                <a:lnTo>
                  <a:pt x="16291" y="23160"/>
                </a:lnTo>
                <a:cubicBezTo>
                  <a:pt x="16291" y="23175"/>
                  <a:pt x="16276" y="23190"/>
                  <a:pt x="16276" y="23219"/>
                </a:cubicBezTo>
                <a:lnTo>
                  <a:pt x="16276" y="23204"/>
                </a:lnTo>
                <a:cubicBezTo>
                  <a:pt x="16276" y="23175"/>
                  <a:pt x="16291" y="23160"/>
                  <a:pt x="16291" y="23146"/>
                </a:cubicBezTo>
                <a:close/>
                <a:moveTo>
                  <a:pt x="16615" y="23057"/>
                </a:moveTo>
                <a:cubicBezTo>
                  <a:pt x="16630" y="23087"/>
                  <a:pt x="16630" y="23131"/>
                  <a:pt x="16644" y="23146"/>
                </a:cubicBezTo>
                <a:cubicBezTo>
                  <a:pt x="16615" y="23175"/>
                  <a:pt x="16600" y="23234"/>
                  <a:pt x="16556" y="23263"/>
                </a:cubicBezTo>
                <a:cubicBezTo>
                  <a:pt x="16541" y="23234"/>
                  <a:pt x="16541" y="23204"/>
                  <a:pt x="16541" y="23175"/>
                </a:cubicBezTo>
                <a:cubicBezTo>
                  <a:pt x="16556" y="23116"/>
                  <a:pt x="16600" y="23087"/>
                  <a:pt x="16615" y="23057"/>
                </a:cubicBezTo>
                <a:close/>
                <a:moveTo>
                  <a:pt x="16424" y="23087"/>
                </a:moveTo>
                <a:cubicBezTo>
                  <a:pt x="16424" y="23101"/>
                  <a:pt x="16424" y="23146"/>
                  <a:pt x="16438" y="23160"/>
                </a:cubicBezTo>
                <a:lnTo>
                  <a:pt x="16394" y="23278"/>
                </a:lnTo>
                <a:cubicBezTo>
                  <a:pt x="16394" y="23234"/>
                  <a:pt x="16394" y="23219"/>
                  <a:pt x="16365" y="23204"/>
                </a:cubicBezTo>
                <a:lnTo>
                  <a:pt x="16424" y="23087"/>
                </a:lnTo>
                <a:close/>
                <a:moveTo>
                  <a:pt x="16321" y="23322"/>
                </a:moveTo>
                <a:lnTo>
                  <a:pt x="16321" y="23381"/>
                </a:lnTo>
                <a:cubicBezTo>
                  <a:pt x="16306" y="23425"/>
                  <a:pt x="16276" y="23440"/>
                  <a:pt x="16276" y="23469"/>
                </a:cubicBezTo>
                <a:lnTo>
                  <a:pt x="16276" y="23425"/>
                </a:lnTo>
                <a:cubicBezTo>
                  <a:pt x="16291" y="23381"/>
                  <a:pt x="16291" y="23366"/>
                  <a:pt x="16321" y="23322"/>
                </a:cubicBezTo>
                <a:close/>
                <a:moveTo>
                  <a:pt x="16482" y="23278"/>
                </a:moveTo>
                <a:cubicBezTo>
                  <a:pt x="16482" y="23307"/>
                  <a:pt x="16497" y="23322"/>
                  <a:pt x="16497" y="23366"/>
                </a:cubicBezTo>
                <a:cubicBezTo>
                  <a:pt x="16482" y="23396"/>
                  <a:pt x="16453" y="23440"/>
                  <a:pt x="16424" y="23499"/>
                </a:cubicBezTo>
                <a:cubicBezTo>
                  <a:pt x="16409" y="23455"/>
                  <a:pt x="16409" y="23440"/>
                  <a:pt x="16409" y="23396"/>
                </a:cubicBezTo>
                <a:cubicBezTo>
                  <a:pt x="16424" y="23366"/>
                  <a:pt x="16453" y="23322"/>
                  <a:pt x="16482" y="23278"/>
                </a:cubicBezTo>
                <a:close/>
                <a:moveTo>
                  <a:pt x="16188" y="23587"/>
                </a:moveTo>
                <a:lnTo>
                  <a:pt x="16188" y="23602"/>
                </a:lnTo>
                <a:cubicBezTo>
                  <a:pt x="16188" y="23616"/>
                  <a:pt x="16173" y="23631"/>
                  <a:pt x="16173" y="23661"/>
                </a:cubicBezTo>
                <a:lnTo>
                  <a:pt x="16173" y="23631"/>
                </a:lnTo>
                <a:cubicBezTo>
                  <a:pt x="16173" y="23616"/>
                  <a:pt x="16188" y="23602"/>
                  <a:pt x="16188" y="23587"/>
                </a:cubicBezTo>
                <a:close/>
                <a:moveTo>
                  <a:pt x="16335" y="23528"/>
                </a:moveTo>
                <a:cubicBezTo>
                  <a:pt x="16335" y="23543"/>
                  <a:pt x="16335" y="23587"/>
                  <a:pt x="16350" y="23602"/>
                </a:cubicBezTo>
                <a:lnTo>
                  <a:pt x="16291" y="23719"/>
                </a:lnTo>
                <a:cubicBezTo>
                  <a:pt x="16276" y="23675"/>
                  <a:pt x="16276" y="23661"/>
                  <a:pt x="16276" y="23631"/>
                </a:cubicBezTo>
                <a:lnTo>
                  <a:pt x="16335" y="23528"/>
                </a:lnTo>
                <a:close/>
                <a:moveTo>
                  <a:pt x="16203" y="23764"/>
                </a:moveTo>
                <a:lnTo>
                  <a:pt x="16203" y="23822"/>
                </a:lnTo>
                <a:cubicBezTo>
                  <a:pt x="16193" y="23832"/>
                  <a:pt x="16183" y="23855"/>
                  <a:pt x="16173" y="23874"/>
                </a:cubicBezTo>
                <a:lnTo>
                  <a:pt x="16173" y="23874"/>
                </a:lnTo>
                <a:cubicBezTo>
                  <a:pt x="16173" y="23871"/>
                  <a:pt x="16173" y="23869"/>
                  <a:pt x="16173" y="23867"/>
                </a:cubicBezTo>
                <a:cubicBezTo>
                  <a:pt x="16188" y="23822"/>
                  <a:pt x="16203" y="23808"/>
                  <a:pt x="16203" y="23764"/>
                </a:cubicBezTo>
                <a:close/>
                <a:moveTo>
                  <a:pt x="16085" y="24043"/>
                </a:moveTo>
                <a:lnTo>
                  <a:pt x="16085" y="24058"/>
                </a:lnTo>
                <a:cubicBezTo>
                  <a:pt x="16085" y="24087"/>
                  <a:pt x="16056" y="24102"/>
                  <a:pt x="16056" y="24102"/>
                </a:cubicBezTo>
                <a:cubicBezTo>
                  <a:pt x="16056" y="24087"/>
                  <a:pt x="16085" y="24058"/>
                  <a:pt x="16085" y="24043"/>
                </a:cubicBezTo>
                <a:close/>
                <a:moveTo>
                  <a:pt x="18528" y="20364"/>
                </a:moveTo>
                <a:cubicBezTo>
                  <a:pt x="19705" y="21144"/>
                  <a:pt x="21103" y="21556"/>
                  <a:pt x="22457" y="21983"/>
                </a:cubicBezTo>
                <a:cubicBezTo>
                  <a:pt x="24194" y="22498"/>
                  <a:pt x="25975" y="23057"/>
                  <a:pt x="27270" y="24279"/>
                </a:cubicBezTo>
                <a:cubicBezTo>
                  <a:pt x="28962" y="25897"/>
                  <a:pt x="29580" y="28694"/>
                  <a:pt x="28933" y="31740"/>
                </a:cubicBezTo>
                <a:cubicBezTo>
                  <a:pt x="28918" y="31843"/>
                  <a:pt x="28888" y="31975"/>
                  <a:pt x="28844" y="32078"/>
                </a:cubicBezTo>
                <a:cubicBezTo>
                  <a:pt x="29271" y="29062"/>
                  <a:pt x="28535" y="26383"/>
                  <a:pt x="26828" y="24705"/>
                </a:cubicBezTo>
                <a:cubicBezTo>
                  <a:pt x="25548" y="23455"/>
                  <a:pt x="23841" y="22866"/>
                  <a:pt x="22192" y="22292"/>
                </a:cubicBezTo>
                <a:cubicBezTo>
                  <a:pt x="20868" y="21836"/>
                  <a:pt x="19499" y="21380"/>
                  <a:pt x="18396" y="20570"/>
                </a:cubicBezTo>
                <a:cubicBezTo>
                  <a:pt x="18440" y="20497"/>
                  <a:pt x="18484" y="20423"/>
                  <a:pt x="18528" y="20364"/>
                </a:cubicBezTo>
                <a:close/>
                <a:moveTo>
                  <a:pt x="18351" y="20644"/>
                </a:moveTo>
                <a:cubicBezTo>
                  <a:pt x="19485" y="21453"/>
                  <a:pt x="20839" y="21924"/>
                  <a:pt x="22163" y="22395"/>
                </a:cubicBezTo>
                <a:cubicBezTo>
                  <a:pt x="23811" y="22954"/>
                  <a:pt x="25518" y="23543"/>
                  <a:pt x="26769" y="24779"/>
                </a:cubicBezTo>
                <a:cubicBezTo>
                  <a:pt x="28491" y="26471"/>
                  <a:pt x="29212" y="29194"/>
                  <a:pt x="28756" y="32226"/>
                </a:cubicBezTo>
                <a:cubicBezTo>
                  <a:pt x="28712" y="32402"/>
                  <a:pt x="28697" y="32579"/>
                  <a:pt x="28638" y="32770"/>
                </a:cubicBezTo>
                <a:lnTo>
                  <a:pt x="28638" y="32711"/>
                </a:lnTo>
                <a:cubicBezTo>
                  <a:pt x="28815" y="30945"/>
                  <a:pt x="28741" y="27619"/>
                  <a:pt x="26298" y="25206"/>
                </a:cubicBezTo>
                <a:cubicBezTo>
                  <a:pt x="25077" y="23970"/>
                  <a:pt x="23458" y="23322"/>
                  <a:pt x="21883" y="22719"/>
                </a:cubicBezTo>
                <a:cubicBezTo>
                  <a:pt x="20544" y="22189"/>
                  <a:pt x="19264" y="21689"/>
                  <a:pt x="18234" y="20850"/>
                </a:cubicBezTo>
                <a:cubicBezTo>
                  <a:pt x="18263" y="20776"/>
                  <a:pt x="18322" y="20688"/>
                  <a:pt x="18351" y="20644"/>
                </a:cubicBezTo>
                <a:close/>
                <a:moveTo>
                  <a:pt x="18160" y="20923"/>
                </a:moveTo>
                <a:cubicBezTo>
                  <a:pt x="19205" y="21762"/>
                  <a:pt x="20485" y="22277"/>
                  <a:pt x="21839" y="22792"/>
                </a:cubicBezTo>
                <a:cubicBezTo>
                  <a:pt x="23399" y="23396"/>
                  <a:pt x="25003" y="24043"/>
                  <a:pt x="26225" y="25265"/>
                </a:cubicBezTo>
                <a:cubicBezTo>
                  <a:pt x="28624" y="27649"/>
                  <a:pt x="28697" y="30945"/>
                  <a:pt x="28535" y="32711"/>
                </a:cubicBezTo>
                <a:cubicBezTo>
                  <a:pt x="28550" y="32844"/>
                  <a:pt x="28535" y="32991"/>
                  <a:pt x="28506" y="33138"/>
                </a:cubicBezTo>
                <a:cubicBezTo>
                  <a:pt x="28491" y="33182"/>
                  <a:pt x="28476" y="33226"/>
                  <a:pt x="28462" y="33285"/>
                </a:cubicBezTo>
                <a:lnTo>
                  <a:pt x="28462" y="33182"/>
                </a:lnTo>
                <a:cubicBezTo>
                  <a:pt x="28565" y="30195"/>
                  <a:pt x="27638" y="27546"/>
                  <a:pt x="25813" y="25706"/>
                </a:cubicBezTo>
                <a:cubicBezTo>
                  <a:pt x="24606" y="24485"/>
                  <a:pt x="23090" y="23808"/>
                  <a:pt x="21589" y="23160"/>
                </a:cubicBezTo>
                <a:cubicBezTo>
                  <a:pt x="20294" y="22572"/>
                  <a:pt x="19043" y="22027"/>
                  <a:pt x="18028" y="21115"/>
                </a:cubicBezTo>
                <a:cubicBezTo>
                  <a:pt x="18057" y="21041"/>
                  <a:pt x="18116" y="20997"/>
                  <a:pt x="18160" y="20923"/>
                </a:cubicBezTo>
                <a:close/>
                <a:moveTo>
                  <a:pt x="18028" y="21174"/>
                </a:moveTo>
                <a:cubicBezTo>
                  <a:pt x="19043" y="22071"/>
                  <a:pt x="20294" y="22630"/>
                  <a:pt x="21604" y="23219"/>
                </a:cubicBezTo>
                <a:cubicBezTo>
                  <a:pt x="23075" y="23867"/>
                  <a:pt x="24591" y="24544"/>
                  <a:pt x="25769" y="25750"/>
                </a:cubicBezTo>
                <a:cubicBezTo>
                  <a:pt x="27579" y="27575"/>
                  <a:pt x="28521" y="30224"/>
                  <a:pt x="28388" y="33182"/>
                </a:cubicBezTo>
                <a:cubicBezTo>
                  <a:pt x="28388" y="33300"/>
                  <a:pt x="28373" y="33403"/>
                  <a:pt x="28373" y="33521"/>
                </a:cubicBezTo>
                <a:cubicBezTo>
                  <a:pt x="28344" y="33594"/>
                  <a:pt x="28315" y="33653"/>
                  <a:pt x="28285" y="33727"/>
                </a:cubicBezTo>
                <a:lnTo>
                  <a:pt x="28285" y="33653"/>
                </a:lnTo>
                <a:cubicBezTo>
                  <a:pt x="28256" y="30739"/>
                  <a:pt x="27211" y="28090"/>
                  <a:pt x="25327" y="26177"/>
                </a:cubicBezTo>
                <a:cubicBezTo>
                  <a:pt x="24179" y="24985"/>
                  <a:pt x="22737" y="24279"/>
                  <a:pt x="21354" y="23587"/>
                </a:cubicBezTo>
                <a:cubicBezTo>
                  <a:pt x="20073" y="22940"/>
                  <a:pt x="18837" y="22336"/>
                  <a:pt x="17895" y="21380"/>
                </a:cubicBezTo>
                <a:cubicBezTo>
                  <a:pt x="17939" y="21306"/>
                  <a:pt x="17998" y="21247"/>
                  <a:pt x="18028" y="21174"/>
                </a:cubicBezTo>
                <a:close/>
                <a:moveTo>
                  <a:pt x="28344" y="33815"/>
                </a:moveTo>
                <a:cubicBezTo>
                  <a:pt x="28329" y="33844"/>
                  <a:pt x="28329" y="33889"/>
                  <a:pt x="28329" y="33918"/>
                </a:cubicBezTo>
                <a:cubicBezTo>
                  <a:pt x="28315" y="33962"/>
                  <a:pt x="28285" y="34021"/>
                  <a:pt x="28285" y="34050"/>
                </a:cubicBezTo>
                <a:lnTo>
                  <a:pt x="28285" y="33947"/>
                </a:lnTo>
                <a:cubicBezTo>
                  <a:pt x="28314" y="33903"/>
                  <a:pt x="28329" y="33844"/>
                  <a:pt x="28344" y="33815"/>
                </a:cubicBezTo>
                <a:close/>
                <a:moveTo>
                  <a:pt x="17866" y="21453"/>
                </a:moveTo>
                <a:cubicBezTo>
                  <a:pt x="18822" y="22410"/>
                  <a:pt x="20059" y="23013"/>
                  <a:pt x="21339" y="23661"/>
                </a:cubicBezTo>
                <a:cubicBezTo>
                  <a:pt x="22722" y="24338"/>
                  <a:pt x="24135" y="25059"/>
                  <a:pt x="25298" y="26236"/>
                </a:cubicBezTo>
                <a:cubicBezTo>
                  <a:pt x="27152" y="28134"/>
                  <a:pt x="28182" y="30754"/>
                  <a:pt x="28241" y="33653"/>
                </a:cubicBezTo>
                <a:cubicBezTo>
                  <a:pt x="28197" y="33741"/>
                  <a:pt x="28197" y="33830"/>
                  <a:pt x="28197" y="33918"/>
                </a:cubicBezTo>
                <a:cubicBezTo>
                  <a:pt x="28167" y="33992"/>
                  <a:pt x="28123" y="34095"/>
                  <a:pt x="28108" y="34168"/>
                </a:cubicBezTo>
                <a:lnTo>
                  <a:pt x="28108" y="34124"/>
                </a:lnTo>
                <a:cubicBezTo>
                  <a:pt x="27932" y="31269"/>
                  <a:pt x="26784" y="28694"/>
                  <a:pt x="24841" y="26677"/>
                </a:cubicBezTo>
                <a:cubicBezTo>
                  <a:pt x="23738" y="25515"/>
                  <a:pt x="22384" y="24779"/>
                  <a:pt x="21118" y="24058"/>
                </a:cubicBezTo>
                <a:cubicBezTo>
                  <a:pt x="19853" y="23352"/>
                  <a:pt x="18631" y="22660"/>
                  <a:pt x="17733" y="21659"/>
                </a:cubicBezTo>
                <a:cubicBezTo>
                  <a:pt x="17778" y="21586"/>
                  <a:pt x="17822" y="21527"/>
                  <a:pt x="17866" y="21453"/>
                </a:cubicBezTo>
                <a:close/>
                <a:moveTo>
                  <a:pt x="28197" y="34168"/>
                </a:moveTo>
                <a:lnTo>
                  <a:pt x="28197" y="34168"/>
                </a:lnTo>
                <a:cubicBezTo>
                  <a:pt x="28197" y="34212"/>
                  <a:pt x="28182" y="34271"/>
                  <a:pt x="28182" y="34345"/>
                </a:cubicBezTo>
                <a:cubicBezTo>
                  <a:pt x="28167" y="34404"/>
                  <a:pt x="28138" y="34477"/>
                  <a:pt x="28108" y="34536"/>
                </a:cubicBezTo>
                <a:lnTo>
                  <a:pt x="28108" y="34359"/>
                </a:lnTo>
                <a:cubicBezTo>
                  <a:pt x="28123" y="34315"/>
                  <a:pt x="28138" y="34256"/>
                  <a:pt x="28182" y="34198"/>
                </a:cubicBezTo>
                <a:cubicBezTo>
                  <a:pt x="28182" y="34183"/>
                  <a:pt x="28197" y="34183"/>
                  <a:pt x="28197" y="34168"/>
                </a:cubicBezTo>
                <a:close/>
                <a:moveTo>
                  <a:pt x="17660" y="21703"/>
                </a:moveTo>
                <a:cubicBezTo>
                  <a:pt x="18557" y="22733"/>
                  <a:pt x="19779" y="23425"/>
                  <a:pt x="21059" y="24117"/>
                </a:cubicBezTo>
                <a:cubicBezTo>
                  <a:pt x="22354" y="24838"/>
                  <a:pt x="23664" y="25574"/>
                  <a:pt x="24768" y="26707"/>
                </a:cubicBezTo>
                <a:cubicBezTo>
                  <a:pt x="26696" y="28723"/>
                  <a:pt x="27829" y="31269"/>
                  <a:pt x="28020" y="34109"/>
                </a:cubicBezTo>
                <a:cubicBezTo>
                  <a:pt x="28020" y="34183"/>
                  <a:pt x="28020" y="34256"/>
                  <a:pt x="28035" y="34330"/>
                </a:cubicBezTo>
                <a:lnTo>
                  <a:pt x="27932" y="34610"/>
                </a:lnTo>
                <a:lnTo>
                  <a:pt x="27932" y="34580"/>
                </a:lnTo>
                <a:cubicBezTo>
                  <a:pt x="27593" y="31858"/>
                  <a:pt x="26357" y="29282"/>
                  <a:pt x="24326" y="27148"/>
                </a:cubicBezTo>
                <a:cubicBezTo>
                  <a:pt x="23267" y="26045"/>
                  <a:pt x="22031" y="25279"/>
                  <a:pt x="20868" y="24544"/>
                </a:cubicBezTo>
                <a:cubicBezTo>
                  <a:pt x="19588" y="23749"/>
                  <a:pt x="18381" y="22998"/>
                  <a:pt x="17527" y="21895"/>
                </a:cubicBezTo>
                <a:cubicBezTo>
                  <a:pt x="17571" y="21836"/>
                  <a:pt x="17630" y="21762"/>
                  <a:pt x="17660" y="21703"/>
                </a:cubicBezTo>
                <a:close/>
                <a:moveTo>
                  <a:pt x="28138" y="34654"/>
                </a:moveTo>
                <a:cubicBezTo>
                  <a:pt x="28167" y="34698"/>
                  <a:pt x="28167" y="34713"/>
                  <a:pt x="28138" y="34757"/>
                </a:cubicBezTo>
                <a:cubicBezTo>
                  <a:pt x="28123" y="34786"/>
                  <a:pt x="28123" y="34830"/>
                  <a:pt x="28108" y="34860"/>
                </a:cubicBezTo>
                <a:lnTo>
                  <a:pt x="28108" y="34771"/>
                </a:lnTo>
                <a:cubicBezTo>
                  <a:pt x="28123" y="34727"/>
                  <a:pt x="28123" y="34698"/>
                  <a:pt x="28138" y="34654"/>
                </a:cubicBezTo>
                <a:close/>
                <a:moveTo>
                  <a:pt x="28035" y="34551"/>
                </a:moveTo>
                <a:lnTo>
                  <a:pt x="28035" y="34757"/>
                </a:lnTo>
                <a:cubicBezTo>
                  <a:pt x="28020" y="34830"/>
                  <a:pt x="27976" y="34904"/>
                  <a:pt x="27961" y="34978"/>
                </a:cubicBezTo>
                <a:lnTo>
                  <a:pt x="27961" y="34992"/>
                </a:lnTo>
                <a:cubicBezTo>
                  <a:pt x="27961" y="34919"/>
                  <a:pt x="27947" y="34860"/>
                  <a:pt x="27947" y="34786"/>
                </a:cubicBezTo>
                <a:cubicBezTo>
                  <a:pt x="27976" y="34698"/>
                  <a:pt x="28020" y="34624"/>
                  <a:pt x="28035" y="34551"/>
                </a:cubicBezTo>
                <a:close/>
                <a:moveTo>
                  <a:pt x="17498" y="21968"/>
                </a:moveTo>
                <a:cubicBezTo>
                  <a:pt x="18351" y="23072"/>
                  <a:pt x="19558" y="23822"/>
                  <a:pt x="20824" y="24617"/>
                </a:cubicBezTo>
                <a:cubicBezTo>
                  <a:pt x="22001" y="25353"/>
                  <a:pt x="23208" y="26104"/>
                  <a:pt x="24267" y="27207"/>
                </a:cubicBezTo>
                <a:cubicBezTo>
                  <a:pt x="26284" y="29326"/>
                  <a:pt x="27520" y="31887"/>
                  <a:pt x="27829" y="34610"/>
                </a:cubicBezTo>
                <a:cubicBezTo>
                  <a:pt x="27829" y="34654"/>
                  <a:pt x="27844" y="34713"/>
                  <a:pt x="27844" y="34771"/>
                </a:cubicBezTo>
                <a:cubicBezTo>
                  <a:pt x="27814" y="34860"/>
                  <a:pt x="27770" y="34978"/>
                  <a:pt x="27741" y="35066"/>
                </a:cubicBezTo>
                <a:lnTo>
                  <a:pt x="27741" y="35051"/>
                </a:lnTo>
                <a:cubicBezTo>
                  <a:pt x="27299" y="32432"/>
                  <a:pt x="25989" y="29945"/>
                  <a:pt x="23826" y="27649"/>
                </a:cubicBezTo>
                <a:cubicBezTo>
                  <a:pt x="22825" y="26604"/>
                  <a:pt x="21722" y="25824"/>
                  <a:pt x="20662" y="25073"/>
                </a:cubicBezTo>
                <a:cubicBezTo>
                  <a:pt x="19382" y="24190"/>
                  <a:pt x="18175" y="23352"/>
                  <a:pt x="17365" y="22145"/>
                </a:cubicBezTo>
                <a:cubicBezTo>
                  <a:pt x="17380" y="22130"/>
                  <a:pt x="17395" y="22086"/>
                  <a:pt x="17424" y="22071"/>
                </a:cubicBezTo>
                <a:cubicBezTo>
                  <a:pt x="17439" y="22042"/>
                  <a:pt x="17468" y="21998"/>
                  <a:pt x="17498" y="21968"/>
                </a:cubicBezTo>
                <a:close/>
                <a:moveTo>
                  <a:pt x="28050" y="35022"/>
                </a:moveTo>
                <a:cubicBezTo>
                  <a:pt x="28035" y="35066"/>
                  <a:pt x="28035" y="35125"/>
                  <a:pt x="28035" y="35169"/>
                </a:cubicBezTo>
                <a:cubicBezTo>
                  <a:pt x="28020" y="35228"/>
                  <a:pt x="28005" y="35301"/>
                  <a:pt x="27976" y="35360"/>
                </a:cubicBezTo>
                <a:lnTo>
                  <a:pt x="27976" y="35213"/>
                </a:lnTo>
                <a:cubicBezTo>
                  <a:pt x="28005" y="35154"/>
                  <a:pt x="28020" y="35081"/>
                  <a:pt x="28050" y="35022"/>
                </a:cubicBezTo>
                <a:close/>
                <a:moveTo>
                  <a:pt x="27873" y="34948"/>
                </a:moveTo>
                <a:cubicBezTo>
                  <a:pt x="27873" y="35022"/>
                  <a:pt x="27888" y="35095"/>
                  <a:pt x="27888" y="35169"/>
                </a:cubicBezTo>
                <a:cubicBezTo>
                  <a:pt x="27858" y="35287"/>
                  <a:pt x="27829" y="35375"/>
                  <a:pt x="27799" y="35448"/>
                </a:cubicBezTo>
                <a:cubicBezTo>
                  <a:pt x="27799" y="35375"/>
                  <a:pt x="27785" y="35301"/>
                  <a:pt x="27755" y="35242"/>
                </a:cubicBezTo>
                <a:cubicBezTo>
                  <a:pt x="27799" y="35154"/>
                  <a:pt x="27829" y="35051"/>
                  <a:pt x="27873" y="34948"/>
                </a:cubicBezTo>
                <a:close/>
                <a:moveTo>
                  <a:pt x="17307" y="22218"/>
                </a:moveTo>
                <a:cubicBezTo>
                  <a:pt x="18116" y="23425"/>
                  <a:pt x="19337" y="24264"/>
                  <a:pt x="20603" y="25147"/>
                </a:cubicBezTo>
                <a:cubicBezTo>
                  <a:pt x="21677" y="25883"/>
                  <a:pt x="22781" y="26663"/>
                  <a:pt x="23767" y="27708"/>
                </a:cubicBezTo>
                <a:cubicBezTo>
                  <a:pt x="25916" y="29989"/>
                  <a:pt x="27225" y="32476"/>
                  <a:pt x="27652" y="35081"/>
                </a:cubicBezTo>
                <a:cubicBezTo>
                  <a:pt x="27652" y="35139"/>
                  <a:pt x="27667" y="35198"/>
                  <a:pt x="27667" y="35228"/>
                </a:cubicBezTo>
                <a:cubicBezTo>
                  <a:pt x="27638" y="35360"/>
                  <a:pt x="27593" y="35463"/>
                  <a:pt x="27564" y="35581"/>
                </a:cubicBezTo>
                <a:lnTo>
                  <a:pt x="27564" y="35537"/>
                </a:lnTo>
                <a:cubicBezTo>
                  <a:pt x="27019" y="33035"/>
                  <a:pt x="25651" y="30636"/>
                  <a:pt x="23326" y="28149"/>
                </a:cubicBezTo>
                <a:cubicBezTo>
                  <a:pt x="22428" y="27163"/>
                  <a:pt x="21427" y="26398"/>
                  <a:pt x="20471" y="25662"/>
                </a:cubicBezTo>
                <a:cubicBezTo>
                  <a:pt x="19190" y="24676"/>
                  <a:pt x="17954" y="23719"/>
                  <a:pt x="17204" y="22410"/>
                </a:cubicBezTo>
                <a:cubicBezTo>
                  <a:pt x="17233" y="22351"/>
                  <a:pt x="17277" y="22292"/>
                  <a:pt x="17307" y="22218"/>
                </a:cubicBezTo>
                <a:close/>
                <a:moveTo>
                  <a:pt x="28020" y="35508"/>
                </a:moveTo>
                <a:lnTo>
                  <a:pt x="28020" y="35508"/>
                </a:lnTo>
                <a:cubicBezTo>
                  <a:pt x="28005" y="35537"/>
                  <a:pt x="28005" y="35566"/>
                  <a:pt x="28005" y="35581"/>
                </a:cubicBezTo>
                <a:cubicBezTo>
                  <a:pt x="28005" y="35610"/>
                  <a:pt x="27976" y="35640"/>
                  <a:pt x="27976" y="35669"/>
                </a:cubicBezTo>
                <a:lnTo>
                  <a:pt x="27976" y="35596"/>
                </a:lnTo>
                <a:cubicBezTo>
                  <a:pt x="28005" y="35566"/>
                  <a:pt x="28005" y="35537"/>
                  <a:pt x="28020" y="35508"/>
                </a:cubicBezTo>
                <a:close/>
                <a:moveTo>
                  <a:pt x="27902" y="35390"/>
                </a:moveTo>
                <a:cubicBezTo>
                  <a:pt x="27888" y="35463"/>
                  <a:pt x="27902" y="35537"/>
                  <a:pt x="27902" y="35596"/>
                </a:cubicBezTo>
                <a:cubicBezTo>
                  <a:pt x="27888" y="35669"/>
                  <a:pt x="27858" y="35743"/>
                  <a:pt x="27829" y="35816"/>
                </a:cubicBezTo>
                <a:cubicBezTo>
                  <a:pt x="27829" y="35757"/>
                  <a:pt x="27814" y="35684"/>
                  <a:pt x="27814" y="35625"/>
                </a:cubicBezTo>
                <a:cubicBezTo>
                  <a:pt x="27858" y="35551"/>
                  <a:pt x="27873" y="35463"/>
                  <a:pt x="27902" y="35390"/>
                </a:cubicBezTo>
                <a:close/>
                <a:moveTo>
                  <a:pt x="27711" y="35419"/>
                </a:moveTo>
                <a:cubicBezTo>
                  <a:pt x="27726" y="35493"/>
                  <a:pt x="27726" y="35566"/>
                  <a:pt x="27726" y="35654"/>
                </a:cubicBezTo>
                <a:cubicBezTo>
                  <a:pt x="27682" y="35743"/>
                  <a:pt x="27652" y="35860"/>
                  <a:pt x="27608" y="35949"/>
                </a:cubicBezTo>
                <a:cubicBezTo>
                  <a:pt x="27593" y="35875"/>
                  <a:pt x="27593" y="35816"/>
                  <a:pt x="27579" y="35743"/>
                </a:cubicBezTo>
                <a:cubicBezTo>
                  <a:pt x="27638" y="35640"/>
                  <a:pt x="27667" y="35522"/>
                  <a:pt x="27711" y="35419"/>
                </a:cubicBezTo>
                <a:close/>
                <a:moveTo>
                  <a:pt x="17145" y="22483"/>
                </a:moveTo>
                <a:cubicBezTo>
                  <a:pt x="17925" y="23793"/>
                  <a:pt x="19131" y="24720"/>
                  <a:pt x="20412" y="25721"/>
                </a:cubicBezTo>
                <a:cubicBezTo>
                  <a:pt x="21383" y="26457"/>
                  <a:pt x="22369" y="27222"/>
                  <a:pt x="23267" y="28179"/>
                </a:cubicBezTo>
                <a:cubicBezTo>
                  <a:pt x="25563" y="30666"/>
                  <a:pt x="26946" y="33064"/>
                  <a:pt x="27490" y="35537"/>
                </a:cubicBezTo>
                <a:cubicBezTo>
                  <a:pt x="27505" y="35596"/>
                  <a:pt x="27505" y="35654"/>
                  <a:pt x="27520" y="35713"/>
                </a:cubicBezTo>
                <a:cubicBezTo>
                  <a:pt x="27490" y="35802"/>
                  <a:pt x="27461" y="35875"/>
                  <a:pt x="27446" y="35949"/>
                </a:cubicBezTo>
                <a:cubicBezTo>
                  <a:pt x="27432" y="36008"/>
                  <a:pt x="27402" y="36052"/>
                  <a:pt x="27387" y="36096"/>
                </a:cubicBezTo>
                <a:cubicBezTo>
                  <a:pt x="27387" y="36052"/>
                  <a:pt x="27373" y="36037"/>
                  <a:pt x="27373" y="36008"/>
                </a:cubicBezTo>
                <a:cubicBezTo>
                  <a:pt x="26769" y="33609"/>
                  <a:pt x="25401" y="31401"/>
                  <a:pt x="22825" y="28620"/>
                </a:cubicBezTo>
                <a:cubicBezTo>
                  <a:pt x="22016" y="27737"/>
                  <a:pt x="21162" y="27001"/>
                  <a:pt x="20323" y="26295"/>
                </a:cubicBezTo>
                <a:cubicBezTo>
                  <a:pt x="18999" y="25162"/>
                  <a:pt x="17733" y="24087"/>
                  <a:pt x="17042" y="22645"/>
                </a:cubicBezTo>
                <a:lnTo>
                  <a:pt x="17145" y="22483"/>
                </a:lnTo>
                <a:close/>
                <a:moveTo>
                  <a:pt x="27902" y="35907"/>
                </a:moveTo>
                <a:cubicBezTo>
                  <a:pt x="27899" y="35942"/>
                  <a:pt x="27888" y="35971"/>
                  <a:pt x="27888" y="36022"/>
                </a:cubicBezTo>
                <a:cubicBezTo>
                  <a:pt x="27873" y="36081"/>
                  <a:pt x="27858" y="36125"/>
                  <a:pt x="27858" y="36184"/>
                </a:cubicBezTo>
                <a:lnTo>
                  <a:pt x="27858" y="36052"/>
                </a:lnTo>
                <a:cubicBezTo>
                  <a:pt x="27873" y="36008"/>
                  <a:pt x="27887" y="35951"/>
                  <a:pt x="27902" y="35907"/>
                </a:cubicBezTo>
                <a:close/>
                <a:moveTo>
                  <a:pt x="27755" y="35831"/>
                </a:moveTo>
                <a:lnTo>
                  <a:pt x="27755" y="36037"/>
                </a:lnTo>
                <a:cubicBezTo>
                  <a:pt x="27741" y="36125"/>
                  <a:pt x="27711" y="36228"/>
                  <a:pt x="27682" y="36302"/>
                </a:cubicBezTo>
                <a:cubicBezTo>
                  <a:pt x="27682" y="36228"/>
                  <a:pt x="27667" y="36170"/>
                  <a:pt x="27667" y="36111"/>
                </a:cubicBezTo>
                <a:cubicBezTo>
                  <a:pt x="27711" y="36022"/>
                  <a:pt x="27726" y="35934"/>
                  <a:pt x="27755" y="35831"/>
                </a:cubicBezTo>
                <a:close/>
                <a:moveTo>
                  <a:pt x="27535" y="35905"/>
                </a:moveTo>
                <a:cubicBezTo>
                  <a:pt x="27549" y="35978"/>
                  <a:pt x="27549" y="36052"/>
                  <a:pt x="27579" y="36111"/>
                </a:cubicBezTo>
                <a:lnTo>
                  <a:pt x="27461" y="36449"/>
                </a:lnTo>
                <a:cubicBezTo>
                  <a:pt x="27446" y="36376"/>
                  <a:pt x="27446" y="36317"/>
                  <a:pt x="27432" y="36258"/>
                </a:cubicBezTo>
                <a:cubicBezTo>
                  <a:pt x="27461" y="36170"/>
                  <a:pt x="27490" y="36081"/>
                  <a:pt x="27520" y="35978"/>
                </a:cubicBezTo>
                <a:cubicBezTo>
                  <a:pt x="27520" y="35949"/>
                  <a:pt x="27535" y="35934"/>
                  <a:pt x="27535" y="35905"/>
                </a:cubicBezTo>
                <a:close/>
                <a:moveTo>
                  <a:pt x="27873" y="36390"/>
                </a:moveTo>
                <a:lnTo>
                  <a:pt x="27873" y="36449"/>
                </a:lnTo>
                <a:cubicBezTo>
                  <a:pt x="27873" y="36464"/>
                  <a:pt x="27858" y="36479"/>
                  <a:pt x="27858" y="36493"/>
                </a:cubicBezTo>
                <a:lnTo>
                  <a:pt x="27858" y="36464"/>
                </a:lnTo>
                <a:cubicBezTo>
                  <a:pt x="27858" y="36449"/>
                  <a:pt x="27873" y="36420"/>
                  <a:pt x="27873" y="36390"/>
                </a:cubicBezTo>
                <a:close/>
                <a:moveTo>
                  <a:pt x="16998" y="22748"/>
                </a:moveTo>
                <a:cubicBezTo>
                  <a:pt x="17719" y="24190"/>
                  <a:pt x="18970" y="25250"/>
                  <a:pt x="20294" y="26383"/>
                </a:cubicBezTo>
                <a:cubicBezTo>
                  <a:pt x="21118" y="27090"/>
                  <a:pt x="21986" y="27811"/>
                  <a:pt x="22796" y="28694"/>
                </a:cubicBezTo>
                <a:cubicBezTo>
                  <a:pt x="25342" y="31475"/>
                  <a:pt x="26710" y="33682"/>
                  <a:pt x="27314" y="36052"/>
                </a:cubicBezTo>
                <a:lnTo>
                  <a:pt x="27373" y="36273"/>
                </a:lnTo>
                <a:cubicBezTo>
                  <a:pt x="27299" y="36376"/>
                  <a:pt x="27270" y="36479"/>
                  <a:pt x="27225" y="36611"/>
                </a:cubicBezTo>
                <a:cubicBezTo>
                  <a:pt x="27211" y="36567"/>
                  <a:pt x="27211" y="36537"/>
                  <a:pt x="27181" y="36493"/>
                </a:cubicBezTo>
                <a:cubicBezTo>
                  <a:pt x="26343" y="33697"/>
                  <a:pt x="24415" y="31416"/>
                  <a:pt x="22325" y="29135"/>
                </a:cubicBezTo>
                <a:cubicBezTo>
                  <a:pt x="21633" y="28370"/>
                  <a:pt x="20912" y="27693"/>
                  <a:pt x="20220" y="27045"/>
                </a:cubicBezTo>
                <a:cubicBezTo>
                  <a:pt x="18764" y="25691"/>
                  <a:pt x="17513" y="24529"/>
                  <a:pt x="16880" y="22925"/>
                </a:cubicBezTo>
                <a:lnTo>
                  <a:pt x="16998" y="22748"/>
                </a:lnTo>
                <a:close/>
                <a:moveTo>
                  <a:pt x="27785" y="36302"/>
                </a:moveTo>
                <a:lnTo>
                  <a:pt x="27770" y="36464"/>
                </a:lnTo>
                <a:lnTo>
                  <a:pt x="27726" y="36685"/>
                </a:lnTo>
                <a:cubicBezTo>
                  <a:pt x="27726" y="36626"/>
                  <a:pt x="27711" y="36567"/>
                  <a:pt x="27711" y="36523"/>
                </a:cubicBezTo>
                <a:cubicBezTo>
                  <a:pt x="27726" y="36449"/>
                  <a:pt x="27755" y="36361"/>
                  <a:pt x="27785" y="36302"/>
                </a:cubicBezTo>
                <a:close/>
                <a:moveTo>
                  <a:pt x="27593" y="36302"/>
                </a:moveTo>
                <a:cubicBezTo>
                  <a:pt x="27593" y="36376"/>
                  <a:pt x="27608" y="36420"/>
                  <a:pt x="27608" y="36493"/>
                </a:cubicBezTo>
                <a:cubicBezTo>
                  <a:pt x="27593" y="36596"/>
                  <a:pt x="27564" y="36699"/>
                  <a:pt x="27535" y="36788"/>
                </a:cubicBezTo>
                <a:cubicBezTo>
                  <a:pt x="27520" y="36729"/>
                  <a:pt x="27520" y="36670"/>
                  <a:pt x="27505" y="36611"/>
                </a:cubicBezTo>
                <a:cubicBezTo>
                  <a:pt x="27535" y="36493"/>
                  <a:pt x="27549" y="36405"/>
                  <a:pt x="27593" y="36302"/>
                </a:cubicBezTo>
                <a:close/>
                <a:moveTo>
                  <a:pt x="27387" y="36405"/>
                </a:moveTo>
                <a:cubicBezTo>
                  <a:pt x="27402" y="36479"/>
                  <a:pt x="27432" y="36537"/>
                  <a:pt x="27432" y="36611"/>
                </a:cubicBezTo>
                <a:cubicBezTo>
                  <a:pt x="27387" y="36714"/>
                  <a:pt x="27358" y="36846"/>
                  <a:pt x="27314" y="36964"/>
                </a:cubicBezTo>
                <a:lnTo>
                  <a:pt x="27270" y="36743"/>
                </a:lnTo>
                <a:cubicBezTo>
                  <a:pt x="27299" y="36626"/>
                  <a:pt x="27343" y="36523"/>
                  <a:pt x="27387" y="36405"/>
                </a:cubicBezTo>
                <a:close/>
                <a:moveTo>
                  <a:pt x="27770" y="36758"/>
                </a:moveTo>
                <a:lnTo>
                  <a:pt x="27770" y="36861"/>
                </a:lnTo>
                <a:cubicBezTo>
                  <a:pt x="27755" y="36920"/>
                  <a:pt x="27755" y="36979"/>
                  <a:pt x="27741" y="37038"/>
                </a:cubicBezTo>
                <a:lnTo>
                  <a:pt x="27741" y="36920"/>
                </a:lnTo>
                <a:cubicBezTo>
                  <a:pt x="27755" y="36861"/>
                  <a:pt x="27770" y="36817"/>
                  <a:pt x="27770" y="36758"/>
                </a:cubicBezTo>
                <a:close/>
                <a:moveTo>
                  <a:pt x="16821" y="22954"/>
                </a:moveTo>
                <a:cubicBezTo>
                  <a:pt x="17454" y="24573"/>
                  <a:pt x="18734" y="25736"/>
                  <a:pt x="20162" y="27075"/>
                </a:cubicBezTo>
                <a:cubicBezTo>
                  <a:pt x="20868" y="27722"/>
                  <a:pt x="21574" y="28399"/>
                  <a:pt x="22281" y="29179"/>
                </a:cubicBezTo>
                <a:cubicBezTo>
                  <a:pt x="24356" y="31460"/>
                  <a:pt x="26269" y="33741"/>
                  <a:pt x="27122" y="36523"/>
                </a:cubicBezTo>
                <a:lnTo>
                  <a:pt x="27167" y="36743"/>
                </a:lnTo>
                <a:cubicBezTo>
                  <a:pt x="27137" y="36846"/>
                  <a:pt x="27078" y="36964"/>
                  <a:pt x="27034" y="37067"/>
                </a:cubicBezTo>
                <a:cubicBezTo>
                  <a:pt x="27019" y="37038"/>
                  <a:pt x="27019" y="36994"/>
                  <a:pt x="27005" y="36964"/>
                </a:cubicBezTo>
                <a:cubicBezTo>
                  <a:pt x="26107" y="34345"/>
                  <a:pt x="24209" y="32255"/>
                  <a:pt x="22207" y="30018"/>
                </a:cubicBezTo>
                <a:lnTo>
                  <a:pt x="21839" y="29606"/>
                </a:lnTo>
                <a:cubicBezTo>
                  <a:pt x="21280" y="28973"/>
                  <a:pt x="20721" y="28399"/>
                  <a:pt x="20162" y="27855"/>
                </a:cubicBezTo>
                <a:cubicBezTo>
                  <a:pt x="18616" y="26295"/>
                  <a:pt x="17277" y="24926"/>
                  <a:pt x="16718" y="23131"/>
                </a:cubicBezTo>
                <a:cubicBezTo>
                  <a:pt x="16762" y="23072"/>
                  <a:pt x="16792" y="23013"/>
                  <a:pt x="16821" y="22954"/>
                </a:cubicBezTo>
                <a:close/>
                <a:moveTo>
                  <a:pt x="27638" y="36743"/>
                </a:moveTo>
                <a:cubicBezTo>
                  <a:pt x="27652" y="36773"/>
                  <a:pt x="27652" y="36846"/>
                  <a:pt x="27652" y="36905"/>
                </a:cubicBezTo>
                <a:cubicBezTo>
                  <a:pt x="27638" y="36979"/>
                  <a:pt x="27608" y="37067"/>
                  <a:pt x="27579" y="37156"/>
                </a:cubicBezTo>
                <a:cubicBezTo>
                  <a:pt x="27579" y="37111"/>
                  <a:pt x="27564" y="37053"/>
                  <a:pt x="27564" y="36994"/>
                </a:cubicBezTo>
                <a:cubicBezTo>
                  <a:pt x="27579" y="36905"/>
                  <a:pt x="27608" y="36817"/>
                  <a:pt x="27638" y="36743"/>
                </a:cubicBezTo>
                <a:close/>
                <a:moveTo>
                  <a:pt x="27446" y="36788"/>
                </a:moveTo>
                <a:cubicBezTo>
                  <a:pt x="27461" y="36846"/>
                  <a:pt x="27461" y="36920"/>
                  <a:pt x="27490" y="36979"/>
                </a:cubicBezTo>
                <a:cubicBezTo>
                  <a:pt x="27461" y="37067"/>
                  <a:pt x="27432" y="37156"/>
                  <a:pt x="27402" y="37259"/>
                </a:cubicBezTo>
                <a:cubicBezTo>
                  <a:pt x="27402" y="37273"/>
                  <a:pt x="27387" y="37288"/>
                  <a:pt x="27387" y="37303"/>
                </a:cubicBezTo>
                <a:cubicBezTo>
                  <a:pt x="27373" y="37229"/>
                  <a:pt x="27373" y="37185"/>
                  <a:pt x="27358" y="37111"/>
                </a:cubicBezTo>
                <a:cubicBezTo>
                  <a:pt x="27387" y="36994"/>
                  <a:pt x="27432" y="36891"/>
                  <a:pt x="27446" y="36788"/>
                </a:cubicBezTo>
                <a:close/>
                <a:moveTo>
                  <a:pt x="27211" y="36861"/>
                </a:moveTo>
                <a:cubicBezTo>
                  <a:pt x="27225" y="36935"/>
                  <a:pt x="27240" y="37023"/>
                  <a:pt x="27270" y="37097"/>
                </a:cubicBezTo>
                <a:lnTo>
                  <a:pt x="27152" y="37435"/>
                </a:lnTo>
                <a:cubicBezTo>
                  <a:pt x="27137" y="37362"/>
                  <a:pt x="27093" y="37273"/>
                  <a:pt x="27078" y="37200"/>
                </a:cubicBezTo>
                <a:cubicBezTo>
                  <a:pt x="27122" y="37082"/>
                  <a:pt x="27167" y="36979"/>
                  <a:pt x="27211" y="36861"/>
                </a:cubicBezTo>
                <a:close/>
                <a:moveTo>
                  <a:pt x="16674" y="23234"/>
                </a:moveTo>
                <a:cubicBezTo>
                  <a:pt x="17233" y="25015"/>
                  <a:pt x="18587" y="26383"/>
                  <a:pt x="20103" y="27928"/>
                </a:cubicBezTo>
                <a:cubicBezTo>
                  <a:pt x="20662" y="28473"/>
                  <a:pt x="21236" y="29047"/>
                  <a:pt x="21780" y="29680"/>
                </a:cubicBezTo>
                <a:lnTo>
                  <a:pt x="22148" y="30092"/>
                </a:lnTo>
                <a:cubicBezTo>
                  <a:pt x="24150" y="32329"/>
                  <a:pt x="26033" y="34418"/>
                  <a:pt x="26931" y="36994"/>
                </a:cubicBezTo>
                <a:cubicBezTo>
                  <a:pt x="26946" y="37053"/>
                  <a:pt x="26975" y="37126"/>
                  <a:pt x="26990" y="37185"/>
                </a:cubicBezTo>
                <a:cubicBezTo>
                  <a:pt x="26931" y="37288"/>
                  <a:pt x="26902" y="37406"/>
                  <a:pt x="26843" y="37509"/>
                </a:cubicBezTo>
                <a:cubicBezTo>
                  <a:pt x="26843" y="37494"/>
                  <a:pt x="26828" y="37450"/>
                  <a:pt x="26828" y="37435"/>
                </a:cubicBezTo>
                <a:cubicBezTo>
                  <a:pt x="25945" y="35139"/>
                  <a:pt x="24267" y="33315"/>
                  <a:pt x="22487" y="31372"/>
                </a:cubicBezTo>
                <a:cubicBezTo>
                  <a:pt x="22119" y="30960"/>
                  <a:pt x="21707" y="30518"/>
                  <a:pt x="21339" y="30092"/>
                </a:cubicBezTo>
                <a:cubicBezTo>
                  <a:pt x="20956" y="29650"/>
                  <a:pt x="20574" y="29253"/>
                  <a:pt x="20206" y="28841"/>
                </a:cubicBezTo>
                <a:cubicBezTo>
                  <a:pt x="18513" y="27031"/>
                  <a:pt x="17042" y="25427"/>
                  <a:pt x="16571" y="23366"/>
                </a:cubicBezTo>
                <a:cubicBezTo>
                  <a:pt x="16615" y="23322"/>
                  <a:pt x="16630" y="23293"/>
                  <a:pt x="16674" y="23234"/>
                </a:cubicBezTo>
                <a:close/>
                <a:moveTo>
                  <a:pt x="27652" y="37156"/>
                </a:moveTo>
                <a:cubicBezTo>
                  <a:pt x="27667" y="37214"/>
                  <a:pt x="27667" y="37259"/>
                  <a:pt x="27667" y="37303"/>
                </a:cubicBezTo>
                <a:cubicBezTo>
                  <a:pt x="27652" y="37376"/>
                  <a:pt x="27638" y="37435"/>
                  <a:pt x="27608" y="37509"/>
                </a:cubicBezTo>
                <a:cubicBezTo>
                  <a:pt x="27608" y="37450"/>
                  <a:pt x="27608" y="37420"/>
                  <a:pt x="27593" y="37362"/>
                </a:cubicBezTo>
                <a:cubicBezTo>
                  <a:pt x="27608" y="37288"/>
                  <a:pt x="27638" y="37229"/>
                  <a:pt x="27652" y="37156"/>
                </a:cubicBezTo>
                <a:close/>
                <a:moveTo>
                  <a:pt x="27505" y="37156"/>
                </a:moveTo>
                <a:cubicBezTo>
                  <a:pt x="27505" y="37214"/>
                  <a:pt x="27520" y="37288"/>
                  <a:pt x="27520" y="37347"/>
                </a:cubicBezTo>
                <a:cubicBezTo>
                  <a:pt x="27505" y="37450"/>
                  <a:pt x="27490" y="37553"/>
                  <a:pt x="27461" y="37641"/>
                </a:cubicBezTo>
                <a:cubicBezTo>
                  <a:pt x="27446" y="37582"/>
                  <a:pt x="27446" y="37523"/>
                  <a:pt x="27432" y="37450"/>
                </a:cubicBezTo>
                <a:cubicBezTo>
                  <a:pt x="27446" y="37376"/>
                  <a:pt x="27461" y="37332"/>
                  <a:pt x="27490" y="37259"/>
                </a:cubicBezTo>
                <a:cubicBezTo>
                  <a:pt x="27490" y="37214"/>
                  <a:pt x="27505" y="37200"/>
                  <a:pt x="27505" y="37156"/>
                </a:cubicBezTo>
                <a:close/>
                <a:moveTo>
                  <a:pt x="27299" y="37259"/>
                </a:moveTo>
                <a:cubicBezTo>
                  <a:pt x="27314" y="37332"/>
                  <a:pt x="27343" y="37406"/>
                  <a:pt x="27343" y="37479"/>
                </a:cubicBezTo>
                <a:cubicBezTo>
                  <a:pt x="27314" y="37582"/>
                  <a:pt x="27284" y="37671"/>
                  <a:pt x="27240" y="37788"/>
                </a:cubicBezTo>
                <a:lnTo>
                  <a:pt x="27196" y="37568"/>
                </a:lnTo>
                <a:cubicBezTo>
                  <a:pt x="27225" y="37479"/>
                  <a:pt x="27270" y="37362"/>
                  <a:pt x="27299" y="37259"/>
                </a:cubicBezTo>
                <a:close/>
                <a:moveTo>
                  <a:pt x="27684" y="37684"/>
                </a:moveTo>
                <a:cubicBezTo>
                  <a:pt x="27682" y="37697"/>
                  <a:pt x="27682" y="37709"/>
                  <a:pt x="27682" y="37715"/>
                </a:cubicBezTo>
                <a:cubicBezTo>
                  <a:pt x="27682" y="37744"/>
                  <a:pt x="27667" y="37803"/>
                  <a:pt x="27667" y="37832"/>
                </a:cubicBezTo>
                <a:lnTo>
                  <a:pt x="27667" y="37744"/>
                </a:lnTo>
                <a:cubicBezTo>
                  <a:pt x="27674" y="37729"/>
                  <a:pt x="27678" y="37707"/>
                  <a:pt x="27684" y="37684"/>
                </a:cubicBezTo>
                <a:close/>
                <a:moveTo>
                  <a:pt x="27034" y="37303"/>
                </a:moveTo>
                <a:cubicBezTo>
                  <a:pt x="27064" y="37406"/>
                  <a:pt x="27093" y="37479"/>
                  <a:pt x="27122" y="37568"/>
                </a:cubicBezTo>
                <a:cubicBezTo>
                  <a:pt x="27064" y="37656"/>
                  <a:pt x="27019" y="37774"/>
                  <a:pt x="26990" y="37877"/>
                </a:cubicBezTo>
                <a:cubicBezTo>
                  <a:pt x="26946" y="37788"/>
                  <a:pt x="26931" y="37715"/>
                  <a:pt x="26902" y="37626"/>
                </a:cubicBezTo>
                <a:cubicBezTo>
                  <a:pt x="26946" y="37509"/>
                  <a:pt x="26990" y="37420"/>
                  <a:pt x="27034" y="37303"/>
                </a:cubicBezTo>
                <a:close/>
                <a:moveTo>
                  <a:pt x="16527" y="23499"/>
                </a:moveTo>
                <a:cubicBezTo>
                  <a:pt x="17012" y="25530"/>
                  <a:pt x="18469" y="27119"/>
                  <a:pt x="20147" y="28914"/>
                </a:cubicBezTo>
                <a:cubicBezTo>
                  <a:pt x="20515" y="29326"/>
                  <a:pt x="20897" y="29724"/>
                  <a:pt x="21280" y="30165"/>
                </a:cubicBezTo>
                <a:cubicBezTo>
                  <a:pt x="21677" y="30607"/>
                  <a:pt x="22060" y="31034"/>
                  <a:pt x="22443" y="31446"/>
                </a:cubicBezTo>
                <a:cubicBezTo>
                  <a:pt x="24209" y="33373"/>
                  <a:pt x="25886" y="35198"/>
                  <a:pt x="26769" y="37479"/>
                </a:cubicBezTo>
                <a:cubicBezTo>
                  <a:pt x="26784" y="37523"/>
                  <a:pt x="26799" y="37568"/>
                  <a:pt x="26828" y="37626"/>
                </a:cubicBezTo>
                <a:cubicBezTo>
                  <a:pt x="26769" y="37729"/>
                  <a:pt x="26710" y="37818"/>
                  <a:pt x="26681" y="37935"/>
                </a:cubicBezTo>
                <a:lnTo>
                  <a:pt x="26681" y="37921"/>
                </a:lnTo>
                <a:cubicBezTo>
                  <a:pt x="25798" y="35831"/>
                  <a:pt x="24223" y="34198"/>
                  <a:pt x="22590" y="32446"/>
                </a:cubicBezTo>
                <a:cubicBezTo>
                  <a:pt x="22016" y="31858"/>
                  <a:pt x="21457" y="31240"/>
                  <a:pt x="20883" y="30592"/>
                </a:cubicBezTo>
                <a:cubicBezTo>
                  <a:pt x="20736" y="30415"/>
                  <a:pt x="20574" y="30239"/>
                  <a:pt x="20426" y="30077"/>
                </a:cubicBezTo>
                <a:cubicBezTo>
                  <a:pt x="18454" y="27884"/>
                  <a:pt x="16792" y="26001"/>
                  <a:pt x="16424" y="23616"/>
                </a:cubicBezTo>
                <a:cubicBezTo>
                  <a:pt x="16468" y="23558"/>
                  <a:pt x="16482" y="23528"/>
                  <a:pt x="16527" y="23499"/>
                </a:cubicBezTo>
                <a:close/>
                <a:moveTo>
                  <a:pt x="27579" y="37582"/>
                </a:moveTo>
                <a:lnTo>
                  <a:pt x="27579" y="37582"/>
                </a:lnTo>
                <a:cubicBezTo>
                  <a:pt x="27564" y="37641"/>
                  <a:pt x="27564" y="37700"/>
                  <a:pt x="27579" y="37744"/>
                </a:cubicBezTo>
                <a:cubicBezTo>
                  <a:pt x="27564" y="37818"/>
                  <a:pt x="27535" y="37921"/>
                  <a:pt x="27520" y="37994"/>
                </a:cubicBezTo>
                <a:cubicBezTo>
                  <a:pt x="27520" y="37935"/>
                  <a:pt x="27505" y="37877"/>
                  <a:pt x="27505" y="37847"/>
                </a:cubicBezTo>
                <a:cubicBezTo>
                  <a:pt x="27520" y="37744"/>
                  <a:pt x="27535" y="37671"/>
                  <a:pt x="27579" y="37582"/>
                </a:cubicBezTo>
                <a:close/>
                <a:moveTo>
                  <a:pt x="27373" y="37656"/>
                </a:moveTo>
                <a:cubicBezTo>
                  <a:pt x="27387" y="37715"/>
                  <a:pt x="27387" y="37788"/>
                  <a:pt x="27417" y="37847"/>
                </a:cubicBezTo>
                <a:cubicBezTo>
                  <a:pt x="27417" y="37862"/>
                  <a:pt x="27387" y="37877"/>
                  <a:pt x="27387" y="37921"/>
                </a:cubicBezTo>
                <a:cubicBezTo>
                  <a:pt x="27373" y="37994"/>
                  <a:pt x="27358" y="38068"/>
                  <a:pt x="27343" y="38156"/>
                </a:cubicBezTo>
                <a:cubicBezTo>
                  <a:pt x="27314" y="38083"/>
                  <a:pt x="27314" y="38024"/>
                  <a:pt x="27299" y="37950"/>
                </a:cubicBezTo>
                <a:cubicBezTo>
                  <a:pt x="27314" y="37847"/>
                  <a:pt x="27343" y="37744"/>
                  <a:pt x="27373" y="37656"/>
                </a:cubicBezTo>
                <a:close/>
                <a:moveTo>
                  <a:pt x="27152" y="37715"/>
                </a:moveTo>
                <a:cubicBezTo>
                  <a:pt x="27167" y="37788"/>
                  <a:pt x="27196" y="37877"/>
                  <a:pt x="27211" y="37950"/>
                </a:cubicBezTo>
                <a:cubicBezTo>
                  <a:pt x="27167" y="38039"/>
                  <a:pt x="27137" y="38142"/>
                  <a:pt x="27093" y="38245"/>
                </a:cubicBezTo>
                <a:cubicBezTo>
                  <a:pt x="27078" y="38156"/>
                  <a:pt x="27049" y="38083"/>
                  <a:pt x="27019" y="38009"/>
                </a:cubicBezTo>
                <a:cubicBezTo>
                  <a:pt x="27064" y="37921"/>
                  <a:pt x="27122" y="37803"/>
                  <a:pt x="27152" y="37715"/>
                </a:cubicBezTo>
                <a:close/>
                <a:moveTo>
                  <a:pt x="26843" y="37715"/>
                </a:moveTo>
                <a:cubicBezTo>
                  <a:pt x="26872" y="37803"/>
                  <a:pt x="26902" y="37891"/>
                  <a:pt x="26931" y="37994"/>
                </a:cubicBezTo>
                <a:cubicBezTo>
                  <a:pt x="26902" y="38097"/>
                  <a:pt x="26843" y="38186"/>
                  <a:pt x="26799" y="38303"/>
                </a:cubicBezTo>
                <a:lnTo>
                  <a:pt x="26696" y="38024"/>
                </a:lnTo>
                <a:cubicBezTo>
                  <a:pt x="26755" y="37935"/>
                  <a:pt x="26799" y="37818"/>
                  <a:pt x="26843" y="37715"/>
                </a:cubicBezTo>
                <a:close/>
                <a:moveTo>
                  <a:pt x="16365" y="23734"/>
                </a:moveTo>
                <a:cubicBezTo>
                  <a:pt x="16762" y="26089"/>
                  <a:pt x="18410" y="27987"/>
                  <a:pt x="20323" y="30136"/>
                </a:cubicBezTo>
                <a:cubicBezTo>
                  <a:pt x="20471" y="30298"/>
                  <a:pt x="20647" y="30489"/>
                  <a:pt x="20780" y="30651"/>
                </a:cubicBezTo>
                <a:cubicBezTo>
                  <a:pt x="21354" y="31298"/>
                  <a:pt x="21928" y="31902"/>
                  <a:pt x="22502" y="32505"/>
                </a:cubicBezTo>
                <a:cubicBezTo>
                  <a:pt x="24135" y="34242"/>
                  <a:pt x="25680" y="35875"/>
                  <a:pt x="26578" y="37950"/>
                </a:cubicBezTo>
                <a:cubicBezTo>
                  <a:pt x="26593" y="37965"/>
                  <a:pt x="26593" y="38009"/>
                  <a:pt x="26622" y="38024"/>
                </a:cubicBezTo>
                <a:cubicBezTo>
                  <a:pt x="26563" y="38142"/>
                  <a:pt x="26504" y="38230"/>
                  <a:pt x="26446" y="38333"/>
                </a:cubicBezTo>
                <a:cubicBezTo>
                  <a:pt x="25548" y="36420"/>
                  <a:pt x="24076" y="34948"/>
                  <a:pt x="22516" y="33373"/>
                </a:cubicBezTo>
                <a:cubicBezTo>
                  <a:pt x="21795" y="32652"/>
                  <a:pt x="21059" y="31902"/>
                  <a:pt x="20368" y="31107"/>
                </a:cubicBezTo>
                <a:cubicBezTo>
                  <a:pt x="18190" y="28605"/>
                  <a:pt x="16497" y="26457"/>
                  <a:pt x="16321" y="23881"/>
                </a:cubicBezTo>
                <a:cubicBezTo>
                  <a:pt x="16321" y="23808"/>
                  <a:pt x="16335" y="23764"/>
                  <a:pt x="16365" y="23734"/>
                </a:cubicBezTo>
                <a:close/>
                <a:moveTo>
                  <a:pt x="27593" y="38024"/>
                </a:moveTo>
                <a:lnTo>
                  <a:pt x="27593" y="38156"/>
                </a:lnTo>
                <a:cubicBezTo>
                  <a:pt x="27579" y="38230"/>
                  <a:pt x="27549" y="38289"/>
                  <a:pt x="27549" y="38362"/>
                </a:cubicBezTo>
                <a:cubicBezTo>
                  <a:pt x="27549" y="38318"/>
                  <a:pt x="27549" y="38289"/>
                  <a:pt x="27535" y="38230"/>
                </a:cubicBezTo>
                <a:cubicBezTo>
                  <a:pt x="27549" y="38186"/>
                  <a:pt x="27549" y="38156"/>
                  <a:pt x="27579" y="38112"/>
                </a:cubicBezTo>
                <a:cubicBezTo>
                  <a:pt x="27579" y="38083"/>
                  <a:pt x="27593" y="38068"/>
                  <a:pt x="27593" y="38024"/>
                </a:cubicBezTo>
                <a:close/>
                <a:moveTo>
                  <a:pt x="27432" y="38068"/>
                </a:moveTo>
                <a:cubicBezTo>
                  <a:pt x="27432" y="38112"/>
                  <a:pt x="27446" y="38171"/>
                  <a:pt x="27446" y="38230"/>
                </a:cubicBezTo>
                <a:cubicBezTo>
                  <a:pt x="27432" y="38303"/>
                  <a:pt x="27402" y="38392"/>
                  <a:pt x="27387" y="38480"/>
                </a:cubicBezTo>
                <a:cubicBezTo>
                  <a:pt x="27373" y="38436"/>
                  <a:pt x="27373" y="38377"/>
                  <a:pt x="27358" y="38318"/>
                </a:cubicBezTo>
                <a:cubicBezTo>
                  <a:pt x="27373" y="38230"/>
                  <a:pt x="27402" y="38142"/>
                  <a:pt x="27432" y="38068"/>
                </a:cubicBezTo>
                <a:close/>
                <a:moveTo>
                  <a:pt x="27240" y="38068"/>
                </a:moveTo>
                <a:cubicBezTo>
                  <a:pt x="27270" y="38142"/>
                  <a:pt x="27284" y="38215"/>
                  <a:pt x="27284" y="38289"/>
                </a:cubicBezTo>
                <a:cubicBezTo>
                  <a:pt x="27240" y="38406"/>
                  <a:pt x="27211" y="38509"/>
                  <a:pt x="27196" y="38598"/>
                </a:cubicBezTo>
                <a:cubicBezTo>
                  <a:pt x="27167" y="38524"/>
                  <a:pt x="27152" y="38451"/>
                  <a:pt x="27137" y="38362"/>
                </a:cubicBezTo>
                <a:cubicBezTo>
                  <a:pt x="27167" y="38259"/>
                  <a:pt x="27211" y="38171"/>
                  <a:pt x="27240" y="38068"/>
                </a:cubicBezTo>
                <a:close/>
                <a:moveTo>
                  <a:pt x="26975" y="38097"/>
                </a:moveTo>
                <a:cubicBezTo>
                  <a:pt x="26990" y="38186"/>
                  <a:pt x="27019" y="38259"/>
                  <a:pt x="27049" y="38362"/>
                </a:cubicBezTo>
                <a:cubicBezTo>
                  <a:pt x="27005" y="38451"/>
                  <a:pt x="26975" y="38554"/>
                  <a:pt x="26931" y="38657"/>
                </a:cubicBezTo>
                <a:cubicBezTo>
                  <a:pt x="26902" y="38554"/>
                  <a:pt x="26872" y="38480"/>
                  <a:pt x="26843" y="38392"/>
                </a:cubicBezTo>
                <a:cubicBezTo>
                  <a:pt x="26872" y="38303"/>
                  <a:pt x="26931" y="38215"/>
                  <a:pt x="26975" y="38097"/>
                </a:cubicBezTo>
                <a:close/>
                <a:moveTo>
                  <a:pt x="26637" y="38112"/>
                </a:moveTo>
                <a:lnTo>
                  <a:pt x="26755" y="38392"/>
                </a:lnTo>
                <a:cubicBezTo>
                  <a:pt x="26696" y="38509"/>
                  <a:pt x="26652" y="38598"/>
                  <a:pt x="26607" y="38686"/>
                </a:cubicBezTo>
                <a:cubicBezTo>
                  <a:pt x="26563" y="38598"/>
                  <a:pt x="26504" y="38509"/>
                  <a:pt x="26475" y="38406"/>
                </a:cubicBezTo>
                <a:cubicBezTo>
                  <a:pt x="26534" y="38318"/>
                  <a:pt x="26578" y="38215"/>
                  <a:pt x="26637" y="38112"/>
                </a:cubicBezTo>
                <a:close/>
                <a:moveTo>
                  <a:pt x="27593" y="38480"/>
                </a:moveTo>
                <a:lnTo>
                  <a:pt x="27593" y="38554"/>
                </a:lnTo>
                <a:cubicBezTo>
                  <a:pt x="27593" y="38598"/>
                  <a:pt x="27579" y="38627"/>
                  <a:pt x="27579" y="38686"/>
                </a:cubicBezTo>
                <a:lnTo>
                  <a:pt x="27579" y="38612"/>
                </a:lnTo>
                <a:cubicBezTo>
                  <a:pt x="27593" y="38583"/>
                  <a:pt x="27593" y="38539"/>
                  <a:pt x="27593" y="38480"/>
                </a:cubicBezTo>
                <a:close/>
                <a:moveTo>
                  <a:pt x="16232" y="23970"/>
                </a:moveTo>
                <a:cubicBezTo>
                  <a:pt x="16468" y="26530"/>
                  <a:pt x="18145" y="28664"/>
                  <a:pt x="20294" y="31151"/>
                </a:cubicBezTo>
                <a:cubicBezTo>
                  <a:pt x="20986" y="31961"/>
                  <a:pt x="21722" y="32696"/>
                  <a:pt x="22443" y="33432"/>
                </a:cubicBezTo>
                <a:cubicBezTo>
                  <a:pt x="24003" y="35007"/>
                  <a:pt x="25489" y="36523"/>
                  <a:pt x="26401" y="38436"/>
                </a:cubicBezTo>
                <a:cubicBezTo>
                  <a:pt x="26343" y="38539"/>
                  <a:pt x="26284" y="38627"/>
                  <a:pt x="26210" y="38745"/>
                </a:cubicBezTo>
                <a:cubicBezTo>
                  <a:pt x="25298" y="36994"/>
                  <a:pt x="23870" y="35610"/>
                  <a:pt x="22369" y="34183"/>
                </a:cubicBezTo>
                <a:cubicBezTo>
                  <a:pt x="21516" y="33373"/>
                  <a:pt x="20662" y="32520"/>
                  <a:pt x="19853" y="31607"/>
                </a:cubicBezTo>
                <a:cubicBezTo>
                  <a:pt x="17939" y="29371"/>
                  <a:pt x="16173" y="26913"/>
                  <a:pt x="16173" y="24102"/>
                </a:cubicBezTo>
                <a:cubicBezTo>
                  <a:pt x="16188" y="24043"/>
                  <a:pt x="16203" y="23999"/>
                  <a:pt x="16232" y="23970"/>
                </a:cubicBezTo>
                <a:close/>
                <a:moveTo>
                  <a:pt x="27461" y="38436"/>
                </a:moveTo>
                <a:cubicBezTo>
                  <a:pt x="27490" y="38509"/>
                  <a:pt x="27490" y="38554"/>
                  <a:pt x="27490" y="38598"/>
                </a:cubicBezTo>
                <a:lnTo>
                  <a:pt x="27432" y="38818"/>
                </a:lnTo>
                <a:cubicBezTo>
                  <a:pt x="27432" y="38760"/>
                  <a:pt x="27417" y="38730"/>
                  <a:pt x="27417" y="38671"/>
                </a:cubicBezTo>
                <a:cubicBezTo>
                  <a:pt x="27417" y="38627"/>
                  <a:pt x="27432" y="38598"/>
                  <a:pt x="27432" y="38554"/>
                </a:cubicBezTo>
                <a:cubicBezTo>
                  <a:pt x="27446" y="38524"/>
                  <a:pt x="27446" y="38465"/>
                  <a:pt x="27461" y="38436"/>
                </a:cubicBezTo>
                <a:close/>
                <a:moveTo>
                  <a:pt x="27299" y="38480"/>
                </a:moveTo>
                <a:cubicBezTo>
                  <a:pt x="27314" y="38554"/>
                  <a:pt x="27314" y="38612"/>
                  <a:pt x="27343" y="38686"/>
                </a:cubicBezTo>
                <a:cubicBezTo>
                  <a:pt x="27314" y="38774"/>
                  <a:pt x="27284" y="38877"/>
                  <a:pt x="27270" y="38966"/>
                </a:cubicBezTo>
                <a:cubicBezTo>
                  <a:pt x="27240" y="38892"/>
                  <a:pt x="27225" y="38818"/>
                  <a:pt x="27225" y="38760"/>
                </a:cubicBezTo>
                <a:cubicBezTo>
                  <a:pt x="27240" y="38671"/>
                  <a:pt x="27284" y="38583"/>
                  <a:pt x="27299" y="38480"/>
                </a:cubicBezTo>
                <a:close/>
                <a:moveTo>
                  <a:pt x="27078" y="38509"/>
                </a:moveTo>
                <a:cubicBezTo>
                  <a:pt x="27093" y="38598"/>
                  <a:pt x="27108" y="38671"/>
                  <a:pt x="27137" y="38760"/>
                </a:cubicBezTo>
                <a:cubicBezTo>
                  <a:pt x="27093" y="38833"/>
                  <a:pt x="27064" y="38921"/>
                  <a:pt x="27034" y="39039"/>
                </a:cubicBezTo>
                <a:cubicBezTo>
                  <a:pt x="27019" y="38951"/>
                  <a:pt x="26990" y="38877"/>
                  <a:pt x="26961" y="38774"/>
                </a:cubicBezTo>
                <a:lnTo>
                  <a:pt x="27078" y="38509"/>
                </a:lnTo>
                <a:close/>
                <a:moveTo>
                  <a:pt x="26784" y="38509"/>
                </a:moveTo>
                <a:cubicBezTo>
                  <a:pt x="26828" y="38598"/>
                  <a:pt x="26843" y="38686"/>
                  <a:pt x="26872" y="38774"/>
                </a:cubicBezTo>
                <a:cubicBezTo>
                  <a:pt x="26843" y="38877"/>
                  <a:pt x="26784" y="38980"/>
                  <a:pt x="26755" y="39069"/>
                </a:cubicBezTo>
                <a:lnTo>
                  <a:pt x="26637" y="38804"/>
                </a:lnTo>
                <a:cubicBezTo>
                  <a:pt x="26696" y="38701"/>
                  <a:pt x="26725" y="38598"/>
                  <a:pt x="26784" y="38509"/>
                </a:cubicBezTo>
                <a:close/>
                <a:moveTo>
                  <a:pt x="26416" y="38524"/>
                </a:moveTo>
                <a:cubicBezTo>
                  <a:pt x="26460" y="38612"/>
                  <a:pt x="26504" y="38701"/>
                  <a:pt x="26549" y="38804"/>
                </a:cubicBezTo>
                <a:cubicBezTo>
                  <a:pt x="26490" y="38892"/>
                  <a:pt x="26431" y="38980"/>
                  <a:pt x="26387" y="39098"/>
                </a:cubicBezTo>
                <a:lnTo>
                  <a:pt x="26269" y="38877"/>
                </a:lnTo>
                <a:cubicBezTo>
                  <a:pt x="26254" y="38848"/>
                  <a:pt x="26254" y="38833"/>
                  <a:pt x="26239" y="38818"/>
                </a:cubicBezTo>
                <a:cubicBezTo>
                  <a:pt x="26284" y="38730"/>
                  <a:pt x="26343" y="38612"/>
                  <a:pt x="26416" y="38524"/>
                </a:cubicBezTo>
                <a:close/>
                <a:moveTo>
                  <a:pt x="16085" y="24235"/>
                </a:moveTo>
                <a:cubicBezTo>
                  <a:pt x="16159" y="27001"/>
                  <a:pt x="17881" y="29429"/>
                  <a:pt x="19779" y="31637"/>
                </a:cubicBezTo>
                <a:cubicBezTo>
                  <a:pt x="20559" y="32579"/>
                  <a:pt x="21442" y="33403"/>
                  <a:pt x="22295" y="34242"/>
                </a:cubicBezTo>
                <a:cubicBezTo>
                  <a:pt x="23811" y="35684"/>
                  <a:pt x="25224" y="37053"/>
                  <a:pt x="26136" y="38818"/>
                </a:cubicBezTo>
                <a:cubicBezTo>
                  <a:pt x="26092" y="38921"/>
                  <a:pt x="26019" y="39025"/>
                  <a:pt x="25960" y="39113"/>
                </a:cubicBezTo>
                <a:cubicBezTo>
                  <a:pt x="25003" y="37465"/>
                  <a:pt x="23620" y="36228"/>
                  <a:pt x="22163" y="34889"/>
                </a:cubicBezTo>
                <a:cubicBezTo>
                  <a:pt x="21206" y="34006"/>
                  <a:pt x="20220" y="33109"/>
                  <a:pt x="19337" y="32078"/>
                </a:cubicBezTo>
                <a:cubicBezTo>
                  <a:pt x="16909" y="29209"/>
                  <a:pt x="15864" y="26751"/>
                  <a:pt x="16026" y="24323"/>
                </a:cubicBezTo>
                <a:cubicBezTo>
                  <a:pt x="16041" y="24279"/>
                  <a:pt x="16056" y="24249"/>
                  <a:pt x="16085" y="24235"/>
                </a:cubicBezTo>
                <a:close/>
                <a:moveTo>
                  <a:pt x="27505" y="38892"/>
                </a:moveTo>
                <a:cubicBezTo>
                  <a:pt x="27520" y="38921"/>
                  <a:pt x="27520" y="38966"/>
                  <a:pt x="27520" y="38995"/>
                </a:cubicBezTo>
                <a:cubicBezTo>
                  <a:pt x="27505" y="39054"/>
                  <a:pt x="27505" y="39113"/>
                  <a:pt x="27490" y="39172"/>
                </a:cubicBezTo>
                <a:cubicBezTo>
                  <a:pt x="27490" y="39128"/>
                  <a:pt x="27490" y="39098"/>
                  <a:pt x="27461" y="39054"/>
                </a:cubicBezTo>
                <a:cubicBezTo>
                  <a:pt x="27490" y="38995"/>
                  <a:pt x="27490" y="38951"/>
                  <a:pt x="27505" y="38892"/>
                </a:cubicBezTo>
                <a:close/>
                <a:moveTo>
                  <a:pt x="27373" y="38877"/>
                </a:moveTo>
                <a:cubicBezTo>
                  <a:pt x="27373" y="38951"/>
                  <a:pt x="27387" y="38995"/>
                  <a:pt x="27387" y="39054"/>
                </a:cubicBezTo>
                <a:cubicBezTo>
                  <a:pt x="27373" y="39113"/>
                  <a:pt x="27373" y="39172"/>
                  <a:pt x="27358" y="39216"/>
                </a:cubicBezTo>
                <a:cubicBezTo>
                  <a:pt x="27358" y="39260"/>
                  <a:pt x="27343" y="39289"/>
                  <a:pt x="27343" y="39319"/>
                </a:cubicBezTo>
                <a:cubicBezTo>
                  <a:pt x="27314" y="39260"/>
                  <a:pt x="27314" y="39201"/>
                  <a:pt x="27299" y="39128"/>
                </a:cubicBezTo>
                <a:cubicBezTo>
                  <a:pt x="27314" y="39054"/>
                  <a:pt x="27358" y="38966"/>
                  <a:pt x="27373" y="38877"/>
                </a:cubicBezTo>
                <a:close/>
                <a:moveTo>
                  <a:pt x="27167" y="38892"/>
                </a:moveTo>
                <a:cubicBezTo>
                  <a:pt x="27181" y="38966"/>
                  <a:pt x="27211" y="39039"/>
                  <a:pt x="27225" y="39128"/>
                </a:cubicBezTo>
                <a:cubicBezTo>
                  <a:pt x="27196" y="39216"/>
                  <a:pt x="27152" y="39319"/>
                  <a:pt x="27137" y="39407"/>
                </a:cubicBezTo>
                <a:cubicBezTo>
                  <a:pt x="27122" y="39334"/>
                  <a:pt x="27093" y="39245"/>
                  <a:pt x="27078" y="39172"/>
                </a:cubicBezTo>
                <a:cubicBezTo>
                  <a:pt x="27122" y="39069"/>
                  <a:pt x="27152" y="38980"/>
                  <a:pt x="27167" y="38892"/>
                </a:cubicBezTo>
                <a:close/>
                <a:moveTo>
                  <a:pt x="26916" y="38892"/>
                </a:moveTo>
                <a:cubicBezTo>
                  <a:pt x="26931" y="38980"/>
                  <a:pt x="26975" y="39069"/>
                  <a:pt x="26990" y="39142"/>
                </a:cubicBezTo>
                <a:lnTo>
                  <a:pt x="26872" y="39422"/>
                </a:lnTo>
                <a:cubicBezTo>
                  <a:pt x="26843" y="39334"/>
                  <a:pt x="26828" y="39245"/>
                  <a:pt x="26784" y="39172"/>
                </a:cubicBezTo>
                <a:cubicBezTo>
                  <a:pt x="26828" y="39069"/>
                  <a:pt x="26872" y="38980"/>
                  <a:pt x="26916" y="38892"/>
                </a:cubicBezTo>
                <a:close/>
                <a:moveTo>
                  <a:pt x="26195" y="38892"/>
                </a:moveTo>
                <a:lnTo>
                  <a:pt x="26195" y="38907"/>
                </a:lnTo>
                <a:cubicBezTo>
                  <a:pt x="26254" y="38980"/>
                  <a:pt x="26284" y="39069"/>
                  <a:pt x="26343" y="39172"/>
                </a:cubicBezTo>
                <a:cubicBezTo>
                  <a:pt x="26284" y="39260"/>
                  <a:pt x="26239" y="39363"/>
                  <a:pt x="26181" y="39466"/>
                </a:cubicBezTo>
                <a:cubicBezTo>
                  <a:pt x="26166" y="39422"/>
                  <a:pt x="26136" y="39363"/>
                  <a:pt x="26107" y="39334"/>
                </a:cubicBezTo>
                <a:cubicBezTo>
                  <a:pt x="26063" y="39275"/>
                  <a:pt x="26048" y="39245"/>
                  <a:pt x="26004" y="39186"/>
                </a:cubicBezTo>
                <a:cubicBezTo>
                  <a:pt x="26078" y="39098"/>
                  <a:pt x="26136" y="38980"/>
                  <a:pt x="26195" y="38892"/>
                </a:cubicBezTo>
                <a:close/>
                <a:moveTo>
                  <a:pt x="26578" y="38892"/>
                </a:moveTo>
                <a:lnTo>
                  <a:pt x="26696" y="39172"/>
                </a:lnTo>
                <a:cubicBezTo>
                  <a:pt x="26637" y="39260"/>
                  <a:pt x="26593" y="39363"/>
                  <a:pt x="26549" y="39466"/>
                </a:cubicBezTo>
                <a:cubicBezTo>
                  <a:pt x="26504" y="39363"/>
                  <a:pt x="26475" y="39275"/>
                  <a:pt x="26416" y="39186"/>
                </a:cubicBezTo>
                <a:cubicBezTo>
                  <a:pt x="26490" y="39069"/>
                  <a:pt x="26534" y="38980"/>
                  <a:pt x="26578" y="38892"/>
                </a:cubicBezTo>
                <a:close/>
                <a:moveTo>
                  <a:pt x="15953" y="24485"/>
                </a:moveTo>
                <a:lnTo>
                  <a:pt x="15953" y="24485"/>
                </a:lnTo>
                <a:cubicBezTo>
                  <a:pt x="15835" y="26883"/>
                  <a:pt x="16909" y="29326"/>
                  <a:pt x="19293" y="32123"/>
                </a:cubicBezTo>
                <a:cubicBezTo>
                  <a:pt x="20176" y="33153"/>
                  <a:pt x="21177" y="34065"/>
                  <a:pt x="22134" y="34948"/>
                </a:cubicBezTo>
                <a:cubicBezTo>
                  <a:pt x="23605" y="36302"/>
                  <a:pt x="24989" y="37553"/>
                  <a:pt x="25916" y="39186"/>
                </a:cubicBezTo>
                <a:cubicBezTo>
                  <a:pt x="25842" y="39289"/>
                  <a:pt x="25798" y="39392"/>
                  <a:pt x="25724" y="39481"/>
                </a:cubicBezTo>
                <a:cubicBezTo>
                  <a:pt x="24738" y="37950"/>
                  <a:pt x="23399" y="36788"/>
                  <a:pt x="21972" y="35551"/>
                </a:cubicBezTo>
                <a:cubicBezTo>
                  <a:pt x="20897" y="34639"/>
                  <a:pt x="19794" y="33682"/>
                  <a:pt x="18852" y="32564"/>
                </a:cubicBezTo>
                <a:cubicBezTo>
                  <a:pt x="16571" y="29856"/>
                  <a:pt x="15585" y="27075"/>
                  <a:pt x="15909" y="24544"/>
                </a:cubicBezTo>
                <a:cubicBezTo>
                  <a:pt x="15909" y="24529"/>
                  <a:pt x="15923" y="24499"/>
                  <a:pt x="15953" y="24485"/>
                </a:cubicBezTo>
                <a:close/>
                <a:moveTo>
                  <a:pt x="27520" y="39348"/>
                </a:moveTo>
                <a:lnTo>
                  <a:pt x="27520" y="39407"/>
                </a:lnTo>
                <a:cubicBezTo>
                  <a:pt x="27520" y="39437"/>
                  <a:pt x="27505" y="39466"/>
                  <a:pt x="27505" y="39495"/>
                </a:cubicBezTo>
                <a:lnTo>
                  <a:pt x="27505" y="39437"/>
                </a:lnTo>
                <a:cubicBezTo>
                  <a:pt x="27505" y="39407"/>
                  <a:pt x="27520" y="39392"/>
                  <a:pt x="27520" y="39348"/>
                </a:cubicBezTo>
                <a:close/>
                <a:moveTo>
                  <a:pt x="27417" y="39275"/>
                </a:moveTo>
                <a:cubicBezTo>
                  <a:pt x="27432" y="39334"/>
                  <a:pt x="27432" y="39392"/>
                  <a:pt x="27432" y="39422"/>
                </a:cubicBezTo>
                <a:lnTo>
                  <a:pt x="27373" y="39643"/>
                </a:lnTo>
                <a:cubicBezTo>
                  <a:pt x="27373" y="39584"/>
                  <a:pt x="27358" y="39554"/>
                  <a:pt x="27358" y="39495"/>
                </a:cubicBezTo>
                <a:lnTo>
                  <a:pt x="27417" y="39275"/>
                </a:lnTo>
                <a:close/>
                <a:moveTo>
                  <a:pt x="27240" y="39289"/>
                </a:moveTo>
                <a:cubicBezTo>
                  <a:pt x="27270" y="39363"/>
                  <a:pt x="27270" y="39437"/>
                  <a:pt x="27284" y="39495"/>
                </a:cubicBezTo>
                <a:cubicBezTo>
                  <a:pt x="27270" y="39584"/>
                  <a:pt x="27240" y="39657"/>
                  <a:pt x="27211" y="39760"/>
                </a:cubicBezTo>
                <a:lnTo>
                  <a:pt x="27152" y="39540"/>
                </a:lnTo>
                <a:cubicBezTo>
                  <a:pt x="27196" y="39466"/>
                  <a:pt x="27225" y="39392"/>
                  <a:pt x="27240" y="39289"/>
                </a:cubicBezTo>
                <a:close/>
                <a:moveTo>
                  <a:pt x="27019" y="39289"/>
                </a:moveTo>
                <a:cubicBezTo>
                  <a:pt x="27034" y="39392"/>
                  <a:pt x="27064" y="39466"/>
                  <a:pt x="27078" y="39554"/>
                </a:cubicBezTo>
                <a:cubicBezTo>
                  <a:pt x="27034" y="39643"/>
                  <a:pt x="27019" y="39731"/>
                  <a:pt x="26990" y="39804"/>
                </a:cubicBezTo>
                <a:cubicBezTo>
                  <a:pt x="26975" y="39716"/>
                  <a:pt x="26931" y="39643"/>
                  <a:pt x="26916" y="39554"/>
                </a:cubicBezTo>
                <a:cubicBezTo>
                  <a:pt x="26946" y="39466"/>
                  <a:pt x="26990" y="39363"/>
                  <a:pt x="27019" y="39289"/>
                </a:cubicBezTo>
                <a:close/>
                <a:moveTo>
                  <a:pt x="26725" y="39275"/>
                </a:moveTo>
                <a:cubicBezTo>
                  <a:pt x="26769" y="39363"/>
                  <a:pt x="26784" y="39466"/>
                  <a:pt x="26813" y="39554"/>
                </a:cubicBezTo>
                <a:cubicBezTo>
                  <a:pt x="26784" y="39643"/>
                  <a:pt x="26725" y="39731"/>
                  <a:pt x="26696" y="39834"/>
                </a:cubicBezTo>
                <a:lnTo>
                  <a:pt x="26578" y="39554"/>
                </a:lnTo>
                <a:cubicBezTo>
                  <a:pt x="26637" y="39466"/>
                  <a:pt x="26666" y="39363"/>
                  <a:pt x="26725" y="39275"/>
                </a:cubicBezTo>
                <a:close/>
                <a:moveTo>
                  <a:pt x="15806" y="24764"/>
                </a:moveTo>
                <a:lnTo>
                  <a:pt x="15806" y="24764"/>
                </a:lnTo>
                <a:cubicBezTo>
                  <a:pt x="15541" y="27266"/>
                  <a:pt x="16571" y="29974"/>
                  <a:pt x="18778" y="32623"/>
                </a:cubicBezTo>
                <a:cubicBezTo>
                  <a:pt x="19720" y="33741"/>
                  <a:pt x="20824" y="34698"/>
                  <a:pt x="21913" y="35610"/>
                </a:cubicBezTo>
                <a:cubicBezTo>
                  <a:pt x="23340" y="36846"/>
                  <a:pt x="24709" y="38024"/>
                  <a:pt x="25666" y="39554"/>
                </a:cubicBezTo>
                <a:cubicBezTo>
                  <a:pt x="25592" y="39657"/>
                  <a:pt x="25518" y="39760"/>
                  <a:pt x="25445" y="39849"/>
                </a:cubicBezTo>
                <a:cubicBezTo>
                  <a:pt x="24444" y="38436"/>
                  <a:pt x="23120" y="37332"/>
                  <a:pt x="21707" y="36184"/>
                </a:cubicBezTo>
                <a:cubicBezTo>
                  <a:pt x="20529" y="35228"/>
                  <a:pt x="19337" y="34242"/>
                  <a:pt x="18337" y="33035"/>
                </a:cubicBezTo>
                <a:cubicBezTo>
                  <a:pt x="16159" y="30386"/>
                  <a:pt x="15246" y="27472"/>
                  <a:pt x="15806" y="24764"/>
                </a:cubicBezTo>
                <a:close/>
                <a:moveTo>
                  <a:pt x="25975" y="39260"/>
                </a:moveTo>
                <a:cubicBezTo>
                  <a:pt x="25989" y="39289"/>
                  <a:pt x="26019" y="39334"/>
                  <a:pt x="26048" y="39363"/>
                </a:cubicBezTo>
                <a:cubicBezTo>
                  <a:pt x="26048" y="39422"/>
                  <a:pt x="26092" y="39495"/>
                  <a:pt x="26122" y="39554"/>
                </a:cubicBezTo>
                <a:cubicBezTo>
                  <a:pt x="26063" y="39643"/>
                  <a:pt x="25989" y="39760"/>
                  <a:pt x="25930" y="39849"/>
                </a:cubicBezTo>
                <a:cubicBezTo>
                  <a:pt x="25930" y="39834"/>
                  <a:pt x="25916" y="39834"/>
                  <a:pt x="25916" y="39804"/>
                </a:cubicBezTo>
                <a:cubicBezTo>
                  <a:pt x="25872" y="39716"/>
                  <a:pt x="25813" y="39643"/>
                  <a:pt x="25769" y="39554"/>
                </a:cubicBezTo>
                <a:cubicBezTo>
                  <a:pt x="25842" y="39466"/>
                  <a:pt x="25901" y="39348"/>
                  <a:pt x="25975" y="39260"/>
                </a:cubicBezTo>
                <a:close/>
                <a:moveTo>
                  <a:pt x="26387" y="39275"/>
                </a:moveTo>
                <a:cubicBezTo>
                  <a:pt x="26416" y="39363"/>
                  <a:pt x="26460" y="39466"/>
                  <a:pt x="26504" y="39569"/>
                </a:cubicBezTo>
                <a:cubicBezTo>
                  <a:pt x="26460" y="39643"/>
                  <a:pt x="26401" y="39731"/>
                  <a:pt x="26343" y="39849"/>
                </a:cubicBezTo>
                <a:cubicBezTo>
                  <a:pt x="26298" y="39760"/>
                  <a:pt x="26254" y="39657"/>
                  <a:pt x="26210" y="39569"/>
                </a:cubicBezTo>
                <a:cubicBezTo>
                  <a:pt x="26269" y="39481"/>
                  <a:pt x="26328" y="39392"/>
                  <a:pt x="26387" y="39275"/>
                </a:cubicBezTo>
                <a:close/>
                <a:moveTo>
                  <a:pt x="27432" y="39701"/>
                </a:moveTo>
                <a:cubicBezTo>
                  <a:pt x="27446" y="39760"/>
                  <a:pt x="27446" y="39790"/>
                  <a:pt x="27446" y="39804"/>
                </a:cubicBezTo>
                <a:cubicBezTo>
                  <a:pt x="27432" y="39863"/>
                  <a:pt x="27432" y="39922"/>
                  <a:pt x="27402" y="39981"/>
                </a:cubicBezTo>
                <a:cubicBezTo>
                  <a:pt x="27402" y="39937"/>
                  <a:pt x="27402" y="39922"/>
                  <a:pt x="27387" y="39878"/>
                </a:cubicBezTo>
                <a:lnTo>
                  <a:pt x="27387" y="39863"/>
                </a:lnTo>
                <a:cubicBezTo>
                  <a:pt x="27402" y="39804"/>
                  <a:pt x="27402" y="39760"/>
                  <a:pt x="27432" y="39701"/>
                </a:cubicBezTo>
                <a:close/>
                <a:moveTo>
                  <a:pt x="27314" y="39701"/>
                </a:moveTo>
                <a:cubicBezTo>
                  <a:pt x="27314" y="39775"/>
                  <a:pt x="27314" y="39834"/>
                  <a:pt x="27343" y="39878"/>
                </a:cubicBezTo>
                <a:lnTo>
                  <a:pt x="27284" y="40099"/>
                </a:lnTo>
                <a:cubicBezTo>
                  <a:pt x="27270" y="40040"/>
                  <a:pt x="27270" y="39981"/>
                  <a:pt x="27240" y="39922"/>
                </a:cubicBezTo>
                <a:cubicBezTo>
                  <a:pt x="27270" y="39849"/>
                  <a:pt x="27284" y="39775"/>
                  <a:pt x="27314" y="39701"/>
                </a:cubicBezTo>
                <a:close/>
                <a:moveTo>
                  <a:pt x="27122" y="39672"/>
                </a:moveTo>
                <a:cubicBezTo>
                  <a:pt x="27137" y="39760"/>
                  <a:pt x="27152" y="39849"/>
                  <a:pt x="27167" y="39922"/>
                </a:cubicBezTo>
                <a:cubicBezTo>
                  <a:pt x="27137" y="40010"/>
                  <a:pt x="27122" y="40084"/>
                  <a:pt x="27078" y="40172"/>
                </a:cubicBezTo>
                <a:cubicBezTo>
                  <a:pt x="27064" y="40099"/>
                  <a:pt x="27034" y="40010"/>
                  <a:pt x="27019" y="39937"/>
                </a:cubicBezTo>
                <a:cubicBezTo>
                  <a:pt x="27064" y="39849"/>
                  <a:pt x="27078" y="39775"/>
                  <a:pt x="27122" y="39672"/>
                </a:cubicBezTo>
                <a:close/>
                <a:moveTo>
                  <a:pt x="15658" y="25162"/>
                </a:moveTo>
                <a:lnTo>
                  <a:pt x="15658" y="25162"/>
                </a:lnTo>
                <a:cubicBezTo>
                  <a:pt x="15276" y="27781"/>
                  <a:pt x="16203" y="30563"/>
                  <a:pt x="18293" y="33094"/>
                </a:cubicBezTo>
                <a:cubicBezTo>
                  <a:pt x="19279" y="34286"/>
                  <a:pt x="20500" y="35287"/>
                  <a:pt x="21677" y="36243"/>
                </a:cubicBezTo>
                <a:cubicBezTo>
                  <a:pt x="23075" y="37406"/>
                  <a:pt x="24415" y="38480"/>
                  <a:pt x="25401" y="39907"/>
                </a:cubicBezTo>
                <a:cubicBezTo>
                  <a:pt x="25327" y="39996"/>
                  <a:pt x="25253" y="40099"/>
                  <a:pt x="25180" y="40202"/>
                </a:cubicBezTo>
                <a:cubicBezTo>
                  <a:pt x="24179" y="38848"/>
                  <a:pt x="22811" y="37803"/>
                  <a:pt x="21486" y="36773"/>
                </a:cubicBezTo>
                <a:cubicBezTo>
                  <a:pt x="20220" y="35802"/>
                  <a:pt x="18911" y="34786"/>
                  <a:pt x="17881" y="33521"/>
                </a:cubicBezTo>
                <a:cubicBezTo>
                  <a:pt x="15806" y="31034"/>
                  <a:pt x="14981" y="27928"/>
                  <a:pt x="15658" y="25162"/>
                </a:cubicBezTo>
                <a:close/>
                <a:moveTo>
                  <a:pt x="26858" y="39657"/>
                </a:moveTo>
                <a:cubicBezTo>
                  <a:pt x="26872" y="39760"/>
                  <a:pt x="26916" y="39849"/>
                  <a:pt x="26931" y="39922"/>
                </a:cubicBezTo>
                <a:lnTo>
                  <a:pt x="26828" y="40202"/>
                </a:lnTo>
                <a:cubicBezTo>
                  <a:pt x="26784" y="40099"/>
                  <a:pt x="26769" y="40010"/>
                  <a:pt x="26725" y="39922"/>
                </a:cubicBezTo>
                <a:cubicBezTo>
                  <a:pt x="26784" y="39849"/>
                  <a:pt x="26828" y="39760"/>
                  <a:pt x="26858" y="39657"/>
                </a:cubicBezTo>
                <a:close/>
                <a:moveTo>
                  <a:pt x="25724" y="39628"/>
                </a:moveTo>
                <a:cubicBezTo>
                  <a:pt x="25754" y="39701"/>
                  <a:pt x="25798" y="39775"/>
                  <a:pt x="25842" y="39849"/>
                </a:cubicBezTo>
                <a:cubicBezTo>
                  <a:pt x="25857" y="39863"/>
                  <a:pt x="25857" y="39907"/>
                  <a:pt x="25886" y="39922"/>
                </a:cubicBezTo>
                <a:cubicBezTo>
                  <a:pt x="25813" y="40010"/>
                  <a:pt x="25754" y="40128"/>
                  <a:pt x="25680" y="40217"/>
                </a:cubicBezTo>
                <a:cubicBezTo>
                  <a:pt x="25621" y="40128"/>
                  <a:pt x="25548" y="40010"/>
                  <a:pt x="25504" y="39922"/>
                </a:cubicBezTo>
                <a:cubicBezTo>
                  <a:pt x="25577" y="39834"/>
                  <a:pt x="25651" y="39716"/>
                  <a:pt x="25724" y="39628"/>
                </a:cubicBezTo>
                <a:close/>
                <a:moveTo>
                  <a:pt x="26181" y="39628"/>
                </a:moveTo>
                <a:cubicBezTo>
                  <a:pt x="26210" y="39731"/>
                  <a:pt x="26254" y="39834"/>
                  <a:pt x="26298" y="39922"/>
                </a:cubicBezTo>
                <a:cubicBezTo>
                  <a:pt x="26254" y="40010"/>
                  <a:pt x="26195" y="40099"/>
                  <a:pt x="26136" y="40217"/>
                </a:cubicBezTo>
                <a:cubicBezTo>
                  <a:pt x="26078" y="40128"/>
                  <a:pt x="26048" y="40025"/>
                  <a:pt x="25989" y="39922"/>
                </a:cubicBezTo>
                <a:cubicBezTo>
                  <a:pt x="26048" y="39834"/>
                  <a:pt x="26122" y="39731"/>
                  <a:pt x="26181" y="39628"/>
                </a:cubicBezTo>
                <a:close/>
                <a:moveTo>
                  <a:pt x="26534" y="39657"/>
                </a:moveTo>
                <a:lnTo>
                  <a:pt x="26637" y="39937"/>
                </a:lnTo>
                <a:cubicBezTo>
                  <a:pt x="26593" y="40025"/>
                  <a:pt x="26549" y="40128"/>
                  <a:pt x="26490" y="40217"/>
                </a:cubicBezTo>
                <a:cubicBezTo>
                  <a:pt x="26475" y="40128"/>
                  <a:pt x="26431" y="40025"/>
                  <a:pt x="26387" y="39937"/>
                </a:cubicBezTo>
                <a:cubicBezTo>
                  <a:pt x="26431" y="39849"/>
                  <a:pt x="26490" y="39760"/>
                  <a:pt x="26534" y="39657"/>
                </a:cubicBezTo>
                <a:close/>
                <a:moveTo>
                  <a:pt x="27461" y="40172"/>
                </a:moveTo>
                <a:lnTo>
                  <a:pt x="27461" y="40202"/>
                </a:lnTo>
                <a:cubicBezTo>
                  <a:pt x="27461" y="40231"/>
                  <a:pt x="27446" y="40275"/>
                  <a:pt x="27446" y="40305"/>
                </a:cubicBezTo>
                <a:lnTo>
                  <a:pt x="27446" y="40275"/>
                </a:lnTo>
                <a:cubicBezTo>
                  <a:pt x="27446" y="40231"/>
                  <a:pt x="27461" y="40217"/>
                  <a:pt x="27461" y="40172"/>
                </a:cubicBezTo>
                <a:close/>
                <a:moveTo>
                  <a:pt x="27373" y="40128"/>
                </a:moveTo>
                <a:lnTo>
                  <a:pt x="27373" y="40128"/>
                </a:lnTo>
                <a:cubicBezTo>
                  <a:pt x="27358" y="40172"/>
                  <a:pt x="27373" y="40217"/>
                  <a:pt x="27373" y="40275"/>
                </a:cubicBezTo>
                <a:cubicBezTo>
                  <a:pt x="27358" y="40320"/>
                  <a:pt x="27358" y="40393"/>
                  <a:pt x="27343" y="40452"/>
                </a:cubicBezTo>
                <a:cubicBezTo>
                  <a:pt x="27343" y="40393"/>
                  <a:pt x="27314" y="40364"/>
                  <a:pt x="27314" y="40305"/>
                </a:cubicBezTo>
                <a:cubicBezTo>
                  <a:pt x="27343" y="40246"/>
                  <a:pt x="27358" y="40172"/>
                  <a:pt x="27373" y="40128"/>
                </a:cubicBezTo>
                <a:close/>
                <a:moveTo>
                  <a:pt x="27167" y="40084"/>
                </a:moveTo>
                <a:cubicBezTo>
                  <a:pt x="27211" y="40158"/>
                  <a:pt x="27211" y="40231"/>
                  <a:pt x="27225" y="40305"/>
                </a:cubicBezTo>
                <a:cubicBezTo>
                  <a:pt x="27211" y="40378"/>
                  <a:pt x="27181" y="40467"/>
                  <a:pt x="27152" y="40540"/>
                </a:cubicBezTo>
                <a:lnTo>
                  <a:pt x="27093" y="40320"/>
                </a:lnTo>
                <a:cubicBezTo>
                  <a:pt x="27108" y="40246"/>
                  <a:pt x="27152" y="40172"/>
                  <a:pt x="27167" y="40084"/>
                </a:cubicBezTo>
                <a:close/>
                <a:moveTo>
                  <a:pt x="15467" y="25633"/>
                </a:moveTo>
                <a:cubicBezTo>
                  <a:pt x="14996" y="28296"/>
                  <a:pt x="15820" y="31225"/>
                  <a:pt x="17792" y="33594"/>
                </a:cubicBezTo>
                <a:cubicBezTo>
                  <a:pt x="18837" y="34860"/>
                  <a:pt x="20147" y="35890"/>
                  <a:pt x="21412" y="36861"/>
                </a:cubicBezTo>
                <a:cubicBezTo>
                  <a:pt x="22737" y="37891"/>
                  <a:pt x="24091" y="38951"/>
                  <a:pt x="25106" y="40290"/>
                </a:cubicBezTo>
                <a:cubicBezTo>
                  <a:pt x="25033" y="40378"/>
                  <a:pt x="24944" y="40496"/>
                  <a:pt x="24871" y="40584"/>
                </a:cubicBezTo>
                <a:cubicBezTo>
                  <a:pt x="23826" y="39334"/>
                  <a:pt x="22487" y="38333"/>
                  <a:pt x="21177" y="37376"/>
                </a:cubicBezTo>
                <a:cubicBezTo>
                  <a:pt x="19808" y="36390"/>
                  <a:pt x="18410" y="35360"/>
                  <a:pt x="17351" y="34036"/>
                </a:cubicBezTo>
                <a:cubicBezTo>
                  <a:pt x="15393" y="31622"/>
                  <a:pt x="14702" y="28429"/>
                  <a:pt x="15467" y="25633"/>
                </a:cubicBezTo>
                <a:close/>
                <a:moveTo>
                  <a:pt x="25445" y="39996"/>
                </a:moveTo>
                <a:cubicBezTo>
                  <a:pt x="25518" y="40084"/>
                  <a:pt x="25563" y="40172"/>
                  <a:pt x="25621" y="40290"/>
                </a:cubicBezTo>
                <a:cubicBezTo>
                  <a:pt x="25548" y="40378"/>
                  <a:pt x="25474" y="40496"/>
                  <a:pt x="25430" y="40584"/>
                </a:cubicBezTo>
                <a:cubicBezTo>
                  <a:pt x="25357" y="40496"/>
                  <a:pt x="25298" y="40378"/>
                  <a:pt x="25224" y="40290"/>
                </a:cubicBezTo>
                <a:cubicBezTo>
                  <a:pt x="25298" y="40202"/>
                  <a:pt x="25371" y="40084"/>
                  <a:pt x="25445" y="39996"/>
                </a:cubicBezTo>
                <a:close/>
                <a:moveTo>
                  <a:pt x="25930" y="39996"/>
                </a:moveTo>
                <a:cubicBezTo>
                  <a:pt x="25975" y="40099"/>
                  <a:pt x="26033" y="40202"/>
                  <a:pt x="26092" y="40290"/>
                </a:cubicBezTo>
                <a:cubicBezTo>
                  <a:pt x="26033" y="40378"/>
                  <a:pt x="25975" y="40467"/>
                  <a:pt x="25901" y="40584"/>
                </a:cubicBezTo>
                <a:cubicBezTo>
                  <a:pt x="25842" y="40496"/>
                  <a:pt x="25798" y="40378"/>
                  <a:pt x="25739" y="40290"/>
                </a:cubicBezTo>
                <a:cubicBezTo>
                  <a:pt x="25813" y="40202"/>
                  <a:pt x="25872" y="40099"/>
                  <a:pt x="25930" y="39996"/>
                </a:cubicBezTo>
                <a:close/>
                <a:moveTo>
                  <a:pt x="26343" y="40025"/>
                </a:moveTo>
                <a:cubicBezTo>
                  <a:pt x="26387" y="40128"/>
                  <a:pt x="26416" y="40217"/>
                  <a:pt x="26475" y="40320"/>
                </a:cubicBezTo>
                <a:cubicBezTo>
                  <a:pt x="26416" y="40393"/>
                  <a:pt x="26357" y="40496"/>
                  <a:pt x="26298" y="40584"/>
                </a:cubicBezTo>
                <a:cubicBezTo>
                  <a:pt x="26269" y="40496"/>
                  <a:pt x="26210" y="40393"/>
                  <a:pt x="26181" y="40305"/>
                </a:cubicBezTo>
                <a:lnTo>
                  <a:pt x="26343" y="40025"/>
                </a:lnTo>
                <a:close/>
                <a:moveTo>
                  <a:pt x="26681" y="40025"/>
                </a:moveTo>
                <a:cubicBezTo>
                  <a:pt x="26710" y="40128"/>
                  <a:pt x="26725" y="40217"/>
                  <a:pt x="26769" y="40305"/>
                </a:cubicBezTo>
                <a:cubicBezTo>
                  <a:pt x="26725" y="40393"/>
                  <a:pt x="26696" y="40496"/>
                  <a:pt x="26637" y="40584"/>
                </a:cubicBezTo>
                <a:cubicBezTo>
                  <a:pt x="26622" y="40496"/>
                  <a:pt x="26578" y="40393"/>
                  <a:pt x="26549" y="40305"/>
                </a:cubicBezTo>
                <a:cubicBezTo>
                  <a:pt x="26607" y="40217"/>
                  <a:pt x="26637" y="40128"/>
                  <a:pt x="26681" y="40025"/>
                </a:cubicBezTo>
                <a:close/>
                <a:moveTo>
                  <a:pt x="26975" y="40069"/>
                </a:moveTo>
                <a:cubicBezTo>
                  <a:pt x="26990" y="40158"/>
                  <a:pt x="27005" y="40231"/>
                  <a:pt x="27019" y="40320"/>
                </a:cubicBezTo>
                <a:cubicBezTo>
                  <a:pt x="26990" y="40423"/>
                  <a:pt x="26975" y="40496"/>
                  <a:pt x="26931" y="40584"/>
                </a:cubicBezTo>
                <a:cubicBezTo>
                  <a:pt x="26916" y="40496"/>
                  <a:pt x="26872" y="40423"/>
                  <a:pt x="26858" y="40320"/>
                </a:cubicBezTo>
                <a:cubicBezTo>
                  <a:pt x="26902" y="40231"/>
                  <a:pt x="26931" y="40158"/>
                  <a:pt x="26975" y="40069"/>
                </a:cubicBezTo>
                <a:close/>
                <a:moveTo>
                  <a:pt x="27387" y="40584"/>
                </a:moveTo>
                <a:lnTo>
                  <a:pt x="27387" y="40658"/>
                </a:lnTo>
                <a:cubicBezTo>
                  <a:pt x="27387" y="40717"/>
                  <a:pt x="27373" y="40746"/>
                  <a:pt x="27373" y="40805"/>
                </a:cubicBezTo>
                <a:cubicBezTo>
                  <a:pt x="27373" y="40761"/>
                  <a:pt x="27373" y="40732"/>
                  <a:pt x="27358" y="40717"/>
                </a:cubicBezTo>
                <a:cubicBezTo>
                  <a:pt x="27373" y="40673"/>
                  <a:pt x="27373" y="40614"/>
                  <a:pt x="27387" y="40584"/>
                </a:cubicBezTo>
                <a:close/>
                <a:moveTo>
                  <a:pt x="25165" y="40364"/>
                </a:moveTo>
                <a:cubicBezTo>
                  <a:pt x="25239" y="40452"/>
                  <a:pt x="25312" y="40540"/>
                  <a:pt x="25371" y="40658"/>
                </a:cubicBezTo>
                <a:cubicBezTo>
                  <a:pt x="25312" y="40732"/>
                  <a:pt x="25239" y="40820"/>
                  <a:pt x="25180" y="40893"/>
                </a:cubicBezTo>
                <a:cubicBezTo>
                  <a:pt x="25165" y="40879"/>
                  <a:pt x="25150" y="40879"/>
                  <a:pt x="25150" y="40864"/>
                </a:cubicBezTo>
                <a:lnTo>
                  <a:pt x="25106" y="40893"/>
                </a:lnTo>
                <a:cubicBezTo>
                  <a:pt x="25062" y="40820"/>
                  <a:pt x="24974" y="40732"/>
                  <a:pt x="24930" y="40658"/>
                </a:cubicBezTo>
                <a:cubicBezTo>
                  <a:pt x="25003" y="40570"/>
                  <a:pt x="25092" y="40452"/>
                  <a:pt x="25165" y="40364"/>
                </a:cubicBezTo>
                <a:close/>
                <a:moveTo>
                  <a:pt x="27240" y="40511"/>
                </a:moveTo>
                <a:cubicBezTo>
                  <a:pt x="27270" y="40570"/>
                  <a:pt x="27270" y="40643"/>
                  <a:pt x="27284" y="40687"/>
                </a:cubicBezTo>
                <a:lnTo>
                  <a:pt x="27225" y="40908"/>
                </a:lnTo>
                <a:cubicBezTo>
                  <a:pt x="27211" y="40835"/>
                  <a:pt x="27211" y="40790"/>
                  <a:pt x="27196" y="40717"/>
                </a:cubicBezTo>
                <a:cubicBezTo>
                  <a:pt x="27211" y="40643"/>
                  <a:pt x="27225" y="40584"/>
                  <a:pt x="27240" y="40511"/>
                </a:cubicBezTo>
                <a:close/>
                <a:moveTo>
                  <a:pt x="15261" y="26074"/>
                </a:moveTo>
                <a:lnTo>
                  <a:pt x="15261" y="26074"/>
                </a:lnTo>
                <a:cubicBezTo>
                  <a:pt x="14672" y="28767"/>
                  <a:pt x="15408" y="31769"/>
                  <a:pt x="17277" y="34065"/>
                </a:cubicBezTo>
                <a:cubicBezTo>
                  <a:pt x="18366" y="35390"/>
                  <a:pt x="19764" y="36449"/>
                  <a:pt x="21118" y="37435"/>
                </a:cubicBezTo>
                <a:cubicBezTo>
                  <a:pt x="22428" y="38392"/>
                  <a:pt x="23767" y="39392"/>
                  <a:pt x="24797" y="40643"/>
                </a:cubicBezTo>
                <a:cubicBezTo>
                  <a:pt x="24709" y="40746"/>
                  <a:pt x="24635" y="40835"/>
                  <a:pt x="24547" y="40938"/>
                </a:cubicBezTo>
                <a:cubicBezTo>
                  <a:pt x="23517" y="39775"/>
                  <a:pt x="22192" y="38833"/>
                  <a:pt x="20883" y="37935"/>
                </a:cubicBezTo>
                <a:cubicBezTo>
                  <a:pt x="19440" y="36920"/>
                  <a:pt x="17954" y="35890"/>
                  <a:pt x="16850" y="34507"/>
                </a:cubicBezTo>
                <a:cubicBezTo>
                  <a:pt x="14967" y="32181"/>
                  <a:pt x="14378" y="28914"/>
                  <a:pt x="15261" y="26074"/>
                </a:cubicBezTo>
                <a:close/>
                <a:moveTo>
                  <a:pt x="25680" y="40349"/>
                </a:moveTo>
                <a:cubicBezTo>
                  <a:pt x="25739" y="40452"/>
                  <a:pt x="25798" y="40540"/>
                  <a:pt x="25842" y="40658"/>
                </a:cubicBezTo>
                <a:cubicBezTo>
                  <a:pt x="25798" y="40746"/>
                  <a:pt x="25710" y="40835"/>
                  <a:pt x="25666" y="40938"/>
                </a:cubicBezTo>
                <a:cubicBezTo>
                  <a:pt x="25621" y="40879"/>
                  <a:pt x="25592" y="40805"/>
                  <a:pt x="25548" y="40746"/>
                </a:cubicBezTo>
                <a:cubicBezTo>
                  <a:pt x="25533" y="40717"/>
                  <a:pt x="25504" y="40673"/>
                  <a:pt x="25474" y="40643"/>
                </a:cubicBezTo>
                <a:cubicBezTo>
                  <a:pt x="25548" y="40540"/>
                  <a:pt x="25621" y="40452"/>
                  <a:pt x="25680" y="40349"/>
                </a:cubicBezTo>
                <a:close/>
                <a:moveTo>
                  <a:pt x="26136" y="40378"/>
                </a:moveTo>
                <a:cubicBezTo>
                  <a:pt x="26195" y="40467"/>
                  <a:pt x="26239" y="40584"/>
                  <a:pt x="26269" y="40673"/>
                </a:cubicBezTo>
                <a:lnTo>
                  <a:pt x="26107" y="40952"/>
                </a:lnTo>
                <a:cubicBezTo>
                  <a:pt x="26048" y="40864"/>
                  <a:pt x="26019" y="40746"/>
                  <a:pt x="25960" y="40658"/>
                </a:cubicBezTo>
                <a:cubicBezTo>
                  <a:pt x="26019" y="40570"/>
                  <a:pt x="26063" y="40467"/>
                  <a:pt x="26136" y="40378"/>
                </a:cubicBezTo>
                <a:close/>
                <a:moveTo>
                  <a:pt x="26490" y="40393"/>
                </a:moveTo>
                <a:lnTo>
                  <a:pt x="26593" y="40673"/>
                </a:lnTo>
                <a:cubicBezTo>
                  <a:pt x="26563" y="40761"/>
                  <a:pt x="26504" y="40864"/>
                  <a:pt x="26475" y="40952"/>
                </a:cubicBezTo>
                <a:cubicBezTo>
                  <a:pt x="26431" y="40864"/>
                  <a:pt x="26401" y="40761"/>
                  <a:pt x="26343" y="40673"/>
                </a:cubicBezTo>
                <a:cubicBezTo>
                  <a:pt x="26401" y="40584"/>
                  <a:pt x="26431" y="40496"/>
                  <a:pt x="26490" y="40393"/>
                </a:cubicBezTo>
                <a:close/>
                <a:moveTo>
                  <a:pt x="27078" y="40467"/>
                </a:moveTo>
                <a:cubicBezTo>
                  <a:pt x="27078" y="40540"/>
                  <a:pt x="27093" y="40643"/>
                  <a:pt x="27122" y="40717"/>
                </a:cubicBezTo>
                <a:cubicBezTo>
                  <a:pt x="27093" y="40790"/>
                  <a:pt x="27064" y="40879"/>
                  <a:pt x="27034" y="40952"/>
                </a:cubicBezTo>
                <a:cubicBezTo>
                  <a:pt x="27019" y="40879"/>
                  <a:pt x="27005" y="40790"/>
                  <a:pt x="26990" y="40717"/>
                </a:cubicBezTo>
                <a:cubicBezTo>
                  <a:pt x="27019" y="40643"/>
                  <a:pt x="27034" y="40540"/>
                  <a:pt x="27078" y="40467"/>
                </a:cubicBezTo>
                <a:close/>
                <a:moveTo>
                  <a:pt x="26799" y="40437"/>
                </a:moveTo>
                <a:cubicBezTo>
                  <a:pt x="26813" y="40526"/>
                  <a:pt x="26858" y="40614"/>
                  <a:pt x="26872" y="40717"/>
                </a:cubicBezTo>
                <a:cubicBezTo>
                  <a:pt x="26843" y="40805"/>
                  <a:pt x="26799" y="40879"/>
                  <a:pt x="26769" y="40967"/>
                </a:cubicBezTo>
                <a:cubicBezTo>
                  <a:pt x="26725" y="40879"/>
                  <a:pt x="26710" y="40790"/>
                  <a:pt x="26681" y="40687"/>
                </a:cubicBezTo>
                <a:cubicBezTo>
                  <a:pt x="26725" y="40599"/>
                  <a:pt x="26769" y="40526"/>
                  <a:pt x="26799" y="40437"/>
                </a:cubicBezTo>
                <a:close/>
                <a:moveTo>
                  <a:pt x="24871" y="40717"/>
                </a:moveTo>
                <a:cubicBezTo>
                  <a:pt x="24944" y="40805"/>
                  <a:pt x="25003" y="40879"/>
                  <a:pt x="25062" y="40952"/>
                </a:cubicBezTo>
                <a:lnTo>
                  <a:pt x="25003" y="41011"/>
                </a:lnTo>
                <a:cubicBezTo>
                  <a:pt x="24944" y="41085"/>
                  <a:pt x="24871" y="41158"/>
                  <a:pt x="24797" y="41232"/>
                </a:cubicBezTo>
                <a:cubicBezTo>
                  <a:pt x="24738" y="41158"/>
                  <a:pt x="24665" y="41085"/>
                  <a:pt x="24621" y="41011"/>
                </a:cubicBezTo>
                <a:cubicBezTo>
                  <a:pt x="24709" y="40908"/>
                  <a:pt x="24783" y="40820"/>
                  <a:pt x="24871" y="40717"/>
                </a:cubicBezTo>
                <a:close/>
                <a:moveTo>
                  <a:pt x="27299" y="40938"/>
                </a:moveTo>
                <a:cubicBezTo>
                  <a:pt x="27314" y="40967"/>
                  <a:pt x="27314" y="41026"/>
                  <a:pt x="27314" y="41085"/>
                </a:cubicBezTo>
                <a:cubicBezTo>
                  <a:pt x="27314" y="41114"/>
                  <a:pt x="27299" y="41158"/>
                  <a:pt x="27299" y="41173"/>
                </a:cubicBezTo>
                <a:cubicBezTo>
                  <a:pt x="27299" y="41188"/>
                  <a:pt x="27284" y="41232"/>
                  <a:pt x="27284" y="41247"/>
                </a:cubicBezTo>
                <a:cubicBezTo>
                  <a:pt x="27284" y="41188"/>
                  <a:pt x="27270" y="41129"/>
                  <a:pt x="27270" y="41100"/>
                </a:cubicBezTo>
                <a:cubicBezTo>
                  <a:pt x="27284" y="41041"/>
                  <a:pt x="27299" y="40982"/>
                  <a:pt x="27299" y="40938"/>
                </a:cubicBezTo>
                <a:close/>
                <a:moveTo>
                  <a:pt x="25430" y="40717"/>
                </a:moveTo>
                <a:cubicBezTo>
                  <a:pt x="25445" y="40746"/>
                  <a:pt x="25460" y="40761"/>
                  <a:pt x="25474" y="40805"/>
                </a:cubicBezTo>
                <a:cubicBezTo>
                  <a:pt x="25518" y="40879"/>
                  <a:pt x="25563" y="40952"/>
                  <a:pt x="25607" y="41011"/>
                </a:cubicBezTo>
                <a:cubicBezTo>
                  <a:pt x="25533" y="41100"/>
                  <a:pt x="25474" y="41188"/>
                  <a:pt x="25401" y="41276"/>
                </a:cubicBezTo>
                <a:cubicBezTo>
                  <a:pt x="25386" y="41261"/>
                  <a:pt x="25386" y="41247"/>
                  <a:pt x="25371" y="41232"/>
                </a:cubicBezTo>
                <a:cubicBezTo>
                  <a:pt x="25401" y="41188"/>
                  <a:pt x="25430" y="41158"/>
                  <a:pt x="25460" y="41114"/>
                </a:cubicBezTo>
                <a:cubicBezTo>
                  <a:pt x="25445" y="41114"/>
                  <a:pt x="25430" y="41100"/>
                  <a:pt x="25401" y="41085"/>
                </a:cubicBezTo>
                <a:cubicBezTo>
                  <a:pt x="25386" y="41114"/>
                  <a:pt x="25357" y="41129"/>
                  <a:pt x="25327" y="41173"/>
                </a:cubicBezTo>
                <a:cubicBezTo>
                  <a:pt x="25298" y="41114"/>
                  <a:pt x="25253" y="41055"/>
                  <a:pt x="25195" y="41011"/>
                </a:cubicBezTo>
                <a:cubicBezTo>
                  <a:pt x="25283" y="40908"/>
                  <a:pt x="25342" y="40820"/>
                  <a:pt x="25430" y="40717"/>
                </a:cubicBezTo>
                <a:close/>
                <a:moveTo>
                  <a:pt x="25886" y="40732"/>
                </a:moveTo>
                <a:cubicBezTo>
                  <a:pt x="25930" y="40820"/>
                  <a:pt x="25989" y="40938"/>
                  <a:pt x="26033" y="41026"/>
                </a:cubicBezTo>
                <a:cubicBezTo>
                  <a:pt x="25975" y="41114"/>
                  <a:pt x="25916" y="41203"/>
                  <a:pt x="25842" y="41306"/>
                </a:cubicBezTo>
                <a:cubicBezTo>
                  <a:pt x="25827" y="41203"/>
                  <a:pt x="25754" y="41114"/>
                  <a:pt x="25695" y="41011"/>
                </a:cubicBezTo>
                <a:cubicBezTo>
                  <a:pt x="25754" y="40908"/>
                  <a:pt x="25827" y="40820"/>
                  <a:pt x="25886" y="40732"/>
                </a:cubicBezTo>
                <a:close/>
                <a:moveTo>
                  <a:pt x="26298" y="40761"/>
                </a:moveTo>
                <a:cubicBezTo>
                  <a:pt x="26343" y="40864"/>
                  <a:pt x="26387" y="40952"/>
                  <a:pt x="26431" y="41055"/>
                </a:cubicBezTo>
                <a:cubicBezTo>
                  <a:pt x="26387" y="41158"/>
                  <a:pt x="26343" y="41247"/>
                  <a:pt x="26284" y="41335"/>
                </a:cubicBezTo>
                <a:cubicBezTo>
                  <a:pt x="26254" y="41247"/>
                  <a:pt x="26195" y="41144"/>
                  <a:pt x="26166" y="41041"/>
                </a:cubicBezTo>
                <a:cubicBezTo>
                  <a:pt x="26195" y="40952"/>
                  <a:pt x="26254" y="40864"/>
                  <a:pt x="26298" y="40761"/>
                </a:cubicBezTo>
                <a:close/>
                <a:moveTo>
                  <a:pt x="26637" y="40805"/>
                </a:moveTo>
                <a:cubicBezTo>
                  <a:pt x="26681" y="40893"/>
                  <a:pt x="26696" y="40982"/>
                  <a:pt x="26725" y="41085"/>
                </a:cubicBezTo>
                <a:cubicBezTo>
                  <a:pt x="26696" y="41173"/>
                  <a:pt x="26652" y="41261"/>
                  <a:pt x="26622" y="41335"/>
                </a:cubicBezTo>
                <a:lnTo>
                  <a:pt x="26504" y="41055"/>
                </a:lnTo>
                <a:cubicBezTo>
                  <a:pt x="26549" y="40967"/>
                  <a:pt x="26607" y="40893"/>
                  <a:pt x="26637" y="40805"/>
                </a:cubicBezTo>
                <a:close/>
                <a:moveTo>
                  <a:pt x="26916" y="40835"/>
                </a:moveTo>
                <a:cubicBezTo>
                  <a:pt x="26931" y="40938"/>
                  <a:pt x="26946" y="41026"/>
                  <a:pt x="26975" y="41100"/>
                </a:cubicBezTo>
                <a:cubicBezTo>
                  <a:pt x="26931" y="41173"/>
                  <a:pt x="26916" y="41261"/>
                  <a:pt x="26872" y="41335"/>
                </a:cubicBezTo>
                <a:cubicBezTo>
                  <a:pt x="26858" y="41247"/>
                  <a:pt x="26828" y="41144"/>
                  <a:pt x="26799" y="41070"/>
                </a:cubicBezTo>
                <a:cubicBezTo>
                  <a:pt x="26858" y="41011"/>
                  <a:pt x="26902" y="40908"/>
                  <a:pt x="26916" y="40835"/>
                </a:cubicBezTo>
                <a:close/>
                <a:moveTo>
                  <a:pt x="27137" y="40893"/>
                </a:moveTo>
                <a:cubicBezTo>
                  <a:pt x="27152" y="40952"/>
                  <a:pt x="27167" y="41026"/>
                  <a:pt x="27167" y="41100"/>
                </a:cubicBezTo>
                <a:cubicBezTo>
                  <a:pt x="27152" y="41173"/>
                  <a:pt x="27137" y="41247"/>
                  <a:pt x="27122" y="41335"/>
                </a:cubicBezTo>
                <a:lnTo>
                  <a:pt x="27064" y="41114"/>
                </a:lnTo>
                <a:cubicBezTo>
                  <a:pt x="27078" y="41041"/>
                  <a:pt x="27122" y="40967"/>
                  <a:pt x="27137" y="40893"/>
                </a:cubicBezTo>
                <a:close/>
                <a:moveTo>
                  <a:pt x="25150" y="41085"/>
                </a:moveTo>
                <a:cubicBezTo>
                  <a:pt x="25180" y="41129"/>
                  <a:pt x="25224" y="41188"/>
                  <a:pt x="25283" y="41247"/>
                </a:cubicBezTo>
                <a:lnTo>
                  <a:pt x="25062" y="41512"/>
                </a:lnTo>
                <a:cubicBezTo>
                  <a:pt x="25018" y="41467"/>
                  <a:pt x="24959" y="41409"/>
                  <a:pt x="24930" y="41350"/>
                </a:cubicBezTo>
                <a:lnTo>
                  <a:pt x="25150" y="41085"/>
                </a:lnTo>
                <a:close/>
                <a:moveTo>
                  <a:pt x="27343" y="41379"/>
                </a:moveTo>
                <a:cubicBezTo>
                  <a:pt x="27343" y="41394"/>
                  <a:pt x="27343" y="41423"/>
                  <a:pt x="27358" y="41467"/>
                </a:cubicBezTo>
                <a:cubicBezTo>
                  <a:pt x="27358" y="41497"/>
                  <a:pt x="27343" y="41556"/>
                  <a:pt x="27343" y="41600"/>
                </a:cubicBezTo>
                <a:cubicBezTo>
                  <a:pt x="27343" y="41556"/>
                  <a:pt x="27343" y="41526"/>
                  <a:pt x="27314" y="41497"/>
                </a:cubicBezTo>
                <a:cubicBezTo>
                  <a:pt x="27343" y="41467"/>
                  <a:pt x="27343" y="41409"/>
                  <a:pt x="27343" y="41379"/>
                </a:cubicBezTo>
                <a:close/>
                <a:moveTo>
                  <a:pt x="25312" y="41320"/>
                </a:moveTo>
                <a:cubicBezTo>
                  <a:pt x="25327" y="41335"/>
                  <a:pt x="25327" y="41350"/>
                  <a:pt x="25357" y="41379"/>
                </a:cubicBezTo>
                <a:cubicBezTo>
                  <a:pt x="25283" y="41467"/>
                  <a:pt x="25209" y="41556"/>
                  <a:pt x="25136" y="41673"/>
                </a:cubicBezTo>
                <a:lnTo>
                  <a:pt x="25077" y="41615"/>
                </a:lnTo>
                <a:cubicBezTo>
                  <a:pt x="25165" y="41497"/>
                  <a:pt x="25239" y="41409"/>
                  <a:pt x="25312" y="41320"/>
                </a:cubicBezTo>
                <a:close/>
                <a:moveTo>
                  <a:pt x="25666" y="41100"/>
                </a:moveTo>
                <a:cubicBezTo>
                  <a:pt x="25724" y="41188"/>
                  <a:pt x="25769" y="41306"/>
                  <a:pt x="25827" y="41394"/>
                </a:cubicBezTo>
                <a:cubicBezTo>
                  <a:pt x="25769" y="41482"/>
                  <a:pt x="25695" y="41570"/>
                  <a:pt x="25651" y="41673"/>
                </a:cubicBezTo>
                <a:cubicBezTo>
                  <a:pt x="25621" y="41629"/>
                  <a:pt x="25592" y="41600"/>
                  <a:pt x="25577" y="41541"/>
                </a:cubicBezTo>
                <a:cubicBezTo>
                  <a:pt x="25607" y="41482"/>
                  <a:pt x="25651" y="41423"/>
                  <a:pt x="25695" y="41379"/>
                </a:cubicBezTo>
                <a:cubicBezTo>
                  <a:pt x="25666" y="41350"/>
                  <a:pt x="25651" y="41335"/>
                  <a:pt x="25621" y="41320"/>
                </a:cubicBezTo>
                <a:cubicBezTo>
                  <a:pt x="25592" y="41379"/>
                  <a:pt x="25548" y="41423"/>
                  <a:pt x="25518" y="41467"/>
                </a:cubicBezTo>
                <a:cubicBezTo>
                  <a:pt x="25504" y="41423"/>
                  <a:pt x="25474" y="41394"/>
                  <a:pt x="25460" y="41379"/>
                </a:cubicBezTo>
                <a:cubicBezTo>
                  <a:pt x="25533" y="41276"/>
                  <a:pt x="25592" y="41188"/>
                  <a:pt x="25666" y="41100"/>
                </a:cubicBezTo>
                <a:close/>
                <a:moveTo>
                  <a:pt x="26092" y="41114"/>
                </a:moveTo>
                <a:cubicBezTo>
                  <a:pt x="26136" y="41203"/>
                  <a:pt x="26181" y="41320"/>
                  <a:pt x="26210" y="41409"/>
                </a:cubicBezTo>
                <a:lnTo>
                  <a:pt x="26048" y="41688"/>
                </a:lnTo>
                <a:cubicBezTo>
                  <a:pt x="25989" y="41600"/>
                  <a:pt x="25960" y="41482"/>
                  <a:pt x="25901" y="41394"/>
                </a:cubicBezTo>
                <a:cubicBezTo>
                  <a:pt x="25975" y="41306"/>
                  <a:pt x="26033" y="41203"/>
                  <a:pt x="26092" y="41114"/>
                </a:cubicBezTo>
                <a:close/>
                <a:moveTo>
                  <a:pt x="26475" y="41158"/>
                </a:moveTo>
                <a:lnTo>
                  <a:pt x="26578" y="41423"/>
                </a:lnTo>
                <a:cubicBezTo>
                  <a:pt x="26534" y="41512"/>
                  <a:pt x="26475" y="41615"/>
                  <a:pt x="26431" y="41688"/>
                </a:cubicBezTo>
                <a:lnTo>
                  <a:pt x="26328" y="41409"/>
                </a:lnTo>
                <a:cubicBezTo>
                  <a:pt x="26387" y="41320"/>
                  <a:pt x="26416" y="41247"/>
                  <a:pt x="26475" y="41158"/>
                </a:cubicBezTo>
                <a:close/>
                <a:moveTo>
                  <a:pt x="27181" y="41306"/>
                </a:moveTo>
                <a:cubicBezTo>
                  <a:pt x="27211" y="41350"/>
                  <a:pt x="27225" y="41423"/>
                  <a:pt x="27225" y="41482"/>
                </a:cubicBezTo>
                <a:cubicBezTo>
                  <a:pt x="27211" y="41556"/>
                  <a:pt x="27181" y="41615"/>
                  <a:pt x="27167" y="41688"/>
                </a:cubicBezTo>
                <a:cubicBezTo>
                  <a:pt x="27152" y="41615"/>
                  <a:pt x="27152" y="41556"/>
                  <a:pt x="27137" y="41482"/>
                </a:cubicBezTo>
                <a:cubicBezTo>
                  <a:pt x="27152" y="41423"/>
                  <a:pt x="27167" y="41350"/>
                  <a:pt x="27181" y="41306"/>
                </a:cubicBezTo>
                <a:close/>
                <a:moveTo>
                  <a:pt x="26769" y="41188"/>
                </a:moveTo>
                <a:cubicBezTo>
                  <a:pt x="26784" y="41276"/>
                  <a:pt x="26813" y="41379"/>
                  <a:pt x="26843" y="41467"/>
                </a:cubicBezTo>
                <a:cubicBezTo>
                  <a:pt x="26799" y="41556"/>
                  <a:pt x="26769" y="41629"/>
                  <a:pt x="26725" y="41718"/>
                </a:cubicBezTo>
                <a:cubicBezTo>
                  <a:pt x="26696" y="41629"/>
                  <a:pt x="26681" y="41541"/>
                  <a:pt x="26637" y="41453"/>
                </a:cubicBezTo>
                <a:cubicBezTo>
                  <a:pt x="26696" y="41350"/>
                  <a:pt x="26725" y="41276"/>
                  <a:pt x="26769" y="41188"/>
                </a:cubicBezTo>
                <a:close/>
                <a:moveTo>
                  <a:pt x="27019" y="41247"/>
                </a:moveTo>
                <a:cubicBezTo>
                  <a:pt x="27034" y="41320"/>
                  <a:pt x="27034" y="41394"/>
                  <a:pt x="27064" y="41482"/>
                </a:cubicBezTo>
                <a:cubicBezTo>
                  <a:pt x="27049" y="41556"/>
                  <a:pt x="27005" y="41629"/>
                  <a:pt x="26990" y="41718"/>
                </a:cubicBezTo>
                <a:cubicBezTo>
                  <a:pt x="26975" y="41629"/>
                  <a:pt x="26946" y="41556"/>
                  <a:pt x="26931" y="41482"/>
                </a:cubicBezTo>
                <a:cubicBezTo>
                  <a:pt x="26975" y="41409"/>
                  <a:pt x="26990" y="41335"/>
                  <a:pt x="27019" y="41247"/>
                </a:cubicBezTo>
                <a:close/>
                <a:moveTo>
                  <a:pt x="25401" y="41453"/>
                </a:moveTo>
                <a:cubicBezTo>
                  <a:pt x="25430" y="41482"/>
                  <a:pt x="25445" y="41497"/>
                  <a:pt x="25460" y="41541"/>
                </a:cubicBezTo>
                <a:lnTo>
                  <a:pt x="25239" y="41821"/>
                </a:lnTo>
                <a:cubicBezTo>
                  <a:pt x="25224" y="41776"/>
                  <a:pt x="25195" y="41762"/>
                  <a:pt x="25180" y="41718"/>
                </a:cubicBezTo>
                <a:lnTo>
                  <a:pt x="25401" y="41453"/>
                </a:lnTo>
                <a:close/>
                <a:moveTo>
                  <a:pt x="25518" y="41615"/>
                </a:moveTo>
                <a:cubicBezTo>
                  <a:pt x="25533" y="41644"/>
                  <a:pt x="25563" y="41703"/>
                  <a:pt x="25592" y="41732"/>
                </a:cubicBezTo>
                <a:cubicBezTo>
                  <a:pt x="25518" y="41835"/>
                  <a:pt x="25460" y="41924"/>
                  <a:pt x="25386" y="42012"/>
                </a:cubicBezTo>
                <a:cubicBezTo>
                  <a:pt x="25357" y="41982"/>
                  <a:pt x="25327" y="41924"/>
                  <a:pt x="25298" y="41879"/>
                </a:cubicBezTo>
                <a:lnTo>
                  <a:pt x="25518" y="41615"/>
                </a:lnTo>
                <a:close/>
                <a:moveTo>
                  <a:pt x="25842" y="41453"/>
                </a:moveTo>
                <a:cubicBezTo>
                  <a:pt x="25901" y="41541"/>
                  <a:pt x="25960" y="41644"/>
                  <a:pt x="25989" y="41747"/>
                </a:cubicBezTo>
                <a:cubicBezTo>
                  <a:pt x="25960" y="41850"/>
                  <a:pt x="25901" y="41938"/>
                  <a:pt x="25842" y="42041"/>
                </a:cubicBezTo>
                <a:cubicBezTo>
                  <a:pt x="25813" y="41968"/>
                  <a:pt x="25769" y="41909"/>
                  <a:pt x="25739" y="41835"/>
                </a:cubicBezTo>
                <a:cubicBezTo>
                  <a:pt x="25798" y="41762"/>
                  <a:pt x="25842" y="41688"/>
                  <a:pt x="25886" y="41615"/>
                </a:cubicBezTo>
                <a:cubicBezTo>
                  <a:pt x="25872" y="41585"/>
                  <a:pt x="25842" y="41570"/>
                  <a:pt x="25827" y="41541"/>
                </a:cubicBezTo>
                <a:cubicBezTo>
                  <a:pt x="25769" y="41615"/>
                  <a:pt x="25739" y="41688"/>
                  <a:pt x="25680" y="41747"/>
                </a:cubicBezTo>
                <a:cubicBezTo>
                  <a:pt x="25680" y="41747"/>
                  <a:pt x="25680" y="41718"/>
                  <a:pt x="25666" y="41718"/>
                </a:cubicBezTo>
                <a:cubicBezTo>
                  <a:pt x="25724" y="41629"/>
                  <a:pt x="25798" y="41541"/>
                  <a:pt x="25842" y="41453"/>
                </a:cubicBezTo>
                <a:close/>
                <a:moveTo>
                  <a:pt x="27270" y="41718"/>
                </a:moveTo>
                <a:cubicBezTo>
                  <a:pt x="27270" y="41776"/>
                  <a:pt x="27270" y="41821"/>
                  <a:pt x="27284" y="41865"/>
                </a:cubicBezTo>
                <a:cubicBezTo>
                  <a:pt x="27270" y="41924"/>
                  <a:pt x="27270" y="41982"/>
                  <a:pt x="27240" y="42041"/>
                </a:cubicBezTo>
                <a:cubicBezTo>
                  <a:pt x="27240" y="41982"/>
                  <a:pt x="27225" y="41938"/>
                  <a:pt x="27225" y="41879"/>
                </a:cubicBezTo>
                <a:cubicBezTo>
                  <a:pt x="27240" y="41835"/>
                  <a:pt x="27270" y="41776"/>
                  <a:pt x="27270" y="41718"/>
                </a:cubicBezTo>
                <a:close/>
                <a:moveTo>
                  <a:pt x="26269" y="41497"/>
                </a:moveTo>
                <a:cubicBezTo>
                  <a:pt x="26313" y="41600"/>
                  <a:pt x="26343" y="41703"/>
                  <a:pt x="26387" y="41791"/>
                </a:cubicBezTo>
                <a:cubicBezTo>
                  <a:pt x="26328" y="41894"/>
                  <a:pt x="26284" y="41982"/>
                  <a:pt x="26239" y="42056"/>
                </a:cubicBezTo>
                <a:cubicBezTo>
                  <a:pt x="26195" y="41968"/>
                  <a:pt x="26136" y="41850"/>
                  <a:pt x="26107" y="41762"/>
                </a:cubicBezTo>
                <a:cubicBezTo>
                  <a:pt x="26166" y="41673"/>
                  <a:pt x="26210" y="41600"/>
                  <a:pt x="26269" y="41497"/>
                </a:cubicBezTo>
                <a:close/>
                <a:moveTo>
                  <a:pt x="27093" y="41629"/>
                </a:moveTo>
                <a:cubicBezTo>
                  <a:pt x="27122" y="41718"/>
                  <a:pt x="27122" y="41791"/>
                  <a:pt x="27137" y="41865"/>
                </a:cubicBezTo>
                <a:cubicBezTo>
                  <a:pt x="27122" y="41938"/>
                  <a:pt x="27093" y="42012"/>
                  <a:pt x="27078" y="42071"/>
                </a:cubicBezTo>
                <a:lnTo>
                  <a:pt x="27019" y="41850"/>
                </a:lnTo>
                <a:cubicBezTo>
                  <a:pt x="27034" y="41776"/>
                  <a:pt x="27078" y="41703"/>
                  <a:pt x="27093" y="41629"/>
                </a:cubicBezTo>
                <a:close/>
                <a:moveTo>
                  <a:pt x="26607" y="41541"/>
                </a:moveTo>
                <a:cubicBezTo>
                  <a:pt x="26637" y="41629"/>
                  <a:pt x="26652" y="41718"/>
                  <a:pt x="26696" y="41835"/>
                </a:cubicBezTo>
                <a:cubicBezTo>
                  <a:pt x="26652" y="41924"/>
                  <a:pt x="26622" y="41997"/>
                  <a:pt x="26578" y="42086"/>
                </a:cubicBezTo>
                <a:cubicBezTo>
                  <a:pt x="26549" y="41982"/>
                  <a:pt x="26504" y="41879"/>
                  <a:pt x="26475" y="41791"/>
                </a:cubicBezTo>
                <a:cubicBezTo>
                  <a:pt x="26504" y="41703"/>
                  <a:pt x="26563" y="41629"/>
                  <a:pt x="26607" y="41541"/>
                </a:cubicBezTo>
                <a:close/>
                <a:moveTo>
                  <a:pt x="26872" y="41600"/>
                </a:moveTo>
                <a:cubicBezTo>
                  <a:pt x="26902" y="41688"/>
                  <a:pt x="26916" y="41776"/>
                  <a:pt x="26931" y="41850"/>
                </a:cubicBezTo>
                <a:cubicBezTo>
                  <a:pt x="26902" y="41924"/>
                  <a:pt x="26872" y="42012"/>
                  <a:pt x="26843" y="42086"/>
                </a:cubicBezTo>
                <a:cubicBezTo>
                  <a:pt x="26828" y="41997"/>
                  <a:pt x="26784" y="41909"/>
                  <a:pt x="26769" y="41835"/>
                </a:cubicBezTo>
                <a:cubicBezTo>
                  <a:pt x="26828" y="41747"/>
                  <a:pt x="26843" y="41673"/>
                  <a:pt x="26872" y="41600"/>
                </a:cubicBezTo>
                <a:close/>
                <a:moveTo>
                  <a:pt x="25621" y="41821"/>
                </a:moveTo>
                <a:cubicBezTo>
                  <a:pt x="25621" y="41821"/>
                  <a:pt x="25621" y="41835"/>
                  <a:pt x="25651" y="41835"/>
                </a:cubicBezTo>
                <a:cubicBezTo>
                  <a:pt x="25592" y="41924"/>
                  <a:pt x="25518" y="42012"/>
                  <a:pt x="25445" y="42115"/>
                </a:cubicBezTo>
                <a:cubicBezTo>
                  <a:pt x="25445" y="42115"/>
                  <a:pt x="25445" y="42086"/>
                  <a:pt x="25430" y="42086"/>
                </a:cubicBezTo>
                <a:cubicBezTo>
                  <a:pt x="25504" y="41997"/>
                  <a:pt x="25563" y="41909"/>
                  <a:pt x="25621" y="41821"/>
                </a:cubicBezTo>
                <a:close/>
                <a:moveTo>
                  <a:pt x="26063" y="41865"/>
                </a:moveTo>
                <a:cubicBezTo>
                  <a:pt x="26107" y="41938"/>
                  <a:pt x="26122" y="42012"/>
                  <a:pt x="26166" y="42086"/>
                </a:cubicBezTo>
                <a:cubicBezTo>
                  <a:pt x="26107" y="42189"/>
                  <a:pt x="26063" y="42247"/>
                  <a:pt x="26019" y="42350"/>
                </a:cubicBezTo>
                <a:lnTo>
                  <a:pt x="25901" y="42130"/>
                </a:lnTo>
                <a:cubicBezTo>
                  <a:pt x="25960" y="42041"/>
                  <a:pt x="26019" y="41968"/>
                  <a:pt x="26063" y="41865"/>
                </a:cubicBezTo>
                <a:close/>
                <a:moveTo>
                  <a:pt x="27284" y="42159"/>
                </a:moveTo>
                <a:cubicBezTo>
                  <a:pt x="27299" y="42203"/>
                  <a:pt x="27299" y="42218"/>
                  <a:pt x="27299" y="42247"/>
                </a:cubicBezTo>
                <a:cubicBezTo>
                  <a:pt x="27299" y="42292"/>
                  <a:pt x="27284" y="42321"/>
                  <a:pt x="27284" y="42365"/>
                </a:cubicBezTo>
                <a:cubicBezTo>
                  <a:pt x="27284" y="42336"/>
                  <a:pt x="27284" y="42292"/>
                  <a:pt x="27270" y="42277"/>
                </a:cubicBezTo>
                <a:cubicBezTo>
                  <a:pt x="27270" y="42233"/>
                  <a:pt x="27284" y="42203"/>
                  <a:pt x="27284" y="42159"/>
                </a:cubicBezTo>
                <a:close/>
                <a:moveTo>
                  <a:pt x="25680" y="41909"/>
                </a:moveTo>
                <a:cubicBezTo>
                  <a:pt x="25724" y="41982"/>
                  <a:pt x="25754" y="42041"/>
                  <a:pt x="25798" y="42115"/>
                </a:cubicBezTo>
                <a:cubicBezTo>
                  <a:pt x="25739" y="42203"/>
                  <a:pt x="25666" y="42292"/>
                  <a:pt x="25607" y="42380"/>
                </a:cubicBezTo>
                <a:cubicBezTo>
                  <a:pt x="25563" y="42306"/>
                  <a:pt x="25518" y="42233"/>
                  <a:pt x="25474" y="42189"/>
                </a:cubicBezTo>
                <a:cubicBezTo>
                  <a:pt x="25548" y="42086"/>
                  <a:pt x="25621" y="41997"/>
                  <a:pt x="25680" y="41909"/>
                </a:cubicBezTo>
                <a:close/>
                <a:moveTo>
                  <a:pt x="26431" y="41894"/>
                </a:moveTo>
                <a:cubicBezTo>
                  <a:pt x="26475" y="41982"/>
                  <a:pt x="26504" y="42086"/>
                  <a:pt x="26549" y="42189"/>
                </a:cubicBezTo>
                <a:cubicBezTo>
                  <a:pt x="26504" y="42277"/>
                  <a:pt x="26460" y="42350"/>
                  <a:pt x="26416" y="42439"/>
                </a:cubicBezTo>
                <a:cubicBezTo>
                  <a:pt x="26416" y="42424"/>
                  <a:pt x="26401" y="42409"/>
                  <a:pt x="26401" y="42380"/>
                </a:cubicBezTo>
                <a:cubicBezTo>
                  <a:pt x="26401" y="42365"/>
                  <a:pt x="26416" y="42365"/>
                  <a:pt x="26416" y="42350"/>
                </a:cubicBezTo>
                <a:cubicBezTo>
                  <a:pt x="26387" y="42336"/>
                  <a:pt x="26387" y="42292"/>
                  <a:pt x="26357" y="42277"/>
                </a:cubicBezTo>
                <a:cubicBezTo>
                  <a:pt x="26357" y="42277"/>
                  <a:pt x="26357" y="42292"/>
                  <a:pt x="26343" y="42292"/>
                </a:cubicBezTo>
                <a:cubicBezTo>
                  <a:pt x="26328" y="42233"/>
                  <a:pt x="26313" y="42203"/>
                  <a:pt x="26284" y="42144"/>
                </a:cubicBezTo>
                <a:cubicBezTo>
                  <a:pt x="26343" y="42056"/>
                  <a:pt x="26387" y="41982"/>
                  <a:pt x="26431" y="41894"/>
                </a:cubicBezTo>
                <a:close/>
                <a:moveTo>
                  <a:pt x="26725" y="41938"/>
                </a:moveTo>
                <a:cubicBezTo>
                  <a:pt x="26755" y="42041"/>
                  <a:pt x="26784" y="42130"/>
                  <a:pt x="26799" y="42218"/>
                </a:cubicBezTo>
                <a:cubicBezTo>
                  <a:pt x="26769" y="42292"/>
                  <a:pt x="26725" y="42380"/>
                  <a:pt x="26710" y="42453"/>
                </a:cubicBezTo>
                <a:cubicBezTo>
                  <a:pt x="26681" y="42365"/>
                  <a:pt x="26652" y="42277"/>
                  <a:pt x="26622" y="42189"/>
                </a:cubicBezTo>
                <a:cubicBezTo>
                  <a:pt x="26652" y="42115"/>
                  <a:pt x="26696" y="42012"/>
                  <a:pt x="26725" y="41938"/>
                </a:cubicBezTo>
                <a:close/>
                <a:moveTo>
                  <a:pt x="27167" y="42071"/>
                </a:moveTo>
                <a:cubicBezTo>
                  <a:pt x="27167" y="42130"/>
                  <a:pt x="27167" y="42203"/>
                  <a:pt x="27196" y="42277"/>
                </a:cubicBezTo>
                <a:cubicBezTo>
                  <a:pt x="27167" y="42336"/>
                  <a:pt x="27152" y="42409"/>
                  <a:pt x="27152" y="42453"/>
                </a:cubicBezTo>
                <a:cubicBezTo>
                  <a:pt x="27137" y="42380"/>
                  <a:pt x="27137" y="42336"/>
                  <a:pt x="27122" y="42247"/>
                </a:cubicBezTo>
                <a:cubicBezTo>
                  <a:pt x="27137" y="42203"/>
                  <a:pt x="27152" y="42130"/>
                  <a:pt x="27167" y="42071"/>
                </a:cubicBezTo>
                <a:close/>
                <a:moveTo>
                  <a:pt x="26990" y="42012"/>
                </a:moveTo>
                <a:cubicBezTo>
                  <a:pt x="27005" y="42115"/>
                  <a:pt x="27019" y="42189"/>
                  <a:pt x="27034" y="42277"/>
                </a:cubicBezTo>
                <a:cubicBezTo>
                  <a:pt x="27005" y="42336"/>
                  <a:pt x="26975" y="42409"/>
                  <a:pt x="26946" y="42483"/>
                </a:cubicBezTo>
                <a:cubicBezTo>
                  <a:pt x="26931" y="42409"/>
                  <a:pt x="26916" y="42306"/>
                  <a:pt x="26902" y="42233"/>
                </a:cubicBezTo>
                <a:cubicBezTo>
                  <a:pt x="26931" y="42159"/>
                  <a:pt x="26946" y="42086"/>
                  <a:pt x="26990" y="42012"/>
                </a:cubicBezTo>
                <a:close/>
                <a:moveTo>
                  <a:pt x="26239" y="42233"/>
                </a:moveTo>
                <a:cubicBezTo>
                  <a:pt x="26254" y="42292"/>
                  <a:pt x="26269" y="42336"/>
                  <a:pt x="26284" y="42380"/>
                </a:cubicBezTo>
                <a:cubicBezTo>
                  <a:pt x="26254" y="42483"/>
                  <a:pt x="26195" y="42556"/>
                  <a:pt x="26136" y="42645"/>
                </a:cubicBezTo>
                <a:cubicBezTo>
                  <a:pt x="26122" y="42586"/>
                  <a:pt x="26092" y="42556"/>
                  <a:pt x="26063" y="42498"/>
                </a:cubicBezTo>
                <a:cubicBezTo>
                  <a:pt x="26136" y="42409"/>
                  <a:pt x="26181" y="42336"/>
                  <a:pt x="26239" y="42233"/>
                </a:cubicBezTo>
                <a:close/>
                <a:moveTo>
                  <a:pt x="25842" y="42203"/>
                </a:moveTo>
                <a:lnTo>
                  <a:pt x="25960" y="42424"/>
                </a:lnTo>
                <a:cubicBezTo>
                  <a:pt x="25901" y="42512"/>
                  <a:pt x="25842" y="42601"/>
                  <a:pt x="25783" y="42674"/>
                </a:cubicBezTo>
                <a:cubicBezTo>
                  <a:pt x="25754" y="42601"/>
                  <a:pt x="25710" y="42527"/>
                  <a:pt x="25666" y="42453"/>
                </a:cubicBezTo>
                <a:cubicBezTo>
                  <a:pt x="25739" y="42380"/>
                  <a:pt x="25798" y="42292"/>
                  <a:pt x="25842" y="42203"/>
                </a:cubicBezTo>
                <a:close/>
                <a:moveTo>
                  <a:pt x="26328" y="42483"/>
                </a:moveTo>
                <a:cubicBezTo>
                  <a:pt x="26328" y="42498"/>
                  <a:pt x="26343" y="42512"/>
                  <a:pt x="26343" y="42527"/>
                </a:cubicBezTo>
                <a:cubicBezTo>
                  <a:pt x="26298" y="42630"/>
                  <a:pt x="26254" y="42704"/>
                  <a:pt x="26210" y="42792"/>
                </a:cubicBezTo>
                <a:cubicBezTo>
                  <a:pt x="26210" y="42777"/>
                  <a:pt x="26195" y="42748"/>
                  <a:pt x="26195" y="42733"/>
                </a:cubicBezTo>
                <a:cubicBezTo>
                  <a:pt x="26239" y="42645"/>
                  <a:pt x="26284" y="42571"/>
                  <a:pt x="26328" y="42483"/>
                </a:cubicBezTo>
                <a:close/>
                <a:moveTo>
                  <a:pt x="26563" y="42292"/>
                </a:moveTo>
                <a:cubicBezTo>
                  <a:pt x="26607" y="42380"/>
                  <a:pt x="26622" y="42468"/>
                  <a:pt x="26652" y="42586"/>
                </a:cubicBezTo>
                <a:cubicBezTo>
                  <a:pt x="26622" y="42659"/>
                  <a:pt x="26578" y="42748"/>
                  <a:pt x="26549" y="42821"/>
                </a:cubicBezTo>
                <a:cubicBezTo>
                  <a:pt x="26534" y="42792"/>
                  <a:pt x="26504" y="42733"/>
                  <a:pt x="26490" y="42704"/>
                </a:cubicBezTo>
                <a:cubicBezTo>
                  <a:pt x="26504" y="42659"/>
                  <a:pt x="26534" y="42630"/>
                  <a:pt x="26549" y="42601"/>
                </a:cubicBezTo>
                <a:cubicBezTo>
                  <a:pt x="26534" y="42571"/>
                  <a:pt x="26504" y="42556"/>
                  <a:pt x="26490" y="42512"/>
                </a:cubicBezTo>
                <a:cubicBezTo>
                  <a:pt x="26475" y="42527"/>
                  <a:pt x="26475" y="42571"/>
                  <a:pt x="26460" y="42586"/>
                </a:cubicBezTo>
                <a:cubicBezTo>
                  <a:pt x="26460" y="42571"/>
                  <a:pt x="26431" y="42556"/>
                  <a:pt x="26431" y="42527"/>
                </a:cubicBezTo>
                <a:cubicBezTo>
                  <a:pt x="26475" y="42453"/>
                  <a:pt x="26534" y="42365"/>
                  <a:pt x="26563" y="42292"/>
                </a:cubicBezTo>
                <a:close/>
                <a:moveTo>
                  <a:pt x="27211" y="42512"/>
                </a:moveTo>
                <a:cubicBezTo>
                  <a:pt x="27225" y="42556"/>
                  <a:pt x="27225" y="42601"/>
                  <a:pt x="27225" y="42659"/>
                </a:cubicBezTo>
                <a:cubicBezTo>
                  <a:pt x="27211" y="42718"/>
                  <a:pt x="27211" y="42777"/>
                  <a:pt x="27181" y="42821"/>
                </a:cubicBezTo>
                <a:cubicBezTo>
                  <a:pt x="27181" y="42777"/>
                  <a:pt x="27167" y="42718"/>
                  <a:pt x="27167" y="42659"/>
                </a:cubicBezTo>
                <a:cubicBezTo>
                  <a:pt x="27181" y="42601"/>
                  <a:pt x="27211" y="42571"/>
                  <a:pt x="27211" y="42512"/>
                </a:cubicBezTo>
                <a:close/>
                <a:moveTo>
                  <a:pt x="26843" y="42350"/>
                </a:moveTo>
                <a:cubicBezTo>
                  <a:pt x="26858" y="42439"/>
                  <a:pt x="26872" y="42527"/>
                  <a:pt x="26902" y="42601"/>
                </a:cubicBezTo>
                <a:cubicBezTo>
                  <a:pt x="26872" y="42674"/>
                  <a:pt x="26843" y="42748"/>
                  <a:pt x="26799" y="42836"/>
                </a:cubicBezTo>
                <a:cubicBezTo>
                  <a:pt x="26784" y="42748"/>
                  <a:pt x="26755" y="42659"/>
                  <a:pt x="26725" y="42586"/>
                </a:cubicBezTo>
                <a:cubicBezTo>
                  <a:pt x="26784" y="42512"/>
                  <a:pt x="26799" y="42424"/>
                  <a:pt x="26843" y="42350"/>
                </a:cubicBezTo>
                <a:close/>
                <a:moveTo>
                  <a:pt x="27064" y="42424"/>
                </a:moveTo>
                <a:cubicBezTo>
                  <a:pt x="27064" y="42498"/>
                  <a:pt x="27078" y="42571"/>
                  <a:pt x="27093" y="42645"/>
                </a:cubicBezTo>
                <a:cubicBezTo>
                  <a:pt x="27078" y="42718"/>
                  <a:pt x="27064" y="42777"/>
                  <a:pt x="27049" y="42851"/>
                </a:cubicBezTo>
                <a:lnTo>
                  <a:pt x="26990" y="42630"/>
                </a:lnTo>
                <a:cubicBezTo>
                  <a:pt x="27005" y="42556"/>
                  <a:pt x="27049" y="42498"/>
                  <a:pt x="27064" y="42424"/>
                </a:cubicBezTo>
                <a:close/>
                <a:moveTo>
                  <a:pt x="26401" y="42645"/>
                </a:moveTo>
                <a:cubicBezTo>
                  <a:pt x="26401" y="42659"/>
                  <a:pt x="26416" y="42674"/>
                  <a:pt x="26416" y="42704"/>
                </a:cubicBezTo>
                <a:cubicBezTo>
                  <a:pt x="26372" y="42792"/>
                  <a:pt x="26328" y="42865"/>
                  <a:pt x="26284" y="42954"/>
                </a:cubicBezTo>
                <a:cubicBezTo>
                  <a:pt x="26284" y="42939"/>
                  <a:pt x="26269" y="42924"/>
                  <a:pt x="26269" y="42895"/>
                </a:cubicBezTo>
                <a:cubicBezTo>
                  <a:pt x="26298" y="42792"/>
                  <a:pt x="26343" y="42718"/>
                  <a:pt x="26401" y="42645"/>
                </a:cubicBezTo>
                <a:close/>
                <a:moveTo>
                  <a:pt x="27240" y="42939"/>
                </a:moveTo>
                <a:cubicBezTo>
                  <a:pt x="27270" y="42968"/>
                  <a:pt x="27270" y="43013"/>
                  <a:pt x="27270" y="43042"/>
                </a:cubicBezTo>
                <a:cubicBezTo>
                  <a:pt x="27270" y="43086"/>
                  <a:pt x="27270" y="43101"/>
                  <a:pt x="27240" y="43145"/>
                </a:cubicBezTo>
                <a:lnTo>
                  <a:pt x="27240" y="43160"/>
                </a:lnTo>
                <a:cubicBezTo>
                  <a:pt x="27240" y="43116"/>
                  <a:pt x="27240" y="43086"/>
                  <a:pt x="27225" y="43042"/>
                </a:cubicBezTo>
                <a:cubicBezTo>
                  <a:pt x="27225" y="43013"/>
                  <a:pt x="27240" y="42968"/>
                  <a:pt x="27240" y="42939"/>
                </a:cubicBezTo>
                <a:close/>
                <a:moveTo>
                  <a:pt x="26460" y="42807"/>
                </a:moveTo>
                <a:cubicBezTo>
                  <a:pt x="26475" y="42836"/>
                  <a:pt x="26490" y="42895"/>
                  <a:pt x="26490" y="42939"/>
                </a:cubicBezTo>
                <a:cubicBezTo>
                  <a:pt x="26460" y="43013"/>
                  <a:pt x="26416" y="43101"/>
                  <a:pt x="26387" y="43175"/>
                </a:cubicBezTo>
                <a:cubicBezTo>
                  <a:pt x="26357" y="43145"/>
                  <a:pt x="26343" y="43086"/>
                  <a:pt x="26328" y="43042"/>
                </a:cubicBezTo>
                <a:cubicBezTo>
                  <a:pt x="26357" y="42968"/>
                  <a:pt x="26416" y="42880"/>
                  <a:pt x="26460" y="42807"/>
                </a:cubicBezTo>
                <a:close/>
                <a:moveTo>
                  <a:pt x="26696" y="42704"/>
                </a:moveTo>
                <a:cubicBezTo>
                  <a:pt x="26710" y="42792"/>
                  <a:pt x="26755" y="42880"/>
                  <a:pt x="26769" y="42968"/>
                </a:cubicBezTo>
                <a:cubicBezTo>
                  <a:pt x="26769" y="42998"/>
                  <a:pt x="26769" y="42998"/>
                  <a:pt x="26755" y="43013"/>
                </a:cubicBezTo>
                <a:cubicBezTo>
                  <a:pt x="26725" y="43086"/>
                  <a:pt x="26696" y="43160"/>
                  <a:pt x="26681" y="43219"/>
                </a:cubicBezTo>
                <a:cubicBezTo>
                  <a:pt x="26652" y="43160"/>
                  <a:pt x="26637" y="43086"/>
                  <a:pt x="26622" y="43027"/>
                </a:cubicBezTo>
                <a:cubicBezTo>
                  <a:pt x="26637" y="42968"/>
                  <a:pt x="26681" y="42924"/>
                  <a:pt x="26696" y="42865"/>
                </a:cubicBezTo>
                <a:cubicBezTo>
                  <a:pt x="26666" y="42821"/>
                  <a:pt x="26652" y="42807"/>
                  <a:pt x="26652" y="42792"/>
                </a:cubicBezTo>
                <a:cubicBezTo>
                  <a:pt x="26666" y="42748"/>
                  <a:pt x="26696" y="42733"/>
                  <a:pt x="26696" y="42704"/>
                </a:cubicBezTo>
                <a:close/>
                <a:moveTo>
                  <a:pt x="26931" y="42748"/>
                </a:moveTo>
                <a:cubicBezTo>
                  <a:pt x="26946" y="42851"/>
                  <a:pt x="26975" y="42924"/>
                  <a:pt x="26990" y="43013"/>
                </a:cubicBezTo>
                <a:cubicBezTo>
                  <a:pt x="26975" y="43086"/>
                  <a:pt x="26931" y="43160"/>
                  <a:pt x="26916" y="43233"/>
                </a:cubicBezTo>
                <a:cubicBezTo>
                  <a:pt x="26902" y="43145"/>
                  <a:pt x="26872" y="43072"/>
                  <a:pt x="26858" y="42968"/>
                </a:cubicBezTo>
                <a:cubicBezTo>
                  <a:pt x="26902" y="42895"/>
                  <a:pt x="26916" y="42821"/>
                  <a:pt x="26931" y="42748"/>
                </a:cubicBezTo>
                <a:close/>
                <a:moveTo>
                  <a:pt x="27137" y="42836"/>
                </a:moveTo>
                <a:cubicBezTo>
                  <a:pt x="27137" y="42924"/>
                  <a:pt x="27137" y="42968"/>
                  <a:pt x="27152" y="43042"/>
                </a:cubicBezTo>
                <a:cubicBezTo>
                  <a:pt x="27137" y="43101"/>
                  <a:pt x="27122" y="43160"/>
                  <a:pt x="27122" y="43233"/>
                </a:cubicBezTo>
                <a:cubicBezTo>
                  <a:pt x="27093" y="43160"/>
                  <a:pt x="27093" y="43101"/>
                  <a:pt x="27078" y="43027"/>
                </a:cubicBezTo>
                <a:cubicBezTo>
                  <a:pt x="27093" y="42968"/>
                  <a:pt x="27122" y="42910"/>
                  <a:pt x="27137" y="42836"/>
                </a:cubicBezTo>
                <a:close/>
                <a:moveTo>
                  <a:pt x="26799" y="43116"/>
                </a:moveTo>
                <a:cubicBezTo>
                  <a:pt x="26813" y="43175"/>
                  <a:pt x="26813" y="43219"/>
                  <a:pt x="26843" y="43263"/>
                </a:cubicBezTo>
                <a:cubicBezTo>
                  <a:pt x="26799" y="43322"/>
                  <a:pt x="26784" y="43410"/>
                  <a:pt x="26755" y="43484"/>
                </a:cubicBezTo>
                <a:cubicBezTo>
                  <a:pt x="26725" y="43439"/>
                  <a:pt x="26710" y="43381"/>
                  <a:pt x="26710" y="43336"/>
                </a:cubicBezTo>
                <a:cubicBezTo>
                  <a:pt x="26755" y="43263"/>
                  <a:pt x="26769" y="43189"/>
                  <a:pt x="26799" y="43116"/>
                </a:cubicBezTo>
                <a:close/>
                <a:moveTo>
                  <a:pt x="26563" y="43116"/>
                </a:moveTo>
                <a:cubicBezTo>
                  <a:pt x="26578" y="43189"/>
                  <a:pt x="26607" y="43248"/>
                  <a:pt x="26622" y="43322"/>
                </a:cubicBezTo>
                <a:cubicBezTo>
                  <a:pt x="26578" y="43395"/>
                  <a:pt x="26549" y="43469"/>
                  <a:pt x="26504" y="43557"/>
                </a:cubicBezTo>
                <a:cubicBezTo>
                  <a:pt x="26490" y="43484"/>
                  <a:pt x="26460" y="43439"/>
                  <a:pt x="26431" y="43366"/>
                </a:cubicBezTo>
                <a:cubicBezTo>
                  <a:pt x="26490" y="43292"/>
                  <a:pt x="26534" y="43189"/>
                  <a:pt x="26563" y="43116"/>
                </a:cubicBezTo>
                <a:close/>
                <a:moveTo>
                  <a:pt x="27167" y="43263"/>
                </a:moveTo>
                <a:cubicBezTo>
                  <a:pt x="27167" y="43322"/>
                  <a:pt x="27196" y="43381"/>
                  <a:pt x="27196" y="43439"/>
                </a:cubicBezTo>
                <a:cubicBezTo>
                  <a:pt x="27167" y="43484"/>
                  <a:pt x="27167" y="43528"/>
                  <a:pt x="27152" y="43587"/>
                </a:cubicBezTo>
                <a:cubicBezTo>
                  <a:pt x="27152" y="43528"/>
                  <a:pt x="27137" y="43469"/>
                  <a:pt x="27137" y="43410"/>
                </a:cubicBezTo>
                <a:cubicBezTo>
                  <a:pt x="27152" y="43366"/>
                  <a:pt x="27152" y="43322"/>
                  <a:pt x="27167" y="43263"/>
                </a:cubicBezTo>
                <a:close/>
                <a:moveTo>
                  <a:pt x="27019" y="43189"/>
                </a:moveTo>
                <a:cubicBezTo>
                  <a:pt x="27019" y="43263"/>
                  <a:pt x="27034" y="43336"/>
                  <a:pt x="27064" y="43410"/>
                </a:cubicBezTo>
                <a:cubicBezTo>
                  <a:pt x="27049" y="43484"/>
                  <a:pt x="27019" y="43542"/>
                  <a:pt x="27005" y="43616"/>
                </a:cubicBezTo>
                <a:lnTo>
                  <a:pt x="27005" y="43601"/>
                </a:lnTo>
                <a:lnTo>
                  <a:pt x="27005" y="43572"/>
                </a:lnTo>
                <a:cubicBezTo>
                  <a:pt x="27005" y="43557"/>
                  <a:pt x="26990" y="43557"/>
                  <a:pt x="26990" y="43542"/>
                </a:cubicBezTo>
                <a:cubicBezTo>
                  <a:pt x="26990" y="43528"/>
                  <a:pt x="26990" y="43528"/>
                  <a:pt x="26975" y="43513"/>
                </a:cubicBezTo>
                <a:cubicBezTo>
                  <a:pt x="26975" y="43469"/>
                  <a:pt x="26946" y="43439"/>
                  <a:pt x="26946" y="43395"/>
                </a:cubicBezTo>
                <a:cubicBezTo>
                  <a:pt x="26975" y="43322"/>
                  <a:pt x="26990" y="43263"/>
                  <a:pt x="27019" y="43189"/>
                </a:cubicBezTo>
                <a:close/>
                <a:moveTo>
                  <a:pt x="26902" y="43528"/>
                </a:moveTo>
                <a:cubicBezTo>
                  <a:pt x="26902" y="43542"/>
                  <a:pt x="26902" y="43557"/>
                  <a:pt x="26916" y="43587"/>
                </a:cubicBezTo>
                <a:cubicBezTo>
                  <a:pt x="26902" y="43660"/>
                  <a:pt x="26858" y="43734"/>
                  <a:pt x="26843" y="43807"/>
                </a:cubicBezTo>
                <a:cubicBezTo>
                  <a:pt x="26843" y="43778"/>
                  <a:pt x="26813" y="43748"/>
                  <a:pt x="26813" y="43734"/>
                </a:cubicBezTo>
                <a:cubicBezTo>
                  <a:pt x="26843" y="43675"/>
                  <a:pt x="26872" y="43601"/>
                  <a:pt x="26902" y="43528"/>
                </a:cubicBezTo>
                <a:close/>
                <a:moveTo>
                  <a:pt x="27093" y="43616"/>
                </a:moveTo>
                <a:cubicBezTo>
                  <a:pt x="27093" y="43675"/>
                  <a:pt x="27093" y="43748"/>
                  <a:pt x="27122" y="43822"/>
                </a:cubicBezTo>
                <a:cubicBezTo>
                  <a:pt x="27078" y="43763"/>
                  <a:pt x="27078" y="43748"/>
                  <a:pt x="27064" y="43704"/>
                </a:cubicBezTo>
                <a:cubicBezTo>
                  <a:pt x="27078" y="43675"/>
                  <a:pt x="27078" y="43645"/>
                  <a:pt x="27093" y="43616"/>
                </a:cubicBezTo>
                <a:close/>
                <a:moveTo>
                  <a:pt x="26652" y="43454"/>
                </a:moveTo>
                <a:lnTo>
                  <a:pt x="26710" y="43616"/>
                </a:lnTo>
                <a:cubicBezTo>
                  <a:pt x="26666" y="43690"/>
                  <a:pt x="26637" y="43763"/>
                  <a:pt x="26607" y="43851"/>
                </a:cubicBezTo>
                <a:cubicBezTo>
                  <a:pt x="26578" y="43807"/>
                  <a:pt x="26563" y="43748"/>
                  <a:pt x="26549" y="43675"/>
                </a:cubicBezTo>
                <a:lnTo>
                  <a:pt x="26652" y="43454"/>
                </a:lnTo>
                <a:close/>
                <a:moveTo>
                  <a:pt x="27211" y="43719"/>
                </a:moveTo>
                <a:cubicBezTo>
                  <a:pt x="27211" y="43763"/>
                  <a:pt x="27225" y="43807"/>
                  <a:pt x="27225" y="43837"/>
                </a:cubicBezTo>
                <a:cubicBezTo>
                  <a:pt x="27225" y="43881"/>
                  <a:pt x="27211" y="43910"/>
                  <a:pt x="27211" y="43925"/>
                </a:cubicBezTo>
                <a:cubicBezTo>
                  <a:pt x="27211" y="43896"/>
                  <a:pt x="27211" y="43851"/>
                  <a:pt x="27196" y="43822"/>
                </a:cubicBezTo>
                <a:cubicBezTo>
                  <a:pt x="27196" y="43778"/>
                  <a:pt x="27211" y="43763"/>
                  <a:pt x="27211" y="43719"/>
                </a:cubicBezTo>
                <a:close/>
                <a:moveTo>
                  <a:pt x="26946" y="43763"/>
                </a:moveTo>
                <a:lnTo>
                  <a:pt x="26946" y="43778"/>
                </a:lnTo>
                <a:cubicBezTo>
                  <a:pt x="26931" y="43851"/>
                  <a:pt x="26902" y="43910"/>
                  <a:pt x="26872" y="43984"/>
                </a:cubicBezTo>
                <a:lnTo>
                  <a:pt x="26872" y="43969"/>
                </a:lnTo>
                <a:cubicBezTo>
                  <a:pt x="26902" y="43896"/>
                  <a:pt x="26931" y="43822"/>
                  <a:pt x="26946" y="43763"/>
                </a:cubicBezTo>
                <a:close/>
                <a:moveTo>
                  <a:pt x="27078" y="43822"/>
                </a:moveTo>
                <a:cubicBezTo>
                  <a:pt x="27078" y="43837"/>
                  <a:pt x="27078" y="43837"/>
                  <a:pt x="27093" y="43851"/>
                </a:cubicBezTo>
                <a:cubicBezTo>
                  <a:pt x="27078" y="43910"/>
                  <a:pt x="27078" y="43954"/>
                  <a:pt x="27064" y="43984"/>
                </a:cubicBezTo>
                <a:cubicBezTo>
                  <a:pt x="27064" y="43969"/>
                  <a:pt x="27064" y="43954"/>
                  <a:pt x="27049" y="43925"/>
                </a:cubicBezTo>
                <a:cubicBezTo>
                  <a:pt x="27064" y="43896"/>
                  <a:pt x="27064" y="43851"/>
                  <a:pt x="27078" y="43822"/>
                </a:cubicBezTo>
                <a:close/>
                <a:moveTo>
                  <a:pt x="26769" y="43851"/>
                </a:moveTo>
                <a:cubicBezTo>
                  <a:pt x="26769" y="43896"/>
                  <a:pt x="26784" y="43910"/>
                  <a:pt x="26784" y="43940"/>
                </a:cubicBezTo>
                <a:cubicBezTo>
                  <a:pt x="26769" y="44028"/>
                  <a:pt x="26725" y="44087"/>
                  <a:pt x="26710" y="44175"/>
                </a:cubicBezTo>
                <a:cubicBezTo>
                  <a:pt x="26696" y="44131"/>
                  <a:pt x="26696" y="44102"/>
                  <a:pt x="26666" y="44058"/>
                </a:cubicBezTo>
                <a:cubicBezTo>
                  <a:pt x="26710" y="43984"/>
                  <a:pt x="26725" y="43910"/>
                  <a:pt x="26769" y="43851"/>
                </a:cubicBezTo>
                <a:close/>
                <a:moveTo>
                  <a:pt x="26799" y="44116"/>
                </a:moveTo>
                <a:lnTo>
                  <a:pt x="26799" y="44146"/>
                </a:lnTo>
                <a:cubicBezTo>
                  <a:pt x="26799" y="44205"/>
                  <a:pt x="26784" y="44278"/>
                  <a:pt x="26755" y="44352"/>
                </a:cubicBezTo>
                <a:cubicBezTo>
                  <a:pt x="26755" y="44337"/>
                  <a:pt x="26755" y="44337"/>
                  <a:pt x="26725" y="44322"/>
                </a:cubicBezTo>
                <a:cubicBezTo>
                  <a:pt x="26755" y="44249"/>
                  <a:pt x="26784" y="44190"/>
                  <a:pt x="26799" y="44116"/>
                </a:cubicBezTo>
                <a:close/>
                <a:moveTo>
                  <a:pt x="27137" y="44175"/>
                </a:moveTo>
                <a:cubicBezTo>
                  <a:pt x="27152" y="44175"/>
                  <a:pt x="27152" y="44205"/>
                  <a:pt x="27152" y="44219"/>
                </a:cubicBezTo>
                <a:cubicBezTo>
                  <a:pt x="27137" y="44278"/>
                  <a:pt x="27137" y="44322"/>
                  <a:pt x="27122" y="44367"/>
                </a:cubicBezTo>
                <a:cubicBezTo>
                  <a:pt x="27122" y="44352"/>
                  <a:pt x="27122" y="44322"/>
                  <a:pt x="27093" y="44293"/>
                </a:cubicBezTo>
                <a:cubicBezTo>
                  <a:pt x="27122" y="44264"/>
                  <a:pt x="27122" y="44205"/>
                  <a:pt x="27137" y="44175"/>
                </a:cubicBezTo>
                <a:close/>
                <a:moveTo>
                  <a:pt x="26990" y="44131"/>
                </a:moveTo>
                <a:cubicBezTo>
                  <a:pt x="27005" y="44131"/>
                  <a:pt x="27005" y="44175"/>
                  <a:pt x="27005" y="44190"/>
                </a:cubicBezTo>
                <a:cubicBezTo>
                  <a:pt x="26990" y="44264"/>
                  <a:pt x="26975" y="44308"/>
                  <a:pt x="26946" y="44396"/>
                </a:cubicBezTo>
                <a:cubicBezTo>
                  <a:pt x="26946" y="44367"/>
                  <a:pt x="26931" y="44337"/>
                  <a:pt x="26931" y="44322"/>
                </a:cubicBezTo>
                <a:cubicBezTo>
                  <a:pt x="26946" y="44264"/>
                  <a:pt x="26975" y="44190"/>
                  <a:pt x="26990" y="44131"/>
                </a:cubicBezTo>
                <a:close/>
                <a:moveTo>
                  <a:pt x="26858" y="44278"/>
                </a:moveTo>
                <a:cubicBezTo>
                  <a:pt x="26843" y="44352"/>
                  <a:pt x="26813" y="44425"/>
                  <a:pt x="26784" y="44499"/>
                </a:cubicBezTo>
                <a:lnTo>
                  <a:pt x="26784" y="44484"/>
                </a:lnTo>
                <a:cubicBezTo>
                  <a:pt x="26799" y="44411"/>
                  <a:pt x="26843" y="44352"/>
                  <a:pt x="26858" y="44278"/>
                </a:cubicBezTo>
                <a:close/>
                <a:moveTo>
                  <a:pt x="27184" y="44596"/>
                </a:moveTo>
                <a:cubicBezTo>
                  <a:pt x="27188" y="44608"/>
                  <a:pt x="27196" y="44617"/>
                  <a:pt x="27196" y="44617"/>
                </a:cubicBezTo>
                <a:cubicBezTo>
                  <a:pt x="27196" y="44646"/>
                  <a:pt x="27167" y="44676"/>
                  <a:pt x="27167" y="44705"/>
                </a:cubicBezTo>
                <a:lnTo>
                  <a:pt x="27167" y="44646"/>
                </a:lnTo>
                <a:cubicBezTo>
                  <a:pt x="27167" y="44629"/>
                  <a:pt x="27176" y="44613"/>
                  <a:pt x="27184" y="44596"/>
                </a:cubicBezTo>
                <a:close/>
                <a:moveTo>
                  <a:pt x="26902" y="44455"/>
                </a:moveTo>
                <a:cubicBezTo>
                  <a:pt x="26902" y="44499"/>
                  <a:pt x="26916" y="44514"/>
                  <a:pt x="26916" y="44558"/>
                </a:cubicBezTo>
                <a:cubicBezTo>
                  <a:pt x="26902" y="44617"/>
                  <a:pt x="26858" y="44690"/>
                  <a:pt x="26843" y="44734"/>
                </a:cubicBezTo>
                <a:cubicBezTo>
                  <a:pt x="26843" y="44705"/>
                  <a:pt x="26828" y="44676"/>
                  <a:pt x="26828" y="44646"/>
                </a:cubicBezTo>
                <a:cubicBezTo>
                  <a:pt x="26843" y="44587"/>
                  <a:pt x="26872" y="44514"/>
                  <a:pt x="26902" y="44455"/>
                </a:cubicBezTo>
                <a:close/>
                <a:moveTo>
                  <a:pt x="27064" y="44484"/>
                </a:moveTo>
                <a:cubicBezTo>
                  <a:pt x="27064" y="44514"/>
                  <a:pt x="27064" y="44558"/>
                  <a:pt x="27078" y="44587"/>
                </a:cubicBezTo>
                <a:lnTo>
                  <a:pt x="27019" y="44764"/>
                </a:lnTo>
                <a:cubicBezTo>
                  <a:pt x="27019" y="44720"/>
                  <a:pt x="27005" y="44690"/>
                  <a:pt x="27005" y="44646"/>
                </a:cubicBezTo>
                <a:lnTo>
                  <a:pt x="27064" y="44484"/>
                </a:lnTo>
                <a:close/>
                <a:moveTo>
                  <a:pt x="26975" y="44808"/>
                </a:moveTo>
                <a:cubicBezTo>
                  <a:pt x="26975" y="44852"/>
                  <a:pt x="26990" y="44911"/>
                  <a:pt x="26990" y="44940"/>
                </a:cubicBezTo>
                <a:cubicBezTo>
                  <a:pt x="26975" y="45014"/>
                  <a:pt x="26946" y="45073"/>
                  <a:pt x="26931" y="45132"/>
                </a:cubicBezTo>
                <a:cubicBezTo>
                  <a:pt x="26931" y="45073"/>
                  <a:pt x="26916" y="45029"/>
                  <a:pt x="26916" y="44985"/>
                </a:cubicBezTo>
                <a:lnTo>
                  <a:pt x="26975" y="44808"/>
                </a:lnTo>
                <a:close/>
                <a:moveTo>
                  <a:pt x="27093" y="44882"/>
                </a:moveTo>
                <a:cubicBezTo>
                  <a:pt x="27093" y="44926"/>
                  <a:pt x="27093" y="44955"/>
                  <a:pt x="27122" y="44999"/>
                </a:cubicBezTo>
                <a:cubicBezTo>
                  <a:pt x="27093" y="45058"/>
                  <a:pt x="27093" y="45088"/>
                  <a:pt x="27078" y="45147"/>
                </a:cubicBezTo>
                <a:cubicBezTo>
                  <a:pt x="27078" y="45102"/>
                  <a:pt x="27064" y="45073"/>
                  <a:pt x="27064" y="45014"/>
                </a:cubicBezTo>
                <a:cubicBezTo>
                  <a:pt x="27078" y="44985"/>
                  <a:pt x="27078" y="44926"/>
                  <a:pt x="27093" y="44882"/>
                </a:cubicBezTo>
                <a:close/>
                <a:moveTo>
                  <a:pt x="27137" y="45323"/>
                </a:moveTo>
                <a:lnTo>
                  <a:pt x="27137" y="45426"/>
                </a:lnTo>
                <a:cubicBezTo>
                  <a:pt x="27137" y="45442"/>
                  <a:pt x="27133" y="45454"/>
                  <a:pt x="27129" y="45468"/>
                </a:cubicBezTo>
                <a:lnTo>
                  <a:pt x="27129" y="45468"/>
                </a:lnTo>
                <a:cubicBezTo>
                  <a:pt x="27128" y="45445"/>
                  <a:pt x="27122" y="45424"/>
                  <a:pt x="27122" y="45397"/>
                </a:cubicBezTo>
                <a:cubicBezTo>
                  <a:pt x="27122" y="45382"/>
                  <a:pt x="27137" y="45353"/>
                  <a:pt x="27137" y="45323"/>
                </a:cubicBezTo>
                <a:close/>
                <a:moveTo>
                  <a:pt x="26990" y="45220"/>
                </a:moveTo>
                <a:cubicBezTo>
                  <a:pt x="26990" y="45279"/>
                  <a:pt x="27005" y="45323"/>
                  <a:pt x="27005" y="45367"/>
                </a:cubicBezTo>
                <a:cubicBezTo>
                  <a:pt x="27019" y="45426"/>
                  <a:pt x="27005" y="45470"/>
                  <a:pt x="26990" y="45529"/>
                </a:cubicBezTo>
                <a:cubicBezTo>
                  <a:pt x="26975" y="45470"/>
                  <a:pt x="26975" y="45411"/>
                  <a:pt x="26946" y="45353"/>
                </a:cubicBezTo>
                <a:cubicBezTo>
                  <a:pt x="26961" y="45308"/>
                  <a:pt x="26990" y="45250"/>
                  <a:pt x="26990" y="45220"/>
                </a:cubicBezTo>
                <a:close/>
                <a:moveTo>
                  <a:pt x="24577" y="41085"/>
                </a:moveTo>
                <a:cubicBezTo>
                  <a:pt x="24635" y="41158"/>
                  <a:pt x="24709" y="41232"/>
                  <a:pt x="24768" y="41306"/>
                </a:cubicBezTo>
                <a:cubicBezTo>
                  <a:pt x="23855" y="42306"/>
                  <a:pt x="22855" y="43204"/>
                  <a:pt x="21854" y="44072"/>
                </a:cubicBezTo>
                <a:cubicBezTo>
                  <a:pt x="21236" y="44631"/>
                  <a:pt x="20588" y="45205"/>
                  <a:pt x="19985" y="45794"/>
                </a:cubicBezTo>
                <a:cubicBezTo>
                  <a:pt x="20691" y="45014"/>
                  <a:pt x="21457" y="44264"/>
                  <a:pt x="22207" y="43528"/>
                </a:cubicBezTo>
                <a:cubicBezTo>
                  <a:pt x="22987" y="42733"/>
                  <a:pt x="23811" y="41924"/>
                  <a:pt x="24577" y="41085"/>
                </a:cubicBezTo>
                <a:close/>
                <a:moveTo>
                  <a:pt x="27064" y="45617"/>
                </a:moveTo>
                <a:cubicBezTo>
                  <a:pt x="27064" y="45676"/>
                  <a:pt x="27078" y="45735"/>
                  <a:pt x="27078" y="45779"/>
                </a:cubicBezTo>
                <a:cubicBezTo>
                  <a:pt x="27078" y="45823"/>
                  <a:pt x="27064" y="45853"/>
                  <a:pt x="27064" y="45897"/>
                </a:cubicBezTo>
                <a:cubicBezTo>
                  <a:pt x="27034" y="45838"/>
                  <a:pt x="27034" y="45794"/>
                  <a:pt x="27019" y="45735"/>
                </a:cubicBezTo>
                <a:cubicBezTo>
                  <a:pt x="27034" y="45691"/>
                  <a:pt x="27034" y="45662"/>
                  <a:pt x="27064" y="45617"/>
                </a:cubicBezTo>
                <a:close/>
                <a:moveTo>
                  <a:pt x="27314" y="45529"/>
                </a:moveTo>
                <a:cubicBezTo>
                  <a:pt x="27314" y="45647"/>
                  <a:pt x="27299" y="45765"/>
                  <a:pt x="27284" y="45897"/>
                </a:cubicBezTo>
                <a:lnTo>
                  <a:pt x="27284" y="45823"/>
                </a:lnTo>
                <a:lnTo>
                  <a:pt x="27284" y="45735"/>
                </a:lnTo>
                <a:cubicBezTo>
                  <a:pt x="27299" y="45662"/>
                  <a:pt x="27299" y="45588"/>
                  <a:pt x="27314" y="45529"/>
                </a:cubicBezTo>
                <a:close/>
                <a:moveTo>
                  <a:pt x="27093" y="46059"/>
                </a:moveTo>
                <a:cubicBezTo>
                  <a:pt x="27093" y="46118"/>
                  <a:pt x="27093" y="46162"/>
                  <a:pt x="27122" y="46206"/>
                </a:cubicBezTo>
                <a:lnTo>
                  <a:pt x="27122" y="46250"/>
                </a:lnTo>
                <a:cubicBezTo>
                  <a:pt x="27093" y="46250"/>
                  <a:pt x="27093" y="46265"/>
                  <a:pt x="27093" y="46265"/>
                </a:cubicBezTo>
                <a:cubicBezTo>
                  <a:pt x="27093" y="46236"/>
                  <a:pt x="27078" y="46191"/>
                  <a:pt x="27078" y="46133"/>
                </a:cubicBezTo>
                <a:cubicBezTo>
                  <a:pt x="27078" y="46118"/>
                  <a:pt x="27093" y="46088"/>
                  <a:pt x="27093" y="46059"/>
                </a:cubicBezTo>
                <a:close/>
                <a:moveTo>
                  <a:pt x="24812" y="41350"/>
                </a:moveTo>
                <a:lnTo>
                  <a:pt x="24812" y="41350"/>
                </a:lnTo>
                <a:cubicBezTo>
                  <a:pt x="24797" y="41379"/>
                  <a:pt x="24783" y="41394"/>
                  <a:pt x="24768" y="41423"/>
                </a:cubicBezTo>
                <a:lnTo>
                  <a:pt x="24812" y="41482"/>
                </a:lnTo>
                <a:lnTo>
                  <a:pt x="24871" y="41423"/>
                </a:lnTo>
                <a:cubicBezTo>
                  <a:pt x="24915" y="41482"/>
                  <a:pt x="24959" y="41541"/>
                  <a:pt x="25003" y="41585"/>
                </a:cubicBezTo>
                <a:cubicBezTo>
                  <a:pt x="24003" y="42762"/>
                  <a:pt x="22869" y="43675"/>
                  <a:pt x="21648" y="44631"/>
                </a:cubicBezTo>
                <a:cubicBezTo>
                  <a:pt x="20897" y="45220"/>
                  <a:pt x="20147" y="45823"/>
                  <a:pt x="19411" y="46500"/>
                </a:cubicBezTo>
                <a:cubicBezTo>
                  <a:pt x="20206" y="45662"/>
                  <a:pt x="21059" y="44882"/>
                  <a:pt x="21913" y="44131"/>
                </a:cubicBezTo>
                <a:cubicBezTo>
                  <a:pt x="22899" y="43263"/>
                  <a:pt x="23914" y="42365"/>
                  <a:pt x="24812" y="41350"/>
                </a:cubicBezTo>
                <a:close/>
                <a:moveTo>
                  <a:pt x="27019" y="46353"/>
                </a:moveTo>
                <a:cubicBezTo>
                  <a:pt x="27019" y="46412"/>
                  <a:pt x="27019" y="46471"/>
                  <a:pt x="27034" y="46500"/>
                </a:cubicBezTo>
                <a:cubicBezTo>
                  <a:pt x="27019" y="46545"/>
                  <a:pt x="27019" y="46574"/>
                  <a:pt x="27005" y="46618"/>
                </a:cubicBezTo>
                <a:cubicBezTo>
                  <a:pt x="27005" y="46574"/>
                  <a:pt x="26990" y="46545"/>
                  <a:pt x="26990" y="46500"/>
                </a:cubicBezTo>
                <a:cubicBezTo>
                  <a:pt x="27005" y="46456"/>
                  <a:pt x="27005" y="46412"/>
                  <a:pt x="27019" y="46353"/>
                </a:cubicBezTo>
                <a:close/>
                <a:moveTo>
                  <a:pt x="27343" y="46000"/>
                </a:moveTo>
                <a:cubicBezTo>
                  <a:pt x="27343" y="46265"/>
                  <a:pt x="27299" y="46545"/>
                  <a:pt x="27240" y="46824"/>
                </a:cubicBezTo>
                <a:lnTo>
                  <a:pt x="27240" y="46633"/>
                </a:lnTo>
                <a:lnTo>
                  <a:pt x="27240" y="46515"/>
                </a:lnTo>
                <a:cubicBezTo>
                  <a:pt x="27284" y="46353"/>
                  <a:pt x="27314" y="46177"/>
                  <a:pt x="27343" y="46000"/>
                </a:cubicBezTo>
                <a:close/>
                <a:moveTo>
                  <a:pt x="27064" y="46868"/>
                </a:moveTo>
                <a:cubicBezTo>
                  <a:pt x="27064" y="46898"/>
                  <a:pt x="27078" y="46927"/>
                  <a:pt x="27078" y="46971"/>
                </a:cubicBezTo>
                <a:cubicBezTo>
                  <a:pt x="27078" y="46986"/>
                  <a:pt x="27064" y="47001"/>
                  <a:pt x="27064" y="47030"/>
                </a:cubicBezTo>
                <a:cubicBezTo>
                  <a:pt x="27064" y="47015"/>
                  <a:pt x="27064" y="46986"/>
                  <a:pt x="27049" y="46971"/>
                </a:cubicBezTo>
                <a:cubicBezTo>
                  <a:pt x="27049" y="46927"/>
                  <a:pt x="27064" y="46912"/>
                  <a:pt x="27064" y="46868"/>
                </a:cubicBezTo>
                <a:close/>
                <a:moveTo>
                  <a:pt x="25033" y="41644"/>
                </a:moveTo>
                <a:cubicBezTo>
                  <a:pt x="25062" y="41673"/>
                  <a:pt x="25077" y="41688"/>
                  <a:pt x="25092" y="41718"/>
                </a:cubicBezTo>
                <a:lnTo>
                  <a:pt x="25062" y="41762"/>
                </a:lnTo>
                <a:lnTo>
                  <a:pt x="25106" y="41821"/>
                </a:lnTo>
                <a:cubicBezTo>
                  <a:pt x="25106" y="41791"/>
                  <a:pt x="25121" y="41791"/>
                  <a:pt x="25121" y="41776"/>
                </a:cubicBezTo>
                <a:cubicBezTo>
                  <a:pt x="25150" y="41821"/>
                  <a:pt x="25165" y="41835"/>
                  <a:pt x="25180" y="41865"/>
                </a:cubicBezTo>
                <a:cubicBezTo>
                  <a:pt x="25121" y="41938"/>
                  <a:pt x="25077" y="42012"/>
                  <a:pt x="25018" y="42071"/>
                </a:cubicBezTo>
                <a:cubicBezTo>
                  <a:pt x="23988" y="43307"/>
                  <a:pt x="22737" y="44190"/>
                  <a:pt x="21427" y="45132"/>
                </a:cubicBezTo>
                <a:cubicBezTo>
                  <a:pt x="20544" y="45750"/>
                  <a:pt x="19647" y="46397"/>
                  <a:pt x="18778" y="47163"/>
                </a:cubicBezTo>
                <a:cubicBezTo>
                  <a:pt x="19720" y="46250"/>
                  <a:pt x="20721" y="45456"/>
                  <a:pt x="21692" y="44690"/>
                </a:cubicBezTo>
                <a:cubicBezTo>
                  <a:pt x="22899" y="43734"/>
                  <a:pt x="24047" y="42821"/>
                  <a:pt x="25033" y="41644"/>
                </a:cubicBezTo>
                <a:close/>
                <a:moveTo>
                  <a:pt x="25253" y="41938"/>
                </a:moveTo>
                <a:cubicBezTo>
                  <a:pt x="25298" y="41982"/>
                  <a:pt x="25312" y="42041"/>
                  <a:pt x="25342" y="42071"/>
                </a:cubicBezTo>
                <a:cubicBezTo>
                  <a:pt x="25371" y="42086"/>
                  <a:pt x="25386" y="42115"/>
                  <a:pt x="25401" y="42144"/>
                </a:cubicBezTo>
                <a:cubicBezTo>
                  <a:pt x="25401" y="42144"/>
                  <a:pt x="25401" y="42159"/>
                  <a:pt x="25415" y="42159"/>
                </a:cubicBezTo>
                <a:cubicBezTo>
                  <a:pt x="25312" y="42306"/>
                  <a:pt x="25180" y="42453"/>
                  <a:pt x="25077" y="42630"/>
                </a:cubicBezTo>
                <a:cubicBezTo>
                  <a:pt x="24003" y="43910"/>
                  <a:pt x="22678" y="44764"/>
                  <a:pt x="21280" y="45662"/>
                </a:cubicBezTo>
                <a:cubicBezTo>
                  <a:pt x="20323" y="46265"/>
                  <a:pt x="19337" y="46912"/>
                  <a:pt x="18410" y="47707"/>
                </a:cubicBezTo>
                <a:cubicBezTo>
                  <a:pt x="18396" y="47678"/>
                  <a:pt x="18410" y="47663"/>
                  <a:pt x="18440" y="47634"/>
                </a:cubicBezTo>
                <a:cubicBezTo>
                  <a:pt x="19411" y="46677"/>
                  <a:pt x="20456" y="45941"/>
                  <a:pt x="21486" y="45205"/>
                </a:cubicBezTo>
                <a:cubicBezTo>
                  <a:pt x="22811" y="44264"/>
                  <a:pt x="24047" y="43381"/>
                  <a:pt x="25092" y="42130"/>
                </a:cubicBezTo>
                <a:cubicBezTo>
                  <a:pt x="25150" y="42071"/>
                  <a:pt x="25195" y="41997"/>
                  <a:pt x="25253" y="41938"/>
                </a:cubicBezTo>
                <a:close/>
                <a:moveTo>
                  <a:pt x="25460" y="42218"/>
                </a:moveTo>
                <a:cubicBezTo>
                  <a:pt x="25518" y="42292"/>
                  <a:pt x="25548" y="42350"/>
                  <a:pt x="25607" y="42424"/>
                </a:cubicBezTo>
                <a:cubicBezTo>
                  <a:pt x="25445" y="42659"/>
                  <a:pt x="25253" y="42895"/>
                  <a:pt x="25062" y="43145"/>
                </a:cubicBezTo>
                <a:cubicBezTo>
                  <a:pt x="23958" y="44484"/>
                  <a:pt x="22575" y="45294"/>
                  <a:pt x="21089" y="46133"/>
                </a:cubicBezTo>
                <a:cubicBezTo>
                  <a:pt x="20095" y="46717"/>
                  <a:pt x="19073" y="47301"/>
                  <a:pt x="18108" y="48087"/>
                </a:cubicBezTo>
                <a:lnTo>
                  <a:pt x="18108" y="48087"/>
                </a:lnTo>
                <a:cubicBezTo>
                  <a:pt x="18130" y="48063"/>
                  <a:pt x="18153" y="48024"/>
                  <a:pt x="18175" y="48001"/>
                </a:cubicBezTo>
                <a:cubicBezTo>
                  <a:pt x="19190" y="47074"/>
                  <a:pt x="20250" y="46397"/>
                  <a:pt x="21309" y="45720"/>
                </a:cubicBezTo>
                <a:cubicBezTo>
                  <a:pt x="22708" y="44808"/>
                  <a:pt x="24032" y="43969"/>
                  <a:pt x="25106" y="42659"/>
                </a:cubicBezTo>
                <a:cubicBezTo>
                  <a:pt x="25224" y="42512"/>
                  <a:pt x="25357" y="42365"/>
                  <a:pt x="25460" y="42218"/>
                </a:cubicBezTo>
                <a:close/>
                <a:moveTo>
                  <a:pt x="25651" y="42512"/>
                </a:moveTo>
                <a:cubicBezTo>
                  <a:pt x="25695" y="42586"/>
                  <a:pt x="25739" y="42645"/>
                  <a:pt x="25769" y="42718"/>
                </a:cubicBezTo>
                <a:cubicBezTo>
                  <a:pt x="25548" y="43042"/>
                  <a:pt x="25312" y="43381"/>
                  <a:pt x="25062" y="43690"/>
                </a:cubicBezTo>
                <a:cubicBezTo>
                  <a:pt x="23929" y="45073"/>
                  <a:pt x="22457" y="45838"/>
                  <a:pt x="20897" y="46677"/>
                </a:cubicBezTo>
                <a:cubicBezTo>
                  <a:pt x="19867" y="47222"/>
                  <a:pt x="18808" y="47781"/>
                  <a:pt x="17792" y="48531"/>
                </a:cubicBezTo>
                <a:cubicBezTo>
                  <a:pt x="17836" y="48472"/>
                  <a:pt x="17881" y="48414"/>
                  <a:pt x="17925" y="48369"/>
                </a:cubicBezTo>
                <a:cubicBezTo>
                  <a:pt x="18940" y="47501"/>
                  <a:pt x="20044" y="46854"/>
                  <a:pt x="21118" y="46236"/>
                </a:cubicBezTo>
                <a:cubicBezTo>
                  <a:pt x="22605" y="45367"/>
                  <a:pt x="24003" y="44558"/>
                  <a:pt x="25106" y="43219"/>
                </a:cubicBezTo>
                <a:cubicBezTo>
                  <a:pt x="25298" y="42998"/>
                  <a:pt x="25474" y="42748"/>
                  <a:pt x="25651" y="42512"/>
                </a:cubicBezTo>
                <a:close/>
                <a:moveTo>
                  <a:pt x="17704" y="48561"/>
                </a:moveTo>
                <a:cubicBezTo>
                  <a:pt x="17675" y="48605"/>
                  <a:pt x="17645" y="48634"/>
                  <a:pt x="17630" y="48693"/>
                </a:cubicBezTo>
                <a:cubicBezTo>
                  <a:pt x="17601" y="48708"/>
                  <a:pt x="17571" y="48723"/>
                  <a:pt x="17557" y="48752"/>
                </a:cubicBezTo>
                <a:cubicBezTo>
                  <a:pt x="17571" y="48693"/>
                  <a:pt x="17601" y="48664"/>
                  <a:pt x="17630" y="48620"/>
                </a:cubicBezTo>
                <a:cubicBezTo>
                  <a:pt x="17645" y="48605"/>
                  <a:pt x="17675" y="48590"/>
                  <a:pt x="17704" y="48561"/>
                </a:cubicBezTo>
                <a:close/>
                <a:moveTo>
                  <a:pt x="26048" y="42586"/>
                </a:moveTo>
                <a:cubicBezTo>
                  <a:pt x="26063" y="42645"/>
                  <a:pt x="26107" y="42704"/>
                  <a:pt x="26122" y="42733"/>
                </a:cubicBezTo>
                <a:cubicBezTo>
                  <a:pt x="25827" y="43248"/>
                  <a:pt x="25474" y="43748"/>
                  <a:pt x="25092" y="44249"/>
                </a:cubicBezTo>
                <a:cubicBezTo>
                  <a:pt x="23929" y="45676"/>
                  <a:pt x="22413" y="46412"/>
                  <a:pt x="20765" y="47192"/>
                </a:cubicBezTo>
                <a:cubicBezTo>
                  <a:pt x="19705" y="47707"/>
                  <a:pt x="18616" y="48222"/>
                  <a:pt x="17586" y="48958"/>
                </a:cubicBezTo>
                <a:cubicBezTo>
                  <a:pt x="17586" y="48855"/>
                  <a:pt x="17645" y="48811"/>
                  <a:pt x="17675" y="48737"/>
                </a:cubicBezTo>
                <a:cubicBezTo>
                  <a:pt x="18734" y="47898"/>
                  <a:pt x="19853" y="47310"/>
                  <a:pt x="20956" y="46751"/>
                </a:cubicBezTo>
                <a:cubicBezTo>
                  <a:pt x="22516" y="45912"/>
                  <a:pt x="23988" y="45147"/>
                  <a:pt x="25136" y="43748"/>
                </a:cubicBezTo>
                <a:cubicBezTo>
                  <a:pt x="25386" y="43439"/>
                  <a:pt x="25621" y="43116"/>
                  <a:pt x="25827" y="42792"/>
                </a:cubicBezTo>
                <a:cubicBezTo>
                  <a:pt x="25872" y="42865"/>
                  <a:pt x="25901" y="42924"/>
                  <a:pt x="25960" y="42998"/>
                </a:cubicBezTo>
                <a:cubicBezTo>
                  <a:pt x="25945" y="42939"/>
                  <a:pt x="25901" y="42895"/>
                  <a:pt x="25886" y="42851"/>
                </a:cubicBezTo>
                <a:cubicBezTo>
                  <a:pt x="25930" y="42748"/>
                  <a:pt x="25989" y="42659"/>
                  <a:pt x="26048" y="42586"/>
                </a:cubicBezTo>
                <a:close/>
                <a:moveTo>
                  <a:pt x="17498" y="48870"/>
                </a:moveTo>
                <a:cubicBezTo>
                  <a:pt x="17454" y="48929"/>
                  <a:pt x="17424" y="48987"/>
                  <a:pt x="17395" y="49046"/>
                </a:cubicBezTo>
                <a:cubicBezTo>
                  <a:pt x="17365" y="49076"/>
                  <a:pt x="17321" y="49090"/>
                  <a:pt x="17292" y="49135"/>
                </a:cubicBezTo>
                <a:cubicBezTo>
                  <a:pt x="17307" y="49076"/>
                  <a:pt x="17351" y="49032"/>
                  <a:pt x="17380" y="48973"/>
                </a:cubicBezTo>
                <a:cubicBezTo>
                  <a:pt x="17424" y="48929"/>
                  <a:pt x="17454" y="48914"/>
                  <a:pt x="17498" y="48870"/>
                </a:cubicBezTo>
                <a:close/>
                <a:moveTo>
                  <a:pt x="17159" y="49149"/>
                </a:moveTo>
                <a:cubicBezTo>
                  <a:pt x="17145" y="49194"/>
                  <a:pt x="17101" y="49223"/>
                  <a:pt x="17086" y="49267"/>
                </a:cubicBezTo>
                <a:lnTo>
                  <a:pt x="17027" y="49326"/>
                </a:lnTo>
                <a:cubicBezTo>
                  <a:pt x="17056" y="49282"/>
                  <a:pt x="17071" y="49238"/>
                  <a:pt x="17101" y="49208"/>
                </a:cubicBezTo>
                <a:lnTo>
                  <a:pt x="17159" y="49149"/>
                </a:lnTo>
                <a:close/>
                <a:moveTo>
                  <a:pt x="26136" y="42836"/>
                </a:moveTo>
                <a:cubicBezTo>
                  <a:pt x="26166" y="42851"/>
                  <a:pt x="26166" y="42865"/>
                  <a:pt x="26181" y="42880"/>
                </a:cubicBezTo>
                <a:cubicBezTo>
                  <a:pt x="26122" y="42968"/>
                  <a:pt x="26092" y="43042"/>
                  <a:pt x="26033" y="43145"/>
                </a:cubicBezTo>
                <a:cubicBezTo>
                  <a:pt x="26048" y="43160"/>
                  <a:pt x="26063" y="43189"/>
                  <a:pt x="26063" y="43204"/>
                </a:cubicBezTo>
                <a:cubicBezTo>
                  <a:pt x="26122" y="43145"/>
                  <a:pt x="26166" y="43042"/>
                  <a:pt x="26210" y="42968"/>
                </a:cubicBezTo>
                <a:cubicBezTo>
                  <a:pt x="26239" y="42983"/>
                  <a:pt x="26239" y="43013"/>
                  <a:pt x="26239" y="43042"/>
                </a:cubicBezTo>
                <a:cubicBezTo>
                  <a:pt x="25916" y="43631"/>
                  <a:pt x="25533" y="44205"/>
                  <a:pt x="25077" y="44779"/>
                </a:cubicBezTo>
                <a:cubicBezTo>
                  <a:pt x="23900" y="46250"/>
                  <a:pt x="22281" y="46942"/>
                  <a:pt x="20574" y="47678"/>
                </a:cubicBezTo>
                <a:cubicBezTo>
                  <a:pt x="19485" y="48163"/>
                  <a:pt x="18381" y="48634"/>
                  <a:pt x="17307" y="49341"/>
                </a:cubicBezTo>
                <a:cubicBezTo>
                  <a:pt x="17351" y="49267"/>
                  <a:pt x="17410" y="49194"/>
                  <a:pt x="17439" y="49120"/>
                </a:cubicBezTo>
                <a:cubicBezTo>
                  <a:pt x="18528" y="48325"/>
                  <a:pt x="19661" y="47795"/>
                  <a:pt x="20765" y="47251"/>
                </a:cubicBezTo>
                <a:cubicBezTo>
                  <a:pt x="22413" y="46471"/>
                  <a:pt x="23958" y="45735"/>
                  <a:pt x="25136" y="44293"/>
                </a:cubicBezTo>
                <a:cubicBezTo>
                  <a:pt x="25518" y="43822"/>
                  <a:pt x="25842" y="43336"/>
                  <a:pt x="26136" y="42836"/>
                </a:cubicBezTo>
                <a:close/>
                <a:moveTo>
                  <a:pt x="17292" y="49223"/>
                </a:moveTo>
                <a:cubicBezTo>
                  <a:pt x="17248" y="49297"/>
                  <a:pt x="17218" y="49355"/>
                  <a:pt x="17189" y="49429"/>
                </a:cubicBezTo>
                <a:cubicBezTo>
                  <a:pt x="17130" y="49458"/>
                  <a:pt x="17086" y="49503"/>
                  <a:pt x="17042" y="49517"/>
                </a:cubicBezTo>
                <a:cubicBezTo>
                  <a:pt x="17071" y="49473"/>
                  <a:pt x="17101" y="49400"/>
                  <a:pt x="17145" y="49341"/>
                </a:cubicBezTo>
                <a:cubicBezTo>
                  <a:pt x="17189" y="49297"/>
                  <a:pt x="17233" y="49267"/>
                  <a:pt x="17292" y="49223"/>
                </a:cubicBezTo>
                <a:close/>
                <a:moveTo>
                  <a:pt x="16968" y="49488"/>
                </a:moveTo>
                <a:cubicBezTo>
                  <a:pt x="16924" y="49547"/>
                  <a:pt x="16909" y="49591"/>
                  <a:pt x="16865" y="49650"/>
                </a:cubicBezTo>
                <a:cubicBezTo>
                  <a:pt x="16836" y="49664"/>
                  <a:pt x="16792" y="49709"/>
                  <a:pt x="16777" y="49723"/>
                </a:cubicBezTo>
                <a:cubicBezTo>
                  <a:pt x="16792" y="49664"/>
                  <a:pt x="16836" y="49606"/>
                  <a:pt x="16865" y="49561"/>
                </a:cubicBezTo>
                <a:cubicBezTo>
                  <a:pt x="16909" y="49547"/>
                  <a:pt x="16924" y="49503"/>
                  <a:pt x="16968" y="49488"/>
                </a:cubicBezTo>
                <a:close/>
                <a:moveTo>
                  <a:pt x="26254" y="43145"/>
                </a:moveTo>
                <a:cubicBezTo>
                  <a:pt x="26269" y="43175"/>
                  <a:pt x="26284" y="43233"/>
                  <a:pt x="26298" y="43263"/>
                </a:cubicBezTo>
                <a:lnTo>
                  <a:pt x="26195" y="43484"/>
                </a:lnTo>
                <a:cubicBezTo>
                  <a:pt x="26210" y="43513"/>
                  <a:pt x="26210" y="43542"/>
                  <a:pt x="26225" y="43557"/>
                </a:cubicBezTo>
                <a:cubicBezTo>
                  <a:pt x="25930" y="44116"/>
                  <a:pt x="25548" y="44705"/>
                  <a:pt x="25077" y="45294"/>
                </a:cubicBezTo>
                <a:cubicBezTo>
                  <a:pt x="23855" y="46795"/>
                  <a:pt x="22178" y="47457"/>
                  <a:pt x="20397" y="48178"/>
                </a:cubicBezTo>
                <a:cubicBezTo>
                  <a:pt x="19293" y="48620"/>
                  <a:pt x="18175" y="49061"/>
                  <a:pt x="17086" y="49723"/>
                </a:cubicBezTo>
                <a:cubicBezTo>
                  <a:pt x="17130" y="49650"/>
                  <a:pt x="17174" y="49561"/>
                  <a:pt x="17218" y="49488"/>
                </a:cubicBezTo>
                <a:cubicBezTo>
                  <a:pt x="18337" y="48737"/>
                  <a:pt x="19485" y="48237"/>
                  <a:pt x="20603" y="47751"/>
                </a:cubicBezTo>
                <a:cubicBezTo>
                  <a:pt x="22310" y="47001"/>
                  <a:pt x="23929" y="46309"/>
                  <a:pt x="25121" y="44808"/>
                </a:cubicBezTo>
                <a:cubicBezTo>
                  <a:pt x="25563" y="44264"/>
                  <a:pt x="25930" y="43704"/>
                  <a:pt x="26254" y="43145"/>
                </a:cubicBezTo>
                <a:close/>
                <a:moveTo>
                  <a:pt x="16644" y="49767"/>
                </a:moveTo>
                <a:lnTo>
                  <a:pt x="16644" y="49767"/>
                </a:lnTo>
                <a:cubicBezTo>
                  <a:pt x="16630" y="49797"/>
                  <a:pt x="16600" y="49826"/>
                  <a:pt x="16571" y="49870"/>
                </a:cubicBezTo>
                <a:cubicBezTo>
                  <a:pt x="16556" y="49885"/>
                  <a:pt x="16527" y="49915"/>
                  <a:pt x="16497" y="49929"/>
                </a:cubicBezTo>
                <a:cubicBezTo>
                  <a:pt x="16541" y="49885"/>
                  <a:pt x="16556" y="49856"/>
                  <a:pt x="16571" y="49812"/>
                </a:cubicBezTo>
                <a:cubicBezTo>
                  <a:pt x="16600" y="49797"/>
                  <a:pt x="16615" y="49782"/>
                  <a:pt x="16644" y="49767"/>
                </a:cubicBezTo>
                <a:close/>
                <a:moveTo>
                  <a:pt x="17086" y="49591"/>
                </a:moveTo>
                <a:lnTo>
                  <a:pt x="16983" y="49812"/>
                </a:lnTo>
                <a:lnTo>
                  <a:pt x="16821" y="49929"/>
                </a:lnTo>
                <a:cubicBezTo>
                  <a:pt x="16836" y="49856"/>
                  <a:pt x="16895" y="49782"/>
                  <a:pt x="16924" y="49709"/>
                </a:cubicBezTo>
                <a:lnTo>
                  <a:pt x="17086" y="49591"/>
                </a:lnTo>
                <a:close/>
                <a:moveTo>
                  <a:pt x="16762" y="49812"/>
                </a:moveTo>
                <a:lnTo>
                  <a:pt x="16762" y="49812"/>
                </a:lnTo>
                <a:cubicBezTo>
                  <a:pt x="16718" y="49885"/>
                  <a:pt x="16688" y="49944"/>
                  <a:pt x="16644" y="50018"/>
                </a:cubicBezTo>
                <a:cubicBezTo>
                  <a:pt x="16615" y="50062"/>
                  <a:pt x="16556" y="50076"/>
                  <a:pt x="16527" y="50106"/>
                </a:cubicBezTo>
                <a:cubicBezTo>
                  <a:pt x="16556" y="50032"/>
                  <a:pt x="16600" y="49973"/>
                  <a:pt x="16630" y="49915"/>
                </a:cubicBezTo>
                <a:cubicBezTo>
                  <a:pt x="16674" y="49870"/>
                  <a:pt x="16718" y="49841"/>
                  <a:pt x="16762" y="49812"/>
                </a:cubicBezTo>
                <a:close/>
                <a:moveTo>
                  <a:pt x="26387" y="43454"/>
                </a:moveTo>
                <a:cubicBezTo>
                  <a:pt x="26401" y="43528"/>
                  <a:pt x="26431" y="43601"/>
                  <a:pt x="26460" y="43660"/>
                </a:cubicBezTo>
                <a:cubicBezTo>
                  <a:pt x="26122" y="44352"/>
                  <a:pt x="25680" y="45073"/>
                  <a:pt x="25092" y="45823"/>
                </a:cubicBezTo>
                <a:cubicBezTo>
                  <a:pt x="23855" y="47369"/>
                  <a:pt x="22089" y="48016"/>
                  <a:pt x="20250" y="48678"/>
                </a:cubicBezTo>
                <a:cubicBezTo>
                  <a:pt x="19146" y="49076"/>
                  <a:pt x="18013" y="49488"/>
                  <a:pt x="16909" y="50106"/>
                </a:cubicBezTo>
                <a:cubicBezTo>
                  <a:pt x="16939" y="50018"/>
                  <a:pt x="16998" y="49944"/>
                  <a:pt x="17042" y="49856"/>
                </a:cubicBezTo>
                <a:cubicBezTo>
                  <a:pt x="18160" y="49179"/>
                  <a:pt x="19308" y="48708"/>
                  <a:pt x="20441" y="48252"/>
                </a:cubicBezTo>
                <a:cubicBezTo>
                  <a:pt x="22222" y="47531"/>
                  <a:pt x="23929" y="46868"/>
                  <a:pt x="25150" y="45353"/>
                </a:cubicBezTo>
                <a:cubicBezTo>
                  <a:pt x="25666" y="44705"/>
                  <a:pt x="26063" y="44058"/>
                  <a:pt x="26387" y="43454"/>
                </a:cubicBezTo>
                <a:close/>
                <a:moveTo>
                  <a:pt x="16468" y="50062"/>
                </a:moveTo>
                <a:lnTo>
                  <a:pt x="16468" y="50062"/>
                </a:lnTo>
                <a:cubicBezTo>
                  <a:pt x="16424" y="50106"/>
                  <a:pt x="16409" y="50165"/>
                  <a:pt x="16365" y="50209"/>
                </a:cubicBezTo>
                <a:cubicBezTo>
                  <a:pt x="16335" y="50238"/>
                  <a:pt x="16291" y="50253"/>
                  <a:pt x="16262" y="50297"/>
                </a:cubicBezTo>
                <a:cubicBezTo>
                  <a:pt x="16276" y="50253"/>
                  <a:pt x="16321" y="50209"/>
                  <a:pt x="16350" y="50150"/>
                </a:cubicBezTo>
                <a:cubicBezTo>
                  <a:pt x="16394" y="50106"/>
                  <a:pt x="16424" y="50091"/>
                  <a:pt x="16468" y="50062"/>
                </a:cubicBezTo>
                <a:close/>
                <a:moveTo>
                  <a:pt x="16909" y="49929"/>
                </a:moveTo>
                <a:lnTo>
                  <a:pt x="16909" y="49929"/>
                </a:lnTo>
                <a:cubicBezTo>
                  <a:pt x="16865" y="50032"/>
                  <a:pt x="16821" y="50106"/>
                  <a:pt x="16777" y="50180"/>
                </a:cubicBezTo>
                <a:cubicBezTo>
                  <a:pt x="16718" y="50224"/>
                  <a:pt x="16644" y="50253"/>
                  <a:pt x="16600" y="50297"/>
                </a:cubicBezTo>
                <a:cubicBezTo>
                  <a:pt x="16630" y="50224"/>
                  <a:pt x="16674" y="50135"/>
                  <a:pt x="16718" y="50062"/>
                </a:cubicBezTo>
                <a:cubicBezTo>
                  <a:pt x="16777" y="50018"/>
                  <a:pt x="16850" y="49988"/>
                  <a:pt x="16909" y="49929"/>
                </a:cubicBezTo>
                <a:close/>
                <a:moveTo>
                  <a:pt x="16600" y="50150"/>
                </a:moveTo>
                <a:lnTo>
                  <a:pt x="16600" y="50150"/>
                </a:lnTo>
                <a:cubicBezTo>
                  <a:pt x="16541" y="50238"/>
                  <a:pt x="16497" y="50312"/>
                  <a:pt x="16468" y="50386"/>
                </a:cubicBezTo>
                <a:cubicBezTo>
                  <a:pt x="16409" y="50430"/>
                  <a:pt x="16350" y="50459"/>
                  <a:pt x="16321" y="50474"/>
                </a:cubicBezTo>
                <a:cubicBezTo>
                  <a:pt x="16350" y="50400"/>
                  <a:pt x="16394" y="50327"/>
                  <a:pt x="16453" y="50253"/>
                </a:cubicBezTo>
                <a:cubicBezTo>
                  <a:pt x="16497" y="50224"/>
                  <a:pt x="16541" y="50180"/>
                  <a:pt x="16600" y="50150"/>
                </a:cubicBezTo>
                <a:close/>
                <a:moveTo>
                  <a:pt x="16129" y="50327"/>
                </a:moveTo>
                <a:cubicBezTo>
                  <a:pt x="16115" y="50371"/>
                  <a:pt x="16100" y="50400"/>
                  <a:pt x="16056" y="50444"/>
                </a:cubicBezTo>
                <a:cubicBezTo>
                  <a:pt x="16041" y="50459"/>
                  <a:pt x="16012" y="50474"/>
                  <a:pt x="15982" y="50503"/>
                </a:cubicBezTo>
                <a:cubicBezTo>
                  <a:pt x="15997" y="50474"/>
                  <a:pt x="16026" y="50444"/>
                  <a:pt x="16056" y="50400"/>
                </a:cubicBezTo>
                <a:cubicBezTo>
                  <a:pt x="16085" y="50386"/>
                  <a:pt x="16115" y="50371"/>
                  <a:pt x="16129" y="50327"/>
                </a:cubicBezTo>
                <a:close/>
                <a:moveTo>
                  <a:pt x="26504" y="43763"/>
                </a:moveTo>
                <a:cubicBezTo>
                  <a:pt x="26534" y="43822"/>
                  <a:pt x="26549" y="43896"/>
                  <a:pt x="26563" y="43940"/>
                </a:cubicBezTo>
                <a:cubicBezTo>
                  <a:pt x="26195" y="44793"/>
                  <a:pt x="25724" y="45603"/>
                  <a:pt x="25106" y="46383"/>
                </a:cubicBezTo>
                <a:cubicBezTo>
                  <a:pt x="23841" y="47972"/>
                  <a:pt x="22016" y="48561"/>
                  <a:pt x="20088" y="49208"/>
                </a:cubicBezTo>
                <a:cubicBezTo>
                  <a:pt x="18970" y="49576"/>
                  <a:pt x="17822" y="49944"/>
                  <a:pt x="16718" y="50533"/>
                </a:cubicBezTo>
                <a:cubicBezTo>
                  <a:pt x="16762" y="50444"/>
                  <a:pt x="16792" y="50341"/>
                  <a:pt x="16850" y="50253"/>
                </a:cubicBezTo>
                <a:cubicBezTo>
                  <a:pt x="17969" y="49606"/>
                  <a:pt x="19146" y="49194"/>
                  <a:pt x="20294" y="48767"/>
                </a:cubicBezTo>
                <a:cubicBezTo>
                  <a:pt x="22148" y="48090"/>
                  <a:pt x="23914" y="47457"/>
                  <a:pt x="25165" y="45882"/>
                </a:cubicBezTo>
                <a:cubicBezTo>
                  <a:pt x="25695" y="45220"/>
                  <a:pt x="26107" y="44573"/>
                  <a:pt x="26416" y="43940"/>
                </a:cubicBezTo>
                <a:cubicBezTo>
                  <a:pt x="26460" y="43896"/>
                  <a:pt x="26475" y="43822"/>
                  <a:pt x="26504" y="43763"/>
                </a:cubicBezTo>
                <a:close/>
                <a:moveTo>
                  <a:pt x="16262" y="50386"/>
                </a:moveTo>
                <a:lnTo>
                  <a:pt x="16262" y="50386"/>
                </a:lnTo>
                <a:cubicBezTo>
                  <a:pt x="16232" y="50444"/>
                  <a:pt x="16188" y="50518"/>
                  <a:pt x="16159" y="50562"/>
                </a:cubicBezTo>
                <a:cubicBezTo>
                  <a:pt x="16100" y="50606"/>
                  <a:pt x="16056" y="50636"/>
                  <a:pt x="16012" y="50665"/>
                </a:cubicBezTo>
                <a:cubicBezTo>
                  <a:pt x="16041" y="50621"/>
                  <a:pt x="16085" y="50547"/>
                  <a:pt x="16115" y="50503"/>
                </a:cubicBezTo>
                <a:cubicBezTo>
                  <a:pt x="16159" y="50459"/>
                  <a:pt x="16203" y="50430"/>
                  <a:pt x="16262" y="50386"/>
                </a:cubicBezTo>
                <a:close/>
                <a:moveTo>
                  <a:pt x="16718" y="50312"/>
                </a:moveTo>
                <a:lnTo>
                  <a:pt x="16718" y="50312"/>
                </a:lnTo>
                <a:cubicBezTo>
                  <a:pt x="16688" y="50400"/>
                  <a:pt x="16644" y="50474"/>
                  <a:pt x="16615" y="50577"/>
                </a:cubicBezTo>
                <a:cubicBezTo>
                  <a:pt x="16541" y="50621"/>
                  <a:pt x="16468" y="50665"/>
                  <a:pt x="16394" y="50695"/>
                </a:cubicBezTo>
                <a:cubicBezTo>
                  <a:pt x="16424" y="50606"/>
                  <a:pt x="16468" y="50533"/>
                  <a:pt x="16527" y="50444"/>
                </a:cubicBezTo>
                <a:cubicBezTo>
                  <a:pt x="16600" y="50400"/>
                  <a:pt x="16644" y="50371"/>
                  <a:pt x="16718" y="50312"/>
                </a:cubicBezTo>
                <a:close/>
                <a:moveTo>
                  <a:pt x="15923" y="50650"/>
                </a:moveTo>
                <a:cubicBezTo>
                  <a:pt x="15894" y="50695"/>
                  <a:pt x="15879" y="50739"/>
                  <a:pt x="15835" y="50798"/>
                </a:cubicBezTo>
                <a:cubicBezTo>
                  <a:pt x="15806" y="50827"/>
                  <a:pt x="15761" y="50842"/>
                  <a:pt x="15732" y="50886"/>
                </a:cubicBezTo>
                <a:cubicBezTo>
                  <a:pt x="15761" y="50827"/>
                  <a:pt x="15806" y="50798"/>
                  <a:pt x="15820" y="50739"/>
                </a:cubicBezTo>
                <a:cubicBezTo>
                  <a:pt x="15864" y="50695"/>
                  <a:pt x="15894" y="50680"/>
                  <a:pt x="15923" y="50650"/>
                </a:cubicBezTo>
                <a:close/>
                <a:moveTo>
                  <a:pt x="16394" y="50533"/>
                </a:moveTo>
                <a:lnTo>
                  <a:pt x="16394" y="50533"/>
                </a:lnTo>
                <a:cubicBezTo>
                  <a:pt x="16350" y="50606"/>
                  <a:pt x="16321" y="50695"/>
                  <a:pt x="16276" y="50768"/>
                </a:cubicBezTo>
                <a:cubicBezTo>
                  <a:pt x="16232" y="50812"/>
                  <a:pt x="16173" y="50842"/>
                  <a:pt x="16100" y="50886"/>
                </a:cubicBezTo>
                <a:cubicBezTo>
                  <a:pt x="16129" y="50812"/>
                  <a:pt x="16173" y="50739"/>
                  <a:pt x="16232" y="50650"/>
                </a:cubicBezTo>
                <a:cubicBezTo>
                  <a:pt x="16276" y="50606"/>
                  <a:pt x="16335" y="50547"/>
                  <a:pt x="16394" y="50533"/>
                </a:cubicBezTo>
                <a:close/>
                <a:moveTo>
                  <a:pt x="26622" y="44205"/>
                </a:moveTo>
                <a:cubicBezTo>
                  <a:pt x="26637" y="44249"/>
                  <a:pt x="26637" y="44278"/>
                  <a:pt x="26652" y="44322"/>
                </a:cubicBezTo>
                <a:cubicBezTo>
                  <a:pt x="26328" y="45147"/>
                  <a:pt x="25827" y="46015"/>
                  <a:pt x="25136" y="46927"/>
                </a:cubicBezTo>
                <a:cubicBezTo>
                  <a:pt x="23841" y="48561"/>
                  <a:pt x="21942" y="49135"/>
                  <a:pt x="19941" y="49738"/>
                </a:cubicBezTo>
                <a:cubicBezTo>
                  <a:pt x="18822" y="50076"/>
                  <a:pt x="17675" y="50430"/>
                  <a:pt x="16556" y="50959"/>
                </a:cubicBezTo>
                <a:cubicBezTo>
                  <a:pt x="16600" y="50827"/>
                  <a:pt x="16630" y="50739"/>
                  <a:pt x="16674" y="50650"/>
                </a:cubicBezTo>
                <a:cubicBezTo>
                  <a:pt x="17807" y="50032"/>
                  <a:pt x="18970" y="49650"/>
                  <a:pt x="20103" y="49282"/>
                </a:cubicBezTo>
                <a:cubicBezTo>
                  <a:pt x="22060" y="48634"/>
                  <a:pt x="23885" y="48046"/>
                  <a:pt x="25165" y="46427"/>
                </a:cubicBezTo>
                <a:cubicBezTo>
                  <a:pt x="25724" y="45735"/>
                  <a:pt x="26181" y="44999"/>
                  <a:pt x="26504" y="44278"/>
                </a:cubicBezTo>
                <a:cubicBezTo>
                  <a:pt x="26534" y="44322"/>
                  <a:pt x="26534" y="44337"/>
                  <a:pt x="26549" y="44367"/>
                </a:cubicBezTo>
                <a:cubicBezTo>
                  <a:pt x="26563" y="44322"/>
                  <a:pt x="26607" y="44264"/>
                  <a:pt x="26622" y="44205"/>
                </a:cubicBezTo>
                <a:close/>
                <a:moveTo>
                  <a:pt x="15599" y="50915"/>
                </a:moveTo>
                <a:cubicBezTo>
                  <a:pt x="15585" y="50959"/>
                  <a:pt x="15570" y="50974"/>
                  <a:pt x="15541" y="51018"/>
                </a:cubicBezTo>
                <a:cubicBezTo>
                  <a:pt x="15526" y="51033"/>
                  <a:pt x="15496" y="51048"/>
                  <a:pt x="15467" y="51062"/>
                </a:cubicBezTo>
                <a:cubicBezTo>
                  <a:pt x="15496" y="51048"/>
                  <a:pt x="15511" y="51033"/>
                  <a:pt x="15526" y="50989"/>
                </a:cubicBezTo>
                <a:cubicBezTo>
                  <a:pt x="15541" y="50974"/>
                  <a:pt x="15585" y="50959"/>
                  <a:pt x="15599" y="50915"/>
                </a:cubicBezTo>
                <a:close/>
                <a:moveTo>
                  <a:pt x="16085" y="50753"/>
                </a:moveTo>
                <a:lnTo>
                  <a:pt x="16085" y="50753"/>
                </a:lnTo>
                <a:cubicBezTo>
                  <a:pt x="16041" y="50812"/>
                  <a:pt x="15997" y="50886"/>
                  <a:pt x="15967" y="50959"/>
                </a:cubicBezTo>
                <a:lnTo>
                  <a:pt x="15806" y="51062"/>
                </a:lnTo>
                <a:cubicBezTo>
                  <a:pt x="15835" y="50989"/>
                  <a:pt x="15879" y="50915"/>
                  <a:pt x="15909" y="50871"/>
                </a:cubicBezTo>
                <a:lnTo>
                  <a:pt x="16085" y="50753"/>
                </a:lnTo>
                <a:close/>
                <a:moveTo>
                  <a:pt x="16571" y="50680"/>
                </a:moveTo>
                <a:lnTo>
                  <a:pt x="16468" y="50959"/>
                </a:lnTo>
                <a:cubicBezTo>
                  <a:pt x="16365" y="51018"/>
                  <a:pt x="16306" y="51048"/>
                  <a:pt x="16232" y="51077"/>
                </a:cubicBezTo>
                <a:cubicBezTo>
                  <a:pt x="16262" y="50989"/>
                  <a:pt x="16306" y="50901"/>
                  <a:pt x="16350" y="50812"/>
                </a:cubicBezTo>
                <a:cubicBezTo>
                  <a:pt x="16424" y="50768"/>
                  <a:pt x="16497" y="50739"/>
                  <a:pt x="16571" y="50680"/>
                </a:cubicBezTo>
                <a:close/>
                <a:moveTo>
                  <a:pt x="16232" y="50886"/>
                </a:moveTo>
                <a:cubicBezTo>
                  <a:pt x="16188" y="50974"/>
                  <a:pt x="16144" y="51048"/>
                  <a:pt x="16115" y="51136"/>
                </a:cubicBezTo>
                <a:cubicBezTo>
                  <a:pt x="16041" y="51180"/>
                  <a:pt x="15967" y="51210"/>
                  <a:pt x="15909" y="51254"/>
                </a:cubicBezTo>
                <a:cubicBezTo>
                  <a:pt x="15953" y="51166"/>
                  <a:pt x="15982" y="51092"/>
                  <a:pt x="16041" y="50989"/>
                </a:cubicBezTo>
                <a:cubicBezTo>
                  <a:pt x="16100" y="50959"/>
                  <a:pt x="16173" y="50915"/>
                  <a:pt x="16232" y="50886"/>
                </a:cubicBezTo>
                <a:close/>
                <a:moveTo>
                  <a:pt x="15747" y="50974"/>
                </a:moveTo>
                <a:lnTo>
                  <a:pt x="15747" y="50974"/>
                </a:lnTo>
                <a:cubicBezTo>
                  <a:pt x="15717" y="51033"/>
                  <a:pt x="15673" y="51107"/>
                  <a:pt x="15644" y="51151"/>
                </a:cubicBezTo>
                <a:cubicBezTo>
                  <a:pt x="15585" y="51195"/>
                  <a:pt x="15541" y="51224"/>
                  <a:pt x="15496" y="51269"/>
                </a:cubicBezTo>
                <a:cubicBezTo>
                  <a:pt x="15526" y="51195"/>
                  <a:pt x="15570" y="51136"/>
                  <a:pt x="15599" y="51077"/>
                </a:cubicBezTo>
                <a:cubicBezTo>
                  <a:pt x="15658" y="51048"/>
                  <a:pt x="15688" y="51018"/>
                  <a:pt x="15747" y="50974"/>
                </a:cubicBezTo>
                <a:close/>
                <a:moveTo>
                  <a:pt x="26681" y="44425"/>
                </a:moveTo>
                <a:cubicBezTo>
                  <a:pt x="26681" y="44440"/>
                  <a:pt x="26681" y="44440"/>
                  <a:pt x="26696" y="44470"/>
                </a:cubicBezTo>
                <a:lnTo>
                  <a:pt x="26637" y="44631"/>
                </a:lnTo>
                <a:cubicBezTo>
                  <a:pt x="26652" y="44661"/>
                  <a:pt x="26652" y="44720"/>
                  <a:pt x="26681" y="44764"/>
                </a:cubicBezTo>
                <a:cubicBezTo>
                  <a:pt x="26696" y="44705"/>
                  <a:pt x="26710" y="44661"/>
                  <a:pt x="26725" y="44617"/>
                </a:cubicBezTo>
                <a:lnTo>
                  <a:pt x="26725" y="44646"/>
                </a:lnTo>
                <a:cubicBezTo>
                  <a:pt x="26416" y="45514"/>
                  <a:pt x="25901" y="46471"/>
                  <a:pt x="25136" y="47442"/>
                </a:cubicBezTo>
                <a:cubicBezTo>
                  <a:pt x="23811" y="49135"/>
                  <a:pt x="21839" y="49664"/>
                  <a:pt x="19764" y="50224"/>
                </a:cubicBezTo>
                <a:cubicBezTo>
                  <a:pt x="18631" y="50518"/>
                  <a:pt x="17513" y="50827"/>
                  <a:pt x="16394" y="51327"/>
                </a:cubicBezTo>
                <a:cubicBezTo>
                  <a:pt x="16424" y="51239"/>
                  <a:pt x="16468" y="51121"/>
                  <a:pt x="16497" y="51033"/>
                </a:cubicBezTo>
                <a:cubicBezTo>
                  <a:pt x="17645" y="50474"/>
                  <a:pt x="18808" y="50135"/>
                  <a:pt x="19941" y="49782"/>
                </a:cubicBezTo>
                <a:cubicBezTo>
                  <a:pt x="21972" y="49179"/>
                  <a:pt x="23855" y="48605"/>
                  <a:pt x="25165" y="46942"/>
                </a:cubicBezTo>
                <a:cubicBezTo>
                  <a:pt x="25813" y="46118"/>
                  <a:pt x="26313" y="45279"/>
                  <a:pt x="26681" y="44425"/>
                </a:cubicBezTo>
                <a:close/>
                <a:moveTo>
                  <a:pt x="15894" y="51077"/>
                </a:moveTo>
                <a:lnTo>
                  <a:pt x="15894" y="51077"/>
                </a:lnTo>
                <a:cubicBezTo>
                  <a:pt x="15864" y="51151"/>
                  <a:pt x="15820" y="51254"/>
                  <a:pt x="15791" y="51327"/>
                </a:cubicBezTo>
                <a:cubicBezTo>
                  <a:pt x="15717" y="51357"/>
                  <a:pt x="15658" y="51401"/>
                  <a:pt x="15585" y="51430"/>
                </a:cubicBezTo>
                <a:cubicBezTo>
                  <a:pt x="15614" y="51357"/>
                  <a:pt x="15658" y="51283"/>
                  <a:pt x="15717" y="51210"/>
                </a:cubicBezTo>
                <a:cubicBezTo>
                  <a:pt x="15761" y="51166"/>
                  <a:pt x="15835" y="51121"/>
                  <a:pt x="15894" y="51077"/>
                </a:cubicBezTo>
                <a:close/>
                <a:moveTo>
                  <a:pt x="15408" y="51239"/>
                </a:moveTo>
                <a:lnTo>
                  <a:pt x="15408" y="51239"/>
                </a:lnTo>
                <a:cubicBezTo>
                  <a:pt x="15379" y="51283"/>
                  <a:pt x="15364" y="51327"/>
                  <a:pt x="15320" y="51386"/>
                </a:cubicBezTo>
                <a:cubicBezTo>
                  <a:pt x="15290" y="51416"/>
                  <a:pt x="15246" y="51430"/>
                  <a:pt x="15187" y="51475"/>
                </a:cubicBezTo>
                <a:cubicBezTo>
                  <a:pt x="15246" y="51416"/>
                  <a:pt x="15290" y="51357"/>
                  <a:pt x="15305" y="51327"/>
                </a:cubicBezTo>
                <a:cubicBezTo>
                  <a:pt x="15349" y="51283"/>
                  <a:pt x="15379" y="51254"/>
                  <a:pt x="15408" y="51239"/>
                </a:cubicBezTo>
                <a:close/>
                <a:moveTo>
                  <a:pt x="16409" y="51092"/>
                </a:moveTo>
                <a:cubicBezTo>
                  <a:pt x="16365" y="51180"/>
                  <a:pt x="16335" y="51269"/>
                  <a:pt x="16306" y="51386"/>
                </a:cubicBezTo>
                <a:cubicBezTo>
                  <a:pt x="16232" y="51416"/>
                  <a:pt x="16129" y="51445"/>
                  <a:pt x="16056" y="51489"/>
                </a:cubicBezTo>
                <a:lnTo>
                  <a:pt x="16173" y="51210"/>
                </a:lnTo>
                <a:cubicBezTo>
                  <a:pt x="16247" y="51180"/>
                  <a:pt x="16335" y="51136"/>
                  <a:pt x="16409" y="51092"/>
                </a:cubicBezTo>
                <a:close/>
                <a:moveTo>
                  <a:pt x="15541" y="51327"/>
                </a:moveTo>
                <a:lnTo>
                  <a:pt x="15541" y="51327"/>
                </a:lnTo>
                <a:cubicBezTo>
                  <a:pt x="15526" y="51386"/>
                  <a:pt x="15496" y="51445"/>
                  <a:pt x="15452" y="51533"/>
                </a:cubicBezTo>
                <a:cubicBezTo>
                  <a:pt x="15393" y="51563"/>
                  <a:pt x="15349" y="51607"/>
                  <a:pt x="15261" y="51636"/>
                </a:cubicBezTo>
                <a:cubicBezTo>
                  <a:pt x="15305" y="51563"/>
                  <a:pt x="15349" y="51504"/>
                  <a:pt x="15379" y="51430"/>
                </a:cubicBezTo>
                <a:lnTo>
                  <a:pt x="15541" y="51327"/>
                </a:lnTo>
                <a:close/>
                <a:moveTo>
                  <a:pt x="16056" y="51269"/>
                </a:moveTo>
                <a:lnTo>
                  <a:pt x="15953" y="51548"/>
                </a:lnTo>
                <a:lnTo>
                  <a:pt x="15732" y="51651"/>
                </a:lnTo>
                <a:cubicBezTo>
                  <a:pt x="15761" y="51563"/>
                  <a:pt x="15806" y="51475"/>
                  <a:pt x="15835" y="51401"/>
                </a:cubicBezTo>
                <a:cubicBezTo>
                  <a:pt x="15909" y="51342"/>
                  <a:pt x="15982" y="51313"/>
                  <a:pt x="16056" y="51269"/>
                </a:cubicBezTo>
                <a:close/>
                <a:moveTo>
                  <a:pt x="15084" y="51504"/>
                </a:moveTo>
                <a:cubicBezTo>
                  <a:pt x="15070" y="51548"/>
                  <a:pt x="15040" y="51563"/>
                  <a:pt x="15026" y="51607"/>
                </a:cubicBezTo>
                <a:cubicBezTo>
                  <a:pt x="14996" y="51622"/>
                  <a:pt x="14981" y="51636"/>
                  <a:pt x="14937" y="51666"/>
                </a:cubicBezTo>
                <a:lnTo>
                  <a:pt x="14937" y="51666"/>
                </a:lnTo>
                <a:cubicBezTo>
                  <a:pt x="14981" y="51636"/>
                  <a:pt x="14996" y="51622"/>
                  <a:pt x="15011" y="51578"/>
                </a:cubicBezTo>
                <a:lnTo>
                  <a:pt x="15070" y="51533"/>
                </a:lnTo>
                <a:lnTo>
                  <a:pt x="15084" y="51504"/>
                </a:lnTo>
                <a:close/>
                <a:moveTo>
                  <a:pt x="26784" y="44779"/>
                </a:moveTo>
                <a:cubicBezTo>
                  <a:pt x="26784" y="44808"/>
                  <a:pt x="26799" y="44852"/>
                  <a:pt x="26799" y="44882"/>
                </a:cubicBezTo>
                <a:cubicBezTo>
                  <a:pt x="26784" y="44940"/>
                  <a:pt x="26769" y="44999"/>
                  <a:pt x="26755" y="45029"/>
                </a:cubicBezTo>
                <a:cubicBezTo>
                  <a:pt x="26755" y="45073"/>
                  <a:pt x="26769" y="45088"/>
                  <a:pt x="26769" y="45132"/>
                </a:cubicBezTo>
                <a:cubicBezTo>
                  <a:pt x="26431" y="46015"/>
                  <a:pt x="25916" y="46971"/>
                  <a:pt x="25150" y="47972"/>
                </a:cubicBezTo>
                <a:cubicBezTo>
                  <a:pt x="23782" y="49709"/>
                  <a:pt x="21766" y="50224"/>
                  <a:pt x="19617" y="50739"/>
                </a:cubicBezTo>
                <a:cubicBezTo>
                  <a:pt x="18513" y="51018"/>
                  <a:pt x="17380" y="51283"/>
                  <a:pt x="16276" y="51725"/>
                </a:cubicBezTo>
                <a:cubicBezTo>
                  <a:pt x="16321" y="51622"/>
                  <a:pt x="16335" y="51519"/>
                  <a:pt x="16379" y="51416"/>
                </a:cubicBezTo>
                <a:cubicBezTo>
                  <a:pt x="17513" y="50915"/>
                  <a:pt x="18661" y="50592"/>
                  <a:pt x="19794" y="50297"/>
                </a:cubicBezTo>
                <a:cubicBezTo>
                  <a:pt x="21898" y="49723"/>
                  <a:pt x="23855" y="49194"/>
                  <a:pt x="25209" y="47472"/>
                </a:cubicBezTo>
                <a:cubicBezTo>
                  <a:pt x="25901" y="46589"/>
                  <a:pt x="26416" y="45691"/>
                  <a:pt x="26784" y="44779"/>
                </a:cubicBezTo>
                <a:close/>
                <a:moveTo>
                  <a:pt x="15702" y="51460"/>
                </a:moveTo>
                <a:lnTo>
                  <a:pt x="15702" y="51460"/>
                </a:lnTo>
                <a:cubicBezTo>
                  <a:pt x="15688" y="51548"/>
                  <a:pt x="15658" y="51622"/>
                  <a:pt x="15614" y="51710"/>
                </a:cubicBezTo>
                <a:lnTo>
                  <a:pt x="15393" y="51828"/>
                </a:lnTo>
                <a:cubicBezTo>
                  <a:pt x="15438" y="51725"/>
                  <a:pt x="15467" y="51651"/>
                  <a:pt x="15511" y="51578"/>
                </a:cubicBezTo>
                <a:cubicBezTo>
                  <a:pt x="15585" y="51548"/>
                  <a:pt x="15629" y="51489"/>
                  <a:pt x="15702" y="51460"/>
                </a:cubicBezTo>
                <a:close/>
                <a:moveTo>
                  <a:pt x="15232" y="51548"/>
                </a:moveTo>
                <a:lnTo>
                  <a:pt x="15232" y="51548"/>
                </a:lnTo>
                <a:cubicBezTo>
                  <a:pt x="15187" y="51607"/>
                  <a:pt x="15158" y="51666"/>
                  <a:pt x="15143" y="51725"/>
                </a:cubicBezTo>
                <a:cubicBezTo>
                  <a:pt x="15084" y="51769"/>
                  <a:pt x="15026" y="51798"/>
                  <a:pt x="14996" y="51842"/>
                </a:cubicBezTo>
                <a:cubicBezTo>
                  <a:pt x="15026" y="51769"/>
                  <a:pt x="15055" y="51710"/>
                  <a:pt x="15084" y="51651"/>
                </a:cubicBezTo>
                <a:cubicBezTo>
                  <a:pt x="15143" y="51622"/>
                  <a:pt x="15173" y="51578"/>
                  <a:pt x="15232" y="51548"/>
                </a:cubicBezTo>
                <a:close/>
                <a:moveTo>
                  <a:pt x="16276" y="51489"/>
                </a:moveTo>
                <a:cubicBezTo>
                  <a:pt x="16247" y="51578"/>
                  <a:pt x="16203" y="51695"/>
                  <a:pt x="16188" y="51784"/>
                </a:cubicBezTo>
                <a:cubicBezTo>
                  <a:pt x="16100" y="51813"/>
                  <a:pt x="16026" y="51857"/>
                  <a:pt x="15938" y="51901"/>
                </a:cubicBezTo>
                <a:cubicBezTo>
                  <a:pt x="15953" y="51784"/>
                  <a:pt x="15982" y="51695"/>
                  <a:pt x="16026" y="51607"/>
                </a:cubicBezTo>
                <a:cubicBezTo>
                  <a:pt x="16115" y="51563"/>
                  <a:pt x="16188" y="51533"/>
                  <a:pt x="16276" y="51489"/>
                </a:cubicBezTo>
                <a:close/>
                <a:moveTo>
                  <a:pt x="15393" y="51651"/>
                </a:moveTo>
                <a:lnTo>
                  <a:pt x="15393" y="51651"/>
                </a:lnTo>
                <a:cubicBezTo>
                  <a:pt x="15364" y="51725"/>
                  <a:pt x="15320" y="51798"/>
                  <a:pt x="15290" y="51901"/>
                </a:cubicBezTo>
                <a:cubicBezTo>
                  <a:pt x="15217" y="51931"/>
                  <a:pt x="15158" y="51975"/>
                  <a:pt x="15084" y="52004"/>
                </a:cubicBezTo>
                <a:lnTo>
                  <a:pt x="15202" y="51784"/>
                </a:lnTo>
                <a:cubicBezTo>
                  <a:pt x="15261" y="51754"/>
                  <a:pt x="15320" y="51695"/>
                  <a:pt x="15393" y="51651"/>
                </a:cubicBezTo>
                <a:close/>
                <a:moveTo>
                  <a:pt x="14893" y="51798"/>
                </a:moveTo>
                <a:lnTo>
                  <a:pt x="14893" y="51798"/>
                </a:lnTo>
                <a:cubicBezTo>
                  <a:pt x="14864" y="51857"/>
                  <a:pt x="14849" y="51901"/>
                  <a:pt x="14820" y="51945"/>
                </a:cubicBezTo>
                <a:cubicBezTo>
                  <a:pt x="14790" y="51990"/>
                  <a:pt x="14731" y="52004"/>
                  <a:pt x="14702" y="52048"/>
                </a:cubicBezTo>
                <a:cubicBezTo>
                  <a:pt x="14731" y="51990"/>
                  <a:pt x="14761" y="51945"/>
                  <a:pt x="14790" y="51901"/>
                </a:cubicBezTo>
                <a:cubicBezTo>
                  <a:pt x="14834" y="51857"/>
                  <a:pt x="14864" y="51828"/>
                  <a:pt x="14893" y="51798"/>
                </a:cubicBezTo>
                <a:close/>
                <a:moveTo>
                  <a:pt x="15894" y="51651"/>
                </a:moveTo>
                <a:lnTo>
                  <a:pt x="15894" y="51651"/>
                </a:lnTo>
                <a:cubicBezTo>
                  <a:pt x="15864" y="51754"/>
                  <a:pt x="15820" y="51842"/>
                  <a:pt x="15806" y="51945"/>
                </a:cubicBezTo>
                <a:cubicBezTo>
                  <a:pt x="15732" y="51975"/>
                  <a:pt x="15658" y="52004"/>
                  <a:pt x="15570" y="52048"/>
                </a:cubicBezTo>
                <a:lnTo>
                  <a:pt x="15673" y="51769"/>
                </a:lnTo>
                <a:lnTo>
                  <a:pt x="15894" y="51651"/>
                </a:lnTo>
                <a:close/>
                <a:moveTo>
                  <a:pt x="26843" y="45147"/>
                </a:moveTo>
                <a:cubicBezTo>
                  <a:pt x="26858" y="45205"/>
                  <a:pt x="26858" y="45250"/>
                  <a:pt x="26872" y="45308"/>
                </a:cubicBezTo>
                <a:cubicBezTo>
                  <a:pt x="26858" y="45367"/>
                  <a:pt x="26843" y="45426"/>
                  <a:pt x="26828" y="45456"/>
                </a:cubicBezTo>
                <a:lnTo>
                  <a:pt x="26828" y="45500"/>
                </a:lnTo>
                <a:cubicBezTo>
                  <a:pt x="26490" y="46427"/>
                  <a:pt x="25960" y="47442"/>
                  <a:pt x="25136" y="48502"/>
                </a:cubicBezTo>
                <a:cubicBezTo>
                  <a:pt x="23752" y="50297"/>
                  <a:pt x="21648" y="50753"/>
                  <a:pt x="19426" y="51269"/>
                </a:cubicBezTo>
                <a:cubicBezTo>
                  <a:pt x="18381" y="51504"/>
                  <a:pt x="17262" y="51769"/>
                  <a:pt x="16129" y="52166"/>
                </a:cubicBezTo>
                <a:lnTo>
                  <a:pt x="16247" y="51842"/>
                </a:lnTo>
                <a:cubicBezTo>
                  <a:pt x="17365" y="51386"/>
                  <a:pt x="18513" y="51107"/>
                  <a:pt x="19632" y="50827"/>
                </a:cubicBezTo>
                <a:cubicBezTo>
                  <a:pt x="21795" y="50297"/>
                  <a:pt x="23841" y="49782"/>
                  <a:pt x="25209" y="48031"/>
                </a:cubicBezTo>
                <a:cubicBezTo>
                  <a:pt x="25989" y="47015"/>
                  <a:pt x="26504" y="46044"/>
                  <a:pt x="26843" y="45147"/>
                </a:cubicBezTo>
                <a:close/>
                <a:moveTo>
                  <a:pt x="15055" y="51857"/>
                </a:moveTo>
                <a:lnTo>
                  <a:pt x="15055" y="51857"/>
                </a:lnTo>
                <a:cubicBezTo>
                  <a:pt x="15026" y="51945"/>
                  <a:pt x="14996" y="52019"/>
                  <a:pt x="14952" y="52078"/>
                </a:cubicBezTo>
                <a:cubicBezTo>
                  <a:pt x="14908" y="52122"/>
                  <a:pt x="14834" y="52152"/>
                  <a:pt x="14775" y="52196"/>
                </a:cubicBezTo>
                <a:cubicBezTo>
                  <a:pt x="14805" y="52122"/>
                  <a:pt x="14849" y="52063"/>
                  <a:pt x="14878" y="51990"/>
                </a:cubicBezTo>
                <a:cubicBezTo>
                  <a:pt x="14937" y="51945"/>
                  <a:pt x="14996" y="51916"/>
                  <a:pt x="15055" y="51857"/>
                </a:cubicBezTo>
                <a:close/>
                <a:moveTo>
                  <a:pt x="15570" y="51813"/>
                </a:moveTo>
                <a:lnTo>
                  <a:pt x="15452" y="52093"/>
                </a:lnTo>
                <a:cubicBezTo>
                  <a:pt x="15379" y="52137"/>
                  <a:pt x="15290" y="52166"/>
                  <a:pt x="15217" y="52210"/>
                </a:cubicBezTo>
                <a:cubicBezTo>
                  <a:pt x="15246" y="52122"/>
                  <a:pt x="15290" y="52019"/>
                  <a:pt x="15320" y="51945"/>
                </a:cubicBezTo>
                <a:cubicBezTo>
                  <a:pt x="15423" y="51916"/>
                  <a:pt x="15496" y="51857"/>
                  <a:pt x="15570" y="51813"/>
                </a:cubicBezTo>
                <a:close/>
                <a:moveTo>
                  <a:pt x="14569" y="52093"/>
                </a:moveTo>
                <a:lnTo>
                  <a:pt x="14569" y="52093"/>
                </a:lnTo>
                <a:cubicBezTo>
                  <a:pt x="14555" y="52122"/>
                  <a:pt x="14525" y="52152"/>
                  <a:pt x="14510" y="52166"/>
                </a:cubicBezTo>
                <a:cubicBezTo>
                  <a:pt x="14481" y="52196"/>
                  <a:pt x="14466" y="52225"/>
                  <a:pt x="14422" y="52240"/>
                </a:cubicBezTo>
                <a:cubicBezTo>
                  <a:pt x="14437" y="52225"/>
                  <a:pt x="14466" y="52210"/>
                  <a:pt x="14481" y="52166"/>
                </a:cubicBezTo>
                <a:cubicBezTo>
                  <a:pt x="14510" y="52152"/>
                  <a:pt x="14525" y="52122"/>
                  <a:pt x="14569" y="52093"/>
                </a:cubicBezTo>
                <a:close/>
                <a:moveTo>
                  <a:pt x="16129" y="51872"/>
                </a:moveTo>
                <a:cubicBezTo>
                  <a:pt x="16100" y="51990"/>
                  <a:pt x="16085" y="52093"/>
                  <a:pt x="16041" y="52181"/>
                </a:cubicBezTo>
                <a:cubicBezTo>
                  <a:pt x="15967" y="52225"/>
                  <a:pt x="15879" y="52269"/>
                  <a:pt x="15791" y="52299"/>
                </a:cubicBezTo>
                <a:cubicBezTo>
                  <a:pt x="15820" y="52181"/>
                  <a:pt x="15835" y="52093"/>
                  <a:pt x="15879" y="51990"/>
                </a:cubicBezTo>
                <a:cubicBezTo>
                  <a:pt x="15967" y="51945"/>
                  <a:pt x="16056" y="51916"/>
                  <a:pt x="16129" y="51872"/>
                </a:cubicBezTo>
                <a:close/>
                <a:moveTo>
                  <a:pt x="15217" y="52004"/>
                </a:moveTo>
                <a:cubicBezTo>
                  <a:pt x="15202" y="52093"/>
                  <a:pt x="15158" y="52181"/>
                  <a:pt x="15129" y="52269"/>
                </a:cubicBezTo>
                <a:lnTo>
                  <a:pt x="14893" y="52372"/>
                </a:lnTo>
                <a:cubicBezTo>
                  <a:pt x="14937" y="52299"/>
                  <a:pt x="14981" y="52210"/>
                  <a:pt x="15011" y="52137"/>
                </a:cubicBezTo>
                <a:cubicBezTo>
                  <a:pt x="15084" y="52093"/>
                  <a:pt x="15158" y="52048"/>
                  <a:pt x="15217" y="52004"/>
                </a:cubicBezTo>
                <a:close/>
                <a:moveTo>
                  <a:pt x="14731" y="52122"/>
                </a:moveTo>
                <a:cubicBezTo>
                  <a:pt x="14702" y="52166"/>
                  <a:pt x="14658" y="52225"/>
                  <a:pt x="14643" y="52299"/>
                </a:cubicBezTo>
                <a:lnTo>
                  <a:pt x="14481" y="52416"/>
                </a:lnTo>
                <a:lnTo>
                  <a:pt x="14584" y="52240"/>
                </a:lnTo>
                <a:cubicBezTo>
                  <a:pt x="14628" y="52181"/>
                  <a:pt x="14687" y="52152"/>
                  <a:pt x="14731" y="52122"/>
                </a:cubicBezTo>
                <a:close/>
                <a:moveTo>
                  <a:pt x="15776" y="52034"/>
                </a:moveTo>
                <a:lnTo>
                  <a:pt x="15776" y="52034"/>
                </a:lnTo>
                <a:cubicBezTo>
                  <a:pt x="15747" y="52152"/>
                  <a:pt x="15732" y="52240"/>
                  <a:pt x="15688" y="52358"/>
                </a:cubicBezTo>
                <a:cubicBezTo>
                  <a:pt x="15599" y="52372"/>
                  <a:pt x="15511" y="52416"/>
                  <a:pt x="15438" y="52446"/>
                </a:cubicBezTo>
                <a:cubicBezTo>
                  <a:pt x="15467" y="52358"/>
                  <a:pt x="15511" y="52240"/>
                  <a:pt x="15541" y="52152"/>
                </a:cubicBezTo>
                <a:cubicBezTo>
                  <a:pt x="15614" y="52122"/>
                  <a:pt x="15717" y="52078"/>
                  <a:pt x="15776" y="52034"/>
                </a:cubicBezTo>
                <a:close/>
                <a:moveTo>
                  <a:pt x="14878" y="52225"/>
                </a:moveTo>
                <a:lnTo>
                  <a:pt x="14878" y="52225"/>
                </a:lnTo>
                <a:cubicBezTo>
                  <a:pt x="14849" y="52299"/>
                  <a:pt x="14805" y="52372"/>
                  <a:pt x="14775" y="52461"/>
                </a:cubicBezTo>
                <a:cubicBezTo>
                  <a:pt x="14702" y="52505"/>
                  <a:pt x="14643" y="52534"/>
                  <a:pt x="14569" y="52593"/>
                </a:cubicBezTo>
                <a:lnTo>
                  <a:pt x="14687" y="52372"/>
                </a:lnTo>
                <a:cubicBezTo>
                  <a:pt x="14761" y="52299"/>
                  <a:pt x="14834" y="52269"/>
                  <a:pt x="14878" y="52225"/>
                </a:cubicBezTo>
                <a:close/>
                <a:moveTo>
                  <a:pt x="26902" y="45529"/>
                </a:moveTo>
                <a:cubicBezTo>
                  <a:pt x="26931" y="45588"/>
                  <a:pt x="26931" y="45647"/>
                  <a:pt x="26946" y="45720"/>
                </a:cubicBezTo>
                <a:cubicBezTo>
                  <a:pt x="26946" y="45750"/>
                  <a:pt x="26931" y="45765"/>
                  <a:pt x="26931" y="45809"/>
                </a:cubicBezTo>
                <a:cubicBezTo>
                  <a:pt x="26622" y="46824"/>
                  <a:pt x="26063" y="47898"/>
                  <a:pt x="25165" y="49061"/>
                </a:cubicBezTo>
                <a:cubicBezTo>
                  <a:pt x="23752" y="50886"/>
                  <a:pt x="21574" y="51327"/>
                  <a:pt x="19279" y="51798"/>
                </a:cubicBezTo>
                <a:cubicBezTo>
                  <a:pt x="18248" y="52004"/>
                  <a:pt x="17145" y="52240"/>
                  <a:pt x="16041" y="52593"/>
                </a:cubicBezTo>
                <a:cubicBezTo>
                  <a:pt x="16056" y="52475"/>
                  <a:pt x="16100" y="52372"/>
                  <a:pt x="16115" y="52255"/>
                </a:cubicBezTo>
                <a:cubicBezTo>
                  <a:pt x="17218" y="51857"/>
                  <a:pt x="18337" y="51592"/>
                  <a:pt x="19440" y="51357"/>
                </a:cubicBezTo>
                <a:cubicBezTo>
                  <a:pt x="21692" y="50871"/>
                  <a:pt x="23811" y="50386"/>
                  <a:pt x="25209" y="48575"/>
                </a:cubicBezTo>
                <a:cubicBezTo>
                  <a:pt x="26033" y="47516"/>
                  <a:pt x="26563" y="46486"/>
                  <a:pt x="26902" y="45529"/>
                </a:cubicBezTo>
                <a:close/>
                <a:moveTo>
                  <a:pt x="14393" y="52387"/>
                </a:moveTo>
                <a:cubicBezTo>
                  <a:pt x="14363" y="52431"/>
                  <a:pt x="14334" y="52490"/>
                  <a:pt x="14304" y="52519"/>
                </a:cubicBezTo>
                <a:cubicBezTo>
                  <a:pt x="14275" y="52549"/>
                  <a:pt x="14216" y="52593"/>
                  <a:pt x="14187" y="52608"/>
                </a:cubicBezTo>
                <a:cubicBezTo>
                  <a:pt x="14201" y="52578"/>
                  <a:pt x="14246" y="52534"/>
                  <a:pt x="14260" y="52505"/>
                </a:cubicBezTo>
                <a:cubicBezTo>
                  <a:pt x="14290" y="52461"/>
                  <a:pt x="14349" y="52431"/>
                  <a:pt x="14393" y="52387"/>
                </a:cubicBezTo>
                <a:close/>
                <a:moveTo>
                  <a:pt x="15408" y="52210"/>
                </a:moveTo>
                <a:cubicBezTo>
                  <a:pt x="15379" y="52299"/>
                  <a:pt x="15335" y="52416"/>
                  <a:pt x="15320" y="52505"/>
                </a:cubicBezTo>
                <a:cubicBezTo>
                  <a:pt x="15246" y="52534"/>
                  <a:pt x="15158" y="52578"/>
                  <a:pt x="15070" y="52608"/>
                </a:cubicBezTo>
                <a:lnTo>
                  <a:pt x="15173" y="52343"/>
                </a:lnTo>
                <a:cubicBezTo>
                  <a:pt x="15246" y="52299"/>
                  <a:pt x="15349" y="52240"/>
                  <a:pt x="15408" y="52210"/>
                </a:cubicBezTo>
                <a:close/>
                <a:moveTo>
                  <a:pt x="16041" y="52299"/>
                </a:moveTo>
                <a:cubicBezTo>
                  <a:pt x="16026" y="52416"/>
                  <a:pt x="15982" y="52519"/>
                  <a:pt x="15967" y="52637"/>
                </a:cubicBezTo>
                <a:cubicBezTo>
                  <a:pt x="15864" y="52652"/>
                  <a:pt x="15761" y="52681"/>
                  <a:pt x="15673" y="52725"/>
                </a:cubicBezTo>
                <a:cubicBezTo>
                  <a:pt x="15688" y="52608"/>
                  <a:pt x="15732" y="52505"/>
                  <a:pt x="15761" y="52416"/>
                </a:cubicBezTo>
                <a:lnTo>
                  <a:pt x="16041" y="52299"/>
                </a:lnTo>
                <a:close/>
                <a:moveTo>
                  <a:pt x="14555" y="52431"/>
                </a:moveTo>
                <a:cubicBezTo>
                  <a:pt x="14510" y="52519"/>
                  <a:pt x="14481" y="52578"/>
                  <a:pt x="14437" y="52652"/>
                </a:cubicBezTo>
                <a:cubicBezTo>
                  <a:pt x="14393" y="52681"/>
                  <a:pt x="14304" y="52725"/>
                  <a:pt x="14260" y="52755"/>
                </a:cubicBezTo>
                <a:cubicBezTo>
                  <a:pt x="14290" y="52681"/>
                  <a:pt x="14334" y="52637"/>
                  <a:pt x="14363" y="52549"/>
                </a:cubicBezTo>
                <a:cubicBezTo>
                  <a:pt x="14422" y="52519"/>
                  <a:pt x="14481" y="52461"/>
                  <a:pt x="14555" y="52431"/>
                </a:cubicBezTo>
                <a:close/>
                <a:moveTo>
                  <a:pt x="14039" y="52667"/>
                </a:moveTo>
                <a:cubicBezTo>
                  <a:pt x="14025" y="52681"/>
                  <a:pt x="13995" y="52725"/>
                  <a:pt x="13981" y="52740"/>
                </a:cubicBezTo>
                <a:cubicBezTo>
                  <a:pt x="13970" y="52746"/>
                  <a:pt x="13957" y="52755"/>
                  <a:pt x="13944" y="52766"/>
                </a:cubicBezTo>
                <a:lnTo>
                  <a:pt x="13944" y="52766"/>
                </a:lnTo>
                <a:cubicBezTo>
                  <a:pt x="13946" y="52763"/>
                  <a:pt x="13949" y="52759"/>
                  <a:pt x="13951" y="52755"/>
                </a:cubicBezTo>
                <a:lnTo>
                  <a:pt x="14039" y="52667"/>
                </a:lnTo>
                <a:close/>
                <a:moveTo>
                  <a:pt x="15070" y="52387"/>
                </a:moveTo>
                <a:lnTo>
                  <a:pt x="14952" y="52667"/>
                </a:lnTo>
                <a:cubicBezTo>
                  <a:pt x="14878" y="52711"/>
                  <a:pt x="14790" y="52740"/>
                  <a:pt x="14716" y="52784"/>
                </a:cubicBezTo>
                <a:cubicBezTo>
                  <a:pt x="14761" y="52681"/>
                  <a:pt x="14790" y="52593"/>
                  <a:pt x="14834" y="52519"/>
                </a:cubicBezTo>
                <a:cubicBezTo>
                  <a:pt x="14923" y="52461"/>
                  <a:pt x="14996" y="52431"/>
                  <a:pt x="15070" y="52387"/>
                </a:cubicBezTo>
                <a:close/>
                <a:moveTo>
                  <a:pt x="15658" y="52431"/>
                </a:moveTo>
                <a:lnTo>
                  <a:pt x="15658" y="52431"/>
                </a:lnTo>
                <a:cubicBezTo>
                  <a:pt x="15614" y="52534"/>
                  <a:pt x="15599" y="52637"/>
                  <a:pt x="15585" y="52740"/>
                </a:cubicBezTo>
                <a:lnTo>
                  <a:pt x="15305" y="52858"/>
                </a:lnTo>
                <a:cubicBezTo>
                  <a:pt x="15349" y="52740"/>
                  <a:pt x="15364" y="52652"/>
                  <a:pt x="15393" y="52534"/>
                </a:cubicBezTo>
                <a:cubicBezTo>
                  <a:pt x="15496" y="52505"/>
                  <a:pt x="15585" y="52461"/>
                  <a:pt x="15658" y="52431"/>
                </a:cubicBezTo>
                <a:close/>
                <a:moveTo>
                  <a:pt x="14216" y="52681"/>
                </a:moveTo>
                <a:cubicBezTo>
                  <a:pt x="14187" y="52740"/>
                  <a:pt x="14172" y="52799"/>
                  <a:pt x="14128" y="52858"/>
                </a:cubicBezTo>
                <a:lnTo>
                  <a:pt x="13966" y="52961"/>
                </a:lnTo>
                <a:cubicBezTo>
                  <a:pt x="13995" y="52902"/>
                  <a:pt x="14025" y="52858"/>
                  <a:pt x="14054" y="52799"/>
                </a:cubicBezTo>
                <a:cubicBezTo>
                  <a:pt x="14113" y="52784"/>
                  <a:pt x="14157" y="52740"/>
                  <a:pt x="14216" y="52681"/>
                </a:cubicBezTo>
                <a:close/>
                <a:moveTo>
                  <a:pt x="14731" y="52593"/>
                </a:moveTo>
                <a:cubicBezTo>
                  <a:pt x="14687" y="52667"/>
                  <a:pt x="14658" y="52740"/>
                  <a:pt x="14628" y="52828"/>
                </a:cubicBezTo>
                <a:cubicBezTo>
                  <a:pt x="14555" y="52873"/>
                  <a:pt x="14481" y="52902"/>
                  <a:pt x="14407" y="52961"/>
                </a:cubicBezTo>
                <a:cubicBezTo>
                  <a:pt x="14437" y="52873"/>
                  <a:pt x="14481" y="52799"/>
                  <a:pt x="14510" y="52725"/>
                </a:cubicBezTo>
                <a:cubicBezTo>
                  <a:pt x="14584" y="52681"/>
                  <a:pt x="14658" y="52622"/>
                  <a:pt x="14731" y="52593"/>
                </a:cubicBezTo>
                <a:close/>
                <a:moveTo>
                  <a:pt x="15305" y="52593"/>
                </a:moveTo>
                <a:cubicBezTo>
                  <a:pt x="15261" y="52711"/>
                  <a:pt x="15246" y="52799"/>
                  <a:pt x="15217" y="52902"/>
                </a:cubicBezTo>
                <a:cubicBezTo>
                  <a:pt x="15129" y="52917"/>
                  <a:pt x="15026" y="52961"/>
                  <a:pt x="14937" y="53020"/>
                </a:cubicBezTo>
                <a:cubicBezTo>
                  <a:pt x="14981" y="52917"/>
                  <a:pt x="15011" y="52814"/>
                  <a:pt x="15040" y="52725"/>
                </a:cubicBezTo>
                <a:cubicBezTo>
                  <a:pt x="15143" y="52681"/>
                  <a:pt x="15217" y="52652"/>
                  <a:pt x="15305" y="52593"/>
                </a:cubicBezTo>
                <a:close/>
                <a:moveTo>
                  <a:pt x="26975" y="45941"/>
                </a:moveTo>
                <a:cubicBezTo>
                  <a:pt x="26990" y="45985"/>
                  <a:pt x="26990" y="46059"/>
                  <a:pt x="27005" y="46133"/>
                </a:cubicBezTo>
                <a:cubicBezTo>
                  <a:pt x="26990" y="46191"/>
                  <a:pt x="26975" y="46236"/>
                  <a:pt x="26975" y="46280"/>
                </a:cubicBezTo>
                <a:lnTo>
                  <a:pt x="26975" y="46309"/>
                </a:lnTo>
                <a:cubicBezTo>
                  <a:pt x="26652" y="47310"/>
                  <a:pt x="26092" y="48443"/>
                  <a:pt x="25180" y="49620"/>
                </a:cubicBezTo>
                <a:cubicBezTo>
                  <a:pt x="23752" y="51489"/>
                  <a:pt x="21604" y="51872"/>
                  <a:pt x="19131" y="52343"/>
                </a:cubicBezTo>
                <a:cubicBezTo>
                  <a:pt x="18116" y="52519"/>
                  <a:pt x="17071" y="52725"/>
                  <a:pt x="15982" y="53034"/>
                </a:cubicBezTo>
                <a:lnTo>
                  <a:pt x="16041" y="52711"/>
                </a:lnTo>
                <a:cubicBezTo>
                  <a:pt x="17159" y="52343"/>
                  <a:pt x="18263" y="52093"/>
                  <a:pt x="19293" y="51901"/>
                </a:cubicBezTo>
                <a:cubicBezTo>
                  <a:pt x="21619" y="51416"/>
                  <a:pt x="23811" y="50974"/>
                  <a:pt x="25224" y="49135"/>
                </a:cubicBezTo>
                <a:cubicBezTo>
                  <a:pt x="26048" y="48075"/>
                  <a:pt x="26578" y="47045"/>
                  <a:pt x="26916" y="46088"/>
                </a:cubicBezTo>
                <a:lnTo>
                  <a:pt x="26916" y="46103"/>
                </a:lnTo>
                <a:lnTo>
                  <a:pt x="26975" y="45941"/>
                </a:lnTo>
                <a:close/>
                <a:moveTo>
                  <a:pt x="15938" y="52681"/>
                </a:moveTo>
                <a:lnTo>
                  <a:pt x="15938" y="52681"/>
                </a:lnTo>
                <a:cubicBezTo>
                  <a:pt x="15909" y="52814"/>
                  <a:pt x="15894" y="52917"/>
                  <a:pt x="15879" y="53034"/>
                </a:cubicBezTo>
                <a:cubicBezTo>
                  <a:pt x="15761" y="53079"/>
                  <a:pt x="15673" y="53093"/>
                  <a:pt x="15570" y="53123"/>
                </a:cubicBezTo>
                <a:cubicBezTo>
                  <a:pt x="15585" y="53020"/>
                  <a:pt x="15599" y="52902"/>
                  <a:pt x="15644" y="52799"/>
                </a:cubicBezTo>
                <a:cubicBezTo>
                  <a:pt x="15732" y="52755"/>
                  <a:pt x="15835" y="52725"/>
                  <a:pt x="15938" y="52681"/>
                </a:cubicBezTo>
                <a:close/>
                <a:moveTo>
                  <a:pt x="14393" y="52799"/>
                </a:moveTo>
                <a:lnTo>
                  <a:pt x="14393" y="52799"/>
                </a:lnTo>
                <a:cubicBezTo>
                  <a:pt x="14349" y="52873"/>
                  <a:pt x="14304" y="52946"/>
                  <a:pt x="14275" y="53034"/>
                </a:cubicBezTo>
                <a:cubicBezTo>
                  <a:pt x="14201" y="53079"/>
                  <a:pt x="14128" y="53108"/>
                  <a:pt x="14069" y="53167"/>
                </a:cubicBezTo>
                <a:lnTo>
                  <a:pt x="14187" y="52946"/>
                </a:lnTo>
                <a:cubicBezTo>
                  <a:pt x="14246" y="52873"/>
                  <a:pt x="14319" y="52828"/>
                  <a:pt x="14393" y="52799"/>
                </a:cubicBezTo>
                <a:close/>
                <a:moveTo>
                  <a:pt x="14923" y="52755"/>
                </a:moveTo>
                <a:lnTo>
                  <a:pt x="14923" y="52755"/>
                </a:lnTo>
                <a:cubicBezTo>
                  <a:pt x="14878" y="52858"/>
                  <a:pt x="14849" y="52946"/>
                  <a:pt x="14820" y="53049"/>
                </a:cubicBezTo>
                <a:cubicBezTo>
                  <a:pt x="14761" y="53093"/>
                  <a:pt x="14658" y="53123"/>
                  <a:pt x="14569" y="53167"/>
                </a:cubicBezTo>
                <a:lnTo>
                  <a:pt x="14672" y="52887"/>
                </a:lnTo>
                <a:cubicBezTo>
                  <a:pt x="14761" y="52858"/>
                  <a:pt x="14849" y="52799"/>
                  <a:pt x="14923" y="52755"/>
                </a:cubicBezTo>
                <a:close/>
                <a:moveTo>
                  <a:pt x="13878" y="52961"/>
                </a:moveTo>
                <a:lnTo>
                  <a:pt x="13878" y="52961"/>
                </a:lnTo>
                <a:cubicBezTo>
                  <a:pt x="13848" y="53005"/>
                  <a:pt x="13819" y="53049"/>
                  <a:pt x="13804" y="53093"/>
                </a:cubicBezTo>
                <a:cubicBezTo>
                  <a:pt x="13745" y="53123"/>
                  <a:pt x="13701" y="53167"/>
                  <a:pt x="13657" y="53196"/>
                </a:cubicBezTo>
                <a:cubicBezTo>
                  <a:pt x="13672" y="53167"/>
                  <a:pt x="13701" y="53123"/>
                  <a:pt x="13730" y="53093"/>
                </a:cubicBezTo>
                <a:cubicBezTo>
                  <a:pt x="13745" y="53079"/>
                  <a:pt x="13775" y="53049"/>
                  <a:pt x="13804" y="53020"/>
                </a:cubicBezTo>
                <a:cubicBezTo>
                  <a:pt x="13819" y="53005"/>
                  <a:pt x="13833" y="52976"/>
                  <a:pt x="13878" y="52961"/>
                </a:cubicBezTo>
                <a:close/>
                <a:moveTo>
                  <a:pt x="15541" y="52858"/>
                </a:moveTo>
                <a:lnTo>
                  <a:pt x="15541" y="52858"/>
                </a:lnTo>
                <a:cubicBezTo>
                  <a:pt x="15526" y="52961"/>
                  <a:pt x="15496" y="53079"/>
                  <a:pt x="15467" y="53167"/>
                </a:cubicBezTo>
                <a:lnTo>
                  <a:pt x="15202" y="53270"/>
                </a:lnTo>
                <a:cubicBezTo>
                  <a:pt x="15217" y="53167"/>
                  <a:pt x="15246" y="53079"/>
                  <a:pt x="15276" y="52961"/>
                </a:cubicBezTo>
                <a:lnTo>
                  <a:pt x="15541" y="52858"/>
                </a:lnTo>
                <a:close/>
                <a:moveTo>
                  <a:pt x="14040" y="53020"/>
                </a:moveTo>
                <a:cubicBezTo>
                  <a:pt x="13995" y="53093"/>
                  <a:pt x="13966" y="53167"/>
                  <a:pt x="13951" y="53226"/>
                </a:cubicBezTo>
                <a:cubicBezTo>
                  <a:pt x="13878" y="53255"/>
                  <a:pt x="13819" y="53285"/>
                  <a:pt x="13745" y="53344"/>
                </a:cubicBezTo>
                <a:cubicBezTo>
                  <a:pt x="13775" y="53270"/>
                  <a:pt x="13819" y="53226"/>
                  <a:pt x="13848" y="53138"/>
                </a:cubicBezTo>
                <a:cubicBezTo>
                  <a:pt x="13907" y="53093"/>
                  <a:pt x="13981" y="53049"/>
                  <a:pt x="14040" y="53020"/>
                </a:cubicBezTo>
                <a:close/>
                <a:moveTo>
                  <a:pt x="14569" y="52946"/>
                </a:moveTo>
                <a:lnTo>
                  <a:pt x="14466" y="53226"/>
                </a:lnTo>
                <a:cubicBezTo>
                  <a:pt x="14393" y="53255"/>
                  <a:pt x="14290" y="53285"/>
                  <a:pt x="14216" y="53344"/>
                </a:cubicBezTo>
                <a:cubicBezTo>
                  <a:pt x="14260" y="53255"/>
                  <a:pt x="14290" y="53167"/>
                  <a:pt x="14334" y="53093"/>
                </a:cubicBezTo>
                <a:cubicBezTo>
                  <a:pt x="14422" y="53034"/>
                  <a:pt x="14496" y="52976"/>
                  <a:pt x="14569" y="52946"/>
                </a:cubicBezTo>
                <a:close/>
                <a:moveTo>
                  <a:pt x="15173" y="53020"/>
                </a:moveTo>
                <a:lnTo>
                  <a:pt x="15173" y="53020"/>
                </a:lnTo>
                <a:cubicBezTo>
                  <a:pt x="15143" y="53123"/>
                  <a:pt x="15129" y="53226"/>
                  <a:pt x="15099" y="53329"/>
                </a:cubicBezTo>
                <a:cubicBezTo>
                  <a:pt x="15011" y="53329"/>
                  <a:pt x="14893" y="53373"/>
                  <a:pt x="14805" y="53417"/>
                </a:cubicBezTo>
                <a:cubicBezTo>
                  <a:pt x="14849" y="53314"/>
                  <a:pt x="14864" y="53226"/>
                  <a:pt x="14893" y="53123"/>
                </a:cubicBezTo>
                <a:lnTo>
                  <a:pt x="15173" y="53020"/>
                </a:lnTo>
                <a:close/>
                <a:moveTo>
                  <a:pt x="13524" y="53270"/>
                </a:moveTo>
                <a:cubicBezTo>
                  <a:pt x="13510" y="53299"/>
                  <a:pt x="13480" y="53329"/>
                  <a:pt x="13466" y="53344"/>
                </a:cubicBezTo>
                <a:cubicBezTo>
                  <a:pt x="13421" y="53388"/>
                  <a:pt x="13392" y="53402"/>
                  <a:pt x="13363" y="53447"/>
                </a:cubicBezTo>
                <a:cubicBezTo>
                  <a:pt x="13377" y="53417"/>
                  <a:pt x="13392" y="53388"/>
                  <a:pt x="13407" y="53373"/>
                </a:cubicBezTo>
                <a:cubicBezTo>
                  <a:pt x="13451" y="53329"/>
                  <a:pt x="13480" y="53314"/>
                  <a:pt x="13524" y="53270"/>
                </a:cubicBezTo>
                <a:close/>
                <a:moveTo>
                  <a:pt x="26961" y="46456"/>
                </a:moveTo>
                <a:lnTo>
                  <a:pt x="26961" y="46471"/>
                </a:lnTo>
                <a:cubicBezTo>
                  <a:pt x="26975" y="46486"/>
                  <a:pt x="26990" y="46530"/>
                  <a:pt x="26990" y="46545"/>
                </a:cubicBezTo>
                <a:cubicBezTo>
                  <a:pt x="26990" y="46574"/>
                  <a:pt x="26990" y="46618"/>
                  <a:pt x="27005" y="46648"/>
                </a:cubicBezTo>
                <a:cubicBezTo>
                  <a:pt x="26666" y="47751"/>
                  <a:pt x="26107" y="48929"/>
                  <a:pt x="25180" y="50135"/>
                </a:cubicBezTo>
                <a:cubicBezTo>
                  <a:pt x="23708" y="52034"/>
                  <a:pt x="21501" y="52402"/>
                  <a:pt x="18940" y="52858"/>
                </a:cubicBezTo>
                <a:cubicBezTo>
                  <a:pt x="17969" y="53020"/>
                  <a:pt x="16939" y="53182"/>
                  <a:pt x="15909" y="53461"/>
                </a:cubicBezTo>
                <a:cubicBezTo>
                  <a:pt x="15923" y="53344"/>
                  <a:pt x="15953" y="53226"/>
                  <a:pt x="15953" y="53108"/>
                </a:cubicBezTo>
                <a:cubicBezTo>
                  <a:pt x="17027" y="52784"/>
                  <a:pt x="18101" y="52578"/>
                  <a:pt x="19117" y="52387"/>
                </a:cubicBezTo>
                <a:cubicBezTo>
                  <a:pt x="21501" y="51945"/>
                  <a:pt x="23752" y="51533"/>
                  <a:pt x="25224" y="49635"/>
                </a:cubicBezTo>
                <a:cubicBezTo>
                  <a:pt x="26033" y="48590"/>
                  <a:pt x="26593" y="47516"/>
                  <a:pt x="26961" y="46456"/>
                </a:cubicBezTo>
                <a:close/>
                <a:moveTo>
                  <a:pt x="14201" y="53167"/>
                </a:moveTo>
                <a:cubicBezTo>
                  <a:pt x="14187" y="53226"/>
                  <a:pt x="14143" y="53314"/>
                  <a:pt x="14113" y="53402"/>
                </a:cubicBezTo>
                <a:cubicBezTo>
                  <a:pt x="14040" y="53447"/>
                  <a:pt x="13966" y="53491"/>
                  <a:pt x="13878" y="53535"/>
                </a:cubicBezTo>
                <a:cubicBezTo>
                  <a:pt x="13907" y="53461"/>
                  <a:pt x="13951" y="53373"/>
                  <a:pt x="13981" y="53285"/>
                </a:cubicBezTo>
                <a:cubicBezTo>
                  <a:pt x="14054" y="53255"/>
                  <a:pt x="14128" y="53196"/>
                  <a:pt x="14201" y="53167"/>
                </a:cubicBezTo>
                <a:close/>
                <a:moveTo>
                  <a:pt x="14805" y="53152"/>
                </a:moveTo>
                <a:lnTo>
                  <a:pt x="14805" y="53152"/>
                </a:lnTo>
                <a:cubicBezTo>
                  <a:pt x="14775" y="53241"/>
                  <a:pt x="14761" y="53344"/>
                  <a:pt x="14716" y="53447"/>
                </a:cubicBezTo>
                <a:lnTo>
                  <a:pt x="14437" y="53550"/>
                </a:lnTo>
                <a:cubicBezTo>
                  <a:pt x="14481" y="53461"/>
                  <a:pt x="14496" y="53373"/>
                  <a:pt x="14525" y="53255"/>
                </a:cubicBezTo>
                <a:cubicBezTo>
                  <a:pt x="14628" y="53241"/>
                  <a:pt x="14716" y="53196"/>
                  <a:pt x="14805" y="53152"/>
                </a:cubicBezTo>
                <a:close/>
                <a:moveTo>
                  <a:pt x="13686" y="53270"/>
                </a:moveTo>
                <a:cubicBezTo>
                  <a:pt x="13657" y="53329"/>
                  <a:pt x="13627" y="53388"/>
                  <a:pt x="13598" y="53447"/>
                </a:cubicBezTo>
                <a:cubicBezTo>
                  <a:pt x="13539" y="53476"/>
                  <a:pt x="13480" y="53505"/>
                  <a:pt x="13407" y="53564"/>
                </a:cubicBezTo>
                <a:cubicBezTo>
                  <a:pt x="13451" y="53505"/>
                  <a:pt x="13480" y="53461"/>
                  <a:pt x="13510" y="53402"/>
                </a:cubicBezTo>
                <a:cubicBezTo>
                  <a:pt x="13583" y="53373"/>
                  <a:pt x="13627" y="53314"/>
                  <a:pt x="13686" y="53270"/>
                </a:cubicBezTo>
                <a:close/>
                <a:moveTo>
                  <a:pt x="15879" y="53138"/>
                </a:moveTo>
                <a:lnTo>
                  <a:pt x="15879" y="53138"/>
                </a:lnTo>
                <a:cubicBezTo>
                  <a:pt x="15864" y="53255"/>
                  <a:pt x="15835" y="53358"/>
                  <a:pt x="15835" y="53491"/>
                </a:cubicBezTo>
                <a:cubicBezTo>
                  <a:pt x="15717" y="53491"/>
                  <a:pt x="15599" y="53535"/>
                  <a:pt x="15511" y="53564"/>
                </a:cubicBezTo>
                <a:lnTo>
                  <a:pt x="15570" y="53241"/>
                </a:lnTo>
                <a:cubicBezTo>
                  <a:pt x="15673" y="53196"/>
                  <a:pt x="15761" y="53167"/>
                  <a:pt x="15879" y="53138"/>
                </a:cubicBezTo>
                <a:close/>
                <a:moveTo>
                  <a:pt x="13142" y="53594"/>
                </a:moveTo>
                <a:cubicBezTo>
                  <a:pt x="13142" y="53608"/>
                  <a:pt x="13112" y="53608"/>
                  <a:pt x="13112" y="53623"/>
                </a:cubicBezTo>
                <a:cubicBezTo>
                  <a:pt x="13100" y="53635"/>
                  <a:pt x="13078" y="53648"/>
                  <a:pt x="13053" y="53669"/>
                </a:cubicBezTo>
                <a:lnTo>
                  <a:pt x="13053" y="53669"/>
                </a:lnTo>
                <a:cubicBezTo>
                  <a:pt x="13054" y="53665"/>
                  <a:pt x="13054" y="53659"/>
                  <a:pt x="13054" y="53653"/>
                </a:cubicBezTo>
                <a:lnTo>
                  <a:pt x="13142" y="53594"/>
                </a:lnTo>
                <a:close/>
                <a:moveTo>
                  <a:pt x="15467" y="53255"/>
                </a:moveTo>
                <a:lnTo>
                  <a:pt x="15423" y="53594"/>
                </a:lnTo>
                <a:cubicBezTo>
                  <a:pt x="15305" y="53623"/>
                  <a:pt x="15217" y="53653"/>
                  <a:pt x="15099" y="53697"/>
                </a:cubicBezTo>
                <a:cubicBezTo>
                  <a:pt x="15129" y="53594"/>
                  <a:pt x="15143" y="53476"/>
                  <a:pt x="15173" y="53373"/>
                </a:cubicBezTo>
                <a:cubicBezTo>
                  <a:pt x="15276" y="53329"/>
                  <a:pt x="15379" y="53299"/>
                  <a:pt x="15467" y="53255"/>
                </a:cubicBezTo>
                <a:close/>
                <a:moveTo>
                  <a:pt x="13878" y="53373"/>
                </a:moveTo>
                <a:cubicBezTo>
                  <a:pt x="13833" y="53447"/>
                  <a:pt x="13789" y="53520"/>
                  <a:pt x="13760" y="53608"/>
                </a:cubicBezTo>
                <a:cubicBezTo>
                  <a:pt x="13686" y="53638"/>
                  <a:pt x="13613" y="53697"/>
                  <a:pt x="13539" y="53741"/>
                </a:cubicBezTo>
                <a:lnTo>
                  <a:pt x="13657" y="53520"/>
                </a:lnTo>
                <a:cubicBezTo>
                  <a:pt x="13730" y="53461"/>
                  <a:pt x="13789" y="53402"/>
                  <a:pt x="13878" y="53373"/>
                </a:cubicBezTo>
                <a:close/>
                <a:moveTo>
                  <a:pt x="14437" y="53329"/>
                </a:moveTo>
                <a:lnTo>
                  <a:pt x="14437" y="53329"/>
                </a:lnTo>
                <a:cubicBezTo>
                  <a:pt x="14407" y="53417"/>
                  <a:pt x="14363" y="53520"/>
                  <a:pt x="14349" y="53608"/>
                </a:cubicBezTo>
                <a:cubicBezTo>
                  <a:pt x="14260" y="53638"/>
                  <a:pt x="14157" y="53682"/>
                  <a:pt x="14069" y="53741"/>
                </a:cubicBezTo>
                <a:lnTo>
                  <a:pt x="14187" y="53461"/>
                </a:lnTo>
                <a:cubicBezTo>
                  <a:pt x="14275" y="53417"/>
                  <a:pt x="14349" y="53373"/>
                  <a:pt x="14437" y="53329"/>
                </a:cubicBezTo>
                <a:close/>
                <a:moveTo>
                  <a:pt x="13333" y="53550"/>
                </a:moveTo>
                <a:lnTo>
                  <a:pt x="13333" y="53550"/>
                </a:lnTo>
                <a:cubicBezTo>
                  <a:pt x="13318" y="53594"/>
                  <a:pt x="13289" y="53638"/>
                  <a:pt x="13260" y="53682"/>
                </a:cubicBezTo>
                <a:cubicBezTo>
                  <a:pt x="13201" y="53711"/>
                  <a:pt x="13157" y="53756"/>
                  <a:pt x="13112" y="53785"/>
                </a:cubicBezTo>
                <a:cubicBezTo>
                  <a:pt x="13127" y="53756"/>
                  <a:pt x="13171" y="53711"/>
                  <a:pt x="13186" y="53682"/>
                </a:cubicBezTo>
                <a:cubicBezTo>
                  <a:pt x="13230" y="53638"/>
                  <a:pt x="13289" y="53608"/>
                  <a:pt x="13333" y="53550"/>
                </a:cubicBezTo>
                <a:close/>
                <a:moveTo>
                  <a:pt x="15084" y="53402"/>
                </a:moveTo>
                <a:cubicBezTo>
                  <a:pt x="15070" y="53520"/>
                  <a:pt x="15040" y="53623"/>
                  <a:pt x="15011" y="53711"/>
                </a:cubicBezTo>
                <a:cubicBezTo>
                  <a:pt x="14893" y="53756"/>
                  <a:pt x="14805" y="53785"/>
                  <a:pt x="14702" y="53829"/>
                </a:cubicBezTo>
                <a:cubicBezTo>
                  <a:pt x="14731" y="53711"/>
                  <a:pt x="14761" y="53608"/>
                  <a:pt x="14790" y="53520"/>
                </a:cubicBezTo>
                <a:cubicBezTo>
                  <a:pt x="14878" y="53476"/>
                  <a:pt x="14996" y="53447"/>
                  <a:pt x="15084" y="53402"/>
                </a:cubicBezTo>
                <a:close/>
                <a:moveTo>
                  <a:pt x="14069" y="53520"/>
                </a:moveTo>
                <a:lnTo>
                  <a:pt x="14069" y="53520"/>
                </a:lnTo>
                <a:cubicBezTo>
                  <a:pt x="14040" y="53608"/>
                  <a:pt x="13995" y="53697"/>
                  <a:pt x="13981" y="53770"/>
                </a:cubicBezTo>
                <a:cubicBezTo>
                  <a:pt x="13892" y="53814"/>
                  <a:pt x="13819" y="53859"/>
                  <a:pt x="13716" y="53903"/>
                </a:cubicBezTo>
                <a:cubicBezTo>
                  <a:pt x="13760" y="53814"/>
                  <a:pt x="13789" y="53741"/>
                  <a:pt x="13833" y="53638"/>
                </a:cubicBezTo>
                <a:cubicBezTo>
                  <a:pt x="13907" y="53608"/>
                  <a:pt x="13995" y="53550"/>
                  <a:pt x="14069" y="53520"/>
                </a:cubicBezTo>
                <a:close/>
                <a:moveTo>
                  <a:pt x="27005" y="46868"/>
                </a:moveTo>
                <a:cubicBezTo>
                  <a:pt x="27005" y="46927"/>
                  <a:pt x="27019" y="46986"/>
                  <a:pt x="27019" y="47015"/>
                </a:cubicBezTo>
                <a:cubicBezTo>
                  <a:pt x="27034" y="47030"/>
                  <a:pt x="27034" y="47060"/>
                  <a:pt x="27034" y="47089"/>
                </a:cubicBezTo>
                <a:cubicBezTo>
                  <a:pt x="26710" y="48237"/>
                  <a:pt x="26122" y="49429"/>
                  <a:pt x="25180" y="50665"/>
                </a:cubicBezTo>
                <a:cubicBezTo>
                  <a:pt x="23679" y="52622"/>
                  <a:pt x="21412" y="52976"/>
                  <a:pt x="18764" y="53358"/>
                </a:cubicBezTo>
                <a:cubicBezTo>
                  <a:pt x="17822" y="53505"/>
                  <a:pt x="16850" y="53653"/>
                  <a:pt x="15864" y="53903"/>
                </a:cubicBezTo>
                <a:cubicBezTo>
                  <a:pt x="15864" y="53785"/>
                  <a:pt x="15879" y="53653"/>
                  <a:pt x="15894" y="53550"/>
                </a:cubicBezTo>
                <a:cubicBezTo>
                  <a:pt x="16939" y="53270"/>
                  <a:pt x="17969" y="53093"/>
                  <a:pt x="18940" y="52917"/>
                </a:cubicBezTo>
                <a:cubicBezTo>
                  <a:pt x="21516" y="52505"/>
                  <a:pt x="23723" y="52122"/>
                  <a:pt x="25239" y="50180"/>
                </a:cubicBezTo>
                <a:cubicBezTo>
                  <a:pt x="26107" y="49046"/>
                  <a:pt x="26666" y="47943"/>
                  <a:pt x="27005" y="46868"/>
                </a:cubicBezTo>
                <a:close/>
                <a:moveTo>
                  <a:pt x="13524" y="53564"/>
                </a:moveTo>
                <a:lnTo>
                  <a:pt x="13524" y="53564"/>
                </a:lnTo>
                <a:cubicBezTo>
                  <a:pt x="13480" y="53653"/>
                  <a:pt x="13451" y="53741"/>
                  <a:pt x="13407" y="53785"/>
                </a:cubicBezTo>
                <a:cubicBezTo>
                  <a:pt x="13333" y="53829"/>
                  <a:pt x="13289" y="53888"/>
                  <a:pt x="13215" y="53917"/>
                </a:cubicBezTo>
                <a:cubicBezTo>
                  <a:pt x="13245" y="53844"/>
                  <a:pt x="13289" y="53785"/>
                  <a:pt x="13318" y="53711"/>
                </a:cubicBezTo>
                <a:cubicBezTo>
                  <a:pt x="13392" y="53653"/>
                  <a:pt x="13451" y="53623"/>
                  <a:pt x="13524" y="53564"/>
                </a:cubicBezTo>
                <a:close/>
                <a:moveTo>
                  <a:pt x="14687" y="53550"/>
                </a:moveTo>
                <a:lnTo>
                  <a:pt x="14687" y="53550"/>
                </a:lnTo>
                <a:cubicBezTo>
                  <a:pt x="14658" y="53667"/>
                  <a:pt x="14628" y="53756"/>
                  <a:pt x="14613" y="53859"/>
                </a:cubicBezTo>
                <a:cubicBezTo>
                  <a:pt x="14510" y="53903"/>
                  <a:pt x="14422" y="53932"/>
                  <a:pt x="14319" y="53976"/>
                </a:cubicBezTo>
                <a:cubicBezTo>
                  <a:pt x="14334" y="53859"/>
                  <a:pt x="14363" y="53770"/>
                  <a:pt x="14407" y="53682"/>
                </a:cubicBezTo>
                <a:cubicBezTo>
                  <a:pt x="14496" y="53638"/>
                  <a:pt x="14584" y="53608"/>
                  <a:pt x="14687" y="53550"/>
                </a:cubicBezTo>
                <a:close/>
                <a:moveTo>
                  <a:pt x="15820" y="53564"/>
                </a:moveTo>
                <a:lnTo>
                  <a:pt x="15820" y="53564"/>
                </a:lnTo>
                <a:cubicBezTo>
                  <a:pt x="15806" y="53682"/>
                  <a:pt x="15806" y="53814"/>
                  <a:pt x="15806" y="53917"/>
                </a:cubicBezTo>
                <a:cubicBezTo>
                  <a:pt x="15673" y="53932"/>
                  <a:pt x="15570" y="53976"/>
                  <a:pt x="15452" y="54006"/>
                </a:cubicBezTo>
                <a:cubicBezTo>
                  <a:pt x="15467" y="53903"/>
                  <a:pt x="15467" y="53770"/>
                  <a:pt x="15496" y="53667"/>
                </a:cubicBezTo>
                <a:cubicBezTo>
                  <a:pt x="15599" y="53623"/>
                  <a:pt x="15717" y="53608"/>
                  <a:pt x="15820" y="53564"/>
                </a:cubicBezTo>
                <a:close/>
                <a:moveTo>
                  <a:pt x="12965" y="53859"/>
                </a:moveTo>
                <a:cubicBezTo>
                  <a:pt x="12951" y="53888"/>
                  <a:pt x="12936" y="53917"/>
                  <a:pt x="12921" y="53932"/>
                </a:cubicBezTo>
                <a:cubicBezTo>
                  <a:pt x="12877" y="53976"/>
                  <a:pt x="12818" y="54006"/>
                  <a:pt x="12789" y="54050"/>
                </a:cubicBezTo>
                <a:cubicBezTo>
                  <a:pt x="12803" y="54020"/>
                  <a:pt x="12818" y="54006"/>
                  <a:pt x="12847" y="53976"/>
                </a:cubicBezTo>
                <a:cubicBezTo>
                  <a:pt x="12877" y="53932"/>
                  <a:pt x="12936" y="53903"/>
                  <a:pt x="12965" y="53859"/>
                </a:cubicBezTo>
                <a:close/>
                <a:moveTo>
                  <a:pt x="13716" y="53697"/>
                </a:moveTo>
                <a:lnTo>
                  <a:pt x="13716" y="53697"/>
                </a:lnTo>
                <a:cubicBezTo>
                  <a:pt x="13686" y="53785"/>
                  <a:pt x="13657" y="53888"/>
                  <a:pt x="13613" y="53962"/>
                </a:cubicBezTo>
                <a:cubicBezTo>
                  <a:pt x="13539" y="53991"/>
                  <a:pt x="13451" y="54050"/>
                  <a:pt x="13377" y="54079"/>
                </a:cubicBezTo>
                <a:cubicBezTo>
                  <a:pt x="13407" y="54006"/>
                  <a:pt x="13451" y="53917"/>
                  <a:pt x="13480" y="53844"/>
                </a:cubicBezTo>
                <a:cubicBezTo>
                  <a:pt x="13554" y="53785"/>
                  <a:pt x="13657" y="53756"/>
                  <a:pt x="13716" y="53697"/>
                </a:cubicBezTo>
                <a:close/>
                <a:moveTo>
                  <a:pt x="14319" y="53711"/>
                </a:moveTo>
                <a:cubicBezTo>
                  <a:pt x="14275" y="53814"/>
                  <a:pt x="14260" y="53917"/>
                  <a:pt x="14246" y="54006"/>
                </a:cubicBezTo>
                <a:cubicBezTo>
                  <a:pt x="14143" y="54050"/>
                  <a:pt x="14054" y="54079"/>
                  <a:pt x="13951" y="54123"/>
                </a:cubicBezTo>
                <a:cubicBezTo>
                  <a:pt x="13981" y="54035"/>
                  <a:pt x="13995" y="53932"/>
                  <a:pt x="14040" y="53829"/>
                </a:cubicBezTo>
                <a:lnTo>
                  <a:pt x="14319" y="53711"/>
                </a:lnTo>
                <a:close/>
                <a:moveTo>
                  <a:pt x="15393" y="53682"/>
                </a:moveTo>
                <a:lnTo>
                  <a:pt x="15393" y="53682"/>
                </a:lnTo>
                <a:cubicBezTo>
                  <a:pt x="15379" y="53785"/>
                  <a:pt x="15364" y="53903"/>
                  <a:pt x="15364" y="54020"/>
                </a:cubicBezTo>
                <a:cubicBezTo>
                  <a:pt x="15246" y="54065"/>
                  <a:pt x="15143" y="54079"/>
                  <a:pt x="15026" y="54123"/>
                </a:cubicBezTo>
                <a:cubicBezTo>
                  <a:pt x="15055" y="54006"/>
                  <a:pt x="15070" y="53903"/>
                  <a:pt x="15084" y="53770"/>
                </a:cubicBezTo>
                <a:cubicBezTo>
                  <a:pt x="15187" y="53741"/>
                  <a:pt x="15305" y="53697"/>
                  <a:pt x="15393" y="53682"/>
                </a:cubicBezTo>
                <a:close/>
                <a:moveTo>
                  <a:pt x="13157" y="53859"/>
                </a:moveTo>
                <a:cubicBezTo>
                  <a:pt x="13112" y="53917"/>
                  <a:pt x="13098" y="53976"/>
                  <a:pt x="13054" y="54020"/>
                </a:cubicBezTo>
                <a:cubicBezTo>
                  <a:pt x="13009" y="54065"/>
                  <a:pt x="12936" y="54123"/>
                  <a:pt x="12877" y="54153"/>
                </a:cubicBezTo>
                <a:cubicBezTo>
                  <a:pt x="12921" y="54094"/>
                  <a:pt x="12936" y="54050"/>
                  <a:pt x="12965" y="54006"/>
                </a:cubicBezTo>
                <a:cubicBezTo>
                  <a:pt x="13039" y="53962"/>
                  <a:pt x="13098" y="53903"/>
                  <a:pt x="13157" y="53859"/>
                </a:cubicBezTo>
                <a:close/>
                <a:moveTo>
                  <a:pt x="14996" y="53814"/>
                </a:moveTo>
                <a:lnTo>
                  <a:pt x="14937" y="54138"/>
                </a:lnTo>
                <a:cubicBezTo>
                  <a:pt x="14849" y="54182"/>
                  <a:pt x="14731" y="54212"/>
                  <a:pt x="14628" y="54256"/>
                </a:cubicBezTo>
                <a:lnTo>
                  <a:pt x="14672" y="53917"/>
                </a:lnTo>
                <a:cubicBezTo>
                  <a:pt x="14790" y="53888"/>
                  <a:pt x="14878" y="53844"/>
                  <a:pt x="14996" y="53814"/>
                </a:cubicBezTo>
                <a:close/>
                <a:moveTo>
                  <a:pt x="13363" y="53932"/>
                </a:moveTo>
                <a:lnTo>
                  <a:pt x="13245" y="54153"/>
                </a:lnTo>
                <a:cubicBezTo>
                  <a:pt x="13171" y="54197"/>
                  <a:pt x="13098" y="54241"/>
                  <a:pt x="13009" y="54285"/>
                </a:cubicBezTo>
                <a:lnTo>
                  <a:pt x="13112" y="54065"/>
                </a:lnTo>
                <a:cubicBezTo>
                  <a:pt x="13215" y="54020"/>
                  <a:pt x="13289" y="53976"/>
                  <a:pt x="13363" y="53932"/>
                </a:cubicBezTo>
                <a:close/>
                <a:moveTo>
                  <a:pt x="13951" y="53888"/>
                </a:moveTo>
                <a:cubicBezTo>
                  <a:pt x="13907" y="53976"/>
                  <a:pt x="13878" y="54065"/>
                  <a:pt x="13848" y="54153"/>
                </a:cubicBezTo>
                <a:cubicBezTo>
                  <a:pt x="13760" y="54197"/>
                  <a:pt x="13672" y="54227"/>
                  <a:pt x="13583" y="54285"/>
                </a:cubicBezTo>
                <a:lnTo>
                  <a:pt x="13686" y="54006"/>
                </a:lnTo>
                <a:cubicBezTo>
                  <a:pt x="13775" y="53976"/>
                  <a:pt x="13878" y="53917"/>
                  <a:pt x="13951" y="53888"/>
                </a:cubicBezTo>
                <a:close/>
                <a:moveTo>
                  <a:pt x="12568" y="54197"/>
                </a:moveTo>
                <a:cubicBezTo>
                  <a:pt x="12553" y="54212"/>
                  <a:pt x="12553" y="54227"/>
                  <a:pt x="12524" y="54256"/>
                </a:cubicBezTo>
                <a:cubicBezTo>
                  <a:pt x="12509" y="54271"/>
                  <a:pt x="12494" y="54285"/>
                  <a:pt x="12450" y="54300"/>
                </a:cubicBezTo>
                <a:cubicBezTo>
                  <a:pt x="12494" y="54285"/>
                  <a:pt x="12509" y="54271"/>
                  <a:pt x="12509" y="54256"/>
                </a:cubicBezTo>
                <a:lnTo>
                  <a:pt x="12568" y="54197"/>
                </a:lnTo>
                <a:close/>
                <a:moveTo>
                  <a:pt x="27075" y="47307"/>
                </a:moveTo>
                <a:lnTo>
                  <a:pt x="27075" y="47307"/>
                </a:lnTo>
                <a:cubicBezTo>
                  <a:pt x="27064" y="47345"/>
                  <a:pt x="27065" y="47371"/>
                  <a:pt x="27078" y="47398"/>
                </a:cubicBezTo>
                <a:lnTo>
                  <a:pt x="27078" y="47457"/>
                </a:lnTo>
                <a:lnTo>
                  <a:pt x="27078" y="47531"/>
                </a:lnTo>
                <a:cubicBezTo>
                  <a:pt x="26769" y="48664"/>
                  <a:pt x="26195" y="49885"/>
                  <a:pt x="25195" y="51195"/>
                </a:cubicBezTo>
                <a:cubicBezTo>
                  <a:pt x="23649" y="53211"/>
                  <a:pt x="21324" y="53535"/>
                  <a:pt x="18616" y="53903"/>
                </a:cubicBezTo>
                <a:cubicBezTo>
                  <a:pt x="17733" y="54020"/>
                  <a:pt x="16821" y="54138"/>
                  <a:pt x="15879" y="54344"/>
                </a:cubicBezTo>
                <a:cubicBezTo>
                  <a:pt x="15879" y="54212"/>
                  <a:pt x="15879" y="54094"/>
                  <a:pt x="15894" y="53976"/>
                </a:cubicBezTo>
                <a:cubicBezTo>
                  <a:pt x="16880" y="53726"/>
                  <a:pt x="17881" y="53579"/>
                  <a:pt x="18822" y="53432"/>
                </a:cubicBezTo>
                <a:cubicBezTo>
                  <a:pt x="21471" y="53034"/>
                  <a:pt x="23752" y="52681"/>
                  <a:pt x="25268" y="50695"/>
                </a:cubicBezTo>
                <a:cubicBezTo>
                  <a:pt x="26148" y="49536"/>
                  <a:pt x="26736" y="48393"/>
                  <a:pt x="27075" y="47307"/>
                </a:cubicBezTo>
                <a:close/>
                <a:moveTo>
                  <a:pt x="14584" y="53962"/>
                </a:moveTo>
                <a:cubicBezTo>
                  <a:pt x="14569" y="54065"/>
                  <a:pt x="14555" y="54182"/>
                  <a:pt x="14525" y="54271"/>
                </a:cubicBezTo>
                <a:cubicBezTo>
                  <a:pt x="14422" y="54300"/>
                  <a:pt x="14334" y="54344"/>
                  <a:pt x="14216" y="54374"/>
                </a:cubicBezTo>
                <a:cubicBezTo>
                  <a:pt x="14246" y="54271"/>
                  <a:pt x="14275" y="54182"/>
                  <a:pt x="14290" y="54065"/>
                </a:cubicBezTo>
                <a:cubicBezTo>
                  <a:pt x="14393" y="54035"/>
                  <a:pt x="14496" y="53991"/>
                  <a:pt x="14584" y="53962"/>
                </a:cubicBezTo>
                <a:close/>
                <a:moveTo>
                  <a:pt x="12789" y="54153"/>
                </a:moveTo>
                <a:lnTo>
                  <a:pt x="12789" y="54153"/>
                </a:lnTo>
                <a:cubicBezTo>
                  <a:pt x="12774" y="54197"/>
                  <a:pt x="12730" y="54227"/>
                  <a:pt x="12715" y="54285"/>
                </a:cubicBezTo>
                <a:cubicBezTo>
                  <a:pt x="12656" y="54330"/>
                  <a:pt x="12583" y="54374"/>
                  <a:pt x="12524" y="54418"/>
                </a:cubicBezTo>
                <a:cubicBezTo>
                  <a:pt x="12538" y="54374"/>
                  <a:pt x="12583" y="54344"/>
                  <a:pt x="12597" y="54300"/>
                </a:cubicBezTo>
                <a:cubicBezTo>
                  <a:pt x="12671" y="54256"/>
                  <a:pt x="12730" y="54197"/>
                  <a:pt x="12789" y="54153"/>
                </a:cubicBezTo>
                <a:close/>
                <a:moveTo>
                  <a:pt x="15806" y="53991"/>
                </a:moveTo>
                <a:lnTo>
                  <a:pt x="15806" y="54359"/>
                </a:lnTo>
                <a:cubicBezTo>
                  <a:pt x="15673" y="54374"/>
                  <a:pt x="15570" y="54418"/>
                  <a:pt x="15438" y="54433"/>
                </a:cubicBezTo>
                <a:cubicBezTo>
                  <a:pt x="15423" y="54359"/>
                  <a:pt x="15423" y="54271"/>
                  <a:pt x="15438" y="54197"/>
                </a:cubicBezTo>
                <a:cubicBezTo>
                  <a:pt x="15438" y="54153"/>
                  <a:pt x="15438" y="54123"/>
                  <a:pt x="15452" y="54079"/>
                </a:cubicBezTo>
                <a:cubicBezTo>
                  <a:pt x="15555" y="54050"/>
                  <a:pt x="15688" y="54020"/>
                  <a:pt x="15806" y="53991"/>
                </a:cubicBezTo>
                <a:close/>
                <a:moveTo>
                  <a:pt x="13554" y="54065"/>
                </a:moveTo>
                <a:lnTo>
                  <a:pt x="13554" y="54065"/>
                </a:lnTo>
                <a:cubicBezTo>
                  <a:pt x="13524" y="54153"/>
                  <a:pt x="13480" y="54256"/>
                  <a:pt x="13466" y="54330"/>
                </a:cubicBezTo>
                <a:cubicBezTo>
                  <a:pt x="13377" y="54359"/>
                  <a:pt x="13289" y="54418"/>
                  <a:pt x="13201" y="54447"/>
                </a:cubicBezTo>
                <a:cubicBezTo>
                  <a:pt x="13245" y="54359"/>
                  <a:pt x="13289" y="54285"/>
                  <a:pt x="13318" y="54197"/>
                </a:cubicBezTo>
                <a:cubicBezTo>
                  <a:pt x="13392" y="54182"/>
                  <a:pt x="13480" y="54123"/>
                  <a:pt x="13554" y="54065"/>
                </a:cubicBezTo>
                <a:close/>
                <a:moveTo>
                  <a:pt x="12980" y="54197"/>
                </a:moveTo>
                <a:cubicBezTo>
                  <a:pt x="12951" y="54256"/>
                  <a:pt x="12921" y="54300"/>
                  <a:pt x="12892" y="54374"/>
                </a:cubicBezTo>
                <a:cubicBezTo>
                  <a:pt x="12818" y="54418"/>
                  <a:pt x="12744" y="54477"/>
                  <a:pt x="12671" y="54521"/>
                </a:cubicBezTo>
                <a:cubicBezTo>
                  <a:pt x="12715" y="54477"/>
                  <a:pt x="12744" y="54403"/>
                  <a:pt x="12789" y="54344"/>
                </a:cubicBezTo>
                <a:cubicBezTo>
                  <a:pt x="12862" y="54285"/>
                  <a:pt x="12936" y="54227"/>
                  <a:pt x="12980" y="54197"/>
                </a:cubicBezTo>
                <a:close/>
                <a:moveTo>
                  <a:pt x="14201" y="54109"/>
                </a:moveTo>
                <a:lnTo>
                  <a:pt x="14201" y="54109"/>
                </a:lnTo>
                <a:cubicBezTo>
                  <a:pt x="14187" y="54212"/>
                  <a:pt x="14143" y="54300"/>
                  <a:pt x="14128" y="54418"/>
                </a:cubicBezTo>
                <a:cubicBezTo>
                  <a:pt x="14025" y="54447"/>
                  <a:pt x="13922" y="54491"/>
                  <a:pt x="13819" y="54521"/>
                </a:cubicBezTo>
                <a:cubicBezTo>
                  <a:pt x="13848" y="54418"/>
                  <a:pt x="13892" y="54330"/>
                  <a:pt x="13907" y="54227"/>
                </a:cubicBezTo>
                <a:cubicBezTo>
                  <a:pt x="13995" y="54197"/>
                  <a:pt x="14113" y="54138"/>
                  <a:pt x="14201" y="54109"/>
                </a:cubicBezTo>
                <a:close/>
                <a:moveTo>
                  <a:pt x="15349" y="54094"/>
                </a:moveTo>
                <a:lnTo>
                  <a:pt x="15349" y="54168"/>
                </a:lnTo>
                <a:cubicBezTo>
                  <a:pt x="15349" y="54271"/>
                  <a:pt x="15320" y="54359"/>
                  <a:pt x="15320" y="54447"/>
                </a:cubicBezTo>
                <a:cubicBezTo>
                  <a:pt x="15217" y="54491"/>
                  <a:pt x="15099" y="54521"/>
                  <a:pt x="14981" y="54550"/>
                </a:cubicBezTo>
                <a:lnTo>
                  <a:pt x="14981" y="54433"/>
                </a:lnTo>
                <a:cubicBezTo>
                  <a:pt x="14981" y="54359"/>
                  <a:pt x="14996" y="54271"/>
                  <a:pt x="15011" y="54197"/>
                </a:cubicBezTo>
                <a:cubicBezTo>
                  <a:pt x="15129" y="54153"/>
                  <a:pt x="15232" y="54123"/>
                  <a:pt x="15349" y="54094"/>
                </a:cubicBezTo>
                <a:close/>
                <a:moveTo>
                  <a:pt x="14937" y="54212"/>
                </a:moveTo>
                <a:cubicBezTo>
                  <a:pt x="14937" y="54285"/>
                  <a:pt x="14923" y="54359"/>
                  <a:pt x="14923" y="54433"/>
                </a:cubicBezTo>
                <a:cubicBezTo>
                  <a:pt x="14923" y="54462"/>
                  <a:pt x="14923" y="54521"/>
                  <a:pt x="14908" y="54565"/>
                </a:cubicBezTo>
                <a:cubicBezTo>
                  <a:pt x="14790" y="54594"/>
                  <a:pt x="14687" y="54624"/>
                  <a:pt x="14555" y="54653"/>
                </a:cubicBezTo>
                <a:cubicBezTo>
                  <a:pt x="14569" y="54565"/>
                  <a:pt x="14584" y="54447"/>
                  <a:pt x="14613" y="54330"/>
                </a:cubicBezTo>
                <a:lnTo>
                  <a:pt x="14937" y="54212"/>
                </a:lnTo>
                <a:close/>
                <a:moveTo>
                  <a:pt x="12406" y="54462"/>
                </a:moveTo>
                <a:cubicBezTo>
                  <a:pt x="12377" y="54506"/>
                  <a:pt x="12362" y="54521"/>
                  <a:pt x="12347" y="54565"/>
                </a:cubicBezTo>
                <a:cubicBezTo>
                  <a:pt x="12303" y="54594"/>
                  <a:pt x="12259" y="54639"/>
                  <a:pt x="12215" y="54668"/>
                </a:cubicBezTo>
                <a:cubicBezTo>
                  <a:pt x="12229" y="54639"/>
                  <a:pt x="12259" y="54624"/>
                  <a:pt x="12274" y="54580"/>
                </a:cubicBezTo>
                <a:cubicBezTo>
                  <a:pt x="12303" y="54550"/>
                  <a:pt x="12362" y="54506"/>
                  <a:pt x="12406" y="54462"/>
                </a:cubicBezTo>
                <a:close/>
                <a:moveTo>
                  <a:pt x="13186" y="54285"/>
                </a:moveTo>
                <a:lnTo>
                  <a:pt x="13186" y="54285"/>
                </a:lnTo>
                <a:cubicBezTo>
                  <a:pt x="13157" y="54359"/>
                  <a:pt x="13112" y="54447"/>
                  <a:pt x="13098" y="54521"/>
                </a:cubicBezTo>
                <a:cubicBezTo>
                  <a:pt x="13009" y="54565"/>
                  <a:pt x="12936" y="54624"/>
                  <a:pt x="12833" y="54668"/>
                </a:cubicBezTo>
                <a:cubicBezTo>
                  <a:pt x="12877" y="54594"/>
                  <a:pt x="12921" y="54506"/>
                  <a:pt x="12951" y="54433"/>
                </a:cubicBezTo>
                <a:cubicBezTo>
                  <a:pt x="13024" y="54374"/>
                  <a:pt x="13112" y="54330"/>
                  <a:pt x="13186" y="54285"/>
                </a:cubicBezTo>
                <a:close/>
                <a:moveTo>
                  <a:pt x="13819" y="54271"/>
                </a:moveTo>
                <a:cubicBezTo>
                  <a:pt x="13775" y="54359"/>
                  <a:pt x="13760" y="54477"/>
                  <a:pt x="13745" y="54565"/>
                </a:cubicBezTo>
                <a:cubicBezTo>
                  <a:pt x="13657" y="54594"/>
                  <a:pt x="13539" y="54639"/>
                  <a:pt x="13451" y="54697"/>
                </a:cubicBezTo>
                <a:cubicBezTo>
                  <a:pt x="13480" y="54594"/>
                  <a:pt x="13510" y="54506"/>
                  <a:pt x="13539" y="54388"/>
                </a:cubicBezTo>
                <a:cubicBezTo>
                  <a:pt x="13627" y="54359"/>
                  <a:pt x="13730" y="54300"/>
                  <a:pt x="13819" y="54271"/>
                </a:cubicBezTo>
                <a:close/>
                <a:moveTo>
                  <a:pt x="12597" y="54447"/>
                </a:moveTo>
                <a:lnTo>
                  <a:pt x="12597" y="54447"/>
                </a:lnTo>
                <a:cubicBezTo>
                  <a:pt x="12568" y="54506"/>
                  <a:pt x="12553" y="54565"/>
                  <a:pt x="12509" y="54624"/>
                </a:cubicBezTo>
                <a:cubicBezTo>
                  <a:pt x="12435" y="54668"/>
                  <a:pt x="12362" y="54712"/>
                  <a:pt x="12303" y="54771"/>
                </a:cubicBezTo>
                <a:cubicBezTo>
                  <a:pt x="12347" y="54712"/>
                  <a:pt x="12362" y="54668"/>
                  <a:pt x="12406" y="54624"/>
                </a:cubicBezTo>
                <a:cubicBezTo>
                  <a:pt x="12435" y="54580"/>
                  <a:pt x="12494" y="54550"/>
                  <a:pt x="12524" y="54506"/>
                </a:cubicBezTo>
                <a:cubicBezTo>
                  <a:pt x="12553" y="54491"/>
                  <a:pt x="12583" y="54477"/>
                  <a:pt x="12597" y="54447"/>
                </a:cubicBezTo>
                <a:close/>
                <a:moveTo>
                  <a:pt x="14510" y="54359"/>
                </a:moveTo>
                <a:lnTo>
                  <a:pt x="14466" y="54697"/>
                </a:lnTo>
                <a:lnTo>
                  <a:pt x="14128" y="54800"/>
                </a:lnTo>
                <a:cubicBezTo>
                  <a:pt x="14157" y="54697"/>
                  <a:pt x="14187" y="54580"/>
                  <a:pt x="14201" y="54477"/>
                </a:cubicBezTo>
                <a:cubicBezTo>
                  <a:pt x="14304" y="54433"/>
                  <a:pt x="14422" y="54403"/>
                  <a:pt x="14510" y="54359"/>
                </a:cubicBezTo>
                <a:close/>
                <a:moveTo>
                  <a:pt x="27078" y="47737"/>
                </a:moveTo>
                <a:cubicBezTo>
                  <a:pt x="27122" y="47766"/>
                  <a:pt x="27122" y="47766"/>
                  <a:pt x="27122" y="47795"/>
                </a:cubicBezTo>
                <a:lnTo>
                  <a:pt x="27122" y="47810"/>
                </a:lnTo>
                <a:lnTo>
                  <a:pt x="27122" y="47854"/>
                </a:lnTo>
                <a:lnTo>
                  <a:pt x="27122" y="47869"/>
                </a:lnTo>
                <a:lnTo>
                  <a:pt x="27122" y="47898"/>
                </a:lnTo>
                <a:lnTo>
                  <a:pt x="27122" y="47928"/>
                </a:lnTo>
                <a:lnTo>
                  <a:pt x="27122" y="47943"/>
                </a:lnTo>
                <a:lnTo>
                  <a:pt x="27122" y="47957"/>
                </a:lnTo>
                <a:cubicBezTo>
                  <a:pt x="26828" y="49105"/>
                  <a:pt x="26210" y="50371"/>
                  <a:pt x="25180" y="51725"/>
                </a:cubicBezTo>
                <a:cubicBezTo>
                  <a:pt x="23620" y="53785"/>
                  <a:pt x="21192" y="54109"/>
                  <a:pt x="18410" y="54433"/>
                </a:cubicBezTo>
                <a:cubicBezTo>
                  <a:pt x="17586" y="54550"/>
                  <a:pt x="16718" y="54639"/>
                  <a:pt x="15864" y="54800"/>
                </a:cubicBezTo>
                <a:cubicBezTo>
                  <a:pt x="15864" y="54668"/>
                  <a:pt x="15864" y="54550"/>
                  <a:pt x="15835" y="54418"/>
                </a:cubicBezTo>
                <a:cubicBezTo>
                  <a:pt x="16777" y="54212"/>
                  <a:pt x="17719" y="54079"/>
                  <a:pt x="18602" y="53976"/>
                </a:cubicBezTo>
                <a:cubicBezTo>
                  <a:pt x="21324" y="53608"/>
                  <a:pt x="23694" y="53270"/>
                  <a:pt x="25239" y="51239"/>
                </a:cubicBezTo>
                <a:cubicBezTo>
                  <a:pt x="26195" y="49988"/>
                  <a:pt x="26769" y="48826"/>
                  <a:pt x="27078" y="47737"/>
                </a:cubicBezTo>
                <a:close/>
                <a:moveTo>
                  <a:pt x="13421" y="54447"/>
                </a:moveTo>
                <a:cubicBezTo>
                  <a:pt x="13392" y="54550"/>
                  <a:pt x="13377" y="54639"/>
                  <a:pt x="13333" y="54727"/>
                </a:cubicBezTo>
                <a:cubicBezTo>
                  <a:pt x="13245" y="54771"/>
                  <a:pt x="13157" y="54815"/>
                  <a:pt x="13054" y="54859"/>
                </a:cubicBezTo>
                <a:cubicBezTo>
                  <a:pt x="13098" y="54771"/>
                  <a:pt x="13142" y="54668"/>
                  <a:pt x="13157" y="54580"/>
                </a:cubicBezTo>
                <a:cubicBezTo>
                  <a:pt x="13245" y="54550"/>
                  <a:pt x="13333" y="54491"/>
                  <a:pt x="13421" y="54447"/>
                </a:cubicBezTo>
                <a:close/>
                <a:moveTo>
                  <a:pt x="12818" y="54506"/>
                </a:moveTo>
                <a:lnTo>
                  <a:pt x="12818" y="54506"/>
                </a:lnTo>
                <a:cubicBezTo>
                  <a:pt x="12789" y="54580"/>
                  <a:pt x="12744" y="54653"/>
                  <a:pt x="12730" y="54727"/>
                </a:cubicBezTo>
                <a:cubicBezTo>
                  <a:pt x="12656" y="54786"/>
                  <a:pt x="12568" y="54815"/>
                  <a:pt x="12494" y="54874"/>
                </a:cubicBezTo>
                <a:cubicBezTo>
                  <a:pt x="12524" y="54800"/>
                  <a:pt x="12568" y="54727"/>
                  <a:pt x="12597" y="54668"/>
                </a:cubicBezTo>
                <a:cubicBezTo>
                  <a:pt x="12656" y="54624"/>
                  <a:pt x="12744" y="54565"/>
                  <a:pt x="12818" y="54506"/>
                </a:cubicBezTo>
                <a:close/>
                <a:moveTo>
                  <a:pt x="15761" y="54447"/>
                </a:moveTo>
                <a:cubicBezTo>
                  <a:pt x="15791" y="54580"/>
                  <a:pt x="15791" y="54697"/>
                  <a:pt x="15791" y="54815"/>
                </a:cubicBezTo>
                <a:cubicBezTo>
                  <a:pt x="15658" y="54845"/>
                  <a:pt x="15526" y="54874"/>
                  <a:pt x="15393" y="54889"/>
                </a:cubicBezTo>
                <a:lnTo>
                  <a:pt x="15393" y="54521"/>
                </a:lnTo>
                <a:cubicBezTo>
                  <a:pt x="15526" y="54491"/>
                  <a:pt x="15644" y="54462"/>
                  <a:pt x="15761" y="54447"/>
                </a:cubicBezTo>
                <a:close/>
                <a:moveTo>
                  <a:pt x="12009" y="54800"/>
                </a:moveTo>
                <a:lnTo>
                  <a:pt x="12009" y="54800"/>
                </a:lnTo>
                <a:cubicBezTo>
                  <a:pt x="11994" y="54815"/>
                  <a:pt x="11994" y="54845"/>
                  <a:pt x="11979" y="54859"/>
                </a:cubicBezTo>
                <a:cubicBezTo>
                  <a:pt x="11935" y="54874"/>
                  <a:pt x="11906" y="54918"/>
                  <a:pt x="11891" y="54933"/>
                </a:cubicBezTo>
                <a:lnTo>
                  <a:pt x="11891" y="54933"/>
                </a:lnTo>
                <a:cubicBezTo>
                  <a:pt x="11906" y="54918"/>
                  <a:pt x="11920" y="54889"/>
                  <a:pt x="11920" y="54874"/>
                </a:cubicBezTo>
                <a:cubicBezTo>
                  <a:pt x="11965" y="54859"/>
                  <a:pt x="11979" y="54815"/>
                  <a:pt x="12009" y="54800"/>
                </a:cubicBezTo>
                <a:close/>
                <a:moveTo>
                  <a:pt x="14113" y="54506"/>
                </a:moveTo>
                <a:lnTo>
                  <a:pt x="14113" y="54506"/>
                </a:lnTo>
                <a:cubicBezTo>
                  <a:pt x="14098" y="54624"/>
                  <a:pt x="14069" y="54727"/>
                  <a:pt x="14054" y="54815"/>
                </a:cubicBezTo>
                <a:lnTo>
                  <a:pt x="13730" y="54933"/>
                </a:lnTo>
                <a:cubicBezTo>
                  <a:pt x="13745" y="54815"/>
                  <a:pt x="13775" y="54727"/>
                  <a:pt x="13789" y="54624"/>
                </a:cubicBezTo>
                <a:cubicBezTo>
                  <a:pt x="13907" y="54580"/>
                  <a:pt x="13995" y="54550"/>
                  <a:pt x="14113" y="54506"/>
                </a:cubicBezTo>
                <a:close/>
                <a:moveTo>
                  <a:pt x="15320" y="54550"/>
                </a:moveTo>
                <a:lnTo>
                  <a:pt x="15320" y="54918"/>
                </a:lnTo>
                <a:cubicBezTo>
                  <a:pt x="15202" y="54933"/>
                  <a:pt x="15084" y="54962"/>
                  <a:pt x="14952" y="54992"/>
                </a:cubicBezTo>
                <a:cubicBezTo>
                  <a:pt x="14952" y="54874"/>
                  <a:pt x="14981" y="54771"/>
                  <a:pt x="14981" y="54639"/>
                </a:cubicBezTo>
                <a:cubicBezTo>
                  <a:pt x="15084" y="54594"/>
                  <a:pt x="15217" y="54580"/>
                  <a:pt x="15320" y="54550"/>
                </a:cubicBezTo>
                <a:close/>
                <a:moveTo>
                  <a:pt x="12215" y="54742"/>
                </a:moveTo>
                <a:cubicBezTo>
                  <a:pt x="12200" y="54800"/>
                  <a:pt x="12185" y="54845"/>
                  <a:pt x="12141" y="54889"/>
                </a:cubicBezTo>
                <a:cubicBezTo>
                  <a:pt x="12097" y="54918"/>
                  <a:pt x="12082" y="54933"/>
                  <a:pt x="12053" y="54948"/>
                </a:cubicBezTo>
                <a:cubicBezTo>
                  <a:pt x="12009" y="54962"/>
                  <a:pt x="11979" y="55006"/>
                  <a:pt x="11935" y="55021"/>
                </a:cubicBezTo>
                <a:cubicBezTo>
                  <a:pt x="11950" y="54992"/>
                  <a:pt x="11994" y="54948"/>
                  <a:pt x="12038" y="54889"/>
                </a:cubicBezTo>
                <a:cubicBezTo>
                  <a:pt x="12082" y="54845"/>
                  <a:pt x="12141" y="54800"/>
                  <a:pt x="12215" y="54742"/>
                </a:cubicBezTo>
                <a:close/>
                <a:moveTo>
                  <a:pt x="13039" y="54639"/>
                </a:moveTo>
                <a:lnTo>
                  <a:pt x="13039" y="54639"/>
                </a:lnTo>
                <a:cubicBezTo>
                  <a:pt x="13024" y="54727"/>
                  <a:pt x="12995" y="54815"/>
                  <a:pt x="12951" y="54918"/>
                </a:cubicBezTo>
                <a:cubicBezTo>
                  <a:pt x="12862" y="54948"/>
                  <a:pt x="12774" y="55006"/>
                  <a:pt x="12671" y="55036"/>
                </a:cubicBezTo>
                <a:cubicBezTo>
                  <a:pt x="12715" y="54948"/>
                  <a:pt x="12744" y="54874"/>
                  <a:pt x="12789" y="54786"/>
                </a:cubicBezTo>
                <a:cubicBezTo>
                  <a:pt x="12877" y="54727"/>
                  <a:pt x="12965" y="54697"/>
                  <a:pt x="13039" y="54639"/>
                </a:cubicBezTo>
                <a:close/>
                <a:moveTo>
                  <a:pt x="13701" y="54653"/>
                </a:moveTo>
                <a:lnTo>
                  <a:pt x="13701" y="54653"/>
                </a:lnTo>
                <a:cubicBezTo>
                  <a:pt x="13686" y="54771"/>
                  <a:pt x="13657" y="54859"/>
                  <a:pt x="13627" y="54962"/>
                </a:cubicBezTo>
                <a:cubicBezTo>
                  <a:pt x="13524" y="55006"/>
                  <a:pt x="13421" y="55036"/>
                  <a:pt x="13318" y="55080"/>
                </a:cubicBezTo>
                <a:cubicBezTo>
                  <a:pt x="13363" y="54992"/>
                  <a:pt x="13377" y="54874"/>
                  <a:pt x="13407" y="54786"/>
                </a:cubicBezTo>
                <a:cubicBezTo>
                  <a:pt x="13510" y="54742"/>
                  <a:pt x="13613" y="54697"/>
                  <a:pt x="13701" y="54653"/>
                </a:cubicBezTo>
                <a:close/>
                <a:moveTo>
                  <a:pt x="12435" y="54771"/>
                </a:moveTo>
                <a:lnTo>
                  <a:pt x="12435" y="54771"/>
                </a:lnTo>
                <a:cubicBezTo>
                  <a:pt x="12421" y="54845"/>
                  <a:pt x="12377" y="54889"/>
                  <a:pt x="12347" y="54948"/>
                </a:cubicBezTo>
                <a:cubicBezTo>
                  <a:pt x="12274" y="55006"/>
                  <a:pt x="12185" y="55065"/>
                  <a:pt x="12112" y="55095"/>
                </a:cubicBezTo>
                <a:cubicBezTo>
                  <a:pt x="12141" y="55036"/>
                  <a:pt x="12156" y="54992"/>
                  <a:pt x="12200" y="54933"/>
                </a:cubicBezTo>
                <a:cubicBezTo>
                  <a:pt x="12274" y="54874"/>
                  <a:pt x="12362" y="54815"/>
                  <a:pt x="12435" y="54771"/>
                </a:cubicBezTo>
                <a:close/>
                <a:moveTo>
                  <a:pt x="14908" y="54653"/>
                </a:moveTo>
                <a:cubicBezTo>
                  <a:pt x="14908" y="54771"/>
                  <a:pt x="14878" y="54889"/>
                  <a:pt x="14878" y="55006"/>
                </a:cubicBezTo>
                <a:cubicBezTo>
                  <a:pt x="14761" y="55036"/>
                  <a:pt x="14643" y="55065"/>
                  <a:pt x="14510" y="55095"/>
                </a:cubicBezTo>
                <a:cubicBezTo>
                  <a:pt x="14510" y="54992"/>
                  <a:pt x="14525" y="54874"/>
                  <a:pt x="14555" y="54742"/>
                </a:cubicBezTo>
                <a:cubicBezTo>
                  <a:pt x="14658" y="54712"/>
                  <a:pt x="14790" y="54668"/>
                  <a:pt x="14908" y="54653"/>
                </a:cubicBezTo>
                <a:close/>
                <a:moveTo>
                  <a:pt x="14452" y="54786"/>
                </a:moveTo>
                <a:lnTo>
                  <a:pt x="14452" y="54786"/>
                </a:lnTo>
                <a:cubicBezTo>
                  <a:pt x="14437" y="54889"/>
                  <a:pt x="14437" y="55021"/>
                  <a:pt x="14422" y="55139"/>
                </a:cubicBezTo>
                <a:cubicBezTo>
                  <a:pt x="14304" y="55168"/>
                  <a:pt x="14187" y="55183"/>
                  <a:pt x="14069" y="55227"/>
                </a:cubicBezTo>
                <a:cubicBezTo>
                  <a:pt x="14098" y="55139"/>
                  <a:pt x="14098" y="55065"/>
                  <a:pt x="14113" y="54962"/>
                </a:cubicBezTo>
                <a:cubicBezTo>
                  <a:pt x="14113" y="54948"/>
                  <a:pt x="14113" y="54918"/>
                  <a:pt x="14128" y="54889"/>
                </a:cubicBezTo>
                <a:lnTo>
                  <a:pt x="14452" y="54786"/>
                </a:lnTo>
                <a:close/>
                <a:moveTo>
                  <a:pt x="12671" y="54859"/>
                </a:moveTo>
                <a:lnTo>
                  <a:pt x="12671" y="54859"/>
                </a:lnTo>
                <a:cubicBezTo>
                  <a:pt x="12641" y="54933"/>
                  <a:pt x="12597" y="55021"/>
                  <a:pt x="12583" y="55095"/>
                </a:cubicBezTo>
                <a:cubicBezTo>
                  <a:pt x="12494" y="55154"/>
                  <a:pt x="12406" y="55183"/>
                  <a:pt x="12303" y="55242"/>
                </a:cubicBezTo>
                <a:cubicBezTo>
                  <a:pt x="12347" y="55168"/>
                  <a:pt x="12377" y="55095"/>
                  <a:pt x="12421" y="55006"/>
                </a:cubicBezTo>
                <a:cubicBezTo>
                  <a:pt x="12494" y="54962"/>
                  <a:pt x="12583" y="54918"/>
                  <a:pt x="12671" y="54859"/>
                </a:cubicBezTo>
                <a:close/>
                <a:moveTo>
                  <a:pt x="13318" y="54845"/>
                </a:moveTo>
                <a:lnTo>
                  <a:pt x="13318" y="54845"/>
                </a:lnTo>
                <a:cubicBezTo>
                  <a:pt x="13289" y="54933"/>
                  <a:pt x="13260" y="55036"/>
                  <a:pt x="13245" y="55139"/>
                </a:cubicBezTo>
                <a:cubicBezTo>
                  <a:pt x="13142" y="55168"/>
                  <a:pt x="13039" y="55227"/>
                  <a:pt x="12936" y="55257"/>
                </a:cubicBezTo>
                <a:cubicBezTo>
                  <a:pt x="12951" y="55154"/>
                  <a:pt x="12995" y="55065"/>
                  <a:pt x="13024" y="54962"/>
                </a:cubicBezTo>
                <a:cubicBezTo>
                  <a:pt x="13112" y="54918"/>
                  <a:pt x="13230" y="54874"/>
                  <a:pt x="13318" y="54845"/>
                </a:cubicBezTo>
                <a:close/>
                <a:moveTo>
                  <a:pt x="11832" y="55065"/>
                </a:moveTo>
                <a:lnTo>
                  <a:pt x="11832" y="55065"/>
                </a:lnTo>
                <a:cubicBezTo>
                  <a:pt x="11817" y="55095"/>
                  <a:pt x="11788" y="55139"/>
                  <a:pt x="11758" y="55168"/>
                </a:cubicBezTo>
                <a:cubicBezTo>
                  <a:pt x="11714" y="55183"/>
                  <a:pt x="11700" y="55227"/>
                  <a:pt x="11655" y="55242"/>
                </a:cubicBezTo>
                <a:cubicBezTo>
                  <a:pt x="11641" y="55257"/>
                  <a:pt x="11611" y="55286"/>
                  <a:pt x="11582" y="55301"/>
                </a:cubicBezTo>
                <a:cubicBezTo>
                  <a:pt x="11626" y="55257"/>
                  <a:pt x="11670" y="55227"/>
                  <a:pt x="11685" y="55183"/>
                </a:cubicBezTo>
                <a:cubicBezTo>
                  <a:pt x="11729" y="55154"/>
                  <a:pt x="11788" y="55095"/>
                  <a:pt x="11832" y="55065"/>
                </a:cubicBezTo>
                <a:close/>
                <a:moveTo>
                  <a:pt x="14040" y="54903"/>
                </a:moveTo>
                <a:lnTo>
                  <a:pt x="14040" y="54948"/>
                </a:lnTo>
                <a:cubicBezTo>
                  <a:pt x="14025" y="55036"/>
                  <a:pt x="14025" y="55154"/>
                  <a:pt x="13995" y="55242"/>
                </a:cubicBezTo>
                <a:cubicBezTo>
                  <a:pt x="13892" y="55271"/>
                  <a:pt x="13775" y="55316"/>
                  <a:pt x="13657" y="55360"/>
                </a:cubicBezTo>
                <a:cubicBezTo>
                  <a:pt x="13657" y="55316"/>
                  <a:pt x="13672" y="55257"/>
                  <a:pt x="13672" y="55227"/>
                </a:cubicBezTo>
                <a:cubicBezTo>
                  <a:pt x="13686" y="55154"/>
                  <a:pt x="13686" y="55095"/>
                  <a:pt x="13701" y="55021"/>
                </a:cubicBezTo>
                <a:lnTo>
                  <a:pt x="14040" y="54903"/>
                </a:lnTo>
                <a:close/>
                <a:moveTo>
                  <a:pt x="12053" y="55065"/>
                </a:moveTo>
                <a:cubicBezTo>
                  <a:pt x="12009" y="55109"/>
                  <a:pt x="11994" y="55168"/>
                  <a:pt x="11950" y="55213"/>
                </a:cubicBezTo>
                <a:lnTo>
                  <a:pt x="11729" y="55374"/>
                </a:lnTo>
                <a:cubicBezTo>
                  <a:pt x="11773" y="55316"/>
                  <a:pt x="11788" y="55286"/>
                  <a:pt x="11832" y="55227"/>
                </a:cubicBezTo>
                <a:lnTo>
                  <a:pt x="12053" y="55065"/>
                </a:lnTo>
                <a:close/>
                <a:moveTo>
                  <a:pt x="12921" y="55006"/>
                </a:moveTo>
                <a:lnTo>
                  <a:pt x="12921" y="55006"/>
                </a:lnTo>
                <a:cubicBezTo>
                  <a:pt x="12877" y="55095"/>
                  <a:pt x="12862" y="55183"/>
                  <a:pt x="12818" y="55286"/>
                </a:cubicBezTo>
                <a:cubicBezTo>
                  <a:pt x="12730" y="55316"/>
                  <a:pt x="12627" y="55374"/>
                  <a:pt x="12524" y="55404"/>
                </a:cubicBezTo>
                <a:cubicBezTo>
                  <a:pt x="12568" y="55330"/>
                  <a:pt x="12597" y="55242"/>
                  <a:pt x="12641" y="55154"/>
                </a:cubicBezTo>
                <a:cubicBezTo>
                  <a:pt x="12730" y="55095"/>
                  <a:pt x="12818" y="55065"/>
                  <a:pt x="12921" y="55006"/>
                </a:cubicBezTo>
                <a:close/>
                <a:moveTo>
                  <a:pt x="12288" y="55095"/>
                </a:moveTo>
                <a:lnTo>
                  <a:pt x="12288" y="55095"/>
                </a:lnTo>
                <a:cubicBezTo>
                  <a:pt x="12259" y="55168"/>
                  <a:pt x="12215" y="55242"/>
                  <a:pt x="12200" y="55316"/>
                </a:cubicBezTo>
                <a:cubicBezTo>
                  <a:pt x="12112" y="55374"/>
                  <a:pt x="12009" y="55433"/>
                  <a:pt x="11935" y="55477"/>
                </a:cubicBezTo>
                <a:cubicBezTo>
                  <a:pt x="11979" y="55404"/>
                  <a:pt x="12009" y="55360"/>
                  <a:pt x="12053" y="55271"/>
                </a:cubicBezTo>
                <a:cubicBezTo>
                  <a:pt x="12112" y="55213"/>
                  <a:pt x="12200" y="55154"/>
                  <a:pt x="12288" y="55095"/>
                </a:cubicBezTo>
                <a:close/>
                <a:moveTo>
                  <a:pt x="13613" y="55065"/>
                </a:moveTo>
                <a:lnTo>
                  <a:pt x="13613" y="55065"/>
                </a:lnTo>
                <a:cubicBezTo>
                  <a:pt x="13598" y="55109"/>
                  <a:pt x="13598" y="55154"/>
                  <a:pt x="13583" y="55213"/>
                </a:cubicBezTo>
                <a:cubicBezTo>
                  <a:pt x="13554" y="55257"/>
                  <a:pt x="13554" y="55316"/>
                  <a:pt x="13554" y="55374"/>
                </a:cubicBezTo>
                <a:lnTo>
                  <a:pt x="13230" y="55477"/>
                </a:lnTo>
                <a:cubicBezTo>
                  <a:pt x="13245" y="55389"/>
                  <a:pt x="13260" y="55286"/>
                  <a:pt x="13304" y="55183"/>
                </a:cubicBezTo>
                <a:cubicBezTo>
                  <a:pt x="13407" y="55154"/>
                  <a:pt x="13524" y="55109"/>
                  <a:pt x="13613" y="55065"/>
                </a:cubicBezTo>
                <a:close/>
                <a:moveTo>
                  <a:pt x="11420" y="55404"/>
                </a:moveTo>
                <a:lnTo>
                  <a:pt x="11420" y="55404"/>
                </a:lnTo>
                <a:cubicBezTo>
                  <a:pt x="11405" y="55433"/>
                  <a:pt x="11391" y="55463"/>
                  <a:pt x="11376" y="55477"/>
                </a:cubicBezTo>
                <a:cubicBezTo>
                  <a:pt x="11332" y="55507"/>
                  <a:pt x="11302" y="55536"/>
                  <a:pt x="11258" y="55551"/>
                </a:cubicBezTo>
                <a:cubicBezTo>
                  <a:pt x="11317" y="55522"/>
                  <a:pt x="11317" y="55507"/>
                  <a:pt x="11332" y="55477"/>
                </a:cubicBezTo>
                <a:cubicBezTo>
                  <a:pt x="11376" y="55463"/>
                  <a:pt x="11405" y="55433"/>
                  <a:pt x="11420" y="55404"/>
                </a:cubicBezTo>
                <a:close/>
                <a:moveTo>
                  <a:pt x="12524" y="55227"/>
                </a:moveTo>
                <a:lnTo>
                  <a:pt x="12524" y="55227"/>
                </a:lnTo>
                <a:cubicBezTo>
                  <a:pt x="12494" y="55316"/>
                  <a:pt x="12465" y="55389"/>
                  <a:pt x="12435" y="55477"/>
                </a:cubicBezTo>
                <a:cubicBezTo>
                  <a:pt x="12318" y="55522"/>
                  <a:pt x="12229" y="55580"/>
                  <a:pt x="12141" y="55625"/>
                </a:cubicBezTo>
                <a:cubicBezTo>
                  <a:pt x="12185" y="55536"/>
                  <a:pt x="12215" y="55463"/>
                  <a:pt x="12244" y="55374"/>
                </a:cubicBezTo>
                <a:cubicBezTo>
                  <a:pt x="12347" y="55316"/>
                  <a:pt x="12435" y="55257"/>
                  <a:pt x="12524" y="55227"/>
                </a:cubicBezTo>
                <a:close/>
                <a:moveTo>
                  <a:pt x="11641" y="55374"/>
                </a:moveTo>
                <a:lnTo>
                  <a:pt x="11641" y="55374"/>
                </a:lnTo>
                <a:cubicBezTo>
                  <a:pt x="11626" y="55404"/>
                  <a:pt x="11582" y="55463"/>
                  <a:pt x="11567" y="55507"/>
                </a:cubicBezTo>
                <a:cubicBezTo>
                  <a:pt x="11494" y="55551"/>
                  <a:pt x="11420" y="55610"/>
                  <a:pt x="11346" y="55654"/>
                </a:cubicBezTo>
                <a:cubicBezTo>
                  <a:pt x="11391" y="55610"/>
                  <a:pt x="11405" y="55551"/>
                  <a:pt x="11449" y="55522"/>
                </a:cubicBezTo>
                <a:cubicBezTo>
                  <a:pt x="11523" y="55463"/>
                  <a:pt x="11567" y="55404"/>
                  <a:pt x="11641" y="55374"/>
                </a:cubicBezTo>
                <a:close/>
                <a:moveTo>
                  <a:pt x="13215" y="55227"/>
                </a:moveTo>
                <a:lnTo>
                  <a:pt x="13215" y="55227"/>
                </a:lnTo>
                <a:cubicBezTo>
                  <a:pt x="13186" y="55301"/>
                  <a:pt x="13171" y="55389"/>
                  <a:pt x="13157" y="55463"/>
                </a:cubicBezTo>
                <a:cubicBezTo>
                  <a:pt x="13157" y="55477"/>
                  <a:pt x="13157" y="55507"/>
                  <a:pt x="13142" y="55522"/>
                </a:cubicBezTo>
                <a:cubicBezTo>
                  <a:pt x="13024" y="55551"/>
                  <a:pt x="12921" y="55595"/>
                  <a:pt x="12803" y="55654"/>
                </a:cubicBezTo>
                <a:cubicBezTo>
                  <a:pt x="12847" y="55551"/>
                  <a:pt x="12862" y="55448"/>
                  <a:pt x="12892" y="55360"/>
                </a:cubicBezTo>
                <a:cubicBezTo>
                  <a:pt x="13009" y="55316"/>
                  <a:pt x="13098" y="55257"/>
                  <a:pt x="13215" y="55227"/>
                </a:cubicBezTo>
                <a:close/>
                <a:moveTo>
                  <a:pt x="11876" y="55374"/>
                </a:moveTo>
                <a:lnTo>
                  <a:pt x="11876" y="55374"/>
                </a:lnTo>
                <a:cubicBezTo>
                  <a:pt x="11847" y="55433"/>
                  <a:pt x="11832" y="55507"/>
                  <a:pt x="11788" y="55551"/>
                </a:cubicBezTo>
                <a:cubicBezTo>
                  <a:pt x="11700" y="55610"/>
                  <a:pt x="11626" y="55669"/>
                  <a:pt x="11538" y="55728"/>
                </a:cubicBezTo>
                <a:cubicBezTo>
                  <a:pt x="11567" y="55669"/>
                  <a:pt x="11582" y="55610"/>
                  <a:pt x="11626" y="55551"/>
                </a:cubicBezTo>
                <a:cubicBezTo>
                  <a:pt x="11641" y="55536"/>
                  <a:pt x="11670" y="55522"/>
                  <a:pt x="11685" y="55522"/>
                </a:cubicBezTo>
                <a:cubicBezTo>
                  <a:pt x="11758" y="55463"/>
                  <a:pt x="11817" y="55433"/>
                  <a:pt x="11876" y="55374"/>
                </a:cubicBezTo>
                <a:close/>
                <a:moveTo>
                  <a:pt x="12803" y="55389"/>
                </a:moveTo>
                <a:lnTo>
                  <a:pt x="12803" y="55389"/>
                </a:lnTo>
                <a:cubicBezTo>
                  <a:pt x="12774" y="55477"/>
                  <a:pt x="12744" y="55595"/>
                  <a:pt x="12730" y="55683"/>
                </a:cubicBezTo>
                <a:cubicBezTo>
                  <a:pt x="12627" y="55728"/>
                  <a:pt x="12509" y="55772"/>
                  <a:pt x="12406" y="55816"/>
                </a:cubicBezTo>
                <a:cubicBezTo>
                  <a:pt x="12435" y="55728"/>
                  <a:pt x="12450" y="55625"/>
                  <a:pt x="12494" y="55536"/>
                </a:cubicBezTo>
                <a:cubicBezTo>
                  <a:pt x="12597" y="55477"/>
                  <a:pt x="12686" y="55448"/>
                  <a:pt x="12803" y="55389"/>
                </a:cubicBezTo>
                <a:close/>
                <a:moveTo>
                  <a:pt x="12126" y="55448"/>
                </a:moveTo>
                <a:cubicBezTo>
                  <a:pt x="12082" y="55522"/>
                  <a:pt x="12053" y="55610"/>
                  <a:pt x="12038" y="55683"/>
                </a:cubicBezTo>
                <a:cubicBezTo>
                  <a:pt x="11935" y="55728"/>
                  <a:pt x="11847" y="55772"/>
                  <a:pt x="11744" y="55831"/>
                </a:cubicBezTo>
                <a:lnTo>
                  <a:pt x="11847" y="55610"/>
                </a:lnTo>
                <a:lnTo>
                  <a:pt x="12126" y="55448"/>
                </a:lnTo>
                <a:close/>
                <a:moveTo>
                  <a:pt x="11258" y="55669"/>
                </a:moveTo>
                <a:cubicBezTo>
                  <a:pt x="11243" y="55698"/>
                  <a:pt x="11199" y="55742"/>
                  <a:pt x="11185" y="55772"/>
                </a:cubicBezTo>
                <a:cubicBezTo>
                  <a:pt x="11126" y="55816"/>
                  <a:pt x="11082" y="55875"/>
                  <a:pt x="11023" y="55904"/>
                </a:cubicBezTo>
                <a:cubicBezTo>
                  <a:pt x="11037" y="55875"/>
                  <a:pt x="11052" y="55831"/>
                  <a:pt x="11096" y="55801"/>
                </a:cubicBezTo>
                <a:cubicBezTo>
                  <a:pt x="11155" y="55757"/>
                  <a:pt x="11199" y="55728"/>
                  <a:pt x="11258" y="55669"/>
                </a:cubicBezTo>
                <a:close/>
                <a:moveTo>
                  <a:pt x="11479" y="55669"/>
                </a:moveTo>
                <a:lnTo>
                  <a:pt x="11479" y="55669"/>
                </a:lnTo>
                <a:cubicBezTo>
                  <a:pt x="11449" y="55728"/>
                  <a:pt x="11420" y="55772"/>
                  <a:pt x="11391" y="55816"/>
                </a:cubicBezTo>
                <a:cubicBezTo>
                  <a:pt x="11332" y="55845"/>
                  <a:pt x="11273" y="55889"/>
                  <a:pt x="11214" y="55948"/>
                </a:cubicBezTo>
                <a:cubicBezTo>
                  <a:pt x="11199" y="55963"/>
                  <a:pt x="11170" y="55978"/>
                  <a:pt x="11140" y="55992"/>
                </a:cubicBezTo>
                <a:cubicBezTo>
                  <a:pt x="11185" y="55948"/>
                  <a:pt x="11199" y="55889"/>
                  <a:pt x="11243" y="55845"/>
                </a:cubicBezTo>
                <a:cubicBezTo>
                  <a:pt x="11317" y="55801"/>
                  <a:pt x="11391" y="55728"/>
                  <a:pt x="11479" y="55669"/>
                </a:cubicBezTo>
                <a:close/>
                <a:moveTo>
                  <a:pt x="12377" y="55595"/>
                </a:moveTo>
                <a:lnTo>
                  <a:pt x="12377" y="55595"/>
                </a:lnTo>
                <a:cubicBezTo>
                  <a:pt x="12347" y="55683"/>
                  <a:pt x="12318" y="55772"/>
                  <a:pt x="12288" y="55875"/>
                </a:cubicBezTo>
                <a:cubicBezTo>
                  <a:pt x="12185" y="55919"/>
                  <a:pt x="12082" y="55963"/>
                  <a:pt x="11979" y="56022"/>
                </a:cubicBezTo>
                <a:cubicBezTo>
                  <a:pt x="12038" y="55904"/>
                  <a:pt x="12068" y="55831"/>
                  <a:pt x="12082" y="55742"/>
                </a:cubicBezTo>
                <a:cubicBezTo>
                  <a:pt x="12185" y="55683"/>
                  <a:pt x="12288" y="55625"/>
                  <a:pt x="12377" y="55595"/>
                </a:cubicBezTo>
                <a:close/>
                <a:moveTo>
                  <a:pt x="11714" y="55683"/>
                </a:moveTo>
                <a:lnTo>
                  <a:pt x="11714" y="55683"/>
                </a:lnTo>
                <a:cubicBezTo>
                  <a:pt x="11685" y="55757"/>
                  <a:pt x="11641" y="55831"/>
                  <a:pt x="11626" y="55904"/>
                </a:cubicBezTo>
                <a:lnTo>
                  <a:pt x="11346" y="56066"/>
                </a:lnTo>
                <a:cubicBezTo>
                  <a:pt x="11391" y="55992"/>
                  <a:pt x="11420" y="55934"/>
                  <a:pt x="11449" y="55860"/>
                </a:cubicBezTo>
                <a:cubicBezTo>
                  <a:pt x="11538" y="55816"/>
                  <a:pt x="11626" y="55757"/>
                  <a:pt x="11714" y="55683"/>
                </a:cubicBezTo>
                <a:close/>
                <a:moveTo>
                  <a:pt x="10861" y="55963"/>
                </a:moveTo>
                <a:cubicBezTo>
                  <a:pt x="10831" y="55992"/>
                  <a:pt x="10817" y="56022"/>
                  <a:pt x="10802" y="56051"/>
                </a:cubicBezTo>
                <a:cubicBezTo>
                  <a:pt x="10758" y="56095"/>
                  <a:pt x="10714" y="56125"/>
                  <a:pt x="10669" y="56140"/>
                </a:cubicBezTo>
                <a:cubicBezTo>
                  <a:pt x="10684" y="56125"/>
                  <a:pt x="10714" y="56110"/>
                  <a:pt x="10728" y="56066"/>
                </a:cubicBezTo>
                <a:cubicBezTo>
                  <a:pt x="10758" y="56037"/>
                  <a:pt x="10817" y="55992"/>
                  <a:pt x="10861" y="55963"/>
                </a:cubicBezTo>
                <a:close/>
                <a:moveTo>
                  <a:pt x="11994" y="55801"/>
                </a:moveTo>
                <a:cubicBezTo>
                  <a:pt x="11950" y="55889"/>
                  <a:pt x="11935" y="55963"/>
                  <a:pt x="11906" y="56051"/>
                </a:cubicBezTo>
                <a:cubicBezTo>
                  <a:pt x="11788" y="56110"/>
                  <a:pt x="11700" y="56169"/>
                  <a:pt x="11582" y="56199"/>
                </a:cubicBezTo>
                <a:cubicBezTo>
                  <a:pt x="11626" y="56125"/>
                  <a:pt x="11670" y="56037"/>
                  <a:pt x="11700" y="55963"/>
                </a:cubicBezTo>
                <a:cubicBezTo>
                  <a:pt x="11788" y="55904"/>
                  <a:pt x="11891" y="55845"/>
                  <a:pt x="11994" y="55801"/>
                </a:cubicBezTo>
                <a:close/>
                <a:moveTo>
                  <a:pt x="11052" y="55978"/>
                </a:moveTo>
                <a:cubicBezTo>
                  <a:pt x="11023" y="56037"/>
                  <a:pt x="10993" y="56066"/>
                  <a:pt x="10964" y="56125"/>
                </a:cubicBezTo>
                <a:cubicBezTo>
                  <a:pt x="10890" y="56184"/>
                  <a:pt x="10817" y="56213"/>
                  <a:pt x="10743" y="56272"/>
                </a:cubicBezTo>
                <a:cubicBezTo>
                  <a:pt x="10787" y="56213"/>
                  <a:pt x="10817" y="56169"/>
                  <a:pt x="10846" y="56125"/>
                </a:cubicBezTo>
                <a:cubicBezTo>
                  <a:pt x="10934" y="56066"/>
                  <a:pt x="10993" y="56037"/>
                  <a:pt x="11052" y="55978"/>
                </a:cubicBezTo>
                <a:close/>
                <a:moveTo>
                  <a:pt x="11309" y="55989"/>
                </a:moveTo>
                <a:cubicBezTo>
                  <a:pt x="11271" y="56044"/>
                  <a:pt x="11255" y="56100"/>
                  <a:pt x="11214" y="56169"/>
                </a:cubicBezTo>
                <a:cubicBezTo>
                  <a:pt x="11126" y="56213"/>
                  <a:pt x="11037" y="56287"/>
                  <a:pt x="10949" y="56346"/>
                </a:cubicBezTo>
                <a:cubicBezTo>
                  <a:pt x="10964" y="56287"/>
                  <a:pt x="11008" y="56243"/>
                  <a:pt x="11037" y="56184"/>
                </a:cubicBezTo>
                <a:cubicBezTo>
                  <a:pt x="11111" y="56125"/>
                  <a:pt x="11199" y="56066"/>
                  <a:pt x="11273" y="56022"/>
                </a:cubicBezTo>
                <a:cubicBezTo>
                  <a:pt x="11283" y="56002"/>
                  <a:pt x="11299" y="55996"/>
                  <a:pt x="11309" y="55989"/>
                </a:cubicBezTo>
                <a:close/>
                <a:moveTo>
                  <a:pt x="10449" y="56316"/>
                </a:moveTo>
                <a:cubicBezTo>
                  <a:pt x="10449" y="56331"/>
                  <a:pt x="10434" y="56331"/>
                  <a:pt x="10434" y="56346"/>
                </a:cubicBezTo>
                <a:cubicBezTo>
                  <a:pt x="10419" y="56360"/>
                  <a:pt x="10390" y="56360"/>
                  <a:pt x="10375" y="56390"/>
                </a:cubicBezTo>
                <a:cubicBezTo>
                  <a:pt x="10375" y="56360"/>
                  <a:pt x="10375" y="56360"/>
                  <a:pt x="10390" y="56346"/>
                </a:cubicBezTo>
                <a:cubicBezTo>
                  <a:pt x="10405" y="56331"/>
                  <a:pt x="10434" y="56331"/>
                  <a:pt x="10449" y="56316"/>
                </a:cubicBezTo>
                <a:close/>
                <a:moveTo>
                  <a:pt x="11567" y="56037"/>
                </a:moveTo>
                <a:cubicBezTo>
                  <a:pt x="11538" y="56110"/>
                  <a:pt x="11494" y="56199"/>
                  <a:pt x="11479" y="56272"/>
                </a:cubicBezTo>
                <a:cubicBezTo>
                  <a:pt x="11376" y="56331"/>
                  <a:pt x="11273" y="56390"/>
                  <a:pt x="11170" y="56434"/>
                </a:cubicBezTo>
                <a:lnTo>
                  <a:pt x="11273" y="56213"/>
                </a:lnTo>
                <a:cubicBezTo>
                  <a:pt x="11376" y="56140"/>
                  <a:pt x="11479" y="56095"/>
                  <a:pt x="11567" y="56037"/>
                </a:cubicBezTo>
                <a:close/>
                <a:moveTo>
                  <a:pt x="10655" y="56272"/>
                </a:moveTo>
                <a:cubicBezTo>
                  <a:pt x="10611" y="56316"/>
                  <a:pt x="10596" y="56360"/>
                  <a:pt x="10566" y="56405"/>
                </a:cubicBezTo>
                <a:cubicBezTo>
                  <a:pt x="10478" y="56434"/>
                  <a:pt x="10434" y="56493"/>
                  <a:pt x="10360" y="56537"/>
                </a:cubicBezTo>
                <a:cubicBezTo>
                  <a:pt x="10390" y="56493"/>
                  <a:pt x="10434" y="56434"/>
                  <a:pt x="10463" y="56405"/>
                </a:cubicBezTo>
                <a:cubicBezTo>
                  <a:pt x="10522" y="56360"/>
                  <a:pt x="10596" y="56316"/>
                  <a:pt x="10655" y="56272"/>
                </a:cubicBezTo>
                <a:close/>
                <a:moveTo>
                  <a:pt x="10875" y="56287"/>
                </a:moveTo>
                <a:cubicBezTo>
                  <a:pt x="10831" y="56346"/>
                  <a:pt x="10817" y="56405"/>
                  <a:pt x="10787" y="56463"/>
                </a:cubicBezTo>
                <a:cubicBezTo>
                  <a:pt x="10684" y="56508"/>
                  <a:pt x="10596" y="56581"/>
                  <a:pt x="10508" y="56640"/>
                </a:cubicBezTo>
                <a:lnTo>
                  <a:pt x="10611" y="56478"/>
                </a:lnTo>
                <a:cubicBezTo>
                  <a:pt x="10714" y="56405"/>
                  <a:pt x="10802" y="56346"/>
                  <a:pt x="10875" y="56287"/>
                </a:cubicBezTo>
                <a:close/>
                <a:moveTo>
                  <a:pt x="11155" y="56287"/>
                </a:moveTo>
                <a:lnTo>
                  <a:pt x="11155" y="56287"/>
                </a:lnTo>
                <a:cubicBezTo>
                  <a:pt x="11111" y="56360"/>
                  <a:pt x="11096" y="56419"/>
                  <a:pt x="11052" y="56493"/>
                </a:cubicBezTo>
                <a:cubicBezTo>
                  <a:pt x="10949" y="56552"/>
                  <a:pt x="10861" y="56625"/>
                  <a:pt x="10743" y="56684"/>
                </a:cubicBezTo>
                <a:cubicBezTo>
                  <a:pt x="10787" y="56625"/>
                  <a:pt x="10802" y="56552"/>
                  <a:pt x="10831" y="56493"/>
                </a:cubicBezTo>
                <a:cubicBezTo>
                  <a:pt x="10949" y="56434"/>
                  <a:pt x="11052" y="56360"/>
                  <a:pt x="11155" y="56287"/>
                </a:cubicBezTo>
                <a:close/>
                <a:moveTo>
                  <a:pt x="10243" y="56552"/>
                </a:moveTo>
                <a:cubicBezTo>
                  <a:pt x="10228" y="56581"/>
                  <a:pt x="10199" y="56625"/>
                  <a:pt x="10169" y="56655"/>
                </a:cubicBezTo>
                <a:cubicBezTo>
                  <a:pt x="10140" y="56699"/>
                  <a:pt x="10081" y="56714"/>
                  <a:pt x="10037" y="56758"/>
                </a:cubicBezTo>
                <a:lnTo>
                  <a:pt x="10022" y="56772"/>
                </a:lnTo>
                <a:cubicBezTo>
                  <a:pt x="10051" y="56728"/>
                  <a:pt x="10081" y="56699"/>
                  <a:pt x="10110" y="56655"/>
                </a:cubicBezTo>
                <a:cubicBezTo>
                  <a:pt x="10154" y="56625"/>
                  <a:pt x="10213" y="56581"/>
                  <a:pt x="10243" y="56552"/>
                </a:cubicBezTo>
                <a:close/>
                <a:moveTo>
                  <a:pt x="10449" y="56581"/>
                </a:moveTo>
                <a:lnTo>
                  <a:pt x="10449" y="56581"/>
                </a:lnTo>
                <a:cubicBezTo>
                  <a:pt x="10434" y="56625"/>
                  <a:pt x="10390" y="56684"/>
                  <a:pt x="10360" y="56728"/>
                </a:cubicBezTo>
                <a:cubicBezTo>
                  <a:pt x="10287" y="56787"/>
                  <a:pt x="10199" y="56846"/>
                  <a:pt x="10096" y="56905"/>
                </a:cubicBezTo>
                <a:cubicBezTo>
                  <a:pt x="10140" y="56846"/>
                  <a:pt x="10169" y="56787"/>
                  <a:pt x="10228" y="56728"/>
                </a:cubicBezTo>
                <a:cubicBezTo>
                  <a:pt x="10302" y="56684"/>
                  <a:pt x="10375" y="56625"/>
                  <a:pt x="10449" y="56581"/>
                </a:cubicBezTo>
                <a:close/>
                <a:moveTo>
                  <a:pt x="10699" y="56581"/>
                </a:moveTo>
                <a:lnTo>
                  <a:pt x="10699" y="56581"/>
                </a:lnTo>
                <a:cubicBezTo>
                  <a:pt x="10669" y="56655"/>
                  <a:pt x="10655" y="56714"/>
                  <a:pt x="10611" y="56772"/>
                </a:cubicBezTo>
                <a:cubicBezTo>
                  <a:pt x="10522" y="56831"/>
                  <a:pt x="10449" y="56875"/>
                  <a:pt x="10360" y="56934"/>
                </a:cubicBezTo>
                <a:cubicBezTo>
                  <a:pt x="10349" y="56946"/>
                  <a:pt x="10327" y="56948"/>
                  <a:pt x="10312" y="56964"/>
                </a:cubicBezTo>
                <a:lnTo>
                  <a:pt x="10312" y="56964"/>
                </a:lnTo>
                <a:cubicBezTo>
                  <a:pt x="10350" y="56908"/>
                  <a:pt x="10378" y="56841"/>
                  <a:pt x="10405" y="56787"/>
                </a:cubicBezTo>
                <a:cubicBezTo>
                  <a:pt x="10508" y="56714"/>
                  <a:pt x="10611" y="56655"/>
                  <a:pt x="10699" y="56581"/>
                </a:cubicBezTo>
                <a:close/>
                <a:moveTo>
                  <a:pt x="9831" y="56876"/>
                </a:moveTo>
                <a:lnTo>
                  <a:pt x="9831" y="56876"/>
                </a:lnTo>
                <a:cubicBezTo>
                  <a:pt x="9801" y="56905"/>
                  <a:pt x="9786" y="56920"/>
                  <a:pt x="9786" y="56934"/>
                </a:cubicBezTo>
                <a:cubicBezTo>
                  <a:pt x="9772" y="56949"/>
                  <a:pt x="9728" y="56978"/>
                  <a:pt x="9713" y="56993"/>
                </a:cubicBezTo>
                <a:cubicBezTo>
                  <a:pt x="9728" y="56978"/>
                  <a:pt x="9728" y="56949"/>
                  <a:pt x="9742" y="56934"/>
                </a:cubicBezTo>
                <a:cubicBezTo>
                  <a:pt x="9772" y="56920"/>
                  <a:pt x="9801" y="56905"/>
                  <a:pt x="9831" y="56876"/>
                </a:cubicBezTo>
                <a:close/>
                <a:moveTo>
                  <a:pt x="10037" y="56861"/>
                </a:moveTo>
                <a:cubicBezTo>
                  <a:pt x="10007" y="56920"/>
                  <a:pt x="9963" y="56949"/>
                  <a:pt x="9948" y="57008"/>
                </a:cubicBezTo>
                <a:cubicBezTo>
                  <a:pt x="9875" y="57052"/>
                  <a:pt x="9801" y="57096"/>
                  <a:pt x="9728" y="57140"/>
                </a:cubicBezTo>
                <a:cubicBezTo>
                  <a:pt x="9772" y="57081"/>
                  <a:pt x="9801" y="57052"/>
                  <a:pt x="9845" y="56993"/>
                </a:cubicBezTo>
                <a:cubicBezTo>
                  <a:pt x="9919" y="56949"/>
                  <a:pt x="9978" y="56905"/>
                  <a:pt x="10037" y="56861"/>
                </a:cubicBezTo>
                <a:close/>
                <a:moveTo>
                  <a:pt x="10272" y="56905"/>
                </a:moveTo>
                <a:cubicBezTo>
                  <a:pt x="10228" y="56949"/>
                  <a:pt x="10199" y="57023"/>
                  <a:pt x="10169" y="57081"/>
                </a:cubicBezTo>
                <a:cubicBezTo>
                  <a:pt x="10081" y="57140"/>
                  <a:pt x="9978" y="57214"/>
                  <a:pt x="9875" y="57273"/>
                </a:cubicBezTo>
                <a:cubicBezTo>
                  <a:pt x="9919" y="57199"/>
                  <a:pt x="9978" y="57140"/>
                  <a:pt x="10007" y="57067"/>
                </a:cubicBezTo>
                <a:cubicBezTo>
                  <a:pt x="10081" y="57008"/>
                  <a:pt x="10169" y="56949"/>
                  <a:pt x="10272" y="56905"/>
                </a:cubicBezTo>
                <a:close/>
                <a:moveTo>
                  <a:pt x="9639" y="57140"/>
                </a:moveTo>
                <a:lnTo>
                  <a:pt x="9639" y="57140"/>
                </a:lnTo>
                <a:cubicBezTo>
                  <a:pt x="9610" y="57170"/>
                  <a:pt x="9580" y="57214"/>
                  <a:pt x="9551" y="57258"/>
                </a:cubicBezTo>
                <a:lnTo>
                  <a:pt x="9374" y="57376"/>
                </a:lnTo>
                <a:cubicBezTo>
                  <a:pt x="9404" y="57317"/>
                  <a:pt x="9433" y="57288"/>
                  <a:pt x="9477" y="57243"/>
                </a:cubicBezTo>
                <a:lnTo>
                  <a:pt x="9639" y="57140"/>
                </a:lnTo>
                <a:close/>
                <a:moveTo>
                  <a:pt x="9831" y="57170"/>
                </a:moveTo>
                <a:cubicBezTo>
                  <a:pt x="9801" y="57229"/>
                  <a:pt x="9772" y="57288"/>
                  <a:pt x="9728" y="57346"/>
                </a:cubicBezTo>
                <a:lnTo>
                  <a:pt x="9463" y="57508"/>
                </a:lnTo>
                <a:cubicBezTo>
                  <a:pt x="9492" y="57449"/>
                  <a:pt x="9551" y="57376"/>
                  <a:pt x="9580" y="57317"/>
                </a:cubicBezTo>
                <a:cubicBezTo>
                  <a:pt x="9654" y="57258"/>
                  <a:pt x="9757" y="57229"/>
                  <a:pt x="9831" y="57170"/>
                </a:cubicBezTo>
                <a:close/>
                <a:moveTo>
                  <a:pt x="9170" y="57449"/>
                </a:moveTo>
                <a:cubicBezTo>
                  <a:pt x="9159" y="57462"/>
                  <a:pt x="9147" y="57478"/>
                  <a:pt x="9139" y="57494"/>
                </a:cubicBezTo>
                <a:cubicBezTo>
                  <a:pt x="9126" y="57500"/>
                  <a:pt x="9111" y="57506"/>
                  <a:pt x="9097" y="57512"/>
                </a:cubicBezTo>
                <a:lnTo>
                  <a:pt x="9097" y="57512"/>
                </a:lnTo>
                <a:cubicBezTo>
                  <a:pt x="9101" y="57507"/>
                  <a:pt x="9106" y="57501"/>
                  <a:pt x="9110" y="57494"/>
                </a:cubicBezTo>
                <a:cubicBezTo>
                  <a:pt x="9128" y="57475"/>
                  <a:pt x="9151" y="57463"/>
                  <a:pt x="9170" y="57449"/>
                </a:cubicBezTo>
                <a:close/>
                <a:moveTo>
                  <a:pt x="9408" y="57434"/>
                </a:moveTo>
                <a:lnTo>
                  <a:pt x="9301" y="57582"/>
                </a:lnTo>
                <a:cubicBezTo>
                  <a:pt x="9227" y="57611"/>
                  <a:pt x="9154" y="57670"/>
                  <a:pt x="9065" y="57714"/>
                </a:cubicBezTo>
                <a:cubicBezTo>
                  <a:pt x="9124" y="57670"/>
                  <a:pt x="9168" y="57611"/>
                  <a:pt x="9198" y="57567"/>
                </a:cubicBezTo>
                <a:cubicBezTo>
                  <a:pt x="9271" y="57523"/>
                  <a:pt x="9330" y="57494"/>
                  <a:pt x="9404" y="57435"/>
                </a:cubicBezTo>
                <a:cubicBezTo>
                  <a:pt x="9404" y="57435"/>
                  <a:pt x="9406" y="57435"/>
                  <a:pt x="9408" y="57434"/>
                </a:cubicBezTo>
                <a:close/>
                <a:moveTo>
                  <a:pt x="8992" y="57685"/>
                </a:moveTo>
                <a:lnTo>
                  <a:pt x="8992" y="57685"/>
                </a:lnTo>
                <a:cubicBezTo>
                  <a:pt x="8962" y="57729"/>
                  <a:pt x="8918" y="57773"/>
                  <a:pt x="8889" y="57832"/>
                </a:cubicBezTo>
                <a:cubicBezTo>
                  <a:pt x="8830" y="57876"/>
                  <a:pt x="8771" y="57891"/>
                  <a:pt x="8742" y="57935"/>
                </a:cubicBezTo>
                <a:cubicBezTo>
                  <a:pt x="8727" y="57935"/>
                  <a:pt x="8727" y="57950"/>
                  <a:pt x="8697" y="57950"/>
                </a:cubicBezTo>
                <a:cubicBezTo>
                  <a:pt x="8756" y="57876"/>
                  <a:pt x="8800" y="57832"/>
                  <a:pt x="8830" y="57803"/>
                </a:cubicBezTo>
                <a:lnTo>
                  <a:pt x="8992" y="57685"/>
                </a:lnTo>
                <a:close/>
                <a:moveTo>
                  <a:pt x="8565" y="57950"/>
                </a:moveTo>
                <a:cubicBezTo>
                  <a:pt x="8550" y="57979"/>
                  <a:pt x="8521" y="58009"/>
                  <a:pt x="8491" y="58038"/>
                </a:cubicBezTo>
                <a:cubicBezTo>
                  <a:pt x="8462" y="58053"/>
                  <a:pt x="8418" y="58082"/>
                  <a:pt x="8374" y="58112"/>
                </a:cubicBezTo>
                <a:cubicBezTo>
                  <a:pt x="8403" y="58082"/>
                  <a:pt x="8447" y="58053"/>
                  <a:pt x="8462" y="58023"/>
                </a:cubicBezTo>
                <a:cubicBezTo>
                  <a:pt x="8506" y="58009"/>
                  <a:pt x="8536" y="57964"/>
                  <a:pt x="8565" y="57950"/>
                </a:cubicBezTo>
                <a:close/>
                <a:moveTo>
                  <a:pt x="15791" y="54903"/>
                </a:moveTo>
                <a:cubicBezTo>
                  <a:pt x="15879" y="56493"/>
                  <a:pt x="16335" y="58038"/>
                  <a:pt x="16777" y="59554"/>
                </a:cubicBezTo>
                <a:cubicBezTo>
                  <a:pt x="17277" y="61246"/>
                  <a:pt x="17792" y="62968"/>
                  <a:pt x="17778" y="64734"/>
                </a:cubicBezTo>
                <a:cubicBezTo>
                  <a:pt x="17778" y="67736"/>
                  <a:pt x="16188" y="70635"/>
                  <a:pt x="13701" y="72313"/>
                </a:cubicBezTo>
                <a:cubicBezTo>
                  <a:pt x="15864" y="70562"/>
                  <a:pt x="17159" y="67766"/>
                  <a:pt x="17145" y="64808"/>
                </a:cubicBezTo>
                <a:cubicBezTo>
                  <a:pt x="17145" y="63100"/>
                  <a:pt x="16688" y="61408"/>
                  <a:pt x="16262" y="59789"/>
                </a:cubicBezTo>
                <a:cubicBezTo>
                  <a:pt x="15835" y="58215"/>
                  <a:pt x="15423" y="56596"/>
                  <a:pt x="15393" y="54977"/>
                </a:cubicBezTo>
                <a:cubicBezTo>
                  <a:pt x="15526" y="54962"/>
                  <a:pt x="15658" y="54933"/>
                  <a:pt x="15791" y="54903"/>
                </a:cubicBezTo>
                <a:close/>
                <a:moveTo>
                  <a:pt x="15320" y="55006"/>
                </a:moveTo>
                <a:cubicBezTo>
                  <a:pt x="15335" y="56640"/>
                  <a:pt x="15776" y="58244"/>
                  <a:pt x="16188" y="59819"/>
                </a:cubicBezTo>
                <a:cubicBezTo>
                  <a:pt x="16630" y="61438"/>
                  <a:pt x="17071" y="63130"/>
                  <a:pt x="17071" y="64822"/>
                </a:cubicBezTo>
                <a:cubicBezTo>
                  <a:pt x="17086" y="67927"/>
                  <a:pt x="15629" y="70856"/>
                  <a:pt x="13260" y="72548"/>
                </a:cubicBezTo>
                <a:cubicBezTo>
                  <a:pt x="15320" y="70782"/>
                  <a:pt x="16497" y="67972"/>
                  <a:pt x="16468" y="64881"/>
                </a:cubicBezTo>
                <a:cubicBezTo>
                  <a:pt x="16453" y="63248"/>
                  <a:pt x="16056" y="61629"/>
                  <a:pt x="15688" y="60069"/>
                </a:cubicBezTo>
                <a:cubicBezTo>
                  <a:pt x="15305" y="58421"/>
                  <a:pt x="14893" y="56758"/>
                  <a:pt x="14952" y="55080"/>
                </a:cubicBezTo>
                <a:cubicBezTo>
                  <a:pt x="15084" y="55036"/>
                  <a:pt x="15217" y="55021"/>
                  <a:pt x="15320" y="55006"/>
                </a:cubicBezTo>
                <a:close/>
                <a:moveTo>
                  <a:pt x="14864" y="55095"/>
                </a:moveTo>
                <a:lnTo>
                  <a:pt x="14864" y="55095"/>
                </a:lnTo>
                <a:cubicBezTo>
                  <a:pt x="14834" y="56772"/>
                  <a:pt x="15217" y="58450"/>
                  <a:pt x="15614" y="60084"/>
                </a:cubicBezTo>
                <a:cubicBezTo>
                  <a:pt x="15982" y="61644"/>
                  <a:pt x="16365" y="63248"/>
                  <a:pt x="16394" y="64881"/>
                </a:cubicBezTo>
                <a:cubicBezTo>
                  <a:pt x="16424" y="68119"/>
                  <a:pt x="15099" y="71062"/>
                  <a:pt x="12862" y="72799"/>
                </a:cubicBezTo>
                <a:cubicBezTo>
                  <a:pt x="14790" y="71003"/>
                  <a:pt x="15820" y="68251"/>
                  <a:pt x="15761" y="64955"/>
                </a:cubicBezTo>
                <a:cubicBezTo>
                  <a:pt x="15747" y="63395"/>
                  <a:pt x="15408" y="61864"/>
                  <a:pt x="15099" y="60378"/>
                </a:cubicBezTo>
                <a:cubicBezTo>
                  <a:pt x="14731" y="58597"/>
                  <a:pt x="14363" y="56905"/>
                  <a:pt x="14496" y="55183"/>
                </a:cubicBezTo>
                <a:cubicBezTo>
                  <a:pt x="14628" y="55154"/>
                  <a:pt x="14731" y="55139"/>
                  <a:pt x="14864" y="55095"/>
                </a:cubicBezTo>
                <a:close/>
                <a:moveTo>
                  <a:pt x="14407" y="55213"/>
                </a:moveTo>
                <a:lnTo>
                  <a:pt x="14407" y="55213"/>
                </a:lnTo>
                <a:cubicBezTo>
                  <a:pt x="14290" y="56934"/>
                  <a:pt x="14643" y="58627"/>
                  <a:pt x="15011" y="60393"/>
                </a:cubicBezTo>
                <a:cubicBezTo>
                  <a:pt x="15320" y="61864"/>
                  <a:pt x="15644" y="63395"/>
                  <a:pt x="15673" y="64955"/>
                </a:cubicBezTo>
                <a:cubicBezTo>
                  <a:pt x="15747" y="68398"/>
                  <a:pt x="14613" y="71253"/>
                  <a:pt x="12480" y="73019"/>
                </a:cubicBezTo>
                <a:cubicBezTo>
                  <a:pt x="14246" y="71224"/>
                  <a:pt x="15143" y="68472"/>
                  <a:pt x="15070" y="65028"/>
                </a:cubicBezTo>
                <a:cubicBezTo>
                  <a:pt x="15026" y="63557"/>
                  <a:pt x="14775" y="62129"/>
                  <a:pt x="14510" y="60731"/>
                </a:cubicBezTo>
                <a:cubicBezTo>
                  <a:pt x="14157" y="58862"/>
                  <a:pt x="13848" y="57096"/>
                  <a:pt x="14054" y="55301"/>
                </a:cubicBezTo>
                <a:cubicBezTo>
                  <a:pt x="14157" y="55257"/>
                  <a:pt x="14290" y="55227"/>
                  <a:pt x="14407" y="55213"/>
                </a:cubicBezTo>
                <a:close/>
                <a:moveTo>
                  <a:pt x="13995" y="55316"/>
                </a:moveTo>
                <a:lnTo>
                  <a:pt x="13995" y="55316"/>
                </a:lnTo>
                <a:cubicBezTo>
                  <a:pt x="13804" y="57096"/>
                  <a:pt x="14128" y="58862"/>
                  <a:pt x="14466" y="60716"/>
                </a:cubicBezTo>
                <a:cubicBezTo>
                  <a:pt x="14716" y="62100"/>
                  <a:pt x="14981" y="63557"/>
                  <a:pt x="15011" y="65014"/>
                </a:cubicBezTo>
                <a:cubicBezTo>
                  <a:pt x="15084" y="68546"/>
                  <a:pt x="14128" y="71342"/>
                  <a:pt x="12274" y="73108"/>
                </a:cubicBezTo>
                <a:cubicBezTo>
                  <a:pt x="12229" y="73122"/>
                  <a:pt x="12215" y="73137"/>
                  <a:pt x="12200" y="73137"/>
                </a:cubicBezTo>
                <a:cubicBezTo>
                  <a:pt x="13775" y="71342"/>
                  <a:pt x="14481" y="68766"/>
                  <a:pt x="14393" y="65087"/>
                </a:cubicBezTo>
                <a:cubicBezTo>
                  <a:pt x="14349" y="63719"/>
                  <a:pt x="14143" y="62394"/>
                  <a:pt x="13951" y="61114"/>
                </a:cubicBezTo>
                <a:cubicBezTo>
                  <a:pt x="13627" y="59156"/>
                  <a:pt x="13363" y="57302"/>
                  <a:pt x="13657" y="55433"/>
                </a:cubicBezTo>
                <a:cubicBezTo>
                  <a:pt x="13760" y="55389"/>
                  <a:pt x="13892" y="55360"/>
                  <a:pt x="13995" y="55316"/>
                </a:cubicBezTo>
                <a:close/>
                <a:moveTo>
                  <a:pt x="13524" y="55477"/>
                </a:moveTo>
                <a:lnTo>
                  <a:pt x="13524" y="55477"/>
                </a:lnTo>
                <a:cubicBezTo>
                  <a:pt x="13245" y="57346"/>
                  <a:pt x="13524" y="59201"/>
                  <a:pt x="13833" y="61143"/>
                </a:cubicBezTo>
                <a:cubicBezTo>
                  <a:pt x="14040" y="62438"/>
                  <a:pt x="14246" y="63763"/>
                  <a:pt x="14275" y="65117"/>
                </a:cubicBezTo>
                <a:cubicBezTo>
                  <a:pt x="14407" y="68840"/>
                  <a:pt x="13672" y="71430"/>
                  <a:pt x="12009" y="73211"/>
                </a:cubicBezTo>
                <a:cubicBezTo>
                  <a:pt x="11979" y="73240"/>
                  <a:pt x="11965" y="73240"/>
                  <a:pt x="11920" y="73255"/>
                </a:cubicBezTo>
                <a:cubicBezTo>
                  <a:pt x="13613" y="71047"/>
                  <a:pt x="13760" y="68060"/>
                  <a:pt x="13672" y="65161"/>
                </a:cubicBezTo>
                <a:cubicBezTo>
                  <a:pt x="13627" y="63925"/>
                  <a:pt x="13466" y="62733"/>
                  <a:pt x="13318" y="61570"/>
                </a:cubicBezTo>
                <a:cubicBezTo>
                  <a:pt x="13039" y="59495"/>
                  <a:pt x="12803" y="57538"/>
                  <a:pt x="13186" y="55595"/>
                </a:cubicBezTo>
                <a:lnTo>
                  <a:pt x="13524" y="55477"/>
                </a:lnTo>
                <a:close/>
                <a:moveTo>
                  <a:pt x="13112" y="55610"/>
                </a:moveTo>
                <a:cubicBezTo>
                  <a:pt x="12730" y="57567"/>
                  <a:pt x="12980" y="59510"/>
                  <a:pt x="13260" y="61570"/>
                </a:cubicBezTo>
                <a:cubicBezTo>
                  <a:pt x="13407" y="62733"/>
                  <a:pt x="13569" y="63939"/>
                  <a:pt x="13613" y="65161"/>
                </a:cubicBezTo>
                <a:cubicBezTo>
                  <a:pt x="13701" y="68104"/>
                  <a:pt x="13539" y="71121"/>
                  <a:pt x="11788" y="73314"/>
                </a:cubicBezTo>
                <a:cubicBezTo>
                  <a:pt x="11744" y="73343"/>
                  <a:pt x="11700" y="73343"/>
                  <a:pt x="11670" y="73358"/>
                </a:cubicBezTo>
                <a:cubicBezTo>
                  <a:pt x="13083" y="71209"/>
                  <a:pt x="13112" y="68501"/>
                  <a:pt x="12995" y="65234"/>
                </a:cubicBezTo>
                <a:cubicBezTo>
                  <a:pt x="12951" y="64160"/>
                  <a:pt x="12847" y="63115"/>
                  <a:pt x="12730" y="62100"/>
                </a:cubicBezTo>
                <a:cubicBezTo>
                  <a:pt x="12509" y="59878"/>
                  <a:pt x="12288" y="57803"/>
                  <a:pt x="12789" y="55742"/>
                </a:cubicBezTo>
                <a:cubicBezTo>
                  <a:pt x="12892" y="55698"/>
                  <a:pt x="13009" y="55654"/>
                  <a:pt x="13112" y="55610"/>
                </a:cubicBezTo>
                <a:close/>
                <a:moveTo>
                  <a:pt x="11881" y="73374"/>
                </a:moveTo>
                <a:cubicBezTo>
                  <a:pt x="11888" y="73374"/>
                  <a:pt x="11881" y="73387"/>
                  <a:pt x="11861" y="73387"/>
                </a:cubicBezTo>
                <a:cubicBezTo>
                  <a:pt x="11871" y="73377"/>
                  <a:pt x="11878" y="73374"/>
                  <a:pt x="11881" y="73374"/>
                </a:cubicBezTo>
                <a:close/>
                <a:moveTo>
                  <a:pt x="11861" y="73387"/>
                </a:moveTo>
                <a:lnTo>
                  <a:pt x="11861" y="73387"/>
                </a:lnTo>
                <a:cubicBezTo>
                  <a:pt x="11847" y="73402"/>
                  <a:pt x="11832" y="73402"/>
                  <a:pt x="11817" y="73417"/>
                </a:cubicBezTo>
                <a:lnTo>
                  <a:pt x="11832" y="73402"/>
                </a:lnTo>
                <a:cubicBezTo>
                  <a:pt x="11847" y="73387"/>
                  <a:pt x="11861" y="73387"/>
                  <a:pt x="11861" y="73387"/>
                </a:cubicBezTo>
                <a:close/>
                <a:moveTo>
                  <a:pt x="12686" y="55801"/>
                </a:moveTo>
                <a:lnTo>
                  <a:pt x="12686" y="55801"/>
                </a:lnTo>
                <a:cubicBezTo>
                  <a:pt x="12215" y="57861"/>
                  <a:pt x="12421" y="59936"/>
                  <a:pt x="12656" y="62144"/>
                </a:cubicBezTo>
                <a:cubicBezTo>
                  <a:pt x="12759" y="63159"/>
                  <a:pt x="12877" y="64204"/>
                  <a:pt x="12906" y="65249"/>
                </a:cubicBezTo>
                <a:cubicBezTo>
                  <a:pt x="13039" y="68560"/>
                  <a:pt x="13009" y="71283"/>
                  <a:pt x="11538" y="73431"/>
                </a:cubicBezTo>
                <a:cubicBezTo>
                  <a:pt x="11494" y="73461"/>
                  <a:pt x="11435" y="73476"/>
                  <a:pt x="11405" y="73490"/>
                </a:cubicBezTo>
                <a:cubicBezTo>
                  <a:pt x="12568" y="71401"/>
                  <a:pt x="12450" y="68869"/>
                  <a:pt x="12318" y="66000"/>
                </a:cubicBezTo>
                <a:cubicBezTo>
                  <a:pt x="12303" y="65764"/>
                  <a:pt x="12303" y="65543"/>
                  <a:pt x="12288" y="65308"/>
                </a:cubicBezTo>
                <a:cubicBezTo>
                  <a:pt x="12244" y="64454"/>
                  <a:pt x="12185" y="63616"/>
                  <a:pt x="12126" y="62791"/>
                </a:cubicBezTo>
                <a:cubicBezTo>
                  <a:pt x="11935" y="60407"/>
                  <a:pt x="11758" y="58171"/>
                  <a:pt x="12347" y="55992"/>
                </a:cubicBezTo>
                <a:cubicBezTo>
                  <a:pt x="12347" y="55978"/>
                  <a:pt x="12362" y="55948"/>
                  <a:pt x="12362" y="55919"/>
                </a:cubicBezTo>
                <a:cubicBezTo>
                  <a:pt x="12465" y="55875"/>
                  <a:pt x="12583" y="55831"/>
                  <a:pt x="12686" y="55801"/>
                </a:cubicBezTo>
                <a:close/>
                <a:moveTo>
                  <a:pt x="11660" y="73469"/>
                </a:moveTo>
                <a:cubicBezTo>
                  <a:pt x="11649" y="73474"/>
                  <a:pt x="11641" y="73482"/>
                  <a:pt x="11641" y="73490"/>
                </a:cubicBezTo>
                <a:cubicBezTo>
                  <a:pt x="11611" y="73505"/>
                  <a:pt x="11597" y="73505"/>
                  <a:pt x="11552" y="73534"/>
                </a:cubicBezTo>
                <a:cubicBezTo>
                  <a:pt x="11567" y="73505"/>
                  <a:pt x="11567" y="73490"/>
                  <a:pt x="11597" y="73490"/>
                </a:cubicBezTo>
                <a:cubicBezTo>
                  <a:pt x="11620" y="73479"/>
                  <a:pt x="11634" y="73476"/>
                  <a:pt x="11660" y="73469"/>
                </a:cubicBezTo>
                <a:close/>
                <a:moveTo>
                  <a:pt x="12288" y="55963"/>
                </a:moveTo>
                <a:lnTo>
                  <a:pt x="12288" y="55978"/>
                </a:lnTo>
                <a:cubicBezTo>
                  <a:pt x="11685" y="58171"/>
                  <a:pt x="11861" y="60407"/>
                  <a:pt x="12053" y="62806"/>
                </a:cubicBezTo>
                <a:cubicBezTo>
                  <a:pt x="12126" y="63616"/>
                  <a:pt x="12185" y="64454"/>
                  <a:pt x="12215" y="65323"/>
                </a:cubicBezTo>
                <a:cubicBezTo>
                  <a:pt x="12229" y="65558"/>
                  <a:pt x="12229" y="65779"/>
                  <a:pt x="12259" y="66029"/>
                </a:cubicBezTo>
                <a:cubicBezTo>
                  <a:pt x="12377" y="68928"/>
                  <a:pt x="12494" y="71445"/>
                  <a:pt x="11302" y="73534"/>
                </a:cubicBezTo>
                <a:cubicBezTo>
                  <a:pt x="11243" y="73549"/>
                  <a:pt x="11199" y="73564"/>
                  <a:pt x="11155" y="73579"/>
                </a:cubicBezTo>
                <a:cubicBezTo>
                  <a:pt x="12009" y="71665"/>
                  <a:pt x="11861" y="69517"/>
                  <a:pt x="11700" y="67074"/>
                </a:cubicBezTo>
                <a:cubicBezTo>
                  <a:pt x="11670" y="66515"/>
                  <a:pt x="11626" y="65970"/>
                  <a:pt x="11597" y="65382"/>
                </a:cubicBezTo>
                <a:cubicBezTo>
                  <a:pt x="11552" y="64808"/>
                  <a:pt x="11523" y="64219"/>
                  <a:pt x="11494" y="63674"/>
                </a:cubicBezTo>
                <a:cubicBezTo>
                  <a:pt x="11332" y="61055"/>
                  <a:pt x="11170" y="58597"/>
                  <a:pt x="11920" y="56257"/>
                </a:cubicBezTo>
                <a:cubicBezTo>
                  <a:pt x="11935" y="56199"/>
                  <a:pt x="11965" y="56169"/>
                  <a:pt x="11979" y="56110"/>
                </a:cubicBezTo>
                <a:cubicBezTo>
                  <a:pt x="12082" y="56051"/>
                  <a:pt x="12185" y="56022"/>
                  <a:pt x="12288" y="55963"/>
                </a:cubicBezTo>
                <a:close/>
                <a:moveTo>
                  <a:pt x="11449" y="73549"/>
                </a:moveTo>
                <a:cubicBezTo>
                  <a:pt x="11420" y="73564"/>
                  <a:pt x="11420" y="73579"/>
                  <a:pt x="11405" y="73608"/>
                </a:cubicBezTo>
                <a:cubicBezTo>
                  <a:pt x="11376" y="73608"/>
                  <a:pt x="11332" y="73623"/>
                  <a:pt x="11302" y="73637"/>
                </a:cubicBezTo>
                <a:cubicBezTo>
                  <a:pt x="11317" y="73623"/>
                  <a:pt x="11317" y="73608"/>
                  <a:pt x="11332" y="73579"/>
                </a:cubicBezTo>
                <a:cubicBezTo>
                  <a:pt x="11376" y="73564"/>
                  <a:pt x="11405" y="73549"/>
                  <a:pt x="11449" y="73549"/>
                </a:cubicBezTo>
                <a:close/>
                <a:moveTo>
                  <a:pt x="11861" y="56169"/>
                </a:moveTo>
                <a:cubicBezTo>
                  <a:pt x="11861" y="56184"/>
                  <a:pt x="11847" y="56213"/>
                  <a:pt x="11847" y="56243"/>
                </a:cubicBezTo>
                <a:cubicBezTo>
                  <a:pt x="11111" y="58568"/>
                  <a:pt x="11258" y="61055"/>
                  <a:pt x="11420" y="63689"/>
                </a:cubicBezTo>
                <a:cubicBezTo>
                  <a:pt x="11464" y="64234"/>
                  <a:pt x="11494" y="64822"/>
                  <a:pt x="11523" y="65396"/>
                </a:cubicBezTo>
                <a:cubicBezTo>
                  <a:pt x="11552" y="65970"/>
                  <a:pt x="11597" y="66544"/>
                  <a:pt x="11626" y="67089"/>
                </a:cubicBezTo>
                <a:cubicBezTo>
                  <a:pt x="11788" y="69576"/>
                  <a:pt x="11935" y="71724"/>
                  <a:pt x="11023" y="73623"/>
                </a:cubicBezTo>
                <a:cubicBezTo>
                  <a:pt x="10964" y="73623"/>
                  <a:pt x="10905" y="73637"/>
                  <a:pt x="10846" y="73652"/>
                </a:cubicBezTo>
                <a:cubicBezTo>
                  <a:pt x="11508" y="71916"/>
                  <a:pt x="11332" y="70017"/>
                  <a:pt x="11111" y="67839"/>
                </a:cubicBezTo>
                <a:cubicBezTo>
                  <a:pt x="11037" y="67074"/>
                  <a:pt x="10949" y="66265"/>
                  <a:pt x="10905" y="65440"/>
                </a:cubicBezTo>
                <a:lnTo>
                  <a:pt x="10875" y="64881"/>
                </a:lnTo>
                <a:cubicBezTo>
                  <a:pt x="10714" y="61908"/>
                  <a:pt x="10537" y="59083"/>
                  <a:pt x="11479" y="56508"/>
                </a:cubicBezTo>
                <a:cubicBezTo>
                  <a:pt x="11494" y="56463"/>
                  <a:pt x="11538" y="56390"/>
                  <a:pt x="11552" y="56331"/>
                </a:cubicBezTo>
                <a:cubicBezTo>
                  <a:pt x="11670" y="56272"/>
                  <a:pt x="11758" y="56213"/>
                  <a:pt x="11861" y="56169"/>
                </a:cubicBezTo>
                <a:close/>
                <a:moveTo>
                  <a:pt x="11491" y="73646"/>
                </a:moveTo>
                <a:cubicBezTo>
                  <a:pt x="11493" y="73646"/>
                  <a:pt x="11494" y="73648"/>
                  <a:pt x="11494" y="73652"/>
                </a:cubicBezTo>
                <a:cubicBezTo>
                  <a:pt x="11479" y="73682"/>
                  <a:pt x="11464" y="73682"/>
                  <a:pt x="11449" y="73696"/>
                </a:cubicBezTo>
                <a:lnTo>
                  <a:pt x="11464" y="73682"/>
                </a:lnTo>
                <a:cubicBezTo>
                  <a:pt x="11475" y="73660"/>
                  <a:pt x="11486" y="73646"/>
                  <a:pt x="11491" y="73646"/>
                </a:cubicBezTo>
                <a:close/>
                <a:moveTo>
                  <a:pt x="11199" y="73623"/>
                </a:moveTo>
                <a:lnTo>
                  <a:pt x="11199" y="73623"/>
                </a:lnTo>
                <a:cubicBezTo>
                  <a:pt x="11185" y="73637"/>
                  <a:pt x="11170" y="73682"/>
                  <a:pt x="11170" y="73696"/>
                </a:cubicBezTo>
                <a:cubicBezTo>
                  <a:pt x="11126" y="73711"/>
                  <a:pt x="11082" y="73726"/>
                  <a:pt x="11037" y="73755"/>
                </a:cubicBezTo>
                <a:cubicBezTo>
                  <a:pt x="11052" y="73726"/>
                  <a:pt x="11052" y="73696"/>
                  <a:pt x="11082" y="73682"/>
                </a:cubicBezTo>
                <a:cubicBezTo>
                  <a:pt x="11111" y="73652"/>
                  <a:pt x="11170" y="73637"/>
                  <a:pt x="11199" y="73623"/>
                </a:cubicBezTo>
                <a:close/>
                <a:moveTo>
                  <a:pt x="11449" y="56375"/>
                </a:moveTo>
                <a:lnTo>
                  <a:pt x="11449" y="56375"/>
                </a:lnTo>
                <a:cubicBezTo>
                  <a:pt x="11420" y="56419"/>
                  <a:pt x="11420" y="56449"/>
                  <a:pt x="11405" y="56493"/>
                </a:cubicBezTo>
                <a:cubicBezTo>
                  <a:pt x="10463" y="59083"/>
                  <a:pt x="10625" y="61923"/>
                  <a:pt x="10802" y="64896"/>
                </a:cubicBezTo>
                <a:lnTo>
                  <a:pt x="10831" y="65455"/>
                </a:lnTo>
                <a:cubicBezTo>
                  <a:pt x="10875" y="66294"/>
                  <a:pt x="10964" y="67089"/>
                  <a:pt x="11037" y="67869"/>
                </a:cubicBezTo>
                <a:cubicBezTo>
                  <a:pt x="11258" y="70032"/>
                  <a:pt x="11464" y="71945"/>
                  <a:pt x="10758" y="73696"/>
                </a:cubicBezTo>
                <a:cubicBezTo>
                  <a:pt x="10684" y="73711"/>
                  <a:pt x="10640" y="73726"/>
                  <a:pt x="10581" y="73770"/>
                </a:cubicBezTo>
                <a:cubicBezTo>
                  <a:pt x="11082" y="72136"/>
                  <a:pt x="10817" y="70415"/>
                  <a:pt x="10537" y="68487"/>
                </a:cubicBezTo>
                <a:cubicBezTo>
                  <a:pt x="10405" y="67545"/>
                  <a:pt x="10257" y="66574"/>
                  <a:pt x="10213" y="65529"/>
                </a:cubicBezTo>
                <a:cubicBezTo>
                  <a:pt x="10022" y="62453"/>
                  <a:pt x="9948" y="59480"/>
                  <a:pt x="11037" y="56772"/>
                </a:cubicBezTo>
                <a:cubicBezTo>
                  <a:pt x="11082" y="56699"/>
                  <a:pt x="11096" y="56625"/>
                  <a:pt x="11126" y="56566"/>
                </a:cubicBezTo>
                <a:cubicBezTo>
                  <a:pt x="11243" y="56508"/>
                  <a:pt x="11332" y="56434"/>
                  <a:pt x="11449" y="56375"/>
                </a:cubicBezTo>
                <a:close/>
                <a:moveTo>
                  <a:pt x="11296" y="73750"/>
                </a:moveTo>
                <a:cubicBezTo>
                  <a:pt x="11291" y="73757"/>
                  <a:pt x="11284" y="73764"/>
                  <a:pt x="11273" y="73770"/>
                </a:cubicBezTo>
                <a:cubicBezTo>
                  <a:pt x="11258" y="73785"/>
                  <a:pt x="11229" y="73799"/>
                  <a:pt x="11199" y="73799"/>
                </a:cubicBezTo>
                <a:cubicBezTo>
                  <a:pt x="11214" y="73785"/>
                  <a:pt x="11214" y="73770"/>
                  <a:pt x="11243" y="73770"/>
                </a:cubicBezTo>
                <a:cubicBezTo>
                  <a:pt x="11261" y="73761"/>
                  <a:pt x="11279" y="73757"/>
                  <a:pt x="11296" y="73750"/>
                </a:cubicBezTo>
                <a:close/>
                <a:moveTo>
                  <a:pt x="11008" y="56625"/>
                </a:moveTo>
                <a:lnTo>
                  <a:pt x="10949" y="56728"/>
                </a:lnTo>
                <a:cubicBezTo>
                  <a:pt x="9860" y="59436"/>
                  <a:pt x="9934" y="62438"/>
                  <a:pt x="10125" y="65514"/>
                </a:cubicBezTo>
                <a:cubicBezTo>
                  <a:pt x="10169" y="66559"/>
                  <a:pt x="10316" y="67530"/>
                  <a:pt x="10449" y="68472"/>
                </a:cubicBezTo>
                <a:cubicBezTo>
                  <a:pt x="10728" y="70415"/>
                  <a:pt x="10978" y="72136"/>
                  <a:pt x="10463" y="73770"/>
                </a:cubicBezTo>
                <a:cubicBezTo>
                  <a:pt x="10419" y="73785"/>
                  <a:pt x="10346" y="73799"/>
                  <a:pt x="10287" y="73829"/>
                </a:cubicBezTo>
                <a:cubicBezTo>
                  <a:pt x="10640" y="72254"/>
                  <a:pt x="10316" y="70635"/>
                  <a:pt x="9992" y="68928"/>
                </a:cubicBezTo>
                <a:cubicBezTo>
                  <a:pt x="9786" y="67869"/>
                  <a:pt x="9566" y="66735"/>
                  <a:pt x="9492" y="65543"/>
                </a:cubicBezTo>
                <a:cubicBezTo>
                  <a:pt x="9242" y="61776"/>
                  <a:pt x="9566" y="59215"/>
                  <a:pt x="10581" y="56993"/>
                </a:cubicBezTo>
                <a:cubicBezTo>
                  <a:pt x="10611" y="56920"/>
                  <a:pt x="10640" y="56861"/>
                  <a:pt x="10669" y="56787"/>
                </a:cubicBezTo>
                <a:cubicBezTo>
                  <a:pt x="10802" y="56758"/>
                  <a:pt x="10890" y="56699"/>
                  <a:pt x="11008" y="56625"/>
                </a:cubicBezTo>
                <a:close/>
                <a:moveTo>
                  <a:pt x="10964" y="73711"/>
                </a:moveTo>
                <a:cubicBezTo>
                  <a:pt x="10949" y="73755"/>
                  <a:pt x="10934" y="73770"/>
                  <a:pt x="10934" y="73799"/>
                </a:cubicBezTo>
                <a:cubicBezTo>
                  <a:pt x="10875" y="73829"/>
                  <a:pt x="10831" y="73843"/>
                  <a:pt x="10787" y="73858"/>
                </a:cubicBezTo>
                <a:cubicBezTo>
                  <a:pt x="10787" y="73829"/>
                  <a:pt x="10802" y="73785"/>
                  <a:pt x="10817" y="73770"/>
                </a:cubicBezTo>
                <a:cubicBezTo>
                  <a:pt x="10875" y="73755"/>
                  <a:pt x="10934" y="73726"/>
                  <a:pt x="10964" y="73711"/>
                </a:cubicBezTo>
                <a:close/>
                <a:moveTo>
                  <a:pt x="10558" y="56925"/>
                </a:moveTo>
                <a:lnTo>
                  <a:pt x="10558" y="56925"/>
                </a:lnTo>
                <a:cubicBezTo>
                  <a:pt x="10537" y="56943"/>
                  <a:pt x="10536" y="56980"/>
                  <a:pt x="10522" y="56993"/>
                </a:cubicBezTo>
                <a:cubicBezTo>
                  <a:pt x="9507" y="59230"/>
                  <a:pt x="9183" y="61805"/>
                  <a:pt x="9433" y="65588"/>
                </a:cubicBezTo>
                <a:cubicBezTo>
                  <a:pt x="9507" y="66780"/>
                  <a:pt x="9728" y="67898"/>
                  <a:pt x="9934" y="68972"/>
                </a:cubicBezTo>
                <a:cubicBezTo>
                  <a:pt x="10272" y="70679"/>
                  <a:pt x="10581" y="72298"/>
                  <a:pt x="10213" y="73858"/>
                </a:cubicBezTo>
                <a:cubicBezTo>
                  <a:pt x="10140" y="73873"/>
                  <a:pt x="10081" y="73902"/>
                  <a:pt x="10007" y="73917"/>
                </a:cubicBezTo>
                <a:cubicBezTo>
                  <a:pt x="10228" y="72445"/>
                  <a:pt x="9860" y="70959"/>
                  <a:pt x="9492" y="69370"/>
                </a:cubicBezTo>
                <a:cubicBezTo>
                  <a:pt x="9213" y="68192"/>
                  <a:pt x="8918" y="66986"/>
                  <a:pt x="8830" y="65661"/>
                </a:cubicBezTo>
                <a:cubicBezTo>
                  <a:pt x="8594" y="62291"/>
                  <a:pt x="9021" y="59554"/>
                  <a:pt x="10169" y="57288"/>
                </a:cubicBezTo>
                <a:cubicBezTo>
                  <a:pt x="10199" y="57229"/>
                  <a:pt x="10228" y="57170"/>
                  <a:pt x="10243" y="57140"/>
                </a:cubicBezTo>
                <a:cubicBezTo>
                  <a:pt x="10302" y="57096"/>
                  <a:pt x="10375" y="57052"/>
                  <a:pt x="10434" y="57008"/>
                </a:cubicBezTo>
                <a:cubicBezTo>
                  <a:pt x="10462" y="56980"/>
                  <a:pt x="10515" y="56953"/>
                  <a:pt x="10558" y="56925"/>
                </a:cubicBezTo>
                <a:close/>
                <a:moveTo>
                  <a:pt x="11096" y="73799"/>
                </a:moveTo>
                <a:cubicBezTo>
                  <a:pt x="11082" y="73829"/>
                  <a:pt x="11052" y="73843"/>
                  <a:pt x="11052" y="73858"/>
                </a:cubicBezTo>
                <a:cubicBezTo>
                  <a:pt x="11023" y="73902"/>
                  <a:pt x="10978" y="73917"/>
                  <a:pt x="10949" y="73932"/>
                </a:cubicBezTo>
                <a:cubicBezTo>
                  <a:pt x="10964" y="73917"/>
                  <a:pt x="10964" y="73902"/>
                  <a:pt x="10978" y="73858"/>
                </a:cubicBezTo>
                <a:lnTo>
                  <a:pt x="11096" y="73799"/>
                </a:lnTo>
                <a:close/>
                <a:moveTo>
                  <a:pt x="10714" y="73799"/>
                </a:moveTo>
                <a:lnTo>
                  <a:pt x="10714" y="73799"/>
                </a:lnTo>
                <a:cubicBezTo>
                  <a:pt x="10684" y="73843"/>
                  <a:pt x="10669" y="73873"/>
                  <a:pt x="10669" y="73902"/>
                </a:cubicBezTo>
                <a:cubicBezTo>
                  <a:pt x="10611" y="73917"/>
                  <a:pt x="10566" y="73932"/>
                  <a:pt x="10508" y="73976"/>
                </a:cubicBezTo>
                <a:cubicBezTo>
                  <a:pt x="10522" y="73932"/>
                  <a:pt x="10522" y="73902"/>
                  <a:pt x="10537" y="73858"/>
                </a:cubicBezTo>
                <a:lnTo>
                  <a:pt x="10714" y="73799"/>
                </a:lnTo>
                <a:close/>
                <a:moveTo>
                  <a:pt x="11136" y="73926"/>
                </a:moveTo>
                <a:cubicBezTo>
                  <a:pt x="11140" y="73926"/>
                  <a:pt x="11146" y="73927"/>
                  <a:pt x="11155" y="73932"/>
                </a:cubicBezTo>
                <a:cubicBezTo>
                  <a:pt x="11126" y="73946"/>
                  <a:pt x="11111" y="73946"/>
                  <a:pt x="11096" y="73976"/>
                </a:cubicBezTo>
                <a:lnTo>
                  <a:pt x="11111" y="73946"/>
                </a:lnTo>
                <a:cubicBezTo>
                  <a:pt x="11121" y="73936"/>
                  <a:pt x="11124" y="73926"/>
                  <a:pt x="11136" y="73926"/>
                </a:cubicBezTo>
                <a:close/>
                <a:moveTo>
                  <a:pt x="10096" y="57214"/>
                </a:moveTo>
                <a:cubicBezTo>
                  <a:pt x="10096" y="57229"/>
                  <a:pt x="10081" y="57229"/>
                  <a:pt x="10081" y="57243"/>
                </a:cubicBezTo>
                <a:cubicBezTo>
                  <a:pt x="8918" y="59524"/>
                  <a:pt x="8506" y="62276"/>
                  <a:pt x="8742" y="65661"/>
                </a:cubicBezTo>
                <a:cubicBezTo>
                  <a:pt x="8830" y="66971"/>
                  <a:pt x="9124" y="68192"/>
                  <a:pt x="9419" y="69370"/>
                </a:cubicBezTo>
                <a:cubicBezTo>
                  <a:pt x="9801" y="70959"/>
                  <a:pt x="10154" y="72460"/>
                  <a:pt x="9934" y="73946"/>
                </a:cubicBezTo>
                <a:cubicBezTo>
                  <a:pt x="9860" y="73961"/>
                  <a:pt x="9801" y="73991"/>
                  <a:pt x="9728" y="74020"/>
                </a:cubicBezTo>
                <a:cubicBezTo>
                  <a:pt x="9845" y="72593"/>
                  <a:pt x="9433" y="71165"/>
                  <a:pt x="8992" y="69679"/>
                </a:cubicBezTo>
                <a:cubicBezTo>
                  <a:pt x="8624" y="68428"/>
                  <a:pt x="8241" y="67147"/>
                  <a:pt x="8138" y="65705"/>
                </a:cubicBezTo>
                <a:cubicBezTo>
                  <a:pt x="7888" y="62585"/>
                  <a:pt x="8433" y="59833"/>
                  <a:pt x="9713" y="57523"/>
                </a:cubicBezTo>
                <a:cubicBezTo>
                  <a:pt x="9728" y="57479"/>
                  <a:pt x="9772" y="57435"/>
                  <a:pt x="9786" y="57391"/>
                </a:cubicBezTo>
                <a:cubicBezTo>
                  <a:pt x="9904" y="57346"/>
                  <a:pt x="9992" y="57288"/>
                  <a:pt x="10096" y="57214"/>
                </a:cubicBezTo>
                <a:close/>
                <a:moveTo>
                  <a:pt x="10861" y="73917"/>
                </a:moveTo>
                <a:cubicBezTo>
                  <a:pt x="10861" y="73917"/>
                  <a:pt x="10861" y="73932"/>
                  <a:pt x="10831" y="73932"/>
                </a:cubicBezTo>
                <a:cubicBezTo>
                  <a:pt x="10817" y="73946"/>
                  <a:pt x="10817" y="73976"/>
                  <a:pt x="10802" y="73991"/>
                </a:cubicBezTo>
                <a:cubicBezTo>
                  <a:pt x="10787" y="74005"/>
                  <a:pt x="10728" y="74020"/>
                  <a:pt x="10684" y="74049"/>
                </a:cubicBezTo>
                <a:cubicBezTo>
                  <a:pt x="10714" y="74020"/>
                  <a:pt x="10714" y="73991"/>
                  <a:pt x="10728" y="73976"/>
                </a:cubicBezTo>
                <a:cubicBezTo>
                  <a:pt x="10758" y="73946"/>
                  <a:pt x="10817" y="73932"/>
                  <a:pt x="10861" y="73917"/>
                </a:cubicBezTo>
                <a:close/>
                <a:moveTo>
                  <a:pt x="10463" y="73873"/>
                </a:moveTo>
                <a:lnTo>
                  <a:pt x="10463" y="73873"/>
                </a:lnTo>
                <a:cubicBezTo>
                  <a:pt x="10449" y="73917"/>
                  <a:pt x="10449" y="73946"/>
                  <a:pt x="10434" y="73991"/>
                </a:cubicBezTo>
                <a:cubicBezTo>
                  <a:pt x="10360" y="74020"/>
                  <a:pt x="10302" y="74049"/>
                  <a:pt x="10243" y="74064"/>
                </a:cubicBezTo>
                <a:cubicBezTo>
                  <a:pt x="10257" y="74020"/>
                  <a:pt x="10257" y="73991"/>
                  <a:pt x="10287" y="73932"/>
                </a:cubicBezTo>
                <a:cubicBezTo>
                  <a:pt x="10346" y="73917"/>
                  <a:pt x="10419" y="73902"/>
                  <a:pt x="10463" y="73873"/>
                </a:cubicBezTo>
                <a:close/>
                <a:moveTo>
                  <a:pt x="10949" y="73991"/>
                </a:moveTo>
                <a:cubicBezTo>
                  <a:pt x="10949" y="74020"/>
                  <a:pt x="10949" y="74049"/>
                  <a:pt x="10934" y="74049"/>
                </a:cubicBezTo>
                <a:cubicBezTo>
                  <a:pt x="10905" y="74064"/>
                  <a:pt x="10875" y="74079"/>
                  <a:pt x="10831" y="74079"/>
                </a:cubicBezTo>
                <a:cubicBezTo>
                  <a:pt x="10831" y="74064"/>
                  <a:pt x="10846" y="74049"/>
                  <a:pt x="10846" y="74020"/>
                </a:cubicBezTo>
                <a:cubicBezTo>
                  <a:pt x="10890" y="74005"/>
                  <a:pt x="10905" y="74005"/>
                  <a:pt x="10949" y="73991"/>
                </a:cubicBezTo>
                <a:close/>
                <a:moveTo>
                  <a:pt x="9639" y="57494"/>
                </a:moveTo>
                <a:lnTo>
                  <a:pt x="9639" y="57494"/>
                </a:lnTo>
                <a:cubicBezTo>
                  <a:pt x="8315" y="59819"/>
                  <a:pt x="7785" y="62585"/>
                  <a:pt x="8035" y="65735"/>
                </a:cubicBezTo>
                <a:cubicBezTo>
                  <a:pt x="8153" y="67162"/>
                  <a:pt x="8536" y="68472"/>
                  <a:pt x="8903" y="69723"/>
                </a:cubicBezTo>
                <a:cubicBezTo>
                  <a:pt x="9345" y="71209"/>
                  <a:pt x="9742" y="72622"/>
                  <a:pt x="9639" y="74064"/>
                </a:cubicBezTo>
                <a:cubicBezTo>
                  <a:pt x="9610" y="74079"/>
                  <a:pt x="9580" y="74079"/>
                  <a:pt x="9551" y="74094"/>
                </a:cubicBezTo>
                <a:cubicBezTo>
                  <a:pt x="9507" y="74123"/>
                  <a:pt x="9477" y="74123"/>
                  <a:pt x="9419" y="74138"/>
                </a:cubicBezTo>
                <a:cubicBezTo>
                  <a:pt x="9433" y="72740"/>
                  <a:pt x="8977" y="71401"/>
                  <a:pt x="8477" y="69973"/>
                </a:cubicBezTo>
                <a:cubicBezTo>
                  <a:pt x="8020" y="68663"/>
                  <a:pt x="7564" y="67309"/>
                  <a:pt x="7432" y="65808"/>
                </a:cubicBezTo>
                <a:cubicBezTo>
                  <a:pt x="7196" y="62880"/>
                  <a:pt x="7814" y="60113"/>
                  <a:pt x="9271" y="57803"/>
                </a:cubicBezTo>
                <a:cubicBezTo>
                  <a:pt x="9316" y="57744"/>
                  <a:pt x="9330" y="57714"/>
                  <a:pt x="9360" y="57655"/>
                </a:cubicBezTo>
                <a:lnTo>
                  <a:pt x="9639" y="57494"/>
                </a:lnTo>
                <a:close/>
                <a:moveTo>
                  <a:pt x="10611" y="74005"/>
                </a:moveTo>
                <a:lnTo>
                  <a:pt x="10611" y="74005"/>
                </a:lnTo>
                <a:cubicBezTo>
                  <a:pt x="10596" y="74020"/>
                  <a:pt x="10596" y="74064"/>
                  <a:pt x="10581" y="74079"/>
                </a:cubicBezTo>
                <a:lnTo>
                  <a:pt x="10581" y="74094"/>
                </a:lnTo>
                <a:cubicBezTo>
                  <a:pt x="10522" y="74123"/>
                  <a:pt x="10478" y="74138"/>
                  <a:pt x="10434" y="74152"/>
                </a:cubicBezTo>
                <a:cubicBezTo>
                  <a:pt x="10449" y="74138"/>
                  <a:pt x="10463" y="74094"/>
                  <a:pt x="10463" y="74064"/>
                </a:cubicBezTo>
                <a:cubicBezTo>
                  <a:pt x="10522" y="74049"/>
                  <a:pt x="10566" y="74020"/>
                  <a:pt x="10611" y="74005"/>
                </a:cubicBezTo>
                <a:close/>
                <a:moveTo>
                  <a:pt x="10169" y="73991"/>
                </a:moveTo>
                <a:cubicBezTo>
                  <a:pt x="10154" y="74020"/>
                  <a:pt x="10154" y="74079"/>
                  <a:pt x="10140" y="74123"/>
                </a:cubicBezTo>
                <a:cubicBezTo>
                  <a:pt x="10081" y="74123"/>
                  <a:pt x="10022" y="74138"/>
                  <a:pt x="9978" y="74167"/>
                </a:cubicBezTo>
                <a:cubicBezTo>
                  <a:pt x="9978" y="74138"/>
                  <a:pt x="9992" y="74079"/>
                  <a:pt x="9992" y="74049"/>
                </a:cubicBezTo>
                <a:cubicBezTo>
                  <a:pt x="10037" y="74020"/>
                  <a:pt x="10110" y="74005"/>
                  <a:pt x="10169" y="73991"/>
                </a:cubicBezTo>
                <a:close/>
                <a:moveTo>
                  <a:pt x="9198" y="57758"/>
                </a:moveTo>
                <a:lnTo>
                  <a:pt x="9198" y="57758"/>
                </a:lnTo>
                <a:cubicBezTo>
                  <a:pt x="7726" y="60098"/>
                  <a:pt x="7079" y="62880"/>
                  <a:pt x="7344" y="65808"/>
                </a:cubicBezTo>
                <a:cubicBezTo>
                  <a:pt x="7476" y="67324"/>
                  <a:pt x="7947" y="68693"/>
                  <a:pt x="8403" y="70002"/>
                </a:cubicBezTo>
                <a:cubicBezTo>
                  <a:pt x="8903" y="71415"/>
                  <a:pt x="9360" y="72754"/>
                  <a:pt x="9345" y="74152"/>
                </a:cubicBezTo>
                <a:cubicBezTo>
                  <a:pt x="9271" y="74167"/>
                  <a:pt x="9198" y="74211"/>
                  <a:pt x="9124" y="74226"/>
                </a:cubicBezTo>
                <a:cubicBezTo>
                  <a:pt x="9051" y="72872"/>
                  <a:pt x="8536" y="71577"/>
                  <a:pt x="7976" y="70223"/>
                </a:cubicBezTo>
                <a:cubicBezTo>
                  <a:pt x="7432" y="68855"/>
                  <a:pt x="6858" y="67457"/>
                  <a:pt x="6711" y="65867"/>
                </a:cubicBezTo>
                <a:cubicBezTo>
                  <a:pt x="6461" y="63100"/>
                  <a:pt x="7196" y="60393"/>
                  <a:pt x="8815" y="58053"/>
                </a:cubicBezTo>
                <a:cubicBezTo>
                  <a:pt x="8845" y="57994"/>
                  <a:pt x="8903" y="57950"/>
                  <a:pt x="8933" y="57891"/>
                </a:cubicBezTo>
                <a:cubicBezTo>
                  <a:pt x="9036" y="57832"/>
                  <a:pt x="9124" y="57788"/>
                  <a:pt x="9198" y="57758"/>
                </a:cubicBezTo>
                <a:close/>
                <a:moveTo>
                  <a:pt x="10743" y="74094"/>
                </a:moveTo>
                <a:lnTo>
                  <a:pt x="10743" y="74094"/>
                </a:lnTo>
                <a:cubicBezTo>
                  <a:pt x="10728" y="74123"/>
                  <a:pt x="10728" y="74138"/>
                  <a:pt x="10714" y="74152"/>
                </a:cubicBezTo>
                <a:cubicBezTo>
                  <a:pt x="10669" y="74197"/>
                  <a:pt x="10640" y="74211"/>
                  <a:pt x="10596" y="74226"/>
                </a:cubicBezTo>
                <a:cubicBezTo>
                  <a:pt x="10611" y="74211"/>
                  <a:pt x="10611" y="74197"/>
                  <a:pt x="10640" y="74152"/>
                </a:cubicBezTo>
                <a:lnTo>
                  <a:pt x="10743" y="74094"/>
                </a:lnTo>
                <a:close/>
                <a:moveTo>
                  <a:pt x="10798" y="74220"/>
                </a:moveTo>
                <a:cubicBezTo>
                  <a:pt x="10801" y="74220"/>
                  <a:pt x="10802" y="74222"/>
                  <a:pt x="10802" y="74226"/>
                </a:cubicBezTo>
                <a:cubicBezTo>
                  <a:pt x="10788" y="74240"/>
                  <a:pt x="10760" y="74241"/>
                  <a:pt x="10758" y="74267"/>
                </a:cubicBezTo>
                <a:lnTo>
                  <a:pt x="10758" y="74267"/>
                </a:lnTo>
                <a:cubicBezTo>
                  <a:pt x="10758" y="74259"/>
                  <a:pt x="10761" y="74241"/>
                  <a:pt x="10772" y="74241"/>
                </a:cubicBezTo>
                <a:cubicBezTo>
                  <a:pt x="10783" y="74230"/>
                  <a:pt x="10793" y="74220"/>
                  <a:pt x="10798" y="74220"/>
                </a:cubicBezTo>
                <a:close/>
                <a:moveTo>
                  <a:pt x="9904" y="74064"/>
                </a:moveTo>
                <a:cubicBezTo>
                  <a:pt x="9904" y="74094"/>
                  <a:pt x="9875" y="74152"/>
                  <a:pt x="9875" y="74197"/>
                </a:cubicBezTo>
                <a:cubicBezTo>
                  <a:pt x="9831" y="74211"/>
                  <a:pt x="9757" y="74241"/>
                  <a:pt x="9698" y="74270"/>
                </a:cubicBezTo>
                <a:cubicBezTo>
                  <a:pt x="9698" y="74211"/>
                  <a:pt x="9713" y="74167"/>
                  <a:pt x="9713" y="74123"/>
                </a:cubicBezTo>
                <a:cubicBezTo>
                  <a:pt x="9772" y="74094"/>
                  <a:pt x="9845" y="74079"/>
                  <a:pt x="9904" y="74064"/>
                </a:cubicBezTo>
                <a:close/>
                <a:moveTo>
                  <a:pt x="10375" y="74094"/>
                </a:moveTo>
                <a:lnTo>
                  <a:pt x="10375" y="74094"/>
                </a:lnTo>
                <a:cubicBezTo>
                  <a:pt x="10360" y="74138"/>
                  <a:pt x="10360" y="74167"/>
                  <a:pt x="10346" y="74211"/>
                </a:cubicBezTo>
                <a:cubicBezTo>
                  <a:pt x="10287" y="74226"/>
                  <a:pt x="10228" y="74241"/>
                  <a:pt x="10199" y="74285"/>
                </a:cubicBezTo>
                <a:cubicBezTo>
                  <a:pt x="10199" y="74226"/>
                  <a:pt x="10213" y="74197"/>
                  <a:pt x="10213" y="74152"/>
                </a:cubicBezTo>
                <a:lnTo>
                  <a:pt x="10375" y="74094"/>
                </a:lnTo>
                <a:close/>
                <a:moveTo>
                  <a:pt x="8756" y="57979"/>
                </a:moveTo>
                <a:cubicBezTo>
                  <a:pt x="8771" y="57979"/>
                  <a:pt x="8771" y="58009"/>
                  <a:pt x="8756" y="58023"/>
                </a:cubicBezTo>
                <a:cubicBezTo>
                  <a:pt x="7123" y="60363"/>
                  <a:pt x="6387" y="63086"/>
                  <a:pt x="6637" y="65882"/>
                </a:cubicBezTo>
                <a:cubicBezTo>
                  <a:pt x="6784" y="67471"/>
                  <a:pt x="7358" y="68869"/>
                  <a:pt x="7917" y="70253"/>
                </a:cubicBezTo>
                <a:cubicBezTo>
                  <a:pt x="8462" y="71621"/>
                  <a:pt x="8977" y="72902"/>
                  <a:pt x="9036" y="74270"/>
                </a:cubicBezTo>
                <a:cubicBezTo>
                  <a:pt x="8962" y="74285"/>
                  <a:pt x="8889" y="74314"/>
                  <a:pt x="8815" y="74344"/>
                </a:cubicBezTo>
                <a:cubicBezTo>
                  <a:pt x="8668" y="72990"/>
                  <a:pt x="8094" y="71739"/>
                  <a:pt x="7491" y="70444"/>
                </a:cubicBezTo>
                <a:cubicBezTo>
                  <a:pt x="6843" y="69046"/>
                  <a:pt x="6181" y="67589"/>
                  <a:pt x="6019" y="65955"/>
                </a:cubicBezTo>
                <a:cubicBezTo>
                  <a:pt x="5754" y="63321"/>
                  <a:pt x="6608" y="60613"/>
                  <a:pt x="8374" y="58332"/>
                </a:cubicBezTo>
                <a:lnTo>
                  <a:pt x="8536" y="58112"/>
                </a:lnTo>
                <a:cubicBezTo>
                  <a:pt x="8609" y="58082"/>
                  <a:pt x="8683" y="58023"/>
                  <a:pt x="8756" y="57979"/>
                </a:cubicBezTo>
                <a:close/>
                <a:moveTo>
                  <a:pt x="10522" y="74211"/>
                </a:moveTo>
                <a:cubicBezTo>
                  <a:pt x="10508" y="74226"/>
                  <a:pt x="10508" y="74270"/>
                  <a:pt x="10493" y="74285"/>
                </a:cubicBezTo>
                <a:cubicBezTo>
                  <a:pt x="10449" y="74300"/>
                  <a:pt x="10390" y="74344"/>
                  <a:pt x="10360" y="74359"/>
                </a:cubicBezTo>
                <a:cubicBezTo>
                  <a:pt x="10375" y="74314"/>
                  <a:pt x="10375" y="74300"/>
                  <a:pt x="10390" y="74270"/>
                </a:cubicBezTo>
                <a:cubicBezTo>
                  <a:pt x="10434" y="74241"/>
                  <a:pt x="10463" y="74226"/>
                  <a:pt x="10522" y="74211"/>
                </a:cubicBezTo>
                <a:close/>
                <a:moveTo>
                  <a:pt x="9625" y="74152"/>
                </a:moveTo>
                <a:cubicBezTo>
                  <a:pt x="9625" y="74211"/>
                  <a:pt x="9610" y="74241"/>
                  <a:pt x="9610" y="74300"/>
                </a:cubicBezTo>
                <a:cubicBezTo>
                  <a:pt x="9551" y="74314"/>
                  <a:pt x="9477" y="74344"/>
                  <a:pt x="9419" y="74373"/>
                </a:cubicBezTo>
                <a:lnTo>
                  <a:pt x="9419" y="74226"/>
                </a:lnTo>
                <a:cubicBezTo>
                  <a:pt x="9477" y="74211"/>
                  <a:pt x="9507" y="74197"/>
                  <a:pt x="9566" y="74167"/>
                </a:cubicBezTo>
                <a:cubicBezTo>
                  <a:pt x="9580" y="74167"/>
                  <a:pt x="9610" y="74152"/>
                  <a:pt x="9625" y="74152"/>
                </a:cubicBezTo>
                <a:close/>
                <a:moveTo>
                  <a:pt x="10096" y="74197"/>
                </a:moveTo>
                <a:lnTo>
                  <a:pt x="10096" y="74197"/>
                </a:lnTo>
                <a:cubicBezTo>
                  <a:pt x="10081" y="74226"/>
                  <a:pt x="10081" y="74270"/>
                  <a:pt x="10066" y="74300"/>
                </a:cubicBezTo>
                <a:cubicBezTo>
                  <a:pt x="10022" y="74344"/>
                  <a:pt x="9978" y="74359"/>
                  <a:pt x="9919" y="74373"/>
                </a:cubicBezTo>
                <a:cubicBezTo>
                  <a:pt x="9934" y="74344"/>
                  <a:pt x="9934" y="74300"/>
                  <a:pt x="9934" y="74241"/>
                </a:cubicBezTo>
                <a:lnTo>
                  <a:pt x="10096" y="74197"/>
                </a:lnTo>
                <a:close/>
                <a:moveTo>
                  <a:pt x="10611" y="74314"/>
                </a:moveTo>
                <a:cubicBezTo>
                  <a:pt x="10611" y="74314"/>
                  <a:pt x="10596" y="74344"/>
                  <a:pt x="10596" y="74359"/>
                </a:cubicBezTo>
                <a:cubicBezTo>
                  <a:pt x="10581" y="74373"/>
                  <a:pt x="10537" y="74388"/>
                  <a:pt x="10522" y="74388"/>
                </a:cubicBezTo>
                <a:cubicBezTo>
                  <a:pt x="10522" y="74373"/>
                  <a:pt x="10537" y="74359"/>
                  <a:pt x="10537" y="74359"/>
                </a:cubicBezTo>
                <a:cubicBezTo>
                  <a:pt x="10552" y="74329"/>
                  <a:pt x="10596" y="74329"/>
                  <a:pt x="10611" y="74314"/>
                </a:cubicBezTo>
                <a:close/>
                <a:moveTo>
                  <a:pt x="8374" y="58200"/>
                </a:moveTo>
                <a:lnTo>
                  <a:pt x="8315" y="58259"/>
                </a:lnTo>
                <a:cubicBezTo>
                  <a:pt x="6534" y="60555"/>
                  <a:pt x="5681" y="63277"/>
                  <a:pt x="5945" y="65926"/>
                </a:cubicBezTo>
                <a:cubicBezTo>
                  <a:pt x="6107" y="67589"/>
                  <a:pt x="6770" y="69031"/>
                  <a:pt x="7417" y="70444"/>
                </a:cubicBezTo>
                <a:cubicBezTo>
                  <a:pt x="8020" y="71739"/>
                  <a:pt x="8594" y="72990"/>
                  <a:pt x="8742" y="74329"/>
                </a:cubicBezTo>
                <a:cubicBezTo>
                  <a:pt x="8668" y="74359"/>
                  <a:pt x="8594" y="74388"/>
                  <a:pt x="8521" y="74403"/>
                </a:cubicBezTo>
                <a:cubicBezTo>
                  <a:pt x="8300" y="73078"/>
                  <a:pt x="7667" y="71871"/>
                  <a:pt x="7005" y="70576"/>
                </a:cubicBezTo>
                <a:cubicBezTo>
                  <a:pt x="6269" y="69149"/>
                  <a:pt x="5519" y="67677"/>
                  <a:pt x="5327" y="65985"/>
                </a:cubicBezTo>
                <a:cubicBezTo>
                  <a:pt x="5077" y="63424"/>
                  <a:pt x="5990" y="60790"/>
                  <a:pt x="7947" y="58553"/>
                </a:cubicBezTo>
                <a:lnTo>
                  <a:pt x="8182" y="58318"/>
                </a:lnTo>
                <a:cubicBezTo>
                  <a:pt x="8241" y="58274"/>
                  <a:pt x="8315" y="58244"/>
                  <a:pt x="8374" y="58200"/>
                </a:cubicBezTo>
                <a:close/>
                <a:moveTo>
                  <a:pt x="9330" y="74226"/>
                </a:moveTo>
                <a:lnTo>
                  <a:pt x="9330" y="74388"/>
                </a:lnTo>
                <a:lnTo>
                  <a:pt x="9316" y="74388"/>
                </a:lnTo>
                <a:cubicBezTo>
                  <a:pt x="9257" y="74432"/>
                  <a:pt x="9183" y="74447"/>
                  <a:pt x="9124" y="74462"/>
                </a:cubicBezTo>
                <a:lnTo>
                  <a:pt x="9124" y="74300"/>
                </a:lnTo>
                <a:cubicBezTo>
                  <a:pt x="9198" y="74285"/>
                  <a:pt x="9271" y="74270"/>
                  <a:pt x="9330" y="74226"/>
                </a:cubicBezTo>
                <a:close/>
                <a:moveTo>
                  <a:pt x="10287" y="74314"/>
                </a:moveTo>
                <a:lnTo>
                  <a:pt x="10287" y="74314"/>
                </a:lnTo>
                <a:cubicBezTo>
                  <a:pt x="10257" y="74359"/>
                  <a:pt x="10257" y="74373"/>
                  <a:pt x="10243" y="74417"/>
                </a:cubicBezTo>
                <a:cubicBezTo>
                  <a:pt x="10213" y="74432"/>
                  <a:pt x="10154" y="74447"/>
                  <a:pt x="10110" y="74462"/>
                </a:cubicBezTo>
                <a:cubicBezTo>
                  <a:pt x="10110" y="74447"/>
                  <a:pt x="10140" y="74417"/>
                  <a:pt x="10140" y="74388"/>
                </a:cubicBezTo>
                <a:lnTo>
                  <a:pt x="10140" y="74373"/>
                </a:lnTo>
                <a:cubicBezTo>
                  <a:pt x="10184" y="74359"/>
                  <a:pt x="10228" y="74344"/>
                  <a:pt x="10287" y="74314"/>
                </a:cubicBezTo>
                <a:close/>
                <a:moveTo>
                  <a:pt x="9860" y="74285"/>
                </a:moveTo>
                <a:cubicBezTo>
                  <a:pt x="9860" y="74314"/>
                  <a:pt x="9845" y="74373"/>
                  <a:pt x="9816" y="74417"/>
                </a:cubicBezTo>
                <a:cubicBezTo>
                  <a:pt x="9772" y="74447"/>
                  <a:pt x="9713" y="74462"/>
                  <a:pt x="9654" y="74491"/>
                </a:cubicBezTo>
                <a:cubicBezTo>
                  <a:pt x="9654" y="74447"/>
                  <a:pt x="9669" y="74388"/>
                  <a:pt x="9669" y="74359"/>
                </a:cubicBezTo>
                <a:cubicBezTo>
                  <a:pt x="9728" y="74344"/>
                  <a:pt x="9801" y="74314"/>
                  <a:pt x="9860" y="74285"/>
                </a:cubicBezTo>
                <a:close/>
                <a:moveTo>
                  <a:pt x="7947" y="58450"/>
                </a:moveTo>
                <a:cubicBezTo>
                  <a:pt x="7932" y="58465"/>
                  <a:pt x="7903" y="58494"/>
                  <a:pt x="7873" y="58509"/>
                </a:cubicBezTo>
                <a:cubicBezTo>
                  <a:pt x="5901" y="60775"/>
                  <a:pt x="4959" y="63424"/>
                  <a:pt x="5239" y="66000"/>
                </a:cubicBezTo>
                <a:cubicBezTo>
                  <a:pt x="5430" y="67692"/>
                  <a:pt x="6181" y="69178"/>
                  <a:pt x="6917" y="70621"/>
                </a:cubicBezTo>
                <a:cubicBezTo>
                  <a:pt x="7579" y="71886"/>
                  <a:pt x="8197" y="73122"/>
                  <a:pt x="8418" y="74432"/>
                </a:cubicBezTo>
                <a:cubicBezTo>
                  <a:pt x="8344" y="74447"/>
                  <a:pt x="8271" y="74491"/>
                  <a:pt x="8197" y="74506"/>
                </a:cubicBezTo>
                <a:cubicBezTo>
                  <a:pt x="7903" y="73181"/>
                  <a:pt x="7226" y="71974"/>
                  <a:pt x="6505" y="70724"/>
                </a:cubicBezTo>
                <a:cubicBezTo>
                  <a:pt x="5681" y="69281"/>
                  <a:pt x="4812" y="67766"/>
                  <a:pt x="4636" y="66058"/>
                </a:cubicBezTo>
                <a:cubicBezTo>
                  <a:pt x="4268" y="62718"/>
                  <a:pt x="6269" y="60084"/>
                  <a:pt x="7505" y="58818"/>
                </a:cubicBezTo>
                <a:lnTo>
                  <a:pt x="7814" y="58494"/>
                </a:lnTo>
                <a:cubicBezTo>
                  <a:pt x="7859" y="58494"/>
                  <a:pt x="7903" y="58480"/>
                  <a:pt x="7947" y="58450"/>
                </a:cubicBezTo>
                <a:close/>
                <a:moveTo>
                  <a:pt x="10419" y="74388"/>
                </a:moveTo>
                <a:cubicBezTo>
                  <a:pt x="10390" y="74417"/>
                  <a:pt x="10390" y="74432"/>
                  <a:pt x="10375" y="74447"/>
                </a:cubicBezTo>
                <a:cubicBezTo>
                  <a:pt x="10346" y="74506"/>
                  <a:pt x="10316" y="74520"/>
                  <a:pt x="10287" y="74520"/>
                </a:cubicBezTo>
                <a:cubicBezTo>
                  <a:pt x="10302" y="74506"/>
                  <a:pt x="10302" y="74491"/>
                  <a:pt x="10316" y="74447"/>
                </a:cubicBezTo>
                <a:cubicBezTo>
                  <a:pt x="10360" y="74432"/>
                  <a:pt x="10390" y="74417"/>
                  <a:pt x="10419" y="74388"/>
                </a:cubicBezTo>
                <a:close/>
                <a:moveTo>
                  <a:pt x="10455" y="74549"/>
                </a:moveTo>
                <a:cubicBezTo>
                  <a:pt x="10450" y="74556"/>
                  <a:pt x="10445" y="74561"/>
                  <a:pt x="10441" y="74565"/>
                </a:cubicBezTo>
                <a:lnTo>
                  <a:pt x="10441" y="74565"/>
                </a:lnTo>
                <a:lnTo>
                  <a:pt x="10449" y="74550"/>
                </a:lnTo>
                <a:cubicBezTo>
                  <a:pt x="10451" y="74550"/>
                  <a:pt x="10453" y="74550"/>
                  <a:pt x="10455" y="74549"/>
                </a:cubicBezTo>
                <a:close/>
                <a:moveTo>
                  <a:pt x="9051" y="74344"/>
                </a:moveTo>
                <a:lnTo>
                  <a:pt x="9051" y="74506"/>
                </a:lnTo>
                <a:cubicBezTo>
                  <a:pt x="8977" y="74520"/>
                  <a:pt x="8918" y="74565"/>
                  <a:pt x="8845" y="74579"/>
                </a:cubicBezTo>
                <a:cubicBezTo>
                  <a:pt x="8845" y="74520"/>
                  <a:pt x="8845" y="74462"/>
                  <a:pt x="8830" y="74417"/>
                </a:cubicBezTo>
                <a:cubicBezTo>
                  <a:pt x="8903" y="74373"/>
                  <a:pt x="8977" y="74359"/>
                  <a:pt x="9051" y="74344"/>
                </a:cubicBezTo>
                <a:close/>
                <a:moveTo>
                  <a:pt x="9580" y="74373"/>
                </a:moveTo>
                <a:cubicBezTo>
                  <a:pt x="9580" y="74432"/>
                  <a:pt x="9566" y="74462"/>
                  <a:pt x="9566" y="74520"/>
                </a:cubicBezTo>
                <a:cubicBezTo>
                  <a:pt x="9507" y="74535"/>
                  <a:pt x="9463" y="74579"/>
                  <a:pt x="9389" y="74594"/>
                </a:cubicBezTo>
                <a:cubicBezTo>
                  <a:pt x="9404" y="74565"/>
                  <a:pt x="9404" y="74506"/>
                  <a:pt x="9404" y="74447"/>
                </a:cubicBezTo>
                <a:cubicBezTo>
                  <a:pt x="9463" y="74432"/>
                  <a:pt x="9536" y="74417"/>
                  <a:pt x="9580" y="74373"/>
                </a:cubicBezTo>
                <a:close/>
                <a:moveTo>
                  <a:pt x="10037" y="74417"/>
                </a:moveTo>
                <a:lnTo>
                  <a:pt x="10037" y="74417"/>
                </a:lnTo>
                <a:cubicBezTo>
                  <a:pt x="10022" y="74447"/>
                  <a:pt x="10022" y="74491"/>
                  <a:pt x="10007" y="74520"/>
                </a:cubicBezTo>
                <a:cubicBezTo>
                  <a:pt x="9948" y="74535"/>
                  <a:pt x="9919" y="74579"/>
                  <a:pt x="9860" y="74594"/>
                </a:cubicBezTo>
                <a:cubicBezTo>
                  <a:pt x="9875" y="74579"/>
                  <a:pt x="9875" y="74565"/>
                  <a:pt x="9875" y="74520"/>
                </a:cubicBezTo>
                <a:cubicBezTo>
                  <a:pt x="9875" y="74506"/>
                  <a:pt x="9875" y="74491"/>
                  <a:pt x="9889" y="74462"/>
                </a:cubicBezTo>
                <a:cubicBezTo>
                  <a:pt x="9948" y="74447"/>
                  <a:pt x="10007" y="74432"/>
                  <a:pt x="10037" y="74417"/>
                </a:cubicBezTo>
                <a:close/>
                <a:moveTo>
                  <a:pt x="7440" y="58780"/>
                </a:moveTo>
                <a:lnTo>
                  <a:pt x="7440" y="58780"/>
                </a:lnTo>
                <a:cubicBezTo>
                  <a:pt x="6204" y="60048"/>
                  <a:pt x="4195" y="62694"/>
                  <a:pt x="4562" y="66073"/>
                </a:cubicBezTo>
                <a:cubicBezTo>
                  <a:pt x="4739" y="67810"/>
                  <a:pt x="5607" y="69340"/>
                  <a:pt x="6461" y="70782"/>
                </a:cubicBezTo>
                <a:cubicBezTo>
                  <a:pt x="7167" y="72033"/>
                  <a:pt x="7859" y="73240"/>
                  <a:pt x="8153" y="74535"/>
                </a:cubicBezTo>
                <a:cubicBezTo>
                  <a:pt x="8079" y="74565"/>
                  <a:pt x="8006" y="74594"/>
                  <a:pt x="7932" y="74609"/>
                </a:cubicBezTo>
                <a:cubicBezTo>
                  <a:pt x="7564" y="73270"/>
                  <a:pt x="6799" y="72063"/>
                  <a:pt x="6048" y="70856"/>
                </a:cubicBezTo>
                <a:cubicBezTo>
                  <a:pt x="5136" y="69384"/>
                  <a:pt x="4179" y="67869"/>
                  <a:pt x="3973" y="66117"/>
                </a:cubicBezTo>
                <a:cubicBezTo>
                  <a:pt x="3694" y="63704"/>
                  <a:pt x="4842" y="61128"/>
                  <a:pt x="7093" y="59053"/>
                </a:cubicBezTo>
                <a:cubicBezTo>
                  <a:pt x="7185" y="58975"/>
                  <a:pt x="7310" y="58874"/>
                  <a:pt x="7440" y="58780"/>
                </a:cubicBezTo>
                <a:close/>
                <a:moveTo>
                  <a:pt x="8756" y="74417"/>
                </a:moveTo>
                <a:lnTo>
                  <a:pt x="8756" y="74594"/>
                </a:lnTo>
                <a:cubicBezTo>
                  <a:pt x="8683" y="74609"/>
                  <a:pt x="8609" y="74653"/>
                  <a:pt x="8550" y="74668"/>
                </a:cubicBezTo>
                <a:cubicBezTo>
                  <a:pt x="8550" y="74609"/>
                  <a:pt x="8536" y="74550"/>
                  <a:pt x="8536" y="74491"/>
                </a:cubicBezTo>
                <a:cubicBezTo>
                  <a:pt x="8609" y="74462"/>
                  <a:pt x="8683" y="74432"/>
                  <a:pt x="8756" y="74417"/>
                </a:cubicBezTo>
                <a:close/>
                <a:moveTo>
                  <a:pt x="10199" y="74520"/>
                </a:moveTo>
                <a:cubicBezTo>
                  <a:pt x="10169" y="74535"/>
                  <a:pt x="10169" y="74579"/>
                  <a:pt x="10154" y="74594"/>
                </a:cubicBezTo>
                <a:cubicBezTo>
                  <a:pt x="10110" y="74609"/>
                  <a:pt x="10081" y="74653"/>
                  <a:pt x="10051" y="74668"/>
                </a:cubicBezTo>
                <a:cubicBezTo>
                  <a:pt x="10066" y="74638"/>
                  <a:pt x="10066" y="74609"/>
                  <a:pt x="10081" y="74579"/>
                </a:cubicBezTo>
                <a:lnTo>
                  <a:pt x="10199" y="74520"/>
                </a:lnTo>
                <a:close/>
                <a:moveTo>
                  <a:pt x="9330" y="74491"/>
                </a:moveTo>
                <a:cubicBezTo>
                  <a:pt x="9330" y="74535"/>
                  <a:pt x="9316" y="74579"/>
                  <a:pt x="9316" y="74638"/>
                </a:cubicBezTo>
                <a:cubicBezTo>
                  <a:pt x="9257" y="74668"/>
                  <a:pt x="9183" y="74682"/>
                  <a:pt x="9124" y="74712"/>
                </a:cubicBezTo>
                <a:lnTo>
                  <a:pt x="9124" y="74565"/>
                </a:lnTo>
                <a:cubicBezTo>
                  <a:pt x="9198" y="74535"/>
                  <a:pt x="9257" y="74506"/>
                  <a:pt x="9330" y="74491"/>
                </a:cubicBezTo>
                <a:close/>
                <a:moveTo>
                  <a:pt x="9801" y="74506"/>
                </a:moveTo>
                <a:lnTo>
                  <a:pt x="9801" y="74506"/>
                </a:lnTo>
                <a:cubicBezTo>
                  <a:pt x="9786" y="74535"/>
                  <a:pt x="9786" y="74579"/>
                  <a:pt x="9772" y="74609"/>
                </a:cubicBezTo>
                <a:cubicBezTo>
                  <a:pt x="9728" y="74653"/>
                  <a:pt x="9683" y="74682"/>
                  <a:pt x="9625" y="74712"/>
                </a:cubicBezTo>
                <a:lnTo>
                  <a:pt x="9625" y="74668"/>
                </a:lnTo>
                <a:cubicBezTo>
                  <a:pt x="9625" y="74638"/>
                  <a:pt x="9639" y="74609"/>
                  <a:pt x="9639" y="74579"/>
                </a:cubicBezTo>
                <a:cubicBezTo>
                  <a:pt x="9698" y="74565"/>
                  <a:pt x="9742" y="74535"/>
                  <a:pt x="9801" y="74506"/>
                </a:cubicBezTo>
                <a:close/>
                <a:moveTo>
                  <a:pt x="10287" y="74638"/>
                </a:moveTo>
                <a:cubicBezTo>
                  <a:pt x="10287" y="74638"/>
                  <a:pt x="10287" y="74653"/>
                  <a:pt x="10272" y="74668"/>
                </a:cubicBezTo>
                <a:cubicBezTo>
                  <a:pt x="10243" y="74682"/>
                  <a:pt x="10213" y="74712"/>
                  <a:pt x="10199" y="74726"/>
                </a:cubicBezTo>
                <a:cubicBezTo>
                  <a:pt x="10199" y="74712"/>
                  <a:pt x="10213" y="74682"/>
                  <a:pt x="10213" y="74668"/>
                </a:cubicBezTo>
                <a:cubicBezTo>
                  <a:pt x="10228" y="74653"/>
                  <a:pt x="10257" y="74653"/>
                  <a:pt x="10287" y="74638"/>
                </a:cubicBezTo>
                <a:close/>
                <a:moveTo>
                  <a:pt x="6887" y="59142"/>
                </a:moveTo>
                <a:cubicBezTo>
                  <a:pt x="4680" y="61217"/>
                  <a:pt x="3576" y="63777"/>
                  <a:pt x="3841" y="66176"/>
                </a:cubicBezTo>
                <a:cubicBezTo>
                  <a:pt x="4047" y="67942"/>
                  <a:pt x="5018" y="69458"/>
                  <a:pt x="5945" y="70959"/>
                </a:cubicBezTo>
                <a:cubicBezTo>
                  <a:pt x="6681" y="72122"/>
                  <a:pt x="7447" y="73358"/>
                  <a:pt x="7814" y="74682"/>
                </a:cubicBezTo>
                <a:cubicBezTo>
                  <a:pt x="7741" y="74726"/>
                  <a:pt x="7667" y="74741"/>
                  <a:pt x="7594" y="74785"/>
                </a:cubicBezTo>
                <a:cubicBezTo>
                  <a:pt x="7167" y="73402"/>
                  <a:pt x="6343" y="72210"/>
                  <a:pt x="5533" y="71033"/>
                </a:cubicBezTo>
                <a:cubicBezTo>
                  <a:pt x="4533" y="69532"/>
                  <a:pt x="3458" y="68016"/>
                  <a:pt x="3238" y="66220"/>
                </a:cubicBezTo>
                <a:cubicBezTo>
                  <a:pt x="2943" y="63895"/>
                  <a:pt x="4209" y="61335"/>
                  <a:pt x="6608" y="59363"/>
                </a:cubicBezTo>
                <a:lnTo>
                  <a:pt x="6887" y="59142"/>
                </a:lnTo>
                <a:close/>
                <a:moveTo>
                  <a:pt x="8447" y="74520"/>
                </a:moveTo>
                <a:cubicBezTo>
                  <a:pt x="8462" y="74594"/>
                  <a:pt x="8462" y="74653"/>
                  <a:pt x="8477" y="74712"/>
                </a:cubicBezTo>
                <a:cubicBezTo>
                  <a:pt x="8403" y="74726"/>
                  <a:pt x="8330" y="74756"/>
                  <a:pt x="8256" y="74785"/>
                </a:cubicBezTo>
                <a:cubicBezTo>
                  <a:pt x="8241" y="74726"/>
                  <a:pt x="8241" y="74653"/>
                  <a:pt x="8227" y="74594"/>
                </a:cubicBezTo>
                <a:cubicBezTo>
                  <a:pt x="8300" y="74579"/>
                  <a:pt x="8374" y="74535"/>
                  <a:pt x="8447" y="74520"/>
                </a:cubicBezTo>
                <a:close/>
                <a:moveTo>
                  <a:pt x="9978" y="74653"/>
                </a:moveTo>
                <a:lnTo>
                  <a:pt x="9978" y="74653"/>
                </a:lnTo>
                <a:cubicBezTo>
                  <a:pt x="9948" y="74682"/>
                  <a:pt x="9948" y="74712"/>
                  <a:pt x="9934" y="74741"/>
                </a:cubicBezTo>
                <a:cubicBezTo>
                  <a:pt x="9904" y="74741"/>
                  <a:pt x="9860" y="74756"/>
                  <a:pt x="9801" y="74800"/>
                </a:cubicBezTo>
                <a:cubicBezTo>
                  <a:pt x="9831" y="74756"/>
                  <a:pt x="9831" y="74726"/>
                  <a:pt x="9845" y="74712"/>
                </a:cubicBezTo>
                <a:cubicBezTo>
                  <a:pt x="9875" y="74682"/>
                  <a:pt x="9934" y="74668"/>
                  <a:pt x="9978" y="74653"/>
                </a:cubicBezTo>
                <a:close/>
                <a:moveTo>
                  <a:pt x="9051" y="74579"/>
                </a:moveTo>
                <a:lnTo>
                  <a:pt x="9051" y="74741"/>
                </a:lnTo>
                <a:cubicBezTo>
                  <a:pt x="8992" y="74756"/>
                  <a:pt x="8918" y="74800"/>
                  <a:pt x="8874" y="74815"/>
                </a:cubicBezTo>
                <a:lnTo>
                  <a:pt x="8874" y="74653"/>
                </a:lnTo>
                <a:cubicBezTo>
                  <a:pt x="8903" y="74638"/>
                  <a:pt x="8977" y="74609"/>
                  <a:pt x="9051" y="74579"/>
                </a:cubicBezTo>
                <a:close/>
                <a:moveTo>
                  <a:pt x="9551" y="74609"/>
                </a:moveTo>
                <a:lnTo>
                  <a:pt x="9551" y="74653"/>
                </a:lnTo>
                <a:cubicBezTo>
                  <a:pt x="9551" y="74682"/>
                  <a:pt x="9536" y="74712"/>
                  <a:pt x="9536" y="74741"/>
                </a:cubicBezTo>
                <a:cubicBezTo>
                  <a:pt x="9477" y="74785"/>
                  <a:pt x="9419" y="74800"/>
                  <a:pt x="9360" y="74815"/>
                </a:cubicBezTo>
                <a:cubicBezTo>
                  <a:pt x="9360" y="74756"/>
                  <a:pt x="9374" y="74726"/>
                  <a:pt x="9374" y="74682"/>
                </a:cubicBezTo>
                <a:cubicBezTo>
                  <a:pt x="9433" y="74668"/>
                  <a:pt x="9492" y="74638"/>
                  <a:pt x="9551" y="74609"/>
                </a:cubicBezTo>
                <a:close/>
                <a:moveTo>
                  <a:pt x="10096" y="74726"/>
                </a:moveTo>
                <a:cubicBezTo>
                  <a:pt x="10081" y="74741"/>
                  <a:pt x="10081" y="74785"/>
                  <a:pt x="10066" y="74800"/>
                </a:cubicBezTo>
                <a:cubicBezTo>
                  <a:pt x="10022" y="74815"/>
                  <a:pt x="10007" y="74829"/>
                  <a:pt x="9978" y="74859"/>
                </a:cubicBezTo>
                <a:cubicBezTo>
                  <a:pt x="9992" y="74829"/>
                  <a:pt x="9992" y="74800"/>
                  <a:pt x="10007" y="74785"/>
                </a:cubicBezTo>
                <a:cubicBezTo>
                  <a:pt x="10051" y="74756"/>
                  <a:pt x="10066" y="74741"/>
                  <a:pt x="10096" y="74726"/>
                </a:cubicBezTo>
                <a:close/>
                <a:moveTo>
                  <a:pt x="8138" y="74653"/>
                </a:moveTo>
                <a:cubicBezTo>
                  <a:pt x="8168" y="74682"/>
                  <a:pt x="8168" y="74756"/>
                  <a:pt x="8182" y="74815"/>
                </a:cubicBezTo>
                <a:cubicBezTo>
                  <a:pt x="8109" y="74829"/>
                  <a:pt x="8035" y="74874"/>
                  <a:pt x="7962" y="74903"/>
                </a:cubicBezTo>
                <a:cubicBezTo>
                  <a:pt x="7947" y="74859"/>
                  <a:pt x="7932" y="74785"/>
                  <a:pt x="7903" y="74726"/>
                </a:cubicBezTo>
                <a:cubicBezTo>
                  <a:pt x="7991" y="74697"/>
                  <a:pt x="8050" y="74668"/>
                  <a:pt x="8138" y="74653"/>
                </a:cubicBezTo>
                <a:close/>
                <a:moveTo>
                  <a:pt x="9742" y="74726"/>
                </a:moveTo>
                <a:cubicBezTo>
                  <a:pt x="9728" y="74756"/>
                  <a:pt x="9728" y="74800"/>
                  <a:pt x="9713" y="74829"/>
                </a:cubicBezTo>
                <a:cubicBezTo>
                  <a:pt x="9669" y="74859"/>
                  <a:pt x="9625" y="74888"/>
                  <a:pt x="9580" y="74903"/>
                </a:cubicBezTo>
                <a:cubicBezTo>
                  <a:pt x="9580" y="74888"/>
                  <a:pt x="9580" y="74859"/>
                  <a:pt x="9610" y="74800"/>
                </a:cubicBezTo>
                <a:cubicBezTo>
                  <a:pt x="9654" y="74785"/>
                  <a:pt x="9698" y="74756"/>
                  <a:pt x="9742" y="74726"/>
                </a:cubicBezTo>
                <a:close/>
                <a:moveTo>
                  <a:pt x="8771" y="74682"/>
                </a:moveTo>
                <a:lnTo>
                  <a:pt x="8771" y="74859"/>
                </a:lnTo>
                <a:cubicBezTo>
                  <a:pt x="8727" y="74874"/>
                  <a:pt x="8639" y="74903"/>
                  <a:pt x="8580" y="74918"/>
                </a:cubicBezTo>
                <a:cubicBezTo>
                  <a:pt x="8580" y="74874"/>
                  <a:pt x="8550" y="74815"/>
                  <a:pt x="8550" y="74756"/>
                </a:cubicBezTo>
                <a:cubicBezTo>
                  <a:pt x="8624" y="74741"/>
                  <a:pt x="8697" y="74712"/>
                  <a:pt x="8771" y="74682"/>
                </a:cubicBezTo>
                <a:close/>
                <a:moveTo>
                  <a:pt x="9286" y="74726"/>
                </a:moveTo>
                <a:lnTo>
                  <a:pt x="9286" y="74800"/>
                </a:lnTo>
                <a:cubicBezTo>
                  <a:pt x="9286" y="74815"/>
                  <a:pt x="9286" y="74829"/>
                  <a:pt x="9271" y="74874"/>
                </a:cubicBezTo>
                <a:cubicBezTo>
                  <a:pt x="9213" y="74888"/>
                  <a:pt x="9168" y="74918"/>
                  <a:pt x="9110" y="74947"/>
                </a:cubicBezTo>
                <a:lnTo>
                  <a:pt x="9110" y="74800"/>
                </a:lnTo>
                <a:cubicBezTo>
                  <a:pt x="9183" y="74785"/>
                  <a:pt x="9242" y="74741"/>
                  <a:pt x="9286" y="74726"/>
                </a:cubicBezTo>
                <a:close/>
                <a:moveTo>
                  <a:pt x="9889" y="74859"/>
                </a:moveTo>
                <a:lnTo>
                  <a:pt x="9889" y="74859"/>
                </a:lnTo>
                <a:cubicBezTo>
                  <a:pt x="9875" y="74888"/>
                  <a:pt x="9875" y="74903"/>
                  <a:pt x="9860" y="74947"/>
                </a:cubicBezTo>
                <a:cubicBezTo>
                  <a:pt x="9831" y="74947"/>
                  <a:pt x="9786" y="74962"/>
                  <a:pt x="9742" y="75006"/>
                </a:cubicBezTo>
                <a:cubicBezTo>
                  <a:pt x="9772" y="74962"/>
                  <a:pt x="9772" y="74947"/>
                  <a:pt x="9786" y="74903"/>
                </a:cubicBezTo>
                <a:lnTo>
                  <a:pt x="9889" y="74859"/>
                </a:lnTo>
                <a:close/>
                <a:moveTo>
                  <a:pt x="7844" y="74741"/>
                </a:moveTo>
                <a:cubicBezTo>
                  <a:pt x="7859" y="74800"/>
                  <a:pt x="7873" y="74874"/>
                  <a:pt x="7888" y="74932"/>
                </a:cubicBezTo>
                <a:cubicBezTo>
                  <a:pt x="7814" y="74962"/>
                  <a:pt x="7741" y="74977"/>
                  <a:pt x="7667" y="75021"/>
                </a:cubicBezTo>
                <a:cubicBezTo>
                  <a:pt x="7653" y="74947"/>
                  <a:pt x="7638" y="74888"/>
                  <a:pt x="7623" y="74829"/>
                </a:cubicBezTo>
                <a:cubicBezTo>
                  <a:pt x="7697" y="74800"/>
                  <a:pt x="7770" y="74785"/>
                  <a:pt x="7844" y="74741"/>
                </a:cubicBezTo>
                <a:close/>
                <a:moveTo>
                  <a:pt x="9992" y="74932"/>
                </a:moveTo>
                <a:lnTo>
                  <a:pt x="9992" y="74932"/>
                </a:lnTo>
                <a:cubicBezTo>
                  <a:pt x="9978" y="74962"/>
                  <a:pt x="9978" y="74962"/>
                  <a:pt x="9948" y="74977"/>
                </a:cubicBezTo>
                <a:cubicBezTo>
                  <a:pt x="9934" y="75006"/>
                  <a:pt x="9919" y="75021"/>
                  <a:pt x="9904" y="75021"/>
                </a:cubicBezTo>
                <a:cubicBezTo>
                  <a:pt x="9904" y="75006"/>
                  <a:pt x="9919" y="74977"/>
                  <a:pt x="9919" y="74962"/>
                </a:cubicBezTo>
                <a:cubicBezTo>
                  <a:pt x="9934" y="74947"/>
                  <a:pt x="9948" y="74947"/>
                  <a:pt x="9992" y="74932"/>
                </a:cubicBezTo>
                <a:close/>
                <a:moveTo>
                  <a:pt x="8477" y="74800"/>
                </a:moveTo>
                <a:cubicBezTo>
                  <a:pt x="8477" y="74859"/>
                  <a:pt x="8506" y="74903"/>
                  <a:pt x="8506" y="74962"/>
                </a:cubicBezTo>
                <a:cubicBezTo>
                  <a:pt x="8418" y="74977"/>
                  <a:pt x="8374" y="75021"/>
                  <a:pt x="8300" y="75035"/>
                </a:cubicBezTo>
                <a:cubicBezTo>
                  <a:pt x="8300" y="74977"/>
                  <a:pt x="8285" y="74918"/>
                  <a:pt x="8256" y="74859"/>
                </a:cubicBezTo>
                <a:cubicBezTo>
                  <a:pt x="8359" y="74859"/>
                  <a:pt x="8403" y="74815"/>
                  <a:pt x="8477" y="74800"/>
                </a:cubicBezTo>
                <a:close/>
                <a:moveTo>
                  <a:pt x="9492" y="74829"/>
                </a:moveTo>
                <a:lnTo>
                  <a:pt x="9492" y="74829"/>
                </a:lnTo>
                <a:cubicBezTo>
                  <a:pt x="9477" y="74874"/>
                  <a:pt x="9477" y="74903"/>
                  <a:pt x="9448" y="74962"/>
                </a:cubicBezTo>
                <a:cubicBezTo>
                  <a:pt x="9433" y="75006"/>
                  <a:pt x="9374" y="75021"/>
                  <a:pt x="9330" y="75035"/>
                </a:cubicBezTo>
                <a:cubicBezTo>
                  <a:pt x="9330" y="75006"/>
                  <a:pt x="9345" y="74962"/>
                  <a:pt x="9345" y="74903"/>
                </a:cubicBezTo>
                <a:cubicBezTo>
                  <a:pt x="9404" y="74888"/>
                  <a:pt x="9448" y="74859"/>
                  <a:pt x="9492" y="74829"/>
                </a:cubicBezTo>
                <a:close/>
                <a:moveTo>
                  <a:pt x="9036" y="74829"/>
                </a:moveTo>
                <a:lnTo>
                  <a:pt x="9036" y="74947"/>
                </a:lnTo>
                <a:lnTo>
                  <a:pt x="9036" y="74977"/>
                </a:lnTo>
                <a:cubicBezTo>
                  <a:pt x="8977" y="75006"/>
                  <a:pt x="8918" y="75035"/>
                  <a:pt x="8874" y="75050"/>
                </a:cubicBezTo>
                <a:lnTo>
                  <a:pt x="8874" y="74903"/>
                </a:lnTo>
                <a:cubicBezTo>
                  <a:pt x="8918" y="74888"/>
                  <a:pt x="8977" y="74859"/>
                  <a:pt x="9036" y="74829"/>
                </a:cubicBezTo>
                <a:close/>
                <a:moveTo>
                  <a:pt x="9698" y="74947"/>
                </a:moveTo>
                <a:lnTo>
                  <a:pt x="9698" y="74947"/>
                </a:lnTo>
                <a:cubicBezTo>
                  <a:pt x="9683" y="74977"/>
                  <a:pt x="9683" y="75021"/>
                  <a:pt x="9654" y="75035"/>
                </a:cubicBezTo>
                <a:cubicBezTo>
                  <a:pt x="9610" y="75080"/>
                  <a:pt x="9566" y="75109"/>
                  <a:pt x="9536" y="75124"/>
                </a:cubicBezTo>
                <a:cubicBezTo>
                  <a:pt x="9551" y="75094"/>
                  <a:pt x="9551" y="75050"/>
                  <a:pt x="9566" y="75021"/>
                </a:cubicBezTo>
                <a:cubicBezTo>
                  <a:pt x="9610" y="75006"/>
                  <a:pt x="9654" y="74977"/>
                  <a:pt x="9698" y="74947"/>
                </a:cubicBezTo>
                <a:close/>
                <a:moveTo>
                  <a:pt x="9271" y="74962"/>
                </a:moveTo>
                <a:cubicBezTo>
                  <a:pt x="9271" y="75006"/>
                  <a:pt x="9257" y="75050"/>
                  <a:pt x="9257" y="75094"/>
                </a:cubicBezTo>
                <a:cubicBezTo>
                  <a:pt x="9198" y="75109"/>
                  <a:pt x="9139" y="75153"/>
                  <a:pt x="9095" y="75168"/>
                </a:cubicBezTo>
                <a:cubicBezTo>
                  <a:pt x="9095" y="75124"/>
                  <a:pt x="9095" y="75080"/>
                  <a:pt x="9110" y="75035"/>
                </a:cubicBezTo>
                <a:cubicBezTo>
                  <a:pt x="9154" y="75021"/>
                  <a:pt x="9213" y="74977"/>
                  <a:pt x="9271" y="74962"/>
                </a:cubicBezTo>
                <a:close/>
                <a:moveTo>
                  <a:pt x="8182" y="74903"/>
                </a:moveTo>
                <a:cubicBezTo>
                  <a:pt x="8197" y="74962"/>
                  <a:pt x="8197" y="75021"/>
                  <a:pt x="8197" y="75094"/>
                </a:cubicBezTo>
                <a:cubicBezTo>
                  <a:pt x="8124" y="75124"/>
                  <a:pt x="8079" y="75153"/>
                  <a:pt x="8006" y="75183"/>
                </a:cubicBezTo>
                <a:cubicBezTo>
                  <a:pt x="8020" y="75109"/>
                  <a:pt x="8006" y="75035"/>
                  <a:pt x="7991" y="74977"/>
                </a:cubicBezTo>
                <a:cubicBezTo>
                  <a:pt x="8065" y="74947"/>
                  <a:pt x="8138" y="74932"/>
                  <a:pt x="8182" y="74903"/>
                </a:cubicBezTo>
                <a:close/>
                <a:moveTo>
                  <a:pt x="8771" y="74947"/>
                </a:moveTo>
                <a:lnTo>
                  <a:pt x="8771" y="75094"/>
                </a:lnTo>
                <a:lnTo>
                  <a:pt x="8771" y="75109"/>
                </a:lnTo>
                <a:cubicBezTo>
                  <a:pt x="8727" y="75124"/>
                  <a:pt x="8639" y="75168"/>
                  <a:pt x="8594" y="75183"/>
                </a:cubicBezTo>
                <a:cubicBezTo>
                  <a:pt x="8594" y="75124"/>
                  <a:pt x="8594" y="75080"/>
                  <a:pt x="8580" y="75021"/>
                </a:cubicBezTo>
                <a:cubicBezTo>
                  <a:pt x="8639" y="75006"/>
                  <a:pt x="8697" y="74962"/>
                  <a:pt x="8771" y="74947"/>
                </a:cubicBezTo>
                <a:close/>
                <a:moveTo>
                  <a:pt x="9786" y="75050"/>
                </a:moveTo>
                <a:cubicBezTo>
                  <a:pt x="9786" y="75080"/>
                  <a:pt x="9772" y="75109"/>
                  <a:pt x="9772" y="75124"/>
                </a:cubicBezTo>
                <a:cubicBezTo>
                  <a:pt x="9728" y="75153"/>
                  <a:pt x="9713" y="75168"/>
                  <a:pt x="9683" y="75183"/>
                </a:cubicBezTo>
                <a:cubicBezTo>
                  <a:pt x="9683" y="75168"/>
                  <a:pt x="9698" y="75124"/>
                  <a:pt x="9698" y="75109"/>
                </a:cubicBezTo>
                <a:cubicBezTo>
                  <a:pt x="9728" y="75094"/>
                  <a:pt x="9742" y="75080"/>
                  <a:pt x="9786" y="75050"/>
                </a:cubicBezTo>
                <a:close/>
                <a:moveTo>
                  <a:pt x="9433" y="75080"/>
                </a:moveTo>
                <a:lnTo>
                  <a:pt x="9433" y="75080"/>
                </a:lnTo>
                <a:cubicBezTo>
                  <a:pt x="9419" y="75109"/>
                  <a:pt x="9419" y="75153"/>
                  <a:pt x="9404" y="75183"/>
                </a:cubicBezTo>
                <a:cubicBezTo>
                  <a:pt x="9360" y="75197"/>
                  <a:pt x="9316" y="75241"/>
                  <a:pt x="9271" y="75256"/>
                </a:cubicBezTo>
                <a:cubicBezTo>
                  <a:pt x="9316" y="75227"/>
                  <a:pt x="9316" y="75183"/>
                  <a:pt x="9316" y="75153"/>
                </a:cubicBezTo>
                <a:cubicBezTo>
                  <a:pt x="9345" y="75124"/>
                  <a:pt x="9404" y="75094"/>
                  <a:pt x="9433" y="75080"/>
                </a:cubicBezTo>
                <a:close/>
                <a:moveTo>
                  <a:pt x="7903" y="75006"/>
                </a:moveTo>
                <a:cubicBezTo>
                  <a:pt x="7932" y="75050"/>
                  <a:pt x="7932" y="75124"/>
                  <a:pt x="7947" y="75183"/>
                </a:cubicBezTo>
                <a:cubicBezTo>
                  <a:pt x="7873" y="75227"/>
                  <a:pt x="7814" y="75241"/>
                  <a:pt x="7741" y="75271"/>
                </a:cubicBezTo>
                <a:cubicBezTo>
                  <a:pt x="7726" y="75227"/>
                  <a:pt x="7711" y="75168"/>
                  <a:pt x="7711" y="75094"/>
                </a:cubicBezTo>
                <a:cubicBezTo>
                  <a:pt x="7785" y="75050"/>
                  <a:pt x="7859" y="75035"/>
                  <a:pt x="7903" y="75006"/>
                </a:cubicBezTo>
                <a:close/>
                <a:moveTo>
                  <a:pt x="9006" y="75080"/>
                </a:moveTo>
                <a:cubicBezTo>
                  <a:pt x="9006" y="75124"/>
                  <a:pt x="8992" y="75168"/>
                  <a:pt x="8992" y="75227"/>
                </a:cubicBezTo>
                <a:cubicBezTo>
                  <a:pt x="8948" y="75241"/>
                  <a:pt x="8889" y="75271"/>
                  <a:pt x="8830" y="75300"/>
                </a:cubicBezTo>
                <a:lnTo>
                  <a:pt x="8830" y="75153"/>
                </a:lnTo>
                <a:cubicBezTo>
                  <a:pt x="8903" y="75124"/>
                  <a:pt x="8962" y="75094"/>
                  <a:pt x="9006" y="75080"/>
                </a:cubicBezTo>
                <a:close/>
                <a:moveTo>
                  <a:pt x="8506" y="75050"/>
                </a:moveTo>
                <a:cubicBezTo>
                  <a:pt x="8506" y="75109"/>
                  <a:pt x="8506" y="75168"/>
                  <a:pt x="8521" y="75227"/>
                </a:cubicBezTo>
                <a:cubicBezTo>
                  <a:pt x="8462" y="75256"/>
                  <a:pt x="8388" y="75271"/>
                  <a:pt x="8330" y="75315"/>
                </a:cubicBezTo>
                <a:cubicBezTo>
                  <a:pt x="8330" y="75256"/>
                  <a:pt x="8315" y="75197"/>
                  <a:pt x="8315" y="75153"/>
                </a:cubicBezTo>
                <a:cubicBezTo>
                  <a:pt x="8374" y="75109"/>
                  <a:pt x="8447" y="75080"/>
                  <a:pt x="8506" y="75050"/>
                </a:cubicBezTo>
                <a:close/>
                <a:moveTo>
                  <a:pt x="9580" y="75183"/>
                </a:moveTo>
                <a:lnTo>
                  <a:pt x="9580" y="75183"/>
                </a:lnTo>
                <a:cubicBezTo>
                  <a:pt x="9566" y="75227"/>
                  <a:pt x="9566" y="75241"/>
                  <a:pt x="9551" y="75256"/>
                </a:cubicBezTo>
                <a:cubicBezTo>
                  <a:pt x="9536" y="75271"/>
                  <a:pt x="9492" y="75315"/>
                  <a:pt x="9463" y="75330"/>
                </a:cubicBezTo>
                <a:cubicBezTo>
                  <a:pt x="9477" y="75300"/>
                  <a:pt x="9477" y="75271"/>
                  <a:pt x="9477" y="75241"/>
                </a:cubicBezTo>
                <a:lnTo>
                  <a:pt x="9580" y="75183"/>
                </a:lnTo>
                <a:close/>
                <a:moveTo>
                  <a:pt x="9669" y="75256"/>
                </a:moveTo>
                <a:cubicBezTo>
                  <a:pt x="9683" y="75300"/>
                  <a:pt x="9683" y="75300"/>
                  <a:pt x="9654" y="75315"/>
                </a:cubicBezTo>
                <a:cubicBezTo>
                  <a:pt x="9639" y="75330"/>
                  <a:pt x="9625" y="75345"/>
                  <a:pt x="9610" y="75345"/>
                </a:cubicBezTo>
                <a:cubicBezTo>
                  <a:pt x="9610" y="75330"/>
                  <a:pt x="9625" y="75315"/>
                  <a:pt x="9625" y="75300"/>
                </a:cubicBezTo>
                <a:cubicBezTo>
                  <a:pt x="9639" y="75271"/>
                  <a:pt x="9654" y="75256"/>
                  <a:pt x="9669" y="75256"/>
                </a:cubicBezTo>
                <a:close/>
                <a:moveTo>
                  <a:pt x="9242" y="75183"/>
                </a:moveTo>
                <a:cubicBezTo>
                  <a:pt x="9242" y="75227"/>
                  <a:pt x="9213" y="75271"/>
                  <a:pt x="9198" y="75315"/>
                </a:cubicBezTo>
                <a:cubicBezTo>
                  <a:pt x="9139" y="75345"/>
                  <a:pt x="9110" y="75374"/>
                  <a:pt x="9065" y="75389"/>
                </a:cubicBezTo>
                <a:cubicBezTo>
                  <a:pt x="9065" y="75345"/>
                  <a:pt x="9095" y="75300"/>
                  <a:pt x="9095" y="75256"/>
                </a:cubicBezTo>
                <a:cubicBezTo>
                  <a:pt x="9139" y="75241"/>
                  <a:pt x="9183" y="75197"/>
                  <a:pt x="9242" y="75183"/>
                </a:cubicBezTo>
                <a:close/>
                <a:moveTo>
                  <a:pt x="8241" y="75168"/>
                </a:moveTo>
                <a:cubicBezTo>
                  <a:pt x="8241" y="75227"/>
                  <a:pt x="8256" y="75271"/>
                  <a:pt x="8256" y="75330"/>
                </a:cubicBezTo>
                <a:cubicBezTo>
                  <a:pt x="8212" y="75374"/>
                  <a:pt x="8138" y="75389"/>
                  <a:pt x="8079" y="75418"/>
                </a:cubicBezTo>
                <a:cubicBezTo>
                  <a:pt x="8079" y="75374"/>
                  <a:pt x="8065" y="75315"/>
                  <a:pt x="8065" y="75241"/>
                </a:cubicBezTo>
                <a:cubicBezTo>
                  <a:pt x="8109" y="75227"/>
                  <a:pt x="8168" y="75183"/>
                  <a:pt x="8241" y="75168"/>
                </a:cubicBezTo>
                <a:close/>
                <a:moveTo>
                  <a:pt x="8756" y="75197"/>
                </a:moveTo>
                <a:lnTo>
                  <a:pt x="8756" y="75345"/>
                </a:lnTo>
                <a:cubicBezTo>
                  <a:pt x="8697" y="75374"/>
                  <a:pt x="8639" y="75389"/>
                  <a:pt x="8594" y="75418"/>
                </a:cubicBezTo>
                <a:lnTo>
                  <a:pt x="8594" y="75271"/>
                </a:lnTo>
                <a:cubicBezTo>
                  <a:pt x="8639" y="75256"/>
                  <a:pt x="8697" y="75227"/>
                  <a:pt x="8756" y="75197"/>
                </a:cubicBezTo>
                <a:close/>
                <a:moveTo>
                  <a:pt x="9360" y="75315"/>
                </a:moveTo>
                <a:lnTo>
                  <a:pt x="9360" y="75315"/>
                </a:lnTo>
                <a:cubicBezTo>
                  <a:pt x="9345" y="75345"/>
                  <a:pt x="9345" y="75389"/>
                  <a:pt x="9330" y="75403"/>
                </a:cubicBezTo>
                <a:cubicBezTo>
                  <a:pt x="9316" y="75418"/>
                  <a:pt x="9271" y="75448"/>
                  <a:pt x="9242" y="75477"/>
                </a:cubicBezTo>
                <a:cubicBezTo>
                  <a:pt x="9242" y="75448"/>
                  <a:pt x="9257" y="75403"/>
                  <a:pt x="9257" y="75389"/>
                </a:cubicBezTo>
                <a:cubicBezTo>
                  <a:pt x="9286" y="75374"/>
                  <a:pt x="9330" y="75345"/>
                  <a:pt x="9360" y="75315"/>
                </a:cubicBezTo>
                <a:close/>
                <a:moveTo>
                  <a:pt x="9492" y="75389"/>
                </a:moveTo>
                <a:cubicBezTo>
                  <a:pt x="9492" y="75418"/>
                  <a:pt x="9477" y="75448"/>
                  <a:pt x="9477" y="75462"/>
                </a:cubicBezTo>
                <a:cubicBezTo>
                  <a:pt x="9463" y="75477"/>
                  <a:pt x="9419" y="75492"/>
                  <a:pt x="9404" y="75521"/>
                </a:cubicBezTo>
                <a:cubicBezTo>
                  <a:pt x="9404" y="75492"/>
                  <a:pt x="9419" y="75462"/>
                  <a:pt x="9419" y="75448"/>
                </a:cubicBezTo>
                <a:cubicBezTo>
                  <a:pt x="9433" y="75418"/>
                  <a:pt x="9477" y="75403"/>
                  <a:pt x="9492" y="75389"/>
                </a:cubicBezTo>
                <a:close/>
                <a:moveTo>
                  <a:pt x="8992" y="75330"/>
                </a:moveTo>
                <a:cubicBezTo>
                  <a:pt x="8992" y="75374"/>
                  <a:pt x="8977" y="75418"/>
                  <a:pt x="8977" y="75462"/>
                </a:cubicBezTo>
                <a:cubicBezTo>
                  <a:pt x="8918" y="75477"/>
                  <a:pt x="8874" y="75492"/>
                  <a:pt x="8830" y="75536"/>
                </a:cubicBezTo>
                <a:cubicBezTo>
                  <a:pt x="8830" y="75492"/>
                  <a:pt x="8830" y="75448"/>
                  <a:pt x="8845" y="75403"/>
                </a:cubicBezTo>
                <a:cubicBezTo>
                  <a:pt x="8903" y="75389"/>
                  <a:pt x="8962" y="75345"/>
                  <a:pt x="8992" y="75330"/>
                </a:cubicBezTo>
                <a:close/>
                <a:moveTo>
                  <a:pt x="7962" y="75271"/>
                </a:moveTo>
                <a:cubicBezTo>
                  <a:pt x="7976" y="75330"/>
                  <a:pt x="7976" y="75389"/>
                  <a:pt x="7976" y="75462"/>
                </a:cubicBezTo>
                <a:cubicBezTo>
                  <a:pt x="7932" y="75492"/>
                  <a:pt x="7859" y="75521"/>
                  <a:pt x="7800" y="75551"/>
                </a:cubicBezTo>
                <a:cubicBezTo>
                  <a:pt x="7785" y="75477"/>
                  <a:pt x="7785" y="75418"/>
                  <a:pt x="7770" y="75374"/>
                </a:cubicBezTo>
                <a:cubicBezTo>
                  <a:pt x="7844" y="75330"/>
                  <a:pt x="7888" y="75315"/>
                  <a:pt x="7962" y="75271"/>
                </a:cubicBezTo>
                <a:close/>
                <a:moveTo>
                  <a:pt x="8521" y="75300"/>
                </a:moveTo>
                <a:lnTo>
                  <a:pt x="8521" y="75462"/>
                </a:lnTo>
                <a:cubicBezTo>
                  <a:pt x="8462" y="75492"/>
                  <a:pt x="8403" y="75521"/>
                  <a:pt x="8359" y="75551"/>
                </a:cubicBezTo>
                <a:lnTo>
                  <a:pt x="8359" y="75389"/>
                </a:lnTo>
                <a:cubicBezTo>
                  <a:pt x="8388" y="75345"/>
                  <a:pt x="8462" y="75330"/>
                  <a:pt x="8521" y="75300"/>
                </a:cubicBezTo>
                <a:close/>
                <a:moveTo>
                  <a:pt x="9183" y="75418"/>
                </a:moveTo>
                <a:lnTo>
                  <a:pt x="9183" y="75418"/>
                </a:lnTo>
                <a:cubicBezTo>
                  <a:pt x="9168" y="75462"/>
                  <a:pt x="9168" y="75492"/>
                  <a:pt x="9139" y="75536"/>
                </a:cubicBezTo>
                <a:cubicBezTo>
                  <a:pt x="9110" y="75551"/>
                  <a:pt x="9065" y="75595"/>
                  <a:pt x="9036" y="75609"/>
                </a:cubicBezTo>
                <a:cubicBezTo>
                  <a:pt x="9036" y="75565"/>
                  <a:pt x="9036" y="75536"/>
                  <a:pt x="9051" y="75492"/>
                </a:cubicBezTo>
                <a:cubicBezTo>
                  <a:pt x="9095" y="75477"/>
                  <a:pt x="9139" y="75448"/>
                  <a:pt x="9183" y="75418"/>
                </a:cubicBezTo>
                <a:close/>
                <a:moveTo>
                  <a:pt x="8756" y="75418"/>
                </a:moveTo>
                <a:cubicBezTo>
                  <a:pt x="8756" y="75477"/>
                  <a:pt x="8756" y="75521"/>
                  <a:pt x="8742" y="75565"/>
                </a:cubicBezTo>
                <a:cubicBezTo>
                  <a:pt x="8683" y="75609"/>
                  <a:pt x="8653" y="75624"/>
                  <a:pt x="8594" y="75668"/>
                </a:cubicBezTo>
                <a:lnTo>
                  <a:pt x="8594" y="75521"/>
                </a:lnTo>
                <a:cubicBezTo>
                  <a:pt x="8639" y="75477"/>
                  <a:pt x="8697" y="75462"/>
                  <a:pt x="8756" y="75418"/>
                </a:cubicBezTo>
                <a:close/>
                <a:moveTo>
                  <a:pt x="8256" y="75418"/>
                </a:moveTo>
                <a:lnTo>
                  <a:pt x="8256" y="75595"/>
                </a:lnTo>
                <a:cubicBezTo>
                  <a:pt x="8212" y="75624"/>
                  <a:pt x="8153" y="75639"/>
                  <a:pt x="8094" y="75683"/>
                </a:cubicBezTo>
                <a:cubicBezTo>
                  <a:pt x="8094" y="75624"/>
                  <a:pt x="8079" y="75565"/>
                  <a:pt x="8079" y="75521"/>
                </a:cubicBezTo>
                <a:cubicBezTo>
                  <a:pt x="8138" y="75477"/>
                  <a:pt x="8212" y="75448"/>
                  <a:pt x="8256" y="75418"/>
                </a:cubicBezTo>
                <a:close/>
                <a:moveTo>
                  <a:pt x="9286" y="75536"/>
                </a:moveTo>
                <a:cubicBezTo>
                  <a:pt x="9271" y="75551"/>
                  <a:pt x="9271" y="75595"/>
                  <a:pt x="9257" y="75609"/>
                </a:cubicBezTo>
                <a:cubicBezTo>
                  <a:pt x="9257" y="75624"/>
                  <a:pt x="9213" y="75639"/>
                  <a:pt x="9183" y="75683"/>
                </a:cubicBezTo>
                <a:cubicBezTo>
                  <a:pt x="9183" y="75639"/>
                  <a:pt x="9198" y="75624"/>
                  <a:pt x="9198" y="75595"/>
                </a:cubicBezTo>
                <a:cubicBezTo>
                  <a:pt x="9242" y="75565"/>
                  <a:pt x="9271" y="75551"/>
                  <a:pt x="9286" y="75536"/>
                </a:cubicBezTo>
                <a:close/>
                <a:moveTo>
                  <a:pt x="9404" y="75609"/>
                </a:moveTo>
                <a:lnTo>
                  <a:pt x="9404" y="75609"/>
                </a:lnTo>
                <a:cubicBezTo>
                  <a:pt x="9374" y="75624"/>
                  <a:pt x="9374" y="75639"/>
                  <a:pt x="9374" y="75668"/>
                </a:cubicBezTo>
                <a:cubicBezTo>
                  <a:pt x="9360" y="75683"/>
                  <a:pt x="9345" y="75683"/>
                  <a:pt x="9330" y="75698"/>
                </a:cubicBezTo>
                <a:cubicBezTo>
                  <a:pt x="9330" y="75683"/>
                  <a:pt x="9345" y="75668"/>
                  <a:pt x="9345" y="75639"/>
                </a:cubicBezTo>
                <a:cubicBezTo>
                  <a:pt x="9360" y="75624"/>
                  <a:pt x="9374" y="75624"/>
                  <a:pt x="9404" y="75609"/>
                </a:cubicBezTo>
                <a:close/>
                <a:moveTo>
                  <a:pt x="8948" y="75551"/>
                </a:moveTo>
                <a:cubicBezTo>
                  <a:pt x="8948" y="75595"/>
                  <a:pt x="8918" y="75624"/>
                  <a:pt x="8918" y="75683"/>
                </a:cubicBezTo>
                <a:cubicBezTo>
                  <a:pt x="8889" y="75698"/>
                  <a:pt x="8845" y="75712"/>
                  <a:pt x="8800" y="75757"/>
                </a:cubicBezTo>
                <a:cubicBezTo>
                  <a:pt x="8800" y="75712"/>
                  <a:pt x="8815" y="75668"/>
                  <a:pt x="8815" y="75624"/>
                </a:cubicBezTo>
                <a:cubicBezTo>
                  <a:pt x="8845" y="75609"/>
                  <a:pt x="8903" y="75565"/>
                  <a:pt x="8948" y="75551"/>
                </a:cubicBezTo>
                <a:close/>
                <a:moveTo>
                  <a:pt x="8006" y="75536"/>
                </a:moveTo>
                <a:cubicBezTo>
                  <a:pt x="8006" y="75595"/>
                  <a:pt x="8020" y="75639"/>
                  <a:pt x="8020" y="75698"/>
                </a:cubicBezTo>
                <a:cubicBezTo>
                  <a:pt x="7962" y="75727"/>
                  <a:pt x="7903" y="75757"/>
                  <a:pt x="7829" y="75786"/>
                </a:cubicBezTo>
                <a:cubicBezTo>
                  <a:pt x="7844" y="75757"/>
                  <a:pt x="7844" y="75698"/>
                  <a:pt x="7814" y="75639"/>
                </a:cubicBezTo>
                <a:cubicBezTo>
                  <a:pt x="7873" y="75595"/>
                  <a:pt x="7947" y="75565"/>
                  <a:pt x="8006" y="75536"/>
                </a:cubicBezTo>
                <a:close/>
                <a:moveTo>
                  <a:pt x="8521" y="75565"/>
                </a:moveTo>
                <a:lnTo>
                  <a:pt x="8521" y="75712"/>
                </a:lnTo>
                <a:cubicBezTo>
                  <a:pt x="8462" y="75742"/>
                  <a:pt x="8403" y="75757"/>
                  <a:pt x="8359" y="75786"/>
                </a:cubicBezTo>
                <a:lnTo>
                  <a:pt x="8359" y="75639"/>
                </a:lnTo>
                <a:cubicBezTo>
                  <a:pt x="8403" y="75624"/>
                  <a:pt x="8462" y="75595"/>
                  <a:pt x="8521" y="75565"/>
                </a:cubicBezTo>
                <a:close/>
                <a:moveTo>
                  <a:pt x="9110" y="75668"/>
                </a:moveTo>
                <a:lnTo>
                  <a:pt x="9110" y="75668"/>
                </a:lnTo>
                <a:cubicBezTo>
                  <a:pt x="9095" y="75698"/>
                  <a:pt x="9095" y="75742"/>
                  <a:pt x="9065" y="75757"/>
                </a:cubicBezTo>
                <a:cubicBezTo>
                  <a:pt x="9051" y="75771"/>
                  <a:pt x="9006" y="75786"/>
                  <a:pt x="8977" y="75830"/>
                </a:cubicBezTo>
                <a:cubicBezTo>
                  <a:pt x="8977" y="75786"/>
                  <a:pt x="8992" y="75757"/>
                  <a:pt x="8992" y="75742"/>
                </a:cubicBezTo>
                <a:cubicBezTo>
                  <a:pt x="9036" y="75712"/>
                  <a:pt x="9065" y="75683"/>
                  <a:pt x="9110" y="75668"/>
                </a:cubicBezTo>
                <a:close/>
                <a:moveTo>
                  <a:pt x="9213" y="75742"/>
                </a:moveTo>
                <a:cubicBezTo>
                  <a:pt x="9213" y="75771"/>
                  <a:pt x="9198" y="75786"/>
                  <a:pt x="9198" y="75815"/>
                </a:cubicBezTo>
                <a:cubicBezTo>
                  <a:pt x="9183" y="75830"/>
                  <a:pt x="9139" y="75845"/>
                  <a:pt x="9124" y="75860"/>
                </a:cubicBezTo>
                <a:cubicBezTo>
                  <a:pt x="9124" y="75845"/>
                  <a:pt x="9139" y="75830"/>
                  <a:pt x="9139" y="75786"/>
                </a:cubicBezTo>
                <a:cubicBezTo>
                  <a:pt x="9154" y="75771"/>
                  <a:pt x="9198" y="75757"/>
                  <a:pt x="9213" y="75742"/>
                </a:cubicBezTo>
                <a:close/>
                <a:moveTo>
                  <a:pt x="8742" y="75683"/>
                </a:moveTo>
                <a:cubicBezTo>
                  <a:pt x="8742" y="75712"/>
                  <a:pt x="8727" y="75771"/>
                  <a:pt x="8727" y="75815"/>
                </a:cubicBezTo>
                <a:cubicBezTo>
                  <a:pt x="8668" y="75830"/>
                  <a:pt x="8624" y="75860"/>
                  <a:pt x="8580" y="75889"/>
                </a:cubicBezTo>
                <a:cubicBezTo>
                  <a:pt x="8580" y="75845"/>
                  <a:pt x="8580" y="75786"/>
                  <a:pt x="8594" y="75757"/>
                </a:cubicBezTo>
                <a:cubicBezTo>
                  <a:pt x="8639" y="75742"/>
                  <a:pt x="8683" y="75698"/>
                  <a:pt x="8742" y="75683"/>
                </a:cubicBezTo>
                <a:close/>
                <a:moveTo>
                  <a:pt x="8271" y="75683"/>
                </a:moveTo>
                <a:lnTo>
                  <a:pt x="8271" y="75845"/>
                </a:lnTo>
                <a:cubicBezTo>
                  <a:pt x="8256" y="75860"/>
                  <a:pt x="8241" y="75860"/>
                  <a:pt x="8227" y="75889"/>
                </a:cubicBezTo>
                <a:lnTo>
                  <a:pt x="8109" y="75933"/>
                </a:lnTo>
                <a:cubicBezTo>
                  <a:pt x="8109" y="75889"/>
                  <a:pt x="8109" y="75830"/>
                  <a:pt x="8094" y="75771"/>
                </a:cubicBezTo>
                <a:cubicBezTo>
                  <a:pt x="8168" y="75742"/>
                  <a:pt x="8227" y="75698"/>
                  <a:pt x="8271" y="75683"/>
                </a:cubicBezTo>
                <a:close/>
                <a:moveTo>
                  <a:pt x="8903" y="75786"/>
                </a:moveTo>
                <a:cubicBezTo>
                  <a:pt x="8903" y="75830"/>
                  <a:pt x="8889" y="75860"/>
                  <a:pt x="8889" y="75904"/>
                </a:cubicBezTo>
                <a:cubicBezTo>
                  <a:pt x="8845" y="75918"/>
                  <a:pt x="8815" y="75963"/>
                  <a:pt x="8771" y="75977"/>
                </a:cubicBezTo>
                <a:lnTo>
                  <a:pt x="8771" y="75860"/>
                </a:lnTo>
                <a:cubicBezTo>
                  <a:pt x="8815" y="75845"/>
                  <a:pt x="8845" y="75815"/>
                  <a:pt x="8903" y="75786"/>
                </a:cubicBezTo>
                <a:close/>
                <a:moveTo>
                  <a:pt x="8506" y="75815"/>
                </a:moveTo>
                <a:cubicBezTo>
                  <a:pt x="8506" y="75860"/>
                  <a:pt x="8506" y="75904"/>
                  <a:pt x="8477" y="75963"/>
                </a:cubicBezTo>
                <a:cubicBezTo>
                  <a:pt x="8447" y="75977"/>
                  <a:pt x="8388" y="75992"/>
                  <a:pt x="8359" y="76036"/>
                </a:cubicBezTo>
                <a:lnTo>
                  <a:pt x="8359" y="75889"/>
                </a:lnTo>
                <a:cubicBezTo>
                  <a:pt x="8403" y="75860"/>
                  <a:pt x="8447" y="75830"/>
                  <a:pt x="8506" y="75815"/>
                </a:cubicBezTo>
                <a:close/>
                <a:moveTo>
                  <a:pt x="9036" y="75889"/>
                </a:moveTo>
                <a:lnTo>
                  <a:pt x="9036" y="75889"/>
                </a:lnTo>
                <a:cubicBezTo>
                  <a:pt x="9006" y="75918"/>
                  <a:pt x="9006" y="75933"/>
                  <a:pt x="8992" y="75977"/>
                </a:cubicBezTo>
                <a:cubicBezTo>
                  <a:pt x="8977" y="75977"/>
                  <a:pt x="8962" y="76007"/>
                  <a:pt x="8918" y="76036"/>
                </a:cubicBezTo>
                <a:cubicBezTo>
                  <a:pt x="8918" y="75992"/>
                  <a:pt x="8933" y="75977"/>
                  <a:pt x="8933" y="75933"/>
                </a:cubicBezTo>
                <a:cubicBezTo>
                  <a:pt x="8977" y="75918"/>
                  <a:pt x="8992" y="75904"/>
                  <a:pt x="9036" y="75889"/>
                </a:cubicBezTo>
                <a:close/>
                <a:moveTo>
                  <a:pt x="8020" y="75786"/>
                </a:moveTo>
                <a:lnTo>
                  <a:pt x="8020" y="75963"/>
                </a:lnTo>
                <a:cubicBezTo>
                  <a:pt x="7962" y="75992"/>
                  <a:pt x="7917" y="76007"/>
                  <a:pt x="7859" y="76051"/>
                </a:cubicBezTo>
                <a:cubicBezTo>
                  <a:pt x="7859" y="75992"/>
                  <a:pt x="7844" y="75933"/>
                  <a:pt x="7844" y="75889"/>
                </a:cubicBezTo>
                <a:cubicBezTo>
                  <a:pt x="7903" y="75860"/>
                  <a:pt x="7962" y="75830"/>
                  <a:pt x="8020" y="75786"/>
                </a:cubicBezTo>
                <a:close/>
                <a:moveTo>
                  <a:pt x="9124" y="75977"/>
                </a:moveTo>
                <a:lnTo>
                  <a:pt x="9124" y="75977"/>
                </a:lnTo>
                <a:cubicBezTo>
                  <a:pt x="9124" y="75978"/>
                  <a:pt x="9110" y="75992"/>
                  <a:pt x="9110" y="76007"/>
                </a:cubicBezTo>
                <a:cubicBezTo>
                  <a:pt x="9095" y="76036"/>
                  <a:pt x="9065" y="76051"/>
                  <a:pt x="9051" y="76051"/>
                </a:cubicBezTo>
                <a:cubicBezTo>
                  <a:pt x="9051" y="76021"/>
                  <a:pt x="9065" y="76007"/>
                  <a:pt x="9065" y="76007"/>
                </a:cubicBezTo>
                <a:cubicBezTo>
                  <a:pt x="9080" y="75992"/>
                  <a:pt x="9109" y="75992"/>
                  <a:pt x="9124" y="75977"/>
                </a:cubicBezTo>
                <a:close/>
                <a:moveTo>
                  <a:pt x="8697" y="75918"/>
                </a:moveTo>
                <a:cubicBezTo>
                  <a:pt x="8697" y="75963"/>
                  <a:pt x="8683" y="75992"/>
                  <a:pt x="8683" y="76051"/>
                </a:cubicBezTo>
                <a:cubicBezTo>
                  <a:pt x="8624" y="76066"/>
                  <a:pt x="8594" y="76080"/>
                  <a:pt x="8550" y="76124"/>
                </a:cubicBezTo>
                <a:cubicBezTo>
                  <a:pt x="8550" y="76080"/>
                  <a:pt x="8565" y="76036"/>
                  <a:pt x="8565" y="75992"/>
                </a:cubicBezTo>
                <a:cubicBezTo>
                  <a:pt x="8609" y="75977"/>
                  <a:pt x="8668" y="75933"/>
                  <a:pt x="8697" y="75918"/>
                </a:cubicBezTo>
                <a:close/>
                <a:moveTo>
                  <a:pt x="8271" y="75933"/>
                </a:moveTo>
                <a:lnTo>
                  <a:pt x="8271" y="76080"/>
                </a:lnTo>
                <a:cubicBezTo>
                  <a:pt x="8227" y="76110"/>
                  <a:pt x="8168" y="76139"/>
                  <a:pt x="8109" y="76154"/>
                </a:cubicBezTo>
                <a:lnTo>
                  <a:pt x="8109" y="76007"/>
                </a:lnTo>
                <a:cubicBezTo>
                  <a:pt x="8168" y="75992"/>
                  <a:pt x="8212" y="75963"/>
                  <a:pt x="8256" y="75933"/>
                </a:cubicBezTo>
                <a:close/>
                <a:moveTo>
                  <a:pt x="8845" y="76007"/>
                </a:moveTo>
                <a:cubicBezTo>
                  <a:pt x="8845" y="76051"/>
                  <a:pt x="8830" y="76080"/>
                  <a:pt x="8830" y="76110"/>
                </a:cubicBezTo>
                <a:cubicBezTo>
                  <a:pt x="8800" y="76139"/>
                  <a:pt x="8756" y="76154"/>
                  <a:pt x="8727" y="76183"/>
                </a:cubicBezTo>
                <a:cubicBezTo>
                  <a:pt x="8727" y="76139"/>
                  <a:pt x="8742" y="76110"/>
                  <a:pt x="8742" y="76080"/>
                </a:cubicBezTo>
                <a:cubicBezTo>
                  <a:pt x="8771" y="76066"/>
                  <a:pt x="8815" y="76036"/>
                  <a:pt x="8845" y="76007"/>
                </a:cubicBezTo>
                <a:close/>
                <a:moveTo>
                  <a:pt x="8962" y="76110"/>
                </a:moveTo>
                <a:lnTo>
                  <a:pt x="8962" y="76110"/>
                </a:lnTo>
                <a:cubicBezTo>
                  <a:pt x="8948" y="76124"/>
                  <a:pt x="8948" y="76139"/>
                  <a:pt x="8918" y="76183"/>
                </a:cubicBezTo>
                <a:lnTo>
                  <a:pt x="8874" y="76227"/>
                </a:lnTo>
                <a:cubicBezTo>
                  <a:pt x="8874" y="76213"/>
                  <a:pt x="8889" y="76198"/>
                  <a:pt x="8889" y="76154"/>
                </a:cubicBezTo>
                <a:cubicBezTo>
                  <a:pt x="8903" y="76139"/>
                  <a:pt x="8918" y="76124"/>
                  <a:pt x="8962" y="76110"/>
                </a:cubicBezTo>
                <a:close/>
                <a:moveTo>
                  <a:pt x="8477" y="76051"/>
                </a:moveTo>
                <a:cubicBezTo>
                  <a:pt x="8477" y="76080"/>
                  <a:pt x="8462" y="76139"/>
                  <a:pt x="8462" y="76183"/>
                </a:cubicBezTo>
                <a:cubicBezTo>
                  <a:pt x="8433" y="76213"/>
                  <a:pt x="8374" y="76227"/>
                  <a:pt x="8330" y="76272"/>
                </a:cubicBezTo>
                <a:cubicBezTo>
                  <a:pt x="8330" y="76213"/>
                  <a:pt x="8359" y="76183"/>
                  <a:pt x="8359" y="76124"/>
                </a:cubicBezTo>
                <a:cubicBezTo>
                  <a:pt x="8388" y="76110"/>
                  <a:pt x="8447" y="76066"/>
                  <a:pt x="8477" y="76051"/>
                </a:cubicBezTo>
                <a:close/>
                <a:moveTo>
                  <a:pt x="8035" y="76051"/>
                </a:moveTo>
                <a:lnTo>
                  <a:pt x="8035" y="76213"/>
                </a:lnTo>
                <a:cubicBezTo>
                  <a:pt x="8006" y="76227"/>
                  <a:pt x="7947" y="76272"/>
                  <a:pt x="7903" y="76286"/>
                </a:cubicBezTo>
                <a:lnTo>
                  <a:pt x="7888" y="76286"/>
                </a:lnTo>
                <a:cubicBezTo>
                  <a:pt x="7888" y="76227"/>
                  <a:pt x="7888" y="76169"/>
                  <a:pt x="7873" y="76124"/>
                </a:cubicBezTo>
                <a:cubicBezTo>
                  <a:pt x="7932" y="76124"/>
                  <a:pt x="7991" y="76080"/>
                  <a:pt x="8035" y="76051"/>
                </a:cubicBezTo>
                <a:close/>
                <a:moveTo>
                  <a:pt x="8639" y="76154"/>
                </a:moveTo>
                <a:cubicBezTo>
                  <a:pt x="8639" y="76198"/>
                  <a:pt x="8624" y="76227"/>
                  <a:pt x="8624" y="76272"/>
                </a:cubicBezTo>
                <a:cubicBezTo>
                  <a:pt x="8594" y="76286"/>
                  <a:pt x="8550" y="76301"/>
                  <a:pt x="8521" y="76345"/>
                </a:cubicBezTo>
                <a:cubicBezTo>
                  <a:pt x="8521" y="76301"/>
                  <a:pt x="8536" y="76272"/>
                  <a:pt x="8536" y="76227"/>
                </a:cubicBezTo>
                <a:cubicBezTo>
                  <a:pt x="8580" y="76213"/>
                  <a:pt x="8609" y="76169"/>
                  <a:pt x="8639" y="76154"/>
                </a:cubicBezTo>
                <a:close/>
                <a:moveTo>
                  <a:pt x="8771" y="76227"/>
                </a:moveTo>
                <a:cubicBezTo>
                  <a:pt x="8771" y="76257"/>
                  <a:pt x="8756" y="76286"/>
                  <a:pt x="8756" y="76301"/>
                </a:cubicBezTo>
                <a:lnTo>
                  <a:pt x="8668" y="76404"/>
                </a:lnTo>
                <a:cubicBezTo>
                  <a:pt x="8668" y="76360"/>
                  <a:pt x="8683" y="76345"/>
                  <a:pt x="8683" y="76301"/>
                </a:cubicBezTo>
                <a:cubicBezTo>
                  <a:pt x="8727" y="76286"/>
                  <a:pt x="8742" y="76272"/>
                  <a:pt x="8771" y="76227"/>
                </a:cubicBezTo>
                <a:close/>
                <a:moveTo>
                  <a:pt x="8256" y="76183"/>
                </a:moveTo>
                <a:cubicBezTo>
                  <a:pt x="8256" y="76227"/>
                  <a:pt x="8256" y="76272"/>
                  <a:pt x="8241" y="76331"/>
                </a:cubicBezTo>
                <a:cubicBezTo>
                  <a:pt x="8212" y="76360"/>
                  <a:pt x="8153" y="76375"/>
                  <a:pt x="8109" y="76419"/>
                </a:cubicBezTo>
                <a:lnTo>
                  <a:pt x="8109" y="76272"/>
                </a:lnTo>
                <a:cubicBezTo>
                  <a:pt x="8168" y="76227"/>
                  <a:pt x="8227" y="76198"/>
                  <a:pt x="8256" y="76183"/>
                </a:cubicBezTo>
                <a:close/>
                <a:moveTo>
                  <a:pt x="8845" y="76365"/>
                </a:moveTo>
                <a:cubicBezTo>
                  <a:pt x="8845" y="76368"/>
                  <a:pt x="8845" y="76371"/>
                  <a:pt x="8845" y="76375"/>
                </a:cubicBezTo>
                <a:lnTo>
                  <a:pt x="8815" y="76419"/>
                </a:lnTo>
                <a:cubicBezTo>
                  <a:pt x="8815" y="76389"/>
                  <a:pt x="8830" y="76375"/>
                  <a:pt x="8830" y="76375"/>
                </a:cubicBezTo>
                <a:lnTo>
                  <a:pt x="8845" y="76365"/>
                </a:lnTo>
                <a:close/>
                <a:moveTo>
                  <a:pt x="8447" y="76286"/>
                </a:moveTo>
                <a:cubicBezTo>
                  <a:pt x="8447" y="76331"/>
                  <a:pt x="8418" y="76360"/>
                  <a:pt x="8418" y="76419"/>
                </a:cubicBezTo>
                <a:cubicBezTo>
                  <a:pt x="8388" y="76434"/>
                  <a:pt x="8359" y="76448"/>
                  <a:pt x="8315" y="76492"/>
                </a:cubicBezTo>
                <a:cubicBezTo>
                  <a:pt x="8315" y="76448"/>
                  <a:pt x="8330" y="76404"/>
                  <a:pt x="8330" y="76360"/>
                </a:cubicBezTo>
                <a:cubicBezTo>
                  <a:pt x="8374" y="76345"/>
                  <a:pt x="8403" y="76301"/>
                  <a:pt x="8447" y="76286"/>
                </a:cubicBezTo>
                <a:close/>
                <a:moveTo>
                  <a:pt x="8035" y="76301"/>
                </a:moveTo>
                <a:lnTo>
                  <a:pt x="8035" y="76448"/>
                </a:lnTo>
                <a:cubicBezTo>
                  <a:pt x="8006" y="76492"/>
                  <a:pt x="7947" y="76507"/>
                  <a:pt x="7903" y="76551"/>
                </a:cubicBezTo>
                <a:lnTo>
                  <a:pt x="7903" y="76404"/>
                </a:lnTo>
                <a:cubicBezTo>
                  <a:pt x="7903" y="76375"/>
                  <a:pt x="7932" y="76375"/>
                  <a:pt x="7947" y="76360"/>
                </a:cubicBezTo>
                <a:cubicBezTo>
                  <a:pt x="7991" y="76345"/>
                  <a:pt x="8006" y="76331"/>
                  <a:pt x="8035" y="76301"/>
                </a:cubicBezTo>
                <a:close/>
                <a:moveTo>
                  <a:pt x="8594" y="76375"/>
                </a:moveTo>
                <a:cubicBezTo>
                  <a:pt x="8594" y="76419"/>
                  <a:pt x="8580" y="76448"/>
                  <a:pt x="8580" y="76478"/>
                </a:cubicBezTo>
                <a:cubicBezTo>
                  <a:pt x="8536" y="76492"/>
                  <a:pt x="8521" y="76522"/>
                  <a:pt x="8477" y="76551"/>
                </a:cubicBezTo>
                <a:cubicBezTo>
                  <a:pt x="8477" y="76522"/>
                  <a:pt x="8506" y="76492"/>
                  <a:pt x="8506" y="76448"/>
                </a:cubicBezTo>
                <a:cubicBezTo>
                  <a:pt x="8536" y="76434"/>
                  <a:pt x="8550" y="76404"/>
                  <a:pt x="8594" y="76375"/>
                </a:cubicBezTo>
                <a:close/>
                <a:moveTo>
                  <a:pt x="8727" y="76448"/>
                </a:moveTo>
                <a:cubicBezTo>
                  <a:pt x="8697" y="76492"/>
                  <a:pt x="8683" y="76507"/>
                  <a:pt x="8683" y="76522"/>
                </a:cubicBezTo>
                <a:lnTo>
                  <a:pt x="8624" y="76581"/>
                </a:lnTo>
                <a:cubicBezTo>
                  <a:pt x="8624" y="76566"/>
                  <a:pt x="8639" y="76551"/>
                  <a:pt x="8639" y="76507"/>
                </a:cubicBezTo>
                <a:cubicBezTo>
                  <a:pt x="8668" y="76492"/>
                  <a:pt x="8683" y="76478"/>
                  <a:pt x="8727" y="76448"/>
                </a:cubicBezTo>
                <a:close/>
                <a:moveTo>
                  <a:pt x="8241" y="76419"/>
                </a:moveTo>
                <a:cubicBezTo>
                  <a:pt x="8241" y="76448"/>
                  <a:pt x="8227" y="76507"/>
                  <a:pt x="8227" y="76551"/>
                </a:cubicBezTo>
                <a:cubicBezTo>
                  <a:pt x="8182" y="76581"/>
                  <a:pt x="8153" y="76625"/>
                  <a:pt x="8109" y="76640"/>
                </a:cubicBezTo>
                <a:lnTo>
                  <a:pt x="8109" y="76507"/>
                </a:lnTo>
                <a:cubicBezTo>
                  <a:pt x="8153" y="76478"/>
                  <a:pt x="8212" y="76448"/>
                  <a:pt x="8241" y="76419"/>
                </a:cubicBezTo>
                <a:close/>
                <a:moveTo>
                  <a:pt x="8388" y="76522"/>
                </a:moveTo>
                <a:cubicBezTo>
                  <a:pt x="8388" y="76566"/>
                  <a:pt x="8374" y="76595"/>
                  <a:pt x="8374" y="76640"/>
                </a:cubicBezTo>
                <a:cubicBezTo>
                  <a:pt x="8330" y="76654"/>
                  <a:pt x="8315" y="76698"/>
                  <a:pt x="8285" y="76713"/>
                </a:cubicBezTo>
                <a:cubicBezTo>
                  <a:pt x="8300" y="76669"/>
                  <a:pt x="8300" y="76640"/>
                  <a:pt x="8300" y="76595"/>
                </a:cubicBezTo>
                <a:cubicBezTo>
                  <a:pt x="8330" y="76581"/>
                  <a:pt x="8374" y="76551"/>
                  <a:pt x="8388" y="76522"/>
                </a:cubicBezTo>
                <a:close/>
                <a:moveTo>
                  <a:pt x="8521" y="76625"/>
                </a:moveTo>
                <a:cubicBezTo>
                  <a:pt x="8521" y="76640"/>
                  <a:pt x="8506" y="76669"/>
                  <a:pt x="8506" y="76698"/>
                </a:cubicBezTo>
                <a:cubicBezTo>
                  <a:pt x="8477" y="76728"/>
                  <a:pt x="8462" y="76743"/>
                  <a:pt x="8433" y="76772"/>
                </a:cubicBezTo>
                <a:cubicBezTo>
                  <a:pt x="8433" y="76728"/>
                  <a:pt x="8447" y="76713"/>
                  <a:pt x="8447" y="76669"/>
                </a:cubicBezTo>
                <a:cubicBezTo>
                  <a:pt x="8462" y="76654"/>
                  <a:pt x="8506" y="76640"/>
                  <a:pt x="8521" y="76625"/>
                </a:cubicBezTo>
                <a:close/>
                <a:moveTo>
                  <a:pt x="8609" y="76731"/>
                </a:moveTo>
                <a:cubicBezTo>
                  <a:pt x="8609" y="76735"/>
                  <a:pt x="8609" y="76739"/>
                  <a:pt x="8609" y="76743"/>
                </a:cubicBezTo>
                <a:lnTo>
                  <a:pt x="8580" y="76787"/>
                </a:lnTo>
                <a:cubicBezTo>
                  <a:pt x="8580" y="76757"/>
                  <a:pt x="8594" y="76743"/>
                  <a:pt x="8594" y="76743"/>
                </a:cubicBezTo>
                <a:cubicBezTo>
                  <a:pt x="8600" y="76737"/>
                  <a:pt x="8605" y="76734"/>
                  <a:pt x="8609" y="76731"/>
                </a:cubicBezTo>
                <a:close/>
                <a:moveTo>
                  <a:pt x="8035" y="76566"/>
                </a:moveTo>
                <a:cubicBezTo>
                  <a:pt x="8035" y="76625"/>
                  <a:pt x="8035" y="76654"/>
                  <a:pt x="8020" y="76713"/>
                </a:cubicBezTo>
                <a:cubicBezTo>
                  <a:pt x="7991" y="76743"/>
                  <a:pt x="7947" y="76772"/>
                  <a:pt x="7888" y="76801"/>
                </a:cubicBezTo>
                <a:lnTo>
                  <a:pt x="7888" y="76654"/>
                </a:lnTo>
                <a:cubicBezTo>
                  <a:pt x="7947" y="76625"/>
                  <a:pt x="7991" y="76581"/>
                  <a:pt x="8035" y="76566"/>
                </a:cubicBezTo>
                <a:close/>
                <a:moveTo>
                  <a:pt x="8227" y="76669"/>
                </a:moveTo>
                <a:cubicBezTo>
                  <a:pt x="8227" y="76713"/>
                  <a:pt x="8197" y="76743"/>
                  <a:pt x="8197" y="76801"/>
                </a:cubicBezTo>
                <a:cubicBezTo>
                  <a:pt x="8168" y="76816"/>
                  <a:pt x="8138" y="76846"/>
                  <a:pt x="8094" y="76875"/>
                </a:cubicBezTo>
                <a:cubicBezTo>
                  <a:pt x="8094" y="76846"/>
                  <a:pt x="8094" y="76801"/>
                  <a:pt x="8109" y="76743"/>
                </a:cubicBezTo>
                <a:cubicBezTo>
                  <a:pt x="8153" y="76728"/>
                  <a:pt x="8182" y="76698"/>
                  <a:pt x="8227" y="76669"/>
                </a:cubicBezTo>
                <a:close/>
                <a:moveTo>
                  <a:pt x="8359" y="76772"/>
                </a:moveTo>
                <a:cubicBezTo>
                  <a:pt x="8359" y="76801"/>
                  <a:pt x="8330" y="76846"/>
                  <a:pt x="8330" y="76860"/>
                </a:cubicBezTo>
                <a:cubicBezTo>
                  <a:pt x="8300" y="76875"/>
                  <a:pt x="8271" y="76890"/>
                  <a:pt x="8256" y="76934"/>
                </a:cubicBezTo>
                <a:cubicBezTo>
                  <a:pt x="8256" y="76890"/>
                  <a:pt x="8271" y="76860"/>
                  <a:pt x="8271" y="76846"/>
                </a:cubicBezTo>
                <a:cubicBezTo>
                  <a:pt x="8300" y="76816"/>
                  <a:pt x="8330" y="76801"/>
                  <a:pt x="8359" y="76772"/>
                </a:cubicBezTo>
                <a:close/>
                <a:moveTo>
                  <a:pt x="8447" y="76846"/>
                </a:moveTo>
                <a:cubicBezTo>
                  <a:pt x="8447" y="76875"/>
                  <a:pt x="8447" y="76890"/>
                  <a:pt x="8433" y="76919"/>
                </a:cubicBezTo>
                <a:lnTo>
                  <a:pt x="8374" y="76963"/>
                </a:lnTo>
                <a:cubicBezTo>
                  <a:pt x="8374" y="76949"/>
                  <a:pt x="8388" y="76934"/>
                  <a:pt x="8388" y="76890"/>
                </a:cubicBezTo>
                <a:lnTo>
                  <a:pt x="8447" y="76846"/>
                </a:lnTo>
                <a:close/>
                <a:moveTo>
                  <a:pt x="8006" y="76801"/>
                </a:moveTo>
                <a:cubicBezTo>
                  <a:pt x="8006" y="76846"/>
                  <a:pt x="7991" y="76890"/>
                  <a:pt x="7991" y="76934"/>
                </a:cubicBezTo>
                <a:cubicBezTo>
                  <a:pt x="7962" y="76963"/>
                  <a:pt x="7932" y="77007"/>
                  <a:pt x="7888" y="77022"/>
                </a:cubicBezTo>
                <a:lnTo>
                  <a:pt x="7888" y="76890"/>
                </a:lnTo>
                <a:cubicBezTo>
                  <a:pt x="7932" y="76860"/>
                  <a:pt x="7962" y="76846"/>
                  <a:pt x="8006" y="76801"/>
                </a:cubicBezTo>
                <a:close/>
                <a:moveTo>
                  <a:pt x="8168" y="76919"/>
                </a:moveTo>
                <a:cubicBezTo>
                  <a:pt x="8168" y="76949"/>
                  <a:pt x="8153" y="76993"/>
                  <a:pt x="8153" y="77022"/>
                </a:cubicBezTo>
                <a:cubicBezTo>
                  <a:pt x="8109" y="77037"/>
                  <a:pt x="8094" y="77081"/>
                  <a:pt x="8065" y="77096"/>
                </a:cubicBezTo>
                <a:cubicBezTo>
                  <a:pt x="8079" y="77066"/>
                  <a:pt x="8079" y="77022"/>
                  <a:pt x="8079" y="76993"/>
                </a:cubicBezTo>
                <a:cubicBezTo>
                  <a:pt x="8109" y="76963"/>
                  <a:pt x="8153" y="76934"/>
                  <a:pt x="8168" y="76919"/>
                </a:cubicBezTo>
                <a:close/>
                <a:moveTo>
                  <a:pt x="8271" y="77007"/>
                </a:moveTo>
                <a:cubicBezTo>
                  <a:pt x="8271" y="77022"/>
                  <a:pt x="8271" y="77066"/>
                  <a:pt x="8256" y="77081"/>
                </a:cubicBezTo>
                <a:lnTo>
                  <a:pt x="8212" y="77140"/>
                </a:lnTo>
                <a:cubicBezTo>
                  <a:pt x="8212" y="77110"/>
                  <a:pt x="8227" y="77081"/>
                  <a:pt x="8227" y="77066"/>
                </a:cubicBezTo>
                <a:lnTo>
                  <a:pt x="8271" y="77007"/>
                </a:lnTo>
                <a:close/>
                <a:moveTo>
                  <a:pt x="8374" y="77096"/>
                </a:moveTo>
                <a:cubicBezTo>
                  <a:pt x="8374" y="77110"/>
                  <a:pt x="8359" y="77110"/>
                  <a:pt x="8359" y="77140"/>
                </a:cubicBezTo>
                <a:cubicBezTo>
                  <a:pt x="8359" y="77155"/>
                  <a:pt x="8330" y="77155"/>
                  <a:pt x="8330" y="77169"/>
                </a:cubicBezTo>
                <a:cubicBezTo>
                  <a:pt x="8330" y="77155"/>
                  <a:pt x="8330" y="77140"/>
                  <a:pt x="8359" y="77140"/>
                </a:cubicBezTo>
                <a:cubicBezTo>
                  <a:pt x="8359" y="77110"/>
                  <a:pt x="8359" y="77096"/>
                  <a:pt x="8374" y="77096"/>
                </a:cubicBezTo>
                <a:close/>
                <a:moveTo>
                  <a:pt x="8006" y="77066"/>
                </a:moveTo>
                <a:cubicBezTo>
                  <a:pt x="8006" y="77096"/>
                  <a:pt x="7991" y="77140"/>
                  <a:pt x="7991" y="77184"/>
                </a:cubicBezTo>
                <a:cubicBezTo>
                  <a:pt x="7932" y="77213"/>
                  <a:pt x="7903" y="77228"/>
                  <a:pt x="7873" y="77258"/>
                </a:cubicBezTo>
                <a:cubicBezTo>
                  <a:pt x="7873" y="77228"/>
                  <a:pt x="7873" y="77184"/>
                  <a:pt x="7888" y="77140"/>
                </a:cubicBezTo>
                <a:cubicBezTo>
                  <a:pt x="7932" y="77110"/>
                  <a:pt x="7962" y="77081"/>
                  <a:pt x="8006" y="77066"/>
                </a:cubicBezTo>
                <a:close/>
                <a:moveTo>
                  <a:pt x="8109" y="77155"/>
                </a:moveTo>
                <a:cubicBezTo>
                  <a:pt x="8109" y="77184"/>
                  <a:pt x="8094" y="77213"/>
                  <a:pt x="8094" y="77243"/>
                </a:cubicBezTo>
                <a:lnTo>
                  <a:pt x="8020" y="77317"/>
                </a:lnTo>
                <a:cubicBezTo>
                  <a:pt x="8020" y="77287"/>
                  <a:pt x="8035" y="77243"/>
                  <a:pt x="8035" y="77228"/>
                </a:cubicBezTo>
                <a:lnTo>
                  <a:pt x="8109" y="77155"/>
                </a:lnTo>
                <a:close/>
                <a:moveTo>
                  <a:pt x="8227" y="77243"/>
                </a:moveTo>
                <a:cubicBezTo>
                  <a:pt x="8212" y="77258"/>
                  <a:pt x="8212" y="77287"/>
                  <a:pt x="8212" y="77302"/>
                </a:cubicBezTo>
                <a:lnTo>
                  <a:pt x="8168" y="77331"/>
                </a:lnTo>
                <a:cubicBezTo>
                  <a:pt x="8168" y="77317"/>
                  <a:pt x="8168" y="77302"/>
                  <a:pt x="8182" y="77272"/>
                </a:cubicBezTo>
                <a:lnTo>
                  <a:pt x="8227" y="77243"/>
                </a:lnTo>
                <a:close/>
                <a:moveTo>
                  <a:pt x="7947" y="77302"/>
                </a:moveTo>
                <a:cubicBezTo>
                  <a:pt x="7947" y="77331"/>
                  <a:pt x="7932" y="77375"/>
                  <a:pt x="7932" y="77405"/>
                </a:cubicBezTo>
                <a:cubicBezTo>
                  <a:pt x="7917" y="77434"/>
                  <a:pt x="7873" y="77464"/>
                  <a:pt x="7844" y="77478"/>
                </a:cubicBezTo>
                <a:cubicBezTo>
                  <a:pt x="7844" y="77449"/>
                  <a:pt x="7859" y="77405"/>
                  <a:pt x="7859" y="77375"/>
                </a:cubicBezTo>
                <a:cubicBezTo>
                  <a:pt x="7888" y="77361"/>
                  <a:pt x="7932" y="77317"/>
                  <a:pt x="7947" y="77302"/>
                </a:cubicBezTo>
                <a:close/>
                <a:moveTo>
                  <a:pt x="8094" y="77390"/>
                </a:moveTo>
                <a:lnTo>
                  <a:pt x="8094" y="77390"/>
                </a:lnTo>
                <a:cubicBezTo>
                  <a:pt x="8065" y="77405"/>
                  <a:pt x="8065" y="77434"/>
                  <a:pt x="8065" y="77464"/>
                </a:cubicBezTo>
                <a:lnTo>
                  <a:pt x="8006" y="77523"/>
                </a:lnTo>
                <a:cubicBezTo>
                  <a:pt x="8006" y="77508"/>
                  <a:pt x="8020" y="77464"/>
                  <a:pt x="8020" y="77449"/>
                </a:cubicBezTo>
                <a:cubicBezTo>
                  <a:pt x="8035" y="77434"/>
                  <a:pt x="8065" y="77405"/>
                  <a:pt x="8094" y="77390"/>
                </a:cubicBezTo>
                <a:close/>
                <a:moveTo>
                  <a:pt x="7903" y="77537"/>
                </a:moveTo>
                <a:cubicBezTo>
                  <a:pt x="7888" y="77581"/>
                  <a:pt x="7888" y="77596"/>
                  <a:pt x="7888" y="77626"/>
                </a:cubicBezTo>
                <a:cubicBezTo>
                  <a:pt x="7873" y="77655"/>
                  <a:pt x="7859" y="77684"/>
                  <a:pt x="7814" y="77699"/>
                </a:cubicBezTo>
                <a:cubicBezTo>
                  <a:pt x="7814" y="77670"/>
                  <a:pt x="7829" y="77626"/>
                  <a:pt x="7829" y="77611"/>
                </a:cubicBezTo>
                <a:cubicBezTo>
                  <a:pt x="7859" y="77596"/>
                  <a:pt x="7888" y="77581"/>
                  <a:pt x="7903" y="77537"/>
                </a:cubicBezTo>
                <a:close/>
                <a:moveTo>
                  <a:pt x="8020" y="77611"/>
                </a:moveTo>
                <a:cubicBezTo>
                  <a:pt x="8006" y="77655"/>
                  <a:pt x="8006" y="77655"/>
                  <a:pt x="7991" y="77670"/>
                </a:cubicBezTo>
                <a:cubicBezTo>
                  <a:pt x="7962" y="77684"/>
                  <a:pt x="7947" y="77699"/>
                  <a:pt x="7947" y="77729"/>
                </a:cubicBezTo>
                <a:cubicBezTo>
                  <a:pt x="7947" y="77699"/>
                  <a:pt x="7947" y="77684"/>
                  <a:pt x="7962" y="77670"/>
                </a:cubicBezTo>
                <a:lnTo>
                  <a:pt x="8020" y="77611"/>
                </a:lnTo>
                <a:close/>
                <a:moveTo>
                  <a:pt x="7859" y="77773"/>
                </a:moveTo>
                <a:lnTo>
                  <a:pt x="7859" y="77773"/>
                </a:lnTo>
                <a:cubicBezTo>
                  <a:pt x="7844" y="77817"/>
                  <a:pt x="7844" y="77832"/>
                  <a:pt x="7844" y="77846"/>
                </a:cubicBezTo>
                <a:lnTo>
                  <a:pt x="7785" y="77905"/>
                </a:lnTo>
                <a:cubicBezTo>
                  <a:pt x="7785" y="77890"/>
                  <a:pt x="7800" y="77846"/>
                  <a:pt x="7800" y="77832"/>
                </a:cubicBezTo>
                <a:lnTo>
                  <a:pt x="7859" y="77773"/>
                </a:lnTo>
                <a:close/>
                <a:moveTo>
                  <a:pt x="7800" y="78023"/>
                </a:moveTo>
                <a:cubicBezTo>
                  <a:pt x="7785" y="78038"/>
                  <a:pt x="7785" y="78052"/>
                  <a:pt x="7785" y="78067"/>
                </a:cubicBezTo>
                <a:cubicBezTo>
                  <a:pt x="7770" y="78096"/>
                  <a:pt x="7770" y="78111"/>
                  <a:pt x="7741" y="78111"/>
                </a:cubicBezTo>
                <a:cubicBezTo>
                  <a:pt x="7741" y="78096"/>
                  <a:pt x="7741" y="78067"/>
                  <a:pt x="7770" y="78052"/>
                </a:cubicBezTo>
                <a:cubicBezTo>
                  <a:pt x="7785" y="78038"/>
                  <a:pt x="7785" y="78023"/>
                  <a:pt x="7800" y="78023"/>
                </a:cubicBezTo>
                <a:close/>
                <a:moveTo>
                  <a:pt x="7535" y="74859"/>
                </a:moveTo>
                <a:cubicBezTo>
                  <a:pt x="7564" y="74918"/>
                  <a:pt x="7579" y="74977"/>
                  <a:pt x="7594" y="75050"/>
                </a:cubicBezTo>
                <a:cubicBezTo>
                  <a:pt x="7064" y="75271"/>
                  <a:pt x="6534" y="75521"/>
                  <a:pt x="6019" y="75815"/>
                </a:cubicBezTo>
                <a:cubicBezTo>
                  <a:pt x="3723" y="77110"/>
                  <a:pt x="1987" y="79392"/>
                  <a:pt x="1266" y="81893"/>
                </a:cubicBezTo>
                <a:cubicBezTo>
                  <a:pt x="1913" y="79230"/>
                  <a:pt x="3694" y="76816"/>
                  <a:pt x="6107" y="75521"/>
                </a:cubicBezTo>
                <a:cubicBezTo>
                  <a:pt x="6564" y="75256"/>
                  <a:pt x="7049" y="75050"/>
                  <a:pt x="7535" y="74859"/>
                </a:cubicBezTo>
                <a:close/>
                <a:moveTo>
                  <a:pt x="7638" y="75109"/>
                </a:moveTo>
                <a:cubicBezTo>
                  <a:pt x="7638" y="75183"/>
                  <a:pt x="7653" y="75256"/>
                  <a:pt x="7667" y="75315"/>
                </a:cubicBezTo>
                <a:cubicBezTo>
                  <a:pt x="7108" y="75565"/>
                  <a:pt x="6519" y="75845"/>
                  <a:pt x="5975" y="76183"/>
                </a:cubicBezTo>
                <a:cubicBezTo>
                  <a:pt x="3738" y="77508"/>
                  <a:pt x="2075" y="79642"/>
                  <a:pt x="1339" y="82026"/>
                </a:cubicBezTo>
                <a:cubicBezTo>
                  <a:pt x="2016" y="79495"/>
                  <a:pt x="3753" y="77184"/>
                  <a:pt x="6063" y="75860"/>
                </a:cubicBezTo>
                <a:cubicBezTo>
                  <a:pt x="6564" y="75565"/>
                  <a:pt x="7093" y="75330"/>
                  <a:pt x="7638" y="75109"/>
                </a:cubicBezTo>
                <a:close/>
                <a:moveTo>
                  <a:pt x="7682" y="75403"/>
                </a:moveTo>
                <a:cubicBezTo>
                  <a:pt x="7711" y="75462"/>
                  <a:pt x="7711" y="75536"/>
                  <a:pt x="7726" y="75595"/>
                </a:cubicBezTo>
                <a:cubicBezTo>
                  <a:pt x="7123" y="75889"/>
                  <a:pt x="6519" y="76198"/>
                  <a:pt x="5931" y="76537"/>
                </a:cubicBezTo>
                <a:cubicBezTo>
                  <a:pt x="3635" y="77964"/>
                  <a:pt x="1957" y="80201"/>
                  <a:pt x="1251" y="82629"/>
                </a:cubicBezTo>
                <a:cubicBezTo>
                  <a:pt x="1884" y="80039"/>
                  <a:pt x="3606" y="77670"/>
                  <a:pt x="6019" y="76257"/>
                </a:cubicBezTo>
                <a:cubicBezTo>
                  <a:pt x="6549" y="75933"/>
                  <a:pt x="7123" y="75668"/>
                  <a:pt x="7682" y="75403"/>
                </a:cubicBezTo>
                <a:close/>
                <a:moveTo>
                  <a:pt x="7741" y="75668"/>
                </a:moveTo>
                <a:cubicBezTo>
                  <a:pt x="7770" y="75712"/>
                  <a:pt x="7770" y="75771"/>
                  <a:pt x="7770" y="75845"/>
                </a:cubicBezTo>
                <a:cubicBezTo>
                  <a:pt x="7123" y="76183"/>
                  <a:pt x="6490" y="76522"/>
                  <a:pt x="5872" y="76919"/>
                </a:cubicBezTo>
                <a:cubicBezTo>
                  <a:pt x="3606" y="78361"/>
                  <a:pt x="1913" y="80628"/>
                  <a:pt x="1221" y="83041"/>
                </a:cubicBezTo>
                <a:cubicBezTo>
                  <a:pt x="1854" y="80466"/>
                  <a:pt x="3591" y="78096"/>
                  <a:pt x="5960" y="76625"/>
                </a:cubicBezTo>
                <a:cubicBezTo>
                  <a:pt x="6534" y="76272"/>
                  <a:pt x="7137" y="75963"/>
                  <a:pt x="7741" y="75668"/>
                </a:cubicBezTo>
                <a:close/>
                <a:moveTo>
                  <a:pt x="7785" y="75933"/>
                </a:moveTo>
                <a:cubicBezTo>
                  <a:pt x="7785" y="75992"/>
                  <a:pt x="7800" y="76051"/>
                  <a:pt x="7800" y="76110"/>
                </a:cubicBezTo>
                <a:cubicBezTo>
                  <a:pt x="7137" y="76478"/>
                  <a:pt x="6475" y="76860"/>
                  <a:pt x="5828" y="77272"/>
                </a:cubicBezTo>
                <a:cubicBezTo>
                  <a:pt x="3591" y="78788"/>
                  <a:pt x="1943" y="80981"/>
                  <a:pt x="1236" y="83321"/>
                </a:cubicBezTo>
                <a:cubicBezTo>
                  <a:pt x="1884" y="80834"/>
                  <a:pt x="3591" y="78494"/>
                  <a:pt x="5931" y="76993"/>
                </a:cubicBezTo>
                <a:cubicBezTo>
                  <a:pt x="6534" y="76595"/>
                  <a:pt x="7152" y="76257"/>
                  <a:pt x="7785" y="75933"/>
                </a:cubicBezTo>
                <a:close/>
                <a:moveTo>
                  <a:pt x="7800" y="76198"/>
                </a:moveTo>
                <a:cubicBezTo>
                  <a:pt x="7800" y="76257"/>
                  <a:pt x="7800" y="76301"/>
                  <a:pt x="7814" y="76360"/>
                </a:cubicBezTo>
                <a:cubicBezTo>
                  <a:pt x="7137" y="76757"/>
                  <a:pt x="6461" y="77184"/>
                  <a:pt x="5784" y="77670"/>
                </a:cubicBezTo>
                <a:cubicBezTo>
                  <a:pt x="3517" y="79244"/>
                  <a:pt x="1884" y="81496"/>
                  <a:pt x="1177" y="83836"/>
                </a:cubicBezTo>
                <a:cubicBezTo>
                  <a:pt x="1781" y="81305"/>
                  <a:pt x="3473" y="78950"/>
                  <a:pt x="5872" y="77361"/>
                </a:cubicBezTo>
                <a:cubicBezTo>
                  <a:pt x="6490" y="76934"/>
                  <a:pt x="7152" y="76551"/>
                  <a:pt x="7800" y="76198"/>
                </a:cubicBezTo>
                <a:close/>
                <a:moveTo>
                  <a:pt x="7800" y="76448"/>
                </a:moveTo>
                <a:lnTo>
                  <a:pt x="7800" y="76625"/>
                </a:lnTo>
                <a:cubicBezTo>
                  <a:pt x="7726" y="76669"/>
                  <a:pt x="7638" y="76728"/>
                  <a:pt x="7564" y="76787"/>
                </a:cubicBezTo>
                <a:cubicBezTo>
                  <a:pt x="6961" y="77184"/>
                  <a:pt x="6313" y="77596"/>
                  <a:pt x="5710" y="78052"/>
                </a:cubicBezTo>
                <a:cubicBezTo>
                  <a:pt x="3458" y="79701"/>
                  <a:pt x="1854" y="81864"/>
                  <a:pt x="1163" y="84145"/>
                </a:cubicBezTo>
                <a:cubicBezTo>
                  <a:pt x="1825" y="81673"/>
                  <a:pt x="3473" y="79362"/>
                  <a:pt x="5813" y="77729"/>
                </a:cubicBezTo>
                <a:cubicBezTo>
                  <a:pt x="6475" y="77258"/>
                  <a:pt x="7152" y="76846"/>
                  <a:pt x="7800" y="76448"/>
                </a:cubicBezTo>
                <a:close/>
                <a:moveTo>
                  <a:pt x="7829" y="76698"/>
                </a:moveTo>
                <a:lnTo>
                  <a:pt x="7829" y="76846"/>
                </a:lnTo>
                <a:cubicBezTo>
                  <a:pt x="7653" y="76963"/>
                  <a:pt x="7447" y="77110"/>
                  <a:pt x="7270" y="77243"/>
                </a:cubicBezTo>
                <a:cubicBezTo>
                  <a:pt x="6755" y="77611"/>
                  <a:pt x="6210" y="77979"/>
                  <a:pt x="5695" y="78391"/>
                </a:cubicBezTo>
                <a:cubicBezTo>
                  <a:pt x="3414" y="80113"/>
                  <a:pt x="1825" y="82335"/>
                  <a:pt x="1148" y="84616"/>
                </a:cubicBezTo>
                <a:cubicBezTo>
                  <a:pt x="1737" y="82188"/>
                  <a:pt x="3370" y="79833"/>
                  <a:pt x="5784" y="78096"/>
                </a:cubicBezTo>
                <a:cubicBezTo>
                  <a:pt x="6387" y="77655"/>
                  <a:pt x="7005" y="77228"/>
                  <a:pt x="7638" y="76816"/>
                </a:cubicBezTo>
                <a:cubicBezTo>
                  <a:pt x="7711" y="76787"/>
                  <a:pt x="7770" y="76728"/>
                  <a:pt x="7829" y="76698"/>
                </a:cubicBezTo>
                <a:close/>
                <a:moveTo>
                  <a:pt x="7800" y="76949"/>
                </a:moveTo>
                <a:lnTo>
                  <a:pt x="7800" y="77096"/>
                </a:lnTo>
                <a:cubicBezTo>
                  <a:pt x="7505" y="77331"/>
                  <a:pt x="7196" y="77552"/>
                  <a:pt x="6902" y="77802"/>
                </a:cubicBezTo>
                <a:cubicBezTo>
                  <a:pt x="6475" y="78111"/>
                  <a:pt x="6048" y="78435"/>
                  <a:pt x="5622" y="78773"/>
                </a:cubicBezTo>
                <a:cubicBezTo>
                  <a:pt x="4253" y="79862"/>
                  <a:pt x="2016" y="81996"/>
                  <a:pt x="1118" y="84910"/>
                </a:cubicBezTo>
                <a:cubicBezTo>
                  <a:pt x="1751" y="82541"/>
                  <a:pt x="3385" y="80245"/>
                  <a:pt x="5725" y="78464"/>
                </a:cubicBezTo>
                <a:cubicBezTo>
                  <a:pt x="6240" y="78067"/>
                  <a:pt x="6770" y="77684"/>
                  <a:pt x="7285" y="77317"/>
                </a:cubicBezTo>
                <a:cubicBezTo>
                  <a:pt x="7476" y="77184"/>
                  <a:pt x="7638" y="77081"/>
                  <a:pt x="7800" y="76949"/>
                </a:cubicBezTo>
                <a:close/>
                <a:moveTo>
                  <a:pt x="7785" y="77213"/>
                </a:moveTo>
                <a:cubicBezTo>
                  <a:pt x="7785" y="77243"/>
                  <a:pt x="7785" y="77302"/>
                  <a:pt x="7770" y="77331"/>
                </a:cubicBezTo>
                <a:cubicBezTo>
                  <a:pt x="7358" y="77670"/>
                  <a:pt x="6946" y="78008"/>
                  <a:pt x="6534" y="78347"/>
                </a:cubicBezTo>
                <a:cubicBezTo>
                  <a:pt x="6210" y="78597"/>
                  <a:pt x="5887" y="78862"/>
                  <a:pt x="5578" y="79141"/>
                </a:cubicBezTo>
                <a:cubicBezTo>
                  <a:pt x="3355" y="80981"/>
                  <a:pt x="1795" y="83129"/>
                  <a:pt x="1104" y="85278"/>
                </a:cubicBezTo>
                <a:lnTo>
                  <a:pt x="1104" y="85263"/>
                </a:lnTo>
                <a:cubicBezTo>
                  <a:pt x="1928" y="82188"/>
                  <a:pt x="4268" y="79965"/>
                  <a:pt x="5666" y="78832"/>
                </a:cubicBezTo>
                <a:cubicBezTo>
                  <a:pt x="6093" y="78494"/>
                  <a:pt x="6505" y="78170"/>
                  <a:pt x="6931" y="77846"/>
                </a:cubicBezTo>
                <a:cubicBezTo>
                  <a:pt x="7226" y="77626"/>
                  <a:pt x="7505" y="77405"/>
                  <a:pt x="7785" y="77213"/>
                </a:cubicBezTo>
                <a:close/>
                <a:moveTo>
                  <a:pt x="7770" y="77449"/>
                </a:moveTo>
                <a:cubicBezTo>
                  <a:pt x="7770" y="77478"/>
                  <a:pt x="7741" y="77523"/>
                  <a:pt x="7741" y="77581"/>
                </a:cubicBezTo>
                <a:cubicBezTo>
                  <a:pt x="7255" y="78038"/>
                  <a:pt x="6711" y="78494"/>
                  <a:pt x="6181" y="78950"/>
                </a:cubicBezTo>
                <a:cubicBezTo>
                  <a:pt x="5960" y="79141"/>
                  <a:pt x="5739" y="79318"/>
                  <a:pt x="5519" y="79524"/>
                </a:cubicBezTo>
                <a:cubicBezTo>
                  <a:pt x="3959" y="80869"/>
                  <a:pt x="2107" y="82854"/>
                  <a:pt x="1194" y="85316"/>
                </a:cubicBezTo>
                <a:lnTo>
                  <a:pt x="1194" y="85316"/>
                </a:lnTo>
                <a:cubicBezTo>
                  <a:pt x="1869" y="83161"/>
                  <a:pt x="3422" y="81026"/>
                  <a:pt x="5636" y="79200"/>
                </a:cubicBezTo>
                <a:cubicBezTo>
                  <a:pt x="5945" y="78935"/>
                  <a:pt x="6269" y="78656"/>
                  <a:pt x="6593" y="78406"/>
                </a:cubicBezTo>
                <a:cubicBezTo>
                  <a:pt x="6990" y="78067"/>
                  <a:pt x="7373" y="77758"/>
                  <a:pt x="7770" y="77449"/>
                </a:cubicBezTo>
                <a:close/>
                <a:moveTo>
                  <a:pt x="7726" y="77684"/>
                </a:moveTo>
                <a:cubicBezTo>
                  <a:pt x="7726" y="77714"/>
                  <a:pt x="7711" y="77758"/>
                  <a:pt x="7711" y="77802"/>
                </a:cubicBezTo>
                <a:cubicBezTo>
                  <a:pt x="7123" y="78376"/>
                  <a:pt x="6475" y="78965"/>
                  <a:pt x="5813" y="79568"/>
                </a:cubicBezTo>
                <a:lnTo>
                  <a:pt x="5460" y="79877"/>
                </a:lnTo>
                <a:cubicBezTo>
                  <a:pt x="3318" y="81799"/>
                  <a:pt x="1892" y="83751"/>
                  <a:pt x="1169" y="85702"/>
                </a:cubicBezTo>
                <a:lnTo>
                  <a:pt x="1169" y="85702"/>
                </a:lnTo>
                <a:cubicBezTo>
                  <a:pt x="1168" y="85693"/>
                  <a:pt x="1163" y="85684"/>
                  <a:pt x="1163" y="85675"/>
                </a:cubicBezTo>
                <a:cubicBezTo>
                  <a:pt x="2001" y="83071"/>
                  <a:pt x="3959" y="80951"/>
                  <a:pt x="5578" y="79568"/>
                </a:cubicBezTo>
                <a:cubicBezTo>
                  <a:pt x="5798" y="79377"/>
                  <a:pt x="6019" y="79200"/>
                  <a:pt x="6240" y="78994"/>
                </a:cubicBezTo>
                <a:cubicBezTo>
                  <a:pt x="6755" y="78553"/>
                  <a:pt x="7255" y="78126"/>
                  <a:pt x="7726" y="77684"/>
                </a:cubicBezTo>
                <a:close/>
                <a:moveTo>
                  <a:pt x="7711" y="77964"/>
                </a:moveTo>
                <a:cubicBezTo>
                  <a:pt x="7697" y="77979"/>
                  <a:pt x="7697" y="77993"/>
                  <a:pt x="7667" y="78038"/>
                </a:cubicBezTo>
                <a:cubicBezTo>
                  <a:pt x="6990" y="78788"/>
                  <a:pt x="6210" y="79509"/>
                  <a:pt x="5460" y="80216"/>
                </a:cubicBezTo>
                <a:lnTo>
                  <a:pt x="5430" y="80260"/>
                </a:lnTo>
                <a:cubicBezTo>
                  <a:pt x="3296" y="82246"/>
                  <a:pt x="1928" y="84101"/>
                  <a:pt x="1192" y="85940"/>
                </a:cubicBezTo>
                <a:lnTo>
                  <a:pt x="1192" y="85881"/>
                </a:lnTo>
                <a:cubicBezTo>
                  <a:pt x="1898" y="83895"/>
                  <a:pt x="3355" y="81893"/>
                  <a:pt x="5533" y="79951"/>
                </a:cubicBezTo>
                <a:lnTo>
                  <a:pt x="5887" y="79627"/>
                </a:lnTo>
                <a:cubicBezTo>
                  <a:pt x="6519" y="79068"/>
                  <a:pt x="7137" y="78509"/>
                  <a:pt x="7711" y="77964"/>
                </a:cubicBezTo>
                <a:close/>
                <a:moveTo>
                  <a:pt x="7638" y="78199"/>
                </a:moveTo>
                <a:lnTo>
                  <a:pt x="7638" y="78258"/>
                </a:lnTo>
                <a:cubicBezTo>
                  <a:pt x="6990" y="79024"/>
                  <a:pt x="6210" y="79804"/>
                  <a:pt x="5386" y="80613"/>
                </a:cubicBezTo>
                <a:cubicBezTo>
                  <a:pt x="3900" y="82070"/>
                  <a:pt x="2193" y="83939"/>
                  <a:pt x="1251" y="86161"/>
                </a:cubicBezTo>
                <a:cubicBezTo>
                  <a:pt x="1251" y="86146"/>
                  <a:pt x="1236" y="86117"/>
                  <a:pt x="1236" y="86087"/>
                </a:cubicBezTo>
                <a:cubicBezTo>
                  <a:pt x="1928" y="84218"/>
                  <a:pt x="3311" y="82335"/>
                  <a:pt x="5475" y="80319"/>
                </a:cubicBezTo>
                <a:lnTo>
                  <a:pt x="5519" y="80274"/>
                </a:lnTo>
                <a:cubicBezTo>
                  <a:pt x="6240" y="79598"/>
                  <a:pt x="6976" y="78921"/>
                  <a:pt x="7638" y="78199"/>
                </a:cubicBezTo>
                <a:close/>
                <a:moveTo>
                  <a:pt x="7579" y="78435"/>
                </a:moveTo>
                <a:cubicBezTo>
                  <a:pt x="7579" y="78464"/>
                  <a:pt x="7579" y="78464"/>
                  <a:pt x="7564" y="78479"/>
                </a:cubicBezTo>
                <a:cubicBezTo>
                  <a:pt x="6902" y="79347"/>
                  <a:pt x="6107" y="80171"/>
                  <a:pt x="5342" y="80981"/>
                </a:cubicBezTo>
                <a:cubicBezTo>
                  <a:pt x="3738" y="82600"/>
                  <a:pt x="2193" y="84366"/>
                  <a:pt x="1310" y="86367"/>
                </a:cubicBezTo>
                <a:cubicBezTo>
                  <a:pt x="1310" y="86352"/>
                  <a:pt x="1295" y="86308"/>
                  <a:pt x="1295" y="86293"/>
                </a:cubicBezTo>
                <a:cubicBezTo>
                  <a:pt x="2207" y="84027"/>
                  <a:pt x="3944" y="82143"/>
                  <a:pt x="5445" y="80672"/>
                </a:cubicBezTo>
                <a:cubicBezTo>
                  <a:pt x="6225" y="79907"/>
                  <a:pt x="6961" y="79171"/>
                  <a:pt x="7579" y="78435"/>
                </a:cubicBezTo>
                <a:close/>
                <a:moveTo>
                  <a:pt x="1118" y="86382"/>
                </a:moveTo>
                <a:cubicBezTo>
                  <a:pt x="1118" y="86411"/>
                  <a:pt x="1118" y="86426"/>
                  <a:pt x="1148" y="86441"/>
                </a:cubicBezTo>
                <a:lnTo>
                  <a:pt x="1148" y="86455"/>
                </a:lnTo>
                <a:cubicBezTo>
                  <a:pt x="1118" y="86441"/>
                  <a:pt x="1118" y="86426"/>
                  <a:pt x="1118" y="86411"/>
                </a:cubicBezTo>
                <a:lnTo>
                  <a:pt x="1118" y="86382"/>
                </a:lnTo>
                <a:close/>
                <a:moveTo>
                  <a:pt x="1221" y="86455"/>
                </a:moveTo>
                <a:cubicBezTo>
                  <a:pt x="1236" y="86455"/>
                  <a:pt x="1236" y="86500"/>
                  <a:pt x="1236" y="86514"/>
                </a:cubicBezTo>
                <a:lnTo>
                  <a:pt x="1236" y="86529"/>
                </a:lnTo>
                <a:cubicBezTo>
                  <a:pt x="1236" y="86500"/>
                  <a:pt x="1236" y="86485"/>
                  <a:pt x="1221" y="86455"/>
                </a:cubicBezTo>
                <a:close/>
                <a:moveTo>
                  <a:pt x="7478" y="78754"/>
                </a:moveTo>
                <a:lnTo>
                  <a:pt x="7478" y="78754"/>
                </a:lnTo>
                <a:cubicBezTo>
                  <a:pt x="6821" y="79681"/>
                  <a:pt x="6038" y="80551"/>
                  <a:pt x="5298" y="81349"/>
                </a:cubicBezTo>
                <a:cubicBezTo>
                  <a:pt x="3797" y="82953"/>
                  <a:pt x="2281" y="84660"/>
                  <a:pt x="1369" y="86603"/>
                </a:cubicBezTo>
                <a:cubicBezTo>
                  <a:pt x="1369" y="86573"/>
                  <a:pt x="1339" y="86558"/>
                  <a:pt x="1339" y="86514"/>
                </a:cubicBezTo>
                <a:cubicBezTo>
                  <a:pt x="2222" y="84454"/>
                  <a:pt x="3797" y="82688"/>
                  <a:pt x="5416" y="81040"/>
                </a:cubicBezTo>
                <a:cubicBezTo>
                  <a:pt x="6135" y="80292"/>
                  <a:pt x="6854" y="79543"/>
                  <a:pt x="7478" y="78754"/>
                </a:cubicBezTo>
                <a:close/>
                <a:moveTo>
                  <a:pt x="1177" y="86588"/>
                </a:moveTo>
                <a:cubicBezTo>
                  <a:pt x="1177" y="86603"/>
                  <a:pt x="1177" y="86632"/>
                  <a:pt x="1192" y="86647"/>
                </a:cubicBezTo>
                <a:cubicBezTo>
                  <a:pt x="1192" y="86661"/>
                  <a:pt x="1192" y="86661"/>
                  <a:pt x="1177" y="86676"/>
                </a:cubicBezTo>
                <a:cubicBezTo>
                  <a:pt x="1163" y="86661"/>
                  <a:pt x="1163" y="86647"/>
                  <a:pt x="1163" y="86632"/>
                </a:cubicBezTo>
                <a:cubicBezTo>
                  <a:pt x="1163" y="86603"/>
                  <a:pt x="1163" y="86603"/>
                  <a:pt x="1177" y="86588"/>
                </a:cubicBezTo>
                <a:close/>
                <a:moveTo>
                  <a:pt x="1280" y="86647"/>
                </a:moveTo>
                <a:cubicBezTo>
                  <a:pt x="1280" y="86661"/>
                  <a:pt x="1310" y="86706"/>
                  <a:pt x="1310" y="86720"/>
                </a:cubicBezTo>
                <a:cubicBezTo>
                  <a:pt x="1310" y="86720"/>
                  <a:pt x="1310" y="86735"/>
                  <a:pt x="1280" y="86735"/>
                </a:cubicBezTo>
                <a:cubicBezTo>
                  <a:pt x="1280" y="86720"/>
                  <a:pt x="1266" y="86676"/>
                  <a:pt x="1266" y="86661"/>
                </a:cubicBezTo>
                <a:cubicBezTo>
                  <a:pt x="1266" y="86661"/>
                  <a:pt x="1266" y="86647"/>
                  <a:pt x="1280" y="86647"/>
                </a:cubicBezTo>
                <a:close/>
                <a:moveTo>
                  <a:pt x="7299" y="79141"/>
                </a:moveTo>
                <a:lnTo>
                  <a:pt x="7299" y="79141"/>
                </a:lnTo>
                <a:cubicBezTo>
                  <a:pt x="6681" y="80054"/>
                  <a:pt x="5960" y="80922"/>
                  <a:pt x="5239" y="81717"/>
                </a:cubicBezTo>
                <a:cubicBezTo>
                  <a:pt x="3885" y="83218"/>
                  <a:pt x="2369" y="84895"/>
                  <a:pt x="1413" y="86809"/>
                </a:cubicBezTo>
                <a:cubicBezTo>
                  <a:pt x="1413" y="86779"/>
                  <a:pt x="1398" y="86750"/>
                  <a:pt x="1398" y="86720"/>
                </a:cubicBezTo>
                <a:cubicBezTo>
                  <a:pt x="2296" y="84748"/>
                  <a:pt x="3826" y="83012"/>
                  <a:pt x="5357" y="81408"/>
                </a:cubicBezTo>
                <a:cubicBezTo>
                  <a:pt x="6019" y="80701"/>
                  <a:pt x="6696" y="79951"/>
                  <a:pt x="7299" y="79141"/>
                </a:cubicBezTo>
                <a:close/>
                <a:moveTo>
                  <a:pt x="1104" y="86794"/>
                </a:moveTo>
                <a:cubicBezTo>
                  <a:pt x="1104" y="86809"/>
                  <a:pt x="1104" y="86823"/>
                  <a:pt x="1118" y="86853"/>
                </a:cubicBezTo>
                <a:cubicBezTo>
                  <a:pt x="1118" y="86853"/>
                  <a:pt x="1118" y="86867"/>
                  <a:pt x="1104" y="86867"/>
                </a:cubicBezTo>
                <a:lnTo>
                  <a:pt x="1104" y="86809"/>
                </a:lnTo>
                <a:lnTo>
                  <a:pt x="1104" y="86794"/>
                </a:lnTo>
                <a:close/>
                <a:moveTo>
                  <a:pt x="1207" y="86794"/>
                </a:moveTo>
                <a:cubicBezTo>
                  <a:pt x="1207" y="86809"/>
                  <a:pt x="1236" y="86853"/>
                  <a:pt x="1236" y="86867"/>
                </a:cubicBezTo>
                <a:cubicBezTo>
                  <a:pt x="1236" y="86882"/>
                  <a:pt x="1207" y="86897"/>
                  <a:pt x="1207" y="86897"/>
                </a:cubicBezTo>
                <a:cubicBezTo>
                  <a:pt x="1221" y="86882"/>
                  <a:pt x="1192" y="86867"/>
                  <a:pt x="1192" y="86823"/>
                </a:cubicBezTo>
                <a:cubicBezTo>
                  <a:pt x="1192" y="86809"/>
                  <a:pt x="1207" y="86794"/>
                  <a:pt x="1207" y="86794"/>
                </a:cubicBezTo>
                <a:close/>
                <a:moveTo>
                  <a:pt x="1339" y="86823"/>
                </a:moveTo>
                <a:cubicBezTo>
                  <a:pt x="1339" y="86867"/>
                  <a:pt x="1354" y="86882"/>
                  <a:pt x="1354" y="86926"/>
                </a:cubicBezTo>
                <a:cubicBezTo>
                  <a:pt x="1354" y="86941"/>
                  <a:pt x="1339" y="86941"/>
                  <a:pt x="1339" y="86956"/>
                </a:cubicBezTo>
                <a:cubicBezTo>
                  <a:pt x="1324" y="86941"/>
                  <a:pt x="1324" y="86897"/>
                  <a:pt x="1324" y="86867"/>
                </a:cubicBezTo>
                <a:cubicBezTo>
                  <a:pt x="1324" y="86838"/>
                  <a:pt x="1324" y="86838"/>
                  <a:pt x="1339" y="86823"/>
                </a:cubicBezTo>
                <a:close/>
                <a:moveTo>
                  <a:pt x="7137" y="79480"/>
                </a:moveTo>
                <a:cubicBezTo>
                  <a:pt x="6564" y="80451"/>
                  <a:pt x="5857" y="81334"/>
                  <a:pt x="5195" y="82085"/>
                </a:cubicBezTo>
                <a:lnTo>
                  <a:pt x="4930" y="82379"/>
                </a:lnTo>
                <a:cubicBezTo>
                  <a:pt x="3664" y="83851"/>
                  <a:pt x="2340" y="85352"/>
                  <a:pt x="1457" y="87044"/>
                </a:cubicBezTo>
                <a:cubicBezTo>
                  <a:pt x="1428" y="87015"/>
                  <a:pt x="1428" y="86970"/>
                  <a:pt x="1413" y="86941"/>
                </a:cubicBezTo>
                <a:cubicBezTo>
                  <a:pt x="2355" y="84984"/>
                  <a:pt x="3885" y="83291"/>
                  <a:pt x="5283" y="81761"/>
                </a:cubicBezTo>
                <a:cubicBezTo>
                  <a:pt x="5916" y="81054"/>
                  <a:pt x="6564" y="80289"/>
                  <a:pt x="7137" y="79480"/>
                </a:cubicBezTo>
                <a:close/>
                <a:moveTo>
                  <a:pt x="1148" y="86970"/>
                </a:moveTo>
                <a:cubicBezTo>
                  <a:pt x="1148" y="87000"/>
                  <a:pt x="1163" y="87015"/>
                  <a:pt x="1163" y="87044"/>
                </a:cubicBezTo>
                <a:cubicBezTo>
                  <a:pt x="1163" y="87073"/>
                  <a:pt x="1148" y="87073"/>
                  <a:pt x="1148" y="87088"/>
                </a:cubicBezTo>
                <a:cubicBezTo>
                  <a:pt x="1148" y="87044"/>
                  <a:pt x="1148" y="87029"/>
                  <a:pt x="1118" y="87015"/>
                </a:cubicBezTo>
                <a:cubicBezTo>
                  <a:pt x="1118" y="87000"/>
                  <a:pt x="1118" y="87000"/>
                  <a:pt x="1148" y="86970"/>
                </a:cubicBezTo>
                <a:close/>
                <a:moveTo>
                  <a:pt x="1266" y="87000"/>
                </a:moveTo>
                <a:cubicBezTo>
                  <a:pt x="1266" y="87029"/>
                  <a:pt x="1280" y="87044"/>
                  <a:pt x="1280" y="87088"/>
                </a:cubicBezTo>
                <a:cubicBezTo>
                  <a:pt x="1280" y="87103"/>
                  <a:pt x="1266" y="87118"/>
                  <a:pt x="1266" y="87147"/>
                </a:cubicBezTo>
                <a:cubicBezTo>
                  <a:pt x="1251" y="87103"/>
                  <a:pt x="1251" y="87073"/>
                  <a:pt x="1251" y="87044"/>
                </a:cubicBezTo>
                <a:cubicBezTo>
                  <a:pt x="1251" y="87029"/>
                  <a:pt x="1266" y="87015"/>
                  <a:pt x="1266" y="87000"/>
                </a:cubicBezTo>
                <a:close/>
                <a:moveTo>
                  <a:pt x="1383" y="87044"/>
                </a:moveTo>
                <a:cubicBezTo>
                  <a:pt x="1383" y="87088"/>
                  <a:pt x="1398" y="87118"/>
                  <a:pt x="1413" y="87147"/>
                </a:cubicBezTo>
                <a:cubicBezTo>
                  <a:pt x="1413" y="87162"/>
                  <a:pt x="1398" y="87162"/>
                  <a:pt x="1398" y="87176"/>
                </a:cubicBezTo>
                <a:cubicBezTo>
                  <a:pt x="1383" y="87162"/>
                  <a:pt x="1383" y="87118"/>
                  <a:pt x="1369" y="87088"/>
                </a:cubicBezTo>
                <a:cubicBezTo>
                  <a:pt x="1369" y="87073"/>
                  <a:pt x="1383" y="87073"/>
                  <a:pt x="1383" y="87044"/>
                </a:cubicBezTo>
                <a:close/>
                <a:moveTo>
                  <a:pt x="7005" y="79848"/>
                </a:moveTo>
                <a:lnTo>
                  <a:pt x="7005" y="79848"/>
                </a:lnTo>
                <a:cubicBezTo>
                  <a:pt x="6461" y="80819"/>
                  <a:pt x="5784" y="81673"/>
                  <a:pt x="5136" y="82453"/>
                </a:cubicBezTo>
                <a:cubicBezTo>
                  <a:pt x="4945" y="82673"/>
                  <a:pt x="4783" y="82879"/>
                  <a:pt x="4592" y="83100"/>
                </a:cubicBezTo>
                <a:cubicBezTo>
                  <a:pt x="3488" y="84425"/>
                  <a:pt x="2355" y="85764"/>
                  <a:pt x="1531" y="87265"/>
                </a:cubicBezTo>
                <a:cubicBezTo>
                  <a:pt x="1516" y="87235"/>
                  <a:pt x="1516" y="87191"/>
                  <a:pt x="1486" y="87162"/>
                </a:cubicBezTo>
                <a:cubicBezTo>
                  <a:pt x="2369" y="85425"/>
                  <a:pt x="3694" y="83924"/>
                  <a:pt x="4989" y="82423"/>
                </a:cubicBezTo>
                <a:lnTo>
                  <a:pt x="5239" y="82129"/>
                </a:lnTo>
                <a:cubicBezTo>
                  <a:pt x="5828" y="81452"/>
                  <a:pt x="6461" y="80687"/>
                  <a:pt x="7005" y="79848"/>
                </a:cubicBezTo>
                <a:close/>
                <a:moveTo>
                  <a:pt x="1192" y="87176"/>
                </a:moveTo>
                <a:cubicBezTo>
                  <a:pt x="1192" y="87191"/>
                  <a:pt x="1207" y="87235"/>
                  <a:pt x="1207" y="87250"/>
                </a:cubicBezTo>
                <a:cubicBezTo>
                  <a:pt x="1207" y="87265"/>
                  <a:pt x="1192" y="87294"/>
                  <a:pt x="1192" y="87294"/>
                </a:cubicBezTo>
                <a:cubicBezTo>
                  <a:pt x="1177" y="87265"/>
                  <a:pt x="1177" y="87250"/>
                  <a:pt x="1177" y="87221"/>
                </a:cubicBezTo>
                <a:cubicBezTo>
                  <a:pt x="1177" y="87191"/>
                  <a:pt x="1192" y="87176"/>
                  <a:pt x="1192" y="87176"/>
                </a:cubicBezTo>
                <a:close/>
                <a:moveTo>
                  <a:pt x="1310" y="87191"/>
                </a:moveTo>
                <a:cubicBezTo>
                  <a:pt x="1310" y="87235"/>
                  <a:pt x="1324" y="87250"/>
                  <a:pt x="1324" y="87294"/>
                </a:cubicBezTo>
                <a:cubicBezTo>
                  <a:pt x="1324" y="87309"/>
                  <a:pt x="1310" y="87324"/>
                  <a:pt x="1310" y="87338"/>
                </a:cubicBezTo>
                <a:cubicBezTo>
                  <a:pt x="1310" y="87324"/>
                  <a:pt x="1310" y="87294"/>
                  <a:pt x="1280" y="87250"/>
                </a:cubicBezTo>
                <a:cubicBezTo>
                  <a:pt x="1280" y="87235"/>
                  <a:pt x="1310" y="87221"/>
                  <a:pt x="1310" y="87191"/>
                </a:cubicBezTo>
                <a:close/>
                <a:moveTo>
                  <a:pt x="1457" y="87265"/>
                </a:moveTo>
                <a:cubicBezTo>
                  <a:pt x="1472" y="87309"/>
                  <a:pt x="1472" y="87338"/>
                  <a:pt x="1486" y="87383"/>
                </a:cubicBezTo>
                <a:cubicBezTo>
                  <a:pt x="1486" y="87397"/>
                  <a:pt x="1472" y="87412"/>
                  <a:pt x="1472" y="87412"/>
                </a:cubicBezTo>
                <a:cubicBezTo>
                  <a:pt x="1457" y="87383"/>
                  <a:pt x="1442" y="87338"/>
                  <a:pt x="1442" y="87309"/>
                </a:cubicBezTo>
                <a:cubicBezTo>
                  <a:pt x="1442" y="87294"/>
                  <a:pt x="1457" y="87294"/>
                  <a:pt x="1457" y="87265"/>
                </a:cubicBezTo>
                <a:close/>
                <a:moveTo>
                  <a:pt x="1118" y="87368"/>
                </a:moveTo>
                <a:lnTo>
                  <a:pt x="1118" y="87368"/>
                </a:lnTo>
                <a:cubicBezTo>
                  <a:pt x="1148" y="87383"/>
                  <a:pt x="1148" y="87397"/>
                  <a:pt x="1148" y="87412"/>
                </a:cubicBezTo>
                <a:lnTo>
                  <a:pt x="1148" y="87441"/>
                </a:lnTo>
                <a:cubicBezTo>
                  <a:pt x="1118" y="87412"/>
                  <a:pt x="1118" y="87397"/>
                  <a:pt x="1118" y="87368"/>
                </a:cubicBezTo>
                <a:close/>
                <a:moveTo>
                  <a:pt x="6755" y="80436"/>
                </a:moveTo>
                <a:lnTo>
                  <a:pt x="6755" y="80436"/>
                </a:lnTo>
                <a:cubicBezTo>
                  <a:pt x="6240" y="81349"/>
                  <a:pt x="5636" y="82158"/>
                  <a:pt x="5092" y="82835"/>
                </a:cubicBezTo>
                <a:cubicBezTo>
                  <a:pt x="4842" y="83144"/>
                  <a:pt x="4577" y="83483"/>
                  <a:pt x="4327" y="83792"/>
                </a:cubicBezTo>
                <a:cubicBezTo>
                  <a:pt x="3355" y="84969"/>
                  <a:pt x="2369" y="86190"/>
                  <a:pt x="1619" y="87515"/>
                </a:cubicBezTo>
                <a:cubicBezTo>
                  <a:pt x="1604" y="87471"/>
                  <a:pt x="1604" y="87441"/>
                  <a:pt x="1575" y="87397"/>
                </a:cubicBezTo>
                <a:cubicBezTo>
                  <a:pt x="2414" y="85867"/>
                  <a:pt x="3547" y="84513"/>
                  <a:pt x="4665" y="83159"/>
                </a:cubicBezTo>
                <a:cubicBezTo>
                  <a:pt x="4856" y="82953"/>
                  <a:pt x="5033" y="82747"/>
                  <a:pt x="5210" y="82526"/>
                </a:cubicBezTo>
                <a:cubicBezTo>
                  <a:pt x="5725" y="81893"/>
                  <a:pt x="6269" y="81202"/>
                  <a:pt x="6755" y="80436"/>
                </a:cubicBezTo>
                <a:close/>
                <a:moveTo>
                  <a:pt x="1236" y="87383"/>
                </a:moveTo>
                <a:cubicBezTo>
                  <a:pt x="1236" y="87412"/>
                  <a:pt x="1251" y="87441"/>
                  <a:pt x="1251" y="87471"/>
                </a:cubicBezTo>
                <a:cubicBezTo>
                  <a:pt x="1251" y="87486"/>
                  <a:pt x="1236" y="87515"/>
                  <a:pt x="1236" y="87530"/>
                </a:cubicBezTo>
                <a:cubicBezTo>
                  <a:pt x="1236" y="87486"/>
                  <a:pt x="1221" y="87456"/>
                  <a:pt x="1221" y="87441"/>
                </a:cubicBezTo>
                <a:cubicBezTo>
                  <a:pt x="1221" y="87412"/>
                  <a:pt x="1236" y="87397"/>
                  <a:pt x="1236" y="87383"/>
                </a:cubicBezTo>
                <a:close/>
                <a:moveTo>
                  <a:pt x="1383" y="87412"/>
                </a:moveTo>
                <a:cubicBezTo>
                  <a:pt x="1398" y="87456"/>
                  <a:pt x="1398" y="87486"/>
                  <a:pt x="1413" y="87515"/>
                </a:cubicBezTo>
                <a:cubicBezTo>
                  <a:pt x="1398" y="87530"/>
                  <a:pt x="1398" y="87544"/>
                  <a:pt x="1383" y="87559"/>
                </a:cubicBezTo>
                <a:cubicBezTo>
                  <a:pt x="1369" y="87544"/>
                  <a:pt x="1369" y="87515"/>
                  <a:pt x="1339" y="87471"/>
                </a:cubicBezTo>
                <a:cubicBezTo>
                  <a:pt x="1369" y="87456"/>
                  <a:pt x="1369" y="87441"/>
                  <a:pt x="1383" y="87412"/>
                </a:cubicBezTo>
                <a:close/>
                <a:moveTo>
                  <a:pt x="1045" y="87530"/>
                </a:moveTo>
                <a:cubicBezTo>
                  <a:pt x="1045" y="87544"/>
                  <a:pt x="1045" y="87559"/>
                  <a:pt x="1060" y="87589"/>
                </a:cubicBezTo>
                <a:lnTo>
                  <a:pt x="1060" y="87603"/>
                </a:lnTo>
                <a:cubicBezTo>
                  <a:pt x="1045" y="87589"/>
                  <a:pt x="1045" y="87559"/>
                  <a:pt x="1045" y="87544"/>
                </a:cubicBezTo>
                <a:lnTo>
                  <a:pt x="1045" y="87530"/>
                </a:lnTo>
                <a:close/>
                <a:moveTo>
                  <a:pt x="1163" y="87559"/>
                </a:moveTo>
                <a:cubicBezTo>
                  <a:pt x="1163" y="87589"/>
                  <a:pt x="1177" y="87618"/>
                  <a:pt x="1177" y="87633"/>
                </a:cubicBezTo>
                <a:cubicBezTo>
                  <a:pt x="1177" y="87633"/>
                  <a:pt x="1177" y="87662"/>
                  <a:pt x="1163" y="87662"/>
                </a:cubicBezTo>
                <a:lnTo>
                  <a:pt x="1163" y="87589"/>
                </a:lnTo>
                <a:lnTo>
                  <a:pt x="1163" y="87559"/>
                </a:lnTo>
                <a:close/>
                <a:moveTo>
                  <a:pt x="1516" y="87486"/>
                </a:moveTo>
                <a:cubicBezTo>
                  <a:pt x="1531" y="87530"/>
                  <a:pt x="1531" y="87559"/>
                  <a:pt x="1545" y="87603"/>
                </a:cubicBezTo>
                <a:cubicBezTo>
                  <a:pt x="1545" y="87618"/>
                  <a:pt x="1531" y="87633"/>
                  <a:pt x="1531" y="87662"/>
                </a:cubicBezTo>
                <a:cubicBezTo>
                  <a:pt x="1516" y="87603"/>
                  <a:pt x="1516" y="87559"/>
                  <a:pt x="1486" y="87530"/>
                </a:cubicBezTo>
                <a:cubicBezTo>
                  <a:pt x="1486" y="87515"/>
                  <a:pt x="1516" y="87486"/>
                  <a:pt x="1516" y="87486"/>
                </a:cubicBezTo>
                <a:close/>
                <a:moveTo>
                  <a:pt x="1280" y="87589"/>
                </a:moveTo>
                <a:cubicBezTo>
                  <a:pt x="1280" y="87618"/>
                  <a:pt x="1310" y="87633"/>
                  <a:pt x="1310" y="87677"/>
                </a:cubicBezTo>
                <a:cubicBezTo>
                  <a:pt x="1280" y="87692"/>
                  <a:pt x="1280" y="87706"/>
                  <a:pt x="1266" y="87736"/>
                </a:cubicBezTo>
                <a:cubicBezTo>
                  <a:pt x="1280" y="87706"/>
                  <a:pt x="1266" y="87677"/>
                  <a:pt x="1266" y="87633"/>
                </a:cubicBezTo>
                <a:cubicBezTo>
                  <a:pt x="1266" y="87618"/>
                  <a:pt x="1280" y="87603"/>
                  <a:pt x="1280" y="87589"/>
                </a:cubicBezTo>
                <a:close/>
                <a:moveTo>
                  <a:pt x="6534" y="80996"/>
                </a:moveTo>
                <a:cubicBezTo>
                  <a:pt x="6107" y="81702"/>
                  <a:pt x="5636" y="82438"/>
                  <a:pt x="5048" y="83203"/>
                </a:cubicBezTo>
                <a:cubicBezTo>
                  <a:pt x="4724" y="83630"/>
                  <a:pt x="4386" y="84057"/>
                  <a:pt x="4062" y="84454"/>
                </a:cubicBezTo>
                <a:cubicBezTo>
                  <a:pt x="3223" y="85499"/>
                  <a:pt x="2369" y="86573"/>
                  <a:pt x="1692" y="87736"/>
                </a:cubicBezTo>
                <a:cubicBezTo>
                  <a:pt x="1678" y="87692"/>
                  <a:pt x="1648" y="87662"/>
                  <a:pt x="1648" y="87603"/>
                </a:cubicBezTo>
                <a:cubicBezTo>
                  <a:pt x="2414" y="86264"/>
                  <a:pt x="3414" y="85043"/>
                  <a:pt x="4400" y="83851"/>
                </a:cubicBezTo>
                <a:cubicBezTo>
                  <a:pt x="4650" y="83542"/>
                  <a:pt x="4915" y="83203"/>
                  <a:pt x="5165" y="82894"/>
                </a:cubicBezTo>
                <a:cubicBezTo>
                  <a:pt x="5607" y="82335"/>
                  <a:pt x="6093" y="81702"/>
                  <a:pt x="6534" y="80996"/>
                </a:cubicBezTo>
                <a:close/>
                <a:moveTo>
                  <a:pt x="1442" y="87618"/>
                </a:moveTo>
                <a:cubicBezTo>
                  <a:pt x="1457" y="87662"/>
                  <a:pt x="1457" y="87692"/>
                  <a:pt x="1472" y="87736"/>
                </a:cubicBezTo>
                <a:cubicBezTo>
                  <a:pt x="1457" y="87750"/>
                  <a:pt x="1457" y="87765"/>
                  <a:pt x="1442" y="87809"/>
                </a:cubicBezTo>
                <a:cubicBezTo>
                  <a:pt x="1413" y="87765"/>
                  <a:pt x="1413" y="87736"/>
                  <a:pt x="1398" y="87692"/>
                </a:cubicBezTo>
                <a:cubicBezTo>
                  <a:pt x="1413" y="87677"/>
                  <a:pt x="1413" y="87662"/>
                  <a:pt x="1442" y="87618"/>
                </a:cubicBezTo>
                <a:close/>
                <a:moveTo>
                  <a:pt x="1104" y="87706"/>
                </a:moveTo>
                <a:cubicBezTo>
                  <a:pt x="1104" y="87736"/>
                  <a:pt x="1104" y="87750"/>
                  <a:pt x="1118" y="87780"/>
                </a:cubicBezTo>
                <a:cubicBezTo>
                  <a:pt x="1118" y="87809"/>
                  <a:pt x="1118" y="87809"/>
                  <a:pt x="1104" y="87824"/>
                </a:cubicBezTo>
                <a:cubicBezTo>
                  <a:pt x="1104" y="87809"/>
                  <a:pt x="1089" y="87765"/>
                  <a:pt x="1089" y="87750"/>
                </a:cubicBezTo>
                <a:cubicBezTo>
                  <a:pt x="1089" y="87736"/>
                  <a:pt x="1089" y="87736"/>
                  <a:pt x="1104" y="87706"/>
                </a:cubicBezTo>
                <a:close/>
                <a:moveTo>
                  <a:pt x="1575" y="87692"/>
                </a:moveTo>
                <a:cubicBezTo>
                  <a:pt x="1604" y="87736"/>
                  <a:pt x="1604" y="87765"/>
                  <a:pt x="1619" y="87809"/>
                </a:cubicBezTo>
                <a:cubicBezTo>
                  <a:pt x="1619" y="87824"/>
                  <a:pt x="1604" y="87839"/>
                  <a:pt x="1604" y="87853"/>
                </a:cubicBezTo>
                <a:cubicBezTo>
                  <a:pt x="1589" y="87824"/>
                  <a:pt x="1589" y="87780"/>
                  <a:pt x="1560" y="87750"/>
                </a:cubicBezTo>
                <a:cubicBezTo>
                  <a:pt x="1560" y="87736"/>
                  <a:pt x="1575" y="87706"/>
                  <a:pt x="1575" y="87692"/>
                </a:cubicBezTo>
                <a:close/>
                <a:moveTo>
                  <a:pt x="1207" y="87750"/>
                </a:moveTo>
                <a:cubicBezTo>
                  <a:pt x="1207" y="87780"/>
                  <a:pt x="1236" y="87809"/>
                  <a:pt x="1236" y="87839"/>
                </a:cubicBezTo>
                <a:cubicBezTo>
                  <a:pt x="1236" y="87848"/>
                  <a:pt x="1223" y="87852"/>
                  <a:pt x="1215" y="87861"/>
                </a:cubicBezTo>
                <a:lnTo>
                  <a:pt x="1215" y="87861"/>
                </a:lnTo>
                <a:cubicBezTo>
                  <a:pt x="1220" y="87838"/>
                  <a:pt x="1214" y="87813"/>
                  <a:pt x="1192" y="87780"/>
                </a:cubicBezTo>
                <a:cubicBezTo>
                  <a:pt x="1192" y="87765"/>
                  <a:pt x="1192" y="87765"/>
                  <a:pt x="1207" y="87750"/>
                </a:cubicBezTo>
                <a:close/>
                <a:moveTo>
                  <a:pt x="1369" y="87809"/>
                </a:moveTo>
                <a:cubicBezTo>
                  <a:pt x="1383" y="87839"/>
                  <a:pt x="1383" y="87883"/>
                  <a:pt x="1398" y="87912"/>
                </a:cubicBezTo>
                <a:cubicBezTo>
                  <a:pt x="1383" y="87927"/>
                  <a:pt x="1383" y="87956"/>
                  <a:pt x="1369" y="87971"/>
                </a:cubicBezTo>
                <a:cubicBezTo>
                  <a:pt x="1339" y="87927"/>
                  <a:pt x="1324" y="87898"/>
                  <a:pt x="1324" y="87853"/>
                </a:cubicBezTo>
                <a:cubicBezTo>
                  <a:pt x="1339" y="87839"/>
                  <a:pt x="1339" y="87824"/>
                  <a:pt x="1369" y="87809"/>
                </a:cubicBezTo>
                <a:close/>
                <a:moveTo>
                  <a:pt x="1148" y="87912"/>
                </a:moveTo>
                <a:cubicBezTo>
                  <a:pt x="1148" y="87927"/>
                  <a:pt x="1163" y="87971"/>
                  <a:pt x="1163" y="87986"/>
                </a:cubicBezTo>
                <a:cubicBezTo>
                  <a:pt x="1163" y="88001"/>
                  <a:pt x="1148" y="88001"/>
                  <a:pt x="1148" y="88030"/>
                </a:cubicBezTo>
                <a:cubicBezTo>
                  <a:pt x="1148" y="88001"/>
                  <a:pt x="1148" y="87986"/>
                  <a:pt x="1118" y="87956"/>
                </a:cubicBezTo>
                <a:cubicBezTo>
                  <a:pt x="1118" y="87927"/>
                  <a:pt x="1148" y="87927"/>
                  <a:pt x="1148" y="87912"/>
                </a:cubicBezTo>
                <a:close/>
                <a:moveTo>
                  <a:pt x="1516" y="87839"/>
                </a:moveTo>
                <a:cubicBezTo>
                  <a:pt x="1531" y="87883"/>
                  <a:pt x="1531" y="87912"/>
                  <a:pt x="1545" y="87956"/>
                </a:cubicBezTo>
                <a:cubicBezTo>
                  <a:pt x="1531" y="87971"/>
                  <a:pt x="1516" y="88001"/>
                  <a:pt x="1516" y="88030"/>
                </a:cubicBezTo>
                <a:cubicBezTo>
                  <a:pt x="1486" y="87986"/>
                  <a:pt x="1486" y="87956"/>
                  <a:pt x="1472" y="87912"/>
                </a:cubicBezTo>
                <a:cubicBezTo>
                  <a:pt x="1486" y="87898"/>
                  <a:pt x="1486" y="87853"/>
                  <a:pt x="1516" y="87839"/>
                </a:cubicBezTo>
                <a:close/>
                <a:moveTo>
                  <a:pt x="1266" y="87971"/>
                </a:moveTo>
                <a:cubicBezTo>
                  <a:pt x="1266" y="88001"/>
                  <a:pt x="1280" y="88030"/>
                  <a:pt x="1280" y="88059"/>
                </a:cubicBezTo>
                <a:cubicBezTo>
                  <a:pt x="1280" y="88074"/>
                  <a:pt x="1266" y="88074"/>
                  <a:pt x="1266" y="88104"/>
                </a:cubicBezTo>
                <a:cubicBezTo>
                  <a:pt x="1266" y="88059"/>
                  <a:pt x="1266" y="88045"/>
                  <a:pt x="1251" y="88001"/>
                </a:cubicBezTo>
                <a:cubicBezTo>
                  <a:pt x="1251" y="87986"/>
                  <a:pt x="1266" y="87986"/>
                  <a:pt x="1266" y="87971"/>
                </a:cubicBezTo>
                <a:close/>
                <a:moveTo>
                  <a:pt x="1089" y="88104"/>
                </a:moveTo>
                <a:cubicBezTo>
                  <a:pt x="1089" y="88118"/>
                  <a:pt x="1104" y="88148"/>
                  <a:pt x="1104" y="88162"/>
                </a:cubicBezTo>
                <a:cubicBezTo>
                  <a:pt x="1104" y="88162"/>
                  <a:pt x="1104" y="88192"/>
                  <a:pt x="1089" y="88192"/>
                </a:cubicBezTo>
                <a:cubicBezTo>
                  <a:pt x="1089" y="88177"/>
                  <a:pt x="1074" y="88133"/>
                  <a:pt x="1074" y="88118"/>
                </a:cubicBezTo>
                <a:cubicBezTo>
                  <a:pt x="1074" y="88118"/>
                  <a:pt x="1074" y="88104"/>
                  <a:pt x="1089" y="88104"/>
                </a:cubicBezTo>
                <a:close/>
                <a:moveTo>
                  <a:pt x="1413" y="88001"/>
                </a:moveTo>
                <a:cubicBezTo>
                  <a:pt x="1428" y="88045"/>
                  <a:pt x="1428" y="88074"/>
                  <a:pt x="1457" y="88118"/>
                </a:cubicBezTo>
                <a:cubicBezTo>
                  <a:pt x="1442" y="88133"/>
                  <a:pt x="1413" y="88148"/>
                  <a:pt x="1413" y="88192"/>
                </a:cubicBezTo>
                <a:cubicBezTo>
                  <a:pt x="1398" y="88148"/>
                  <a:pt x="1398" y="88118"/>
                  <a:pt x="1383" y="88074"/>
                </a:cubicBezTo>
                <a:cubicBezTo>
                  <a:pt x="1398" y="88059"/>
                  <a:pt x="1398" y="88045"/>
                  <a:pt x="1413" y="88001"/>
                </a:cubicBezTo>
                <a:close/>
                <a:moveTo>
                  <a:pt x="1192" y="88133"/>
                </a:moveTo>
                <a:cubicBezTo>
                  <a:pt x="1192" y="88177"/>
                  <a:pt x="1207" y="88192"/>
                  <a:pt x="1207" y="88221"/>
                </a:cubicBezTo>
                <a:cubicBezTo>
                  <a:pt x="1207" y="88251"/>
                  <a:pt x="1192" y="88265"/>
                  <a:pt x="1192" y="88265"/>
                </a:cubicBezTo>
                <a:cubicBezTo>
                  <a:pt x="1192" y="88221"/>
                  <a:pt x="1177" y="88207"/>
                  <a:pt x="1177" y="88177"/>
                </a:cubicBezTo>
                <a:cubicBezTo>
                  <a:pt x="1177" y="88148"/>
                  <a:pt x="1192" y="88133"/>
                  <a:pt x="1192" y="88133"/>
                </a:cubicBezTo>
                <a:close/>
                <a:moveTo>
                  <a:pt x="1324" y="88177"/>
                </a:moveTo>
                <a:cubicBezTo>
                  <a:pt x="1339" y="88207"/>
                  <a:pt x="1339" y="88251"/>
                  <a:pt x="1369" y="88280"/>
                </a:cubicBezTo>
                <a:cubicBezTo>
                  <a:pt x="1339" y="88295"/>
                  <a:pt x="1339" y="88324"/>
                  <a:pt x="1339" y="88324"/>
                </a:cubicBezTo>
                <a:cubicBezTo>
                  <a:pt x="1324" y="88280"/>
                  <a:pt x="1324" y="88251"/>
                  <a:pt x="1310" y="88207"/>
                </a:cubicBezTo>
                <a:cubicBezTo>
                  <a:pt x="1310" y="88192"/>
                  <a:pt x="1324" y="88192"/>
                  <a:pt x="1324" y="88177"/>
                </a:cubicBezTo>
                <a:close/>
                <a:moveTo>
                  <a:pt x="1001" y="88251"/>
                </a:moveTo>
                <a:cubicBezTo>
                  <a:pt x="1015" y="88280"/>
                  <a:pt x="1030" y="88295"/>
                  <a:pt x="1030" y="88324"/>
                </a:cubicBezTo>
                <a:cubicBezTo>
                  <a:pt x="1030" y="88324"/>
                  <a:pt x="1030" y="88339"/>
                  <a:pt x="1015" y="88339"/>
                </a:cubicBezTo>
                <a:cubicBezTo>
                  <a:pt x="1015" y="88324"/>
                  <a:pt x="1015" y="88295"/>
                  <a:pt x="1001" y="88265"/>
                </a:cubicBezTo>
                <a:lnTo>
                  <a:pt x="1001" y="88251"/>
                </a:lnTo>
                <a:close/>
                <a:moveTo>
                  <a:pt x="1118" y="88280"/>
                </a:moveTo>
                <a:cubicBezTo>
                  <a:pt x="1118" y="88295"/>
                  <a:pt x="1133" y="88339"/>
                  <a:pt x="1133" y="88354"/>
                </a:cubicBezTo>
                <a:cubicBezTo>
                  <a:pt x="1133" y="88368"/>
                  <a:pt x="1118" y="88368"/>
                  <a:pt x="1118" y="88398"/>
                </a:cubicBezTo>
                <a:cubicBezTo>
                  <a:pt x="1118" y="88368"/>
                  <a:pt x="1118" y="88354"/>
                  <a:pt x="1104" y="88324"/>
                </a:cubicBezTo>
                <a:cubicBezTo>
                  <a:pt x="1104" y="88295"/>
                  <a:pt x="1104" y="88295"/>
                  <a:pt x="1118" y="88280"/>
                </a:cubicBezTo>
                <a:close/>
                <a:moveTo>
                  <a:pt x="1251" y="88339"/>
                </a:moveTo>
                <a:cubicBezTo>
                  <a:pt x="1251" y="88368"/>
                  <a:pt x="1266" y="88413"/>
                  <a:pt x="1295" y="88427"/>
                </a:cubicBezTo>
                <a:cubicBezTo>
                  <a:pt x="1266" y="88442"/>
                  <a:pt x="1266" y="88472"/>
                  <a:pt x="1251" y="88486"/>
                </a:cubicBezTo>
                <a:cubicBezTo>
                  <a:pt x="1251" y="88442"/>
                  <a:pt x="1236" y="88413"/>
                  <a:pt x="1236" y="88398"/>
                </a:cubicBezTo>
                <a:cubicBezTo>
                  <a:pt x="1236" y="88368"/>
                  <a:pt x="1251" y="88354"/>
                  <a:pt x="1251" y="88339"/>
                </a:cubicBezTo>
                <a:close/>
                <a:moveTo>
                  <a:pt x="1060" y="88442"/>
                </a:moveTo>
                <a:cubicBezTo>
                  <a:pt x="1060" y="88472"/>
                  <a:pt x="1089" y="88501"/>
                  <a:pt x="1089" y="88516"/>
                </a:cubicBezTo>
                <a:cubicBezTo>
                  <a:pt x="1089" y="88545"/>
                  <a:pt x="1060" y="88545"/>
                  <a:pt x="1060" y="88560"/>
                </a:cubicBezTo>
                <a:cubicBezTo>
                  <a:pt x="1045" y="88545"/>
                  <a:pt x="1045" y="88516"/>
                  <a:pt x="1045" y="88486"/>
                </a:cubicBezTo>
                <a:cubicBezTo>
                  <a:pt x="1045" y="88472"/>
                  <a:pt x="1045" y="88472"/>
                  <a:pt x="1060" y="88442"/>
                </a:cubicBezTo>
                <a:close/>
                <a:moveTo>
                  <a:pt x="1177" y="88501"/>
                </a:moveTo>
                <a:cubicBezTo>
                  <a:pt x="1177" y="88545"/>
                  <a:pt x="1192" y="88560"/>
                  <a:pt x="1192" y="88589"/>
                </a:cubicBezTo>
                <a:cubicBezTo>
                  <a:pt x="1192" y="88619"/>
                  <a:pt x="1192" y="88619"/>
                  <a:pt x="1177" y="88633"/>
                </a:cubicBezTo>
                <a:cubicBezTo>
                  <a:pt x="1177" y="88589"/>
                  <a:pt x="1163" y="88575"/>
                  <a:pt x="1163" y="88545"/>
                </a:cubicBezTo>
                <a:cubicBezTo>
                  <a:pt x="1163" y="88516"/>
                  <a:pt x="1177" y="88516"/>
                  <a:pt x="1177" y="88501"/>
                </a:cubicBezTo>
                <a:close/>
                <a:moveTo>
                  <a:pt x="957" y="88633"/>
                </a:moveTo>
                <a:cubicBezTo>
                  <a:pt x="1001" y="88663"/>
                  <a:pt x="1001" y="88678"/>
                  <a:pt x="1001" y="88707"/>
                </a:cubicBezTo>
                <a:cubicBezTo>
                  <a:pt x="1001" y="88707"/>
                  <a:pt x="1001" y="88722"/>
                  <a:pt x="971" y="88722"/>
                </a:cubicBezTo>
                <a:cubicBezTo>
                  <a:pt x="971" y="88707"/>
                  <a:pt x="971" y="88678"/>
                  <a:pt x="957" y="88648"/>
                </a:cubicBezTo>
                <a:lnTo>
                  <a:pt x="957" y="88633"/>
                </a:lnTo>
                <a:close/>
                <a:moveTo>
                  <a:pt x="1104" y="88663"/>
                </a:moveTo>
                <a:cubicBezTo>
                  <a:pt x="1104" y="88707"/>
                  <a:pt x="1118" y="88722"/>
                  <a:pt x="1118" y="88751"/>
                </a:cubicBezTo>
                <a:cubicBezTo>
                  <a:pt x="1118" y="88766"/>
                  <a:pt x="1104" y="88781"/>
                  <a:pt x="1104" y="88795"/>
                </a:cubicBezTo>
                <a:cubicBezTo>
                  <a:pt x="1104" y="88751"/>
                  <a:pt x="1089" y="88736"/>
                  <a:pt x="1089" y="88707"/>
                </a:cubicBezTo>
                <a:cubicBezTo>
                  <a:pt x="1089" y="88678"/>
                  <a:pt x="1104" y="88663"/>
                  <a:pt x="1104" y="88663"/>
                </a:cubicBezTo>
                <a:close/>
                <a:moveTo>
                  <a:pt x="1030" y="88854"/>
                </a:moveTo>
                <a:cubicBezTo>
                  <a:pt x="1030" y="88869"/>
                  <a:pt x="1030" y="88884"/>
                  <a:pt x="1045" y="88928"/>
                </a:cubicBezTo>
                <a:cubicBezTo>
                  <a:pt x="1045" y="88942"/>
                  <a:pt x="1030" y="88942"/>
                  <a:pt x="1030" y="88957"/>
                </a:cubicBezTo>
                <a:cubicBezTo>
                  <a:pt x="1030" y="88942"/>
                  <a:pt x="1015" y="88913"/>
                  <a:pt x="1015" y="88884"/>
                </a:cubicBezTo>
                <a:cubicBezTo>
                  <a:pt x="1015" y="88869"/>
                  <a:pt x="1015" y="88869"/>
                  <a:pt x="1030" y="88854"/>
                </a:cubicBezTo>
                <a:close/>
                <a:moveTo>
                  <a:pt x="957" y="89001"/>
                </a:moveTo>
                <a:cubicBezTo>
                  <a:pt x="957" y="89031"/>
                  <a:pt x="971" y="89045"/>
                  <a:pt x="971" y="89075"/>
                </a:cubicBezTo>
                <a:cubicBezTo>
                  <a:pt x="957" y="89075"/>
                  <a:pt x="957" y="89031"/>
                  <a:pt x="957" y="89016"/>
                </a:cubicBezTo>
                <a:lnTo>
                  <a:pt x="957" y="89001"/>
                </a:lnTo>
                <a:close/>
                <a:moveTo>
                  <a:pt x="883" y="89178"/>
                </a:moveTo>
                <a:cubicBezTo>
                  <a:pt x="898" y="89207"/>
                  <a:pt x="898" y="89222"/>
                  <a:pt x="898" y="89237"/>
                </a:cubicBezTo>
                <a:cubicBezTo>
                  <a:pt x="898" y="89237"/>
                  <a:pt x="898" y="89251"/>
                  <a:pt x="883" y="89251"/>
                </a:cubicBezTo>
                <a:lnTo>
                  <a:pt x="883" y="89207"/>
                </a:lnTo>
                <a:lnTo>
                  <a:pt x="883" y="89178"/>
                </a:lnTo>
                <a:close/>
                <a:moveTo>
                  <a:pt x="9151" y="1"/>
                </a:moveTo>
                <a:cubicBezTo>
                  <a:pt x="8699" y="1"/>
                  <a:pt x="8245" y="78"/>
                  <a:pt x="7800" y="247"/>
                </a:cubicBezTo>
                <a:lnTo>
                  <a:pt x="7844" y="320"/>
                </a:lnTo>
                <a:cubicBezTo>
                  <a:pt x="8284" y="155"/>
                  <a:pt x="8730" y="79"/>
                  <a:pt x="9173" y="79"/>
                </a:cubicBezTo>
                <a:cubicBezTo>
                  <a:pt x="10580" y="79"/>
                  <a:pt x="11953" y="849"/>
                  <a:pt x="12995" y="1969"/>
                </a:cubicBezTo>
                <a:cubicBezTo>
                  <a:pt x="12597" y="1601"/>
                  <a:pt x="12185" y="1248"/>
                  <a:pt x="11714" y="997"/>
                </a:cubicBezTo>
                <a:cubicBezTo>
                  <a:pt x="10828" y="465"/>
                  <a:pt x="9902" y="191"/>
                  <a:pt x="9007" y="191"/>
                </a:cubicBezTo>
                <a:cubicBezTo>
                  <a:pt x="8565" y="191"/>
                  <a:pt x="8130" y="258"/>
                  <a:pt x="7711" y="394"/>
                </a:cubicBezTo>
                <a:lnTo>
                  <a:pt x="7726" y="468"/>
                </a:lnTo>
                <a:cubicBezTo>
                  <a:pt x="8149" y="330"/>
                  <a:pt x="8578" y="266"/>
                  <a:pt x="9006" y="266"/>
                </a:cubicBezTo>
                <a:cubicBezTo>
                  <a:pt x="10494" y="266"/>
                  <a:pt x="11959" y="1043"/>
                  <a:pt x="13068" y="2175"/>
                </a:cubicBezTo>
                <a:cubicBezTo>
                  <a:pt x="11931" y="1095"/>
                  <a:pt x="10445" y="356"/>
                  <a:pt x="8903" y="356"/>
                </a:cubicBezTo>
                <a:cubicBezTo>
                  <a:pt x="8469" y="356"/>
                  <a:pt x="8030" y="415"/>
                  <a:pt x="7594" y="541"/>
                </a:cubicBezTo>
                <a:lnTo>
                  <a:pt x="7623" y="615"/>
                </a:lnTo>
                <a:cubicBezTo>
                  <a:pt x="8046" y="495"/>
                  <a:pt x="8471" y="439"/>
                  <a:pt x="8892" y="439"/>
                </a:cubicBezTo>
                <a:cubicBezTo>
                  <a:pt x="10538" y="439"/>
                  <a:pt x="12123" y="1291"/>
                  <a:pt x="13260" y="2498"/>
                </a:cubicBezTo>
                <a:cubicBezTo>
                  <a:pt x="12818" y="2086"/>
                  <a:pt x="12332" y="1719"/>
                  <a:pt x="11817" y="1424"/>
                </a:cubicBezTo>
                <a:cubicBezTo>
                  <a:pt x="10796" y="845"/>
                  <a:pt x="9729" y="545"/>
                  <a:pt x="8698" y="545"/>
                </a:cubicBezTo>
                <a:cubicBezTo>
                  <a:pt x="8288" y="545"/>
                  <a:pt x="7884" y="592"/>
                  <a:pt x="7491" y="688"/>
                </a:cubicBezTo>
                <a:lnTo>
                  <a:pt x="7505" y="762"/>
                </a:lnTo>
                <a:cubicBezTo>
                  <a:pt x="7888" y="668"/>
                  <a:pt x="8283" y="623"/>
                  <a:pt x="8681" y="623"/>
                </a:cubicBezTo>
                <a:cubicBezTo>
                  <a:pt x="10351" y="623"/>
                  <a:pt x="12097" y="1412"/>
                  <a:pt x="13392" y="2719"/>
                </a:cubicBezTo>
                <a:cubicBezTo>
                  <a:pt x="12043" y="1478"/>
                  <a:pt x="10270" y="721"/>
                  <a:pt x="8541" y="721"/>
                </a:cubicBezTo>
                <a:cubicBezTo>
                  <a:pt x="8157" y="721"/>
                  <a:pt x="7776" y="758"/>
                  <a:pt x="7402" y="836"/>
                </a:cubicBezTo>
                <a:lnTo>
                  <a:pt x="7417" y="909"/>
                </a:lnTo>
                <a:cubicBezTo>
                  <a:pt x="7782" y="835"/>
                  <a:pt x="8155" y="799"/>
                  <a:pt x="8531" y="799"/>
                </a:cubicBezTo>
                <a:cubicBezTo>
                  <a:pt x="10386" y="799"/>
                  <a:pt x="12316" y="1673"/>
                  <a:pt x="13686" y="3117"/>
                </a:cubicBezTo>
                <a:cubicBezTo>
                  <a:pt x="13157" y="2616"/>
                  <a:pt x="12568" y="2175"/>
                  <a:pt x="11906" y="1822"/>
                </a:cubicBezTo>
                <a:cubicBezTo>
                  <a:pt x="10775" y="1206"/>
                  <a:pt x="9550" y="888"/>
                  <a:pt x="8374" y="888"/>
                </a:cubicBezTo>
                <a:cubicBezTo>
                  <a:pt x="8005" y="888"/>
                  <a:pt x="7640" y="919"/>
                  <a:pt x="7285" y="983"/>
                </a:cubicBezTo>
                <a:lnTo>
                  <a:pt x="7299" y="1056"/>
                </a:lnTo>
                <a:cubicBezTo>
                  <a:pt x="7645" y="995"/>
                  <a:pt x="7996" y="966"/>
                  <a:pt x="8349" y="966"/>
                </a:cubicBezTo>
                <a:cubicBezTo>
                  <a:pt x="10296" y="966"/>
                  <a:pt x="12300" y="1861"/>
                  <a:pt x="13745" y="3293"/>
                </a:cubicBezTo>
                <a:cubicBezTo>
                  <a:pt x="12225" y="1900"/>
                  <a:pt x="10172" y="1063"/>
                  <a:pt x="8146" y="1063"/>
                </a:cubicBezTo>
                <a:cubicBezTo>
                  <a:pt x="7818" y="1063"/>
                  <a:pt x="7491" y="1085"/>
                  <a:pt x="7167" y="1130"/>
                </a:cubicBezTo>
                <a:lnTo>
                  <a:pt x="7196" y="1203"/>
                </a:lnTo>
                <a:cubicBezTo>
                  <a:pt x="7513" y="1158"/>
                  <a:pt x="7833" y="1137"/>
                  <a:pt x="8155" y="1137"/>
                </a:cubicBezTo>
                <a:cubicBezTo>
                  <a:pt x="10254" y="1137"/>
                  <a:pt x="12405" y="2069"/>
                  <a:pt x="13937" y="3587"/>
                </a:cubicBezTo>
                <a:cubicBezTo>
                  <a:pt x="12339" y="2133"/>
                  <a:pt x="10145" y="1228"/>
                  <a:pt x="7952" y="1228"/>
                </a:cubicBezTo>
                <a:cubicBezTo>
                  <a:pt x="7660" y="1228"/>
                  <a:pt x="7369" y="1244"/>
                  <a:pt x="7079" y="1277"/>
                </a:cubicBezTo>
                <a:lnTo>
                  <a:pt x="7079" y="1351"/>
                </a:lnTo>
                <a:cubicBezTo>
                  <a:pt x="7363" y="1320"/>
                  <a:pt x="7648" y="1305"/>
                  <a:pt x="7934" y="1305"/>
                </a:cubicBezTo>
                <a:cubicBezTo>
                  <a:pt x="10237" y="1305"/>
                  <a:pt x="12545" y="2286"/>
                  <a:pt x="14143" y="3897"/>
                </a:cubicBezTo>
                <a:cubicBezTo>
                  <a:pt x="13539" y="3337"/>
                  <a:pt x="12818" y="2852"/>
                  <a:pt x="12038" y="2454"/>
                </a:cubicBezTo>
                <a:cubicBezTo>
                  <a:pt x="10678" y="1762"/>
                  <a:pt x="9157" y="1392"/>
                  <a:pt x="7695" y="1392"/>
                </a:cubicBezTo>
                <a:cubicBezTo>
                  <a:pt x="7448" y="1392"/>
                  <a:pt x="7203" y="1403"/>
                  <a:pt x="6961" y="1424"/>
                </a:cubicBezTo>
                <a:lnTo>
                  <a:pt x="6961" y="1498"/>
                </a:lnTo>
                <a:cubicBezTo>
                  <a:pt x="7195" y="1478"/>
                  <a:pt x="7429" y="1469"/>
                  <a:pt x="7664" y="1469"/>
                </a:cubicBezTo>
                <a:cubicBezTo>
                  <a:pt x="10108" y="1469"/>
                  <a:pt x="12583" y="2497"/>
                  <a:pt x="14275" y="4161"/>
                </a:cubicBezTo>
                <a:cubicBezTo>
                  <a:pt x="12492" y="2542"/>
                  <a:pt x="9992" y="1552"/>
                  <a:pt x="7460" y="1552"/>
                </a:cubicBezTo>
                <a:cubicBezTo>
                  <a:pt x="7255" y="1552"/>
                  <a:pt x="7049" y="1558"/>
                  <a:pt x="6843" y="1571"/>
                </a:cubicBezTo>
                <a:lnTo>
                  <a:pt x="6843" y="1645"/>
                </a:lnTo>
                <a:cubicBezTo>
                  <a:pt x="7017" y="1636"/>
                  <a:pt x="7190" y="1631"/>
                  <a:pt x="7363" y="1631"/>
                </a:cubicBezTo>
                <a:cubicBezTo>
                  <a:pt x="9997" y="1631"/>
                  <a:pt x="12584" y="2670"/>
                  <a:pt x="14393" y="4382"/>
                </a:cubicBezTo>
                <a:cubicBezTo>
                  <a:pt x="12488" y="2690"/>
                  <a:pt x="9800" y="1685"/>
                  <a:pt x="7032" y="1685"/>
                </a:cubicBezTo>
                <a:cubicBezTo>
                  <a:pt x="6935" y="1685"/>
                  <a:pt x="6838" y="1687"/>
                  <a:pt x="6740" y="1689"/>
                </a:cubicBezTo>
                <a:lnTo>
                  <a:pt x="6740" y="1763"/>
                </a:lnTo>
                <a:cubicBezTo>
                  <a:pt x="6853" y="1759"/>
                  <a:pt x="6966" y="1758"/>
                  <a:pt x="7078" y="1758"/>
                </a:cubicBezTo>
                <a:cubicBezTo>
                  <a:pt x="9873" y="1758"/>
                  <a:pt x="12570" y="2803"/>
                  <a:pt x="14437" y="4529"/>
                </a:cubicBezTo>
                <a:lnTo>
                  <a:pt x="14437" y="4544"/>
                </a:lnTo>
                <a:cubicBezTo>
                  <a:pt x="13760" y="3970"/>
                  <a:pt x="13009" y="3484"/>
                  <a:pt x="12141" y="3072"/>
                </a:cubicBezTo>
                <a:cubicBezTo>
                  <a:pt x="10518" y="2289"/>
                  <a:pt x="8632" y="1864"/>
                  <a:pt x="6805" y="1864"/>
                </a:cubicBezTo>
                <a:cubicBezTo>
                  <a:pt x="6744" y="1864"/>
                  <a:pt x="6683" y="1865"/>
                  <a:pt x="6622" y="1866"/>
                </a:cubicBezTo>
                <a:lnTo>
                  <a:pt x="6622" y="1939"/>
                </a:lnTo>
                <a:cubicBezTo>
                  <a:pt x="6665" y="1939"/>
                  <a:pt x="6707" y="1939"/>
                  <a:pt x="6749" y="1939"/>
                </a:cubicBezTo>
                <a:cubicBezTo>
                  <a:pt x="9733" y="1939"/>
                  <a:pt x="12522" y="2964"/>
                  <a:pt x="14496" y="4691"/>
                </a:cubicBezTo>
                <a:cubicBezTo>
                  <a:pt x="14496" y="4706"/>
                  <a:pt x="14496" y="4706"/>
                  <a:pt x="14510" y="4735"/>
                </a:cubicBezTo>
                <a:cubicBezTo>
                  <a:pt x="13833" y="4176"/>
                  <a:pt x="13054" y="3676"/>
                  <a:pt x="12200" y="3278"/>
                </a:cubicBezTo>
                <a:cubicBezTo>
                  <a:pt x="10463" y="2469"/>
                  <a:pt x="8521" y="2028"/>
                  <a:pt x="6534" y="1983"/>
                </a:cubicBezTo>
                <a:lnTo>
                  <a:pt x="6534" y="2057"/>
                </a:lnTo>
                <a:cubicBezTo>
                  <a:pt x="9625" y="2116"/>
                  <a:pt x="12524" y="3161"/>
                  <a:pt x="14569" y="4883"/>
                </a:cubicBezTo>
                <a:lnTo>
                  <a:pt x="14569" y="4897"/>
                </a:lnTo>
                <a:cubicBezTo>
                  <a:pt x="13892" y="4367"/>
                  <a:pt x="13112" y="3882"/>
                  <a:pt x="12259" y="3484"/>
                </a:cubicBezTo>
                <a:cubicBezTo>
                  <a:pt x="10508" y="2675"/>
                  <a:pt x="8506" y="2204"/>
                  <a:pt x="6416" y="2131"/>
                </a:cubicBezTo>
                <a:lnTo>
                  <a:pt x="6416" y="2204"/>
                </a:lnTo>
                <a:cubicBezTo>
                  <a:pt x="9051" y="2307"/>
                  <a:pt x="12229" y="3131"/>
                  <a:pt x="14613" y="5030"/>
                </a:cubicBezTo>
                <a:cubicBezTo>
                  <a:pt x="14613" y="5044"/>
                  <a:pt x="14613" y="5044"/>
                  <a:pt x="14628" y="5059"/>
                </a:cubicBezTo>
                <a:cubicBezTo>
                  <a:pt x="13951" y="4544"/>
                  <a:pt x="13171" y="4088"/>
                  <a:pt x="12303" y="3676"/>
                </a:cubicBezTo>
                <a:cubicBezTo>
                  <a:pt x="10537" y="2896"/>
                  <a:pt x="8477" y="2395"/>
                  <a:pt x="6328" y="2263"/>
                </a:cubicBezTo>
                <a:lnTo>
                  <a:pt x="6328" y="2337"/>
                </a:lnTo>
                <a:cubicBezTo>
                  <a:pt x="9639" y="2528"/>
                  <a:pt x="12568" y="3558"/>
                  <a:pt x="14658" y="5192"/>
                </a:cubicBezTo>
                <a:cubicBezTo>
                  <a:pt x="14658" y="5206"/>
                  <a:pt x="14658" y="5221"/>
                  <a:pt x="14687" y="5250"/>
                </a:cubicBezTo>
                <a:cubicBezTo>
                  <a:pt x="12553" y="3676"/>
                  <a:pt x="9625" y="2690"/>
                  <a:pt x="6240" y="2425"/>
                </a:cubicBezTo>
                <a:lnTo>
                  <a:pt x="6240" y="2498"/>
                </a:lnTo>
                <a:cubicBezTo>
                  <a:pt x="9654" y="2763"/>
                  <a:pt x="12597" y="3764"/>
                  <a:pt x="14716" y="5368"/>
                </a:cubicBezTo>
                <a:cubicBezTo>
                  <a:pt x="14716" y="5383"/>
                  <a:pt x="14716" y="5412"/>
                  <a:pt x="14731" y="5427"/>
                </a:cubicBezTo>
                <a:cubicBezTo>
                  <a:pt x="11935" y="3440"/>
                  <a:pt x="8374" y="2793"/>
                  <a:pt x="6137" y="2572"/>
                </a:cubicBezTo>
                <a:lnTo>
                  <a:pt x="6137" y="2646"/>
                </a:lnTo>
                <a:cubicBezTo>
                  <a:pt x="8388" y="2866"/>
                  <a:pt x="11994" y="3514"/>
                  <a:pt x="14775" y="5530"/>
                </a:cubicBezTo>
                <a:cubicBezTo>
                  <a:pt x="14775" y="5559"/>
                  <a:pt x="14775" y="5574"/>
                  <a:pt x="14790" y="5589"/>
                </a:cubicBezTo>
                <a:cubicBezTo>
                  <a:pt x="14084" y="5118"/>
                  <a:pt x="13318" y="4691"/>
                  <a:pt x="12465" y="4323"/>
                </a:cubicBezTo>
                <a:cubicBezTo>
                  <a:pt x="10669" y="3529"/>
                  <a:pt x="8506" y="2999"/>
                  <a:pt x="6048" y="2719"/>
                </a:cubicBezTo>
                <a:lnTo>
                  <a:pt x="6048" y="2793"/>
                </a:lnTo>
                <a:cubicBezTo>
                  <a:pt x="8786" y="3102"/>
                  <a:pt x="12200" y="3867"/>
                  <a:pt x="14820" y="5707"/>
                </a:cubicBezTo>
                <a:lnTo>
                  <a:pt x="14820" y="5751"/>
                </a:lnTo>
                <a:cubicBezTo>
                  <a:pt x="12656" y="4309"/>
                  <a:pt x="9713" y="3352"/>
                  <a:pt x="5960" y="2866"/>
                </a:cubicBezTo>
                <a:lnTo>
                  <a:pt x="5945" y="2940"/>
                </a:lnTo>
                <a:cubicBezTo>
                  <a:pt x="9728" y="3440"/>
                  <a:pt x="12671" y="4397"/>
                  <a:pt x="14849" y="5869"/>
                </a:cubicBezTo>
                <a:cubicBezTo>
                  <a:pt x="14849" y="5883"/>
                  <a:pt x="14864" y="5927"/>
                  <a:pt x="14864" y="5942"/>
                </a:cubicBezTo>
                <a:cubicBezTo>
                  <a:pt x="12068" y="4117"/>
                  <a:pt x="8550" y="3396"/>
                  <a:pt x="5842" y="3014"/>
                </a:cubicBezTo>
                <a:lnTo>
                  <a:pt x="5828" y="3087"/>
                </a:lnTo>
                <a:cubicBezTo>
                  <a:pt x="8550" y="3470"/>
                  <a:pt x="12068" y="4206"/>
                  <a:pt x="14878" y="6045"/>
                </a:cubicBezTo>
                <a:cubicBezTo>
                  <a:pt x="14878" y="6089"/>
                  <a:pt x="14893" y="6104"/>
                  <a:pt x="14893" y="6148"/>
                </a:cubicBezTo>
                <a:cubicBezTo>
                  <a:pt x="12141" y="4412"/>
                  <a:pt x="8727" y="3646"/>
                  <a:pt x="5739" y="3161"/>
                </a:cubicBezTo>
                <a:lnTo>
                  <a:pt x="5725" y="3234"/>
                </a:lnTo>
                <a:cubicBezTo>
                  <a:pt x="8697" y="3720"/>
                  <a:pt x="12156" y="4485"/>
                  <a:pt x="14908" y="6236"/>
                </a:cubicBezTo>
                <a:cubicBezTo>
                  <a:pt x="14908" y="6251"/>
                  <a:pt x="14908" y="6266"/>
                  <a:pt x="14923" y="6295"/>
                </a:cubicBezTo>
                <a:cubicBezTo>
                  <a:pt x="12274" y="4676"/>
                  <a:pt x="8962" y="3882"/>
                  <a:pt x="5636" y="3308"/>
                </a:cubicBezTo>
                <a:lnTo>
                  <a:pt x="5607" y="3381"/>
                </a:lnTo>
                <a:cubicBezTo>
                  <a:pt x="8948" y="3970"/>
                  <a:pt x="12274" y="4765"/>
                  <a:pt x="14923" y="6398"/>
                </a:cubicBezTo>
                <a:cubicBezTo>
                  <a:pt x="15129" y="7737"/>
                  <a:pt x="15129" y="9136"/>
                  <a:pt x="15129" y="10504"/>
                </a:cubicBezTo>
                <a:cubicBezTo>
                  <a:pt x="15129" y="11019"/>
                  <a:pt x="15129" y="11564"/>
                  <a:pt x="15143" y="12079"/>
                </a:cubicBezTo>
                <a:cubicBezTo>
                  <a:pt x="15173" y="13668"/>
                  <a:pt x="15364" y="15022"/>
                  <a:pt x="15702" y="16199"/>
                </a:cubicBezTo>
                <a:cubicBezTo>
                  <a:pt x="15747" y="16376"/>
                  <a:pt x="15776" y="16523"/>
                  <a:pt x="15820" y="16670"/>
                </a:cubicBezTo>
                <a:cubicBezTo>
                  <a:pt x="15850" y="16862"/>
                  <a:pt x="15909" y="17068"/>
                  <a:pt x="15967" y="17274"/>
                </a:cubicBezTo>
                <a:cubicBezTo>
                  <a:pt x="15982" y="17377"/>
                  <a:pt x="15997" y="17480"/>
                  <a:pt x="16041" y="17583"/>
                </a:cubicBezTo>
                <a:lnTo>
                  <a:pt x="16100" y="17921"/>
                </a:lnTo>
                <a:cubicBezTo>
                  <a:pt x="16115" y="18113"/>
                  <a:pt x="16144" y="18319"/>
                  <a:pt x="16188" y="18525"/>
                </a:cubicBezTo>
                <a:cubicBezTo>
                  <a:pt x="16203" y="18657"/>
                  <a:pt x="16218" y="18775"/>
                  <a:pt x="16247" y="18893"/>
                </a:cubicBezTo>
                <a:lnTo>
                  <a:pt x="16291" y="19393"/>
                </a:lnTo>
                <a:cubicBezTo>
                  <a:pt x="16291" y="19496"/>
                  <a:pt x="16321" y="19614"/>
                  <a:pt x="16321" y="19731"/>
                </a:cubicBezTo>
                <a:cubicBezTo>
                  <a:pt x="16321" y="19908"/>
                  <a:pt x="16335" y="20085"/>
                  <a:pt x="16335" y="20246"/>
                </a:cubicBezTo>
                <a:lnTo>
                  <a:pt x="16335" y="20688"/>
                </a:lnTo>
                <a:cubicBezTo>
                  <a:pt x="16335" y="20850"/>
                  <a:pt x="16321" y="21012"/>
                  <a:pt x="16321" y="21159"/>
                </a:cubicBezTo>
                <a:cubicBezTo>
                  <a:pt x="16291" y="21306"/>
                  <a:pt x="16291" y="21424"/>
                  <a:pt x="16291" y="21586"/>
                </a:cubicBezTo>
                <a:cubicBezTo>
                  <a:pt x="16276" y="21733"/>
                  <a:pt x="16262" y="21880"/>
                  <a:pt x="16262" y="22027"/>
                </a:cubicBezTo>
                <a:lnTo>
                  <a:pt x="16203" y="22469"/>
                </a:lnTo>
                <a:cubicBezTo>
                  <a:pt x="16173" y="22616"/>
                  <a:pt x="16144" y="22763"/>
                  <a:pt x="16129" y="22910"/>
                </a:cubicBezTo>
                <a:cubicBezTo>
                  <a:pt x="16100" y="23057"/>
                  <a:pt x="16056" y="23204"/>
                  <a:pt x="16041" y="23352"/>
                </a:cubicBezTo>
                <a:lnTo>
                  <a:pt x="15923" y="23793"/>
                </a:lnTo>
                <a:cubicBezTo>
                  <a:pt x="15894" y="23940"/>
                  <a:pt x="15835" y="24087"/>
                  <a:pt x="15806" y="24205"/>
                </a:cubicBezTo>
                <a:cubicBezTo>
                  <a:pt x="15747" y="24352"/>
                  <a:pt x="15702" y="24499"/>
                  <a:pt x="15658" y="24647"/>
                </a:cubicBezTo>
                <a:lnTo>
                  <a:pt x="15482" y="25088"/>
                </a:lnTo>
                <a:lnTo>
                  <a:pt x="15379" y="25368"/>
                </a:lnTo>
                <a:cubicBezTo>
                  <a:pt x="14201" y="28385"/>
                  <a:pt x="14746" y="31961"/>
                  <a:pt x="16762" y="34477"/>
                </a:cubicBezTo>
                <a:cubicBezTo>
                  <a:pt x="17866" y="35860"/>
                  <a:pt x="19367" y="36905"/>
                  <a:pt x="20809" y="37921"/>
                </a:cubicBezTo>
                <a:cubicBezTo>
                  <a:pt x="22089" y="38818"/>
                  <a:pt x="23414" y="39731"/>
                  <a:pt x="24488" y="40908"/>
                </a:cubicBezTo>
                <a:cubicBezTo>
                  <a:pt x="24459" y="40952"/>
                  <a:pt x="24429" y="40967"/>
                  <a:pt x="24415" y="41011"/>
                </a:cubicBezTo>
                <a:cubicBezTo>
                  <a:pt x="23679" y="41821"/>
                  <a:pt x="22884" y="42601"/>
                  <a:pt x="22104" y="43366"/>
                </a:cubicBezTo>
                <a:cubicBezTo>
                  <a:pt x="21133" y="44337"/>
                  <a:pt x="20117" y="45323"/>
                  <a:pt x="19205" y="46397"/>
                </a:cubicBezTo>
                <a:cubicBezTo>
                  <a:pt x="19087" y="46530"/>
                  <a:pt x="18984" y="46648"/>
                  <a:pt x="18867" y="46795"/>
                </a:cubicBezTo>
                <a:lnTo>
                  <a:pt x="18778" y="46898"/>
                </a:lnTo>
                <a:cubicBezTo>
                  <a:pt x="18616" y="47074"/>
                  <a:pt x="18469" y="47266"/>
                  <a:pt x="18322" y="47442"/>
                </a:cubicBezTo>
                <a:cubicBezTo>
                  <a:pt x="18131" y="47648"/>
                  <a:pt x="17954" y="47869"/>
                  <a:pt x="17763" y="48075"/>
                </a:cubicBezTo>
                <a:cubicBezTo>
                  <a:pt x="17586" y="48252"/>
                  <a:pt x="17424" y="48472"/>
                  <a:pt x="17233" y="48693"/>
                </a:cubicBezTo>
                <a:cubicBezTo>
                  <a:pt x="17056" y="48870"/>
                  <a:pt x="16880" y="49090"/>
                  <a:pt x="16703" y="49297"/>
                </a:cubicBezTo>
                <a:cubicBezTo>
                  <a:pt x="16512" y="49503"/>
                  <a:pt x="16321" y="49723"/>
                  <a:pt x="16144" y="49929"/>
                </a:cubicBezTo>
                <a:cubicBezTo>
                  <a:pt x="15967" y="50106"/>
                  <a:pt x="15806" y="50312"/>
                  <a:pt x="15629" y="50503"/>
                </a:cubicBezTo>
                <a:cubicBezTo>
                  <a:pt x="15452" y="50695"/>
                  <a:pt x="15290" y="50886"/>
                  <a:pt x="15114" y="51077"/>
                </a:cubicBezTo>
                <a:lnTo>
                  <a:pt x="14569" y="51695"/>
                </a:lnTo>
                <a:lnTo>
                  <a:pt x="14069" y="52240"/>
                </a:lnTo>
                <a:cubicBezTo>
                  <a:pt x="13848" y="52461"/>
                  <a:pt x="13642" y="52681"/>
                  <a:pt x="13466" y="52902"/>
                </a:cubicBezTo>
                <a:cubicBezTo>
                  <a:pt x="13274" y="53093"/>
                  <a:pt x="13112" y="53270"/>
                  <a:pt x="12951" y="53461"/>
                </a:cubicBezTo>
                <a:cubicBezTo>
                  <a:pt x="12730" y="53682"/>
                  <a:pt x="12524" y="53903"/>
                  <a:pt x="12318" y="54123"/>
                </a:cubicBezTo>
                <a:cubicBezTo>
                  <a:pt x="12141" y="54300"/>
                  <a:pt x="11979" y="54477"/>
                  <a:pt x="11832" y="54639"/>
                </a:cubicBezTo>
                <a:cubicBezTo>
                  <a:pt x="11611" y="54845"/>
                  <a:pt x="11391" y="55065"/>
                  <a:pt x="11185" y="55301"/>
                </a:cubicBezTo>
                <a:cubicBezTo>
                  <a:pt x="10978" y="55507"/>
                  <a:pt x="10772" y="55683"/>
                  <a:pt x="10581" y="55904"/>
                </a:cubicBezTo>
                <a:cubicBezTo>
                  <a:pt x="10360" y="56095"/>
                  <a:pt x="10154" y="56287"/>
                  <a:pt x="9963" y="56478"/>
                </a:cubicBezTo>
                <a:cubicBezTo>
                  <a:pt x="9742" y="56655"/>
                  <a:pt x="9551" y="56846"/>
                  <a:pt x="9345" y="57052"/>
                </a:cubicBezTo>
                <a:cubicBezTo>
                  <a:pt x="9124" y="57229"/>
                  <a:pt x="8903" y="57420"/>
                  <a:pt x="8697" y="57597"/>
                </a:cubicBezTo>
                <a:cubicBezTo>
                  <a:pt x="8477" y="57758"/>
                  <a:pt x="8256" y="57935"/>
                  <a:pt x="8050" y="58112"/>
                </a:cubicBezTo>
                <a:cubicBezTo>
                  <a:pt x="7829" y="58259"/>
                  <a:pt x="7608" y="58421"/>
                  <a:pt x="7417" y="58597"/>
                </a:cubicBezTo>
                <a:cubicBezTo>
                  <a:pt x="7123" y="58774"/>
                  <a:pt x="6828" y="58980"/>
                  <a:pt x="6549" y="59201"/>
                </a:cubicBezTo>
                <a:cubicBezTo>
                  <a:pt x="5445" y="60098"/>
                  <a:pt x="4562" y="61143"/>
                  <a:pt x="3959" y="62276"/>
                </a:cubicBezTo>
                <a:cubicBezTo>
                  <a:pt x="3252" y="63557"/>
                  <a:pt x="2973" y="64866"/>
                  <a:pt x="3149" y="66147"/>
                </a:cubicBezTo>
                <a:cubicBezTo>
                  <a:pt x="3370" y="67957"/>
                  <a:pt x="4430" y="69502"/>
                  <a:pt x="5445" y="70988"/>
                </a:cubicBezTo>
                <a:cubicBezTo>
                  <a:pt x="6255" y="72166"/>
                  <a:pt x="7079" y="73358"/>
                  <a:pt x="7505" y="74712"/>
                </a:cubicBezTo>
                <a:cubicBezTo>
                  <a:pt x="7005" y="74888"/>
                  <a:pt x="6505" y="75109"/>
                  <a:pt x="6048" y="75374"/>
                </a:cubicBezTo>
                <a:cubicBezTo>
                  <a:pt x="3149" y="76949"/>
                  <a:pt x="1133" y="80098"/>
                  <a:pt x="957" y="83409"/>
                </a:cubicBezTo>
                <a:cubicBezTo>
                  <a:pt x="957" y="83483"/>
                  <a:pt x="957" y="83556"/>
                  <a:pt x="942" y="83615"/>
                </a:cubicBezTo>
                <a:lnTo>
                  <a:pt x="942" y="83718"/>
                </a:lnTo>
                <a:cubicBezTo>
                  <a:pt x="942" y="83792"/>
                  <a:pt x="942" y="83880"/>
                  <a:pt x="912" y="83954"/>
                </a:cubicBezTo>
                <a:lnTo>
                  <a:pt x="912" y="84027"/>
                </a:lnTo>
                <a:cubicBezTo>
                  <a:pt x="912" y="84130"/>
                  <a:pt x="898" y="84233"/>
                  <a:pt x="898" y="84321"/>
                </a:cubicBezTo>
                <a:lnTo>
                  <a:pt x="898" y="84351"/>
                </a:lnTo>
                <a:cubicBezTo>
                  <a:pt x="883" y="84469"/>
                  <a:pt x="883" y="84601"/>
                  <a:pt x="883" y="84734"/>
                </a:cubicBezTo>
                <a:cubicBezTo>
                  <a:pt x="868" y="84837"/>
                  <a:pt x="868" y="84969"/>
                  <a:pt x="868" y="85087"/>
                </a:cubicBezTo>
                <a:cubicBezTo>
                  <a:pt x="839" y="85204"/>
                  <a:pt x="839" y="85352"/>
                  <a:pt x="839" y="85484"/>
                </a:cubicBezTo>
                <a:cubicBezTo>
                  <a:pt x="824" y="85602"/>
                  <a:pt x="824" y="85705"/>
                  <a:pt x="824" y="85823"/>
                </a:cubicBezTo>
                <a:cubicBezTo>
                  <a:pt x="809" y="85940"/>
                  <a:pt x="809" y="86073"/>
                  <a:pt x="809" y="86205"/>
                </a:cubicBezTo>
                <a:cubicBezTo>
                  <a:pt x="795" y="86308"/>
                  <a:pt x="795" y="86441"/>
                  <a:pt x="795" y="86558"/>
                </a:cubicBezTo>
                <a:cubicBezTo>
                  <a:pt x="780" y="86676"/>
                  <a:pt x="780" y="86809"/>
                  <a:pt x="751" y="86956"/>
                </a:cubicBezTo>
                <a:cubicBezTo>
                  <a:pt x="736" y="87088"/>
                  <a:pt x="736" y="87221"/>
                  <a:pt x="721" y="87324"/>
                </a:cubicBezTo>
                <a:cubicBezTo>
                  <a:pt x="706" y="87456"/>
                  <a:pt x="706" y="87559"/>
                  <a:pt x="677" y="87692"/>
                </a:cubicBezTo>
                <a:cubicBezTo>
                  <a:pt x="662" y="87809"/>
                  <a:pt x="662" y="87912"/>
                  <a:pt x="648" y="88045"/>
                </a:cubicBezTo>
                <a:cubicBezTo>
                  <a:pt x="633" y="88192"/>
                  <a:pt x="603" y="88324"/>
                  <a:pt x="603" y="88472"/>
                </a:cubicBezTo>
                <a:cubicBezTo>
                  <a:pt x="589" y="88589"/>
                  <a:pt x="589" y="88707"/>
                  <a:pt x="574" y="88839"/>
                </a:cubicBezTo>
                <a:cubicBezTo>
                  <a:pt x="545" y="88942"/>
                  <a:pt x="545" y="89075"/>
                  <a:pt x="530" y="89178"/>
                </a:cubicBezTo>
                <a:cubicBezTo>
                  <a:pt x="515" y="89310"/>
                  <a:pt x="515" y="89428"/>
                  <a:pt x="500" y="89546"/>
                </a:cubicBezTo>
                <a:cubicBezTo>
                  <a:pt x="471" y="89693"/>
                  <a:pt x="456" y="89840"/>
                  <a:pt x="456" y="89987"/>
                </a:cubicBezTo>
                <a:cubicBezTo>
                  <a:pt x="441" y="90105"/>
                  <a:pt x="441" y="90193"/>
                  <a:pt x="427" y="90311"/>
                </a:cubicBezTo>
                <a:cubicBezTo>
                  <a:pt x="397" y="90414"/>
                  <a:pt x="397" y="90502"/>
                  <a:pt x="383" y="90620"/>
                </a:cubicBezTo>
                <a:cubicBezTo>
                  <a:pt x="368" y="90753"/>
                  <a:pt x="353" y="90900"/>
                  <a:pt x="353" y="91017"/>
                </a:cubicBezTo>
                <a:cubicBezTo>
                  <a:pt x="0" y="93490"/>
                  <a:pt x="986" y="96271"/>
                  <a:pt x="3326" y="97051"/>
                </a:cubicBezTo>
                <a:lnTo>
                  <a:pt x="3341" y="96978"/>
                </a:lnTo>
                <a:cubicBezTo>
                  <a:pt x="1486" y="96359"/>
                  <a:pt x="515" y="94461"/>
                  <a:pt x="383" y="92460"/>
                </a:cubicBezTo>
                <a:lnTo>
                  <a:pt x="383" y="92460"/>
                </a:lnTo>
                <a:cubicBezTo>
                  <a:pt x="441" y="92989"/>
                  <a:pt x="574" y="93519"/>
                  <a:pt x="751" y="94020"/>
                </a:cubicBezTo>
                <a:cubicBezTo>
                  <a:pt x="1280" y="95477"/>
                  <a:pt x="2266" y="96536"/>
                  <a:pt x="3517" y="97007"/>
                </a:cubicBezTo>
                <a:lnTo>
                  <a:pt x="3547" y="96933"/>
                </a:lnTo>
                <a:cubicBezTo>
                  <a:pt x="1692" y="96212"/>
                  <a:pt x="662" y="94255"/>
                  <a:pt x="471" y="92254"/>
                </a:cubicBezTo>
                <a:lnTo>
                  <a:pt x="471" y="92254"/>
                </a:lnTo>
                <a:cubicBezTo>
                  <a:pt x="751" y="94240"/>
                  <a:pt x="1795" y="96153"/>
                  <a:pt x="3694" y="96963"/>
                </a:cubicBezTo>
                <a:lnTo>
                  <a:pt x="3738" y="96889"/>
                </a:lnTo>
                <a:cubicBezTo>
                  <a:pt x="1751" y="96050"/>
                  <a:pt x="692" y="93961"/>
                  <a:pt x="515" y="91871"/>
                </a:cubicBezTo>
                <a:lnTo>
                  <a:pt x="515" y="91871"/>
                </a:lnTo>
                <a:cubicBezTo>
                  <a:pt x="589" y="92474"/>
                  <a:pt x="751" y="93063"/>
                  <a:pt x="971" y="93637"/>
                </a:cubicBezTo>
                <a:cubicBezTo>
                  <a:pt x="1560" y="95138"/>
                  <a:pt x="2605" y="96301"/>
                  <a:pt x="3885" y="96904"/>
                </a:cubicBezTo>
                <a:lnTo>
                  <a:pt x="3915" y="96830"/>
                </a:lnTo>
                <a:cubicBezTo>
                  <a:pt x="2060" y="95977"/>
                  <a:pt x="809" y="93872"/>
                  <a:pt x="574" y="91606"/>
                </a:cubicBezTo>
                <a:lnTo>
                  <a:pt x="574" y="91606"/>
                </a:lnTo>
                <a:cubicBezTo>
                  <a:pt x="898" y="93843"/>
                  <a:pt x="2193" y="95903"/>
                  <a:pt x="4062" y="96860"/>
                </a:cubicBezTo>
                <a:lnTo>
                  <a:pt x="4106" y="96786"/>
                </a:lnTo>
                <a:cubicBezTo>
                  <a:pt x="2119" y="95771"/>
                  <a:pt x="809" y="93505"/>
                  <a:pt x="589" y="91120"/>
                </a:cubicBezTo>
                <a:lnTo>
                  <a:pt x="589" y="91120"/>
                </a:lnTo>
                <a:cubicBezTo>
                  <a:pt x="677" y="91827"/>
                  <a:pt x="883" y="92548"/>
                  <a:pt x="1163" y="93225"/>
                </a:cubicBezTo>
                <a:cubicBezTo>
                  <a:pt x="1825" y="94800"/>
                  <a:pt x="2899" y="96050"/>
                  <a:pt x="4224" y="96786"/>
                </a:cubicBezTo>
                <a:lnTo>
                  <a:pt x="4268" y="96713"/>
                </a:lnTo>
                <a:cubicBezTo>
                  <a:pt x="2281" y="95609"/>
                  <a:pt x="912" y="93328"/>
                  <a:pt x="648" y="90929"/>
                </a:cubicBezTo>
                <a:lnTo>
                  <a:pt x="648" y="90929"/>
                </a:lnTo>
                <a:cubicBezTo>
                  <a:pt x="1015" y="93298"/>
                  <a:pt x="2384" y="95535"/>
                  <a:pt x="4400" y="96727"/>
                </a:cubicBezTo>
                <a:lnTo>
                  <a:pt x="4430" y="96654"/>
                </a:lnTo>
                <a:cubicBezTo>
                  <a:pt x="2355" y="95418"/>
                  <a:pt x="957" y="93034"/>
                  <a:pt x="677" y="90561"/>
                </a:cubicBezTo>
                <a:lnTo>
                  <a:pt x="677" y="90561"/>
                </a:lnTo>
                <a:cubicBezTo>
                  <a:pt x="1060" y="93004"/>
                  <a:pt x="2487" y="95329"/>
                  <a:pt x="4577" y="96669"/>
                </a:cubicBezTo>
                <a:lnTo>
                  <a:pt x="4621" y="96595"/>
                </a:lnTo>
                <a:cubicBezTo>
                  <a:pt x="2443" y="95197"/>
                  <a:pt x="986" y="92739"/>
                  <a:pt x="721" y="90179"/>
                </a:cubicBezTo>
                <a:lnTo>
                  <a:pt x="721" y="90179"/>
                </a:lnTo>
                <a:cubicBezTo>
                  <a:pt x="839" y="91003"/>
                  <a:pt x="1089" y="91812"/>
                  <a:pt x="1457" y="92622"/>
                </a:cubicBezTo>
                <a:cubicBezTo>
                  <a:pt x="2193" y="94240"/>
                  <a:pt x="3370" y="95653"/>
                  <a:pt x="4768" y="96610"/>
                </a:cubicBezTo>
                <a:lnTo>
                  <a:pt x="4798" y="96536"/>
                </a:lnTo>
                <a:cubicBezTo>
                  <a:pt x="2575" y="95035"/>
                  <a:pt x="1089" y="92460"/>
                  <a:pt x="765" y="89870"/>
                </a:cubicBezTo>
                <a:lnTo>
                  <a:pt x="765" y="89870"/>
                </a:lnTo>
                <a:cubicBezTo>
                  <a:pt x="1177" y="92415"/>
                  <a:pt x="2708" y="94947"/>
                  <a:pt x="4930" y="96536"/>
                </a:cubicBezTo>
                <a:lnTo>
                  <a:pt x="4989" y="96463"/>
                </a:lnTo>
                <a:cubicBezTo>
                  <a:pt x="2708" y="94829"/>
                  <a:pt x="1177" y="92224"/>
                  <a:pt x="809" y="89605"/>
                </a:cubicBezTo>
                <a:lnTo>
                  <a:pt x="809" y="89605"/>
                </a:lnTo>
                <a:cubicBezTo>
                  <a:pt x="1251" y="92195"/>
                  <a:pt x="2796" y="94755"/>
                  <a:pt x="5092" y="96492"/>
                </a:cubicBezTo>
                <a:lnTo>
                  <a:pt x="5151" y="96433"/>
                </a:lnTo>
                <a:cubicBezTo>
                  <a:pt x="2811" y="94667"/>
                  <a:pt x="1266" y="92077"/>
                  <a:pt x="868" y="89458"/>
                </a:cubicBezTo>
                <a:lnTo>
                  <a:pt x="868" y="89443"/>
                </a:lnTo>
                <a:cubicBezTo>
                  <a:pt x="1030" y="90311"/>
                  <a:pt x="1324" y="91165"/>
                  <a:pt x="1722" y="92033"/>
                </a:cubicBezTo>
                <a:cubicBezTo>
                  <a:pt x="2531" y="93711"/>
                  <a:pt x="3782" y="95270"/>
                  <a:pt x="5254" y="96448"/>
                </a:cubicBezTo>
                <a:lnTo>
                  <a:pt x="5313" y="96389"/>
                </a:lnTo>
                <a:cubicBezTo>
                  <a:pt x="2943" y="94520"/>
                  <a:pt x="1383" y="91930"/>
                  <a:pt x="912" y="89310"/>
                </a:cubicBezTo>
                <a:cubicBezTo>
                  <a:pt x="912" y="89296"/>
                  <a:pt x="912" y="89296"/>
                  <a:pt x="942" y="89281"/>
                </a:cubicBezTo>
                <a:cubicBezTo>
                  <a:pt x="1118" y="90134"/>
                  <a:pt x="1413" y="91003"/>
                  <a:pt x="1840" y="91856"/>
                </a:cubicBezTo>
                <a:cubicBezTo>
                  <a:pt x="2664" y="93563"/>
                  <a:pt x="3915" y="95138"/>
                  <a:pt x="5460" y="96418"/>
                </a:cubicBezTo>
                <a:lnTo>
                  <a:pt x="5519" y="96359"/>
                </a:lnTo>
                <a:cubicBezTo>
                  <a:pt x="3149" y="94387"/>
                  <a:pt x="1531" y="91739"/>
                  <a:pt x="1015" y="89148"/>
                </a:cubicBezTo>
                <a:cubicBezTo>
                  <a:pt x="1015" y="89148"/>
                  <a:pt x="1015" y="89134"/>
                  <a:pt x="1030" y="89134"/>
                </a:cubicBezTo>
                <a:cubicBezTo>
                  <a:pt x="1236" y="89973"/>
                  <a:pt x="1531" y="90841"/>
                  <a:pt x="1943" y="91680"/>
                </a:cubicBezTo>
                <a:cubicBezTo>
                  <a:pt x="2796" y="93401"/>
                  <a:pt x="4076" y="95035"/>
                  <a:pt x="5651" y="96374"/>
                </a:cubicBezTo>
                <a:lnTo>
                  <a:pt x="5695" y="96315"/>
                </a:lnTo>
                <a:cubicBezTo>
                  <a:pt x="3709" y="94594"/>
                  <a:pt x="1722" y="91959"/>
                  <a:pt x="1089" y="89016"/>
                </a:cubicBezTo>
                <a:cubicBezTo>
                  <a:pt x="1089" y="89001"/>
                  <a:pt x="1104" y="89001"/>
                  <a:pt x="1104" y="88987"/>
                </a:cubicBezTo>
                <a:cubicBezTo>
                  <a:pt x="1310" y="89811"/>
                  <a:pt x="1619" y="90650"/>
                  <a:pt x="2060" y="91503"/>
                </a:cubicBezTo>
                <a:cubicBezTo>
                  <a:pt x="2929" y="93225"/>
                  <a:pt x="4224" y="94903"/>
                  <a:pt x="5828" y="96345"/>
                </a:cubicBezTo>
                <a:lnTo>
                  <a:pt x="5887" y="96286"/>
                </a:lnTo>
                <a:cubicBezTo>
                  <a:pt x="3414" y="94064"/>
                  <a:pt x="1781" y="91430"/>
                  <a:pt x="1177" y="88854"/>
                </a:cubicBezTo>
                <a:cubicBezTo>
                  <a:pt x="1177" y="88839"/>
                  <a:pt x="1192" y="88810"/>
                  <a:pt x="1192" y="88810"/>
                </a:cubicBezTo>
                <a:cubicBezTo>
                  <a:pt x="1869" y="91371"/>
                  <a:pt x="3532" y="93990"/>
                  <a:pt x="6019" y="96301"/>
                </a:cubicBezTo>
                <a:lnTo>
                  <a:pt x="6063" y="96242"/>
                </a:lnTo>
                <a:cubicBezTo>
                  <a:pt x="3561" y="93887"/>
                  <a:pt x="1913" y="91282"/>
                  <a:pt x="1251" y="88707"/>
                </a:cubicBezTo>
                <a:cubicBezTo>
                  <a:pt x="1251" y="88692"/>
                  <a:pt x="1266" y="88663"/>
                  <a:pt x="1266" y="88648"/>
                </a:cubicBezTo>
                <a:cubicBezTo>
                  <a:pt x="2207" y="91945"/>
                  <a:pt x="4577" y="94682"/>
                  <a:pt x="6181" y="96242"/>
                </a:cubicBezTo>
                <a:lnTo>
                  <a:pt x="6240" y="96198"/>
                </a:lnTo>
                <a:cubicBezTo>
                  <a:pt x="4621" y="94623"/>
                  <a:pt x="2222" y="91856"/>
                  <a:pt x="1324" y="88545"/>
                </a:cubicBezTo>
                <a:cubicBezTo>
                  <a:pt x="1324" y="88516"/>
                  <a:pt x="1339" y="88501"/>
                  <a:pt x="1339" y="88486"/>
                </a:cubicBezTo>
                <a:cubicBezTo>
                  <a:pt x="1575" y="89296"/>
                  <a:pt x="1913" y="90105"/>
                  <a:pt x="2355" y="90929"/>
                </a:cubicBezTo>
                <a:cubicBezTo>
                  <a:pt x="3267" y="92680"/>
                  <a:pt x="4621" y="94446"/>
                  <a:pt x="6358" y="96198"/>
                </a:cubicBezTo>
                <a:lnTo>
                  <a:pt x="6416" y="96139"/>
                </a:lnTo>
                <a:cubicBezTo>
                  <a:pt x="4474" y="94181"/>
                  <a:pt x="2310" y="91459"/>
                  <a:pt x="1413" y="88368"/>
                </a:cubicBezTo>
                <a:cubicBezTo>
                  <a:pt x="1413" y="88354"/>
                  <a:pt x="1428" y="88339"/>
                  <a:pt x="1428" y="88339"/>
                </a:cubicBezTo>
                <a:cubicBezTo>
                  <a:pt x="2222" y="90826"/>
                  <a:pt x="3900" y="93416"/>
                  <a:pt x="6549" y="96153"/>
                </a:cubicBezTo>
                <a:lnTo>
                  <a:pt x="6608" y="96095"/>
                </a:lnTo>
                <a:cubicBezTo>
                  <a:pt x="3959" y="93343"/>
                  <a:pt x="2266" y="90753"/>
                  <a:pt x="1486" y="88251"/>
                </a:cubicBezTo>
                <a:cubicBezTo>
                  <a:pt x="1501" y="88221"/>
                  <a:pt x="1501" y="88192"/>
                  <a:pt x="1531" y="88177"/>
                </a:cubicBezTo>
                <a:cubicBezTo>
                  <a:pt x="2575" y="91356"/>
                  <a:pt x="4856" y="94093"/>
                  <a:pt x="6711" y="96095"/>
                </a:cubicBezTo>
                <a:lnTo>
                  <a:pt x="6770" y="96050"/>
                </a:lnTo>
                <a:cubicBezTo>
                  <a:pt x="4886" y="94034"/>
                  <a:pt x="2590" y="91268"/>
                  <a:pt x="1575" y="88074"/>
                </a:cubicBezTo>
                <a:cubicBezTo>
                  <a:pt x="1604" y="88059"/>
                  <a:pt x="1604" y="88030"/>
                  <a:pt x="1619" y="88001"/>
                </a:cubicBezTo>
                <a:cubicBezTo>
                  <a:pt x="2678" y="91076"/>
                  <a:pt x="4871" y="93843"/>
                  <a:pt x="6902" y="96050"/>
                </a:cubicBezTo>
                <a:lnTo>
                  <a:pt x="6946" y="95992"/>
                </a:lnTo>
                <a:cubicBezTo>
                  <a:pt x="4930" y="93769"/>
                  <a:pt x="2723" y="90988"/>
                  <a:pt x="1678" y="87898"/>
                </a:cubicBezTo>
                <a:cubicBezTo>
                  <a:pt x="1692" y="87883"/>
                  <a:pt x="1692" y="87853"/>
                  <a:pt x="1707" y="87839"/>
                </a:cubicBezTo>
                <a:cubicBezTo>
                  <a:pt x="2752" y="90767"/>
                  <a:pt x="4856" y="93446"/>
                  <a:pt x="7079" y="95992"/>
                </a:cubicBezTo>
                <a:lnTo>
                  <a:pt x="7137" y="95933"/>
                </a:lnTo>
                <a:cubicBezTo>
                  <a:pt x="4915" y="93401"/>
                  <a:pt x="2796" y="90694"/>
                  <a:pt x="1766" y="87750"/>
                </a:cubicBezTo>
                <a:cubicBezTo>
                  <a:pt x="2458" y="86573"/>
                  <a:pt x="3326" y="85484"/>
                  <a:pt x="4179" y="84439"/>
                </a:cubicBezTo>
                <a:cubicBezTo>
                  <a:pt x="4503" y="84027"/>
                  <a:pt x="4842" y="83615"/>
                  <a:pt x="5151" y="83188"/>
                </a:cubicBezTo>
                <a:cubicBezTo>
                  <a:pt x="6107" y="81937"/>
                  <a:pt x="6828" y="80745"/>
                  <a:pt x="7285" y="79612"/>
                </a:cubicBezTo>
                <a:cubicBezTo>
                  <a:pt x="7358" y="79465"/>
                  <a:pt x="7417" y="79318"/>
                  <a:pt x="7491" y="79171"/>
                </a:cubicBezTo>
                <a:cubicBezTo>
                  <a:pt x="7579" y="78994"/>
                  <a:pt x="7667" y="78788"/>
                  <a:pt x="7756" y="78612"/>
                </a:cubicBezTo>
                <a:cubicBezTo>
                  <a:pt x="7814" y="78509"/>
                  <a:pt x="7859" y="78420"/>
                  <a:pt x="7903" y="78317"/>
                </a:cubicBezTo>
                <a:cubicBezTo>
                  <a:pt x="7962" y="78214"/>
                  <a:pt x="8020" y="78111"/>
                  <a:pt x="8079" y="78023"/>
                </a:cubicBezTo>
                <a:cubicBezTo>
                  <a:pt x="8182" y="77832"/>
                  <a:pt x="8271" y="77670"/>
                  <a:pt x="8374" y="77478"/>
                </a:cubicBezTo>
                <a:cubicBezTo>
                  <a:pt x="8447" y="77375"/>
                  <a:pt x="8491" y="77258"/>
                  <a:pt x="8565" y="77155"/>
                </a:cubicBezTo>
                <a:cubicBezTo>
                  <a:pt x="8668" y="77007"/>
                  <a:pt x="8756" y="76875"/>
                  <a:pt x="8845" y="76728"/>
                </a:cubicBezTo>
                <a:cubicBezTo>
                  <a:pt x="8918" y="76640"/>
                  <a:pt x="8977" y="76551"/>
                  <a:pt x="9051" y="76448"/>
                </a:cubicBezTo>
                <a:cubicBezTo>
                  <a:pt x="9154" y="76331"/>
                  <a:pt x="9257" y="76183"/>
                  <a:pt x="9345" y="76051"/>
                </a:cubicBezTo>
                <a:cubicBezTo>
                  <a:pt x="9433" y="75933"/>
                  <a:pt x="9522" y="75815"/>
                  <a:pt x="9625" y="75698"/>
                </a:cubicBezTo>
                <a:lnTo>
                  <a:pt x="9889" y="75374"/>
                </a:lnTo>
                <a:cubicBezTo>
                  <a:pt x="10007" y="75256"/>
                  <a:pt x="10096" y="75153"/>
                  <a:pt x="10184" y="75035"/>
                </a:cubicBezTo>
                <a:lnTo>
                  <a:pt x="10508" y="74726"/>
                </a:lnTo>
                <a:cubicBezTo>
                  <a:pt x="10611" y="74638"/>
                  <a:pt x="10728" y="74520"/>
                  <a:pt x="10817" y="74417"/>
                </a:cubicBezTo>
                <a:cubicBezTo>
                  <a:pt x="10920" y="74314"/>
                  <a:pt x="11052" y="74211"/>
                  <a:pt x="11170" y="74123"/>
                </a:cubicBezTo>
                <a:cubicBezTo>
                  <a:pt x="11288" y="74020"/>
                  <a:pt x="11405" y="73932"/>
                  <a:pt x="11508" y="73829"/>
                </a:cubicBezTo>
                <a:cubicBezTo>
                  <a:pt x="11641" y="73726"/>
                  <a:pt x="11758" y="73637"/>
                  <a:pt x="11861" y="73549"/>
                </a:cubicBezTo>
                <a:cubicBezTo>
                  <a:pt x="11994" y="73461"/>
                  <a:pt x="12097" y="73387"/>
                  <a:pt x="12229" y="73284"/>
                </a:cubicBezTo>
                <a:cubicBezTo>
                  <a:pt x="12362" y="73211"/>
                  <a:pt x="12494" y="73122"/>
                  <a:pt x="12612" y="73034"/>
                </a:cubicBezTo>
                <a:cubicBezTo>
                  <a:pt x="12744" y="72960"/>
                  <a:pt x="12892" y="72872"/>
                  <a:pt x="13024" y="72799"/>
                </a:cubicBezTo>
                <a:cubicBezTo>
                  <a:pt x="13112" y="72740"/>
                  <a:pt x="13201" y="72696"/>
                  <a:pt x="13304" y="72651"/>
                </a:cubicBezTo>
                <a:cubicBezTo>
                  <a:pt x="16100" y="71047"/>
                  <a:pt x="17910" y="67898"/>
                  <a:pt x="17939" y="64675"/>
                </a:cubicBezTo>
                <a:cubicBezTo>
                  <a:pt x="17939" y="62894"/>
                  <a:pt x="17424" y="61143"/>
                  <a:pt x="16924" y="59480"/>
                </a:cubicBezTo>
                <a:cubicBezTo>
                  <a:pt x="16482" y="57964"/>
                  <a:pt x="16026" y="56405"/>
                  <a:pt x="15953" y="54845"/>
                </a:cubicBezTo>
                <a:cubicBezTo>
                  <a:pt x="16836" y="54668"/>
                  <a:pt x="17689" y="54565"/>
                  <a:pt x="18499" y="54477"/>
                </a:cubicBezTo>
                <a:cubicBezTo>
                  <a:pt x="21324" y="54123"/>
                  <a:pt x="23752" y="53829"/>
                  <a:pt x="25327" y="51725"/>
                </a:cubicBezTo>
                <a:cubicBezTo>
                  <a:pt x="26210" y="50577"/>
                  <a:pt x="26813" y="49414"/>
                  <a:pt x="27167" y="48237"/>
                </a:cubicBezTo>
                <a:cubicBezTo>
                  <a:pt x="27167" y="48193"/>
                  <a:pt x="27167" y="48178"/>
                  <a:pt x="27181" y="48163"/>
                </a:cubicBezTo>
                <a:cubicBezTo>
                  <a:pt x="27211" y="48105"/>
                  <a:pt x="27225" y="48031"/>
                  <a:pt x="27240" y="47972"/>
                </a:cubicBezTo>
                <a:cubicBezTo>
                  <a:pt x="27240" y="47957"/>
                  <a:pt x="27255" y="47957"/>
                  <a:pt x="27255" y="47943"/>
                </a:cubicBezTo>
                <a:cubicBezTo>
                  <a:pt x="27314" y="47737"/>
                  <a:pt x="27358" y="47516"/>
                  <a:pt x="27387" y="47310"/>
                </a:cubicBezTo>
                <a:cubicBezTo>
                  <a:pt x="27432" y="47045"/>
                  <a:pt x="27432" y="46780"/>
                  <a:pt x="27432" y="46500"/>
                </a:cubicBezTo>
                <a:lnTo>
                  <a:pt x="27432" y="46486"/>
                </a:lnTo>
                <a:cubicBezTo>
                  <a:pt x="27402" y="46839"/>
                  <a:pt x="27358" y="47207"/>
                  <a:pt x="27255" y="47575"/>
                </a:cubicBezTo>
                <a:lnTo>
                  <a:pt x="27255" y="47428"/>
                </a:lnTo>
                <a:cubicBezTo>
                  <a:pt x="27255" y="47369"/>
                  <a:pt x="27255" y="47310"/>
                  <a:pt x="27284" y="47266"/>
                </a:cubicBezTo>
                <a:cubicBezTo>
                  <a:pt x="27358" y="46986"/>
                  <a:pt x="27387" y="46721"/>
                  <a:pt x="27432" y="46471"/>
                </a:cubicBezTo>
                <a:cubicBezTo>
                  <a:pt x="27432" y="46118"/>
                  <a:pt x="27446" y="45765"/>
                  <a:pt x="27446" y="45426"/>
                </a:cubicBezTo>
                <a:cubicBezTo>
                  <a:pt x="27446" y="45102"/>
                  <a:pt x="27387" y="44852"/>
                  <a:pt x="27402" y="44558"/>
                </a:cubicBezTo>
                <a:cubicBezTo>
                  <a:pt x="27402" y="44543"/>
                  <a:pt x="27402" y="44543"/>
                  <a:pt x="27387" y="44514"/>
                </a:cubicBezTo>
                <a:cubicBezTo>
                  <a:pt x="27387" y="44411"/>
                  <a:pt x="27387" y="44293"/>
                  <a:pt x="27402" y="44190"/>
                </a:cubicBezTo>
                <a:cubicBezTo>
                  <a:pt x="27432" y="43925"/>
                  <a:pt x="27446" y="43660"/>
                  <a:pt x="27446" y="43395"/>
                </a:cubicBezTo>
                <a:cubicBezTo>
                  <a:pt x="27461" y="43116"/>
                  <a:pt x="27476" y="42851"/>
                  <a:pt x="27476" y="42571"/>
                </a:cubicBezTo>
                <a:cubicBezTo>
                  <a:pt x="27505" y="42336"/>
                  <a:pt x="27520" y="42071"/>
                  <a:pt x="27520" y="41835"/>
                </a:cubicBezTo>
                <a:cubicBezTo>
                  <a:pt x="27549" y="41526"/>
                  <a:pt x="27579" y="41232"/>
                  <a:pt x="27579" y="40938"/>
                </a:cubicBezTo>
                <a:cubicBezTo>
                  <a:pt x="27593" y="40673"/>
                  <a:pt x="27608" y="40437"/>
                  <a:pt x="27623" y="40172"/>
                </a:cubicBezTo>
                <a:cubicBezTo>
                  <a:pt x="27667" y="39863"/>
                  <a:pt x="27682" y="39569"/>
                  <a:pt x="27696" y="39275"/>
                </a:cubicBezTo>
                <a:cubicBezTo>
                  <a:pt x="27726" y="39039"/>
                  <a:pt x="27755" y="38804"/>
                  <a:pt x="27755" y="38554"/>
                </a:cubicBezTo>
                <a:cubicBezTo>
                  <a:pt x="27799" y="38259"/>
                  <a:pt x="27829" y="37950"/>
                  <a:pt x="27844" y="37641"/>
                </a:cubicBezTo>
                <a:cubicBezTo>
                  <a:pt x="27888" y="37362"/>
                  <a:pt x="27917" y="37067"/>
                  <a:pt x="27947" y="36788"/>
                </a:cubicBezTo>
                <a:cubicBezTo>
                  <a:pt x="27991" y="36523"/>
                  <a:pt x="28035" y="36243"/>
                  <a:pt x="28050" y="35963"/>
                </a:cubicBezTo>
                <a:cubicBezTo>
                  <a:pt x="28108" y="35684"/>
                  <a:pt x="28138" y="35419"/>
                  <a:pt x="28182" y="35139"/>
                </a:cubicBezTo>
                <a:lnTo>
                  <a:pt x="28344" y="34315"/>
                </a:lnTo>
                <a:cubicBezTo>
                  <a:pt x="28418" y="34036"/>
                  <a:pt x="28476" y="33771"/>
                  <a:pt x="28535" y="33506"/>
                </a:cubicBezTo>
                <a:cubicBezTo>
                  <a:pt x="28609" y="33241"/>
                  <a:pt x="28682" y="32991"/>
                  <a:pt x="28727" y="32726"/>
                </a:cubicBezTo>
                <a:cubicBezTo>
                  <a:pt x="28844" y="32402"/>
                  <a:pt x="28947" y="32049"/>
                  <a:pt x="29021" y="31710"/>
                </a:cubicBezTo>
                <a:cubicBezTo>
                  <a:pt x="29315" y="30342"/>
                  <a:pt x="29359" y="28944"/>
                  <a:pt x="29124" y="27708"/>
                </a:cubicBezTo>
                <a:cubicBezTo>
                  <a:pt x="28844" y="26310"/>
                  <a:pt x="28241" y="25118"/>
                  <a:pt x="27314" y="24205"/>
                </a:cubicBezTo>
                <a:cubicBezTo>
                  <a:pt x="26019" y="22940"/>
                  <a:pt x="24223" y="22410"/>
                  <a:pt x="22502" y="21895"/>
                </a:cubicBezTo>
                <a:cubicBezTo>
                  <a:pt x="21133" y="21483"/>
                  <a:pt x="19735" y="21071"/>
                  <a:pt x="18557" y="20291"/>
                </a:cubicBezTo>
                <a:cubicBezTo>
                  <a:pt x="18837" y="19834"/>
                  <a:pt x="19073" y="19349"/>
                  <a:pt x="19279" y="18863"/>
                </a:cubicBezTo>
                <a:cubicBezTo>
                  <a:pt x="20559" y="15802"/>
                  <a:pt x="20147" y="12094"/>
                  <a:pt x="18204" y="9400"/>
                </a:cubicBezTo>
                <a:cubicBezTo>
                  <a:pt x="18175" y="9371"/>
                  <a:pt x="18131" y="9312"/>
                  <a:pt x="18116" y="9268"/>
                </a:cubicBezTo>
                <a:cubicBezTo>
                  <a:pt x="18087" y="9239"/>
                  <a:pt x="18072" y="9180"/>
                  <a:pt x="18028" y="9150"/>
                </a:cubicBezTo>
                <a:lnTo>
                  <a:pt x="17925" y="8974"/>
                </a:lnTo>
                <a:cubicBezTo>
                  <a:pt x="17895" y="8944"/>
                  <a:pt x="17881" y="8900"/>
                  <a:pt x="17836" y="8885"/>
                </a:cubicBezTo>
                <a:cubicBezTo>
                  <a:pt x="17792" y="8812"/>
                  <a:pt x="17733" y="8723"/>
                  <a:pt x="17675" y="8650"/>
                </a:cubicBezTo>
                <a:cubicBezTo>
                  <a:pt x="17675" y="8650"/>
                  <a:pt x="17675" y="8635"/>
                  <a:pt x="17660" y="8635"/>
                </a:cubicBezTo>
                <a:cubicBezTo>
                  <a:pt x="17586" y="8517"/>
                  <a:pt x="17513" y="8429"/>
                  <a:pt x="17439" y="8311"/>
                </a:cubicBezTo>
                <a:cubicBezTo>
                  <a:pt x="17365" y="8223"/>
                  <a:pt x="17307" y="8120"/>
                  <a:pt x="17233" y="8017"/>
                </a:cubicBezTo>
                <a:cubicBezTo>
                  <a:pt x="17159" y="7914"/>
                  <a:pt x="17086" y="7796"/>
                  <a:pt x="16998" y="7693"/>
                </a:cubicBezTo>
                <a:cubicBezTo>
                  <a:pt x="16939" y="7605"/>
                  <a:pt x="16865" y="7502"/>
                  <a:pt x="16792" y="7414"/>
                </a:cubicBezTo>
                <a:cubicBezTo>
                  <a:pt x="16718" y="7311"/>
                  <a:pt x="16644" y="7193"/>
                  <a:pt x="16571" y="7105"/>
                </a:cubicBezTo>
                <a:cubicBezTo>
                  <a:pt x="16497" y="7016"/>
                  <a:pt x="16453" y="6899"/>
                  <a:pt x="16379" y="6810"/>
                </a:cubicBezTo>
                <a:lnTo>
                  <a:pt x="16159" y="6472"/>
                </a:lnTo>
                <a:cubicBezTo>
                  <a:pt x="16085" y="6369"/>
                  <a:pt x="16012" y="6281"/>
                  <a:pt x="15938" y="6163"/>
                </a:cubicBezTo>
                <a:cubicBezTo>
                  <a:pt x="15864" y="6060"/>
                  <a:pt x="15806" y="5957"/>
                  <a:pt x="15732" y="5869"/>
                </a:cubicBezTo>
                <a:cubicBezTo>
                  <a:pt x="15673" y="5780"/>
                  <a:pt x="15599" y="5692"/>
                  <a:pt x="15526" y="5574"/>
                </a:cubicBezTo>
                <a:cubicBezTo>
                  <a:pt x="15452" y="5471"/>
                  <a:pt x="15379" y="5339"/>
                  <a:pt x="15290" y="5221"/>
                </a:cubicBezTo>
                <a:cubicBezTo>
                  <a:pt x="15217" y="5118"/>
                  <a:pt x="15158" y="5030"/>
                  <a:pt x="15084" y="4927"/>
                </a:cubicBezTo>
                <a:cubicBezTo>
                  <a:pt x="15026" y="4838"/>
                  <a:pt x="14952" y="4735"/>
                  <a:pt x="14878" y="4632"/>
                </a:cubicBezTo>
                <a:cubicBezTo>
                  <a:pt x="14805" y="4529"/>
                  <a:pt x="14761" y="4441"/>
                  <a:pt x="14687" y="4323"/>
                </a:cubicBezTo>
                <a:cubicBezTo>
                  <a:pt x="14613" y="4191"/>
                  <a:pt x="14510" y="4073"/>
                  <a:pt x="14437" y="3955"/>
                </a:cubicBezTo>
                <a:cubicBezTo>
                  <a:pt x="14393" y="3867"/>
                  <a:pt x="14334" y="3794"/>
                  <a:pt x="14275" y="3705"/>
                </a:cubicBezTo>
                <a:lnTo>
                  <a:pt x="14113" y="3426"/>
                </a:lnTo>
                <a:cubicBezTo>
                  <a:pt x="14040" y="3308"/>
                  <a:pt x="13966" y="3190"/>
                  <a:pt x="13892" y="3072"/>
                </a:cubicBezTo>
                <a:cubicBezTo>
                  <a:pt x="12872" y="1341"/>
                  <a:pt x="11030" y="1"/>
                  <a:pt x="9151" y="1"/>
                </a:cubicBezTo>
                <a:close/>
              </a:path>
            </a:pathLst>
          </a:custGeom>
          <a:gradFill>
            <a:gsLst>
              <a:gs pos="0">
                <a:schemeClr val="accent1"/>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2"/>
          <p:cNvSpPr/>
          <p:nvPr/>
        </p:nvSpPr>
        <p:spPr>
          <a:xfrm flipH="1" rot="10800000">
            <a:off x="7473330" y="472163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2"/>
          <p:cNvSpPr/>
          <p:nvPr/>
        </p:nvSpPr>
        <p:spPr>
          <a:xfrm flipH="1" rot="10800000">
            <a:off x="1251993" y="348108"/>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2"/>
          <p:cNvSpPr/>
          <p:nvPr/>
        </p:nvSpPr>
        <p:spPr>
          <a:xfrm flipH="1" rot="10800000">
            <a:off x="200957" y="2998530"/>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2"/>
          <p:cNvSpPr/>
          <p:nvPr/>
        </p:nvSpPr>
        <p:spPr>
          <a:xfrm flipH="1" rot="10800000">
            <a:off x="8556851" y="683433"/>
            <a:ext cx="389400" cy="389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2"/>
          <p:cNvSpPr/>
          <p:nvPr/>
        </p:nvSpPr>
        <p:spPr>
          <a:xfrm flipH="1" rot="10800000">
            <a:off x="8781773" y="4198872"/>
            <a:ext cx="257400" cy="257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627" name="Shape 627"/>
        <p:cNvGrpSpPr/>
        <p:nvPr/>
      </p:nvGrpSpPr>
      <p:grpSpPr>
        <a:xfrm>
          <a:off x="0" y="0"/>
          <a:ext cx="0" cy="0"/>
          <a:chOff x="0" y="0"/>
          <a:chExt cx="0" cy="0"/>
        </a:xfrm>
      </p:grpSpPr>
      <p:sp>
        <p:nvSpPr>
          <p:cNvPr id="628" name="Google Shape;628;p23"/>
          <p:cNvSpPr txBox="1"/>
          <p:nvPr>
            <p:ph hasCustomPrompt="1" type="title"/>
          </p:nvPr>
        </p:nvSpPr>
        <p:spPr>
          <a:xfrm>
            <a:off x="3306800" y="878125"/>
            <a:ext cx="5063400" cy="904200"/>
          </a:xfrm>
          <a:prstGeom prst="rect">
            <a:avLst/>
          </a:prstGeom>
        </p:spPr>
        <p:txBody>
          <a:bodyPr anchorCtr="0" anchor="t" bIns="91425" lIns="91425" spcFirstLastPara="1" rIns="91425" wrap="square" tIns="91425">
            <a:noAutofit/>
          </a:bodyPr>
          <a:lstStyle>
            <a:lvl1pPr lvl="0" rtl="0" algn="l">
              <a:spcBef>
                <a:spcPts val="0"/>
              </a:spcBef>
              <a:spcAft>
                <a:spcPts val="0"/>
              </a:spcAft>
              <a:buSzPts val="6200"/>
              <a:buNone/>
              <a:defRPr sz="5300">
                <a:solidFill>
                  <a:schemeClr val="accent3"/>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29" name="Google Shape;629;p23"/>
          <p:cNvSpPr txBox="1"/>
          <p:nvPr>
            <p:ph idx="1" type="subTitle"/>
          </p:nvPr>
        </p:nvSpPr>
        <p:spPr>
          <a:xfrm>
            <a:off x="3348275" y="1622075"/>
            <a:ext cx="36810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latin typeface="Poppins"/>
                <a:ea typeface="Poppins"/>
                <a:cs typeface="Poppins"/>
                <a:sym typeface="Poppi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30" name="Google Shape;630;p23"/>
          <p:cNvSpPr txBox="1"/>
          <p:nvPr>
            <p:ph hasCustomPrompt="1" idx="2" type="title"/>
          </p:nvPr>
        </p:nvSpPr>
        <p:spPr>
          <a:xfrm>
            <a:off x="3306800" y="2100238"/>
            <a:ext cx="5063400" cy="904200"/>
          </a:xfrm>
          <a:prstGeom prst="rect">
            <a:avLst/>
          </a:prstGeom>
        </p:spPr>
        <p:txBody>
          <a:bodyPr anchorCtr="0" anchor="t" bIns="91425" lIns="91425" spcFirstLastPara="1" rIns="91425" wrap="square" tIns="91425">
            <a:noAutofit/>
          </a:bodyPr>
          <a:lstStyle>
            <a:lvl1pPr lvl="0" rtl="0" algn="l">
              <a:spcBef>
                <a:spcPts val="0"/>
              </a:spcBef>
              <a:spcAft>
                <a:spcPts val="0"/>
              </a:spcAft>
              <a:buSzPts val="6200"/>
              <a:buNone/>
              <a:defRPr sz="5300">
                <a:solidFill>
                  <a:schemeClr val="accent3"/>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31" name="Google Shape;631;p23"/>
          <p:cNvSpPr txBox="1"/>
          <p:nvPr>
            <p:ph idx="3" type="subTitle"/>
          </p:nvPr>
        </p:nvSpPr>
        <p:spPr>
          <a:xfrm>
            <a:off x="3348275" y="2830850"/>
            <a:ext cx="36810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latin typeface="Poppins"/>
                <a:ea typeface="Poppins"/>
                <a:cs typeface="Poppins"/>
                <a:sym typeface="Poppi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32" name="Google Shape;632;p23"/>
          <p:cNvSpPr txBox="1"/>
          <p:nvPr>
            <p:ph hasCustomPrompt="1" idx="4" type="title"/>
          </p:nvPr>
        </p:nvSpPr>
        <p:spPr>
          <a:xfrm>
            <a:off x="3306800" y="3322363"/>
            <a:ext cx="5063400" cy="904200"/>
          </a:xfrm>
          <a:prstGeom prst="rect">
            <a:avLst/>
          </a:prstGeom>
        </p:spPr>
        <p:txBody>
          <a:bodyPr anchorCtr="0" anchor="t" bIns="91425" lIns="91425" spcFirstLastPara="1" rIns="91425" wrap="square" tIns="91425">
            <a:noAutofit/>
          </a:bodyPr>
          <a:lstStyle>
            <a:lvl1pPr lvl="0" rtl="0" algn="l">
              <a:spcBef>
                <a:spcPts val="0"/>
              </a:spcBef>
              <a:spcAft>
                <a:spcPts val="0"/>
              </a:spcAft>
              <a:buSzPts val="6200"/>
              <a:buNone/>
              <a:defRPr sz="5300">
                <a:solidFill>
                  <a:schemeClr val="accent3"/>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33" name="Google Shape;633;p23"/>
          <p:cNvSpPr txBox="1"/>
          <p:nvPr>
            <p:ph idx="5" type="subTitle"/>
          </p:nvPr>
        </p:nvSpPr>
        <p:spPr>
          <a:xfrm>
            <a:off x="3348275" y="4052975"/>
            <a:ext cx="36810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latin typeface="Poppins"/>
                <a:ea typeface="Poppins"/>
                <a:cs typeface="Poppins"/>
                <a:sym typeface="Poppi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34" name="Google Shape;634;p23"/>
          <p:cNvSpPr/>
          <p:nvPr/>
        </p:nvSpPr>
        <p:spPr>
          <a:xfrm rot="-5400000">
            <a:off x="-616950" y="2811742"/>
            <a:ext cx="2957675" cy="1737700"/>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3"/>
          <p:cNvSpPr/>
          <p:nvPr/>
        </p:nvSpPr>
        <p:spPr>
          <a:xfrm rot="-5400000">
            <a:off x="-503875" y="3485267"/>
            <a:ext cx="2171075" cy="1177250"/>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3"/>
          <p:cNvSpPr/>
          <p:nvPr/>
        </p:nvSpPr>
        <p:spPr>
          <a:xfrm flipH="1">
            <a:off x="-283874" y="3687770"/>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3"/>
          <p:cNvSpPr/>
          <p:nvPr/>
        </p:nvSpPr>
        <p:spPr>
          <a:xfrm flipH="1">
            <a:off x="-283874" y="4406770"/>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3"/>
          <p:cNvSpPr/>
          <p:nvPr/>
        </p:nvSpPr>
        <p:spPr>
          <a:xfrm flipH="1">
            <a:off x="8617849" y="682227"/>
            <a:ext cx="138900" cy="138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3"/>
          <p:cNvSpPr/>
          <p:nvPr/>
        </p:nvSpPr>
        <p:spPr>
          <a:xfrm rot="-5400000">
            <a:off x="-1969565" y="1888876"/>
            <a:ext cx="4896272" cy="1728479"/>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3"/>
          <p:cNvSpPr/>
          <p:nvPr/>
        </p:nvSpPr>
        <p:spPr>
          <a:xfrm flipH="1">
            <a:off x="8779976" y="193945"/>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3"/>
          <p:cNvSpPr/>
          <p:nvPr/>
        </p:nvSpPr>
        <p:spPr>
          <a:xfrm flipH="1">
            <a:off x="8779976" y="952920"/>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3"/>
          <p:cNvSpPr/>
          <p:nvPr/>
        </p:nvSpPr>
        <p:spPr>
          <a:xfrm rot="4841937">
            <a:off x="8123871" y="3828870"/>
            <a:ext cx="1279119" cy="1470614"/>
          </a:xfrm>
          <a:custGeom>
            <a:rect b="b" l="l" r="r" t="t"/>
            <a:pathLst>
              <a:path extrusionOk="0" fill="none" h="26226" w="22812">
                <a:moveTo>
                  <a:pt x="1" y="1"/>
                </a:moveTo>
                <a:cubicBezTo>
                  <a:pt x="236" y="1708"/>
                  <a:pt x="1752" y="3018"/>
                  <a:pt x="3371" y="3606"/>
                </a:cubicBezTo>
                <a:cubicBezTo>
                  <a:pt x="4990" y="4210"/>
                  <a:pt x="6756" y="4283"/>
                  <a:pt x="8463" y="4563"/>
                </a:cubicBezTo>
                <a:cubicBezTo>
                  <a:pt x="10170" y="4842"/>
                  <a:pt x="11936" y="5357"/>
                  <a:pt x="13113" y="6638"/>
                </a:cubicBezTo>
                <a:cubicBezTo>
                  <a:pt x="15203" y="8904"/>
                  <a:pt x="14585" y="12436"/>
                  <a:pt x="14923" y="15482"/>
                </a:cubicBezTo>
                <a:cubicBezTo>
                  <a:pt x="15424" y="20118"/>
                  <a:pt x="18544" y="24371"/>
                  <a:pt x="22812" y="26225"/>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3"/>
          <p:cNvSpPr/>
          <p:nvPr/>
        </p:nvSpPr>
        <p:spPr>
          <a:xfrm rot="4841937">
            <a:off x="8073015" y="3785787"/>
            <a:ext cx="1279063" cy="1471455"/>
          </a:xfrm>
          <a:custGeom>
            <a:rect b="b" l="l" r="r" t="t"/>
            <a:pathLst>
              <a:path extrusionOk="0" fill="none" h="26241" w="22811">
                <a:moveTo>
                  <a:pt x="0" y="1"/>
                </a:moveTo>
                <a:cubicBezTo>
                  <a:pt x="236" y="1723"/>
                  <a:pt x="1752" y="3018"/>
                  <a:pt x="3356" y="3606"/>
                </a:cubicBezTo>
                <a:cubicBezTo>
                  <a:pt x="4974" y="4225"/>
                  <a:pt x="6740" y="4298"/>
                  <a:pt x="8462" y="4563"/>
                </a:cubicBezTo>
                <a:cubicBezTo>
                  <a:pt x="10169" y="4843"/>
                  <a:pt x="11935" y="5358"/>
                  <a:pt x="13113" y="6653"/>
                </a:cubicBezTo>
                <a:cubicBezTo>
                  <a:pt x="15188" y="8904"/>
                  <a:pt x="14584" y="12436"/>
                  <a:pt x="14908" y="15497"/>
                </a:cubicBezTo>
                <a:cubicBezTo>
                  <a:pt x="15408" y="20133"/>
                  <a:pt x="18543" y="24386"/>
                  <a:pt x="22811" y="26240"/>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3"/>
          <p:cNvSpPr/>
          <p:nvPr/>
        </p:nvSpPr>
        <p:spPr>
          <a:xfrm rot="4841937">
            <a:off x="8022263" y="3744347"/>
            <a:ext cx="1279063" cy="1470614"/>
          </a:xfrm>
          <a:custGeom>
            <a:rect b="b" l="l" r="r" t="t"/>
            <a:pathLst>
              <a:path extrusionOk="0" fill="none" h="26226" w="22811">
                <a:moveTo>
                  <a:pt x="0" y="1"/>
                </a:moveTo>
                <a:cubicBezTo>
                  <a:pt x="236" y="1708"/>
                  <a:pt x="1752" y="3018"/>
                  <a:pt x="3370" y="3606"/>
                </a:cubicBezTo>
                <a:cubicBezTo>
                  <a:pt x="4974" y="4210"/>
                  <a:pt x="6755" y="4283"/>
                  <a:pt x="8462" y="4563"/>
                </a:cubicBezTo>
                <a:cubicBezTo>
                  <a:pt x="10169" y="4843"/>
                  <a:pt x="11935" y="5358"/>
                  <a:pt x="13113" y="6638"/>
                </a:cubicBezTo>
                <a:cubicBezTo>
                  <a:pt x="15188" y="8904"/>
                  <a:pt x="14584" y="12436"/>
                  <a:pt x="14908" y="15483"/>
                </a:cubicBezTo>
                <a:cubicBezTo>
                  <a:pt x="15408" y="20118"/>
                  <a:pt x="18543" y="24371"/>
                  <a:pt x="22811" y="26226"/>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3"/>
          <p:cNvSpPr/>
          <p:nvPr/>
        </p:nvSpPr>
        <p:spPr>
          <a:xfrm rot="4841937">
            <a:off x="7971483" y="3702099"/>
            <a:ext cx="1279063" cy="1471399"/>
          </a:xfrm>
          <a:custGeom>
            <a:rect b="b" l="l" r="r" t="t"/>
            <a:pathLst>
              <a:path extrusionOk="0" fill="none" h="26240" w="22811">
                <a:moveTo>
                  <a:pt x="0" y="0"/>
                </a:moveTo>
                <a:cubicBezTo>
                  <a:pt x="236" y="1722"/>
                  <a:pt x="1752" y="3017"/>
                  <a:pt x="3370" y="3606"/>
                </a:cubicBezTo>
                <a:cubicBezTo>
                  <a:pt x="4989" y="4194"/>
                  <a:pt x="6755" y="4297"/>
                  <a:pt x="8462" y="4562"/>
                </a:cubicBezTo>
                <a:cubicBezTo>
                  <a:pt x="10169" y="4842"/>
                  <a:pt x="11935" y="5357"/>
                  <a:pt x="13113" y="6652"/>
                </a:cubicBezTo>
                <a:cubicBezTo>
                  <a:pt x="15188" y="8904"/>
                  <a:pt x="14584" y="12436"/>
                  <a:pt x="14923" y="15497"/>
                </a:cubicBezTo>
                <a:cubicBezTo>
                  <a:pt x="15408" y="20132"/>
                  <a:pt x="18543" y="24385"/>
                  <a:pt x="22811" y="26239"/>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 name="Google Shape;646;p23"/>
          <p:cNvGrpSpPr/>
          <p:nvPr/>
        </p:nvGrpSpPr>
        <p:grpSpPr>
          <a:xfrm>
            <a:off x="-91800" y="-529875"/>
            <a:ext cx="3440064" cy="6203266"/>
            <a:chOff x="-91800" y="-529875"/>
            <a:chExt cx="3440064" cy="6203266"/>
          </a:xfrm>
        </p:grpSpPr>
        <p:sp>
          <p:nvSpPr>
            <p:cNvPr id="647" name="Google Shape;647;p23"/>
            <p:cNvSpPr/>
            <p:nvPr/>
          </p:nvSpPr>
          <p:spPr>
            <a:xfrm rot="-1190698">
              <a:off x="807383" y="-334899"/>
              <a:ext cx="1641697" cy="5584662"/>
            </a:xfrm>
            <a:custGeom>
              <a:rect b="b" l="l" r="r" t="t"/>
              <a:pathLst>
                <a:path extrusionOk="0" fill="none" h="84959" w="24975">
                  <a:moveTo>
                    <a:pt x="6182" y="84959"/>
                  </a:moveTo>
                  <a:cubicBezTo>
                    <a:pt x="13245" y="82942"/>
                    <a:pt x="17705" y="81809"/>
                    <a:pt x="13113" y="74878"/>
                  </a:cubicBezTo>
                  <a:cubicBezTo>
                    <a:pt x="8536" y="67917"/>
                    <a:pt x="1" y="60603"/>
                    <a:pt x="3400" y="56350"/>
                  </a:cubicBezTo>
                  <a:cubicBezTo>
                    <a:pt x="6800" y="52097"/>
                    <a:pt x="23576" y="52362"/>
                    <a:pt x="23724" y="46990"/>
                  </a:cubicBezTo>
                  <a:cubicBezTo>
                    <a:pt x="23871" y="41619"/>
                    <a:pt x="7756" y="35291"/>
                    <a:pt x="8198" y="30184"/>
                  </a:cubicBezTo>
                  <a:cubicBezTo>
                    <a:pt x="8639" y="25092"/>
                    <a:pt x="23856" y="26358"/>
                    <a:pt x="24401" y="21972"/>
                  </a:cubicBezTo>
                  <a:cubicBezTo>
                    <a:pt x="24975" y="17572"/>
                    <a:pt x="8801" y="8139"/>
                    <a:pt x="10184" y="1"/>
                  </a:cubicBezTo>
                </a:path>
              </a:pathLst>
            </a:custGeom>
            <a:noFill/>
            <a:ln cap="flat" cmpd="sng" w="40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3"/>
            <p:cNvSpPr/>
            <p:nvPr/>
          </p:nvSpPr>
          <p:spPr>
            <a:xfrm rot="-1190698">
              <a:off x="961956" y="-366253"/>
              <a:ext cx="1451070" cy="5625220"/>
            </a:xfrm>
            <a:custGeom>
              <a:rect b="b" l="l" r="r" t="t"/>
              <a:pathLst>
                <a:path extrusionOk="0" fill="none" h="85576" w="22075">
                  <a:moveTo>
                    <a:pt x="3974" y="85576"/>
                  </a:moveTo>
                  <a:cubicBezTo>
                    <a:pt x="10861" y="83604"/>
                    <a:pt x="15055" y="82338"/>
                    <a:pt x="10684" y="75583"/>
                  </a:cubicBezTo>
                  <a:cubicBezTo>
                    <a:pt x="8168" y="71669"/>
                    <a:pt x="4386" y="67636"/>
                    <a:pt x="2252" y="64163"/>
                  </a:cubicBezTo>
                  <a:cubicBezTo>
                    <a:pt x="663" y="61544"/>
                    <a:pt x="0" y="59219"/>
                    <a:pt x="1428" y="57394"/>
                  </a:cubicBezTo>
                  <a:cubicBezTo>
                    <a:pt x="4783" y="53200"/>
                    <a:pt x="20868" y="53229"/>
                    <a:pt x="21133" y="47931"/>
                  </a:cubicBezTo>
                  <a:cubicBezTo>
                    <a:pt x="21369" y="42677"/>
                    <a:pt x="5990" y="36335"/>
                    <a:pt x="6284" y="31155"/>
                  </a:cubicBezTo>
                  <a:cubicBezTo>
                    <a:pt x="6579" y="26077"/>
                    <a:pt x="20898" y="27005"/>
                    <a:pt x="21457" y="22649"/>
                  </a:cubicBezTo>
                  <a:cubicBezTo>
                    <a:pt x="22075" y="18013"/>
                    <a:pt x="6755" y="8153"/>
                    <a:pt x="7800" y="0"/>
                  </a:cubicBezTo>
                </a:path>
              </a:pathLst>
            </a:custGeom>
            <a:noFill/>
            <a:ln cap="flat" cmpd="sng" w="36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3"/>
            <p:cNvSpPr/>
            <p:nvPr/>
          </p:nvSpPr>
          <p:spPr>
            <a:xfrm rot="-1190698">
              <a:off x="991155" y="-373848"/>
              <a:ext cx="1390200" cy="5664923"/>
            </a:xfrm>
            <a:custGeom>
              <a:rect b="b" l="l" r="r" t="t"/>
              <a:pathLst>
                <a:path extrusionOk="0" fill="none" h="86180" w="21149">
                  <a:moveTo>
                    <a:pt x="3754" y="86180"/>
                  </a:moveTo>
                  <a:cubicBezTo>
                    <a:pt x="10464" y="84237"/>
                    <a:pt x="14408" y="82868"/>
                    <a:pt x="10229" y="76290"/>
                  </a:cubicBezTo>
                  <a:cubicBezTo>
                    <a:pt x="7786" y="72420"/>
                    <a:pt x="4136" y="68432"/>
                    <a:pt x="2120" y="65047"/>
                  </a:cubicBezTo>
                  <a:cubicBezTo>
                    <a:pt x="590" y="62516"/>
                    <a:pt x="1" y="60235"/>
                    <a:pt x="1428" y="58439"/>
                  </a:cubicBezTo>
                  <a:cubicBezTo>
                    <a:pt x="4725" y="54304"/>
                    <a:pt x="20163" y="54127"/>
                    <a:pt x="20530" y="48918"/>
                  </a:cubicBezTo>
                  <a:cubicBezTo>
                    <a:pt x="20898" y="43782"/>
                    <a:pt x="6197" y="37424"/>
                    <a:pt x="6358" y="32156"/>
                  </a:cubicBezTo>
                  <a:cubicBezTo>
                    <a:pt x="6535" y="27093"/>
                    <a:pt x="19927" y="27667"/>
                    <a:pt x="20486" y="23341"/>
                  </a:cubicBezTo>
                  <a:cubicBezTo>
                    <a:pt x="21149" y="18455"/>
                    <a:pt x="6712" y="8183"/>
                    <a:pt x="7374" y="1"/>
                  </a:cubicBezTo>
                </a:path>
              </a:pathLst>
            </a:custGeom>
            <a:noFill/>
            <a:ln cap="flat" cmpd="sng" w="33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3"/>
            <p:cNvSpPr/>
            <p:nvPr/>
          </p:nvSpPr>
          <p:spPr>
            <a:xfrm rot="-1190698">
              <a:off x="1019896" y="-384442"/>
              <a:ext cx="1335970" cy="5706532"/>
            </a:xfrm>
            <a:custGeom>
              <a:rect b="b" l="l" r="r" t="t"/>
              <a:pathLst>
                <a:path extrusionOk="0" fill="none" h="86813" w="20324">
                  <a:moveTo>
                    <a:pt x="3518" y="86813"/>
                  </a:moveTo>
                  <a:cubicBezTo>
                    <a:pt x="10067" y="84870"/>
                    <a:pt x="13731" y="83398"/>
                    <a:pt x="9758" y="76997"/>
                  </a:cubicBezTo>
                  <a:cubicBezTo>
                    <a:pt x="7374" y="73200"/>
                    <a:pt x="3871" y="69241"/>
                    <a:pt x="1958" y="65945"/>
                  </a:cubicBezTo>
                  <a:cubicBezTo>
                    <a:pt x="516" y="63487"/>
                    <a:pt x="1" y="61250"/>
                    <a:pt x="1399" y="59484"/>
                  </a:cubicBezTo>
                  <a:cubicBezTo>
                    <a:pt x="4636" y="55408"/>
                    <a:pt x="19412" y="54996"/>
                    <a:pt x="19868" y="49860"/>
                  </a:cubicBezTo>
                  <a:cubicBezTo>
                    <a:pt x="20324" y="44841"/>
                    <a:pt x="6373" y="38484"/>
                    <a:pt x="6402" y="33127"/>
                  </a:cubicBezTo>
                  <a:cubicBezTo>
                    <a:pt x="6417" y="28080"/>
                    <a:pt x="18897" y="28315"/>
                    <a:pt x="19485" y="24018"/>
                  </a:cubicBezTo>
                  <a:cubicBezTo>
                    <a:pt x="20177" y="18867"/>
                    <a:pt x="6623" y="8198"/>
                    <a:pt x="6917" y="1"/>
                  </a:cubicBezTo>
                </a:path>
              </a:pathLst>
            </a:custGeom>
            <a:noFill/>
            <a:ln cap="flat" cmpd="sng" w="33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3"/>
            <p:cNvSpPr/>
            <p:nvPr/>
          </p:nvSpPr>
          <p:spPr>
            <a:xfrm rot="-1190698">
              <a:off x="1047864" y="-398466"/>
              <a:ext cx="1302117" cy="5747156"/>
            </a:xfrm>
            <a:custGeom>
              <a:rect b="b" l="l" r="r" t="t"/>
              <a:pathLst>
                <a:path extrusionOk="0" fill="none" h="87431" w="19809">
                  <a:moveTo>
                    <a:pt x="3282" y="87431"/>
                  </a:moveTo>
                  <a:cubicBezTo>
                    <a:pt x="9639" y="85532"/>
                    <a:pt x="13054" y="83914"/>
                    <a:pt x="9272" y="77718"/>
                  </a:cubicBezTo>
                  <a:cubicBezTo>
                    <a:pt x="6991" y="73951"/>
                    <a:pt x="3591" y="70051"/>
                    <a:pt x="1781" y="66828"/>
                  </a:cubicBezTo>
                  <a:cubicBezTo>
                    <a:pt x="442" y="64429"/>
                    <a:pt x="0" y="62266"/>
                    <a:pt x="1384" y="60515"/>
                  </a:cubicBezTo>
                  <a:cubicBezTo>
                    <a:pt x="4562" y="56482"/>
                    <a:pt x="18661" y="55864"/>
                    <a:pt x="19249" y="50816"/>
                  </a:cubicBezTo>
                  <a:cubicBezTo>
                    <a:pt x="19809" y="45916"/>
                    <a:pt x="6564" y="39544"/>
                    <a:pt x="6461" y="34099"/>
                  </a:cubicBezTo>
                  <a:cubicBezTo>
                    <a:pt x="6343" y="29066"/>
                    <a:pt x="17895" y="28948"/>
                    <a:pt x="18514" y="24695"/>
                  </a:cubicBezTo>
                  <a:cubicBezTo>
                    <a:pt x="19264" y="19294"/>
                    <a:pt x="6549" y="8198"/>
                    <a:pt x="6490" y="1"/>
                  </a:cubicBezTo>
                </a:path>
              </a:pathLst>
            </a:custGeom>
            <a:noFill/>
            <a:ln cap="flat" cmpd="sng" w="29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3"/>
            <p:cNvSpPr/>
            <p:nvPr/>
          </p:nvSpPr>
          <p:spPr>
            <a:xfrm rot="-1190698">
              <a:off x="1077666" y="-413891"/>
              <a:ext cx="1267278" cy="5789685"/>
            </a:xfrm>
            <a:custGeom>
              <a:rect b="b" l="l" r="r" t="t"/>
              <a:pathLst>
                <a:path extrusionOk="0" fill="none" h="88078" w="19279">
                  <a:moveTo>
                    <a:pt x="3032" y="88078"/>
                  </a:moveTo>
                  <a:cubicBezTo>
                    <a:pt x="9227" y="86209"/>
                    <a:pt x="12362" y="84472"/>
                    <a:pt x="8815" y="78483"/>
                  </a:cubicBezTo>
                  <a:cubicBezTo>
                    <a:pt x="6623" y="74759"/>
                    <a:pt x="3341" y="70904"/>
                    <a:pt x="1634" y="67769"/>
                  </a:cubicBezTo>
                  <a:cubicBezTo>
                    <a:pt x="368" y="65459"/>
                    <a:pt x="0" y="63339"/>
                    <a:pt x="1369" y="61618"/>
                  </a:cubicBezTo>
                  <a:cubicBezTo>
                    <a:pt x="4503" y="57630"/>
                    <a:pt x="17925" y="56805"/>
                    <a:pt x="18617" y="51831"/>
                  </a:cubicBezTo>
                  <a:cubicBezTo>
                    <a:pt x="19279" y="47048"/>
                    <a:pt x="6770" y="40632"/>
                    <a:pt x="6520" y="35113"/>
                  </a:cubicBezTo>
                  <a:cubicBezTo>
                    <a:pt x="6284" y="30095"/>
                    <a:pt x="16924" y="29639"/>
                    <a:pt x="17528" y="25401"/>
                  </a:cubicBezTo>
                  <a:cubicBezTo>
                    <a:pt x="18337" y="19735"/>
                    <a:pt x="6490" y="8241"/>
                    <a:pt x="6063" y="0"/>
                  </a:cubicBezTo>
                </a:path>
              </a:pathLst>
            </a:custGeom>
            <a:noFill/>
            <a:ln cap="flat" cmpd="sng" w="29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3"/>
            <p:cNvSpPr/>
            <p:nvPr/>
          </p:nvSpPr>
          <p:spPr>
            <a:xfrm rot="-1190698">
              <a:off x="1105767" y="-426780"/>
              <a:ext cx="1232505" cy="5829323"/>
            </a:xfrm>
            <a:custGeom>
              <a:rect b="b" l="l" r="r" t="t"/>
              <a:pathLst>
                <a:path extrusionOk="0" fill="none" h="88681" w="18750">
                  <a:moveTo>
                    <a:pt x="2797" y="88681"/>
                  </a:moveTo>
                  <a:cubicBezTo>
                    <a:pt x="8816" y="86827"/>
                    <a:pt x="11686" y="84987"/>
                    <a:pt x="8330" y="79174"/>
                  </a:cubicBezTo>
                  <a:cubicBezTo>
                    <a:pt x="6226" y="75524"/>
                    <a:pt x="3077" y="71698"/>
                    <a:pt x="1473" y="68652"/>
                  </a:cubicBezTo>
                  <a:cubicBezTo>
                    <a:pt x="295" y="66430"/>
                    <a:pt x="1" y="64369"/>
                    <a:pt x="1340" y="62648"/>
                  </a:cubicBezTo>
                  <a:cubicBezTo>
                    <a:pt x="4416" y="58718"/>
                    <a:pt x="17160" y="57674"/>
                    <a:pt x="17970" y="52788"/>
                  </a:cubicBezTo>
                  <a:cubicBezTo>
                    <a:pt x="18750" y="48108"/>
                    <a:pt x="6976" y="41706"/>
                    <a:pt x="6564" y="36099"/>
                  </a:cubicBezTo>
                  <a:cubicBezTo>
                    <a:pt x="6226" y="31096"/>
                    <a:pt x="15909" y="30286"/>
                    <a:pt x="16527" y="26092"/>
                  </a:cubicBezTo>
                  <a:cubicBezTo>
                    <a:pt x="17381" y="20161"/>
                    <a:pt x="6403" y="8256"/>
                    <a:pt x="5608" y="0"/>
                  </a:cubicBezTo>
                </a:path>
              </a:pathLst>
            </a:custGeom>
            <a:noFill/>
            <a:ln cap="flat" cmpd="sng" w="25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3"/>
            <p:cNvSpPr/>
            <p:nvPr/>
          </p:nvSpPr>
          <p:spPr>
            <a:xfrm rot="-1190698">
              <a:off x="1136076" y="-440293"/>
              <a:ext cx="1196746" cy="5870998"/>
            </a:xfrm>
            <a:custGeom>
              <a:rect b="b" l="l" r="r" t="t"/>
              <a:pathLst>
                <a:path extrusionOk="0" fill="none" h="89315" w="18206">
                  <a:moveTo>
                    <a:pt x="2547" y="89315"/>
                  </a:moveTo>
                  <a:cubicBezTo>
                    <a:pt x="8404" y="87475"/>
                    <a:pt x="11009" y="85518"/>
                    <a:pt x="7845" y="79896"/>
                  </a:cubicBezTo>
                  <a:cubicBezTo>
                    <a:pt x="5829" y="76276"/>
                    <a:pt x="2782" y="72508"/>
                    <a:pt x="1296" y="69565"/>
                  </a:cubicBezTo>
                  <a:cubicBezTo>
                    <a:pt x="192" y="67402"/>
                    <a:pt x="1" y="65400"/>
                    <a:pt x="1311" y="63708"/>
                  </a:cubicBezTo>
                  <a:cubicBezTo>
                    <a:pt x="4342" y="59852"/>
                    <a:pt x="16425" y="58572"/>
                    <a:pt x="17337" y="53760"/>
                  </a:cubicBezTo>
                  <a:cubicBezTo>
                    <a:pt x="18205" y="49198"/>
                    <a:pt x="7168" y="42796"/>
                    <a:pt x="6609" y="37086"/>
                  </a:cubicBezTo>
                  <a:cubicBezTo>
                    <a:pt x="6138" y="32097"/>
                    <a:pt x="14909" y="30949"/>
                    <a:pt x="15527" y="26785"/>
                  </a:cubicBezTo>
                  <a:cubicBezTo>
                    <a:pt x="16425" y="20604"/>
                    <a:pt x="6300" y="8301"/>
                    <a:pt x="5181" y="1"/>
                  </a:cubicBezTo>
                </a:path>
              </a:pathLst>
            </a:custGeom>
            <a:noFill/>
            <a:ln cap="flat" cmpd="sng" w="22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3"/>
            <p:cNvSpPr/>
            <p:nvPr/>
          </p:nvSpPr>
          <p:spPr>
            <a:xfrm rot="-1190698">
              <a:off x="1162420" y="-452701"/>
              <a:ext cx="1162828" cy="5910635"/>
            </a:xfrm>
            <a:custGeom>
              <a:rect b="b" l="l" r="r" t="t"/>
              <a:pathLst>
                <a:path extrusionOk="0" fill="none" h="89918" w="17690">
                  <a:moveTo>
                    <a:pt x="2340" y="89918"/>
                  </a:moveTo>
                  <a:cubicBezTo>
                    <a:pt x="8006" y="88122"/>
                    <a:pt x="10361" y="86018"/>
                    <a:pt x="7403" y="80602"/>
                  </a:cubicBezTo>
                  <a:cubicBezTo>
                    <a:pt x="5460" y="77026"/>
                    <a:pt x="2546" y="73288"/>
                    <a:pt x="1148" y="70448"/>
                  </a:cubicBezTo>
                  <a:cubicBezTo>
                    <a:pt x="133" y="68358"/>
                    <a:pt x="0" y="66416"/>
                    <a:pt x="1310" y="64738"/>
                  </a:cubicBezTo>
                  <a:cubicBezTo>
                    <a:pt x="4268" y="60926"/>
                    <a:pt x="15673" y="59440"/>
                    <a:pt x="16718" y="54716"/>
                  </a:cubicBezTo>
                  <a:cubicBezTo>
                    <a:pt x="17689" y="50272"/>
                    <a:pt x="7388" y="43856"/>
                    <a:pt x="6681" y="38072"/>
                  </a:cubicBezTo>
                  <a:cubicBezTo>
                    <a:pt x="6078" y="33098"/>
                    <a:pt x="13937" y="31597"/>
                    <a:pt x="14555" y="27476"/>
                  </a:cubicBezTo>
                  <a:cubicBezTo>
                    <a:pt x="15511" y="21030"/>
                    <a:pt x="6269" y="8315"/>
                    <a:pt x="4768" y="1"/>
                  </a:cubicBezTo>
                </a:path>
              </a:pathLst>
            </a:custGeom>
            <a:noFill/>
            <a:ln cap="flat" cmpd="sng" w="22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3"/>
            <p:cNvSpPr/>
            <p:nvPr/>
          </p:nvSpPr>
          <p:spPr>
            <a:xfrm rot="-1190698">
              <a:off x="1192575" y="-467096"/>
              <a:ext cx="1127003" cy="5953231"/>
            </a:xfrm>
            <a:custGeom>
              <a:rect b="b" l="l" r="r" t="t"/>
              <a:pathLst>
                <a:path extrusionOk="0" fill="none" h="90566" w="17145">
                  <a:moveTo>
                    <a:pt x="2105" y="90565"/>
                  </a:moveTo>
                  <a:cubicBezTo>
                    <a:pt x="7579" y="88770"/>
                    <a:pt x="9698" y="86563"/>
                    <a:pt x="6932" y="81324"/>
                  </a:cubicBezTo>
                  <a:cubicBezTo>
                    <a:pt x="5077" y="77792"/>
                    <a:pt x="2296" y="74112"/>
                    <a:pt x="1001" y="71346"/>
                  </a:cubicBezTo>
                  <a:cubicBezTo>
                    <a:pt x="59" y="69330"/>
                    <a:pt x="0" y="67446"/>
                    <a:pt x="1281" y="65783"/>
                  </a:cubicBezTo>
                  <a:cubicBezTo>
                    <a:pt x="4209" y="62030"/>
                    <a:pt x="14923" y="60338"/>
                    <a:pt x="16085" y="55673"/>
                  </a:cubicBezTo>
                  <a:cubicBezTo>
                    <a:pt x="17145" y="51346"/>
                    <a:pt x="7579" y="44930"/>
                    <a:pt x="6740" y="39043"/>
                  </a:cubicBezTo>
                  <a:cubicBezTo>
                    <a:pt x="6019" y="34069"/>
                    <a:pt x="12936" y="32230"/>
                    <a:pt x="13554" y="28153"/>
                  </a:cubicBezTo>
                  <a:cubicBezTo>
                    <a:pt x="14570" y="21443"/>
                    <a:pt x="6181" y="8316"/>
                    <a:pt x="4327" y="1"/>
                  </a:cubicBezTo>
                </a:path>
              </a:pathLst>
            </a:custGeom>
            <a:noFill/>
            <a:ln cap="flat" cmpd="sng" w="18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3"/>
            <p:cNvSpPr/>
            <p:nvPr/>
          </p:nvSpPr>
          <p:spPr>
            <a:xfrm rot="-1190698">
              <a:off x="1219645" y="-480617"/>
              <a:ext cx="1092164" cy="5993854"/>
            </a:xfrm>
            <a:custGeom>
              <a:rect b="b" l="l" r="r" t="t"/>
              <a:pathLst>
                <a:path extrusionOk="0" fill="none" h="91184" w="16615">
                  <a:moveTo>
                    <a:pt x="1884" y="91184"/>
                  </a:moveTo>
                  <a:cubicBezTo>
                    <a:pt x="7196" y="89418"/>
                    <a:pt x="9036" y="87092"/>
                    <a:pt x="6475" y="82059"/>
                  </a:cubicBezTo>
                  <a:cubicBezTo>
                    <a:pt x="4709" y="78586"/>
                    <a:pt x="2046" y="74937"/>
                    <a:pt x="854" y="72258"/>
                  </a:cubicBezTo>
                  <a:cubicBezTo>
                    <a:pt x="0" y="70331"/>
                    <a:pt x="15" y="68491"/>
                    <a:pt x="1295" y="66843"/>
                  </a:cubicBezTo>
                  <a:cubicBezTo>
                    <a:pt x="4165" y="63149"/>
                    <a:pt x="14187" y="61236"/>
                    <a:pt x="15452" y="56659"/>
                  </a:cubicBezTo>
                  <a:cubicBezTo>
                    <a:pt x="16615" y="52450"/>
                    <a:pt x="7800" y="46019"/>
                    <a:pt x="6784" y="40044"/>
                  </a:cubicBezTo>
                  <a:cubicBezTo>
                    <a:pt x="5960" y="35100"/>
                    <a:pt x="11965" y="32907"/>
                    <a:pt x="12568" y="28845"/>
                  </a:cubicBezTo>
                  <a:cubicBezTo>
                    <a:pt x="13628" y="21884"/>
                    <a:pt x="6107" y="8345"/>
                    <a:pt x="3885" y="1"/>
                  </a:cubicBezTo>
                </a:path>
              </a:pathLst>
            </a:custGeom>
            <a:noFill/>
            <a:ln cap="flat" cmpd="sng" w="18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3"/>
            <p:cNvSpPr/>
            <p:nvPr/>
          </p:nvSpPr>
          <p:spPr>
            <a:xfrm rot="-1190698">
              <a:off x="1243228" y="-491902"/>
              <a:ext cx="1063175" cy="6032505"/>
            </a:xfrm>
            <a:custGeom>
              <a:rect b="b" l="l" r="r" t="t"/>
              <a:pathLst>
                <a:path extrusionOk="0" fill="none" h="91772" w="16174">
                  <a:moveTo>
                    <a:pt x="1737" y="91772"/>
                  </a:moveTo>
                  <a:cubicBezTo>
                    <a:pt x="6873" y="90050"/>
                    <a:pt x="8462" y="87578"/>
                    <a:pt x="6093" y="82751"/>
                  </a:cubicBezTo>
                  <a:cubicBezTo>
                    <a:pt x="4415" y="79307"/>
                    <a:pt x="1869" y="75716"/>
                    <a:pt x="780" y="73126"/>
                  </a:cubicBezTo>
                  <a:cubicBezTo>
                    <a:pt x="0" y="71287"/>
                    <a:pt x="118" y="69506"/>
                    <a:pt x="1369" y="67887"/>
                  </a:cubicBezTo>
                  <a:cubicBezTo>
                    <a:pt x="4180" y="64237"/>
                    <a:pt x="13539" y="62104"/>
                    <a:pt x="14923" y="57615"/>
                  </a:cubicBezTo>
                  <a:cubicBezTo>
                    <a:pt x="16174" y="53539"/>
                    <a:pt x="8124" y="47078"/>
                    <a:pt x="6961" y="41015"/>
                  </a:cubicBezTo>
                  <a:cubicBezTo>
                    <a:pt x="6004" y="36085"/>
                    <a:pt x="11082" y="33554"/>
                    <a:pt x="11700" y="29522"/>
                  </a:cubicBezTo>
                  <a:cubicBezTo>
                    <a:pt x="12833" y="22311"/>
                    <a:pt x="6152" y="8374"/>
                    <a:pt x="3576" y="1"/>
                  </a:cubicBezTo>
                </a:path>
              </a:pathLst>
            </a:custGeom>
            <a:noFill/>
            <a:ln cap="flat" cmpd="sng" w="14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3"/>
            <p:cNvSpPr/>
            <p:nvPr/>
          </p:nvSpPr>
          <p:spPr>
            <a:xfrm rot="-1190698">
              <a:off x="1267929" y="-504023"/>
              <a:ext cx="1031295" cy="6074115"/>
            </a:xfrm>
            <a:custGeom>
              <a:rect b="b" l="l" r="r" t="t"/>
              <a:pathLst>
                <a:path extrusionOk="0" fill="none" h="92405" w="15689">
                  <a:moveTo>
                    <a:pt x="1561" y="92404"/>
                  </a:moveTo>
                  <a:cubicBezTo>
                    <a:pt x="6520" y="90697"/>
                    <a:pt x="7874" y="88122"/>
                    <a:pt x="5681" y="83457"/>
                  </a:cubicBezTo>
                  <a:cubicBezTo>
                    <a:pt x="4092" y="80057"/>
                    <a:pt x="1649" y="76525"/>
                    <a:pt x="678" y="74024"/>
                  </a:cubicBezTo>
                  <a:cubicBezTo>
                    <a:pt x="1" y="72258"/>
                    <a:pt x="163" y="70536"/>
                    <a:pt x="1399" y="68932"/>
                  </a:cubicBezTo>
                  <a:cubicBezTo>
                    <a:pt x="4151" y="65341"/>
                    <a:pt x="12834" y="62986"/>
                    <a:pt x="14320" y="58572"/>
                  </a:cubicBezTo>
                  <a:cubicBezTo>
                    <a:pt x="15689" y="54598"/>
                    <a:pt x="8360" y="48138"/>
                    <a:pt x="7035" y="42001"/>
                  </a:cubicBezTo>
                  <a:cubicBezTo>
                    <a:pt x="5976" y="37086"/>
                    <a:pt x="10111" y="34201"/>
                    <a:pt x="10744" y="30213"/>
                  </a:cubicBezTo>
                  <a:cubicBezTo>
                    <a:pt x="11921" y="22737"/>
                    <a:pt x="6108" y="8389"/>
                    <a:pt x="3165" y="0"/>
                  </a:cubicBezTo>
                </a:path>
              </a:pathLst>
            </a:custGeom>
            <a:noFill/>
            <a:ln cap="flat" cmpd="sng" w="14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3"/>
            <p:cNvSpPr/>
            <p:nvPr/>
          </p:nvSpPr>
          <p:spPr>
            <a:xfrm rot="-1190698">
              <a:off x="1292107" y="-517545"/>
              <a:ext cx="1002240" cy="6114738"/>
            </a:xfrm>
            <a:custGeom>
              <a:rect b="b" l="l" r="r" t="t"/>
              <a:pathLst>
                <a:path extrusionOk="0" fill="none" h="93023" w="15247">
                  <a:moveTo>
                    <a:pt x="1399" y="93023"/>
                  </a:moveTo>
                  <a:cubicBezTo>
                    <a:pt x="6182" y="91330"/>
                    <a:pt x="7285" y="88622"/>
                    <a:pt x="5299" y="84178"/>
                  </a:cubicBezTo>
                  <a:cubicBezTo>
                    <a:pt x="3812" y="80823"/>
                    <a:pt x="1472" y="77335"/>
                    <a:pt x="604" y="74922"/>
                  </a:cubicBezTo>
                  <a:cubicBezTo>
                    <a:pt x="1" y="73229"/>
                    <a:pt x="266" y="71551"/>
                    <a:pt x="1472" y="69977"/>
                  </a:cubicBezTo>
                  <a:cubicBezTo>
                    <a:pt x="4180" y="66445"/>
                    <a:pt x="12186" y="63884"/>
                    <a:pt x="13805" y="59543"/>
                  </a:cubicBezTo>
                  <a:cubicBezTo>
                    <a:pt x="15247" y="55687"/>
                    <a:pt x="8698" y="49227"/>
                    <a:pt x="7212" y="42987"/>
                  </a:cubicBezTo>
                  <a:cubicBezTo>
                    <a:pt x="6034" y="38072"/>
                    <a:pt x="9243" y="34864"/>
                    <a:pt x="9861" y="30905"/>
                  </a:cubicBezTo>
                  <a:cubicBezTo>
                    <a:pt x="11097" y="23179"/>
                    <a:pt x="6152" y="8418"/>
                    <a:pt x="2841" y="0"/>
                  </a:cubicBezTo>
                </a:path>
              </a:pathLst>
            </a:custGeom>
            <a:noFill/>
            <a:ln cap="flat" cmpd="sng" w="110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3"/>
            <p:cNvSpPr/>
            <p:nvPr/>
          </p:nvSpPr>
          <p:spPr>
            <a:xfrm rot="-1190698">
              <a:off x="1314819" y="-530143"/>
              <a:ext cx="971346" cy="6157333"/>
            </a:xfrm>
            <a:custGeom>
              <a:rect b="b" l="l" r="r" t="t"/>
              <a:pathLst>
                <a:path extrusionOk="0" fill="none" h="93671" w="14777">
                  <a:moveTo>
                    <a:pt x="1252" y="93670"/>
                  </a:moveTo>
                  <a:cubicBezTo>
                    <a:pt x="5873" y="91993"/>
                    <a:pt x="6712" y="89152"/>
                    <a:pt x="4916" y="84914"/>
                  </a:cubicBezTo>
                  <a:cubicBezTo>
                    <a:pt x="3518" y="81603"/>
                    <a:pt x="1296" y="78159"/>
                    <a:pt x="531" y="75819"/>
                  </a:cubicBezTo>
                  <a:cubicBezTo>
                    <a:pt x="1" y="74201"/>
                    <a:pt x="354" y="72582"/>
                    <a:pt x="1532" y="71022"/>
                  </a:cubicBezTo>
                  <a:cubicBezTo>
                    <a:pt x="4180" y="67549"/>
                    <a:pt x="11480" y="64767"/>
                    <a:pt x="13231" y="60500"/>
                  </a:cubicBezTo>
                  <a:cubicBezTo>
                    <a:pt x="14776" y="56747"/>
                    <a:pt x="8978" y="50272"/>
                    <a:pt x="7330" y="43958"/>
                  </a:cubicBezTo>
                  <a:cubicBezTo>
                    <a:pt x="6035" y="39073"/>
                    <a:pt x="8301" y="35496"/>
                    <a:pt x="8919" y="31582"/>
                  </a:cubicBezTo>
                  <a:cubicBezTo>
                    <a:pt x="10214" y="23591"/>
                    <a:pt x="6108" y="8418"/>
                    <a:pt x="2444" y="1"/>
                  </a:cubicBezTo>
                </a:path>
              </a:pathLst>
            </a:custGeom>
            <a:noFill/>
            <a:ln cap="flat" cmpd="sng" w="7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3"/>
            <p:cNvSpPr/>
            <p:nvPr/>
          </p:nvSpPr>
          <p:spPr>
            <a:xfrm rot="-1190698">
              <a:off x="1338327" y="-542228"/>
              <a:ext cx="941305" cy="6196971"/>
            </a:xfrm>
            <a:custGeom>
              <a:rect b="b" l="l" r="r" t="t"/>
              <a:pathLst>
                <a:path extrusionOk="0" fill="none" h="94274" w="14320">
                  <a:moveTo>
                    <a:pt x="1089" y="94274"/>
                  </a:moveTo>
                  <a:cubicBezTo>
                    <a:pt x="5519" y="92640"/>
                    <a:pt x="6137" y="89667"/>
                    <a:pt x="4503" y="85620"/>
                  </a:cubicBezTo>
                  <a:cubicBezTo>
                    <a:pt x="3208" y="82353"/>
                    <a:pt x="1104" y="78968"/>
                    <a:pt x="442" y="76717"/>
                  </a:cubicBezTo>
                  <a:cubicBezTo>
                    <a:pt x="0" y="75172"/>
                    <a:pt x="427" y="73612"/>
                    <a:pt x="1589" y="72067"/>
                  </a:cubicBezTo>
                  <a:cubicBezTo>
                    <a:pt x="4180" y="68652"/>
                    <a:pt x="10802" y="65650"/>
                    <a:pt x="12686" y="61471"/>
                  </a:cubicBezTo>
                  <a:cubicBezTo>
                    <a:pt x="14319" y="57836"/>
                    <a:pt x="9271" y="51361"/>
                    <a:pt x="7447" y="44959"/>
                  </a:cubicBezTo>
                  <a:cubicBezTo>
                    <a:pt x="6078" y="40073"/>
                    <a:pt x="7402" y="36159"/>
                    <a:pt x="8021" y="32273"/>
                  </a:cubicBezTo>
                  <a:cubicBezTo>
                    <a:pt x="9389" y="24062"/>
                    <a:pt x="6122" y="8462"/>
                    <a:pt x="2104" y="0"/>
                  </a:cubicBezTo>
                </a:path>
              </a:pathLst>
            </a:custGeom>
            <a:noFill/>
            <a:ln cap="flat" cmpd="sng" w="7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3"/>
            <p:cNvSpPr/>
            <p:nvPr/>
          </p:nvSpPr>
          <p:spPr>
            <a:xfrm rot="-1190698">
              <a:off x="1362330" y="-556372"/>
              <a:ext cx="910411" cy="6238580"/>
            </a:xfrm>
            <a:custGeom>
              <a:rect b="b" l="l" r="r" t="t"/>
              <a:pathLst>
                <a:path extrusionOk="0" fill="none" h="94907" w="13850">
                  <a:moveTo>
                    <a:pt x="928" y="94907"/>
                  </a:moveTo>
                  <a:cubicBezTo>
                    <a:pt x="5196" y="93288"/>
                    <a:pt x="5564" y="90197"/>
                    <a:pt x="4121" y="86357"/>
                  </a:cubicBezTo>
                  <a:cubicBezTo>
                    <a:pt x="2900" y="83119"/>
                    <a:pt x="899" y="79793"/>
                    <a:pt x="369" y="77630"/>
                  </a:cubicBezTo>
                  <a:cubicBezTo>
                    <a:pt x="1" y="76187"/>
                    <a:pt x="486" y="74672"/>
                    <a:pt x="1649" y="73141"/>
                  </a:cubicBezTo>
                  <a:cubicBezTo>
                    <a:pt x="4180" y="69786"/>
                    <a:pt x="10126" y="66563"/>
                    <a:pt x="12142" y="62457"/>
                  </a:cubicBezTo>
                  <a:cubicBezTo>
                    <a:pt x="13849" y="58940"/>
                    <a:pt x="9596" y="52435"/>
                    <a:pt x="7609" y="45960"/>
                  </a:cubicBezTo>
                  <a:cubicBezTo>
                    <a:pt x="6123" y="41089"/>
                    <a:pt x="6505" y="36836"/>
                    <a:pt x="7138" y="32966"/>
                  </a:cubicBezTo>
                  <a:cubicBezTo>
                    <a:pt x="8551" y="24489"/>
                    <a:pt x="6152" y="8492"/>
                    <a:pt x="1767" y="1"/>
                  </a:cubicBezTo>
                </a:path>
              </a:pathLst>
            </a:custGeom>
            <a:noFill/>
            <a:ln cap="flat" cmpd="sng" w="47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3"/>
            <p:cNvSpPr/>
            <p:nvPr/>
          </p:nvSpPr>
          <p:spPr>
            <a:xfrm rot="-1190698">
              <a:off x="1387125" y="-567351"/>
              <a:ext cx="877478" cy="6278218"/>
            </a:xfrm>
            <a:custGeom>
              <a:rect b="b" l="l" r="r" t="t"/>
              <a:pathLst>
                <a:path extrusionOk="0" fill="none" h="95510" w="13349">
                  <a:moveTo>
                    <a:pt x="751" y="95510"/>
                  </a:moveTo>
                  <a:cubicBezTo>
                    <a:pt x="4842" y="93920"/>
                    <a:pt x="4975" y="90697"/>
                    <a:pt x="3724" y="87048"/>
                  </a:cubicBezTo>
                  <a:cubicBezTo>
                    <a:pt x="2620" y="83869"/>
                    <a:pt x="692" y="80602"/>
                    <a:pt x="280" y="78527"/>
                  </a:cubicBezTo>
                  <a:cubicBezTo>
                    <a:pt x="1" y="77144"/>
                    <a:pt x="575" y="75687"/>
                    <a:pt x="1693" y="74171"/>
                  </a:cubicBezTo>
                  <a:cubicBezTo>
                    <a:pt x="4180" y="70860"/>
                    <a:pt x="9434" y="67431"/>
                    <a:pt x="11553" y="63413"/>
                  </a:cubicBezTo>
                  <a:cubicBezTo>
                    <a:pt x="13348" y="60014"/>
                    <a:pt x="9875" y="53494"/>
                    <a:pt x="7712" y="46931"/>
                  </a:cubicBezTo>
                  <a:cubicBezTo>
                    <a:pt x="6108" y="42074"/>
                    <a:pt x="5549" y="37483"/>
                    <a:pt x="6181" y="33657"/>
                  </a:cubicBezTo>
                  <a:cubicBezTo>
                    <a:pt x="7653" y="24915"/>
                    <a:pt x="6108" y="8506"/>
                    <a:pt x="1354" y="0"/>
                  </a:cubicBezTo>
                </a:path>
              </a:pathLst>
            </a:custGeom>
            <a:noFill/>
            <a:ln cap="flat" cmpd="sng" w="477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 name="Google Shape;665;p23"/>
          <p:cNvSpPr/>
          <p:nvPr/>
        </p:nvSpPr>
        <p:spPr>
          <a:xfrm flipH="1">
            <a:off x="1699372" y="696179"/>
            <a:ext cx="525900" cy="525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3"/>
          <p:cNvSpPr/>
          <p:nvPr/>
        </p:nvSpPr>
        <p:spPr>
          <a:xfrm flipH="1" rot="10800000">
            <a:off x="8610530" y="4428558"/>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3"/>
          <p:cNvSpPr/>
          <p:nvPr/>
        </p:nvSpPr>
        <p:spPr>
          <a:xfrm flipH="1" rot="10800000">
            <a:off x="8157776" y="4693233"/>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3"/>
          <p:cNvSpPr/>
          <p:nvPr/>
        </p:nvSpPr>
        <p:spPr>
          <a:xfrm flipH="1" rot="10800000">
            <a:off x="2086373" y="4623686"/>
            <a:ext cx="138900" cy="138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3"/>
          <p:cNvSpPr/>
          <p:nvPr/>
        </p:nvSpPr>
        <p:spPr>
          <a:xfrm flipH="1" rot="10800000">
            <a:off x="94099" y="1915174"/>
            <a:ext cx="194700" cy="194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3"/>
          <p:cNvSpPr/>
          <p:nvPr/>
        </p:nvSpPr>
        <p:spPr>
          <a:xfrm flipH="1" rot="10800000">
            <a:off x="2337457" y="2248380"/>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3"/>
          <p:cNvSpPr/>
          <p:nvPr/>
        </p:nvSpPr>
        <p:spPr>
          <a:xfrm flipH="1" rot="10800000">
            <a:off x="1198950" y="3453601"/>
            <a:ext cx="360600" cy="360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3"/>
          <p:cNvSpPr/>
          <p:nvPr/>
        </p:nvSpPr>
        <p:spPr>
          <a:xfrm flipH="1" rot="10800000">
            <a:off x="8157776" y="193950"/>
            <a:ext cx="288300" cy="288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3"/>
          <p:cNvSpPr txBox="1"/>
          <p:nvPr>
            <p:ph idx="6" type="title"/>
          </p:nvPr>
        </p:nvSpPr>
        <p:spPr>
          <a:xfrm>
            <a:off x="732300" y="445025"/>
            <a:ext cx="7679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4">
    <p:spTree>
      <p:nvGrpSpPr>
        <p:cNvPr id="674" name="Shape 674"/>
        <p:cNvGrpSpPr/>
        <p:nvPr/>
      </p:nvGrpSpPr>
      <p:grpSpPr>
        <a:xfrm>
          <a:off x="0" y="0"/>
          <a:ext cx="0" cy="0"/>
          <a:chOff x="0" y="0"/>
          <a:chExt cx="0" cy="0"/>
        </a:xfrm>
      </p:grpSpPr>
      <p:sp>
        <p:nvSpPr>
          <p:cNvPr id="675" name="Google Shape;675;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76" name="Google Shape;676;p24"/>
          <p:cNvSpPr/>
          <p:nvPr/>
        </p:nvSpPr>
        <p:spPr>
          <a:xfrm flipH="1">
            <a:off x="1006469" y="5612131"/>
            <a:ext cx="25048" cy="22175"/>
          </a:xfrm>
          <a:custGeom>
            <a:rect b="b" l="l" r="r" t="t"/>
            <a:pathLst>
              <a:path extrusionOk="0" h="440" w="497">
                <a:moveTo>
                  <a:pt x="497" y="0"/>
                </a:moveTo>
                <a:lnTo>
                  <a:pt x="0" y="439"/>
                </a:lnTo>
                <a:lnTo>
                  <a:pt x="497" y="439"/>
                </a:lnTo>
                <a:lnTo>
                  <a:pt x="4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4"/>
          <p:cNvSpPr/>
          <p:nvPr/>
        </p:nvSpPr>
        <p:spPr>
          <a:xfrm flipH="1">
            <a:off x="6123479" y="5618487"/>
            <a:ext cx="7720" cy="13521"/>
          </a:xfrm>
          <a:custGeom>
            <a:rect b="b" l="l" r="r" t="t"/>
            <a:pathLst>
              <a:path extrusionOk="0" h="268" w="153">
                <a:moveTo>
                  <a:pt x="153" y="0"/>
                </a:moveTo>
                <a:lnTo>
                  <a:pt x="0" y="153"/>
                </a:lnTo>
                <a:lnTo>
                  <a:pt x="115" y="268"/>
                </a:lnTo>
                <a:lnTo>
                  <a:pt x="153" y="268"/>
                </a:lnTo>
                <a:lnTo>
                  <a:pt x="153" y="0"/>
                </a:lnTo>
                <a:close/>
              </a:path>
            </a:pathLst>
          </a:custGeom>
          <a:solidFill>
            <a:srgbClr val="262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4"/>
          <p:cNvSpPr/>
          <p:nvPr/>
        </p:nvSpPr>
        <p:spPr>
          <a:xfrm>
            <a:off x="0" y="9275"/>
            <a:ext cx="2288057" cy="1344285"/>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4"/>
          <p:cNvSpPr/>
          <p:nvPr/>
        </p:nvSpPr>
        <p:spPr>
          <a:xfrm>
            <a:off x="0" y="9275"/>
            <a:ext cx="1679544" cy="910721"/>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4"/>
          <p:cNvSpPr/>
          <p:nvPr/>
        </p:nvSpPr>
        <p:spPr>
          <a:xfrm flipH="1">
            <a:off x="6881025" y="9275"/>
            <a:ext cx="2288057" cy="1344285"/>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4"/>
          <p:cNvSpPr/>
          <p:nvPr/>
        </p:nvSpPr>
        <p:spPr>
          <a:xfrm flipH="1">
            <a:off x="7489539" y="9275"/>
            <a:ext cx="1679544" cy="910721"/>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4"/>
          <p:cNvSpPr/>
          <p:nvPr/>
        </p:nvSpPr>
        <p:spPr>
          <a:xfrm rot="-8001735">
            <a:off x="-431624" y="4326415"/>
            <a:ext cx="1672299" cy="855692"/>
          </a:xfrm>
          <a:custGeom>
            <a:rect b="b" l="l" r="r" t="t"/>
            <a:pathLst>
              <a:path extrusionOk="0" fill="none" h="21649" w="42311">
                <a:moveTo>
                  <a:pt x="0" y="2620"/>
                </a:moveTo>
                <a:cubicBezTo>
                  <a:pt x="3944" y="2620"/>
                  <a:pt x="7874" y="4430"/>
                  <a:pt x="10405" y="7447"/>
                </a:cubicBezTo>
                <a:cubicBezTo>
                  <a:pt x="12612" y="10081"/>
                  <a:pt x="13760" y="13437"/>
                  <a:pt x="15659" y="16277"/>
                </a:cubicBezTo>
                <a:cubicBezTo>
                  <a:pt x="17542" y="19132"/>
                  <a:pt x="20751" y="21648"/>
                  <a:pt x="24121" y="21016"/>
                </a:cubicBezTo>
                <a:cubicBezTo>
                  <a:pt x="26431" y="20589"/>
                  <a:pt x="28271" y="18735"/>
                  <a:pt x="29360" y="16645"/>
                </a:cubicBezTo>
                <a:cubicBezTo>
                  <a:pt x="30449" y="14570"/>
                  <a:pt x="30920" y="12215"/>
                  <a:pt x="31494" y="9934"/>
                </a:cubicBezTo>
                <a:cubicBezTo>
                  <a:pt x="32082" y="7653"/>
                  <a:pt x="32818" y="5343"/>
                  <a:pt x="34319" y="3533"/>
                </a:cubicBezTo>
                <a:cubicBezTo>
                  <a:pt x="36232" y="1237"/>
                  <a:pt x="39352" y="1"/>
                  <a:pt x="42310" y="354"/>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4"/>
          <p:cNvSpPr/>
          <p:nvPr/>
        </p:nvSpPr>
        <p:spPr>
          <a:xfrm rot="-8001735">
            <a:off x="-398068" y="4371248"/>
            <a:ext cx="1567600" cy="801581"/>
          </a:xfrm>
          <a:custGeom>
            <a:rect b="b" l="l" r="r" t="t"/>
            <a:pathLst>
              <a:path extrusionOk="0" fill="none" h="20280" w="39662">
                <a:moveTo>
                  <a:pt x="1" y="2443"/>
                </a:moveTo>
                <a:cubicBezTo>
                  <a:pt x="3695" y="2443"/>
                  <a:pt x="7374" y="4150"/>
                  <a:pt x="9773" y="6976"/>
                </a:cubicBezTo>
                <a:cubicBezTo>
                  <a:pt x="11833" y="9448"/>
                  <a:pt x="12892" y="12568"/>
                  <a:pt x="14673" y="15261"/>
                </a:cubicBezTo>
                <a:cubicBezTo>
                  <a:pt x="16469" y="17939"/>
                  <a:pt x="19441" y="20279"/>
                  <a:pt x="22605" y="19691"/>
                </a:cubicBezTo>
                <a:cubicBezTo>
                  <a:pt x="24783" y="19279"/>
                  <a:pt x="26505" y="17557"/>
                  <a:pt x="27521" y="15599"/>
                </a:cubicBezTo>
                <a:cubicBezTo>
                  <a:pt x="28536" y="13657"/>
                  <a:pt x="28978" y="11449"/>
                  <a:pt x="29522" y="9316"/>
                </a:cubicBezTo>
                <a:cubicBezTo>
                  <a:pt x="30081" y="7182"/>
                  <a:pt x="30758" y="5018"/>
                  <a:pt x="32171" y="3311"/>
                </a:cubicBezTo>
                <a:cubicBezTo>
                  <a:pt x="33952" y="1163"/>
                  <a:pt x="36880" y="0"/>
                  <a:pt x="39662" y="339"/>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4"/>
          <p:cNvSpPr/>
          <p:nvPr/>
        </p:nvSpPr>
        <p:spPr>
          <a:xfrm rot="-8001735">
            <a:off x="-364685" y="4415988"/>
            <a:ext cx="1462308" cy="749249"/>
          </a:xfrm>
          <a:custGeom>
            <a:rect b="b" l="l" r="r" t="t"/>
            <a:pathLst>
              <a:path extrusionOk="0" fill="none" h="18956" w="36998">
                <a:moveTo>
                  <a:pt x="0" y="2311"/>
                </a:moveTo>
                <a:cubicBezTo>
                  <a:pt x="3459" y="2311"/>
                  <a:pt x="6873" y="3886"/>
                  <a:pt x="9110" y="6534"/>
                </a:cubicBezTo>
                <a:cubicBezTo>
                  <a:pt x="11038" y="8830"/>
                  <a:pt x="12024" y="11759"/>
                  <a:pt x="13687" y="14261"/>
                </a:cubicBezTo>
                <a:cubicBezTo>
                  <a:pt x="15335" y="16762"/>
                  <a:pt x="18131" y="18955"/>
                  <a:pt x="21074" y="18396"/>
                </a:cubicBezTo>
                <a:cubicBezTo>
                  <a:pt x="23105" y="18028"/>
                  <a:pt x="24724" y="16409"/>
                  <a:pt x="25666" y="14570"/>
                </a:cubicBezTo>
                <a:cubicBezTo>
                  <a:pt x="26593" y="12730"/>
                  <a:pt x="27020" y="10699"/>
                  <a:pt x="27535" y="8713"/>
                </a:cubicBezTo>
                <a:cubicBezTo>
                  <a:pt x="28050" y="6726"/>
                  <a:pt x="28697" y="4680"/>
                  <a:pt x="30022" y="3091"/>
                </a:cubicBezTo>
                <a:cubicBezTo>
                  <a:pt x="31700" y="1089"/>
                  <a:pt x="34393" y="0"/>
                  <a:pt x="36998" y="324"/>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4"/>
          <p:cNvSpPr/>
          <p:nvPr/>
        </p:nvSpPr>
        <p:spPr>
          <a:xfrm rot="-8001735">
            <a:off x="-330796" y="4459819"/>
            <a:ext cx="1358202" cy="695138"/>
          </a:xfrm>
          <a:custGeom>
            <a:rect b="b" l="l" r="r" t="t"/>
            <a:pathLst>
              <a:path extrusionOk="0" fill="none" h="17587" w="34364">
                <a:moveTo>
                  <a:pt x="1" y="2119"/>
                </a:moveTo>
                <a:cubicBezTo>
                  <a:pt x="3224" y="2119"/>
                  <a:pt x="6402" y="3591"/>
                  <a:pt x="8463" y="6049"/>
                </a:cubicBezTo>
                <a:cubicBezTo>
                  <a:pt x="10243" y="8183"/>
                  <a:pt x="11185" y="10905"/>
                  <a:pt x="12716" y="13230"/>
                </a:cubicBezTo>
                <a:cubicBezTo>
                  <a:pt x="14261" y="15541"/>
                  <a:pt x="16851" y="17586"/>
                  <a:pt x="19588" y="17071"/>
                </a:cubicBezTo>
                <a:cubicBezTo>
                  <a:pt x="21472" y="16718"/>
                  <a:pt x="22958" y="15217"/>
                  <a:pt x="23841" y="13525"/>
                </a:cubicBezTo>
                <a:cubicBezTo>
                  <a:pt x="24724" y="11832"/>
                  <a:pt x="25107" y="9919"/>
                  <a:pt x="25593" y="8080"/>
                </a:cubicBezTo>
                <a:cubicBezTo>
                  <a:pt x="26064" y="6225"/>
                  <a:pt x="26652" y="4342"/>
                  <a:pt x="27888" y="2870"/>
                </a:cubicBezTo>
                <a:cubicBezTo>
                  <a:pt x="29434" y="1016"/>
                  <a:pt x="31950" y="0"/>
                  <a:pt x="34364" y="295"/>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4"/>
          <p:cNvSpPr/>
          <p:nvPr/>
        </p:nvSpPr>
        <p:spPr>
          <a:xfrm rot="-8001735">
            <a:off x="-297482" y="4504530"/>
            <a:ext cx="1253503" cy="641620"/>
          </a:xfrm>
          <a:custGeom>
            <a:rect b="b" l="l" r="r" t="t"/>
            <a:pathLst>
              <a:path extrusionOk="0" fill="none" h="16233" w="31715">
                <a:moveTo>
                  <a:pt x="0" y="1957"/>
                </a:moveTo>
                <a:cubicBezTo>
                  <a:pt x="2958" y="1957"/>
                  <a:pt x="5902" y="3311"/>
                  <a:pt x="7815" y="5578"/>
                </a:cubicBezTo>
                <a:cubicBezTo>
                  <a:pt x="9478" y="7549"/>
                  <a:pt x="10316" y="10051"/>
                  <a:pt x="11729" y="12200"/>
                </a:cubicBezTo>
                <a:cubicBezTo>
                  <a:pt x="13157" y="14334"/>
                  <a:pt x="15556" y="16232"/>
                  <a:pt x="18087" y="15747"/>
                </a:cubicBezTo>
                <a:cubicBezTo>
                  <a:pt x="19809" y="15423"/>
                  <a:pt x="21192" y="14039"/>
                  <a:pt x="22016" y="12479"/>
                </a:cubicBezTo>
                <a:cubicBezTo>
                  <a:pt x="22840" y="10905"/>
                  <a:pt x="23193" y="9168"/>
                  <a:pt x="23620" y="7446"/>
                </a:cubicBezTo>
                <a:cubicBezTo>
                  <a:pt x="24062" y="5739"/>
                  <a:pt x="24606" y="4018"/>
                  <a:pt x="25739" y="2649"/>
                </a:cubicBezTo>
                <a:cubicBezTo>
                  <a:pt x="27167" y="942"/>
                  <a:pt x="29492" y="0"/>
                  <a:pt x="31714" y="265"/>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4"/>
          <p:cNvSpPr/>
          <p:nvPr/>
        </p:nvSpPr>
        <p:spPr>
          <a:xfrm flipH="1" rot="8001735">
            <a:off x="7928401" y="4326415"/>
            <a:ext cx="1672299" cy="855692"/>
          </a:xfrm>
          <a:custGeom>
            <a:rect b="b" l="l" r="r" t="t"/>
            <a:pathLst>
              <a:path extrusionOk="0" fill="none" h="21649" w="42311">
                <a:moveTo>
                  <a:pt x="0" y="2620"/>
                </a:moveTo>
                <a:cubicBezTo>
                  <a:pt x="3944" y="2620"/>
                  <a:pt x="7874" y="4430"/>
                  <a:pt x="10405" y="7447"/>
                </a:cubicBezTo>
                <a:cubicBezTo>
                  <a:pt x="12612" y="10081"/>
                  <a:pt x="13760" y="13437"/>
                  <a:pt x="15659" y="16277"/>
                </a:cubicBezTo>
                <a:cubicBezTo>
                  <a:pt x="17542" y="19132"/>
                  <a:pt x="20751" y="21648"/>
                  <a:pt x="24121" y="21016"/>
                </a:cubicBezTo>
                <a:cubicBezTo>
                  <a:pt x="26431" y="20589"/>
                  <a:pt x="28271" y="18735"/>
                  <a:pt x="29360" y="16645"/>
                </a:cubicBezTo>
                <a:cubicBezTo>
                  <a:pt x="30449" y="14570"/>
                  <a:pt x="30920" y="12215"/>
                  <a:pt x="31494" y="9934"/>
                </a:cubicBezTo>
                <a:cubicBezTo>
                  <a:pt x="32082" y="7653"/>
                  <a:pt x="32818" y="5343"/>
                  <a:pt x="34319" y="3533"/>
                </a:cubicBezTo>
                <a:cubicBezTo>
                  <a:pt x="36232" y="1237"/>
                  <a:pt x="39352" y="1"/>
                  <a:pt x="42310" y="354"/>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4"/>
          <p:cNvSpPr/>
          <p:nvPr/>
        </p:nvSpPr>
        <p:spPr>
          <a:xfrm flipH="1" rot="8001735">
            <a:off x="7999544" y="4371248"/>
            <a:ext cx="1567600" cy="801581"/>
          </a:xfrm>
          <a:custGeom>
            <a:rect b="b" l="l" r="r" t="t"/>
            <a:pathLst>
              <a:path extrusionOk="0" fill="none" h="20280" w="39662">
                <a:moveTo>
                  <a:pt x="1" y="2443"/>
                </a:moveTo>
                <a:cubicBezTo>
                  <a:pt x="3695" y="2443"/>
                  <a:pt x="7374" y="4150"/>
                  <a:pt x="9773" y="6976"/>
                </a:cubicBezTo>
                <a:cubicBezTo>
                  <a:pt x="11833" y="9448"/>
                  <a:pt x="12892" y="12568"/>
                  <a:pt x="14673" y="15261"/>
                </a:cubicBezTo>
                <a:cubicBezTo>
                  <a:pt x="16469" y="17939"/>
                  <a:pt x="19441" y="20279"/>
                  <a:pt x="22605" y="19691"/>
                </a:cubicBezTo>
                <a:cubicBezTo>
                  <a:pt x="24783" y="19279"/>
                  <a:pt x="26505" y="17557"/>
                  <a:pt x="27521" y="15599"/>
                </a:cubicBezTo>
                <a:cubicBezTo>
                  <a:pt x="28536" y="13657"/>
                  <a:pt x="28978" y="11449"/>
                  <a:pt x="29522" y="9316"/>
                </a:cubicBezTo>
                <a:cubicBezTo>
                  <a:pt x="30081" y="7182"/>
                  <a:pt x="30758" y="5018"/>
                  <a:pt x="32171" y="3311"/>
                </a:cubicBezTo>
                <a:cubicBezTo>
                  <a:pt x="33952" y="1163"/>
                  <a:pt x="36880" y="0"/>
                  <a:pt x="39662" y="339"/>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4"/>
          <p:cNvSpPr/>
          <p:nvPr/>
        </p:nvSpPr>
        <p:spPr>
          <a:xfrm flipH="1" rot="8001735">
            <a:off x="8071453" y="4415988"/>
            <a:ext cx="1462308" cy="749249"/>
          </a:xfrm>
          <a:custGeom>
            <a:rect b="b" l="l" r="r" t="t"/>
            <a:pathLst>
              <a:path extrusionOk="0" fill="none" h="18956" w="36998">
                <a:moveTo>
                  <a:pt x="0" y="2311"/>
                </a:moveTo>
                <a:cubicBezTo>
                  <a:pt x="3459" y="2311"/>
                  <a:pt x="6873" y="3886"/>
                  <a:pt x="9110" y="6534"/>
                </a:cubicBezTo>
                <a:cubicBezTo>
                  <a:pt x="11038" y="8830"/>
                  <a:pt x="12024" y="11759"/>
                  <a:pt x="13687" y="14261"/>
                </a:cubicBezTo>
                <a:cubicBezTo>
                  <a:pt x="15335" y="16762"/>
                  <a:pt x="18131" y="18955"/>
                  <a:pt x="21074" y="18396"/>
                </a:cubicBezTo>
                <a:cubicBezTo>
                  <a:pt x="23105" y="18028"/>
                  <a:pt x="24724" y="16409"/>
                  <a:pt x="25666" y="14570"/>
                </a:cubicBezTo>
                <a:cubicBezTo>
                  <a:pt x="26593" y="12730"/>
                  <a:pt x="27020" y="10699"/>
                  <a:pt x="27535" y="8713"/>
                </a:cubicBezTo>
                <a:cubicBezTo>
                  <a:pt x="28050" y="6726"/>
                  <a:pt x="28697" y="4680"/>
                  <a:pt x="30022" y="3091"/>
                </a:cubicBezTo>
                <a:cubicBezTo>
                  <a:pt x="31700" y="1089"/>
                  <a:pt x="34393" y="0"/>
                  <a:pt x="36998" y="324"/>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4"/>
          <p:cNvSpPr/>
          <p:nvPr/>
        </p:nvSpPr>
        <p:spPr>
          <a:xfrm flipH="1" rot="8001735">
            <a:off x="8141670" y="4459819"/>
            <a:ext cx="1358202" cy="695138"/>
          </a:xfrm>
          <a:custGeom>
            <a:rect b="b" l="l" r="r" t="t"/>
            <a:pathLst>
              <a:path extrusionOk="0" fill="none" h="17587" w="34364">
                <a:moveTo>
                  <a:pt x="1" y="2119"/>
                </a:moveTo>
                <a:cubicBezTo>
                  <a:pt x="3224" y="2119"/>
                  <a:pt x="6402" y="3591"/>
                  <a:pt x="8463" y="6049"/>
                </a:cubicBezTo>
                <a:cubicBezTo>
                  <a:pt x="10243" y="8183"/>
                  <a:pt x="11185" y="10905"/>
                  <a:pt x="12716" y="13230"/>
                </a:cubicBezTo>
                <a:cubicBezTo>
                  <a:pt x="14261" y="15541"/>
                  <a:pt x="16851" y="17586"/>
                  <a:pt x="19588" y="17071"/>
                </a:cubicBezTo>
                <a:cubicBezTo>
                  <a:pt x="21472" y="16718"/>
                  <a:pt x="22958" y="15217"/>
                  <a:pt x="23841" y="13525"/>
                </a:cubicBezTo>
                <a:cubicBezTo>
                  <a:pt x="24724" y="11832"/>
                  <a:pt x="25107" y="9919"/>
                  <a:pt x="25593" y="8080"/>
                </a:cubicBezTo>
                <a:cubicBezTo>
                  <a:pt x="26064" y="6225"/>
                  <a:pt x="26652" y="4342"/>
                  <a:pt x="27888" y="2870"/>
                </a:cubicBezTo>
                <a:cubicBezTo>
                  <a:pt x="29434" y="1016"/>
                  <a:pt x="31950" y="0"/>
                  <a:pt x="34364" y="295"/>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4"/>
          <p:cNvSpPr/>
          <p:nvPr/>
        </p:nvSpPr>
        <p:spPr>
          <a:xfrm flipH="1" rot="8001735">
            <a:off x="8213055" y="4504530"/>
            <a:ext cx="1253503" cy="641620"/>
          </a:xfrm>
          <a:custGeom>
            <a:rect b="b" l="l" r="r" t="t"/>
            <a:pathLst>
              <a:path extrusionOk="0" fill="none" h="16233" w="31715">
                <a:moveTo>
                  <a:pt x="0" y="1957"/>
                </a:moveTo>
                <a:cubicBezTo>
                  <a:pt x="2958" y="1957"/>
                  <a:pt x="5902" y="3311"/>
                  <a:pt x="7815" y="5578"/>
                </a:cubicBezTo>
                <a:cubicBezTo>
                  <a:pt x="9478" y="7549"/>
                  <a:pt x="10316" y="10051"/>
                  <a:pt x="11729" y="12200"/>
                </a:cubicBezTo>
                <a:cubicBezTo>
                  <a:pt x="13157" y="14334"/>
                  <a:pt x="15556" y="16232"/>
                  <a:pt x="18087" y="15747"/>
                </a:cubicBezTo>
                <a:cubicBezTo>
                  <a:pt x="19809" y="15423"/>
                  <a:pt x="21192" y="14039"/>
                  <a:pt x="22016" y="12479"/>
                </a:cubicBezTo>
                <a:cubicBezTo>
                  <a:pt x="22840" y="10905"/>
                  <a:pt x="23193" y="9168"/>
                  <a:pt x="23620" y="7446"/>
                </a:cubicBezTo>
                <a:cubicBezTo>
                  <a:pt x="24062" y="5739"/>
                  <a:pt x="24606" y="4018"/>
                  <a:pt x="25739" y="2649"/>
                </a:cubicBezTo>
                <a:cubicBezTo>
                  <a:pt x="27167" y="942"/>
                  <a:pt x="29492" y="0"/>
                  <a:pt x="31714" y="265"/>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4"/>
          <p:cNvSpPr/>
          <p:nvPr/>
        </p:nvSpPr>
        <p:spPr>
          <a:xfrm rot="-898557">
            <a:off x="-525038" y="104586"/>
            <a:ext cx="2865928" cy="1690102"/>
          </a:xfrm>
          <a:custGeom>
            <a:rect b="b" l="l" r="r" t="t"/>
            <a:pathLst>
              <a:path extrusionOk="0" h="43620" w="73967">
                <a:moveTo>
                  <a:pt x="73672" y="0"/>
                </a:moveTo>
                <a:cubicBezTo>
                  <a:pt x="70257" y="2134"/>
                  <a:pt x="66593" y="3002"/>
                  <a:pt x="63370" y="3753"/>
                </a:cubicBezTo>
                <a:cubicBezTo>
                  <a:pt x="60118" y="4533"/>
                  <a:pt x="57307" y="5195"/>
                  <a:pt x="55821" y="6990"/>
                </a:cubicBezTo>
                <a:cubicBezTo>
                  <a:pt x="54746" y="8271"/>
                  <a:pt x="54025" y="9772"/>
                  <a:pt x="53334" y="11214"/>
                </a:cubicBezTo>
                <a:cubicBezTo>
                  <a:pt x="52156" y="13642"/>
                  <a:pt x="51052" y="15938"/>
                  <a:pt x="48462" y="16762"/>
                </a:cubicBezTo>
                <a:cubicBezTo>
                  <a:pt x="47864" y="16962"/>
                  <a:pt x="47068" y="17020"/>
                  <a:pt x="46200" y="17020"/>
                </a:cubicBezTo>
                <a:cubicBezTo>
                  <a:pt x="45531" y="17020"/>
                  <a:pt x="44819" y="16985"/>
                  <a:pt x="44121" y="16953"/>
                </a:cubicBezTo>
                <a:cubicBezTo>
                  <a:pt x="43381" y="16914"/>
                  <a:pt x="42635" y="16877"/>
                  <a:pt x="41924" y="16877"/>
                </a:cubicBezTo>
                <a:cubicBezTo>
                  <a:pt x="40770" y="16877"/>
                  <a:pt x="39710" y="16975"/>
                  <a:pt x="38926" y="17321"/>
                </a:cubicBezTo>
                <a:cubicBezTo>
                  <a:pt x="36880" y="18219"/>
                  <a:pt x="35232" y="20632"/>
                  <a:pt x="33628" y="22943"/>
                </a:cubicBezTo>
                <a:cubicBezTo>
                  <a:pt x="32657" y="24356"/>
                  <a:pt x="31730" y="25710"/>
                  <a:pt x="30773" y="26622"/>
                </a:cubicBezTo>
                <a:cubicBezTo>
                  <a:pt x="29449" y="27873"/>
                  <a:pt x="25681" y="27961"/>
                  <a:pt x="21664" y="28064"/>
                </a:cubicBezTo>
                <a:cubicBezTo>
                  <a:pt x="16542" y="28197"/>
                  <a:pt x="10715" y="28329"/>
                  <a:pt x="7639" y="30846"/>
                </a:cubicBezTo>
                <a:cubicBezTo>
                  <a:pt x="4239" y="33612"/>
                  <a:pt x="354" y="39308"/>
                  <a:pt x="1" y="43590"/>
                </a:cubicBezTo>
                <a:lnTo>
                  <a:pt x="560" y="43619"/>
                </a:lnTo>
                <a:cubicBezTo>
                  <a:pt x="884" y="39484"/>
                  <a:pt x="4681" y="33980"/>
                  <a:pt x="7963" y="31272"/>
                </a:cubicBezTo>
                <a:cubicBezTo>
                  <a:pt x="10891" y="28888"/>
                  <a:pt x="16616" y="28741"/>
                  <a:pt x="21678" y="28638"/>
                </a:cubicBezTo>
                <a:cubicBezTo>
                  <a:pt x="25976" y="28520"/>
                  <a:pt x="29669" y="28432"/>
                  <a:pt x="31141" y="27034"/>
                </a:cubicBezTo>
                <a:cubicBezTo>
                  <a:pt x="32142" y="26092"/>
                  <a:pt x="33084" y="24738"/>
                  <a:pt x="34070" y="23281"/>
                </a:cubicBezTo>
                <a:cubicBezTo>
                  <a:pt x="35630" y="21015"/>
                  <a:pt x="37234" y="18675"/>
                  <a:pt x="39147" y="17836"/>
                </a:cubicBezTo>
                <a:cubicBezTo>
                  <a:pt x="39856" y="17518"/>
                  <a:pt x="40862" y="17430"/>
                  <a:pt x="41964" y="17430"/>
                </a:cubicBezTo>
                <a:cubicBezTo>
                  <a:pt x="42647" y="17430"/>
                  <a:pt x="43368" y="17464"/>
                  <a:pt x="44077" y="17498"/>
                </a:cubicBezTo>
                <a:cubicBezTo>
                  <a:pt x="44836" y="17543"/>
                  <a:pt x="45574" y="17582"/>
                  <a:pt x="46260" y="17582"/>
                </a:cubicBezTo>
                <a:cubicBezTo>
                  <a:pt x="47156" y="17582"/>
                  <a:pt x="47966" y="17515"/>
                  <a:pt x="48624" y="17307"/>
                </a:cubicBezTo>
                <a:cubicBezTo>
                  <a:pt x="51435" y="16424"/>
                  <a:pt x="52598" y="14010"/>
                  <a:pt x="53834" y="11449"/>
                </a:cubicBezTo>
                <a:cubicBezTo>
                  <a:pt x="54511" y="10037"/>
                  <a:pt x="55232" y="8580"/>
                  <a:pt x="56233" y="7344"/>
                </a:cubicBezTo>
                <a:cubicBezTo>
                  <a:pt x="57616" y="5695"/>
                  <a:pt x="60339" y="5048"/>
                  <a:pt x="63503" y="4297"/>
                </a:cubicBezTo>
                <a:cubicBezTo>
                  <a:pt x="66755" y="3517"/>
                  <a:pt x="70464" y="2634"/>
                  <a:pt x="73966" y="471"/>
                </a:cubicBezTo>
                <a:lnTo>
                  <a:pt x="736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4"/>
          <p:cNvSpPr/>
          <p:nvPr/>
        </p:nvSpPr>
        <p:spPr>
          <a:xfrm rot="3793995">
            <a:off x="6670492" y="33054"/>
            <a:ext cx="2865986" cy="1690137"/>
          </a:xfrm>
          <a:custGeom>
            <a:rect b="b" l="l" r="r" t="t"/>
            <a:pathLst>
              <a:path extrusionOk="0" h="43620" w="73967">
                <a:moveTo>
                  <a:pt x="73672" y="0"/>
                </a:moveTo>
                <a:cubicBezTo>
                  <a:pt x="70257" y="2134"/>
                  <a:pt x="66593" y="3002"/>
                  <a:pt x="63370" y="3753"/>
                </a:cubicBezTo>
                <a:cubicBezTo>
                  <a:pt x="60118" y="4533"/>
                  <a:pt x="57307" y="5195"/>
                  <a:pt x="55821" y="6990"/>
                </a:cubicBezTo>
                <a:cubicBezTo>
                  <a:pt x="54746" y="8271"/>
                  <a:pt x="54025" y="9772"/>
                  <a:pt x="53334" y="11214"/>
                </a:cubicBezTo>
                <a:cubicBezTo>
                  <a:pt x="52156" y="13642"/>
                  <a:pt x="51052" y="15938"/>
                  <a:pt x="48462" y="16762"/>
                </a:cubicBezTo>
                <a:cubicBezTo>
                  <a:pt x="47864" y="16962"/>
                  <a:pt x="47068" y="17020"/>
                  <a:pt x="46200" y="17020"/>
                </a:cubicBezTo>
                <a:cubicBezTo>
                  <a:pt x="45531" y="17020"/>
                  <a:pt x="44819" y="16985"/>
                  <a:pt x="44121" y="16953"/>
                </a:cubicBezTo>
                <a:cubicBezTo>
                  <a:pt x="43381" y="16914"/>
                  <a:pt x="42635" y="16877"/>
                  <a:pt x="41924" y="16877"/>
                </a:cubicBezTo>
                <a:cubicBezTo>
                  <a:pt x="40770" y="16877"/>
                  <a:pt x="39710" y="16975"/>
                  <a:pt x="38926" y="17321"/>
                </a:cubicBezTo>
                <a:cubicBezTo>
                  <a:pt x="36880" y="18219"/>
                  <a:pt x="35232" y="20632"/>
                  <a:pt x="33628" y="22943"/>
                </a:cubicBezTo>
                <a:cubicBezTo>
                  <a:pt x="32657" y="24356"/>
                  <a:pt x="31730" y="25710"/>
                  <a:pt x="30773" y="26622"/>
                </a:cubicBezTo>
                <a:cubicBezTo>
                  <a:pt x="29449" y="27873"/>
                  <a:pt x="25681" y="27961"/>
                  <a:pt x="21664" y="28064"/>
                </a:cubicBezTo>
                <a:cubicBezTo>
                  <a:pt x="16542" y="28197"/>
                  <a:pt x="10715" y="28329"/>
                  <a:pt x="7639" y="30846"/>
                </a:cubicBezTo>
                <a:cubicBezTo>
                  <a:pt x="4239" y="33612"/>
                  <a:pt x="354" y="39308"/>
                  <a:pt x="1" y="43590"/>
                </a:cubicBezTo>
                <a:lnTo>
                  <a:pt x="560" y="43619"/>
                </a:lnTo>
                <a:cubicBezTo>
                  <a:pt x="884" y="39484"/>
                  <a:pt x="4681" y="33980"/>
                  <a:pt x="7963" y="31272"/>
                </a:cubicBezTo>
                <a:cubicBezTo>
                  <a:pt x="10891" y="28888"/>
                  <a:pt x="16616" y="28741"/>
                  <a:pt x="21678" y="28638"/>
                </a:cubicBezTo>
                <a:cubicBezTo>
                  <a:pt x="25976" y="28520"/>
                  <a:pt x="29669" y="28432"/>
                  <a:pt x="31141" y="27034"/>
                </a:cubicBezTo>
                <a:cubicBezTo>
                  <a:pt x="32142" y="26092"/>
                  <a:pt x="33084" y="24738"/>
                  <a:pt x="34070" y="23281"/>
                </a:cubicBezTo>
                <a:cubicBezTo>
                  <a:pt x="35630" y="21015"/>
                  <a:pt x="37234" y="18675"/>
                  <a:pt x="39147" y="17836"/>
                </a:cubicBezTo>
                <a:cubicBezTo>
                  <a:pt x="39856" y="17518"/>
                  <a:pt x="40862" y="17430"/>
                  <a:pt x="41964" y="17430"/>
                </a:cubicBezTo>
                <a:cubicBezTo>
                  <a:pt x="42647" y="17430"/>
                  <a:pt x="43368" y="17464"/>
                  <a:pt x="44077" y="17498"/>
                </a:cubicBezTo>
                <a:cubicBezTo>
                  <a:pt x="44836" y="17543"/>
                  <a:pt x="45574" y="17582"/>
                  <a:pt x="46260" y="17582"/>
                </a:cubicBezTo>
                <a:cubicBezTo>
                  <a:pt x="47156" y="17582"/>
                  <a:pt x="47966" y="17515"/>
                  <a:pt x="48624" y="17307"/>
                </a:cubicBezTo>
                <a:cubicBezTo>
                  <a:pt x="51435" y="16424"/>
                  <a:pt x="52598" y="14010"/>
                  <a:pt x="53834" y="11449"/>
                </a:cubicBezTo>
                <a:cubicBezTo>
                  <a:pt x="54511" y="10037"/>
                  <a:pt x="55232" y="8580"/>
                  <a:pt x="56233" y="7344"/>
                </a:cubicBezTo>
                <a:cubicBezTo>
                  <a:pt x="57616" y="5695"/>
                  <a:pt x="60339" y="5048"/>
                  <a:pt x="63503" y="4297"/>
                </a:cubicBezTo>
                <a:cubicBezTo>
                  <a:pt x="66755" y="3517"/>
                  <a:pt x="70464" y="2634"/>
                  <a:pt x="73966" y="471"/>
                </a:cubicBezTo>
                <a:lnTo>
                  <a:pt x="736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4"/>
          <p:cNvSpPr/>
          <p:nvPr/>
        </p:nvSpPr>
        <p:spPr>
          <a:xfrm flipH="1" rot="10800000">
            <a:off x="-225687" y="3684512"/>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4"/>
          <p:cNvSpPr/>
          <p:nvPr/>
        </p:nvSpPr>
        <p:spPr>
          <a:xfrm flipH="1" rot="10800000">
            <a:off x="8829563" y="1784212"/>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4"/>
          <p:cNvSpPr/>
          <p:nvPr/>
        </p:nvSpPr>
        <p:spPr>
          <a:xfrm>
            <a:off x="8411705" y="4760050"/>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4"/>
          <p:cNvSpPr/>
          <p:nvPr/>
        </p:nvSpPr>
        <p:spPr>
          <a:xfrm>
            <a:off x="458280" y="425721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4"/>
          <p:cNvSpPr/>
          <p:nvPr/>
        </p:nvSpPr>
        <p:spPr>
          <a:xfrm>
            <a:off x="209819" y="1210988"/>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4"/>
          <p:cNvSpPr/>
          <p:nvPr/>
        </p:nvSpPr>
        <p:spPr>
          <a:xfrm>
            <a:off x="8689957" y="4056325"/>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4"/>
          <p:cNvSpPr/>
          <p:nvPr/>
        </p:nvSpPr>
        <p:spPr>
          <a:xfrm>
            <a:off x="111473" y="4737108"/>
            <a:ext cx="235500" cy="235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4"/>
          <p:cNvSpPr/>
          <p:nvPr/>
        </p:nvSpPr>
        <p:spPr>
          <a:xfrm>
            <a:off x="8028257" y="148600"/>
            <a:ext cx="389400" cy="389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1">
    <p:spTree>
      <p:nvGrpSpPr>
        <p:cNvPr id="702" name="Shape 702"/>
        <p:cNvGrpSpPr/>
        <p:nvPr/>
      </p:nvGrpSpPr>
      <p:grpSpPr>
        <a:xfrm>
          <a:off x="0" y="0"/>
          <a:ext cx="0" cy="0"/>
          <a:chOff x="0" y="0"/>
          <a:chExt cx="0" cy="0"/>
        </a:xfrm>
      </p:grpSpPr>
      <p:sp>
        <p:nvSpPr>
          <p:cNvPr id="703" name="Google Shape;703;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04" name="Google Shape;704;p25"/>
          <p:cNvSpPr/>
          <p:nvPr/>
        </p:nvSpPr>
        <p:spPr>
          <a:xfrm flipH="1" rot="5400000">
            <a:off x="-302725" y="3079820"/>
            <a:ext cx="7720" cy="13521"/>
          </a:xfrm>
          <a:custGeom>
            <a:rect b="b" l="l" r="r" t="t"/>
            <a:pathLst>
              <a:path extrusionOk="0" h="268" w="153">
                <a:moveTo>
                  <a:pt x="153" y="0"/>
                </a:moveTo>
                <a:lnTo>
                  <a:pt x="0" y="153"/>
                </a:lnTo>
                <a:lnTo>
                  <a:pt x="115" y="268"/>
                </a:lnTo>
                <a:lnTo>
                  <a:pt x="153" y="268"/>
                </a:lnTo>
                <a:lnTo>
                  <a:pt x="153" y="0"/>
                </a:lnTo>
                <a:close/>
              </a:path>
            </a:pathLst>
          </a:custGeom>
          <a:solidFill>
            <a:srgbClr val="262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5"/>
          <p:cNvSpPr/>
          <p:nvPr/>
        </p:nvSpPr>
        <p:spPr>
          <a:xfrm rot="-5400000">
            <a:off x="-712661" y="3167138"/>
            <a:ext cx="2668377" cy="1324155"/>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5"/>
          <p:cNvSpPr/>
          <p:nvPr/>
        </p:nvSpPr>
        <p:spPr>
          <a:xfrm rot="-5400000">
            <a:off x="-348168" y="4436934"/>
            <a:ext cx="1033594" cy="418359"/>
          </a:xfrm>
          <a:custGeom>
            <a:rect b="b" l="l" r="r" t="t"/>
            <a:pathLst>
              <a:path extrusionOk="0" h="12718" w="31421">
                <a:moveTo>
                  <a:pt x="0" y="1"/>
                </a:moveTo>
                <a:lnTo>
                  <a:pt x="15" y="11318"/>
                </a:lnTo>
                <a:cubicBezTo>
                  <a:pt x="714" y="12333"/>
                  <a:pt x="1913" y="12717"/>
                  <a:pt x="3174" y="12717"/>
                </a:cubicBezTo>
                <a:cubicBezTo>
                  <a:pt x="3905" y="12717"/>
                  <a:pt x="4656" y="12588"/>
                  <a:pt x="5342" y="12377"/>
                </a:cubicBezTo>
                <a:cubicBezTo>
                  <a:pt x="7024" y="11870"/>
                  <a:pt x="8681" y="11024"/>
                  <a:pt x="10412" y="11024"/>
                </a:cubicBezTo>
                <a:cubicBezTo>
                  <a:pt x="10590" y="11024"/>
                  <a:pt x="10769" y="11033"/>
                  <a:pt x="10949" y="11053"/>
                </a:cubicBezTo>
                <a:cubicBezTo>
                  <a:pt x="12370" y="11196"/>
                  <a:pt x="13772" y="11959"/>
                  <a:pt x="15138" y="11959"/>
                </a:cubicBezTo>
                <a:cubicBezTo>
                  <a:pt x="15456" y="11959"/>
                  <a:pt x="15772" y="11918"/>
                  <a:pt x="16086" y="11818"/>
                </a:cubicBezTo>
                <a:cubicBezTo>
                  <a:pt x="18411" y="11067"/>
                  <a:pt x="18808" y="7683"/>
                  <a:pt x="20942" y="6491"/>
                </a:cubicBezTo>
                <a:cubicBezTo>
                  <a:pt x="21681" y="6076"/>
                  <a:pt x="22511" y="5989"/>
                  <a:pt x="23370" y="5989"/>
                </a:cubicBezTo>
                <a:cubicBezTo>
                  <a:pt x="23993" y="5989"/>
                  <a:pt x="24631" y="6035"/>
                  <a:pt x="25262" y="6035"/>
                </a:cubicBezTo>
                <a:cubicBezTo>
                  <a:pt x="25616" y="6035"/>
                  <a:pt x="25968" y="6020"/>
                  <a:pt x="26313" y="5976"/>
                </a:cubicBezTo>
                <a:cubicBezTo>
                  <a:pt x="29124" y="5608"/>
                  <a:pt x="31420" y="2826"/>
                  <a:pt x="31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5"/>
          <p:cNvSpPr/>
          <p:nvPr/>
        </p:nvSpPr>
        <p:spPr>
          <a:xfrm rot="5400000">
            <a:off x="7145889" y="672113"/>
            <a:ext cx="2668377" cy="1324155"/>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5"/>
          <p:cNvSpPr/>
          <p:nvPr/>
        </p:nvSpPr>
        <p:spPr>
          <a:xfrm rot="5400000">
            <a:off x="8416179" y="308114"/>
            <a:ext cx="1033594" cy="418359"/>
          </a:xfrm>
          <a:custGeom>
            <a:rect b="b" l="l" r="r" t="t"/>
            <a:pathLst>
              <a:path extrusionOk="0" h="12718" w="31421">
                <a:moveTo>
                  <a:pt x="0" y="1"/>
                </a:moveTo>
                <a:lnTo>
                  <a:pt x="15" y="11318"/>
                </a:lnTo>
                <a:cubicBezTo>
                  <a:pt x="714" y="12333"/>
                  <a:pt x="1913" y="12717"/>
                  <a:pt x="3174" y="12717"/>
                </a:cubicBezTo>
                <a:cubicBezTo>
                  <a:pt x="3905" y="12717"/>
                  <a:pt x="4656" y="12588"/>
                  <a:pt x="5342" y="12377"/>
                </a:cubicBezTo>
                <a:cubicBezTo>
                  <a:pt x="7024" y="11870"/>
                  <a:pt x="8681" y="11024"/>
                  <a:pt x="10412" y="11024"/>
                </a:cubicBezTo>
                <a:cubicBezTo>
                  <a:pt x="10590" y="11024"/>
                  <a:pt x="10769" y="11033"/>
                  <a:pt x="10949" y="11053"/>
                </a:cubicBezTo>
                <a:cubicBezTo>
                  <a:pt x="12370" y="11196"/>
                  <a:pt x="13772" y="11959"/>
                  <a:pt x="15138" y="11959"/>
                </a:cubicBezTo>
                <a:cubicBezTo>
                  <a:pt x="15456" y="11959"/>
                  <a:pt x="15772" y="11918"/>
                  <a:pt x="16086" y="11818"/>
                </a:cubicBezTo>
                <a:cubicBezTo>
                  <a:pt x="18411" y="11067"/>
                  <a:pt x="18808" y="7683"/>
                  <a:pt x="20942" y="6491"/>
                </a:cubicBezTo>
                <a:cubicBezTo>
                  <a:pt x="21681" y="6076"/>
                  <a:pt x="22511" y="5989"/>
                  <a:pt x="23370" y="5989"/>
                </a:cubicBezTo>
                <a:cubicBezTo>
                  <a:pt x="23993" y="5989"/>
                  <a:pt x="24631" y="6035"/>
                  <a:pt x="25262" y="6035"/>
                </a:cubicBezTo>
                <a:cubicBezTo>
                  <a:pt x="25616" y="6035"/>
                  <a:pt x="25968" y="6020"/>
                  <a:pt x="26313" y="5976"/>
                </a:cubicBezTo>
                <a:cubicBezTo>
                  <a:pt x="29124" y="5608"/>
                  <a:pt x="31420" y="2826"/>
                  <a:pt x="31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5"/>
          <p:cNvSpPr/>
          <p:nvPr/>
        </p:nvSpPr>
        <p:spPr>
          <a:xfrm rot="-4825246">
            <a:off x="-1603664" y="2792242"/>
            <a:ext cx="3747720" cy="1323018"/>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5"/>
          <p:cNvSpPr/>
          <p:nvPr/>
        </p:nvSpPr>
        <p:spPr>
          <a:xfrm rot="-5400000">
            <a:off x="6640745" y="1115166"/>
            <a:ext cx="3747660" cy="1322997"/>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5"/>
          <p:cNvSpPr/>
          <p:nvPr/>
        </p:nvSpPr>
        <p:spPr>
          <a:xfrm flipH="1" rot="10800000">
            <a:off x="-296337" y="4509924"/>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5"/>
          <p:cNvSpPr/>
          <p:nvPr/>
        </p:nvSpPr>
        <p:spPr>
          <a:xfrm flipH="1" rot="10800000">
            <a:off x="8904173" y="162235"/>
            <a:ext cx="483505" cy="483542"/>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5"/>
          <p:cNvSpPr/>
          <p:nvPr/>
        </p:nvSpPr>
        <p:spPr>
          <a:xfrm flipH="1" rot="10800000">
            <a:off x="8610530" y="4428558"/>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5"/>
          <p:cNvSpPr/>
          <p:nvPr/>
        </p:nvSpPr>
        <p:spPr>
          <a:xfrm flipH="1" rot="10800000">
            <a:off x="8157776" y="4693233"/>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5"/>
          <p:cNvSpPr/>
          <p:nvPr/>
        </p:nvSpPr>
        <p:spPr>
          <a:xfrm flipH="1" rot="10800000">
            <a:off x="8157773" y="162236"/>
            <a:ext cx="138900" cy="138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5"/>
          <p:cNvSpPr/>
          <p:nvPr/>
        </p:nvSpPr>
        <p:spPr>
          <a:xfrm flipH="1" rot="10800000">
            <a:off x="434824" y="4386549"/>
            <a:ext cx="194700" cy="194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5"/>
          <p:cNvSpPr/>
          <p:nvPr/>
        </p:nvSpPr>
        <p:spPr>
          <a:xfrm flipH="1" rot="10800000">
            <a:off x="125757" y="109430"/>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6">
    <p:spTree>
      <p:nvGrpSpPr>
        <p:cNvPr id="718" name="Shape 718"/>
        <p:cNvGrpSpPr/>
        <p:nvPr/>
      </p:nvGrpSpPr>
      <p:grpSpPr>
        <a:xfrm>
          <a:off x="0" y="0"/>
          <a:ext cx="0" cy="0"/>
          <a:chOff x="0" y="0"/>
          <a:chExt cx="0" cy="0"/>
        </a:xfrm>
      </p:grpSpPr>
      <p:sp>
        <p:nvSpPr>
          <p:cNvPr id="719" name="Google Shape;719;p26"/>
          <p:cNvSpPr txBox="1"/>
          <p:nvPr>
            <p:ph type="title"/>
          </p:nvPr>
        </p:nvSpPr>
        <p:spPr>
          <a:xfrm>
            <a:off x="732300" y="445025"/>
            <a:ext cx="7679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20" name="Google Shape;720;p26"/>
          <p:cNvSpPr txBox="1"/>
          <p:nvPr>
            <p:ph idx="1" type="subTitle"/>
          </p:nvPr>
        </p:nvSpPr>
        <p:spPr>
          <a:xfrm>
            <a:off x="1296600" y="994775"/>
            <a:ext cx="6550800" cy="337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2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721" name="Google Shape;721;p26"/>
          <p:cNvSpPr/>
          <p:nvPr/>
        </p:nvSpPr>
        <p:spPr>
          <a:xfrm rot="-5400000">
            <a:off x="-712661" y="3167138"/>
            <a:ext cx="2668377" cy="1324155"/>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6"/>
          <p:cNvSpPr/>
          <p:nvPr/>
        </p:nvSpPr>
        <p:spPr>
          <a:xfrm rot="-5400000">
            <a:off x="-348168" y="4436934"/>
            <a:ext cx="1033594" cy="418359"/>
          </a:xfrm>
          <a:custGeom>
            <a:rect b="b" l="l" r="r" t="t"/>
            <a:pathLst>
              <a:path extrusionOk="0" h="12718" w="31421">
                <a:moveTo>
                  <a:pt x="0" y="1"/>
                </a:moveTo>
                <a:lnTo>
                  <a:pt x="15" y="11318"/>
                </a:lnTo>
                <a:cubicBezTo>
                  <a:pt x="714" y="12333"/>
                  <a:pt x="1913" y="12717"/>
                  <a:pt x="3174" y="12717"/>
                </a:cubicBezTo>
                <a:cubicBezTo>
                  <a:pt x="3905" y="12717"/>
                  <a:pt x="4656" y="12588"/>
                  <a:pt x="5342" y="12377"/>
                </a:cubicBezTo>
                <a:cubicBezTo>
                  <a:pt x="7024" y="11870"/>
                  <a:pt x="8681" y="11024"/>
                  <a:pt x="10412" y="11024"/>
                </a:cubicBezTo>
                <a:cubicBezTo>
                  <a:pt x="10590" y="11024"/>
                  <a:pt x="10769" y="11033"/>
                  <a:pt x="10949" y="11053"/>
                </a:cubicBezTo>
                <a:cubicBezTo>
                  <a:pt x="12370" y="11196"/>
                  <a:pt x="13772" y="11959"/>
                  <a:pt x="15138" y="11959"/>
                </a:cubicBezTo>
                <a:cubicBezTo>
                  <a:pt x="15456" y="11959"/>
                  <a:pt x="15772" y="11918"/>
                  <a:pt x="16086" y="11818"/>
                </a:cubicBezTo>
                <a:cubicBezTo>
                  <a:pt x="18411" y="11067"/>
                  <a:pt x="18808" y="7683"/>
                  <a:pt x="20942" y="6491"/>
                </a:cubicBezTo>
                <a:cubicBezTo>
                  <a:pt x="21681" y="6076"/>
                  <a:pt x="22511" y="5989"/>
                  <a:pt x="23370" y="5989"/>
                </a:cubicBezTo>
                <a:cubicBezTo>
                  <a:pt x="23993" y="5989"/>
                  <a:pt x="24631" y="6035"/>
                  <a:pt x="25262" y="6035"/>
                </a:cubicBezTo>
                <a:cubicBezTo>
                  <a:pt x="25616" y="6035"/>
                  <a:pt x="25968" y="6020"/>
                  <a:pt x="26313" y="5976"/>
                </a:cubicBezTo>
                <a:cubicBezTo>
                  <a:pt x="29124" y="5608"/>
                  <a:pt x="31420" y="2826"/>
                  <a:pt x="31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6"/>
          <p:cNvSpPr/>
          <p:nvPr/>
        </p:nvSpPr>
        <p:spPr>
          <a:xfrm rot="5400000">
            <a:off x="7145889" y="672113"/>
            <a:ext cx="2668377" cy="1324155"/>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6"/>
          <p:cNvSpPr/>
          <p:nvPr/>
        </p:nvSpPr>
        <p:spPr>
          <a:xfrm rot="5400000">
            <a:off x="8416179" y="308114"/>
            <a:ext cx="1033594" cy="418359"/>
          </a:xfrm>
          <a:custGeom>
            <a:rect b="b" l="l" r="r" t="t"/>
            <a:pathLst>
              <a:path extrusionOk="0" h="12718" w="31421">
                <a:moveTo>
                  <a:pt x="0" y="1"/>
                </a:moveTo>
                <a:lnTo>
                  <a:pt x="15" y="11318"/>
                </a:lnTo>
                <a:cubicBezTo>
                  <a:pt x="714" y="12333"/>
                  <a:pt x="1913" y="12717"/>
                  <a:pt x="3174" y="12717"/>
                </a:cubicBezTo>
                <a:cubicBezTo>
                  <a:pt x="3905" y="12717"/>
                  <a:pt x="4656" y="12588"/>
                  <a:pt x="5342" y="12377"/>
                </a:cubicBezTo>
                <a:cubicBezTo>
                  <a:pt x="7024" y="11870"/>
                  <a:pt x="8681" y="11024"/>
                  <a:pt x="10412" y="11024"/>
                </a:cubicBezTo>
                <a:cubicBezTo>
                  <a:pt x="10590" y="11024"/>
                  <a:pt x="10769" y="11033"/>
                  <a:pt x="10949" y="11053"/>
                </a:cubicBezTo>
                <a:cubicBezTo>
                  <a:pt x="12370" y="11196"/>
                  <a:pt x="13772" y="11959"/>
                  <a:pt x="15138" y="11959"/>
                </a:cubicBezTo>
                <a:cubicBezTo>
                  <a:pt x="15456" y="11959"/>
                  <a:pt x="15772" y="11918"/>
                  <a:pt x="16086" y="11818"/>
                </a:cubicBezTo>
                <a:cubicBezTo>
                  <a:pt x="18411" y="11067"/>
                  <a:pt x="18808" y="7683"/>
                  <a:pt x="20942" y="6491"/>
                </a:cubicBezTo>
                <a:cubicBezTo>
                  <a:pt x="21681" y="6076"/>
                  <a:pt x="22511" y="5989"/>
                  <a:pt x="23370" y="5989"/>
                </a:cubicBezTo>
                <a:cubicBezTo>
                  <a:pt x="23993" y="5989"/>
                  <a:pt x="24631" y="6035"/>
                  <a:pt x="25262" y="6035"/>
                </a:cubicBezTo>
                <a:cubicBezTo>
                  <a:pt x="25616" y="6035"/>
                  <a:pt x="25968" y="6020"/>
                  <a:pt x="26313" y="5976"/>
                </a:cubicBezTo>
                <a:cubicBezTo>
                  <a:pt x="29124" y="5608"/>
                  <a:pt x="31420" y="2826"/>
                  <a:pt x="31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6"/>
          <p:cNvSpPr/>
          <p:nvPr/>
        </p:nvSpPr>
        <p:spPr>
          <a:xfrm rot="-4825246">
            <a:off x="-1603664" y="2792242"/>
            <a:ext cx="3747720" cy="1323018"/>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6"/>
          <p:cNvSpPr/>
          <p:nvPr/>
        </p:nvSpPr>
        <p:spPr>
          <a:xfrm rot="-5400000">
            <a:off x="6640745" y="1115166"/>
            <a:ext cx="3747660" cy="1322997"/>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6"/>
          <p:cNvSpPr/>
          <p:nvPr/>
        </p:nvSpPr>
        <p:spPr>
          <a:xfrm flipH="1" rot="10800000">
            <a:off x="-296337" y="4509924"/>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6"/>
          <p:cNvSpPr/>
          <p:nvPr/>
        </p:nvSpPr>
        <p:spPr>
          <a:xfrm flipH="1" rot="10800000">
            <a:off x="8904173" y="162235"/>
            <a:ext cx="483505" cy="483542"/>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6"/>
          <p:cNvSpPr/>
          <p:nvPr/>
        </p:nvSpPr>
        <p:spPr>
          <a:xfrm flipH="1" rot="10800000">
            <a:off x="8610530" y="4428558"/>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6"/>
          <p:cNvSpPr/>
          <p:nvPr/>
        </p:nvSpPr>
        <p:spPr>
          <a:xfrm flipH="1" rot="10800000">
            <a:off x="8157776" y="4693233"/>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6"/>
          <p:cNvSpPr/>
          <p:nvPr/>
        </p:nvSpPr>
        <p:spPr>
          <a:xfrm flipH="1" rot="10800000">
            <a:off x="8157773" y="162236"/>
            <a:ext cx="138900" cy="138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6"/>
          <p:cNvSpPr/>
          <p:nvPr/>
        </p:nvSpPr>
        <p:spPr>
          <a:xfrm flipH="1" rot="10800000">
            <a:off x="434824" y="4386549"/>
            <a:ext cx="194700" cy="194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6"/>
          <p:cNvSpPr/>
          <p:nvPr/>
        </p:nvSpPr>
        <p:spPr>
          <a:xfrm flipH="1" rot="10800000">
            <a:off x="125757" y="109430"/>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3">
    <p:spTree>
      <p:nvGrpSpPr>
        <p:cNvPr id="734" name="Shape 734"/>
        <p:cNvGrpSpPr/>
        <p:nvPr/>
      </p:nvGrpSpPr>
      <p:grpSpPr>
        <a:xfrm>
          <a:off x="0" y="0"/>
          <a:ext cx="0" cy="0"/>
          <a:chOff x="0" y="0"/>
          <a:chExt cx="0" cy="0"/>
        </a:xfrm>
      </p:grpSpPr>
      <p:sp>
        <p:nvSpPr>
          <p:cNvPr id="735" name="Google Shape;735;p27"/>
          <p:cNvSpPr txBox="1"/>
          <p:nvPr>
            <p:ph type="title"/>
          </p:nvPr>
        </p:nvSpPr>
        <p:spPr>
          <a:xfrm>
            <a:off x="732300" y="445025"/>
            <a:ext cx="7679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36" name="Google Shape;736;p27"/>
          <p:cNvSpPr txBox="1"/>
          <p:nvPr>
            <p:ph idx="1" type="subTitle"/>
          </p:nvPr>
        </p:nvSpPr>
        <p:spPr>
          <a:xfrm>
            <a:off x="2027850" y="1493650"/>
            <a:ext cx="5088300" cy="2425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Char char="●"/>
              <a:defRPr sz="1400"/>
            </a:lvl1pPr>
            <a:lvl2pPr lvl="1" rtl="0">
              <a:spcBef>
                <a:spcPts val="0"/>
              </a:spcBef>
              <a:spcAft>
                <a:spcPts val="0"/>
              </a:spcAft>
              <a:buSzPts val="1400"/>
              <a:buChar char="○"/>
              <a:defRPr/>
            </a:lvl2pPr>
            <a:lvl3pPr lvl="2" rtl="0">
              <a:spcBef>
                <a:spcPts val="0"/>
              </a:spcBef>
              <a:spcAft>
                <a:spcPts val="0"/>
              </a:spcAft>
              <a:buSzPts val="1400"/>
              <a:buChar char="■"/>
              <a:defRPr/>
            </a:lvl3pPr>
            <a:lvl4pPr lvl="3" rtl="0">
              <a:spcBef>
                <a:spcPts val="0"/>
              </a:spcBef>
              <a:spcAft>
                <a:spcPts val="0"/>
              </a:spcAft>
              <a:buSzPts val="1400"/>
              <a:buChar char="●"/>
              <a:defRPr/>
            </a:lvl4pPr>
            <a:lvl5pPr lvl="4" rtl="0">
              <a:spcBef>
                <a:spcPts val="0"/>
              </a:spcBef>
              <a:spcAft>
                <a:spcPts val="0"/>
              </a:spcAft>
              <a:buSzPts val="1400"/>
              <a:buChar char="○"/>
              <a:defRPr/>
            </a:lvl5pPr>
            <a:lvl6pPr lvl="5" rtl="0">
              <a:spcBef>
                <a:spcPts val="0"/>
              </a:spcBef>
              <a:spcAft>
                <a:spcPts val="0"/>
              </a:spcAft>
              <a:buSzPts val="1400"/>
              <a:buChar char="■"/>
              <a:defRPr/>
            </a:lvl6pPr>
            <a:lvl7pPr lvl="6" rtl="0">
              <a:spcBef>
                <a:spcPts val="0"/>
              </a:spcBef>
              <a:spcAft>
                <a:spcPts val="0"/>
              </a:spcAft>
              <a:buSzPts val="1400"/>
              <a:buChar char="●"/>
              <a:defRPr/>
            </a:lvl7pPr>
            <a:lvl8pPr lvl="7" rtl="0">
              <a:spcBef>
                <a:spcPts val="0"/>
              </a:spcBef>
              <a:spcAft>
                <a:spcPts val="0"/>
              </a:spcAft>
              <a:buSzPts val="1400"/>
              <a:buChar char="○"/>
              <a:defRPr/>
            </a:lvl8pPr>
            <a:lvl9pPr lvl="8" rtl="0">
              <a:spcBef>
                <a:spcPts val="0"/>
              </a:spcBef>
              <a:spcAft>
                <a:spcPts val="0"/>
              </a:spcAft>
              <a:buSzPts val="1400"/>
              <a:buChar char="■"/>
              <a:defRPr/>
            </a:lvl9pPr>
          </a:lstStyle>
          <a:p/>
        </p:txBody>
      </p:sp>
      <p:sp>
        <p:nvSpPr>
          <p:cNvPr id="737" name="Google Shape;737;p27"/>
          <p:cNvSpPr/>
          <p:nvPr/>
        </p:nvSpPr>
        <p:spPr>
          <a:xfrm rot="5400000">
            <a:off x="6803293" y="549089"/>
            <a:ext cx="2957675" cy="1737700"/>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7"/>
          <p:cNvSpPr/>
          <p:nvPr/>
        </p:nvSpPr>
        <p:spPr>
          <a:xfrm rot="5400000">
            <a:off x="7476818" y="436014"/>
            <a:ext cx="2171075" cy="1177250"/>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7"/>
          <p:cNvSpPr/>
          <p:nvPr/>
        </p:nvSpPr>
        <p:spPr>
          <a:xfrm rot="6809793">
            <a:off x="6606205" y="2030452"/>
            <a:ext cx="4896304" cy="1728491"/>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7"/>
          <p:cNvSpPr/>
          <p:nvPr/>
        </p:nvSpPr>
        <p:spPr>
          <a:xfrm rot="-5400000">
            <a:off x="-616950" y="2811742"/>
            <a:ext cx="2957675" cy="1737700"/>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7"/>
          <p:cNvSpPr/>
          <p:nvPr/>
        </p:nvSpPr>
        <p:spPr>
          <a:xfrm rot="-5400000">
            <a:off x="-503875" y="3485267"/>
            <a:ext cx="2171075" cy="1177250"/>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7"/>
          <p:cNvSpPr/>
          <p:nvPr/>
        </p:nvSpPr>
        <p:spPr>
          <a:xfrm rot="-3851446">
            <a:off x="-2377246" y="1540323"/>
            <a:ext cx="4896242" cy="1728469"/>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7"/>
          <p:cNvSpPr/>
          <p:nvPr/>
        </p:nvSpPr>
        <p:spPr>
          <a:xfrm rot="466407">
            <a:off x="6943547" y="-512482"/>
            <a:ext cx="1986495" cy="6360921"/>
          </a:xfrm>
          <a:custGeom>
            <a:rect b="b" l="l" r="r" t="t"/>
            <a:pathLst>
              <a:path extrusionOk="0" h="90683" w="28320">
                <a:moveTo>
                  <a:pt x="25887" y="280"/>
                </a:moveTo>
                <a:lnTo>
                  <a:pt x="25843" y="309"/>
                </a:lnTo>
                <a:cubicBezTo>
                  <a:pt x="26608" y="1913"/>
                  <a:pt x="27270" y="3576"/>
                  <a:pt x="27844" y="5239"/>
                </a:cubicBezTo>
                <a:cubicBezTo>
                  <a:pt x="27985" y="5653"/>
                  <a:pt x="28126" y="6081"/>
                  <a:pt x="28214" y="6518"/>
                </a:cubicBezTo>
                <a:lnTo>
                  <a:pt x="28214" y="6518"/>
                </a:lnTo>
                <a:cubicBezTo>
                  <a:pt x="28174" y="6090"/>
                  <a:pt x="28038" y="5647"/>
                  <a:pt x="27903" y="5225"/>
                </a:cubicBezTo>
                <a:cubicBezTo>
                  <a:pt x="27329" y="3547"/>
                  <a:pt x="26652" y="1869"/>
                  <a:pt x="25887" y="280"/>
                </a:cubicBezTo>
                <a:close/>
                <a:moveTo>
                  <a:pt x="13138" y="23081"/>
                </a:moveTo>
                <a:cubicBezTo>
                  <a:pt x="13154" y="23094"/>
                  <a:pt x="13170" y="23107"/>
                  <a:pt x="13187" y="23120"/>
                </a:cubicBezTo>
                <a:cubicBezTo>
                  <a:pt x="14099" y="23885"/>
                  <a:pt x="15217" y="24326"/>
                  <a:pt x="16100" y="24636"/>
                </a:cubicBezTo>
                <a:cubicBezTo>
                  <a:pt x="16233" y="24694"/>
                  <a:pt x="16380" y="24724"/>
                  <a:pt x="16513" y="24783"/>
                </a:cubicBezTo>
                <a:cubicBezTo>
                  <a:pt x="17478" y="25123"/>
                  <a:pt x="18494" y="25463"/>
                  <a:pt x="19235" y="26151"/>
                </a:cubicBezTo>
                <a:lnTo>
                  <a:pt x="19235" y="26151"/>
                </a:lnTo>
                <a:cubicBezTo>
                  <a:pt x="18455" y="25342"/>
                  <a:pt x="17351" y="24959"/>
                  <a:pt x="16292" y="24591"/>
                </a:cubicBezTo>
                <a:cubicBezTo>
                  <a:pt x="16159" y="24533"/>
                  <a:pt x="16012" y="24503"/>
                  <a:pt x="15880" y="24444"/>
                </a:cubicBezTo>
                <a:cubicBezTo>
                  <a:pt x="15047" y="24153"/>
                  <a:pt x="14018" y="23744"/>
                  <a:pt x="13138" y="23081"/>
                </a:cubicBezTo>
                <a:close/>
                <a:moveTo>
                  <a:pt x="25357" y="280"/>
                </a:moveTo>
                <a:lnTo>
                  <a:pt x="25298" y="309"/>
                </a:lnTo>
                <a:cubicBezTo>
                  <a:pt x="26064" y="1899"/>
                  <a:pt x="26726" y="3532"/>
                  <a:pt x="27270" y="5210"/>
                </a:cubicBezTo>
                <a:cubicBezTo>
                  <a:pt x="27506" y="5931"/>
                  <a:pt x="27727" y="6711"/>
                  <a:pt x="27697" y="7491"/>
                </a:cubicBezTo>
                <a:cubicBezTo>
                  <a:pt x="27653" y="8109"/>
                  <a:pt x="27476" y="8727"/>
                  <a:pt x="27123" y="9316"/>
                </a:cubicBezTo>
                <a:cubicBezTo>
                  <a:pt x="26549" y="10272"/>
                  <a:pt x="25563" y="11170"/>
                  <a:pt x="24165" y="11979"/>
                </a:cubicBezTo>
                <a:cubicBezTo>
                  <a:pt x="22658" y="12845"/>
                  <a:pt x="21058" y="13577"/>
                  <a:pt x="19391" y="14090"/>
                </a:cubicBezTo>
                <a:lnTo>
                  <a:pt x="19391" y="14090"/>
                </a:lnTo>
                <a:cubicBezTo>
                  <a:pt x="20000" y="13918"/>
                  <a:pt x="20603" y="13718"/>
                  <a:pt x="21196" y="13495"/>
                </a:cubicBezTo>
                <a:lnTo>
                  <a:pt x="21196" y="13495"/>
                </a:lnTo>
                <a:cubicBezTo>
                  <a:pt x="20526" y="13767"/>
                  <a:pt x="19842" y="14008"/>
                  <a:pt x="19147" y="14216"/>
                </a:cubicBezTo>
                <a:cubicBezTo>
                  <a:pt x="18705" y="14349"/>
                  <a:pt x="18264" y="14481"/>
                  <a:pt x="17822" y="14584"/>
                </a:cubicBezTo>
                <a:cubicBezTo>
                  <a:pt x="16513" y="14923"/>
                  <a:pt x="15188" y="15291"/>
                  <a:pt x="14011" y="15953"/>
                </a:cubicBezTo>
                <a:cubicBezTo>
                  <a:pt x="13525" y="16203"/>
                  <a:pt x="13113" y="16542"/>
                  <a:pt x="12716" y="16909"/>
                </a:cubicBezTo>
                <a:cubicBezTo>
                  <a:pt x="11946" y="17679"/>
                  <a:pt x="11481" y="18538"/>
                  <a:pt x="11337" y="19408"/>
                </a:cubicBezTo>
                <a:lnTo>
                  <a:pt x="11337" y="19408"/>
                </a:lnTo>
                <a:cubicBezTo>
                  <a:pt x="11408" y="18856"/>
                  <a:pt x="11611" y="18330"/>
                  <a:pt x="11901" y="17850"/>
                </a:cubicBezTo>
                <a:lnTo>
                  <a:pt x="11901" y="17850"/>
                </a:lnTo>
                <a:cubicBezTo>
                  <a:pt x="11392" y="18637"/>
                  <a:pt x="11161" y="19484"/>
                  <a:pt x="11244" y="20324"/>
                </a:cubicBezTo>
                <a:cubicBezTo>
                  <a:pt x="11376" y="21560"/>
                  <a:pt x="12171" y="22502"/>
                  <a:pt x="12819" y="23090"/>
                </a:cubicBezTo>
                <a:cubicBezTo>
                  <a:pt x="13437" y="23635"/>
                  <a:pt x="14217" y="24135"/>
                  <a:pt x="15203" y="24562"/>
                </a:cubicBezTo>
                <a:cubicBezTo>
                  <a:pt x="15394" y="24636"/>
                  <a:pt x="15585" y="24724"/>
                  <a:pt x="15806" y="24812"/>
                </a:cubicBezTo>
                <a:lnTo>
                  <a:pt x="15953" y="24871"/>
                </a:lnTo>
                <a:cubicBezTo>
                  <a:pt x="17131" y="25357"/>
                  <a:pt x="18337" y="25842"/>
                  <a:pt x="19147" y="26784"/>
                </a:cubicBezTo>
                <a:cubicBezTo>
                  <a:pt x="19844" y="27606"/>
                  <a:pt x="20131" y="28754"/>
                  <a:pt x="19917" y="29766"/>
                </a:cubicBezTo>
                <a:lnTo>
                  <a:pt x="19917" y="29766"/>
                </a:lnTo>
                <a:cubicBezTo>
                  <a:pt x="19960" y="29653"/>
                  <a:pt x="19997" y="29537"/>
                  <a:pt x="20028" y="29419"/>
                </a:cubicBezTo>
                <a:lnTo>
                  <a:pt x="20028" y="29419"/>
                </a:lnTo>
                <a:cubicBezTo>
                  <a:pt x="20120" y="28476"/>
                  <a:pt x="19820" y="27479"/>
                  <a:pt x="19176" y="26725"/>
                </a:cubicBezTo>
                <a:cubicBezTo>
                  <a:pt x="18367" y="25769"/>
                  <a:pt x="17131" y="25283"/>
                  <a:pt x="15953" y="24797"/>
                </a:cubicBezTo>
                <a:lnTo>
                  <a:pt x="15806" y="24739"/>
                </a:lnTo>
                <a:cubicBezTo>
                  <a:pt x="15585" y="24650"/>
                  <a:pt x="15394" y="24577"/>
                  <a:pt x="15203" y="24488"/>
                </a:cubicBezTo>
                <a:cubicBezTo>
                  <a:pt x="14231" y="24062"/>
                  <a:pt x="13452" y="23591"/>
                  <a:pt x="12833" y="23017"/>
                </a:cubicBezTo>
                <a:cubicBezTo>
                  <a:pt x="12201" y="22443"/>
                  <a:pt x="11421" y="21501"/>
                  <a:pt x="11303" y="20294"/>
                </a:cubicBezTo>
                <a:cubicBezTo>
                  <a:pt x="11277" y="20000"/>
                  <a:pt x="11288" y="19703"/>
                  <a:pt x="11337" y="19408"/>
                </a:cubicBezTo>
                <a:lnTo>
                  <a:pt x="11337" y="19408"/>
                </a:lnTo>
                <a:cubicBezTo>
                  <a:pt x="11303" y="19673"/>
                  <a:pt x="11300" y="19945"/>
                  <a:pt x="11332" y="20221"/>
                </a:cubicBezTo>
                <a:cubicBezTo>
                  <a:pt x="11465" y="21207"/>
                  <a:pt x="12053" y="22207"/>
                  <a:pt x="12981" y="22958"/>
                </a:cubicBezTo>
                <a:cubicBezTo>
                  <a:pt x="13033" y="23000"/>
                  <a:pt x="13085" y="23041"/>
                  <a:pt x="13138" y="23081"/>
                </a:cubicBezTo>
                <a:lnTo>
                  <a:pt x="13138" y="23081"/>
                </a:lnTo>
                <a:cubicBezTo>
                  <a:pt x="12224" y="22334"/>
                  <a:pt x="11639" y="21337"/>
                  <a:pt x="11524" y="20353"/>
                </a:cubicBezTo>
                <a:cubicBezTo>
                  <a:pt x="11303" y="18455"/>
                  <a:pt x="12760" y="16748"/>
                  <a:pt x="14290" y="15879"/>
                </a:cubicBezTo>
                <a:cubicBezTo>
                  <a:pt x="15497" y="15202"/>
                  <a:pt x="16880" y="14849"/>
                  <a:pt x="18205" y="14511"/>
                </a:cubicBezTo>
                <a:cubicBezTo>
                  <a:pt x="18646" y="14408"/>
                  <a:pt x="19103" y="14290"/>
                  <a:pt x="19544" y="14172"/>
                </a:cubicBezTo>
                <a:cubicBezTo>
                  <a:pt x="21325" y="13672"/>
                  <a:pt x="23061" y="12951"/>
                  <a:pt x="24680" y="12038"/>
                </a:cubicBezTo>
                <a:cubicBezTo>
                  <a:pt x="26284" y="11126"/>
                  <a:pt x="28212" y="9610"/>
                  <a:pt x="28300" y="7550"/>
                </a:cubicBezTo>
                <a:cubicBezTo>
                  <a:pt x="28320" y="7202"/>
                  <a:pt x="28283" y="6857"/>
                  <a:pt x="28214" y="6518"/>
                </a:cubicBezTo>
                <a:lnTo>
                  <a:pt x="28214" y="6518"/>
                </a:lnTo>
                <a:cubicBezTo>
                  <a:pt x="28244" y="6835"/>
                  <a:pt x="28222" y="7144"/>
                  <a:pt x="28109" y="7432"/>
                </a:cubicBezTo>
                <a:cubicBezTo>
                  <a:pt x="28021" y="9551"/>
                  <a:pt x="26078" y="11067"/>
                  <a:pt x="24459" y="11979"/>
                </a:cubicBezTo>
                <a:cubicBezTo>
                  <a:pt x="23415" y="12558"/>
                  <a:pt x="22322" y="13070"/>
                  <a:pt x="21196" y="13495"/>
                </a:cubicBezTo>
                <a:lnTo>
                  <a:pt x="21196" y="13495"/>
                </a:lnTo>
                <a:cubicBezTo>
                  <a:pt x="22227" y="13075"/>
                  <a:pt x="23225" y="12580"/>
                  <a:pt x="24180" y="12009"/>
                </a:cubicBezTo>
                <a:cubicBezTo>
                  <a:pt x="25578" y="11185"/>
                  <a:pt x="26593" y="10287"/>
                  <a:pt x="27167" y="9330"/>
                </a:cubicBezTo>
                <a:cubicBezTo>
                  <a:pt x="27535" y="8742"/>
                  <a:pt x="27712" y="8109"/>
                  <a:pt x="27756" y="7491"/>
                </a:cubicBezTo>
                <a:cubicBezTo>
                  <a:pt x="27785" y="6696"/>
                  <a:pt x="27565" y="5902"/>
                  <a:pt x="27329" y="5195"/>
                </a:cubicBezTo>
                <a:cubicBezTo>
                  <a:pt x="26770" y="3518"/>
                  <a:pt x="26108" y="1855"/>
                  <a:pt x="25357" y="280"/>
                </a:cubicBezTo>
                <a:close/>
                <a:moveTo>
                  <a:pt x="24886" y="236"/>
                </a:moveTo>
                <a:lnTo>
                  <a:pt x="24827" y="280"/>
                </a:lnTo>
                <a:cubicBezTo>
                  <a:pt x="25578" y="1825"/>
                  <a:pt x="26225" y="3459"/>
                  <a:pt x="26741" y="5151"/>
                </a:cubicBezTo>
                <a:cubicBezTo>
                  <a:pt x="26961" y="5872"/>
                  <a:pt x="27182" y="6637"/>
                  <a:pt x="27138" y="7417"/>
                </a:cubicBezTo>
                <a:cubicBezTo>
                  <a:pt x="27108" y="8021"/>
                  <a:pt x="26917" y="8624"/>
                  <a:pt x="26579" y="9213"/>
                </a:cubicBezTo>
                <a:cubicBezTo>
                  <a:pt x="26019" y="10169"/>
                  <a:pt x="25048" y="11082"/>
                  <a:pt x="23679" y="11906"/>
                </a:cubicBezTo>
                <a:cubicBezTo>
                  <a:pt x="22120" y="12862"/>
                  <a:pt x="20471" y="13613"/>
                  <a:pt x="18749" y="14172"/>
                </a:cubicBezTo>
                <a:cubicBezTo>
                  <a:pt x="18308" y="14319"/>
                  <a:pt x="17852" y="14437"/>
                  <a:pt x="17410" y="14570"/>
                </a:cubicBezTo>
                <a:cubicBezTo>
                  <a:pt x="17061" y="14668"/>
                  <a:pt x="16710" y="14768"/>
                  <a:pt x="16360" y="14875"/>
                </a:cubicBezTo>
                <a:lnTo>
                  <a:pt x="16360" y="14875"/>
                </a:lnTo>
                <a:cubicBezTo>
                  <a:pt x="16890" y="14720"/>
                  <a:pt x="17426" y="14587"/>
                  <a:pt x="17955" y="14452"/>
                </a:cubicBezTo>
                <a:cubicBezTo>
                  <a:pt x="18032" y="14434"/>
                  <a:pt x="18109" y="14415"/>
                  <a:pt x="18188" y="14397"/>
                </a:cubicBezTo>
                <a:lnTo>
                  <a:pt x="18188" y="14397"/>
                </a:lnTo>
                <a:cubicBezTo>
                  <a:pt x="17924" y="14476"/>
                  <a:pt x="17665" y="14552"/>
                  <a:pt x="17410" y="14628"/>
                </a:cubicBezTo>
                <a:cubicBezTo>
                  <a:pt x="16159" y="14982"/>
                  <a:pt x="14879" y="15349"/>
                  <a:pt x="13731" y="16012"/>
                </a:cubicBezTo>
                <a:cubicBezTo>
                  <a:pt x="13692" y="16033"/>
                  <a:pt x="13652" y="16056"/>
                  <a:pt x="13613" y="16079"/>
                </a:cubicBezTo>
                <a:lnTo>
                  <a:pt x="13613" y="16079"/>
                </a:lnTo>
                <a:cubicBezTo>
                  <a:pt x="13759" y="15980"/>
                  <a:pt x="13907" y="15889"/>
                  <a:pt x="14055" y="15806"/>
                </a:cubicBezTo>
                <a:cubicBezTo>
                  <a:pt x="14354" y="15634"/>
                  <a:pt x="14662" y="15486"/>
                  <a:pt x="14978" y="15354"/>
                </a:cubicBezTo>
                <a:lnTo>
                  <a:pt x="14978" y="15354"/>
                </a:lnTo>
                <a:cubicBezTo>
                  <a:pt x="14551" y="15525"/>
                  <a:pt x="14133" y="15721"/>
                  <a:pt x="13731" y="15953"/>
                </a:cubicBezTo>
                <a:cubicBezTo>
                  <a:pt x="13275" y="16232"/>
                  <a:pt x="12848" y="16542"/>
                  <a:pt x="12466" y="16924"/>
                </a:cubicBezTo>
                <a:cubicBezTo>
                  <a:pt x="11435" y="17940"/>
                  <a:pt x="10920" y="19132"/>
                  <a:pt x="11023" y="20294"/>
                </a:cubicBezTo>
                <a:cubicBezTo>
                  <a:pt x="11097" y="21207"/>
                  <a:pt x="11597" y="22134"/>
                  <a:pt x="12480" y="23031"/>
                </a:cubicBezTo>
                <a:cubicBezTo>
                  <a:pt x="13113" y="23664"/>
                  <a:pt x="13922" y="24209"/>
                  <a:pt x="14923" y="24694"/>
                </a:cubicBezTo>
                <a:cubicBezTo>
                  <a:pt x="15114" y="24783"/>
                  <a:pt x="15321" y="24871"/>
                  <a:pt x="15556" y="24989"/>
                </a:cubicBezTo>
                <a:cubicBezTo>
                  <a:pt x="16910" y="25607"/>
                  <a:pt x="18087" y="26210"/>
                  <a:pt x="18897" y="27240"/>
                </a:cubicBezTo>
                <a:cubicBezTo>
                  <a:pt x="19635" y="28184"/>
                  <a:pt x="19878" y="29407"/>
                  <a:pt x="19555" y="30449"/>
                </a:cubicBezTo>
                <a:lnTo>
                  <a:pt x="19555" y="30449"/>
                </a:lnTo>
                <a:cubicBezTo>
                  <a:pt x="19566" y="30432"/>
                  <a:pt x="19576" y="30416"/>
                  <a:pt x="19587" y="30399"/>
                </a:cubicBezTo>
                <a:lnTo>
                  <a:pt x="19587" y="30399"/>
                </a:lnTo>
                <a:cubicBezTo>
                  <a:pt x="19883" y="29355"/>
                  <a:pt x="19637" y="28135"/>
                  <a:pt x="18926" y="27196"/>
                </a:cubicBezTo>
                <a:cubicBezTo>
                  <a:pt x="18117" y="26137"/>
                  <a:pt x="16910" y="25533"/>
                  <a:pt x="15556" y="24915"/>
                </a:cubicBezTo>
                <a:cubicBezTo>
                  <a:pt x="15321" y="24797"/>
                  <a:pt x="15114" y="24709"/>
                  <a:pt x="14923" y="24621"/>
                </a:cubicBezTo>
                <a:cubicBezTo>
                  <a:pt x="13937" y="24135"/>
                  <a:pt x="13128" y="23591"/>
                  <a:pt x="12495" y="22973"/>
                </a:cubicBezTo>
                <a:cubicBezTo>
                  <a:pt x="11612" y="22090"/>
                  <a:pt x="11141" y="21192"/>
                  <a:pt x="11067" y="20294"/>
                </a:cubicBezTo>
                <a:cubicBezTo>
                  <a:pt x="10979" y="19146"/>
                  <a:pt x="11465" y="17969"/>
                  <a:pt x="12480" y="16968"/>
                </a:cubicBezTo>
                <a:cubicBezTo>
                  <a:pt x="12816" y="16632"/>
                  <a:pt x="13201" y="16321"/>
                  <a:pt x="13613" y="16079"/>
                </a:cubicBezTo>
                <a:lnTo>
                  <a:pt x="13613" y="16079"/>
                </a:lnTo>
                <a:cubicBezTo>
                  <a:pt x="12949" y="16530"/>
                  <a:pt x="12330" y="17140"/>
                  <a:pt x="11901" y="17850"/>
                </a:cubicBezTo>
                <a:lnTo>
                  <a:pt x="11901" y="17850"/>
                </a:lnTo>
                <a:cubicBezTo>
                  <a:pt x="12115" y="17520"/>
                  <a:pt x="12377" y="17199"/>
                  <a:pt x="12686" y="16895"/>
                </a:cubicBezTo>
                <a:cubicBezTo>
                  <a:pt x="13069" y="16497"/>
                  <a:pt x="13496" y="16188"/>
                  <a:pt x="13967" y="15909"/>
                </a:cubicBezTo>
                <a:cubicBezTo>
                  <a:pt x="15173" y="15232"/>
                  <a:pt x="16513" y="14879"/>
                  <a:pt x="17793" y="14540"/>
                </a:cubicBezTo>
                <a:cubicBezTo>
                  <a:pt x="18234" y="14422"/>
                  <a:pt x="18676" y="14290"/>
                  <a:pt x="19117" y="14172"/>
                </a:cubicBezTo>
                <a:cubicBezTo>
                  <a:pt x="19209" y="14146"/>
                  <a:pt x="19300" y="14118"/>
                  <a:pt x="19391" y="14090"/>
                </a:cubicBezTo>
                <a:lnTo>
                  <a:pt x="19391" y="14090"/>
                </a:lnTo>
                <a:cubicBezTo>
                  <a:pt x="19364" y="14098"/>
                  <a:pt x="19336" y="14106"/>
                  <a:pt x="19309" y="14113"/>
                </a:cubicBezTo>
                <a:cubicBezTo>
                  <a:pt x="18944" y="14211"/>
                  <a:pt x="18559" y="14308"/>
                  <a:pt x="18188" y="14397"/>
                </a:cubicBezTo>
                <a:lnTo>
                  <a:pt x="18188" y="14397"/>
                </a:lnTo>
                <a:cubicBezTo>
                  <a:pt x="18382" y="14338"/>
                  <a:pt x="18579" y="14279"/>
                  <a:pt x="18779" y="14216"/>
                </a:cubicBezTo>
                <a:cubicBezTo>
                  <a:pt x="20501" y="13672"/>
                  <a:pt x="22164" y="12921"/>
                  <a:pt x="23724" y="11965"/>
                </a:cubicBezTo>
                <a:cubicBezTo>
                  <a:pt x="25078" y="11111"/>
                  <a:pt x="26064" y="10213"/>
                  <a:pt x="26623" y="9257"/>
                </a:cubicBezTo>
                <a:cubicBezTo>
                  <a:pt x="26976" y="8668"/>
                  <a:pt x="27182" y="8035"/>
                  <a:pt x="27197" y="7417"/>
                </a:cubicBezTo>
                <a:cubicBezTo>
                  <a:pt x="27241" y="6623"/>
                  <a:pt x="27035" y="5857"/>
                  <a:pt x="26799" y="5122"/>
                </a:cubicBezTo>
                <a:cubicBezTo>
                  <a:pt x="26255" y="3444"/>
                  <a:pt x="25622" y="1810"/>
                  <a:pt x="24886" y="236"/>
                </a:cubicBezTo>
                <a:close/>
                <a:moveTo>
                  <a:pt x="19235" y="26151"/>
                </a:moveTo>
                <a:lnTo>
                  <a:pt x="19235" y="26151"/>
                </a:lnTo>
                <a:cubicBezTo>
                  <a:pt x="19235" y="26151"/>
                  <a:pt x="19235" y="26151"/>
                  <a:pt x="19235" y="26151"/>
                </a:cubicBezTo>
                <a:cubicBezTo>
                  <a:pt x="20024" y="26992"/>
                  <a:pt x="20319" y="28291"/>
                  <a:pt x="20028" y="29419"/>
                </a:cubicBezTo>
                <a:lnTo>
                  <a:pt x="20028" y="29419"/>
                </a:lnTo>
                <a:cubicBezTo>
                  <a:pt x="19997" y="29727"/>
                  <a:pt x="19925" y="30030"/>
                  <a:pt x="19809" y="30316"/>
                </a:cubicBezTo>
                <a:cubicBezTo>
                  <a:pt x="19750" y="30463"/>
                  <a:pt x="19691" y="30581"/>
                  <a:pt x="19618" y="30699"/>
                </a:cubicBezTo>
                <a:cubicBezTo>
                  <a:pt x="19809" y="30463"/>
                  <a:pt x="19956" y="30213"/>
                  <a:pt x="20074" y="29919"/>
                </a:cubicBezTo>
                <a:cubicBezTo>
                  <a:pt x="20560" y="28741"/>
                  <a:pt x="20295" y="27270"/>
                  <a:pt x="19412" y="26328"/>
                </a:cubicBezTo>
                <a:cubicBezTo>
                  <a:pt x="19355" y="26266"/>
                  <a:pt x="19296" y="26207"/>
                  <a:pt x="19235" y="26151"/>
                </a:cubicBezTo>
                <a:close/>
                <a:moveTo>
                  <a:pt x="24386" y="236"/>
                </a:moveTo>
                <a:lnTo>
                  <a:pt x="24327" y="280"/>
                </a:lnTo>
                <a:cubicBezTo>
                  <a:pt x="25063" y="1810"/>
                  <a:pt x="25710" y="3444"/>
                  <a:pt x="26211" y="5122"/>
                </a:cubicBezTo>
                <a:cubicBezTo>
                  <a:pt x="26402" y="5799"/>
                  <a:pt x="26623" y="6593"/>
                  <a:pt x="26579" y="7359"/>
                </a:cubicBezTo>
                <a:cubicBezTo>
                  <a:pt x="26534" y="7962"/>
                  <a:pt x="26358" y="8580"/>
                  <a:pt x="26019" y="9139"/>
                </a:cubicBezTo>
                <a:cubicBezTo>
                  <a:pt x="25475" y="10096"/>
                  <a:pt x="24533" y="11008"/>
                  <a:pt x="23223" y="11847"/>
                </a:cubicBezTo>
                <a:cubicBezTo>
                  <a:pt x="21693" y="12818"/>
                  <a:pt x="20074" y="13613"/>
                  <a:pt x="18411" y="14187"/>
                </a:cubicBezTo>
                <a:cubicBezTo>
                  <a:pt x="17969" y="14334"/>
                  <a:pt x="17499" y="14481"/>
                  <a:pt x="17042" y="14614"/>
                </a:cubicBezTo>
                <a:cubicBezTo>
                  <a:pt x="15836" y="14982"/>
                  <a:pt x="14585" y="15349"/>
                  <a:pt x="13481" y="16012"/>
                </a:cubicBezTo>
                <a:cubicBezTo>
                  <a:pt x="13010" y="16277"/>
                  <a:pt x="12598" y="16600"/>
                  <a:pt x="12230" y="16968"/>
                </a:cubicBezTo>
                <a:cubicBezTo>
                  <a:pt x="11215" y="17954"/>
                  <a:pt x="10700" y="19132"/>
                  <a:pt x="10788" y="20279"/>
                </a:cubicBezTo>
                <a:cubicBezTo>
                  <a:pt x="10847" y="21162"/>
                  <a:pt x="11288" y="22045"/>
                  <a:pt x="12156" y="22973"/>
                </a:cubicBezTo>
                <a:cubicBezTo>
                  <a:pt x="12775" y="23664"/>
                  <a:pt x="13599" y="24282"/>
                  <a:pt x="14629" y="24812"/>
                </a:cubicBezTo>
                <a:cubicBezTo>
                  <a:pt x="14850" y="24930"/>
                  <a:pt x="15056" y="25033"/>
                  <a:pt x="15276" y="25151"/>
                </a:cubicBezTo>
                <a:cubicBezTo>
                  <a:pt x="16748" y="25901"/>
                  <a:pt x="17866" y="26622"/>
                  <a:pt x="18646" y="27711"/>
                </a:cubicBezTo>
                <a:cubicBezTo>
                  <a:pt x="19330" y="28668"/>
                  <a:pt x="19556" y="29841"/>
                  <a:pt x="19255" y="30840"/>
                </a:cubicBezTo>
                <a:lnTo>
                  <a:pt x="19255" y="30840"/>
                </a:lnTo>
                <a:cubicBezTo>
                  <a:pt x="19267" y="30826"/>
                  <a:pt x="19280" y="30811"/>
                  <a:pt x="19292" y="30797"/>
                </a:cubicBezTo>
                <a:lnTo>
                  <a:pt x="19292" y="30797"/>
                </a:lnTo>
                <a:cubicBezTo>
                  <a:pt x="19576" y="29785"/>
                  <a:pt x="19343" y="28617"/>
                  <a:pt x="18661" y="27667"/>
                </a:cubicBezTo>
                <a:cubicBezTo>
                  <a:pt x="17896" y="26578"/>
                  <a:pt x="16748" y="25842"/>
                  <a:pt x="15276" y="25092"/>
                </a:cubicBezTo>
                <a:cubicBezTo>
                  <a:pt x="15056" y="24989"/>
                  <a:pt x="14850" y="24871"/>
                  <a:pt x="14629" y="24768"/>
                </a:cubicBezTo>
                <a:cubicBezTo>
                  <a:pt x="13599" y="24223"/>
                  <a:pt x="12775" y="23605"/>
                  <a:pt x="12171" y="22943"/>
                </a:cubicBezTo>
                <a:cubicBezTo>
                  <a:pt x="11318" y="22001"/>
                  <a:pt x="10876" y="21133"/>
                  <a:pt x="10832" y="20279"/>
                </a:cubicBezTo>
                <a:cubicBezTo>
                  <a:pt x="10758" y="19146"/>
                  <a:pt x="11244" y="17998"/>
                  <a:pt x="12245" y="17012"/>
                </a:cubicBezTo>
                <a:cubicBezTo>
                  <a:pt x="12613" y="16645"/>
                  <a:pt x="13010" y="16335"/>
                  <a:pt x="13481" y="16056"/>
                </a:cubicBezTo>
                <a:cubicBezTo>
                  <a:pt x="14000" y="15758"/>
                  <a:pt x="14552" y="15512"/>
                  <a:pt x="15115" y="15297"/>
                </a:cubicBezTo>
                <a:lnTo>
                  <a:pt x="15115" y="15297"/>
                </a:lnTo>
                <a:cubicBezTo>
                  <a:pt x="15069" y="15316"/>
                  <a:pt x="15024" y="15335"/>
                  <a:pt x="14978" y="15354"/>
                </a:cubicBezTo>
                <a:lnTo>
                  <a:pt x="14978" y="15354"/>
                </a:lnTo>
                <a:cubicBezTo>
                  <a:pt x="15431" y="15172"/>
                  <a:pt x="15894" y="15017"/>
                  <a:pt x="16360" y="14875"/>
                </a:cubicBezTo>
                <a:lnTo>
                  <a:pt x="16360" y="14875"/>
                </a:lnTo>
                <a:cubicBezTo>
                  <a:pt x="16242" y="14909"/>
                  <a:pt x="16124" y="14945"/>
                  <a:pt x="16007" y="14982"/>
                </a:cubicBezTo>
                <a:lnTo>
                  <a:pt x="16007" y="14982"/>
                </a:lnTo>
                <a:cubicBezTo>
                  <a:pt x="15709" y="15081"/>
                  <a:pt x="15411" y="15185"/>
                  <a:pt x="15115" y="15297"/>
                </a:cubicBezTo>
                <a:lnTo>
                  <a:pt x="15115" y="15297"/>
                </a:lnTo>
                <a:cubicBezTo>
                  <a:pt x="15408" y="15180"/>
                  <a:pt x="15706" y="15076"/>
                  <a:pt x="16007" y="14982"/>
                </a:cubicBezTo>
                <a:lnTo>
                  <a:pt x="16007" y="14982"/>
                </a:lnTo>
                <a:cubicBezTo>
                  <a:pt x="16349" y="14868"/>
                  <a:pt x="16690" y="14762"/>
                  <a:pt x="17028" y="14658"/>
                </a:cubicBezTo>
                <a:cubicBezTo>
                  <a:pt x="17469" y="14540"/>
                  <a:pt x="17925" y="14393"/>
                  <a:pt x="18382" y="14246"/>
                </a:cubicBezTo>
                <a:cubicBezTo>
                  <a:pt x="20074" y="13672"/>
                  <a:pt x="21693" y="12877"/>
                  <a:pt x="23223" y="11906"/>
                </a:cubicBezTo>
                <a:cubicBezTo>
                  <a:pt x="24548" y="11052"/>
                  <a:pt x="25504" y="10140"/>
                  <a:pt x="26064" y="9183"/>
                </a:cubicBezTo>
                <a:cubicBezTo>
                  <a:pt x="26387" y="8595"/>
                  <a:pt x="26593" y="7991"/>
                  <a:pt x="26623" y="7359"/>
                </a:cubicBezTo>
                <a:cubicBezTo>
                  <a:pt x="26682" y="6564"/>
                  <a:pt x="26461" y="5784"/>
                  <a:pt x="26255" y="5077"/>
                </a:cubicBezTo>
                <a:cubicBezTo>
                  <a:pt x="25769" y="3400"/>
                  <a:pt x="25122" y="1766"/>
                  <a:pt x="24386" y="236"/>
                </a:cubicBezTo>
                <a:close/>
                <a:moveTo>
                  <a:pt x="19917" y="29766"/>
                </a:moveTo>
                <a:lnTo>
                  <a:pt x="19917" y="29766"/>
                </a:lnTo>
                <a:cubicBezTo>
                  <a:pt x="19910" y="29783"/>
                  <a:pt x="19904" y="29799"/>
                  <a:pt x="19897" y="29816"/>
                </a:cubicBezTo>
                <a:cubicBezTo>
                  <a:pt x="19811" y="30022"/>
                  <a:pt x="19706" y="30217"/>
                  <a:pt x="19587" y="30399"/>
                </a:cubicBezTo>
                <a:lnTo>
                  <a:pt x="19587" y="30399"/>
                </a:lnTo>
                <a:cubicBezTo>
                  <a:pt x="19558" y="30501"/>
                  <a:pt x="19524" y="30601"/>
                  <a:pt x="19485" y="30699"/>
                </a:cubicBezTo>
                <a:cubicBezTo>
                  <a:pt x="19441" y="30831"/>
                  <a:pt x="19382" y="30964"/>
                  <a:pt x="19309" y="31096"/>
                </a:cubicBezTo>
                <a:cubicBezTo>
                  <a:pt x="19471" y="30846"/>
                  <a:pt x="19632" y="30596"/>
                  <a:pt x="19750" y="30301"/>
                </a:cubicBezTo>
                <a:cubicBezTo>
                  <a:pt x="19823" y="30129"/>
                  <a:pt x="19878" y="29950"/>
                  <a:pt x="19917" y="29766"/>
                </a:cubicBezTo>
                <a:close/>
                <a:moveTo>
                  <a:pt x="23856" y="236"/>
                </a:moveTo>
                <a:lnTo>
                  <a:pt x="23797" y="280"/>
                </a:lnTo>
                <a:cubicBezTo>
                  <a:pt x="24533" y="1781"/>
                  <a:pt x="25136" y="3400"/>
                  <a:pt x="25622" y="5077"/>
                </a:cubicBezTo>
                <a:cubicBezTo>
                  <a:pt x="25799" y="5740"/>
                  <a:pt x="26005" y="6534"/>
                  <a:pt x="25961" y="7300"/>
                </a:cubicBezTo>
                <a:cubicBezTo>
                  <a:pt x="25931" y="7918"/>
                  <a:pt x="25740" y="8506"/>
                  <a:pt x="25416" y="9095"/>
                </a:cubicBezTo>
                <a:cubicBezTo>
                  <a:pt x="24886" y="10022"/>
                  <a:pt x="23959" y="10949"/>
                  <a:pt x="22693" y="11818"/>
                </a:cubicBezTo>
                <a:cubicBezTo>
                  <a:pt x="21207" y="12804"/>
                  <a:pt x="19618" y="13613"/>
                  <a:pt x="17969" y="14202"/>
                </a:cubicBezTo>
                <a:cubicBezTo>
                  <a:pt x="17528" y="14363"/>
                  <a:pt x="17057" y="14511"/>
                  <a:pt x="16601" y="14643"/>
                </a:cubicBezTo>
                <a:cubicBezTo>
                  <a:pt x="15424" y="15011"/>
                  <a:pt x="14217" y="15394"/>
                  <a:pt x="13142" y="16056"/>
                </a:cubicBezTo>
                <a:cubicBezTo>
                  <a:pt x="12701" y="16335"/>
                  <a:pt x="12274" y="16645"/>
                  <a:pt x="11936" y="17012"/>
                </a:cubicBezTo>
                <a:cubicBezTo>
                  <a:pt x="10935" y="17998"/>
                  <a:pt x="10435" y="19146"/>
                  <a:pt x="10494" y="20279"/>
                </a:cubicBezTo>
                <a:cubicBezTo>
                  <a:pt x="10552" y="21383"/>
                  <a:pt x="11200" y="22281"/>
                  <a:pt x="11759" y="22958"/>
                </a:cubicBezTo>
                <a:cubicBezTo>
                  <a:pt x="12392" y="23694"/>
                  <a:pt x="13231" y="24371"/>
                  <a:pt x="14305" y="24989"/>
                </a:cubicBezTo>
                <a:lnTo>
                  <a:pt x="14805" y="25254"/>
                </a:lnTo>
                <a:lnTo>
                  <a:pt x="14967" y="25357"/>
                </a:lnTo>
                <a:cubicBezTo>
                  <a:pt x="16159" y="26019"/>
                  <a:pt x="17499" y="26872"/>
                  <a:pt x="18352" y="28182"/>
                </a:cubicBezTo>
                <a:cubicBezTo>
                  <a:pt x="18993" y="29178"/>
                  <a:pt x="19192" y="30300"/>
                  <a:pt x="18901" y="31255"/>
                </a:cubicBezTo>
                <a:lnTo>
                  <a:pt x="18901" y="31255"/>
                </a:lnTo>
                <a:cubicBezTo>
                  <a:pt x="18940" y="31210"/>
                  <a:pt x="18978" y="31164"/>
                  <a:pt x="19016" y="31117"/>
                </a:cubicBezTo>
                <a:lnTo>
                  <a:pt x="19016" y="31117"/>
                </a:lnTo>
                <a:cubicBezTo>
                  <a:pt x="19257" y="30173"/>
                  <a:pt x="19036" y="29073"/>
                  <a:pt x="18411" y="28123"/>
                </a:cubicBezTo>
                <a:cubicBezTo>
                  <a:pt x="17543" y="26799"/>
                  <a:pt x="16203" y="25945"/>
                  <a:pt x="14997" y="25254"/>
                </a:cubicBezTo>
                <a:lnTo>
                  <a:pt x="14835" y="25165"/>
                </a:lnTo>
                <a:lnTo>
                  <a:pt x="14335" y="24886"/>
                </a:lnTo>
                <a:cubicBezTo>
                  <a:pt x="13290" y="24297"/>
                  <a:pt x="12421" y="23620"/>
                  <a:pt x="11818" y="22884"/>
                </a:cubicBezTo>
                <a:cubicBezTo>
                  <a:pt x="11273" y="22222"/>
                  <a:pt x="10626" y="21324"/>
                  <a:pt x="10567" y="20235"/>
                </a:cubicBezTo>
                <a:cubicBezTo>
                  <a:pt x="10508" y="19132"/>
                  <a:pt x="11023" y="17998"/>
                  <a:pt x="11980" y="17042"/>
                </a:cubicBezTo>
                <a:cubicBezTo>
                  <a:pt x="12348" y="16689"/>
                  <a:pt x="12760" y="16350"/>
                  <a:pt x="13201" y="16100"/>
                </a:cubicBezTo>
                <a:cubicBezTo>
                  <a:pt x="14261" y="15453"/>
                  <a:pt x="15482" y="15070"/>
                  <a:pt x="16645" y="14702"/>
                </a:cubicBezTo>
                <a:cubicBezTo>
                  <a:pt x="17086" y="14555"/>
                  <a:pt x="17557" y="14408"/>
                  <a:pt x="17999" y="14260"/>
                </a:cubicBezTo>
                <a:cubicBezTo>
                  <a:pt x="19662" y="13672"/>
                  <a:pt x="21237" y="12862"/>
                  <a:pt x="22723" y="11847"/>
                </a:cubicBezTo>
                <a:cubicBezTo>
                  <a:pt x="24018" y="10979"/>
                  <a:pt x="24930" y="10066"/>
                  <a:pt x="25475" y="9110"/>
                </a:cubicBezTo>
                <a:cubicBezTo>
                  <a:pt x="25799" y="8521"/>
                  <a:pt x="25990" y="7918"/>
                  <a:pt x="26019" y="7300"/>
                </a:cubicBezTo>
                <a:cubicBezTo>
                  <a:pt x="26078" y="6520"/>
                  <a:pt x="25872" y="5725"/>
                  <a:pt x="25666" y="5048"/>
                </a:cubicBezTo>
                <a:cubicBezTo>
                  <a:pt x="25195" y="3370"/>
                  <a:pt x="24592" y="1752"/>
                  <a:pt x="23856" y="236"/>
                </a:cubicBezTo>
                <a:close/>
                <a:moveTo>
                  <a:pt x="19555" y="30449"/>
                </a:moveTo>
                <a:cubicBezTo>
                  <a:pt x="19473" y="30570"/>
                  <a:pt x="19385" y="30686"/>
                  <a:pt x="19292" y="30797"/>
                </a:cubicBezTo>
                <a:lnTo>
                  <a:pt x="19292" y="30797"/>
                </a:lnTo>
                <a:cubicBezTo>
                  <a:pt x="19263" y="30898"/>
                  <a:pt x="19230" y="30998"/>
                  <a:pt x="19191" y="31096"/>
                </a:cubicBezTo>
                <a:cubicBezTo>
                  <a:pt x="19162" y="31184"/>
                  <a:pt x="19117" y="31258"/>
                  <a:pt x="19088" y="31346"/>
                </a:cubicBezTo>
                <a:lnTo>
                  <a:pt x="19162" y="31273"/>
                </a:lnTo>
                <a:cubicBezTo>
                  <a:pt x="19294" y="31096"/>
                  <a:pt x="19382" y="30905"/>
                  <a:pt x="19471" y="30684"/>
                </a:cubicBezTo>
                <a:cubicBezTo>
                  <a:pt x="19502" y="30607"/>
                  <a:pt x="19530" y="30528"/>
                  <a:pt x="19555" y="30449"/>
                </a:cubicBezTo>
                <a:close/>
                <a:moveTo>
                  <a:pt x="19255" y="30840"/>
                </a:moveTo>
                <a:cubicBezTo>
                  <a:pt x="19205" y="30898"/>
                  <a:pt x="19155" y="30953"/>
                  <a:pt x="19103" y="31008"/>
                </a:cubicBezTo>
                <a:cubicBezTo>
                  <a:pt x="19073" y="31045"/>
                  <a:pt x="19044" y="31081"/>
                  <a:pt x="19016" y="31117"/>
                </a:cubicBezTo>
                <a:lnTo>
                  <a:pt x="19016" y="31117"/>
                </a:lnTo>
                <a:cubicBezTo>
                  <a:pt x="18984" y="31240"/>
                  <a:pt x="18944" y="31361"/>
                  <a:pt x="18897" y="31479"/>
                </a:cubicBezTo>
                <a:cubicBezTo>
                  <a:pt x="18882" y="31508"/>
                  <a:pt x="18882" y="31538"/>
                  <a:pt x="18867" y="31567"/>
                </a:cubicBezTo>
                <a:cubicBezTo>
                  <a:pt x="18926" y="31552"/>
                  <a:pt x="18955" y="31508"/>
                  <a:pt x="19000" y="31479"/>
                </a:cubicBezTo>
                <a:cubicBezTo>
                  <a:pt x="19073" y="31346"/>
                  <a:pt x="19117" y="31214"/>
                  <a:pt x="19176" y="31067"/>
                </a:cubicBezTo>
                <a:cubicBezTo>
                  <a:pt x="19206" y="30992"/>
                  <a:pt x="19232" y="30917"/>
                  <a:pt x="19255" y="30840"/>
                </a:cubicBezTo>
                <a:close/>
                <a:moveTo>
                  <a:pt x="23297" y="206"/>
                </a:moveTo>
                <a:lnTo>
                  <a:pt x="23238" y="236"/>
                </a:lnTo>
                <a:cubicBezTo>
                  <a:pt x="23974" y="1737"/>
                  <a:pt x="24562" y="3356"/>
                  <a:pt x="25033" y="5004"/>
                </a:cubicBezTo>
                <a:cubicBezTo>
                  <a:pt x="25210" y="5666"/>
                  <a:pt x="25401" y="6446"/>
                  <a:pt x="25342" y="7211"/>
                </a:cubicBezTo>
                <a:cubicBezTo>
                  <a:pt x="25298" y="7815"/>
                  <a:pt x="25122" y="8403"/>
                  <a:pt x="24813" y="8977"/>
                </a:cubicBezTo>
                <a:cubicBezTo>
                  <a:pt x="24298" y="9919"/>
                  <a:pt x="23415" y="10861"/>
                  <a:pt x="22164" y="11715"/>
                </a:cubicBezTo>
                <a:cubicBezTo>
                  <a:pt x="20707" y="12745"/>
                  <a:pt x="19162" y="13584"/>
                  <a:pt x="17543" y="14187"/>
                </a:cubicBezTo>
                <a:cubicBezTo>
                  <a:pt x="17101" y="14349"/>
                  <a:pt x="16616" y="14511"/>
                  <a:pt x="16174" y="14658"/>
                </a:cubicBezTo>
                <a:cubicBezTo>
                  <a:pt x="15041" y="15055"/>
                  <a:pt x="13878" y="15438"/>
                  <a:pt x="12833" y="16085"/>
                </a:cubicBezTo>
                <a:cubicBezTo>
                  <a:pt x="12392" y="16350"/>
                  <a:pt x="11980" y="16674"/>
                  <a:pt x="11641" y="17012"/>
                </a:cubicBezTo>
                <a:cubicBezTo>
                  <a:pt x="10685" y="17969"/>
                  <a:pt x="10170" y="19117"/>
                  <a:pt x="10184" y="20221"/>
                </a:cubicBezTo>
                <a:cubicBezTo>
                  <a:pt x="10214" y="21251"/>
                  <a:pt x="10788" y="22148"/>
                  <a:pt x="11362" y="22884"/>
                </a:cubicBezTo>
                <a:cubicBezTo>
                  <a:pt x="11965" y="23694"/>
                  <a:pt x="12848" y="24429"/>
                  <a:pt x="13952" y="25092"/>
                </a:cubicBezTo>
                <a:lnTo>
                  <a:pt x="14187" y="25239"/>
                </a:lnTo>
                <a:cubicBezTo>
                  <a:pt x="14335" y="25327"/>
                  <a:pt x="14511" y="25430"/>
                  <a:pt x="14658" y="25519"/>
                </a:cubicBezTo>
                <a:cubicBezTo>
                  <a:pt x="16292" y="26505"/>
                  <a:pt x="17381" y="27505"/>
                  <a:pt x="18058" y="28638"/>
                </a:cubicBezTo>
                <a:cubicBezTo>
                  <a:pt x="18660" y="29650"/>
                  <a:pt x="18842" y="30726"/>
                  <a:pt x="18569" y="31641"/>
                </a:cubicBezTo>
                <a:lnTo>
                  <a:pt x="18569" y="31641"/>
                </a:lnTo>
                <a:cubicBezTo>
                  <a:pt x="18603" y="31602"/>
                  <a:pt x="18635" y="31564"/>
                  <a:pt x="18666" y="31525"/>
                </a:cubicBezTo>
                <a:lnTo>
                  <a:pt x="18666" y="31525"/>
                </a:lnTo>
                <a:cubicBezTo>
                  <a:pt x="18891" y="30623"/>
                  <a:pt x="18693" y="29573"/>
                  <a:pt x="18117" y="28609"/>
                </a:cubicBezTo>
                <a:cubicBezTo>
                  <a:pt x="17410" y="27446"/>
                  <a:pt x="16321" y="26460"/>
                  <a:pt x="14688" y="25460"/>
                </a:cubicBezTo>
                <a:cubicBezTo>
                  <a:pt x="14541" y="25371"/>
                  <a:pt x="14379" y="25283"/>
                  <a:pt x="14231" y="25180"/>
                </a:cubicBezTo>
                <a:lnTo>
                  <a:pt x="13996" y="25033"/>
                </a:lnTo>
                <a:cubicBezTo>
                  <a:pt x="12892" y="24371"/>
                  <a:pt x="12024" y="23635"/>
                  <a:pt x="11421" y="22855"/>
                </a:cubicBezTo>
                <a:cubicBezTo>
                  <a:pt x="10861" y="22119"/>
                  <a:pt x="10273" y="21251"/>
                  <a:pt x="10258" y="20235"/>
                </a:cubicBezTo>
                <a:cubicBezTo>
                  <a:pt x="10214" y="19146"/>
                  <a:pt x="10729" y="18028"/>
                  <a:pt x="11671" y="17086"/>
                </a:cubicBezTo>
                <a:cubicBezTo>
                  <a:pt x="12024" y="16748"/>
                  <a:pt x="12421" y="16424"/>
                  <a:pt x="12848" y="16159"/>
                </a:cubicBezTo>
                <a:cubicBezTo>
                  <a:pt x="13878" y="15511"/>
                  <a:pt x="15056" y="15129"/>
                  <a:pt x="16174" y="14731"/>
                </a:cubicBezTo>
                <a:cubicBezTo>
                  <a:pt x="16616" y="14584"/>
                  <a:pt x="17101" y="14422"/>
                  <a:pt x="17543" y="14260"/>
                </a:cubicBezTo>
                <a:cubicBezTo>
                  <a:pt x="19162" y="13657"/>
                  <a:pt x="20721" y="12818"/>
                  <a:pt x="22178" y="11788"/>
                </a:cubicBezTo>
                <a:cubicBezTo>
                  <a:pt x="23429" y="10905"/>
                  <a:pt x="24327" y="9978"/>
                  <a:pt x="24842" y="9036"/>
                </a:cubicBezTo>
                <a:cubicBezTo>
                  <a:pt x="25151" y="8448"/>
                  <a:pt x="25342" y="7844"/>
                  <a:pt x="25401" y="7226"/>
                </a:cubicBezTo>
                <a:cubicBezTo>
                  <a:pt x="25445" y="6446"/>
                  <a:pt x="25269" y="5666"/>
                  <a:pt x="25078" y="4989"/>
                </a:cubicBezTo>
                <a:cubicBezTo>
                  <a:pt x="24621" y="3312"/>
                  <a:pt x="24033" y="1707"/>
                  <a:pt x="23297" y="206"/>
                </a:cubicBezTo>
                <a:close/>
                <a:moveTo>
                  <a:pt x="18749" y="31655"/>
                </a:moveTo>
                <a:cubicBezTo>
                  <a:pt x="18743" y="31668"/>
                  <a:pt x="18733" y="31679"/>
                  <a:pt x="18722" y="31687"/>
                </a:cubicBezTo>
                <a:lnTo>
                  <a:pt x="18722" y="31687"/>
                </a:lnTo>
                <a:cubicBezTo>
                  <a:pt x="18727" y="31672"/>
                  <a:pt x="18738" y="31655"/>
                  <a:pt x="18749" y="31655"/>
                </a:cubicBezTo>
                <a:close/>
                <a:moveTo>
                  <a:pt x="18901" y="31255"/>
                </a:moveTo>
                <a:cubicBezTo>
                  <a:pt x="18854" y="31311"/>
                  <a:pt x="18804" y="31365"/>
                  <a:pt x="18749" y="31420"/>
                </a:cubicBezTo>
                <a:cubicBezTo>
                  <a:pt x="18723" y="31454"/>
                  <a:pt x="18695" y="31489"/>
                  <a:pt x="18666" y="31525"/>
                </a:cubicBezTo>
                <a:lnTo>
                  <a:pt x="18666" y="31525"/>
                </a:lnTo>
                <a:cubicBezTo>
                  <a:pt x="18644" y="31614"/>
                  <a:pt x="18618" y="31702"/>
                  <a:pt x="18588" y="31788"/>
                </a:cubicBezTo>
                <a:cubicBezTo>
                  <a:pt x="18619" y="31772"/>
                  <a:pt x="18641" y="31753"/>
                  <a:pt x="18665" y="31733"/>
                </a:cubicBezTo>
                <a:lnTo>
                  <a:pt x="18665" y="31733"/>
                </a:lnTo>
                <a:cubicBezTo>
                  <a:pt x="18659" y="31747"/>
                  <a:pt x="18656" y="31763"/>
                  <a:pt x="18646" y="31773"/>
                </a:cubicBezTo>
                <a:lnTo>
                  <a:pt x="18720" y="31699"/>
                </a:lnTo>
                <a:cubicBezTo>
                  <a:pt x="18720" y="31697"/>
                  <a:pt x="18720" y="31695"/>
                  <a:pt x="18721" y="31692"/>
                </a:cubicBezTo>
                <a:lnTo>
                  <a:pt x="18721" y="31692"/>
                </a:lnTo>
                <a:cubicBezTo>
                  <a:pt x="18725" y="31690"/>
                  <a:pt x="18730" y="31687"/>
                  <a:pt x="18735" y="31685"/>
                </a:cubicBezTo>
                <a:cubicBezTo>
                  <a:pt x="18779" y="31611"/>
                  <a:pt x="18808" y="31552"/>
                  <a:pt x="18823" y="31479"/>
                </a:cubicBezTo>
                <a:cubicBezTo>
                  <a:pt x="18852" y="31405"/>
                  <a:pt x="18878" y="31331"/>
                  <a:pt x="18901" y="31255"/>
                </a:cubicBezTo>
                <a:close/>
                <a:moveTo>
                  <a:pt x="18569" y="31641"/>
                </a:moveTo>
                <a:lnTo>
                  <a:pt x="18569" y="31641"/>
                </a:lnTo>
                <a:cubicBezTo>
                  <a:pt x="18515" y="31703"/>
                  <a:pt x="18457" y="31763"/>
                  <a:pt x="18396" y="31817"/>
                </a:cubicBezTo>
                <a:cubicBezTo>
                  <a:pt x="18372" y="31851"/>
                  <a:pt x="18348" y="31886"/>
                  <a:pt x="18322" y="31920"/>
                </a:cubicBezTo>
                <a:lnTo>
                  <a:pt x="18322" y="31920"/>
                </a:lnTo>
                <a:cubicBezTo>
                  <a:pt x="18318" y="31939"/>
                  <a:pt x="18313" y="31959"/>
                  <a:pt x="18308" y="31979"/>
                </a:cubicBezTo>
                <a:cubicBezTo>
                  <a:pt x="18338" y="31956"/>
                  <a:pt x="18373" y="31930"/>
                  <a:pt x="18407" y="31905"/>
                </a:cubicBezTo>
                <a:lnTo>
                  <a:pt x="18407" y="31905"/>
                </a:lnTo>
                <a:cubicBezTo>
                  <a:pt x="18398" y="31935"/>
                  <a:pt x="18378" y="31960"/>
                  <a:pt x="18367" y="31994"/>
                </a:cubicBezTo>
                <a:cubicBezTo>
                  <a:pt x="18426" y="31979"/>
                  <a:pt x="18455" y="31935"/>
                  <a:pt x="18499" y="31905"/>
                </a:cubicBezTo>
                <a:cubicBezTo>
                  <a:pt x="18514" y="31861"/>
                  <a:pt x="18529" y="31832"/>
                  <a:pt x="18529" y="31788"/>
                </a:cubicBezTo>
                <a:lnTo>
                  <a:pt x="18529" y="31788"/>
                </a:lnTo>
                <a:cubicBezTo>
                  <a:pt x="18525" y="31794"/>
                  <a:pt x="18520" y="31799"/>
                  <a:pt x="18515" y="31804"/>
                </a:cubicBezTo>
                <a:lnTo>
                  <a:pt x="18515" y="31804"/>
                </a:lnTo>
                <a:cubicBezTo>
                  <a:pt x="18535" y="31750"/>
                  <a:pt x="18553" y="31696"/>
                  <a:pt x="18569" y="31641"/>
                </a:cubicBezTo>
                <a:close/>
                <a:moveTo>
                  <a:pt x="18411" y="32082"/>
                </a:moveTo>
                <a:cubicBezTo>
                  <a:pt x="18387" y="32082"/>
                  <a:pt x="18373" y="32092"/>
                  <a:pt x="18368" y="32112"/>
                </a:cubicBezTo>
                <a:lnTo>
                  <a:pt x="18368" y="32112"/>
                </a:lnTo>
                <a:cubicBezTo>
                  <a:pt x="18381" y="32101"/>
                  <a:pt x="18396" y="32089"/>
                  <a:pt x="18411" y="32082"/>
                </a:cubicBezTo>
                <a:close/>
                <a:moveTo>
                  <a:pt x="22267" y="162"/>
                </a:moveTo>
                <a:lnTo>
                  <a:pt x="22208" y="206"/>
                </a:lnTo>
                <a:cubicBezTo>
                  <a:pt x="22929" y="1678"/>
                  <a:pt x="23503" y="3253"/>
                  <a:pt x="23900" y="4901"/>
                </a:cubicBezTo>
                <a:cubicBezTo>
                  <a:pt x="24077" y="5593"/>
                  <a:pt x="24224" y="6328"/>
                  <a:pt x="24165" y="7079"/>
                </a:cubicBezTo>
                <a:cubicBezTo>
                  <a:pt x="24121" y="7668"/>
                  <a:pt x="23944" y="8256"/>
                  <a:pt x="23650" y="8830"/>
                </a:cubicBezTo>
                <a:cubicBezTo>
                  <a:pt x="23150" y="9787"/>
                  <a:pt x="22340" y="10684"/>
                  <a:pt x="21163" y="11612"/>
                </a:cubicBezTo>
                <a:cubicBezTo>
                  <a:pt x="19780" y="12671"/>
                  <a:pt x="18293" y="13539"/>
                  <a:pt x="16748" y="14202"/>
                </a:cubicBezTo>
                <a:cubicBezTo>
                  <a:pt x="16307" y="14393"/>
                  <a:pt x="15836" y="14570"/>
                  <a:pt x="15394" y="14731"/>
                </a:cubicBezTo>
                <a:cubicBezTo>
                  <a:pt x="14335" y="15143"/>
                  <a:pt x="13231" y="15541"/>
                  <a:pt x="12259" y="16174"/>
                </a:cubicBezTo>
                <a:cubicBezTo>
                  <a:pt x="11833" y="16453"/>
                  <a:pt x="11450" y="16762"/>
                  <a:pt x="11126" y="17086"/>
                </a:cubicBezTo>
                <a:cubicBezTo>
                  <a:pt x="10199" y="18028"/>
                  <a:pt x="9684" y="19117"/>
                  <a:pt x="9669" y="20176"/>
                </a:cubicBezTo>
                <a:cubicBezTo>
                  <a:pt x="9655" y="21177"/>
                  <a:pt x="10170" y="22045"/>
                  <a:pt x="10641" y="22796"/>
                </a:cubicBezTo>
                <a:cubicBezTo>
                  <a:pt x="11229" y="23694"/>
                  <a:pt x="12127" y="24562"/>
                  <a:pt x="13334" y="25371"/>
                </a:cubicBezTo>
                <a:cubicBezTo>
                  <a:pt x="13555" y="25519"/>
                  <a:pt x="13805" y="25680"/>
                  <a:pt x="14070" y="25872"/>
                </a:cubicBezTo>
                <a:cubicBezTo>
                  <a:pt x="15688" y="26975"/>
                  <a:pt x="16822" y="28182"/>
                  <a:pt x="17499" y="29580"/>
                </a:cubicBezTo>
                <a:cubicBezTo>
                  <a:pt x="17774" y="30132"/>
                  <a:pt x="18179" y="31155"/>
                  <a:pt x="17978" y="32185"/>
                </a:cubicBezTo>
                <a:lnTo>
                  <a:pt x="17978" y="32185"/>
                </a:lnTo>
                <a:cubicBezTo>
                  <a:pt x="18001" y="32171"/>
                  <a:pt x="18024" y="32156"/>
                  <a:pt x="18048" y="32141"/>
                </a:cubicBezTo>
                <a:lnTo>
                  <a:pt x="18048" y="32141"/>
                </a:lnTo>
                <a:cubicBezTo>
                  <a:pt x="18213" y="31107"/>
                  <a:pt x="17834" y="30105"/>
                  <a:pt x="17557" y="29551"/>
                </a:cubicBezTo>
                <a:cubicBezTo>
                  <a:pt x="16866" y="28153"/>
                  <a:pt x="15718" y="26931"/>
                  <a:pt x="14099" y="25813"/>
                </a:cubicBezTo>
                <a:cubicBezTo>
                  <a:pt x="13849" y="25651"/>
                  <a:pt x="13584" y="25460"/>
                  <a:pt x="13363" y="25312"/>
                </a:cubicBezTo>
                <a:cubicBezTo>
                  <a:pt x="12171" y="24518"/>
                  <a:pt x="11273" y="23664"/>
                  <a:pt x="10700" y="22752"/>
                </a:cubicBezTo>
                <a:cubicBezTo>
                  <a:pt x="10199" y="21987"/>
                  <a:pt x="9728" y="21162"/>
                  <a:pt x="9728" y="20176"/>
                </a:cubicBezTo>
                <a:cubicBezTo>
                  <a:pt x="9728" y="19132"/>
                  <a:pt x="10243" y="18072"/>
                  <a:pt x="11156" y="17145"/>
                </a:cubicBezTo>
                <a:cubicBezTo>
                  <a:pt x="11494" y="16792"/>
                  <a:pt x="11877" y="16497"/>
                  <a:pt x="12304" y="16232"/>
                </a:cubicBezTo>
                <a:cubicBezTo>
                  <a:pt x="13275" y="15600"/>
                  <a:pt x="14364" y="15202"/>
                  <a:pt x="15409" y="14790"/>
                </a:cubicBezTo>
                <a:cubicBezTo>
                  <a:pt x="15850" y="14628"/>
                  <a:pt x="16321" y="14437"/>
                  <a:pt x="16763" y="14260"/>
                </a:cubicBezTo>
                <a:cubicBezTo>
                  <a:pt x="18308" y="13598"/>
                  <a:pt x="19809" y="12730"/>
                  <a:pt x="21207" y="11670"/>
                </a:cubicBezTo>
                <a:cubicBezTo>
                  <a:pt x="22399" y="10743"/>
                  <a:pt x="23209" y="9831"/>
                  <a:pt x="23709" y="8845"/>
                </a:cubicBezTo>
                <a:cubicBezTo>
                  <a:pt x="24003" y="8286"/>
                  <a:pt x="24180" y="7668"/>
                  <a:pt x="24224" y="7079"/>
                </a:cubicBezTo>
                <a:cubicBezTo>
                  <a:pt x="24268" y="6328"/>
                  <a:pt x="24121" y="5578"/>
                  <a:pt x="23959" y="4871"/>
                </a:cubicBezTo>
                <a:cubicBezTo>
                  <a:pt x="23562" y="3223"/>
                  <a:pt x="22988" y="1634"/>
                  <a:pt x="22267" y="162"/>
                </a:cubicBezTo>
                <a:close/>
                <a:moveTo>
                  <a:pt x="18368" y="32112"/>
                </a:moveTo>
                <a:lnTo>
                  <a:pt x="18368" y="32112"/>
                </a:lnTo>
                <a:cubicBezTo>
                  <a:pt x="18356" y="32123"/>
                  <a:pt x="18345" y="32134"/>
                  <a:pt x="18337" y="32141"/>
                </a:cubicBezTo>
                <a:cubicBezTo>
                  <a:pt x="18308" y="32156"/>
                  <a:pt x="18308" y="32170"/>
                  <a:pt x="18293" y="32200"/>
                </a:cubicBezTo>
                <a:lnTo>
                  <a:pt x="18367" y="32126"/>
                </a:lnTo>
                <a:cubicBezTo>
                  <a:pt x="18367" y="32121"/>
                  <a:pt x="18367" y="32116"/>
                  <a:pt x="18368" y="32112"/>
                </a:cubicBezTo>
                <a:close/>
                <a:moveTo>
                  <a:pt x="17978" y="32185"/>
                </a:moveTo>
                <a:cubicBezTo>
                  <a:pt x="17942" y="32207"/>
                  <a:pt x="17907" y="32228"/>
                  <a:pt x="17866" y="32244"/>
                </a:cubicBezTo>
                <a:cubicBezTo>
                  <a:pt x="17861" y="32266"/>
                  <a:pt x="17858" y="32285"/>
                  <a:pt x="17855" y="32303"/>
                </a:cubicBezTo>
                <a:lnTo>
                  <a:pt x="17855" y="32303"/>
                </a:lnTo>
                <a:cubicBezTo>
                  <a:pt x="17895" y="32281"/>
                  <a:pt x="17932" y="32259"/>
                  <a:pt x="17969" y="32229"/>
                </a:cubicBezTo>
                <a:cubicBezTo>
                  <a:pt x="17973" y="32214"/>
                  <a:pt x="17976" y="32200"/>
                  <a:pt x="17978" y="32185"/>
                </a:cubicBezTo>
                <a:close/>
                <a:moveTo>
                  <a:pt x="21722" y="162"/>
                </a:moveTo>
                <a:lnTo>
                  <a:pt x="21663" y="206"/>
                </a:lnTo>
                <a:cubicBezTo>
                  <a:pt x="22384" y="1663"/>
                  <a:pt x="22929" y="3223"/>
                  <a:pt x="23297" y="4871"/>
                </a:cubicBezTo>
                <a:cubicBezTo>
                  <a:pt x="23444" y="5563"/>
                  <a:pt x="23591" y="6299"/>
                  <a:pt x="23532" y="7049"/>
                </a:cubicBezTo>
                <a:cubicBezTo>
                  <a:pt x="23488" y="7638"/>
                  <a:pt x="23312" y="8212"/>
                  <a:pt x="23047" y="8771"/>
                </a:cubicBezTo>
                <a:cubicBezTo>
                  <a:pt x="22561" y="9728"/>
                  <a:pt x="21766" y="10655"/>
                  <a:pt x="20633" y="11567"/>
                </a:cubicBezTo>
                <a:cubicBezTo>
                  <a:pt x="19294" y="12656"/>
                  <a:pt x="17837" y="13554"/>
                  <a:pt x="16321" y="14216"/>
                </a:cubicBezTo>
                <a:cubicBezTo>
                  <a:pt x="15880" y="14422"/>
                  <a:pt x="15409" y="14614"/>
                  <a:pt x="14967" y="14790"/>
                </a:cubicBezTo>
                <a:cubicBezTo>
                  <a:pt x="13952" y="15202"/>
                  <a:pt x="12892" y="15614"/>
                  <a:pt x="11950" y="16247"/>
                </a:cubicBezTo>
                <a:cubicBezTo>
                  <a:pt x="11538" y="16527"/>
                  <a:pt x="11156" y="16821"/>
                  <a:pt x="10832" y="17160"/>
                </a:cubicBezTo>
                <a:cubicBezTo>
                  <a:pt x="9920" y="18087"/>
                  <a:pt x="9404" y="19146"/>
                  <a:pt x="9375" y="20206"/>
                </a:cubicBezTo>
                <a:cubicBezTo>
                  <a:pt x="9331" y="21162"/>
                  <a:pt x="9802" y="22001"/>
                  <a:pt x="10258" y="22796"/>
                </a:cubicBezTo>
                <a:cubicBezTo>
                  <a:pt x="10832" y="23753"/>
                  <a:pt x="11744" y="24665"/>
                  <a:pt x="12995" y="25548"/>
                </a:cubicBezTo>
                <a:cubicBezTo>
                  <a:pt x="13290" y="25754"/>
                  <a:pt x="13525" y="25916"/>
                  <a:pt x="13746" y="26092"/>
                </a:cubicBezTo>
                <a:cubicBezTo>
                  <a:pt x="15394" y="27270"/>
                  <a:pt x="16527" y="28594"/>
                  <a:pt x="17204" y="30081"/>
                </a:cubicBezTo>
                <a:cubicBezTo>
                  <a:pt x="17476" y="30681"/>
                  <a:pt x="17747" y="31517"/>
                  <a:pt x="17682" y="32361"/>
                </a:cubicBezTo>
                <a:lnTo>
                  <a:pt x="17682" y="32361"/>
                </a:lnTo>
                <a:cubicBezTo>
                  <a:pt x="17696" y="32352"/>
                  <a:pt x="17710" y="32344"/>
                  <a:pt x="17724" y="32335"/>
                </a:cubicBezTo>
                <a:lnTo>
                  <a:pt x="17724" y="32335"/>
                </a:lnTo>
                <a:cubicBezTo>
                  <a:pt x="17814" y="31481"/>
                  <a:pt x="17538" y="30645"/>
                  <a:pt x="17263" y="30036"/>
                </a:cubicBezTo>
                <a:cubicBezTo>
                  <a:pt x="16571" y="28535"/>
                  <a:pt x="15424" y="27211"/>
                  <a:pt x="13790" y="26019"/>
                </a:cubicBezTo>
                <a:cubicBezTo>
                  <a:pt x="13569" y="25872"/>
                  <a:pt x="13334" y="25680"/>
                  <a:pt x="13039" y="25474"/>
                </a:cubicBezTo>
                <a:cubicBezTo>
                  <a:pt x="11789" y="24621"/>
                  <a:pt x="10861" y="23694"/>
                  <a:pt x="10317" y="22737"/>
                </a:cubicBezTo>
                <a:cubicBezTo>
                  <a:pt x="9846" y="21972"/>
                  <a:pt x="9404" y="21118"/>
                  <a:pt x="9434" y="20176"/>
                </a:cubicBezTo>
                <a:cubicBezTo>
                  <a:pt x="9463" y="19146"/>
                  <a:pt x="9964" y="18101"/>
                  <a:pt x="10861" y="17204"/>
                </a:cubicBezTo>
                <a:cubicBezTo>
                  <a:pt x="11200" y="16865"/>
                  <a:pt x="11568" y="16556"/>
                  <a:pt x="11965" y="16277"/>
                </a:cubicBezTo>
                <a:cubicBezTo>
                  <a:pt x="12907" y="15673"/>
                  <a:pt x="13952" y="15246"/>
                  <a:pt x="14967" y="14849"/>
                </a:cubicBezTo>
                <a:cubicBezTo>
                  <a:pt x="15409" y="14658"/>
                  <a:pt x="15880" y="14481"/>
                  <a:pt x="16321" y="14275"/>
                </a:cubicBezTo>
                <a:cubicBezTo>
                  <a:pt x="17852" y="13598"/>
                  <a:pt x="19309" y="12701"/>
                  <a:pt x="20648" y="11612"/>
                </a:cubicBezTo>
                <a:cubicBezTo>
                  <a:pt x="21810" y="10670"/>
                  <a:pt x="22605" y="9757"/>
                  <a:pt x="23076" y="8771"/>
                </a:cubicBezTo>
                <a:cubicBezTo>
                  <a:pt x="23370" y="8212"/>
                  <a:pt x="23532" y="7623"/>
                  <a:pt x="23591" y="7035"/>
                </a:cubicBezTo>
                <a:cubicBezTo>
                  <a:pt x="23650" y="6269"/>
                  <a:pt x="23518" y="5534"/>
                  <a:pt x="23356" y="4842"/>
                </a:cubicBezTo>
                <a:cubicBezTo>
                  <a:pt x="22988" y="3179"/>
                  <a:pt x="22414" y="1619"/>
                  <a:pt x="21722" y="162"/>
                </a:cubicBezTo>
                <a:close/>
                <a:moveTo>
                  <a:pt x="18190" y="32214"/>
                </a:moveTo>
                <a:lnTo>
                  <a:pt x="18190" y="32214"/>
                </a:lnTo>
                <a:cubicBezTo>
                  <a:pt x="18146" y="32244"/>
                  <a:pt x="18087" y="32273"/>
                  <a:pt x="18058" y="32303"/>
                </a:cubicBezTo>
                <a:cubicBezTo>
                  <a:pt x="18058" y="32347"/>
                  <a:pt x="18043" y="32376"/>
                  <a:pt x="18014" y="32420"/>
                </a:cubicBezTo>
                <a:cubicBezTo>
                  <a:pt x="18072" y="32376"/>
                  <a:pt x="18117" y="32347"/>
                  <a:pt x="18146" y="32303"/>
                </a:cubicBezTo>
                <a:cubicBezTo>
                  <a:pt x="18161" y="32288"/>
                  <a:pt x="18190" y="32244"/>
                  <a:pt x="18190" y="32214"/>
                </a:cubicBezTo>
                <a:close/>
                <a:moveTo>
                  <a:pt x="18058" y="32479"/>
                </a:moveTo>
                <a:lnTo>
                  <a:pt x="18058" y="32479"/>
                </a:lnTo>
                <a:cubicBezTo>
                  <a:pt x="18052" y="32485"/>
                  <a:pt x="18049" y="32491"/>
                  <a:pt x="18045" y="32497"/>
                </a:cubicBezTo>
                <a:lnTo>
                  <a:pt x="18045" y="32497"/>
                </a:lnTo>
                <a:cubicBezTo>
                  <a:pt x="18050" y="32491"/>
                  <a:pt x="18055" y="32486"/>
                  <a:pt x="18058" y="32479"/>
                </a:cubicBezTo>
                <a:close/>
                <a:moveTo>
                  <a:pt x="17682" y="32361"/>
                </a:moveTo>
                <a:cubicBezTo>
                  <a:pt x="17640" y="32385"/>
                  <a:pt x="17599" y="32410"/>
                  <a:pt x="17557" y="32435"/>
                </a:cubicBezTo>
                <a:cubicBezTo>
                  <a:pt x="17557" y="32460"/>
                  <a:pt x="17557" y="32480"/>
                  <a:pt x="17556" y="32499"/>
                </a:cubicBezTo>
                <a:lnTo>
                  <a:pt x="17556" y="32499"/>
                </a:lnTo>
                <a:cubicBezTo>
                  <a:pt x="17593" y="32480"/>
                  <a:pt x="17631" y="32460"/>
                  <a:pt x="17675" y="32435"/>
                </a:cubicBezTo>
                <a:cubicBezTo>
                  <a:pt x="17678" y="32410"/>
                  <a:pt x="17680" y="32385"/>
                  <a:pt x="17682" y="32361"/>
                </a:cubicBezTo>
                <a:close/>
                <a:moveTo>
                  <a:pt x="18045" y="32497"/>
                </a:moveTo>
                <a:cubicBezTo>
                  <a:pt x="18025" y="32515"/>
                  <a:pt x="17996" y="32527"/>
                  <a:pt x="17984" y="32538"/>
                </a:cubicBezTo>
                <a:cubicBezTo>
                  <a:pt x="17979" y="32549"/>
                  <a:pt x="17975" y="32558"/>
                  <a:pt x="17972" y="32565"/>
                </a:cubicBezTo>
                <a:lnTo>
                  <a:pt x="17972" y="32565"/>
                </a:lnTo>
                <a:lnTo>
                  <a:pt x="18014" y="32523"/>
                </a:lnTo>
                <a:cubicBezTo>
                  <a:pt x="18032" y="32515"/>
                  <a:pt x="18039" y="32506"/>
                  <a:pt x="18045" y="32497"/>
                </a:cubicBezTo>
                <a:close/>
                <a:moveTo>
                  <a:pt x="21178" y="192"/>
                </a:moveTo>
                <a:lnTo>
                  <a:pt x="21134" y="221"/>
                </a:lnTo>
                <a:cubicBezTo>
                  <a:pt x="21825" y="1663"/>
                  <a:pt x="22384" y="3223"/>
                  <a:pt x="22723" y="4857"/>
                </a:cubicBezTo>
                <a:cubicBezTo>
                  <a:pt x="22855" y="5504"/>
                  <a:pt x="23003" y="6255"/>
                  <a:pt x="22929" y="7005"/>
                </a:cubicBezTo>
                <a:cubicBezTo>
                  <a:pt x="22870" y="7579"/>
                  <a:pt x="22708" y="8168"/>
                  <a:pt x="22429" y="8727"/>
                </a:cubicBezTo>
                <a:cubicBezTo>
                  <a:pt x="21972" y="9684"/>
                  <a:pt x="21207" y="10596"/>
                  <a:pt x="20103" y="11538"/>
                </a:cubicBezTo>
                <a:cubicBezTo>
                  <a:pt x="18794" y="12642"/>
                  <a:pt x="17381" y="13554"/>
                  <a:pt x="15909" y="14260"/>
                </a:cubicBezTo>
                <a:cubicBezTo>
                  <a:pt x="15468" y="14467"/>
                  <a:pt x="14997" y="14658"/>
                  <a:pt x="14541" y="14849"/>
                </a:cubicBezTo>
                <a:cubicBezTo>
                  <a:pt x="13569" y="15276"/>
                  <a:pt x="12539" y="15688"/>
                  <a:pt x="11641" y="16306"/>
                </a:cubicBezTo>
                <a:cubicBezTo>
                  <a:pt x="11229" y="16571"/>
                  <a:pt x="10861" y="16865"/>
                  <a:pt x="10538" y="17218"/>
                </a:cubicBezTo>
                <a:cubicBezTo>
                  <a:pt x="9655" y="18116"/>
                  <a:pt x="9140" y="19176"/>
                  <a:pt x="9081" y="20206"/>
                </a:cubicBezTo>
                <a:cubicBezTo>
                  <a:pt x="9022" y="21133"/>
                  <a:pt x="9434" y="21942"/>
                  <a:pt x="9875" y="22752"/>
                </a:cubicBezTo>
                <a:cubicBezTo>
                  <a:pt x="10420" y="23767"/>
                  <a:pt x="11347" y="24724"/>
                  <a:pt x="12672" y="25695"/>
                </a:cubicBezTo>
                <a:cubicBezTo>
                  <a:pt x="12966" y="25916"/>
                  <a:pt x="13216" y="26107"/>
                  <a:pt x="13437" y="26269"/>
                </a:cubicBezTo>
                <a:cubicBezTo>
                  <a:pt x="15070" y="27520"/>
                  <a:pt x="16248" y="28962"/>
                  <a:pt x="16910" y="30552"/>
                </a:cubicBezTo>
                <a:cubicBezTo>
                  <a:pt x="17221" y="31287"/>
                  <a:pt x="17369" y="31954"/>
                  <a:pt x="17341" y="32567"/>
                </a:cubicBezTo>
                <a:lnTo>
                  <a:pt x="17341" y="32567"/>
                </a:lnTo>
                <a:cubicBezTo>
                  <a:pt x="17364" y="32554"/>
                  <a:pt x="17388" y="32541"/>
                  <a:pt x="17411" y="32529"/>
                </a:cubicBezTo>
                <a:lnTo>
                  <a:pt x="17411" y="32529"/>
                </a:lnTo>
                <a:cubicBezTo>
                  <a:pt x="17418" y="31911"/>
                  <a:pt x="17298" y="31251"/>
                  <a:pt x="16983" y="30522"/>
                </a:cubicBezTo>
                <a:cubicBezTo>
                  <a:pt x="16321" y="28903"/>
                  <a:pt x="15129" y="27446"/>
                  <a:pt x="13496" y="26195"/>
                </a:cubicBezTo>
                <a:cubicBezTo>
                  <a:pt x="13275" y="26034"/>
                  <a:pt x="13010" y="25842"/>
                  <a:pt x="12716" y="25622"/>
                </a:cubicBezTo>
                <a:cubicBezTo>
                  <a:pt x="11391" y="24665"/>
                  <a:pt x="10494" y="23708"/>
                  <a:pt x="9949" y="22722"/>
                </a:cubicBezTo>
                <a:cubicBezTo>
                  <a:pt x="9507" y="21913"/>
                  <a:pt x="9110" y="21118"/>
                  <a:pt x="9154" y="20206"/>
                </a:cubicBezTo>
                <a:cubicBezTo>
                  <a:pt x="9213" y="19205"/>
                  <a:pt x="9699" y="18160"/>
                  <a:pt x="10582" y="17277"/>
                </a:cubicBezTo>
                <a:cubicBezTo>
                  <a:pt x="10920" y="16939"/>
                  <a:pt x="11288" y="16630"/>
                  <a:pt x="11671" y="16380"/>
                </a:cubicBezTo>
                <a:cubicBezTo>
                  <a:pt x="12569" y="15762"/>
                  <a:pt x="13584" y="15349"/>
                  <a:pt x="14555" y="14923"/>
                </a:cubicBezTo>
                <a:cubicBezTo>
                  <a:pt x="14997" y="14731"/>
                  <a:pt x="15482" y="14540"/>
                  <a:pt x="15924" y="14334"/>
                </a:cubicBezTo>
                <a:cubicBezTo>
                  <a:pt x="17410" y="13628"/>
                  <a:pt x="18823" y="12715"/>
                  <a:pt x="20133" y="11612"/>
                </a:cubicBezTo>
                <a:cubicBezTo>
                  <a:pt x="21251" y="10655"/>
                  <a:pt x="22017" y="9728"/>
                  <a:pt x="22487" y="8757"/>
                </a:cubicBezTo>
                <a:cubicBezTo>
                  <a:pt x="22767" y="8183"/>
                  <a:pt x="22929" y="7594"/>
                  <a:pt x="22988" y="7005"/>
                </a:cubicBezTo>
                <a:cubicBezTo>
                  <a:pt x="23061" y="6255"/>
                  <a:pt x="22914" y="5490"/>
                  <a:pt x="22782" y="4842"/>
                </a:cubicBezTo>
                <a:cubicBezTo>
                  <a:pt x="22429" y="3208"/>
                  <a:pt x="21899" y="1634"/>
                  <a:pt x="21178" y="192"/>
                </a:cubicBezTo>
                <a:close/>
                <a:moveTo>
                  <a:pt x="17972" y="32565"/>
                </a:moveTo>
                <a:lnTo>
                  <a:pt x="17940" y="32597"/>
                </a:lnTo>
                <a:cubicBezTo>
                  <a:pt x="17959" y="32588"/>
                  <a:pt x="17966" y="32578"/>
                  <a:pt x="17972" y="32565"/>
                </a:cubicBezTo>
                <a:close/>
                <a:moveTo>
                  <a:pt x="17938" y="32397"/>
                </a:moveTo>
                <a:cubicBezTo>
                  <a:pt x="17883" y="32469"/>
                  <a:pt x="17827" y="32539"/>
                  <a:pt x="17766" y="32606"/>
                </a:cubicBezTo>
                <a:lnTo>
                  <a:pt x="17766" y="32606"/>
                </a:lnTo>
                <a:cubicBezTo>
                  <a:pt x="17780" y="32575"/>
                  <a:pt x="17793" y="32522"/>
                  <a:pt x="17793" y="32494"/>
                </a:cubicBezTo>
                <a:lnTo>
                  <a:pt x="17938" y="32397"/>
                </a:lnTo>
                <a:close/>
                <a:moveTo>
                  <a:pt x="17341" y="32567"/>
                </a:moveTo>
                <a:lnTo>
                  <a:pt x="17341" y="32567"/>
                </a:lnTo>
                <a:cubicBezTo>
                  <a:pt x="17309" y="32584"/>
                  <a:pt x="17278" y="32600"/>
                  <a:pt x="17248" y="32612"/>
                </a:cubicBezTo>
                <a:cubicBezTo>
                  <a:pt x="17248" y="32637"/>
                  <a:pt x="17248" y="32661"/>
                  <a:pt x="17245" y="32687"/>
                </a:cubicBezTo>
                <a:lnTo>
                  <a:pt x="17245" y="32687"/>
                </a:lnTo>
                <a:cubicBezTo>
                  <a:pt x="17276" y="32672"/>
                  <a:pt x="17306" y="32656"/>
                  <a:pt x="17337" y="32641"/>
                </a:cubicBezTo>
                <a:cubicBezTo>
                  <a:pt x="17338" y="32616"/>
                  <a:pt x="17340" y="32592"/>
                  <a:pt x="17341" y="32567"/>
                </a:cubicBezTo>
                <a:close/>
                <a:moveTo>
                  <a:pt x="17719" y="32538"/>
                </a:moveTo>
                <a:cubicBezTo>
                  <a:pt x="17719" y="32568"/>
                  <a:pt x="17705" y="32597"/>
                  <a:pt x="17690" y="32612"/>
                </a:cubicBezTo>
                <a:cubicBezTo>
                  <a:pt x="17690" y="32641"/>
                  <a:pt x="17675" y="32656"/>
                  <a:pt x="17675" y="32671"/>
                </a:cubicBezTo>
                <a:cubicBezTo>
                  <a:pt x="17616" y="32715"/>
                  <a:pt x="17557" y="32759"/>
                  <a:pt x="17484" y="32803"/>
                </a:cubicBezTo>
                <a:cubicBezTo>
                  <a:pt x="17499" y="32744"/>
                  <a:pt x="17499" y="32715"/>
                  <a:pt x="17528" y="32656"/>
                </a:cubicBezTo>
                <a:cubicBezTo>
                  <a:pt x="17602" y="32641"/>
                  <a:pt x="17646" y="32597"/>
                  <a:pt x="17719" y="32538"/>
                </a:cubicBezTo>
                <a:close/>
                <a:moveTo>
                  <a:pt x="17852" y="32641"/>
                </a:moveTo>
                <a:lnTo>
                  <a:pt x="17852" y="32641"/>
                </a:lnTo>
                <a:cubicBezTo>
                  <a:pt x="17822" y="32671"/>
                  <a:pt x="17763" y="32685"/>
                  <a:pt x="17719" y="32730"/>
                </a:cubicBezTo>
                <a:cubicBezTo>
                  <a:pt x="17705" y="32744"/>
                  <a:pt x="17705" y="32788"/>
                  <a:pt x="17690" y="32818"/>
                </a:cubicBezTo>
                <a:cubicBezTo>
                  <a:pt x="17719" y="32803"/>
                  <a:pt x="17763" y="32759"/>
                  <a:pt x="17793" y="32730"/>
                </a:cubicBezTo>
                <a:cubicBezTo>
                  <a:pt x="17822" y="32715"/>
                  <a:pt x="17837" y="32671"/>
                  <a:pt x="17852" y="32641"/>
                </a:cubicBezTo>
                <a:close/>
                <a:moveTo>
                  <a:pt x="16983" y="32764"/>
                </a:moveTo>
                <a:cubicBezTo>
                  <a:pt x="16960" y="32776"/>
                  <a:pt x="16935" y="32789"/>
                  <a:pt x="16910" y="32803"/>
                </a:cubicBezTo>
                <a:cubicBezTo>
                  <a:pt x="16910" y="32824"/>
                  <a:pt x="16910" y="32843"/>
                  <a:pt x="16909" y="32862"/>
                </a:cubicBezTo>
                <a:lnTo>
                  <a:pt x="16909" y="32862"/>
                </a:lnTo>
                <a:cubicBezTo>
                  <a:pt x="16934" y="32849"/>
                  <a:pt x="16959" y="32834"/>
                  <a:pt x="16983" y="32818"/>
                </a:cubicBezTo>
                <a:cubicBezTo>
                  <a:pt x="16983" y="32800"/>
                  <a:pt x="16983" y="32782"/>
                  <a:pt x="16983" y="32764"/>
                </a:cubicBezTo>
                <a:close/>
                <a:moveTo>
                  <a:pt x="20133" y="192"/>
                </a:moveTo>
                <a:lnTo>
                  <a:pt x="20074" y="221"/>
                </a:lnTo>
                <a:cubicBezTo>
                  <a:pt x="20780" y="1619"/>
                  <a:pt x="21281" y="3164"/>
                  <a:pt x="21590" y="4783"/>
                </a:cubicBezTo>
                <a:cubicBezTo>
                  <a:pt x="21693" y="5416"/>
                  <a:pt x="21810" y="6152"/>
                  <a:pt x="21737" y="6902"/>
                </a:cubicBezTo>
                <a:cubicBezTo>
                  <a:pt x="21678" y="7476"/>
                  <a:pt x="21516" y="8035"/>
                  <a:pt x="21251" y="8595"/>
                </a:cubicBezTo>
                <a:cubicBezTo>
                  <a:pt x="20810" y="9551"/>
                  <a:pt x="20103" y="10493"/>
                  <a:pt x="19088" y="11450"/>
                </a:cubicBezTo>
                <a:cubicBezTo>
                  <a:pt x="17866" y="12583"/>
                  <a:pt x="16527" y="13539"/>
                  <a:pt x="15100" y="14290"/>
                </a:cubicBezTo>
                <a:cubicBezTo>
                  <a:pt x="14658" y="14540"/>
                  <a:pt x="14187" y="14761"/>
                  <a:pt x="13731" y="14952"/>
                </a:cubicBezTo>
                <a:cubicBezTo>
                  <a:pt x="12833" y="15379"/>
                  <a:pt x="11892" y="15820"/>
                  <a:pt x="11053" y="16424"/>
                </a:cubicBezTo>
                <a:cubicBezTo>
                  <a:pt x="10655" y="16703"/>
                  <a:pt x="10317" y="16998"/>
                  <a:pt x="9993" y="17336"/>
                </a:cubicBezTo>
                <a:cubicBezTo>
                  <a:pt x="9154" y="18190"/>
                  <a:pt x="8639" y="19205"/>
                  <a:pt x="8551" y="20176"/>
                </a:cubicBezTo>
                <a:cubicBezTo>
                  <a:pt x="8448" y="21089"/>
                  <a:pt x="8801" y="21913"/>
                  <a:pt x="9154" y="22708"/>
                </a:cubicBezTo>
                <a:cubicBezTo>
                  <a:pt x="9669" y="23826"/>
                  <a:pt x="10582" y="24871"/>
                  <a:pt x="12053" y="26019"/>
                </a:cubicBezTo>
                <a:cubicBezTo>
                  <a:pt x="12348" y="26254"/>
                  <a:pt x="12627" y="26460"/>
                  <a:pt x="12863" y="26652"/>
                </a:cubicBezTo>
                <a:cubicBezTo>
                  <a:pt x="14599" y="28079"/>
                  <a:pt x="15777" y="29713"/>
                  <a:pt x="16380" y="31538"/>
                </a:cubicBezTo>
                <a:cubicBezTo>
                  <a:pt x="16553" y="32028"/>
                  <a:pt x="16653" y="32483"/>
                  <a:pt x="16682" y="32902"/>
                </a:cubicBezTo>
                <a:lnTo>
                  <a:pt x="16682" y="32902"/>
                </a:lnTo>
                <a:cubicBezTo>
                  <a:pt x="16692" y="32897"/>
                  <a:pt x="16701" y="32893"/>
                  <a:pt x="16711" y="32888"/>
                </a:cubicBezTo>
                <a:lnTo>
                  <a:pt x="16711" y="32888"/>
                </a:lnTo>
                <a:cubicBezTo>
                  <a:pt x="16663" y="32453"/>
                  <a:pt x="16562" y="31979"/>
                  <a:pt x="16395" y="31479"/>
                </a:cubicBezTo>
                <a:cubicBezTo>
                  <a:pt x="15777" y="29654"/>
                  <a:pt x="14599" y="28006"/>
                  <a:pt x="12863" y="26578"/>
                </a:cubicBezTo>
                <a:cubicBezTo>
                  <a:pt x="12627" y="26387"/>
                  <a:pt x="12348" y="26181"/>
                  <a:pt x="12053" y="25945"/>
                </a:cubicBezTo>
                <a:cubicBezTo>
                  <a:pt x="10611" y="24797"/>
                  <a:pt x="9684" y="23767"/>
                  <a:pt x="9169" y="22664"/>
                </a:cubicBezTo>
                <a:cubicBezTo>
                  <a:pt x="8816" y="21898"/>
                  <a:pt x="8492" y="21089"/>
                  <a:pt x="8580" y="20176"/>
                </a:cubicBezTo>
                <a:cubicBezTo>
                  <a:pt x="8669" y="19220"/>
                  <a:pt x="9184" y="18219"/>
                  <a:pt x="10023" y="17366"/>
                </a:cubicBezTo>
                <a:cubicBezTo>
                  <a:pt x="10332" y="17057"/>
                  <a:pt x="10685" y="16748"/>
                  <a:pt x="11067" y="16483"/>
                </a:cubicBezTo>
                <a:cubicBezTo>
                  <a:pt x="11906" y="15894"/>
                  <a:pt x="12848" y="15453"/>
                  <a:pt x="13746" y="15026"/>
                </a:cubicBezTo>
                <a:cubicBezTo>
                  <a:pt x="14187" y="14834"/>
                  <a:pt x="14673" y="14614"/>
                  <a:pt x="15114" y="14363"/>
                </a:cubicBezTo>
                <a:cubicBezTo>
                  <a:pt x="16542" y="13613"/>
                  <a:pt x="17896" y="12656"/>
                  <a:pt x="19117" y="11494"/>
                </a:cubicBezTo>
                <a:cubicBezTo>
                  <a:pt x="20148" y="10523"/>
                  <a:pt x="20869" y="9581"/>
                  <a:pt x="21310" y="8609"/>
                </a:cubicBezTo>
                <a:cubicBezTo>
                  <a:pt x="21575" y="8035"/>
                  <a:pt x="21737" y="7476"/>
                  <a:pt x="21796" y="6902"/>
                </a:cubicBezTo>
                <a:cubicBezTo>
                  <a:pt x="21869" y="6122"/>
                  <a:pt x="21752" y="5387"/>
                  <a:pt x="21649" y="4768"/>
                </a:cubicBezTo>
                <a:cubicBezTo>
                  <a:pt x="21354" y="3135"/>
                  <a:pt x="20839" y="1604"/>
                  <a:pt x="20133" y="192"/>
                </a:cubicBezTo>
                <a:close/>
                <a:moveTo>
                  <a:pt x="17454" y="32730"/>
                </a:moveTo>
                <a:lnTo>
                  <a:pt x="17454" y="32730"/>
                </a:lnTo>
                <a:cubicBezTo>
                  <a:pt x="17425" y="32788"/>
                  <a:pt x="17425" y="32818"/>
                  <a:pt x="17410" y="32877"/>
                </a:cubicBezTo>
                <a:cubicBezTo>
                  <a:pt x="17337" y="32936"/>
                  <a:pt x="17263" y="32965"/>
                  <a:pt x="17204" y="33009"/>
                </a:cubicBezTo>
                <a:cubicBezTo>
                  <a:pt x="17234" y="32950"/>
                  <a:pt x="17234" y="32891"/>
                  <a:pt x="17234" y="32862"/>
                </a:cubicBezTo>
                <a:cubicBezTo>
                  <a:pt x="17307" y="32818"/>
                  <a:pt x="17381" y="32759"/>
                  <a:pt x="17454" y="32730"/>
                </a:cubicBezTo>
                <a:close/>
                <a:moveTo>
                  <a:pt x="17690" y="32906"/>
                </a:moveTo>
                <a:lnTo>
                  <a:pt x="17690" y="32906"/>
                </a:lnTo>
                <a:cubicBezTo>
                  <a:pt x="17660" y="32950"/>
                  <a:pt x="17631" y="32965"/>
                  <a:pt x="17616" y="32980"/>
                </a:cubicBezTo>
                <a:cubicBezTo>
                  <a:pt x="17616" y="32997"/>
                  <a:pt x="17616" y="33009"/>
                  <a:pt x="17613" y="33019"/>
                </a:cubicBezTo>
                <a:lnTo>
                  <a:pt x="17613" y="33019"/>
                </a:lnTo>
                <a:cubicBezTo>
                  <a:pt x="17629" y="32997"/>
                  <a:pt x="17652" y="32976"/>
                  <a:pt x="17675" y="32965"/>
                </a:cubicBezTo>
                <a:cubicBezTo>
                  <a:pt x="17675" y="32950"/>
                  <a:pt x="17690" y="32936"/>
                  <a:pt x="17690" y="32906"/>
                </a:cubicBezTo>
                <a:close/>
                <a:moveTo>
                  <a:pt x="17586" y="32822"/>
                </a:moveTo>
                <a:cubicBezTo>
                  <a:pt x="17531" y="32894"/>
                  <a:pt x="17475" y="32965"/>
                  <a:pt x="17413" y="33032"/>
                </a:cubicBezTo>
                <a:lnTo>
                  <a:pt x="17413" y="33032"/>
                </a:lnTo>
                <a:cubicBezTo>
                  <a:pt x="17429" y="33001"/>
                  <a:pt x="17454" y="32947"/>
                  <a:pt x="17454" y="32906"/>
                </a:cubicBezTo>
                <a:lnTo>
                  <a:pt x="17586" y="32822"/>
                </a:lnTo>
                <a:close/>
                <a:moveTo>
                  <a:pt x="17613" y="33019"/>
                </a:moveTo>
                <a:cubicBezTo>
                  <a:pt x="17609" y="33026"/>
                  <a:pt x="17605" y="33032"/>
                  <a:pt x="17602" y="33039"/>
                </a:cubicBezTo>
                <a:cubicBezTo>
                  <a:pt x="17608" y="33032"/>
                  <a:pt x="17611" y="33026"/>
                  <a:pt x="17613" y="33019"/>
                </a:cubicBezTo>
                <a:close/>
                <a:moveTo>
                  <a:pt x="19632" y="221"/>
                </a:moveTo>
                <a:lnTo>
                  <a:pt x="19588" y="265"/>
                </a:lnTo>
                <a:cubicBezTo>
                  <a:pt x="20280" y="1663"/>
                  <a:pt x="20766" y="3164"/>
                  <a:pt x="21031" y="4783"/>
                </a:cubicBezTo>
                <a:cubicBezTo>
                  <a:pt x="21134" y="5357"/>
                  <a:pt x="21237" y="6108"/>
                  <a:pt x="21148" y="6888"/>
                </a:cubicBezTo>
                <a:cubicBezTo>
                  <a:pt x="21089" y="7432"/>
                  <a:pt x="20927" y="8006"/>
                  <a:pt x="20692" y="8551"/>
                </a:cubicBezTo>
                <a:cubicBezTo>
                  <a:pt x="20265" y="9507"/>
                  <a:pt x="19559" y="10449"/>
                  <a:pt x="18588" y="11420"/>
                </a:cubicBezTo>
                <a:cubicBezTo>
                  <a:pt x="17410" y="12583"/>
                  <a:pt x="16100" y="13554"/>
                  <a:pt x="14702" y="14334"/>
                </a:cubicBezTo>
                <a:cubicBezTo>
                  <a:pt x="14261" y="14570"/>
                  <a:pt x="13805" y="14805"/>
                  <a:pt x="13349" y="15026"/>
                </a:cubicBezTo>
                <a:cubicBezTo>
                  <a:pt x="12480" y="15467"/>
                  <a:pt x="11583" y="15909"/>
                  <a:pt x="10773" y="16497"/>
                </a:cubicBezTo>
                <a:cubicBezTo>
                  <a:pt x="10405" y="16777"/>
                  <a:pt x="10052" y="17071"/>
                  <a:pt x="9743" y="17380"/>
                </a:cubicBezTo>
                <a:cubicBezTo>
                  <a:pt x="8919" y="18234"/>
                  <a:pt x="8404" y="19220"/>
                  <a:pt x="8286" y="20176"/>
                </a:cubicBezTo>
                <a:cubicBezTo>
                  <a:pt x="8183" y="21089"/>
                  <a:pt x="8477" y="21913"/>
                  <a:pt x="8801" y="22664"/>
                </a:cubicBezTo>
                <a:cubicBezTo>
                  <a:pt x="9434" y="24150"/>
                  <a:pt x="10714" y="25312"/>
                  <a:pt x="11744" y="26166"/>
                </a:cubicBezTo>
                <a:cubicBezTo>
                  <a:pt x="12053" y="26401"/>
                  <a:pt x="12333" y="26637"/>
                  <a:pt x="12569" y="26843"/>
                </a:cubicBezTo>
                <a:cubicBezTo>
                  <a:pt x="14335" y="28344"/>
                  <a:pt x="15541" y="30081"/>
                  <a:pt x="16100" y="31994"/>
                </a:cubicBezTo>
                <a:cubicBezTo>
                  <a:pt x="16216" y="32380"/>
                  <a:pt x="16298" y="32732"/>
                  <a:pt x="16347" y="33080"/>
                </a:cubicBezTo>
                <a:lnTo>
                  <a:pt x="16347" y="33080"/>
                </a:lnTo>
                <a:cubicBezTo>
                  <a:pt x="16358" y="33073"/>
                  <a:pt x="16371" y="33067"/>
                  <a:pt x="16383" y="33060"/>
                </a:cubicBezTo>
                <a:lnTo>
                  <a:pt x="16383" y="33060"/>
                </a:lnTo>
                <a:cubicBezTo>
                  <a:pt x="16345" y="32728"/>
                  <a:pt x="16262" y="32371"/>
                  <a:pt x="16145" y="31979"/>
                </a:cubicBezTo>
                <a:cubicBezTo>
                  <a:pt x="15556" y="30036"/>
                  <a:pt x="14364" y="28300"/>
                  <a:pt x="12598" y="26784"/>
                </a:cubicBezTo>
                <a:cubicBezTo>
                  <a:pt x="12333" y="26563"/>
                  <a:pt x="12053" y="26343"/>
                  <a:pt x="11759" y="26107"/>
                </a:cubicBezTo>
                <a:cubicBezTo>
                  <a:pt x="10714" y="25283"/>
                  <a:pt x="9449" y="24120"/>
                  <a:pt x="8845" y="22649"/>
                </a:cubicBezTo>
                <a:cubicBezTo>
                  <a:pt x="8521" y="21898"/>
                  <a:pt x="8227" y="21089"/>
                  <a:pt x="8345" y="20206"/>
                </a:cubicBezTo>
                <a:cubicBezTo>
                  <a:pt x="8448" y="19264"/>
                  <a:pt x="8963" y="18293"/>
                  <a:pt x="9772" y="17439"/>
                </a:cubicBezTo>
                <a:cubicBezTo>
                  <a:pt x="10096" y="17130"/>
                  <a:pt x="10420" y="16836"/>
                  <a:pt x="10788" y="16556"/>
                </a:cubicBezTo>
                <a:cubicBezTo>
                  <a:pt x="11597" y="15968"/>
                  <a:pt x="12495" y="15526"/>
                  <a:pt x="13363" y="15099"/>
                </a:cubicBezTo>
                <a:cubicBezTo>
                  <a:pt x="13805" y="14879"/>
                  <a:pt x="14290" y="14643"/>
                  <a:pt x="14732" y="14408"/>
                </a:cubicBezTo>
                <a:cubicBezTo>
                  <a:pt x="16145" y="13628"/>
                  <a:pt x="17454" y="12642"/>
                  <a:pt x="18632" y="11479"/>
                </a:cubicBezTo>
                <a:cubicBezTo>
                  <a:pt x="19618" y="10508"/>
                  <a:pt x="20324" y="9551"/>
                  <a:pt x="20736" y="8580"/>
                </a:cubicBezTo>
                <a:cubicBezTo>
                  <a:pt x="21001" y="8006"/>
                  <a:pt x="21148" y="7432"/>
                  <a:pt x="21207" y="6888"/>
                </a:cubicBezTo>
                <a:cubicBezTo>
                  <a:pt x="21281" y="6108"/>
                  <a:pt x="21178" y="5357"/>
                  <a:pt x="21089" y="4768"/>
                </a:cubicBezTo>
                <a:cubicBezTo>
                  <a:pt x="20810" y="3150"/>
                  <a:pt x="20324" y="1619"/>
                  <a:pt x="19632" y="221"/>
                </a:cubicBezTo>
                <a:close/>
                <a:moveTo>
                  <a:pt x="16682" y="32902"/>
                </a:moveTo>
                <a:lnTo>
                  <a:pt x="16682" y="32902"/>
                </a:lnTo>
                <a:cubicBezTo>
                  <a:pt x="16645" y="32921"/>
                  <a:pt x="16608" y="32940"/>
                  <a:pt x="16571" y="32965"/>
                </a:cubicBezTo>
                <a:cubicBezTo>
                  <a:pt x="16571" y="33016"/>
                  <a:pt x="16571" y="33059"/>
                  <a:pt x="16576" y="33101"/>
                </a:cubicBezTo>
                <a:lnTo>
                  <a:pt x="16576" y="33101"/>
                </a:lnTo>
                <a:lnTo>
                  <a:pt x="16616" y="33083"/>
                </a:lnTo>
                <a:cubicBezTo>
                  <a:pt x="16660" y="33053"/>
                  <a:pt x="16674" y="33053"/>
                  <a:pt x="16689" y="33039"/>
                </a:cubicBezTo>
                <a:cubicBezTo>
                  <a:pt x="16688" y="32994"/>
                  <a:pt x="16685" y="32948"/>
                  <a:pt x="16682" y="32902"/>
                </a:cubicBezTo>
                <a:close/>
                <a:moveTo>
                  <a:pt x="16513" y="33009"/>
                </a:moveTo>
                <a:cubicBezTo>
                  <a:pt x="16498" y="33009"/>
                  <a:pt x="16498" y="33024"/>
                  <a:pt x="16468" y="33024"/>
                </a:cubicBezTo>
                <a:cubicBezTo>
                  <a:pt x="16440" y="33033"/>
                  <a:pt x="16411" y="33046"/>
                  <a:pt x="16383" y="33060"/>
                </a:cubicBezTo>
                <a:lnTo>
                  <a:pt x="16383" y="33060"/>
                </a:lnTo>
                <a:cubicBezTo>
                  <a:pt x="16387" y="33103"/>
                  <a:pt x="16392" y="33144"/>
                  <a:pt x="16395" y="33186"/>
                </a:cubicBezTo>
                <a:lnTo>
                  <a:pt x="16513" y="33131"/>
                </a:lnTo>
                <a:lnTo>
                  <a:pt x="16513" y="33009"/>
                </a:lnTo>
                <a:close/>
                <a:moveTo>
                  <a:pt x="17131" y="32891"/>
                </a:moveTo>
                <a:cubicBezTo>
                  <a:pt x="17131" y="32950"/>
                  <a:pt x="17116" y="33009"/>
                  <a:pt x="17101" y="33053"/>
                </a:cubicBezTo>
                <a:cubicBezTo>
                  <a:pt x="17028" y="33112"/>
                  <a:pt x="16954" y="33156"/>
                  <a:pt x="16866" y="33200"/>
                </a:cubicBezTo>
                <a:cubicBezTo>
                  <a:pt x="16895" y="33156"/>
                  <a:pt x="16895" y="33097"/>
                  <a:pt x="16895" y="33039"/>
                </a:cubicBezTo>
                <a:cubicBezTo>
                  <a:pt x="16969" y="32980"/>
                  <a:pt x="17057" y="32950"/>
                  <a:pt x="17131" y="32891"/>
                </a:cubicBezTo>
                <a:close/>
                <a:moveTo>
                  <a:pt x="17381" y="32980"/>
                </a:moveTo>
                <a:cubicBezTo>
                  <a:pt x="17381" y="33009"/>
                  <a:pt x="17351" y="33024"/>
                  <a:pt x="17351" y="33024"/>
                </a:cubicBezTo>
                <a:cubicBezTo>
                  <a:pt x="17337" y="33053"/>
                  <a:pt x="17337" y="33097"/>
                  <a:pt x="17322" y="33112"/>
                </a:cubicBezTo>
                <a:cubicBezTo>
                  <a:pt x="17263" y="33142"/>
                  <a:pt x="17204" y="33200"/>
                  <a:pt x="17131" y="33245"/>
                </a:cubicBezTo>
                <a:cubicBezTo>
                  <a:pt x="17160" y="33186"/>
                  <a:pt x="17160" y="33142"/>
                  <a:pt x="17175" y="33097"/>
                </a:cubicBezTo>
                <a:cubicBezTo>
                  <a:pt x="17248" y="33053"/>
                  <a:pt x="17307" y="33024"/>
                  <a:pt x="17381" y="32980"/>
                </a:cubicBezTo>
                <a:close/>
                <a:moveTo>
                  <a:pt x="17499" y="33053"/>
                </a:moveTo>
                <a:lnTo>
                  <a:pt x="17499" y="33053"/>
                </a:lnTo>
                <a:cubicBezTo>
                  <a:pt x="17469" y="33083"/>
                  <a:pt x="17410" y="33112"/>
                  <a:pt x="17381" y="33156"/>
                </a:cubicBezTo>
                <a:cubicBezTo>
                  <a:pt x="17351" y="33186"/>
                  <a:pt x="17351" y="33200"/>
                  <a:pt x="17337" y="33245"/>
                </a:cubicBezTo>
                <a:cubicBezTo>
                  <a:pt x="17366" y="33230"/>
                  <a:pt x="17410" y="33186"/>
                  <a:pt x="17454" y="33156"/>
                </a:cubicBezTo>
                <a:cubicBezTo>
                  <a:pt x="17469" y="33127"/>
                  <a:pt x="17484" y="33097"/>
                  <a:pt x="17499" y="33053"/>
                </a:cubicBezTo>
                <a:close/>
                <a:moveTo>
                  <a:pt x="16347" y="33080"/>
                </a:moveTo>
                <a:cubicBezTo>
                  <a:pt x="16301" y="33105"/>
                  <a:pt x="16258" y="33133"/>
                  <a:pt x="16218" y="33156"/>
                </a:cubicBezTo>
                <a:lnTo>
                  <a:pt x="16218" y="33303"/>
                </a:lnTo>
                <a:lnTo>
                  <a:pt x="16218" y="33303"/>
                </a:lnTo>
                <a:cubicBezTo>
                  <a:pt x="16270" y="33278"/>
                  <a:pt x="16321" y="33252"/>
                  <a:pt x="16365" y="33230"/>
                </a:cubicBezTo>
                <a:cubicBezTo>
                  <a:pt x="16360" y="33180"/>
                  <a:pt x="16354" y="33130"/>
                  <a:pt x="16347" y="33080"/>
                </a:cubicBezTo>
                <a:close/>
                <a:moveTo>
                  <a:pt x="16822" y="33083"/>
                </a:moveTo>
                <a:cubicBezTo>
                  <a:pt x="16822" y="33127"/>
                  <a:pt x="16807" y="33186"/>
                  <a:pt x="16807" y="33245"/>
                </a:cubicBezTo>
                <a:cubicBezTo>
                  <a:pt x="16733" y="33303"/>
                  <a:pt x="16645" y="33333"/>
                  <a:pt x="16571" y="33392"/>
                </a:cubicBezTo>
                <a:lnTo>
                  <a:pt x="16571" y="33230"/>
                </a:lnTo>
                <a:cubicBezTo>
                  <a:pt x="16660" y="33171"/>
                  <a:pt x="16733" y="33127"/>
                  <a:pt x="16822" y="33083"/>
                </a:cubicBezTo>
                <a:close/>
                <a:moveTo>
                  <a:pt x="17184" y="33317"/>
                </a:moveTo>
                <a:cubicBezTo>
                  <a:pt x="17156" y="33350"/>
                  <a:pt x="17128" y="33381"/>
                  <a:pt x="17099" y="33412"/>
                </a:cubicBezTo>
                <a:lnTo>
                  <a:pt x="17099" y="33412"/>
                </a:lnTo>
                <a:cubicBezTo>
                  <a:pt x="17101" y="33397"/>
                  <a:pt x="17101" y="33385"/>
                  <a:pt x="17101" y="33377"/>
                </a:cubicBezTo>
                <a:lnTo>
                  <a:pt x="17184" y="33317"/>
                </a:lnTo>
                <a:close/>
                <a:moveTo>
                  <a:pt x="17086" y="33171"/>
                </a:moveTo>
                <a:lnTo>
                  <a:pt x="17086" y="33171"/>
                </a:lnTo>
                <a:cubicBezTo>
                  <a:pt x="17057" y="33230"/>
                  <a:pt x="17057" y="33259"/>
                  <a:pt x="17042" y="33318"/>
                </a:cubicBezTo>
                <a:cubicBezTo>
                  <a:pt x="16983" y="33348"/>
                  <a:pt x="16910" y="33406"/>
                  <a:pt x="16836" y="33451"/>
                </a:cubicBezTo>
                <a:cubicBezTo>
                  <a:pt x="16866" y="33392"/>
                  <a:pt x="16866" y="33333"/>
                  <a:pt x="16866" y="33289"/>
                </a:cubicBezTo>
                <a:cubicBezTo>
                  <a:pt x="16939" y="33259"/>
                  <a:pt x="16998" y="33200"/>
                  <a:pt x="17086" y="33171"/>
                </a:cubicBezTo>
                <a:close/>
                <a:moveTo>
                  <a:pt x="17337" y="33348"/>
                </a:moveTo>
                <a:cubicBezTo>
                  <a:pt x="17322" y="33377"/>
                  <a:pt x="17278" y="33392"/>
                  <a:pt x="17263" y="33406"/>
                </a:cubicBezTo>
                <a:cubicBezTo>
                  <a:pt x="17263" y="33421"/>
                  <a:pt x="17248" y="33451"/>
                  <a:pt x="17248" y="33465"/>
                </a:cubicBezTo>
                <a:lnTo>
                  <a:pt x="17322" y="33392"/>
                </a:lnTo>
                <a:cubicBezTo>
                  <a:pt x="17322" y="33377"/>
                  <a:pt x="17336" y="33348"/>
                  <a:pt x="17337" y="33348"/>
                </a:cubicBezTo>
                <a:close/>
                <a:moveTo>
                  <a:pt x="17160" y="33524"/>
                </a:moveTo>
                <a:cubicBezTo>
                  <a:pt x="17152" y="33528"/>
                  <a:pt x="17145" y="33532"/>
                  <a:pt x="17139" y="33537"/>
                </a:cubicBezTo>
                <a:lnTo>
                  <a:pt x="17139" y="33537"/>
                </a:lnTo>
                <a:cubicBezTo>
                  <a:pt x="17146" y="33533"/>
                  <a:pt x="17153" y="33529"/>
                  <a:pt x="17160" y="33524"/>
                </a:cubicBezTo>
                <a:close/>
                <a:moveTo>
                  <a:pt x="16050" y="33248"/>
                </a:moveTo>
                <a:cubicBezTo>
                  <a:pt x="16058" y="33292"/>
                  <a:pt x="16065" y="33335"/>
                  <a:pt x="16071" y="33377"/>
                </a:cubicBezTo>
                <a:cubicBezTo>
                  <a:pt x="16100" y="33363"/>
                  <a:pt x="16131" y="33347"/>
                  <a:pt x="16164" y="33331"/>
                </a:cubicBezTo>
                <a:lnTo>
                  <a:pt x="16164" y="33331"/>
                </a:lnTo>
                <a:cubicBezTo>
                  <a:pt x="16166" y="33352"/>
                  <a:pt x="16169" y="33373"/>
                  <a:pt x="16174" y="33392"/>
                </a:cubicBezTo>
                <a:lnTo>
                  <a:pt x="15894" y="33554"/>
                </a:lnTo>
                <a:cubicBezTo>
                  <a:pt x="15865" y="33480"/>
                  <a:pt x="15865" y="33406"/>
                  <a:pt x="15865" y="33348"/>
                </a:cubicBezTo>
                <a:cubicBezTo>
                  <a:pt x="15922" y="33310"/>
                  <a:pt x="15985" y="33278"/>
                  <a:pt x="16050" y="33248"/>
                </a:cubicBezTo>
                <a:close/>
                <a:moveTo>
                  <a:pt x="16513" y="33274"/>
                </a:moveTo>
                <a:lnTo>
                  <a:pt x="16513" y="33465"/>
                </a:lnTo>
                <a:cubicBezTo>
                  <a:pt x="16424" y="33524"/>
                  <a:pt x="16321" y="33568"/>
                  <a:pt x="16248" y="33613"/>
                </a:cubicBezTo>
                <a:cubicBezTo>
                  <a:pt x="16233" y="33539"/>
                  <a:pt x="16233" y="33480"/>
                  <a:pt x="16233" y="33421"/>
                </a:cubicBezTo>
                <a:cubicBezTo>
                  <a:pt x="16248" y="33406"/>
                  <a:pt x="16292" y="33392"/>
                  <a:pt x="16307" y="33392"/>
                </a:cubicBezTo>
                <a:cubicBezTo>
                  <a:pt x="16380" y="33348"/>
                  <a:pt x="16439" y="33318"/>
                  <a:pt x="16513" y="33274"/>
                </a:cubicBezTo>
                <a:close/>
                <a:moveTo>
                  <a:pt x="16807" y="33333"/>
                </a:moveTo>
                <a:cubicBezTo>
                  <a:pt x="16807" y="33392"/>
                  <a:pt x="16792" y="33451"/>
                  <a:pt x="16763" y="33495"/>
                </a:cubicBezTo>
                <a:cubicBezTo>
                  <a:pt x="16689" y="33554"/>
                  <a:pt x="16616" y="33598"/>
                  <a:pt x="16542" y="33642"/>
                </a:cubicBezTo>
                <a:cubicBezTo>
                  <a:pt x="16542" y="33598"/>
                  <a:pt x="16571" y="33539"/>
                  <a:pt x="16571" y="33480"/>
                </a:cubicBezTo>
                <a:cubicBezTo>
                  <a:pt x="16645" y="33421"/>
                  <a:pt x="16733" y="33392"/>
                  <a:pt x="16807" y="33333"/>
                </a:cubicBezTo>
                <a:close/>
                <a:moveTo>
                  <a:pt x="17013" y="33406"/>
                </a:moveTo>
                <a:lnTo>
                  <a:pt x="17013" y="33406"/>
                </a:lnTo>
                <a:cubicBezTo>
                  <a:pt x="16983" y="33465"/>
                  <a:pt x="16969" y="33495"/>
                  <a:pt x="16954" y="33554"/>
                </a:cubicBezTo>
                <a:cubicBezTo>
                  <a:pt x="16895" y="33598"/>
                  <a:pt x="16836" y="33642"/>
                  <a:pt x="16763" y="33686"/>
                </a:cubicBezTo>
                <a:cubicBezTo>
                  <a:pt x="16807" y="33627"/>
                  <a:pt x="16822" y="33598"/>
                  <a:pt x="16822" y="33539"/>
                </a:cubicBezTo>
                <a:cubicBezTo>
                  <a:pt x="16895" y="33495"/>
                  <a:pt x="16954" y="33451"/>
                  <a:pt x="17013" y="33406"/>
                </a:cubicBezTo>
                <a:close/>
                <a:moveTo>
                  <a:pt x="15791" y="33377"/>
                </a:moveTo>
                <a:cubicBezTo>
                  <a:pt x="15791" y="33451"/>
                  <a:pt x="15806" y="33495"/>
                  <a:pt x="15806" y="33554"/>
                </a:cubicBezTo>
                <a:cubicBezTo>
                  <a:pt x="15762" y="33568"/>
                  <a:pt x="15718" y="33613"/>
                  <a:pt x="15659" y="33627"/>
                </a:cubicBezTo>
                <a:cubicBezTo>
                  <a:pt x="15615" y="33642"/>
                  <a:pt x="15571" y="33686"/>
                  <a:pt x="15512" y="33701"/>
                </a:cubicBezTo>
                <a:cubicBezTo>
                  <a:pt x="15512" y="33671"/>
                  <a:pt x="15512" y="33613"/>
                  <a:pt x="15497" y="33539"/>
                </a:cubicBezTo>
                <a:cubicBezTo>
                  <a:pt x="15585" y="33480"/>
                  <a:pt x="15688" y="33421"/>
                  <a:pt x="15791" y="33377"/>
                </a:cubicBezTo>
                <a:close/>
                <a:moveTo>
                  <a:pt x="17139" y="33537"/>
                </a:moveTo>
                <a:lnTo>
                  <a:pt x="17139" y="33537"/>
                </a:lnTo>
                <a:cubicBezTo>
                  <a:pt x="17099" y="33559"/>
                  <a:pt x="17053" y="33575"/>
                  <a:pt x="17028" y="33613"/>
                </a:cubicBezTo>
                <a:cubicBezTo>
                  <a:pt x="17028" y="33627"/>
                  <a:pt x="17013" y="33671"/>
                  <a:pt x="16983" y="33701"/>
                </a:cubicBezTo>
                <a:lnTo>
                  <a:pt x="17101" y="33598"/>
                </a:lnTo>
                <a:cubicBezTo>
                  <a:pt x="17112" y="33566"/>
                  <a:pt x="17123" y="33549"/>
                  <a:pt x="17139" y="33537"/>
                </a:cubicBezTo>
                <a:close/>
                <a:moveTo>
                  <a:pt x="16159" y="33465"/>
                </a:moveTo>
                <a:lnTo>
                  <a:pt x="16159" y="33642"/>
                </a:lnTo>
                <a:cubicBezTo>
                  <a:pt x="16145" y="33657"/>
                  <a:pt x="16130" y="33657"/>
                  <a:pt x="16100" y="33686"/>
                </a:cubicBezTo>
                <a:cubicBezTo>
                  <a:pt x="16027" y="33716"/>
                  <a:pt x="15953" y="33774"/>
                  <a:pt x="15880" y="33804"/>
                </a:cubicBezTo>
                <a:lnTo>
                  <a:pt x="15880" y="33613"/>
                </a:lnTo>
                <a:cubicBezTo>
                  <a:pt x="15983" y="33554"/>
                  <a:pt x="16071" y="33495"/>
                  <a:pt x="16159" y="33465"/>
                </a:cubicBezTo>
                <a:close/>
                <a:moveTo>
                  <a:pt x="16802" y="33751"/>
                </a:moveTo>
                <a:lnTo>
                  <a:pt x="16802" y="33751"/>
                </a:lnTo>
                <a:cubicBezTo>
                  <a:pt x="16784" y="33773"/>
                  <a:pt x="16766" y="33794"/>
                  <a:pt x="16748" y="33816"/>
                </a:cubicBezTo>
                <a:lnTo>
                  <a:pt x="16748" y="33816"/>
                </a:lnTo>
                <a:cubicBezTo>
                  <a:pt x="16748" y="33789"/>
                  <a:pt x="16748" y="33789"/>
                  <a:pt x="16763" y="33774"/>
                </a:cubicBezTo>
                <a:lnTo>
                  <a:pt x="16802" y="33751"/>
                </a:lnTo>
                <a:close/>
                <a:moveTo>
                  <a:pt x="16498" y="33524"/>
                </a:moveTo>
                <a:cubicBezTo>
                  <a:pt x="16498" y="33568"/>
                  <a:pt x="16468" y="33627"/>
                  <a:pt x="16468" y="33686"/>
                </a:cubicBezTo>
                <a:cubicBezTo>
                  <a:pt x="16395" y="33745"/>
                  <a:pt x="16307" y="33789"/>
                  <a:pt x="16233" y="33833"/>
                </a:cubicBezTo>
                <a:lnTo>
                  <a:pt x="16233" y="33671"/>
                </a:lnTo>
                <a:cubicBezTo>
                  <a:pt x="16307" y="33627"/>
                  <a:pt x="16395" y="33568"/>
                  <a:pt x="16498" y="33524"/>
                </a:cubicBezTo>
                <a:close/>
                <a:moveTo>
                  <a:pt x="16748" y="33583"/>
                </a:moveTo>
                <a:cubicBezTo>
                  <a:pt x="16733" y="33642"/>
                  <a:pt x="16719" y="33701"/>
                  <a:pt x="16719" y="33745"/>
                </a:cubicBezTo>
                <a:cubicBezTo>
                  <a:pt x="16645" y="33789"/>
                  <a:pt x="16571" y="33833"/>
                  <a:pt x="16498" y="33892"/>
                </a:cubicBezTo>
                <a:cubicBezTo>
                  <a:pt x="16513" y="33833"/>
                  <a:pt x="16513" y="33774"/>
                  <a:pt x="16527" y="33745"/>
                </a:cubicBezTo>
                <a:cubicBezTo>
                  <a:pt x="16601" y="33686"/>
                  <a:pt x="16674" y="33642"/>
                  <a:pt x="16748" y="33583"/>
                </a:cubicBezTo>
                <a:close/>
                <a:moveTo>
                  <a:pt x="16983" y="33774"/>
                </a:moveTo>
                <a:cubicBezTo>
                  <a:pt x="16969" y="33789"/>
                  <a:pt x="16939" y="33819"/>
                  <a:pt x="16910" y="33833"/>
                </a:cubicBezTo>
                <a:cubicBezTo>
                  <a:pt x="16895" y="33848"/>
                  <a:pt x="16895" y="33863"/>
                  <a:pt x="16880" y="33892"/>
                </a:cubicBezTo>
                <a:lnTo>
                  <a:pt x="16954" y="33819"/>
                </a:lnTo>
                <a:cubicBezTo>
                  <a:pt x="16969" y="33819"/>
                  <a:pt x="16983" y="33789"/>
                  <a:pt x="16983" y="33774"/>
                </a:cubicBezTo>
                <a:close/>
                <a:moveTo>
                  <a:pt x="15424" y="33568"/>
                </a:moveTo>
                <a:cubicBezTo>
                  <a:pt x="15424" y="33642"/>
                  <a:pt x="15438" y="33701"/>
                  <a:pt x="15438" y="33774"/>
                </a:cubicBezTo>
                <a:cubicBezTo>
                  <a:pt x="15394" y="33819"/>
                  <a:pt x="15335" y="33833"/>
                  <a:pt x="15276" y="33863"/>
                </a:cubicBezTo>
                <a:cubicBezTo>
                  <a:pt x="15232" y="33892"/>
                  <a:pt x="15203" y="33922"/>
                  <a:pt x="15144" y="33936"/>
                </a:cubicBezTo>
                <a:cubicBezTo>
                  <a:pt x="15173" y="33892"/>
                  <a:pt x="15173" y="33819"/>
                  <a:pt x="15144" y="33745"/>
                </a:cubicBezTo>
                <a:lnTo>
                  <a:pt x="15424" y="33568"/>
                </a:lnTo>
                <a:close/>
                <a:moveTo>
                  <a:pt x="16807" y="33966"/>
                </a:moveTo>
                <a:cubicBezTo>
                  <a:pt x="16788" y="33966"/>
                  <a:pt x="16775" y="33971"/>
                  <a:pt x="16765" y="33981"/>
                </a:cubicBezTo>
                <a:lnTo>
                  <a:pt x="16765" y="33981"/>
                </a:lnTo>
                <a:cubicBezTo>
                  <a:pt x="16778" y="33975"/>
                  <a:pt x="16791" y="33970"/>
                  <a:pt x="16807" y="33966"/>
                </a:cubicBezTo>
                <a:close/>
                <a:moveTo>
                  <a:pt x="15806" y="33642"/>
                </a:moveTo>
                <a:lnTo>
                  <a:pt x="15806" y="33833"/>
                </a:lnTo>
                <a:lnTo>
                  <a:pt x="15541" y="33995"/>
                </a:lnTo>
                <a:lnTo>
                  <a:pt x="15541" y="33819"/>
                </a:lnTo>
                <a:cubicBezTo>
                  <a:pt x="15585" y="33774"/>
                  <a:pt x="15644" y="33745"/>
                  <a:pt x="15703" y="33716"/>
                </a:cubicBezTo>
                <a:cubicBezTo>
                  <a:pt x="15733" y="33701"/>
                  <a:pt x="15777" y="33686"/>
                  <a:pt x="15806" y="33642"/>
                </a:cubicBezTo>
                <a:close/>
                <a:moveTo>
                  <a:pt x="16159" y="33716"/>
                </a:moveTo>
                <a:cubicBezTo>
                  <a:pt x="16159" y="33774"/>
                  <a:pt x="16159" y="33833"/>
                  <a:pt x="16145" y="33907"/>
                </a:cubicBezTo>
                <a:cubicBezTo>
                  <a:pt x="16086" y="33936"/>
                  <a:pt x="16012" y="33980"/>
                  <a:pt x="15953" y="34010"/>
                </a:cubicBezTo>
                <a:cubicBezTo>
                  <a:pt x="15939" y="34025"/>
                  <a:pt x="15924" y="34025"/>
                  <a:pt x="15880" y="34054"/>
                </a:cubicBezTo>
                <a:cubicBezTo>
                  <a:pt x="15880" y="33995"/>
                  <a:pt x="15909" y="33922"/>
                  <a:pt x="15880" y="33863"/>
                </a:cubicBezTo>
                <a:cubicBezTo>
                  <a:pt x="15983" y="33819"/>
                  <a:pt x="16056" y="33774"/>
                  <a:pt x="16145" y="33716"/>
                </a:cubicBezTo>
                <a:close/>
                <a:moveTo>
                  <a:pt x="16454" y="33774"/>
                </a:moveTo>
                <a:cubicBezTo>
                  <a:pt x="16439" y="33833"/>
                  <a:pt x="16439" y="33877"/>
                  <a:pt x="16410" y="33936"/>
                </a:cubicBezTo>
                <a:cubicBezTo>
                  <a:pt x="16351" y="33995"/>
                  <a:pt x="16277" y="34054"/>
                  <a:pt x="16203" y="34083"/>
                </a:cubicBezTo>
                <a:cubicBezTo>
                  <a:pt x="16203" y="34025"/>
                  <a:pt x="16218" y="33980"/>
                  <a:pt x="16218" y="33922"/>
                </a:cubicBezTo>
                <a:cubicBezTo>
                  <a:pt x="16292" y="33863"/>
                  <a:pt x="16380" y="33833"/>
                  <a:pt x="16454" y="33774"/>
                </a:cubicBezTo>
                <a:close/>
                <a:moveTo>
                  <a:pt x="16660" y="33848"/>
                </a:moveTo>
                <a:lnTo>
                  <a:pt x="16660" y="33848"/>
                </a:lnTo>
                <a:cubicBezTo>
                  <a:pt x="16645" y="33907"/>
                  <a:pt x="16616" y="33936"/>
                  <a:pt x="16601" y="33980"/>
                </a:cubicBezTo>
                <a:cubicBezTo>
                  <a:pt x="16542" y="34010"/>
                  <a:pt x="16498" y="34069"/>
                  <a:pt x="16424" y="34113"/>
                </a:cubicBezTo>
                <a:cubicBezTo>
                  <a:pt x="16454" y="34069"/>
                  <a:pt x="16454" y="34039"/>
                  <a:pt x="16468" y="33980"/>
                </a:cubicBezTo>
                <a:cubicBezTo>
                  <a:pt x="16527" y="33936"/>
                  <a:pt x="16601" y="33892"/>
                  <a:pt x="16660" y="33848"/>
                </a:cubicBezTo>
                <a:close/>
                <a:moveTo>
                  <a:pt x="16765" y="33981"/>
                </a:moveTo>
                <a:cubicBezTo>
                  <a:pt x="16731" y="33997"/>
                  <a:pt x="16707" y="34022"/>
                  <a:pt x="16674" y="34054"/>
                </a:cubicBezTo>
                <a:cubicBezTo>
                  <a:pt x="16674" y="34069"/>
                  <a:pt x="16660" y="34113"/>
                  <a:pt x="16645" y="34142"/>
                </a:cubicBezTo>
                <a:lnTo>
                  <a:pt x="16748" y="34039"/>
                </a:lnTo>
                <a:cubicBezTo>
                  <a:pt x="16748" y="34014"/>
                  <a:pt x="16753" y="33993"/>
                  <a:pt x="16765" y="33981"/>
                </a:cubicBezTo>
                <a:close/>
                <a:moveTo>
                  <a:pt x="15100" y="33789"/>
                </a:moveTo>
                <a:cubicBezTo>
                  <a:pt x="15100" y="33863"/>
                  <a:pt x="15114" y="33922"/>
                  <a:pt x="15114" y="33995"/>
                </a:cubicBezTo>
                <a:cubicBezTo>
                  <a:pt x="15026" y="34054"/>
                  <a:pt x="14923" y="34113"/>
                  <a:pt x="14835" y="34186"/>
                </a:cubicBezTo>
                <a:cubicBezTo>
                  <a:pt x="14835" y="34083"/>
                  <a:pt x="14820" y="34039"/>
                  <a:pt x="14820" y="33966"/>
                </a:cubicBezTo>
                <a:lnTo>
                  <a:pt x="15100" y="33789"/>
                </a:lnTo>
                <a:close/>
                <a:moveTo>
                  <a:pt x="15468" y="33848"/>
                </a:moveTo>
                <a:cubicBezTo>
                  <a:pt x="15468" y="33907"/>
                  <a:pt x="15482" y="33980"/>
                  <a:pt x="15482" y="34039"/>
                </a:cubicBezTo>
                <a:lnTo>
                  <a:pt x="15203" y="34201"/>
                </a:lnTo>
                <a:cubicBezTo>
                  <a:pt x="15203" y="34142"/>
                  <a:pt x="15203" y="34083"/>
                  <a:pt x="15188" y="34010"/>
                </a:cubicBezTo>
                <a:cubicBezTo>
                  <a:pt x="15247" y="33980"/>
                  <a:pt x="15276" y="33966"/>
                  <a:pt x="15335" y="33922"/>
                </a:cubicBezTo>
                <a:cubicBezTo>
                  <a:pt x="15365" y="33907"/>
                  <a:pt x="15424" y="33863"/>
                  <a:pt x="15468" y="33848"/>
                </a:cubicBezTo>
                <a:close/>
                <a:moveTo>
                  <a:pt x="16417" y="34219"/>
                </a:moveTo>
                <a:lnTo>
                  <a:pt x="16417" y="34219"/>
                </a:lnTo>
                <a:cubicBezTo>
                  <a:pt x="16409" y="34227"/>
                  <a:pt x="16402" y="34236"/>
                  <a:pt x="16395" y="34244"/>
                </a:cubicBezTo>
                <a:lnTo>
                  <a:pt x="16395" y="34244"/>
                </a:lnTo>
                <a:cubicBezTo>
                  <a:pt x="16395" y="34240"/>
                  <a:pt x="16395" y="34235"/>
                  <a:pt x="16395" y="34231"/>
                </a:cubicBezTo>
                <a:cubicBezTo>
                  <a:pt x="16402" y="34227"/>
                  <a:pt x="16409" y="34223"/>
                  <a:pt x="16417" y="34219"/>
                </a:cubicBezTo>
                <a:close/>
                <a:moveTo>
                  <a:pt x="15836" y="33907"/>
                </a:moveTo>
                <a:lnTo>
                  <a:pt x="15836" y="34083"/>
                </a:lnTo>
                <a:lnTo>
                  <a:pt x="15556" y="34260"/>
                </a:lnTo>
                <a:lnTo>
                  <a:pt x="15556" y="34069"/>
                </a:lnTo>
                <a:lnTo>
                  <a:pt x="15836" y="33907"/>
                </a:lnTo>
                <a:close/>
                <a:moveTo>
                  <a:pt x="16159" y="33995"/>
                </a:moveTo>
                <a:cubicBezTo>
                  <a:pt x="16159" y="34054"/>
                  <a:pt x="16145" y="34113"/>
                  <a:pt x="16145" y="34157"/>
                </a:cubicBezTo>
                <a:cubicBezTo>
                  <a:pt x="16027" y="34201"/>
                  <a:pt x="15953" y="34260"/>
                  <a:pt x="15880" y="34304"/>
                </a:cubicBezTo>
                <a:cubicBezTo>
                  <a:pt x="15880" y="34260"/>
                  <a:pt x="15894" y="34201"/>
                  <a:pt x="15894" y="34142"/>
                </a:cubicBezTo>
                <a:lnTo>
                  <a:pt x="16012" y="34083"/>
                </a:lnTo>
                <a:cubicBezTo>
                  <a:pt x="16071" y="34054"/>
                  <a:pt x="16100" y="34025"/>
                  <a:pt x="16159" y="33995"/>
                </a:cubicBezTo>
                <a:close/>
                <a:moveTo>
                  <a:pt x="16395" y="34054"/>
                </a:moveTo>
                <a:lnTo>
                  <a:pt x="16395" y="34054"/>
                </a:lnTo>
                <a:cubicBezTo>
                  <a:pt x="16380" y="34113"/>
                  <a:pt x="16365" y="34142"/>
                  <a:pt x="16365" y="34201"/>
                </a:cubicBezTo>
                <a:cubicBezTo>
                  <a:pt x="16277" y="34231"/>
                  <a:pt x="16218" y="34289"/>
                  <a:pt x="16145" y="34348"/>
                </a:cubicBezTo>
                <a:cubicBezTo>
                  <a:pt x="16159" y="34289"/>
                  <a:pt x="16159" y="34231"/>
                  <a:pt x="16174" y="34201"/>
                </a:cubicBezTo>
                <a:cubicBezTo>
                  <a:pt x="16248" y="34142"/>
                  <a:pt x="16321" y="34113"/>
                  <a:pt x="16395" y="34054"/>
                </a:cubicBezTo>
                <a:close/>
                <a:moveTo>
                  <a:pt x="16616" y="34231"/>
                </a:moveTo>
                <a:lnTo>
                  <a:pt x="16616" y="34231"/>
                </a:lnTo>
                <a:cubicBezTo>
                  <a:pt x="16601" y="34260"/>
                  <a:pt x="16557" y="34275"/>
                  <a:pt x="16542" y="34289"/>
                </a:cubicBezTo>
                <a:cubicBezTo>
                  <a:pt x="16542" y="34304"/>
                  <a:pt x="16527" y="34334"/>
                  <a:pt x="16527" y="34348"/>
                </a:cubicBezTo>
                <a:cubicBezTo>
                  <a:pt x="16571" y="34334"/>
                  <a:pt x="16586" y="34289"/>
                  <a:pt x="16601" y="34275"/>
                </a:cubicBezTo>
                <a:cubicBezTo>
                  <a:pt x="16601" y="34260"/>
                  <a:pt x="16615" y="34231"/>
                  <a:pt x="16616" y="34231"/>
                </a:cubicBezTo>
                <a:close/>
                <a:moveTo>
                  <a:pt x="14747" y="33995"/>
                </a:moveTo>
                <a:cubicBezTo>
                  <a:pt x="14747" y="34069"/>
                  <a:pt x="14761" y="34128"/>
                  <a:pt x="14761" y="34201"/>
                </a:cubicBezTo>
                <a:cubicBezTo>
                  <a:pt x="14673" y="34260"/>
                  <a:pt x="14585" y="34304"/>
                  <a:pt x="14511" y="34378"/>
                </a:cubicBezTo>
                <a:cubicBezTo>
                  <a:pt x="14511" y="34334"/>
                  <a:pt x="14511" y="34275"/>
                  <a:pt x="14482" y="34201"/>
                </a:cubicBezTo>
                <a:lnTo>
                  <a:pt x="14482" y="34157"/>
                </a:lnTo>
                <a:cubicBezTo>
                  <a:pt x="14585" y="34113"/>
                  <a:pt x="14673" y="34054"/>
                  <a:pt x="14747" y="33995"/>
                </a:cubicBezTo>
                <a:close/>
                <a:moveTo>
                  <a:pt x="15129" y="34054"/>
                </a:moveTo>
                <a:cubicBezTo>
                  <a:pt x="15129" y="34128"/>
                  <a:pt x="15144" y="34186"/>
                  <a:pt x="15144" y="34260"/>
                </a:cubicBezTo>
                <a:cubicBezTo>
                  <a:pt x="15056" y="34304"/>
                  <a:pt x="14967" y="34363"/>
                  <a:pt x="14879" y="34437"/>
                </a:cubicBezTo>
                <a:cubicBezTo>
                  <a:pt x="14850" y="34363"/>
                  <a:pt x="14850" y="34304"/>
                  <a:pt x="14850" y="34231"/>
                </a:cubicBezTo>
                <a:cubicBezTo>
                  <a:pt x="14953" y="34186"/>
                  <a:pt x="15041" y="34128"/>
                  <a:pt x="15129" y="34054"/>
                </a:cubicBezTo>
                <a:close/>
                <a:moveTo>
                  <a:pt x="15482" y="34128"/>
                </a:moveTo>
                <a:lnTo>
                  <a:pt x="15482" y="34304"/>
                </a:lnTo>
                <a:cubicBezTo>
                  <a:pt x="15438" y="34334"/>
                  <a:pt x="15394" y="34363"/>
                  <a:pt x="15350" y="34378"/>
                </a:cubicBezTo>
                <a:cubicBezTo>
                  <a:pt x="15291" y="34422"/>
                  <a:pt x="15262" y="34437"/>
                  <a:pt x="15203" y="34481"/>
                </a:cubicBezTo>
                <a:cubicBezTo>
                  <a:pt x="15217" y="34422"/>
                  <a:pt x="15217" y="34348"/>
                  <a:pt x="15203" y="34289"/>
                </a:cubicBezTo>
                <a:lnTo>
                  <a:pt x="15482" y="34128"/>
                </a:lnTo>
                <a:close/>
                <a:moveTo>
                  <a:pt x="16290" y="34361"/>
                </a:moveTo>
                <a:cubicBezTo>
                  <a:pt x="16281" y="34372"/>
                  <a:pt x="16272" y="34382"/>
                  <a:pt x="16262" y="34392"/>
                </a:cubicBezTo>
                <a:cubicBezTo>
                  <a:pt x="16239" y="34433"/>
                  <a:pt x="16213" y="34472"/>
                  <a:pt x="16187" y="34510"/>
                </a:cubicBezTo>
                <a:lnTo>
                  <a:pt x="16187" y="34510"/>
                </a:lnTo>
                <a:cubicBezTo>
                  <a:pt x="16209" y="34490"/>
                  <a:pt x="16230" y="34469"/>
                  <a:pt x="16248" y="34451"/>
                </a:cubicBezTo>
                <a:cubicBezTo>
                  <a:pt x="16267" y="34423"/>
                  <a:pt x="16280" y="34394"/>
                  <a:pt x="16290" y="34361"/>
                </a:cubicBezTo>
                <a:close/>
                <a:moveTo>
                  <a:pt x="15806" y="34157"/>
                </a:moveTo>
                <a:cubicBezTo>
                  <a:pt x="15806" y="34216"/>
                  <a:pt x="15806" y="34275"/>
                  <a:pt x="15791" y="34348"/>
                </a:cubicBezTo>
                <a:cubicBezTo>
                  <a:pt x="15718" y="34407"/>
                  <a:pt x="15630" y="34451"/>
                  <a:pt x="15556" y="34510"/>
                </a:cubicBezTo>
                <a:lnTo>
                  <a:pt x="15556" y="34334"/>
                </a:lnTo>
                <a:cubicBezTo>
                  <a:pt x="15644" y="34275"/>
                  <a:pt x="15733" y="34216"/>
                  <a:pt x="15806" y="34157"/>
                </a:cubicBezTo>
                <a:close/>
                <a:moveTo>
                  <a:pt x="16100" y="34231"/>
                </a:moveTo>
                <a:cubicBezTo>
                  <a:pt x="16086" y="34289"/>
                  <a:pt x="16086" y="34348"/>
                  <a:pt x="16071" y="34392"/>
                </a:cubicBezTo>
                <a:cubicBezTo>
                  <a:pt x="15997" y="34451"/>
                  <a:pt x="15924" y="34495"/>
                  <a:pt x="15850" y="34554"/>
                </a:cubicBezTo>
                <a:cubicBezTo>
                  <a:pt x="15850" y="34495"/>
                  <a:pt x="15865" y="34437"/>
                  <a:pt x="15865" y="34378"/>
                </a:cubicBezTo>
                <a:cubicBezTo>
                  <a:pt x="15939" y="34319"/>
                  <a:pt x="16012" y="34275"/>
                  <a:pt x="16100" y="34231"/>
                </a:cubicBezTo>
                <a:close/>
                <a:moveTo>
                  <a:pt x="16439" y="34378"/>
                </a:moveTo>
                <a:cubicBezTo>
                  <a:pt x="16380" y="34407"/>
                  <a:pt x="16351" y="34437"/>
                  <a:pt x="16307" y="34481"/>
                </a:cubicBezTo>
                <a:cubicBezTo>
                  <a:pt x="16292" y="34510"/>
                  <a:pt x="16292" y="34525"/>
                  <a:pt x="16277" y="34569"/>
                </a:cubicBezTo>
                <a:cubicBezTo>
                  <a:pt x="16307" y="34554"/>
                  <a:pt x="16351" y="34510"/>
                  <a:pt x="16380" y="34481"/>
                </a:cubicBezTo>
                <a:cubicBezTo>
                  <a:pt x="16395" y="34451"/>
                  <a:pt x="16424" y="34422"/>
                  <a:pt x="16439" y="34378"/>
                </a:cubicBezTo>
                <a:close/>
                <a:moveTo>
                  <a:pt x="14438" y="34201"/>
                </a:moveTo>
                <a:cubicBezTo>
                  <a:pt x="14438" y="34275"/>
                  <a:pt x="14452" y="34348"/>
                  <a:pt x="14452" y="34407"/>
                </a:cubicBezTo>
                <a:cubicBezTo>
                  <a:pt x="14364" y="34451"/>
                  <a:pt x="14290" y="34525"/>
                  <a:pt x="14187" y="34584"/>
                </a:cubicBezTo>
                <a:cubicBezTo>
                  <a:pt x="14187" y="34525"/>
                  <a:pt x="14187" y="34451"/>
                  <a:pt x="14173" y="34378"/>
                </a:cubicBezTo>
                <a:cubicBezTo>
                  <a:pt x="14261" y="34334"/>
                  <a:pt x="14335" y="34275"/>
                  <a:pt x="14438" y="34201"/>
                </a:cubicBezTo>
                <a:close/>
                <a:moveTo>
                  <a:pt x="14776" y="34275"/>
                </a:moveTo>
                <a:cubicBezTo>
                  <a:pt x="14776" y="34348"/>
                  <a:pt x="14805" y="34392"/>
                  <a:pt x="14805" y="34481"/>
                </a:cubicBezTo>
                <a:cubicBezTo>
                  <a:pt x="14702" y="34525"/>
                  <a:pt x="14614" y="34599"/>
                  <a:pt x="14541" y="34657"/>
                </a:cubicBezTo>
                <a:cubicBezTo>
                  <a:pt x="14541" y="34584"/>
                  <a:pt x="14526" y="34525"/>
                  <a:pt x="14526" y="34451"/>
                </a:cubicBezTo>
                <a:cubicBezTo>
                  <a:pt x="14614" y="34392"/>
                  <a:pt x="14702" y="34334"/>
                  <a:pt x="14776" y="34275"/>
                </a:cubicBezTo>
                <a:close/>
                <a:moveTo>
                  <a:pt x="15144" y="34334"/>
                </a:moveTo>
                <a:lnTo>
                  <a:pt x="15144" y="34510"/>
                </a:lnTo>
                <a:cubicBezTo>
                  <a:pt x="15114" y="34525"/>
                  <a:pt x="15070" y="34569"/>
                  <a:pt x="15041" y="34584"/>
                </a:cubicBezTo>
                <a:cubicBezTo>
                  <a:pt x="14982" y="34628"/>
                  <a:pt x="14923" y="34657"/>
                  <a:pt x="14894" y="34702"/>
                </a:cubicBezTo>
                <a:cubicBezTo>
                  <a:pt x="14879" y="34643"/>
                  <a:pt x="14879" y="34569"/>
                  <a:pt x="14879" y="34510"/>
                </a:cubicBezTo>
                <a:cubicBezTo>
                  <a:pt x="14967" y="34451"/>
                  <a:pt x="15056" y="34378"/>
                  <a:pt x="15144" y="34334"/>
                </a:cubicBezTo>
                <a:close/>
                <a:moveTo>
                  <a:pt x="16054" y="34682"/>
                </a:moveTo>
                <a:cubicBezTo>
                  <a:pt x="16045" y="34693"/>
                  <a:pt x="16036" y="34704"/>
                  <a:pt x="16026" y="34714"/>
                </a:cubicBezTo>
                <a:lnTo>
                  <a:pt x="16026" y="34714"/>
                </a:lnTo>
                <a:cubicBezTo>
                  <a:pt x="16027" y="34710"/>
                  <a:pt x="16027" y="34706"/>
                  <a:pt x="16027" y="34702"/>
                </a:cubicBezTo>
                <a:cubicBezTo>
                  <a:pt x="16036" y="34695"/>
                  <a:pt x="16045" y="34688"/>
                  <a:pt x="16054" y="34682"/>
                </a:cubicBezTo>
                <a:close/>
                <a:moveTo>
                  <a:pt x="15497" y="34378"/>
                </a:moveTo>
                <a:lnTo>
                  <a:pt x="15497" y="34569"/>
                </a:lnTo>
                <a:cubicBezTo>
                  <a:pt x="15409" y="34628"/>
                  <a:pt x="15321" y="34672"/>
                  <a:pt x="15247" y="34746"/>
                </a:cubicBezTo>
                <a:lnTo>
                  <a:pt x="15247" y="34569"/>
                </a:lnTo>
                <a:cubicBezTo>
                  <a:pt x="15276" y="34510"/>
                  <a:pt x="15335" y="34481"/>
                  <a:pt x="15409" y="34437"/>
                </a:cubicBezTo>
                <a:cubicBezTo>
                  <a:pt x="15438" y="34422"/>
                  <a:pt x="15468" y="34407"/>
                  <a:pt x="15497" y="34378"/>
                </a:cubicBezTo>
                <a:close/>
                <a:moveTo>
                  <a:pt x="15791" y="34437"/>
                </a:moveTo>
                <a:cubicBezTo>
                  <a:pt x="15791" y="34495"/>
                  <a:pt x="15777" y="34554"/>
                  <a:pt x="15762" y="34599"/>
                </a:cubicBezTo>
                <a:cubicBezTo>
                  <a:pt x="15718" y="34643"/>
                  <a:pt x="15674" y="34657"/>
                  <a:pt x="15630" y="34702"/>
                </a:cubicBezTo>
                <a:cubicBezTo>
                  <a:pt x="15585" y="34716"/>
                  <a:pt x="15556" y="34746"/>
                  <a:pt x="15512" y="34775"/>
                </a:cubicBezTo>
                <a:cubicBezTo>
                  <a:pt x="15512" y="34716"/>
                  <a:pt x="15527" y="34657"/>
                  <a:pt x="15527" y="34599"/>
                </a:cubicBezTo>
                <a:cubicBezTo>
                  <a:pt x="15630" y="34554"/>
                  <a:pt x="15718" y="34495"/>
                  <a:pt x="15791" y="34437"/>
                </a:cubicBezTo>
                <a:close/>
                <a:moveTo>
                  <a:pt x="16248" y="34672"/>
                </a:moveTo>
                <a:cubicBezTo>
                  <a:pt x="16218" y="34702"/>
                  <a:pt x="16189" y="34716"/>
                  <a:pt x="16174" y="34731"/>
                </a:cubicBezTo>
                <a:cubicBezTo>
                  <a:pt x="16174" y="34746"/>
                  <a:pt x="16159" y="34775"/>
                  <a:pt x="16159" y="34790"/>
                </a:cubicBezTo>
                <a:cubicBezTo>
                  <a:pt x="16203" y="34775"/>
                  <a:pt x="16218" y="34731"/>
                  <a:pt x="16233" y="34716"/>
                </a:cubicBezTo>
                <a:cubicBezTo>
                  <a:pt x="16248" y="34702"/>
                  <a:pt x="16248" y="34702"/>
                  <a:pt x="16248" y="34672"/>
                </a:cubicBezTo>
                <a:close/>
                <a:moveTo>
                  <a:pt x="16027" y="34510"/>
                </a:moveTo>
                <a:lnTo>
                  <a:pt x="16027" y="34510"/>
                </a:lnTo>
                <a:cubicBezTo>
                  <a:pt x="16027" y="34525"/>
                  <a:pt x="16012" y="34569"/>
                  <a:pt x="16012" y="34584"/>
                </a:cubicBezTo>
                <a:cubicBezTo>
                  <a:pt x="16012" y="34599"/>
                  <a:pt x="15997" y="34643"/>
                  <a:pt x="15983" y="34657"/>
                </a:cubicBezTo>
                <a:cubicBezTo>
                  <a:pt x="15924" y="34702"/>
                  <a:pt x="15850" y="34746"/>
                  <a:pt x="15791" y="34805"/>
                </a:cubicBezTo>
                <a:cubicBezTo>
                  <a:pt x="15806" y="34746"/>
                  <a:pt x="15806" y="34702"/>
                  <a:pt x="15836" y="34657"/>
                </a:cubicBezTo>
                <a:cubicBezTo>
                  <a:pt x="15909" y="34599"/>
                  <a:pt x="15983" y="34569"/>
                  <a:pt x="16027" y="34510"/>
                </a:cubicBezTo>
                <a:close/>
                <a:moveTo>
                  <a:pt x="14114" y="34422"/>
                </a:moveTo>
                <a:cubicBezTo>
                  <a:pt x="14114" y="34495"/>
                  <a:pt x="14143" y="34569"/>
                  <a:pt x="14143" y="34643"/>
                </a:cubicBezTo>
                <a:cubicBezTo>
                  <a:pt x="14055" y="34702"/>
                  <a:pt x="13967" y="34760"/>
                  <a:pt x="13893" y="34819"/>
                </a:cubicBezTo>
                <a:cubicBezTo>
                  <a:pt x="13878" y="34746"/>
                  <a:pt x="13878" y="34672"/>
                  <a:pt x="13878" y="34599"/>
                </a:cubicBezTo>
                <a:cubicBezTo>
                  <a:pt x="13952" y="34554"/>
                  <a:pt x="14040" y="34495"/>
                  <a:pt x="14114" y="34422"/>
                </a:cubicBezTo>
                <a:close/>
                <a:moveTo>
                  <a:pt x="14467" y="34495"/>
                </a:moveTo>
                <a:cubicBezTo>
                  <a:pt x="14467" y="34569"/>
                  <a:pt x="14482" y="34643"/>
                  <a:pt x="14482" y="34702"/>
                </a:cubicBezTo>
                <a:cubicBezTo>
                  <a:pt x="14393" y="34746"/>
                  <a:pt x="14320" y="34819"/>
                  <a:pt x="14231" y="34878"/>
                </a:cubicBezTo>
                <a:cubicBezTo>
                  <a:pt x="14217" y="34819"/>
                  <a:pt x="14217" y="34746"/>
                  <a:pt x="14217" y="34672"/>
                </a:cubicBezTo>
                <a:cubicBezTo>
                  <a:pt x="14305" y="34628"/>
                  <a:pt x="14379" y="34554"/>
                  <a:pt x="14467" y="34495"/>
                </a:cubicBezTo>
                <a:close/>
                <a:moveTo>
                  <a:pt x="14805" y="34554"/>
                </a:moveTo>
                <a:cubicBezTo>
                  <a:pt x="14805" y="34628"/>
                  <a:pt x="14805" y="34672"/>
                  <a:pt x="14820" y="34746"/>
                </a:cubicBezTo>
                <a:cubicBezTo>
                  <a:pt x="14732" y="34805"/>
                  <a:pt x="14629" y="34878"/>
                  <a:pt x="14555" y="34937"/>
                </a:cubicBezTo>
                <a:cubicBezTo>
                  <a:pt x="14541" y="34878"/>
                  <a:pt x="14541" y="34805"/>
                  <a:pt x="14541" y="34731"/>
                </a:cubicBezTo>
                <a:cubicBezTo>
                  <a:pt x="14629" y="34672"/>
                  <a:pt x="14732" y="34599"/>
                  <a:pt x="14805" y="34554"/>
                </a:cubicBezTo>
                <a:close/>
                <a:moveTo>
                  <a:pt x="15144" y="34599"/>
                </a:moveTo>
                <a:lnTo>
                  <a:pt x="15144" y="34790"/>
                </a:lnTo>
                <a:cubicBezTo>
                  <a:pt x="15056" y="34849"/>
                  <a:pt x="14982" y="34893"/>
                  <a:pt x="14894" y="34966"/>
                </a:cubicBezTo>
                <a:cubicBezTo>
                  <a:pt x="14894" y="34966"/>
                  <a:pt x="14879" y="34966"/>
                  <a:pt x="14879" y="34996"/>
                </a:cubicBezTo>
                <a:lnTo>
                  <a:pt x="14879" y="34805"/>
                </a:lnTo>
                <a:cubicBezTo>
                  <a:pt x="14953" y="34731"/>
                  <a:pt x="14997" y="34702"/>
                  <a:pt x="15070" y="34657"/>
                </a:cubicBezTo>
                <a:cubicBezTo>
                  <a:pt x="15100" y="34643"/>
                  <a:pt x="15129" y="34628"/>
                  <a:pt x="15144" y="34599"/>
                </a:cubicBezTo>
                <a:close/>
                <a:moveTo>
                  <a:pt x="15482" y="34657"/>
                </a:moveTo>
                <a:cubicBezTo>
                  <a:pt x="15482" y="34716"/>
                  <a:pt x="15468" y="34760"/>
                  <a:pt x="15468" y="34849"/>
                </a:cubicBezTo>
                <a:cubicBezTo>
                  <a:pt x="15365" y="34878"/>
                  <a:pt x="15291" y="34937"/>
                  <a:pt x="15203" y="35011"/>
                </a:cubicBezTo>
                <a:cubicBezTo>
                  <a:pt x="15203" y="34952"/>
                  <a:pt x="15203" y="34893"/>
                  <a:pt x="15217" y="34819"/>
                </a:cubicBezTo>
                <a:cubicBezTo>
                  <a:pt x="15247" y="34819"/>
                  <a:pt x="15247" y="34805"/>
                  <a:pt x="15262" y="34805"/>
                </a:cubicBezTo>
                <a:cubicBezTo>
                  <a:pt x="15335" y="34746"/>
                  <a:pt x="15409" y="34716"/>
                  <a:pt x="15482" y="34657"/>
                </a:cubicBezTo>
                <a:close/>
                <a:moveTo>
                  <a:pt x="15762" y="34716"/>
                </a:moveTo>
                <a:cubicBezTo>
                  <a:pt x="15733" y="34775"/>
                  <a:pt x="15733" y="34819"/>
                  <a:pt x="15718" y="34878"/>
                </a:cubicBezTo>
                <a:cubicBezTo>
                  <a:pt x="15630" y="34922"/>
                  <a:pt x="15556" y="34966"/>
                  <a:pt x="15482" y="35025"/>
                </a:cubicBezTo>
                <a:cubicBezTo>
                  <a:pt x="15497" y="34966"/>
                  <a:pt x="15497" y="34922"/>
                  <a:pt x="15512" y="34863"/>
                </a:cubicBezTo>
                <a:lnTo>
                  <a:pt x="15688" y="34746"/>
                </a:lnTo>
                <a:cubicBezTo>
                  <a:pt x="15703" y="34731"/>
                  <a:pt x="15718" y="34716"/>
                  <a:pt x="15762" y="34716"/>
                </a:cubicBezTo>
                <a:close/>
                <a:moveTo>
                  <a:pt x="15925" y="34829"/>
                </a:moveTo>
                <a:cubicBezTo>
                  <a:pt x="15915" y="34840"/>
                  <a:pt x="15905" y="34852"/>
                  <a:pt x="15894" y="34863"/>
                </a:cubicBezTo>
                <a:cubicBezTo>
                  <a:pt x="15859" y="34920"/>
                  <a:pt x="15819" y="34976"/>
                  <a:pt x="15777" y="35032"/>
                </a:cubicBezTo>
                <a:lnTo>
                  <a:pt x="15777" y="35032"/>
                </a:lnTo>
                <a:cubicBezTo>
                  <a:pt x="15815" y="35002"/>
                  <a:pt x="15851" y="34976"/>
                  <a:pt x="15880" y="34937"/>
                </a:cubicBezTo>
                <a:cubicBezTo>
                  <a:pt x="15891" y="34893"/>
                  <a:pt x="15910" y="34865"/>
                  <a:pt x="15925" y="34829"/>
                </a:cubicBezTo>
                <a:close/>
                <a:moveTo>
                  <a:pt x="16056" y="34863"/>
                </a:moveTo>
                <a:lnTo>
                  <a:pt x="16056" y="34863"/>
                </a:lnTo>
                <a:cubicBezTo>
                  <a:pt x="16012" y="34878"/>
                  <a:pt x="15983" y="34922"/>
                  <a:pt x="15939" y="34952"/>
                </a:cubicBezTo>
                <a:cubicBezTo>
                  <a:pt x="15939" y="34996"/>
                  <a:pt x="15924" y="35011"/>
                  <a:pt x="15909" y="35040"/>
                </a:cubicBezTo>
                <a:lnTo>
                  <a:pt x="16012" y="34937"/>
                </a:lnTo>
                <a:cubicBezTo>
                  <a:pt x="16027" y="34922"/>
                  <a:pt x="16056" y="34878"/>
                  <a:pt x="16056" y="34863"/>
                </a:cubicBezTo>
                <a:close/>
                <a:moveTo>
                  <a:pt x="13819" y="34657"/>
                </a:moveTo>
                <a:cubicBezTo>
                  <a:pt x="13819" y="34731"/>
                  <a:pt x="13834" y="34805"/>
                  <a:pt x="13834" y="34878"/>
                </a:cubicBezTo>
                <a:cubicBezTo>
                  <a:pt x="13761" y="34937"/>
                  <a:pt x="13687" y="35011"/>
                  <a:pt x="13599" y="35069"/>
                </a:cubicBezTo>
                <a:cubicBezTo>
                  <a:pt x="13584" y="34996"/>
                  <a:pt x="13584" y="34922"/>
                  <a:pt x="13584" y="34849"/>
                </a:cubicBezTo>
                <a:cubicBezTo>
                  <a:pt x="13658" y="34790"/>
                  <a:pt x="13731" y="34716"/>
                  <a:pt x="13819" y="34657"/>
                </a:cubicBezTo>
                <a:close/>
                <a:moveTo>
                  <a:pt x="14143" y="34731"/>
                </a:moveTo>
                <a:cubicBezTo>
                  <a:pt x="14143" y="34805"/>
                  <a:pt x="14158" y="34878"/>
                  <a:pt x="14158" y="34952"/>
                </a:cubicBezTo>
                <a:cubicBezTo>
                  <a:pt x="14084" y="35011"/>
                  <a:pt x="13981" y="35084"/>
                  <a:pt x="13922" y="35128"/>
                </a:cubicBezTo>
                <a:cubicBezTo>
                  <a:pt x="13922" y="35069"/>
                  <a:pt x="13893" y="34996"/>
                  <a:pt x="13893" y="34922"/>
                </a:cubicBezTo>
                <a:cubicBezTo>
                  <a:pt x="13967" y="34863"/>
                  <a:pt x="14070" y="34790"/>
                  <a:pt x="14143" y="34731"/>
                </a:cubicBezTo>
                <a:close/>
                <a:moveTo>
                  <a:pt x="15909" y="35158"/>
                </a:moveTo>
                <a:cubicBezTo>
                  <a:pt x="15892" y="35158"/>
                  <a:pt x="15885" y="35163"/>
                  <a:pt x="15879" y="35170"/>
                </a:cubicBezTo>
                <a:lnTo>
                  <a:pt x="15879" y="35170"/>
                </a:lnTo>
                <a:cubicBezTo>
                  <a:pt x="15887" y="35166"/>
                  <a:pt x="15897" y="35162"/>
                  <a:pt x="15909" y="35158"/>
                </a:cubicBezTo>
                <a:close/>
                <a:moveTo>
                  <a:pt x="14482" y="34790"/>
                </a:moveTo>
                <a:lnTo>
                  <a:pt x="14482" y="34996"/>
                </a:lnTo>
                <a:cubicBezTo>
                  <a:pt x="14393" y="35069"/>
                  <a:pt x="14320" y="35114"/>
                  <a:pt x="14231" y="35187"/>
                </a:cubicBezTo>
                <a:lnTo>
                  <a:pt x="14231" y="34966"/>
                </a:lnTo>
                <a:cubicBezTo>
                  <a:pt x="14320" y="34922"/>
                  <a:pt x="14393" y="34849"/>
                  <a:pt x="14482" y="34790"/>
                </a:cubicBezTo>
                <a:close/>
                <a:moveTo>
                  <a:pt x="14820" y="34849"/>
                </a:moveTo>
                <a:lnTo>
                  <a:pt x="14820" y="35025"/>
                </a:lnTo>
                <a:cubicBezTo>
                  <a:pt x="14732" y="35099"/>
                  <a:pt x="14629" y="35158"/>
                  <a:pt x="14555" y="35231"/>
                </a:cubicBezTo>
                <a:lnTo>
                  <a:pt x="14555" y="35025"/>
                </a:lnTo>
                <a:cubicBezTo>
                  <a:pt x="14658" y="34966"/>
                  <a:pt x="14732" y="34893"/>
                  <a:pt x="14820" y="34849"/>
                </a:cubicBezTo>
                <a:close/>
                <a:moveTo>
                  <a:pt x="15129" y="34863"/>
                </a:moveTo>
                <a:cubicBezTo>
                  <a:pt x="15144" y="34937"/>
                  <a:pt x="15144" y="34996"/>
                  <a:pt x="15129" y="35040"/>
                </a:cubicBezTo>
                <a:cubicBezTo>
                  <a:pt x="15114" y="35069"/>
                  <a:pt x="15070" y="35084"/>
                  <a:pt x="15056" y="35099"/>
                </a:cubicBezTo>
                <a:cubicBezTo>
                  <a:pt x="14997" y="35143"/>
                  <a:pt x="14923" y="35187"/>
                  <a:pt x="14879" y="35231"/>
                </a:cubicBezTo>
                <a:lnTo>
                  <a:pt x="14879" y="35040"/>
                </a:lnTo>
                <a:cubicBezTo>
                  <a:pt x="14894" y="35025"/>
                  <a:pt x="14908" y="35025"/>
                  <a:pt x="14923" y="35011"/>
                </a:cubicBezTo>
                <a:cubicBezTo>
                  <a:pt x="14997" y="34952"/>
                  <a:pt x="15056" y="34922"/>
                  <a:pt x="15129" y="34863"/>
                </a:cubicBezTo>
                <a:close/>
                <a:moveTo>
                  <a:pt x="15438" y="34922"/>
                </a:moveTo>
                <a:cubicBezTo>
                  <a:pt x="15424" y="34966"/>
                  <a:pt x="15424" y="35025"/>
                  <a:pt x="15409" y="35084"/>
                </a:cubicBezTo>
                <a:cubicBezTo>
                  <a:pt x="15335" y="35143"/>
                  <a:pt x="15262" y="35187"/>
                  <a:pt x="15173" y="35246"/>
                </a:cubicBezTo>
                <a:cubicBezTo>
                  <a:pt x="15173" y="35187"/>
                  <a:pt x="15188" y="35143"/>
                  <a:pt x="15188" y="35084"/>
                </a:cubicBezTo>
                <a:cubicBezTo>
                  <a:pt x="15276" y="35025"/>
                  <a:pt x="15350" y="34966"/>
                  <a:pt x="15438" y="34922"/>
                </a:cubicBezTo>
                <a:close/>
                <a:moveTo>
                  <a:pt x="15879" y="35170"/>
                </a:moveTo>
                <a:cubicBezTo>
                  <a:pt x="15857" y="35182"/>
                  <a:pt x="15846" y="35195"/>
                  <a:pt x="15836" y="35217"/>
                </a:cubicBezTo>
                <a:cubicBezTo>
                  <a:pt x="15836" y="35231"/>
                  <a:pt x="15806" y="35246"/>
                  <a:pt x="15806" y="35261"/>
                </a:cubicBezTo>
                <a:cubicBezTo>
                  <a:pt x="15836" y="35231"/>
                  <a:pt x="15850" y="35217"/>
                  <a:pt x="15865" y="35187"/>
                </a:cubicBezTo>
                <a:cubicBezTo>
                  <a:pt x="15871" y="35181"/>
                  <a:pt x="15874" y="35175"/>
                  <a:pt x="15879" y="35170"/>
                </a:cubicBezTo>
                <a:close/>
                <a:moveTo>
                  <a:pt x="13510" y="34878"/>
                </a:moveTo>
                <a:cubicBezTo>
                  <a:pt x="13510" y="34952"/>
                  <a:pt x="13525" y="35025"/>
                  <a:pt x="13525" y="35099"/>
                </a:cubicBezTo>
                <a:cubicBezTo>
                  <a:pt x="13452" y="35158"/>
                  <a:pt x="13378" y="35231"/>
                  <a:pt x="13304" y="35290"/>
                </a:cubicBezTo>
                <a:cubicBezTo>
                  <a:pt x="13304" y="35231"/>
                  <a:pt x="13304" y="35158"/>
                  <a:pt x="13290" y="35069"/>
                </a:cubicBezTo>
                <a:cubicBezTo>
                  <a:pt x="13363" y="35011"/>
                  <a:pt x="13437" y="34937"/>
                  <a:pt x="13510" y="34878"/>
                </a:cubicBezTo>
                <a:close/>
                <a:moveTo>
                  <a:pt x="15659" y="34966"/>
                </a:moveTo>
                <a:lnTo>
                  <a:pt x="15659" y="34966"/>
                </a:lnTo>
                <a:cubicBezTo>
                  <a:pt x="15644" y="35025"/>
                  <a:pt x="15630" y="35084"/>
                  <a:pt x="15615" y="35114"/>
                </a:cubicBezTo>
                <a:cubicBezTo>
                  <a:pt x="15556" y="35172"/>
                  <a:pt x="15497" y="35231"/>
                  <a:pt x="15424" y="35290"/>
                </a:cubicBezTo>
                <a:cubicBezTo>
                  <a:pt x="15438" y="35231"/>
                  <a:pt x="15438" y="35172"/>
                  <a:pt x="15468" y="35114"/>
                </a:cubicBezTo>
                <a:cubicBezTo>
                  <a:pt x="15482" y="35099"/>
                  <a:pt x="15497" y="35084"/>
                  <a:pt x="15512" y="35084"/>
                </a:cubicBezTo>
                <a:cubicBezTo>
                  <a:pt x="15571" y="35040"/>
                  <a:pt x="15615" y="35011"/>
                  <a:pt x="15659" y="34966"/>
                </a:cubicBezTo>
                <a:close/>
                <a:moveTo>
                  <a:pt x="15836" y="35040"/>
                </a:moveTo>
                <a:cubicBezTo>
                  <a:pt x="15791" y="35099"/>
                  <a:pt x="15733" y="35143"/>
                  <a:pt x="15688" y="35172"/>
                </a:cubicBezTo>
                <a:cubicBezTo>
                  <a:pt x="15659" y="35231"/>
                  <a:pt x="15644" y="35261"/>
                  <a:pt x="15630" y="35305"/>
                </a:cubicBezTo>
                <a:cubicBezTo>
                  <a:pt x="15688" y="35246"/>
                  <a:pt x="15718" y="35217"/>
                  <a:pt x="15777" y="35172"/>
                </a:cubicBezTo>
                <a:cubicBezTo>
                  <a:pt x="15791" y="35114"/>
                  <a:pt x="15806" y="35084"/>
                  <a:pt x="15836" y="35040"/>
                </a:cubicBezTo>
                <a:close/>
                <a:moveTo>
                  <a:pt x="13849" y="34966"/>
                </a:moveTo>
                <a:cubicBezTo>
                  <a:pt x="13849" y="35025"/>
                  <a:pt x="13849" y="35099"/>
                  <a:pt x="13864" y="35158"/>
                </a:cubicBezTo>
                <a:lnTo>
                  <a:pt x="13864" y="35187"/>
                </a:lnTo>
                <a:cubicBezTo>
                  <a:pt x="13790" y="35246"/>
                  <a:pt x="13716" y="35320"/>
                  <a:pt x="13628" y="35378"/>
                </a:cubicBezTo>
                <a:cubicBezTo>
                  <a:pt x="13628" y="35305"/>
                  <a:pt x="13599" y="35231"/>
                  <a:pt x="13599" y="35158"/>
                </a:cubicBezTo>
                <a:cubicBezTo>
                  <a:pt x="13672" y="35099"/>
                  <a:pt x="13746" y="35025"/>
                  <a:pt x="13849" y="34966"/>
                </a:cubicBezTo>
                <a:close/>
                <a:moveTo>
                  <a:pt x="14158" y="35011"/>
                </a:moveTo>
                <a:lnTo>
                  <a:pt x="14158" y="35231"/>
                </a:lnTo>
                <a:cubicBezTo>
                  <a:pt x="14070" y="35305"/>
                  <a:pt x="13996" y="35364"/>
                  <a:pt x="13922" y="35437"/>
                </a:cubicBezTo>
                <a:lnTo>
                  <a:pt x="13922" y="35217"/>
                </a:lnTo>
                <a:cubicBezTo>
                  <a:pt x="13996" y="35143"/>
                  <a:pt x="14084" y="35084"/>
                  <a:pt x="14158" y="35011"/>
                </a:cubicBezTo>
                <a:close/>
                <a:moveTo>
                  <a:pt x="14482" y="35069"/>
                </a:moveTo>
                <a:lnTo>
                  <a:pt x="14482" y="35261"/>
                </a:lnTo>
                <a:cubicBezTo>
                  <a:pt x="14393" y="35334"/>
                  <a:pt x="14320" y="35393"/>
                  <a:pt x="14231" y="35467"/>
                </a:cubicBezTo>
                <a:lnTo>
                  <a:pt x="14231" y="35261"/>
                </a:lnTo>
                <a:cubicBezTo>
                  <a:pt x="14320" y="35187"/>
                  <a:pt x="14393" y="35143"/>
                  <a:pt x="14482" y="35069"/>
                </a:cubicBezTo>
                <a:close/>
                <a:moveTo>
                  <a:pt x="14820" y="35099"/>
                </a:moveTo>
                <a:cubicBezTo>
                  <a:pt x="14820" y="35158"/>
                  <a:pt x="14820" y="35231"/>
                  <a:pt x="14805" y="35290"/>
                </a:cubicBezTo>
                <a:lnTo>
                  <a:pt x="14761" y="35320"/>
                </a:lnTo>
                <a:lnTo>
                  <a:pt x="14541" y="35481"/>
                </a:lnTo>
                <a:lnTo>
                  <a:pt x="14541" y="35290"/>
                </a:lnTo>
                <a:cubicBezTo>
                  <a:pt x="14629" y="35231"/>
                  <a:pt x="14732" y="35172"/>
                  <a:pt x="14820" y="35099"/>
                </a:cubicBezTo>
                <a:close/>
                <a:moveTo>
                  <a:pt x="15114" y="35128"/>
                </a:moveTo>
                <a:cubicBezTo>
                  <a:pt x="15114" y="35187"/>
                  <a:pt x="15100" y="35261"/>
                  <a:pt x="15100" y="35320"/>
                </a:cubicBezTo>
                <a:cubicBezTo>
                  <a:pt x="15041" y="35378"/>
                  <a:pt x="14967" y="35408"/>
                  <a:pt x="14908" y="35467"/>
                </a:cubicBezTo>
                <a:cubicBezTo>
                  <a:pt x="14894" y="35481"/>
                  <a:pt x="14879" y="35481"/>
                  <a:pt x="14850" y="35496"/>
                </a:cubicBezTo>
                <a:cubicBezTo>
                  <a:pt x="14850" y="35452"/>
                  <a:pt x="14879" y="35378"/>
                  <a:pt x="14879" y="35320"/>
                </a:cubicBezTo>
                <a:lnTo>
                  <a:pt x="15100" y="35158"/>
                </a:lnTo>
                <a:lnTo>
                  <a:pt x="15114" y="35128"/>
                </a:lnTo>
                <a:close/>
                <a:moveTo>
                  <a:pt x="15577" y="35278"/>
                </a:moveTo>
                <a:cubicBezTo>
                  <a:pt x="15560" y="35297"/>
                  <a:pt x="15543" y="35316"/>
                  <a:pt x="15527" y="35334"/>
                </a:cubicBezTo>
                <a:lnTo>
                  <a:pt x="15381" y="35525"/>
                </a:lnTo>
                <a:lnTo>
                  <a:pt x="15381" y="35525"/>
                </a:lnTo>
                <a:cubicBezTo>
                  <a:pt x="15434" y="35476"/>
                  <a:pt x="15488" y="35447"/>
                  <a:pt x="15541" y="35393"/>
                </a:cubicBezTo>
                <a:cubicBezTo>
                  <a:pt x="15553" y="35346"/>
                  <a:pt x="15565" y="35318"/>
                  <a:pt x="15577" y="35278"/>
                </a:cubicBezTo>
                <a:close/>
                <a:moveTo>
                  <a:pt x="15394" y="35187"/>
                </a:moveTo>
                <a:lnTo>
                  <a:pt x="15394" y="35187"/>
                </a:lnTo>
                <a:cubicBezTo>
                  <a:pt x="15365" y="35246"/>
                  <a:pt x="15365" y="35305"/>
                  <a:pt x="15350" y="35364"/>
                </a:cubicBezTo>
                <a:lnTo>
                  <a:pt x="15335" y="35364"/>
                </a:lnTo>
                <a:cubicBezTo>
                  <a:pt x="15262" y="35408"/>
                  <a:pt x="15203" y="35467"/>
                  <a:pt x="15129" y="35526"/>
                </a:cubicBezTo>
                <a:cubicBezTo>
                  <a:pt x="15144" y="35467"/>
                  <a:pt x="15144" y="35408"/>
                  <a:pt x="15173" y="35364"/>
                </a:cubicBezTo>
                <a:lnTo>
                  <a:pt x="15394" y="35187"/>
                </a:lnTo>
                <a:close/>
                <a:moveTo>
                  <a:pt x="15688" y="35334"/>
                </a:moveTo>
                <a:lnTo>
                  <a:pt x="15571" y="35452"/>
                </a:lnTo>
                <a:cubicBezTo>
                  <a:pt x="15571" y="35481"/>
                  <a:pt x="15556" y="35511"/>
                  <a:pt x="15541" y="35540"/>
                </a:cubicBezTo>
                <a:lnTo>
                  <a:pt x="15644" y="35437"/>
                </a:lnTo>
                <a:cubicBezTo>
                  <a:pt x="15659" y="35393"/>
                  <a:pt x="15688" y="35364"/>
                  <a:pt x="15688" y="35334"/>
                </a:cubicBezTo>
                <a:close/>
                <a:moveTo>
                  <a:pt x="13555" y="35217"/>
                </a:moveTo>
                <a:cubicBezTo>
                  <a:pt x="13555" y="35290"/>
                  <a:pt x="13555" y="35364"/>
                  <a:pt x="13569" y="35452"/>
                </a:cubicBezTo>
                <a:cubicBezTo>
                  <a:pt x="13496" y="35526"/>
                  <a:pt x="13422" y="35585"/>
                  <a:pt x="13349" y="35658"/>
                </a:cubicBezTo>
                <a:cubicBezTo>
                  <a:pt x="13334" y="35540"/>
                  <a:pt x="13334" y="35467"/>
                  <a:pt x="13334" y="35393"/>
                </a:cubicBezTo>
                <a:cubicBezTo>
                  <a:pt x="13407" y="35334"/>
                  <a:pt x="13481" y="35261"/>
                  <a:pt x="13555" y="35217"/>
                </a:cubicBezTo>
                <a:close/>
                <a:moveTo>
                  <a:pt x="13864" y="35261"/>
                </a:moveTo>
                <a:lnTo>
                  <a:pt x="13864" y="35481"/>
                </a:lnTo>
                <a:cubicBezTo>
                  <a:pt x="13790" y="35555"/>
                  <a:pt x="13687" y="35614"/>
                  <a:pt x="13628" y="35688"/>
                </a:cubicBezTo>
                <a:lnTo>
                  <a:pt x="13628" y="35599"/>
                </a:lnTo>
                <a:lnTo>
                  <a:pt x="13628" y="35467"/>
                </a:lnTo>
                <a:cubicBezTo>
                  <a:pt x="13702" y="35393"/>
                  <a:pt x="13775" y="35334"/>
                  <a:pt x="13864" y="35261"/>
                </a:cubicBezTo>
                <a:close/>
                <a:moveTo>
                  <a:pt x="14173" y="35305"/>
                </a:moveTo>
                <a:lnTo>
                  <a:pt x="14173" y="35526"/>
                </a:lnTo>
                <a:cubicBezTo>
                  <a:pt x="14084" y="35599"/>
                  <a:pt x="14011" y="35673"/>
                  <a:pt x="13937" y="35732"/>
                </a:cubicBezTo>
                <a:lnTo>
                  <a:pt x="13937" y="35511"/>
                </a:lnTo>
                <a:cubicBezTo>
                  <a:pt x="14011" y="35437"/>
                  <a:pt x="14099" y="35378"/>
                  <a:pt x="14173" y="35305"/>
                </a:cubicBezTo>
                <a:close/>
                <a:moveTo>
                  <a:pt x="15512" y="35629"/>
                </a:moveTo>
                <a:lnTo>
                  <a:pt x="15468" y="35688"/>
                </a:lnTo>
                <a:cubicBezTo>
                  <a:pt x="15468" y="35688"/>
                  <a:pt x="15438" y="35702"/>
                  <a:pt x="15438" y="35732"/>
                </a:cubicBezTo>
                <a:lnTo>
                  <a:pt x="15497" y="35673"/>
                </a:lnTo>
                <a:cubicBezTo>
                  <a:pt x="15497" y="35673"/>
                  <a:pt x="15497" y="35658"/>
                  <a:pt x="15512" y="35629"/>
                </a:cubicBezTo>
                <a:close/>
                <a:moveTo>
                  <a:pt x="14482" y="35364"/>
                </a:moveTo>
                <a:lnTo>
                  <a:pt x="14482" y="35555"/>
                </a:lnTo>
                <a:cubicBezTo>
                  <a:pt x="14393" y="35629"/>
                  <a:pt x="14320" y="35702"/>
                  <a:pt x="14231" y="35776"/>
                </a:cubicBezTo>
                <a:lnTo>
                  <a:pt x="14231" y="35585"/>
                </a:lnTo>
                <a:cubicBezTo>
                  <a:pt x="14320" y="35481"/>
                  <a:pt x="14393" y="35437"/>
                  <a:pt x="14482" y="35364"/>
                </a:cubicBezTo>
                <a:close/>
                <a:moveTo>
                  <a:pt x="14805" y="35393"/>
                </a:moveTo>
                <a:cubicBezTo>
                  <a:pt x="14805" y="35452"/>
                  <a:pt x="14776" y="35526"/>
                  <a:pt x="14776" y="35585"/>
                </a:cubicBezTo>
                <a:cubicBezTo>
                  <a:pt x="14732" y="35614"/>
                  <a:pt x="14688" y="35658"/>
                  <a:pt x="14629" y="35688"/>
                </a:cubicBezTo>
                <a:cubicBezTo>
                  <a:pt x="14599" y="35732"/>
                  <a:pt x="14555" y="35746"/>
                  <a:pt x="14526" y="35776"/>
                </a:cubicBezTo>
                <a:cubicBezTo>
                  <a:pt x="14526" y="35732"/>
                  <a:pt x="14541" y="35658"/>
                  <a:pt x="14541" y="35599"/>
                </a:cubicBezTo>
                <a:cubicBezTo>
                  <a:pt x="14629" y="35526"/>
                  <a:pt x="14702" y="35467"/>
                  <a:pt x="14805" y="35393"/>
                </a:cubicBezTo>
                <a:close/>
                <a:moveTo>
                  <a:pt x="15070" y="35408"/>
                </a:moveTo>
                <a:lnTo>
                  <a:pt x="15070" y="35408"/>
                </a:lnTo>
                <a:cubicBezTo>
                  <a:pt x="15056" y="35467"/>
                  <a:pt x="15056" y="35526"/>
                  <a:pt x="15041" y="35599"/>
                </a:cubicBezTo>
                <a:cubicBezTo>
                  <a:pt x="14967" y="35658"/>
                  <a:pt x="14894" y="35732"/>
                  <a:pt x="14820" y="35776"/>
                </a:cubicBezTo>
                <a:cubicBezTo>
                  <a:pt x="14835" y="35732"/>
                  <a:pt x="14835" y="35673"/>
                  <a:pt x="14835" y="35599"/>
                </a:cubicBezTo>
                <a:cubicBezTo>
                  <a:pt x="14879" y="35585"/>
                  <a:pt x="14908" y="35540"/>
                  <a:pt x="14953" y="35526"/>
                </a:cubicBezTo>
                <a:cubicBezTo>
                  <a:pt x="14982" y="35481"/>
                  <a:pt x="15041" y="35452"/>
                  <a:pt x="15070" y="35408"/>
                </a:cubicBezTo>
                <a:close/>
                <a:moveTo>
                  <a:pt x="15321" y="35452"/>
                </a:moveTo>
                <a:lnTo>
                  <a:pt x="15262" y="35614"/>
                </a:lnTo>
                <a:cubicBezTo>
                  <a:pt x="15217" y="35658"/>
                  <a:pt x="15203" y="35673"/>
                  <a:pt x="15173" y="35688"/>
                </a:cubicBezTo>
                <a:cubicBezTo>
                  <a:pt x="15129" y="35732"/>
                  <a:pt x="15100" y="35761"/>
                  <a:pt x="15056" y="35776"/>
                </a:cubicBezTo>
                <a:cubicBezTo>
                  <a:pt x="15056" y="35761"/>
                  <a:pt x="15056" y="35761"/>
                  <a:pt x="15070" y="35746"/>
                </a:cubicBezTo>
                <a:cubicBezTo>
                  <a:pt x="15100" y="35702"/>
                  <a:pt x="15100" y="35658"/>
                  <a:pt x="15114" y="35614"/>
                </a:cubicBezTo>
                <a:cubicBezTo>
                  <a:pt x="15188" y="35555"/>
                  <a:pt x="15247" y="35511"/>
                  <a:pt x="15321" y="35452"/>
                </a:cubicBezTo>
                <a:close/>
                <a:moveTo>
                  <a:pt x="15468" y="35540"/>
                </a:moveTo>
                <a:lnTo>
                  <a:pt x="15468" y="35540"/>
                </a:lnTo>
                <a:cubicBezTo>
                  <a:pt x="15409" y="35585"/>
                  <a:pt x="15365" y="35629"/>
                  <a:pt x="15321" y="35673"/>
                </a:cubicBezTo>
                <a:cubicBezTo>
                  <a:pt x="15291" y="35732"/>
                  <a:pt x="15276" y="35761"/>
                  <a:pt x="15262" y="35805"/>
                </a:cubicBezTo>
                <a:cubicBezTo>
                  <a:pt x="15291" y="35746"/>
                  <a:pt x="15350" y="35702"/>
                  <a:pt x="15409" y="35673"/>
                </a:cubicBezTo>
                <a:cubicBezTo>
                  <a:pt x="15424" y="35614"/>
                  <a:pt x="15438" y="35585"/>
                  <a:pt x="15468" y="35540"/>
                </a:cubicBezTo>
                <a:close/>
                <a:moveTo>
                  <a:pt x="13555" y="35526"/>
                </a:moveTo>
                <a:lnTo>
                  <a:pt x="13555" y="35614"/>
                </a:lnTo>
                <a:lnTo>
                  <a:pt x="13555" y="35761"/>
                </a:lnTo>
                <a:cubicBezTo>
                  <a:pt x="13481" y="35835"/>
                  <a:pt x="13407" y="35894"/>
                  <a:pt x="13334" y="35967"/>
                </a:cubicBezTo>
                <a:lnTo>
                  <a:pt x="13334" y="35732"/>
                </a:lnTo>
                <a:cubicBezTo>
                  <a:pt x="13407" y="35658"/>
                  <a:pt x="13481" y="35585"/>
                  <a:pt x="13555" y="35526"/>
                </a:cubicBezTo>
                <a:close/>
                <a:moveTo>
                  <a:pt x="13849" y="35585"/>
                </a:moveTo>
                <a:cubicBezTo>
                  <a:pt x="13864" y="35658"/>
                  <a:pt x="13864" y="35732"/>
                  <a:pt x="13849" y="35805"/>
                </a:cubicBezTo>
                <a:cubicBezTo>
                  <a:pt x="13775" y="35879"/>
                  <a:pt x="13672" y="35952"/>
                  <a:pt x="13599" y="36026"/>
                </a:cubicBezTo>
                <a:lnTo>
                  <a:pt x="13599" y="35776"/>
                </a:lnTo>
                <a:cubicBezTo>
                  <a:pt x="13672" y="35702"/>
                  <a:pt x="13746" y="35658"/>
                  <a:pt x="13849" y="35585"/>
                </a:cubicBezTo>
                <a:close/>
                <a:moveTo>
                  <a:pt x="14158" y="35614"/>
                </a:moveTo>
                <a:lnTo>
                  <a:pt x="14158" y="35820"/>
                </a:lnTo>
                <a:cubicBezTo>
                  <a:pt x="14070" y="35894"/>
                  <a:pt x="13996" y="35967"/>
                  <a:pt x="13893" y="36041"/>
                </a:cubicBezTo>
                <a:cubicBezTo>
                  <a:pt x="13893" y="35967"/>
                  <a:pt x="13893" y="35894"/>
                  <a:pt x="13922" y="35820"/>
                </a:cubicBezTo>
                <a:cubicBezTo>
                  <a:pt x="13996" y="35761"/>
                  <a:pt x="14084" y="35688"/>
                  <a:pt x="14158" y="35614"/>
                </a:cubicBezTo>
                <a:close/>
                <a:moveTo>
                  <a:pt x="15291" y="35835"/>
                </a:moveTo>
                <a:lnTo>
                  <a:pt x="15188" y="35952"/>
                </a:lnTo>
                <a:cubicBezTo>
                  <a:pt x="15173" y="35982"/>
                  <a:pt x="15173" y="35997"/>
                  <a:pt x="15144" y="36041"/>
                </a:cubicBezTo>
                <a:lnTo>
                  <a:pt x="15262" y="35923"/>
                </a:lnTo>
                <a:cubicBezTo>
                  <a:pt x="15276" y="35894"/>
                  <a:pt x="15291" y="35879"/>
                  <a:pt x="15291" y="35835"/>
                </a:cubicBezTo>
                <a:close/>
                <a:moveTo>
                  <a:pt x="14482" y="35629"/>
                </a:moveTo>
                <a:cubicBezTo>
                  <a:pt x="14482" y="35702"/>
                  <a:pt x="14467" y="35761"/>
                  <a:pt x="14467" y="35835"/>
                </a:cubicBezTo>
                <a:cubicBezTo>
                  <a:pt x="14379" y="35908"/>
                  <a:pt x="14290" y="35982"/>
                  <a:pt x="14217" y="36055"/>
                </a:cubicBezTo>
                <a:cubicBezTo>
                  <a:pt x="14217" y="35982"/>
                  <a:pt x="14231" y="35923"/>
                  <a:pt x="14231" y="35849"/>
                </a:cubicBezTo>
                <a:cubicBezTo>
                  <a:pt x="14305" y="35776"/>
                  <a:pt x="14393" y="35702"/>
                  <a:pt x="14482" y="35629"/>
                </a:cubicBezTo>
                <a:close/>
                <a:moveTo>
                  <a:pt x="14761" y="35673"/>
                </a:moveTo>
                <a:lnTo>
                  <a:pt x="14761" y="35673"/>
                </a:lnTo>
                <a:cubicBezTo>
                  <a:pt x="14747" y="35732"/>
                  <a:pt x="14747" y="35805"/>
                  <a:pt x="14732" y="35849"/>
                </a:cubicBezTo>
                <a:cubicBezTo>
                  <a:pt x="14658" y="35923"/>
                  <a:pt x="14555" y="35982"/>
                  <a:pt x="14482" y="36055"/>
                </a:cubicBezTo>
                <a:cubicBezTo>
                  <a:pt x="14511" y="35997"/>
                  <a:pt x="14526" y="35923"/>
                  <a:pt x="14526" y="35879"/>
                </a:cubicBezTo>
                <a:cubicBezTo>
                  <a:pt x="14585" y="35835"/>
                  <a:pt x="14629" y="35776"/>
                  <a:pt x="14673" y="35746"/>
                </a:cubicBezTo>
                <a:cubicBezTo>
                  <a:pt x="14702" y="35732"/>
                  <a:pt x="14732" y="35688"/>
                  <a:pt x="14761" y="35673"/>
                </a:cubicBezTo>
                <a:close/>
                <a:moveTo>
                  <a:pt x="15026" y="35702"/>
                </a:moveTo>
                <a:cubicBezTo>
                  <a:pt x="15026" y="35732"/>
                  <a:pt x="15026" y="35732"/>
                  <a:pt x="14997" y="35746"/>
                </a:cubicBezTo>
                <a:cubicBezTo>
                  <a:pt x="14982" y="35805"/>
                  <a:pt x="14967" y="35835"/>
                  <a:pt x="14967" y="35894"/>
                </a:cubicBezTo>
                <a:cubicBezTo>
                  <a:pt x="14894" y="35952"/>
                  <a:pt x="14820" y="35997"/>
                  <a:pt x="14761" y="36055"/>
                </a:cubicBezTo>
                <a:cubicBezTo>
                  <a:pt x="14776" y="35997"/>
                  <a:pt x="14805" y="35952"/>
                  <a:pt x="14805" y="35894"/>
                </a:cubicBezTo>
                <a:cubicBezTo>
                  <a:pt x="14879" y="35835"/>
                  <a:pt x="14953" y="35761"/>
                  <a:pt x="15026" y="35702"/>
                </a:cubicBezTo>
                <a:close/>
                <a:moveTo>
                  <a:pt x="15129" y="36173"/>
                </a:moveTo>
                <a:lnTo>
                  <a:pt x="15070" y="36217"/>
                </a:lnTo>
                <a:cubicBezTo>
                  <a:pt x="15070" y="36247"/>
                  <a:pt x="15056" y="36247"/>
                  <a:pt x="15056" y="36261"/>
                </a:cubicBezTo>
                <a:lnTo>
                  <a:pt x="15114" y="36203"/>
                </a:lnTo>
                <a:cubicBezTo>
                  <a:pt x="15114" y="36188"/>
                  <a:pt x="15114" y="36188"/>
                  <a:pt x="15129" y="36173"/>
                </a:cubicBezTo>
                <a:close/>
                <a:moveTo>
                  <a:pt x="13569" y="35849"/>
                </a:moveTo>
                <a:lnTo>
                  <a:pt x="13569" y="35849"/>
                </a:lnTo>
                <a:cubicBezTo>
                  <a:pt x="13555" y="35923"/>
                  <a:pt x="13555" y="35997"/>
                  <a:pt x="13555" y="36100"/>
                </a:cubicBezTo>
                <a:lnTo>
                  <a:pt x="13334" y="36320"/>
                </a:lnTo>
                <a:cubicBezTo>
                  <a:pt x="13334" y="36232"/>
                  <a:pt x="13349" y="36158"/>
                  <a:pt x="13349" y="36070"/>
                </a:cubicBezTo>
                <a:lnTo>
                  <a:pt x="13349" y="36055"/>
                </a:lnTo>
                <a:cubicBezTo>
                  <a:pt x="13422" y="35982"/>
                  <a:pt x="13496" y="35908"/>
                  <a:pt x="13569" y="35849"/>
                </a:cubicBezTo>
                <a:close/>
                <a:moveTo>
                  <a:pt x="15070" y="36041"/>
                </a:moveTo>
                <a:lnTo>
                  <a:pt x="15056" y="36055"/>
                </a:lnTo>
                <a:cubicBezTo>
                  <a:pt x="14997" y="36100"/>
                  <a:pt x="14953" y="36144"/>
                  <a:pt x="14908" y="36188"/>
                </a:cubicBezTo>
                <a:cubicBezTo>
                  <a:pt x="14908" y="36247"/>
                  <a:pt x="14894" y="36276"/>
                  <a:pt x="14879" y="36320"/>
                </a:cubicBezTo>
                <a:cubicBezTo>
                  <a:pt x="14923" y="36276"/>
                  <a:pt x="14967" y="36217"/>
                  <a:pt x="15026" y="36173"/>
                </a:cubicBezTo>
                <a:cubicBezTo>
                  <a:pt x="15041" y="36114"/>
                  <a:pt x="15056" y="36070"/>
                  <a:pt x="15070" y="36041"/>
                </a:cubicBezTo>
                <a:close/>
                <a:moveTo>
                  <a:pt x="13849" y="35894"/>
                </a:moveTo>
                <a:cubicBezTo>
                  <a:pt x="13849" y="35967"/>
                  <a:pt x="13849" y="36041"/>
                  <a:pt x="13819" y="36114"/>
                </a:cubicBezTo>
                <a:cubicBezTo>
                  <a:pt x="13746" y="36188"/>
                  <a:pt x="13658" y="36261"/>
                  <a:pt x="13584" y="36350"/>
                </a:cubicBezTo>
                <a:cubicBezTo>
                  <a:pt x="13584" y="36276"/>
                  <a:pt x="13599" y="36188"/>
                  <a:pt x="13599" y="36114"/>
                </a:cubicBezTo>
                <a:cubicBezTo>
                  <a:pt x="13702" y="36041"/>
                  <a:pt x="13775" y="35967"/>
                  <a:pt x="13849" y="35894"/>
                </a:cubicBezTo>
                <a:close/>
                <a:moveTo>
                  <a:pt x="14452" y="35923"/>
                </a:moveTo>
                <a:cubicBezTo>
                  <a:pt x="14452" y="35997"/>
                  <a:pt x="14438" y="36055"/>
                  <a:pt x="14408" y="36114"/>
                </a:cubicBezTo>
                <a:cubicBezTo>
                  <a:pt x="14335" y="36203"/>
                  <a:pt x="14246" y="36276"/>
                  <a:pt x="14173" y="36350"/>
                </a:cubicBezTo>
                <a:cubicBezTo>
                  <a:pt x="14173" y="36276"/>
                  <a:pt x="14187" y="36217"/>
                  <a:pt x="14187" y="36144"/>
                </a:cubicBezTo>
                <a:cubicBezTo>
                  <a:pt x="14261" y="36070"/>
                  <a:pt x="14364" y="35997"/>
                  <a:pt x="14452" y="35923"/>
                </a:cubicBezTo>
                <a:close/>
                <a:moveTo>
                  <a:pt x="14702" y="35967"/>
                </a:moveTo>
                <a:lnTo>
                  <a:pt x="14702" y="35967"/>
                </a:lnTo>
                <a:cubicBezTo>
                  <a:pt x="14688" y="36026"/>
                  <a:pt x="14688" y="36070"/>
                  <a:pt x="14673" y="36129"/>
                </a:cubicBezTo>
                <a:lnTo>
                  <a:pt x="14673" y="36144"/>
                </a:lnTo>
                <a:cubicBezTo>
                  <a:pt x="14658" y="36144"/>
                  <a:pt x="14614" y="36188"/>
                  <a:pt x="14599" y="36203"/>
                </a:cubicBezTo>
                <a:cubicBezTo>
                  <a:pt x="14541" y="36261"/>
                  <a:pt x="14482" y="36291"/>
                  <a:pt x="14423" y="36350"/>
                </a:cubicBezTo>
                <a:cubicBezTo>
                  <a:pt x="14452" y="36291"/>
                  <a:pt x="14452" y="36217"/>
                  <a:pt x="14467" y="36173"/>
                </a:cubicBezTo>
                <a:cubicBezTo>
                  <a:pt x="14482" y="36144"/>
                  <a:pt x="14511" y="36129"/>
                  <a:pt x="14541" y="36114"/>
                </a:cubicBezTo>
                <a:cubicBezTo>
                  <a:pt x="14599" y="36055"/>
                  <a:pt x="14658" y="36026"/>
                  <a:pt x="14702" y="35967"/>
                </a:cubicBezTo>
                <a:close/>
                <a:moveTo>
                  <a:pt x="14923" y="35997"/>
                </a:moveTo>
                <a:lnTo>
                  <a:pt x="14879" y="36173"/>
                </a:lnTo>
                <a:cubicBezTo>
                  <a:pt x="14820" y="36217"/>
                  <a:pt x="14747" y="36276"/>
                  <a:pt x="14688" y="36350"/>
                </a:cubicBezTo>
                <a:cubicBezTo>
                  <a:pt x="14688" y="36276"/>
                  <a:pt x="14702" y="36217"/>
                  <a:pt x="14732" y="36173"/>
                </a:cubicBezTo>
                <a:cubicBezTo>
                  <a:pt x="14805" y="36114"/>
                  <a:pt x="14850" y="36055"/>
                  <a:pt x="14923" y="35997"/>
                </a:cubicBezTo>
                <a:close/>
                <a:moveTo>
                  <a:pt x="14158" y="35923"/>
                </a:moveTo>
                <a:cubicBezTo>
                  <a:pt x="14158" y="35997"/>
                  <a:pt x="14143" y="36055"/>
                  <a:pt x="14143" y="36129"/>
                </a:cubicBezTo>
                <a:cubicBezTo>
                  <a:pt x="14040" y="36203"/>
                  <a:pt x="13967" y="36276"/>
                  <a:pt x="13878" y="36364"/>
                </a:cubicBezTo>
                <a:cubicBezTo>
                  <a:pt x="13878" y="36291"/>
                  <a:pt x="13893" y="36217"/>
                  <a:pt x="13893" y="36144"/>
                </a:cubicBezTo>
                <a:cubicBezTo>
                  <a:pt x="13967" y="36070"/>
                  <a:pt x="14070" y="35997"/>
                  <a:pt x="14158" y="35923"/>
                </a:cubicBezTo>
                <a:close/>
                <a:moveTo>
                  <a:pt x="14923" y="36364"/>
                </a:moveTo>
                <a:lnTo>
                  <a:pt x="14820" y="36482"/>
                </a:lnTo>
                <a:cubicBezTo>
                  <a:pt x="14791" y="36512"/>
                  <a:pt x="14791" y="36541"/>
                  <a:pt x="14776" y="36570"/>
                </a:cubicBezTo>
                <a:cubicBezTo>
                  <a:pt x="14791" y="36541"/>
                  <a:pt x="14835" y="36497"/>
                  <a:pt x="14879" y="36467"/>
                </a:cubicBezTo>
                <a:cubicBezTo>
                  <a:pt x="14894" y="36438"/>
                  <a:pt x="14894" y="36409"/>
                  <a:pt x="14923" y="36364"/>
                </a:cubicBezTo>
                <a:close/>
                <a:moveTo>
                  <a:pt x="14820" y="36320"/>
                </a:moveTo>
                <a:lnTo>
                  <a:pt x="14820" y="36320"/>
                </a:lnTo>
                <a:cubicBezTo>
                  <a:pt x="14802" y="36331"/>
                  <a:pt x="14786" y="36342"/>
                  <a:pt x="14769" y="36355"/>
                </a:cubicBezTo>
                <a:lnTo>
                  <a:pt x="14769" y="36355"/>
                </a:lnTo>
                <a:cubicBezTo>
                  <a:pt x="14767" y="36358"/>
                  <a:pt x="14764" y="36361"/>
                  <a:pt x="14761" y="36364"/>
                </a:cubicBezTo>
                <a:cubicBezTo>
                  <a:pt x="14710" y="36444"/>
                  <a:pt x="14660" y="36523"/>
                  <a:pt x="14608" y="36600"/>
                </a:cubicBezTo>
                <a:lnTo>
                  <a:pt x="14608" y="36600"/>
                </a:lnTo>
                <a:cubicBezTo>
                  <a:pt x="14649" y="36551"/>
                  <a:pt x="14700" y="36504"/>
                  <a:pt x="14761" y="36467"/>
                </a:cubicBezTo>
                <a:cubicBezTo>
                  <a:pt x="14776" y="36409"/>
                  <a:pt x="14805" y="36364"/>
                  <a:pt x="14820" y="36320"/>
                </a:cubicBezTo>
                <a:close/>
                <a:moveTo>
                  <a:pt x="14658" y="36247"/>
                </a:moveTo>
                <a:lnTo>
                  <a:pt x="14599" y="36409"/>
                </a:lnTo>
                <a:cubicBezTo>
                  <a:pt x="14541" y="36482"/>
                  <a:pt x="14482" y="36512"/>
                  <a:pt x="14452" y="36556"/>
                </a:cubicBezTo>
                <a:lnTo>
                  <a:pt x="14379" y="36629"/>
                </a:lnTo>
                <a:cubicBezTo>
                  <a:pt x="14393" y="36585"/>
                  <a:pt x="14393" y="36556"/>
                  <a:pt x="14408" y="36512"/>
                </a:cubicBezTo>
                <a:cubicBezTo>
                  <a:pt x="14408" y="36497"/>
                  <a:pt x="14423" y="36467"/>
                  <a:pt x="14423" y="36438"/>
                </a:cubicBezTo>
                <a:cubicBezTo>
                  <a:pt x="14511" y="36364"/>
                  <a:pt x="14570" y="36320"/>
                  <a:pt x="14658" y="36247"/>
                </a:cubicBezTo>
                <a:close/>
                <a:moveTo>
                  <a:pt x="14393" y="36217"/>
                </a:moveTo>
                <a:lnTo>
                  <a:pt x="14393" y="36217"/>
                </a:lnTo>
                <a:cubicBezTo>
                  <a:pt x="14379" y="36276"/>
                  <a:pt x="14379" y="36350"/>
                  <a:pt x="14364" y="36409"/>
                </a:cubicBezTo>
                <a:cubicBezTo>
                  <a:pt x="14290" y="36482"/>
                  <a:pt x="14187" y="36556"/>
                  <a:pt x="14114" y="36644"/>
                </a:cubicBezTo>
                <a:cubicBezTo>
                  <a:pt x="14143" y="36585"/>
                  <a:pt x="14143" y="36541"/>
                  <a:pt x="14158" y="36467"/>
                </a:cubicBezTo>
                <a:cubicBezTo>
                  <a:pt x="14231" y="36394"/>
                  <a:pt x="14320" y="36320"/>
                  <a:pt x="14393" y="36217"/>
                </a:cubicBezTo>
                <a:close/>
                <a:moveTo>
                  <a:pt x="13525" y="36188"/>
                </a:moveTo>
                <a:cubicBezTo>
                  <a:pt x="13525" y="36261"/>
                  <a:pt x="13510" y="36350"/>
                  <a:pt x="13510" y="36423"/>
                </a:cubicBezTo>
                <a:lnTo>
                  <a:pt x="13275" y="36659"/>
                </a:lnTo>
                <a:cubicBezTo>
                  <a:pt x="13290" y="36570"/>
                  <a:pt x="13290" y="36497"/>
                  <a:pt x="13290" y="36409"/>
                </a:cubicBezTo>
                <a:cubicBezTo>
                  <a:pt x="13378" y="36335"/>
                  <a:pt x="13452" y="36261"/>
                  <a:pt x="13525" y="36188"/>
                </a:cubicBezTo>
                <a:close/>
                <a:moveTo>
                  <a:pt x="14143" y="36217"/>
                </a:moveTo>
                <a:cubicBezTo>
                  <a:pt x="14143" y="36291"/>
                  <a:pt x="14114" y="36364"/>
                  <a:pt x="14114" y="36423"/>
                </a:cubicBezTo>
                <a:cubicBezTo>
                  <a:pt x="14011" y="36512"/>
                  <a:pt x="13922" y="36615"/>
                  <a:pt x="13849" y="36688"/>
                </a:cubicBezTo>
                <a:cubicBezTo>
                  <a:pt x="13864" y="36615"/>
                  <a:pt x="13864" y="36541"/>
                  <a:pt x="13878" y="36467"/>
                </a:cubicBezTo>
                <a:cubicBezTo>
                  <a:pt x="13952" y="36394"/>
                  <a:pt x="14040" y="36291"/>
                  <a:pt x="14143" y="36217"/>
                </a:cubicBezTo>
                <a:close/>
                <a:moveTo>
                  <a:pt x="13819" y="36217"/>
                </a:moveTo>
                <a:cubicBezTo>
                  <a:pt x="13819" y="36291"/>
                  <a:pt x="13805" y="36364"/>
                  <a:pt x="13805" y="36438"/>
                </a:cubicBezTo>
                <a:cubicBezTo>
                  <a:pt x="13716" y="36512"/>
                  <a:pt x="13643" y="36615"/>
                  <a:pt x="13569" y="36703"/>
                </a:cubicBezTo>
                <a:cubicBezTo>
                  <a:pt x="13584" y="36629"/>
                  <a:pt x="13584" y="36541"/>
                  <a:pt x="13584" y="36467"/>
                </a:cubicBezTo>
                <a:lnTo>
                  <a:pt x="13819" y="36217"/>
                </a:lnTo>
                <a:close/>
                <a:moveTo>
                  <a:pt x="14702" y="36732"/>
                </a:moveTo>
                <a:cubicBezTo>
                  <a:pt x="14702" y="36762"/>
                  <a:pt x="14688" y="36777"/>
                  <a:pt x="14673" y="36791"/>
                </a:cubicBezTo>
                <a:lnTo>
                  <a:pt x="14702" y="36762"/>
                </a:lnTo>
                <a:lnTo>
                  <a:pt x="14702" y="36732"/>
                </a:lnTo>
                <a:close/>
                <a:moveTo>
                  <a:pt x="14673" y="36791"/>
                </a:moveTo>
                <a:lnTo>
                  <a:pt x="14673" y="36791"/>
                </a:lnTo>
                <a:cubicBezTo>
                  <a:pt x="14658" y="36791"/>
                  <a:pt x="14658" y="36806"/>
                  <a:pt x="14658" y="36806"/>
                </a:cubicBezTo>
                <a:lnTo>
                  <a:pt x="14673" y="36791"/>
                </a:lnTo>
                <a:close/>
                <a:moveTo>
                  <a:pt x="14673" y="36629"/>
                </a:moveTo>
                <a:lnTo>
                  <a:pt x="14526" y="36777"/>
                </a:lnTo>
                <a:cubicBezTo>
                  <a:pt x="14511" y="36835"/>
                  <a:pt x="14482" y="36865"/>
                  <a:pt x="14467" y="36909"/>
                </a:cubicBezTo>
                <a:lnTo>
                  <a:pt x="14614" y="36762"/>
                </a:lnTo>
                <a:cubicBezTo>
                  <a:pt x="14629" y="36703"/>
                  <a:pt x="14658" y="36659"/>
                  <a:pt x="14673" y="36629"/>
                </a:cubicBezTo>
                <a:close/>
                <a:moveTo>
                  <a:pt x="14541" y="36570"/>
                </a:moveTo>
                <a:lnTo>
                  <a:pt x="14482" y="36732"/>
                </a:lnTo>
                <a:cubicBezTo>
                  <a:pt x="14438" y="36791"/>
                  <a:pt x="14379" y="36865"/>
                  <a:pt x="14320" y="36924"/>
                </a:cubicBezTo>
                <a:lnTo>
                  <a:pt x="14305" y="36938"/>
                </a:lnTo>
                <a:cubicBezTo>
                  <a:pt x="14305" y="36880"/>
                  <a:pt x="14320" y="36835"/>
                  <a:pt x="14335" y="36777"/>
                </a:cubicBezTo>
                <a:lnTo>
                  <a:pt x="14511" y="36615"/>
                </a:lnTo>
                <a:lnTo>
                  <a:pt x="14541" y="36570"/>
                </a:lnTo>
                <a:close/>
                <a:moveTo>
                  <a:pt x="14335" y="36556"/>
                </a:moveTo>
                <a:lnTo>
                  <a:pt x="14335" y="36556"/>
                </a:lnTo>
                <a:cubicBezTo>
                  <a:pt x="14320" y="36615"/>
                  <a:pt x="14305" y="36688"/>
                  <a:pt x="14290" y="36732"/>
                </a:cubicBezTo>
                <a:lnTo>
                  <a:pt x="14246" y="36777"/>
                </a:lnTo>
                <a:lnTo>
                  <a:pt x="14040" y="36983"/>
                </a:lnTo>
                <a:cubicBezTo>
                  <a:pt x="14040" y="36953"/>
                  <a:pt x="14055" y="36938"/>
                  <a:pt x="14055" y="36924"/>
                </a:cubicBezTo>
                <a:cubicBezTo>
                  <a:pt x="14084" y="36880"/>
                  <a:pt x="14084" y="36835"/>
                  <a:pt x="14099" y="36791"/>
                </a:cubicBezTo>
                <a:cubicBezTo>
                  <a:pt x="14173" y="36718"/>
                  <a:pt x="14246" y="36629"/>
                  <a:pt x="14335" y="36556"/>
                </a:cubicBezTo>
                <a:close/>
                <a:moveTo>
                  <a:pt x="14070" y="36541"/>
                </a:moveTo>
                <a:cubicBezTo>
                  <a:pt x="14040" y="36615"/>
                  <a:pt x="14040" y="36688"/>
                  <a:pt x="14025" y="36732"/>
                </a:cubicBezTo>
                <a:cubicBezTo>
                  <a:pt x="13952" y="36850"/>
                  <a:pt x="13864" y="36938"/>
                  <a:pt x="13790" y="37012"/>
                </a:cubicBezTo>
                <a:cubicBezTo>
                  <a:pt x="13805" y="36938"/>
                  <a:pt x="13805" y="36865"/>
                  <a:pt x="13819" y="36791"/>
                </a:cubicBezTo>
                <a:cubicBezTo>
                  <a:pt x="13893" y="36703"/>
                  <a:pt x="13996" y="36629"/>
                  <a:pt x="14070" y="36541"/>
                </a:cubicBezTo>
                <a:close/>
                <a:moveTo>
                  <a:pt x="14511" y="36997"/>
                </a:moveTo>
                <a:lnTo>
                  <a:pt x="14511" y="36997"/>
                </a:lnTo>
                <a:cubicBezTo>
                  <a:pt x="14491" y="37007"/>
                  <a:pt x="14478" y="37017"/>
                  <a:pt x="14467" y="37035"/>
                </a:cubicBezTo>
                <a:lnTo>
                  <a:pt x="14467" y="37035"/>
                </a:lnTo>
                <a:lnTo>
                  <a:pt x="14511" y="36997"/>
                </a:lnTo>
                <a:close/>
                <a:moveTo>
                  <a:pt x="13510" y="36541"/>
                </a:moveTo>
                <a:cubicBezTo>
                  <a:pt x="13510" y="36615"/>
                  <a:pt x="13496" y="36703"/>
                  <a:pt x="13481" y="36777"/>
                </a:cubicBezTo>
                <a:cubicBezTo>
                  <a:pt x="13378" y="36865"/>
                  <a:pt x="13304" y="36953"/>
                  <a:pt x="13231" y="37056"/>
                </a:cubicBezTo>
                <a:cubicBezTo>
                  <a:pt x="13260" y="36953"/>
                  <a:pt x="13260" y="36865"/>
                  <a:pt x="13275" y="36777"/>
                </a:cubicBezTo>
                <a:cubicBezTo>
                  <a:pt x="13349" y="36703"/>
                  <a:pt x="13422" y="36615"/>
                  <a:pt x="13510" y="36541"/>
                </a:cubicBezTo>
                <a:close/>
                <a:moveTo>
                  <a:pt x="13790" y="36556"/>
                </a:moveTo>
                <a:cubicBezTo>
                  <a:pt x="13775" y="36629"/>
                  <a:pt x="13775" y="36703"/>
                  <a:pt x="13746" y="36777"/>
                </a:cubicBezTo>
                <a:cubicBezTo>
                  <a:pt x="13658" y="36865"/>
                  <a:pt x="13584" y="36953"/>
                  <a:pt x="13496" y="37056"/>
                </a:cubicBezTo>
                <a:cubicBezTo>
                  <a:pt x="13510" y="36968"/>
                  <a:pt x="13510" y="36880"/>
                  <a:pt x="13525" y="36806"/>
                </a:cubicBezTo>
                <a:lnTo>
                  <a:pt x="13790" y="36556"/>
                </a:lnTo>
                <a:close/>
                <a:moveTo>
                  <a:pt x="14467" y="37035"/>
                </a:moveTo>
                <a:lnTo>
                  <a:pt x="14393" y="37100"/>
                </a:lnTo>
                <a:cubicBezTo>
                  <a:pt x="14382" y="37133"/>
                  <a:pt x="14380" y="37150"/>
                  <a:pt x="14373" y="37174"/>
                </a:cubicBezTo>
                <a:lnTo>
                  <a:pt x="14373" y="37174"/>
                </a:lnTo>
                <a:cubicBezTo>
                  <a:pt x="14389" y="37130"/>
                  <a:pt x="14416" y="37095"/>
                  <a:pt x="14452" y="37071"/>
                </a:cubicBezTo>
                <a:cubicBezTo>
                  <a:pt x="14457" y="37056"/>
                  <a:pt x="14462" y="37045"/>
                  <a:pt x="14467" y="37035"/>
                </a:cubicBezTo>
                <a:close/>
                <a:moveTo>
                  <a:pt x="14373" y="37174"/>
                </a:moveTo>
                <a:cubicBezTo>
                  <a:pt x="14369" y="37184"/>
                  <a:pt x="14366" y="37193"/>
                  <a:pt x="14364" y="37203"/>
                </a:cubicBezTo>
                <a:cubicBezTo>
                  <a:pt x="14368" y="37192"/>
                  <a:pt x="14370" y="37183"/>
                  <a:pt x="14373" y="37174"/>
                </a:cubicBezTo>
                <a:close/>
                <a:moveTo>
                  <a:pt x="14308" y="37022"/>
                </a:moveTo>
                <a:lnTo>
                  <a:pt x="14308" y="37022"/>
                </a:lnTo>
                <a:cubicBezTo>
                  <a:pt x="14269" y="37085"/>
                  <a:pt x="14227" y="37151"/>
                  <a:pt x="14185" y="37216"/>
                </a:cubicBezTo>
                <a:lnTo>
                  <a:pt x="14185" y="37216"/>
                </a:lnTo>
                <a:cubicBezTo>
                  <a:pt x="14200" y="37182"/>
                  <a:pt x="14220" y="37145"/>
                  <a:pt x="14231" y="37100"/>
                </a:cubicBezTo>
                <a:cubicBezTo>
                  <a:pt x="14251" y="37081"/>
                  <a:pt x="14276" y="37049"/>
                  <a:pt x="14308" y="37022"/>
                </a:cubicBezTo>
                <a:close/>
                <a:moveTo>
                  <a:pt x="14231" y="36880"/>
                </a:moveTo>
                <a:lnTo>
                  <a:pt x="14231" y="36880"/>
                </a:lnTo>
                <a:cubicBezTo>
                  <a:pt x="14217" y="36938"/>
                  <a:pt x="14187" y="37012"/>
                  <a:pt x="14173" y="37071"/>
                </a:cubicBezTo>
                <a:cubicBezTo>
                  <a:pt x="14158" y="37086"/>
                  <a:pt x="14143" y="37130"/>
                  <a:pt x="14099" y="37144"/>
                </a:cubicBezTo>
                <a:cubicBezTo>
                  <a:pt x="14040" y="37203"/>
                  <a:pt x="14011" y="37247"/>
                  <a:pt x="13952" y="37306"/>
                </a:cubicBezTo>
                <a:cubicBezTo>
                  <a:pt x="13967" y="37247"/>
                  <a:pt x="13996" y="37174"/>
                  <a:pt x="14011" y="37130"/>
                </a:cubicBezTo>
                <a:cubicBezTo>
                  <a:pt x="14084" y="37056"/>
                  <a:pt x="14158" y="36953"/>
                  <a:pt x="14231" y="36880"/>
                </a:cubicBezTo>
                <a:close/>
                <a:moveTo>
                  <a:pt x="14011" y="36865"/>
                </a:moveTo>
                <a:lnTo>
                  <a:pt x="14011" y="36880"/>
                </a:lnTo>
                <a:cubicBezTo>
                  <a:pt x="13996" y="36953"/>
                  <a:pt x="13967" y="37012"/>
                  <a:pt x="13952" y="37071"/>
                </a:cubicBezTo>
                <a:cubicBezTo>
                  <a:pt x="13882" y="37155"/>
                  <a:pt x="13799" y="37238"/>
                  <a:pt x="13728" y="37322"/>
                </a:cubicBezTo>
                <a:lnTo>
                  <a:pt x="13728" y="37322"/>
                </a:lnTo>
                <a:cubicBezTo>
                  <a:pt x="13730" y="37317"/>
                  <a:pt x="13731" y="37311"/>
                  <a:pt x="13731" y="37306"/>
                </a:cubicBezTo>
                <a:cubicBezTo>
                  <a:pt x="13746" y="37247"/>
                  <a:pt x="13746" y="37203"/>
                  <a:pt x="13775" y="37144"/>
                </a:cubicBezTo>
                <a:cubicBezTo>
                  <a:pt x="13849" y="37056"/>
                  <a:pt x="13937" y="36953"/>
                  <a:pt x="14011" y="36865"/>
                </a:cubicBezTo>
                <a:close/>
                <a:moveTo>
                  <a:pt x="13746" y="36880"/>
                </a:moveTo>
                <a:cubicBezTo>
                  <a:pt x="13731" y="36953"/>
                  <a:pt x="13731" y="37027"/>
                  <a:pt x="13716" y="37100"/>
                </a:cubicBezTo>
                <a:cubicBezTo>
                  <a:pt x="13628" y="37218"/>
                  <a:pt x="13525" y="37321"/>
                  <a:pt x="13452" y="37424"/>
                </a:cubicBezTo>
                <a:cubicBezTo>
                  <a:pt x="13481" y="37321"/>
                  <a:pt x="13496" y="37247"/>
                  <a:pt x="13496" y="37159"/>
                </a:cubicBezTo>
                <a:cubicBezTo>
                  <a:pt x="13569" y="37071"/>
                  <a:pt x="13658" y="36983"/>
                  <a:pt x="13746" y="36880"/>
                </a:cubicBezTo>
                <a:close/>
                <a:moveTo>
                  <a:pt x="14261" y="37395"/>
                </a:moveTo>
                <a:cubicBezTo>
                  <a:pt x="14261" y="37424"/>
                  <a:pt x="14246" y="37424"/>
                  <a:pt x="14246" y="37439"/>
                </a:cubicBezTo>
                <a:cubicBezTo>
                  <a:pt x="14261" y="37424"/>
                  <a:pt x="14261" y="37424"/>
                  <a:pt x="14261" y="37395"/>
                </a:cubicBezTo>
                <a:close/>
                <a:moveTo>
                  <a:pt x="13481" y="36909"/>
                </a:moveTo>
                <a:lnTo>
                  <a:pt x="13481" y="36909"/>
                </a:lnTo>
                <a:cubicBezTo>
                  <a:pt x="13452" y="36997"/>
                  <a:pt x="13452" y="37071"/>
                  <a:pt x="13437" y="37159"/>
                </a:cubicBezTo>
                <a:cubicBezTo>
                  <a:pt x="13349" y="37277"/>
                  <a:pt x="13275" y="37365"/>
                  <a:pt x="13187" y="37468"/>
                </a:cubicBezTo>
                <a:lnTo>
                  <a:pt x="13231" y="37203"/>
                </a:lnTo>
                <a:cubicBezTo>
                  <a:pt x="13290" y="37086"/>
                  <a:pt x="13378" y="36997"/>
                  <a:pt x="13481" y="36909"/>
                </a:cubicBezTo>
                <a:close/>
                <a:moveTo>
                  <a:pt x="14246" y="37277"/>
                </a:moveTo>
                <a:lnTo>
                  <a:pt x="14187" y="37321"/>
                </a:lnTo>
                <a:cubicBezTo>
                  <a:pt x="14158" y="37365"/>
                  <a:pt x="14143" y="37395"/>
                  <a:pt x="14099" y="37439"/>
                </a:cubicBezTo>
                <a:cubicBezTo>
                  <a:pt x="14084" y="37498"/>
                  <a:pt x="14055" y="37527"/>
                  <a:pt x="14040" y="37571"/>
                </a:cubicBezTo>
                <a:cubicBezTo>
                  <a:pt x="14099" y="37512"/>
                  <a:pt x="14143" y="37453"/>
                  <a:pt x="14187" y="37395"/>
                </a:cubicBezTo>
                <a:cubicBezTo>
                  <a:pt x="14202" y="37350"/>
                  <a:pt x="14231" y="37306"/>
                  <a:pt x="14246" y="37277"/>
                </a:cubicBezTo>
                <a:close/>
                <a:moveTo>
                  <a:pt x="14099" y="37247"/>
                </a:moveTo>
                <a:lnTo>
                  <a:pt x="14040" y="37424"/>
                </a:lnTo>
                <a:cubicBezTo>
                  <a:pt x="14025" y="37453"/>
                  <a:pt x="13996" y="37468"/>
                  <a:pt x="13967" y="37512"/>
                </a:cubicBezTo>
                <a:cubicBezTo>
                  <a:pt x="13937" y="37571"/>
                  <a:pt x="13893" y="37615"/>
                  <a:pt x="13864" y="37660"/>
                </a:cubicBezTo>
                <a:cubicBezTo>
                  <a:pt x="13864" y="37601"/>
                  <a:pt x="13878" y="37542"/>
                  <a:pt x="13893" y="37498"/>
                </a:cubicBezTo>
                <a:cubicBezTo>
                  <a:pt x="13967" y="37424"/>
                  <a:pt x="14025" y="37321"/>
                  <a:pt x="14099" y="37247"/>
                </a:cubicBezTo>
                <a:close/>
                <a:moveTo>
                  <a:pt x="13922" y="37247"/>
                </a:moveTo>
                <a:lnTo>
                  <a:pt x="13864" y="37468"/>
                </a:lnTo>
                <a:cubicBezTo>
                  <a:pt x="13775" y="37542"/>
                  <a:pt x="13702" y="37660"/>
                  <a:pt x="13628" y="37748"/>
                </a:cubicBezTo>
                <a:lnTo>
                  <a:pt x="13672" y="37527"/>
                </a:lnTo>
                <a:cubicBezTo>
                  <a:pt x="13746" y="37439"/>
                  <a:pt x="13819" y="37350"/>
                  <a:pt x="13922" y="37247"/>
                </a:cubicBezTo>
                <a:close/>
                <a:moveTo>
                  <a:pt x="13672" y="37247"/>
                </a:moveTo>
                <a:lnTo>
                  <a:pt x="13672" y="37292"/>
                </a:lnTo>
                <a:cubicBezTo>
                  <a:pt x="13658" y="37365"/>
                  <a:pt x="13643" y="37424"/>
                  <a:pt x="13628" y="37498"/>
                </a:cubicBezTo>
                <a:cubicBezTo>
                  <a:pt x="13525" y="37601"/>
                  <a:pt x="13437" y="37733"/>
                  <a:pt x="13363" y="37836"/>
                </a:cubicBezTo>
                <a:cubicBezTo>
                  <a:pt x="13378" y="37792"/>
                  <a:pt x="13378" y="37748"/>
                  <a:pt x="13407" y="37689"/>
                </a:cubicBezTo>
                <a:cubicBezTo>
                  <a:pt x="13407" y="37660"/>
                  <a:pt x="13422" y="37615"/>
                  <a:pt x="13422" y="37571"/>
                </a:cubicBezTo>
                <a:cubicBezTo>
                  <a:pt x="13496" y="37453"/>
                  <a:pt x="13584" y="37365"/>
                  <a:pt x="13672" y="37247"/>
                </a:cubicBezTo>
                <a:close/>
                <a:moveTo>
                  <a:pt x="14025" y="37674"/>
                </a:moveTo>
                <a:lnTo>
                  <a:pt x="14025" y="37674"/>
                </a:lnTo>
                <a:cubicBezTo>
                  <a:pt x="13996" y="37718"/>
                  <a:pt x="13967" y="37763"/>
                  <a:pt x="13937" y="37807"/>
                </a:cubicBezTo>
                <a:cubicBezTo>
                  <a:pt x="13937" y="37836"/>
                  <a:pt x="13922" y="37866"/>
                  <a:pt x="13922" y="37880"/>
                </a:cubicBezTo>
                <a:cubicBezTo>
                  <a:pt x="13952" y="37836"/>
                  <a:pt x="13967" y="37792"/>
                  <a:pt x="14011" y="37748"/>
                </a:cubicBezTo>
                <a:cubicBezTo>
                  <a:pt x="14025" y="37733"/>
                  <a:pt x="14040" y="37718"/>
                  <a:pt x="14025" y="37674"/>
                </a:cubicBezTo>
                <a:close/>
                <a:moveTo>
                  <a:pt x="13407" y="37277"/>
                </a:moveTo>
                <a:lnTo>
                  <a:pt x="13407" y="37277"/>
                </a:lnTo>
                <a:cubicBezTo>
                  <a:pt x="13378" y="37365"/>
                  <a:pt x="13363" y="37453"/>
                  <a:pt x="13349" y="37527"/>
                </a:cubicBezTo>
                <a:cubicBezTo>
                  <a:pt x="13260" y="37660"/>
                  <a:pt x="13157" y="37763"/>
                  <a:pt x="13084" y="37895"/>
                </a:cubicBezTo>
                <a:cubicBezTo>
                  <a:pt x="13098" y="37807"/>
                  <a:pt x="13128" y="37689"/>
                  <a:pt x="13142" y="37601"/>
                </a:cubicBezTo>
                <a:cubicBezTo>
                  <a:pt x="13231" y="37498"/>
                  <a:pt x="13304" y="37380"/>
                  <a:pt x="13407" y="37277"/>
                </a:cubicBezTo>
                <a:close/>
                <a:moveTo>
                  <a:pt x="13813" y="37821"/>
                </a:moveTo>
                <a:lnTo>
                  <a:pt x="13813" y="37821"/>
                </a:lnTo>
                <a:cubicBezTo>
                  <a:pt x="13797" y="37849"/>
                  <a:pt x="13782" y="37877"/>
                  <a:pt x="13766" y="37905"/>
                </a:cubicBezTo>
                <a:lnTo>
                  <a:pt x="13766" y="37905"/>
                </a:lnTo>
                <a:lnTo>
                  <a:pt x="13775" y="37880"/>
                </a:lnTo>
                <a:cubicBezTo>
                  <a:pt x="13787" y="37861"/>
                  <a:pt x="13799" y="37841"/>
                  <a:pt x="13813" y="37821"/>
                </a:cubicBezTo>
                <a:close/>
                <a:moveTo>
                  <a:pt x="13775" y="37660"/>
                </a:moveTo>
                <a:cubicBezTo>
                  <a:pt x="13746" y="37733"/>
                  <a:pt x="13716" y="37807"/>
                  <a:pt x="13687" y="37880"/>
                </a:cubicBezTo>
                <a:cubicBezTo>
                  <a:pt x="13643" y="37954"/>
                  <a:pt x="13569" y="38057"/>
                  <a:pt x="13496" y="38175"/>
                </a:cubicBezTo>
                <a:lnTo>
                  <a:pt x="13555" y="37954"/>
                </a:lnTo>
                <a:cubicBezTo>
                  <a:pt x="13628" y="37836"/>
                  <a:pt x="13687" y="37748"/>
                  <a:pt x="13775" y="37660"/>
                </a:cubicBezTo>
                <a:close/>
                <a:moveTo>
                  <a:pt x="13790" y="38101"/>
                </a:moveTo>
                <a:cubicBezTo>
                  <a:pt x="13756" y="38124"/>
                  <a:pt x="13740" y="38155"/>
                  <a:pt x="13727" y="38181"/>
                </a:cubicBezTo>
                <a:lnTo>
                  <a:pt x="13727" y="38181"/>
                </a:lnTo>
                <a:cubicBezTo>
                  <a:pt x="13747" y="38155"/>
                  <a:pt x="13769" y="38128"/>
                  <a:pt x="13790" y="38101"/>
                </a:cubicBezTo>
                <a:close/>
                <a:moveTo>
                  <a:pt x="13569" y="37660"/>
                </a:moveTo>
                <a:lnTo>
                  <a:pt x="13569" y="37660"/>
                </a:lnTo>
                <a:cubicBezTo>
                  <a:pt x="13555" y="37733"/>
                  <a:pt x="13525" y="37821"/>
                  <a:pt x="13496" y="37895"/>
                </a:cubicBezTo>
                <a:cubicBezTo>
                  <a:pt x="13407" y="38027"/>
                  <a:pt x="13319" y="38145"/>
                  <a:pt x="13260" y="38263"/>
                </a:cubicBezTo>
                <a:cubicBezTo>
                  <a:pt x="13275" y="38175"/>
                  <a:pt x="13290" y="38072"/>
                  <a:pt x="13334" y="37983"/>
                </a:cubicBezTo>
                <a:cubicBezTo>
                  <a:pt x="13407" y="37895"/>
                  <a:pt x="13496" y="37792"/>
                  <a:pt x="13569" y="37660"/>
                </a:cubicBezTo>
                <a:close/>
                <a:moveTo>
                  <a:pt x="13727" y="38181"/>
                </a:moveTo>
                <a:cubicBezTo>
                  <a:pt x="13692" y="38228"/>
                  <a:pt x="13662" y="38275"/>
                  <a:pt x="13643" y="38322"/>
                </a:cubicBezTo>
                <a:cubicBezTo>
                  <a:pt x="13637" y="38328"/>
                  <a:pt x="13633" y="38339"/>
                  <a:pt x="13629" y="38352"/>
                </a:cubicBezTo>
                <a:lnTo>
                  <a:pt x="13629" y="38352"/>
                </a:lnTo>
                <a:cubicBezTo>
                  <a:pt x="13652" y="38314"/>
                  <a:pt x="13674" y="38280"/>
                  <a:pt x="13702" y="38233"/>
                </a:cubicBezTo>
                <a:lnTo>
                  <a:pt x="13716" y="38204"/>
                </a:lnTo>
                <a:cubicBezTo>
                  <a:pt x="13720" y="38197"/>
                  <a:pt x="13723" y="38190"/>
                  <a:pt x="13727" y="38181"/>
                </a:cubicBezTo>
                <a:close/>
                <a:moveTo>
                  <a:pt x="13629" y="38352"/>
                </a:moveTo>
                <a:cubicBezTo>
                  <a:pt x="13621" y="38365"/>
                  <a:pt x="13612" y="38378"/>
                  <a:pt x="13604" y="38392"/>
                </a:cubicBezTo>
                <a:lnTo>
                  <a:pt x="13604" y="38392"/>
                </a:lnTo>
                <a:cubicBezTo>
                  <a:pt x="13617" y="38383"/>
                  <a:pt x="13623" y="38367"/>
                  <a:pt x="13629" y="38352"/>
                </a:cubicBezTo>
                <a:close/>
                <a:moveTo>
                  <a:pt x="13334" y="37689"/>
                </a:moveTo>
                <a:lnTo>
                  <a:pt x="13275" y="37969"/>
                </a:lnTo>
                <a:cubicBezTo>
                  <a:pt x="13187" y="38116"/>
                  <a:pt x="13084" y="38248"/>
                  <a:pt x="13010" y="38395"/>
                </a:cubicBezTo>
                <a:cubicBezTo>
                  <a:pt x="13010" y="38381"/>
                  <a:pt x="13010" y="38351"/>
                  <a:pt x="13039" y="38322"/>
                </a:cubicBezTo>
                <a:cubicBezTo>
                  <a:pt x="13054" y="38233"/>
                  <a:pt x="13069" y="38160"/>
                  <a:pt x="13084" y="38057"/>
                </a:cubicBezTo>
                <a:cubicBezTo>
                  <a:pt x="13142" y="37954"/>
                  <a:pt x="13231" y="37821"/>
                  <a:pt x="13334" y="37689"/>
                </a:cubicBezTo>
                <a:close/>
                <a:moveTo>
                  <a:pt x="13604" y="38392"/>
                </a:moveTo>
                <a:cubicBezTo>
                  <a:pt x="13602" y="38394"/>
                  <a:pt x="13600" y="38394"/>
                  <a:pt x="13599" y="38395"/>
                </a:cubicBezTo>
                <a:cubicBezTo>
                  <a:pt x="13584" y="38410"/>
                  <a:pt x="13584" y="38410"/>
                  <a:pt x="13584" y="38425"/>
                </a:cubicBezTo>
                <a:cubicBezTo>
                  <a:pt x="13591" y="38413"/>
                  <a:pt x="13597" y="38403"/>
                  <a:pt x="13604" y="38392"/>
                </a:cubicBezTo>
                <a:close/>
                <a:moveTo>
                  <a:pt x="13613" y="38086"/>
                </a:moveTo>
                <a:cubicBezTo>
                  <a:pt x="13599" y="38160"/>
                  <a:pt x="13569" y="38204"/>
                  <a:pt x="13540" y="38278"/>
                </a:cubicBezTo>
                <a:cubicBezTo>
                  <a:pt x="13485" y="38365"/>
                  <a:pt x="13447" y="38444"/>
                  <a:pt x="13401" y="38532"/>
                </a:cubicBezTo>
                <a:lnTo>
                  <a:pt x="13401" y="38532"/>
                </a:lnTo>
                <a:cubicBezTo>
                  <a:pt x="13405" y="38517"/>
                  <a:pt x="13407" y="38500"/>
                  <a:pt x="13407" y="38484"/>
                </a:cubicBezTo>
                <a:cubicBezTo>
                  <a:pt x="13407" y="38454"/>
                  <a:pt x="13422" y="38425"/>
                  <a:pt x="13422" y="38395"/>
                </a:cubicBezTo>
                <a:cubicBezTo>
                  <a:pt x="13466" y="38278"/>
                  <a:pt x="13555" y="38175"/>
                  <a:pt x="13613" y="38086"/>
                </a:cubicBezTo>
                <a:close/>
                <a:moveTo>
                  <a:pt x="13510" y="38749"/>
                </a:moveTo>
                <a:cubicBezTo>
                  <a:pt x="13497" y="38749"/>
                  <a:pt x="13496" y="38749"/>
                  <a:pt x="13496" y="38760"/>
                </a:cubicBezTo>
                <a:lnTo>
                  <a:pt x="13496" y="38760"/>
                </a:lnTo>
                <a:cubicBezTo>
                  <a:pt x="13500" y="38756"/>
                  <a:pt x="13505" y="38752"/>
                  <a:pt x="13510" y="38749"/>
                </a:cubicBezTo>
                <a:close/>
                <a:moveTo>
                  <a:pt x="13452" y="38116"/>
                </a:moveTo>
                <a:lnTo>
                  <a:pt x="13452" y="38116"/>
                </a:lnTo>
                <a:cubicBezTo>
                  <a:pt x="13437" y="38204"/>
                  <a:pt x="13407" y="38292"/>
                  <a:pt x="13378" y="38366"/>
                </a:cubicBezTo>
                <a:cubicBezTo>
                  <a:pt x="13290" y="38528"/>
                  <a:pt x="13216" y="38646"/>
                  <a:pt x="13142" y="38793"/>
                </a:cubicBezTo>
                <a:cubicBezTo>
                  <a:pt x="13157" y="38704"/>
                  <a:pt x="13201" y="38601"/>
                  <a:pt x="13216" y="38498"/>
                </a:cubicBezTo>
                <a:cubicBezTo>
                  <a:pt x="13290" y="38381"/>
                  <a:pt x="13363" y="38248"/>
                  <a:pt x="13452" y="38116"/>
                </a:cubicBezTo>
                <a:close/>
                <a:moveTo>
                  <a:pt x="13496" y="38760"/>
                </a:moveTo>
                <a:cubicBezTo>
                  <a:pt x="13463" y="38792"/>
                  <a:pt x="13450" y="38840"/>
                  <a:pt x="13437" y="38866"/>
                </a:cubicBezTo>
                <a:cubicBezTo>
                  <a:pt x="13422" y="38896"/>
                  <a:pt x="13422" y="38896"/>
                  <a:pt x="13422" y="38910"/>
                </a:cubicBezTo>
                <a:cubicBezTo>
                  <a:pt x="13452" y="38852"/>
                  <a:pt x="13481" y="38822"/>
                  <a:pt x="13496" y="38763"/>
                </a:cubicBezTo>
                <a:cubicBezTo>
                  <a:pt x="13496" y="38762"/>
                  <a:pt x="13496" y="38761"/>
                  <a:pt x="13496" y="38760"/>
                </a:cubicBezTo>
                <a:close/>
                <a:moveTo>
                  <a:pt x="13216" y="38175"/>
                </a:moveTo>
                <a:cubicBezTo>
                  <a:pt x="13201" y="38278"/>
                  <a:pt x="13157" y="38381"/>
                  <a:pt x="13142" y="38484"/>
                </a:cubicBezTo>
                <a:cubicBezTo>
                  <a:pt x="13054" y="38646"/>
                  <a:pt x="12951" y="38807"/>
                  <a:pt x="12878" y="38969"/>
                </a:cubicBezTo>
                <a:cubicBezTo>
                  <a:pt x="12907" y="38852"/>
                  <a:pt x="12922" y="38719"/>
                  <a:pt x="12951" y="38616"/>
                </a:cubicBezTo>
                <a:cubicBezTo>
                  <a:pt x="13039" y="38469"/>
                  <a:pt x="13128" y="38322"/>
                  <a:pt x="13216" y="38175"/>
                </a:cubicBezTo>
                <a:close/>
                <a:moveTo>
                  <a:pt x="13422" y="38631"/>
                </a:moveTo>
                <a:lnTo>
                  <a:pt x="13260" y="38969"/>
                </a:lnTo>
                <a:lnTo>
                  <a:pt x="13201" y="39175"/>
                </a:lnTo>
                <a:cubicBezTo>
                  <a:pt x="13260" y="39072"/>
                  <a:pt x="13304" y="38940"/>
                  <a:pt x="13363" y="38837"/>
                </a:cubicBezTo>
                <a:cubicBezTo>
                  <a:pt x="13407" y="38778"/>
                  <a:pt x="13422" y="38704"/>
                  <a:pt x="13422" y="38631"/>
                </a:cubicBezTo>
                <a:close/>
                <a:moveTo>
                  <a:pt x="13290" y="38646"/>
                </a:moveTo>
                <a:lnTo>
                  <a:pt x="13290" y="38646"/>
                </a:lnTo>
                <a:cubicBezTo>
                  <a:pt x="13260" y="38749"/>
                  <a:pt x="13231" y="38852"/>
                  <a:pt x="13201" y="38940"/>
                </a:cubicBezTo>
                <a:cubicBezTo>
                  <a:pt x="13128" y="39116"/>
                  <a:pt x="13054" y="39264"/>
                  <a:pt x="12995" y="39425"/>
                </a:cubicBezTo>
                <a:cubicBezTo>
                  <a:pt x="13010" y="39308"/>
                  <a:pt x="13054" y="39205"/>
                  <a:pt x="13069" y="39087"/>
                </a:cubicBezTo>
                <a:lnTo>
                  <a:pt x="13290" y="38646"/>
                </a:lnTo>
                <a:close/>
                <a:moveTo>
                  <a:pt x="13187" y="39484"/>
                </a:moveTo>
                <a:lnTo>
                  <a:pt x="13187" y="39484"/>
                </a:lnTo>
                <a:cubicBezTo>
                  <a:pt x="13166" y="39515"/>
                  <a:pt x="13153" y="39552"/>
                  <a:pt x="13142" y="39596"/>
                </a:cubicBezTo>
                <a:lnTo>
                  <a:pt x="13142" y="39596"/>
                </a:lnTo>
                <a:cubicBezTo>
                  <a:pt x="13155" y="39559"/>
                  <a:pt x="13168" y="39522"/>
                  <a:pt x="13187" y="39484"/>
                </a:cubicBezTo>
                <a:close/>
                <a:moveTo>
                  <a:pt x="13069" y="38704"/>
                </a:moveTo>
                <a:lnTo>
                  <a:pt x="13069" y="38704"/>
                </a:lnTo>
                <a:cubicBezTo>
                  <a:pt x="13039" y="38822"/>
                  <a:pt x="13010" y="38940"/>
                  <a:pt x="12995" y="39058"/>
                </a:cubicBezTo>
                <a:cubicBezTo>
                  <a:pt x="12922" y="39264"/>
                  <a:pt x="12848" y="39440"/>
                  <a:pt x="12775" y="39632"/>
                </a:cubicBezTo>
                <a:cubicBezTo>
                  <a:pt x="12789" y="39499"/>
                  <a:pt x="12819" y="39352"/>
                  <a:pt x="12833" y="39219"/>
                </a:cubicBezTo>
                <a:cubicBezTo>
                  <a:pt x="12907" y="39058"/>
                  <a:pt x="12995" y="38866"/>
                  <a:pt x="13069" y="38704"/>
                </a:cubicBezTo>
                <a:close/>
                <a:moveTo>
                  <a:pt x="13142" y="39596"/>
                </a:moveTo>
                <a:lnTo>
                  <a:pt x="13142" y="39596"/>
                </a:lnTo>
                <a:cubicBezTo>
                  <a:pt x="13125" y="39647"/>
                  <a:pt x="13109" y="39698"/>
                  <a:pt x="13084" y="39749"/>
                </a:cubicBezTo>
                <a:cubicBezTo>
                  <a:pt x="13074" y="39786"/>
                  <a:pt x="13071" y="39829"/>
                  <a:pt x="13066" y="39870"/>
                </a:cubicBezTo>
                <a:lnTo>
                  <a:pt x="13066" y="39870"/>
                </a:lnTo>
                <a:cubicBezTo>
                  <a:pt x="13078" y="39800"/>
                  <a:pt x="13095" y="39727"/>
                  <a:pt x="13128" y="39661"/>
                </a:cubicBezTo>
                <a:cubicBezTo>
                  <a:pt x="13132" y="39638"/>
                  <a:pt x="13137" y="39616"/>
                  <a:pt x="13142" y="39596"/>
                </a:cubicBezTo>
                <a:close/>
                <a:moveTo>
                  <a:pt x="13066" y="39870"/>
                </a:moveTo>
                <a:lnTo>
                  <a:pt x="13066" y="39870"/>
                </a:lnTo>
                <a:cubicBezTo>
                  <a:pt x="13062" y="39894"/>
                  <a:pt x="13058" y="39918"/>
                  <a:pt x="13054" y="39941"/>
                </a:cubicBezTo>
                <a:cubicBezTo>
                  <a:pt x="13060" y="39919"/>
                  <a:pt x="13063" y="39894"/>
                  <a:pt x="13066" y="39870"/>
                </a:cubicBezTo>
                <a:close/>
                <a:moveTo>
                  <a:pt x="13071" y="39420"/>
                </a:moveTo>
                <a:cubicBezTo>
                  <a:pt x="13015" y="39605"/>
                  <a:pt x="12969" y="39793"/>
                  <a:pt x="12931" y="39983"/>
                </a:cubicBezTo>
                <a:lnTo>
                  <a:pt x="12931" y="39983"/>
                </a:lnTo>
                <a:cubicBezTo>
                  <a:pt x="12958" y="39894"/>
                  <a:pt x="12986" y="39807"/>
                  <a:pt x="13010" y="39720"/>
                </a:cubicBezTo>
                <a:cubicBezTo>
                  <a:pt x="13035" y="39620"/>
                  <a:pt x="13049" y="39520"/>
                  <a:pt x="13071" y="39420"/>
                </a:cubicBezTo>
                <a:close/>
                <a:moveTo>
                  <a:pt x="12936" y="39411"/>
                </a:moveTo>
                <a:lnTo>
                  <a:pt x="12936" y="39411"/>
                </a:lnTo>
                <a:cubicBezTo>
                  <a:pt x="12907" y="39558"/>
                  <a:pt x="12892" y="39705"/>
                  <a:pt x="12863" y="39823"/>
                </a:cubicBezTo>
                <a:cubicBezTo>
                  <a:pt x="12789" y="40029"/>
                  <a:pt x="12745" y="40235"/>
                  <a:pt x="12701" y="40456"/>
                </a:cubicBezTo>
                <a:cubicBezTo>
                  <a:pt x="12701" y="40308"/>
                  <a:pt x="12716" y="40147"/>
                  <a:pt x="12745" y="39999"/>
                </a:cubicBezTo>
                <a:cubicBezTo>
                  <a:pt x="12789" y="39793"/>
                  <a:pt x="12863" y="39602"/>
                  <a:pt x="12936" y="39411"/>
                </a:cubicBezTo>
                <a:close/>
                <a:moveTo>
                  <a:pt x="12936" y="40603"/>
                </a:moveTo>
                <a:lnTo>
                  <a:pt x="12936" y="40706"/>
                </a:lnTo>
                <a:cubicBezTo>
                  <a:pt x="12966" y="40691"/>
                  <a:pt x="12966" y="40647"/>
                  <a:pt x="12936" y="40603"/>
                </a:cubicBezTo>
                <a:close/>
                <a:moveTo>
                  <a:pt x="12936" y="40707"/>
                </a:moveTo>
                <a:lnTo>
                  <a:pt x="12936" y="40707"/>
                </a:lnTo>
                <a:cubicBezTo>
                  <a:pt x="12936" y="40736"/>
                  <a:pt x="12936" y="40765"/>
                  <a:pt x="12922" y="40779"/>
                </a:cubicBezTo>
                <a:cubicBezTo>
                  <a:pt x="12936" y="40765"/>
                  <a:pt x="12936" y="40750"/>
                  <a:pt x="12936" y="40707"/>
                </a:cubicBezTo>
                <a:close/>
                <a:moveTo>
                  <a:pt x="12907" y="40382"/>
                </a:moveTo>
                <a:cubicBezTo>
                  <a:pt x="12863" y="40529"/>
                  <a:pt x="12848" y="40647"/>
                  <a:pt x="12833" y="40809"/>
                </a:cubicBezTo>
                <a:lnTo>
                  <a:pt x="12833" y="41118"/>
                </a:lnTo>
                <a:cubicBezTo>
                  <a:pt x="12833" y="40985"/>
                  <a:pt x="12848" y="40838"/>
                  <a:pt x="12863" y="40706"/>
                </a:cubicBezTo>
                <a:cubicBezTo>
                  <a:pt x="12892" y="40618"/>
                  <a:pt x="12892" y="40529"/>
                  <a:pt x="12907" y="40441"/>
                </a:cubicBezTo>
                <a:lnTo>
                  <a:pt x="12907" y="40382"/>
                </a:lnTo>
                <a:close/>
                <a:moveTo>
                  <a:pt x="12775" y="40323"/>
                </a:moveTo>
                <a:cubicBezTo>
                  <a:pt x="12775" y="40411"/>
                  <a:pt x="12760" y="40485"/>
                  <a:pt x="12760" y="40588"/>
                </a:cubicBezTo>
                <a:cubicBezTo>
                  <a:pt x="12775" y="40632"/>
                  <a:pt x="12760" y="40706"/>
                  <a:pt x="12760" y="40779"/>
                </a:cubicBezTo>
                <a:cubicBezTo>
                  <a:pt x="12745" y="40985"/>
                  <a:pt x="12716" y="41191"/>
                  <a:pt x="12701" y="41368"/>
                </a:cubicBezTo>
                <a:cubicBezTo>
                  <a:pt x="12701" y="41294"/>
                  <a:pt x="12686" y="41221"/>
                  <a:pt x="12686" y="41147"/>
                </a:cubicBezTo>
                <a:cubicBezTo>
                  <a:pt x="12686" y="41074"/>
                  <a:pt x="12686" y="40985"/>
                  <a:pt x="12672" y="40912"/>
                </a:cubicBezTo>
                <a:cubicBezTo>
                  <a:pt x="12686" y="40706"/>
                  <a:pt x="12716" y="40514"/>
                  <a:pt x="12775" y="40323"/>
                </a:cubicBezTo>
                <a:close/>
                <a:moveTo>
                  <a:pt x="12907" y="41442"/>
                </a:moveTo>
                <a:lnTo>
                  <a:pt x="12907" y="41721"/>
                </a:lnTo>
                <a:cubicBezTo>
                  <a:pt x="12922" y="41780"/>
                  <a:pt x="12922" y="41854"/>
                  <a:pt x="12936" y="41913"/>
                </a:cubicBezTo>
                <a:cubicBezTo>
                  <a:pt x="12922" y="41810"/>
                  <a:pt x="12922" y="41736"/>
                  <a:pt x="12922" y="41633"/>
                </a:cubicBezTo>
                <a:cubicBezTo>
                  <a:pt x="12922" y="41574"/>
                  <a:pt x="12907" y="41515"/>
                  <a:pt x="12907" y="41442"/>
                </a:cubicBezTo>
                <a:close/>
                <a:moveTo>
                  <a:pt x="12789" y="41368"/>
                </a:moveTo>
                <a:cubicBezTo>
                  <a:pt x="12819" y="41500"/>
                  <a:pt x="12819" y="41603"/>
                  <a:pt x="12848" y="41736"/>
                </a:cubicBezTo>
                <a:cubicBezTo>
                  <a:pt x="12848" y="41883"/>
                  <a:pt x="12863" y="42030"/>
                  <a:pt x="12892" y="42177"/>
                </a:cubicBezTo>
                <a:cubicBezTo>
                  <a:pt x="12848" y="42074"/>
                  <a:pt x="12819" y="41957"/>
                  <a:pt x="12789" y="41854"/>
                </a:cubicBezTo>
                <a:cubicBezTo>
                  <a:pt x="12775" y="41692"/>
                  <a:pt x="12775" y="41515"/>
                  <a:pt x="12789" y="41368"/>
                </a:cubicBezTo>
                <a:close/>
                <a:moveTo>
                  <a:pt x="13069" y="42442"/>
                </a:moveTo>
                <a:lnTo>
                  <a:pt x="13069" y="42442"/>
                </a:lnTo>
                <a:cubicBezTo>
                  <a:pt x="13074" y="42453"/>
                  <a:pt x="13078" y="42465"/>
                  <a:pt x="13080" y="42479"/>
                </a:cubicBezTo>
                <a:lnTo>
                  <a:pt x="13080" y="42479"/>
                </a:lnTo>
                <a:cubicBezTo>
                  <a:pt x="13081" y="42464"/>
                  <a:pt x="13077" y="42451"/>
                  <a:pt x="13069" y="42442"/>
                </a:cubicBezTo>
                <a:close/>
                <a:moveTo>
                  <a:pt x="13080" y="42479"/>
                </a:moveTo>
                <a:cubicBezTo>
                  <a:pt x="13079" y="42490"/>
                  <a:pt x="13075" y="42503"/>
                  <a:pt x="13069" y="42516"/>
                </a:cubicBezTo>
                <a:cubicBezTo>
                  <a:pt x="13084" y="42531"/>
                  <a:pt x="13084" y="42531"/>
                  <a:pt x="13084" y="42545"/>
                </a:cubicBezTo>
                <a:cubicBezTo>
                  <a:pt x="13084" y="42527"/>
                  <a:pt x="13084" y="42502"/>
                  <a:pt x="13080" y="42479"/>
                </a:cubicBezTo>
                <a:close/>
                <a:moveTo>
                  <a:pt x="13288" y="43187"/>
                </a:moveTo>
                <a:cubicBezTo>
                  <a:pt x="13291" y="43195"/>
                  <a:pt x="13295" y="43203"/>
                  <a:pt x="13299" y="43211"/>
                </a:cubicBezTo>
                <a:lnTo>
                  <a:pt x="13299" y="43211"/>
                </a:lnTo>
                <a:cubicBezTo>
                  <a:pt x="13296" y="43202"/>
                  <a:pt x="13292" y="43194"/>
                  <a:pt x="13288" y="43187"/>
                </a:cubicBezTo>
                <a:close/>
                <a:moveTo>
                  <a:pt x="13231" y="35114"/>
                </a:moveTo>
                <a:cubicBezTo>
                  <a:pt x="13231" y="35187"/>
                  <a:pt x="13260" y="35290"/>
                  <a:pt x="13260" y="35364"/>
                </a:cubicBezTo>
                <a:cubicBezTo>
                  <a:pt x="12201" y="36276"/>
                  <a:pt x="11435" y="37306"/>
                  <a:pt x="10950" y="38395"/>
                </a:cubicBezTo>
                <a:cubicBezTo>
                  <a:pt x="9993" y="40559"/>
                  <a:pt x="10287" y="43090"/>
                  <a:pt x="11671" y="44606"/>
                </a:cubicBezTo>
                <a:cubicBezTo>
                  <a:pt x="11612" y="44606"/>
                  <a:pt x="11583" y="44606"/>
                  <a:pt x="11538" y="44591"/>
                </a:cubicBezTo>
                <a:cubicBezTo>
                  <a:pt x="10096" y="43016"/>
                  <a:pt x="9817" y="40382"/>
                  <a:pt x="10861" y="38130"/>
                </a:cubicBezTo>
                <a:cubicBezTo>
                  <a:pt x="11376" y="37056"/>
                  <a:pt x="12171" y="36041"/>
                  <a:pt x="13231" y="35114"/>
                </a:cubicBezTo>
                <a:close/>
                <a:moveTo>
                  <a:pt x="13260" y="35452"/>
                </a:moveTo>
                <a:cubicBezTo>
                  <a:pt x="13260" y="35526"/>
                  <a:pt x="13260" y="35614"/>
                  <a:pt x="13275" y="35688"/>
                </a:cubicBezTo>
                <a:cubicBezTo>
                  <a:pt x="12274" y="36615"/>
                  <a:pt x="11538" y="37615"/>
                  <a:pt x="11097" y="38690"/>
                </a:cubicBezTo>
                <a:cubicBezTo>
                  <a:pt x="10243" y="40779"/>
                  <a:pt x="10567" y="43208"/>
                  <a:pt x="11906" y="44679"/>
                </a:cubicBezTo>
                <a:cubicBezTo>
                  <a:pt x="11877" y="44679"/>
                  <a:pt x="11818" y="44665"/>
                  <a:pt x="11789" y="44665"/>
                </a:cubicBezTo>
                <a:cubicBezTo>
                  <a:pt x="10361" y="43163"/>
                  <a:pt x="10052" y="40618"/>
                  <a:pt x="11009" y="38425"/>
                </a:cubicBezTo>
                <a:cubicBezTo>
                  <a:pt x="11480" y="37365"/>
                  <a:pt x="12245" y="36350"/>
                  <a:pt x="13260" y="35452"/>
                </a:cubicBezTo>
                <a:close/>
                <a:moveTo>
                  <a:pt x="13275" y="35776"/>
                </a:moveTo>
                <a:lnTo>
                  <a:pt x="13275" y="36041"/>
                </a:lnTo>
                <a:cubicBezTo>
                  <a:pt x="12333" y="36953"/>
                  <a:pt x="11656" y="37954"/>
                  <a:pt x="11244" y="38999"/>
                </a:cubicBezTo>
                <a:cubicBezTo>
                  <a:pt x="10861" y="39999"/>
                  <a:pt x="10758" y="41118"/>
                  <a:pt x="10920" y="42148"/>
                </a:cubicBezTo>
                <a:cubicBezTo>
                  <a:pt x="11082" y="43193"/>
                  <a:pt x="11524" y="44091"/>
                  <a:pt x="12186" y="44797"/>
                </a:cubicBezTo>
                <a:cubicBezTo>
                  <a:pt x="12127" y="44782"/>
                  <a:pt x="12098" y="44753"/>
                  <a:pt x="12039" y="44738"/>
                </a:cubicBezTo>
                <a:cubicBezTo>
                  <a:pt x="10641" y="43311"/>
                  <a:pt x="10273" y="40838"/>
                  <a:pt x="11156" y="38719"/>
                </a:cubicBezTo>
                <a:cubicBezTo>
                  <a:pt x="11597" y="37674"/>
                  <a:pt x="12304" y="36688"/>
                  <a:pt x="13275" y="35776"/>
                </a:cubicBezTo>
                <a:close/>
                <a:moveTo>
                  <a:pt x="13245" y="36129"/>
                </a:moveTo>
                <a:cubicBezTo>
                  <a:pt x="13245" y="36217"/>
                  <a:pt x="13245" y="36291"/>
                  <a:pt x="13231" y="36394"/>
                </a:cubicBezTo>
                <a:cubicBezTo>
                  <a:pt x="12362" y="37292"/>
                  <a:pt x="11744" y="38263"/>
                  <a:pt x="11376" y="39293"/>
                </a:cubicBezTo>
                <a:cubicBezTo>
                  <a:pt x="10788" y="40985"/>
                  <a:pt x="10906" y="43340"/>
                  <a:pt x="12421" y="44871"/>
                </a:cubicBezTo>
                <a:cubicBezTo>
                  <a:pt x="12407" y="44856"/>
                  <a:pt x="12348" y="44826"/>
                  <a:pt x="12304" y="44812"/>
                </a:cubicBezTo>
                <a:cubicBezTo>
                  <a:pt x="10920" y="43428"/>
                  <a:pt x="10508" y="41074"/>
                  <a:pt x="11303" y="39013"/>
                </a:cubicBezTo>
                <a:cubicBezTo>
                  <a:pt x="11686" y="37983"/>
                  <a:pt x="12348" y="37012"/>
                  <a:pt x="13245" y="36129"/>
                </a:cubicBezTo>
                <a:close/>
                <a:moveTo>
                  <a:pt x="13231" y="36497"/>
                </a:moveTo>
                <a:cubicBezTo>
                  <a:pt x="13231" y="36585"/>
                  <a:pt x="13216" y="36674"/>
                  <a:pt x="13216" y="36777"/>
                </a:cubicBezTo>
                <a:cubicBezTo>
                  <a:pt x="12421" y="37660"/>
                  <a:pt x="11862" y="38616"/>
                  <a:pt x="11538" y="39602"/>
                </a:cubicBezTo>
                <a:cubicBezTo>
                  <a:pt x="11024" y="41234"/>
                  <a:pt x="11199" y="43496"/>
                  <a:pt x="12710" y="44968"/>
                </a:cubicBezTo>
                <a:lnTo>
                  <a:pt x="12710" y="44968"/>
                </a:lnTo>
                <a:cubicBezTo>
                  <a:pt x="12667" y="44927"/>
                  <a:pt x="12610" y="44899"/>
                  <a:pt x="12554" y="44885"/>
                </a:cubicBezTo>
                <a:cubicBezTo>
                  <a:pt x="10994" y="43384"/>
                  <a:pt x="10861" y="41000"/>
                  <a:pt x="11450" y="39308"/>
                </a:cubicBezTo>
                <a:cubicBezTo>
                  <a:pt x="11803" y="38322"/>
                  <a:pt x="12392" y="37365"/>
                  <a:pt x="13231" y="36497"/>
                </a:cubicBezTo>
                <a:close/>
                <a:moveTo>
                  <a:pt x="13201" y="36850"/>
                </a:moveTo>
                <a:lnTo>
                  <a:pt x="13201" y="36850"/>
                </a:lnTo>
                <a:cubicBezTo>
                  <a:pt x="13187" y="36938"/>
                  <a:pt x="13187" y="37027"/>
                  <a:pt x="13157" y="37115"/>
                </a:cubicBezTo>
                <a:cubicBezTo>
                  <a:pt x="12451" y="37983"/>
                  <a:pt x="11965" y="38881"/>
                  <a:pt x="11686" y="39838"/>
                </a:cubicBezTo>
                <a:cubicBezTo>
                  <a:pt x="11244" y="41442"/>
                  <a:pt x="11494" y="43620"/>
                  <a:pt x="12981" y="44988"/>
                </a:cubicBezTo>
                <a:cubicBezTo>
                  <a:pt x="12970" y="44991"/>
                  <a:pt x="12959" y="44992"/>
                  <a:pt x="12948" y="44992"/>
                </a:cubicBezTo>
                <a:cubicBezTo>
                  <a:pt x="12901" y="44992"/>
                  <a:pt x="12855" y="44968"/>
                  <a:pt x="12819" y="44944"/>
                </a:cubicBezTo>
                <a:cubicBezTo>
                  <a:pt x="11273" y="43502"/>
                  <a:pt x="11097" y="41236"/>
                  <a:pt x="11612" y="39587"/>
                </a:cubicBezTo>
                <a:cubicBezTo>
                  <a:pt x="11906" y="38631"/>
                  <a:pt x="12451" y="37704"/>
                  <a:pt x="13201" y="36850"/>
                </a:cubicBezTo>
                <a:close/>
                <a:moveTo>
                  <a:pt x="13142" y="37292"/>
                </a:moveTo>
                <a:lnTo>
                  <a:pt x="13142" y="37292"/>
                </a:lnTo>
                <a:cubicBezTo>
                  <a:pt x="13128" y="37380"/>
                  <a:pt x="13113" y="37498"/>
                  <a:pt x="13084" y="37586"/>
                </a:cubicBezTo>
                <a:cubicBezTo>
                  <a:pt x="12480" y="38410"/>
                  <a:pt x="12053" y="39278"/>
                  <a:pt x="11833" y="40176"/>
                </a:cubicBezTo>
                <a:cubicBezTo>
                  <a:pt x="11465" y="41721"/>
                  <a:pt x="11789" y="43826"/>
                  <a:pt x="13231" y="45121"/>
                </a:cubicBezTo>
                <a:lnTo>
                  <a:pt x="13069" y="45018"/>
                </a:lnTo>
                <a:cubicBezTo>
                  <a:pt x="11568" y="43649"/>
                  <a:pt x="11318" y="41486"/>
                  <a:pt x="11759" y="39896"/>
                </a:cubicBezTo>
                <a:cubicBezTo>
                  <a:pt x="12024" y="38999"/>
                  <a:pt x="12480" y="38116"/>
                  <a:pt x="13142" y="37292"/>
                </a:cubicBezTo>
                <a:close/>
                <a:moveTo>
                  <a:pt x="13069" y="37733"/>
                </a:moveTo>
                <a:cubicBezTo>
                  <a:pt x="13054" y="37836"/>
                  <a:pt x="13039" y="37954"/>
                  <a:pt x="13010" y="38042"/>
                </a:cubicBezTo>
                <a:cubicBezTo>
                  <a:pt x="12495" y="38807"/>
                  <a:pt x="12171" y="39632"/>
                  <a:pt x="12009" y="40456"/>
                </a:cubicBezTo>
                <a:cubicBezTo>
                  <a:pt x="11656" y="42280"/>
                  <a:pt x="12245" y="44120"/>
                  <a:pt x="13525" y="45180"/>
                </a:cubicBezTo>
                <a:cubicBezTo>
                  <a:pt x="13452" y="45165"/>
                  <a:pt x="13378" y="45121"/>
                  <a:pt x="13334" y="45091"/>
                </a:cubicBezTo>
                <a:cubicBezTo>
                  <a:pt x="11862" y="43826"/>
                  <a:pt x="11538" y="41721"/>
                  <a:pt x="11906" y="40191"/>
                </a:cubicBezTo>
                <a:cubicBezTo>
                  <a:pt x="12112" y="39352"/>
                  <a:pt x="12495" y="38513"/>
                  <a:pt x="13069" y="37733"/>
                </a:cubicBezTo>
                <a:close/>
                <a:moveTo>
                  <a:pt x="12863" y="38793"/>
                </a:moveTo>
                <a:lnTo>
                  <a:pt x="12863" y="38793"/>
                </a:lnTo>
                <a:cubicBezTo>
                  <a:pt x="12848" y="38925"/>
                  <a:pt x="12804" y="39072"/>
                  <a:pt x="12789" y="39205"/>
                </a:cubicBezTo>
                <a:cubicBezTo>
                  <a:pt x="12524" y="39808"/>
                  <a:pt x="12348" y="40441"/>
                  <a:pt x="12274" y="41059"/>
                </a:cubicBezTo>
                <a:cubicBezTo>
                  <a:pt x="12123" y="42693"/>
                  <a:pt x="12754" y="44289"/>
                  <a:pt x="13903" y="45248"/>
                </a:cubicBezTo>
                <a:lnTo>
                  <a:pt x="13903" y="45248"/>
                </a:lnTo>
                <a:cubicBezTo>
                  <a:pt x="13890" y="45240"/>
                  <a:pt x="13877" y="45232"/>
                  <a:pt x="13864" y="45224"/>
                </a:cubicBezTo>
                <a:lnTo>
                  <a:pt x="13864" y="45238"/>
                </a:lnTo>
                <a:cubicBezTo>
                  <a:pt x="12613" y="44238"/>
                  <a:pt x="11965" y="42516"/>
                  <a:pt x="12215" y="40765"/>
                </a:cubicBezTo>
                <a:cubicBezTo>
                  <a:pt x="12318" y="40102"/>
                  <a:pt x="12539" y="39440"/>
                  <a:pt x="12863" y="38793"/>
                </a:cubicBezTo>
                <a:close/>
                <a:moveTo>
                  <a:pt x="12966" y="38233"/>
                </a:moveTo>
                <a:cubicBezTo>
                  <a:pt x="12966" y="38263"/>
                  <a:pt x="12936" y="38278"/>
                  <a:pt x="12936" y="38322"/>
                </a:cubicBezTo>
                <a:cubicBezTo>
                  <a:pt x="12922" y="38410"/>
                  <a:pt x="12907" y="38484"/>
                  <a:pt x="12892" y="38572"/>
                </a:cubicBezTo>
                <a:cubicBezTo>
                  <a:pt x="12495" y="39293"/>
                  <a:pt x="12245" y="40014"/>
                  <a:pt x="12127" y="40765"/>
                </a:cubicBezTo>
                <a:cubicBezTo>
                  <a:pt x="11877" y="42531"/>
                  <a:pt x="12524" y="44297"/>
                  <a:pt x="13805" y="45283"/>
                </a:cubicBezTo>
                <a:cubicBezTo>
                  <a:pt x="13731" y="45238"/>
                  <a:pt x="13658" y="45194"/>
                  <a:pt x="13584" y="45165"/>
                </a:cubicBezTo>
                <a:cubicBezTo>
                  <a:pt x="12318" y="44091"/>
                  <a:pt x="11715" y="42280"/>
                  <a:pt x="12053" y="40470"/>
                </a:cubicBezTo>
                <a:cubicBezTo>
                  <a:pt x="12201" y="39705"/>
                  <a:pt x="12524" y="38940"/>
                  <a:pt x="12966" y="38233"/>
                </a:cubicBezTo>
                <a:close/>
                <a:moveTo>
                  <a:pt x="12716" y="39499"/>
                </a:moveTo>
                <a:lnTo>
                  <a:pt x="12716" y="39499"/>
                </a:lnTo>
                <a:cubicBezTo>
                  <a:pt x="12701" y="39661"/>
                  <a:pt x="12686" y="39808"/>
                  <a:pt x="12672" y="39970"/>
                </a:cubicBezTo>
                <a:cubicBezTo>
                  <a:pt x="12539" y="40441"/>
                  <a:pt x="12451" y="40897"/>
                  <a:pt x="12421" y="41353"/>
                </a:cubicBezTo>
                <a:cubicBezTo>
                  <a:pt x="12380" y="42586"/>
                  <a:pt x="12785" y="44239"/>
                  <a:pt x="14099" y="45293"/>
                </a:cubicBezTo>
                <a:lnTo>
                  <a:pt x="14099" y="45293"/>
                </a:lnTo>
                <a:lnTo>
                  <a:pt x="14099" y="45312"/>
                </a:lnTo>
                <a:cubicBezTo>
                  <a:pt x="12863" y="44385"/>
                  <a:pt x="12186" y="42737"/>
                  <a:pt x="12348" y="41059"/>
                </a:cubicBezTo>
                <a:cubicBezTo>
                  <a:pt x="12407" y="40529"/>
                  <a:pt x="12539" y="40014"/>
                  <a:pt x="12716" y="39499"/>
                </a:cubicBezTo>
                <a:close/>
                <a:moveTo>
                  <a:pt x="13599" y="43899"/>
                </a:moveTo>
                <a:cubicBezTo>
                  <a:pt x="13628" y="43929"/>
                  <a:pt x="13643" y="43943"/>
                  <a:pt x="13672" y="43988"/>
                </a:cubicBezTo>
                <a:cubicBezTo>
                  <a:pt x="13996" y="44517"/>
                  <a:pt x="14379" y="44959"/>
                  <a:pt x="14835" y="45327"/>
                </a:cubicBezTo>
                <a:cubicBezTo>
                  <a:pt x="14335" y="44944"/>
                  <a:pt x="13922" y="44458"/>
                  <a:pt x="13599" y="43899"/>
                </a:cubicBezTo>
                <a:close/>
                <a:moveTo>
                  <a:pt x="12613" y="40367"/>
                </a:moveTo>
                <a:cubicBezTo>
                  <a:pt x="12598" y="40544"/>
                  <a:pt x="12598" y="40735"/>
                  <a:pt x="12598" y="40912"/>
                </a:cubicBezTo>
                <a:cubicBezTo>
                  <a:pt x="12598" y="41147"/>
                  <a:pt x="12569" y="41412"/>
                  <a:pt x="12569" y="41648"/>
                </a:cubicBezTo>
                <a:cubicBezTo>
                  <a:pt x="12582" y="42820"/>
                  <a:pt x="13063" y="44385"/>
                  <a:pt x="14351" y="45369"/>
                </a:cubicBezTo>
                <a:lnTo>
                  <a:pt x="14351" y="45369"/>
                </a:lnTo>
                <a:lnTo>
                  <a:pt x="14335" y="45386"/>
                </a:lnTo>
                <a:cubicBezTo>
                  <a:pt x="12892" y="44355"/>
                  <a:pt x="12421" y="42648"/>
                  <a:pt x="12480" y="41353"/>
                </a:cubicBezTo>
                <a:cubicBezTo>
                  <a:pt x="12495" y="41015"/>
                  <a:pt x="12539" y="40691"/>
                  <a:pt x="12613" y="40367"/>
                </a:cubicBezTo>
                <a:close/>
                <a:moveTo>
                  <a:pt x="12642" y="41412"/>
                </a:moveTo>
                <a:cubicBezTo>
                  <a:pt x="12672" y="41559"/>
                  <a:pt x="12701" y="41707"/>
                  <a:pt x="12716" y="41868"/>
                </a:cubicBezTo>
                <a:lnTo>
                  <a:pt x="12716" y="41957"/>
                </a:lnTo>
                <a:cubicBezTo>
                  <a:pt x="12833" y="43384"/>
                  <a:pt x="13525" y="44679"/>
                  <a:pt x="14614" y="45459"/>
                </a:cubicBezTo>
                <a:lnTo>
                  <a:pt x="14614" y="45474"/>
                </a:lnTo>
                <a:cubicBezTo>
                  <a:pt x="13201" y="44517"/>
                  <a:pt x="12672" y="42899"/>
                  <a:pt x="12642" y="41662"/>
                </a:cubicBezTo>
                <a:lnTo>
                  <a:pt x="12642" y="41412"/>
                </a:lnTo>
                <a:close/>
                <a:moveTo>
                  <a:pt x="12848" y="42310"/>
                </a:moveTo>
                <a:lnTo>
                  <a:pt x="12951" y="42648"/>
                </a:lnTo>
                <a:cubicBezTo>
                  <a:pt x="13216" y="43855"/>
                  <a:pt x="13922" y="44885"/>
                  <a:pt x="14879" y="45533"/>
                </a:cubicBezTo>
                <a:cubicBezTo>
                  <a:pt x="13805" y="44856"/>
                  <a:pt x="13054" y="43649"/>
                  <a:pt x="12848" y="42310"/>
                </a:cubicBezTo>
                <a:close/>
                <a:moveTo>
                  <a:pt x="13157" y="43119"/>
                </a:moveTo>
                <a:cubicBezTo>
                  <a:pt x="13201" y="43208"/>
                  <a:pt x="13231" y="43281"/>
                  <a:pt x="13290" y="43355"/>
                </a:cubicBezTo>
                <a:cubicBezTo>
                  <a:pt x="13658" y="44297"/>
                  <a:pt x="14305" y="45091"/>
                  <a:pt x="15114" y="45606"/>
                </a:cubicBezTo>
                <a:cubicBezTo>
                  <a:pt x="14187" y="45077"/>
                  <a:pt x="13510" y="44164"/>
                  <a:pt x="13157" y="43119"/>
                </a:cubicBezTo>
                <a:close/>
                <a:moveTo>
                  <a:pt x="13982" y="45753"/>
                </a:moveTo>
                <a:cubicBezTo>
                  <a:pt x="14331" y="46075"/>
                  <a:pt x="14633" y="46440"/>
                  <a:pt x="14871" y="46863"/>
                </a:cubicBezTo>
                <a:lnTo>
                  <a:pt x="14871" y="46863"/>
                </a:lnTo>
                <a:cubicBezTo>
                  <a:pt x="14862" y="46854"/>
                  <a:pt x="14850" y="46848"/>
                  <a:pt x="14835" y="46843"/>
                </a:cubicBezTo>
                <a:cubicBezTo>
                  <a:pt x="14597" y="46423"/>
                  <a:pt x="14315" y="46064"/>
                  <a:pt x="13982" y="45753"/>
                </a:cubicBezTo>
                <a:close/>
                <a:moveTo>
                  <a:pt x="15129" y="47372"/>
                </a:moveTo>
                <a:cubicBezTo>
                  <a:pt x="15144" y="47402"/>
                  <a:pt x="15173" y="47431"/>
                  <a:pt x="15188" y="47461"/>
                </a:cubicBezTo>
                <a:cubicBezTo>
                  <a:pt x="15203" y="47519"/>
                  <a:pt x="15247" y="47593"/>
                  <a:pt x="15262" y="47637"/>
                </a:cubicBezTo>
                <a:cubicBezTo>
                  <a:pt x="15217" y="47622"/>
                  <a:pt x="15203" y="47593"/>
                  <a:pt x="15203" y="47549"/>
                </a:cubicBezTo>
                <a:cubicBezTo>
                  <a:pt x="15188" y="47490"/>
                  <a:pt x="15144" y="47446"/>
                  <a:pt x="15129" y="47372"/>
                </a:cubicBezTo>
                <a:close/>
                <a:moveTo>
                  <a:pt x="13407" y="45224"/>
                </a:moveTo>
                <a:lnTo>
                  <a:pt x="13407" y="45224"/>
                </a:lnTo>
                <a:cubicBezTo>
                  <a:pt x="14320" y="45754"/>
                  <a:pt x="14997" y="46651"/>
                  <a:pt x="15350" y="47696"/>
                </a:cubicBezTo>
                <a:cubicBezTo>
                  <a:pt x="15306" y="47608"/>
                  <a:pt x="15276" y="47534"/>
                  <a:pt x="15217" y="47461"/>
                </a:cubicBezTo>
                <a:cubicBezTo>
                  <a:pt x="14850" y="46504"/>
                  <a:pt x="14217" y="45709"/>
                  <a:pt x="13407" y="45224"/>
                </a:cubicBezTo>
                <a:close/>
                <a:moveTo>
                  <a:pt x="15424" y="48256"/>
                </a:moveTo>
                <a:lnTo>
                  <a:pt x="15424" y="48256"/>
                </a:lnTo>
                <a:cubicBezTo>
                  <a:pt x="15424" y="48270"/>
                  <a:pt x="15424" y="48270"/>
                  <a:pt x="15438" y="48285"/>
                </a:cubicBezTo>
                <a:cubicBezTo>
                  <a:pt x="15433" y="48302"/>
                  <a:pt x="15429" y="48314"/>
                  <a:pt x="15428" y="48324"/>
                </a:cubicBezTo>
                <a:lnTo>
                  <a:pt x="15428" y="48324"/>
                </a:lnTo>
                <a:cubicBezTo>
                  <a:pt x="15424" y="48301"/>
                  <a:pt x="15424" y="48275"/>
                  <a:pt x="15424" y="48256"/>
                </a:cubicBezTo>
                <a:close/>
                <a:moveTo>
                  <a:pt x="13658" y="45268"/>
                </a:moveTo>
                <a:cubicBezTo>
                  <a:pt x="14732" y="45960"/>
                  <a:pt x="15482" y="47152"/>
                  <a:pt x="15688" y="48491"/>
                </a:cubicBezTo>
                <a:lnTo>
                  <a:pt x="15571" y="48167"/>
                </a:lnTo>
                <a:cubicBezTo>
                  <a:pt x="15291" y="46960"/>
                  <a:pt x="14599" y="45915"/>
                  <a:pt x="13658" y="45268"/>
                </a:cubicBezTo>
                <a:close/>
                <a:moveTo>
                  <a:pt x="15409" y="47961"/>
                </a:moveTo>
                <a:lnTo>
                  <a:pt x="15409" y="47961"/>
                </a:lnTo>
                <a:cubicBezTo>
                  <a:pt x="15438" y="48035"/>
                  <a:pt x="15468" y="48108"/>
                  <a:pt x="15497" y="48182"/>
                </a:cubicBezTo>
                <a:lnTo>
                  <a:pt x="15556" y="48505"/>
                </a:lnTo>
                <a:cubicBezTo>
                  <a:pt x="15541" y="48432"/>
                  <a:pt x="15512" y="48344"/>
                  <a:pt x="15482" y="48270"/>
                </a:cubicBezTo>
                <a:cubicBezTo>
                  <a:pt x="15468" y="48167"/>
                  <a:pt x="15424" y="48064"/>
                  <a:pt x="15409" y="47961"/>
                </a:cubicBezTo>
                <a:close/>
                <a:moveTo>
                  <a:pt x="15585" y="48903"/>
                </a:moveTo>
                <a:lnTo>
                  <a:pt x="15585" y="48903"/>
                </a:lnTo>
                <a:cubicBezTo>
                  <a:pt x="15615" y="48947"/>
                  <a:pt x="15615" y="49021"/>
                  <a:pt x="15630" y="49079"/>
                </a:cubicBezTo>
                <a:lnTo>
                  <a:pt x="15630" y="49359"/>
                </a:lnTo>
                <a:cubicBezTo>
                  <a:pt x="15630" y="49300"/>
                  <a:pt x="15615" y="49227"/>
                  <a:pt x="15615" y="49168"/>
                </a:cubicBezTo>
                <a:cubicBezTo>
                  <a:pt x="15585" y="49079"/>
                  <a:pt x="15585" y="48991"/>
                  <a:pt x="15585" y="48903"/>
                </a:cubicBezTo>
                <a:close/>
                <a:moveTo>
                  <a:pt x="13893" y="45341"/>
                </a:moveTo>
                <a:cubicBezTo>
                  <a:pt x="15321" y="46298"/>
                  <a:pt x="15850" y="47917"/>
                  <a:pt x="15865" y="49153"/>
                </a:cubicBezTo>
                <a:lnTo>
                  <a:pt x="15865" y="49403"/>
                </a:lnTo>
                <a:cubicBezTo>
                  <a:pt x="15850" y="49271"/>
                  <a:pt x="15806" y="49094"/>
                  <a:pt x="15791" y="48947"/>
                </a:cubicBezTo>
                <a:lnTo>
                  <a:pt x="15791" y="48859"/>
                </a:lnTo>
                <a:cubicBezTo>
                  <a:pt x="15688" y="47446"/>
                  <a:pt x="14982" y="46136"/>
                  <a:pt x="13893" y="45371"/>
                </a:cubicBezTo>
                <a:lnTo>
                  <a:pt x="13893" y="45341"/>
                </a:lnTo>
                <a:close/>
                <a:moveTo>
                  <a:pt x="15630" y="48623"/>
                </a:moveTo>
                <a:cubicBezTo>
                  <a:pt x="15659" y="48726"/>
                  <a:pt x="15703" y="48844"/>
                  <a:pt x="15718" y="48947"/>
                </a:cubicBezTo>
                <a:cubicBezTo>
                  <a:pt x="15733" y="49109"/>
                  <a:pt x="15733" y="49285"/>
                  <a:pt x="15718" y="49433"/>
                </a:cubicBezTo>
                <a:cubicBezTo>
                  <a:pt x="15703" y="49300"/>
                  <a:pt x="15703" y="49197"/>
                  <a:pt x="15659" y="49065"/>
                </a:cubicBezTo>
                <a:cubicBezTo>
                  <a:pt x="15659" y="48918"/>
                  <a:pt x="15644" y="48770"/>
                  <a:pt x="15630" y="48623"/>
                </a:cubicBezTo>
                <a:close/>
                <a:moveTo>
                  <a:pt x="15585" y="50021"/>
                </a:moveTo>
                <a:lnTo>
                  <a:pt x="15585" y="50021"/>
                </a:lnTo>
                <a:cubicBezTo>
                  <a:pt x="15571" y="50036"/>
                  <a:pt x="15571" y="50080"/>
                  <a:pt x="15571" y="50095"/>
                </a:cubicBezTo>
                <a:lnTo>
                  <a:pt x="15571" y="50198"/>
                </a:lnTo>
                <a:cubicBezTo>
                  <a:pt x="15556" y="50168"/>
                  <a:pt x="15556" y="50124"/>
                  <a:pt x="15571" y="50095"/>
                </a:cubicBezTo>
                <a:cubicBezTo>
                  <a:pt x="15571" y="50065"/>
                  <a:pt x="15571" y="50036"/>
                  <a:pt x="15585" y="50021"/>
                </a:cubicBezTo>
                <a:close/>
                <a:moveTo>
                  <a:pt x="14173" y="45415"/>
                </a:moveTo>
                <a:cubicBezTo>
                  <a:pt x="15630" y="46445"/>
                  <a:pt x="16086" y="48167"/>
                  <a:pt x="16027" y="49447"/>
                </a:cubicBezTo>
                <a:cubicBezTo>
                  <a:pt x="16012" y="49786"/>
                  <a:pt x="15983" y="50110"/>
                  <a:pt x="15894" y="50433"/>
                </a:cubicBezTo>
                <a:cubicBezTo>
                  <a:pt x="15924" y="50257"/>
                  <a:pt x="15924" y="50065"/>
                  <a:pt x="15924" y="49889"/>
                </a:cubicBezTo>
                <a:cubicBezTo>
                  <a:pt x="15953" y="49653"/>
                  <a:pt x="15953" y="49388"/>
                  <a:pt x="15953" y="49153"/>
                </a:cubicBezTo>
                <a:cubicBezTo>
                  <a:pt x="15940" y="47974"/>
                  <a:pt x="15467" y="46400"/>
                  <a:pt x="14166" y="45429"/>
                </a:cubicBezTo>
                <a:lnTo>
                  <a:pt x="14166" y="45429"/>
                </a:lnTo>
                <a:lnTo>
                  <a:pt x="14173" y="45415"/>
                </a:lnTo>
                <a:close/>
                <a:moveTo>
                  <a:pt x="15688" y="49712"/>
                </a:moveTo>
                <a:lnTo>
                  <a:pt x="15688" y="50021"/>
                </a:lnTo>
                <a:cubicBezTo>
                  <a:pt x="15659" y="50168"/>
                  <a:pt x="15644" y="50301"/>
                  <a:pt x="15615" y="50448"/>
                </a:cubicBezTo>
                <a:lnTo>
                  <a:pt x="15615" y="50389"/>
                </a:lnTo>
                <a:cubicBezTo>
                  <a:pt x="15630" y="50271"/>
                  <a:pt x="15630" y="50198"/>
                  <a:pt x="15644" y="50110"/>
                </a:cubicBezTo>
                <a:cubicBezTo>
                  <a:pt x="15659" y="49977"/>
                  <a:pt x="15688" y="49830"/>
                  <a:pt x="15688" y="49712"/>
                </a:cubicBezTo>
                <a:close/>
                <a:moveTo>
                  <a:pt x="15806" y="49433"/>
                </a:moveTo>
                <a:cubicBezTo>
                  <a:pt x="15806" y="49506"/>
                  <a:pt x="15836" y="49580"/>
                  <a:pt x="15836" y="49653"/>
                </a:cubicBezTo>
                <a:cubicBezTo>
                  <a:pt x="15836" y="49727"/>
                  <a:pt x="15836" y="49815"/>
                  <a:pt x="15850" y="49889"/>
                </a:cubicBezTo>
                <a:cubicBezTo>
                  <a:pt x="15836" y="50095"/>
                  <a:pt x="15791" y="50301"/>
                  <a:pt x="15733" y="50477"/>
                </a:cubicBezTo>
                <a:cubicBezTo>
                  <a:pt x="15733" y="50389"/>
                  <a:pt x="15762" y="50316"/>
                  <a:pt x="15762" y="50227"/>
                </a:cubicBezTo>
                <a:cubicBezTo>
                  <a:pt x="15733" y="50168"/>
                  <a:pt x="15762" y="50095"/>
                  <a:pt x="15762" y="50021"/>
                </a:cubicBezTo>
                <a:cubicBezTo>
                  <a:pt x="15777" y="49815"/>
                  <a:pt x="15791" y="49609"/>
                  <a:pt x="15806" y="49433"/>
                </a:cubicBezTo>
                <a:close/>
                <a:moveTo>
                  <a:pt x="14408" y="45489"/>
                </a:moveTo>
                <a:cubicBezTo>
                  <a:pt x="15644" y="46416"/>
                  <a:pt x="16321" y="48064"/>
                  <a:pt x="16159" y="49742"/>
                </a:cubicBezTo>
                <a:cubicBezTo>
                  <a:pt x="16100" y="50271"/>
                  <a:pt x="15983" y="50787"/>
                  <a:pt x="15791" y="51302"/>
                </a:cubicBezTo>
                <a:cubicBezTo>
                  <a:pt x="15806" y="51140"/>
                  <a:pt x="15836" y="50993"/>
                  <a:pt x="15850" y="50831"/>
                </a:cubicBezTo>
                <a:cubicBezTo>
                  <a:pt x="15983" y="50374"/>
                  <a:pt x="16071" y="49904"/>
                  <a:pt x="16086" y="49447"/>
                </a:cubicBezTo>
                <a:cubicBezTo>
                  <a:pt x="16141" y="48215"/>
                  <a:pt x="15724" y="46574"/>
                  <a:pt x="14408" y="45510"/>
                </a:cubicBezTo>
                <a:lnTo>
                  <a:pt x="14408" y="45510"/>
                </a:lnTo>
                <a:lnTo>
                  <a:pt x="14408" y="45489"/>
                </a:lnTo>
                <a:close/>
                <a:moveTo>
                  <a:pt x="15434" y="51008"/>
                </a:moveTo>
                <a:cubicBezTo>
                  <a:pt x="15431" y="51028"/>
                  <a:pt x="15428" y="51048"/>
                  <a:pt x="15424" y="51066"/>
                </a:cubicBezTo>
                <a:cubicBezTo>
                  <a:pt x="15394" y="51154"/>
                  <a:pt x="15365" y="51257"/>
                  <a:pt x="15335" y="51346"/>
                </a:cubicBezTo>
                <a:cubicBezTo>
                  <a:pt x="15350" y="51287"/>
                  <a:pt x="15365" y="51213"/>
                  <a:pt x="15394" y="51154"/>
                </a:cubicBezTo>
                <a:cubicBezTo>
                  <a:pt x="15410" y="51106"/>
                  <a:pt x="15422" y="51057"/>
                  <a:pt x="15434" y="51008"/>
                </a:cubicBezTo>
                <a:close/>
                <a:moveTo>
                  <a:pt x="15644" y="50580"/>
                </a:moveTo>
                <a:lnTo>
                  <a:pt x="15644" y="50580"/>
                </a:lnTo>
                <a:cubicBezTo>
                  <a:pt x="15630" y="50713"/>
                  <a:pt x="15615" y="50845"/>
                  <a:pt x="15585" y="50948"/>
                </a:cubicBezTo>
                <a:cubicBezTo>
                  <a:pt x="15546" y="51105"/>
                  <a:pt x="15496" y="51238"/>
                  <a:pt x="15444" y="51379"/>
                </a:cubicBezTo>
                <a:lnTo>
                  <a:pt x="15444" y="51379"/>
                </a:lnTo>
                <a:cubicBezTo>
                  <a:pt x="15473" y="51287"/>
                  <a:pt x="15485" y="51179"/>
                  <a:pt x="15497" y="51081"/>
                </a:cubicBezTo>
                <a:cubicBezTo>
                  <a:pt x="15556" y="50919"/>
                  <a:pt x="15615" y="50757"/>
                  <a:pt x="15644" y="50580"/>
                </a:cubicBezTo>
                <a:close/>
                <a:moveTo>
                  <a:pt x="15806" y="50374"/>
                </a:moveTo>
                <a:cubicBezTo>
                  <a:pt x="15806" y="50522"/>
                  <a:pt x="15791" y="50683"/>
                  <a:pt x="15777" y="50831"/>
                </a:cubicBezTo>
                <a:cubicBezTo>
                  <a:pt x="15718" y="51037"/>
                  <a:pt x="15644" y="51213"/>
                  <a:pt x="15571" y="51419"/>
                </a:cubicBezTo>
                <a:cubicBezTo>
                  <a:pt x="15615" y="51272"/>
                  <a:pt x="15630" y="51125"/>
                  <a:pt x="15644" y="50993"/>
                </a:cubicBezTo>
                <a:cubicBezTo>
                  <a:pt x="15718" y="50772"/>
                  <a:pt x="15777" y="50566"/>
                  <a:pt x="15806" y="50374"/>
                </a:cubicBezTo>
                <a:close/>
                <a:moveTo>
                  <a:pt x="15100" y="51920"/>
                </a:moveTo>
                <a:cubicBezTo>
                  <a:pt x="15100" y="51933"/>
                  <a:pt x="15100" y="51934"/>
                  <a:pt x="15077" y="51946"/>
                </a:cubicBezTo>
                <a:lnTo>
                  <a:pt x="15077" y="51946"/>
                </a:lnTo>
                <a:cubicBezTo>
                  <a:pt x="15084" y="51937"/>
                  <a:pt x="15091" y="51928"/>
                  <a:pt x="15100" y="51920"/>
                </a:cubicBezTo>
                <a:close/>
                <a:moveTo>
                  <a:pt x="14673" y="45562"/>
                </a:moveTo>
                <a:cubicBezTo>
                  <a:pt x="15924" y="46563"/>
                  <a:pt x="16571" y="48285"/>
                  <a:pt x="16307" y="50036"/>
                </a:cubicBezTo>
                <a:cubicBezTo>
                  <a:pt x="16218" y="50698"/>
                  <a:pt x="15997" y="51360"/>
                  <a:pt x="15659" y="52008"/>
                </a:cubicBezTo>
                <a:cubicBezTo>
                  <a:pt x="15688" y="51876"/>
                  <a:pt x="15718" y="51728"/>
                  <a:pt x="15733" y="51596"/>
                </a:cubicBezTo>
                <a:cubicBezTo>
                  <a:pt x="15997" y="50993"/>
                  <a:pt x="16159" y="50374"/>
                  <a:pt x="16233" y="49742"/>
                </a:cubicBezTo>
                <a:cubicBezTo>
                  <a:pt x="16383" y="48115"/>
                  <a:pt x="15759" y="46526"/>
                  <a:pt x="14631" y="45565"/>
                </a:cubicBezTo>
                <a:lnTo>
                  <a:pt x="14631" y="45565"/>
                </a:lnTo>
                <a:cubicBezTo>
                  <a:pt x="14645" y="45574"/>
                  <a:pt x="14659" y="45583"/>
                  <a:pt x="14673" y="45592"/>
                </a:cubicBezTo>
                <a:lnTo>
                  <a:pt x="14673" y="45562"/>
                </a:lnTo>
                <a:close/>
                <a:moveTo>
                  <a:pt x="15062" y="51969"/>
                </a:moveTo>
                <a:lnTo>
                  <a:pt x="15062" y="51969"/>
                </a:lnTo>
                <a:cubicBezTo>
                  <a:pt x="15056" y="51984"/>
                  <a:pt x="15048" y="52003"/>
                  <a:pt x="15039" y="52022"/>
                </a:cubicBezTo>
                <a:lnTo>
                  <a:pt x="15039" y="52022"/>
                </a:lnTo>
                <a:cubicBezTo>
                  <a:pt x="15045" y="52003"/>
                  <a:pt x="15052" y="51985"/>
                  <a:pt x="15062" y="51969"/>
                </a:cubicBezTo>
                <a:close/>
                <a:moveTo>
                  <a:pt x="15733" y="51184"/>
                </a:moveTo>
                <a:lnTo>
                  <a:pt x="15733" y="51184"/>
                </a:lnTo>
                <a:cubicBezTo>
                  <a:pt x="15718" y="51302"/>
                  <a:pt x="15703" y="51449"/>
                  <a:pt x="15688" y="51581"/>
                </a:cubicBezTo>
                <a:cubicBezTo>
                  <a:pt x="15616" y="51741"/>
                  <a:pt x="15515" y="51915"/>
                  <a:pt x="15441" y="52089"/>
                </a:cubicBezTo>
                <a:lnTo>
                  <a:pt x="15441" y="52089"/>
                </a:lnTo>
                <a:cubicBezTo>
                  <a:pt x="15483" y="51987"/>
                  <a:pt x="15497" y="51858"/>
                  <a:pt x="15512" y="51743"/>
                </a:cubicBezTo>
                <a:cubicBezTo>
                  <a:pt x="15585" y="51566"/>
                  <a:pt x="15659" y="51375"/>
                  <a:pt x="15733" y="51184"/>
                </a:cubicBezTo>
                <a:close/>
                <a:moveTo>
                  <a:pt x="15321" y="51625"/>
                </a:moveTo>
                <a:lnTo>
                  <a:pt x="15262" y="51846"/>
                </a:lnTo>
                <a:lnTo>
                  <a:pt x="15100" y="52170"/>
                </a:lnTo>
                <a:cubicBezTo>
                  <a:pt x="15100" y="52096"/>
                  <a:pt x="15129" y="52037"/>
                  <a:pt x="15144" y="51964"/>
                </a:cubicBezTo>
                <a:cubicBezTo>
                  <a:pt x="15203" y="51861"/>
                  <a:pt x="15262" y="51728"/>
                  <a:pt x="15321" y="51625"/>
                </a:cubicBezTo>
                <a:close/>
                <a:moveTo>
                  <a:pt x="15512" y="51390"/>
                </a:moveTo>
                <a:lnTo>
                  <a:pt x="15512" y="51390"/>
                </a:lnTo>
                <a:cubicBezTo>
                  <a:pt x="15497" y="51508"/>
                  <a:pt x="15468" y="51625"/>
                  <a:pt x="15438" y="51728"/>
                </a:cubicBezTo>
                <a:lnTo>
                  <a:pt x="15217" y="52170"/>
                </a:lnTo>
                <a:cubicBezTo>
                  <a:pt x="15262" y="52082"/>
                  <a:pt x="15276" y="51964"/>
                  <a:pt x="15321" y="51876"/>
                </a:cubicBezTo>
                <a:cubicBezTo>
                  <a:pt x="15394" y="51714"/>
                  <a:pt x="15468" y="51566"/>
                  <a:pt x="15512" y="51390"/>
                </a:cubicBezTo>
                <a:close/>
                <a:moveTo>
                  <a:pt x="14923" y="52376"/>
                </a:moveTo>
                <a:cubicBezTo>
                  <a:pt x="14923" y="52389"/>
                  <a:pt x="14923" y="52390"/>
                  <a:pt x="14912" y="52402"/>
                </a:cubicBezTo>
                <a:lnTo>
                  <a:pt x="14912" y="52402"/>
                </a:lnTo>
                <a:cubicBezTo>
                  <a:pt x="14916" y="52393"/>
                  <a:pt x="14920" y="52385"/>
                  <a:pt x="14923" y="52376"/>
                </a:cubicBezTo>
                <a:close/>
                <a:moveTo>
                  <a:pt x="14702" y="45518"/>
                </a:moveTo>
                <a:lnTo>
                  <a:pt x="14702" y="45518"/>
                </a:lnTo>
                <a:cubicBezTo>
                  <a:pt x="14776" y="45562"/>
                  <a:pt x="14850" y="45606"/>
                  <a:pt x="14923" y="45636"/>
                </a:cubicBezTo>
                <a:cubicBezTo>
                  <a:pt x="16203" y="46710"/>
                  <a:pt x="16807" y="48535"/>
                  <a:pt x="16454" y="50330"/>
                </a:cubicBezTo>
                <a:cubicBezTo>
                  <a:pt x="16307" y="51110"/>
                  <a:pt x="15997" y="51861"/>
                  <a:pt x="15556" y="52582"/>
                </a:cubicBezTo>
                <a:cubicBezTo>
                  <a:pt x="15556" y="52552"/>
                  <a:pt x="15571" y="52523"/>
                  <a:pt x="15571" y="52479"/>
                </a:cubicBezTo>
                <a:cubicBezTo>
                  <a:pt x="15585" y="52391"/>
                  <a:pt x="15615" y="52317"/>
                  <a:pt x="15630" y="52229"/>
                </a:cubicBezTo>
                <a:cubicBezTo>
                  <a:pt x="16012" y="51508"/>
                  <a:pt x="16277" y="50787"/>
                  <a:pt x="16380" y="50036"/>
                </a:cubicBezTo>
                <a:cubicBezTo>
                  <a:pt x="16645" y="48270"/>
                  <a:pt x="15997" y="46504"/>
                  <a:pt x="14702" y="45518"/>
                </a:cubicBezTo>
                <a:close/>
                <a:moveTo>
                  <a:pt x="15630" y="51861"/>
                </a:moveTo>
                <a:lnTo>
                  <a:pt x="15630" y="51861"/>
                </a:lnTo>
                <a:cubicBezTo>
                  <a:pt x="15615" y="51964"/>
                  <a:pt x="15585" y="52096"/>
                  <a:pt x="15556" y="52214"/>
                </a:cubicBezTo>
                <a:cubicBezTo>
                  <a:pt x="15482" y="52361"/>
                  <a:pt x="15394" y="52508"/>
                  <a:pt x="15291" y="52655"/>
                </a:cubicBezTo>
                <a:cubicBezTo>
                  <a:pt x="15321" y="52538"/>
                  <a:pt x="15350" y="52449"/>
                  <a:pt x="15365" y="52332"/>
                </a:cubicBezTo>
                <a:cubicBezTo>
                  <a:pt x="15468" y="52170"/>
                  <a:pt x="15556" y="52008"/>
                  <a:pt x="15630" y="51861"/>
                </a:cubicBezTo>
                <a:close/>
                <a:moveTo>
                  <a:pt x="15365" y="52008"/>
                </a:moveTo>
                <a:lnTo>
                  <a:pt x="15365" y="52008"/>
                </a:lnTo>
                <a:cubicBezTo>
                  <a:pt x="15350" y="52096"/>
                  <a:pt x="15321" y="52214"/>
                  <a:pt x="15291" y="52302"/>
                </a:cubicBezTo>
                <a:cubicBezTo>
                  <a:pt x="15217" y="52435"/>
                  <a:pt x="15144" y="52552"/>
                  <a:pt x="15056" y="52685"/>
                </a:cubicBezTo>
                <a:cubicBezTo>
                  <a:pt x="15070" y="52597"/>
                  <a:pt x="15114" y="52508"/>
                  <a:pt x="15129" y="52435"/>
                </a:cubicBezTo>
                <a:cubicBezTo>
                  <a:pt x="15217" y="52302"/>
                  <a:pt x="15291" y="52155"/>
                  <a:pt x="15365" y="52008"/>
                </a:cubicBezTo>
                <a:close/>
                <a:moveTo>
                  <a:pt x="14900" y="52426"/>
                </a:moveTo>
                <a:lnTo>
                  <a:pt x="14900" y="52426"/>
                </a:lnTo>
                <a:cubicBezTo>
                  <a:pt x="14893" y="52449"/>
                  <a:pt x="14890" y="52471"/>
                  <a:pt x="14879" y="52494"/>
                </a:cubicBezTo>
                <a:cubicBezTo>
                  <a:pt x="14835" y="52567"/>
                  <a:pt x="14776" y="52655"/>
                  <a:pt x="14732" y="52714"/>
                </a:cubicBezTo>
                <a:cubicBezTo>
                  <a:pt x="14761" y="52670"/>
                  <a:pt x="14776" y="52626"/>
                  <a:pt x="14805" y="52597"/>
                </a:cubicBezTo>
                <a:lnTo>
                  <a:pt x="14820" y="52582"/>
                </a:lnTo>
                <a:cubicBezTo>
                  <a:pt x="14843" y="52526"/>
                  <a:pt x="14874" y="52478"/>
                  <a:pt x="14900" y="52426"/>
                </a:cubicBezTo>
                <a:close/>
                <a:moveTo>
                  <a:pt x="15120" y="52265"/>
                </a:moveTo>
                <a:lnTo>
                  <a:pt x="15120" y="52265"/>
                </a:lnTo>
                <a:cubicBezTo>
                  <a:pt x="15116" y="52280"/>
                  <a:pt x="15114" y="52297"/>
                  <a:pt x="15114" y="52317"/>
                </a:cubicBezTo>
                <a:cubicBezTo>
                  <a:pt x="15114" y="52361"/>
                  <a:pt x="15100" y="52376"/>
                  <a:pt x="15100" y="52405"/>
                </a:cubicBezTo>
                <a:cubicBezTo>
                  <a:pt x="15041" y="52523"/>
                  <a:pt x="14967" y="52626"/>
                  <a:pt x="14894" y="52729"/>
                </a:cubicBezTo>
                <a:cubicBezTo>
                  <a:pt x="14908" y="52655"/>
                  <a:pt x="14953" y="52597"/>
                  <a:pt x="14967" y="52523"/>
                </a:cubicBezTo>
                <a:cubicBezTo>
                  <a:pt x="15022" y="52435"/>
                  <a:pt x="15069" y="52355"/>
                  <a:pt x="15120" y="52265"/>
                </a:cubicBezTo>
                <a:close/>
                <a:moveTo>
                  <a:pt x="14982" y="45621"/>
                </a:moveTo>
                <a:lnTo>
                  <a:pt x="14982" y="45621"/>
                </a:lnTo>
                <a:cubicBezTo>
                  <a:pt x="15056" y="45665"/>
                  <a:pt x="15129" y="45695"/>
                  <a:pt x="15188" y="45709"/>
                </a:cubicBezTo>
                <a:cubicBezTo>
                  <a:pt x="16660" y="46975"/>
                  <a:pt x="16969" y="49079"/>
                  <a:pt x="16601" y="50610"/>
                </a:cubicBezTo>
                <a:cubicBezTo>
                  <a:pt x="16395" y="51449"/>
                  <a:pt x="16012" y="52288"/>
                  <a:pt x="15438" y="53068"/>
                </a:cubicBezTo>
                <a:cubicBezTo>
                  <a:pt x="15468" y="52965"/>
                  <a:pt x="15482" y="52847"/>
                  <a:pt x="15497" y="52759"/>
                </a:cubicBezTo>
                <a:cubicBezTo>
                  <a:pt x="16012" y="51993"/>
                  <a:pt x="16351" y="51184"/>
                  <a:pt x="16513" y="50345"/>
                </a:cubicBezTo>
                <a:cubicBezTo>
                  <a:pt x="16866" y="48535"/>
                  <a:pt x="16277" y="46695"/>
                  <a:pt x="14982" y="45621"/>
                </a:cubicBezTo>
                <a:close/>
                <a:moveTo>
                  <a:pt x="15497" y="52405"/>
                </a:moveTo>
                <a:cubicBezTo>
                  <a:pt x="15497" y="52435"/>
                  <a:pt x="15497" y="52449"/>
                  <a:pt x="15482" y="52479"/>
                </a:cubicBezTo>
                <a:cubicBezTo>
                  <a:pt x="15468" y="52582"/>
                  <a:pt x="15438" y="52655"/>
                  <a:pt x="15424" y="52744"/>
                </a:cubicBezTo>
                <a:cubicBezTo>
                  <a:pt x="15365" y="52876"/>
                  <a:pt x="15276" y="52979"/>
                  <a:pt x="15188" y="53112"/>
                </a:cubicBezTo>
                <a:lnTo>
                  <a:pt x="15247" y="52832"/>
                </a:lnTo>
                <a:cubicBezTo>
                  <a:pt x="15335" y="52685"/>
                  <a:pt x="15424" y="52552"/>
                  <a:pt x="15497" y="52405"/>
                </a:cubicBezTo>
                <a:close/>
                <a:moveTo>
                  <a:pt x="14599" y="52920"/>
                </a:moveTo>
                <a:cubicBezTo>
                  <a:pt x="14599" y="52950"/>
                  <a:pt x="14585" y="52965"/>
                  <a:pt x="14585" y="52994"/>
                </a:cubicBezTo>
                <a:cubicBezTo>
                  <a:pt x="14541" y="53038"/>
                  <a:pt x="14526" y="53097"/>
                  <a:pt x="14482" y="53126"/>
                </a:cubicBezTo>
                <a:cubicBezTo>
                  <a:pt x="14467" y="53097"/>
                  <a:pt x="14482" y="53068"/>
                  <a:pt x="14511" y="53053"/>
                </a:cubicBezTo>
                <a:cubicBezTo>
                  <a:pt x="14541" y="53023"/>
                  <a:pt x="14555" y="52965"/>
                  <a:pt x="14599" y="52920"/>
                </a:cubicBezTo>
                <a:close/>
                <a:moveTo>
                  <a:pt x="15262" y="52538"/>
                </a:moveTo>
                <a:lnTo>
                  <a:pt x="15262" y="52538"/>
                </a:lnTo>
                <a:cubicBezTo>
                  <a:pt x="15247" y="52626"/>
                  <a:pt x="15217" y="52729"/>
                  <a:pt x="15188" y="52817"/>
                </a:cubicBezTo>
                <a:cubicBezTo>
                  <a:pt x="15114" y="52920"/>
                  <a:pt x="15026" y="53038"/>
                  <a:pt x="14953" y="53141"/>
                </a:cubicBezTo>
                <a:cubicBezTo>
                  <a:pt x="14967" y="53068"/>
                  <a:pt x="14982" y="52979"/>
                  <a:pt x="15026" y="52906"/>
                </a:cubicBezTo>
                <a:cubicBezTo>
                  <a:pt x="15114" y="52773"/>
                  <a:pt x="15188" y="52655"/>
                  <a:pt x="15262" y="52538"/>
                </a:cubicBezTo>
                <a:close/>
                <a:moveTo>
                  <a:pt x="15026" y="52655"/>
                </a:moveTo>
                <a:lnTo>
                  <a:pt x="14967" y="52876"/>
                </a:lnTo>
                <a:cubicBezTo>
                  <a:pt x="14894" y="52979"/>
                  <a:pt x="14820" y="53068"/>
                  <a:pt x="14747" y="53171"/>
                </a:cubicBezTo>
                <a:cubicBezTo>
                  <a:pt x="14761" y="53097"/>
                  <a:pt x="14805" y="53023"/>
                  <a:pt x="14820" y="52950"/>
                </a:cubicBezTo>
                <a:cubicBezTo>
                  <a:pt x="14879" y="52847"/>
                  <a:pt x="14953" y="52744"/>
                  <a:pt x="15026" y="52655"/>
                </a:cubicBezTo>
                <a:close/>
                <a:moveTo>
                  <a:pt x="14791" y="52773"/>
                </a:moveTo>
                <a:lnTo>
                  <a:pt x="14747" y="52950"/>
                </a:lnTo>
                <a:cubicBezTo>
                  <a:pt x="14688" y="53023"/>
                  <a:pt x="14629" y="53112"/>
                  <a:pt x="14555" y="53185"/>
                </a:cubicBezTo>
                <a:cubicBezTo>
                  <a:pt x="14570" y="53126"/>
                  <a:pt x="14599" y="53068"/>
                  <a:pt x="14614" y="53038"/>
                </a:cubicBezTo>
                <a:cubicBezTo>
                  <a:pt x="14629" y="52994"/>
                  <a:pt x="14673" y="52965"/>
                  <a:pt x="14688" y="52950"/>
                </a:cubicBezTo>
                <a:lnTo>
                  <a:pt x="14791" y="52773"/>
                </a:lnTo>
                <a:close/>
                <a:moveTo>
                  <a:pt x="14467" y="53244"/>
                </a:moveTo>
                <a:cubicBezTo>
                  <a:pt x="14452" y="53274"/>
                  <a:pt x="14438" y="53318"/>
                  <a:pt x="14408" y="53362"/>
                </a:cubicBezTo>
                <a:cubicBezTo>
                  <a:pt x="14379" y="53406"/>
                  <a:pt x="14364" y="53435"/>
                  <a:pt x="14320" y="53480"/>
                </a:cubicBezTo>
                <a:lnTo>
                  <a:pt x="14261" y="53538"/>
                </a:lnTo>
                <a:cubicBezTo>
                  <a:pt x="14290" y="53494"/>
                  <a:pt x="14305" y="53465"/>
                  <a:pt x="14320" y="53406"/>
                </a:cubicBezTo>
                <a:cubicBezTo>
                  <a:pt x="14379" y="53347"/>
                  <a:pt x="14408" y="53288"/>
                  <a:pt x="14467" y="53244"/>
                </a:cubicBezTo>
                <a:close/>
                <a:moveTo>
                  <a:pt x="15424" y="52906"/>
                </a:moveTo>
                <a:lnTo>
                  <a:pt x="15424" y="52906"/>
                </a:lnTo>
                <a:cubicBezTo>
                  <a:pt x="15409" y="52994"/>
                  <a:pt x="15394" y="53112"/>
                  <a:pt x="15365" y="53200"/>
                </a:cubicBezTo>
                <a:cubicBezTo>
                  <a:pt x="15276" y="53318"/>
                  <a:pt x="15203" y="53421"/>
                  <a:pt x="15114" y="53538"/>
                </a:cubicBezTo>
                <a:cubicBezTo>
                  <a:pt x="15129" y="53435"/>
                  <a:pt x="15144" y="53347"/>
                  <a:pt x="15173" y="53274"/>
                </a:cubicBezTo>
                <a:cubicBezTo>
                  <a:pt x="15262" y="53141"/>
                  <a:pt x="15350" y="53038"/>
                  <a:pt x="15424" y="52906"/>
                </a:cubicBezTo>
                <a:close/>
                <a:moveTo>
                  <a:pt x="15276" y="45695"/>
                </a:moveTo>
                <a:cubicBezTo>
                  <a:pt x="15335" y="45739"/>
                  <a:pt x="15394" y="45768"/>
                  <a:pt x="15438" y="45783"/>
                </a:cubicBezTo>
                <a:cubicBezTo>
                  <a:pt x="16954" y="47152"/>
                  <a:pt x="17190" y="49315"/>
                  <a:pt x="16748" y="50919"/>
                </a:cubicBezTo>
                <a:cubicBezTo>
                  <a:pt x="16498" y="51817"/>
                  <a:pt x="16027" y="52700"/>
                  <a:pt x="15365" y="53538"/>
                </a:cubicBezTo>
                <a:cubicBezTo>
                  <a:pt x="15394" y="53435"/>
                  <a:pt x="15409" y="53332"/>
                  <a:pt x="15424" y="53229"/>
                </a:cubicBezTo>
                <a:cubicBezTo>
                  <a:pt x="16027" y="52405"/>
                  <a:pt x="16454" y="51552"/>
                  <a:pt x="16674" y="50639"/>
                </a:cubicBezTo>
                <a:cubicBezTo>
                  <a:pt x="17042" y="49094"/>
                  <a:pt x="16733" y="47004"/>
                  <a:pt x="15276" y="45695"/>
                </a:cubicBezTo>
                <a:close/>
                <a:moveTo>
                  <a:pt x="14894" y="53053"/>
                </a:moveTo>
                <a:lnTo>
                  <a:pt x="14835" y="53274"/>
                </a:lnTo>
                <a:cubicBezTo>
                  <a:pt x="14761" y="53362"/>
                  <a:pt x="14688" y="53465"/>
                  <a:pt x="14599" y="53553"/>
                </a:cubicBezTo>
                <a:lnTo>
                  <a:pt x="14658" y="53332"/>
                </a:lnTo>
                <a:cubicBezTo>
                  <a:pt x="14747" y="53259"/>
                  <a:pt x="14820" y="53141"/>
                  <a:pt x="14894" y="53053"/>
                </a:cubicBezTo>
                <a:close/>
                <a:moveTo>
                  <a:pt x="15144" y="52979"/>
                </a:moveTo>
                <a:cubicBezTo>
                  <a:pt x="15129" y="53038"/>
                  <a:pt x="15129" y="53068"/>
                  <a:pt x="15114" y="53126"/>
                </a:cubicBezTo>
                <a:cubicBezTo>
                  <a:pt x="15114" y="53171"/>
                  <a:pt x="15100" y="53200"/>
                  <a:pt x="15100" y="53259"/>
                </a:cubicBezTo>
                <a:cubicBezTo>
                  <a:pt x="15026" y="53347"/>
                  <a:pt x="14923" y="53435"/>
                  <a:pt x="14835" y="53553"/>
                </a:cubicBezTo>
                <a:lnTo>
                  <a:pt x="14835" y="53509"/>
                </a:lnTo>
                <a:cubicBezTo>
                  <a:pt x="14850" y="53435"/>
                  <a:pt x="14879" y="53391"/>
                  <a:pt x="14894" y="53318"/>
                </a:cubicBezTo>
                <a:cubicBezTo>
                  <a:pt x="14982" y="53200"/>
                  <a:pt x="15056" y="53097"/>
                  <a:pt x="15144" y="52979"/>
                </a:cubicBezTo>
                <a:close/>
                <a:moveTo>
                  <a:pt x="14658" y="53171"/>
                </a:moveTo>
                <a:cubicBezTo>
                  <a:pt x="14658" y="53200"/>
                  <a:pt x="14629" y="53259"/>
                  <a:pt x="14614" y="53332"/>
                </a:cubicBezTo>
                <a:cubicBezTo>
                  <a:pt x="14541" y="53406"/>
                  <a:pt x="14482" y="53494"/>
                  <a:pt x="14408" y="53568"/>
                </a:cubicBezTo>
                <a:lnTo>
                  <a:pt x="14467" y="53406"/>
                </a:lnTo>
                <a:cubicBezTo>
                  <a:pt x="14482" y="53362"/>
                  <a:pt x="14526" y="53347"/>
                  <a:pt x="14541" y="53318"/>
                </a:cubicBezTo>
                <a:cubicBezTo>
                  <a:pt x="14585" y="53259"/>
                  <a:pt x="14614" y="53200"/>
                  <a:pt x="14658" y="53171"/>
                </a:cubicBezTo>
                <a:close/>
                <a:moveTo>
                  <a:pt x="14145" y="53661"/>
                </a:moveTo>
                <a:lnTo>
                  <a:pt x="14145" y="53661"/>
                </a:lnTo>
                <a:cubicBezTo>
                  <a:pt x="14139" y="53679"/>
                  <a:pt x="14132" y="53697"/>
                  <a:pt x="14114" y="53715"/>
                </a:cubicBezTo>
                <a:lnTo>
                  <a:pt x="14011" y="53833"/>
                </a:lnTo>
                <a:cubicBezTo>
                  <a:pt x="14025" y="53803"/>
                  <a:pt x="14040" y="53774"/>
                  <a:pt x="14070" y="53759"/>
                </a:cubicBezTo>
                <a:cubicBezTo>
                  <a:pt x="14093" y="53724"/>
                  <a:pt x="14125" y="53699"/>
                  <a:pt x="14145" y="53661"/>
                </a:cubicBezTo>
                <a:close/>
                <a:moveTo>
                  <a:pt x="14335" y="53553"/>
                </a:moveTo>
                <a:lnTo>
                  <a:pt x="14335" y="53553"/>
                </a:lnTo>
                <a:cubicBezTo>
                  <a:pt x="14320" y="53612"/>
                  <a:pt x="14305" y="53641"/>
                  <a:pt x="14290" y="53700"/>
                </a:cubicBezTo>
                <a:cubicBezTo>
                  <a:pt x="14246" y="53730"/>
                  <a:pt x="14217" y="53789"/>
                  <a:pt x="14158" y="53833"/>
                </a:cubicBezTo>
                <a:lnTo>
                  <a:pt x="14099" y="53877"/>
                </a:lnTo>
                <a:cubicBezTo>
                  <a:pt x="14114" y="53833"/>
                  <a:pt x="14143" y="53789"/>
                  <a:pt x="14158" y="53730"/>
                </a:cubicBezTo>
                <a:cubicBezTo>
                  <a:pt x="14231" y="53686"/>
                  <a:pt x="14290" y="53627"/>
                  <a:pt x="14335" y="53553"/>
                </a:cubicBezTo>
                <a:close/>
                <a:moveTo>
                  <a:pt x="14555" y="53494"/>
                </a:moveTo>
                <a:lnTo>
                  <a:pt x="14555" y="53494"/>
                </a:lnTo>
                <a:cubicBezTo>
                  <a:pt x="14541" y="53553"/>
                  <a:pt x="14526" y="53627"/>
                  <a:pt x="14511" y="53686"/>
                </a:cubicBezTo>
                <a:cubicBezTo>
                  <a:pt x="14438" y="53759"/>
                  <a:pt x="14364" y="53848"/>
                  <a:pt x="14290" y="53921"/>
                </a:cubicBezTo>
                <a:cubicBezTo>
                  <a:pt x="14305" y="53862"/>
                  <a:pt x="14320" y="53789"/>
                  <a:pt x="14335" y="53730"/>
                </a:cubicBezTo>
                <a:cubicBezTo>
                  <a:pt x="14364" y="53715"/>
                  <a:pt x="14379" y="53686"/>
                  <a:pt x="14408" y="53656"/>
                </a:cubicBezTo>
                <a:cubicBezTo>
                  <a:pt x="14467" y="53612"/>
                  <a:pt x="14511" y="53553"/>
                  <a:pt x="14555" y="53494"/>
                </a:cubicBezTo>
                <a:close/>
                <a:moveTo>
                  <a:pt x="14791" y="53435"/>
                </a:moveTo>
                <a:cubicBezTo>
                  <a:pt x="14791" y="53465"/>
                  <a:pt x="14776" y="53480"/>
                  <a:pt x="14776" y="53509"/>
                </a:cubicBezTo>
                <a:cubicBezTo>
                  <a:pt x="14761" y="53568"/>
                  <a:pt x="14761" y="53627"/>
                  <a:pt x="14747" y="53671"/>
                </a:cubicBezTo>
                <a:cubicBezTo>
                  <a:pt x="14673" y="53759"/>
                  <a:pt x="14599" y="53848"/>
                  <a:pt x="14511" y="53921"/>
                </a:cubicBezTo>
                <a:lnTo>
                  <a:pt x="14511" y="53906"/>
                </a:lnTo>
                <a:cubicBezTo>
                  <a:pt x="14526" y="53833"/>
                  <a:pt x="14541" y="53774"/>
                  <a:pt x="14555" y="53715"/>
                </a:cubicBezTo>
                <a:cubicBezTo>
                  <a:pt x="14629" y="53627"/>
                  <a:pt x="14732" y="53538"/>
                  <a:pt x="14791" y="53435"/>
                </a:cubicBezTo>
                <a:close/>
                <a:moveTo>
                  <a:pt x="15056" y="53391"/>
                </a:moveTo>
                <a:lnTo>
                  <a:pt x="15056" y="53391"/>
                </a:lnTo>
                <a:cubicBezTo>
                  <a:pt x="15041" y="53480"/>
                  <a:pt x="15026" y="53553"/>
                  <a:pt x="15026" y="53641"/>
                </a:cubicBezTo>
                <a:cubicBezTo>
                  <a:pt x="14953" y="53730"/>
                  <a:pt x="14850" y="53833"/>
                  <a:pt x="14761" y="53921"/>
                </a:cubicBezTo>
                <a:cubicBezTo>
                  <a:pt x="14776" y="53848"/>
                  <a:pt x="14776" y="53774"/>
                  <a:pt x="14805" y="53700"/>
                </a:cubicBezTo>
                <a:cubicBezTo>
                  <a:pt x="14894" y="53612"/>
                  <a:pt x="14967" y="53494"/>
                  <a:pt x="15056" y="53391"/>
                </a:cubicBezTo>
                <a:close/>
                <a:moveTo>
                  <a:pt x="15335" y="53347"/>
                </a:moveTo>
                <a:lnTo>
                  <a:pt x="15276" y="53627"/>
                </a:lnTo>
                <a:cubicBezTo>
                  <a:pt x="15217" y="53730"/>
                  <a:pt x="15129" y="53833"/>
                  <a:pt x="15041" y="53921"/>
                </a:cubicBezTo>
                <a:cubicBezTo>
                  <a:pt x="15056" y="53833"/>
                  <a:pt x="15056" y="53759"/>
                  <a:pt x="15070" y="53656"/>
                </a:cubicBezTo>
                <a:cubicBezTo>
                  <a:pt x="15173" y="53553"/>
                  <a:pt x="15247" y="53465"/>
                  <a:pt x="15335" y="53347"/>
                </a:cubicBezTo>
                <a:close/>
                <a:moveTo>
                  <a:pt x="15541" y="45798"/>
                </a:moveTo>
                <a:cubicBezTo>
                  <a:pt x="15585" y="45798"/>
                  <a:pt x="15644" y="45842"/>
                  <a:pt x="15703" y="45857"/>
                </a:cubicBezTo>
                <a:cubicBezTo>
                  <a:pt x="17248" y="47299"/>
                  <a:pt x="17410" y="49565"/>
                  <a:pt x="16895" y="51213"/>
                </a:cubicBezTo>
                <a:cubicBezTo>
                  <a:pt x="16601" y="52170"/>
                  <a:pt x="16071" y="53097"/>
                  <a:pt x="15321" y="53951"/>
                </a:cubicBezTo>
                <a:cubicBezTo>
                  <a:pt x="15335" y="53862"/>
                  <a:pt x="15335" y="53774"/>
                  <a:pt x="15350" y="53686"/>
                </a:cubicBezTo>
                <a:cubicBezTo>
                  <a:pt x="16071" y="52817"/>
                  <a:pt x="16542" y="51920"/>
                  <a:pt x="16822" y="50948"/>
                </a:cubicBezTo>
                <a:cubicBezTo>
                  <a:pt x="17263" y="49359"/>
                  <a:pt x="17028" y="47181"/>
                  <a:pt x="15541" y="45798"/>
                </a:cubicBezTo>
                <a:close/>
                <a:moveTo>
                  <a:pt x="13864" y="53995"/>
                </a:moveTo>
                <a:cubicBezTo>
                  <a:pt x="13864" y="53995"/>
                  <a:pt x="13864" y="54009"/>
                  <a:pt x="13849" y="54009"/>
                </a:cubicBezTo>
                <a:lnTo>
                  <a:pt x="13864" y="53995"/>
                </a:lnTo>
                <a:close/>
                <a:moveTo>
                  <a:pt x="13811" y="54048"/>
                </a:moveTo>
                <a:cubicBezTo>
                  <a:pt x="13807" y="54056"/>
                  <a:pt x="13805" y="54063"/>
                  <a:pt x="13805" y="54068"/>
                </a:cubicBezTo>
                <a:lnTo>
                  <a:pt x="13805" y="54054"/>
                </a:lnTo>
                <a:lnTo>
                  <a:pt x="13811" y="54048"/>
                </a:lnTo>
                <a:close/>
                <a:moveTo>
                  <a:pt x="14040" y="53906"/>
                </a:moveTo>
                <a:cubicBezTo>
                  <a:pt x="14025" y="53936"/>
                  <a:pt x="14011" y="53965"/>
                  <a:pt x="13996" y="54024"/>
                </a:cubicBezTo>
                <a:lnTo>
                  <a:pt x="13849" y="54171"/>
                </a:lnTo>
                <a:cubicBezTo>
                  <a:pt x="13864" y="54142"/>
                  <a:pt x="13878" y="54098"/>
                  <a:pt x="13893" y="54054"/>
                </a:cubicBezTo>
                <a:cubicBezTo>
                  <a:pt x="13952" y="54009"/>
                  <a:pt x="13996" y="53951"/>
                  <a:pt x="14040" y="53906"/>
                </a:cubicBezTo>
                <a:close/>
                <a:moveTo>
                  <a:pt x="14202" y="53862"/>
                </a:moveTo>
                <a:lnTo>
                  <a:pt x="14202" y="53862"/>
                </a:lnTo>
                <a:cubicBezTo>
                  <a:pt x="14217" y="53921"/>
                  <a:pt x="14187" y="53980"/>
                  <a:pt x="14173" y="54024"/>
                </a:cubicBezTo>
                <a:lnTo>
                  <a:pt x="14011" y="54201"/>
                </a:lnTo>
                <a:lnTo>
                  <a:pt x="13967" y="54230"/>
                </a:lnTo>
                <a:lnTo>
                  <a:pt x="14025" y="54068"/>
                </a:lnTo>
                <a:cubicBezTo>
                  <a:pt x="14084" y="54009"/>
                  <a:pt x="14128" y="53936"/>
                  <a:pt x="14187" y="53877"/>
                </a:cubicBezTo>
                <a:lnTo>
                  <a:pt x="14202" y="53862"/>
                </a:lnTo>
                <a:close/>
                <a:moveTo>
                  <a:pt x="14467" y="53833"/>
                </a:moveTo>
                <a:cubicBezTo>
                  <a:pt x="14467" y="53848"/>
                  <a:pt x="14452" y="53862"/>
                  <a:pt x="14452" y="53877"/>
                </a:cubicBezTo>
                <a:cubicBezTo>
                  <a:pt x="14438" y="53921"/>
                  <a:pt x="14438" y="53980"/>
                  <a:pt x="14408" y="54009"/>
                </a:cubicBezTo>
                <a:cubicBezTo>
                  <a:pt x="14335" y="54083"/>
                  <a:pt x="14261" y="54171"/>
                  <a:pt x="14173" y="54245"/>
                </a:cubicBezTo>
                <a:cubicBezTo>
                  <a:pt x="14187" y="54201"/>
                  <a:pt x="14217" y="54127"/>
                  <a:pt x="14231" y="54068"/>
                </a:cubicBezTo>
                <a:lnTo>
                  <a:pt x="14261" y="54024"/>
                </a:lnTo>
                <a:cubicBezTo>
                  <a:pt x="14335" y="53951"/>
                  <a:pt x="14408" y="53906"/>
                  <a:pt x="14467" y="53833"/>
                </a:cubicBezTo>
                <a:close/>
                <a:moveTo>
                  <a:pt x="14732" y="53789"/>
                </a:moveTo>
                <a:cubicBezTo>
                  <a:pt x="14702" y="53862"/>
                  <a:pt x="14702" y="53936"/>
                  <a:pt x="14688" y="54009"/>
                </a:cubicBezTo>
                <a:cubicBezTo>
                  <a:pt x="14614" y="54098"/>
                  <a:pt x="14526" y="54171"/>
                  <a:pt x="14452" y="54274"/>
                </a:cubicBezTo>
                <a:cubicBezTo>
                  <a:pt x="14467" y="54201"/>
                  <a:pt x="14467" y="54127"/>
                  <a:pt x="14482" y="54068"/>
                </a:cubicBezTo>
                <a:cubicBezTo>
                  <a:pt x="14555" y="53980"/>
                  <a:pt x="14658" y="53877"/>
                  <a:pt x="14732" y="53789"/>
                </a:cubicBezTo>
                <a:close/>
                <a:moveTo>
                  <a:pt x="15026" y="53774"/>
                </a:moveTo>
                <a:lnTo>
                  <a:pt x="15026" y="53774"/>
                </a:lnTo>
                <a:cubicBezTo>
                  <a:pt x="14997" y="53848"/>
                  <a:pt x="14997" y="53936"/>
                  <a:pt x="14982" y="54009"/>
                </a:cubicBezTo>
                <a:cubicBezTo>
                  <a:pt x="14894" y="54083"/>
                  <a:pt x="14805" y="54171"/>
                  <a:pt x="14732" y="54274"/>
                </a:cubicBezTo>
                <a:cubicBezTo>
                  <a:pt x="14747" y="54201"/>
                  <a:pt x="14747" y="54127"/>
                  <a:pt x="14761" y="54054"/>
                </a:cubicBezTo>
                <a:cubicBezTo>
                  <a:pt x="14850" y="53951"/>
                  <a:pt x="14923" y="53862"/>
                  <a:pt x="15026" y="53774"/>
                </a:cubicBezTo>
                <a:close/>
                <a:moveTo>
                  <a:pt x="15276" y="53774"/>
                </a:moveTo>
                <a:lnTo>
                  <a:pt x="15276" y="53774"/>
                </a:lnTo>
                <a:cubicBezTo>
                  <a:pt x="15262" y="53862"/>
                  <a:pt x="15262" y="53951"/>
                  <a:pt x="15247" y="54054"/>
                </a:cubicBezTo>
                <a:cubicBezTo>
                  <a:pt x="15173" y="54098"/>
                  <a:pt x="15100" y="54201"/>
                  <a:pt x="14997" y="54289"/>
                </a:cubicBezTo>
                <a:cubicBezTo>
                  <a:pt x="14997" y="54215"/>
                  <a:pt x="15026" y="54127"/>
                  <a:pt x="15041" y="54054"/>
                </a:cubicBezTo>
                <a:cubicBezTo>
                  <a:pt x="15129" y="53951"/>
                  <a:pt x="15203" y="53862"/>
                  <a:pt x="15276" y="53774"/>
                </a:cubicBezTo>
                <a:close/>
                <a:moveTo>
                  <a:pt x="15791" y="45842"/>
                </a:moveTo>
                <a:lnTo>
                  <a:pt x="15791" y="45842"/>
                </a:lnTo>
                <a:cubicBezTo>
                  <a:pt x="15850" y="45886"/>
                  <a:pt x="15909" y="45915"/>
                  <a:pt x="15953" y="45930"/>
                </a:cubicBezTo>
                <a:cubicBezTo>
                  <a:pt x="17528" y="47446"/>
                  <a:pt x="17646" y="49815"/>
                  <a:pt x="17057" y="51508"/>
                </a:cubicBezTo>
                <a:cubicBezTo>
                  <a:pt x="16719" y="52508"/>
                  <a:pt x="16130" y="53465"/>
                  <a:pt x="15276" y="54318"/>
                </a:cubicBezTo>
                <a:cubicBezTo>
                  <a:pt x="15276" y="54230"/>
                  <a:pt x="15291" y="54142"/>
                  <a:pt x="15291" y="54054"/>
                </a:cubicBezTo>
                <a:cubicBezTo>
                  <a:pt x="16086" y="53171"/>
                  <a:pt x="16660" y="52214"/>
                  <a:pt x="16969" y="51213"/>
                </a:cubicBezTo>
                <a:cubicBezTo>
                  <a:pt x="17484" y="49580"/>
                  <a:pt x="17322" y="47313"/>
                  <a:pt x="15791" y="45842"/>
                </a:cubicBezTo>
                <a:close/>
                <a:moveTo>
                  <a:pt x="13731" y="54230"/>
                </a:moveTo>
                <a:cubicBezTo>
                  <a:pt x="13716" y="54274"/>
                  <a:pt x="13716" y="54289"/>
                  <a:pt x="13702" y="54318"/>
                </a:cubicBezTo>
                <a:lnTo>
                  <a:pt x="13584" y="54436"/>
                </a:lnTo>
                <a:cubicBezTo>
                  <a:pt x="13628" y="54392"/>
                  <a:pt x="13628" y="54377"/>
                  <a:pt x="13643" y="54348"/>
                </a:cubicBezTo>
                <a:cubicBezTo>
                  <a:pt x="13672" y="54304"/>
                  <a:pt x="13716" y="54274"/>
                  <a:pt x="13731" y="54230"/>
                </a:cubicBezTo>
                <a:close/>
                <a:moveTo>
                  <a:pt x="13937" y="54201"/>
                </a:moveTo>
                <a:cubicBezTo>
                  <a:pt x="13922" y="54245"/>
                  <a:pt x="13893" y="54289"/>
                  <a:pt x="13878" y="54348"/>
                </a:cubicBezTo>
                <a:cubicBezTo>
                  <a:pt x="13819" y="54392"/>
                  <a:pt x="13775" y="54451"/>
                  <a:pt x="13702" y="54510"/>
                </a:cubicBezTo>
                <a:cubicBezTo>
                  <a:pt x="13716" y="54451"/>
                  <a:pt x="13731" y="54421"/>
                  <a:pt x="13746" y="54363"/>
                </a:cubicBezTo>
                <a:cubicBezTo>
                  <a:pt x="13819" y="54304"/>
                  <a:pt x="13878" y="54245"/>
                  <a:pt x="13937" y="54201"/>
                </a:cubicBezTo>
                <a:close/>
                <a:moveTo>
                  <a:pt x="14143" y="54171"/>
                </a:moveTo>
                <a:lnTo>
                  <a:pt x="14143" y="54171"/>
                </a:lnTo>
                <a:cubicBezTo>
                  <a:pt x="14114" y="54215"/>
                  <a:pt x="14114" y="54245"/>
                  <a:pt x="14099" y="54289"/>
                </a:cubicBezTo>
                <a:cubicBezTo>
                  <a:pt x="14099" y="54304"/>
                  <a:pt x="14084" y="54348"/>
                  <a:pt x="14084" y="54363"/>
                </a:cubicBezTo>
                <a:cubicBezTo>
                  <a:pt x="14011" y="54436"/>
                  <a:pt x="13937" y="54495"/>
                  <a:pt x="13864" y="54569"/>
                </a:cubicBezTo>
                <a:lnTo>
                  <a:pt x="13922" y="54392"/>
                </a:lnTo>
                <a:cubicBezTo>
                  <a:pt x="13967" y="54318"/>
                  <a:pt x="14025" y="54289"/>
                  <a:pt x="14070" y="54245"/>
                </a:cubicBezTo>
                <a:lnTo>
                  <a:pt x="14143" y="54171"/>
                </a:lnTo>
                <a:close/>
                <a:moveTo>
                  <a:pt x="14393" y="54157"/>
                </a:moveTo>
                <a:lnTo>
                  <a:pt x="14393" y="54157"/>
                </a:lnTo>
                <a:cubicBezTo>
                  <a:pt x="14379" y="54215"/>
                  <a:pt x="14379" y="54289"/>
                  <a:pt x="14364" y="54363"/>
                </a:cubicBezTo>
                <a:cubicBezTo>
                  <a:pt x="14290" y="54421"/>
                  <a:pt x="14187" y="54495"/>
                  <a:pt x="14114" y="54583"/>
                </a:cubicBezTo>
                <a:cubicBezTo>
                  <a:pt x="14143" y="54524"/>
                  <a:pt x="14143" y="54451"/>
                  <a:pt x="14158" y="54392"/>
                </a:cubicBezTo>
                <a:cubicBezTo>
                  <a:pt x="14231" y="54318"/>
                  <a:pt x="14320" y="54245"/>
                  <a:pt x="14393" y="54157"/>
                </a:cubicBezTo>
                <a:close/>
                <a:moveTo>
                  <a:pt x="14673" y="54127"/>
                </a:moveTo>
                <a:lnTo>
                  <a:pt x="14673" y="54127"/>
                </a:lnTo>
                <a:cubicBezTo>
                  <a:pt x="14658" y="54201"/>
                  <a:pt x="14658" y="54274"/>
                  <a:pt x="14629" y="54348"/>
                </a:cubicBezTo>
                <a:cubicBezTo>
                  <a:pt x="14555" y="54421"/>
                  <a:pt x="14482" y="54510"/>
                  <a:pt x="14393" y="54583"/>
                </a:cubicBezTo>
                <a:cubicBezTo>
                  <a:pt x="14393" y="54510"/>
                  <a:pt x="14408" y="54436"/>
                  <a:pt x="14408" y="54377"/>
                </a:cubicBezTo>
                <a:lnTo>
                  <a:pt x="14673" y="54127"/>
                </a:lnTo>
                <a:close/>
                <a:moveTo>
                  <a:pt x="14953" y="54127"/>
                </a:moveTo>
                <a:lnTo>
                  <a:pt x="14953" y="54127"/>
                </a:lnTo>
                <a:cubicBezTo>
                  <a:pt x="14923" y="54201"/>
                  <a:pt x="14923" y="54289"/>
                  <a:pt x="14923" y="54363"/>
                </a:cubicBezTo>
                <a:lnTo>
                  <a:pt x="14688" y="54598"/>
                </a:lnTo>
                <a:cubicBezTo>
                  <a:pt x="14688" y="54524"/>
                  <a:pt x="14702" y="54451"/>
                  <a:pt x="14702" y="54377"/>
                </a:cubicBezTo>
                <a:cubicBezTo>
                  <a:pt x="14805" y="54289"/>
                  <a:pt x="14879" y="54215"/>
                  <a:pt x="14953" y="54127"/>
                </a:cubicBezTo>
                <a:close/>
                <a:moveTo>
                  <a:pt x="15247" y="54142"/>
                </a:moveTo>
                <a:lnTo>
                  <a:pt x="15247" y="54142"/>
                </a:lnTo>
                <a:cubicBezTo>
                  <a:pt x="15217" y="54230"/>
                  <a:pt x="15217" y="54304"/>
                  <a:pt x="15217" y="54392"/>
                </a:cubicBezTo>
                <a:cubicBezTo>
                  <a:pt x="15129" y="54466"/>
                  <a:pt x="15056" y="54539"/>
                  <a:pt x="14982" y="54613"/>
                </a:cubicBezTo>
                <a:cubicBezTo>
                  <a:pt x="14982" y="54539"/>
                  <a:pt x="14997" y="54451"/>
                  <a:pt x="14997" y="54377"/>
                </a:cubicBezTo>
                <a:lnTo>
                  <a:pt x="15247" y="54142"/>
                </a:lnTo>
                <a:close/>
                <a:moveTo>
                  <a:pt x="13452" y="54569"/>
                </a:moveTo>
                <a:cubicBezTo>
                  <a:pt x="13452" y="54583"/>
                  <a:pt x="13437" y="54583"/>
                  <a:pt x="13437" y="54598"/>
                </a:cubicBezTo>
                <a:lnTo>
                  <a:pt x="13402" y="54633"/>
                </a:lnTo>
                <a:lnTo>
                  <a:pt x="13402" y="54633"/>
                </a:lnTo>
                <a:cubicBezTo>
                  <a:pt x="13407" y="54622"/>
                  <a:pt x="13407" y="54613"/>
                  <a:pt x="13407" y="54613"/>
                </a:cubicBezTo>
                <a:lnTo>
                  <a:pt x="13452" y="54569"/>
                </a:lnTo>
                <a:close/>
                <a:moveTo>
                  <a:pt x="16086" y="45960"/>
                </a:moveTo>
                <a:cubicBezTo>
                  <a:pt x="16100" y="45960"/>
                  <a:pt x="16159" y="45989"/>
                  <a:pt x="16218" y="46004"/>
                </a:cubicBezTo>
                <a:cubicBezTo>
                  <a:pt x="17602" y="47387"/>
                  <a:pt x="17999" y="49742"/>
                  <a:pt x="17204" y="51802"/>
                </a:cubicBezTo>
                <a:cubicBezTo>
                  <a:pt x="16822" y="52832"/>
                  <a:pt x="16159" y="53803"/>
                  <a:pt x="15262" y="54686"/>
                </a:cubicBezTo>
                <a:cubicBezTo>
                  <a:pt x="15262" y="54598"/>
                  <a:pt x="15262" y="54524"/>
                  <a:pt x="15276" y="54436"/>
                </a:cubicBezTo>
                <a:cubicBezTo>
                  <a:pt x="16145" y="53538"/>
                  <a:pt x="16763" y="52552"/>
                  <a:pt x="17131" y="51522"/>
                </a:cubicBezTo>
                <a:cubicBezTo>
                  <a:pt x="17719" y="49830"/>
                  <a:pt x="17616" y="47475"/>
                  <a:pt x="16086" y="45960"/>
                </a:cubicBezTo>
                <a:close/>
                <a:moveTo>
                  <a:pt x="13643" y="54495"/>
                </a:moveTo>
                <a:lnTo>
                  <a:pt x="13643" y="54495"/>
                </a:lnTo>
                <a:cubicBezTo>
                  <a:pt x="13628" y="54524"/>
                  <a:pt x="13599" y="54569"/>
                  <a:pt x="13599" y="54613"/>
                </a:cubicBezTo>
                <a:cubicBezTo>
                  <a:pt x="13569" y="54657"/>
                  <a:pt x="13510" y="54716"/>
                  <a:pt x="13452" y="54745"/>
                </a:cubicBezTo>
                <a:lnTo>
                  <a:pt x="13437" y="54760"/>
                </a:lnTo>
                <a:cubicBezTo>
                  <a:pt x="13452" y="54731"/>
                  <a:pt x="13481" y="54686"/>
                  <a:pt x="13496" y="54642"/>
                </a:cubicBezTo>
                <a:cubicBezTo>
                  <a:pt x="13555" y="54583"/>
                  <a:pt x="13584" y="54524"/>
                  <a:pt x="13643" y="54495"/>
                </a:cubicBezTo>
                <a:close/>
                <a:moveTo>
                  <a:pt x="13819" y="54451"/>
                </a:moveTo>
                <a:cubicBezTo>
                  <a:pt x="13819" y="54524"/>
                  <a:pt x="13805" y="54583"/>
                  <a:pt x="13790" y="54642"/>
                </a:cubicBezTo>
                <a:cubicBezTo>
                  <a:pt x="13716" y="54686"/>
                  <a:pt x="13658" y="54745"/>
                  <a:pt x="13584" y="54804"/>
                </a:cubicBezTo>
                <a:lnTo>
                  <a:pt x="13643" y="54642"/>
                </a:lnTo>
                <a:cubicBezTo>
                  <a:pt x="13702" y="54583"/>
                  <a:pt x="13775" y="54524"/>
                  <a:pt x="13819" y="54451"/>
                </a:cubicBezTo>
                <a:close/>
                <a:moveTo>
                  <a:pt x="14084" y="54466"/>
                </a:moveTo>
                <a:cubicBezTo>
                  <a:pt x="14070" y="54524"/>
                  <a:pt x="14070" y="54598"/>
                  <a:pt x="14040" y="54657"/>
                </a:cubicBezTo>
                <a:cubicBezTo>
                  <a:pt x="14025" y="54672"/>
                  <a:pt x="14011" y="54686"/>
                  <a:pt x="13967" y="54716"/>
                </a:cubicBezTo>
                <a:cubicBezTo>
                  <a:pt x="13922" y="54760"/>
                  <a:pt x="13864" y="54804"/>
                  <a:pt x="13805" y="54863"/>
                </a:cubicBezTo>
                <a:cubicBezTo>
                  <a:pt x="13819" y="54804"/>
                  <a:pt x="13819" y="54745"/>
                  <a:pt x="13849" y="54686"/>
                </a:cubicBezTo>
                <a:lnTo>
                  <a:pt x="13849" y="54672"/>
                </a:lnTo>
                <a:cubicBezTo>
                  <a:pt x="13864" y="54657"/>
                  <a:pt x="13893" y="54642"/>
                  <a:pt x="13922" y="54613"/>
                </a:cubicBezTo>
                <a:cubicBezTo>
                  <a:pt x="13967" y="54569"/>
                  <a:pt x="14025" y="54524"/>
                  <a:pt x="14084" y="54466"/>
                </a:cubicBezTo>
                <a:close/>
                <a:moveTo>
                  <a:pt x="14335" y="54451"/>
                </a:moveTo>
                <a:cubicBezTo>
                  <a:pt x="14335" y="54524"/>
                  <a:pt x="14320" y="54583"/>
                  <a:pt x="14320" y="54657"/>
                </a:cubicBezTo>
                <a:cubicBezTo>
                  <a:pt x="14231" y="54731"/>
                  <a:pt x="14158" y="54804"/>
                  <a:pt x="14070" y="54878"/>
                </a:cubicBezTo>
                <a:cubicBezTo>
                  <a:pt x="14070" y="54804"/>
                  <a:pt x="14084" y="54745"/>
                  <a:pt x="14099" y="54686"/>
                </a:cubicBezTo>
                <a:cubicBezTo>
                  <a:pt x="14187" y="54613"/>
                  <a:pt x="14261" y="54539"/>
                  <a:pt x="14335" y="54451"/>
                </a:cubicBezTo>
                <a:close/>
                <a:moveTo>
                  <a:pt x="14629" y="54451"/>
                </a:moveTo>
                <a:cubicBezTo>
                  <a:pt x="14629" y="54524"/>
                  <a:pt x="14614" y="54598"/>
                  <a:pt x="14614" y="54672"/>
                </a:cubicBezTo>
                <a:cubicBezTo>
                  <a:pt x="14541" y="54745"/>
                  <a:pt x="14452" y="54819"/>
                  <a:pt x="14364" y="54892"/>
                </a:cubicBezTo>
                <a:cubicBezTo>
                  <a:pt x="14379" y="54819"/>
                  <a:pt x="14379" y="54745"/>
                  <a:pt x="14379" y="54686"/>
                </a:cubicBezTo>
                <a:cubicBezTo>
                  <a:pt x="14467" y="54613"/>
                  <a:pt x="14541" y="54524"/>
                  <a:pt x="14629" y="54451"/>
                </a:cubicBezTo>
                <a:close/>
                <a:moveTo>
                  <a:pt x="14923" y="54451"/>
                </a:moveTo>
                <a:cubicBezTo>
                  <a:pt x="14923" y="54524"/>
                  <a:pt x="14908" y="54613"/>
                  <a:pt x="14908" y="54686"/>
                </a:cubicBezTo>
                <a:cubicBezTo>
                  <a:pt x="14820" y="54760"/>
                  <a:pt x="14747" y="54834"/>
                  <a:pt x="14673" y="54907"/>
                </a:cubicBezTo>
                <a:cubicBezTo>
                  <a:pt x="14673" y="54834"/>
                  <a:pt x="14673" y="54760"/>
                  <a:pt x="14688" y="54686"/>
                </a:cubicBezTo>
                <a:cubicBezTo>
                  <a:pt x="14761" y="54613"/>
                  <a:pt x="14850" y="54539"/>
                  <a:pt x="14923" y="54451"/>
                </a:cubicBezTo>
                <a:close/>
                <a:moveTo>
                  <a:pt x="13363" y="54760"/>
                </a:moveTo>
                <a:lnTo>
                  <a:pt x="13363" y="54760"/>
                </a:lnTo>
                <a:cubicBezTo>
                  <a:pt x="13349" y="54804"/>
                  <a:pt x="13349" y="54819"/>
                  <a:pt x="13319" y="54863"/>
                </a:cubicBezTo>
                <a:lnTo>
                  <a:pt x="13216" y="54966"/>
                </a:lnTo>
                <a:cubicBezTo>
                  <a:pt x="13216" y="54951"/>
                  <a:pt x="13231" y="54907"/>
                  <a:pt x="13260" y="54878"/>
                </a:cubicBezTo>
                <a:lnTo>
                  <a:pt x="13363" y="54760"/>
                </a:lnTo>
                <a:close/>
                <a:moveTo>
                  <a:pt x="15188" y="54510"/>
                </a:moveTo>
                <a:cubicBezTo>
                  <a:pt x="15188" y="54583"/>
                  <a:pt x="15173" y="54657"/>
                  <a:pt x="15173" y="54745"/>
                </a:cubicBezTo>
                <a:lnTo>
                  <a:pt x="15173" y="54760"/>
                </a:lnTo>
                <a:cubicBezTo>
                  <a:pt x="15100" y="54834"/>
                  <a:pt x="15026" y="54907"/>
                  <a:pt x="14953" y="54966"/>
                </a:cubicBezTo>
                <a:cubicBezTo>
                  <a:pt x="14967" y="54892"/>
                  <a:pt x="14967" y="54804"/>
                  <a:pt x="14967" y="54731"/>
                </a:cubicBezTo>
                <a:lnTo>
                  <a:pt x="15188" y="54510"/>
                </a:lnTo>
                <a:close/>
                <a:moveTo>
                  <a:pt x="16321" y="46004"/>
                </a:moveTo>
                <a:cubicBezTo>
                  <a:pt x="16380" y="46048"/>
                  <a:pt x="16424" y="46063"/>
                  <a:pt x="16468" y="46063"/>
                </a:cubicBezTo>
                <a:cubicBezTo>
                  <a:pt x="17866" y="47505"/>
                  <a:pt x="18234" y="49962"/>
                  <a:pt x="17351" y="52082"/>
                </a:cubicBezTo>
                <a:cubicBezTo>
                  <a:pt x="16910" y="53126"/>
                  <a:pt x="16218" y="54127"/>
                  <a:pt x="15247" y="55025"/>
                </a:cubicBezTo>
                <a:lnTo>
                  <a:pt x="15247" y="54760"/>
                </a:lnTo>
                <a:cubicBezTo>
                  <a:pt x="16174" y="53848"/>
                  <a:pt x="16866" y="52847"/>
                  <a:pt x="17263" y="51802"/>
                </a:cubicBezTo>
                <a:cubicBezTo>
                  <a:pt x="17646" y="50816"/>
                  <a:pt x="17763" y="49683"/>
                  <a:pt x="17602" y="48653"/>
                </a:cubicBezTo>
                <a:cubicBezTo>
                  <a:pt x="17425" y="47608"/>
                  <a:pt x="16983" y="46710"/>
                  <a:pt x="16321" y="46004"/>
                </a:cubicBezTo>
                <a:close/>
                <a:moveTo>
                  <a:pt x="13525" y="54745"/>
                </a:moveTo>
                <a:cubicBezTo>
                  <a:pt x="13525" y="54804"/>
                  <a:pt x="13510" y="54834"/>
                  <a:pt x="13496" y="54892"/>
                </a:cubicBezTo>
                <a:cubicBezTo>
                  <a:pt x="13437" y="54951"/>
                  <a:pt x="13378" y="55010"/>
                  <a:pt x="13304" y="55040"/>
                </a:cubicBezTo>
                <a:cubicBezTo>
                  <a:pt x="13319" y="54981"/>
                  <a:pt x="13349" y="54951"/>
                  <a:pt x="13363" y="54892"/>
                </a:cubicBezTo>
                <a:cubicBezTo>
                  <a:pt x="13407" y="54863"/>
                  <a:pt x="13452" y="54819"/>
                  <a:pt x="13496" y="54789"/>
                </a:cubicBezTo>
                <a:lnTo>
                  <a:pt x="13525" y="54745"/>
                </a:lnTo>
                <a:close/>
                <a:moveTo>
                  <a:pt x="13746" y="54745"/>
                </a:moveTo>
                <a:lnTo>
                  <a:pt x="13746" y="54745"/>
                </a:lnTo>
                <a:cubicBezTo>
                  <a:pt x="13731" y="54804"/>
                  <a:pt x="13716" y="54863"/>
                  <a:pt x="13716" y="54907"/>
                </a:cubicBezTo>
                <a:cubicBezTo>
                  <a:pt x="13643" y="54966"/>
                  <a:pt x="13569" y="55040"/>
                  <a:pt x="13496" y="55098"/>
                </a:cubicBezTo>
                <a:cubicBezTo>
                  <a:pt x="13496" y="55069"/>
                  <a:pt x="13496" y="55069"/>
                  <a:pt x="13510" y="55054"/>
                </a:cubicBezTo>
                <a:cubicBezTo>
                  <a:pt x="13525" y="55010"/>
                  <a:pt x="13555" y="54966"/>
                  <a:pt x="13555" y="54907"/>
                </a:cubicBezTo>
                <a:cubicBezTo>
                  <a:pt x="13628" y="54878"/>
                  <a:pt x="13702" y="54819"/>
                  <a:pt x="13746" y="54745"/>
                </a:cubicBezTo>
                <a:close/>
                <a:moveTo>
                  <a:pt x="14025" y="54760"/>
                </a:moveTo>
                <a:cubicBezTo>
                  <a:pt x="14025" y="54819"/>
                  <a:pt x="14011" y="54892"/>
                  <a:pt x="14011" y="54951"/>
                </a:cubicBezTo>
                <a:cubicBezTo>
                  <a:pt x="13937" y="54981"/>
                  <a:pt x="13893" y="55025"/>
                  <a:pt x="13849" y="55084"/>
                </a:cubicBezTo>
                <a:cubicBezTo>
                  <a:pt x="13805" y="55098"/>
                  <a:pt x="13790" y="55128"/>
                  <a:pt x="13746" y="55157"/>
                </a:cubicBezTo>
                <a:cubicBezTo>
                  <a:pt x="13775" y="55098"/>
                  <a:pt x="13775" y="55025"/>
                  <a:pt x="13790" y="54966"/>
                </a:cubicBezTo>
                <a:cubicBezTo>
                  <a:pt x="13864" y="54892"/>
                  <a:pt x="13952" y="54834"/>
                  <a:pt x="14025" y="54760"/>
                </a:cubicBezTo>
                <a:close/>
                <a:moveTo>
                  <a:pt x="13069" y="55084"/>
                </a:moveTo>
                <a:cubicBezTo>
                  <a:pt x="13069" y="55098"/>
                  <a:pt x="13054" y="55113"/>
                  <a:pt x="13054" y="55113"/>
                </a:cubicBezTo>
                <a:lnTo>
                  <a:pt x="12995" y="55172"/>
                </a:lnTo>
                <a:cubicBezTo>
                  <a:pt x="13010" y="55157"/>
                  <a:pt x="13010" y="55157"/>
                  <a:pt x="13010" y="55128"/>
                </a:cubicBezTo>
                <a:lnTo>
                  <a:pt x="13069" y="55084"/>
                </a:lnTo>
                <a:close/>
                <a:moveTo>
                  <a:pt x="14320" y="54745"/>
                </a:moveTo>
                <a:cubicBezTo>
                  <a:pt x="14320" y="54819"/>
                  <a:pt x="14305" y="54878"/>
                  <a:pt x="14305" y="54951"/>
                </a:cubicBezTo>
                <a:cubicBezTo>
                  <a:pt x="14231" y="55025"/>
                  <a:pt x="14143" y="55098"/>
                  <a:pt x="14040" y="55172"/>
                </a:cubicBezTo>
                <a:cubicBezTo>
                  <a:pt x="14040" y="55098"/>
                  <a:pt x="14040" y="55040"/>
                  <a:pt x="14070" y="54966"/>
                </a:cubicBezTo>
                <a:cubicBezTo>
                  <a:pt x="14158" y="54892"/>
                  <a:pt x="14231" y="54819"/>
                  <a:pt x="14320" y="54745"/>
                </a:cubicBezTo>
                <a:close/>
                <a:moveTo>
                  <a:pt x="14614" y="54760"/>
                </a:moveTo>
                <a:cubicBezTo>
                  <a:pt x="14614" y="54834"/>
                  <a:pt x="14614" y="54907"/>
                  <a:pt x="14599" y="54981"/>
                </a:cubicBezTo>
                <a:cubicBezTo>
                  <a:pt x="14526" y="55040"/>
                  <a:pt x="14438" y="55113"/>
                  <a:pt x="14364" y="55187"/>
                </a:cubicBezTo>
                <a:lnTo>
                  <a:pt x="14364" y="54981"/>
                </a:lnTo>
                <a:cubicBezTo>
                  <a:pt x="14452" y="54907"/>
                  <a:pt x="14526" y="54834"/>
                  <a:pt x="14614" y="54760"/>
                </a:cubicBezTo>
                <a:close/>
                <a:moveTo>
                  <a:pt x="14908" y="54789"/>
                </a:moveTo>
                <a:lnTo>
                  <a:pt x="14908" y="55025"/>
                </a:lnTo>
                <a:cubicBezTo>
                  <a:pt x="14835" y="55098"/>
                  <a:pt x="14761" y="55157"/>
                  <a:pt x="14673" y="55231"/>
                </a:cubicBezTo>
                <a:cubicBezTo>
                  <a:pt x="14658" y="55157"/>
                  <a:pt x="14658" y="55084"/>
                  <a:pt x="14673" y="55010"/>
                </a:cubicBezTo>
                <a:cubicBezTo>
                  <a:pt x="14747" y="54937"/>
                  <a:pt x="14835" y="54863"/>
                  <a:pt x="14908" y="54789"/>
                </a:cubicBezTo>
                <a:close/>
                <a:moveTo>
                  <a:pt x="13260" y="55025"/>
                </a:moveTo>
                <a:cubicBezTo>
                  <a:pt x="13231" y="55054"/>
                  <a:pt x="13216" y="55098"/>
                  <a:pt x="13201" y="55157"/>
                </a:cubicBezTo>
                <a:cubicBezTo>
                  <a:pt x="13142" y="55187"/>
                  <a:pt x="13113" y="55246"/>
                  <a:pt x="13054" y="55275"/>
                </a:cubicBezTo>
                <a:cubicBezTo>
                  <a:pt x="13069" y="55246"/>
                  <a:pt x="13084" y="55201"/>
                  <a:pt x="13113" y="55157"/>
                </a:cubicBezTo>
                <a:cubicBezTo>
                  <a:pt x="13157" y="55098"/>
                  <a:pt x="13216" y="55054"/>
                  <a:pt x="13260" y="55025"/>
                </a:cubicBezTo>
                <a:close/>
                <a:moveTo>
                  <a:pt x="15188" y="54863"/>
                </a:moveTo>
                <a:lnTo>
                  <a:pt x="15188" y="55098"/>
                </a:lnTo>
                <a:cubicBezTo>
                  <a:pt x="15114" y="55157"/>
                  <a:pt x="15041" y="55231"/>
                  <a:pt x="14967" y="55304"/>
                </a:cubicBezTo>
                <a:lnTo>
                  <a:pt x="14967" y="55201"/>
                </a:lnTo>
                <a:lnTo>
                  <a:pt x="14967" y="55054"/>
                </a:lnTo>
                <a:cubicBezTo>
                  <a:pt x="15041" y="54981"/>
                  <a:pt x="15114" y="54937"/>
                  <a:pt x="15188" y="54863"/>
                </a:cubicBezTo>
                <a:close/>
                <a:moveTo>
                  <a:pt x="13452" y="55025"/>
                </a:moveTo>
                <a:cubicBezTo>
                  <a:pt x="13452" y="55040"/>
                  <a:pt x="13452" y="55040"/>
                  <a:pt x="13437" y="55054"/>
                </a:cubicBezTo>
                <a:cubicBezTo>
                  <a:pt x="13422" y="55098"/>
                  <a:pt x="13422" y="55157"/>
                  <a:pt x="13407" y="55187"/>
                </a:cubicBezTo>
                <a:cubicBezTo>
                  <a:pt x="13319" y="55246"/>
                  <a:pt x="13275" y="55304"/>
                  <a:pt x="13201" y="55349"/>
                </a:cubicBezTo>
                <a:lnTo>
                  <a:pt x="13260" y="55187"/>
                </a:lnTo>
                <a:cubicBezTo>
                  <a:pt x="13290" y="55157"/>
                  <a:pt x="13304" y="55128"/>
                  <a:pt x="13349" y="55113"/>
                </a:cubicBezTo>
                <a:cubicBezTo>
                  <a:pt x="13378" y="55084"/>
                  <a:pt x="13422" y="55040"/>
                  <a:pt x="13452" y="55025"/>
                </a:cubicBezTo>
                <a:close/>
                <a:moveTo>
                  <a:pt x="16640" y="46130"/>
                </a:moveTo>
                <a:cubicBezTo>
                  <a:pt x="16671" y="46130"/>
                  <a:pt x="16702" y="46140"/>
                  <a:pt x="16733" y="46151"/>
                </a:cubicBezTo>
                <a:cubicBezTo>
                  <a:pt x="18146" y="47667"/>
                  <a:pt x="18455" y="50198"/>
                  <a:pt x="17499" y="52391"/>
                </a:cubicBezTo>
                <a:cubicBezTo>
                  <a:pt x="17028" y="53465"/>
                  <a:pt x="16277" y="54466"/>
                  <a:pt x="15262" y="55378"/>
                </a:cubicBezTo>
                <a:cubicBezTo>
                  <a:pt x="15262" y="55304"/>
                  <a:pt x="15262" y="55201"/>
                  <a:pt x="15247" y="55128"/>
                </a:cubicBezTo>
                <a:cubicBezTo>
                  <a:pt x="16233" y="54215"/>
                  <a:pt x="16969" y="53200"/>
                  <a:pt x="17410" y="52126"/>
                </a:cubicBezTo>
                <a:cubicBezTo>
                  <a:pt x="18279" y="50036"/>
                  <a:pt x="17940" y="47608"/>
                  <a:pt x="16601" y="46136"/>
                </a:cubicBezTo>
                <a:cubicBezTo>
                  <a:pt x="16614" y="46132"/>
                  <a:pt x="16627" y="46130"/>
                  <a:pt x="16640" y="46130"/>
                </a:cubicBezTo>
                <a:close/>
                <a:moveTo>
                  <a:pt x="13702" y="55025"/>
                </a:moveTo>
                <a:cubicBezTo>
                  <a:pt x="13672" y="55084"/>
                  <a:pt x="13672" y="55128"/>
                  <a:pt x="13658" y="55201"/>
                </a:cubicBezTo>
                <a:cubicBezTo>
                  <a:pt x="13643" y="55231"/>
                  <a:pt x="13599" y="55260"/>
                  <a:pt x="13569" y="55275"/>
                </a:cubicBezTo>
                <a:cubicBezTo>
                  <a:pt x="13525" y="55319"/>
                  <a:pt x="13481" y="55349"/>
                  <a:pt x="13437" y="55393"/>
                </a:cubicBezTo>
                <a:cubicBezTo>
                  <a:pt x="13452" y="55334"/>
                  <a:pt x="13452" y="55275"/>
                  <a:pt x="13481" y="55201"/>
                </a:cubicBezTo>
                <a:cubicBezTo>
                  <a:pt x="13555" y="55157"/>
                  <a:pt x="13628" y="55084"/>
                  <a:pt x="13702" y="55025"/>
                </a:cubicBezTo>
                <a:close/>
                <a:moveTo>
                  <a:pt x="13996" y="55040"/>
                </a:moveTo>
                <a:cubicBezTo>
                  <a:pt x="13996" y="55098"/>
                  <a:pt x="13967" y="55172"/>
                  <a:pt x="13967" y="55231"/>
                </a:cubicBezTo>
                <a:cubicBezTo>
                  <a:pt x="13878" y="55290"/>
                  <a:pt x="13805" y="55349"/>
                  <a:pt x="13716" y="55422"/>
                </a:cubicBezTo>
                <a:cubicBezTo>
                  <a:pt x="13716" y="55378"/>
                  <a:pt x="13731" y="55304"/>
                  <a:pt x="13731" y="55246"/>
                </a:cubicBezTo>
                <a:cubicBezTo>
                  <a:pt x="13790" y="55201"/>
                  <a:pt x="13819" y="55172"/>
                  <a:pt x="13878" y="55128"/>
                </a:cubicBezTo>
                <a:cubicBezTo>
                  <a:pt x="13922" y="55098"/>
                  <a:pt x="13952" y="55069"/>
                  <a:pt x="13996" y="55040"/>
                </a:cubicBezTo>
                <a:close/>
                <a:moveTo>
                  <a:pt x="14290" y="55025"/>
                </a:moveTo>
                <a:lnTo>
                  <a:pt x="14290" y="55231"/>
                </a:lnTo>
                <a:cubicBezTo>
                  <a:pt x="14187" y="55319"/>
                  <a:pt x="14114" y="55393"/>
                  <a:pt x="14025" y="55452"/>
                </a:cubicBezTo>
                <a:lnTo>
                  <a:pt x="14025" y="55246"/>
                </a:lnTo>
                <a:cubicBezTo>
                  <a:pt x="14114" y="55172"/>
                  <a:pt x="14187" y="55098"/>
                  <a:pt x="14290" y="55025"/>
                </a:cubicBezTo>
                <a:close/>
                <a:moveTo>
                  <a:pt x="12981" y="55275"/>
                </a:moveTo>
                <a:lnTo>
                  <a:pt x="12981" y="55275"/>
                </a:lnTo>
                <a:cubicBezTo>
                  <a:pt x="12966" y="55319"/>
                  <a:pt x="12936" y="55334"/>
                  <a:pt x="12936" y="55378"/>
                </a:cubicBezTo>
                <a:lnTo>
                  <a:pt x="12833" y="55481"/>
                </a:lnTo>
                <a:cubicBezTo>
                  <a:pt x="12848" y="55452"/>
                  <a:pt x="12848" y="55407"/>
                  <a:pt x="12863" y="55393"/>
                </a:cubicBezTo>
                <a:lnTo>
                  <a:pt x="12981" y="55275"/>
                </a:lnTo>
                <a:close/>
                <a:moveTo>
                  <a:pt x="14585" y="55069"/>
                </a:moveTo>
                <a:lnTo>
                  <a:pt x="14585" y="55290"/>
                </a:lnTo>
                <a:cubicBezTo>
                  <a:pt x="14511" y="55363"/>
                  <a:pt x="14408" y="55422"/>
                  <a:pt x="14335" y="55496"/>
                </a:cubicBezTo>
                <a:lnTo>
                  <a:pt x="14335" y="55275"/>
                </a:lnTo>
                <a:cubicBezTo>
                  <a:pt x="14438" y="55201"/>
                  <a:pt x="14511" y="55128"/>
                  <a:pt x="14585" y="55069"/>
                </a:cubicBezTo>
                <a:close/>
                <a:moveTo>
                  <a:pt x="13142" y="55260"/>
                </a:moveTo>
                <a:cubicBezTo>
                  <a:pt x="13142" y="55319"/>
                  <a:pt x="13128" y="55378"/>
                  <a:pt x="13113" y="55407"/>
                </a:cubicBezTo>
                <a:cubicBezTo>
                  <a:pt x="13054" y="55466"/>
                  <a:pt x="12995" y="55496"/>
                  <a:pt x="12922" y="55555"/>
                </a:cubicBezTo>
                <a:cubicBezTo>
                  <a:pt x="12936" y="55496"/>
                  <a:pt x="12966" y="55466"/>
                  <a:pt x="12981" y="55407"/>
                </a:cubicBezTo>
                <a:cubicBezTo>
                  <a:pt x="13039" y="55349"/>
                  <a:pt x="13084" y="55319"/>
                  <a:pt x="13142" y="55260"/>
                </a:cubicBezTo>
                <a:close/>
                <a:moveTo>
                  <a:pt x="14894" y="55128"/>
                </a:moveTo>
                <a:lnTo>
                  <a:pt x="14894" y="55231"/>
                </a:lnTo>
                <a:lnTo>
                  <a:pt x="14894" y="55349"/>
                </a:lnTo>
                <a:cubicBezTo>
                  <a:pt x="14820" y="55422"/>
                  <a:pt x="14747" y="55481"/>
                  <a:pt x="14658" y="55555"/>
                </a:cubicBezTo>
                <a:lnTo>
                  <a:pt x="14658" y="55334"/>
                </a:lnTo>
                <a:cubicBezTo>
                  <a:pt x="14732" y="55260"/>
                  <a:pt x="14820" y="55201"/>
                  <a:pt x="14894" y="55128"/>
                </a:cubicBezTo>
                <a:close/>
                <a:moveTo>
                  <a:pt x="13378" y="55275"/>
                </a:moveTo>
                <a:lnTo>
                  <a:pt x="13378" y="55275"/>
                </a:lnTo>
                <a:cubicBezTo>
                  <a:pt x="13363" y="55334"/>
                  <a:pt x="13363" y="55393"/>
                  <a:pt x="13349" y="55437"/>
                </a:cubicBezTo>
                <a:lnTo>
                  <a:pt x="13128" y="55613"/>
                </a:lnTo>
                <a:cubicBezTo>
                  <a:pt x="13142" y="55555"/>
                  <a:pt x="13142" y="55496"/>
                  <a:pt x="13157" y="55437"/>
                </a:cubicBezTo>
                <a:lnTo>
                  <a:pt x="13187" y="55437"/>
                </a:lnTo>
                <a:cubicBezTo>
                  <a:pt x="13260" y="55393"/>
                  <a:pt x="13304" y="55334"/>
                  <a:pt x="13378" y="55275"/>
                </a:cubicBezTo>
                <a:close/>
                <a:moveTo>
                  <a:pt x="15173" y="55172"/>
                </a:moveTo>
                <a:cubicBezTo>
                  <a:pt x="15188" y="55260"/>
                  <a:pt x="15188" y="55334"/>
                  <a:pt x="15188" y="55422"/>
                </a:cubicBezTo>
                <a:cubicBezTo>
                  <a:pt x="15114" y="55481"/>
                  <a:pt x="15041" y="55555"/>
                  <a:pt x="14967" y="55613"/>
                </a:cubicBezTo>
                <a:cubicBezTo>
                  <a:pt x="14967" y="55540"/>
                  <a:pt x="14967" y="55466"/>
                  <a:pt x="14953" y="55378"/>
                </a:cubicBezTo>
                <a:cubicBezTo>
                  <a:pt x="15026" y="55304"/>
                  <a:pt x="15100" y="55246"/>
                  <a:pt x="15173" y="55172"/>
                </a:cubicBezTo>
                <a:close/>
                <a:moveTo>
                  <a:pt x="12701" y="55540"/>
                </a:moveTo>
                <a:cubicBezTo>
                  <a:pt x="12701" y="55555"/>
                  <a:pt x="12686" y="55569"/>
                  <a:pt x="12686" y="55599"/>
                </a:cubicBezTo>
                <a:cubicBezTo>
                  <a:pt x="12674" y="55611"/>
                  <a:pt x="12650" y="55624"/>
                  <a:pt x="12625" y="55637"/>
                </a:cubicBezTo>
                <a:lnTo>
                  <a:pt x="12625" y="55637"/>
                </a:lnTo>
                <a:cubicBezTo>
                  <a:pt x="12630" y="55631"/>
                  <a:pt x="12633" y="55622"/>
                  <a:pt x="12642" y="55613"/>
                </a:cubicBezTo>
                <a:cubicBezTo>
                  <a:pt x="12672" y="55599"/>
                  <a:pt x="12686" y="55569"/>
                  <a:pt x="12701" y="55540"/>
                </a:cubicBezTo>
                <a:close/>
                <a:moveTo>
                  <a:pt x="13658" y="55304"/>
                </a:moveTo>
                <a:cubicBezTo>
                  <a:pt x="13658" y="55349"/>
                  <a:pt x="13643" y="55422"/>
                  <a:pt x="13643" y="55481"/>
                </a:cubicBezTo>
                <a:lnTo>
                  <a:pt x="13422" y="55643"/>
                </a:lnTo>
                <a:lnTo>
                  <a:pt x="13407" y="55672"/>
                </a:lnTo>
                <a:cubicBezTo>
                  <a:pt x="13407" y="55613"/>
                  <a:pt x="13422" y="55540"/>
                  <a:pt x="13422" y="55481"/>
                </a:cubicBezTo>
                <a:cubicBezTo>
                  <a:pt x="13496" y="55422"/>
                  <a:pt x="13555" y="55393"/>
                  <a:pt x="13628" y="55334"/>
                </a:cubicBezTo>
                <a:lnTo>
                  <a:pt x="13658" y="55304"/>
                </a:lnTo>
                <a:close/>
                <a:moveTo>
                  <a:pt x="13967" y="55319"/>
                </a:moveTo>
                <a:lnTo>
                  <a:pt x="13967" y="55525"/>
                </a:lnTo>
                <a:cubicBezTo>
                  <a:pt x="13878" y="55569"/>
                  <a:pt x="13790" y="55628"/>
                  <a:pt x="13702" y="55702"/>
                </a:cubicBezTo>
                <a:cubicBezTo>
                  <a:pt x="13702" y="55643"/>
                  <a:pt x="13702" y="55569"/>
                  <a:pt x="13716" y="55525"/>
                </a:cubicBezTo>
                <a:lnTo>
                  <a:pt x="13746" y="55481"/>
                </a:lnTo>
                <a:lnTo>
                  <a:pt x="13967" y="55319"/>
                </a:lnTo>
                <a:close/>
                <a:moveTo>
                  <a:pt x="14290" y="55334"/>
                </a:moveTo>
                <a:lnTo>
                  <a:pt x="14290" y="55540"/>
                </a:lnTo>
                <a:cubicBezTo>
                  <a:pt x="14187" y="55613"/>
                  <a:pt x="14114" y="55672"/>
                  <a:pt x="14025" y="55746"/>
                </a:cubicBezTo>
                <a:lnTo>
                  <a:pt x="14025" y="55540"/>
                </a:lnTo>
                <a:cubicBezTo>
                  <a:pt x="14114" y="55466"/>
                  <a:pt x="14187" y="55407"/>
                  <a:pt x="14290" y="55334"/>
                </a:cubicBezTo>
                <a:close/>
                <a:moveTo>
                  <a:pt x="12892" y="55525"/>
                </a:moveTo>
                <a:lnTo>
                  <a:pt x="12892" y="55525"/>
                </a:lnTo>
                <a:cubicBezTo>
                  <a:pt x="12863" y="55555"/>
                  <a:pt x="12848" y="55599"/>
                  <a:pt x="12833" y="55643"/>
                </a:cubicBezTo>
                <a:cubicBezTo>
                  <a:pt x="12775" y="55687"/>
                  <a:pt x="12716" y="55716"/>
                  <a:pt x="12686" y="55775"/>
                </a:cubicBezTo>
                <a:cubicBezTo>
                  <a:pt x="12701" y="55746"/>
                  <a:pt x="12716" y="55702"/>
                  <a:pt x="12745" y="55643"/>
                </a:cubicBezTo>
                <a:cubicBezTo>
                  <a:pt x="12789" y="55599"/>
                  <a:pt x="12833" y="55555"/>
                  <a:pt x="12892" y="55525"/>
                </a:cubicBezTo>
                <a:close/>
                <a:moveTo>
                  <a:pt x="14599" y="55378"/>
                </a:moveTo>
                <a:lnTo>
                  <a:pt x="14599" y="55599"/>
                </a:lnTo>
                <a:cubicBezTo>
                  <a:pt x="14526" y="55672"/>
                  <a:pt x="14423" y="55716"/>
                  <a:pt x="14364" y="55790"/>
                </a:cubicBezTo>
                <a:lnTo>
                  <a:pt x="14364" y="55569"/>
                </a:lnTo>
                <a:cubicBezTo>
                  <a:pt x="14452" y="55496"/>
                  <a:pt x="14526" y="55452"/>
                  <a:pt x="14599" y="55378"/>
                </a:cubicBezTo>
                <a:close/>
                <a:moveTo>
                  <a:pt x="13084" y="55525"/>
                </a:moveTo>
                <a:lnTo>
                  <a:pt x="13084" y="55525"/>
                </a:lnTo>
                <a:cubicBezTo>
                  <a:pt x="13069" y="55569"/>
                  <a:pt x="13069" y="55628"/>
                  <a:pt x="13054" y="55687"/>
                </a:cubicBezTo>
                <a:cubicBezTo>
                  <a:pt x="13039" y="55702"/>
                  <a:pt x="13010" y="55716"/>
                  <a:pt x="12995" y="55716"/>
                </a:cubicBezTo>
                <a:cubicBezTo>
                  <a:pt x="12936" y="55761"/>
                  <a:pt x="12907" y="55790"/>
                  <a:pt x="12848" y="55834"/>
                </a:cubicBezTo>
                <a:cubicBezTo>
                  <a:pt x="12863" y="55775"/>
                  <a:pt x="12892" y="55716"/>
                  <a:pt x="12907" y="55687"/>
                </a:cubicBezTo>
                <a:cubicBezTo>
                  <a:pt x="12966" y="55628"/>
                  <a:pt x="13010" y="55569"/>
                  <a:pt x="13084" y="55525"/>
                </a:cubicBezTo>
                <a:close/>
                <a:moveTo>
                  <a:pt x="14894" y="55452"/>
                </a:moveTo>
                <a:cubicBezTo>
                  <a:pt x="14894" y="55525"/>
                  <a:pt x="14908" y="55599"/>
                  <a:pt x="14908" y="55672"/>
                </a:cubicBezTo>
                <a:cubicBezTo>
                  <a:pt x="14835" y="55716"/>
                  <a:pt x="14761" y="55790"/>
                  <a:pt x="14673" y="55849"/>
                </a:cubicBezTo>
                <a:cubicBezTo>
                  <a:pt x="14673" y="55790"/>
                  <a:pt x="14673" y="55716"/>
                  <a:pt x="14658" y="55672"/>
                </a:cubicBezTo>
                <a:lnTo>
                  <a:pt x="14658" y="55628"/>
                </a:lnTo>
                <a:cubicBezTo>
                  <a:pt x="14732" y="55569"/>
                  <a:pt x="14805" y="55496"/>
                  <a:pt x="14894" y="55452"/>
                </a:cubicBezTo>
                <a:close/>
                <a:moveTo>
                  <a:pt x="13349" y="55555"/>
                </a:moveTo>
                <a:cubicBezTo>
                  <a:pt x="13349" y="55613"/>
                  <a:pt x="13334" y="55672"/>
                  <a:pt x="13334" y="55716"/>
                </a:cubicBezTo>
                <a:cubicBezTo>
                  <a:pt x="13231" y="55775"/>
                  <a:pt x="13157" y="55834"/>
                  <a:pt x="13069" y="55893"/>
                </a:cubicBezTo>
                <a:cubicBezTo>
                  <a:pt x="13084" y="55834"/>
                  <a:pt x="13084" y="55775"/>
                  <a:pt x="13113" y="55716"/>
                </a:cubicBezTo>
                <a:cubicBezTo>
                  <a:pt x="13187" y="55672"/>
                  <a:pt x="13260" y="55613"/>
                  <a:pt x="13349" y="55555"/>
                </a:cubicBezTo>
                <a:close/>
                <a:moveTo>
                  <a:pt x="12613" y="55761"/>
                </a:moveTo>
                <a:cubicBezTo>
                  <a:pt x="12598" y="55790"/>
                  <a:pt x="12569" y="55820"/>
                  <a:pt x="12569" y="55849"/>
                </a:cubicBezTo>
                <a:cubicBezTo>
                  <a:pt x="12539" y="55893"/>
                  <a:pt x="12495" y="55923"/>
                  <a:pt x="12466" y="55937"/>
                </a:cubicBezTo>
                <a:cubicBezTo>
                  <a:pt x="12466" y="55923"/>
                  <a:pt x="12480" y="55908"/>
                  <a:pt x="12495" y="55864"/>
                </a:cubicBezTo>
                <a:lnTo>
                  <a:pt x="12613" y="55761"/>
                </a:lnTo>
                <a:close/>
                <a:moveTo>
                  <a:pt x="13643" y="55569"/>
                </a:moveTo>
                <a:lnTo>
                  <a:pt x="13643" y="55761"/>
                </a:lnTo>
                <a:cubicBezTo>
                  <a:pt x="13628" y="55775"/>
                  <a:pt x="13599" y="55775"/>
                  <a:pt x="13584" y="55790"/>
                </a:cubicBezTo>
                <a:cubicBezTo>
                  <a:pt x="13510" y="55849"/>
                  <a:pt x="13452" y="55893"/>
                  <a:pt x="13378" y="55937"/>
                </a:cubicBezTo>
                <a:cubicBezTo>
                  <a:pt x="13363" y="55893"/>
                  <a:pt x="13378" y="55820"/>
                  <a:pt x="13378" y="55761"/>
                </a:cubicBezTo>
                <a:cubicBezTo>
                  <a:pt x="13407" y="55746"/>
                  <a:pt x="13437" y="55716"/>
                  <a:pt x="13452" y="55702"/>
                </a:cubicBezTo>
                <a:cubicBezTo>
                  <a:pt x="13510" y="55672"/>
                  <a:pt x="13584" y="55613"/>
                  <a:pt x="13643" y="55569"/>
                </a:cubicBezTo>
                <a:close/>
                <a:moveTo>
                  <a:pt x="13952" y="55599"/>
                </a:moveTo>
                <a:lnTo>
                  <a:pt x="13952" y="55790"/>
                </a:lnTo>
                <a:cubicBezTo>
                  <a:pt x="13864" y="55849"/>
                  <a:pt x="13790" y="55923"/>
                  <a:pt x="13702" y="55981"/>
                </a:cubicBezTo>
                <a:lnTo>
                  <a:pt x="13702" y="55790"/>
                </a:lnTo>
                <a:cubicBezTo>
                  <a:pt x="13790" y="55716"/>
                  <a:pt x="13878" y="55672"/>
                  <a:pt x="13952" y="55599"/>
                </a:cubicBezTo>
                <a:close/>
                <a:moveTo>
                  <a:pt x="14290" y="55613"/>
                </a:moveTo>
                <a:lnTo>
                  <a:pt x="14290" y="55834"/>
                </a:lnTo>
                <a:cubicBezTo>
                  <a:pt x="14187" y="55893"/>
                  <a:pt x="14114" y="55967"/>
                  <a:pt x="14025" y="56011"/>
                </a:cubicBezTo>
                <a:lnTo>
                  <a:pt x="14025" y="55805"/>
                </a:lnTo>
                <a:cubicBezTo>
                  <a:pt x="14114" y="55746"/>
                  <a:pt x="14187" y="55687"/>
                  <a:pt x="14290" y="55613"/>
                </a:cubicBezTo>
                <a:close/>
                <a:moveTo>
                  <a:pt x="12789" y="55746"/>
                </a:moveTo>
                <a:cubicBezTo>
                  <a:pt x="12789" y="55761"/>
                  <a:pt x="12775" y="55790"/>
                  <a:pt x="12775" y="55805"/>
                </a:cubicBezTo>
                <a:cubicBezTo>
                  <a:pt x="12775" y="55834"/>
                  <a:pt x="12760" y="55864"/>
                  <a:pt x="12760" y="55878"/>
                </a:cubicBezTo>
                <a:cubicBezTo>
                  <a:pt x="12686" y="55937"/>
                  <a:pt x="12627" y="55996"/>
                  <a:pt x="12569" y="56040"/>
                </a:cubicBezTo>
                <a:cubicBezTo>
                  <a:pt x="12583" y="55981"/>
                  <a:pt x="12613" y="55937"/>
                  <a:pt x="12627" y="55893"/>
                </a:cubicBezTo>
                <a:cubicBezTo>
                  <a:pt x="12686" y="55834"/>
                  <a:pt x="12730" y="55790"/>
                  <a:pt x="12789" y="55746"/>
                </a:cubicBezTo>
                <a:close/>
                <a:moveTo>
                  <a:pt x="13010" y="55761"/>
                </a:moveTo>
                <a:cubicBezTo>
                  <a:pt x="12995" y="55820"/>
                  <a:pt x="12995" y="55864"/>
                  <a:pt x="12981" y="55923"/>
                </a:cubicBezTo>
                <a:cubicBezTo>
                  <a:pt x="12936" y="55981"/>
                  <a:pt x="12892" y="56011"/>
                  <a:pt x="12833" y="56055"/>
                </a:cubicBezTo>
                <a:cubicBezTo>
                  <a:pt x="12819" y="56070"/>
                  <a:pt x="12789" y="56084"/>
                  <a:pt x="12760" y="56084"/>
                </a:cubicBezTo>
                <a:cubicBezTo>
                  <a:pt x="12775" y="56040"/>
                  <a:pt x="12775" y="55981"/>
                  <a:pt x="12789" y="55923"/>
                </a:cubicBezTo>
                <a:lnTo>
                  <a:pt x="13010" y="55761"/>
                </a:lnTo>
                <a:close/>
                <a:moveTo>
                  <a:pt x="14599" y="55687"/>
                </a:moveTo>
                <a:cubicBezTo>
                  <a:pt x="14599" y="55761"/>
                  <a:pt x="14614" y="55834"/>
                  <a:pt x="14614" y="55908"/>
                </a:cubicBezTo>
                <a:cubicBezTo>
                  <a:pt x="14541" y="55967"/>
                  <a:pt x="14452" y="56040"/>
                  <a:pt x="14379" y="56084"/>
                </a:cubicBezTo>
                <a:cubicBezTo>
                  <a:pt x="14379" y="56011"/>
                  <a:pt x="14364" y="55937"/>
                  <a:pt x="14364" y="55864"/>
                </a:cubicBezTo>
                <a:cubicBezTo>
                  <a:pt x="14438" y="55820"/>
                  <a:pt x="14526" y="55746"/>
                  <a:pt x="14599" y="55687"/>
                </a:cubicBezTo>
                <a:close/>
                <a:moveTo>
                  <a:pt x="12348" y="56011"/>
                </a:moveTo>
                <a:cubicBezTo>
                  <a:pt x="12348" y="56040"/>
                  <a:pt x="12333" y="56055"/>
                  <a:pt x="12333" y="56070"/>
                </a:cubicBezTo>
                <a:cubicBezTo>
                  <a:pt x="12318" y="56084"/>
                  <a:pt x="12304" y="56114"/>
                  <a:pt x="12259" y="56129"/>
                </a:cubicBezTo>
                <a:cubicBezTo>
                  <a:pt x="12259" y="56129"/>
                  <a:pt x="12259" y="56114"/>
                  <a:pt x="12274" y="56084"/>
                </a:cubicBezTo>
                <a:cubicBezTo>
                  <a:pt x="12304" y="56070"/>
                  <a:pt x="12318" y="56040"/>
                  <a:pt x="12348" y="56011"/>
                </a:cubicBezTo>
                <a:close/>
                <a:moveTo>
                  <a:pt x="13304" y="55790"/>
                </a:moveTo>
                <a:cubicBezTo>
                  <a:pt x="13304" y="55849"/>
                  <a:pt x="13304" y="55908"/>
                  <a:pt x="13290" y="55981"/>
                </a:cubicBezTo>
                <a:cubicBezTo>
                  <a:pt x="13275" y="55981"/>
                  <a:pt x="13275" y="55996"/>
                  <a:pt x="13260" y="55996"/>
                </a:cubicBezTo>
                <a:cubicBezTo>
                  <a:pt x="13187" y="56055"/>
                  <a:pt x="13113" y="56084"/>
                  <a:pt x="13039" y="56143"/>
                </a:cubicBezTo>
                <a:cubicBezTo>
                  <a:pt x="13054" y="56114"/>
                  <a:pt x="13054" y="56040"/>
                  <a:pt x="13054" y="55981"/>
                </a:cubicBezTo>
                <a:cubicBezTo>
                  <a:pt x="13142" y="55923"/>
                  <a:pt x="13216" y="55864"/>
                  <a:pt x="13304" y="55790"/>
                </a:cubicBezTo>
                <a:close/>
                <a:moveTo>
                  <a:pt x="13643" y="55834"/>
                </a:moveTo>
                <a:lnTo>
                  <a:pt x="13643" y="56011"/>
                </a:lnTo>
                <a:cubicBezTo>
                  <a:pt x="13569" y="56070"/>
                  <a:pt x="13510" y="56114"/>
                  <a:pt x="13437" y="56158"/>
                </a:cubicBezTo>
                <a:cubicBezTo>
                  <a:pt x="13422" y="56187"/>
                  <a:pt x="13378" y="56202"/>
                  <a:pt x="13363" y="56217"/>
                </a:cubicBezTo>
                <a:lnTo>
                  <a:pt x="13363" y="56040"/>
                </a:lnTo>
                <a:cubicBezTo>
                  <a:pt x="13452" y="55981"/>
                  <a:pt x="13525" y="55923"/>
                  <a:pt x="13628" y="55849"/>
                </a:cubicBezTo>
                <a:cubicBezTo>
                  <a:pt x="13628" y="55849"/>
                  <a:pt x="13643" y="55849"/>
                  <a:pt x="13643" y="55834"/>
                </a:cubicBezTo>
                <a:close/>
                <a:moveTo>
                  <a:pt x="12524" y="55996"/>
                </a:moveTo>
                <a:cubicBezTo>
                  <a:pt x="12495" y="56040"/>
                  <a:pt x="12480" y="56070"/>
                  <a:pt x="12480" y="56129"/>
                </a:cubicBezTo>
                <a:cubicBezTo>
                  <a:pt x="12421" y="56158"/>
                  <a:pt x="12377" y="56202"/>
                  <a:pt x="12333" y="56261"/>
                </a:cubicBezTo>
                <a:cubicBezTo>
                  <a:pt x="12348" y="56217"/>
                  <a:pt x="12377" y="56187"/>
                  <a:pt x="12392" y="56129"/>
                </a:cubicBezTo>
                <a:cubicBezTo>
                  <a:pt x="12421" y="56070"/>
                  <a:pt x="12466" y="56040"/>
                  <a:pt x="12524" y="55996"/>
                </a:cubicBezTo>
                <a:close/>
                <a:moveTo>
                  <a:pt x="13952" y="55864"/>
                </a:moveTo>
                <a:cubicBezTo>
                  <a:pt x="13967" y="55937"/>
                  <a:pt x="13967" y="55996"/>
                  <a:pt x="13967" y="56070"/>
                </a:cubicBezTo>
                <a:cubicBezTo>
                  <a:pt x="13878" y="56129"/>
                  <a:pt x="13790" y="56202"/>
                  <a:pt x="13716" y="56261"/>
                </a:cubicBezTo>
                <a:cubicBezTo>
                  <a:pt x="13716" y="56187"/>
                  <a:pt x="13716" y="56129"/>
                  <a:pt x="13702" y="56055"/>
                </a:cubicBezTo>
                <a:cubicBezTo>
                  <a:pt x="13790" y="55996"/>
                  <a:pt x="13878" y="55923"/>
                  <a:pt x="13952" y="55864"/>
                </a:cubicBezTo>
                <a:close/>
                <a:moveTo>
                  <a:pt x="12716" y="56011"/>
                </a:moveTo>
                <a:lnTo>
                  <a:pt x="12716" y="56011"/>
                </a:lnTo>
                <a:cubicBezTo>
                  <a:pt x="12701" y="56070"/>
                  <a:pt x="12701" y="56129"/>
                  <a:pt x="12686" y="56158"/>
                </a:cubicBezTo>
                <a:cubicBezTo>
                  <a:pt x="12613" y="56217"/>
                  <a:pt x="12539" y="56261"/>
                  <a:pt x="12480" y="56305"/>
                </a:cubicBezTo>
                <a:cubicBezTo>
                  <a:pt x="12480" y="56290"/>
                  <a:pt x="12495" y="56261"/>
                  <a:pt x="12495" y="56232"/>
                </a:cubicBezTo>
                <a:cubicBezTo>
                  <a:pt x="12495" y="56217"/>
                  <a:pt x="12524" y="56187"/>
                  <a:pt x="12539" y="56158"/>
                </a:cubicBezTo>
                <a:cubicBezTo>
                  <a:pt x="12598" y="56114"/>
                  <a:pt x="12672" y="56055"/>
                  <a:pt x="12716" y="56011"/>
                </a:cubicBezTo>
                <a:close/>
                <a:moveTo>
                  <a:pt x="14290" y="55923"/>
                </a:moveTo>
                <a:cubicBezTo>
                  <a:pt x="14305" y="55981"/>
                  <a:pt x="14305" y="56055"/>
                  <a:pt x="14305" y="56129"/>
                </a:cubicBezTo>
                <a:cubicBezTo>
                  <a:pt x="14217" y="56187"/>
                  <a:pt x="14143" y="56261"/>
                  <a:pt x="14040" y="56305"/>
                </a:cubicBezTo>
                <a:cubicBezTo>
                  <a:pt x="14040" y="56232"/>
                  <a:pt x="14025" y="56158"/>
                  <a:pt x="14025" y="56114"/>
                </a:cubicBezTo>
                <a:cubicBezTo>
                  <a:pt x="14114" y="56055"/>
                  <a:pt x="14187" y="55981"/>
                  <a:pt x="14290" y="55923"/>
                </a:cubicBezTo>
                <a:close/>
                <a:moveTo>
                  <a:pt x="12995" y="56040"/>
                </a:moveTo>
                <a:cubicBezTo>
                  <a:pt x="12995" y="56084"/>
                  <a:pt x="12981" y="56143"/>
                  <a:pt x="12981" y="56202"/>
                </a:cubicBezTo>
                <a:cubicBezTo>
                  <a:pt x="12892" y="56261"/>
                  <a:pt x="12789" y="56305"/>
                  <a:pt x="12716" y="56364"/>
                </a:cubicBezTo>
                <a:cubicBezTo>
                  <a:pt x="12716" y="56305"/>
                  <a:pt x="12745" y="56261"/>
                  <a:pt x="12760" y="56202"/>
                </a:cubicBezTo>
                <a:cubicBezTo>
                  <a:pt x="12789" y="56158"/>
                  <a:pt x="12833" y="56143"/>
                  <a:pt x="12892" y="56114"/>
                </a:cubicBezTo>
                <a:cubicBezTo>
                  <a:pt x="12922" y="56084"/>
                  <a:pt x="12966" y="56055"/>
                  <a:pt x="12995" y="56040"/>
                </a:cubicBezTo>
                <a:close/>
                <a:moveTo>
                  <a:pt x="12245" y="56232"/>
                </a:moveTo>
                <a:lnTo>
                  <a:pt x="12245" y="56232"/>
                </a:lnTo>
                <a:cubicBezTo>
                  <a:pt x="12230" y="56276"/>
                  <a:pt x="12230" y="56290"/>
                  <a:pt x="12201" y="56335"/>
                </a:cubicBezTo>
                <a:cubicBezTo>
                  <a:pt x="12171" y="56364"/>
                  <a:pt x="12127" y="56408"/>
                  <a:pt x="12083" y="56423"/>
                </a:cubicBezTo>
                <a:cubicBezTo>
                  <a:pt x="12098" y="56379"/>
                  <a:pt x="12112" y="56364"/>
                  <a:pt x="12127" y="56335"/>
                </a:cubicBezTo>
                <a:cubicBezTo>
                  <a:pt x="12171" y="56290"/>
                  <a:pt x="12201" y="56261"/>
                  <a:pt x="12245" y="56232"/>
                </a:cubicBezTo>
                <a:close/>
                <a:moveTo>
                  <a:pt x="13275" y="56055"/>
                </a:moveTo>
                <a:lnTo>
                  <a:pt x="13275" y="56232"/>
                </a:lnTo>
                <a:cubicBezTo>
                  <a:pt x="13231" y="56290"/>
                  <a:pt x="13187" y="56335"/>
                  <a:pt x="13113" y="56364"/>
                </a:cubicBezTo>
                <a:cubicBezTo>
                  <a:pt x="13069" y="56379"/>
                  <a:pt x="13054" y="56408"/>
                  <a:pt x="13010" y="56423"/>
                </a:cubicBezTo>
                <a:lnTo>
                  <a:pt x="13010" y="56232"/>
                </a:lnTo>
                <a:cubicBezTo>
                  <a:pt x="13113" y="56187"/>
                  <a:pt x="13201" y="56129"/>
                  <a:pt x="13275" y="56055"/>
                </a:cubicBezTo>
                <a:close/>
                <a:moveTo>
                  <a:pt x="13628" y="56129"/>
                </a:moveTo>
                <a:cubicBezTo>
                  <a:pt x="13643" y="56158"/>
                  <a:pt x="13643" y="56232"/>
                  <a:pt x="13643" y="56305"/>
                </a:cubicBezTo>
                <a:cubicBezTo>
                  <a:pt x="13555" y="56364"/>
                  <a:pt x="13452" y="56438"/>
                  <a:pt x="13363" y="56496"/>
                </a:cubicBezTo>
                <a:lnTo>
                  <a:pt x="13363" y="56305"/>
                </a:lnTo>
                <a:cubicBezTo>
                  <a:pt x="13407" y="56290"/>
                  <a:pt x="13437" y="56261"/>
                  <a:pt x="13481" y="56232"/>
                </a:cubicBezTo>
                <a:cubicBezTo>
                  <a:pt x="13525" y="56202"/>
                  <a:pt x="13569" y="56158"/>
                  <a:pt x="13628" y="56129"/>
                </a:cubicBezTo>
                <a:close/>
                <a:moveTo>
                  <a:pt x="12421" y="56232"/>
                </a:moveTo>
                <a:lnTo>
                  <a:pt x="12421" y="56232"/>
                </a:lnTo>
                <a:cubicBezTo>
                  <a:pt x="12407" y="56290"/>
                  <a:pt x="12392" y="56335"/>
                  <a:pt x="12392" y="56379"/>
                </a:cubicBezTo>
                <a:cubicBezTo>
                  <a:pt x="12333" y="56423"/>
                  <a:pt x="12259" y="56452"/>
                  <a:pt x="12201" y="56511"/>
                </a:cubicBezTo>
                <a:cubicBezTo>
                  <a:pt x="12215" y="56452"/>
                  <a:pt x="12245" y="56423"/>
                  <a:pt x="12259" y="56364"/>
                </a:cubicBezTo>
                <a:cubicBezTo>
                  <a:pt x="12318" y="56335"/>
                  <a:pt x="12362" y="56276"/>
                  <a:pt x="12421" y="56232"/>
                </a:cubicBezTo>
                <a:close/>
                <a:moveTo>
                  <a:pt x="13967" y="56143"/>
                </a:moveTo>
                <a:cubicBezTo>
                  <a:pt x="13967" y="56217"/>
                  <a:pt x="13996" y="56290"/>
                  <a:pt x="13996" y="56349"/>
                </a:cubicBezTo>
                <a:cubicBezTo>
                  <a:pt x="13893" y="56408"/>
                  <a:pt x="13805" y="56482"/>
                  <a:pt x="13731" y="56526"/>
                </a:cubicBezTo>
                <a:cubicBezTo>
                  <a:pt x="13731" y="56452"/>
                  <a:pt x="13716" y="56408"/>
                  <a:pt x="13716" y="56335"/>
                </a:cubicBezTo>
                <a:cubicBezTo>
                  <a:pt x="13805" y="56276"/>
                  <a:pt x="13893" y="56202"/>
                  <a:pt x="13967" y="56143"/>
                </a:cubicBezTo>
                <a:close/>
                <a:moveTo>
                  <a:pt x="13984" y="56448"/>
                </a:moveTo>
                <a:lnTo>
                  <a:pt x="13984" y="56448"/>
                </a:lnTo>
                <a:cubicBezTo>
                  <a:pt x="13947" y="56480"/>
                  <a:pt x="13907" y="56506"/>
                  <a:pt x="13864" y="56532"/>
                </a:cubicBezTo>
                <a:lnTo>
                  <a:pt x="13864" y="56532"/>
                </a:lnTo>
                <a:cubicBezTo>
                  <a:pt x="13864" y="56530"/>
                  <a:pt x="13864" y="56528"/>
                  <a:pt x="13864" y="56526"/>
                </a:cubicBezTo>
                <a:cubicBezTo>
                  <a:pt x="13906" y="56498"/>
                  <a:pt x="13945" y="56473"/>
                  <a:pt x="13984" y="56448"/>
                </a:cubicBezTo>
                <a:close/>
                <a:moveTo>
                  <a:pt x="12672" y="56261"/>
                </a:moveTo>
                <a:cubicBezTo>
                  <a:pt x="12672" y="56305"/>
                  <a:pt x="12642" y="56364"/>
                  <a:pt x="12642" y="56423"/>
                </a:cubicBezTo>
                <a:cubicBezTo>
                  <a:pt x="12569" y="56482"/>
                  <a:pt x="12495" y="56526"/>
                  <a:pt x="12407" y="56570"/>
                </a:cubicBezTo>
                <a:cubicBezTo>
                  <a:pt x="12421" y="56511"/>
                  <a:pt x="12421" y="56452"/>
                  <a:pt x="12451" y="56408"/>
                </a:cubicBezTo>
                <a:cubicBezTo>
                  <a:pt x="12524" y="56349"/>
                  <a:pt x="12598" y="56290"/>
                  <a:pt x="12672" y="56261"/>
                </a:cubicBezTo>
                <a:close/>
                <a:moveTo>
                  <a:pt x="11980" y="56482"/>
                </a:moveTo>
                <a:lnTo>
                  <a:pt x="11980" y="56482"/>
                </a:lnTo>
                <a:cubicBezTo>
                  <a:pt x="11965" y="56496"/>
                  <a:pt x="11965" y="56511"/>
                  <a:pt x="11965" y="56526"/>
                </a:cubicBezTo>
                <a:cubicBezTo>
                  <a:pt x="11950" y="56555"/>
                  <a:pt x="11906" y="56570"/>
                  <a:pt x="11892" y="56585"/>
                </a:cubicBezTo>
                <a:cubicBezTo>
                  <a:pt x="11892" y="56585"/>
                  <a:pt x="11906" y="56570"/>
                  <a:pt x="11906" y="56555"/>
                </a:cubicBezTo>
                <a:cubicBezTo>
                  <a:pt x="11936" y="56526"/>
                  <a:pt x="11950" y="56496"/>
                  <a:pt x="11980" y="56482"/>
                </a:cubicBezTo>
                <a:close/>
                <a:moveTo>
                  <a:pt x="12966" y="56290"/>
                </a:moveTo>
                <a:lnTo>
                  <a:pt x="12966" y="56482"/>
                </a:lnTo>
                <a:cubicBezTo>
                  <a:pt x="12863" y="56526"/>
                  <a:pt x="12775" y="56585"/>
                  <a:pt x="12701" y="56644"/>
                </a:cubicBezTo>
                <a:lnTo>
                  <a:pt x="12701" y="56452"/>
                </a:lnTo>
                <a:cubicBezTo>
                  <a:pt x="12789" y="56408"/>
                  <a:pt x="12863" y="56349"/>
                  <a:pt x="12966" y="56290"/>
                </a:cubicBezTo>
                <a:close/>
                <a:moveTo>
                  <a:pt x="12156" y="56452"/>
                </a:moveTo>
                <a:cubicBezTo>
                  <a:pt x="12127" y="56496"/>
                  <a:pt x="12112" y="56526"/>
                  <a:pt x="12112" y="56585"/>
                </a:cubicBezTo>
                <a:cubicBezTo>
                  <a:pt x="12053" y="56629"/>
                  <a:pt x="12009" y="56658"/>
                  <a:pt x="11965" y="56702"/>
                </a:cubicBezTo>
                <a:cubicBezTo>
                  <a:pt x="11980" y="56658"/>
                  <a:pt x="12009" y="56629"/>
                  <a:pt x="12024" y="56570"/>
                </a:cubicBezTo>
                <a:cubicBezTo>
                  <a:pt x="12053" y="56526"/>
                  <a:pt x="12112" y="56496"/>
                  <a:pt x="12156" y="56452"/>
                </a:cubicBezTo>
                <a:close/>
                <a:moveTo>
                  <a:pt x="13304" y="56349"/>
                </a:moveTo>
                <a:lnTo>
                  <a:pt x="13304" y="56349"/>
                </a:lnTo>
                <a:cubicBezTo>
                  <a:pt x="13290" y="56408"/>
                  <a:pt x="13290" y="56452"/>
                  <a:pt x="13304" y="56526"/>
                </a:cubicBezTo>
                <a:lnTo>
                  <a:pt x="13039" y="56702"/>
                </a:lnTo>
                <a:lnTo>
                  <a:pt x="13039" y="56511"/>
                </a:lnTo>
                <a:cubicBezTo>
                  <a:pt x="13069" y="56496"/>
                  <a:pt x="13128" y="56452"/>
                  <a:pt x="13157" y="56438"/>
                </a:cubicBezTo>
                <a:cubicBezTo>
                  <a:pt x="13216" y="56408"/>
                  <a:pt x="13260" y="56379"/>
                  <a:pt x="13304" y="56349"/>
                </a:cubicBezTo>
                <a:close/>
                <a:moveTo>
                  <a:pt x="13643" y="56364"/>
                </a:moveTo>
                <a:cubicBezTo>
                  <a:pt x="13658" y="56438"/>
                  <a:pt x="13658" y="56511"/>
                  <a:pt x="13658" y="56570"/>
                </a:cubicBezTo>
                <a:cubicBezTo>
                  <a:pt x="13569" y="56629"/>
                  <a:pt x="13481" y="56673"/>
                  <a:pt x="13378" y="56747"/>
                </a:cubicBezTo>
                <a:cubicBezTo>
                  <a:pt x="13378" y="56673"/>
                  <a:pt x="13363" y="56629"/>
                  <a:pt x="13363" y="56541"/>
                </a:cubicBezTo>
                <a:cubicBezTo>
                  <a:pt x="13452" y="56496"/>
                  <a:pt x="13555" y="56438"/>
                  <a:pt x="13643" y="56364"/>
                </a:cubicBezTo>
                <a:close/>
                <a:moveTo>
                  <a:pt x="12348" y="56482"/>
                </a:moveTo>
                <a:lnTo>
                  <a:pt x="12348" y="56482"/>
                </a:lnTo>
                <a:cubicBezTo>
                  <a:pt x="12333" y="56526"/>
                  <a:pt x="12333" y="56585"/>
                  <a:pt x="12318" y="56629"/>
                </a:cubicBezTo>
                <a:cubicBezTo>
                  <a:pt x="12259" y="56673"/>
                  <a:pt x="12186" y="56717"/>
                  <a:pt x="12112" y="56776"/>
                </a:cubicBezTo>
                <a:cubicBezTo>
                  <a:pt x="12127" y="56717"/>
                  <a:pt x="12156" y="56673"/>
                  <a:pt x="12156" y="56629"/>
                </a:cubicBezTo>
                <a:cubicBezTo>
                  <a:pt x="12230" y="56570"/>
                  <a:pt x="12274" y="56526"/>
                  <a:pt x="12348" y="56482"/>
                </a:cubicBezTo>
                <a:close/>
                <a:moveTo>
                  <a:pt x="12627" y="56496"/>
                </a:moveTo>
                <a:cubicBezTo>
                  <a:pt x="12627" y="56555"/>
                  <a:pt x="12613" y="56599"/>
                  <a:pt x="12613" y="56658"/>
                </a:cubicBezTo>
                <a:lnTo>
                  <a:pt x="12495" y="56717"/>
                </a:lnTo>
                <a:cubicBezTo>
                  <a:pt x="12451" y="56747"/>
                  <a:pt x="12407" y="56776"/>
                  <a:pt x="12348" y="56806"/>
                </a:cubicBezTo>
                <a:cubicBezTo>
                  <a:pt x="12377" y="56776"/>
                  <a:pt x="12392" y="56717"/>
                  <a:pt x="12392" y="56658"/>
                </a:cubicBezTo>
                <a:cubicBezTo>
                  <a:pt x="12466" y="56599"/>
                  <a:pt x="12554" y="56541"/>
                  <a:pt x="12627" y="56496"/>
                </a:cubicBezTo>
                <a:close/>
                <a:moveTo>
                  <a:pt x="11877" y="56673"/>
                </a:moveTo>
                <a:lnTo>
                  <a:pt x="11877" y="56673"/>
                </a:lnTo>
                <a:cubicBezTo>
                  <a:pt x="11862" y="56717"/>
                  <a:pt x="11833" y="56747"/>
                  <a:pt x="11833" y="56776"/>
                </a:cubicBezTo>
                <a:cubicBezTo>
                  <a:pt x="11803" y="56806"/>
                  <a:pt x="11759" y="56850"/>
                  <a:pt x="11715" y="56864"/>
                </a:cubicBezTo>
                <a:cubicBezTo>
                  <a:pt x="11744" y="56850"/>
                  <a:pt x="11759" y="56806"/>
                  <a:pt x="11759" y="56791"/>
                </a:cubicBezTo>
                <a:lnTo>
                  <a:pt x="11877" y="56673"/>
                </a:lnTo>
                <a:close/>
                <a:moveTo>
                  <a:pt x="12966" y="56555"/>
                </a:moveTo>
                <a:lnTo>
                  <a:pt x="12966" y="56732"/>
                </a:lnTo>
                <a:lnTo>
                  <a:pt x="12686" y="56894"/>
                </a:lnTo>
                <a:lnTo>
                  <a:pt x="12686" y="56717"/>
                </a:lnTo>
                <a:lnTo>
                  <a:pt x="12966" y="56555"/>
                </a:lnTo>
                <a:close/>
                <a:moveTo>
                  <a:pt x="13323" y="56878"/>
                </a:moveTo>
                <a:lnTo>
                  <a:pt x="13265" y="56913"/>
                </a:lnTo>
                <a:lnTo>
                  <a:pt x="13265" y="56913"/>
                </a:lnTo>
                <a:cubicBezTo>
                  <a:pt x="13284" y="56900"/>
                  <a:pt x="13301" y="56888"/>
                  <a:pt x="13323" y="56878"/>
                </a:cubicBezTo>
                <a:close/>
                <a:moveTo>
                  <a:pt x="13675" y="56670"/>
                </a:moveTo>
                <a:cubicBezTo>
                  <a:pt x="13633" y="56695"/>
                  <a:pt x="13588" y="56719"/>
                  <a:pt x="13540" y="56747"/>
                </a:cubicBezTo>
                <a:cubicBezTo>
                  <a:pt x="13540" y="56806"/>
                  <a:pt x="13540" y="56864"/>
                  <a:pt x="13569" y="56909"/>
                </a:cubicBezTo>
                <a:cubicBezTo>
                  <a:pt x="13570" y="56914"/>
                  <a:pt x="13571" y="56919"/>
                  <a:pt x="13572" y="56925"/>
                </a:cubicBezTo>
                <a:lnTo>
                  <a:pt x="13572" y="56925"/>
                </a:lnTo>
                <a:lnTo>
                  <a:pt x="13702" y="56850"/>
                </a:lnTo>
                <a:cubicBezTo>
                  <a:pt x="13702" y="56802"/>
                  <a:pt x="13682" y="56745"/>
                  <a:pt x="13675" y="56670"/>
                </a:cubicBezTo>
                <a:close/>
                <a:moveTo>
                  <a:pt x="12098" y="56702"/>
                </a:moveTo>
                <a:cubicBezTo>
                  <a:pt x="12083" y="56747"/>
                  <a:pt x="12083" y="56791"/>
                  <a:pt x="12053" y="56850"/>
                </a:cubicBezTo>
                <a:cubicBezTo>
                  <a:pt x="11965" y="56864"/>
                  <a:pt x="11906" y="56923"/>
                  <a:pt x="11862" y="56953"/>
                </a:cubicBezTo>
                <a:cubicBezTo>
                  <a:pt x="11877" y="56894"/>
                  <a:pt x="11892" y="56864"/>
                  <a:pt x="11906" y="56820"/>
                </a:cubicBezTo>
                <a:cubicBezTo>
                  <a:pt x="11965" y="56791"/>
                  <a:pt x="12024" y="56732"/>
                  <a:pt x="12098" y="56702"/>
                </a:cubicBezTo>
                <a:close/>
                <a:moveTo>
                  <a:pt x="13304" y="56599"/>
                </a:moveTo>
                <a:cubicBezTo>
                  <a:pt x="13304" y="56658"/>
                  <a:pt x="13304" y="56732"/>
                  <a:pt x="13334" y="56791"/>
                </a:cubicBezTo>
                <a:cubicBezTo>
                  <a:pt x="13275" y="56820"/>
                  <a:pt x="13231" y="56850"/>
                  <a:pt x="13187" y="56879"/>
                </a:cubicBezTo>
                <a:cubicBezTo>
                  <a:pt x="13142" y="56894"/>
                  <a:pt x="13084" y="56938"/>
                  <a:pt x="13054" y="56953"/>
                </a:cubicBezTo>
                <a:cubicBezTo>
                  <a:pt x="13054" y="56894"/>
                  <a:pt x="13039" y="56820"/>
                  <a:pt x="13039" y="56776"/>
                </a:cubicBezTo>
                <a:lnTo>
                  <a:pt x="13304" y="56599"/>
                </a:lnTo>
                <a:close/>
                <a:moveTo>
                  <a:pt x="13265" y="56913"/>
                </a:moveTo>
                <a:cubicBezTo>
                  <a:pt x="13254" y="56921"/>
                  <a:pt x="13243" y="56930"/>
                  <a:pt x="13231" y="56938"/>
                </a:cubicBezTo>
                <a:cubicBezTo>
                  <a:pt x="13222" y="56944"/>
                  <a:pt x="13212" y="56950"/>
                  <a:pt x="13202" y="56956"/>
                </a:cubicBezTo>
                <a:lnTo>
                  <a:pt x="13202" y="56956"/>
                </a:lnTo>
                <a:cubicBezTo>
                  <a:pt x="13202" y="56955"/>
                  <a:pt x="13201" y="56954"/>
                  <a:pt x="13201" y="56953"/>
                </a:cubicBezTo>
                <a:lnTo>
                  <a:pt x="13265" y="56913"/>
                </a:lnTo>
                <a:close/>
                <a:moveTo>
                  <a:pt x="11597" y="56967"/>
                </a:moveTo>
                <a:cubicBezTo>
                  <a:pt x="11588" y="56985"/>
                  <a:pt x="11568" y="56998"/>
                  <a:pt x="11551" y="57008"/>
                </a:cubicBezTo>
                <a:lnTo>
                  <a:pt x="11551" y="57008"/>
                </a:lnTo>
                <a:lnTo>
                  <a:pt x="11568" y="56997"/>
                </a:lnTo>
                <a:lnTo>
                  <a:pt x="11597" y="56967"/>
                </a:lnTo>
                <a:close/>
                <a:moveTo>
                  <a:pt x="12318" y="56717"/>
                </a:moveTo>
                <a:cubicBezTo>
                  <a:pt x="12318" y="56776"/>
                  <a:pt x="12304" y="56820"/>
                  <a:pt x="12304" y="56879"/>
                </a:cubicBezTo>
                <a:cubicBezTo>
                  <a:pt x="12230" y="56938"/>
                  <a:pt x="12127" y="56967"/>
                  <a:pt x="12053" y="57026"/>
                </a:cubicBezTo>
                <a:cubicBezTo>
                  <a:pt x="12083" y="56967"/>
                  <a:pt x="12083" y="56923"/>
                  <a:pt x="12098" y="56864"/>
                </a:cubicBezTo>
                <a:cubicBezTo>
                  <a:pt x="12171" y="56806"/>
                  <a:pt x="12245" y="56747"/>
                  <a:pt x="12318" y="56717"/>
                </a:cubicBezTo>
                <a:close/>
                <a:moveTo>
                  <a:pt x="12627" y="56747"/>
                </a:moveTo>
                <a:lnTo>
                  <a:pt x="12627" y="56938"/>
                </a:lnTo>
                <a:cubicBezTo>
                  <a:pt x="12539" y="56997"/>
                  <a:pt x="12466" y="57026"/>
                  <a:pt x="12377" y="57085"/>
                </a:cubicBezTo>
                <a:lnTo>
                  <a:pt x="12348" y="57085"/>
                </a:lnTo>
                <a:cubicBezTo>
                  <a:pt x="12348" y="57026"/>
                  <a:pt x="12348" y="56967"/>
                  <a:pt x="12377" y="56894"/>
                </a:cubicBezTo>
                <a:cubicBezTo>
                  <a:pt x="12421" y="56864"/>
                  <a:pt x="12495" y="56820"/>
                  <a:pt x="12554" y="56791"/>
                </a:cubicBezTo>
                <a:cubicBezTo>
                  <a:pt x="12569" y="56761"/>
                  <a:pt x="12598" y="56761"/>
                  <a:pt x="12627" y="56747"/>
                </a:cubicBezTo>
                <a:close/>
                <a:moveTo>
                  <a:pt x="11803" y="56894"/>
                </a:moveTo>
                <a:lnTo>
                  <a:pt x="11803" y="56894"/>
                </a:lnTo>
                <a:cubicBezTo>
                  <a:pt x="11789" y="56938"/>
                  <a:pt x="11789" y="56953"/>
                  <a:pt x="11759" y="56997"/>
                </a:cubicBezTo>
                <a:cubicBezTo>
                  <a:pt x="11759" y="57012"/>
                  <a:pt x="11759" y="57012"/>
                  <a:pt x="11744" y="57026"/>
                </a:cubicBezTo>
                <a:lnTo>
                  <a:pt x="11583" y="57144"/>
                </a:lnTo>
                <a:lnTo>
                  <a:pt x="11641" y="57026"/>
                </a:lnTo>
                <a:cubicBezTo>
                  <a:pt x="11715" y="56967"/>
                  <a:pt x="11744" y="56938"/>
                  <a:pt x="11803" y="56894"/>
                </a:cubicBezTo>
                <a:close/>
                <a:moveTo>
                  <a:pt x="12981" y="56806"/>
                </a:moveTo>
                <a:lnTo>
                  <a:pt x="12981" y="56997"/>
                </a:lnTo>
                <a:cubicBezTo>
                  <a:pt x="12922" y="57026"/>
                  <a:pt x="12863" y="57070"/>
                  <a:pt x="12819" y="57085"/>
                </a:cubicBezTo>
                <a:cubicBezTo>
                  <a:pt x="12775" y="57100"/>
                  <a:pt x="12730" y="57115"/>
                  <a:pt x="12701" y="57159"/>
                </a:cubicBezTo>
                <a:lnTo>
                  <a:pt x="12701" y="56967"/>
                </a:lnTo>
                <a:lnTo>
                  <a:pt x="12981" y="56806"/>
                </a:lnTo>
                <a:close/>
                <a:moveTo>
                  <a:pt x="12009" y="56909"/>
                </a:moveTo>
                <a:cubicBezTo>
                  <a:pt x="11980" y="56967"/>
                  <a:pt x="11980" y="57026"/>
                  <a:pt x="11965" y="57070"/>
                </a:cubicBezTo>
                <a:cubicBezTo>
                  <a:pt x="11906" y="57115"/>
                  <a:pt x="11833" y="57173"/>
                  <a:pt x="11759" y="57218"/>
                </a:cubicBezTo>
                <a:cubicBezTo>
                  <a:pt x="11789" y="57159"/>
                  <a:pt x="11803" y="57100"/>
                  <a:pt x="11803" y="57070"/>
                </a:cubicBezTo>
                <a:cubicBezTo>
                  <a:pt x="11877" y="57012"/>
                  <a:pt x="11936" y="56967"/>
                  <a:pt x="12009" y="56909"/>
                </a:cubicBezTo>
                <a:close/>
                <a:moveTo>
                  <a:pt x="12274" y="56967"/>
                </a:moveTo>
                <a:lnTo>
                  <a:pt x="12274" y="57144"/>
                </a:lnTo>
                <a:cubicBezTo>
                  <a:pt x="12201" y="57188"/>
                  <a:pt x="12112" y="57232"/>
                  <a:pt x="12024" y="57291"/>
                </a:cubicBezTo>
                <a:cubicBezTo>
                  <a:pt x="12024" y="57232"/>
                  <a:pt x="12039" y="57173"/>
                  <a:pt x="12039" y="57115"/>
                </a:cubicBezTo>
                <a:cubicBezTo>
                  <a:pt x="12112" y="57070"/>
                  <a:pt x="12201" y="57012"/>
                  <a:pt x="12274" y="56967"/>
                </a:cubicBezTo>
                <a:close/>
                <a:moveTo>
                  <a:pt x="11524" y="57115"/>
                </a:moveTo>
                <a:lnTo>
                  <a:pt x="11524" y="57115"/>
                </a:lnTo>
                <a:cubicBezTo>
                  <a:pt x="11509" y="57159"/>
                  <a:pt x="11480" y="57188"/>
                  <a:pt x="11480" y="57218"/>
                </a:cubicBezTo>
                <a:cubicBezTo>
                  <a:pt x="11453" y="57244"/>
                  <a:pt x="11401" y="57259"/>
                  <a:pt x="11370" y="57295"/>
                </a:cubicBezTo>
                <a:lnTo>
                  <a:pt x="11370" y="57295"/>
                </a:lnTo>
                <a:cubicBezTo>
                  <a:pt x="11382" y="57276"/>
                  <a:pt x="11397" y="57244"/>
                  <a:pt x="11421" y="57232"/>
                </a:cubicBezTo>
                <a:lnTo>
                  <a:pt x="11524" y="57115"/>
                </a:lnTo>
                <a:close/>
                <a:moveTo>
                  <a:pt x="12627" y="56997"/>
                </a:moveTo>
                <a:lnTo>
                  <a:pt x="12627" y="57188"/>
                </a:lnTo>
                <a:cubicBezTo>
                  <a:pt x="12539" y="57247"/>
                  <a:pt x="12451" y="57306"/>
                  <a:pt x="12348" y="57335"/>
                </a:cubicBezTo>
                <a:lnTo>
                  <a:pt x="12348" y="57159"/>
                </a:lnTo>
                <a:cubicBezTo>
                  <a:pt x="12377" y="57144"/>
                  <a:pt x="12392" y="57144"/>
                  <a:pt x="12407" y="57115"/>
                </a:cubicBezTo>
                <a:cubicBezTo>
                  <a:pt x="12480" y="57085"/>
                  <a:pt x="12554" y="57026"/>
                  <a:pt x="12627" y="56997"/>
                </a:cubicBezTo>
                <a:close/>
                <a:moveTo>
                  <a:pt x="11730" y="57115"/>
                </a:moveTo>
                <a:cubicBezTo>
                  <a:pt x="11715" y="57173"/>
                  <a:pt x="11715" y="57218"/>
                  <a:pt x="11686" y="57262"/>
                </a:cubicBezTo>
                <a:cubicBezTo>
                  <a:pt x="11612" y="57321"/>
                  <a:pt x="11568" y="57365"/>
                  <a:pt x="11494" y="57394"/>
                </a:cubicBezTo>
                <a:cubicBezTo>
                  <a:pt x="11509" y="57335"/>
                  <a:pt x="11524" y="57306"/>
                  <a:pt x="11538" y="57247"/>
                </a:cubicBezTo>
                <a:cubicBezTo>
                  <a:pt x="11597" y="57218"/>
                  <a:pt x="11656" y="57159"/>
                  <a:pt x="11730" y="57115"/>
                </a:cubicBezTo>
                <a:close/>
                <a:moveTo>
                  <a:pt x="12336" y="57436"/>
                </a:moveTo>
                <a:lnTo>
                  <a:pt x="12333" y="57438"/>
                </a:lnTo>
                <a:cubicBezTo>
                  <a:pt x="12335" y="57444"/>
                  <a:pt x="12337" y="57451"/>
                  <a:pt x="12338" y="57458"/>
                </a:cubicBezTo>
                <a:lnTo>
                  <a:pt x="12338" y="57458"/>
                </a:lnTo>
                <a:cubicBezTo>
                  <a:pt x="12338" y="57451"/>
                  <a:pt x="12337" y="57444"/>
                  <a:pt x="12336" y="57436"/>
                </a:cubicBezTo>
                <a:close/>
                <a:moveTo>
                  <a:pt x="11273" y="57365"/>
                </a:moveTo>
                <a:lnTo>
                  <a:pt x="11273" y="57365"/>
                </a:lnTo>
                <a:cubicBezTo>
                  <a:pt x="11273" y="57379"/>
                  <a:pt x="11244" y="57394"/>
                  <a:pt x="11244" y="57409"/>
                </a:cubicBezTo>
                <a:cubicBezTo>
                  <a:pt x="11229" y="57438"/>
                  <a:pt x="11200" y="57453"/>
                  <a:pt x="11170" y="57468"/>
                </a:cubicBezTo>
                <a:cubicBezTo>
                  <a:pt x="11170" y="57453"/>
                  <a:pt x="11200" y="57453"/>
                  <a:pt x="11200" y="57438"/>
                </a:cubicBezTo>
                <a:lnTo>
                  <a:pt x="11273" y="57365"/>
                </a:lnTo>
                <a:close/>
                <a:moveTo>
                  <a:pt x="11965" y="57159"/>
                </a:moveTo>
                <a:cubicBezTo>
                  <a:pt x="11965" y="57218"/>
                  <a:pt x="11950" y="57262"/>
                  <a:pt x="11950" y="57321"/>
                </a:cubicBezTo>
                <a:cubicBezTo>
                  <a:pt x="11877" y="57379"/>
                  <a:pt x="11789" y="57409"/>
                  <a:pt x="11715" y="57468"/>
                </a:cubicBezTo>
                <a:cubicBezTo>
                  <a:pt x="11730" y="57409"/>
                  <a:pt x="11730" y="57365"/>
                  <a:pt x="11744" y="57306"/>
                </a:cubicBezTo>
                <a:cubicBezTo>
                  <a:pt x="11818" y="57247"/>
                  <a:pt x="11892" y="57218"/>
                  <a:pt x="11965" y="57159"/>
                </a:cubicBezTo>
                <a:close/>
                <a:moveTo>
                  <a:pt x="12338" y="57458"/>
                </a:moveTo>
                <a:cubicBezTo>
                  <a:pt x="12341" y="57478"/>
                  <a:pt x="12343" y="57497"/>
                  <a:pt x="12346" y="57517"/>
                </a:cubicBezTo>
                <a:lnTo>
                  <a:pt x="12346" y="57517"/>
                </a:lnTo>
                <a:cubicBezTo>
                  <a:pt x="12344" y="57496"/>
                  <a:pt x="12342" y="57476"/>
                  <a:pt x="12338" y="57458"/>
                </a:cubicBezTo>
                <a:close/>
                <a:moveTo>
                  <a:pt x="12259" y="57218"/>
                </a:moveTo>
                <a:cubicBezTo>
                  <a:pt x="12274" y="57262"/>
                  <a:pt x="12274" y="57321"/>
                  <a:pt x="12274" y="57394"/>
                </a:cubicBezTo>
                <a:cubicBezTo>
                  <a:pt x="12259" y="57409"/>
                  <a:pt x="12230" y="57438"/>
                  <a:pt x="12201" y="57438"/>
                </a:cubicBezTo>
                <a:cubicBezTo>
                  <a:pt x="12127" y="57468"/>
                  <a:pt x="12083" y="57497"/>
                  <a:pt x="12009" y="57541"/>
                </a:cubicBezTo>
                <a:lnTo>
                  <a:pt x="12009" y="57365"/>
                </a:lnTo>
                <a:cubicBezTo>
                  <a:pt x="12098" y="57306"/>
                  <a:pt x="12186" y="57247"/>
                  <a:pt x="12259" y="57218"/>
                </a:cubicBezTo>
                <a:close/>
                <a:moveTo>
                  <a:pt x="11450" y="57335"/>
                </a:moveTo>
                <a:cubicBezTo>
                  <a:pt x="11450" y="57365"/>
                  <a:pt x="11435" y="57379"/>
                  <a:pt x="11435" y="57379"/>
                </a:cubicBezTo>
                <a:cubicBezTo>
                  <a:pt x="11421" y="57394"/>
                  <a:pt x="11421" y="57438"/>
                  <a:pt x="11421" y="57453"/>
                </a:cubicBezTo>
                <a:lnTo>
                  <a:pt x="11244" y="57556"/>
                </a:lnTo>
                <a:cubicBezTo>
                  <a:pt x="11273" y="57527"/>
                  <a:pt x="11288" y="57482"/>
                  <a:pt x="11303" y="57438"/>
                </a:cubicBezTo>
                <a:cubicBezTo>
                  <a:pt x="11347" y="57409"/>
                  <a:pt x="11391" y="57379"/>
                  <a:pt x="11450" y="57335"/>
                </a:cubicBezTo>
                <a:close/>
                <a:moveTo>
                  <a:pt x="11671" y="57365"/>
                </a:moveTo>
                <a:lnTo>
                  <a:pt x="11671" y="57365"/>
                </a:lnTo>
                <a:cubicBezTo>
                  <a:pt x="11656" y="57409"/>
                  <a:pt x="11656" y="57468"/>
                  <a:pt x="11656" y="57512"/>
                </a:cubicBezTo>
                <a:cubicBezTo>
                  <a:pt x="11583" y="57541"/>
                  <a:pt x="11509" y="57600"/>
                  <a:pt x="11435" y="57630"/>
                </a:cubicBezTo>
                <a:cubicBezTo>
                  <a:pt x="11450" y="57585"/>
                  <a:pt x="11450" y="57541"/>
                  <a:pt x="11465" y="57482"/>
                </a:cubicBezTo>
                <a:cubicBezTo>
                  <a:pt x="11524" y="57453"/>
                  <a:pt x="11597" y="57409"/>
                  <a:pt x="11671" y="57365"/>
                </a:cubicBezTo>
                <a:close/>
                <a:moveTo>
                  <a:pt x="11950" y="57409"/>
                </a:moveTo>
                <a:lnTo>
                  <a:pt x="11950" y="57585"/>
                </a:lnTo>
                <a:cubicBezTo>
                  <a:pt x="11862" y="57630"/>
                  <a:pt x="11789" y="57674"/>
                  <a:pt x="11686" y="57733"/>
                </a:cubicBezTo>
                <a:cubicBezTo>
                  <a:pt x="11686" y="57674"/>
                  <a:pt x="11715" y="57615"/>
                  <a:pt x="11715" y="57556"/>
                </a:cubicBezTo>
                <a:cubicBezTo>
                  <a:pt x="11789" y="57512"/>
                  <a:pt x="11877" y="57468"/>
                  <a:pt x="11950" y="57409"/>
                </a:cubicBezTo>
                <a:close/>
                <a:moveTo>
                  <a:pt x="11170" y="57556"/>
                </a:moveTo>
                <a:lnTo>
                  <a:pt x="11170" y="57556"/>
                </a:lnTo>
                <a:cubicBezTo>
                  <a:pt x="11156" y="57600"/>
                  <a:pt x="11156" y="57615"/>
                  <a:pt x="11141" y="57659"/>
                </a:cubicBezTo>
                <a:cubicBezTo>
                  <a:pt x="11097" y="57688"/>
                  <a:pt x="11053" y="57733"/>
                  <a:pt x="11009" y="57747"/>
                </a:cubicBezTo>
                <a:cubicBezTo>
                  <a:pt x="11023" y="57703"/>
                  <a:pt x="11053" y="57688"/>
                  <a:pt x="11067" y="57659"/>
                </a:cubicBezTo>
                <a:cubicBezTo>
                  <a:pt x="11097" y="57615"/>
                  <a:pt x="11141" y="57585"/>
                  <a:pt x="11170" y="57556"/>
                </a:cubicBezTo>
                <a:close/>
                <a:moveTo>
                  <a:pt x="11376" y="57556"/>
                </a:moveTo>
                <a:cubicBezTo>
                  <a:pt x="11362" y="57615"/>
                  <a:pt x="11362" y="57659"/>
                  <a:pt x="11347" y="57703"/>
                </a:cubicBezTo>
                <a:cubicBezTo>
                  <a:pt x="11259" y="57747"/>
                  <a:pt x="11215" y="57806"/>
                  <a:pt x="11141" y="57836"/>
                </a:cubicBezTo>
                <a:cubicBezTo>
                  <a:pt x="11141" y="57821"/>
                  <a:pt x="11156" y="57806"/>
                  <a:pt x="11156" y="57806"/>
                </a:cubicBezTo>
                <a:cubicBezTo>
                  <a:pt x="11170" y="57762"/>
                  <a:pt x="11170" y="57733"/>
                  <a:pt x="11200" y="57703"/>
                </a:cubicBezTo>
                <a:cubicBezTo>
                  <a:pt x="11244" y="57659"/>
                  <a:pt x="11303" y="57615"/>
                  <a:pt x="11376" y="57556"/>
                </a:cubicBezTo>
                <a:close/>
                <a:moveTo>
                  <a:pt x="10913" y="57793"/>
                </a:moveTo>
                <a:cubicBezTo>
                  <a:pt x="10906" y="57812"/>
                  <a:pt x="10906" y="57824"/>
                  <a:pt x="10906" y="57836"/>
                </a:cubicBezTo>
                <a:cubicBezTo>
                  <a:pt x="10876" y="57850"/>
                  <a:pt x="10847" y="57880"/>
                  <a:pt x="10832" y="57909"/>
                </a:cubicBezTo>
                <a:cubicBezTo>
                  <a:pt x="10832" y="57895"/>
                  <a:pt x="10847" y="57880"/>
                  <a:pt x="10847" y="57850"/>
                </a:cubicBezTo>
                <a:cubicBezTo>
                  <a:pt x="10860" y="57838"/>
                  <a:pt x="10895" y="57825"/>
                  <a:pt x="10913" y="57793"/>
                </a:cubicBezTo>
                <a:close/>
                <a:moveTo>
                  <a:pt x="11656" y="57600"/>
                </a:moveTo>
                <a:lnTo>
                  <a:pt x="11656" y="57600"/>
                </a:lnTo>
                <a:cubicBezTo>
                  <a:pt x="11612" y="57659"/>
                  <a:pt x="11612" y="57703"/>
                  <a:pt x="11612" y="57762"/>
                </a:cubicBezTo>
                <a:cubicBezTo>
                  <a:pt x="11538" y="57821"/>
                  <a:pt x="11450" y="57850"/>
                  <a:pt x="11376" y="57909"/>
                </a:cubicBezTo>
                <a:cubicBezTo>
                  <a:pt x="11376" y="57850"/>
                  <a:pt x="11391" y="57806"/>
                  <a:pt x="11421" y="57747"/>
                </a:cubicBezTo>
                <a:cubicBezTo>
                  <a:pt x="11494" y="57688"/>
                  <a:pt x="11568" y="57659"/>
                  <a:pt x="11656" y="57600"/>
                </a:cubicBezTo>
                <a:close/>
                <a:moveTo>
                  <a:pt x="11097" y="57762"/>
                </a:moveTo>
                <a:lnTo>
                  <a:pt x="11097" y="57762"/>
                </a:lnTo>
                <a:cubicBezTo>
                  <a:pt x="11082" y="57806"/>
                  <a:pt x="11067" y="57850"/>
                  <a:pt x="11067" y="57895"/>
                </a:cubicBezTo>
                <a:lnTo>
                  <a:pt x="10891" y="57998"/>
                </a:lnTo>
                <a:cubicBezTo>
                  <a:pt x="10920" y="57968"/>
                  <a:pt x="10935" y="57924"/>
                  <a:pt x="10950" y="57880"/>
                </a:cubicBezTo>
                <a:cubicBezTo>
                  <a:pt x="10994" y="57836"/>
                  <a:pt x="11053" y="57806"/>
                  <a:pt x="11097" y="57762"/>
                </a:cubicBezTo>
                <a:close/>
                <a:moveTo>
                  <a:pt x="11303" y="57821"/>
                </a:moveTo>
                <a:lnTo>
                  <a:pt x="11303" y="57821"/>
                </a:lnTo>
                <a:cubicBezTo>
                  <a:pt x="11288" y="57880"/>
                  <a:pt x="11288" y="57924"/>
                  <a:pt x="11288" y="57968"/>
                </a:cubicBezTo>
                <a:cubicBezTo>
                  <a:pt x="11215" y="57998"/>
                  <a:pt x="11141" y="58042"/>
                  <a:pt x="11067" y="58101"/>
                </a:cubicBezTo>
                <a:cubicBezTo>
                  <a:pt x="11082" y="58042"/>
                  <a:pt x="11082" y="57998"/>
                  <a:pt x="11097" y="57953"/>
                </a:cubicBezTo>
                <a:cubicBezTo>
                  <a:pt x="11170" y="57895"/>
                  <a:pt x="11244" y="57850"/>
                  <a:pt x="11303" y="57821"/>
                </a:cubicBezTo>
                <a:close/>
                <a:moveTo>
                  <a:pt x="11605" y="57882"/>
                </a:moveTo>
                <a:cubicBezTo>
                  <a:pt x="11543" y="57915"/>
                  <a:pt x="11478" y="57942"/>
                  <a:pt x="11406" y="57983"/>
                </a:cubicBezTo>
                <a:cubicBezTo>
                  <a:pt x="11406" y="58031"/>
                  <a:pt x="11407" y="58080"/>
                  <a:pt x="11409" y="58130"/>
                </a:cubicBezTo>
                <a:lnTo>
                  <a:pt x="11409" y="58130"/>
                </a:lnTo>
                <a:cubicBezTo>
                  <a:pt x="11468" y="58092"/>
                  <a:pt x="11533" y="58059"/>
                  <a:pt x="11597" y="58027"/>
                </a:cubicBezTo>
                <a:cubicBezTo>
                  <a:pt x="11597" y="57979"/>
                  <a:pt x="11597" y="57931"/>
                  <a:pt x="11605" y="57882"/>
                </a:cubicBezTo>
                <a:close/>
                <a:moveTo>
                  <a:pt x="10832" y="57983"/>
                </a:moveTo>
                <a:lnTo>
                  <a:pt x="10832" y="57983"/>
                </a:lnTo>
                <a:cubicBezTo>
                  <a:pt x="10803" y="58027"/>
                  <a:pt x="10803" y="58056"/>
                  <a:pt x="10788" y="58071"/>
                </a:cubicBezTo>
                <a:cubicBezTo>
                  <a:pt x="10744" y="58115"/>
                  <a:pt x="10700" y="58130"/>
                  <a:pt x="10655" y="58174"/>
                </a:cubicBezTo>
                <a:cubicBezTo>
                  <a:pt x="10685" y="58145"/>
                  <a:pt x="10700" y="58115"/>
                  <a:pt x="10714" y="58071"/>
                </a:cubicBezTo>
                <a:cubicBezTo>
                  <a:pt x="10758" y="58042"/>
                  <a:pt x="10788" y="57998"/>
                  <a:pt x="10832" y="57983"/>
                </a:cubicBezTo>
                <a:close/>
                <a:moveTo>
                  <a:pt x="11128" y="58129"/>
                </a:moveTo>
                <a:cubicBezTo>
                  <a:pt x="11107" y="58143"/>
                  <a:pt x="11087" y="58158"/>
                  <a:pt x="11067" y="58174"/>
                </a:cubicBezTo>
                <a:cubicBezTo>
                  <a:pt x="11067" y="58175"/>
                  <a:pt x="11067" y="58177"/>
                  <a:pt x="11066" y="58178"/>
                </a:cubicBezTo>
                <a:lnTo>
                  <a:pt x="11066" y="58178"/>
                </a:lnTo>
                <a:cubicBezTo>
                  <a:pt x="11067" y="58172"/>
                  <a:pt x="11067" y="58166"/>
                  <a:pt x="11067" y="58159"/>
                </a:cubicBezTo>
                <a:cubicBezTo>
                  <a:pt x="11088" y="58149"/>
                  <a:pt x="11108" y="58139"/>
                  <a:pt x="11128" y="58129"/>
                </a:cubicBezTo>
                <a:close/>
                <a:moveTo>
                  <a:pt x="11023" y="57998"/>
                </a:moveTo>
                <a:lnTo>
                  <a:pt x="11023" y="57998"/>
                </a:lnTo>
                <a:cubicBezTo>
                  <a:pt x="11009" y="58056"/>
                  <a:pt x="11009" y="58101"/>
                  <a:pt x="10994" y="58145"/>
                </a:cubicBezTo>
                <a:cubicBezTo>
                  <a:pt x="10920" y="58189"/>
                  <a:pt x="10861" y="58218"/>
                  <a:pt x="10788" y="58262"/>
                </a:cubicBezTo>
                <a:cubicBezTo>
                  <a:pt x="10788" y="58248"/>
                  <a:pt x="10803" y="58204"/>
                  <a:pt x="10832" y="58189"/>
                </a:cubicBezTo>
                <a:cubicBezTo>
                  <a:pt x="10832" y="58174"/>
                  <a:pt x="10847" y="58145"/>
                  <a:pt x="10847" y="58130"/>
                </a:cubicBezTo>
                <a:cubicBezTo>
                  <a:pt x="10906" y="58101"/>
                  <a:pt x="10950" y="58042"/>
                  <a:pt x="11023" y="57998"/>
                </a:cubicBezTo>
                <a:close/>
                <a:moveTo>
                  <a:pt x="10567" y="58204"/>
                </a:moveTo>
                <a:lnTo>
                  <a:pt x="10567" y="58204"/>
                </a:lnTo>
                <a:cubicBezTo>
                  <a:pt x="10552" y="58218"/>
                  <a:pt x="10552" y="58248"/>
                  <a:pt x="10538" y="58262"/>
                </a:cubicBezTo>
                <a:cubicBezTo>
                  <a:pt x="10517" y="58273"/>
                  <a:pt x="10497" y="58283"/>
                  <a:pt x="10482" y="58298"/>
                </a:cubicBezTo>
                <a:lnTo>
                  <a:pt x="10482" y="58298"/>
                </a:lnTo>
                <a:cubicBezTo>
                  <a:pt x="10484" y="58290"/>
                  <a:pt x="10488" y="58283"/>
                  <a:pt x="10494" y="58277"/>
                </a:cubicBezTo>
                <a:lnTo>
                  <a:pt x="10567" y="58204"/>
                </a:lnTo>
                <a:close/>
                <a:moveTo>
                  <a:pt x="10758" y="58189"/>
                </a:moveTo>
                <a:lnTo>
                  <a:pt x="10758" y="58189"/>
                </a:lnTo>
                <a:cubicBezTo>
                  <a:pt x="10729" y="58218"/>
                  <a:pt x="10714" y="58277"/>
                  <a:pt x="10714" y="58321"/>
                </a:cubicBezTo>
                <a:lnTo>
                  <a:pt x="10552" y="58424"/>
                </a:lnTo>
                <a:lnTo>
                  <a:pt x="10552" y="58424"/>
                </a:lnTo>
                <a:lnTo>
                  <a:pt x="10611" y="58321"/>
                </a:lnTo>
                <a:cubicBezTo>
                  <a:pt x="10641" y="58277"/>
                  <a:pt x="10700" y="58248"/>
                  <a:pt x="10758" y="58189"/>
                </a:cubicBezTo>
                <a:close/>
                <a:moveTo>
                  <a:pt x="10979" y="58248"/>
                </a:moveTo>
                <a:lnTo>
                  <a:pt x="10979" y="58248"/>
                </a:lnTo>
                <a:cubicBezTo>
                  <a:pt x="10920" y="58277"/>
                  <a:pt x="10847" y="58336"/>
                  <a:pt x="10773" y="58365"/>
                </a:cubicBezTo>
                <a:cubicBezTo>
                  <a:pt x="10744" y="58424"/>
                  <a:pt x="10744" y="58468"/>
                  <a:pt x="10729" y="58513"/>
                </a:cubicBezTo>
                <a:cubicBezTo>
                  <a:pt x="10803" y="58483"/>
                  <a:pt x="10876" y="58424"/>
                  <a:pt x="10950" y="58395"/>
                </a:cubicBezTo>
                <a:cubicBezTo>
                  <a:pt x="10950" y="58336"/>
                  <a:pt x="10950" y="58277"/>
                  <a:pt x="10979" y="58248"/>
                </a:cubicBezTo>
                <a:close/>
                <a:moveTo>
                  <a:pt x="10494" y="58380"/>
                </a:moveTo>
                <a:lnTo>
                  <a:pt x="10494" y="58380"/>
                </a:lnTo>
                <a:cubicBezTo>
                  <a:pt x="10479" y="58424"/>
                  <a:pt x="10464" y="58454"/>
                  <a:pt x="10464" y="58498"/>
                </a:cubicBezTo>
                <a:cubicBezTo>
                  <a:pt x="10420" y="58542"/>
                  <a:pt x="10361" y="58557"/>
                  <a:pt x="10332" y="58586"/>
                </a:cubicBezTo>
                <a:cubicBezTo>
                  <a:pt x="10332" y="58557"/>
                  <a:pt x="10346" y="58542"/>
                  <a:pt x="10361" y="58498"/>
                </a:cubicBezTo>
                <a:cubicBezTo>
                  <a:pt x="10405" y="58468"/>
                  <a:pt x="10435" y="58424"/>
                  <a:pt x="10494" y="58380"/>
                </a:cubicBezTo>
                <a:close/>
                <a:moveTo>
                  <a:pt x="10214" y="58630"/>
                </a:moveTo>
                <a:cubicBezTo>
                  <a:pt x="10199" y="58645"/>
                  <a:pt x="10199" y="58660"/>
                  <a:pt x="10184" y="58689"/>
                </a:cubicBezTo>
                <a:cubicBezTo>
                  <a:pt x="10175" y="58698"/>
                  <a:pt x="10155" y="58708"/>
                  <a:pt x="10137" y="58717"/>
                </a:cubicBezTo>
                <a:lnTo>
                  <a:pt x="10137" y="58717"/>
                </a:lnTo>
                <a:cubicBezTo>
                  <a:pt x="10139" y="58713"/>
                  <a:pt x="10140" y="58708"/>
                  <a:pt x="10140" y="58704"/>
                </a:cubicBezTo>
                <a:lnTo>
                  <a:pt x="10214" y="58630"/>
                </a:lnTo>
                <a:close/>
                <a:moveTo>
                  <a:pt x="9817" y="59013"/>
                </a:moveTo>
                <a:lnTo>
                  <a:pt x="9817" y="59013"/>
                </a:lnTo>
                <a:cubicBezTo>
                  <a:pt x="9478" y="59970"/>
                  <a:pt x="9640" y="61132"/>
                  <a:pt x="10287" y="62192"/>
                </a:cubicBezTo>
                <a:cubicBezTo>
                  <a:pt x="10994" y="63354"/>
                  <a:pt x="12068" y="64355"/>
                  <a:pt x="13716" y="65341"/>
                </a:cubicBezTo>
                <a:cubicBezTo>
                  <a:pt x="13864" y="65429"/>
                  <a:pt x="14025" y="65532"/>
                  <a:pt x="14173" y="65621"/>
                </a:cubicBezTo>
                <a:lnTo>
                  <a:pt x="14393" y="65753"/>
                </a:lnTo>
                <a:cubicBezTo>
                  <a:pt x="15497" y="66415"/>
                  <a:pt x="16365" y="67151"/>
                  <a:pt x="16969" y="67931"/>
                </a:cubicBezTo>
                <a:cubicBezTo>
                  <a:pt x="17513" y="68667"/>
                  <a:pt x="18102" y="69535"/>
                  <a:pt x="18131" y="70551"/>
                </a:cubicBezTo>
                <a:cubicBezTo>
                  <a:pt x="18161" y="71640"/>
                  <a:pt x="17646" y="72758"/>
                  <a:pt x="16704" y="73700"/>
                </a:cubicBezTo>
                <a:cubicBezTo>
                  <a:pt x="16365" y="74038"/>
                  <a:pt x="15953" y="74362"/>
                  <a:pt x="15527" y="74627"/>
                </a:cubicBezTo>
                <a:cubicBezTo>
                  <a:pt x="15080" y="74907"/>
                  <a:pt x="14607" y="75138"/>
                  <a:pt x="14122" y="75342"/>
                </a:cubicBezTo>
                <a:lnTo>
                  <a:pt x="14122" y="75342"/>
                </a:lnTo>
                <a:cubicBezTo>
                  <a:pt x="14518" y="75169"/>
                  <a:pt x="14905" y="74974"/>
                  <a:pt x="15276" y="74745"/>
                </a:cubicBezTo>
                <a:cubicBezTo>
                  <a:pt x="15718" y="74465"/>
                  <a:pt x="16145" y="74156"/>
                  <a:pt x="16483" y="73788"/>
                </a:cubicBezTo>
                <a:cubicBezTo>
                  <a:pt x="17484" y="72817"/>
                  <a:pt x="17984" y="71654"/>
                  <a:pt x="17925" y="70536"/>
                </a:cubicBezTo>
                <a:cubicBezTo>
                  <a:pt x="17866" y="69432"/>
                  <a:pt x="17219" y="68520"/>
                  <a:pt x="16660" y="67843"/>
                </a:cubicBezTo>
                <a:cubicBezTo>
                  <a:pt x="16027" y="67107"/>
                  <a:pt x="15188" y="66430"/>
                  <a:pt x="14114" y="65827"/>
                </a:cubicBezTo>
                <a:lnTo>
                  <a:pt x="13613" y="65547"/>
                </a:lnTo>
                <a:lnTo>
                  <a:pt x="13437" y="65459"/>
                </a:lnTo>
                <a:cubicBezTo>
                  <a:pt x="12245" y="64797"/>
                  <a:pt x="10891" y="63928"/>
                  <a:pt x="10052" y="62618"/>
                </a:cubicBezTo>
                <a:cubicBezTo>
                  <a:pt x="9346" y="61559"/>
                  <a:pt x="9184" y="60323"/>
                  <a:pt x="9566" y="59322"/>
                </a:cubicBezTo>
                <a:cubicBezTo>
                  <a:pt x="9596" y="59248"/>
                  <a:pt x="9625" y="59204"/>
                  <a:pt x="9669" y="59131"/>
                </a:cubicBezTo>
                <a:cubicBezTo>
                  <a:pt x="9714" y="59087"/>
                  <a:pt x="9758" y="59057"/>
                  <a:pt x="9817" y="59013"/>
                </a:cubicBezTo>
                <a:close/>
                <a:moveTo>
                  <a:pt x="11996" y="57614"/>
                </a:moveTo>
                <a:cubicBezTo>
                  <a:pt x="11996" y="57615"/>
                  <a:pt x="11995" y="57615"/>
                  <a:pt x="11995" y="57615"/>
                </a:cubicBezTo>
                <a:lnTo>
                  <a:pt x="11995" y="57806"/>
                </a:lnTo>
                <a:cubicBezTo>
                  <a:pt x="12009" y="57806"/>
                  <a:pt x="12016" y="57800"/>
                  <a:pt x="12021" y="57793"/>
                </a:cubicBezTo>
                <a:lnTo>
                  <a:pt x="12021" y="57793"/>
                </a:lnTo>
                <a:cubicBezTo>
                  <a:pt x="12070" y="58106"/>
                  <a:pt x="12150" y="58441"/>
                  <a:pt x="12259" y="58807"/>
                </a:cubicBezTo>
                <a:cubicBezTo>
                  <a:pt x="12848" y="60735"/>
                  <a:pt x="14040" y="62486"/>
                  <a:pt x="15806" y="64002"/>
                </a:cubicBezTo>
                <a:cubicBezTo>
                  <a:pt x="16071" y="64223"/>
                  <a:pt x="16336" y="64443"/>
                  <a:pt x="16630" y="64679"/>
                </a:cubicBezTo>
                <a:cubicBezTo>
                  <a:pt x="17690" y="65503"/>
                  <a:pt x="18955" y="66665"/>
                  <a:pt x="19559" y="68137"/>
                </a:cubicBezTo>
                <a:cubicBezTo>
                  <a:pt x="19868" y="68888"/>
                  <a:pt x="20162" y="69697"/>
                  <a:pt x="20059" y="70580"/>
                </a:cubicBezTo>
                <a:cubicBezTo>
                  <a:pt x="19941" y="71522"/>
                  <a:pt x="19426" y="72493"/>
                  <a:pt x="18617" y="73347"/>
                </a:cubicBezTo>
                <a:cubicBezTo>
                  <a:pt x="18308" y="73656"/>
                  <a:pt x="17984" y="73950"/>
                  <a:pt x="17616" y="74230"/>
                </a:cubicBezTo>
                <a:cubicBezTo>
                  <a:pt x="16807" y="74818"/>
                  <a:pt x="15894" y="75260"/>
                  <a:pt x="15041" y="75672"/>
                </a:cubicBezTo>
                <a:cubicBezTo>
                  <a:pt x="14599" y="75893"/>
                  <a:pt x="14114" y="76143"/>
                  <a:pt x="13672" y="76378"/>
                </a:cubicBezTo>
                <a:cubicBezTo>
                  <a:pt x="12259" y="77144"/>
                  <a:pt x="10950" y="78144"/>
                  <a:pt x="9772" y="79307"/>
                </a:cubicBezTo>
                <a:cubicBezTo>
                  <a:pt x="8786" y="80278"/>
                  <a:pt x="8080" y="81235"/>
                  <a:pt x="7653" y="82206"/>
                </a:cubicBezTo>
                <a:cubicBezTo>
                  <a:pt x="7403" y="82780"/>
                  <a:pt x="7256" y="83354"/>
                  <a:pt x="7197" y="83898"/>
                </a:cubicBezTo>
                <a:cubicBezTo>
                  <a:pt x="7123" y="84678"/>
                  <a:pt x="7212" y="85429"/>
                  <a:pt x="7315" y="86018"/>
                </a:cubicBezTo>
                <a:cubicBezTo>
                  <a:pt x="7580" y="87636"/>
                  <a:pt x="8080" y="89167"/>
                  <a:pt x="8757" y="90565"/>
                </a:cubicBezTo>
                <a:lnTo>
                  <a:pt x="8816" y="90521"/>
                </a:lnTo>
                <a:cubicBezTo>
                  <a:pt x="8124" y="89123"/>
                  <a:pt x="7639" y="87622"/>
                  <a:pt x="7359" y="86003"/>
                </a:cubicBezTo>
                <a:cubicBezTo>
                  <a:pt x="7271" y="85429"/>
                  <a:pt x="7168" y="84678"/>
                  <a:pt x="7256" y="83898"/>
                </a:cubicBezTo>
                <a:cubicBezTo>
                  <a:pt x="7315" y="83354"/>
                  <a:pt x="7477" y="82780"/>
                  <a:pt x="7712" y="82221"/>
                </a:cubicBezTo>
                <a:cubicBezTo>
                  <a:pt x="8139" y="81264"/>
                  <a:pt x="8831" y="80337"/>
                  <a:pt x="9817" y="79351"/>
                </a:cubicBezTo>
                <a:cubicBezTo>
                  <a:pt x="10994" y="78203"/>
                  <a:pt x="12289" y="77217"/>
                  <a:pt x="13687" y="76452"/>
                </a:cubicBezTo>
                <a:cubicBezTo>
                  <a:pt x="14128" y="76216"/>
                  <a:pt x="14599" y="75966"/>
                  <a:pt x="15056" y="75745"/>
                </a:cubicBezTo>
                <a:cubicBezTo>
                  <a:pt x="15924" y="75304"/>
                  <a:pt x="16822" y="74862"/>
                  <a:pt x="17631" y="74274"/>
                </a:cubicBezTo>
                <a:cubicBezTo>
                  <a:pt x="17999" y="74009"/>
                  <a:pt x="18352" y="73715"/>
                  <a:pt x="18661" y="73391"/>
                </a:cubicBezTo>
                <a:cubicBezTo>
                  <a:pt x="19485" y="72552"/>
                  <a:pt x="20000" y="71551"/>
                  <a:pt x="20118" y="70595"/>
                </a:cubicBezTo>
                <a:cubicBezTo>
                  <a:pt x="20221" y="69697"/>
                  <a:pt x="19927" y="68873"/>
                  <a:pt x="19603" y="68122"/>
                </a:cubicBezTo>
                <a:cubicBezTo>
                  <a:pt x="18970" y="66621"/>
                  <a:pt x="17690" y="65473"/>
                  <a:pt x="16660" y="64620"/>
                </a:cubicBezTo>
                <a:cubicBezTo>
                  <a:pt x="16336" y="64384"/>
                  <a:pt x="16071" y="64149"/>
                  <a:pt x="15821" y="63943"/>
                </a:cubicBezTo>
                <a:cubicBezTo>
                  <a:pt x="14055" y="62427"/>
                  <a:pt x="12863" y="60705"/>
                  <a:pt x="12289" y="58792"/>
                </a:cubicBezTo>
                <a:cubicBezTo>
                  <a:pt x="12193" y="58431"/>
                  <a:pt x="12106" y="58090"/>
                  <a:pt x="12062" y="57768"/>
                </a:cubicBezTo>
                <a:lnTo>
                  <a:pt x="12062" y="57768"/>
                </a:lnTo>
                <a:cubicBezTo>
                  <a:pt x="12054" y="57771"/>
                  <a:pt x="12046" y="57774"/>
                  <a:pt x="12039" y="57777"/>
                </a:cubicBezTo>
                <a:cubicBezTo>
                  <a:pt x="12031" y="57777"/>
                  <a:pt x="12027" y="57785"/>
                  <a:pt x="12021" y="57793"/>
                </a:cubicBezTo>
                <a:lnTo>
                  <a:pt x="12021" y="57793"/>
                </a:lnTo>
                <a:cubicBezTo>
                  <a:pt x="12012" y="57732"/>
                  <a:pt x="12004" y="57673"/>
                  <a:pt x="11996" y="57614"/>
                </a:cubicBezTo>
                <a:close/>
                <a:moveTo>
                  <a:pt x="10132" y="58846"/>
                </a:moveTo>
                <a:lnTo>
                  <a:pt x="10132" y="58846"/>
                </a:lnTo>
                <a:cubicBezTo>
                  <a:pt x="10120" y="58863"/>
                  <a:pt x="10108" y="58889"/>
                  <a:pt x="10096" y="58925"/>
                </a:cubicBezTo>
                <a:cubicBezTo>
                  <a:pt x="10083" y="58933"/>
                  <a:pt x="10069" y="58942"/>
                  <a:pt x="10055" y="58950"/>
                </a:cubicBezTo>
                <a:lnTo>
                  <a:pt x="10055" y="58950"/>
                </a:lnTo>
                <a:cubicBezTo>
                  <a:pt x="10061" y="58923"/>
                  <a:pt x="10067" y="58897"/>
                  <a:pt x="10073" y="58870"/>
                </a:cubicBezTo>
                <a:lnTo>
                  <a:pt x="10073" y="58870"/>
                </a:lnTo>
                <a:cubicBezTo>
                  <a:pt x="10051" y="58885"/>
                  <a:pt x="10030" y="58903"/>
                  <a:pt x="10008" y="58925"/>
                </a:cubicBezTo>
                <a:cubicBezTo>
                  <a:pt x="9993" y="58954"/>
                  <a:pt x="9978" y="58984"/>
                  <a:pt x="9964" y="59013"/>
                </a:cubicBezTo>
                <a:cubicBezTo>
                  <a:pt x="9985" y="58992"/>
                  <a:pt x="10021" y="58971"/>
                  <a:pt x="10055" y="58950"/>
                </a:cubicBezTo>
                <a:lnTo>
                  <a:pt x="10055" y="58950"/>
                </a:lnTo>
                <a:cubicBezTo>
                  <a:pt x="9876" y="59807"/>
                  <a:pt x="10061" y="60792"/>
                  <a:pt x="10582" y="61735"/>
                </a:cubicBezTo>
                <a:cubicBezTo>
                  <a:pt x="11288" y="63001"/>
                  <a:pt x="12407" y="64134"/>
                  <a:pt x="14025" y="65179"/>
                </a:cubicBezTo>
                <a:cubicBezTo>
                  <a:pt x="14261" y="65326"/>
                  <a:pt x="14496" y="65473"/>
                  <a:pt x="14747" y="65635"/>
                </a:cubicBezTo>
                <a:cubicBezTo>
                  <a:pt x="15880" y="66356"/>
                  <a:pt x="16763" y="67166"/>
                  <a:pt x="17366" y="68005"/>
                </a:cubicBezTo>
                <a:cubicBezTo>
                  <a:pt x="17881" y="68726"/>
                  <a:pt x="18426" y="69594"/>
                  <a:pt x="18440" y="70609"/>
                </a:cubicBezTo>
                <a:cubicBezTo>
                  <a:pt x="18455" y="71669"/>
                  <a:pt x="17940" y="72773"/>
                  <a:pt x="16998" y="73700"/>
                </a:cubicBezTo>
                <a:cubicBezTo>
                  <a:pt x="16660" y="74038"/>
                  <a:pt x="16262" y="74362"/>
                  <a:pt x="15850" y="74612"/>
                </a:cubicBezTo>
                <a:cubicBezTo>
                  <a:pt x="14835" y="75245"/>
                  <a:pt x="13716" y="75642"/>
                  <a:pt x="12627" y="76025"/>
                </a:cubicBezTo>
                <a:cubicBezTo>
                  <a:pt x="12186" y="76202"/>
                  <a:pt x="11700" y="76364"/>
                  <a:pt x="11259" y="76525"/>
                </a:cubicBezTo>
                <a:cubicBezTo>
                  <a:pt x="9684" y="77158"/>
                  <a:pt x="8154" y="78012"/>
                  <a:pt x="6741" y="79071"/>
                </a:cubicBezTo>
                <a:cubicBezTo>
                  <a:pt x="5519" y="79969"/>
                  <a:pt x="4666" y="80911"/>
                  <a:pt x="4151" y="81838"/>
                </a:cubicBezTo>
                <a:cubicBezTo>
                  <a:pt x="3827" y="82427"/>
                  <a:pt x="3650" y="83015"/>
                  <a:pt x="3606" y="83633"/>
                </a:cubicBezTo>
                <a:cubicBezTo>
                  <a:pt x="3562" y="84340"/>
                  <a:pt x="3680" y="85032"/>
                  <a:pt x="3901" y="85856"/>
                </a:cubicBezTo>
                <a:cubicBezTo>
                  <a:pt x="4327" y="87504"/>
                  <a:pt x="4916" y="89108"/>
                  <a:pt x="5637" y="90594"/>
                </a:cubicBezTo>
                <a:lnTo>
                  <a:pt x="5696" y="90565"/>
                </a:lnTo>
                <a:cubicBezTo>
                  <a:pt x="4975" y="89079"/>
                  <a:pt x="4386" y="87489"/>
                  <a:pt x="3959" y="85841"/>
                </a:cubicBezTo>
                <a:cubicBezTo>
                  <a:pt x="3753" y="85032"/>
                  <a:pt x="3636" y="84340"/>
                  <a:pt x="3665" y="83633"/>
                </a:cubicBezTo>
                <a:cubicBezTo>
                  <a:pt x="3709" y="83045"/>
                  <a:pt x="3886" y="82456"/>
                  <a:pt x="4180" y="81882"/>
                </a:cubicBezTo>
                <a:cubicBezTo>
                  <a:pt x="4680" y="80940"/>
                  <a:pt x="5549" y="79999"/>
                  <a:pt x="6756" y="79116"/>
                </a:cubicBezTo>
                <a:cubicBezTo>
                  <a:pt x="8168" y="78071"/>
                  <a:pt x="9699" y="77232"/>
                  <a:pt x="11259" y="76599"/>
                </a:cubicBezTo>
                <a:cubicBezTo>
                  <a:pt x="11700" y="76422"/>
                  <a:pt x="12186" y="76246"/>
                  <a:pt x="12627" y="76099"/>
                </a:cubicBezTo>
                <a:cubicBezTo>
                  <a:pt x="13731" y="75716"/>
                  <a:pt x="14850" y="75319"/>
                  <a:pt x="15865" y="74671"/>
                </a:cubicBezTo>
                <a:cubicBezTo>
                  <a:pt x="16292" y="74392"/>
                  <a:pt x="16689" y="74083"/>
                  <a:pt x="17042" y="73729"/>
                </a:cubicBezTo>
                <a:cubicBezTo>
                  <a:pt x="17984" y="72773"/>
                  <a:pt x="18499" y="71669"/>
                  <a:pt x="18499" y="70580"/>
                </a:cubicBezTo>
                <a:cubicBezTo>
                  <a:pt x="18470" y="69609"/>
                  <a:pt x="17984" y="68740"/>
                  <a:pt x="17410" y="67961"/>
                </a:cubicBezTo>
                <a:cubicBezTo>
                  <a:pt x="16807" y="67092"/>
                  <a:pt x="15924" y="66298"/>
                  <a:pt x="14761" y="65562"/>
                </a:cubicBezTo>
                <a:cubicBezTo>
                  <a:pt x="14526" y="65415"/>
                  <a:pt x="14276" y="65267"/>
                  <a:pt x="14040" y="65106"/>
                </a:cubicBezTo>
                <a:cubicBezTo>
                  <a:pt x="12421" y="64061"/>
                  <a:pt x="11303" y="62928"/>
                  <a:pt x="10626" y="61677"/>
                </a:cubicBezTo>
                <a:cubicBezTo>
                  <a:pt x="10085" y="60722"/>
                  <a:pt x="9916" y="59686"/>
                  <a:pt x="10132" y="58846"/>
                </a:cubicBezTo>
                <a:close/>
                <a:moveTo>
                  <a:pt x="12346" y="57517"/>
                </a:moveTo>
                <a:cubicBezTo>
                  <a:pt x="12348" y="57549"/>
                  <a:pt x="12348" y="57584"/>
                  <a:pt x="12348" y="57615"/>
                </a:cubicBezTo>
                <a:cubicBezTo>
                  <a:pt x="12352" y="57614"/>
                  <a:pt x="12356" y="57613"/>
                  <a:pt x="12359" y="57612"/>
                </a:cubicBezTo>
                <a:lnTo>
                  <a:pt x="12359" y="57612"/>
                </a:lnTo>
                <a:cubicBezTo>
                  <a:pt x="12396" y="57845"/>
                  <a:pt x="12453" y="58089"/>
                  <a:pt x="12510" y="58351"/>
                </a:cubicBezTo>
                <a:cubicBezTo>
                  <a:pt x="13054" y="60367"/>
                  <a:pt x="14261" y="62206"/>
                  <a:pt x="16100" y="63825"/>
                </a:cubicBezTo>
                <a:cubicBezTo>
                  <a:pt x="16365" y="64046"/>
                  <a:pt x="16630" y="64296"/>
                  <a:pt x="16969" y="64561"/>
                </a:cubicBezTo>
                <a:cubicBezTo>
                  <a:pt x="18058" y="65473"/>
                  <a:pt x="19382" y="66680"/>
                  <a:pt x="19941" y="68211"/>
                </a:cubicBezTo>
                <a:cubicBezTo>
                  <a:pt x="20221" y="68932"/>
                  <a:pt x="20486" y="69756"/>
                  <a:pt x="20354" y="70639"/>
                </a:cubicBezTo>
                <a:cubicBezTo>
                  <a:pt x="20192" y="71816"/>
                  <a:pt x="19471" y="72758"/>
                  <a:pt x="18911" y="73347"/>
                </a:cubicBezTo>
                <a:cubicBezTo>
                  <a:pt x="18617" y="73656"/>
                  <a:pt x="18293" y="73950"/>
                  <a:pt x="17925" y="74200"/>
                </a:cubicBezTo>
                <a:cubicBezTo>
                  <a:pt x="17145" y="74774"/>
                  <a:pt x="16292" y="75230"/>
                  <a:pt x="15453" y="75657"/>
                </a:cubicBezTo>
                <a:cubicBezTo>
                  <a:pt x="15011" y="75893"/>
                  <a:pt x="14541" y="76143"/>
                  <a:pt x="14099" y="76393"/>
                </a:cubicBezTo>
                <a:cubicBezTo>
                  <a:pt x="12716" y="77202"/>
                  <a:pt x="11435" y="78218"/>
                  <a:pt x="10287" y="79395"/>
                </a:cubicBezTo>
                <a:cubicBezTo>
                  <a:pt x="9331" y="80381"/>
                  <a:pt x="8669" y="81338"/>
                  <a:pt x="8242" y="82324"/>
                </a:cubicBezTo>
                <a:cubicBezTo>
                  <a:pt x="8006" y="82868"/>
                  <a:pt x="7859" y="83442"/>
                  <a:pt x="7786" y="84016"/>
                </a:cubicBezTo>
                <a:cubicBezTo>
                  <a:pt x="7712" y="84619"/>
                  <a:pt x="7756" y="85267"/>
                  <a:pt x="7874" y="86106"/>
                </a:cubicBezTo>
                <a:cubicBezTo>
                  <a:pt x="8124" y="87725"/>
                  <a:pt x="8595" y="89240"/>
                  <a:pt x="9301" y="90609"/>
                </a:cubicBezTo>
                <a:lnTo>
                  <a:pt x="9346" y="90580"/>
                </a:lnTo>
                <a:cubicBezTo>
                  <a:pt x="8669" y="89196"/>
                  <a:pt x="8198" y="87695"/>
                  <a:pt x="7933" y="86091"/>
                </a:cubicBezTo>
                <a:cubicBezTo>
                  <a:pt x="7800" y="85238"/>
                  <a:pt x="7786" y="84619"/>
                  <a:pt x="7845" y="84016"/>
                </a:cubicBezTo>
                <a:cubicBezTo>
                  <a:pt x="7903" y="83457"/>
                  <a:pt x="8051" y="82883"/>
                  <a:pt x="8286" y="82338"/>
                </a:cubicBezTo>
                <a:cubicBezTo>
                  <a:pt x="8683" y="81367"/>
                  <a:pt x="9346" y="80425"/>
                  <a:pt x="10302" y="79425"/>
                </a:cubicBezTo>
                <a:cubicBezTo>
                  <a:pt x="11450" y="78247"/>
                  <a:pt x="12716" y="77261"/>
                  <a:pt x="14099" y="76452"/>
                </a:cubicBezTo>
                <a:cubicBezTo>
                  <a:pt x="14541" y="76187"/>
                  <a:pt x="14997" y="75952"/>
                  <a:pt x="15453" y="75716"/>
                </a:cubicBezTo>
                <a:cubicBezTo>
                  <a:pt x="16292" y="75275"/>
                  <a:pt x="17145" y="74833"/>
                  <a:pt x="17940" y="74244"/>
                </a:cubicBezTo>
                <a:cubicBezTo>
                  <a:pt x="18308" y="73965"/>
                  <a:pt x="18646" y="73670"/>
                  <a:pt x="18941" y="73361"/>
                </a:cubicBezTo>
                <a:cubicBezTo>
                  <a:pt x="19500" y="72773"/>
                  <a:pt x="20221" y="71816"/>
                  <a:pt x="20383" y="70624"/>
                </a:cubicBezTo>
                <a:cubicBezTo>
                  <a:pt x="20515" y="69712"/>
                  <a:pt x="20236" y="68873"/>
                  <a:pt x="19986" y="68152"/>
                </a:cubicBezTo>
                <a:cubicBezTo>
                  <a:pt x="19397" y="66607"/>
                  <a:pt x="18072" y="65370"/>
                  <a:pt x="16983" y="64487"/>
                </a:cubicBezTo>
                <a:cubicBezTo>
                  <a:pt x="16674" y="64237"/>
                  <a:pt x="16395" y="64002"/>
                  <a:pt x="16115" y="63781"/>
                </a:cubicBezTo>
                <a:cubicBezTo>
                  <a:pt x="14305" y="62162"/>
                  <a:pt x="13098" y="60337"/>
                  <a:pt x="12569" y="58336"/>
                </a:cubicBezTo>
                <a:cubicBezTo>
                  <a:pt x="12501" y="58067"/>
                  <a:pt x="12451" y="57824"/>
                  <a:pt x="12418" y="57593"/>
                </a:cubicBezTo>
                <a:lnTo>
                  <a:pt x="12418" y="57593"/>
                </a:lnTo>
                <a:cubicBezTo>
                  <a:pt x="12399" y="57600"/>
                  <a:pt x="12380" y="57606"/>
                  <a:pt x="12359" y="57612"/>
                </a:cubicBezTo>
                <a:lnTo>
                  <a:pt x="12359" y="57612"/>
                </a:lnTo>
                <a:cubicBezTo>
                  <a:pt x="12354" y="57580"/>
                  <a:pt x="12350" y="57548"/>
                  <a:pt x="12346" y="57517"/>
                </a:cubicBezTo>
                <a:close/>
                <a:moveTo>
                  <a:pt x="12713" y="57382"/>
                </a:moveTo>
                <a:lnTo>
                  <a:pt x="12713" y="57382"/>
                </a:lnTo>
                <a:cubicBezTo>
                  <a:pt x="12715" y="57400"/>
                  <a:pt x="12716" y="57419"/>
                  <a:pt x="12716" y="57438"/>
                </a:cubicBezTo>
                <a:cubicBezTo>
                  <a:pt x="12718" y="57437"/>
                  <a:pt x="12720" y="57436"/>
                  <a:pt x="12722" y="57435"/>
                </a:cubicBezTo>
                <a:lnTo>
                  <a:pt x="12722" y="57435"/>
                </a:lnTo>
                <a:cubicBezTo>
                  <a:pt x="12747" y="57578"/>
                  <a:pt x="12775" y="57722"/>
                  <a:pt x="12804" y="57865"/>
                </a:cubicBezTo>
                <a:cubicBezTo>
                  <a:pt x="13290" y="59970"/>
                  <a:pt x="14496" y="61912"/>
                  <a:pt x="16410" y="63649"/>
                </a:cubicBezTo>
                <a:cubicBezTo>
                  <a:pt x="16689" y="63884"/>
                  <a:pt x="16969" y="64149"/>
                  <a:pt x="17293" y="64414"/>
                </a:cubicBezTo>
                <a:cubicBezTo>
                  <a:pt x="18499" y="65429"/>
                  <a:pt x="19794" y="66680"/>
                  <a:pt x="20339" y="68240"/>
                </a:cubicBezTo>
                <a:cubicBezTo>
                  <a:pt x="20589" y="68976"/>
                  <a:pt x="20795" y="69785"/>
                  <a:pt x="20648" y="70654"/>
                </a:cubicBezTo>
                <a:cubicBezTo>
                  <a:pt x="20442" y="71816"/>
                  <a:pt x="19765" y="72729"/>
                  <a:pt x="19206" y="73303"/>
                </a:cubicBezTo>
                <a:cubicBezTo>
                  <a:pt x="18911" y="73612"/>
                  <a:pt x="18602" y="73891"/>
                  <a:pt x="18234" y="74171"/>
                </a:cubicBezTo>
                <a:cubicBezTo>
                  <a:pt x="17499" y="74745"/>
                  <a:pt x="16674" y="75186"/>
                  <a:pt x="15880" y="75628"/>
                </a:cubicBezTo>
                <a:cubicBezTo>
                  <a:pt x="15438" y="75878"/>
                  <a:pt x="14967" y="76113"/>
                  <a:pt x="14526" y="76393"/>
                </a:cubicBezTo>
                <a:cubicBezTo>
                  <a:pt x="13157" y="77217"/>
                  <a:pt x="11921" y="78247"/>
                  <a:pt x="10817" y="79454"/>
                </a:cubicBezTo>
                <a:cubicBezTo>
                  <a:pt x="9905" y="80440"/>
                  <a:pt x="9257" y="81397"/>
                  <a:pt x="8875" y="82397"/>
                </a:cubicBezTo>
                <a:cubicBezTo>
                  <a:pt x="8639" y="82942"/>
                  <a:pt x="8492" y="83516"/>
                  <a:pt x="8433" y="84060"/>
                </a:cubicBezTo>
                <a:cubicBezTo>
                  <a:pt x="8360" y="84678"/>
                  <a:pt x="8374" y="85341"/>
                  <a:pt x="8492" y="86150"/>
                </a:cubicBezTo>
                <a:cubicBezTo>
                  <a:pt x="8713" y="87739"/>
                  <a:pt x="9169" y="89255"/>
                  <a:pt x="9846" y="90638"/>
                </a:cubicBezTo>
                <a:lnTo>
                  <a:pt x="9905" y="90594"/>
                </a:lnTo>
                <a:cubicBezTo>
                  <a:pt x="9228" y="89240"/>
                  <a:pt x="8757" y="87725"/>
                  <a:pt x="8536" y="86121"/>
                </a:cubicBezTo>
                <a:cubicBezTo>
                  <a:pt x="8433" y="85311"/>
                  <a:pt x="8418" y="84649"/>
                  <a:pt x="8492" y="84060"/>
                </a:cubicBezTo>
                <a:cubicBezTo>
                  <a:pt x="8536" y="83516"/>
                  <a:pt x="8683" y="82957"/>
                  <a:pt x="8934" y="82412"/>
                </a:cubicBezTo>
                <a:cubicBezTo>
                  <a:pt x="9331" y="81441"/>
                  <a:pt x="9964" y="80484"/>
                  <a:pt x="10876" y="79483"/>
                </a:cubicBezTo>
                <a:cubicBezTo>
                  <a:pt x="11965" y="78291"/>
                  <a:pt x="13216" y="77276"/>
                  <a:pt x="14555" y="76437"/>
                </a:cubicBezTo>
                <a:cubicBezTo>
                  <a:pt x="14997" y="76158"/>
                  <a:pt x="15453" y="75893"/>
                  <a:pt x="15894" y="75657"/>
                </a:cubicBezTo>
                <a:cubicBezTo>
                  <a:pt x="16689" y="75216"/>
                  <a:pt x="17513" y="74759"/>
                  <a:pt x="18279" y="74186"/>
                </a:cubicBezTo>
                <a:cubicBezTo>
                  <a:pt x="18617" y="73906"/>
                  <a:pt x="18955" y="73612"/>
                  <a:pt x="19250" y="73317"/>
                </a:cubicBezTo>
                <a:cubicBezTo>
                  <a:pt x="19794" y="72729"/>
                  <a:pt x="20501" y="71816"/>
                  <a:pt x="20707" y="70639"/>
                </a:cubicBezTo>
                <a:cubicBezTo>
                  <a:pt x="20854" y="69771"/>
                  <a:pt x="20648" y="68947"/>
                  <a:pt x="20383" y="68196"/>
                </a:cubicBezTo>
                <a:cubicBezTo>
                  <a:pt x="19853" y="66621"/>
                  <a:pt x="18543" y="65356"/>
                  <a:pt x="17337" y="64340"/>
                </a:cubicBezTo>
                <a:cubicBezTo>
                  <a:pt x="17028" y="64075"/>
                  <a:pt x="16733" y="63825"/>
                  <a:pt x="16454" y="63575"/>
                </a:cubicBezTo>
                <a:cubicBezTo>
                  <a:pt x="14555" y="61868"/>
                  <a:pt x="13363" y="59925"/>
                  <a:pt x="12878" y="57836"/>
                </a:cubicBezTo>
                <a:cubicBezTo>
                  <a:pt x="12850" y="57688"/>
                  <a:pt x="12822" y="57535"/>
                  <a:pt x="12798" y="57395"/>
                </a:cubicBezTo>
                <a:lnTo>
                  <a:pt x="12798" y="57395"/>
                </a:lnTo>
                <a:cubicBezTo>
                  <a:pt x="12774" y="57408"/>
                  <a:pt x="12749" y="57422"/>
                  <a:pt x="12722" y="57435"/>
                </a:cubicBezTo>
                <a:lnTo>
                  <a:pt x="12722" y="57435"/>
                </a:lnTo>
                <a:cubicBezTo>
                  <a:pt x="12719" y="57417"/>
                  <a:pt x="12716" y="57400"/>
                  <a:pt x="12713" y="57382"/>
                </a:cubicBezTo>
                <a:close/>
                <a:moveTo>
                  <a:pt x="13226" y="57150"/>
                </a:moveTo>
                <a:lnTo>
                  <a:pt x="13088" y="57230"/>
                </a:lnTo>
                <a:lnTo>
                  <a:pt x="13088" y="57230"/>
                </a:lnTo>
                <a:cubicBezTo>
                  <a:pt x="13086" y="57219"/>
                  <a:pt x="13084" y="57209"/>
                  <a:pt x="13083" y="57199"/>
                </a:cubicBezTo>
                <a:lnTo>
                  <a:pt x="13083" y="57199"/>
                </a:lnTo>
                <a:cubicBezTo>
                  <a:pt x="13083" y="57210"/>
                  <a:pt x="13084" y="57221"/>
                  <a:pt x="13084" y="57232"/>
                </a:cubicBezTo>
                <a:lnTo>
                  <a:pt x="13088" y="57230"/>
                </a:lnTo>
                <a:lnTo>
                  <a:pt x="13088" y="57230"/>
                </a:lnTo>
                <a:cubicBezTo>
                  <a:pt x="13098" y="57283"/>
                  <a:pt x="13111" y="57337"/>
                  <a:pt x="13128" y="57394"/>
                </a:cubicBezTo>
                <a:cubicBezTo>
                  <a:pt x="13540" y="59557"/>
                  <a:pt x="14761" y="61603"/>
                  <a:pt x="16748" y="63443"/>
                </a:cubicBezTo>
                <a:cubicBezTo>
                  <a:pt x="17028" y="63707"/>
                  <a:pt x="17322" y="63958"/>
                  <a:pt x="17646" y="64252"/>
                </a:cubicBezTo>
                <a:cubicBezTo>
                  <a:pt x="18970" y="65400"/>
                  <a:pt x="20236" y="66665"/>
                  <a:pt x="20736" y="68270"/>
                </a:cubicBezTo>
                <a:cubicBezTo>
                  <a:pt x="20942" y="68902"/>
                  <a:pt x="21148" y="69771"/>
                  <a:pt x="20957" y="70639"/>
                </a:cubicBezTo>
                <a:cubicBezTo>
                  <a:pt x="20736" y="71757"/>
                  <a:pt x="20059" y="72684"/>
                  <a:pt x="19529" y="73229"/>
                </a:cubicBezTo>
                <a:cubicBezTo>
                  <a:pt x="19250" y="73523"/>
                  <a:pt x="18911" y="73818"/>
                  <a:pt x="18588" y="74097"/>
                </a:cubicBezTo>
                <a:cubicBezTo>
                  <a:pt x="17866" y="74642"/>
                  <a:pt x="17101" y="75113"/>
                  <a:pt x="16336" y="75554"/>
                </a:cubicBezTo>
                <a:cubicBezTo>
                  <a:pt x="15894" y="75804"/>
                  <a:pt x="15424" y="76084"/>
                  <a:pt x="14997" y="76378"/>
                </a:cubicBezTo>
                <a:cubicBezTo>
                  <a:pt x="13672" y="77247"/>
                  <a:pt x="12466" y="78291"/>
                  <a:pt x="11406" y="79498"/>
                </a:cubicBezTo>
                <a:cubicBezTo>
                  <a:pt x="10552" y="80514"/>
                  <a:pt x="9920" y="81470"/>
                  <a:pt x="9537" y="82471"/>
                </a:cubicBezTo>
                <a:cubicBezTo>
                  <a:pt x="9316" y="83015"/>
                  <a:pt x="9169" y="83575"/>
                  <a:pt x="9110" y="84119"/>
                </a:cubicBezTo>
                <a:cubicBezTo>
                  <a:pt x="9037" y="84722"/>
                  <a:pt x="9051" y="85385"/>
                  <a:pt x="9154" y="86179"/>
                </a:cubicBezTo>
                <a:cubicBezTo>
                  <a:pt x="9346" y="87783"/>
                  <a:pt x="9787" y="89270"/>
                  <a:pt x="10479" y="90638"/>
                </a:cubicBezTo>
                <a:lnTo>
                  <a:pt x="10523" y="90594"/>
                </a:lnTo>
                <a:cubicBezTo>
                  <a:pt x="9846" y="89255"/>
                  <a:pt x="9404" y="87769"/>
                  <a:pt x="9228" y="86165"/>
                </a:cubicBezTo>
                <a:cubicBezTo>
                  <a:pt x="9125" y="85370"/>
                  <a:pt x="9110" y="84722"/>
                  <a:pt x="9184" y="84119"/>
                </a:cubicBezTo>
                <a:cubicBezTo>
                  <a:pt x="9257" y="83575"/>
                  <a:pt x="9390" y="83015"/>
                  <a:pt x="9611" y="82486"/>
                </a:cubicBezTo>
                <a:cubicBezTo>
                  <a:pt x="9993" y="81514"/>
                  <a:pt x="10597" y="80558"/>
                  <a:pt x="11480" y="79542"/>
                </a:cubicBezTo>
                <a:cubicBezTo>
                  <a:pt x="12539" y="78350"/>
                  <a:pt x="13746" y="77291"/>
                  <a:pt x="15070" y="76437"/>
                </a:cubicBezTo>
                <a:cubicBezTo>
                  <a:pt x="15512" y="76143"/>
                  <a:pt x="15968" y="75878"/>
                  <a:pt x="16410" y="75598"/>
                </a:cubicBezTo>
                <a:cubicBezTo>
                  <a:pt x="17175" y="75157"/>
                  <a:pt x="17955" y="74701"/>
                  <a:pt x="18676" y="74156"/>
                </a:cubicBezTo>
                <a:cubicBezTo>
                  <a:pt x="19029" y="73877"/>
                  <a:pt x="19338" y="73582"/>
                  <a:pt x="19632" y="73288"/>
                </a:cubicBezTo>
                <a:cubicBezTo>
                  <a:pt x="20162" y="72714"/>
                  <a:pt x="20869" y="71801"/>
                  <a:pt x="21089" y="70654"/>
                </a:cubicBezTo>
                <a:cubicBezTo>
                  <a:pt x="21266" y="69756"/>
                  <a:pt x="21075" y="68888"/>
                  <a:pt x="20869" y="68240"/>
                </a:cubicBezTo>
                <a:cubicBezTo>
                  <a:pt x="20383" y="66651"/>
                  <a:pt x="19088" y="65356"/>
                  <a:pt x="17763" y="64223"/>
                </a:cubicBezTo>
                <a:cubicBezTo>
                  <a:pt x="17425" y="63943"/>
                  <a:pt x="17131" y="63663"/>
                  <a:pt x="16851" y="63413"/>
                </a:cubicBezTo>
                <a:cubicBezTo>
                  <a:pt x="14894" y="61574"/>
                  <a:pt x="13672" y="59543"/>
                  <a:pt x="13275" y="57379"/>
                </a:cubicBezTo>
                <a:cubicBezTo>
                  <a:pt x="13252" y="57302"/>
                  <a:pt x="13237" y="57225"/>
                  <a:pt x="13226" y="57150"/>
                </a:cubicBezTo>
                <a:close/>
                <a:moveTo>
                  <a:pt x="14399" y="56145"/>
                </a:moveTo>
                <a:cubicBezTo>
                  <a:pt x="14392" y="56150"/>
                  <a:pt x="14385" y="56154"/>
                  <a:pt x="14379" y="56158"/>
                </a:cubicBezTo>
                <a:cubicBezTo>
                  <a:pt x="14379" y="56232"/>
                  <a:pt x="14393" y="56305"/>
                  <a:pt x="14393" y="56379"/>
                </a:cubicBezTo>
                <a:cubicBezTo>
                  <a:pt x="14405" y="56367"/>
                  <a:pt x="14417" y="56357"/>
                  <a:pt x="14429" y="56346"/>
                </a:cubicBezTo>
                <a:lnTo>
                  <a:pt x="14429" y="56346"/>
                </a:lnTo>
                <a:cubicBezTo>
                  <a:pt x="14763" y="58469"/>
                  <a:pt x="15946" y="60568"/>
                  <a:pt x="18028" y="62721"/>
                </a:cubicBezTo>
                <a:cubicBezTo>
                  <a:pt x="18352" y="63045"/>
                  <a:pt x="18661" y="63354"/>
                  <a:pt x="19014" y="63678"/>
                </a:cubicBezTo>
                <a:cubicBezTo>
                  <a:pt x="20412" y="64988"/>
                  <a:pt x="21972" y="66459"/>
                  <a:pt x="22296" y="68417"/>
                </a:cubicBezTo>
                <a:cubicBezTo>
                  <a:pt x="22429" y="69197"/>
                  <a:pt x="22370" y="69977"/>
                  <a:pt x="22149" y="70698"/>
                </a:cubicBezTo>
                <a:cubicBezTo>
                  <a:pt x="21899" y="71507"/>
                  <a:pt x="21398" y="72331"/>
                  <a:pt x="20721" y="73067"/>
                </a:cubicBezTo>
                <a:cubicBezTo>
                  <a:pt x="20457" y="73347"/>
                  <a:pt x="20192" y="73612"/>
                  <a:pt x="19868" y="73891"/>
                </a:cubicBezTo>
                <a:cubicBezTo>
                  <a:pt x="19309" y="74392"/>
                  <a:pt x="18676" y="74848"/>
                  <a:pt x="18072" y="75289"/>
                </a:cubicBezTo>
                <a:cubicBezTo>
                  <a:pt x="17616" y="75628"/>
                  <a:pt x="17145" y="75966"/>
                  <a:pt x="16704" y="76319"/>
                </a:cubicBezTo>
                <a:cubicBezTo>
                  <a:pt x="15482" y="77320"/>
                  <a:pt x="14408" y="78453"/>
                  <a:pt x="13525" y="79704"/>
                </a:cubicBezTo>
                <a:cubicBezTo>
                  <a:pt x="12833" y="80705"/>
                  <a:pt x="12318" y="81735"/>
                  <a:pt x="11965" y="82736"/>
                </a:cubicBezTo>
                <a:cubicBezTo>
                  <a:pt x="11774" y="83280"/>
                  <a:pt x="11656" y="83810"/>
                  <a:pt x="11583" y="84340"/>
                </a:cubicBezTo>
                <a:cubicBezTo>
                  <a:pt x="11480" y="84973"/>
                  <a:pt x="11465" y="85635"/>
                  <a:pt x="11509" y="86327"/>
                </a:cubicBezTo>
                <a:cubicBezTo>
                  <a:pt x="11597" y="87886"/>
                  <a:pt x="11965" y="89343"/>
                  <a:pt x="12642" y="90653"/>
                </a:cubicBezTo>
                <a:lnTo>
                  <a:pt x="12701" y="90609"/>
                </a:lnTo>
                <a:cubicBezTo>
                  <a:pt x="12039" y="89329"/>
                  <a:pt x="11656" y="87872"/>
                  <a:pt x="11583" y="86327"/>
                </a:cubicBezTo>
                <a:cubicBezTo>
                  <a:pt x="11538" y="85635"/>
                  <a:pt x="11553" y="84973"/>
                  <a:pt x="11656" y="84340"/>
                </a:cubicBezTo>
                <a:cubicBezTo>
                  <a:pt x="11730" y="83810"/>
                  <a:pt x="11847" y="83280"/>
                  <a:pt x="12039" y="82736"/>
                </a:cubicBezTo>
                <a:cubicBezTo>
                  <a:pt x="12362" y="81735"/>
                  <a:pt x="12907" y="80720"/>
                  <a:pt x="13599" y="79719"/>
                </a:cubicBezTo>
                <a:cubicBezTo>
                  <a:pt x="14467" y="78468"/>
                  <a:pt x="15527" y="77350"/>
                  <a:pt x="16763" y="76364"/>
                </a:cubicBezTo>
                <a:cubicBezTo>
                  <a:pt x="17204" y="76010"/>
                  <a:pt x="17660" y="75657"/>
                  <a:pt x="18131" y="75333"/>
                </a:cubicBezTo>
                <a:cubicBezTo>
                  <a:pt x="18735" y="74892"/>
                  <a:pt x="19353" y="74421"/>
                  <a:pt x="19927" y="73935"/>
                </a:cubicBezTo>
                <a:cubicBezTo>
                  <a:pt x="20236" y="73656"/>
                  <a:pt x="20530" y="73376"/>
                  <a:pt x="20795" y="73097"/>
                </a:cubicBezTo>
                <a:cubicBezTo>
                  <a:pt x="21472" y="72346"/>
                  <a:pt x="21987" y="71522"/>
                  <a:pt x="22252" y="70712"/>
                </a:cubicBezTo>
                <a:cubicBezTo>
                  <a:pt x="22487" y="69977"/>
                  <a:pt x="22546" y="69197"/>
                  <a:pt x="22414" y="68387"/>
                </a:cubicBezTo>
                <a:cubicBezTo>
                  <a:pt x="22075" y="66430"/>
                  <a:pt x="20501" y="64929"/>
                  <a:pt x="19103" y="63634"/>
                </a:cubicBezTo>
                <a:cubicBezTo>
                  <a:pt x="18749" y="63295"/>
                  <a:pt x="18426" y="62986"/>
                  <a:pt x="18131" y="62677"/>
                </a:cubicBezTo>
                <a:cubicBezTo>
                  <a:pt x="16026" y="60501"/>
                  <a:pt x="14842" y="58406"/>
                  <a:pt x="14526" y="56275"/>
                </a:cubicBezTo>
                <a:lnTo>
                  <a:pt x="14526" y="56275"/>
                </a:lnTo>
                <a:cubicBezTo>
                  <a:pt x="14493" y="56297"/>
                  <a:pt x="14460" y="56320"/>
                  <a:pt x="14429" y="56346"/>
                </a:cubicBezTo>
                <a:lnTo>
                  <a:pt x="14429" y="56346"/>
                </a:lnTo>
                <a:cubicBezTo>
                  <a:pt x="14418" y="56279"/>
                  <a:pt x="14408" y="56212"/>
                  <a:pt x="14399" y="56145"/>
                </a:cubicBezTo>
                <a:close/>
                <a:moveTo>
                  <a:pt x="14423" y="0"/>
                </a:moveTo>
                <a:lnTo>
                  <a:pt x="14379" y="44"/>
                </a:lnTo>
                <a:cubicBezTo>
                  <a:pt x="15527" y="2281"/>
                  <a:pt x="15733" y="5122"/>
                  <a:pt x="14923" y="7785"/>
                </a:cubicBezTo>
                <a:cubicBezTo>
                  <a:pt x="14202" y="10155"/>
                  <a:pt x="12701" y="12421"/>
                  <a:pt x="10567" y="14334"/>
                </a:cubicBezTo>
                <a:cubicBezTo>
                  <a:pt x="10126" y="14731"/>
                  <a:pt x="9640" y="15129"/>
                  <a:pt x="9184" y="15511"/>
                </a:cubicBezTo>
                <a:cubicBezTo>
                  <a:pt x="8374" y="16174"/>
                  <a:pt x="7535" y="16865"/>
                  <a:pt x="6814" y="17660"/>
                </a:cubicBezTo>
                <a:cubicBezTo>
                  <a:pt x="6064" y="18514"/>
                  <a:pt x="4813" y="20221"/>
                  <a:pt x="5004" y="22207"/>
                </a:cubicBezTo>
                <a:cubicBezTo>
                  <a:pt x="5210" y="24223"/>
                  <a:pt x="6844" y="25813"/>
                  <a:pt x="8271" y="27196"/>
                </a:cubicBezTo>
                <a:lnTo>
                  <a:pt x="8418" y="27343"/>
                </a:lnTo>
                <a:cubicBezTo>
                  <a:pt x="10302" y="29183"/>
                  <a:pt x="12760" y="31905"/>
                  <a:pt x="13098" y="35099"/>
                </a:cubicBezTo>
                <a:cubicBezTo>
                  <a:pt x="12024" y="36026"/>
                  <a:pt x="11215" y="37056"/>
                  <a:pt x="10670" y="38175"/>
                </a:cubicBezTo>
                <a:cubicBezTo>
                  <a:pt x="9611" y="40456"/>
                  <a:pt x="9890" y="43119"/>
                  <a:pt x="11376" y="44723"/>
                </a:cubicBezTo>
                <a:cubicBezTo>
                  <a:pt x="11391" y="44738"/>
                  <a:pt x="11406" y="44782"/>
                  <a:pt x="11450" y="44797"/>
                </a:cubicBezTo>
                <a:lnTo>
                  <a:pt x="11509" y="44753"/>
                </a:lnTo>
                <a:cubicBezTo>
                  <a:pt x="11538" y="44782"/>
                  <a:pt x="11597" y="44782"/>
                  <a:pt x="11627" y="44797"/>
                </a:cubicBezTo>
                <a:cubicBezTo>
                  <a:pt x="11656" y="44812"/>
                  <a:pt x="11671" y="44856"/>
                  <a:pt x="11700" y="44871"/>
                </a:cubicBezTo>
                <a:lnTo>
                  <a:pt x="11744" y="44826"/>
                </a:lnTo>
                <a:cubicBezTo>
                  <a:pt x="11803" y="44856"/>
                  <a:pt x="11847" y="44871"/>
                  <a:pt x="11892" y="44885"/>
                </a:cubicBezTo>
                <a:lnTo>
                  <a:pt x="11950" y="44944"/>
                </a:lnTo>
                <a:lnTo>
                  <a:pt x="11980" y="44900"/>
                </a:lnTo>
                <a:cubicBezTo>
                  <a:pt x="12053" y="44929"/>
                  <a:pt x="12112" y="44959"/>
                  <a:pt x="12186" y="44974"/>
                </a:cubicBezTo>
                <a:lnTo>
                  <a:pt x="12201" y="45003"/>
                </a:lnTo>
                <a:lnTo>
                  <a:pt x="12215" y="44974"/>
                </a:lnTo>
                <a:cubicBezTo>
                  <a:pt x="12716" y="45180"/>
                  <a:pt x="13172" y="45474"/>
                  <a:pt x="13599" y="45827"/>
                </a:cubicBezTo>
                <a:cubicBezTo>
                  <a:pt x="13599" y="45827"/>
                  <a:pt x="13613" y="45827"/>
                  <a:pt x="13613" y="45842"/>
                </a:cubicBezTo>
                <a:lnTo>
                  <a:pt x="13672" y="45901"/>
                </a:lnTo>
                <a:cubicBezTo>
                  <a:pt x="14040" y="46224"/>
                  <a:pt x="14379" y="46636"/>
                  <a:pt x="14644" y="47078"/>
                </a:cubicBezTo>
                <a:cubicBezTo>
                  <a:pt x="14717" y="47210"/>
                  <a:pt x="14791" y="47328"/>
                  <a:pt x="14850" y="47461"/>
                </a:cubicBezTo>
                <a:cubicBezTo>
                  <a:pt x="14997" y="47770"/>
                  <a:pt x="15129" y="48108"/>
                  <a:pt x="15203" y="48432"/>
                </a:cubicBezTo>
                <a:cubicBezTo>
                  <a:pt x="15335" y="49006"/>
                  <a:pt x="15379" y="49609"/>
                  <a:pt x="15306" y="50198"/>
                </a:cubicBezTo>
                <a:cubicBezTo>
                  <a:pt x="15262" y="50639"/>
                  <a:pt x="15159" y="51066"/>
                  <a:pt x="15011" y="51493"/>
                </a:cubicBezTo>
                <a:cubicBezTo>
                  <a:pt x="14997" y="51566"/>
                  <a:pt x="14967" y="51640"/>
                  <a:pt x="14923" y="51714"/>
                </a:cubicBezTo>
                <a:cubicBezTo>
                  <a:pt x="14864" y="51861"/>
                  <a:pt x="14820" y="51993"/>
                  <a:pt x="14747" y="52140"/>
                </a:cubicBezTo>
                <a:cubicBezTo>
                  <a:pt x="14599" y="52435"/>
                  <a:pt x="14423" y="52729"/>
                  <a:pt x="14261" y="53023"/>
                </a:cubicBezTo>
                <a:cubicBezTo>
                  <a:pt x="14261" y="53038"/>
                  <a:pt x="14246" y="53053"/>
                  <a:pt x="14246" y="53053"/>
                </a:cubicBezTo>
                <a:cubicBezTo>
                  <a:pt x="14202" y="53126"/>
                  <a:pt x="14158" y="53200"/>
                  <a:pt x="14099" y="53274"/>
                </a:cubicBezTo>
                <a:cubicBezTo>
                  <a:pt x="14011" y="53421"/>
                  <a:pt x="13893" y="53583"/>
                  <a:pt x="13805" y="53730"/>
                </a:cubicBezTo>
                <a:cubicBezTo>
                  <a:pt x="13658" y="53921"/>
                  <a:pt x="13525" y="54127"/>
                  <a:pt x="13393" y="54318"/>
                </a:cubicBezTo>
                <a:cubicBezTo>
                  <a:pt x="13275" y="54495"/>
                  <a:pt x="13142" y="54672"/>
                  <a:pt x="13010" y="54863"/>
                </a:cubicBezTo>
                <a:lnTo>
                  <a:pt x="12627" y="55349"/>
                </a:lnTo>
                <a:cubicBezTo>
                  <a:pt x="12495" y="55496"/>
                  <a:pt x="12362" y="55672"/>
                  <a:pt x="12259" y="55834"/>
                </a:cubicBezTo>
                <a:cubicBezTo>
                  <a:pt x="12127" y="55981"/>
                  <a:pt x="11995" y="56129"/>
                  <a:pt x="11892" y="56290"/>
                </a:cubicBezTo>
                <a:cubicBezTo>
                  <a:pt x="11759" y="56438"/>
                  <a:pt x="11627" y="56585"/>
                  <a:pt x="11524" y="56732"/>
                </a:cubicBezTo>
                <a:cubicBezTo>
                  <a:pt x="11391" y="56879"/>
                  <a:pt x="11288" y="57026"/>
                  <a:pt x="11156" y="57173"/>
                </a:cubicBezTo>
                <a:cubicBezTo>
                  <a:pt x="11023" y="57306"/>
                  <a:pt x="10920" y="57453"/>
                  <a:pt x="10803" y="57600"/>
                </a:cubicBezTo>
                <a:cubicBezTo>
                  <a:pt x="10670" y="57733"/>
                  <a:pt x="10567" y="57880"/>
                  <a:pt x="10449" y="58027"/>
                </a:cubicBezTo>
                <a:cubicBezTo>
                  <a:pt x="10332" y="58145"/>
                  <a:pt x="10214" y="58292"/>
                  <a:pt x="10111" y="58439"/>
                </a:cubicBezTo>
                <a:cubicBezTo>
                  <a:pt x="9978" y="58571"/>
                  <a:pt x="9861" y="58719"/>
                  <a:pt x="9758" y="58866"/>
                </a:cubicBezTo>
                <a:cubicBezTo>
                  <a:pt x="9625" y="58998"/>
                  <a:pt x="9522" y="59145"/>
                  <a:pt x="9404" y="59278"/>
                </a:cubicBezTo>
                <a:cubicBezTo>
                  <a:pt x="9272" y="59396"/>
                  <a:pt x="9169" y="59528"/>
                  <a:pt x="9051" y="59675"/>
                </a:cubicBezTo>
                <a:cubicBezTo>
                  <a:pt x="8728" y="60028"/>
                  <a:pt x="8448" y="60411"/>
                  <a:pt x="8271" y="60867"/>
                </a:cubicBezTo>
                <a:cubicBezTo>
                  <a:pt x="7771" y="62089"/>
                  <a:pt x="8051" y="63590"/>
                  <a:pt x="8934" y="64532"/>
                </a:cubicBezTo>
                <a:cubicBezTo>
                  <a:pt x="9699" y="65341"/>
                  <a:pt x="10803" y="65724"/>
                  <a:pt x="11877" y="66092"/>
                </a:cubicBezTo>
                <a:cubicBezTo>
                  <a:pt x="11995" y="66150"/>
                  <a:pt x="12142" y="66195"/>
                  <a:pt x="12274" y="66239"/>
                </a:cubicBezTo>
                <a:cubicBezTo>
                  <a:pt x="13157" y="66562"/>
                  <a:pt x="14261" y="67004"/>
                  <a:pt x="15188" y="67740"/>
                </a:cubicBezTo>
                <a:cubicBezTo>
                  <a:pt x="16100" y="68490"/>
                  <a:pt x="16689" y="69476"/>
                  <a:pt x="16822" y="70477"/>
                </a:cubicBezTo>
                <a:cubicBezTo>
                  <a:pt x="17042" y="72346"/>
                  <a:pt x="15600" y="74038"/>
                  <a:pt x="14099" y="74892"/>
                </a:cubicBezTo>
                <a:cubicBezTo>
                  <a:pt x="12907" y="75569"/>
                  <a:pt x="11524" y="75907"/>
                  <a:pt x="10199" y="76231"/>
                </a:cubicBezTo>
                <a:cubicBezTo>
                  <a:pt x="9758" y="76349"/>
                  <a:pt x="9301" y="76452"/>
                  <a:pt x="8860" y="76584"/>
                </a:cubicBezTo>
                <a:cubicBezTo>
                  <a:pt x="7050" y="77085"/>
                  <a:pt x="5328" y="77820"/>
                  <a:pt x="3709" y="78718"/>
                </a:cubicBezTo>
                <a:cubicBezTo>
                  <a:pt x="2090" y="79616"/>
                  <a:pt x="133" y="81146"/>
                  <a:pt x="45" y="83266"/>
                </a:cubicBezTo>
                <a:cubicBezTo>
                  <a:pt x="1" y="84046"/>
                  <a:pt x="251" y="84840"/>
                  <a:pt x="501" y="85576"/>
                </a:cubicBezTo>
                <a:cubicBezTo>
                  <a:pt x="1075" y="87254"/>
                  <a:pt x="1752" y="88931"/>
                  <a:pt x="2502" y="90521"/>
                </a:cubicBezTo>
                <a:lnTo>
                  <a:pt x="2561" y="90491"/>
                </a:lnTo>
                <a:cubicBezTo>
                  <a:pt x="1796" y="88887"/>
                  <a:pt x="1134" y="87239"/>
                  <a:pt x="560" y="85561"/>
                </a:cubicBezTo>
                <a:cubicBezTo>
                  <a:pt x="295" y="84825"/>
                  <a:pt x="60" y="84046"/>
                  <a:pt x="104" y="83266"/>
                </a:cubicBezTo>
                <a:cubicBezTo>
                  <a:pt x="192" y="81205"/>
                  <a:pt x="2120" y="79675"/>
                  <a:pt x="3724" y="78777"/>
                </a:cubicBezTo>
                <a:cubicBezTo>
                  <a:pt x="5343" y="77850"/>
                  <a:pt x="7065" y="77129"/>
                  <a:pt x="8860" y="76643"/>
                </a:cubicBezTo>
                <a:cubicBezTo>
                  <a:pt x="9301" y="76511"/>
                  <a:pt x="9758" y="76393"/>
                  <a:pt x="10199" y="76290"/>
                </a:cubicBezTo>
                <a:cubicBezTo>
                  <a:pt x="11524" y="75952"/>
                  <a:pt x="12907" y="75613"/>
                  <a:pt x="14114" y="74921"/>
                </a:cubicBezTo>
                <a:cubicBezTo>
                  <a:pt x="15644" y="74068"/>
                  <a:pt x="17101" y="72346"/>
                  <a:pt x="16880" y="70462"/>
                </a:cubicBezTo>
                <a:cubicBezTo>
                  <a:pt x="16763" y="69447"/>
                  <a:pt x="16159" y="68431"/>
                  <a:pt x="15217" y="67681"/>
                </a:cubicBezTo>
                <a:cubicBezTo>
                  <a:pt x="14305" y="66930"/>
                  <a:pt x="13172" y="66489"/>
                  <a:pt x="12289" y="66165"/>
                </a:cubicBezTo>
                <a:cubicBezTo>
                  <a:pt x="12171" y="66121"/>
                  <a:pt x="12024" y="66077"/>
                  <a:pt x="11892" y="66018"/>
                </a:cubicBezTo>
                <a:cubicBezTo>
                  <a:pt x="10847" y="65650"/>
                  <a:pt x="9743" y="65282"/>
                  <a:pt x="8978" y="64473"/>
                </a:cubicBezTo>
                <a:cubicBezTo>
                  <a:pt x="8095" y="63546"/>
                  <a:pt x="7845" y="62074"/>
                  <a:pt x="8315" y="60897"/>
                </a:cubicBezTo>
                <a:cubicBezTo>
                  <a:pt x="8448" y="60602"/>
                  <a:pt x="8595" y="60337"/>
                  <a:pt x="8786" y="60102"/>
                </a:cubicBezTo>
                <a:lnTo>
                  <a:pt x="8786" y="60102"/>
                </a:lnTo>
                <a:cubicBezTo>
                  <a:pt x="8713" y="60234"/>
                  <a:pt x="8654" y="60337"/>
                  <a:pt x="8595" y="60485"/>
                </a:cubicBezTo>
                <a:cubicBezTo>
                  <a:pt x="8124" y="61647"/>
                  <a:pt x="8374" y="63075"/>
                  <a:pt x="9228" y="64075"/>
                </a:cubicBezTo>
                <a:cubicBezTo>
                  <a:pt x="10037" y="65032"/>
                  <a:pt x="11259" y="65532"/>
                  <a:pt x="12436" y="66003"/>
                </a:cubicBezTo>
                <a:lnTo>
                  <a:pt x="12583" y="66062"/>
                </a:lnTo>
                <a:cubicBezTo>
                  <a:pt x="12804" y="66150"/>
                  <a:pt x="13010" y="66224"/>
                  <a:pt x="13201" y="66312"/>
                </a:cubicBezTo>
                <a:cubicBezTo>
                  <a:pt x="14173" y="66739"/>
                  <a:pt x="14938" y="67225"/>
                  <a:pt x="15571" y="67784"/>
                </a:cubicBezTo>
                <a:cubicBezTo>
                  <a:pt x="16189" y="68358"/>
                  <a:pt x="16983" y="69300"/>
                  <a:pt x="17101" y="70506"/>
                </a:cubicBezTo>
                <a:cubicBezTo>
                  <a:pt x="17204" y="71669"/>
                  <a:pt x="16704" y="72861"/>
                  <a:pt x="15674" y="73891"/>
                </a:cubicBezTo>
                <a:cubicBezTo>
                  <a:pt x="15291" y="74259"/>
                  <a:pt x="14864" y="74598"/>
                  <a:pt x="14393" y="74848"/>
                </a:cubicBezTo>
                <a:cubicBezTo>
                  <a:pt x="13216" y="75510"/>
                  <a:pt x="11892" y="75878"/>
                  <a:pt x="10582" y="76216"/>
                </a:cubicBezTo>
                <a:cubicBezTo>
                  <a:pt x="10140" y="76319"/>
                  <a:pt x="9699" y="76452"/>
                  <a:pt x="9257" y="76584"/>
                </a:cubicBezTo>
                <a:cubicBezTo>
                  <a:pt x="7491" y="77114"/>
                  <a:pt x="5799" y="77850"/>
                  <a:pt x="4224" y="78792"/>
                </a:cubicBezTo>
                <a:cubicBezTo>
                  <a:pt x="2826" y="79616"/>
                  <a:pt x="1811" y="80514"/>
                  <a:pt x="1237" y="81470"/>
                </a:cubicBezTo>
                <a:cubicBezTo>
                  <a:pt x="869" y="82059"/>
                  <a:pt x="692" y="82692"/>
                  <a:pt x="648" y="83310"/>
                </a:cubicBezTo>
                <a:cubicBezTo>
                  <a:pt x="619" y="84104"/>
                  <a:pt x="839" y="84899"/>
                  <a:pt x="1075" y="85620"/>
                </a:cubicBezTo>
                <a:cubicBezTo>
                  <a:pt x="1619" y="87283"/>
                  <a:pt x="2282" y="88946"/>
                  <a:pt x="3047" y="90521"/>
                </a:cubicBezTo>
                <a:lnTo>
                  <a:pt x="3091" y="90491"/>
                </a:lnTo>
                <a:cubicBezTo>
                  <a:pt x="2341" y="88902"/>
                  <a:pt x="1678" y="87268"/>
                  <a:pt x="1134" y="85591"/>
                </a:cubicBezTo>
                <a:cubicBezTo>
                  <a:pt x="884" y="84884"/>
                  <a:pt x="663" y="84090"/>
                  <a:pt x="707" y="83310"/>
                </a:cubicBezTo>
                <a:cubicBezTo>
                  <a:pt x="736" y="82692"/>
                  <a:pt x="928" y="82088"/>
                  <a:pt x="1281" y="81500"/>
                </a:cubicBezTo>
                <a:cubicBezTo>
                  <a:pt x="1840" y="80543"/>
                  <a:pt x="2841" y="79631"/>
                  <a:pt x="4239" y="78821"/>
                </a:cubicBezTo>
                <a:cubicBezTo>
                  <a:pt x="5814" y="77909"/>
                  <a:pt x="7506" y="77158"/>
                  <a:pt x="9272" y="76643"/>
                </a:cubicBezTo>
                <a:cubicBezTo>
                  <a:pt x="9714" y="76511"/>
                  <a:pt x="10155" y="76378"/>
                  <a:pt x="10597" y="76275"/>
                </a:cubicBezTo>
                <a:cubicBezTo>
                  <a:pt x="11892" y="75922"/>
                  <a:pt x="13231" y="75569"/>
                  <a:pt x="14423" y="74892"/>
                </a:cubicBezTo>
                <a:cubicBezTo>
                  <a:pt x="14908" y="74612"/>
                  <a:pt x="15335" y="74303"/>
                  <a:pt x="15718" y="73921"/>
                </a:cubicBezTo>
                <a:cubicBezTo>
                  <a:pt x="16763" y="72891"/>
                  <a:pt x="17278" y="71669"/>
                  <a:pt x="17145" y="70477"/>
                </a:cubicBezTo>
                <a:cubicBezTo>
                  <a:pt x="17028" y="69241"/>
                  <a:pt x="16233" y="68299"/>
                  <a:pt x="15585" y="67710"/>
                </a:cubicBezTo>
                <a:cubicBezTo>
                  <a:pt x="14967" y="67166"/>
                  <a:pt x="14187" y="66665"/>
                  <a:pt x="13201" y="66239"/>
                </a:cubicBezTo>
                <a:cubicBezTo>
                  <a:pt x="13010" y="66165"/>
                  <a:pt x="12804" y="66077"/>
                  <a:pt x="12583" y="65989"/>
                </a:cubicBezTo>
                <a:lnTo>
                  <a:pt x="12436" y="65930"/>
                </a:lnTo>
                <a:cubicBezTo>
                  <a:pt x="11259" y="65459"/>
                  <a:pt x="10067" y="64958"/>
                  <a:pt x="9257" y="64017"/>
                </a:cubicBezTo>
                <a:cubicBezTo>
                  <a:pt x="8433" y="63045"/>
                  <a:pt x="8168" y="61632"/>
                  <a:pt x="8654" y="60499"/>
                </a:cubicBezTo>
                <a:cubicBezTo>
                  <a:pt x="8757" y="60205"/>
                  <a:pt x="8934" y="59955"/>
                  <a:pt x="9095" y="59719"/>
                </a:cubicBezTo>
                <a:lnTo>
                  <a:pt x="9095" y="59719"/>
                </a:lnTo>
                <a:cubicBezTo>
                  <a:pt x="9022" y="59837"/>
                  <a:pt x="8963" y="59970"/>
                  <a:pt x="8904" y="60102"/>
                </a:cubicBezTo>
                <a:cubicBezTo>
                  <a:pt x="8463" y="61206"/>
                  <a:pt x="8683" y="62589"/>
                  <a:pt x="9478" y="63619"/>
                </a:cubicBezTo>
                <a:cubicBezTo>
                  <a:pt x="10287" y="64664"/>
                  <a:pt x="11480" y="65267"/>
                  <a:pt x="12848" y="65900"/>
                </a:cubicBezTo>
                <a:cubicBezTo>
                  <a:pt x="13084" y="66003"/>
                  <a:pt x="13290" y="66092"/>
                  <a:pt x="13466" y="66195"/>
                </a:cubicBezTo>
                <a:cubicBezTo>
                  <a:pt x="14467" y="66665"/>
                  <a:pt x="15276" y="67225"/>
                  <a:pt x="15894" y="67828"/>
                </a:cubicBezTo>
                <a:cubicBezTo>
                  <a:pt x="16777" y="68711"/>
                  <a:pt x="17263" y="69609"/>
                  <a:pt x="17337" y="70506"/>
                </a:cubicBezTo>
                <a:cubicBezTo>
                  <a:pt x="17425" y="71654"/>
                  <a:pt x="16925" y="72832"/>
                  <a:pt x="15924" y="73847"/>
                </a:cubicBezTo>
                <a:cubicBezTo>
                  <a:pt x="15556" y="74215"/>
                  <a:pt x="15129" y="74539"/>
                  <a:pt x="14673" y="74804"/>
                </a:cubicBezTo>
                <a:cubicBezTo>
                  <a:pt x="13525" y="75466"/>
                  <a:pt x="12245" y="75834"/>
                  <a:pt x="10994" y="76172"/>
                </a:cubicBezTo>
                <a:cubicBezTo>
                  <a:pt x="10552" y="76305"/>
                  <a:pt x="10081" y="76437"/>
                  <a:pt x="9625" y="76584"/>
                </a:cubicBezTo>
                <a:cubicBezTo>
                  <a:pt x="7903" y="77129"/>
                  <a:pt x="6240" y="77894"/>
                  <a:pt x="4680" y="78851"/>
                </a:cubicBezTo>
                <a:cubicBezTo>
                  <a:pt x="3312" y="79689"/>
                  <a:pt x="2341" y="80587"/>
                  <a:pt x="1767" y="81544"/>
                </a:cubicBezTo>
                <a:cubicBezTo>
                  <a:pt x="1428" y="82132"/>
                  <a:pt x="1222" y="82765"/>
                  <a:pt x="1207" y="83383"/>
                </a:cubicBezTo>
                <a:cubicBezTo>
                  <a:pt x="1163" y="84178"/>
                  <a:pt x="1369" y="84958"/>
                  <a:pt x="1605" y="85694"/>
                </a:cubicBezTo>
                <a:cubicBezTo>
                  <a:pt x="2135" y="87357"/>
                  <a:pt x="2782" y="89005"/>
                  <a:pt x="3518" y="90565"/>
                </a:cubicBezTo>
                <a:lnTo>
                  <a:pt x="3577" y="90521"/>
                </a:lnTo>
                <a:cubicBezTo>
                  <a:pt x="2826" y="88975"/>
                  <a:pt x="2179" y="87342"/>
                  <a:pt x="1664" y="85650"/>
                </a:cubicBezTo>
                <a:cubicBezTo>
                  <a:pt x="1443" y="84928"/>
                  <a:pt x="1222" y="84163"/>
                  <a:pt x="1252" y="83383"/>
                </a:cubicBezTo>
                <a:cubicBezTo>
                  <a:pt x="1296" y="82780"/>
                  <a:pt x="1472" y="82177"/>
                  <a:pt x="1825" y="81588"/>
                </a:cubicBezTo>
                <a:cubicBezTo>
                  <a:pt x="2385" y="80631"/>
                  <a:pt x="3356" y="79734"/>
                  <a:pt x="4710" y="78895"/>
                </a:cubicBezTo>
                <a:cubicBezTo>
                  <a:pt x="6285" y="77938"/>
                  <a:pt x="7933" y="77188"/>
                  <a:pt x="9640" y="76643"/>
                </a:cubicBezTo>
                <a:cubicBezTo>
                  <a:pt x="10081" y="76496"/>
                  <a:pt x="10552" y="76364"/>
                  <a:pt x="10994" y="76231"/>
                </a:cubicBezTo>
                <a:cubicBezTo>
                  <a:pt x="12245" y="75878"/>
                  <a:pt x="13525" y="75510"/>
                  <a:pt x="14673" y="74848"/>
                </a:cubicBezTo>
                <a:cubicBezTo>
                  <a:pt x="15129" y="74583"/>
                  <a:pt x="15556" y="74259"/>
                  <a:pt x="15939" y="73877"/>
                </a:cubicBezTo>
                <a:cubicBezTo>
                  <a:pt x="16969" y="72861"/>
                  <a:pt x="17484" y="71669"/>
                  <a:pt x="17366" y="70506"/>
                </a:cubicBezTo>
                <a:cubicBezTo>
                  <a:pt x="17293" y="69594"/>
                  <a:pt x="16807" y="68667"/>
                  <a:pt x="15924" y="67769"/>
                </a:cubicBezTo>
                <a:cubicBezTo>
                  <a:pt x="15291" y="67151"/>
                  <a:pt x="14482" y="66592"/>
                  <a:pt x="13466" y="66121"/>
                </a:cubicBezTo>
                <a:cubicBezTo>
                  <a:pt x="13290" y="66018"/>
                  <a:pt x="13084" y="65930"/>
                  <a:pt x="12848" y="65827"/>
                </a:cubicBezTo>
                <a:cubicBezTo>
                  <a:pt x="11480" y="65194"/>
                  <a:pt x="10302" y="64590"/>
                  <a:pt x="9493" y="63560"/>
                </a:cubicBezTo>
                <a:cubicBezTo>
                  <a:pt x="8713" y="62545"/>
                  <a:pt x="8492" y="61206"/>
                  <a:pt x="8934" y="60117"/>
                </a:cubicBezTo>
                <a:cubicBezTo>
                  <a:pt x="9022" y="59896"/>
                  <a:pt x="9110" y="59719"/>
                  <a:pt x="9243" y="59528"/>
                </a:cubicBezTo>
                <a:lnTo>
                  <a:pt x="9316" y="59454"/>
                </a:lnTo>
                <a:lnTo>
                  <a:pt x="9316" y="59454"/>
                </a:lnTo>
                <a:cubicBezTo>
                  <a:pt x="9272" y="59543"/>
                  <a:pt x="9243" y="59616"/>
                  <a:pt x="9198" y="59719"/>
                </a:cubicBezTo>
                <a:cubicBezTo>
                  <a:pt x="8786" y="60779"/>
                  <a:pt x="8978" y="62089"/>
                  <a:pt x="9743" y="63134"/>
                </a:cubicBezTo>
                <a:cubicBezTo>
                  <a:pt x="10508" y="64223"/>
                  <a:pt x="11656" y="64958"/>
                  <a:pt x="13128" y="65709"/>
                </a:cubicBezTo>
                <a:cubicBezTo>
                  <a:pt x="13349" y="65827"/>
                  <a:pt x="13540" y="65930"/>
                  <a:pt x="13761" y="66047"/>
                </a:cubicBezTo>
                <a:cubicBezTo>
                  <a:pt x="14791" y="66577"/>
                  <a:pt x="15630" y="67195"/>
                  <a:pt x="16233" y="67858"/>
                </a:cubicBezTo>
                <a:cubicBezTo>
                  <a:pt x="17072" y="68799"/>
                  <a:pt x="17513" y="69668"/>
                  <a:pt x="17572" y="70536"/>
                </a:cubicBezTo>
                <a:cubicBezTo>
                  <a:pt x="17646" y="71654"/>
                  <a:pt x="17145" y="72817"/>
                  <a:pt x="16159" y="73788"/>
                </a:cubicBezTo>
                <a:cubicBezTo>
                  <a:pt x="15791" y="74156"/>
                  <a:pt x="15379" y="74465"/>
                  <a:pt x="14923" y="74745"/>
                </a:cubicBezTo>
                <a:cubicBezTo>
                  <a:pt x="13819" y="75392"/>
                  <a:pt x="12569" y="75775"/>
                  <a:pt x="11376" y="76143"/>
                </a:cubicBezTo>
                <a:cubicBezTo>
                  <a:pt x="10935" y="76275"/>
                  <a:pt x="10479" y="76422"/>
                  <a:pt x="10008" y="76570"/>
                </a:cubicBezTo>
                <a:cubicBezTo>
                  <a:pt x="8315" y="77129"/>
                  <a:pt x="6697" y="77924"/>
                  <a:pt x="5181" y="78895"/>
                </a:cubicBezTo>
                <a:cubicBezTo>
                  <a:pt x="3856" y="79748"/>
                  <a:pt x="2900" y="80661"/>
                  <a:pt x="2341" y="81617"/>
                </a:cubicBezTo>
                <a:cubicBezTo>
                  <a:pt x="2017" y="82206"/>
                  <a:pt x="1811" y="82824"/>
                  <a:pt x="1767" y="83442"/>
                </a:cubicBezTo>
                <a:cubicBezTo>
                  <a:pt x="1722" y="84237"/>
                  <a:pt x="1943" y="85032"/>
                  <a:pt x="2135" y="85723"/>
                </a:cubicBezTo>
                <a:cubicBezTo>
                  <a:pt x="2635" y="87401"/>
                  <a:pt x="3282" y="89034"/>
                  <a:pt x="4018" y="90565"/>
                </a:cubicBezTo>
                <a:lnTo>
                  <a:pt x="4077" y="90521"/>
                </a:lnTo>
                <a:cubicBezTo>
                  <a:pt x="3341" y="89005"/>
                  <a:pt x="2694" y="87357"/>
                  <a:pt x="2193" y="85694"/>
                </a:cubicBezTo>
                <a:cubicBezTo>
                  <a:pt x="1987" y="85002"/>
                  <a:pt x="1767" y="84222"/>
                  <a:pt x="1825" y="83442"/>
                </a:cubicBezTo>
                <a:cubicBezTo>
                  <a:pt x="1870" y="82839"/>
                  <a:pt x="2046" y="82235"/>
                  <a:pt x="2385" y="81661"/>
                </a:cubicBezTo>
                <a:cubicBezTo>
                  <a:pt x="2929" y="80705"/>
                  <a:pt x="3871" y="79807"/>
                  <a:pt x="5181" y="78954"/>
                </a:cubicBezTo>
                <a:cubicBezTo>
                  <a:pt x="6697" y="77982"/>
                  <a:pt x="8315" y="77188"/>
                  <a:pt x="9993" y="76614"/>
                </a:cubicBezTo>
                <a:cubicBezTo>
                  <a:pt x="10435" y="76467"/>
                  <a:pt x="10891" y="76319"/>
                  <a:pt x="11362" y="76202"/>
                </a:cubicBezTo>
                <a:cubicBezTo>
                  <a:pt x="12569" y="75834"/>
                  <a:pt x="13819" y="75466"/>
                  <a:pt x="14923" y="74804"/>
                </a:cubicBezTo>
                <a:cubicBezTo>
                  <a:pt x="15379" y="74524"/>
                  <a:pt x="15806" y="74215"/>
                  <a:pt x="16174" y="73847"/>
                </a:cubicBezTo>
                <a:cubicBezTo>
                  <a:pt x="17190" y="72846"/>
                  <a:pt x="17705" y="71669"/>
                  <a:pt x="17616" y="70536"/>
                </a:cubicBezTo>
                <a:cubicBezTo>
                  <a:pt x="17557" y="69653"/>
                  <a:pt x="17116" y="68770"/>
                  <a:pt x="16248" y="67828"/>
                </a:cubicBezTo>
                <a:cubicBezTo>
                  <a:pt x="15630" y="67151"/>
                  <a:pt x="14791" y="66518"/>
                  <a:pt x="13761" y="65989"/>
                </a:cubicBezTo>
                <a:cubicBezTo>
                  <a:pt x="13540" y="65871"/>
                  <a:pt x="13349" y="65768"/>
                  <a:pt x="13128" y="65650"/>
                </a:cubicBezTo>
                <a:cubicBezTo>
                  <a:pt x="11656" y="64900"/>
                  <a:pt x="10523" y="64178"/>
                  <a:pt x="9758" y="63104"/>
                </a:cubicBezTo>
                <a:cubicBezTo>
                  <a:pt x="9022" y="62074"/>
                  <a:pt x="8816" y="60779"/>
                  <a:pt x="9228" y="59734"/>
                </a:cubicBezTo>
                <a:cubicBezTo>
                  <a:pt x="9272" y="59587"/>
                  <a:pt x="9331" y="59454"/>
                  <a:pt x="9404" y="59322"/>
                </a:cubicBezTo>
                <a:cubicBezTo>
                  <a:pt x="9449" y="59293"/>
                  <a:pt x="9478" y="59248"/>
                  <a:pt x="9537" y="59234"/>
                </a:cubicBezTo>
                <a:lnTo>
                  <a:pt x="9537" y="59234"/>
                </a:lnTo>
                <a:cubicBezTo>
                  <a:pt x="9522" y="59278"/>
                  <a:pt x="9522" y="59293"/>
                  <a:pt x="9493" y="59322"/>
                </a:cubicBezTo>
                <a:cubicBezTo>
                  <a:pt x="9095" y="60337"/>
                  <a:pt x="9272" y="61603"/>
                  <a:pt x="9993" y="62677"/>
                </a:cubicBezTo>
                <a:cubicBezTo>
                  <a:pt x="10861" y="64002"/>
                  <a:pt x="12201" y="64870"/>
                  <a:pt x="13393" y="65547"/>
                </a:cubicBezTo>
                <a:lnTo>
                  <a:pt x="13584" y="65635"/>
                </a:lnTo>
                <a:lnTo>
                  <a:pt x="14084" y="65915"/>
                </a:lnTo>
                <a:cubicBezTo>
                  <a:pt x="15129" y="66504"/>
                  <a:pt x="15997" y="67181"/>
                  <a:pt x="16601" y="67916"/>
                </a:cubicBezTo>
                <a:cubicBezTo>
                  <a:pt x="17145" y="68579"/>
                  <a:pt x="17793" y="69476"/>
                  <a:pt x="17852" y="70565"/>
                </a:cubicBezTo>
                <a:cubicBezTo>
                  <a:pt x="17911" y="71669"/>
                  <a:pt x="17396" y="72817"/>
                  <a:pt x="16439" y="73773"/>
                </a:cubicBezTo>
                <a:cubicBezTo>
                  <a:pt x="16071" y="74112"/>
                  <a:pt x="15659" y="74450"/>
                  <a:pt x="15217" y="74701"/>
                </a:cubicBezTo>
                <a:cubicBezTo>
                  <a:pt x="14158" y="75348"/>
                  <a:pt x="12936" y="75731"/>
                  <a:pt x="11774" y="76099"/>
                </a:cubicBezTo>
                <a:cubicBezTo>
                  <a:pt x="11332" y="76246"/>
                  <a:pt x="10861" y="76393"/>
                  <a:pt x="10420" y="76540"/>
                </a:cubicBezTo>
                <a:cubicBezTo>
                  <a:pt x="8757" y="77129"/>
                  <a:pt x="7182" y="77938"/>
                  <a:pt x="5696" y="78954"/>
                </a:cubicBezTo>
                <a:cubicBezTo>
                  <a:pt x="4401" y="79822"/>
                  <a:pt x="3488" y="80734"/>
                  <a:pt x="2944" y="81691"/>
                </a:cubicBezTo>
                <a:cubicBezTo>
                  <a:pt x="2620" y="82280"/>
                  <a:pt x="2429" y="82898"/>
                  <a:pt x="2399" y="83501"/>
                </a:cubicBezTo>
                <a:cubicBezTo>
                  <a:pt x="2341" y="84296"/>
                  <a:pt x="2547" y="85076"/>
                  <a:pt x="2753" y="85767"/>
                </a:cubicBezTo>
                <a:cubicBezTo>
                  <a:pt x="3224" y="87430"/>
                  <a:pt x="3827" y="89049"/>
                  <a:pt x="4563" y="90565"/>
                </a:cubicBezTo>
                <a:lnTo>
                  <a:pt x="4622" y="90521"/>
                </a:lnTo>
                <a:cubicBezTo>
                  <a:pt x="3886" y="89020"/>
                  <a:pt x="3282" y="87401"/>
                  <a:pt x="2797" y="85723"/>
                </a:cubicBezTo>
                <a:cubicBezTo>
                  <a:pt x="2620" y="85061"/>
                  <a:pt x="2414" y="84266"/>
                  <a:pt x="2458" y="83501"/>
                </a:cubicBezTo>
                <a:cubicBezTo>
                  <a:pt x="2488" y="82898"/>
                  <a:pt x="2679" y="82309"/>
                  <a:pt x="3003" y="81720"/>
                </a:cubicBezTo>
                <a:cubicBezTo>
                  <a:pt x="3533" y="80778"/>
                  <a:pt x="4460" y="79851"/>
                  <a:pt x="5725" y="78998"/>
                </a:cubicBezTo>
                <a:cubicBezTo>
                  <a:pt x="7212" y="77997"/>
                  <a:pt x="8801" y="77188"/>
                  <a:pt x="10449" y="76599"/>
                </a:cubicBezTo>
                <a:cubicBezTo>
                  <a:pt x="10891" y="76437"/>
                  <a:pt x="11362" y="76290"/>
                  <a:pt x="11818" y="76158"/>
                </a:cubicBezTo>
                <a:cubicBezTo>
                  <a:pt x="12150" y="76054"/>
                  <a:pt x="12484" y="75949"/>
                  <a:pt x="12817" y="75837"/>
                </a:cubicBezTo>
                <a:lnTo>
                  <a:pt x="12817" y="75837"/>
                </a:lnTo>
                <a:cubicBezTo>
                  <a:pt x="12610" y="75910"/>
                  <a:pt x="12404" y="75982"/>
                  <a:pt x="12201" y="76055"/>
                </a:cubicBezTo>
                <a:cubicBezTo>
                  <a:pt x="11759" y="76202"/>
                  <a:pt x="11288" y="76364"/>
                  <a:pt x="10847" y="76525"/>
                </a:cubicBezTo>
                <a:cubicBezTo>
                  <a:pt x="9228" y="77129"/>
                  <a:pt x="7653" y="77968"/>
                  <a:pt x="6211" y="78998"/>
                </a:cubicBezTo>
                <a:cubicBezTo>
                  <a:pt x="4960" y="79881"/>
                  <a:pt x="4048" y="80808"/>
                  <a:pt x="3533" y="81750"/>
                </a:cubicBezTo>
                <a:cubicBezTo>
                  <a:pt x="3224" y="82338"/>
                  <a:pt x="3047" y="82942"/>
                  <a:pt x="2988" y="83560"/>
                </a:cubicBezTo>
                <a:cubicBezTo>
                  <a:pt x="2929" y="84340"/>
                  <a:pt x="3121" y="85120"/>
                  <a:pt x="3297" y="85797"/>
                </a:cubicBezTo>
                <a:cubicBezTo>
                  <a:pt x="3753" y="87474"/>
                  <a:pt x="4342" y="89079"/>
                  <a:pt x="5078" y="90580"/>
                </a:cubicBezTo>
                <a:lnTo>
                  <a:pt x="5137" y="90550"/>
                </a:lnTo>
                <a:cubicBezTo>
                  <a:pt x="4401" y="89049"/>
                  <a:pt x="3812" y="87430"/>
                  <a:pt x="3356" y="85782"/>
                </a:cubicBezTo>
                <a:cubicBezTo>
                  <a:pt x="3165" y="85120"/>
                  <a:pt x="2988" y="84340"/>
                  <a:pt x="3047" y="83575"/>
                </a:cubicBezTo>
                <a:cubicBezTo>
                  <a:pt x="3076" y="82971"/>
                  <a:pt x="3268" y="82383"/>
                  <a:pt x="3577" y="81809"/>
                </a:cubicBezTo>
                <a:cubicBezTo>
                  <a:pt x="4092" y="80867"/>
                  <a:pt x="4975" y="79925"/>
                  <a:pt x="6226" y="79071"/>
                </a:cubicBezTo>
                <a:cubicBezTo>
                  <a:pt x="7683" y="78041"/>
                  <a:pt x="9228" y="77202"/>
                  <a:pt x="10847" y="76599"/>
                </a:cubicBezTo>
                <a:cubicBezTo>
                  <a:pt x="11288" y="76437"/>
                  <a:pt x="11759" y="76275"/>
                  <a:pt x="12201" y="76128"/>
                </a:cubicBezTo>
                <a:cubicBezTo>
                  <a:pt x="13349" y="75731"/>
                  <a:pt x="14496" y="75348"/>
                  <a:pt x="15556" y="74701"/>
                </a:cubicBezTo>
                <a:cubicBezTo>
                  <a:pt x="15997" y="74436"/>
                  <a:pt x="16395" y="74112"/>
                  <a:pt x="16748" y="73773"/>
                </a:cubicBezTo>
                <a:cubicBezTo>
                  <a:pt x="17705" y="72817"/>
                  <a:pt x="18220" y="71669"/>
                  <a:pt x="18205" y="70565"/>
                </a:cubicBezTo>
                <a:cubicBezTo>
                  <a:pt x="18161" y="69535"/>
                  <a:pt x="17587" y="68637"/>
                  <a:pt x="17028" y="67902"/>
                </a:cubicBezTo>
                <a:cubicBezTo>
                  <a:pt x="16410" y="67092"/>
                  <a:pt x="15527" y="66356"/>
                  <a:pt x="14423" y="65694"/>
                </a:cubicBezTo>
                <a:lnTo>
                  <a:pt x="14202" y="65562"/>
                </a:lnTo>
                <a:cubicBezTo>
                  <a:pt x="14055" y="65473"/>
                  <a:pt x="13893" y="65385"/>
                  <a:pt x="13746" y="65282"/>
                </a:cubicBezTo>
                <a:cubicBezTo>
                  <a:pt x="12112" y="64296"/>
                  <a:pt x="11023" y="63295"/>
                  <a:pt x="10346" y="62162"/>
                </a:cubicBezTo>
                <a:cubicBezTo>
                  <a:pt x="9726" y="61120"/>
                  <a:pt x="9552" y="60010"/>
                  <a:pt x="9861" y="59078"/>
                </a:cubicBezTo>
                <a:lnTo>
                  <a:pt x="9861" y="59078"/>
                </a:lnTo>
                <a:cubicBezTo>
                  <a:pt x="9852" y="59088"/>
                  <a:pt x="9846" y="59094"/>
                  <a:pt x="9846" y="59101"/>
                </a:cubicBezTo>
                <a:cubicBezTo>
                  <a:pt x="9831" y="59131"/>
                  <a:pt x="9802" y="59145"/>
                  <a:pt x="9772" y="59160"/>
                </a:cubicBezTo>
                <a:cubicBezTo>
                  <a:pt x="9787" y="59145"/>
                  <a:pt x="9787" y="59131"/>
                  <a:pt x="9817" y="59101"/>
                </a:cubicBezTo>
                <a:lnTo>
                  <a:pt x="9871" y="59047"/>
                </a:lnTo>
                <a:lnTo>
                  <a:pt x="9871" y="59047"/>
                </a:lnTo>
                <a:cubicBezTo>
                  <a:pt x="9868" y="59057"/>
                  <a:pt x="9864" y="59067"/>
                  <a:pt x="9861" y="59078"/>
                </a:cubicBezTo>
                <a:lnTo>
                  <a:pt x="9861" y="59078"/>
                </a:lnTo>
                <a:cubicBezTo>
                  <a:pt x="9870" y="59067"/>
                  <a:pt x="9882" y="59051"/>
                  <a:pt x="9890" y="59028"/>
                </a:cubicBezTo>
                <a:lnTo>
                  <a:pt x="9890" y="59028"/>
                </a:lnTo>
                <a:lnTo>
                  <a:pt x="9871" y="59047"/>
                </a:lnTo>
                <a:lnTo>
                  <a:pt x="9871" y="59047"/>
                </a:lnTo>
                <a:cubicBezTo>
                  <a:pt x="9882" y="59016"/>
                  <a:pt x="9893" y="58985"/>
                  <a:pt x="9905" y="58954"/>
                </a:cubicBezTo>
                <a:cubicBezTo>
                  <a:pt x="9964" y="58925"/>
                  <a:pt x="10037" y="58866"/>
                  <a:pt x="10081" y="58836"/>
                </a:cubicBezTo>
                <a:lnTo>
                  <a:pt x="10081" y="58836"/>
                </a:lnTo>
                <a:cubicBezTo>
                  <a:pt x="10079" y="58848"/>
                  <a:pt x="10076" y="58859"/>
                  <a:pt x="10073" y="58870"/>
                </a:cubicBezTo>
                <a:lnTo>
                  <a:pt x="10073" y="58870"/>
                </a:lnTo>
                <a:cubicBezTo>
                  <a:pt x="10094" y="58856"/>
                  <a:pt x="10114" y="58846"/>
                  <a:pt x="10134" y="58839"/>
                </a:cubicBezTo>
                <a:lnTo>
                  <a:pt x="10134" y="58839"/>
                </a:lnTo>
                <a:cubicBezTo>
                  <a:pt x="10133" y="58841"/>
                  <a:pt x="10133" y="58844"/>
                  <a:pt x="10132" y="58846"/>
                </a:cubicBezTo>
                <a:lnTo>
                  <a:pt x="10132" y="58846"/>
                </a:lnTo>
                <a:cubicBezTo>
                  <a:pt x="10135" y="58842"/>
                  <a:pt x="10138" y="58839"/>
                  <a:pt x="10140" y="58836"/>
                </a:cubicBezTo>
                <a:lnTo>
                  <a:pt x="10140" y="58836"/>
                </a:lnTo>
                <a:cubicBezTo>
                  <a:pt x="10138" y="58837"/>
                  <a:pt x="10136" y="58838"/>
                  <a:pt x="10134" y="58839"/>
                </a:cubicBezTo>
                <a:lnTo>
                  <a:pt x="10134" y="58839"/>
                </a:lnTo>
                <a:cubicBezTo>
                  <a:pt x="10141" y="58813"/>
                  <a:pt x="10148" y="58788"/>
                  <a:pt x="10155" y="58763"/>
                </a:cubicBezTo>
                <a:cubicBezTo>
                  <a:pt x="10229" y="58719"/>
                  <a:pt x="10302" y="58660"/>
                  <a:pt x="10361" y="58630"/>
                </a:cubicBezTo>
                <a:lnTo>
                  <a:pt x="10361" y="58630"/>
                </a:lnTo>
                <a:cubicBezTo>
                  <a:pt x="10359" y="58642"/>
                  <a:pt x="10357" y="58653"/>
                  <a:pt x="10355" y="58665"/>
                </a:cubicBezTo>
                <a:lnTo>
                  <a:pt x="10355" y="58665"/>
                </a:lnTo>
                <a:cubicBezTo>
                  <a:pt x="10373" y="58652"/>
                  <a:pt x="10390" y="58641"/>
                  <a:pt x="10405" y="58630"/>
                </a:cubicBezTo>
                <a:lnTo>
                  <a:pt x="10405" y="58630"/>
                </a:lnTo>
                <a:cubicBezTo>
                  <a:pt x="10390" y="58660"/>
                  <a:pt x="10361" y="58704"/>
                  <a:pt x="10361" y="58733"/>
                </a:cubicBezTo>
                <a:lnTo>
                  <a:pt x="10344" y="58746"/>
                </a:lnTo>
                <a:lnTo>
                  <a:pt x="10344" y="58746"/>
                </a:lnTo>
                <a:cubicBezTo>
                  <a:pt x="10347" y="58719"/>
                  <a:pt x="10351" y="58692"/>
                  <a:pt x="10355" y="58665"/>
                </a:cubicBezTo>
                <a:lnTo>
                  <a:pt x="10355" y="58665"/>
                </a:lnTo>
                <a:cubicBezTo>
                  <a:pt x="10322" y="58689"/>
                  <a:pt x="10287" y="58714"/>
                  <a:pt x="10258" y="58733"/>
                </a:cubicBezTo>
                <a:lnTo>
                  <a:pt x="10199" y="58851"/>
                </a:lnTo>
                <a:lnTo>
                  <a:pt x="10199" y="58851"/>
                </a:lnTo>
                <a:lnTo>
                  <a:pt x="10344" y="58746"/>
                </a:lnTo>
                <a:lnTo>
                  <a:pt x="10344" y="58746"/>
                </a:lnTo>
                <a:cubicBezTo>
                  <a:pt x="10213" y="59750"/>
                  <a:pt x="10577" y="60712"/>
                  <a:pt x="10847" y="61265"/>
                </a:cubicBezTo>
                <a:cubicBezTo>
                  <a:pt x="11538" y="62663"/>
                  <a:pt x="12686" y="63869"/>
                  <a:pt x="14305" y="64988"/>
                </a:cubicBezTo>
                <a:cubicBezTo>
                  <a:pt x="14555" y="65179"/>
                  <a:pt x="14820" y="65341"/>
                  <a:pt x="15041" y="65488"/>
                </a:cubicBezTo>
                <a:cubicBezTo>
                  <a:pt x="16233" y="66283"/>
                  <a:pt x="17131" y="67151"/>
                  <a:pt x="17705" y="68049"/>
                </a:cubicBezTo>
                <a:cubicBezTo>
                  <a:pt x="18205" y="68814"/>
                  <a:pt x="18676" y="69653"/>
                  <a:pt x="18676" y="70624"/>
                </a:cubicBezTo>
                <a:cubicBezTo>
                  <a:pt x="18676" y="71669"/>
                  <a:pt x="18161" y="72743"/>
                  <a:pt x="17248" y="73656"/>
                </a:cubicBezTo>
                <a:cubicBezTo>
                  <a:pt x="16910" y="74009"/>
                  <a:pt x="16527" y="74303"/>
                  <a:pt x="16100" y="74583"/>
                </a:cubicBezTo>
                <a:cubicBezTo>
                  <a:pt x="15129" y="75201"/>
                  <a:pt x="14040" y="75613"/>
                  <a:pt x="12995" y="76010"/>
                </a:cubicBezTo>
                <a:cubicBezTo>
                  <a:pt x="12554" y="76172"/>
                  <a:pt x="12068" y="76364"/>
                  <a:pt x="11627" y="76540"/>
                </a:cubicBezTo>
                <a:cubicBezTo>
                  <a:pt x="10081" y="77202"/>
                  <a:pt x="8595" y="78071"/>
                  <a:pt x="7197" y="79145"/>
                </a:cubicBezTo>
                <a:cubicBezTo>
                  <a:pt x="6005" y="80057"/>
                  <a:pt x="5196" y="80985"/>
                  <a:pt x="4695" y="81956"/>
                </a:cubicBezTo>
                <a:cubicBezTo>
                  <a:pt x="4401" y="82530"/>
                  <a:pt x="4224" y="83133"/>
                  <a:pt x="4180" y="83722"/>
                </a:cubicBezTo>
                <a:cubicBezTo>
                  <a:pt x="4121" y="84472"/>
                  <a:pt x="4268" y="85223"/>
                  <a:pt x="4445" y="85929"/>
                </a:cubicBezTo>
                <a:cubicBezTo>
                  <a:pt x="4842" y="87577"/>
                  <a:pt x="5416" y="89167"/>
                  <a:pt x="6137" y="90638"/>
                </a:cubicBezTo>
                <a:lnTo>
                  <a:pt x="6182" y="90594"/>
                </a:lnTo>
                <a:cubicBezTo>
                  <a:pt x="5475" y="89123"/>
                  <a:pt x="4901" y="87548"/>
                  <a:pt x="4489" y="85914"/>
                </a:cubicBezTo>
                <a:cubicBezTo>
                  <a:pt x="4327" y="85208"/>
                  <a:pt x="4180" y="84472"/>
                  <a:pt x="4239" y="83722"/>
                </a:cubicBezTo>
                <a:cubicBezTo>
                  <a:pt x="4268" y="83133"/>
                  <a:pt x="4460" y="82544"/>
                  <a:pt x="4754" y="81971"/>
                </a:cubicBezTo>
                <a:cubicBezTo>
                  <a:pt x="5254" y="81014"/>
                  <a:pt x="6064" y="80116"/>
                  <a:pt x="7241" y="79189"/>
                </a:cubicBezTo>
                <a:cubicBezTo>
                  <a:pt x="8610" y="78130"/>
                  <a:pt x="10111" y="77261"/>
                  <a:pt x="11656" y="76599"/>
                </a:cubicBezTo>
                <a:cubicBezTo>
                  <a:pt x="12098" y="76422"/>
                  <a:pt x="12569" y="76231"/>
                  <a:pt x="13010" y="76069"/>
                </a:cubicBezTo>
                <a:cubicBezTo>
                  <a:pt x="14055" y="75657"/>
                  <a:pt x="15159" y="75260"/>
                  <a:pt x="16145" y="74627"/>
                </a:cubicBezTo>
                <a:cubicBezTo>
                  <a:pt x="16557" y="74362"/>
                  <a:pt x="16954" y="74038"/>
                  <a:pt x="17278" y="73715"/>
                </a:cubicBezTo>
                <a:cubicBezTo>
                  <a:pt x="18205" y="72773"/>
                  <a:pt x="18720" y="71684"/>
                  <a:pt x="18735" y="70624"/>
                </a:cubicBezTo>
                <a:cubicBezTo>
                  <a:pt x="18749" y="69623"/>
                  <a:pt x="18234" y="68770"/>
                  <a:pt x="17763" y="68005"/>
                </a:cubicBezTo>
                <a:cubicBezTo>
                  <a:pt x="17175" y="67107"/>
                  <a:pt x="16262" y="66239"/>
                  <a:pt x="15070" y="65429"/>
                </a:cubicBezTo>
                <a:cubicBezTo>
                  <a:pt x="14850" y="65282"/>
                  <a:pt x="14599" y="65120"/>
                  <a:pt x="14335" y="64944"/>
                </a:cubicBezTo>
                <a:cubicBezTo>
                  <a:pt x="12716" y="63840"/>
                  <a:pt x="11583" y="62618"/>
                  <a:pt x="10891" y="61220"/>
                </a:cubicBezTo>
                <a:cubicBezTo>
                  <a:pt x="10626" y="60676"/>
                  <a:pt x="10214" y="59616"/>
                  <a:pt x="10435" y="58571"/>
                </a:cubicBezTo>
                <a:cubicBezTo>
                  <a:pt x="10508" y="58513"/>
                  <a:pt x="10582" y="58483"/>
                  <a:pt x="10670" y="58424"/>
                </a:cubicBezTo>
                <a:lnTo>
                  <a:pt x="10670" y="58424"/>
                </a:lnTo>
                <a:cubicBezTo>
                  <a:pt x="10670" y="58427"/>
                  <a:pt x="10670" y="58430"/>
                  <a:pt x="10669" y="58433"/>
                </a:cubicBezTo>
                <a:lnTo>
                  <a:pt x="10669" y="58433"/>
                </a:lnTo>
                <a:cubicBezTo>
                  <a:pt x="10675" y="58430"/>
                  <a:pt x="10680" y="58427"/>
                  <a:pt x="10685" y="58424"/>
                </a:cubicBezTo>
                <a:lnTo>
                  <a:pt x="10685" y="58424"/>
                </a:lnTo>
                <a:cubicBezTo>
                  <a:pt x="10677" y="58436"/>
                  <a:pt x="10671" y="58448"/>
                  <a:pt x="10667" y="58460"/>
                </a:cubicBezTo>
                <a:lnTo>
                  <a:pt x="10667" y="58460"/>
                </a:lnTo>
                <a:cubicBezTo>
                  <a:pt x="10668" y="58451"/>
                  <a:pt x="10668" y="58442"/>
                  <a:pt x="10669" y="58433"/>
                </a:cubicBezTo>
                <a:lnTo>
                  <a:pt x="10669" y="58433"/>
                </a:lnTo>
                <a:cubicBezTo>
                  <a:pt x="10613" y="58464"/>
                  <a:pt x="10547" y="58516"/>
                  <a:pt x="10494" y="58557"/>
                </a:cubicBezTo>
                <a:cubicBezTo>
                  <a:pt x="10479" y="58557"/>
                  <a:pt x="10479" y="58571"/>
                  <a:pt x="10479" y="58571"/>
                </a:cubicBezTo>
                <a:cubicBezTo>
                  <a:pt x="10464" y="58616"/>
                  <a:pt x="10464" y="58645"/>
                  <a:pt x="10435" y="58689"/>
                </a:cubicBezTo>
                <a:cubicBezTo>
                  <a:pt x="10508" y="58630"/>
                  <a:pt x="10567" y="58586"/>
                  <a:pt x="10641" y="58557"/>
                </a:cubicBezTo>
                <a:cubicBezTo>
                  <a:pt x="10651" y="58524"/>
                  <a:pt x="10654" y="58492"/>
                  <a:pt x="10667" y="58460"/>
                </a:cubicBezTo>
                <a:lnTo>
                  <a:pt x="10667" y="58460"/>
                </a:lnTo>
                <a:cubicBezTo>
                  <a:pt x="10589" y="59316"/>
                  <a:pt x="10865" y="60169"/>
                  <a:pt x="11141" y="60764"/>
                </a:cubicBezTo>
                <a:cubicBezTo>
                  <a:pt x="11833" y="62265"/>
                  <a:pt x="12981" y="63590"/>
                  <a:pt x="14614" y="64797"/>
                </a:cubicBezTo>
                <a:cubicBezTo>
                  <a:pt x="14835" y="64944"/>
                  <a:pt x="15070" y="65120"/>
                  <a:pt x="15365" y="65326"/>
                </a:cubicBezTo>
                <a:cubicBezTo>
                  <a:pt x="16616" y="66195"/>
                  <a:pt x="17543" y="67107"/>
                  <a:pt x="18087" y="68064"/>
                </a:cubicBezTo>
                <a:cubicBezTo>
                  <a:pt x="18543" y="68844"/>
                  <a:pt x="18985" y="69682"/>
                  <a:pt x="18970" y="70624"/>
                </a:cubicBezTo>
                <a:cubicBezTo>
                  <a:pt x="18941" y="71654"/>
                  <a:pt x="18440" y="72699"/>
                  <a:pt x="17543" y="73597"/>
                </a:cubicBezTo>
                <a:cubicBezTo>
                  <a:pt x="17204" y="73935"/>
                  <a:pt x="16836" y="74244"/>
                  <a:pt x="16439" y="74524"/>
                </a:cubicBezTo>
                <a:cubicBezTo>
                  <a:pt x="15497" y="75127"/>
                  <a:pt x="14452" y="75554"/>
                  <a:pt x="13437" y="75952"/>
                </a:cubicBezTo>
                <a:cubicBezTo>
                  <a:pt x="12995" y="76143"/>
                  <a:pt x="12510" y="76319"/>
                  <a:pt x="12068" y="76525"/>
                </a:cubicBezTo>
                <a:cubicBezTo>
                  <a:pt x="10552" y="77202"/>
                  <a:pt x="9095" y="78115"/>
                  <a:pt x="7756" y="79189"/>
                </a:cubicBezTo>
                <a:cubicBezTo>
                  <a:pt x="6594" y="80131"/>
                  <a:pt x="5799" y="81058"/>
                  <a:pt x="5328" y="82029"/>
                </a:cubicBezTo>
                <a:cubicBezTo>
                  <a:pt x="5034" y="82603"/>
                  <a:pt x="4857" y="83192"/>
                  <a:pt x="4813" y="83781"/>
                </a:cubicBezTo>
                <a:cubicBezTo>
                  <a:pt x="4754" y="84531"/>
                  <a:pt x="4887" y="85267"/>
                  <a:pt x="5048" y="85959"/>
                </a:cubicBezTo>
                <a:cubicBezTo>
                  <a:pt x="5416" y="87622"/>
                  <a:pt x="5990" y="89182"/>
                  <a:pt x="6682" y="90638"/>
                </a:cubicBezTo>
                <a:lnTo>
                  <a:pt x="6741" y="90594"/>
                </a:lnTo>
                <a:cubicBezTo>
                  <a:pt x="6020" y="89152"/>
                  <a:pt x="5475" y="87577"/>
                  <a:pt x="5107" y="85929"/>
                </a:cubicBezTo>
                <a:cubicBezTo>
                  <a:pt x="4960" y="85238"/>
                  <a:pt x="4813" y="84516"/>
                  <a:pt x="4857" y="83751"/>
                </a:cubicBezTo>
                <a:cubicBezTo>
                  <a:pt x="4916" y="83163"/>
                  <a:pt x="5078" y="82603"/>
                  <a:pt x="5357" y="82029"/>
                </a:cubicBezTo>
                <a:cubicBezTo>
                  <a:pt x="5843" y="81073"/>
                  <a:pt x="6623" y="80146"/>
                  <a:pt x="7771" y="79233"/>
                </a:cubicBezTo>
                <a:cubicBezTo>
                  <a:pt x="9110" y="78144"/>
                  <a:pt x="10567" y="77247"/>
                  <a:pt x="12068" y="76584"/>
                </a:cubicBezTo>
                <a:cubicBezTo>
                  <a:pt x="12510" y="76378"/>
                  <a:pt x="12995" y="76202"/>
                  <a:pt x="13437" y="76010"/>
                </a:cubicBezTo>
                <a:cubicBezTo>
                  <a:pt x="14452" y="75613"/>
                  <a:pt x="15512" y="75186"/>
                  <a:pt x="16454" y="74553"/>
                </a:cubicBezTo>
                <a:cubicBezTo>
                  <a:pt x="16851" y="74289"/>
                  <a:pt x="17248" y="73965"/>
                  <a:pt x="17572" y="73641"/>
                </a:cubicBezTo>
                <a:cubicBezTo>
                  <a:pt x="18470" y="72714"/>
                  <a:pt x="18985" y="71654"/>
                  <a:pt x="19029" y="70609"/>
                </a:cubicBezTo>
                <a:cubicBezTo>
                  <a:pt x="19058" y="69653"/>
                  <a:pt x="18602" y="68799"/>
                  <a:pt x="18146" y="68005"/>
                </a:cubicBezTo>
                <a:cubicBezTo>
                  <a:pt x="17572" y="67048"/>
                  <a:pt x="16660" y="66136"/>
                  <a:pt x="15409" y="65253"/>
                </a:cubicBezTo>
                <a:cubicBezTo>
                  <a:pt x="15114" y="65047"/>
                  <a:pt x="14864" y="64885"/>
                  <a:pt x="14644" y="64723"/>
                </a:cubicBezTo>
                <a:cubicBezTo>
                  <a:pt x="13010" y="63546"/>
                  <a:pt x="11877" y="62221"/>
                  <a:pt x="11185" y="60720"/>
                </a:cubicBezTo>
                <a:cubicBezTo>
                  <a:pt x="10920" y="60102"/>
                  <a:pt x="10641" y="59234"/>
                  <a:pt x="10729" y="58365"/>
                </a:cubicBezTo>
                <a:cubicBezTo>
                  <a:pt x="10817" y="58321"/>
                  <a:pt x="10891" y="58277"/>
                  <a:pt x="10994" y="58218"/>
                </a:cubicBezTo>
                <a:lnTo>
                  <a:pt x="10994" y="58218"/>
                </a:lnTo>
                <a:cubicBezTo>
                  <a:pt x="10964" y="58851"/>
                  <a:pt x="11097" y="59528"/>
                  <a:pt x="11406" y="60279"/>
                </a:cubicBezTo>
                <a:cubicBezTo>
                  <a:pt x="12068" y="61897"/>
                  <a:pt x="13275" y="63354"/>
                  <a:pt x="14908" y="64605"/>
                </a:cubicBezTo>
                <a:cubicBezTo>
                  <a:pt x="15129" y="64767"/>
                  <a:pt x="15379" y="64958"/>
                  <a:pt x="15674" y="65179"/>
                </a:cubicBezTo>
                <a:cubicBezTo>
                  <a:pt x="16998" y="66136"/>
                  <a:pt x="17911" y="67092"/>
                  <a:pt x="18455" y="68078"/>
                </a:cubicBezTo>
                <a:cubicBezTo>
                  <a:pt x="18897" y="68888"/>
                  <a:pt x="19279" y="69682"/>
                  <a:pt x="19250" y="70609"/>
                </a:cubicBezTo>
                <a:cubicBezTo>
                  <a:pt x="19191" y="71595"/>
                  <a:pt x="18691" y="72640"/>
                  <a:pt x="17808" y="73523"/>
                </a:cubicBezTo>
                <a:cubicBezTo>
                  <a:pt x="17484" y="73862"/>
                  <a:pt x="17116" y="74171"/>
                  <a:pt x="16733" y="74436"/>
                </a:cubicBezTo>
                <a:cubicBezTo>
                  <a:pt x="15821" y="75039"/>
                  <a:pt x="14820" y="75466"/>
                  <a:pt x="13834" y="75878"/>
                </a:cubicBezTo>
                <a:cubicBezTo>
                  <a:pt x="13393" y="76069"/>
                  <a:pt x="12922" y="76275"/>
                  <a:pt x="12480" y="76467"/>
                </a:cubicBezTo>
                <a:cubicBezTo>
                  <a:pt x="10994" y="77173"/>
                  <a:pt x="9566" y="78085"/>
                  <a:pt x="8271" y="79189"/>
                </a:cubicBezTo>
                <a:cubicBezTo>
                  <a:pt x="7138" y="80146"/>
                  <a:pt x="6388" y="81073"/>
                  <a:pt x="5917" y="82044"/>
                </a:cubicBezTo>
                <a:cubicBezTo>
                  <a:pt x="5637" y="82618"/>
                  <a:pt x="5475" y="83207"/>
                  <a:pt x="5416" y="83795"/>
                </a:cubicBezTo>
                <a:cubicBezTo>
                  <a:pt x="5343" y="84546"/>
                  <a:pt x="5490" y="85311"/>
                  <a:pt x="5622" y="85959"/>
                </a:cubicBezTo>
                <a:cubicBezTo>
                  <a:pt x="5961" y="87592"/>
                  <a:pt x="6505" y="89167"/>
                  <a:pt x="7212" y="90609"/>
                </a:cubicBezTo>
                <a:lnTo>
                  <a:pt x="7271" y="90580"/>
                </a:lnTo>
                <a:cubicBezTo>
                  <a:pt x="6579" y="89137"/>
                  <a:pt x="6020" y="87577"/>
                  <a:pt x="5666" y="85944"/>
                </a:cubicBezTo>
                <a:cubicBezTo>
                  <a:pt x="5549" y="85296"/>
                  <a:pt x="5402" y="84546"/>
                  <a:pt x="5475" y="83795"/>
                </a:cubicBezTo>
                <a:cubicBezTo>
                  <a:pt x="5519" y="83221"/>
                  <a:pt x="5696" y="82633"/>
                  <a:pt x="5961" y="82074"/>
                </a:cubicBezTo>
                <a:cubicBezTo>
                  <a:pt x="6432" y="81117"/>
                  <a:pt x="7197" y="80205"/>
                  <a:pt x="8301" y="79263"/>
                </a:cubicBezTo>
                <a:cubicBezTo>
                  <a:pt x="9611" y="78159"/>
                  <a:pt x="11023" y="77247"/>
                  <a:pt x="12495" y="76540"/>
                </a:cubicBezTo>
                <a:cubicBezTo>
                  <a:pt x="12936" y="76334"/>
                  <a:pt x="13393" y="76143"/>
                  <a:pt x="13864" y="75952"/>
                </a:cubicBezTo>
                <a:cubicBezTo>
                  <a:pt x="14835" y="75525"/>
                  <a:pt x="15865" y="75113"/>
                  <a:pt x="16763" y="74495"/>
                </a:cubicBezTo>
                <a:cubicBezTo>
                  <a:pt x="17175" y="74230"/>
                  <a:pt x="17543" y="73935"/>
                  <a:pt x="17866" y="73582"/>
                </a:cubicBezTo>
                <a:cubicBezTo>
                  <a:pt x="18749" y="72684"/>
                  <a:pt x="19265" y="71625"/>
                  <a:pt x="19323" y="70595"/>
                </a:cubicBezTo>
                <a:cubicBezTo>
                  <a:pt x="19382" y="69668"/>
                  <a:pt x="18970" y="68858"/>
                  <a:pt x="18529" y="68049"/>
                </a:cubicBezTo>
                <a:cubicBezTo>
                  <a:pt x="17984" y="67033"/>
                  <a:pt x="17057" y="66077"/>
                  <a:pt x="15733" y="65106"/>
                </a:cubicBezTo>
                <a:cubicBezTo>
                  <a:pt x="15438" y="64885"/>
                  <a:pt x="15188" y="64693"/>
                  <a:pt x="14967" y="64532"/>
                </a:cubicBezTo>
                <a:cubicBezTo>
                  <a:pt x="13319" y="63281"/>
                  <a:pt x="12142" y="61839"/>
                  <a:pt x="11480" y="60249"/>
                </a:cubicBezTo>
                <a:cubicBezTo>
                  <a:pt x="11196" y="59546"/>
                  <a:pt x="11048" y="58905"/>
                  <a:pt x="11060" y="58315"/>
                </a:cubicBezTo>
                <a:lnTo>
                  <a:pt x="11060" y="58315"/>
                </a:lnTo>
                <a:cubicBezTo>
                  <a:pt x="11047" y="58322"/>
                  <a:pt x="11035" y="58329"/>
                  <a:pt x="11023" y="58336"/>
                </a:cubicBezTo>
                <a:cubicBezTo>
                  <a:pt x="11023" y="58279"/>
                  <a:pt x="11051" y="58221"/>
                  <a:pt x="11066" y="58178"/>
                </a:cubicBezTo>
                <a:lnTo>
                  <a:pt x="11066" y="58178"/>
                </a:lnTo>
                <a:cubicBezTo>
                  <a:pt x="11063" y="58223"/>
                  <a:pt x="11061" y="58269"/>
                  <a:pt x="11060" y="58315"/>
                </a:cubicBezTo>
                <a:lnTo>
                  <a:pt x="11060" y="58315"/>
                </a:lnTo>
                <a:cubicBezTo>
                  <a:pt x="11129" y="58278"/>
                  <a:pt x="11212" y="58241"/>
                  <a:pt x="11273" y="58204"/>
                </a:cubicBezTo>
                <a:cubicBezTo>
                  <a:pt x="11273" y="58146"/>
                  <a:pt x="11273" y="58103"/>
                  <a:pt x="11301" y="58033"/>
                </a:cubicBezTo>
                <a:lnTo>
                  <a:pt x="11301" y="58033"/>
                </a:lnTo>
                <a:cubicBezTo>
                  <a:pt x="11243" y="58069"/>
                  <a:pt x="11185" y="58100"/>
                  <a:pt x="11128" y="58129"/>
                </a:cubicBezTo>
                <a:lnTo>
                  <a:pt x="11128" y="58129"/>
                </a:lnTo>
                <a:cubicBezTo>
                  <a:pt x="11182" y="58091"/>
                  <a:pt x="11239" y="58059"/>
                  <a:pt x="11303" y="58027"/>
                </a:cubicBezTo>
                <a:lnTo>
                  <a:pt x="11303" y="58027"/>
                </a:lnTo>
                <a:cubicBezTo>
                  <a:pt x="11302" y="58029"/>
                  <a:pt x="11301" y="58031"/>
                  <a:pt x="11301" y="58033"/>
                </a:cubicBezTo>
                <a:lnTo>
                  <a:pt x="11301" y="58033"/>
                </a:lnTo>
                <a:cubicBezTo>
                  <a:pt x="11311" y="58026"/>
                  <a:pt x="11322" y="58019"/>
                  <a:pt x="11332" y="58012"/>
                </a:cubicBezTo>
                <a:cubicBezTo>
                  <a:pt x="11362" y="58557"/>
                  <a:pt x="11465" y="59160"/>
                  <a:pt x="11730" y="59808"/>
                </a:cubicBezTo>
                <a:cubicBezTo>
                  <a:pt x="12362" y="61529"/>
                  <a:pt x="13569" y="63075"/>
                  <a:pt x="15232" y="64399"/>
                </a:cubicBezTo>
                <a:cubicBezTo>
                  <a:pt x="15482" y="64590"/>
                  <a:pt x="15733" y="64782"/>
                  <a:pt x="16027" y="65003"/>
                </a:cubicBezTo>
                <a:cubicBezTo>
                  <a:pt x="17410" y="66033"/>
                  <a:pt x="18323" y="67048"/>
                  <a:pt x="18867" y="68093"/>
                </a:cubicBezTo>
                <a:cubicBezTo>
                  <a:pt x="19265" y="68902"/>
                  <a:pt x="19618" y="69697"/>
                  <a:pt x="19559" y="70595"/>
                </a:cubicBezTo>
                <a:cubicBezTo>
                  <a:pt x="19485" y="71581"/>
                  <a:pt x="18985" y="72611"/>
                  <a:pt x="18131" y="73464"/>
                </a:cubicBezTo>
                <a:cubicBezTo>
                  <a:pt x="17808" y="73803"/>
                  <a:pt x="17440" y="74097"/>
                  <a:pt x="17057" y="74377"/>
                </a:cubicBezTo>
                <a:cubicBezTo>
                  <a:pt x="16189" y="74980"/>
                  <a:pt x="15217" y="75407"/>
                  <a:pt x="14261" y="75819"/>
                </a:cubicBezTo>
                <a:cubicBezTo>
                  <a:pt x="13819" y="76025"/>
                  <a:pt x="13349" y="76231"/>
                  <a:pt x="12907" y="76452"/>
                </a:cubicBezTo>
                <a:cubicBezTo>
                  <a:pt x="11435" y="77188"/>
                  <a:pt x="10052" y="78130"/>
                  <a:pt x="8786" y="79248"/>
                </a:cubicBezTo>
                <a:cubicBezTo>
                  <a:pt x="7712" y="80205"/>
                  <a:pt x="6962" y="81146"/>
                  <a:pt x="6505" y="82118"/>
                </a:cubicBezTo>
                <a:cubicBezTo>
                  <a:pt x="6226" y="82692"/>
                  <a:pt x="6064" y="83251"/>
                  <a:pt x="6020" y="83839"/>
                </a:cubicBezTo>
                <a:cubicBezTo>
                  <a:pt x="5946" y="84605"/>
                  <a:pt x="6079" y="85355"/>
                  <a:pt x="6211" y="86003"/>
                </a:cubicBezTo>
                <a:cubicBezTo>
                  <a:pt x="6535" y="87636"/>
                  <a:pt x="7050" y="89182"/>
                  <a:pt x="7756" y="90609"/>
                </a:cubicBezTo>
                <a:lnTo>
                  <a:pt x="7800" y="90580"/>
                </a:lnTo>
                <a:cubicBezTo>
                  <a:pt x="7109" y="89167"/>
                  <a:pt x="6594" y="87622"/>
                  <a:pt x="6255" y="85973"/>
                </a:cubicBezTo>
                <a:cubicBezTo>
                  <a:pt x="6137" y="85355"/>
                  <a:pt x="6020" y="84605"/>
                  <a:pt x="6093" y="83839"/>
                </a:cubicBezTo>
                <a:cubicBezTo>
                  <a:pt x="6152" y="83280"/>
                  <a:pt x="6314" y="82706"/>
                  <a:pt x="6579" y="82132"/>
                </a:cubicBezTo>
                <a:cubicBezTo>
                  <a:pt x="7035" y="81176"/>
                  <a:pt x="7771" y="80234"/>
                  <a:pt x="8831" y="79307"/>
                </a:cubicBezTo>
                <a:cubicBezTo>
                  <a:pt x="10111" y="78174"/>
                  <a:pt x="11480" y="77247"/>
                  <a:pt x="12936" y="76525"/>
                </a:cubicBezTo>
                <a:cubicBezTo>
                  <a:pt x="13378" y="76305"/>
                  <a:pt x="13834" y="76099"/>
                  <a:pt x="14305" y="75893"/>
                </a:cubicBezTo>
                <a:cubicBezTo>
                  <a:pt x="15232" y="75481"/>
                  <a:pt x="16218" y="75039"/>
                  <a:pt x="17101" y="74450"/>
                </a:cubicBezTo>
                <a:cubicBezTo>
                  <a:pt x="17484" y="74171"/>
                  <a:pt x="17852" y="73877"/>
                  <a:pt x="18161" y="73538"/>
                </a:cubicBezTo>
                <a:cubicBezTo>
                  <a:pt x="19029" y="72655"/>
                  <a:pt x="19544" y="71625"/>
                  <a:pt x="19618" y="70624"/>
                </a:cubicBezTo>
                <a:cubicBezTo>
                  <a:pt x="19691" y="69697"/>
                  <a:pt x="19323" y="68888"/>
                  <a:pt x="18911" y="68078"/>
                </a:cubicBezTo>
                <a:cubicBezTo>
                  <a:pt x="18382" y="67019"/>
                  <a:pt x="17469" y="66003"/>
                  <a:pt x="16071" y="64958"/>
                </a:cubicBezTo>
                <a:cubicBezTo>
                  <a:pt x="15777" y="64738"/>
                  <a:pt x="15512" y="64532"/>
                  <a:pt x="15276" y="64340"/>
                </a:cubicBezTo>
                <a:cubicBezTo>
                  <a:pt x="13599" y="63016"/>
                  <a:pt x="12421" y="61471"/>
                  <a:pt x="11774" y="59763"/>
                </a:cubicBezTo>
                <a:cubicBezTo>
                  <a:pt x="11560" y="59175"/>
                  <a:pt x="11431" y="58623"/>
                  <a:pt x="11409" y="58130"/>
                </a:cubicBezTo>
                <a:lnTo>
                  <a:pt x="11409" y="58130"/>
                </a:lnTo>
                <a:cubicBezTo>
                  <a:pt x="11388" y="58144"/>
                  <a:pt x="11367" y="58158"/>
                  <a:pt x="11347" y="58174"/>
                </a:cubicBezTo>
                <a:cubicBezTo>
                  <a:pt x="11347" y="58115"/>
                  <a:pt x="11362" y="58056"/>
                  <a:pt x="11362" y="57998"/>
                </a:cubicBezTo>
                <a:cubicBezTo>
                  <a:pt x="11450" y="57953"/>
                  <a:pt x="11524" y="57909"/>
                  <a:pt x="11612" y="57850"/>
                </a:cubicBezTo>
                <a:lnTo>
                  <a:pt x="11612" y="57850"/>
                </a:lnTo>
                <a:cubicBezTo>
                  <a:pt x="11609" y="57861"/>
                  <a:pt x="11607" y="57872"/>
                  <a:pt x="11605" y="57882"/>
                </a:cubicBezTo>
                <a:lnTo>
                  <a:pt x="11605" y="57882"/>
                </a:lnTo>
                <a:cubicBezTo>
                  <a:pt x="11627" y="57871"/>
                  <a:pt x="11649" y="57859"/>
                  <a:pt x="11671" y="57845"/>
                </a:cubicBezTo>
                <a:lnTo>
                  <a:pt x="11671" y="57845"/>
                </a:lnTo>
                <a:lnTo>
                  <a:pt x="11671" y="57983"/>
                </a:lnTo>
                <a:cubicBezTo>
                  <a:pt x="11680" y="57977"/>
                  <a:pt x="11690" y="57971"/>
                  <a:pt x="11699" y="57965"/>
                </a:cubicBezTo>
                <a:lnTo>
                  <a:pt x="11699" y="57965"/>
                </a:lnTo>
                <a:cubicBezTo>
                  <a:pt x="11749" y="58386"/>
                  <a:pt x="11848" y="58842"/>
                  <a:pt x="11995" y="59322"/>
                </a:cubicBezTo>
                <a:cubicBezTo>
                  <a:pt x="12627" y="61147"/>
                  <a:pt x="13805" y="62795"/>
                  <a:pt x="15527" y="64223"/>
                </a:cubicBezTo>
                <a:cubicBezTo>
                  <a:pt x="15777" y="64414"/>
                  <a:pt x="16042" y="64620"/>
                  <a:pt x="16336" y="64855"/>
                </a:cubicBezTo>
                <a:cubicBezTo>
                  <a:pt x="17793" y="66003"/>
                  <a:pt x="18720" y="67033"/>
                  <a:pt x="19235" y="68137"/>
                </a:cubicBezTo>
                <a:cubicBezTo>
                  <a:pt x="19574" y="68902"/>
                  <a:pt x="19912" y="69712"/>
                  <a:pt x="19824" y="70624"/>
                </a:cubicBezTo>
                <a:cubicBezTo>
                  <a:pt x="19721" y="71581"/>
                  <a:pt x="19206" y="72581"/>
                  <a:pt x="18382" y="73435"/>
                </a:cubicBezTo>
                <a:cubicBezTo>
                  <a:pt x="18072" y="73744"/>
                  <a:pt x="17719" y="74053"/>
                  <a:pt x="17337" y="74318"/>
                </a:cubicBezTo>
                <a:cubicBezTo>
                  <a:pt x="16483" y="74907"/>
                  <a:pt x="15556" y="75348"/>
                  <a:pt x="14644" y="75775"/>
                </a:cubicBezTo>
                <a:cubicBezTo>
                  <a:pt x="14202" y="75966"/>
                  <a:pt x="13731" y="76187"/>
                  <a:pt x="13290" y="76437"/>
                </a:cubicBezTo>
                <a:cubicBezTo>
                  <a:pt x="11847" y="77188"/>
                  <a:pt x="10508" y="78144"/>
                  <a:pt x="9272" y="79277"/>
                </a:cubicBezTo>
                <a:cubicBezTo>
                  <a:pt x="8242" y="80263"/>
                  <a:pt x="7535" y="81191"/>
                  <a:pt x="7094" y="82177"/>
                </a:cubicBezTo>
                <a:cubicBezTo>
                  <a:pt x="6829" y="82736"/>
                  <a:pt x="6667" y="83310"/>
                  <a:pt x="6608" y="83884"/>
                </a:cubicBezTo>
                <a:cubicBezTo>
                  <a:pt x="6535" y="84649"/>
                  <a:pt x="6652" y="85385"/>
                  <a:pt x="6756" y="86018"/>
                </a:cubicBezTo>
                <a:cubicBezTo>
                  <a:pt x="7050" y="87651"/>
                  <a:pt x="7565" y="89182"/>
                  <a:pt x="8271" y="90594"/>
                </a:cubicBezTo>
                <a:lnTo>
                  <a:pt x="8315" y="90565"/>
                </a:lnTo>
                <a:cubicBezTo>
                  <a:pt x="7624" y="89167"/>
                  <a:pt x="7123" y="87622"/>
                  <a:pt x="6814" y="86003"/>
                </a:cubicBezTo>
                <a:cubicBezTo>
                  <a:pt x="6697" y="85370"/>
                  <a:pt x="6594" y="84634"/>
                  <a:pt x="6667" y="83884"/>
                </a:cubicBezTo>
                <a:cubicBezTo>
                  <a:pt x="6726" y="83310"/>
                  <a:pt x="6888" y="82736"/>
                  <a:pt x="7138" y="82191"/>
                </a:cubicBezTo>
                <a:cubicBezTo>
                  <a:pt x="7580" y="81235"/>
                  <a:pt x="8301" y="80293"/>
                  <a:pt x="9316" y="79336"/>
                </a:cubicBezTo>
                <a:cubicBezTo>
                  <a:pt x="10523" y="78203"/>
                  <a:pt x="11877" y="77247"/>
                  <a:pt x="13304" y="76481"/>
                </a:cubicBezTo>
                <a:cubicBezTo>
                  <a:pt x="13746" y="76246"/>
                  <a:pt x="14202" y="76025"/>
                  <a:pt x="14673" y="75819"/>
                </a:cubicBezTo>
                <a:cubicBezTo>
                  <a:pt x="15571" y="75407"/>
                  <a:pt x="16513" y="74966"/>
                  <a:pt x="17351" y="74347"/>
                </a:cubicBezTo>
                <a:cubicBezTo>
                  <a:pt x="17734" y="74083"/>
                  <a:pt x="18087" y="73788"/>
                  <a:pt x="18396" y="73450"/>
                </a:cubicBezTo>
                <a:cubicBezTo>
                  <a:pt x="19250" y="72581"/>
                  <a:pt x="19765" y="71581"/>
                  <a:pt x="19853" y="70595"/>
                </a:cubicBezTo>
                <a:cubicBezTo>
                  <a:pt x="19941" y="69697"/>
                  <a:pt x="19603" y="68873"/>
                  <a:pt x="19250" y="68078"/>
                </a:cubicBezTo>
                <a:cubicBezTo>
                  <a:pt x="18735" y="66960"/>
                  <a:pt x="17808" y="65915"/>
                  <a:pt x="16336" y="64767"/>
                </a:cubicBezTo>
                <a:cubicBezTo>
                  <a:pt x="16042" y="64532"/>
                  <a:pt x="15777" y="64326"/>
                  <a:pt x="15527" y="64120"/>
                </a:cubicBezTo>
                <a:cubicBezTo>
                  <a:pt x="13805" y="62707"/>
                  <a:pt x="12627" y="61073"/>
                  <a:pt x="12024" y="59248"/>
                </a:cubicBezTo>
                <a:cubicBezTo>
                  <a:pt x="11861" y="58785"/>
                  <a:pt x="11762" y="58354"/>
                  <a:pt x="11718" y="57954"/>
                </a:cubicBezTo>
                <a:lnTo>
                  <a:pt x="11718" y="57954"/>
                </a:lnTo>
                <a:cubicBezTo>
                  <a:pt x="11712" y="57958"/>
                  <a:pt x="11706" y="57961"/>
                  <a:pt x="11699" y="57965"/>
                </a:cubicBezTo>
                <a:lnTo>
                  <a:pt x="11699" y="57965"/>
                </a:lnTo>
                <a:cubicBezTo>
                  <a:pt x="11694" y="57921"/>
                  <a:pt x="11690" y="57878"/>
                  <a:pt x="11686" y="57836"/>
                </a:cubicBezTo>
                <a:cubicBezTo>
                  <a:pt x="11681" y="57839"/>
                  <a:pt x="11676" y="57842"/>
                  <a:pt x="11671" y="57845"/>
                </a:cubicBezTo>
                <a:lnTo>
                  <a:pt x="11671" y="57845"/>
                </a:lnTo>
                <a:lnTo>
                  <a:pt x="11671" y="57806"/>
                </a:lnTo>
                <a:cubicBezTo>
                  <a:pt x="11681" y="57799"/>
                  <a:pt x="11692" y="57792"/>
                  <a:pt x="11703" y="57786"/>
                </a:cubicBezTo>
                <a:lnTo>
                  <a:pt x="11703" y="57786"/>
                </a:lnTo>
                <a:cubicBezTo>
                  <a:pt x="11707" y="57841"/>
                  <a:pt x="11712" y="57897"/>
                  <a:pt x="11718" y="57954"/>
                </a:cubicBezTo>
                <a:lnTo>
                  <a:pt x="11718" y="57954"/>
                </a:lnTo>
                <a:cubicBezTo>
                  <a:pt x="11795" y="57913"/>
                  <a:pt x="11878" y="57884"/>
                  <a:pt x="11950" y="57836"/>
                </a:cubicBezTo>
                <a:cubicBezTo>
                  <a:pt x="11950" y="57777"/>
                  <a:pt x="11950" y="57703"/>
                  <a:pt x="11936" y="57659"/>
                </a:cubicBezTo>
                <a:cubicBezTo>
                  <a:pt x="11871" y="57698"/>
                  <a:pt x="11783" y="57737"/>
                  <a:pt x="11703" y="57786"/>
                </a:cubicBezTo>
                <a:lnTo>
                  <a:pt x="11703" y="57786"/>
                </a:lnTo>
                <a:cubicBezTo>
                  <a:pt x="11702" y="57773"/>
                  <a:pt x="11701" y="57760"/>
                  <a:pt x="11700" y="57747"/>
                </a:cubicBezTo>
                <a:cubicBezTo>
                  <a:pt x="11730" y="57718"/>
                  <a:pt x="11744" y="57718"/>
                  <a:pt x="11774" y="57703"/>
                </a:cubicBezTo>
                <a:lnTo>
                  <a:pt x="11995" y="57600"/>
                </a:lnTo>
                <a:cubicBezTo>
                  <a:pt x="11995" y="57605"/>
                  <a:pt x="11996" y="57610"/>
                  <a:pt x="11996" y="57614"/>
                </a:cubicBezTo>
                <a:lnTo>
                  <a:pt x="11996" y="57614"/>
                </a:lnTo>
                <a:cubicBezTo>
                  <a:pt x="12012" y="57609"/>
                  <a:pt x="12027" y="57602"/>
                  <a:pt x="12042" y="57595"/>
                </a:cubicBezTo>
                <a:lnTo>
                  <a:pt x="12042" y="57595"/>
                </a:lnTo>
                <a:cubicBezTo>
                  <a:pt x="12047" y="57652"/>
                  <a:pt x="12054" y="57710"/>
                  <a:pt x="12062" y="57768"/>
                </a:cubicBezTo>
                <a:lnTo>
                  <a:pt x="12062" y="57768"/>
                </a:lnTo>
                <a:cubicBezTo>
                  <a:pt x="12142" y="57737"/>
                  <a:pt x="12223" y="57686"/>
                  <a:pt x="12304" y="57659"/>
                </a:cubicBezTo>
                <a:lnTo>
                  <a:pt x="12289" y="57468"/>
                </a:lnTo>
                <a:cubicBezTo>
                  <a:pt x="12274" y="57468"/>
                  <a:pt x="12259" y="57482"/>
                  <a:pt x="12245" y="57482"/>
                </a:cubicBezTo>
                <a:cubicBezTo>
                  <a:pt x="12161" y="57518"/>
                  <a:pt x="12107" y="57564"/>
                  <a:pt x="12042" y="57595"/>
                </a:cubicBezTo>
                <a:lnTo>
                  <a:pt x="12042" y="57595"/>
                </a:lnTo>
                <a:cubicBezTo>
                  <a:pt x="12041" y="57582"/>
                  <a:pt x="12040" y="57569"/>
                  <a:pt x="12039" y="57556"/>
                </a:cubicBezTo>
                <a:cubicBezTo>
                  <a:pt x="12127" y="57497"/>
                  <a:pt x="12245" y="57453"/>
                  <a:pt x="12333" y="57409"/>
                </a:cubicBezTo>
                <a:cubicBezTo>
                  <a:pt x="12334" y="57418"/>
                  <a:pt x="12335" y="57427"/>
                  <a:pt x="12336" y="57436"/>
                </a:cubicBezTo>
                <a:lnTo>
                  <a:pt x="12336" y="57436"/>
                </a:lnTo>
                <a:lnTo>
                  <a:pt x="12394" y="57400"/>
                </a:lnTo>
                <a:lnTo>
                  <a:pt x="12394" y="57400"/>
                </a:lnTo>
                <a:cubicBezTo>
                  <a:pt x="12401" y="57463"/>
                  <a:pt x="12409" y="57528"/>
                  <a:pt x="12418" y="57593"/>
                </a:cubicBezTo>
                <a:lnTo>
                  <a:pt x="12418" y="57593"/>
                </a:lnTo>
                <a:cubicBezTo>
                  <a:pt x="12502" y="57561"/>
                  <a:pt x="12572" y="57514"/>
                  <a:pt x="12642" y="57468"/>
                </a:cubicBezTo>
                <a:cubicBezTo>
                  <a:pt x="12642" y="57394"/>
                  <a:pt x="12642" y="57335"/>
                  <a:pt x="12613" y="57262"/>
                </a:cubicBezTo>
                <a:lnTo>
                  <a:pt x="12394" y="57400"/>
                </a:lnTo>
                <a:lnTo>
                  <a:pt x="12394" y="57400"/>
                </a:lnTo>
                <a:cubicBezTo>
                  <a:pt x="12393" y="57393"/>
                  <a:pt x="12393" y="57386"/>
                  <a:pt x="12392" y="57379"/>
                </a:cubicBezTo>
                <a:cubicBezTo>
                  <a:pt x="12480" y="57321"/>
                  <a:pt x="12583" y="57262"/>
                  <a:pt x="12686" y="57203"/>
                </a:cubicBezTo>
                <a:cubicBezTo>
                  <a:pt x="12694" y="57263"/>
                  <a:pt x="12703" y="57322"/>
                  <a:pt x="12713" y="57382"/>
                </a:cubicBezTo>
                <a:lnTo>
                  <a:pt x="12713" y="57382"/>
                </a:lnTo>
                <a:cubicBezTo>
                  <a:pt x="12709" y="57333"/>
                  <a:pt x="12701" y="57290"/>
                  <a:pt x="12701" y="57247"/>
                </a:cubicBezTo>
                <a:cubicBezTo>
                  <a:pt x="12728" y="57240"/>
                  <a:pt x="12748" y="57228"/>
                  <a:pt x="12769" y="57214"/>
                </a:cubicBezTo>
                <a:lnTo>
                  <a:pt x="12769" y="57214"/>
                </a:lnTo>
                <a:cubicBezTo>
                  <a:pt x="12778" y="57271"/>
                  <a:pt x="12788" y="57331"/>
                  <a:pt x="12798" y="57395"/>
                </a:cubicBezTo>
                <a:lnTo>
                  <a:pt x="12798" y="57395"/>
                </a:lnTo>
                <a:cubicBezTo>
                  <a:pt x="12877" y="57350"/>
                  <a:pt x="12944" y="57306"/>
                  <a:pt x="13010" y="57262"/>
                </a:cubicBezTo>
                <a:cubicBezTo>
                  <a:pt x="12995" y="57188"/>
                  <a:pt x="12995" y="57144"/>
                  <a:pt x="12995" y="57100"/>
                </a:cubicBezTo>
                <a:cubicBezTo>
                  <a:pt x="12936" y="57115"/>
                  <a:pt x="12907" y="57159"/>
                  <a:pt x="12848" y="57173"/>
                </a:cubicBezTo>
                <a:cubicBezTo>
                  <a:pt x="12816" y="57181"/>
                  <a:pt x="12793" y="57198"/>
                  <a:pt x="12769" y="57214"/>
                </a:cubicBezTo>
                <a:lnTo>
                  <a:pt x="12769" y="57214"/>
                </a:lnTo>
                <a:cubicBezTo>
                  <a:pt x="12766" y="57195"/>
                  <a:pt x="12763" y="57177"/>
                  <a:pt x="12760" y="57159"/>
                </a:cubicBezTo>
                <a:cubicBezTo>
                  <a:pt x="12848" y="57100"/>
                  <a:pt x="12936" y="57041"/>
                  <a:pt x="13054" y="56982"/>
                </a:cubicBezTo>
                <a:cubicBezTo>
                  <a:pt x="13062" y="57054"/>
                  <a:pt x="13070" y="57125"/>
                  <a:pt x="13083" y="57199"/>
                </a:cubicBezTo>
                <a:lnTo>
                  <a:pt x="13083" y="57199"/>
                </a:lnTo>
                <a:cubicBezTo>
                  <a:pt x="13079" y="57140"/>
                  <a:pt x="13069" y="57088"/>
                  <a:pt x="13069" y="57026"/>
                </a:cubicBezTo>
                <a:cubicBezTo>
                  <a:pt x="13116" y="57003"/>
                  <a:pt x="13162" y="56980"/>
                  <a:pt x="13202" y="56956"/>
                </a:cubicBezTo>
                <a:lnTo>
                  <a:pt x="13202" y="56956"/>
                </a:lnTo>
                <a:cubicBezTo>
                  <a:pt x="13209" y="57018"/>
                  <a:pt x="13216" y="57083"/>
                  <a:pt x="13226" y="57150"/>
                </a:cubicBezTo>
                <a:lnTo>
                  <a:pt x="13226" y="57150"/>
                </a:lnTo>
                <a:lnTo>
                  <a:pt x="13363" y="57070"/>
                </a:lnTo>
                <a:cubicBezTo>
                  <a:pt x="13349" y="56997"/>
                  <a:pt x="13349" y="56938"/>
                  <a:pt x="13363" y="56864"/>
                </a:cubicBezTo>
                <a:lnTo>
                  <a:pt x="13363" y="56864"/>
                </a:lnTo>
                <a:cubicBezTo>
                  <a:pt x="13348" y="56868"/>
                  <a:pt x="13335" y="56873"/>
                  <a:pt x="13323" y="56878"/>
                </a:cubicBezTo>
                <a:lnTo>
                  <a:pt x="13323" y="56878"/>
                </a:lnTo>
                <a:lnTo>
                  <a:pt x="13408" y="56827"/>
                </a:lnTo>
                <a:lnTo>
                  <a:pt x="13408" y="56827"/>
                </a:lnTo>
                <a:cubicBezTo>
                  <a:pt x="13410" y="56891"/>
                  <a:pt x="13422" y="56945"/>
                  <a:pt x="13422" y="57012"/>
                </a:cubicBezTo>
                <a:lnTo>
                  <a:pt x="13500" y="56966"/>
                </a:lnTo>
                <a:lnTo>
                  <a:pt x="13500" y="56966"/>
                </a:lnTo>
                <a:cubicBezTo>
                  <a:pt x="13845" y="59193"/>
                  <a:pt x="15079" y="61317"/>
                  <a:pt x="17131" y="63281"/>
                </a:cubicBezTo>
                <a:cubicBezTo>
                  <a:pt x="17410" y="63560"/>
                  <a:pt x="17719" y="63825"/>
                  <a:pt x="18058" y="64120"/>
                </a:cubicBezTo>
                <a:cubicBezTo>
                  <a:pt x="19323" y="65253"/>
                  <a:pt x="20736" y="66607"/>
                  <a:pt x="21178" y="68314"/>
                </a:cubicBezTo>
                <a:cubicBezTo>
                  <a:pt x="21413" y="69241"/>
                  <a:pt x="21472" y="69991"/>
                  <a:pt x="21310" y="70683"/>
                </a:cubicBezTo>
                <a:cubicBezTo>
                  <a:pt x="21104" y="71537"/>
                  <a:pt x="20604" y="72420"/>
                  <a:pt x="19868" y="73214"/>
                </a:cubicBezTo>
                <a:cubicBezTo>
                  <a:pt x="19603" y="73509"/>
                  <a:pt x="19279" y="73788"/>
                  <a:pt x="18955" y="74068"/>
                </a:cubicBezTo>
                <a:cubicBezTo>
                  <a:pt x="18279" y="74598"/>
                  <a:pt x="17543" y="75069"/>
                  <a:pt x="16822" y="75510"/>
                </a:cubicBezTo>
                <a:cubicBezTo>
                  <a:pt x="16380" y="75790"/>
                  <a:pt x="15894" y="76084"/>
                  <a:pt x="15482" y="76378"/>
                </a:cubicBezTo>
                <a:cubicBezTo>
                  <a:pt x="14173" y="77276"/>
                  <a:pt x="12995" y="78350"/>
                  <a:pt x="11980" y="79557"/>
                </a:cubicBezTo>
                <a:cubicBezTo>
                  <a:pt x="11156" y="80572"/>
                  <a:pt x="10567" y="81544"/>
                  <a:pt x="10184" y="82544"/>
                </a:cubicBezTo>
                <a:cubicBezTo>
                  <a:pt x="9978" y="83089"/>
                  <a:pt x="9831" y="83648"/>
                  <a:pt x="9758" y="84193"/>
                </a:cubicBezTo>
                <a:cubicBezTo>
                  <a:pt x="9684" y="84811"/>
                  <a:pt x="9684" y="85473"/>
                  <a:pt x="9758" y="86238"/>
                </a:cubicBezTo>
                <a:cubicBezTo>
                  <a:pt x="9920" y="87813"/>
                  <a:pt x="10346" y="89314"/>
                  <a:pt x="11023" y="90653"/>
                </a:cubicBezTo>
                <a:lnTo>
                  <a:pt x="11082" y="90609"/>
                </a:lnTo>
                <a:cubicBezTo>
                  <a:pt x="10405" y="89270"/>
                  <a:pt x="9978" y="87798"/>
                  <a:pt x="9817" y="86224"/>
                </a:cubicBezTo>
                <a:cubicBezTo>
                  <a:pt x="9743" y="85444"/>
                  <a:pt x="9714" y="84781"/>
                  <a:pt x="9817" y="84193"/>
                </a:cubicBezTo>
                <a:cubicBezTo>
                  <a:pt x="9890" y="83663"/>
                  <a:pt x="10008" y="83104"/>
                  <a:pt x="10229" y="82559"/>
                </a:cubicBezTo>
                <a:cubicBezTo>
                  <a:pt x="10597" y="81558"/>
                  <a:pt x="11185" y="80602"/>
                  <a:pt x="12024" y="79601"/>
                </a:cubicBezTo>
                <a:cubicBezTo>
                  <a:pt x="13025" y="78380"/>
                  <a:pt x="14187" y="77320"/>
                  <a:pt x="15497" y="76408"/>
                </a:cubicBezTo>
                <a:cubicBezTo>
                  <a:pt x="15939" y="76113"/>
                  <a:pt x="16395" y="75819"/>
                  <a:pt x="16836" y="75554"/>
                </a:cubicBezTo>
                <a:cubicBezTo>
                  <a:pt x="17557" y="75113"/>
                  <a:pt x="18308" y="74642"/>
                  <a:pt x="18985" y="74097"/>
                </a:cubicBezTo>
                <a:cubicBezTo>
                  <a:pt x="19323" y="73818"/>
                  <a:pt x="19632" y="73538"/>
                  <a:pt x="19927" y="73244"/>
                </a:cubicBezTo>
                <a:cubicBezTo>
                  <a:pt x="20677" y="72464"/>
                  <a:pt x="21178" y="71551"/>
                  <a:pt x="21384" y="70668"/>
                </a:cubicBezTo>
                <a:cubicBezTo>
                  <a:pt x="21546" y="69977"/>
                  <a:pt x="21516" y="69226"/>
                  <a:pt x="21251" y="68284"/>
                </a:cubicBezTo>
                <a:cubicBezTo>
                  <a:pt x="20795" y="66548"/>
                  <a:pt x="19382" y="65209"/>
                  <a:pt x="18087" y="64075"/>
                </a:cubicBezTo>
                <a:cubicBezTo>
                  <a:pt x="17763" y="63781"/>
                  <a:pt x="17440" y="63501"/>
                  <a:pt x="17175" y="63222"/>
                </a:cubicBezTo>
                <a:cubicBezTo>
                  <a:pt x="15134" y="61255"/>
                  <a:pt x="13899" y="59156"/>
                  <a:pt x="13572" y="56925"/>
                </a:cubicBezTo>
                <a:lnTo>
                  <a:pt x="13572" y="56925"/>
                </a:lnTo>
                <a:lnTo>
                  <a:pt x="13500" y="56966"/>
                </a:lnTo>
                <a:lnTo>
                  <a:pt x="13500" y="56966"/>
                </a:lnTo>
                <a:cubicBezTo>
                  <a:pt x="13499" y="56957"/>
                  <a:pt x="13497" y="56947"/>
                  <a:pt x="13496" y="56938"/>
                </a:cubicBezTo>
                <a:cubicBezTo>
                  <a:pt x="13496" y="56879"/>
                  <a:pt x="13466" y="56835"/>
                  <a:pt x="13466" y="56791"/>
                </a:cubicBezTo>
                <a:lnTo>
                  <a:pt x="13408" y="56827"/>
                </a:lnTo>
                <a:lnTo>
                  <a:pt x="13408" y="56827"/>
                </a:lnTo>
                <a:cubicBezTo>
                  <a:pt x="13408" y="56820"/>
                  <a:pt x="13407" y="56813"/>
                  <a:pt x="13407" y="56806"/>
                </a:cubicBezTo>
                <a:cubicBezTo>
                  <a:pt x="13496" y="56747"/>
                  <a:pt x="13584" y="56688"/>
                  <a:pt x="13672" y="56614"/>
                </a:cubicBezTo>
                <a:cubicBezTo>
                  <a:pt x="13672" y="56634"/>
                  <a:pt x="13673" y="56653"/>
                  <a:pt x="13675" y="56670"/>
                </a:cubicBezTo>
                <a:lnTo>
                  <a:pt x="13675" y="56670"/>
                </a:lnTo>
                <a:cubicBezTo>
                  <a:pt x="13700" y="56656"/>
                  <a:pt x="13724" y="56641"/>
                  <a:pt x="13747" y="56626"/>
                </a:cubicBezTo>
                <a:lnTo>
                  <a:pt x="13747" y="56626"/>
                </a:lnTo>
                <a:cubicBezTo>
                  <a:pt x="13753" y="56688"/>
                  <a:pt x="13775" y="56741"/>
                  <a:pt x="13775" y="56806"/>
                </a:cubicBezTo>
                <a:cubicBezTo>
                  <a:pt x="13793" y="56791"/>
                  <a:pt x="13811" y="56778"/>
                  <a:pt x="13830" y="56766"/>
                </a:cubicBezTo>
                <a:lnTo>
                  <a:pt x="13830" y="56766"/>
                </a:lnTo>
                <a:cubicBezTo>
                  <a:pt x="14165" y="58967"/>
                  <a:pt x="15391" y="61085"/>
                  <a:pt x="17440" y="63119"/>
                </a:cubicBezTo>
                <a:cubicBezTo>
                  <a:pt x="17734" y="63413"/>
                  <a:pt x="18058" y="63693"/>
                  <a:pt x="18382" y="64002"/>
                </a:cubicBezTo>
                <a:cubicBezTo>
                  <a:pt x="19780" y="65253"/>
                  <a:pt x="21163" y="66636"/>
                  <a:pt x="21560" y="68358"/>
                </a:cubicBezTo>
                <a:cubicBezTo>
                  <a:pt x="21766" y="69241"/>
                  <a:pt x="21781" y="69991"/>
                  <a:pt x="21604" y="70698"/>
                </a:cubicBezTo>
                <a:cubicBezTo>
                  <a:pt x="21384" y="71537"/>
                  <a:pt x="20883" y="72405"/>
                  <a:pt x="20162" y="73170"/>
                </a:cubicBezTo>
                <a:cubicBezTo>
                  <a:pt x="19897" y="73464"/>
                  <a:pt x="19603" y="73744"/>
                  <a:pt x="19265" y="74024"/>
                </a:cubicBezTo>
                <a:cubicBezTo>
                  <a:pt x="18617" y="74553"/>
                  <a:pt x="17925" y="75010"/>
                  <a:pt x="17219" y="75466"/>
                </a:cubicBezTo>
                <a:cubicBezTo>
                  <a:pt x="16777" y="75760"/>
                  <a:pt x="16307" y="76040"/>
                  <a:pt x="15880" y="76378"/>
                </a:cubicBezTo>
                <a:cubicBezTo>
                  <a:pt x="14599" y="77305"/>
                  <a:pt x="13452" y="78409"/>
                  <a:pt x="12495" y="79631"/>
                </a:cubicBezTo>
                <a:cubicBezTo>
                  <a:pt x="11730" y="80631"/>
                  <a:pt x="11141" y="81632"/>
                  <a:pt x="10773" y="82633"/>
                </a:cubicBezTo>
                <a:cubicBezTo>
                  <a:pt x="10567" y="83163"/>
                  <a:pt x="10435" y="83722"/>
                  <a:pt x="10361" y="84266"/>
                </a:cubicBezTo>
                <a:cubicBezTo>
                  <a:pt x="10287" y="84870"/>
                  <a:pt x="10273" y="85547"/>
                  <a:pt x="10346" y="86297"/>
                </a:cubicBezTo>
                <a:cubicBezTo>
                  <a:pt x="10494" y="87872"/>
                  <a:pt x="10891" y="89343"/>
                  <a:pt x="11583" y="90668"/>
                </a:cubicBezTo>
                <a:lnTo>
                  <a:pt x="11627" y="90638"/>
                </a:lnTo>
                <a:cubicBezTo>
                  <a:pt x="10950" y="89314"/>
                  <a:pt x="10552" y="87842"/>
                  <a:pt x="10420" y="86268"/>
                </a:cubicBezTo>
                <a:cubicBezTo>
                  <a:pt x="10346" y="85517"/>
                  <a:pt x="10361" y="84870"/>
                  <a:pt x="10435" y="84266"/>
                </a:cubicBezTo>
                <a:cubicBezTo>
                  <a:pt x="10508" y="83736"/>
                  <a:pt x="10641" y="83177"/>
                  <a:pt x="10847" y="82647"/>
                </a:cubicBezTo>
                <a:cubicBezTo>
                  <a:pt x="11215" y="81676"/>
                  <a:pt x="11774" y="80661"/>
                  <a:pt x="12554" y="79675"/>
                </a:cubicBezTo>
                <a:cubicBezTo>
                  <a:pt x="13510" y="78439"/>
                  <a:pt x="14644" y="77350"/>
                  <a:pt x="15924" y="76437"/>
                </a:cubicBezTo>
                <a:cubicBezTo>
                  <a:pt x="16365" y="76113"/>
                  <a:pt x="16822" y="75804"/>
                  <a:pt x="17263" y="75510"/>
                </a:cubicBezTo>
                <a:cubicBezTo>
                  <a:pt x="17940" y="75069"/>
                  <a:pt x="18661" y="74612"/>
                  <a:pt x="19309" y="74083"/>
                </a:cubicBezTo>
                <a:cubicBezTo>
                  <a:pt x="19632" y="73803"/>
                  <a:pt x="19941" y="73523"/>
                  <a:pt x="20206" y="73229"/>
                </a:cubicBezTo>
                <a:cubicBezTo>
                  <a:pt x="20942" y="72434"/>
                  <a:pt x="21443" y="71581"/>
                  <a:pt x="21663" y="70712"/>
                </a:cubicBezTo>
                <a:cubicBezTo>
                  <a:pt x="21840" y="70006"/>
                  <a:pt x="21825" y="69241"/>
                  <a:pt x="21619" y="68343"/>
                </a:cubicBezTo>
                <a:cubicBezTo>
                  <a:pt x="21222" y="66592"/>
                  <a:pt x="19824" y="65194"/>
                  <a:pt x="18426" y="63943"/>
                </a:cubicBezTo>
                <a:cubicBezTo>
                  <a:pt x="18072" y="63634"/>
                  <a:pt x="17778" y="63354"/>
                  <a:pt x="17484" y="63060"/>
                </a:cubicBezTo>
                <a:cubicBezTo>
                  <a:pt x="15427" y="61046"/>
                  <a:pt x="14230" y="58922"/>
                  <a:pt x="13892" y="56726"/>
                </a:cubicBezTo>
                <a:lnTo>
                  <a:pt x="13892" y="56726"/>
                </a:lnTo>
                <a:cubicBezTo>
                  <a:pt x="13871" y="56739"/>
                  <a:pt x="13850" y="56752"/>
                  <a:pt x="13830" y="56766"/>
                </a:cubicBezTo>
                <a:lnTo>
                  <a:pt x="13830" y="56766"/>
                </a:lnTo>
                <a:cubicBezTo>
                  <a:pt x="13821" y="56705"/>
                  <a:pt x="13813" y="56645"/>
                  <a:pt x="13805" y="56585"/>
                </a:cubicBezTo>
                <a:cubicBezTo>
                  <a:pt x="13786" y="56599"/>
                  <a:pt x="13767" y="56613"/>
                  <a:pt x="13747" y="56626"/>
                </a:cubicBezTo>
                <a:lnTo>
                  <a:pt x="13747" y="56626"/>
                </a:lnTo>
                <a:cubicBezTo>
                  <a:pt x="13746" y="56618"/>
                  <a:pt x="13746" y="56609"/>
                  <a:pt x="13746" y="56599"/>
                </a:cubicBezTo>
                <a:cubicBezTo>
                  <a:pt x="13788" y="56576"/>
                  <a:pt x="13827" y="56554"/>
                  <a:pt x="13864" y="56532"/>
                </a:cubicBezTo>
                <a:lnTo>
                  <a:pt x="13864" y="56532"/>
                </a:lnTo>
                <a:cubicBezTo>
                  <a:pt x="13873" y="56597"/>
                  <a:pt x="13882" y="56662"/>
                  <a:pt x="13892" y="56726"/>
                </a:cubicBezTo>
                <a:lnTo>
                  <a:pt x="13892" y="56726"/>
                </a:lnTo>
                <a:cubicBezTo>
                  <a:pt x="13935" y="56700"/>
                  <a:pt x="13980" y="56674"/>
                  <a:pt x="14025" y="56644"/>
                </a:cubicBezTo>
                <a:lnTo>
                  <a:pt x="14025" y="56599"/>
                </a:lnTo>
                <a:cubicBezTo>
                  <a:pt x="14011" y="56557"/>
                  <a:pt x="14011" y="56501"/>
                  <a:pt x="14011" y="56431"/>
                </a:cubicBezTo>
                <a:lnTo>
                  <a:pt x="14011" y="56431"/>
                </a:lnTo>
                <a:cubicBezTo>
                  <a:pt x="14002" y="56437"/>
                  <a:pt x="13993" y="56442"/>
                  <a:pt x="13984" y="56448"/>
                </a:cubicBezTo>
                <a:lnTo>
                  <a:pt x="13984" y="56448"/>
                </a:lnTo>
                <a:cubicBezTo>
                  <a:pt x="13993" y="56440"/>
                  <a:pt x="14002" y="56432"/>
                  <a:pt x="14011" y="56423"/>
                </a:cubicBezTo>
                <a:cubicBezTo>
                  <a:pt x="14011" y="56426"/>
                  <a:pt x="14011" y="56428"/>
                  <a:pt x="14011" y="56431"/>
                </a:cubicBezTo>
                <a:lnTo>
                  <a:pt x="14011" y="56431"/>
                </a:lnTo>
                <a:cubicBezTo>
                  <a:pt x="14044" y="56410"/>
                  <a:pt x="14078" y="56388"/>
                  <a:pt x="14114" y="56364"/>
                </a:cubicBezTo>
                <a:cubicBezTo>
                  <a:pt x="14114" y="56368"/>
                  <a:pt x="14115" y="56372"/>
                  <a:pt x="14115" y="56376"/>
                </a:cubicBezTo>
                <a:lnTo>
                  <a:pt x="14115" y="56376"/>
                </a:lnTo>
                <a:cubicBezTo>
                  <a:pt x="14132" y="56363"/>
                  <a:pt x="14148" y="56351"/>
                  <a:pt x="14164" y="56338"/>
                </a:cubicBezTo>
                <a:lnTo>
                  <a:pt x="14164" y="56338"/>
                </a:lnTo>
                <a:cubicBezTo>
                  <a:pt x="14171" y="56399"/>
                  <a:pt x="14180" y="56459"/>
                  <a:pt x="14189" y="56520"/>
                </a:cubicBezTo>
                <a:lnTo>
                  <a:pt x="14189" y="56520"/>
                </a:lnTo>
                <a:cubicBezTo>
                  <a:pt x="14236" y="56487"/>
                  <a:pt x="14283" y="56457"/>
                  <a:pt x="14335" y="56423"/>
                </a:cubicBezTo>
                <a:cubicBezTo>
                  <a:pt x="14320" y="56349"/>
                  <a:pt x="14320" y="56276"/>
                  <a:pt x="14320" y="56217"/>
                </a:cubicBezTo>
                <a:cubicBezTo>
                  <a:pt x="14264" y="56254"/>
                  <a:pt x="14215" y="56297"/>
                  <a:pt x="14164" y="56338"/>
                </a:cubicBezTo>
                <a:lnTo>
                  <a:pt x="14164" y="56338"/>
                </a:lnTo>
                <a:cubicBezTo>
                  <a:pt x="14162" y="56322"/>
                  <a:pt x="14160" y="56306"/>
                  <a:pt x="14158" y="56290"/>
                </a:cubicBezTo>
                <a:cubicBezTo>
                  <a:pt x="14231" y="56232"/>
                  <a:pt x="14320" y="56173"/>
                  <a:pt x="14393" y="56099"/>
                </a:cubicBezTo>
                <a:cubicBezTo>
                  <a:pt x="14395" y="56114"/>
                  <a:pt x="14397" y="56130"/>
                  <a:pt x="14399" y="56145"/>
                </a:cubicBezTo>
                <a:lnTo>
                  <a:pt x="14399" y="56145"/>
                </a:lnTo>
                <a:cubicBezTo>
                  <a:pt x="14431" y="56125"/>
                  <a:pt x="14465" y="56100"/>
                  <a:pt x="14499" y="56073"/>
                </a:cubicBezTo>
                <a:lnTo>
                  <a:pt x="14499" y="56073"/>
                </a:lnTo>
                <a:cubicBezTo>
                  <a:pt x="14507" y="56141"/>
                  <a:pt x="14516" y="56208"/>
                  <a:pt x="14526" y="56275"/>
                </a:cubicBezTo>
                <a:lnTo>
                  <a:pt x="14526" y="56275"/>
                </a:lnTo>
                <a:cubicBezTo>
                  <a:pt x="14561" y="56251"/>
                  <a:pt x="14597" y="56228"/>
                  <a:pt x="14629" y="56202"/>
                </a:cubicBezTo>
                <a:cubicBezTo>
                  <a:pt x="14629" y="56129"/>
                  <a:pt x="14629" y="56055"/>
                  <a:pt x="14614" y="55981"/>
                </a:cubicBezTo>
                <a:cubicBezTo>
                  <a:pt x="14578" y="56010"/>
                  <a:pt x="14538" y="56043"/>
                  <a:pt x="14499" y="56073"/>
                </a:cubicBezTo>
                <a:lnTo>
                  <a:pt x="14499" y="56073"/>
                </a:lnTo>
                <a:cubicBezTo>
                  <a:pt x="14498" y="56067"/>
                  <a:pt x="14497" y="56061"/>
                  <a:pt x="14496" y="56055"/>
                </a:cubicBezTo>
                <a:cubicBezTo>
                  <a:pt x="14570" y="55996"/>
                  <a:pt x="14644" y="55937"/>
                  <a:pt x="14747" y="55864"/>
                </a:cubicBezTo>
                <a:cubicBezTo>
                  <a:pt x="14747" y="55870"/>
                  <a:pt x="14748" y="55877"/>
                  <a:pt x="14749" y="55884"/>
                </a:cubicBezTo>
                <a:lnTo>
                  <a:pt x="14749" y="55884"/>
                </a:lnTo>
                <a:cubicBezTo>
                  <a:pt x="14760" y="55875"/>
                  <a:pt x="14771" y="55866"/>
                  <a:pt x="14782" y="55857"/>
                </a:cubicBezTo>
                <a:lnTo>
                  <a:pt x="14782" y="55857"/>
                </a:lnTo>
                <a:cubicBezTo>
                  <a:pt x="14790" y="55930"/>
                  <a:pt x="14800" y="56003"/>
                  <a:pt x="14810" y="56076"/>
                </a:cubicBezTo>
                <a:lnTo>
                  <a:pt x="14810" y="56076"/>
                </a:lnTo>
                <a:cubicBezTo>
                  <a:pt x="14849" y="56044"/>
                  <a:pt x="14886" y="56011"/>
                  <a:pt x="14923" y="55981"/>
                </a:cubicBezTo>
                <a:cubicBezTo>
                  <a:pt x="14923" y="55908"/>
                  <a:pt x="14923" y="55820"/>
                  <a:pt x="14908" y="55761"/>
                </a:cubicBezTo>
                <a:cubicBezTo>
                  <a:pt x="14863" y="55791"/>
                  <a:pt x="14821" y="55825"/>
                  <a:pt x="14782" y="55857"/>
                </a:cubicBezTo>
                <a:lnTo>
                  <a:pt x="14782" y="55857"/>
                </a:lnTo>
                <a:cubicBezTo>
                  <a:pt x="14780" y="55840"/>
                  <a:pt x="14778" y="55822"/>
                  <a:pt x="14776" y="55805"/>
                </a:cubicBezTo>
                <a:cubicBezTo>
                  <a:pt x="14850" y="55761"/>
                  <a:pt x="14923" y="55687"/>
                  <a:pt x="14997" y="55628"/>
                </a:cubicBezTo>
                <a:cubicBezTo>
                  <a:pt x="14999" y="55647"/>
                  <a:pt x="15001" y="55665"/>
                  <a:pt x="15004" y="55684"/>
                </a:cubicBezTo>
                <a:lnTo>
                  <a:pt x="15004" y="55684"/>
                </a:lnTo>
                <a:cubicBezTo>
                  <a:pt x="15023" y="55668"/>
                  <a:pt x="15042" y="55651"/>
                  <a:pt x="15061" y="55635"/>
                </a:cubicBezTo>
                <a:lnTo>
                  <a:pt x="15061" y="55635"/>
                </a:lnTo>
                <a:cubicBezTo>
                  <a:pt x="15070" y="55705"/>
                  <a:pt x="15079" y="55775"/>
                  <a:pt x="15089" y="55844"/>
                </a:cubicBezTo>
                <a:lnTo>
                  <a:pt x="15089" y="55844"/>
                </a:lnTo>
                <a:cubicBezTo>
                  <a:pt x="15132" y="55807"/>
                  <a:pt x="15175" y="55772"/>
                  <a:pt x="15217" y="55746"/>
                </a:cubicBezTo>
                <a:cubicBezTo>
                  <a:pt x="15203" y="55672"/>
                  <a:pt x="15203" y="55569"/>
                  <a:pt x="15203" y="55525"/>
                </a:cubicBezTo>
                <a:cubicBezTo>
                  <a:pt x="15156" y="55553"/>
                  <a:pt x="15109" y="55594"/>
                  <a:pt x="15061" y="55635"/>
                </a:cubicBezTo>
                <a:lnTo>
                  <a:pt x="15061" y="55635"/>
                </a:lnTo>
                <a:cubicBezTo>
                  <a:pt x="15059" y="55618"/>
                  <a:pt x="15057" y="55601"/>
                  <a:pt x="15056" y="55584"/>
                </a:cubicBezTo>
                <a:cubicBezTo>
                  <a:pt x="16145" y="54672"/>
                  <a:pt x="16954" y="53641"/>
                  <a:pt x="17484" y="52523"/>
                </a:cubicBezTo>
                <a:cubicBezTo>
                  <a:pt x="17823" y="51793"/>
                  <a:pt x="18026" y="51022"/>
                  <a:pt x="18097" y="50259"/>
                </a:cubicBezTo>
                <a:lnTo>
                  <a:pt x="18097" y="50259"/>
                </a:lnTo>
                <a:cubicBezTo>
                  <a:pt x="18042" y="50981"/>
                  <a:pt x="17864" y="51712"/>
                  <a:pt x="17557" y="52405"/>
                </a:cubicBezTo>
                <a:cubicBezTo>
                  <a:pt x="17086" y="53494"/>
                  <a:pt x="16307" y="54524"/>
                  <a:pt x="15262" y="55452"/>
                </a:cubicBezTo>
                <a:cubicBezTo>
                  <a:pt x="15262" y="55525"/>
                  <a:pt x="15276" y="55613"/>
                  <a:pt x="15276" y="55687"/>
                </a:cubicBezTo>
                <a:cubicBezTo>
                  <a:pt x="16351" y="54760"/>
                  <a:pt x="17131" y="53759"/>
                  <a:pt x="17646" y="52670"/>
                </a:cubicBezTo>
                <a:cubicBezTo>
                  <a:pt x="18669" y="50497"/>
                  <a:pt x="18443" y="47980"/>
                  <a:pt x="17116" y="46379"/>
                </a:cubicBezTo>
                <a:lnTo>
                  <a:pt x="17116" y="46379"/>
                </a:lnTo>
                <a:cubicBezTo>
                  <a:pt x="17896" y="47431"/>
                  <a:pt x="18229" y="48831"/>
                  <a:pt x="18097" y="50259"/>
                </a:cubicBezTo>
                <a:lnTo>
                  <a:pt x="18097" y="50259"/>
                </a:lnTo>
                <a:cubicBezTo>
                  <a:pt x="18213" y="48729"/>
                  <a:pt x="17776" y="47235"/>
                  <a:pt x="16836" y="46195"/>
                </a:cubicBezTo>
                <a:cubicBezTo>
                  <a:pt x="16895" y="46195"/>
                  <a:pt x="16939" y="46210"/>
                  <a:pt x="16969" y="46210"/>
                </a:cubicBezTo>
                <a:cubicBezTo>
                  <a:pt x="17019" y="46265"/>
                  <a:pt x="17068" y="46321"/>
                  <a:pt x="17116" y="46379"/>
                </a:cubicBezTo>
                <a:lnTo>
                  <a:pt x="17116" y="46379"/>
                </a:lnTo>
                <a:cubicBezTo>
                  <a:pt x="17011" y="46237"/>
                  <a:pt x="16898" y="46102"/>
                  <a:pt x="16777" y="45974"/>
                </a:cubicBezTo>
                <a:cubicBezTo>
                  <a:pt x="16763" y="45945"/>
                  <a:pt x="16748" y="45915"/>
                  <a:pt x="16704" y="45901"/>
                </a:cubicBezTo>
                <a:lnTo>
                  <a:pt x="16660" y="45930"/>
                </a:lnTo>
                <a:cubicBezTo>
                  <a:pt x="16616" y="45915"/>
                  <a:pt x="16557" y="45915"/>
                  <a:pt x="16527" y="45901"/>
                </a:cubicBezTo>
                <a:cubicBezTo>
                  <a:pt x="16513" y="45871"/>
                  <a:pt x="16483" y="45842"/>
                  <a:pt x="16454" y="45827"/>
                </a:cubicBezTo>
                <a:lnTo>
                  <a:pt x="16410" y="45857"/>
                </a:lnTo>
                <a:cubicBezTo>
                  <a:pt x="16365" y="45842"/>
                  <a:pt x="16307" y="45827"/>
                  <a:pt x="16262" y="45798"/>
                </a:cubicBezTo>
                <a:lnTo>
                  <a:pt x="16218" y="45754"/>
                </a:lnTo>
                <a:lnTo>
                  <a:pt x="16174" y="45783"/>
                </a:lnTo>
                <a:cubicBezTo>
                  <a:pt x="16100" y="45768"/>
                  <a:pt x="16042" y="45724"/>
                  <a:pt x="15968" y="45709"/>
                </a:cubicBezTo>
                <a:lnTo>
                  <a:pt x="15953" y="45695"/>
                </a:lnTo>
                <a:lnTo>
                  <a:pt x="15939" y="45709"/>
                </a:lnTo>
                <a:cubicBezTo>
                  <a:pt x="15438" y="45503"/>
                  <a:pt x="14982" y="45209"/>
                  <a:pt x="14555" y="44871"/>
                </a:cubicBezTo>
                <a:cubicBezTo>
                  <a:pt x="14555" y="44871"/>
                  <a:pt x="14541" y="44871"/>
                  <a:pt x="14541" y="44841"/>
                </a:cubicBezTo>
                <a:lnTo>
                  <a:pt x="14482" y="44797"/>
                </a:lnTo>
                <a:cubicBezTo>
                  <a:pt x="14114" y="44458"/>
                  <a:pt x="13790" y="44061"/>
                  <a:pt x="13510" y="43620"/>
                </a:cubicBezTo>
                <a:cubicBezTo>
                  <a:pt x="13437" y="43487"/>
                  <a:pt x="13363" y="43355"/>
                  <a:pt x="13304" y="43222"/>
                </a:cubicBezTo>
                <a:cubicBezTo>
                  <a:pt x="13303" y="43219"/>
                  <a:pt x="13301" y="43215"/>
                  <a:pt x="13299" y="43211"/>
                </a:cubicBezTo>
                <a:lnTo>
                  <a:pt x="13299" y="43211"/>
                </a:lnTo>
                <a:cubicBezTo>
                  <a:pt x="13303" y="43223"/>
                  <a:pt x="13304" y="43236"/>
                  <a:pt x="13304" y="43252"/>
                </a:cubicBezTo>
                <a:cubicBezTo>
                  <a:pt x="13319" y="43311"/>
                  <a:pt x="13363" y="43355"/>
                  <a:pt x="13378" y="43428"/>
                </a:cubicBezTo>
                <a:cubicBezTo>
                  <a:pt x="13363" y="43399"/>
                  <a:pt x="13349" y="43384"/>
                  <a:pt x="13334" y="43340"/>
                </a:cubicBezTo>
                <a:cubicBezTo>
                  <a:pt x="13304" y="43281"/>
                  <a:pt x="13275" y="43208"/>
                  <a:pt x="13260" y="43163"/>
                </a:cubicBezTo>
                <a:lnTo>
                  <a:pt x="13260" y="43163"/>
                </a:lnTo>
                <a:cubicBezTo>
                  <a:pt x="13271" y="43169"/>
                  <a:pt x="13281" y="43177"/>
                  <a:pt x="13288" y="43187"/>
                </a:cubicBezTo>
                <a:lnTo>
                  <a:pt x="13288" y="43187"/>
                </a:lnTo>
                <a:cubicBezTo>
                  <a:pt x="13201" y="43002"/>
                  <a:pt x="13120" y="42813"/>
                  <a:pt x="13054" y="42618"/>
                </a:cubicBezTo>
                <a:lnTo>
                  <a:pt x="13054" y="42618"/>
                </a:lnTo>
                <a:cubicBezTo>
                  <a:pt x="13070" y="42695"/>
                  <a:pt x="13091" y="42764"/>
                  <a:pt x="13113" y="42840"/>
                </a:cubicBezTo>
                <a:cubicBezTo>
                  <a:pt x="13069" y="42766"/>
                  <a:pt x="13054" y="42693"/>
                  <a:pt x="13010" y="42619"/>
                </a:cubicBezTo>
                <a:lnTo>
                  <a:pt x="12972" y="42341"/>
                </a:lnTo>
                <a:lnTo>
                  <a:pt x="12972" y="42341"/>
                </a:lnTo>
                <a:cubicBezTo>
                  <a:pt x="12995" y="42434"/>
                  <a:pt x="13023" y="42526"/>
                  <a:pt x="13054" y="42618"/>
                </a:cubicBezTo>
                <a:lnTo>
                  <a:pt x="13054" y="42618"/>
                </a:lnTo>
                <a:cubicBezTo>
                  <a:pt x="13048" y="42590"/>
                  <a:pt x="13043" y="42561"/>
                  <a:pt x="13039" y="42531"/>
                </a:cubicBezTo>
                <a:cubicBezTo>
                  <a:pt x="12995" y="42457"/>
                  <a:pt x="12981" y="42369"/>
                  <a:pt x="12966" y="42295"/>
                </a:cubicBezTo>
                <a:lnTo>
                  <a:pt x="12966" y="42295"/>
                </a:lnTo>
                <a:lnTo>
                  <a:pt x="12972" y="42341"/>
                </a:lnTo>
                <a:lnTo>
                  <a:pt x="12972" y="42341"/>
                </a:lnTo>
                <a:cubicBezTo>
                  <a:pt x="12965" y="42311"/>
                  <a:pt x="12958" y="42281"/>
                  <a:pt x="12951" y="42251"/>
                </a:cubicBezTo>
                <a:cubicBezTo>
                  <a:pt x="12833" y="41677"/>
                  <a:pt x="12775" y="41074"/>
                  <a:pt x="12848" y="40485"/>
                </a:cubicBezTo>
                <a:cubicBezTo>
                  <a:pt x="12871" y="40316"/>
                  <a:pt x="12898" y="40148"/>
                  <a:pt x="12931" y="39983"/>
                </a:cubicBezTo>
                <a:lnTo>
                  <a:pt x="12931" y="39983"/>
                </a:lnTo>
                <a:cubicBezTo>
                  <a:pt x="12907" y="40060"/>
                  <a:pt x="12883" y="40139"/>
                  <a:pt x="12863" y="40220"/>
                </a:cubicBezTo>
                <a:cubicBezTo>
                  <a:pt x="12892" y="40088"/>
                  <a:pt x="12907" y="39955"/>
                  <a:pt x="12922" y="39852"/>
                </a:cubicBezTo>
                <a:cubicBezTo>
                  <a:pt x="12981" y="39676"/>
                  <a:pt x="13039" y="39528"/>
                  <a:pt x="13084" y="39367"/>
                </a:cubicBezTo>
                <a:lnTo>
                  <a:pt x="13084" y="39367"/>
                </a:lnTo>
                <a:cubicBezTo>
                  <a:pt x="13079" y="39385"/>
                  <a:pt x="13075" y="39402"/>
                  <a:pt x="13071" y="39420"/>
                </a:cubicBezTo>
                <a:lnTo>
                  <a:pt x="13071" y="39420"/>
                </a:lnTo>
                <a:cubicBezTo>
                  <a:pt x="13093" y="39348"/>
                  <a:pt x="13117" y="39276"/>
                  <a:pt x="13142" y="39205"/>
                </a:cubicBezTo>
                <a:cubicBezTo>
                  <a:pt x="13157" y="39131"/>
                  <a:pt x="13201" y="39058"/>
                  <a:pt x="13231" y="38984"/>
                </a:cubicBezTo>
                <a:cubicBezTo>
                  <a:pt x="13290" y="38837"/>
                  <a:pt x="13349" y="38704"/>
                  <a:pt x="13422" y="38557"/>
                </a:cubicBezTo>
                <a:cubicBezTo>
                  <a:pt x="13531" y="38340"/>
                  <a:pt x="13647" y="38123"/>
                  <a:pt x="13766" y="37905"/>
                </a:cubicBezTo>
                <a:lnTo>
                  <a:pt x="13766" y="37905"/>
                </a:lnTo>
                <a:lnTo>
                  <a:pt x="13716" y="38042"/>
                </a:lnTo>
                <a:lnTo>
                  <a:pt x="13819" y="37880"/>
                </a:lnTo>
                <a:cubicBezTo>
                  <a:pt x="13849" y="37836"/>
                  <a:pt x="13878" y="37821"/>
                  <a:pt x="13893" y="37792"/>
                </a:cubicBezTo>
                <a:cubicBezTo>
                  <a:pt x="13922" y="37748"/>
                  <a:pt x="13937" y="37689"/>
                  <a:pt x="13952" y="37645"/>
                </a:cubicBezTo>
                <a:lnTo>
                  <a:pt x="13952" y="37645"/>
                </a:lnTo>
                <a:cubicBezTo>
                  <a:pt x="13897" y="37699"/>
                  <a:pt x="13851" y="37762"/>
                  <a:pt x="13813" y="37821"/>
                </a:cubicBezTo>
                <a:lnTo>
                  <a:pt x="13813" y="37821"/>
                </a:lnTo>
                <a:cubicBezTo>
                  <a:pt x="13839" y="37772"/>
                  <a:pt x="13866" y="37723"/>
                  <a:pt x="13893" y="37674"/>
                </a:cubicBezTo>
                <a:cubicBezTo>
                  <a:pt x="13893" y="37660"/>
                  <a:pt x="13908" y="37660"/>
                  <a:pt x="13908" y="37630"/>
                </a:cubicBezTo>
                <a:cubicBezTo>
                  <a:pt x="13952" y="37556"/>
                  <a:pt x="14011" y="37483"/>
                  <a:pt x="14055" y="37409"/>
                </a:cubicBezTo>
                <a:cubicBezTo>
                  <a:pt x="14099" y="37347"/>
                  <a:pt x="14142" y="37282"/>
                  <a:pt x="14185" y="37216"/>
                </a:cubicBezTo>
                <a:lnTo>
                  <a:pt x="14185" y="37216"/>
                </a:lnTo>
                <a:cubicBezTo>
                  <a:pt x="14180" y="37227"/>
                  <a:pt x="14176" y="37237"/>
                  <a:pt x="14173" y="37247"/>
                </a:cubicBezTo>
                <a:cubicBezTo>
                  <a:pt x="14231" y="37203"/>
                  <a:pt x="14290" y="37130"/>
                  <a:pt x="14364" y="37071"/>
                </a:cubicBezTo>
                <a:cubicBezTo>
                  <a:pt x="14379" y="37012"/>
                  <a:pt x="14393" y="36983"/>
                  <a:pt x="14408" y="36924"/>
                </a:cubicBezTo>
                <a:lnTo>
                  <a:pt x="14408" y="36924"/>
                </a:lnTo>
                <a:lnTo>
                  <a:pt x="14364" y="36983"/>
                </a:lnTo>
                <a:cubicBezTo>
                  <a:pt x="14343" y="36993"/>
                  <a:pt x="14325" y="37007"/>
                  <a:pt x="14308" y="37022"/>
                </a:cubicBezTo>
                <a:lnTo>
                  <a:pt x="14308" y="37022"/>
                </a:lnTo>
                <a:cubicBezTo>
                  <a:pt x="14322" y="36999"/>
                  <a:pt x="14336" y="36976"/>
                  <a:pt x="14349" y="36953"/>
                </a:cubicBezTo>
                <a:cubicBezTo>
                  <a:pt x="14440" y="36844"/>
                  <a:pt x="14525" y="36724"/>
                  <a:pt x="14608" y="36600"/>
                </a:cubicBezTo>
                <a:lnTo>
                  <a:pt x="14608" y="36600"/>
                </a:lnTo>
                <a:cubicBezTo>
                  <a:pt x="14600" y="36610"/>
                  <a:pt x="14592" y="36620"/>
                  <a:pt x="14585" y="36629"/>
                </a:cubicBezTo>
                <a:cubicBezTo>
                  <a:pt x="14599" y="36570"/>
                  <a:pt x="14614" y="36541"/>
                  <a:pt x="14629" y="36482"/>
                </a:cubicBezTo>
                <a:cubicBezTo>
                  <a:pt x="14674" y="36438"/>
                  <a:pt x="14718" y="36393"/>
                  <a:pt x="14769" y="36355"/>
                </a:cubicBezTo>
                <a:lnTo>
                  <a:pt x="14769" y="36355"/>
                </a:lnTo>
                <a:cubicBezTo>
                  <a:pt x="14846" y="36260"/>
                  <a:pt x="14918" y="36155"/>
                  <a:pt x="14991" y="36049"/>
                </a:cubicBezTo>
                <a:lnTo>
                  <a:pt x="14991" y="36049"/>
                </a:lnTo>
                <a:lnTo>
                  <a:pt x="14982" y="36055"/>
                </a:lnTo>
                <a:cubicBezTo>
                  <a:pt x="14982" y="36026"/>
                  <a:pt x="14997" y="35967"/>
                  <a:pt x="15026" y="35908"/>
                </a:cubicBezTo>
                <a:cubicBezTo>
                  <a:pt x="15069" y="35851"/>
                  <a:pt x="15127" y="35807"/>
                  <a:pt x="15198" y="35764"/>
                </a:cubicBezTo>
                <a:lnTo>
                  <a:pt x="15198" y="35764"/>
                </a:lnTo>
                <a:lnTo>
                  <a:pt x="15144" y="35835"/>
                </a:lnTo>
                <a:cubicBezTo>
                  <a:pt x="15091" y="35905"/>
                  <a:pt x="15041" y="35977"/>
                  <a:pt x="14991" y="36049"/>
                </a:cubicBezTo>
                <a:lnTo>
                  <a:pt x="14991" y="36049"/>
                </a:lnTo>
                <a:lnTo>
                  <a:pt x="15026" y="36026"/>
                </a:lnTo>
                <a:cubicBezTo>
                  <a:pt x="15056" y="35982"/>
                  <a:pt x="15114" y="35952"/>
                  <a:pt x="15144" y="35908"/>
                </a:cubicBezTo>
                <a:cubicBezTo>
                  <a:pt x="15173" y="35849"/>
                  <a:pt x="15188" y="35820"/>
                  <a:pt x="15203" y="35761"/>
                </a:cubicBezTo>
                <a:lnTo>
                  <a:pt x="15203" y="35761"/>
                </a:lnTo>
                <a:cubicBezTo>
                  <a:pt x="15201" y="35762"/>
                  <a:pt x="15200" y="35763"/>
                  <a:pt x="15198" y="35764"/>
                </a:cubicBezTo>
                <a:lnTo>
                  <a:pt x="15198" y="35764"/>
                </a:lnTo>
                <a:lnTo>
                  <a:pt x="15381" y="35525"/>
                </a:lnTo>
                <a:lnTo>
                  <a:pt x="15381" y="35525"/>
                </a:lnTo>
                <a:cubicBezTo>
                  <a:pt x="15375" y="35530"/>
                  <a:pt x="15370" y="35535"/>
                  <a:pt x="15365" y="35540"/>
                </a:cubicBezTo>
                <a:cubicBezTo>
                  <a:pt x="15365" y="35481"/>
                  <a:pt x="15394" y="35452"/>
                  <a:pt x="15409" y="35393"/>
                </a:cubicBezTo>
                <a:cubicBezTo>
                  <a:pt x="15468" y="35334"/>
                  <a:pt x="15512" y="35305"/>
                  <a:pt x="15585" y="35246"/>
                </a:cubicBezTo>
                <a:lnTo>
                  <a:pt x="15585" y="35246"/>
                </a:lnTo>
                <a:cubicBezTo>
                  <a:pt x="15583" y="35258"/>
                  <a:pt x="15580" y="35268"/>
                  <a:pt x="15577" y="35278"/>
                </a:cubicBezTo>
                <a:lnTo>
                  <a:pt x="15577" y="35278"/>
                </a:lnTo>
                <a:cubicBezTo>
                  <a:pt x="15646" y="35199"/>
                  <a:pt x="15714" y="35116"/>
                  <a:pt x="15777" y="35032"/>
                </a:cubicBezTo>
                <a:lnTo>
                  <a:pt x="15777" y="35032"/>
                </a:lnTo>
                <a:cubicBezTo>
                  <a:pt x="15758" y="35048"/>
                  <a:pt x="15738" y="35064"/>
                  <a:pt x="15718" y="35084"/>
                </a:cubicBezTo>
                <a:cubicBezTo>
                  <a:pt x="15718" y="35025"/>
                  <a:pt x="15733" y="35011"/>
                  <a:pt x="15733" y="34996"/>
                </a:cubicBezTo>
                <a:cubicBezTo>
                  <a:pt x="15733" y="34966"/>
                  <a:pt x="15762" y="34937"/>
                  <a:pt x="15762" y="34922"/>
                </a:cubicBezTo>
                <a:cubicBezTo>
                  <a:pt x="15806" y="34878"/>
                  <a:pt x="15880" y="34819"/>
                  <a:pt x="15939" y="34790"/>
                </a:cubicBezTo>
                <a:lnTo>
                  <a:pt x="15939" y="34790"/>
                </a:lnTo>
                <a:cubicBezTo>
                  <a:pt x="15935" y="34804"/>
                  <a:pt x="15930" y="34817"/>
                  <a:pt x="15925" y="34829"/>
                </a:cubicBezTo>
                <a:lnTo>
                  <a:pt x="15925" y="34829"/>
                </a:lnTo>
                <a:cubicBezTo>
                  <a:pt x="15959" y="34791"/>
                  <a:pt x="15993" y="34753"/>
                  <a:pt x="16026" y="34714"/>
                </a:cubicBezTo>
                <a:lnTo>
                  <a:pt x="16026" y="34714"/>
                </a:lnTo>
                <a:cubicBezTo>
                  <a:pt x="16024" y="34754"/>
                  <a:pt x="16011" y="34793"/>
                  <a:pt x="15997" y="34819"/>
                </a:cubicBezTo>
                <a:lnTo>
                  <a:pt x="16130" y="34702"/>
                </a:lnTo>
                <a:cubicBezTo>
                  <a:pt x="16145" y="34643"/>
                  <a:pt x="16159" y="34599"/>
                  <a:pt x="16174" y="34569"/>
                </a:cubicBezTo>
                <a:lnTo>
                  <a:pt x="16174" y="34569"/>
                </a:lnTo>
                <a:cubicBezTo>
                  <a:pt x="16149" y="34619"/>
                  <a:pt x="16103" y="34648"/>
                  <a:pt x="16054" y="34682"/>
                </a:cubicBezTo>
                <a:lnTo>
                  <a:pt x="16054" y="34682"/>
                </a:lnTo>
                <a:cubicBezTo>
                  <a:pt x="16100" y="34627"/>
                  <a:pt x="16145" y="34570"/>
                  <a:pt x="16187" y="34510"/>
                </a:cubicBezTo>
                <a:lnTo>
                  <a:pt x="16187" y="34510"/>
                </a:lnTo>
                <a:cubicBezTo>
                  <a:pt x="16155" y="34539"/>
                  <a:pt x="16121" y="34566"/>
                  <a:pt x="16086" y="34584"/>
                </a:cubicBezTo>
                <a:cubicBezTo>
                  <a:pt x="16086" y="34525"/>
                  <a:pt x="16100" y="34495"/>
                  <a:pt x="16130" y="34437"/>
                </a:cubicBezTo>
                <a:cubicBezTo>
                  <a:pt x="16174" y="34407"/>
                  <a:pt x="16248" y="34348"/>
                  <a:pt x="16307" y="34304"/>
                </a:cubicBezTo>
                <a:lnTo>
                  <a:pt x="16307" y="34304"/>
                </a:lnTo>
                <a:cubicBezTo>
                  <a:pt x="16301" y="34325"/>
                  <a:pt x="16296" y="34344"/>
                  <a:pt x="16290" y="34361"/>
                </a:cubicBezTo>
                <a:lnTo>
                  <a:pt x="16290" y="34361"/>
                </a:lnTo>
                <a:cubicBezTo>
                  <a:pt x="16325" y="34322"/>
                  <a:pt x="16360" y="34283"/>
                  <a:pt x="16395" y="34244"/>
                </a:cubicBezTo>
                <a:lnTo>
                  <a:pt x="16395" y="34244"/>
                </a:lnTo>
                <a:cubicBezTo>
                  <a:pt x="16392" y="34296"/>
                  <a:pt x="16379" y="34336"/>
                  <a:pt x="16365" y="34363"/>
                </a:cubicBezTo>
                <a:cubicBezTo>
                  <a:pt x="16395" y="34334"/>
                  <a:pt x="16454" y="34275"/>
                  <a:pt x="16498" y="34260"/>
                </a:cubicBezTo>
                <a:cubicBezTo>
                  <a:pt x="16513" y="34201"/>
                  <a:pt x="16527" y="34157"/>
                  <a:pt x="16542" y="34128"/>
                </a:cubicBezTo>
                <a:lnTo>
                  <a:pt x="16542" y="34128"/>
                </a:lnTo>
                <a:cubicBezTo>
                  <a:pt x="16516" y="34153"/>
                  <a:pt x="16468" y="34190"/>
                  <a:pt x="16417" y="34219"/>
                </a:cubicBezTo>
                <a:lnTo>
                  <a:pt x="16417" y="34219"/>
                </a:lnTo>
                <a:cubicBezTo>
                  <a:pt x="16494" y="34130"/>
                  <a:pt x="16568" y="34040"/>
                  <a:pt x="16630" y="33951"/>
                </a:cubicBezTo>
                <a:cubicBezTo>
                  <a:pt x="16671" y="33906"/>
                  <a:pt x="16710" y="33861"/>
                  <a:pt x="16748" y="33816"/>
                </a:cubicBezTo>
                <a:lnTo>
                  <a:pt x="16748" y="33816"/>
                </a:lnTo>
                <a:cubicBezTo>
                  <a:pt x="16748" y="33817"/>
                  <a:pt x="16748" y="33818"/>
                  <a:pt x="16748" y="33819"/>
                </a:cubicBezTo>
                <a:cubicBezTo>
                  <a:pt x="16733" y="33848"/>
                  <a:pt x="16733" y="33863"/>
                  <a:pt x="16719" y="33907"/>
                </a:cubicBezTo>
                <a:cubicBezTo>
                  <a:pt x="16763" y="33863"/>
                  <a:pt x="16807" y="33833"/>
                  <a:pt x="16880" y="33774"/>
                </a:cubicBezTo>
                <a:lnTo>
                  <a:pt x="16939" y="33671"/>
                </a:lnTo>
                <a:lnTo>
                  <a:pt x="16802" y="33751"/>
                </a:lnTo>
                <a:lnTo>
                  <a:pt x="16802" y="33751"/>
                </a:lnTo>
                <a:cubicBezTo>
                  <a:pt x="16869" y="33671"/>
                  <a:pt x="16934" y="33590"/>
                  <a:pt x="16998" y="33509"/>
                </a:cubicBezTo>
                <a:cubicBezTo>
                  <a:pt x="17033" y="33479"/>
                  <a:pt x="17066" y="33446"/>
                  <a:pt x="17099" y="33412"/>
                </a:cubicBezTo>
                <a:lnTo>
                  <a:pt x="17099" y="33412"/>
                </a:lnTo>
                <a:cubicBezTo>
                  <a:pt x="17097" y="33424"/>
                  <a:pt x="17093" y="33437"/>
                  <a:pt x="17086" y="33451"/>
                </a:cubicBezTo>
                <a:cubicBezTo>
                  <a:pt x="17086" y="33451"/>
                  <a:pt x="17057" y="33465"/>
                  <a:pt x="17057" y="33480"/>
                </a:cubicBezTo>
                <a:cubicBezTo>
                  <a:pt x="17116" y="33421"/>
                  <a:pt x="17175" y="33392"/>
                  <a:pt x="17204" y="33392"/>
                </a:cubicBezTo>
                <a:cubicBezTo>
                  <a:pt x="17234" y="33333"/>
                  <a:pt x="17248" y="33303"/>
                  <a:pt x="17263" y="33259"/>
                </a:cubicBezTo>
                <a:lnTo>
                  <a:pt x="17263" y="33259"/>
                </a:lnTo>
                <a:lnTo>
                  <a:pt x="17184" y="33317"/>
                </a:lnTo>
                <a:lnTo>
                  <a:pt x="17184" y="33317"/>
                </a:lnTo>
                <a:cubicBezTo>
                  <a:pt x="17243" y="33246"/>
                  <a:pt x="17299" y="33172"/>
                  <a:pt x="17351" y="33097"/>
                </a:cubicBezTo>
                <a:cubicBezTo>
                  <a:pt x="17373" y="33076"/>
                  <a:pt x="17393" y="33054"/>
                  <a:pt x="17413" y="33032"/>
                </a:cubicBezTo>
                <a:lnTo>
                  <a:pt x="17413" y="33032"/>
                </a:lnTo>
                <a:cubicBezTo>
                  <a:pt x="17412" y="33034"/>
                  <a:pt x="17411" y="33037"/>
                  <a:pt x="17410" y="33039"/>
                </a:cubicBezTo>
                <a:cubicBezTo>
                  <a:pt x="17469" y="33009"/>
                  <a:pt x="17528" y="32965"/>
                  <a:pt x="17557" y="32936"/>
                </a:cubicBezTo>
                <a:cubicBezTo>
                  <a:pt x="17572" y="32877"/>
                  <a:pt x="17602" y="32833"/>
                  <a:pt x="17616" y="32803"/>
                </a:cubicBezTo>
                <a:lnTo>
                  <a:pt x="17616" y="32803"/>
                </a:lnTo>
                <a:lnTo>
                  <a:pt x="17586" y="32822"/>
                </a:lnTo>
                <a:lnTo>
                  <a:pt x="17586" y="32822"/>
                </a:lnTo>
                <a:cubicBezTo>
                  <a:pt x="17625" y="32772"/>
                  <a:pt x="17664" y="32721"/>
                  <a:pt x="17705" y="32671"/>
                </a:cubicBezTo>
                <a:cubicBezTo>
                  <a:pt x="17726" y="32649"/>
                  <a:pt x="17746" y="32628"/>
                  <a:pt x="17766" y="32606"/>
                </a:cubicBezTo>
                <a:lnTo>
                  <a:pt x="17766" y="32606"/>
                </a:lnTo>
                <a:cubicBezTo>
                  <a:pt x="17765" y="32608"/>
                  <a:pt x="17764" y="32610"/>
                  <a:pt x="17763" y="32612"/>
                </a:cubicBezTo>
                <a:cubicBezTo>
                  <a:pt x="17822" y="32582"/>
                  <a:pt x="17866" y="32538"/>
                  <a:pt x="17911" y="32494"/>
                </a:cubicBezTo>
                <a:lnTo>
                  <a:pt x="17969" y="32376"/>
                </a:lnTo>
                <a:lnTo>
                  <a:pt x="17938" y="32397"/>
                </a:lnTo>
                <a:lnTo>
                  <a:pt x="17938" y="32397"/>
                </a:lnTo>
                <a:cubicBezTo>
                  <a:pt x="17977" y="32347"/>
                  <a:pt x="18017" y="32295"/>
                  <a:pt x="18058" y="32244"/>
                </a:cubicBezTo>
                <a:cubicBezTo>
                  <a:pt x="18081" y="32218"/>
                  <a:pt x="18105" y="32191"/>
                  <a:pt x="18128" y="32163"/>
                </a:cubicBezTo>
                <a:lnTo>
                  <a:pt x="18128" y="32163"/>
                </a:lnTo>
                <a:cubicBezTo>
                  <a:pt x="18124" y="32176"/>
                  <a:pt x="18120" y="32188"/>
                  <a:pt x="18117" y="32200"/>
                </a:cubicBezTo>
                <a:cubicBezTo>
                  <a:pt x="18161" y="32156"/>
                  <a:pt x="18220" y="32126"/>
                  <a:pt x="18264" y="32067"/>
                </a:cubicBezTo>
                <a:lnTo>
                  <a:pt x="18308" y="31950"/>
                </a:lnTo>
                <a:lnTo>
                  <a:pt x="18289" y="31963"/>
                </a:lnTo>
                <a:lnTo>
                  <a:pt x="18289" y="31963"/>
                </a:lnTo>
                <a:cubicBezTo>
                  <a:pt x="18300" y="31949"/>
                  <a:pt x="18311" y="31934"/>
                  <a:pt x="18322" y="31920"/>
                </a:cubicBezTo>
                <a:lnTo>
                  <a:pt x="18322" y="31920"/>
                </a:lnTo>
                <a:cubicBezTo>
                  <a:pt x="18521" y="31050"/>
                  <a:pt x="18355" y="30044"/>
                  <a:pt x="17822" y="29065"/>
                </a:cubicBezTo>
                <a:cubicBezTo>
                  <a:pt x="17116" y="27800"/>
                  <a:pt x="15997" y="26681"/>
                  <a:pt x="14379" y="25622"/>
                </a:cubicBezTo>
                <a:cubicBezTo>
                  <a:pt x="14143" y="25474"/>
                  <a:pt x="13893" y="25327"/>
                  <a:pt x="13658" y="25165"/>
                </a:cubicBezTo>
                <a:cubicBezTo>
                  <a:pt x="12524" y="24444"/>
                  <a:pt x="11641" y="23635"/>
                  <a:pt x="11023" y="22796"/>
                </a:cubicBezTo>
                <a:cubicBezTo>
                  <a:pt x="10508" y="22075"/>
                  <a:pt x="9978" y="21207"/>
                  <a:pt x="9964" y="20206"/>
                </a:cubicBezTo>
                <a:cubicBezTo>
                  <a:pt x="9949" y="19132"/>
                  <a:pt x="10464" y="18028"/>
                  <a:pt x="11391" y="17115"/>
                </a:cubicBezTo>
                <a:cubicBezTo>
                  <a:pt x="11744" y="16762"/>
                  <a:pt x="12127" y="16453"/>
                  <a:pt x="12554" y="16188"/>
                </a:cubicBezTo>
                <a:cubicBezTo>
                  <a:pt x="13569" y="15570"/>
                  <a:pt x="14688" y="15158"/>
                  <a:pt x="15777" y="14776"/>
                </a:cubicBezTo>
                <a:cubicBezTo>
                  <a:pt x="16218" y="14614"/>
                  <a:pt x="16689" y="14437"/>
                  <a:pt x="17131" y="14275"/>
                </a:cubicBezTo>
                <a:cubicBezTo>
                  <a:pt x="18720" y="13657"/>
                  <a:pt x="20251" y="12789"/>
                  <a:pt x="21663" y="11744"/>
                </a:cubicBezTo>
                <a:cubicBezTo>
                  <a:pt x="22870" y="10832"/>
                  <a:pt x="23738" y="9904"/>
                  <a:pt x="24253" y="8963"/>
                </a:cubicBezTo>
                <a:cubicBezTo>
                  <a:pt x="24562" y="8374"/>
                  <a:pt x="24754" y="7785"/>
                  <a:pt x="24783" y="7182"/>
                </a:cubicBezTo>
                <a:cubicBezTo>
                  <a:pt x="24842" y="6461"/>
                  <a:pt x="24710" y="5784"/>
                  <a:pt x="24489" y="4945"/>
                </a:cubicBezTo>
                <a:cubicBezTo>
                  <a:pt x="24077" y="3297"/>
                  <a:pt x="23488" y="1693"/>
                  <a:pt x="22767" y="206"/>
                </a:cubicBezTo>
                <a:lnTo>
                  <a:pt x="22708" y="236"/>
                </a:lnTo>
                <a:cubicBezTo>
                  <a:pt x="23429" y="1737"/>
                  <a:pt x="24018" y="3312"/>
                  <a:pt x="24445" y="4974"/>
                </a:cubicBezTo>
                <a:cubicBezTo>
                  <a:pt x="24636" y="5784"/>
                  <a:pt x="24768" y="6461"/>
                  <a:pt x="24739" y="7182"/>
                </a:cubicBezTo>
                <a:cubicBezTo>
                  <a:pt x="24695" y="7771"/>
                  <a:pt x="24518" y="8359"/>
                  <a:pt x="24224" y="8918"/>
                </a:cubicBezTo>
                <a:cubicBezTo>
                  <a:pt x="23724" y="9860"/>
                  <a:pt x="22855" y="10802"/>
                  <a:pt x="21649" y="11685"/>
                </a:cubicBezTo>
                <a:cubicBezTo>
                  <a:pt x="20221" y="12730"/>
                  <a:pt x="18705" y="13584"/>
                  <a:pt x="17131" y="14202"/>
                </a:cubicBezTo>
                <a:cubicBezTo>
                  <a:pt x="16689" y="14393"/>
                  <a:pt x="16218" y="14555"/>
                  <a:pt x="15777" y="14702"/>
                </a:cubicBezTo>
                <a:cubicBezTo>
                  <a:pt x="14673" y="15085"/>
                  <a:pt x="13555" y="15497"/>
                  <a:pt x="12539" y="16129"/>
                </a:cubicBezTo>
                <a:cubicBezTo>
                  <a:pt x="12112" y="16409"/>
                  <a:pt x="11715" y="16718"/>
                  <a:pt x="11362" y="17071"/>
                </a:cubicBezTo>
                <a:cubicBezTo>
                  <a:pt x="10420" y="18028"/>
                  <a:pt x="9905" y="19132"/>
                  <a:pt x="9905" y="20221"/>
                </a:cubicBezTo>
                <a:cubicBezTo>
                  <a:pt x="9920" y="21192"/>
                  <a:pt x="10420" y="22060"/>
                  <a:pt x="10994" y="22855"/>
                </a:cubicBezTo>
                <a:cubicBezTo>
                  <a:pt x="11597" y="23708"/>
                  <a:pt x="12480" y="24503"/>
                  <a:pt x="13643" y="25239"/>
                </a:cubicBezTo>
                <a:cubicBezTo>
                  <a:pt x="13878" y="25386"/>
                  <a:pt x="14114" y="25533"/>
                  <a:pt x="14364" y="25695"/>
                </a:cubicBezTo>
                <a:cubicBezTo>
                  <a:pt x="15983" y="26755"/>
                  <a:pt x="17101" y="27873"/>
                  <a:pt x="17778" y="29124"/>
                </a:cubicBezTo>
                <a:cubicBezTo>
                  <a:pt x="18324" y="30086"/>
                  <a:pt x="18491" y="31133"/>
                  <a:pt x="18253" y="31990"/>
                </a:cubicBezTo>
                <a:lnTo>
                  <a:pt x="18253" y="31990"/>
                </a:lnTo>
                <a:lnTo>
                  <a:pt x="18289" y="31963"/>
                </a:lnTo>
                <a:lnTo>
                  <a:pt x="18289" y="31963"/>
                </a:lnTo>
                <a:cubicBezTo>
                  <a:pt x="18274" y="31983"/>
                  <a:pt x="18259" y="32003"/>
                  <a:pt x="18243" y="32022"/>
                </a:cubicBezTo>
                <a:lnTo>
                  <a:pt x="18243" y="32022"/>
                </a:lnTo>
                <a:cubicBezTo>
                  <a:pt x="18247" y="32011"/>
                  <a:pt x="18250" y="32001"/>
                  <a:pt x="18253" y="31990"/>
                </a:cubicBezTo>
                <a:lnTo>
                  <a:pt x="18253" y="31990"/>
                </a:lnTo>
                <a:lnTo>
                  <a:pt x="18146" y="32067"/>
                </a:lnTo>
                <a:cubicBezTo>
                  <a:pt x="18146" y="32076"/>
                  <a:pt x="18145" y="32088"/>
                  <a:pt x="18142" y="32102"/>
                </a:cubicBezTo>
                <a:lnTo>
                  <a:pt x="18142" y="32102"/>
                </a:lnTo>
                <a:cubicBezTo>
                  <a:pt x="18164" y="32088"/>
                  <a:pt x="18187" y="32074"/>
                  <a:pt x="18211" y="32063"/>
                </a:cubicBezTo>
                <a:lnTo>
                  <a:pt x="18211" y="32063"/>
                </a:lnTo>
                <a:cubicBezTo>
                  <a:pt x="18184" y="32097"/>
                  <a:pt x="18156" y="32130"/>
                  <a:pt x="18128" y="32163"/>
                </a:cubicBezTo>
                <a:lnTo>
                  <a:pt x="18128" y="32163"/>
                </a:lnTo>
                <a:cubicBezTo>
                  <a:pt x="18134" y="32142"/>
                  <a:pt x="18139" y="32121"/>
                  <a:pt x="18142" y="32102"/>
                </a:cubicBezTo>
                <a:lnTo>
                  <a:pt x="18142" y="32102"/>
                </a:lnTo>
                <a:cubicBezTo>
                  <a:pt x="18112" y="32121"/>
                  <a:pt x="18085" y="32141"/>
                  <a:pt x="18062" y="32157"/>
                </a:cubicBezTo>
                <a:lnTo>
                  <a:pt x="18062" y="32157"/>
                </a:lnTo>
                <a:cubicBezTo>
                  <a:pt x="18065" y="32146"/>
                  <a:pt x="18068" y="32135"/>
                  <a:pt x="18072" y="32126"/>
                </a:cubicBezTo>
                <a:lnTo>
                  <a:pt x="18072" y="32126"/>
                </a:lnTo>
                <a:cubicBezTo>
                  <a:pt x="18064" y="32131"/>
                  <a:pt x="18056" y="32136"/>
                  <a:pt x="18048" y="32141"/>
                </a:cubicBezTo>
                <a:lnTo>
                  <a:pt x="18048" y="32141"/>
                </a:lnTo>
                <a:cubicBezTo>
                  <a:pt x="18046" y="32151"/>
                  <a:pt x="18045" y="32161"/>
                  <a:pt x="18043" y="32170"/>
                </a:cubicBezTo>
                <a:cubicBezTo>
                  <a:pt x="18049" y="32166"/>
                  <a:pt x="18055" y="32162"/>
                  <a:pt x="18062" y="32157"/>
                </a:cubicBezTo>
                <a:lnTo>
                  <a:pt x="18062" y="32157"/>
                </a:lnTo>
                <a:cubicBezTo>
                  <a:pt x="18056" y="32182"/>
                  <a:pt x="18053" y="32209"/>
                  <a:pt x="18043" y="32229"/>
                </a:cubicBezTo>
                <a:cubicBezTo>
                  <a:pt x="18043" y="32229"/>
                  <a:pt x="18043" y="32244"/>
                  <a:pt x="18014" y="32244"/>
                </a:cubicBezTo>
                <a:cubicBezTo>
                  <a:pt x="17969" y="32288"/>
                  <a:pt x="17896" y="32347"/>
                  <a:pt x="17837" y="32376"/>
                </a:cubicBezTo>
                <a:cubicBezTo>
                  <a:pt x="17846" y="32358"/>
                  <a:pt x="17850" y="32333"/>
                  <a:pt x="17855" y="32303"/>
                </a:cubicBezTo>
                <a:lnTo>
                  <a:pt x="17855" y="32303"/>
                </a:lnTo>
                <a:cubicBezTo>
                  <a:pt x="17828" y="32318"/>
                  <a:pt x="17799" y="32332"/>
                  <a:pt x="17768" y="32349"/>
                </a:cubicBezTo>
                <a:lnTo>
                  <a:pt x="17768" y="32349"/>
                </a:lnTo>
                <a:cubicBezTo>
                  <a:pt x="17771" y="32335"/>
                  <a:pt x="17774" y="32320"/>
                  <a:pt x="17778" y="32303"/>
                </a:cubicBezTo>
                <a:lnTo>
                  <a:pt x="17778" y="32303"/>
                </a:lnTo>
                <a:cubicBezTo>
                  <a:pt x="17760" y="32314"/>
                  <a:pt x="17742" y="32324"/>
                  <a:pt x="17724" y="32335"/>
                </a:cubicBezTo>
                <a:lnTo>
                  <a:pt x="17724" y="32335"/>
                </a:lnTo>
                <a:cubicBezTo>
                  <a:pt x="17722" y="32349"/>
                  <a:pt x="17721" y="32363"/>
                  <a:pt x="17719" y="32376"/>
                </a:cubicBezTo>
                <a:cubicBezTo>
                  <a:pt x="17736" y="32367"/>
                  <a:pt x="17753" y="32358"/>
                  <a:pt x="17768" y="32349"/>
                </a:cubicBezTo>
                <a:lnTo>
                  <a:pt x="17768" y="32349"/>
                </a:lnTo>
                <a:cubicBezTo>
                  <a:pt x="17762" y="32382"/>
                  <a:pt x="17759" y="32409"/>
                  <a:pt x="17749" y="32450"/>
                </a:cubicBezTo>
                <a:cubicBezTo>
                  <a:pt x="17675" y="32494"/>
                  <a:pt x="17602" y="32538"/>
                  <a:pt x="17543" y="32582"/>
                </a:cubicBezTo>
                <a:cubicBezTo>
                  <a:pt x="17551" y="32549"/>
                  <a:pt x="17555" y="32524"/>
                  <a:pt x="17556" y="32499"/>
                </a:cubicBezTo>
                <a:lnTo>
                  <a:pt x="17556" y="32499"/>
                </a:lnTo>
                <a:cubicBezTo>
                  <a:pt x="17530" y="32512"/>
                  <a:pt x="17505" y="32525"/>
                  <a:pt x="17480" y="32540"/>
                </a:cubicBezTo>
                <a:lnTo>
                  <a:pt x="17480" y="32540"/>
                </a:lnTo>
                <a:cubicBezTo>
                  <a:pt x="17482" y="32523"/>
                  <a:pt x="17484" y="32508"/>
                  <a:pt x="17484" y="32494"/>
                </a:cubicBezTo>
                <a:lnTo>
                  <a:pt x="17484" y="32494"/>
                </a:lnTo>
                <a:cubicBezTo>
                  <a:pt x="17461" y="32503"/>
                  <a:pt x="17436" y="32515"/>
                  <a:pt x="17411" y="32529"/>
                </a:cubicBezTo>
                <a:lnTo>
                  <a:pt x="17411" y="32529"/>
                </a:lnTo>
                <a:cubicBezTo>
                  <a:pt x="17411" y="32547"/>
                  <a:pt x="17411" y="32564"/>
                  <a:pt x="17410" y="32582"/>
                </a:cubicBezTo>
                <a:cubicBezTo>
                  <a:pt x="17434" y="32566"/>
                  <a:pt x="17457" y="32553"/>
                  <a:pt x="17480" y="32540"/>
                </a:cubicBezTo>
                <a:lnTo>
                  <a:pt x="17480" y="32540"/>
                </a:lnTo>
                <a:cubicBezTo>
                  <a:pt x="17475" y="32575"/>
                  <a:pt x="17464" y="32616"/>
                  <a:pt x="17454" y="32656"/>
                </a:cubicBezTo>
                <a:cubicBezTo>
                  <a:pt x="17366" y="32715"/>
                  <a:pt x="17307" y="32744"/>
                  <a:pt x="17204" y="32803"/>
                </a:cubicBezTo>
                <a:cubicBezTo>
                  <a:pt x="17230" y="32761"/>
                  <a:pt x="17241" y="32723"/>
                  <a:pt x="17245" y="32687"/>
                </a:cubicBezTo>
                <a:lnTo>
                  <a:pt x="17245" y="32687"/>
                </a:lnTo>
                <a:cubicBezTo>
                  <a:pt x="17220" y="32700"/>
                  <a:pt x="17195" y="32713"/>
                  <a:pt x="17169" y="32727"/>
                </a:cubicBezTo>
                <a:lnTo>
                  <a:pt x="17169" y="32727"/>
                </a:lnTo>
                <a:cubicBezTo>
                  <a:pt x="17172" y="32704"/>
                  <a:pt x="17175" y="32682"/>
                  <a:pt x="17175" y="32656"/>
                </a:cubicBezTo>
                <a:lnTo>
                  <a:pt x="17175" y="32656"/>
                </a:lnTo>
                <a:cubicBezTo>
                  <a:pt x="17138" y="32685"/>
                  <a:pt x="17099" y="32707"/>
                  <a:pt x="17055" y="32729"/>
                </a:cubicBezTo>
                <a:lnTo>
                  <a:pt x="17055" y="32729"/>
                </a:lnTo>
                <a:cubicBezTo>
                  <a:pt x="17035" y="32200"/>
                  <a:pt x="16930" y="31617"/>
                  <a:pt x="16674" y="30993"/>
                </a:cubicBezTo>
                <a:cubicBezTo>
                  <a:pt x="16027" y="29271"/>
                  <a:pt x="14835" y="27726"/>
                  <a:pt x="13157" y="26401"/>
                </a:cubicBezTo>
                <a:cubicBezTo>
                  <a:pt x="12922" y="26210"/>
                  <a:pt x="12672" y="26019"/>
                  <a:pt x="12377" y="25798"/>
                </a:cubicBezTo>
                <a:cubicBezTo>
                  <a:pt x="10994" y="24768"/>
                  <a:pt x="10067" y="23753"/>
                  <a:pt x="9537" y="22708"/>
                </a:cubicBezTo>
                <a:cubicBezTo>
                  <a:pt x="9140" y="21898"/>
                  <a:pt x="8786" y="21104"/>
                  <a:pt x="8845" y="20206"/>
                </a:cubicBezTo>
                <a:cubicBezTo>
                  <a:pt x="8919" y="19220"/>
                  <a:pt x="9404" y="18190"/>
                  <a:pt x="10273" y="17336"/>
                </a:cubicBezTo>
                <a:cubicBezTo>
                  <a:pt x="10582" y="16998"/>
                  <a:pt x="10950" y="16703"/>
                  <a:pt x="11347" y="16424"/>
                </a:cubicBezTo>
                <a:cubicBezTo>
                  <a:pt x="12201" y="15820"/>
                  <a:pt x="13187" y="15394"/>
                  <a:pt x="14143" y="14982"/>
                </a:cubicBezTo>
                <a:cubicBezTo>
                  <a:pt x="14585" y="14776"/>
                  <a:pt x="15056" y="14570"/>
                  <a:pt x="15497" y="14349"/>
                </a:cubicBezTo>
                <a:cubicBezTo>
                  <a:pt x="16969" y="13613"/>
                  <a:pt x="18352" y="12671"/>
                  <a:pt x="19618" y="11553"/>
                </a:cubicBezTo>
                <a:cubicBezTo>
                  <a:pt x="20692" y="10596"/>
                  <a:pt x="21443" y="9654"/>
                  <a:pt x="21899" y="8683"/>
                </a:cubicBezTo>
                <a:cubicBezTo>
                  <a:pt x="22178" y="8109"/>
                  <a:pt x="22340" y="7550"/>
                  <a:pt x="22384" y="6961"/>
                </a:cubicBezTo>
                <a:cubicBezTo>
                  <a:pt x="22458" y="6196"/>
                  <a:pt x="22326" y="5445"/>
                  <a:pt x="22193" y="4798"/>
                </a:cubicBezTo>
                <a:cubicBezTo>
                  <a:pt x="21869" y="3164"/>
                  <a:pt x="21354" y="1619"/>
                  <a:pt x="20648" y="192"/>
                </a:cubicBezTo>
                <a:lnTo>
                  <a:pt x="20589" y="221"/>
                </a:lnTo>
                <a:cubicBezTo>
                  <a:pt x="21295" y="1634"/>
                  <a:pt x="21810" y="3179"/>
                  <a:pt x="22134" y="4827"/>
                </a:cubicBezTo>
                <a:cubicBezTo>
                  <a:pt x="22267" y="5445"/>
                  <a:pt x="22384" y="6196"/>
                  <a:pt x="22311" y="6961"/>
                </a:cubicBezTo>
                <a:cubicBezTo>
                  <a:pt x="22252" y="7520"/>
                  <a:pt x="22090" y="8094"/>
                  <a:pt x="21825" y="8668"/>
                </a:cubicBezTo>
                <a:cubicBezTo>
                  <a:pt x="21369" y="9625"/>
                  <a:pt x="20633" y="10567"/>
                  <a:pt x="19559" y="11494"/>
                </a:cubicBezTo>
                <a:cubicBezTo>
                  <a:pt x="18293" y="12627"/>
                  <a:pt x="16910" y="13554"/>
                  <a:pt x="15468" y="14275"/>
                </a:cubicBezTo>
                <a:cubicBezTo>
                  <a:pt x="15026" y="14496"/>
                  <a:pt x="14555" y="14702"/>
                  <a:pt x="14099" y="14908"/>
                </a:cubicBezTo>
                <a:cubicBezTo>
                  <a:pt x="13157" y="15320"/>
                  <a:pt x="12186" y="15762"/>
                  <a:pt x="11303" y="16350"/>
                </a:cubicBezTo>
                <a:cubicBezTo>
                  <a:pt x="10920" y="16630"/>
                  <a:pt x="10552" y="16924"/>
                  <a:pt x="10243" y="17263"/>
                </a:cubicBezTo>
                <a:cubicBezTo>
                  <a:pt x="9375" y="18146"/>
                  <a:pt x="8860" y="19176"/>
                  <a:pt x="8786" y="20176"/>
                </a:cubicBezTo>
                <a:cubicBezTo>
                  <a:pt x="8713" y="21104"/>
                  <a:pt x="9081" y="21913"/>
                  <a:pt x="9478" y="22722"/>
                </a:cubicBezTo>
                <a:cubicBezTo>
                  <a:pt x="10023" y="23782"/>
                  <a:pt x="10935" y="24797"/>
                  <a:pt x="12333" y="25842"/>
                </a:cubicBezTo>
                <a:cubicBezTo>
                  <a:pt x="12627" y="26063"/>
                  <a:pt x="12892" y="26269"/>
                  <a:pt x="13128" y="26460"/>
                </a:cubicBezTo>
                <a:cubicBezTo>
                  <a:pt x="14805" y="27785"/>
                  <a:pt x="15983" y="29330"/>
                  <a:pt x="16616" y="31037"/>
                </a:cubicBezTo>
                <a:cubicBezTo>
                  <a:pt x="16857" y="31663"/>
                  <a:pt x="16975" y="32247"/>
                  <a:pt x="16983" y="32764"/>
                </a:cubicBezTo>
                <a:lnTo>
                  <a:pt x="16983" y="32764"/>
                </a:lnTo>
                <a:cubicBezTo>
                  <a:pt x="17008" y="32752"/>
                  <a:pt x="17032" y="32740"/>
                  <a:pt x="17055" y="32729"/>
                </a:cubicBezTo>
                <a:lnTo>
                  <a:pt x="17055" y="32729"/>
                </a:lnTo>
                <a:cubicBezTo>
                  <a:pt x="17056" y="32749"/>
                  <a:pt x="17057" y="32769"/>
                  <a:pt x="17057" y="32788"/>
                </a:cubicBezTo>
                <a:cubicBezTo>
                  <a:pt x="17096" y="32766"/>
                  <a:pt x="17133" y="32746"/>
                  <a:pt x="17169" y="32727"/>
                </a:cubicBezTo>
                <a:lnTo>
                  <a:pt x="17169" y="32727"/>
                </a:lnTo>
                <a:cubicBezTo>
                  <a:pt x="17165" y="32756"/>
                  <a:pt x="17160" y="32785"/>
                  <a:pt x="17160" y="32818"/>
                </a:cubicBezTo>
                <a:cubicBezTo>
                  <a:pt x="17057" y="32877"/>
                  <a:pt x="16983" y="32906"/>
                  <a:pt x="16895" y="32965"/>
                </a:cubicBezTo>
                <a:cubicBezTo>
                  <a:pt x="16905" y="32927"/>
                  <a:pt x="16908" y="32895"/>
                  <a:pt x="16909" y="32862"/>
                </a:cubicBezTo>
                <a:lnTo>
                  <a:pt x="16909" y="32862"/>
                </a:lnTo>
                <a:cubicBezTo>
                  <a:pt x="16885" y="32875"/>
                  <a:pt x="16861" y="32887"/>
                  <a:pt x="16836" y="32899"/>
                </a:cubicBezTo>
                <a:lnTo>
                  <a:pt x="16836" y="32899"/>
                </a:lnTo>
                <a:lnTo>
                  <a:pt x="16836" y="32818"/>
                </a:lnTo>
                <a:cubicBezTo>
                  <a:pt x="16794" y="32846"/>
                  <a:pt x="16753" y="32867"/>
                  <a:pt x="16711" y="32888"/>
                </a:cubicBezTo>
                <a:lnTo>
                  <a:pt x="16711" y="32888"/>
                </a:lnTo>
                <a:cubicBezTo>
                  <a:pt x="16713" y="32914"/>
                  <a:pt x="16716" y="32939"/>
                  <a:pt x="16719" y="32965"/>
                </a:cubicBezTo>
                <a:cubicBezTo>
                  <a:pt x="16758" y="32939"/>
                  <a:pt x="16797" y="32918"/>
                  <a:pt x="16836" y="32899"/>
                </a:cubicBezTo>
                <a:lnTo>
                  <a:pt x="16836" y="32899"/>
                </a:lnTo>
                <a:lnTo>
                  <a:pt x="16836" y="33009"/>
                </a:lnTo>
                <a:cubicBezTo>
                  <a:pt x="16748" y="33053"/>
                  <a:pt x="16660" y="33097"/>
                  <a:pt x="16586" y="33156"/>
                </a:cubicBezTo>
                <a:cubicBezTo>
                  <a:pt x="16582" y="33138"/>
                  <a:pt x="16578" y="33120"/>
                  <a:pt x="16576" y="33101"/>
                </a:cubicBezTo>
                <a:lnTo>
                  <a:pt x="16576" y="33101"/>
                </a:lnTo>
                <a:lnTo>
                  <a:pt x="16513" y="33131"/>
                </a:lnTo>
                <a:lnTo>
                  <a:pt x="16513" y="33186"/>
                </a:lnTo>
                <a:cubicBezTo>
                  <a:pt x="16439" y="33230"/>
                  <a:pt x="16365" y="33274"/>
                  <a:pt x="16277" y="33318"/>
                </a:cubicBezTo>
                <a:cubicBezTo>
                  <a:pt x="16248" y="33318"/>
                  <a:pt x="16233" y="33333"/>
                  <a:pt x="16218" y="33333"/>
                </a:cubicBezTo>
                <a:lnTo>
                  <a:pt x="16218" y="33303"/>
                </a:lnTo>
                <a:lnTo>
                  <a:pt x="16218" y="33303"/>
                </a:lnTo>
                <a:cubicBezTo>
                  <a:pt x="16200" y="33313"/>
                  <a:pt x="16182" y="33322"/>
                  <a:pt x="16164" y="33331"/>
                </a:cubicBezTo>
                <a:lnTo>
                  <a:pt x="16164" y="33331"/>
                </a:lnTo>
                <a:cubicBezTo>
                  <a:pt x="16159" y="33287"/>
                  <a:pt x="16159" y="33240"/>
                  <a:pt x="16159" y="33200"/>
                </a:cubicBezTo>
                <a:cubicBezTo>
                  <a:pt x="16123" y="33216"/>
                  <a:pt x="16086" y="33232"/>
                  <a:pt x="16050" y="33248"/>
                </a:cubicBezTo>
                <a:lnTo>
                  <a:pt x="16050" y="33248"/>
                </a:lnTo>
                <a:cubicBezTo>
                  <a:pt x="16006" y="32989"/>
                  <a:pt x="15943" y="32712"/>
                  <a:pt x="15880" y="32435"/>
                </a:cubicBezTo>
                <a:cubicBezTo>
                  <a:pt x="15350" y="30404"/>
                  <a:pt x="14143" y="28565"/>
                  <a:pt x="12304" y="26946"/>
                </a:cubicBezTo>
                <a:cubicBezTo>
                  <a:pt x="12039" y="26725"/>
                  <a:pt x="11759" y="26490"/>
                  <a:pt x="11435" y="26210"/>
                </a:cubicBezTo>
                <a:cubicBezTo>
                  <a:pt x="10346" y="25312"/>
                  <a:pt x="9022" y="24106"/>
                  <a:pt x="8448" y="22575"/>
                </a:cubicBezTo>
                <a:cubicBezTo>
                  <a:pt x="8183" y="21854"/>
                  <a:pt x="7918" y="21030"/>
                  <a:pt x="8051" y="20147"/>
                </a:cubicBezTo>
                <a:cubicBezTo>
                  <a:pt x="8212" y="18970"/>
                  <a:pt x="8934" y="18028"/>
                  <a:pt x="9478" y="17439"/>
                </a:cubicBezTo>
                <a:cubicBezTo>
                  <a:pt x="9772" y="17130"/>
                  <a:pt x="10111" y="16836"/>
                  <a:pt x="10479" y="16571"/>
                </a:cubicBezTo>
                <a:cubicBezTo>
                  <a:pt x="11244" y="16012"/>
                  <a:pt x="12112" y="15541"/>
                  <a:pt x="12936" y="15129"/>
                </a:cubicBezTo>
                <a:cubicBezTo>
                  <a:pt x="13378" y="14879"/>
                  <a:pt x="13864" y="14643"/>
                  <a:pt x="14305" y="14393"/>
                </a:cubicBezTo>
                <a:cubicBezTo>
                  <a:pt x="15688" y="13584"/>
                  <a:pt x="16969" y="12568"/>
                  <a:pt x="18117" y="11391"/>
                </a:cubicBezTo>
                <a:cubicBezTo>
                  <a:pt x="19073" y="10390"/>
                  <a:pt x="19735" y="9434"/>
                  <a:pt x="20148" y="8462"/>
                </a:cubicBezTo>
                <a:cubicBezTo>
                  <a:pt x="20398" y="7918"/>
                  <a:pt x="20545" y="7344"/>
                  <a:pt x="20618" y="6770"/>
                </a:cubicBezTo>
                <a:cubicBezTo>
                  <a:pt x="20692" y="6166"/>
                  <a:pt x="20648" y="5519"/>
                  <a:pt x="20515" y="4680"/>
                </a:cubicBezTo>
                <a:cubicBezTo>
                  <a:pt x="20280" y="3061"/>
                  <a:pt x="19809" y="1546"/>
                  <a:pt x="19103" y="162"/>
                </a:cubicBezTo>
                <a:lnTo>
                  <a:pt x="18808" y="118"/>
                </a:lnTo>
                <a:lnTo>
                  <a:pt x="18808" y="118"/>
                </a:lnTo>
                <a:cubicBezTo>
                  <a:pt x="19485" y="1487"/>
                  <a:pt x="19971" y="3002"/>
                  <a:pt x="20221" y="4607"/>
                </a:cubicBezTo>
                <a:cubicBezTo>
                  <a:pt x="20354" y="5445"/>
                  <a:pt x="20368" y="6078"/>
                  <a:pt x="20324" y="6682"/>
                </a:cubicBezTo>
                <a:cubicBezTo>
                  <a:pt x="20265" y="7226"/>
                  <a:pt x="20118" y="7800"/>
                  <a:pt x="19883" y="8359"/>
                </a:cubicBezTo>
                <a:cubicBezTo>
                  <a:pt x="19471" y="9330"/>
                  <a:pt x="18808" y="10272"/>
                  <a:pt x="17852" y="11258"/>
                </a:cubicBezTo>
                <a:cubicBezTo>
                  <a:pt x="16719" y="12436"/>
                  <a:pt x="15438" y="13436"/>
                  <a:pt x="14070" y="14246"/>
                </a:cubicBezTo>
                <a:cubicBezTo>
                  <a:pt x="13628" y="14496"/>
                  <a:pt x="13157" y="14731"/>
                  <a:pt x="12701" y="14982"/>
                </a:cubicBezTo>
                <a:cubicBezTo>
                  <a:pt x="11877" y="15423"/>
                  <a:pt x="11009" y="15865"/>
                  <a:pt x="10214" y="16453"/>
                </a:cubicBezTo>
                <a:cubicBezTo>
                  <a:pt x="9846" y="16718"/>
                  <a:pt x="9522" y="17012"/>
                  <a:pt x="9228" y="17336"/>
                </a:cubicBezTo>
                <a:cubicBezTo>
                  <a:pt x="8654" y="17925"/>
                  <a:pt x="7933" y="18881"/>
                  <a:pt x="7771" y="20073"/>
                </a:cubicBezTo>
                <a:cubicBezTo>
                  <a:pt x="7639" y="20971"/>
                  <a:pt x="7918" y="21825"/>
                  <a:pt x="8168" y="22531"/>
                </a:cubicBezTo>
                <a:cubicBezTo>
                  <a:pt x="8772" y="24076"/>
                  <a:pt x="10096" y="25312"/>
                  <a:pt x="11170" y="26195"/>
                </a:cubicBezTo>
                <a:cubicBezTo>
                  <a:pt x="11480" y="26460"/>
                  <a:pt x="11759" y="26696"/>
                  <a:pt x="12039" y="26917"/>
                </a:cubicBezTo>
                <a:cubicBezTo>
                  <a:pt x="13864" y="28535"/>
                  <a:pt x="15056" y="30360"/>
                  <a:pt x="15585" y="32362"/>
                </a:cubicBezTo>
                <a:cubicBezTo>
                  <a:pt x="15674" y="32715"/>
                  <a:pt x="15733" y="33024"/>
                  <a:pt x="15777" y="33318"/>
                </a:cubicBezTo>
                <a:cubicBezTo>
                  <a:pt x="15674" y="33377"/>
                  <a:pt x="15571" y="33421"/>
                  <a:pt x="15482" y="33480"/>
                </a:cubicBezTo>
                <a:cubicBezTo>
                  <a:pt x="15438" y="33259"/>
                  <a:pt x="15409" y="33039"/>
                  <a:pt x="15350" y="32818"/>
                </a:cubicBezTo>
                <a:cubicBezTo>
                  <a:pt x="14879" y="30728"/>
                  <a:pt x="13658" y="28771"/>
                  <a:pt x="11744" y="27049"/>
                </a:cubicBezTo>
                <a:cubicBezTo>
                  <a:pt x="11465" y="26799"/>
                  <a:pt x="11200" y="26549"/>
                  <a:pt x="10861" y="26269"/>
                </a:cubicBezTo>
                <a:cubicBezTo>
                  <a:pt x="9669" y="25254"/>
                  <a:pt x="8360" y="24003"/>
                  <a:pt x="7830" y="22443"/>
                </a:cubicBezTo>
                <a:cubicBezTo>
                  <a:pt x="7565" y="21707"/>
                  <a:pt x="7374" y="20898"/>
                  <a:pt x="7521" y="20029"/>
                </a:cubicBezTo>
                <a:cubicBezTo>
                  <a:pt x="7712" y="18881"/>
                  <a:pt x="8404" y="17954"/>
                  <a:pt x="8948" y="17380"/>
                </a:cubicBezTo>
                <a:cubicBezTo>
                  <a:pt x="9243" y="17071"/>
                  <a:pt x="9552" y="16792"/>
                  <a:pt x="9920" y="16527"/>
                </a:cubicBezTo>
                <a:cubicBezTo>
                  <a:pt x="10655" y="15953"/>
                  <a:pt x="11480" y="15511"/>
                  <a:pt x="12274" y="15070"/>
                </a:cubicBezTo>
                <a:cubicBezTo>
                  <a:pt x="12716" y="14805"/>
                  <a:pt x="13201" y="14570"/>
                  <a:pt x="13643" y="14290"/>
                </a:cubicBezTo>
                <a:cubicBezTo>
                  <a:pt x="14997" y="13466"/>
                  <a:pt x="16233" y="12436"/>
                  <a:pt x="17337" y="11244"/>
                </a:cubicBezTo>
                <a:cubicBezTo>
                  <a:pt x="18249" y="10243"/>
                  <a:pt x="18897" y="9286"/>
                  <a:pt x="19279" y="8300"/>
                </a:cubicBezTo>
                <a:cubicBezTo>
                  <a:pt x="19529" y="7741"/>
                  <a:pt x="19677" y="7182"/>
                  <a:pt x="19721" y="6623"/>
                </a:cubicBezTo>
                <a:cubicBezTo>
                  <a:pt x="19809" y="6019"/>
                  <a:pt x="19780" y="5357"/>
                  <a:pt x="19677" y="4548"/>
                </a:cubicBezTo>
                <a:cubicBezTo>
                  <a:pt x="19456" y="2944"/>
                  <a:pt x="18985" y="1443"/>
                  <a:pt x="18308" y="59"/>
                </a:cubicBezTo>
                <a:lnTo>
                  <a:pt x="18249" y="89"/>
                </a:lnTo>
                <a:cubicBezTo>
                  <a:pt x="18941" y="1457"/>
                  <a:pt x="19397" y="2958"/>
                  <a:pt x="19618" y="4562"/>
                </a:cubicBezTo>
                <a:cubicBezTo>
                  <a:pt x="19721" y="5372"/>
                  <a:pt x="19750" y="6034"/>
                  <a:pt x="19677" y="6623"/>
                </a:cubicBezTo>
                <a:cubicBezTo>
                  <a:pt x="19618" y="7182"/>
                  <a:pt x="19471" y="7726"/>
                  <a:pt x="19235" y="8286"/>
                </a:cubicBezTo>
                <a:cubicBezTo>
                  <a:pt x="18823" y="9257"/>
                  <a:pt x="18205" y="10213"/>
                  <a:pt x="17278" y="11199"/>
                </a:cubicBezTo>
                <a:cubicBezTo>
                  <a:pt x="16189" y="12406"/>
                  <a:pt x="14938" y="13407"/>
                  <a:pt x="13599" y="14260"/>
                </a:cubicBezTo>
                <a:cubicBezTo>
                  <a:pt x="13157" y="14540"/>
                  <a:pt x="12701" y="14790"/>
                  <a:pt x="12259" y="15026"/>
                </a:cubicBezTo>
                <a:cubicBezTo>
                  <a:pt x="11465" y="15467"/>
                  <a:pt x="10641" y="15938"/>
                  <a:pt x="9890" y="16497"/>
                </a:cubicBezTo>
                <a:cubicBezTo>
                  <a:pt x="9537" y="16777"/>
                  <a:pt x="9198" y="17071"/>
                  <a:pt x="8904" y="17366"/>
                </a:cubicBezTo>
                <a:cubicBezTo>
                  <a:pt x="8360" y="17954"/>
                  <a:pt x="7668" y="18881"/>
                  <a:pt x="7462" y="20059"/>
                </a:cubicBezTo>
                <a:cubicBezTo>
                  <a:pt x="7315" y="20912"/>
                  <a:pt x="7506" y="21751"/>
                  <a:pt x="7771" y="22502"/>
                </a:cubicBezTo>
                <a:cubicBezTo>
                  <a:pt x="8301" y="24062"/>
                  <a:pt x="9611" y="25327"/>
                  <a:pt x="10817" y="26343"/>
                </a:cubicBezTo>
                <a:cubicBezTo>
                  <a:pt x="11141" y="26622"/>
                  <a:pt x="11435" y="26858"/>
                  <a:pt x="11700" y="27123"/>
                </a:cubicBezTo>
                <a:cubicBezTo>
                  <a:pt x="13599" y="28830"/>
                  <a:pt x="14791" y="30758"/>
                  <a:pt x="15276" y="32862"/>
                </a:cubicBezTo>
                <a:cubicBezTo>
                  <a:pt x="15335" y="33097"/>
                  <a:pt x="15365" y="33333"/>
                  <a:pt x="15409" y="33539"/>
                </a:cubicBezTo>
                <a:cubicBezTo>
                  <a:pt x="15306" y="33598"/>
                  <a:pt x="15217" y="33642"/>
                  <a:pt x="15114" y="33701"/>
                </a:cubicBezTo>
                <a:cubicBezTo>
                  <a:pt x="15100" y="33568"/>
                  <a:pt x="15070" y="33451"/>
                  <a:pt x="15041" y="33303"/>
                </a:cubicBezTo>
                <a:cubicBezTo>
                  <a:pt x="14614" y="31125"/>
                  <a:pt x="13393" y="29080"/>
                  <a:pt x="11406" y="27240"/>
                </a:cubicBezTo>
                <a:cubicBezTo>
                  <a:pt x="11141" y="26990"/>
                  <a:pt x="10847" y="26725"/>
                  <a:pt x="10508" y="26431"/>
                </a:cubicBezTo>
                <a:cubicBezTo>
                  <a:pt x="9184" y="25298"/>
                  <a:pt x="7918" y="24032"/>
                  <a:pt x="7418" y="22428"/>
                </a:cubicBezTo>
                <a:cubicBezTo>
                  <a:pt x="7212" y="21781"/>
                  <a:pt x="7020" y="20912"/>
                  <a:pt x="7197" y="20059"/>
                </a:cubicBezTo>
                <a:cubicBezTo>
                  <a:pt x="7418" y="18926"/>
                  <a:pt x="8095" y="18013"/>
                  <a:pt x="8639" y="17454"/>
                </a:cubicBezTo>
                <a:cubicBezTo>
                  <a:pt x="8904" y="17160"/>
                  <a:pt x="9243" y="16865"/>
                  <a:pt x="9566" y="16600"/>
                </a:cubicBezTo>
                <a:cubicBezTo>
                  <a:pt x="10287" y="16041"/>
                  <a:pt x="11067" y="15585"/>
                  <a:pt x="11818" y="15143"/>
                </a:cubicBezTo>
                <a:cubicBezTo>
                  <a:pt x="12259" y="14879"/>
                  <a:pt x="12730" y="14614"/>
                  <a:pt x="13157" y="14319"/>
                </a:cubicBezTo>
                <a:cubicBezTo>
                  <a:pt x="14482" y="13451"/>
                  <a:pt x="15703" y="12406"/>
                  <a:pt x="16748" y="11185"/>
                </a:cubicBezTo>
                <a:cubicBezTo>
                  <a:pt x="17616" y="10169"/>
                  <a:pt x="18234" y="9213"/>
                  <a:pt x="18617" y="8227"/>
                </a:cubicBezTo>
                <a:cubicBezTo>
                  <a:pt x="18838" y="7668"/>
                  <a:pt x="18985" y="7123"/>
                  <a:pt x="19044" y="6564"/>
                </a:cubicBezTo>
                <a:cubicBezTo>
                  <a:pt x="19117" y="5960"/>
                  <a:pt x="19103" y="5298"/>
                  <a:pt x="19014" y="4504"/>
                </a:cubicBezTo>
                <a:cubicBezTo>
                  <a:pt x="18808" y="2914"/>
                  <a:pt x="18367" y="1413"/>
                  <a:pt x="17690" y="59"/>
                </a:cubicBezTo>
                <a:lnTo>
                  <a:pt x="17631" y="89"/>
                </a:lnTo>
                <a:cubicBezTo>
                  <a:pt x="18308" y="1443"/>
                  <a:pt x="18749" y="2929"/>
                  <a:pt x="18941" y="4533"/>
                </a:cubicBezTo>
                <a:cubicBezTo>
                  <a:pt x="19029" y="5313"/>
                  <a:pt x="19044" y="5960"/>
                  <a:pt x="18970" y="6564"/>
                </a:cubicBezTo>
                <a:cubicBezTo>
                  <a:pt x="18897" y="7123"/>
                  <a:pt x="18764" y="7668"/>
                  <a:pt x="18543" y="8212"/>
                </a:cubicBezTo>
                <a:cubicBezTo>
                  <a:pt x="18161" y="9183"/>
                  <a:pt x="17557" y="10140"/>
                  <a:pt x="16674" y="11155"/>
                </a:cubicBezTo>
                <a:cubicBezTo>
                  <a:pt x="15630" y="12347"/>
                  <a:pt x="14408" y="13392"/>
                  <a:pt x="13084" y="14260"/>
                </a:cubicBezTo>
                <a:cubicBezTo>
                  <a:pt x="12642" y="14555"/>
                  <a:pt x="12186" y="14805"/>
                  <a:pt x="11744" y="15085"/>
                </a:cubicBezTo>
                <a:cubicBezTo>
                  <a:pt x="10994" y="15526"/>
                  <a:pt x="10199" y="15982"/>
                  <a:pt x="9478" y="16542"/>
                </a:cubicBezTo>
                <a:cubicBezTo>
                  <a:pt x="9125" y="16821"/>
                  <a:pt x="8816" y="17115"/>
                  <a:pt x="8521" y="17410"/>
                </a:cubicBezTo>
                <a:cubicBezTo>
                  <a:pt x="7992" y="17969"/>
                  <a:pt x="7285" y="18896"/>
                  <a:pt x="7065" y="20029"/>
                </a:cubicBezTo>
                <a:cubicBezTo>
                  <a:pt x="6888" y="20942"/>
                  <a:pt x="7094" y="21795"/>
                  <a:pt x="7285" y="22443"/>
                </a:cubicBezTo>
                <a:cubicBezTo>
                  <a:pt x="7771" y="24047"/>
                  <a:pt x="9081" y="25327"/>
                  <a:pt x="10405" y="26475"/>
                </a:cubicBezTo>
                <a:cubicBezTo>
                  <a:pt x="10729" y="26755"/>
                  <a:pt x="11023" y="27020"/>
                  <a:pt x="11303" y="27284"/>
                </a:cubicBezTo>
                <a:cubicBezTo>
                  <a:pt x="13275" y="29124"/>
                  <a:pt x="14482" y="31140"/>
                  <a:pt x="14894" y="33318"/>
                </a:cubicBezTo>
                <a:cubicBezTo>
                  <a:pt x="14923" y="33465"/>
                  <a:pt x="14938" y="33613"/>
                  <a:pt x="14967" y="33745"/>
                </a:cubicBezTo>
                <a:lnTo>
                  <a:pt x="14688" y="33907"/>
                </a:lnTo>
                <a:cubicBezTo>
                  <a:pt x="14688" y="33848"/>
                  <a:pt x="14673" y="33819"/>
                  <a:pt x="14673" y="33760"/>
                </a:cubicBezTo>
                <a:cubicBezTo>
                  <a:pt x="14320" y="31508"/>
                  <a:pt x="13084" y="29374"/>
                  <a:pt x="11023" y="27417"/>
                </a:cubicBezTo>
                <a:cubicBezTo>
                  <a:pt x="10744" y="27137"/>
                  <a:pt x="10435" y="26858"/>
                  <a:pt x="10111" y="26563"/>
                </a:cubicBezTo>
                <a:cubicBezTo>
                  <a:pt x="8831" y="25445"/>
                  <a:pt x="7418" y="24076"/>
                  <a:pt x="6976" y="22369"/>
                </a:cubicBezTo>
                <a:cubicBezTo>
                  <a:pt x="6741" y="21457"/>
                  <a:pt x="6682" y="20692"/>
                  <a:pt x="6844" y="20015"/>
                </a:cubicBezTo>
                <a:cubicBezTo>
                  <a:pt x="7050" y="19146"/>
                  <a:pt x="7550" y="18263"/>
                  <a:pt x="8286" y="17483"/>
                </a:cubicBezTo>
                <a:cubicBezTo>
                  <a:pt x="8566" y="17189"/>
                  <a:pt x="8875" y="16909"/>
                  <a:pt x="9198" y="16630"/>
                </a:cubicBezTo>
                <a:cubicBezTo>
                  <a:pt x="9890" y="16100"/>
                  <a:pt x="10626" y="15614"/>
                  <a:pt x="11332" y="15173"/>
                </a:cubicBezTo>
                <a:cubicBezTo>
                  <a:pt x="11774" y="14908"/>
                  <a:pt x="12259" y="14614"/>
                  <a:pt x="12686" y="14319"/>
                </a:cubicBezTo>
                <a:cubicBezTo>
                  <a:pt x="13981" y="13407"/>
                  <a:pt x="15159" y="12347"/>
                  <a:pt x="16174" y="11126"/>
                </a:cubicBezTo>
                <a:cubicBezTo>
                  <a:pt x="16998" y="10125"/>
                  <a:pt x="17587" y="9139"/>
                  <a:pt x="17984" y="8153"/>
                </a:cubicBezTo>
                <a:cubicBezTo>
                  <a:pt x="18176" y="7594"/>
                  <a:pt x="18323" y="7049"/>
                  <a:pt x="18396" y="6490"/>
                </a:cubicBezTo>
                <a:cubicBezTo>
                  <a:pt x="18470" y="5887"/>
                  <a:pt x="18470" y="5225"/>
                  <a:pt x="18396" y="4459"/>
                </a:cubicBezTo>
                <a:cubicBezTo>
                  <a:pt x="18234" y="2870"/>
                  <a:pt x="17808" y="1384"/>
                  <a:pt x="17131" y="44"/>
                </a:cubicBezTo>
                <a:lnTo>
                  <a:pt x="17072" y="74"/>
                </a:lnTo>
                <a:cubicBezTo>
                  <a:pt x="17763" y="1413"/>
                  <a:pt x="18176" y="2885"/>
                  <a:pt x="18352" y="4474"/>
                </a:cubicBezTo>
                <a:cubicBezTo>
                  <a:pt x="18426" y="5239"/>
                  <a:pt x="18440" y="5902"/>
                  <a:pt x="18352" y="6490"/>
                </a:cubicBezTo>
                <a:cubicBezTo>
                  <a:pt x="18279" y="7035"/>
                  <a:pt x="18146" y="7579"/>
                  <a:pt x="17925" y="8138"/>
                </a:cubicBezTo>
                <a:cubicBezTo>
                  <a:pt x="17557" y="9124"/>
                  <a:pt x="16969" y="10081"/>
                  <a:pt x="16145" y="11096"/>
                </a:cubicBezTo>
                <a:cubicBezTo>
                  <a:pt x="15129" y="12303"/>
                  <a:pt x="13967" y="13377"/>
                  <a:pt x="12657" y="14275"/>
                </a:cubicBezTo>
                <a:cubicBezTo>
                  <a:pt x="12215" y="14570"/>
                  <a:pt x="11759" y="14864"/>
                  <a:pt x="11318" y="15143"/>
                </a:cubicBezTo>
                <a:cubicBezTo>
                  <a:pt x="10597" y="15585"/>
                  <a:pt x="9846" y="16041"/>
                  <a:pt x="9169" y="16600"/>
                </a:cubicBezTo>
                <a:cubicBezTo>
                  <a:pt x="8831" y="16865"/>
                  <a:pt x="8521" y="17145"/>
                  <a:pt x="8227" y="17439"/>
                </a:cubicBezTo>
                <a:cubicBezTo>
                  <a:pt x="7477" y="18234"/>
                  <a:pt x="6976" y="19132"/>
                  <a:pt x="6770" y="20015"/>
                </a:cubicBezTo>
                <a:cubicBezTo>
                  <a:pt x="6608" y="20721"/>
                  <a:pt x="6652" y="21472"/>
                  <a:pt x="6903" y="22413"/>
                </a:cubicBezTo>
                <a:cubicBezTo>
                  <a:pt x="7359" y="24135"/>
                  <a:pt x="8786" y="25474"/>
                  <a:pt x="10067" y="26622"/>
                </a:cubicBezTo>
                <a:cubicBezTo>
                  <a:pt x="10405" y="26917"/>
                  <a:pt x="10714" y="27196"/>
                  <a:pt x="10994" y="27461"/>
                </a:cubicBezTo>
                <a:cubicBezTo>
                  <a:pt x="13025" y="29433"/>
                  <a:pt x="14261" y="31552"/>
                  <a:pt x="14599" y="33774"/>
                </a:cubicBezTo>
                <a:cubicBezTo>
                  <a:pt x="14614" y="33833"/>
                  <a:pt x="14614" y="33892"/>
                  <a:pt x="14614" y="33936"/>
                </a:cubicBezTo>
                <a:cubicBezTo>
                  <a:pt x="14526" y="33995"/>
                  <a:pt x="14423" y="34054"/>
                  <a:pt x="14349" y="34113"/>
                </a:cubicBezTo>
                <a:cubicBezTo>
                  <a:pt x="14055" y="31847"/>
                  <a:pt x="12833" y="29654"/>
                  <a:pt x="10714" y="27579"/>
                </a:cubicBezTo>
                <a:cubicBezTo>
                  <a:pt x="10420" y="27299"/>
                  <a:pt x="10111" y="27005"/>
                  <a:pt x="9772" y="26696"/>
                </a:cubicBezTo>
                <a:cubicBezTo>
                  <a:pt x="8374" y="25445"/>
                  <a:pt x="6991" y="24062"/>
                  <a:pt x="6594" y="22340"/>
                </a:cubicBezTo>
                <a:cubicBezTo>
                  <a:pt x="6388" y="21457"/>
                  <a:pt x="6373" y="20692"/>
                  <a:pt x="6549" y="20000"/>
                </a:cubicBezTo>
                <a:cubicBezTo>
                  <a:pt x="6770" y="19146"/>
                  <a:pt x="7271" y="18293"/>
                  <a:pt x="7992" y="17513"/>
                </a:cubicBezTo>
                <a:cubicBezTo>
                  <a:pt x="8271" y="17218"/>
                  <a:pt x="8566" y="16939"/>
                  <a:pt x="8889" y="16674"/>
                </a:cubicBezTo>
                <a:cubicBezTo>
                  <a:pt x="9537" y="16129"/>
                  <a:pt x="10229" y="15673"/>
                  <a:pt x="10935" y="15232"/>
                </a:cubicBezTo>
                <a:cubicBezTo>
                  <a:pt x="11376" y="14937"/>
                  <a:pt x="11847" y="14643"/>
                  <a:pt x="12274" y="14319"/>
                </a:cubicBezTo>
                <a:cubicBezTo>
                  <a:pt x="13569" y="13392"/>
                  <a:pt x="14702" y="12288"/>
                  <a:pt x="15659" y="11052"/>
                </a:cubicBezTo>
                <a:cubicBezTo>
                  <a:pt x="16439" y="10066"/>
                  <a:pt x="17028" y="9051"/>
                  <a:pt x="17396" y="8065"/>
                </a:cubicBezTo>
                <a:cubicBezTo>
                  <a:pt x="17587" y="7520"/>
                  <a:pt x="17719" y="6976"/>
                  <a:pt x="17793" y="6417"/>
                </a:cubicBezTo>
                <a:cubicBezTo>
                  <a:pt x="17866" y="5813"/>
                  <a:pt x="17881" y="5151"/>
                  <a:pt x="17808" y="4401"/>
                </a:cubicBezTo>
                <a:cubicBezTo>
                  <a:pt x="17660" y="2811"/>
                  <a:pt x="17263" y="1340"/>
                  <a:pt x="16586" y="15"/>
                </a:cubicBezTo>
                <a:lnTo>
                  <a:pt x="16527" y="59"/>
                </a:lnTo>
                <a:cubicBezTo>
                  <a:pt x="17204" y="1384"/>
                  <a:pt x="17616" y="2855"/>
                  <a:pt x="17734" y="4415"/>
                </a:cubicBezTo>
                <a:cubicBezTo>
                  <a:pt x="17808" y="5166"/>
                  <a:pt x="17793" y="5813"/>
                  <a:pt x="17719" y="6417"/>
                </a:cubicBezTo>
                <a:cubicBezTo>
                  <a:pt x="17646" y="6961"/>
                  <a:pt x="17513" y="7506"/>
                  <a:pt x="17322" y="8035"/>
                </a:cubicBezTo>
                <a:cubicBezTo>
                  <a:pt x="16954" y="9021"/>
                  <a:pt x="16380" y="10022"/>
                  <a:pt x="15600" y="11023"/>
                </a:cubicBezTo>
                <a:cubicBezTo>
                  <a:pt x="14644" y="12259"/>
                  <a:pt x="13510" y="13333"/>
                  <a:pt x="12245" y="14260"/>
                </a:cubicBezTo>
                <a:cubicBezTo>
                  <a:pt x="11803" y="14570"/>
                  <a:pt x="11332" y="14879"/>
                  <a:pt x="10891" y="15173"/>
                </a:cubicBezTo>
                <a:cubicBezTo>
                  <a:pt x="10214" y="15614"/>
                  <a:pt x="9493" y="16085"/>
                  <a:pt x="8860" y="16615"/>
                </a:cubicBezTo>
                <a:cubicBezTo>
                  <a:pt x="8521" y="16895"/>
                  <a:pt x="8212" y="17160"/>
                  <a:pt x="7948" y="17454"/>
                </a:cubicBezTo>
                <a:cubicBezTo>
                  <a:pt x="7212" y="18249"/>
                  <a:pt x="6726" y="19117"/>
                  <a:pt x="6505" y="19985"/>
                </a:cubicBezTo>
                <a:cubicBezTo>
                  <a:pt x="6314" y="20677"/>
                  <a:pt x="6329" y="21457"/>
                  <a:pt x="6535" y="22354"/>
                </a:cubicBezTo>
                <a:cubicBezTo>
                  <a:pt x="6947" y="24106"/>
                  <a:pt x="8345" y="25504"/>
                  <a:pt x="9743" y="26755"/>
                </a:cubicBezTo>
                <a:cubicBezTo>
                  <a:pt x="10081" y="27064"/>
                  <a:pt x="10376" y="27358"/>
                  <a:pt x="10670" y="27638"/>
                </a:cubicBezTo>
                <a:cubicBezTo>
                  <a:pt x="12789" y="29713"/>
                  <a:pt x="14011" y="31905"/>
                  <a:pt x="14305" y="34157"/>
                </a:cubicBezTo>
                <a:cubicBezTo>
                  <a:pt x="14202" y="34216"/>
                  <a:pt x="14128" y="34275"/>
                  <a:pt x="14040" y="34334"/>
                </a:cubicBezTo>
                <a:cubicBezTo>
                  <a:pt x="13746" y="32097"/>
                  <a:pt x="12539" y="29889"/>
                  <a:pt x="10420" y="27755"/>
                </a:cubicBezTo>
                <a:cubicBezTo>
                  <a:pt x="10126" y="27461"/>
                  <a:pt x="9817" y="27152"/>
                  <a:pt x="9463" y="26843"/>
                </a:cubicBezTo>
                <a:cubicBezTo>
                  <a:pt x="7903" y="25401"/>
                  <a:pt x="6579" y="24062"/>
                  <a:pt x="6226" y="22296"/>
                </a:cubicBezTo>
                <a:cubicBezTo>
                  <a:pt x="6064" y="21457"/>
                  <a:pt x="6079" y="20692"/>
                  <a:pt x="6285" y="19985"/>
                </a:cubicBezTo>
                <a:cubicBezTo>
                  <a:pt x="6520" y="19146"/>
                  <a:pt x="7020" y="18307"/>
                  <a:pt x="7712" y="17557"/>
                </a:cubicBezTo>
                <a:cubicBezTo>
                  <a:pt x="7977" y="17277"/>
                  <a:pt x="8271" y="16983"/>
                  <a:pt x="8595" y="16718"/>
                </a:cubicBezTo>
                <a:cubicBezTo>
                  <a:pt x="9198" y="16203"/>
                  <a:pt x="9861" y="15747"/>
                  <a:pt x="10508" y="15305"/>
                </a:cubicBezTo>
                <a:cubicBezTo>
                  <a:pt x="10950" y="14996"/>
                  <a:pt x="11435" y="14687"/>
                  <a:pt x="11877" y="14334"/>
                </a:cubicBezTo>
                <a:cubicBezTo>
                  <a:pt x="13128" y="13377"/>
                  <a:pt x="14231" y="12259"/>
                  <a:pt x="15144" y="11023"/>
                </a:cubicBezTo>
                <a:cubicBezTo>
                  <a:pt x="15880" y="10022"/>
                  <a:pt x="16439" y="9021"/>
                  <a:pt x="16777" y="8006"/>
                </a:cubicBezTo>
                <a:cubicBezTo>
                  <a:pt x="16969" y="7476"/>
                  <a:pt x="17116" y="6917"/>
                  <a:pt x="17190" y="6387"/>
                </a:cubicBezTo>
                <a:cubicBezTo>
                  <a:pt x="17278" y="5754"/>
                  <a:pt x="17293" y="5092"/>
                  <a:pt x="17248" y="4386"/>
                </a:cubicBezTo>
                <a:cubicBezTo>
                  <a:pt x="17131" y="2811"/>
                  <a:pt x="16733" y="1340"/>
                  <a:pt x="16071" y="15"/>
                </a:cubicBezTo>
                <a:lnTo>
                  <a:pt x="16012" y="59"/>
                </a:lnTo>
                <a:cubicBezTo>
                  <a:pt x="16674" y="1369"/>
                  <a:pt x="17072" y="2811"/>
                  <a:pt x="17190" y="4386"/>
                </a:cubicBezTo>
                <a:cubicBezTo>
                  <a:pt x="17248" y="5092"/>
                  <a:pt x="17219" y="5754"/>
                  <a:pt x="17131" y="6373"/>
                </a:cubicBezTo>
                <a:cubicBezTo>
                  <a:pt x="17057" y="6902"/>
                  <a:pt x="16925" y="7432"/>
                  <a:pt x="16748" y="7962"/>
                </a:cubicBezTo>
                <a:cubicBezTo>
                  <a:pt x="16395" y="8963"/>
                  <a:pt x="15850" y="9978"/>
                  <a:pt x="15114" y="10964"/>
                </a:cubicBezTo>
                <a:cubicBezTo>
                  <a:pt x="14187" y="12200"/>
                  <a:pt x="13084" y="13319"/>
                  <a:pt x="11833" y="14275"/>
                </a:cubicBezTo>
                <a:cubicBezTo>
                  <a:pt x="11391" y="14614"/>
                  <a:pt x="10935" y="14937"/>
                  <a:pt x="10494" y="15246"/>
                </a:cubicBezTo>
                <a:cubicBezTo>
                  <a:pt x="9846" y="15688"/>
                  <a:pt x="9184" y="16159"/>
                  <a:pt x="8566" y="16689"/>
                </a:cubicBezTo>
                <a:cubicBezTo>
                  <a:pt x="8227" y="16968"/>
                  <a:pt x="7933" y="17233"/>
                  <a:pt x="7683" y="17528"/>
                </a:cubicBezTo>
                <a:cubicBezTo>
                  <a:pt x="6962" y="18307"/>
                  <a:pt x="6461" y="19146"/>
                  <a:pt x="6226" y="20000"/>
                </a:cubicBezTo>
                <a:cubicBezTo>
                  <a:pt x="6020" y="20721"/>
                  <a:pt x="5990" y="21486"/>
                  <a:pt x="6167" y="22340"/>
                </a:cubicBezTo>
                <a:cubicBezTo>
                  <a:pt x="6520" y="24120"/>
                  <a:pt x="7859" y="25460"/>
                  <a:pt x="9419" y="26917"/>
                </a:cubicBezTo>
                <a:cubicBezTo>
                  <a:pt x="9772" y="27240"/>
                  <a:pt x="10081" y="27535"/>
                  <a:pt x="10376" y="27829"/>
                </a:cubicBezTo>
                <a:cubicBezTo>
                  <a:pt x="12510" y="29963"/>
                  <a:pt x="13731" y="32170"/>
                  <a:pt x="14011" y="34407"/>
                </a:cubicBezTo>
                <a:cubicBezTo>
                  <a:pt x="13937" y="34451"/>
                  <a:pt x="13834" y="34510"/>
                  <a:pt x="13775" y="34584"/>
                </a:cubicBezTo>
                <a:cubicBezTo>
                  <a:pt x="13496" y="32376"/>
                  <a:pt x="12304" y="30213"/>
                  <a:pt x="10126" y="27961"/>
                </a:cubicBezTo>
                <a:cubicBezTo>
                  <a:pt x="9817" y="27652"/>
                  <a:pt x="9507" y="27343"/>
                  <a:pt x="9154" y="27005"/>
                </a:cubicBezTo>
                <a:cubicBezTo>
                  <a:pt x="7756" y="25695"/>
                  <a:pt x="6196" y="24223"/>
                  <a:pt x="5858" y="22281"/>
                </a:cubicBezTo>
                <a:cubicBezTo>
                  <a:pt x="5725" y="21486"/>
                  <a:pt x="5784" y="20721"/>
                  <a:pt x="6005" y="20000"/>
                </a:cubicBezTo>
                <a:cubicBezTo>
                  <a:pt x="6270" y="19190"/>
                  <a:pt x="6756" y="18366"/>
                  <a:pt x="7432" y="17631"/>
                </a:cubicBezTo>
                <a:cubicBezTo>
                  <a:pt x="7697" y="17351"/>
                  <a:pt x="7977" y="17071"/>
                  <a:pt x="8286" y="16792"/>
                </a:cubicBezTo>
                <a:cubicBezTo>
                  <a:pt x="8860" y="16306"/>
                  <a:pt x="9478" y="15835"/>
                  <a:pt x="10081" y="15394"/>
                </a:cubicBezTo>
                <a:cubicBezTo>
                  <a:pt x="10552" y="15070"/>
                  <a:pt x="11009" y="14717"/>
                  <a:pt x="11450" y="14363"/>
                </a:cubicBezTo>
                <a:cubicBezTo>
                  <a:pt x="12686" y="13377"/>
                  <a:pt x="13746" y="12230"/>
                  <a:pt x="14629" y="10979"/>
                </a:cubicBezTo>
                <a:cubicBezTo>
                  <a:pt x="15335" y="9993"/>
                  <a:pt x="15850" y="8963"/>
                  <a:pt x="16189" y="7947"/>
                </a:cubicBezTo>
                <a:cubicBezTo>
                  <a:pt x="16380" y="7417"/>
                  <a:pt x="16513" y="6888"/>
                  <a:pt x="16586" y="6343"/>
                </a:cubicBezTo>
                <a:cubicBezTo>
                  <a:pt x="16674" y="5725"/>
                  <a:pt x="16689" y="5063"/>
                  <a:pt x="16660" y="4356"/>
                </a:cubicBezTo>
                <a:cubicBezTo>
                  <a:pt x="16557" y="2796"/>
                  <a:pt x="16189" y="1340"/>
                  <a:pt x="15512" y="44"/>
                </a:cubicBezTo>
                <a:lnTo>
                  <a:pt x="15453" y="74"/>
                </a:lnTo>
                <a:cubicBezTo>
                  <a:pt x="16115" y="1369"/>
                  <a:pt x="16513" y="2811"/>
                  <a:pt x="16586" y="4356"/>
                </a:cubicBezTo>
                <a:cubicBezTo>
                  <a:pt x="16616" y="5063"/>
                  <a:pt x="16601" y="5725"/>
                  <a:pt x="16513" y="6343"/>
                </a:cubicBezTo>
                <a:cubicBezTo>
                  <a:pt x="16439" y="6888"/>
                  <a:pt x="16307" y="7417"/>
                  <a:pt x="16115" y="7947"/>
                </a:cubicBezTo>
                <a:cubicBezTo>
                  <a:pt x="15791" y="8963"/>
                  <a:pt x="15262" y="9978"/>
                  <a:pt x="14555" y="10964"/>
                </a:cubicBezTo>
                <a:cubicBezTo>
                  <a:pt x="13687" y="12215"/>
                  <a:pt x="12627" y="13333"/>
                  <a:pt x="11391" y="14334"/>
                </a:cubicBezTo>
                <a:cubicBezTo>
                  <a:pt x="10950" y="14687"/>
                  <a:pt x="10494" y="15026"/>
                  <a:pt x="10037" y="15364"/>
                </a:cubicBezTo>
                <a:cubicBezTo>
                  <a:pt x="9419" y="15806"/>
                  <a:pt x="8801" y="16262"/>
                  <a:pt x="8227" y="16762"/>
                </a:cubicBezTo>
                <a:cubicBezTo>
                  <a:pt x="7918" y="17042"/>
                  <a:pt x="7624" y="17307"/>
                  <a:pt x="7359" y="17586"/>
                </a:cubicBezTo>
                <a:cubicBezTo>
                  <a:pt x="6682" y="18337"/>
                  <a:pt x="6167" y="19176"/>
                  <a:pt x="5917" y="19985"/>
                </a:cubicBezTo>
                <a:cubicBezTo>
                  <a:pt x="5666" y="20721"/>
                  <a:pt x="5622" y="21486"/>
                  <a:pt x="5740" y="22296"/>
                </a:cubicBezTo>
                <a:cubicBezTo>
                  <a:pt x="6079" y="24268"/>
                  <a:pt x="7653" y="25754"/>
                  <a:pt x="9051" y="27064"/>
                </a:cubicBezTo>
                <a:cubicBezTo>
                  <a:pt x="9404" y="27387"/>
                  <a:pt x="9743" y="27711"/>
                  <a:pt x="10037" y="28020"/>
                </a:cubicBezTo>
                <a:cubicBezTo>
                  <a:pt x="12201" y="30257"/>
                  <a:pt x="13393" y="32435"/>
                  <a:pt x="13658" y="34643"/>
                </a:cubicBezTo>
                <a:cubicBezTo>
                  <a:pt x="13584" y="34702"/>
                  <a:pt x="13510" y="34746"/>
                  <a:pt x="13422" y="34819"/>
                </a:cubicBezTo>
                <a:cubicBezTo>
                  <a:pt x="13157" y="32656"/>
                  <a:pt x="11965" y="30448"/>
                  <a:pt x="9758" y="28153"/>
                </a:cubicBezTo>
                <a:cubicBezTo>
                  <a:pt x="9449" y="27814"/>
                  <a:pt x="9110" y="27505"/>
                  <a:pt x="8742" y="27152"/>
                </a:cubicBezTo>
                <a:lnTo>
                  <a:pt x="8683" y="27123"/>
                </a:lnTo>
                <a:cubicBezTo>
                  <a:pt x="7271" y="25754"/>
                  <a:pt x="5652" y="24223"/>
                  <a:pt x="5402" y="22237"/>
                </a:cubicBezTo>
                <a:cubicBezTo>
                  <a:pt x="5284" y="21486"/>
                  <a:pt x="5372" y="20721"/>
                  <a:pt x="5652" y="19985"/>
                </a:cubicBezTo>
                <a:cubicBezTo>
                  <a:pt x="5931" y="19190"/>
                  <a:pt x="6446" y="18381"/>
                  <a:pt x="7109" y="17660"/>
                </a:cubicBezTo>
                <a:cubicBezTo>
                  <a:pt x="7344" y="17380"/>
                  <a:pt x="7624" y="17130"/>
                  <a:pt x="7933" y="16851"/>
                </a:cubicBezTo>
                <a:cubicBezTo>
                  <a:pt x="8463" y="16380"/>
                  <a:pt x="9051" y="15909"/>
                  <a:pt x="9625" y="15467"/>
                </a:cubicBezTo>
                <a:cubicBezTo>
                  <a:pt x="10081" y="15129"/>
                  <a:pt x="10552" y="14761"/>
                  <a:pt x="10994" y="14363"/>
                </a:cubicBezTo>
                <a:cubicBezTo>
                  <a:pt x="12201" y="13333"/>
                  <a:pt x="13231" y="12185"/>
                  <a:pt x="14055" y="10905"/>
                </a:cubicBezTo>
                <a:cubicBezTo>
                  <a:pt x="14717" y="9919"/>
                  <a:pt x="15217" y="8889"/>
                  <a:pt x="15556" y="7859"/>
                </a:cubicBezTo>
                <a:cubicBezTo>
                  <a:pt x="15718" y="7344"/>
                  <a:pt x="15850" y="6785"/>
                  <a:pt x="15924" y="6255"/>
                </a:cubicBezTo>
                <a:cubicBezTo>
                  <a:pt x="16012" y="5607"/>
                  <a:pt x="16042" y="4945"/>
                  <a:pt x="16027" y="4283"/>
                </a:cubicBezTo>
                <a:cubicBezTo>
                  <a:pt x="15968" y="2738"/>
                  <a:pt x="15600" y="1295"/>
                  <a:pt x="14938" y="0"/>
                </a:cubicBezTo>
                <a:lnTo>
                  <a:pt x="14894" y="44"/>
                </a:lnTo>
                <a:cubicBezTo>
                  <a:pt x="15527" y="1310"/>
                  <a:pt x="15924" y="2782"/>
                  <a:pt x="15968" y="4312"/>
                </a:cubicBezTo>
                <a:cubicBezTo>
                  <a:pt x="15997" y="4974"/>
                  <a:pt x="15953" y="5637"/>
                  <a:pt x="15865" y="6269"/>
                </a:cubicBezTo>
                <a:cubicBezTo>
                  <a:pt x="15791" y="6814"/>
                  <a:pt x="15659" y="7344"/>
                  <a:pt x="15497" y="7859"/>
                </a:cubicBezTo>
                <a:cubicBezTo>
                  <a:pt x="15159" y="8889"/>
                  <a:pt x="14673" y="9904"/>
                  <a:pt x="14025" y="10890"/>
                </a:cubicBezTo>
                <a:cubicBezTo>
                  <a:pt x="13201" y="12141"/>
                  <a:pt x="12171" y="13304"/>
                  <a:pt x="10964" y="14334"/>
                </a:cubicBezTo>
                <a:cubicBezTo>
                  <a:pt x="10523" y="14717"/>
                  <a:pt x="10052" y="15070"/>
                  <a:pt x="9611" y="15423"/>
                </a:cubicBezTo>
                <a:cubicBezTo>
                  <a:pt x="9037" y="15865"/>
                  <a:pt x="8448" y="16306"/>
                  <a:pt x="7918" y="16792"/>
                </a:cubicBezTo>
                <a:cubicBezTo>
                  <a:pt x="7609" y="17071"/>
                  <a:pt x="7329" y="17351"/>
                  <a:pt x="7094" y="17631"/>
                </a:cubicBezTo>
                <a:cubicBezTo>
                  <a:pt x="6432" y="18366"/>
                  <a:pt x="5917" y="19176"/>
                  <a:pt x="5637" y="19956"/>
                </a:cubicBezTo>
                <a:cubicBezTo>
                  <a:pt x="5357" y="20721"/>
                  <a:pt x="5284" y="21486"/>
                  <a:pt x="5372" y="22266"/>
                </a:cubicBezTo>
                <a:cubicBezTo>
                  <a:pt x="5652" y="24268"/>
                  <a:pt x="7271" y="25813"/>
                  <a:pt x="8683" y="27167"/>
                </a:cubicBezTo>
                <a:lnTo>
                  <a:pt x="8742" y="27211"/>
                </a:lnTo>
                <a:cubicBezTo>
                  <a:pt x="9110" y="27564"/>
                  <a:pt x="9449" y="27888"/>
                  <a:pt x="9743" y="28197"/>
                </a:cubicBezTo>
                <a:cubicBezTo>
                  <a:pt x="11950" y="30507"/>
                  <a:pt x="13142" y="32685"/>
                  <a:pt x="13378" y="34878"/>
                </a:cubicBezTo>
                <a:cubicBezTo>
                  <a:pt x="13304" y="34937"/>
                  <a:pt x="13231" y="35011"/>
                  <a:pt x="13157" y="35069"/>
                </a:cubicBezTo>
                <a:cubicBezTo>
                  <a:pt x="12775" y="31861"/>
                  <a:pt x="10346" y="29139"/>
                  <a:pt x="8448" y="27299"/>
                </a:cubicBezTo>
                <a:lnTo>
                  <a:pt x="8301" y="27152"/>
                </a:lnTo>
                <a:cubicBezTo>
                  <a:pt x="6814" y="25695"/>
                  <a:pt x="5269" y="24209"/>
                  <a:pt x="5063" y="22207"/>
                </a:cubicBezTo>
                <a:cubicBezTo>
                  <a:pt x="4857" y="20235"/>
                  <a:pt x="6093" y="18543"/>
                  <a:pt x="6844" y="17704"/>
                </a:cubicBezTo>
                <a:cubicBezTo>
                  <a:pt x="7565" y="16909"/>
                  <a:pt x="8389" y="16232"/>
                  <a:pt x="9228" y="15541"/>
                </a:cubicBezTo>
                <a:cubicBezTo>
                  <a:pt x="9684" y="15158"/>
                  <a:pt x="10155" y="14776"/>
                  <a:pt x="10597" y="14363"/>
                </a:cubicBezTo>
                <a:cubicBezTo>
                  <a:pt x="12730" y="12436"/>
                  <a:pt x="14246" y="10169"/>
                  <a:pt x="14982" y="7785"/>
                </a:cubicBezTo>
                <a:cubicBezTo>
                  <a:pt x="15806" y="5092"/>
                  <a:pt x="15600" y="2267"/>
                  <a:pt x="14423" y="0"/>
                </a:cubicBezTo>
                <a:close/>
                <a:moveTo>
                  <a:pt x="14115" y="56376"/>
                </a:moveTo>
                <a:lnTo>
                  <a:pt x="14115" y="56376"/>
                </a:lnTo>
                <a:cubicBezTo>
                  <a:pt x="14100" y="56387"/>
                  <a:pt x="14085" y="56398"/>
                  <a:pt x="14070" y="56408"/>
                </a:cubicBezTo>
                <a:cubicBezTo>
                  <a:pt x="14070" y="56452"/>
                  <a:pt x="14084" y="56526"/>
                  <a:pt x="14084" y="56599"/>
                </a:cubicBezTo>
                <a:cubicBezTo>
                  <a:pt x="14104" y="56583"/>
                  <a:pt x="14123" y="56568"/>
                  <a:pt x="14141" y="56554"/>
                </a:cubicBezTo>
                <a:lnTo>
                  <a:pt x="14141" y="56554"/>
                </a:lnTo>
                <a:cubicBezTo>
                  <a:pt x="14479" y="58712"/>
                  <a:pt x="15690" y="60855"/>
                  <a:pt x="17734" y="62928"/>
                </a:cubicBezTo>
                <a:cubicBezTo>
                  <a:pt x="18028" y="63222"/>
                  <a:pt x="18352" y="63531"/>
                  <a:pt x="18691" y="63855"/>
                </a:cubicBezTo>
                <a:cubicBezTo>
                  <a:pt x="20265" y="65282"/>
                  <a:pt x="21590" y="66621"/>
                  <a:pt x="21928" y="68387"/>
                </a:cubicBezTo>
                <a:cubicBezTo>
                  <a:pt x="22105" y="69241"/>
                  <a:pt x="22075" y="69991"/>
                  <a:pt x="21884" y="70712"/>
                </a:cubicBezTo>
                <a:cubicBezTo>
                  <a:pt x="21634" y="71537"/>
                  <a:pt x="21148" y="72390"/>
                  <a:pt x="20442" y="73141"/>
                </a:cubicBezTo>
                <a:cubicBezTo>
                  <a:pt x="20192" y="73420"/>
                  <a:pt x="19897" y="73715"/>
                  <a:pt x="19559" y="73965"/>
                </a:cubicBezTo>
                <a:cubicBezTo>
                  <a:pt x="18955" y="74480"/>
                  <a:pt x="18293" y="74936"/>
                  <a:pt x="17646" y="75378"/>
                </a:cubicBezTo>
                <a:cubicBezTo>
                  <a:pt x="17204" y="75701"/>
                  <a:pt x="16733" y="76010"/>
                  <a:pt x="16292" y="76364"/>
                </a:cubicBezTo>
                <a:cubicBezTo>
                  <a:pt x="15041" y="77320"/>
                  <a:pt x="13937" y="78439"/>
                  <a:pt x="13010" y="79675"/>
                </a:cubicBezTo>
                <a:cubicBezTo>
                  <a:pt x="12274" y="80661"/>
                  <a:pt x="11730" y="81676"/>
                  <a:pt x="11376" y="82692"/>
                </a:cubicBezTo>
                <a:cubicBezTo>
                  <a:pt x="11185" y="83221"/>
                  <a:pt x="11038" y="83766"/>
                  <a:pt x="10964" y="84310"/>
                </a:cubicBezTo>
                <a:cubicBezTo>
                  <a:pt x="10876" y="84928"/>
                  <a:pt x="10861" y="85591"/>
                  <a:pt x="10920" y="86312"/>
                </a:cubicBezTo>
                <a:cubicBezTo>
                  <a:pt x="11023" y="87872"/>
                  <a:pt x="11435" y="89343"/>
                  <a:pt x="12098" y="90668"/>
                </a:cubicBezTo>
                <a:lnTo>
                  <a:pt x="12142" y="90638"/>
                </a:lnTo>
                <a:cubicBezTo>
                  <a:pt x="11480" y="89329"/>
                  <a:pt x="11082" y="87872"/>
                  <a:pt x="10964" y="86312"/>
                </a:cubicBezTo>
                <a:cubicBezTo>
                  <a:pt x="10920" y="85591"/>
                  <a:pt x="10935" y="84928"/>
                  <a:pt x="11023" y="84325"/>
                </a:cubicBezTo>
                <a:cubicBezTo>
                  <a:pt x="11097" y="83795"/>
                  <a:pt x="11229" y="83251"/>
                  <a:pt x="11406" y="82721"/>
                </a:cubicBezTo>
                <a:cubicBezTo>
                  <a:pt x="11759" y="81735"/>
                  <a:pt x="12318" y="80720"/>
                  <a:pt x="13054" y="79719"/>
                </a:cubicBezTo>
                <a:cubicBezTo>
                  <a:pt x="13967" y="78497"/>
                  <a:pt x="15070" y="77364"/>
                  <a:pt x="16321" y="76408"/>
                </a:cubicBezTo>
                <a:cubicBezTo>
                  <a:pt x="16763" y="76084"/>
                  <a:pt x="17219" y="75745"/>
                  <a:pt x="17660" y="75436"/>
                </a:cubicBezTo>
                <a:cubicBezTo>
                  <a:pt x="18308" y="74995"/>
                  <a:pt x="18970" y="74539"/>
                  <a:pt x="19603" y="74009"/>
                </a:cubicBezTo>
                <a:cubicBezTo>
                  <a:pt x="19927" y="73729"/>
                  <a:pt x="20221" y="73450"/>
                  <a:pt x="20486" y="73155"/>
                </a:cubicBezTo>
                <a:cubicBezTo>
                  <a:pt x="21192" y="72390"/>
                  <a:pt x="21693" y="71537"/>
                  <a:pt x="21928" y="70698"/>
                </a:cubicBezTo>
                <a:cubicBezTo>
                  <a:pt x="22134" y="69977"/>
                  <a:pt x="22178" y="69197"/>
                  <a:pt x="21987" y="68358"/>
                </a:cubicBezTo>
                <a:cubicBezTo>
                  <a:pt x="21634" y="66577"/>
                  <a:pt x="20295" y="65223"/>
                  <a:pt x="18735" y="63781"/>
                </a:cubicBezTo>
                <a:cubicBezTo>
                  <a:pt x="18382" y="63443"/>
                  <a:pt x="18072" y="63148"/>
                  <a:pt x="17778" y="62854"/>
                </a:cubicBezTo>
                <a:cubicBezTo>
                  <a:pt x="15718" y="60794"/>
                  <a:pt x="14508" y="58665"/>
                  <a:pt x="14189" y="56520"/>
                </a:cubicBezTo>
                <a:lnTo>
                  <a:pt x="14189" y="56520"/>
                </a:lnTo>
                <a:cubicBezTo>
                  <a:pt x="14173" y="56531"/>
                  <a:pt x="14157" y="56542"/>
                  <a:pt x="14141" y="56554"/>
                </a:cubicBezTo>
                <a:lnTo>
                  <a:pt x="14141" y="56554"/>
                </a:lnTo>
                <a:cubicBezTo>
                  <a:pt x="14132" y="56495"/>
                  <a:pt x="14123" y="56435"/>
                  <a:pt x="14115" y="56376"/>
                </a:cubicBezTo>
                <a:close/>
                <a:moveTo>
                  <a:pt x="14749" y="55884"/>
                </a:moveTo>
                <a:cubicBezTo>
                  <a:pt x="14723" y="55904"/>
                  <a:pt x="14698" y="55922"/>
                  <a:pt x="14673" y="55937"/>
                </a:cubicBezTo>
                <a:cubicBezTo>
                  <a:pt x="14673" y="56011"/>
                  <a:pt x="14688" y="56084"/>
                  <a:pt x="14688" y="56158"/>
                </a:cubicBezTo>
                <a:cubicBezTo>
                  <a:pt x="14719" y="56142"/>
                  <a:pt x="14749" y="56123"/>
                  <a:pt x="14778" y="56101"/>
                </a:cubicBezTo>
                <a:lnTo>
                  <a:pt x="14778" y="56101"/>
                </a:lnTo>
                <a:cubicBezTo>
                  <a:pt x="15085" y="58202"/>
                  <a:pt x="16269" y="60333"/>
                  <a:pt x="18396" y="62545"/>
                </a:cubicBezTo>
                <a:cubicBezTo>
                  <a:pt x="18720" y="62869"/>
                  <a:pt x="19044" y="63192"/>
                  <a:pt x="19412" y="63531"/>
                </a:cubicBezTo>
                <a:lnTo>
                  <a:pt x="19471" y="63575"/>
                </a:lnTo>
                <a:cubicBezTo>
                  <a:pt x="20883" y="64929"/>
                  <a:pt x="22502" y="66459"/>
                  <a:pt x="22767" y="68446"/>
                </a:cubicBezTo>
                <a:cubicBezTo>
                  <a:pt x="22870" y="69197"/>
                  <a:pt x="22782" y="69977"/>
                  <a:pt x="22502" y="70712"/>
                </a:cubicBezTo>
                <a:cubicBezTo>
                  <a:pt x="22223" y="71507"/>
                  <a:pt x="21707" y="72317"/>
                  <a:pt x="21045" y="73023"/>
                </a:cubicBezTo>
                <a:cubicBezTo>
                  <a:pt x="20810" y="73303"/>
                  <a:pt x="20530" y="73567"/>
                  <a:pt x="20221" y="73832"/>
                </a:cubicBezTo>
                <a:cubicBezTo>
                  <a:pt x="19691" y="74318"/>
                  <a:pt x="19103" y="74774"/>
                  <a:pt x="18529" y="75216"/>
                </a:cubicBezTo>
                <a:cubicBezTo>
                  <a:pt x="18072" y="75569"/>
                  <a:pt x="17616" y="75937"/>
                  <a:pt x="17175" y="76319"/>
                </a:cubicBezTo>
                <a:cubicBezTo>
                  <a:pt x="15953" y="77350"/>
                  <a:pt x="14923" y="78512"/>
                  <a:pt x="14099" y="79778"/>
                </a:cubicBezTo>
                <a:cubicBezTo>
                  <a:pt x="13437" y="80778"/>
                  <a:pt x="12936" y="81809"/>
                  <a:pt x="12613" y="82839"/>
                </a:cubicBezTo>
                <a:cubicBezTo>
                  <a:pt x="12436" y="83354"/>
                  <a:pt x="12318" y="83898"/>
                  <a:pt x="12245" y="84428"/>
                </a:cubicBezTo>
                <a:cubicBezTo>
                  <a:pt x="12142" y="85076"/>
                  <a:pt x="12112" y="85738"/>
                  <a:pt x="12127" y="86400"/>
                </a:cubicBezTo>
                <a:cubicBezTo>
                  <a:pt x="12186" y="87945"/>
                  <a:pt x="12554" y="89402"/>
                  <a:pt x="13216" y="90683"/>
                </a:cubicBezTo>
                <a:lnTo>
                  <a:pt x="13275" y="90653"/>
                </a:lnTo>
                <a:cubicBezTo>
                  <a:pt x="12627" y="89388"/>
                  <a:pt x="12245" y="87916"/>
                  <a:pt x="12186" y="86385"/>
                </a:cubicBezTo>
                <a:cubicBezTo>
                  <a:pt x="12171" y="85723"/>
                  <a:pt x="12201" y="85061"/>
                  <a:pt x="12289" y="84413"/>
                </a:cubicBezTo>
                <a:cubicBezTo>
                  <a:pt x="12362" y="83884"/>
                  <a:pt x="12495" y="83354"/>
                  <a:pt x="12657" y="82839"/>
                </a:cubicBezTo>
                <a:cubicBezTo>
                  <a:pt x="12995" y="81809"/>
                  <a:pt x="13496" y="80793"/>
                  <a:pt x="14128" y="79792"/>
                </a:cubicBezTo>
                <a:cubicBezTo>
                  <a:pt x="14967" y="78542"/>
                  <a:pt x="15997" y="77394"/>
                  <a:pt x="17190" y="76364"/>
                </a:cubicBezTo>
                <a:cubicBezTo>
                  <a:pt x="17631" y="75966"/>
                  <a:pt x="18102" y="75628"/>
                  <a:pt x="18543" y="75275"/>
                </a:cubicBezTo>
                <a:cubicBezTo>
                  <a:pt x="19117" y="74833"/>
                  <a:pt x="19706" y="74392"/>
                  <a:pt x="20236" y="73891"/>
                </a:cubicBezTo>
                <a:cubicBezTo>
                  <a:pt x="20560" y="73612"/>
                  <a:pt x="20824" y="73347"/>
                  <a:pt x="21075" y="73067"/>
                </a:cubicBezTo>
                <a:cubicBezTo>
                  <a:pt x="21737" y="72331"/>
                  <a:pt x="22252" y="71522"/>
                  <a:pt x="22517" y="70727"/>
                </a:cubicBezTo>
                <a:cubicBezTo>
                  <a:pt x="22796" y="69977"/>
                  <a:pt x="22870" y="69197"/>
                  <a:pt x="22782" y="68431"/>
                </a:cubicBezTo>
                <a:cubicBezTo>
                  <a:pt x="22502" y="66430"/>
                  <a:pt x="20883" y="64885"/>
                  <a:pt x="19471" y="63516"/>
                </a:cubicBezTo>
                <a:lnTo>
                  <a:pt x="19412" y="63487"/>
                </a:lnTo>
                <a:cubicBezTo>
                  <a:pt x="19044" y="63134"/>
                  <a:pt x="18720" y="62795"/>
                  <a:pt x="18426" y="62486"/>
                </a:cubicBezTo>
                <a:cubicBezTo>
                  <a:pt x="16309" y="60285"/>
                  <a:pt x="15113" y="58178"/>
                  <a:pt x="14810" y="56076"/>
                </a:cubicBezTo>
                <a:lnTo>
                  <a:pt x="14810" y="56076"/>
                </a:lnTo>
                <a:cubicBezTo>
                  <a:pt x="14799" y="56085"/>
                  <a:pt x="14789" y="56093"/>
                  <a:pt x="14778" y="56101"/>
                </a:cubicBezTo>
                <a:lnTo>
                  <a:pt x="14778" y="56101"/>
                </a:lnTo>
                <a:cubicBezTo>
                  <a:pt x="14767" y="56029"/>
                  <a:pt x="14757" y="55956"/>
                  <a:pt x="14749" y="55884"/>
                </a:cubicBezTo>
                <a:close/>
                <a:moveTo>
                  <a:pt x="15004" y="55684"/>
                </a:moveTo>
                <a:lnTo>
                  <a:pt x="15004" y="55684"/>
                </a:lnTo>
                <a:cubicBezTo>
                  <a:pt x="14996" y="55690"/>
                  <a:pt x="14989" y="55696"/>
                  <a:pt x="14982" y="55702"/>
                </a:cubicBezTo>
                <a:cubicBezTo>
                  <a:pt x="14982" y="55775"/>
                  <a:pt x="14997" y="55849"/>
                  <a:pt x="14997" y="55923"/>
                </a:cubicBezTo>
                <a:cubicBezTo>
                  <a:pt x="15009" y="55913"/>
                  <a:pt x="15021" y="55903"/>
                  <a:pt x="15033" y="55892"/>
                </a:cubicBezTo>
                <a:lnTo>
                  <a:pt x="15033" y="55892"/>
                </a:lnTo>
                <a:cubicBezTo>
                  <a:pt x="15513" y="58972"/>
                  <a:pt x="17860" y="61595"/>
                  <a:pt x="19706" y="63384"/>
                </a:cubicBezTo>
                <a:lnTo>
                  <a:pt x="19853" y="63531"/>
                </a:lnTo>
                <a:cubicBezTo>
                  <a:pt x="21340" y="64988"/>
                  <a:pt x="22885" y="66474"/>
                  <a:pt x="23091" y="68490"/>
                </a:cubicBezTo>
                <a:cubicBezTo>
                  <a:pt x="23297" y="70448"/>
                  <a:pt x="22061" y="72140"/>
                  <a:pt x="21310" y="72994"/>
                </a:cubicBezTo>
                <a:cubicBezTo>
                  <a:pt x="20589" y="73788"/>
                  <a:pt x="19765" y="74465"/>
                  <a:pt x="18941" y="75142"/>
                </a:cubicBezTo>
                <a:cubicBezTo>
                  <a:pt x="18470" y="75525"/>
                  <a:pt x="17999" y="75922"/>
                  <a:pt x="17557" y="76319"/>
                </a:cubicBezTo>
                <a:cubicBezTo>
                  <a:pt x="15424" y="78247"/>
                  <a:pt x="13908" y="80514"/>
                  <a:pt x="13172" y="82912"/>
                </a:cubicBezTo>
                <a:cubicBezTo>
                  <a:pt x="12348" y="85591"/>
                  <a:pt x="12554" y="88431"/>
                  <a:pt x="13731" y="90683"/>
                </a:cubicBezTo>
                <a:lnTo>
                  <a:pt x="13790" y="90653"/>
                </a:lnTo>
                <a:cubicBezTo>
                  <a:pt x="12627" y="88402"/>
                  <a:pt x="12421" y="85576"/>
                  <a:pt x="13231" y="82912"/>
                </a:cubicBezTo>
                <a:cubicBezTo>
                  <a:pt x="13952" y="80528"/>
                  <a:pt x="15453" y="78277"/>
                  <a:pt x="17587" y="76364"/>
                </a:cubicBezTo>
                <a:cubicBezTo>
                  <a:pt x="18028" y="75952"/>
                  <a:pt x="18514" y="75569"/>
                  <a:pt x="18970" y="75186"/>
                </a:cubicBezTo>
                <a:cubicBezTo>
                  <a:pt x="19780" y="74524"/>
                  <a:pt x="20633" y="73818"/>
                  <a:pt x="21340" y="73023"/>
                </a:cubicBezTo>
                <a:cubicBezTo>
                  <a:pt x="22105" y="72184"/>
                  <a:pt x="23356" y="70477"/>
                  <a:pt x="23150" y="68490"/>
                </a:cubicBezTo>
                <a:cubicBezTo>
                  <a:pt x="22944" y="66459"/>
                  <a:pt x="21310" y="64885"/>
                  <a:pt x="19897" y="63501"/>
                </a:cubicBezTo>
                <a:lnTo>
                  <a:pt x="19750" y="63354"/>
                </a:lnTo>
                <a:cubicBezTo>
                  <a:pt x="17903" y="61565"/>
                  <a:pt x="15541" y="58939"/>
                  <a:pt x="15089" y="55844"/>
                </a:cubicBezTo>
                <a:lnTo>
                  <a:pt x="15089" y="55844"/>
                </a:lnTo>
                <a:cubicBezTo>
                  <a:pt x="15070" y="55860"/>
                  <a:pt x="15052" y="55877"/>
                  <a:pt x="15033" y="55892"/>
                </a:cubicBezTo>
                <a:lnTo>
                  <a:pt x="15033" y="55892"/>
                </a:lnTo>
                <a:cubicBezTo>
                  <a:pt x="15022" y="55823"/>
                  <a:pt x="15013" y="55754"/>
                  <a:pt x="15004" y="55684"/>
                </a:cubicBezTo>
                <a:close/>
              </a:path>
            </a:pathLst>
          </a:custGeom>
          <a:gradFill>
            <a:gsLst>
              <a:gs pos="0">
                <a:schemeClr val="accent1"/>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7"/>
          <p:cNvSpPr/>
          <p:nvPr/>
        </p:nvSpPr>
        <p:spPr>
          <a:xfrm rot="466407">
            <a:off x="150372" y="-512482"/>
            <a:ext cx="1986495" cy="6360921"/>
          </a:xfrm>
          <a:custGeom>
            <a:rect b="b" l="l" r="r" t="t"/>
            <a:pathLst>
              <a:path extrusionOk="0" h="90683" w="28320">
                <a:moveTo>
                  <a:pt x="25887" y="280"/>
                </a:moveTo>
                <a:lnTo>
                  <a:pt x="25843" y="309"/>
                </a:lnTo>
                <a:cubicBezTo>
                  <a:pt x="26608" y="1913"/>
                  <a:pt x="27270" y="3576"/>
                  <a:pt x="27844" y="5239"/>
                </a:cubicBezTo>
                <a:cubicBezTo>
                  <a:pt x="27985" y="5653"/>
                  <a:pt x="28126" y="6081"/>
                  <a:pt x="28214" y="6518"/>
                </a:cubicBezTo>
                <a:lnTo>
                  <a:pt x="28214" y="6518"/>
                </a:lnTo>
                <a:cubicBezTo>
                  <a:pt x="28174" y="6090"/>
                  <a:pt x="28038" y="5647"/>
                  <a:pt x="27903" y="5225"/>
                </a:cubicBezTo>
                <a:cubicBezTo>
                  <a:pt x="27329" y="3547"/>
                  <a:pt x="26652" y="1869"/>
                  <a:pt x="25887" y="280"/>
                </a:cubicBezTo>
                <a:close/>
                <a:moveTo>
                  <a:pt x="13138" y="23081"/>
                </a:moveTo>
                <a:cubicBezTo>
                  <a:pt x="13154" y="23094"/>
                  <a:pt x="13170" y="23107"/>
                  <a:pt x="13187" y="23120"/>
                </a:cubicBezTo>
                <a:cubicBezTo>
                  <a:pt x="14099" y="23885"/>
                  <a:pt x="15217" y="24326"/>
                  <a:pt x="16100" y="24636"/>
                </a:cubicBezTo>
                <a:cubicBezTo>
                  <a:pt x="16233" y="24694"/>
                  <a:pt x="16380" y="24724"/>
                  <a:pt x="16513" y="24783"/>
                </a:cubicBezTo>
                <a:cubicBezTo>
                  <a:pt x="17478" y="25123"/>
                  <a:pt x="18494" y="25463"/>
                  <a:pt x="19235" y="26151"/>
                </a:cubicBezTo>
                <a:lnTo>
                  <a:pt x="19235" y="26151"/>
                </a:lnTo>
                <a:cubicBezTo>
                  <a:pt x="18455" y="25342"/>
                  <a:pt x="17351" y="24959"/>
                  <a:pt x="16292" y="24591"/>
                </a:cubicBezTo>
                <a:cubicBezTo>
                  <a:pt x="16159" y="24533"/>
                  <a:pt x="16012" y="24503"/>
                  <a:pt x="15880" y="24444"/>
                </a:cubicBezTo>
                <a:cubicBezTo>
                  <a:pt x="15047" y="24153"/>
                  <a:pt x="14018" y="23744"/>
                  <a:pt x="13138" y="23081"/>
                </a:cubicBezTo>
                <a:close/>
                <a:moveTo>
                  <a:pt x="25357" y="280"/>
                </a:moveTo>
                <a:lnTo>
                  <a:pt x="25298" y="309"/>
                </a:lnTo>
                <a:cubicBezTo>
                  <a:pt x="26064" y="1899"/>
                  <a:pt x="26726" y="3532"/>
                  <a:pt x="27270" y="5210"/>
                </a:cubicBezTo>
                <a:cubicBezTo>
                  <a:pt x="27506" y="5931"/>
                  <a:pt x="27727" y="6711"/>
                  <a:pt x="27697" y="7491"/>
                </a:cubicBezTo>
                <a:cubicBezTo>
                  <a:pt x="27653" y="8109"/>
                  <a:pt x="27476" y="8727"/>
                  <a:pt x="27123" y="9316"/>
                </a:cubicBezTo>
                <a:cubicBezTo>
                  <a:pt x="26549" y="10272"/>
                  <a:pt x="25563" y="11170"/>
                  <a:pt x="24165" y="11979"/>
                </a:cubicBezTo>
                <a:cubicBezTo>
                  <a:pt x="22658" y="12845"/>
                  <a:pt x="21058" y="13577"/>
                  <a:pt x="19391" y="14090"/>
                </a:cubicBezTo>
                <a:lnTo>
                  <a:pt x="19391" y="14090"/>
                </a:lnTo>
                <a:cubicBezTo>
                  <a:pt x="20000" y="13918"/>
                  <a:pt x="20603" y="13718"/>
                  <a:pt x="21196" y="13495"/>
                </a:cubicBezTo>
                <a:lnTo>
                  <a:pt x="21196" y="13495"/>
                </a:lnTo>
                <a:cubicBezTo>
                  <a:pt x="20526" y="13767"/>
                  <a:pt x="19842" y="14008"/>
                  <a:pt x="19147" y="14216"/>
                </a:cubicBezTo>
                <a:cubicBezTo>
                  <a:pt x="18705" y="14349"/>
                  <a:pt x="18264" y="14481"/>
                  <a:pt x="17822" y="14584"/>
                </a:cubicBezTo>
                <a:cubicBezTo>
                  <a:pt x="16513" y="14923"/>
                  <a:pt x="15188" y="15291"/>
                  <a:pt x="14011" y="15953"/>
                </a:cubicBezTo>
                <a:cubicBezTo>
                  <a:pt x="13525" y="16203"/>
                  <a:pt x="13113" y="16542"/>
                  <a:pt x="12716" y="16909"/>
                </a:cubicBezTo>
                <a:cubicBezTo>
                  <a:pt x="11946" y="17679"/>
                  <a:pt x="11481" y="18538"/>
                  <a:pt x="11337" y="19408"/>
                </a:cubicBezTo>
                <a:lnTo>
                  <a:pt x="11337" y="19408"/>
                </a:lnTo>
                <a:cubicBezTo>
                  <a:pt x="11408" y="18856"/>
                  <a:pt x="11611" y="18330"/>
                  <a:pt x="11901" y="17850"/>
                </a:cubicBezTo>
                <a:lnTo>
                  <a:pt x="11901" y="17850"/>
                </a:lnTo>
                <a:cubicBezTo>
                  <a:pt x="11392" y="18637"/>
                  <a:pt x="11161" y="19484"/>
                  <a:pt x="11244" y="20324"/>
                </a:cubicBezTo>
                <a:cubicBezTo>
                  <a:pt x="11376" y="21560"/>
                  <a:pt x="12171" y="22502"/>
                  <a:pt x="12819" y="23090"/>
                </a:cubicBezTo>
                <a:cubicBezTo>
                  <a:pt x="13437" y="23635"/>
                  <a:pt x="14217" y="24135"/>
                  <a:pt x="15203" y="24562"/>
                </a:cubicBezTo>
                <a:cubicBezTo>
                  <a:pt x="15394" y="24636"/>
                  <a:pt x="15585" y="24724"/>
                  <a:pt x="15806" y="24812"/>
                </a:cubicBezTo>
                <a:lnTo>
                  <a:pt x="15953" y="24871"/>
                </a:lnTo>
                <a:cubicBezTo>
                  <a:pt x="17131" y="25357"/>
                  <a:pt x="18337" y="25842"/>
                  <a:pt x="19147" y="26784"/>
                </a:cubicBezTo>
                <a:cubicBezTo>
                  <a:pt x="19844" y="27606"/>
                  <a:pt x="20131" y="28754"/>
                  <a:pt x="19917" y="29766"/>
                </a:cubicBezTo>
                <a:lnTo>
                  <a:pt x="19917" y="29766"/>
                </a:lnTo>
                <a:cubicBezTo>
                  <a:pt x="19960" y="29653"/>
                  <a:pt x="19997" y="29537"/>
                  <a:pt x="20028" y="29419"/>
                </a:cubicBezTo>
                <a:lnTo>
                  <a:pt x="20028" y="29419"/>
                </a:lnTo>
                <a:cubicBezTo>
                  <a:pt x="20120" y="28476"/>
                  <a:pt x="19820" y="27479"/>
                  <a:pt x="19176" y="26725"/>
                </a:cubicBezTo>
                <a:cubicBezTo>
                  <a:pt x="18367" y="25769"/>
                  <a:pt x="17131" y="25283"/>
                  <a:pt x="15953" y="24797"/>
                </a:cubicBezTo>
                <a:lnTo>
                  <a:pt x="15806" y="24739"/>
                </a:lnTo>
                <a:cubicBezTo>
                  <a:pt x="15585" y="24650"/>
                  <a:pt x="15394" y="24577"/>
                  <a:pt x="15203" y="24488"/>
                </a:cubicBezTo>
                <a:cubicBezTo>
                  <a:pt x="14231" y="24062"/>
                  <a:pt x="13452" y="23591"/>
                  <a:pt x="12833" y="23017"/>
                </a:cubicBezTo>
                <a:cubicBezTo>
                  <a:pt x="12201" y="22443"/>
                  <a:pt x="11421" y="21501"/>
                  <a:pt x="11303" y="20294"/>
                </a:cubicBezTo>
                <a:cubicBezTo>
                  <a:pt x="11277" y="20000"/>
                  <a:pt x="11288" y="19703"/>
                  <a:pt x="11337" y="19408"/>
                </a:cubicBezTo>
                <a:lnTo>
                  <a:pt x="11337" y="19408"/>
                </a:lnTo>
                <a:cubicBezTo>
                  <a:pt x="11303" y="19673"/>
                  <a:pt x="11300" y="19945"/>
                  <a:pt x="11332" y="20221"/>
                </a:cubicBezTo>
                <a:cubicBezTo>
                  <a:pt x="11465" y="21207"/>
                  <a:pt x="12053" y="22207"/>
                  <a:pt x="12981" y="22958"/>
                </a:cubicBezTo>
                <a:cubicBezTo>
                  <a:pt x="13033" y="23000"/>
                  <a:pt x="13085" y="23041"/>
                  <a:pt x="13138" y="23081"/>
                </a:cubicBezTo>
                <a:lnTo>
                  <a:pt x="13138" y="23081"/>
                </a:lnTo>
                <a:cubicBezTo>
                  <a:pt x="12224" y="22334"/>
                  <a:pt x="11639" y="21337"/>
                  <a:pt x="11524" y="20353"/>
                </a:cubicBezTo>
                <a:cubicBezTo>
                  <a:pt x="11303" y="18455"/>
                  <a:pt x="12760" y="16748"/>
                  <a:pt x="14290" y="15879"/>
                </a:cubicBezTo>
                <a:cubicBezTo>
                  <a:pt x="15497" y="15202"/>
                  <a:pt x="16880" y="14849"/>
                  <a:pt x="18205" y="14511"/>
                </a:cubicBezTo>
                <a:cubicBezTo>
                  <a:pt x="18646" y="14408"/>
                  <a:pt x="19103" y="14290"/>
                  <a:pt x="19544" y="14172"/>
                </a:cubicBezTo>
                <a:cubicBezTo>
                  <a:pt x="21325" y="13672"/>
                  <a:pt x="23061" y="12951"/>
                  <a:pt x="24680" y="12038"/>
                </a:cubicBezTo>
                <a:cubicBezTo>
                  <a:pt x="26284" y="11126"/>
                  <a:pt x="28212" y="9610"/>
                  <a:pt x="28300" y="7550"/>
                </a:cubicBezTo>
                <a:cubicBezTo>
                  <a:pt x="28320" y="7202"/>
                  <a:pt x="28283" y="6857"/>
                  <a:pt x="28214" y="6518"/>
                </a:cubicBezTo>
                <a:lnTo>
                  <a:pt x="28214" y="6518"/>
                </a:lnTo>
                <a:cubicBezTo>
                  <a:pt x="28244" y="6835"/>
                  <a:pt x="28222" y="7144"/>
                  <a:pt x="28109" y="7432"/>
                </a:cubicBezTo>
                <a:cubicBezTo>
                  <a:pt x="28021" y="9551"/>
                  <a:pt x="26078" y="11067"/>
                  <a:pt x="24459" y="11979"/>
                </a:cubicBezTo>
                <a:cubicBezTo>
                  <a:pt x="23415" y="12558"/>
                  <a:pt x="22322" y="13070"/>
                  <a:pt x="21196" y="13495"/>
                </a:cubicBezTo>
                <a:lnTo>
                  <a:pt x="21196" y="13495"/>
                </a:lnTo>
                <a:cubicBezTo>
                  <a:pt x="22227" y="13075"/>
                  <a:pt x="23225" y="12580"/>
                  <a:pt x="24180" y="12009"/>
                </a:cubicBezTo>
                <a:cubicBezTo>
                  <a:pt x="25578" y="11185"/>
                  <a:pt x="26593" y="10287"/>
                  <a:pt x="27167" y="9330"/>
                </a:cubicBezTo>
                <a:cubicBezTo>
                  <a:pt x="27535" y="8742"/>
                  <a:pt x="27712" y="8109"/>
                  <a:pt x="27756" y="7491"/>
                </a:cubicBezTo>
                <a:cubicBezTo>
                  <a:pt x="27785" y="6696"/>
                  <a:pt x="27565" y="5902"/>
                  <a:pt x="27329" y="5195"/>
                </a:cubicBezTo>
                <a:cubicBezTo>
                  <a:pt x="26770" y="3518"/>
                  <a:pt x="26108" y="1855"/>
                  <a:pt x="25357" y="280"/>
                </a:cubicBezTo>
                <a:close/>
                <a:moveTo>
                  <a:pt x="24886" y="236"/>
                </a:moveTo>
                <a:lnTo>
                  <a:pt x="24827" y="280"/>
                </a:lnTo>
                <a:cubicBezTo>
                  <a:pt x="25578" y="1825"/>
                  <a:pt x="26225" y="3459"/>
                  <a:pt x="26741" y="5151"/>
                </a:cubicBezTo>
                <a:cubicBezTo>
                  <a:pt x="26961" y="5872"/>
                  <a:pt x="27182" y="6637"/>
                  <a:pt x="27138" y="7417"/>
                </a:cubicBezTo>
                <a:cubicBezTo>
                  <a:pt x="27108" y="8021"/>
                  <a:pt x="26917" y="8624"/>
                  <a:pt x="26579" y="9213"/>
                </a:cubicBezTo>
                <a:cubicBezTo>
                  <a:pt x="26019" y="10169"/>
                  <a:pt x="25048" y="11082"/>
                  <a:pt x="23679" y="11906"/>
                </a:cubicBezTo>
                <a:cubicBezTo>
                  <a:pt x="22120" y="12862"/>
                  <a:pt x="20471" y="13613"/>
                  <a:pt x="18749" y="14172"/>
                </a:cubicBezTo>
                <a:cubicBezTo>
                  <a:pt x="18308" y="14319"/>
                  <a:pt x="17852" y="14437"/>
                  <a:pt x="17410" y="14570"/>
                </a:cubicBezTo>
                <a:cubicBezTo>
                  <a:pt x="17061" y="14668"/>
                  <a:pt x="16710" y="14768"/>
                  <a:pt x="16360" y="14875"/>
                </a:cubicBezTo>
                <a:lnTo>
                  <a:pt x="16360" y="14875"/>
                </a:lnTo>
                <a:cubicBezTo>
                  <a:pt x="16890" y="14720"/>
                  <a:pt x="17426" y="14587"/>
                  <a:pt x="17955" y="14452"/>
                </a:cubicBezTo>
                <a:cubicBezTo>
                  <a:pt x="18032" y="14434"/>
                  <a:pt x="18109" y="14415"/>
                  <a:pt x="18188" y="14397"/>
                </a:cubicBezTo>
                <a:lnTo>
                  <a:pt x="18188" y="14397"/>
                </a:lnTo>
                <a:cubicBezTo>
                  <a:pt x="17924" y="14476"/>
                  <a:pt x="17665" y="14552"/>
                  <a:pt x="17410" y="14628"/>
                </a:cubicBezTo>
                <a:cubicBezTo>
                  <a:pt x="16159" y="14982"/>
                  <a:pt x="14879" y="15349"/>
                  <a:pt x="13731" y="16012"/>
                </a:cubicBezTo>
                <a:cubicBezTo>
                  <a:pt x="13692" y="16033"/>
                  <a:pt x="13652" y="16056"/>
                  <a:pt x="13613" y="16079"/>
                </a:cubicBezTo>
                <a:lnTo>
                  <a:pt x="13613" y="16079"/>
                </a:lnTo>
                <a:cubicBezTo>
                  <a:pt x="13759" y="15980"/>
                  <a:pt x="13907" y="15889"/>
                  <a:pt x="14055" y="15806"/>
                </a:cubicBezTo>
                <a:cubicBezTo>
                  <a:pt x="14354" y="15634"/>
                  <a:pt x="14662" y="15486"/>
                  <a:pt x="14978" y="15354"/>
                </a:cubicBezTo>
                <a:lnTo>
                  <a:pt x="14978" y="15354"/>
                </a:lnTo>
                <a:cubicBezTo>
                  <a:pt x="14551" y="15525"/>
                  <a:pt x="14133" y="15721"/>
                  <a:pt x="13731" y="15953"/>
                </a:cubicBezTo>
                <a:cubicBezTo>
                  <a:pt x="13275" y="16232"/>
                  <a:pt x="12848" y="16542"/>
                  <a:pt x="12466" y="16924"/>
                </a:cubicBezTo>
                <a:cubicBezTo>
                  <a:pt x="11435" y="17940"/>
                  <a:pt x="10920" y="19132"/>
                  <a:pt x="11023" y="20294"/>
                </a:cubicBezTo>
                <a:cubicBezTo>
                  <a:pt x="11097" y="21207"/>
                  <a:pt x="11597" y="22134"/>
                  <a:pt x="12480" y="23031"/>
                </a:cubicBezTo>
                <a:cubicBezTo>
                  <a:pt x="13113" y="23664"/>
                  <a:pt x="13922" y="24209"/>
                  <a:pt x="14923" y="24694"/>
                </a:cubicBezTo>
                <a:cubicBezTo>
                  <a:pt x="15114" y="24783"/>
                  <a:pt x="15321" y="24871"/>
                  <a:pt x="15556" y="24989"/>
                </a:cubicBezTo>
                <a:cubicBezTo>
                  <a:pt x="16910" y="25607"/>
                  <a:pt x="18087" y="26210"/>
                  <a:pt x="18897" y="27240"/>
                </a:cubicBezTo>
                <a:cubicBezTo>
                  <a:pt x="19635" y="28184"/>
                  <a:pt x="19878" y="29407"/>
                  <a:pt x="19555" y="30449"/>
                </a:cubicBezTo>
                <a:lnTo>
                  <a:pt x="19555" y="30449"/>
                </a:lnTo>
                <a:cubicBezTo>
                  <a:pt x="19566" y="30432"/>
                  <a:pt x="19576" y="30416"/>
                  <a:pt x="19587" y="30399"/>
                </a:cubicBezTo>
                <a:lnTo>
                  <a:pt x="19587" y="30399"/>
                </a:lnTo>
                <a:cubicBezTo>
                  <a:pt x="19883" y="29355"/>
                  <a:pt x="19637" y="28135"/>
                  <a:pt x="18926" y="27196"/>
                </a:cubicBezTo>
                <a:cubicBezTo>
                  <a:pt x="18117" y="26137"/>
                  <a:pt x="16910" y="25533"/>
                  <a:pt x="15556" y="24915"/>
                </a:cubicBezTo>
                <a:cubicBezTo>
                  <a:pt x="15321" y="24797"/>
                  <a:pt x="15114" y="24709"/>
                  <a:pt x="14923" y="24621"/>
                </a:cubicBezTo>
                <a:cubicBezTo>
                  <a:pt x="13937" y="24135"/>
                  <a:pt x="13128" y="23591"/>
                  <a:pt x="12495" y="22973"/>
                </a:cubicBezTo>
                <a:cubicBezTo>
                  <a:pt x="11612" y="22090"/>
                  <a:pt x="11141" y="21192"/>
                  <a:pt x="11067" y="20294"/>
                </a:cubicBezTo>
                <a:cubicBezTo>
                  <a:pt x="10979" y="19146"/>
                  <a:pt x="11465" y="17969"/>
                  <a:pt x="12480" y="16968"/>
                </a:cubicBezTo>
                <a:cubicBezTo>
                  <a:pt x="12816" y="16632"/>
                  <a:pt x="13201" y="16321"/>
                  <a:pt x="13613" y="16079"/>
                </a:cubicBezTo>
                <a:lnTo>
                  <a:pt x="13613" y="16079"/>
                </a:lnTo>
                <a:cubicBezTo>
                  <a:pt x="12949" y="16530"/>
                  <a:pt x="12330" y="17140"/>
                  <a:pt x="11901" y="17850"/>
                </a:cubicBezTo>
                <a:lnTo>
                  <a:pt x="11901" y="17850"/>
                </a:lnTo>
                <a:cubicBezTo>
                  <a:pt x="12115" y="17520"/>
                  <a:pt x="12377" y="17199"/>
                  <a:pt x="12686" y="16895"/>
                </a:cubicBezTo>
                <a:cubicBezTo>
                  <a:pt x="13069" y="16497"/>
                  <a:pt x="13496" y="16188"/>
                  <a:pt x="13967" y="15909"/>
                </a:cubicBezTo>
                <a:cubicBezTo>
                  <a:pt x="15173" y="15232"/>
                  <a:pt x="16513" y="14879"/>
                  <a:pt x="17793" y="14540"/>
                </a:cubicBezTo>
                <a:cubicBezTo>
                  <a:pt x="18234" y="14422"/>
                  <a:pt x="18676" y="14290"/>
                  <a:pt x="19117" y="14172"/>
                </a:cubicBezTo>
                <a:cubicBezTo>
                  <a:pt x="19209" y="14146"/>
                  <a:pt x="19300" y="14118"/>
                  <a:pt x="19391" y="14090"/>
                </a:cubicBezTo>
                <a:lnTo>
                  <a:pt x="19391" y="14090"/>
                </a:lnTo>
                <a:cubicBezTo>
                  <a:pt x="19364" y="14098"/>
                  <a:pt x="19336" y="14106"/>
                  <a:pt x="19309" y="14113"/>
                </a:cubicBezTo>
                <a:cubicBezTo>
                  <a:pt x="18944" y="14211"/>
                  <a:pt x="18559" y="14308"/>
                  <a:pt x="18188" y="14397"/>
                </a:cubicBezTo>
                <a:lnTo>
                  <a:pt x="18188" y="14397"/>
                </a:lnTo>
                <a:cubicBezTo>
                  <a:pt x="18382" y="14338"/>
                  <a:pt x="18579" y="14279"/>
                  <a:pt x="18779" y="14216"/>
                </a:cubicBezTo>
                <a:cubicBezTo>
                  <a:pt x="20501" y="13672"/>
                  <a:pt x="22164" y="12921"/>
                  <a:pt x="23724" y="11965"/>
                </a:cubicBezTo>
                <a:cubicBezTo>
                  <a:pt x="25078" y="11111"/>
                  <a:pt x="26064" y="10213"/>
                  <a:pt x="26623" y="9257"/>
                </a:cubicBezTo>
                <a:cubicBezTo>
                  <a:pt x="26976" y="8668"/>
                  <a:pt x="27182" y="8035"/>
                  <a:pt x="27197" y="7417"/>
                </a:cubicBezTo>
                <a:cubicBezTo>
                  <a:pt x="27241" y="6623"/>
                  <a:pt x="27035" y="5857"/>
                  <a:pt x="26799" y="5122"/>
                </a:cubicBezTo>
                <a:cubicBezTo>
                  <a:pt x="26255" y="3444"/>
                  <a:pt x="25622" y="1810"/>
                  <a:pt x="24886" y="236"/>
                </a:cubicBezTo>
                <a:close/>
                <a:moveTo>
                  <a:pt x="19235" y="26151"/>
                </a:moveTo>
                <a:lnTo>
                  <a:pt x="19235" y="26151"/>
                </a:lnTo>
                <a:cubicBezTo>
                  <a:pt x="19235" y="26151"/>
                  <a:pt x="19235" y="26151"/>
                  <a:pt x="19235" y="26151"/>
                </a:cubicBezTo>
                <a:cubicBezTo>
                  <a:pt x="20024" y="26992"/>
                  <a:pt x="20319" y="28291"/>
                  <a:pt x="20028" y="29419"/>
                </a:cubicBezTo>
                <a:lnTo>
                  <a:pt x="20028" y="29419"/>
                </a:lnTo>
                <a:cubicBezTo>
                  <a:pt x="19997" y="29727"/>
                  <a:pt x="19925" y="30030"/>
                  <a:pt x="19809" y="30316"/>
                </a:cubicBezTo>
                <a:cubicBezTo>
                  <a:pt x="19750" y="30463"/>
                  <a:pt x="19691" y="30581"/>
                  <a:pt x="19618" y="30699"/>
                </a:cubicBezTo>
                <a:cubicBezTo>
                  <a:pt x="19809" y="30463"/>
                  <a:pt x="19956" y="30213"/>
                  <a:pt x="20074" y="29919"/>
                </a:cubicBezTo>
                <a:cubicBezTo>
                  <a:pt x="20560" y="28741"/>
                  <a:pt x="20295" y="27270"/>
                  <a:pt x="19412" y="26328"/>
                </a:cubicBezTo>
                <a:cubicBezTo>
                  <a:pt x="19355" y="26266"/>
                  <a:pt x="19296" y="26207"/>
                  <a:pt x="19235" y="26151"/>
                </a:cubicBezTo>
                <a:close/>
                <a:moveTo>
                  <a:pt x="24386" y="236"/>
                </a:moveTo>
                <a:lnTo>
                  <a:pt x="24327" y="280"/>
                </a:lnTo>
                <a:cubicBezTo>
                  <a:pt x="25063" y="1810"/>
                  <a:pt x="25710" y="3444"/>
                  <a:pt x="26211" y="5122"/>
                </a:cubicBezTo>
                <a:cubicBezTo>
                  <a:pt x="26402" y="5799"/>
                  <a:pt x="26623" y="6593"/>
                  <a:pt x="26579" y="7359"/>
                </a:cubicBezTo>
                <a:cubicBezTo>
                  <a:pt x="26534" y="7962"/>
                  <a:pt x="26358" y="8580"/>
                  <a:pt x="26019" y="9139"/>
                </a:cubicBezTo>
                <a:cubicBezTo>
                  <a:pt x="25475" y="10096"/>
                  <a:pt x="24533" y="11008"/>
                  <a:pt x="23223" y="11847"/>
                </a:cubicBezTo>
                <a:cubicBezTo>
                  <a:pt x="21693" y="12818"/>
                  <a:pt x="20074" y="13613"/>
                  <a:pt x="18411" y="14187"/>
                </a:cubicBezTo>
                <a:cubicBezTo>
                  <a:pt x="17969" y="14334"/>
                  <a:pt x="17499" y="14481"/>
                  <a:pt x="17042" y="14614"/>
                </a:cubicBezTo>
                <a:cubicBezTo>
                  <a:pt x="15836" y="14982"/>
                  <a:pt x="14585" y="15349"/>
                  <a:pt x="13481" y="16012"/>
                </a:cubicBezTo>
                <a:cubicBezTo>
                  <a:pt x="13010" y="16277"/>
                  <a:pt x="12598" y="16600"/>
                  <a:pt x="12230" y="16968"/>
                </a:cubicBezTo>
                <a:cubicBezTo>
                  <a:pt x="11215" y="17954"/>
                  <a:pt x="10700" y="19132"/>
                  <a:pt x="10788" y="20279"/>
                </a:cubicBezTo>
                <a:cubicBezTo>
                  <a:pt x="10847" y="21162"/>
                  <a:pt x="11288" y="22045"/>
                  <a:pt x="12156" y="22973"/>
                </a:cubicBezTo>
                <a:cubicBezTo>
                  <a:pt x="12775" y="23664"/>
                  <a:pt x="13599" y="24282"/>
                  <a:pt x="14629" y="24812"/>
                </a:cubicBezTo>
                <a:cubicBezTo>
                  <a:pt x="14850" y="24930"/>
                  <a:pt x="15056" y="25033"/>
                  <a:pt x="15276" y="25151"/>
                </a:cubicBezTo>
                <a:cubicBezTo>
                  <a:pt x="16748" y="25901"/>
                  <a:pt x="17866" y="26622"/>
                  <a:pt x="18646" y="27711"/>
                </a:cubicBezTo>
                <a:cubicBezTo>
                  <a:pt x="19330" y="28668"/>
                  <a:pt x="19556" y="29841"/>
                  <a:pt x="19255" y="30840"/>
                </a:cubicBezTo>
                <a:lnTo>
                  <a:pt x="19255" y="30840"/>
                </a:lnTo>
                <a:cubicBezTo>
                  <a:pt x="19267" y="30826"/>
                  <a:pt x="19280" y="30811"/>
                  <a:pt x="19292" y="30797"/>
                </a:cubicBezTo>
                <a:lnTo>
                  <a:pt x="19292" y="30797"/>
                </a:lnTo>
                <a:cubicBezTo>
                  <a:pt x="19576" y="29785"/>
                  <a:pt x="19343" y="28617"/>
                  <a:pt x="18661" y="27667"/>
                </a:cubicBezTo>
                <a:cubicBezTo>
                  <a:pt x="17896" y="26578"/>
                  <a:pt x="16748" y="25842"/>
                  <a:pt x="15276" y="25092"/>
                </a:cubicBezTo>
                <a:cubicBezTo>
                  <a:pt x="15056" y="24989"/>
                  <a:pt x="14850" y="24871"/>
                  <a:pt x="14629" y="24768"/>
                </a:cubicBezTo>
                <a:cubicBezTo>
                  <a:pt x="13599" y="24223"/>
                  <a:pt x="12775" y="23605"/>
                  <a:pt x="12171" y="22943"/>
                </a:cubicBezTo>
                <a:cubicBezTo>
                  <a:pt x="11318" y="22001"/>
                  <a:pt x="10876" y="21133"/>
                  <a:pt x="10832" y="20279"/>
                </a:cubicBezTo>
                <a:cubicBezTo>
                  <a:pt x="10758" y="19146"/>
                  <a:pt x="11244" y="17998"/>
                  <a:pt x="12245" y="17012"/>
                </a:cubicBezTo>
                <a:cubicBezTo>
                  <a:pt x="12613" y="16645"/>
                  <a:pt x="13010" y="16335"/>
                  <a:pt x="13481" y="16056"/>
                </a:cubicBezTo>
                <a:cubicBezTo>
                  <a:pt x="14000" y="15758"/>
                  <a:pt x="14552" y="15512"/>
                  <a:pt x="15115" y="15297"/>
                </a:cubicBezTo>
                <a:lnTo>
                  <a:pt x="15115" y="15297"/>
                </a:lnTo>
                <a:cubicBezTo>
                  <a:pt x="15069" y="15316"/>
                  <a:pt x="15024" y="15335"/>
                  <a:pt x="14978" y="15354"/>
                </a:cubicBezTo>
                <a:lnTo>
                  <a:pt x="14978" y="15354"/>
                </a:lnTo>
                <a:cubicBezTo>
                  <a:pt x="15431" y="15172"/>
                  <a:pt x="15894" y="15017"/>
                  <a:pt x="16360" y="14875"/>
                </a:cubicBezTo>
                <a:lnTo>
                  <a:pt x="16360" y="14875"/>
                </a:lnTo>
                <a:cubicBezTo>
                  <a:pt x="16242" y="14909"/>
                  <a:pt x="16124" y="14945"/>
                  <a:pt x="16007" y="14982"/>
                </a:cubicBezTo>
                <a:lnTo>
                  <a:pt x="16007" y="14982"/>
                </a:lnTo>
                <a:cubicBezTo>
                  <a:pt x="15709" y="15081"/>
                  <a:pt x="15411" y="15185"/>
                  <a:pt x="15115" y="15297"/>
                </a:cubicBezTo>
                <a:lnTo>
                  <a:pt x="15115" y="15297"/>
                </a:lnTo>
                <a:cubicBezTo>
                  <a:pt x="15408" y="15180"/>
                  <a:pt x="15706" y="15076"/>
                  <a:pt x="16007" y="14982"/>
                </a:cubicBezTo>
                <a:lnTo>
                  <a:pt x="16007" y="14982"/>
                </a:lnTo>
                <a:cubicBezTo>
                  <a:pt x="16349" y="14868"/>
                  <a:pt x="16690" y="14762"/>
                  <a:pt x="17028" y="14658"/>
                </a:cubicBezTo>
                <a:cubicBezTo>
                  <a:pt x="17469" y="14540"/>
                  <a:pt x="17925" y="14393"/>
                  <a:pt x="18382" y="14246"/>
                </a:cubicBezTo>
                <a:cubicBezTo>
                  <a:pt x="20074" y="13672"/>
                  <a:pt x="21693" y="12877"/>
                  <a:pt x="23223" y="11906"/>
                </a:cubicBezTo>
                <a:cubicBezTo>
                  <a:pt x="24548" y="11052"/>
                  <a:pt x="25504" y="10140"/>
                  <a:pt x="26064" y="9183"/>
                </a:cubicBezTo>
                <a:cubicBezTo>
                  <a:pt x="26387" y="8595"/>
                  <a:pt x="26593" y="7991"/>
                  <a:pt x="26623" y="7359"/>
                </a:cubicBezTo>
                <a:cubicBezTo>
                  <a:pt x="26682" y="6564"/>
                  <a:pt x="26461" y="5784"/>
                  <a:pt x="26255" y="5077"/>
                </a:cubicBezTo>
                <a:cubicBezTo>
                  <a:pt x="25769" y="3400"/>
                  <a:pt x="25122" y="1766"/>
                  <a:pt x="24386" y="236"/>
                </a:cubicBezTo>
                <a:close/>
                <a:moveTo>
                  <a:pt x="19917" y="29766"/>
                </a:moveTo>
                <a:lnTo>
                  <a:pt x="19917" y="29766"/>
                </a:lnTo>
                <a:cubicBezTo>
                  <a:pt x="19910" y="29783"/>
                  <a:pt x="19904" y="29799"/>
                  <a:pt x="19897" y="29816"/>
                </a:cubicBezTo>
                <a:cubicBezTo>
                  <a:pt x="19811" y="30022"/>
                  <a:pt x="19706" y="30217"/>
                  <a:pt x="19587" y="30399"/>
                </a:cubicBezTo>
                <a:lnTo>
                  <a:pt x="19587" y="30399"/>
                </a:lnTo>
                <a:cubicBezTo>
                  <a:pt x="19558" y="30501"/>
                  <a:pt x="19524" y="30601"/>
                  <a:pt x="19485" y="30699"/>
                </a:cubicBezTo>
                <a:cubicBezTo>
                  <a:pt x="19441" y="30831"/>
                  <a:pt x="19382" y="30964"/>
                  <a:pt x="19309" y="31096"/>
                </a:cubicBezTo>
                <a:cubicBezTo>
                  <a:pt x="19471" y="30846"/>
                  <a:pt x="19632" y="30596"/>
                  <a:pt x="19750" y="30301"/>
                </a:cubicBezTo>
                <a:cubicBezTo>
                  <a:pt x="19823" y="30129"/>
                  <a:pt x="19878" y="29950"/>
                  <a:pt x="19917" y="29766"/>
                </a:cubicBezTo>
                <a:close/>
                <a:moveTo>
                  <a:pt x="23856" y="236"/>
                </a:moveTo>
                <a:lnTo>
                  <a:pt x="23797" y="280"/>
                </a:lnTo>
                <a:cubicBezTo>
                  <a:pt x="24533" y="1781"/>
                  <a:pt x="25136" y="3400"/>
                  <a:pt x="25622" y="5077"/>
                </a:cubicBezTo>
                <a:cubicBezTo>
                  <a:pt x="25799" y="5740"/>
                  <a:pt x="26005" y="6534"/>
                  <a:pt x="25961" y="7300"/>
                </a:cubicBezTo>
                <a:cubicBezTo>
                  <a:pt x="25931" y="7918"/>
                  <a:pt x="25740" y="8506"/>
                  <a:pt x="25416" y="9095"/>
                </a:cubicBezTo>
                <a:cubicBezTo>
                  <a:pt x="24886" y="10022"/>
                  <a:pt x="23959" y="10949"/>
                  <a:pt x="22693" y="11818"/>
                </a:cubicBezTo>
                <a:cubicBezTo>
                  <a:pt x="21207" y="12804"/>
                  <a:pt x="19618" y="13613"/>
                  <a:pt x="17969" y="14202"/>
                </a:cubicBezTo>
                <a:cubicBezTo>
                  <a:pt x="17528" y="14363"/>
                  <a:pt x="17057" y="14511"/>
                  <a:pt x="16601" y="14643"/>
                </a:cubicBezTo>
                <a:cubicBezTo>
                  <a:pt x="15424" y="15011"/>
                  <a:pt x="14217" y="15394"/>
                  <a:pt x="13142" y="16056"/>
                </a:cubicBezTo>
                <a:cubicBezTo>
                  <a:pt x="12701" y="16335"/>
                  <a:pt x="12274" y="16645"/>
                  <a:pt x="11936" y="17012"/>
                </a:cubicBezTo>
                <a:cubicBezTo>
                  <a:pt x="10935" y="17998"/>
                  <a:pt x="10435" y="19146"/>
                  <a:pt x="10494" y="20279"/>
                </a:cubicBezTo>
                <a:cubicBezTo>
                  <a:pt x="10552" y="21383"/>
                  <a:pt x="11200" y="22281"/>
                  <a:pt x="11759" y="22958"/>
                </a:cubicBezTo>
                <a:cubicBezTo>
                  <a:pt x="12392" y="23694"/>
                  <a:pt x="13231" y="24371"/>
                  <a:pt x="14305" y="24989"/>
                </a:cubicBezTo>
                <a:lnTo>
                  <a:pt x="14805" y="25254"/>
                </a:lnTo>
                <a:lnTo>
                  <a:pt x="14967" y="25357"/>
                </a:lnTo>
                <a:cubicBezTo>
                  <a:pt x="16159" y="26019"/>
                  <a:pt x="17499" y="26872"/>
                  <a:pt x="18352" y="28182"/>
                </a:cubicBezTo>
                <a:cubicBezTo>
                  <a:pt x="18993" y="29178"/>
                  <a:pt x="19192" y="30300"/>
                  <a:pt x="18901" y="31255"/>
                </a:cubicBezTo>
                <a:lnTo>
                  <a:pt x="18901" y="31255"/>
                </a:lnTo>
                <a:cubicBezTo>
                  <a:pt x="18940" y="31210"/>
                  <a:pt x="18978" y="31164"/>
                  <a:pt x="19016" y="31117"/>
                </a:cubicBezTo>
                <a:lnTo>
                  <a:pt x="19016" y="31117"/>
                </a:lnTo>
                <a:cubicBezTo>
                  <a:pt x="19257" y="30173"/>
                  <a:pt x="19036" y="29073"/>
                  <a:pt x="18411" y="28123"/>
                </a:cubicBezTo>
                <a:cubicBezTo>
                  <a:pt x="17543" y="26799"/>
                  <a:pt x="16203" y="25945"/>
                  <a:pt x="14997" y="25254"/>
                </a:cubicBezTo>
                <a:lnTo>
                  <a:pt x="14835" y="25165"/>
                </a:lnTo>
                <a:lnTo>
                  <a:pt x="14335" y="24886"/>
                </a:lnTo>
                <a:cubicBezTo>
                  <a:pt x="13290" y="24297"/>
                  <a:pt x="12421" y="23620"/>
                  <a:pt x="11818" y="22884"/>
                </a:cubicBezTo>
                <a:cubicBezTo>
                  <a:pt x="11273" y="22222"/>
                  <a:pt x="10626" y="21324"/>
                  <a:pt x="10567" y="20235"/>
                </a:cubicBezTo>
                <a:cubicBezTo>
                  <a:pt x="10508" y="19132"/>
                  <a:pt x="11023" y="17998"/>
                  <a:pt x="11980" y="17042"/>
                </a:cubicBezTo>
                <a:cubicBezTo>
                  <a:pt x="12348" y="16689"/>
                  <a:pt x="12760" y="16350"/>
                  <a:pt x="13201" y="16100"/>
                </a:cubicBezTo>
                <a:cubicBezTo>
                  <a:pt x="14261" y="15453"/>
                  <a:pt x="15482" y="15070"/>
                  <a:pt x="16645" y="14702"/>
                </a:cubicBezTo>
                <a:cubicBezTo>
                  <a:pt x="17086" y="14555"/>
                  <a:pt x="17557" y="14408"/>
                  <a:pt x="17999" y="14260"/>
                </a:cubicBezTo>
                <a:cubicBezTo>
                  <a:pt x="19662" y="13672"/>
                  <a:pt x="21237" y="12862"/>
                  <a:pt x="22723" y="11847"/>
                </a:cubicBezTo>
                <a:cubicBezTo>
                  <a:pt x="24018" y="10979"/>
                  <a:pt x="24930" y="10066"/>
                  <a:pt x="25475" y="9110"/>
                </a:cubicBezTo>
                <a:cubicBezTo>
                  <a:pt x="25799" y="8521"/>
                  <a:pt x="25990" y="7918"/>
                  <a:pt x="26019" y="7300"/>
                </a:cubicBezTo>
                <a:cubicBezTo>
                  <a:pt x="26078" y="6520"/>
                  <a:pt x="25872" y="5725"/>
                  <a:pt x="25666" y="5048"/>
                </a:cubicBezTo>
                <a:cubicBezTo>
                  <a:pt x="25195" y="3370"/>
                  <a:pt x="24592" y="1752"/>
                  <a:pt x="23856" y="236"/>
                </a:cubicBezTo>
                <a:close/>
                <a:moveTo>
                  <a:pt x="19555" y="30449"/>
                </a:moveTo>
                <a:cubicBezTo>
                  <a:pt x="19473" y="30570"/>
                  <a:pt x="19385" y="30686"/>
                  <a:pt x="19292" y="30797"/>
                </a:cubicBezTo>
                <a:lnTo>
                  <a:pt x="19292" y="30797"/>
                </a:lnTo>
                <a:cubicBezTo>
                  <a:pt x="19263" y="30898"/>
                  <a:pt x="19230" y="30998"/>
                  <a:pt x="19191" y="31096"/>
                </a:cubicBezTo>
                <a:cubicBezTo>
                  <a:pt x="19162" y="31184"/>
                  <a:pt x="19117" y="31258"/>
                  <a:pt x="19088" y="31346"/>
                </a:cubicBezTo>
                <a:lnTo>
                  <a:pt x="19162" y="31273"/>
                </a:lnTo>
                <a:cubicBezTo>
                  <a:pt x="19294" y="31096"/>
                  <a:pt x="19382" y="30905"/>
                  <a:pt x="19471" y="30684"/>
                </a:cubicBezTo>
                <a:cubicBezTo>
                  <a:pt x="19502" y="30607"/>
                  <a:pt x="19530" y="30528"/>
                  <a:pt x="19555" y="30449"/>
                </a:cubicBezTo>
                <a:close/>
                <a:moveTo>
                  <a:pt x="19255" y="30840"/>
                </a:moveTo>
                <a:cubicBezTo>
                  <a:pt x="19205" y="30898"/>
                  <a:pt x="19155" y="30953"/>
                  <a:pt x="19103" y="31008"/>
                </a:cubicBezTo>
                <a:cubicBezTo>
                  <a:pt x="19073" y="31045"/>
                  <a:pt x="19044" y="31081"/>
                  <a:pt x="19016" y="31117"/>
                </a:cubicBezTo>
                <a:lnTo>
                  <a:pt x="19016" y="31117"/>
                </a:lnTo>
                <a:cubicBezTo>
                  <a:pt x="18984" y="31240"/>
                  <a:pt x="18944" y="31361"/>
                  <a:pt x="18897" y="31479"/>
                </a:cubicBezTo>
                <a:cubicBezTo>
                  <a:pt x="18882" y="31508"/>
                  <a:pt x="18882" y="31538"/>
                  <a:pt x="18867" y="31567"/>
                </a:cubicBezTo>
                <a:cubicBezTo>
                  <a:pt x="18926" y="31552"/>
                  <a:pt x="18955" y="31508"/>
                  <a:pt x="19000" y="31479"/>
                </a:cubicBezTo>
                <a:cubicBezTo>
                  <a:pt x="19073" y="31346"/>
                  <a:pt x="19117" y="31214"/>
                  <a:pt x="19176" y="31067"/>
                </a:cubicBezTo>
                <a:cubicBezTo>
                  <a:pt x="19206" y="30992"/>
                  <a:pt x="19232" y="30917"/>
                  <a:pt x="19255" y="30840"/>
                </a:cubicBezTo>
                <a:close/>
                <a:moveTo>
                  <a:pt x="23297" y="206"/>
                </a:moveTo>
                <a:lnTo>
                  <a:pt x="23238" y="236"/>
                </a:lnTo>
                <a:cubicBezTo>
                  <a:pt x="23974" y="1737"/>
                  <a:pt x="24562" y="3356"/>
                  <a:pt x="25033" y="5004"/>
                </a:cubicBezTo>
                <a:cubicBezTo>
                  <a:pt x="25210" y="5666"/>
                  <a:pt x="25401" y="6446"/>
                  <a:pt x="25342" y="7211"/>
                </a:cubicBezTo>
                <a:cubicBezTo>
                  <a:pt x="25298" y="7815"/>
                  <a:pt x="25122" y="8403"/>
                  <a:pt x="24813" y="8977"/>
                </a:cubicBezTo>
                <a:cubicBezTo>
                  <a:pt x="24298" y="9919"/>
                  <a:pt x="23415" y="10861"/>
                  <a:pt x="22164" y="11715"/>
                </a:cubicBezTo>
                <a:cubicBezTo>
                  <a:pt x="20707" y="12745"/>
                  <a:pt x="19162" y="13584"/>
                  <a:pt x="17543" y="14187"/>
                </a:cubicBezTo>
                <a:cubicBezTo>
                  <a:pt x="17101" y="14349"/>
                  <a:pt x="16616" y="14511"/>
                  <a:pt x="16174" y="14658"/>
                </a:cubicBezTo>
                <a:cubicBezTo>
                  <a:pt x="15041" y="15055"/>
                  <a:pt x="13878" y="15438"/>
                  <a:pt x="12833" y="16085"/>
                </a:cubicBezTo>
                <a:cubicBezTo>
                  <a:pt x="12392" y="16350"/>
                  <a:pt x="11980" y="16674"/>
                  <a:pt x="11641" y="17012"/>
                </a:cubicBezTo>
                <a:cubicBezTo>
                  <a:pt x="10685" y="17969"/>
                  <a:pt x="10170" y="19117"/>
                  <a:pt x="10184" y="20221"/>
                </a:cubicBezTo>
                <a:cubicBezTo>
                  <a:pt x="10214" y="21251"/>
                  <a:pt x="10788" y="22148"/>
                  <a:pt x="11362" y="22884"/>
                </a:cubicBezTo>
                <a:cubicBezTo>
                  <a:pt x="11965" y="23694"/>
                  <a:pt x="12848" y="24429"/>
                  <a:pt x="13952" y="25092"/>
                </a:cubicBezTo>
                <a:lnTo>
                  <a:pt x="14187" y="25239"/>
                </a:lnTo>
                <a:cubicBezTo>
                  <a:pt x="14335" y="25327"/>
                  <a:pt x="14511" y="25430"/>
                  <a:pt x="14658" y="25519"/>
                </a:cubicBezTo>
                <a:cubicBezTo>
                  <a:pt x="16292" y="26505"/>
                  <a:pt x="17381" y="27505"/>
                  <a:pt x="18058" y="28638"/>
                </a:cubicBezTo>
                <a:cubicBezTo>
                  <a:pt x="18660" y="29650"/>
                  <a:pt x="18842" y="30726"/>
                  <a:pt x="18569" y="31641"/>
                </a:cubicBezTo>
                <a:lnTo>
                  <a:pt x="18569" y="31641"/>
                </a:lnTo>
                <a:cubicBezTo>
                  <a:pt x="18603" y="31602"/>
                  <a:pt x="18635" y="31564"/>
                  <a:pt x="18666" y="31525"/>
                </a:cubicBezTo>
                <a:lnTo>
                  <a:pt x="18666" y="31525"/>
                </a:lnTo>
                <a:cubicBezTo>
                  <a:pt x="18891" y="30623"/>
                  <a:pt x="18693" y="29573"/>
                  <a:pt x="18117" y="28609"/>
                </a:cubicBezTo>
                <a:cubicBezTo>
                  <a:pt x="17410" y="27446"/>
                  <a:pt x="16321" y="26460"/>
                  <a:pt x="14688" y="25460"/>
                </a:cubicBezTo>
                <a:cubicBezTo>
                  <a:pt x="14541" y="25371"/>
                  <a:pt x="14379" y="25283"/>
                  <a:pt x="14231" y="25180"/>
                </a:cubicBezTo>
                <a:lnTo>
                  <a:pt x="13996" y="25033"/>
                </a:lnTo>
                <a:cubicBezTo>
                  <a:pt x="12892" y="24371"/>
                  <a:pt x="12024" y="23635"/>
                  <a:pt x="11421" y="22855"/>
                </a:cubicBezTo>
                <a:cubicBezTo>
                  <a:pt x="10861" y="22119"/>
                  <a:pt x="10273" y="21251"/>
                  <a:pt x="10258" y="20235"/>
                </a:cubicBezTo>
                <a:cubicBezTo>
                  <a:pt x="10214" y="19146"/>
                  <a:pt x="10729" y="18028"/>
                  <a:pt x="11671" y="17086"/>
                </a:cubicBezTo>
                <a:cubicBezTo>
                  <a:pt x="12024" y="16748"/>
                  <a:pt x="12421" y="16424"/>
                  <a:pt x="12848" y="16159"/>
                </a:cubicBezTo>
                <a:cubicBezTo>
                  <a:pt x="13878" y="15511"/>
                  <a:pt x="15056" y="15129"/>
                  <a:pt x="16174" y="14731"/>
                </a:cubicBezTo>
                <a:cubicBezTo>
                  <a:pt x="16616" y="14584"/>
                  <a:pt x="17101" y="14422"/>
                  <a:pt x="17543" y="14260"/>
                </a:cubicBezTo>
                <a:cubicBezTo>
                  <a:pt x="19162" y="13657"/>
                  <a:pt x="20721" y="12818"/>
                  <a:pt x="22178" y="11788"/>
                </a:cubicBezTo>
                <a:cubicBezTo>
                  <a:pt x="23429" y="10905"/>
                  <a:pt x="24327" y="9978"/>
                  <a:pt x="24842" y="9036"/>
                </a:cubicBezTo>
                <a:cubicBezTo>
                  <a:pt x="25151" y="8448"/>
                  <a:pt x="25342" y="7844"/>
                  <a:pt x="25401" y="7226"/>
                </a:cubicBezTo>
                <a:cubicBezTo>
                  <a:pt x="25445" y="6446"/>
                  <a:pt x="25269" y="5666"/>
                  <a:pt x="25078" y="4989"/>
                </a:cubicBezTo>
                <a:cubicBezTo>
                  <a:pt x="24621" y="3312"/>
                  <a:pt x="24033" y="1707"/>
                  <a:pt x="23297" y="206"/>
                </a:cubicBezTo>
                <a:close/>
                <a:moveTo>
                  <a:pt x="18749" y="31655"/>
                </a:moveTo>
                <a:cubicBezTo>
                  <a:pt x="18743" y="31668"/>
                  <a:pt x="18733" y="31679"/>
                  <a:pt x="18722" y="31687"/>
                </a:cubicBezTo>
                <a:lnTo>
                  <a:pt x="18722" y="31687"/>
                </a:lnTo>
                <a:cubicBezTo>
                  <a:pt x="18727" y="31672"/>
                  <a:pt x="18738" y="31655"/>
                  <a:pt x="18749" y="31655"/>
                </a:cubicBezTo>
                <a:close/>
                <a:moveTo>
                  <a:pt x="18901" y="31255"/>
                </a:moveTo>
                <a:cubicBezTo>
                  <a:pt x="18854" y="31311"/>
                  <a:pt x="18804" y="31365"/>
                  <a:pt x="18749" y="31420"/>
                </a:cubicBezTo>
                <a:cubicBezTo>
                  <a:pt x="18723" y="31454"/>
                  <a:pt x="18695" y="31489"/>
                  <a:pt x="18666" y="31525"/>
                </a:cubicBezTo>
                <a:lnTo>
                  <a:pt x="18666" y="31525"/>
                </a:lnTo>
                <a:cubicBezTo>
                  <a:pt x="18644" y="31614"/>
                  <a:pt x="18618" y="31702"/>
                  <a:pt x="18588" y="31788"/>
                </a:cubicBezTo>
                <a:cubicBezTo>
                  <a:pt x="18619" y="31772"/>
                  <a:pt x="18641" y="31753"/>
                  <a:pt x="18665" y="31733"/>
                </a:cubicBezTo>
                <a:lnTo>
                  <a:pt x="18665" y="31733"/>
                </a:lnTo>
                <a:cubicBezTo>
                  <a:pt x="18659" y="31747"/>
                  <a:pt x="18656" y="31763"/>
                  <a:pt x="18646" y="31773"/>
                </a:cubicBezTo>
                <a:lnTo>
                  <a:pt x="18720" y="31699"/>
                </a:lnTo>
                <a:cubicBezTo>
                  <a:pt x="18720" y="31697"/>
                  <a:pt x="18720" y="31695"/>
                  <a:pt x="18721" y="31692"/>
                </a:cubicBezTo>
                <a:lnTo>
                  <a:pt x="18721" y="31692"/>
                </a:lnTo>
                <a:cubicBezTo>
                  <a:pt x="18725" y="31690"/>
                  <a:pt x="18730" y="31687"/>
                  <a:pt x="18735" y="31685"/>
                </a:cubicBezTo>
                <a:cubicBezTo>
                  <a:pt x="18779" y="31611"/>
                  <a:pt x="18808" y="31552"/>
                  <a:pt x="18823" y="31479"/>
                </a:cubicBezTo>
                <a:cubicBezTo>
                  <a:pt x="18852" y="31405"/>
                  <a:pt x="18878" y="31331"/>
                  <a:pt x="18901" y="31255"/>
                </a:cubicBezTo>
                <a:close/>
                <a:moveTo>
                  <a:pt x="18569" y="31641"/>
                </a:moveTo>
                <a:lnTo>
                  <a:pt x="18569" y="31641"/>
                </a:lnTo>
                <a:cubicBezTo>
                  <a:pt x="18515" y="31703"/>
                  <a:pt x="18457" y="31763"/>
                  <a:pt x="18396" y="31817"/>
                </a:cubicBezTo>
                <a:cubicBezTo>
                  <a:pt x="18372" y="31851"/>
                  <a:pt x="18348" y="31886"/>
                  <a:pt x="18322" y="31920"/>
                </a:cubicBezTo>
                <a:lnTo>
                  <a:pt x="18322" y="31920"/>
                </a:lnTo>
                <a:cubicBezTo>
                  <a:pt x="18318" y="31939"/>
                  <a:pt x="18313" y="31959"/>
                  <a:pt x="18308" y="31979"/>
                </a:cubicBezTo>
                <a:cubicBezTo>
                  <a:pt x="18338" y="31956"/>
                  <a:pt x="18373" y="31930"/>
                  <a:pt x="18407" y="31905"/>
                </a:cubicBezTo>
                <a:lnTo>
                  <a:pt x="18407" y="31905"/>
                </a:lnTo>
                <a:cubicBezTo>
                  <a:pt x="18398" y="31935"/>
                  <a:pt x="18378" y="31960"/>
                  <a:pt x="18367" y="31994"/>
                </a:cubicBezTo>
                <a:cubicBezTo>
                  <a:pt x="18426" y="31979"/>
                  <a:pt x="18455" y="31935"/>
                  <a:pt x="18499" y="31905"/>
                </a:cubicBezTo>
                <a:cubicBezTo>
                  <a:pt x="18514" y="31861"/>
                  <a:pt x="18529" y="31832"/>
                  <a:pt x="18529" y="31788"/>
                </a:cubicBezTo>
                <a:lnTo>
                  <a:pt x="18529" y="31788"/>
                </a:lnTo>
                <a:cubicBezTo>
                  <a:pt x="18525" y="31794"/>
                  <a:pt x="18520" y="31799"/>
                  <a:pt x="18515" y="31804"/>
                </a:cubicBezTo>
                <a:lnTo>
                  <a:pt x="18515" y="31804"/>
                </a:lnTo>
                <a:cubicBezTo>
                  <a:pt x="18535" y="31750"/>
                  <a:pt x="18553" y="31696"/>
                  <a:pt x="18569" y="31641"/>
                </a:cubicBezTo>
                <a:close/>
                <a:moveTo>
                  <a:pt x="18411" y="32082"/>
                </a:moveTo>
                <a:cubicBezTo>
                  <a:pt x="18387" y="32082"/>
                  <a:pt x="18373" y="32092"/>
                  <a:pt x="18368" y="32112"/>
                </a:cubicBezTo>
                <a:lnTo>
                  <a:pt x="18368" y="32112"/>
                </a:lnTo>
                <a:cubicBezTo>
                  <a:pt x="18381" y="32101"/>
                  <a:pt x="18396" y="32089"/>
                  <a:pt x="18411" y="32082"/>
                </a:cubicBezTo>
                <a:close/>
                <a:moveTo>
                  <a:pt x="22267" y="162"/>
                </a:moveTo>
                <a:lnTo>
                  <a:pt x="22208" y="206"/>
                </a:lnTo>
                <a:cubicBezTo>
                  <a:pt x="22929" y="1678"/>
                  <a:pt x="23503" y="3253"/>
                  <a:pt x="23900" y="4901"/>
                </a:cubicBezTo>
                <a:cubicBezTo>
                  <a:pt x="24077" y="5593"/>
                  <a:pt x="24224" y="6328"/>
                  <a:pt x="24165" y="7079"/>
                </a:cubicBezTo>
                <a:cubicBezTo>
                  <a:pt x="24121" y="7668"/>
                  <a:pt x="23944" y="8256"/>
                  <a:pt x="23650" y="8830"/>
                </a:cubicBezTo>
                <a:cubicBezTo>
                  <a:pt x="23150" y="9787"/>
                  <a:pt x="22340" y="10684"/>
                  <a:pt x="21163" y="11612"/>
                </a:cubicBezTo>
                <a:cubicBezTo>
                  <a:pt x="19780" y="12671"/>
                  <a:pt x="18293" y="13539"/>
                  <a:pt x="16748" y="14202"/>
                </a:cubicBezTo>
                <a:cubicBezTo>
                  <a:pt x="16307" y="14393"/>
                  <a:pt x="15836" y="14570"/>
                  <a:pt x="15394" y="14731"/>
                </a:cubicBezTo>
                <a:cubicBezTo>
                  <a:pt x="14335" y="15143"/>
                  <a:pt x="13231" y="15541"/>
                  <a:pt x="12259" y="16174"/>
                </a:cubicBezTo>
                <a:cubicBezTo>
                  <a:pt x="11833" y="16453"/>
                  <a:pt x="11450" y="16762"/>
                  <a:pt x="11126" y="17086"/>
                </a:cubicBezTo>
                <a:cubicBezTo>
                  <a:pt x="10199" y="18028"/>
                  <a:pt x="9684" y="19117"/>
                  <a:pt x="9669" y="20176"/>
                </a:cubicBezTo>
                <a:cubicBezTo>
                  <a:pt x="9655" y="21177"/>
                  <a:pt x="10170" y="22045"/>
                  <a:pt x="10641" y="22796"/>
                </a:cubicBezTo>
                <a:cubicBezTo>
                  <a:pt x="11229" y="23694"/>
                  <a:pt x="12127" y="24562"/>
                  <a:pt x="13334" y="25371"/>
                </a:cubicBezTo>
                <a:cubicBezTo>
                  <a:pt x="13555" y="25519"/>
                  <a:pt x="13805" y="25680"/>
                  <a:pt x="14070" y="25872"/>
                </a:cubicBezTo>
                <a:cubicBezTo>
                  <a:pt x="15688" y="26975"/>
                  <a:pt x="16822" y="28182"/>
                  <a:pt x="17499" y="29580"/>
                </a:cubicBezTo>
                <a:cubicBezTo>
                  <a:pt x="17774" y="30132"/>
                  <a:pt x="18179" y="31155"/>
                  <a:pt x="17978" y="32185"/>
                </a:cubicBezTo>
                <a:lnTo>
                  <a:pt x="17978" y="32185"/>
                </a:lnTo>
                <a:cubicBezTo>
                  <a:pt x="18001" y="32171"/>
                  <a:pt x="18024" y="32156"/>
                  <a:pt x="18048" y="32141"/>
                </a:cubicBezTo>
                <a:lnTo>
                  <a:pt x="18048" y="32141"/>
                </a:lnTo>
                <a:cubicBezTo>
                  <a:pt x="18213" y="31107"/>
                  <a:pt x="17834" y="30105"/>
                  <a:pt x="17557" y="29551"/>
                </a:cubicBezTo>
                <a:cubicBezTo>
                  <a:pt x="16866" y="28153"/>
                  <a:pt x="15718" y="26931"/>
                  <a:pt x="14099" y="25813"/>
                </a:cubicBezTo>
                <a:cubicBezTo>
                  <a:pt x="13849" y="25651"/>
                  <a:pt x="13584" y="25460"/>
                  <a:pt x="13363" y="25312"/>
                </a:cubicBezTo>
                <a:cubicBezTo>
                  <a:pt x="12171" y="24518"/>
                  <a:pt x="11273" y="23664"/>
                  <a:pt x="10700" y="22752"/>
                </a:cubicBezTo>
                <a:cubicBezTo>
                  <a:pt x="10199" y="21987"/>
                  <a:pt x="9728" y="21162"/>
                  <a:pt x="9728" y="20176"/>
                </a:cubicBezTo>
                <a:cubicBezTo>
                  <a:pt x="9728" y="19132"/>
                  <a:pt x="10243" y="18072"/>
                  <a:pt x="11156" y="17145"/>
                </a:cubicBezTo>
                <a:cubicBezTo>
                  <a:pt x="11494" y="16792"/>
                  <a:pt x="11877" y="16497"/>
                  <a:pt x="12304" y="16232"/>
                </a:cubicBezTo>
                <a:cubicBezTo>
                  <a:pt x="13275" y="15600"/>
                  <a:pt x="14364" y="15202"/>
                  <a:pt x="15409" y="14790"/>
                </a:cubicBezTo>
                <a:cubicBezTo>
                  <a:pt x="15850" y="14628"/>
                  <a:pt x="16321" y="14437"/>
                  <a:pt x="16763" y="14260"/>
                </a:cubicBezTo>
                <a:cubicBezTo>
                  <a:pt x="18308" y="13598"/>
                  <a:pt x="19809" y="12730"/>
                  <a:pt x="21207" y="11670"/>
                </a:cubicBezTo>
                <a:cubicBezTo>
                  <a:pt x="22399" y="10743"/>
                  <a:pt x="23209" y="9831"/>
                  <a:pt x="23709" y="8845"/>
                </a:cubicBezTo>
                <a:cubicBezTo>
                  <a:pt x="24003" y="8286"/>
                  <a:pt x="24180" y="7668"/>
                  <a:pt x="24224" y="7079"/>
                </a:cubicBezTo>
                <a:cubicBezTo>
                  <a:pt x="24268" y="6328"/>
                  <a:pt x="24121" y="5578"/>
                  <a:pt x="23959" y="4871"/>
                </a:cubicBezTo>
                <a:cubicBezTo>
                  <a:pt x="23562" y="3223"/>
                  <a:pt x="22988" y="1634"/>
                  <a:pt x="22267" y="162"/>
                </a:cubicBezTo>
                <a:close/>
                <a:moveTo>
                  <a:pt x="18368" y="32112"/>
                </a:moveTo>
                <a:lnTo>
                  <a:pt x="18368" y="32112"/>
                </a:lnTo>
                <a:cubicBezTo>
                  <a:pt x="18356" y="32123"/>
                  <a:pt x="18345" y="32134"/>
                  <a:pt x="18337" y="32141"/>
                </a:cubicBezTo>
                <a:cubicBezTo>
                  <a:pt x="18308" y="32156"/>
                  <a:pt x="18308" y="32170"/>
                  <a:pt x="18293" y="32200"/>
                </a:cubicBezTo>
                <a:lnTo>
                  <a:pt x="18367" y="32126"/>
                </a:lnTo>
                <a:cubicBezTo>
                  <a:pt x="18367" y="32121"/>
                  <a:pt x="18367" y="32116"/>
                  <a:pt x="18368" y="32112"/>
                </a:cubicBezTo>
                <a:close/>
                <a:moveTo>
                  <a:pt x="17978" y="32185"/>
                </a:moveTo>
                <a:cubicBezTo>
                  <a:pt x="17942" y="32207"/>
                  <a:pt x="17907" y="32228"/>
                  <a:pt x="17866" y="32244"/>
                </a:cubicBezTo>
                <a:cubicBezTo>
                  <a:pt x="17861" y="32266"/>
                  <a:pt x="17858" y="32285"/>
                  <a:pt x="17855" y="32303"/>
                </a:cubicBezTo>
                <a:lnTo>
                  <a:pt x="17855" y="32303"/>
                </a:lnTo>
                <a:cubicBezTo>
                  <a:pt x="17895" y="32281"/>
                  <a:pt x="17932" y="32259"/>
                  <a:pt x="17969" y="32229"/>
                </a:cubicBezTo>
                <a:cubicBezTo>
                  <a:pt x="17973" y="32214"/>
                  <a:pt x="17976" y="32200"/>
                  <a:pt x="17978" y="32185"/>
                </a:cubicBezTo>
                <a:close/>
                <a:moveTo>
                  <a:pt x="21722" y="162"/>
                </a:moveTo>
                <a:lnTo>
                  <a:pt x="21663" y="206"/>
                </a:lnTo>
                <a:cubicBezTo>
                  <a:pt x="22384" y="1663"/>
                  <a:pt x="22929" y="3223"/>
                  <a:pt x="23297" y="4871"/>
                </a:cubicBezTo>
                <a:cubicBezTo>
                  <a:pt x="23444" y="5563"/>
                  <a:pt x="23591" y="6299"/>
                  <a:pt x="23532" y="7049"/>
                </a:cubicBezTo>
                <a:cubicBezTo>
                  <a:pt x="23488" y="7638"/>
                  <a:pt x="23312" y="8212"/>
                  <a:pt x="23047" y="8771"/>
                </a:cubicBezTo>
                <a:cubicBezTo>
                  <a:pt x="22561" y="9728"/>
                  <a:pt x="21766" y="10655"/>
                  <a:pt x="20633" y="11567"/>
                </a:cubicBezTo>
                <a:cubicBezTo>
                  <a:pt x="19294" y="12656"/>
                  <a:pt x="17837" y="13554"/>
                  <a:pt x="16321" y="14216"/>
                </a:cubicBezTo>
                <a:cubicBezTo>
                  <a:pt x="15880" y="14422"/>
                  <a:pt x="15409" y="14614"/>
                  <a:pt x="14967" y="14790"/>
                </a:cubicBezTo>
                <a:cubicBezTo>
                  <a:pt x="13952" y="15202"/>
                  <a:pt x="12892" y="15614"/>
                  <a:pt x="11950" y="16247"/>
                </a:cubicBezTo>
                <a:cubicBezTo>
                  <a:pt x="11538" y="16527"/>
                  <a:pt x="11156" y="16821"/>
                  <a:pt x="10832" y="17160"/>
                </a:cubicBezTo>
                <a:cubicBezTo>
                  <a:pt x="9920" y="18087"/>
                  <a:pt x="9404" y="19146"/>
                  <a:pt x="9375" y="20206"/>
                </a:cubicBezTo>
                <a:cubicBezTo>
                  <a:pt x="9331" y="21162"/>
                  <a:pt x="9802" y="22001"/>
                  <a:pt x="10258" y="22796"/>
                </a:cubicBezTo>
                <a:cubicBezTo>
                  <a:pt x="10832" y="23753"/>
                  <a:pt x="11744" y="24665"/>
                  <a:pt x="12995" y="25548"/>
                </a:cubicBezTo>
                <a:cubicBezTo>
                  <a:pt x="13290" y="25754"/>
                  <a:pt x="13525" y="25916"/>
                  <a:pt x="13746" y="26092"/>
                </a:cubicBezTo>
                <a:cubicBezTo>
                  <a:pt x="15394" y="27270"/>
                  <a:pt x="16527" y="28594"/>
                  <a:pt x="17204" y="30081"/>
                </a:cubicBezTo>
                <a:cubicBezTo>
                  <a:pt x="17476" y="30681"/>
                  <a:pt x="17747" y="31517"/>
                  <a:pt x="17682" y="32361"/>
                </a:cubicBezTo>
                <a:lnTo>
                  <a:pt x="17682" y="32361"/>
                </a:lnTo>
                <a:cubicBezTo>
                  <a:pt x="17696" y="32352"/>
                  <a:pt x="17710" y="32344"/>
                  <a:pt x="17724" y="32335"/>
                </a:cubicBezTo>
                <a:lnTo>
                  <a:pt x="17724" y="32335"/>
                </a:lnTo>
                <a:cubicBezTo>
                  <a:pt x="17814" y="31481"/>
                  <a:pt x="17538" y="30645"/>
                  <a:pt x="17263" y="30036"/>
                </a:cubicBezTo>
                <a:cubicBezTo>
                  <a:pt x="16571" y="28535"/>
                  <a:pt x="15424" y="27211"/>
                  <a:pt x="13790" y="26019"/>
                </a:cubicBezTo>
                <a:cubicBezTo>
                  <a:pt x="13569" y="25872"/>
                  <a:pt x="13334" y="25680"/>
                  <a:pt x="13039" y="25474"/>
                </a:cubicBezTo>
                <a:cubicBezTo>
                  <a:pt x="11789" y="24621"/>
                  <a:pt x="10861" y="23694"/>
                  <a:pt x="10317" y="22737"/>
                </a:cubicBezTo>
                <a:cubicBezTo>
                  <a:pt x="9846" y="21972"/>
                  <a:pt x="9404" y="21118"/>
                  <a:pt x="9434" y="20176"/>
                </a:cubicBezTo>
                <a:cubicBezTo>
                  <a:pt x="9463" y="19146"/>
                  <a:pt x="9964" y="18101"/>
                  <a:pt x="10861" y="17204"/>
                </a:cubicBezTo>
                <a:cubicBezTo>
                  <a:pt x="11200" y="16865"/>
                  <a:pt x="11568" y="16556"/>
                  <a:pt x="11965" y="16277"/>
                </a:cubicBezTo>
                <a:cubicBezTo>
                  <a:pt x="12907" y="15673"/>
                  <a:pt x="13952" y="15246"/>
                  <a:pt x="14967" y="14849"/>
                </a:cubicBezTo>
                <a:cubicBezTo>
                  <a:pt x="15409" y="14658"/>
                  <a:pt x="15880" y="14481"/>
                  <a:pt x="16321" y="14275"/>
                </a:cubicBezTo>
                <a:cubicBezTo>
                  <a:pt x="17852" y="13598"/>
                  <a:pt x="19309" y="12701"/>
                  <a:pt x="20648" y="11612"/>
                </a:cubicBezTo>
                <a:cubicBezTo>
                  <a:pt x="21810" y="10670"/>
                  <a:pt x="22605" y="9757"/>
                  <a:pt x="23076" y="8771"/>
                </a:cubicBezTo>
                <a:cubicBezTo>
                  <a:pt x="23370" y="8212"/>
                  <a:pt x="23532" y="7623"/>
                  <a:pt x="23591" y="7035"/>
                </a:cubicBezTo>
                <a:cubicBezTo>
                  <a:pt x="23650" y="6269"/>
                  <a:pt x="23518" y="5534"/>
                  <a:pt x="23356" y="4842"/>
                </a:cubicBezTo>
                <a:cubicBezTo>
                  <a:pt x="22988" y="3179"/>
                  <a:pt x="22414" y="1619"/>
                  <a:pt x="21722" y="162"/>
                </a:cubicBezTo>
                <a:close/>
                <a:moveTo>
                  <a:pt x="18190" y="32214"/>
                </a:moveTo>
                <a:lnTo>
                  <a:pt x="18190" y="32214"/>
                </a:lnTo>
                <a:cubicBezTo>
                  <a:pt x="18146" y="32244"/>
                  <a:pt x="18087" y="32273"/>
                  <a:pt x="18058" y="32303"/>
                </a:cubicBezTo>
                <a:cubicBezTo>
                  <a:pt x="18058" y="32347"/>
                  <a:pt x="18043" y="32376"/>
                  <a:pt x="18014" y="32420"/>
                </a:cubicBezTo>
                <a:cubicBezTo>
                  <a:pt x="18072" y="32376"/>
                  <a:pt x="18117" y="32347"/>
                  <a:pt x="18146" y="32303"/>
                </a:cubicBezTo>
                <a:cubicBezTo>
                  <a:pt x="18161" y="32288"/>
                  <a:pt x="18190" y="32244"/>
                  <a:pt x="18190" y="32214"/>
                </a:cubicBezTo>
                <a:close/>
                <a:moveTo>
                  <a:pt x="18058" y="32479"/>
                </a:moveTo>
                <a:lnTo>
                  <a:pt x="18058" y="32479"/>
                </a:lnTo>
                <a:cubicBezTo>
                  <a:pt x="18052" y="32485"/>
                  <a:pt x="18049" y="32491"/>
                  <a:pt x="18045" y="32497"/>
                </a:cubicBezTo>
                <a:lnTo>
                  <a:pt x="18045" y="32497"/>
                </a:lnTo>
                <a:cubicBezTo>
                  <a:pt x="18050" y="32491"/>
                  <a:pt x="18055" y="32486"/>
                  <a:pt x="18058" y="32479"/>
                </a:cubicBezTo>
                <a:close/>
                <a:moveTo>
                  <a:pt x="17682" y="32361"/>
                </a:moveTo>
                <a:cubicBezTo>
                  <a:pt x="17640" y="32385"/>
                  <a:pt x="17599" y="32410"/>
                  <a:pt x="17557" y="32435"/>
                </a:cubicBezTo>
                <a:cubicBezTo>
                  <a:pt x="17557" y="32460"/>
                  <a:pt x="17557" y="32480"/>
                  <a:pt x="17556" y="32499"/>
                </a:cubicBezTo>
                <a:lnTo>
                  <a:pt x="17556" y="32499"/>
                </a:lnTo>
                <a:cubicBezTo>
                  <a:pt x="17593" y="32480"/>
                  <a:pt x="17631" y="32460"/>
                  <a:pt x="17675" y="32435"/>
                </a:cubicBezTo>
                <a:cubicBezTo>
                  <a:pt x="17678" y="32410"/>
                  <a:pt x="17680" y="32385"/>
                  <a:pt x="17682" y="32361"/>
                </a:cubicBezTo>
                <a:close/>
                <a:moveTo>
                  <a:pt x="18045" y="32497"/>
                </a:moveTo>
                <a:cubicBezTo>
                  <a:pt x="18025" y="32515"/>
                  <a:pt x="17996" y="32527"/>
                  <a:pt x="17984" y="32538"/>
                </a:cubicBezTo>
                <a:cubicBezTo>
                  <a:pt x="17979" y="32549"/>
                  <a:pt x="17975" y="32558"/>
                  <a:pt x="17972" y="32565"/>
                </a:cubicBezTo>
                <a:lnTo>
                  <a:pt x="17972" y="32565"/>
                </a:lnTo>
                <a:lnTo>
                  <a:pt x="18014" y="32523"/>
                </a:lnTo>
                <a:cubicBezTo>
                  <a:pt x="18032" y="32515"/>
                  <a:pt x="18039" y="32506"/>
                  <a:pt x="18045" y="32497"/>
                </a:cubicBezTo>
                <a:close/>
                <a:moveTo>
                  <a:pt x="21178" y="192"/>
                </a:moveTo>
                <a:lnTo>
                  <a:pt x="21134" y="221"/>
                </a:lnTo>
                <a:cubicBezTo>
                  <a:pt x="21825" y="1663"/>
                  <a:pt x="22384" y="3223"/>
                  <a:pt x="22723" y="4857"/>
                </a:cubicBezTo>
                <a:cubicBezTo>
                  <a:pt x="22855" y="5504"/>
                  <a:pt x="23003" y="6255"/>
                  <a:pt x="22929" y="7005"/>
                </a:cubicBezTo>
                <a:cubicBezTo>
                  <a:pt x="22870" y="7579"/>
                  <a:pt x="22708" y="8168"/>
                  <a:pt x="22429" y="8727"/>
                </a:cubicBezTo>
                <a:cubicBezTo>
                  <a:pt x="21972" y="9684"/>
                  <a:pt x="21207" y="10596"/>
                  <a:pt x="20103" y="11538"/>
                </a:cubicBezTo>
                <a:cubicBezTo>
                  <a:pt x="18794" y="12642"/>
                  <a:pt x="17381" y="13554"/>
                  <a:pt x="15909" y="14260"/>
                </a:cubicBezTo>
                <a:cubicBezTo>
                  <a:pt x="15468" y="14467"/>
                  <a:pt x="14997" y="14658"/>
                  <a:pt x="14541" y="14849"/>
                </a:cubicBezTo>
                <a:cubicBezTo>
                  <a:pt x="13569" y="15276"/>
                  <a:pt x="12539" y="15688"/>
                  <a:pt x="11641" y="16306"/>
                </a:cubicBezTo>
                <a:cubicBezTo>
                  <a:pt x="11229" y="16571"/>
                  <a:pt x="10861" y="16865"/>
                  <a:pt x="10538" y="17218"/>
                </a:cubicBezTo>
                <a:cubicBezTo>
                  <a:pt x="9655" y="18116"/>
                  <a:pt x="9140" y="19176"/>
                  <a:pt x="9081" y="20206"/>
                </a:cubicBezTo>
                <a:cubicBezTo>
                  <a:pt x="9022" y="21133"/>
                  <a:pt x="9434" y="21942"/>
                  <a:pt x="9875" y="22752"/>
                </a:cubicBezTo>
                <a:cubicBezTo>
                  <a:pt x="10420" y="23767"/>
                  <a:pt x="11347" y="24724"/>
                  <a:pt x="12672" y="25695"/>
                </a:cubicBezTo>
                <a:cubicBezTo>
                  <a:pt x="12966" y="25916"/>
                  <a:pt x="13216" y="26107"/>
                  <a:pt x="13437" y="26269"/>
                </a:cubicBezTo>
                <a:cubicBezTo>
                  <a:pt x="15070" y="27520"/>
                  <a:pt x="16248" y="28962"/>
                  <a:pt x="16910" y="30552"/>
                </a:cubicBezTo>
                <a:cubicBezTo>
                  <a:pt x="17221" y="31287"/>
                  <a:pt x="17369" y="31954"/>
                  <a:pt x="17341" y="32567"/>
                </a:cubicBezTo>
                <a:lnTo>
                  <a:pt x="17341" y="32567"/>
                </a:lnTo>
                <a:cubicBezTo>
                  <a:pt x="17364" y="32554"/>
                  <a:pt x="17388" y="32541"/>
                  <a:pt x="17411" y="32529"/>
                </a:cubicBezTo>
                <a:lnTo>
                  <a:pt x="17411" y="32529"/>
                </a:lnTo>
                <a:cubicBezTo>
                  <a:pt x="17418" y="31911"/>
                  <a:pt x="17298" y="31251"/>
                  <a:pt x="16983" y="30522"/>
                </a:cubicBezTo>
                <a:cubicBezTo>
                  <a:pt x="16321" y="28903"/>
                  <a:pt x="15129" y="27446"/>
                  <a:pt x="13496" y="26195"/>
                </a:cubicBezTo>
                <a:cubicBezTo>
                  <a:pt x="13275" y="26034"/>
                  <a:pt x="13010" y="25842"/>
                  <a:pt x="12716" y="25622"/>
                </a:cubicBezTo>
                <a:cubicBezTo>
                  <a:pt x="11391" y="24665"/>
                  <a:pt x="10494" y="23708"/>
                  <a:pt x="9949" y="22722"/>
                </a:cubicBezTo>
                <a:cubicBezTo>
                  <a:pt x="9507" y="21913"/>
                  <a:pt x="9110" y="21118"/>
                  <a:pt x="9154" y="20206"/>
                </a:cubicBezTo>
                <a:cubicBezTo>
                  <a:pt x="9213" y="19205"/>
                  <a:pt x="9699" y="18160"/>
                  <a:pt x="10582" y="17277"/>
                </a:cubicBezTo>
                <a:cubicBezTo>
                  <a:pt x="10920" y="16939"/>
                  <a:pt x="11288" y="16630"/>
                  <a:pt x="11671" y="16380"/>
                </a:cubicBezTo>
                <a:cubicBezTo>
                  <a:pt x="12569" y="15762"/>
                  <a:pt x="13584" y="15349"/>
                  <a:pt x="14555" y="14923"/>
                </a:cubicBezTo>
                <a:cubicBezTo>
                  <a:pt x="14997" y="14731"/>
                  <a:pt x="15482" y="14540"/>
                  <a:pt x="15924" y="14334"/>
                </a:cubicBezTo>
                <a:cubicBezTo>
                  <a:pt x="17410" y="13628"/>
                  <a:pt x="18823" y="12715"/>
                  <a:pt x="20133" y="11612"/>
                </a:cubicBezTo>
                <a:cubicBezTo>
                  <a:pt x="21251" y="10655"/>
                  <a:pt x="22017" y="9728"/>
                  <a:pt x="22487" y="8757"/>
                </a:cubicBezTo>
                <a:cubicBezTo>
                  <a:pt x="22767" y="8183"/>
                  <a:pt x="22929" y="7594"/>
                  <a:pt x="22988" y="7005"/>
                </a:cubicBezTo>
                <a:cubicBezTo>
                  <a:pt x="23061" y="6255"/>
                  <a:pt x="22914" y="5490"/>
                  <a:pt x="22782" y="4842"/>
                </a:cubicBezTo>
                <a:cubicBezTo>
                  <a:pt x="22429" y="3208"/>
                  <a:pt x="21899" y="1634"/>
                  <a:pt x="21178" y="192"/>
                </a:cubicBezTo>
                <a:close/>
                <a:moveTo>
                  <a:pt x="17972" y="32565"/>
                </a:moveTo>
                <a:lnTo>
                  <a:pt x="17940" y="32597"/>
                </a:lnTo>
                <a:cubicBezTo>
                  <a:pt x="17959" y="32588"/>
                  <a:pt x="17966" y="32578"/>
                  <a:pt x="17972" y="32565"/>
                </a:cubicBezTo>
                <a:close/>
                <a:moveTo>
                  <a:pt x="17938" y="32397"/>
                </a:moveTo>
                <a:cubicBezTo>
                  <a:pt x="17883" y="32469"/>
                  <a:pt x="17827" y="32539"/>
                  <a:pt x="17766" y="32606"/>
                </a:cubicBezTo>
                <a:lnTo>
                  <a:pt x="17766" y="32606"/>
                </a:lnTo>
                <a:cubicBezTo>
                  <a:pt x="17780" y="32575"/>
                  <a:pt x="17793" y="32522"/>
                  <a:pt x="17793" y="32494"/>
                </a:cubicBezTo>
                <a:lnTo>
                  <a:pt x="17938" y="32397"/>
                </a:lnTo>
                <a:close/>
                <a:moveTo>
                  <a:pt x="17341" y="32567"/>
                </a:moveTo>
                <a:lnTo>
                  <a:pt x="17341" y="32567"/>
                </a:lnTo>
                <a:cubicBezTo>
                  <a:pt x="17309" y="32584"/>
                  <a:pt x="17278" y="32600"/>
                  <a:pt x="17248" y="32612"/>
                </a:cubicBezTo>
                <a:cubicBezTo>
                  <a:pt x="17248" y="32637"/>
                  <a:pt x="17248" y="32661"/>
                  <a:pt x="17245" y="32687"/>
                </a:cubicBezTo>
                <a:lnTo>
                  <a:pt x="17245" y="32687"/>
                </a:lnTo>
                <a:cubicBezTo>
                  <a:pt x="17276" y="32672"/>
                  <a:pt x="17306" y="32656"/>
                  <a:pt x="17337" y="32641"/>
                </a:cubicBezTo>
                <a:cubicBezTo>
                  <a:pt x="17338" y="32616"/>
                  <a:pt x="17340" y="32592"/>
                  <a:pt x="17341" y="32567"/>
                </a:cubicBezTo>
                <a:close/>
                <a:moveTo>
                  <a:pt x="17719" y="32538"/>
                </a:moveTo>
                <a:cubicBezTo>
                  <a:pt x="17719" y="32568"/>
                  <a:pt x="17705" y="32597"/>
                  <a:pt x="17690" y="32612"/>
                </a:cubicBezTo>
                <a:cubicBezTo>
                  <a:pt x="17690" y="32641"/>
                  <a:pt x="17675" y="32656"/>
                  <a:pt x="17675" y="32671"/>
                </a:cubicBezTo>
                <a:cubicBezTo>
                  <a:pt x="17616" y="32715"/>
                  <a:pt x="17557" y="32759"/>
                  <a:pt x="17484" y="32803"/>
                </a:cubicBezTo>
                <a:cubicBezTo>
                  <a:pt x="17499" y="32744"/>
                  <a:pt x="17499" y="32715"/>
                  <a:pt x="17528" y="32656"/>
                </a:cubicBezTo>
                <a:cubicBezTo>
                  <a:pt x="17602" y="32641"/>
                  <a:pt x="17646" y="32597"/>
                  <a:pt x="17719" y="32538"/>
                </a:cubicBezTo>
                <a:close/>
                <a:moveTo>
                  <a:pt x="17852" y="32641"/>
                </a:moveTo>
                <a:lnTo>
                  <a:pt x="17852" y="32641"/>
                </a:lnTo>
                <a:cubicBezTo>
                  <a:pt x="17822" y="32671"/>
                  <a:pt x="17763" y="32685"/>
                  <a:pt x="17719" y="32730"/>
                </a:cubicBezTo>
                <a:cubicBezTo>
                  <a:pt x="17705" y="32744"/>
                  <a:pt x="17705" y="32788"/>
                  <a:pt x="17690" y="32818"/>
                </a:cubicBezTo>
                <a:cubicBezTo>
                  <a:pt x="17719" y="32803"/>
                  <a:pt x="17763" y="32759"/>
                  <a:pt x="17793" y="32730"/>
                </a:cubicBezTo>
                <a:cubicBezTo>
                  <a:pt x="17822" y="32715"/>
                  <a:pt x="17837" y="32671"/>
                  <a:pt x="17852" y="32641"/>
                </a:cubicBezTo>
                <a:close/>
                <a:moveTo>
                  <a:pt x="16983" y="32764"/>
                </a:moveTo>
                <a:cubicBezTo>
                  <a:pt x="16960" y="32776"/>
                  <a:pt x="16935" y="32789"/>
                  <a:pt x="16910" y="32803"/>
                </a:cubicBezTo>
                <a:cubicBezTo>
                  <a:pt x="16910" y="32824"/>
                  <a:pt x="16910" y="32843"/>
                  <a:pt x="16909" y="32862"/>
                </a:cubicBezTo>
                <a:lnTo>
                  <a:pt x="16909" y="32862"/>
                </a:lnTo>
                <a:cubicBezTo>
                  <a:pt x="16934" y="32849"/>
                  <a:pt x="16959" y="32834"/>
                  <a:pt x="16983" y="32818"/>
                </a:cubicBezTo>
                <a:cubicBezTo>
                  <a:pt x="16983" y="32800"/>
                  <a:pt x="16983" y="32782"/>
                  <a:pt x="16983" y="32764"/>
                </a:cubicBezTo>
                <a:close/>
                <a:moveTo>
                  <a:pt x="20133" y="192"/>
                </a:moveTo>
                <a:lnTo>
                  <a:pt x="20074" y="221"/>
                </a:lnTo>
                <a:cubicBezTo>
                  <a:pt x="20780" y="1619"/>
                  <a:pt x="21281" y="3164"/>
                  <a:pt x="21590" y="4783"/>
                </a:cubicBezTo>
                <a:cubicBezTo>
                  <a:pt x="21693" y="5416"/>
                  <a:pt x="21810" y="6152"/>
                  <a:pt x="21737" y="6902"/>
                </a:cubicBezTo>
                <a:cubicBezTo>
                  <a:pt x="21678" y="7476"/>
                  <a:pt x="21516" y="8035"/>
                  <a:pt x="21251" y="8595"/>
                </a:cubicBezTo>
                <a:cubicBezTo>
                  <a:pt x="20810" y="9551"/>
                  <a:pt x="20103" y="10493"/>
                  <a:pt x="19088" y="11450"/>
                </a:cubicBezTo>
                <a:cubicBezTo>
                  <a:pt x="17866" y="12583"/>
                  <a:pt x="16527" y="13539"/>
                  <a:pt x="15100" y="14290"/>
                </a:cubicBezTo>
                <a:cubicBezTo>
                  <a:pt x="14658" y="14540"/>
                  <a:pt x="14187" y="14761"/>
                  <a:pt x="13731" y="14952"/>
                </a:cubicBezTo>
                <a:cubicBezTo>
                  <a:pt x="12833" y="15379"/>
                  <a:pt x="11892" y="15820"/>
                  <a:pt x="11053" y="16424"/>
                </a:cubicBezTo>
                <a:cubicBezTo>
                  <a:pt x="10655" y="16703"/>
                  <a:pt x="10317" y="16998"/>
                  <a:pt x="9993" y="17336"/>
                </a:cubicBezTo>
                <a:cubicBezTo>
                  <a:pt x="9154" y="18190"/>
                  <a:pt x="8639" y="19205"/>
                  <a:pt x="8551" y="20176"/>
                </a:cubicBezTo>
                <a:cubicBezTo>
                  <a:pt x="8448" y="21089"/>
                  <a:pt x="8801" y="21913"/>
                  <a:pt x="9154" y="22708"/>
                </a:cubicBezTo>
                <a:cubicBezTo>
                  <a:pt x="9669" y="23826"/>
                  <a:pt x="10582" y="24871"/>
                  <a:pt x="12053" y="26019"/>
                </a:cubicBezTo>
                <a:cubicBezTo>
                  <a:pt x="12348" y="26254"/>
                  <a:pt x="12627" y="26460"/>
                  <a:pt x="12863" y="26652"/>
                </a:cubicBezTo>
                <a:cubicBezTo>
                  <a:pt x="14599" y="28079"/>
                  <a:pt x="15777" y="29713"/>
                  <a:pt x="16380" y="31538"/>
                </a:cubicBezTo>
                <a:cubicBezTo>
                  <a:pt x="16553" y="32028"/>
                  <a:pt x="16653" y="32483"/>
                  <a:pt x="16682" y="32902"/>
                </a:cubicBezTo>
                <a:lnTo>
                  <a:pt x="16682" y="32902"/>
                </a:lnTo>
                <a:cubicBezTo>
                  <a:pt x="16692" y="32897"/>
                  <a:pt x="16701" y="32893"/>
                  <a:pt x="16711" y="32888"/>
                </a:cubicBezTo>
                <a:lnTo>
                  <a:pt x="16711" y="32888"/>
                </a:lnTo>
                <a:cubicBezTo>
                  <a:pt x="16663" y="32453"/>
                  <a:pt x="16562" y="31979"/>
                  <a:pt x="16395" y="31479"/>
                </a:cubicBezTo>
                <a:cubicBezTo>
                  <a:pt x="15777" y="29654"/>
                  <a:pt x="14599" y="28006"/>
                  <a:pt x="12863" y="26578"/>
                </a:cubicBezTo>
                <a:cubicBezTo>
                  <a:pt x="12627" y="26387"/>
                  <a:pt x="12348" y="26181"/>
                  <a:pt x="12053" y="25945"/>
                </a:cubicBezTo>
                <a:cubicBezTo>
                  <a:pt x="10611" y="24797"/>
                  <a:pt x="9684" y="23767"/>
                  <a:pt x="9169" y="22664"/>
                </a:cubicBezTo>
                <a:cubicBezTo>
                  <a:pt x="8816" y="21898"/>
                  <a:pt x="8492" y="21089"/>
                  <a:pt x="8580" y="20176"/>
                </a:cubicBezTo>
                <a:cubicBezTo>
                  <a:pt x="8669" y="19220"/>
                  <a:pt x="9184" y="18219"/>
                  <a:pt x="10023" y="17366"/>
                </a:cubicBezTo>
                <a:cubicBezTo>
                  <a:pt x="10332" y="17057"/>
                  <a:pt x="10685" y="16748"/>
                  <a:pt x="11067" y="16483"/>
                </a:cubicBezTo>
                <a:cubicBezTo>
                  <a:pt x="11906" y="15894"/>
                  <a:pt x="12848" y="15453"/>
                  <a:pt x="13746" y="15026"/>
                </a:cubicBezTo>
                <a:cubicBezTo>
                  <a:pt x="14187" y="14834"/>
                  <a:pt x="14673" y="14614"/>
                  <a:pt x="15114" y="14363"/>
                </a:cubicBezTo>
                <a:cubicBezTo>
                  <a:pt x="16542" y="13613"/>
                  <a:pt x="17896" y="12656"/>
                  <a:pt x="19117" y="11494"/>
                </a:cubicBezTo>
                <a:cubicBezTo>
                  <a:pt x="20148" y="10523"/>
                  <a:pt x="20869" y="9581"/>
                  <a:pt x="21310" y="8609"/>
                </a:cubicBezTo>
                <a:cubicBezTo>
                  <a:pt x="21575" y="8035"/>
                  <a:pt x="21737" y="7476"/>
                  <a:pt x="21796" y="6902"/>
                </a:cubicBezTo>
                <a:cubicBezTo>
                  <a:pt x="21869" y="6122"/>
                  <a:pt x="21752" y="5387"/>
                  <a:pt x="21649" y="4768"/>
                </a:cubicBezTo>
                <a:cubicBezTo>
                  <a:pt x="21354" y="3135"/>
                  <a:pt x="20839" y="1604"/>
                  <a:pt x="20133" y="192"/>
                </a:cubicBezTo>
                <a:close/>
                <a:moveTo>
                  <a:pt x="17454" y="32730"/>
                </a:moveTo>
                <a:lnTo>
                  <a:pt x="17454" y="32730"/>
                </a:lnTo>
                <a:cubicBezTo>
                  <a:pt x="17425" y="32788"/>
                  <a:pt x="17425" y="32818"/>
                  <a:pt x="17410" y="32877"/>
                </a:cubicBezTo>
                <a:cubicBezTo>
                  <a:pt x="17337" y="32936"/>
                  <a:pt x="17263" y="32965"/>
                  <a:pt x="17204" y="33009"/>
                </a:cubicBezTo>
                <a:cubicBezTo>
                  <a:pt x="17234" y="32950"/>
                  <a:pt x="17234" y="32891"/>
                  <a:pt x="17234" y="32862"/>
                </a:cubicBezTo>
                <a:cubicBezTo>
                  <a:pt x="17307" y="32818"/>
                  <a:pt x="17381" y="32759"/>
                  <a:pt x="17454" y="32730"/>
                </a:cubicBezTo>
                <a:close/>
                <a:moveTo>
                  <a:pt x="17690" y="32906"/>
                </a:moveTo>
                <a:lnTo>
                  <a:pt x="17690" y="32906"/>
                </a:lnTo>
                <a:cubicBezTo>
                  <a:pt x="17660" y="32950"/>
                  <a:pt x="17631" y="32965"/>
                  <a:pt x="17616" y="32980"/>
                </a:cubicBezTo>
                <a:cubicBezTo>
                  <a:pt x="17616" y="32997"/>
                  <a:pt x="17616" y="33009"/>
                  <a:pt x="17613" y="33019"/>
                </a:cubicBezTo>
                <a:lnTo>
                  <a:pt x="17613" y="33019"/>
                </a:lnTo>
                <a:cubicBezTo>
                  <a:pt x="17629" y="32997"/>
                  <a:pt x="17652" y="32976"/>
                  <a:pt x="17675" y="32965"/>
                </a:cubicBezTo>
                <a:cubicBezTo>
                  <a:pt x="17675" y="32950"/>
                  <a:pt x="17690" y="32936"/>
                  <a:pt x="17690" y="32906"/>
                </a:cubicBezTo>
                <a:close/>
                <a:moveTo>
                  <a:pt x="17586" y="32822"/>
                </a:moveTo>
                <a:cubicBezTo>
                  <a:pt x="17531" y="32894"/>
                  <a:pt x="17475" y="32965"/>
                  <a:pt x="17413" y="33032"/>
                </a:cubicBezTo>
                <a:lnTo>
                  <a:pt x="17413" y="33032"/>
                </a:lnTo>
                <a:cubicBezTo>
                  <a:pt x="17429" y="33001"/>
                  <a:pt x="17454" y="32947"/>
                  <a:pt x="17454" y="32906"/>
                </a:cubicBezTo>
                <a:lnTo>
                  <a:pt x="17586" y="32822"/>
                </a:lnTo>
                <a:close/>
                <a:moveTo>
                  <a:pt x="17613" y="33019"/>
                </a:moveTo>
                <a:cubicBezTo>
                  <a:pt x="17609" y="33026"/>
                  <a:pt x="17605" y="33032"/>
                  <a:pt x="17602" y="33039"/>
                </a:cubicBezTo>
                <a:cubicBezTo>
                  <a:pt x="17608" y="33032"/>
                  <a:pt x="17611" y="33026"/>
                  <a:pt x="17613" y="33019"/>
                </a:cubicBezTo>
                <a:close/>
                <a:moveTo>
                  <a:pt x="19632" y="221"/>
                </a:moveTo>
                <a:lnTo>
                  <a:pt x="19588" y="265"/>
                </a:lnTo>
                <a:cubicBezTo>
                  <a:pt x="20280" y="1663"/>
                  <a:pt x="20766" y="3164"/>
                  <a:pt x="21031" y="4783"/>
                </a:cubicBezTo>
                <a:cubicBezTo>
                  <a:pt x="21134" y="5357"/>
                  <a:pt x="21237" y="6108"/>
                  <a:pt x="21148" y="6888"/>
                </a:cubicBezTo>
                <a:cubicBezTo>
                  <a:pt x="21089" y="7432"/>
                  <a:pt x="20927" y="8006"/>
                  <a:pt x="20692" y="8551"/>
                </a:cubicBezTo>
                <a:cubicBezTo>
                  <a:pt x="20265" y="9507"/>
                  <a:pt x="19559" y="10449"/>
                  <a:pt x="18588" y="11420"/>
                </a:cubicBezTo>
                <a:cubicBezTo>
                  <a:pt x="17410" y="12583"/>
                  <a:pt x="16100" y="13554"/>
                  <a:pt x="14702" y="14334"/>
                </a:cubicBezTo>
                <a:cubicBezTo>
                  <a:pt x="14261" y="14570"/>
                  <a:pt x="13805" y="14805"/>
                  <a:pt x="13349" y="15026"/>
                </a:cubicBezTo>
                <a:cubicBezTo>
                  <a:pt x="12480" y="15467"/>
                  <a:pt x="11583" y="15909"/>
                  <a:pt x="10773" y="16497"/>
                </a:cubicBezTo>
                <a:cubicBezTo>
                  <a:pt x="10405" y="16777"/>
                  <a:pt x="10052" y="17071"/>
                  <a:pt x="9743" y="17380"/>
                </a:cubicBezTo>
                <a:cubicBezTo>
                  <a:pt x="8919" y="18234"/>
                  <a:pt x="8404" y="19220"/>
                  <a:pt x="8286" y="20176"/>
                </a:cubicBezTo>
                <a:cubicBezTo>
                  <a:pt x="8183" y="21089"/>
                  <a:pt x="8477" y="21913"/>
                  <a:pt x="8801" y="22664"/>
                </a:cubicBezTo>
                <a:cubicBezTo>
                  <a:pt x="9434" y="24150"/>
                  <a:pt x="10714" y="25312"/>
                  <a:pt x="11744" y="26166"/>
                </a:cubicBezTo>
                <a:cubicBezTo>
                  <a:pt x="12053" y="26401"/>
                  <a:pt x="12333" y="26637"/>
                  <a:pt x="12569" y="26843"/>
                </a:cubicBezTo>
                <a:cubicBezTo>
                  <a:pt x="14335" y="28344"/>
                  <a:pt x="15541" y="30081"/>
                  <a:pt x="16100" y="31994"/>
                </a:cubicBezTo>
                <a:cubicBezTo>
                  <a:pt x="16216" y="32380"/>
                  <a:pt x="16298" y="32732"/>
                  <a:pt x="16347" y="33080"/>
                </a:cubicBezTo>
                <a:lnTo>
                  <a:pt x="16347" y="33080"/>
                </a:lnTo>
                <a:cubicBezTo>
                  <a:pt x="16358" y="33073"/>
                  <a:pt x="16371" y="33067"/>
                  <a:pt x="16383" y="33060"/>
                </a:cubicBezTo>
                <a:lnTo>
                  <a:pt x="16383" y="33060"/>
                </a:lnTo>
                <a:cubicBezTo>
                  <a:pt x="16345" y="32728"/>
                  <a:pt x="16262" y="32371"/>
                  <a:pt x="16145" y="31979"/>
                </a:cubicBezTo>
                <a:cubicBezTo>
                  <a:pt x="15556" y="30036"/>
                  <a:pt x="14364" y="28300"/>
                  <a:pt x="12598" y="26784"/>
                </a:cubicBezTo>
                <a:cubicBezTo>
                  <a:pt x="12333" y="26563"/>
                  <a:pt x="12053" y="26343"/>
                  <a:pt x="11759" y="26107"/>
                </a:cubicBezTo>
                <a:cubicBezTo>
                  <a:pt x="10714" y="25283"/>
                  <a:pt x="9449" y="24120"/>
                  <a:pt x="8845" y="22649"/>
                </a:cubicBezTo>
                <a:cubicBezTo>
                  <a:pt x="8521" y="21898"/>
                  <a:pt x="8227" y="21089"/>
                  <a:pt x="8345" y="20206"/>
                </a:cubicBezTo>
                <a:cubicBezTo>
                  <a:pt x="8448" y="19264"/>
                  <a:pt x="8963" y="18293"/>
                  <a:pt x="9772" y="17439"/>
                </a:cubicBezTo>
                <a:cubicBezTo>
                  <a:pt x="10096" y="17130"/>
                  <a:pt x="10420" y="16836"/>
                  <a:pt x="10788" y="16556"/>
                </a:cubicBezTo>
                <a:cubicBezTo>
                  <a:pt x="11597" y="15968"/>
                  <a:pt x="12495" y="15526"/>
                  <a:pt x="13363" y="15099"/>
                </a:cubicBezTo>
                <a:cubicBezTo>
                  <a:pt x="13805" y="14879"/>
                  <a:pt x="14290" y="14643"/>
                  <a:pt x="14732" y="14408"/>
                </a:cubicBezTo>
                <a:cubicBezTo>
                  <a:pt x="16145" y="13628"/>
                  <a:pt x="17454" y="12642"/>
                  <a:pt x="18632" y="11479"/>
                </a:cubicBezTo>
                <a:cubicBezTo>
                  <a:pt x="19618" y="10508"/>
                  <a:pt x="20324" y="9551"/>
                  <a:pt x="20736" y="8580"/>
                </a:cubicBezTo>
                <a:cubicBezTo>
                  <a:pt x="21001" y="8006"/>
                  <a:pt x="21148" y="7432"/>
                  <a:pt x="21207" y="6888"/>
                </a:cubicBezTo>
                <a:cubicBezTo>
                  <a:pt x="21281" y="6108"/>
                  <a:pt x="21178" y="5357"/>
                  <a:pt x="21089" y="4768"/>
                </a:cubicBezTo>
                <a:cubicBezTo>
                  <a:pt x="20810" y="3150"/>
                  <a:pt x="20324" y="1619"/>
                  <a:pt x="19632" y="221"/>
                </a:cubicBezTo>
                <a:close/>
                <a:moveTo>
                  <a:pt x="16682" y="32902"/>
                </a:moveTo>
                <a:lnTo>
                  <a:pt x="16682" y="32902"/>
                </a:lnTo>
                <a:cubicBezTo>
                  <a:pt x="16645" y="32921"/>
                  <a:pt x="16608" y="32940"/>
                  <a:pt x="16571" y="32965"/>
                </a:cubicBezTo>
                <a:cubicBezTo>
                  <a:pt x="16571" y="33016"/>
                  <a:pt x="16571" y="33059"/>
                  <a:pt x="16576" y="33101"/>
                </a:cubicBezTo>
                <a:lnTo>
                  <a:pt x="16576" y="33101"/>
                </a:lnTo>
                <a:lnTo>
                  <a:pt x="16616" y="33083"/>
                </a:lnTo>
                <a:cubicBezTo>
                  <a:pt x="16660" y="33053"/>
                  <a:pt x="16674" y="33053"/>
                  <a:pt x="16689" y="33039"/>
                </a:cubicBezTo>
                <a:cubicBezTo>
                  <a:pt x="16688" y="32994"/>
                  <a:pt x="16685" y="32948"/>
                  <a:pt x="16682" y="32902"/>
                </a:cubicBezTo>
                <a:close/>
                <a:moveTo>
                  <a:pt x="16513" y="33009"/>
                </a:moveTo>
                <a:cubicBezTo>
                  <a:pt x="16498" y="33009"/>
                  <a:pt x="16498" y="33024"/>
                  <a:pt x="16468" y="33024"/>
                </a:cubicBezTo>
                <a:cubicBezTo>
                  <a:pt x="16440" y="33033"/>
                  <a:pt x="16411" y="33046"/>
                  <a:pt x="16383" y="33060"/>
                </a:cubicBezTo>
                <a:lnTo>
                  <a:pt x="16383" y="33060"/>
                </a:lnTo>
                <a:cubicBezTo>
                  <a:pt x="16387" y="33103"/>
                  <a:pt x="16392" y="33144"/>
                  <a:pt x="16395" y="33186"/>
                </a:cubicBezTo>
                <a:lnTo>
                  <a:pt x="16513" y="33131"/>
                </a:lnTo>
                <a:lnTo>
                  <a:pt x="16513" y="33009"/>
                </a:lnTo>
                <a:close/>
                <a:moveTo>
                  <a:pt x="17131" y="32891"/>
                </a:moveTo>
                <a:cubicBezTo>
                  <a:pt x="17131" y="32950"/>
                  <a:pt x="17116" y="33009"/>
                  <a:pt x="17101" y="33053"/>
                </a:cubicBezTo>
                <a:cubicBezTo>
                  <a:pt x="17028" y="33112"/>
                  <a:pt x="16954" y="33156"/>
                  <a:pt x="16866" y="33200"/>
                </a:cubicBezTo>
                <a:cubicBezTo>
                  <a:pt x="16895" y="33156"/>
                  <a:pt x="16895" y="33097"/>
                  <a:pt x="16895" y="33039"/>
                </a:cubicBezTo>
                <a:cubicBezTo>
                  <a:pt x="16969" y="32980"/>
                  <a:pt x="17057" y="32950"/>
                  <a:pt x="17131" y="32891"/>
                </a:cubicBezTo>
                <a:close/>
                <a:moveTo>
                  <a:pt x="17381" y="32980"/>
                </a:moveTo>
                <a:cubicBezTo>
                  <a:pt x="17381" y="33009"/>
                  <a:pt x="17351" y="33024"/>
                  <a:pt x="17351" y="33024"/>
                </a:cubicBezTo>
                <a:cubicBezTo>
                  <a:pt x="17337" y="33053"/>
                  <a:pt x="17337" y="33097"/>
                  <a:pt x="17322" y="33112"/>
                </a:cubicBezTo>
                <a:cubicBezTo>
                  <a:pt x="17263" y="33142"/>
                  <a:pt x="17204" y="33200"/>
                  <a:pt x="17131" y="33245"/>
                </a:cubicBezTo>
                <a:cubicBezTo>
                  <a:pt x="17160" y="33186"/>
                  <a:pt x="17160" y="33142"/>
                  <a:pt x="17175" y="33097"/>
                </a:cubicBezTo>
                <a:cubicBezTo>
                  <a:pt x="17248" y="33053"/>
                  <a:pt x="17307" y="33024"/>
                  <a:pt x="17381" y="32980"/>
                </a:cubicBezTo>
                <a:close/>
                <a:moveTo>
                  <a:pt x="17499" y="33053"/>
                </a:moveTo>
                <a:lnTo>
                  <a:pt x="17499" y="33053"/>
                </a:lnTo>
                <a:cubicBezTo>
                  <a:pt x="17469" y="33083"/>
                  <a:pt x="17410" y="33112"/>
                  <a:pt x="17381" y="33156"/>
                </a:cubicBezTo>
                <a:cubicBezTo>
                  <a:pt x="17351" y="33186"/>
                  <a:pt x="17351" y="33200"/>
                  <a:pt x="17337" y="33245"/>
                </a:cubicBezTo>
                <a:cubicBezTo>
                  <a:pt x="17366" y="33230"/>
                  <a:pt x="17410" y="33186"/>
                  <a:pt x="17454" y="33156"/>
                </a:cubicBezTo>
                <a:cubicBezTo>
                  <a:pt x="17469" y="33127"/>
                  <a:pt x="17484" y="33097"/>
                  <a:pt x="17499" y="33053"/>
                </a:cubicBezTo>
                <a:close/>
                <a:moveTo>
                  <a:pt x="16347" y="33080"/>
                </a:moveTo>
                <a:cubicBezTo>
                  <a:pt x="16301" y="33105"/>
                  <a:pt x="16258" y="33133"/>
                  <a:pt x="16218" y="33156"/>
                </a:cubicBezTo>
                <a:lnTo>
                  <a:pt x="16218" y="33303"/>
                </a:lnTo>
                <a:lnTo>
                  <a:pt x="16218" y="33303"/>
                </a:lnTo>
                <a:cubicBezTo>
                  <a:pt x="16270" y="33278"/>
                  <a:pt x="16321" y="33252"/>
                  <a:pt x="16365" y="33230"/>
                </a:cubicBezTo>
                <a:cubicBezTo>
                  <a:pt x="16360" y="33180"/>
                  <a:pt x="16354" y="33130"/>
                  <a:pt x="16347" y="33080"/>
                </a:cubicBezTo>
                <a:close/>
                <a:moveTo>
                  <a:pt x="16822" y="33083"/>
                </a:moveTo>
                <a:cubicBezTo>
                  <a:pt x="16822" y="33127"/>
                  <a:pt x="16807" y="33186"/>
                  <a:pt x="16807" y="33245"/>
                </a:cubicBezTo>
                <a:cubicBezTo>
                  <a:pt x="16733" y="33303"/>
                  <a:pt x="16645" y="33333"/>
                  <a:pt x="16571" y="33392"/>
                </a:cubicBezTo>
                <a:lnTo>
                  <a:pt x="16571" y="33230"/>
                </a:lnTo>
                <a:cubicBezTo>
                  <a:pt x="16660" y="33171"/>
                  <a:pt x="16733" y="33127"/>
                  <a:pt x="16822" y="33083"/>
                </a:cubicBezTo>
                <a:close/>
                <a:moveTo>
                  <a:pt x="17184" y="33317"/>
                </a:moveTo>
                <a:cubicBezTo>
                  <a:pt x="17156" y="33350"/>
                  <a:pt x="17128" y="33381"/>
                  <a:pt x="17099" y="33412"/>
                </a:cubicBezTo>
                <a:lnTo>
                  <a:pt x="17099" y="33412"/>
                </a:lnTo>
                <a:cubicBezTo>
                  <a:pt x="17101" y="33397"/>
                  <a:pt x="17101" y="33385"/>
                  <a:pt x="17101" y="33377"/>
                </a:cubicBezTo>
                <a:lnTo>
                  <a:pt x="17184" y="33317"/>
                </a:lnTo>
                <a:close/>
                <a:moveTo>
                  <a:pt x="17086" y="33171"/>
                </a:moveTo>
                <a:lnTo>
                  <a:pt x="17086" y="33171"/>
                </a:lnTo>
                <a:cubicBezTo>
                  <a:pt x="17057" y="33230"/>
                  <a:pt x="17057" y="33259"/>
                  <a:pt x="17042" y="33318"/>
                </a:cubicBezTo>
                <a:cubicBezTo>
                  <a:pt x="16983" y="33348"/>
                  <a:pt x="16910" y="33406"/>
                  <a:pt x="16836" y="33451"/>
                </a:cubicBezTo>
                <a:cubicBezTo>
                  <a:pt x="16866" y="33392"/>
                  <a:pt x="16866" y="33333"/>
                  <a:pt x="16866" y="33289"/>
                </a:cubicBezTo>
                <a:cubicBezTo>
                  <a:pt x="16939" y="33259"/>
                  <a:pt x="16998" y="33200"/>
                  <a:pt x="17086" y="33171"/>
                </a:cubicBezTo>
                <a:close/>
                <a:moveTo>
                  <a:pt x="17337" y="33348"/>
                </a:moveTo>
                <a:cubicBezTo>
                  <a:pt x="17322" y="33377"/>
                  <a:pt x="17278" y="33392"/>
                  <a:pt x="17263" y="33406"/>
                </a:cubicBezTo>
                <a:cubicBezTo>
                  <a:pt x="17263" y="33421"/>
                  <a:pt x="17248" y="33451"/>
                  <a:pt x="17248" y="33465"/>
                </a:cubicBezTo>
                <a:lnTo>
                  <a:pt x="17322" y="33392"/>
                </a:lnTo>
                <a:cubicBezTo>
                  <a:pt x="17322" y="33377"/>
                  <a:pt x="17336" y="33348"/>
                  <a:pt x="17337" y="33348"/>
                </a:cubicBezTo>
                <a:close/>
                <a:moveTo>
                  <a:pt x="17160" y="33524"/>
                </a:moveTo>
                <a:cubicBezTo>
                  <a:pt x="17152" y="33528"/>
                  <a:pt x="17145" y="33532"/>
                  <a:pt x="17139" y="33537"/>
                </a:cubicBezTo>
                <a:lnTo>
                  <a:pt x="17139" y="33537"/>
                </a:lnTo>
                <a:cubicBezTo>
                  <a:pt x="17146" y="33533"/>
                  <a:pt x="17153" y="33529"/>
                  <a:pt x="17160" y="33524"/>
                </a:cubicBezTo>
                <a:close/>
                <a:moveTo>
                  <a:pt x="16050" y="33248"/>
                </a:moveTo>
                <a:cubicBezTo>
                  <a:pt x="16058" y="33292"/>
                  <a:pt x="16065" y="33335"/>
                  <a:pt x="16071" y="33377"/>
                </a:cubicBezTo>
                <a:cubicBezTo>
                  <a:pt x="16100" y="33363"/>
                  <a:pt x="16131" y="33347"/>
                  <a:pt x="16164" y="33331"/>
                </a:cubicBezTo>
                <a:lnTo>
                  <a:pt x="16164" y="33331"/>
                </a:lnTo>
                <a:cubicBezTo>
                  <a:pt x="16166" y="33352"/>
                  <a:pt x="16169" y="33373"/>
                  <a:pt x="16174" y="33392"/>
                </a:cubicBezTo>
                <a:lnTo>
                  <a:pt x="15894" y="33554"/>
                </a:lnTo>
                <a:cubicBezTo>
                  <a:pt x="15865" y="33480"/>
                  <a:pt x="15865" y="33406"/>
                  <a:pt x="15865" y="33348"/>
                </a:cubicBezTo>
                <a:cubicBezTo>
                  <a:pt x="15922" y="33310"/>
                  <a:pt x="15985" y="33278"/>
                  <a:pt x="16050" y="33248"/>
                </a:cubicBezTo>
                <a:close/>
                <a:moveTo>
                  <a:pt x="16513" y="33274"/>
                </a:moveTo>
                <a:lnTo>
                  <a:pt x="16513" y="33465"/>
                </a:lnTo>
                <a:cubicBezTo>
                  <a:pt x="16424" y="33524"/>
                  <a:pt x="16321" y="33568"/>
                  <a:pt x="16248" y="33613"/>
                </a:cubicBezTo>
                <a:cubicBezTo>
                  <a:pt x="16233" y="33539"/>
                  <a:pt x="16233" y="33480"/>
                  <a:pt x="16233" y="33421"/>
                </a:cubicBezTo>
                <a:cubicBezTo>
                  <a:pt x="16248" y="33406"/>
                  <a:pt x="16292" y="33392"/>
                  <a:pt x="16307" y="33392"/>
                </a:cubicBezTo>
                <a:cubicBezTo>
                  <a:pt x="16380" y="33348"/>
                  <a:pt x="16439" y="33318"/>
                  <a:pt x="16513" y="33274"/>
                </a:cubicBezTo>
                <a:close/>
                <a:moveTo>
                  <a:pt x="16807" y="33333"/>
                </a:moveTo>
                <a:cubicBezTo>
                  <a:pt x="16807" y="33392"/>
                  <a:pt x="16792" y="33451"/>
                  <a:pt x="16763" y="33495"/>
                </a:cubicBezTo>
                <a:cubicBezTo>
                  <a:pt x="16689" y="33554"/>
                  <a:pt x="16616" y="33598"/>
                  <a:pt x="16542" y="33642"/>
                </a:cubicBezTo>
                <a:cubicBezTo>
                  <a:pt x="16542" y="33598"/>
                  <a:pt x="16571" y="33539"/>
                  <a:pt x="16571" y="33480"/>
                </a:cubicBezTo>
                <a:cubicBezTo>
                  <a:pt x="16645" y="33421"/>
                  <a:pt x="16733" y="33392"/>
                  <a:pt x="16807" y="33333"/>
                </a:cubicBezTo>
                <a:close/>
                <a:moveTo>
                  <a:pt x="17013" y="33406"/>
                </a:moveTo>
                <a:lnTo>
                  <a:pt x="17013" y="33406"/>
                </a:lnTo>
                <a:cubicBezTo>
                  <a:pt x="16983" y="33465"/>
                  <a:pt x="16969" y="33495"/>
                  <a:pt x="16954" y="33554"/>
                </a:cubicBezTo>
                <a:cubicBezTo>
                  <a:pt x="16895" y="33598"/>
                  <a:pt x="16836" y="33642"/>
                  <a:pt x="16763" y="33686"/>
                </a:cubicBezTo>
                <a:cubicBezTo>
                  <a:pt x="16807" y="33627"/>
                  <a:pt x="16822" y="33598"/>
                  <a:pt x="16822" y="33539"/>
                </a:cubicBezTo>
                <a:cubicBezTo>
                  <a:pt x="16895" y="33495"/>
                  <a:pt x="16954" y="33451"/>
                  <a:pt x="17013" y="33406"/>
                </a:cubicBezTo>
                <a:close/>
                <a:moveTo>
                  <a:pt x="15791" y="33377"/>
                </a:moveTo>
                <a:cubicBezTo>
                  <a:pt x="15791" y="33451"/>
                  <a:pt x="15806" y="33495"/>
                  <a:pt x="15806" y="33554"/>
                </a:cubicBezTo>
                <a:cubicBezTo>
                  <a:pt x="15762" y="33568"/>
                  <a:pt x="15718" y="33613"/>
                  <a:pt x="15659" y="33627"/>
                </a:cubicBezTo>
                <a:cubicBezTo>
                  <a:pt x="15615" y="33642"/>
                  <a:pt x="15571" y="33686"/>
                  <a:pt x="15512" y="33701"/>
                </a:cubicBezTo>
                <a:cubicBezTo>
                  <a:pt x="15512" y="33671"/>
                  <a:pt x="15512" y="33613"/>
                  <a:pt x="15497" y="33539"/>
                </a:cubicBezTo>
                <a:cubicBezTo>
                  <a:pt x="15585" y="33480"/>
                  <a:pt x="15688" y="33421"/>
                  <a:pt x="15791" y="33377"/>
                </a:cubicBezTo>
                <a:close/>
                <a:moveTo>
                  <a:pt x="17139" y="33537"/>
                </a:moveTo>
                <a:lnTo>
                  <a:pt x="17139" y="33537"/>
                </a:lnTo>
                <a:cubicBezTo>
                  <a:pt x="17099" y="33559"/>
                  <a:pt x="17053" y="33575"/>
                  <a:pt x="17028" y="33613"/>
                </a:cubicBezTo>
                <a:cubicBezTo>
                  <a:pt x="17028" y="33627"/>
                  <a:pt x="17013" y="33671"/>
                  <a:pt x="16983" y="33701"/>
                </a:cubicBezTo>
                <a:lnTo>
                  <a:pt x="17101" y="33598"/>
                </a:lnTo>
                <a:cubicBezTo>
                  <a:pt x="17112" y="33566"/>
                  <a:pt x="17123" y="33549"/>
                  <a:pt x="17139" y="33537"/>
                </a:cubicBezTo>
                <a:close/>
                <a:moveTo>
                  <a:pt x="16159" y="33465"/>
                </a:moveTo>
                <a:lnTo>
                  <a:pt x="16159" y="33642"/>
                </a:lnTo>
                <a:cubicBezTo>
                  <a:pt x="16145" y="33657"/>
                  <a:pt x="16130" y="33657"/>
                  <a:pt x="16100" y="33686"/>
                </a:cubicBezTo>
                <a:cubicBezTo>
                  <a:pt x="16027" y="33716"/>
                  <a:pt x="15953" y="33774"/>
                  <a:pt x="15880" y="33804"/>
                </a:cubicBezTo>
                <a:lnTo>
                  <a:pt x="15880" y="33613"/>
                </a:lnTo>
                <a:cubicBezTo>
                  <a:pt x="15983" y="33554"/>
                  <a:pt x="16071" y="33495"/>
                  <a:pt x="16159" y="33465"/>
                </a:cubicBezTo>
                <a:close/>
                <a:moveTo>
                  <a:pt x="16802" y="33751"/>
                </a:moveTo>
                <a:lnTo>
                  <a:pt x="16802" y="33751"/>
                </a:lnTo>
                <a:cubicBezTo>
                  <a:pt x="16784" y="33773"/>
                  <a:pt x="16766" y="33794"/>
                  <a:pt x="16748" y="33816"/>
                </a:cubicBezTo>
                <a:lnTo>
                  <a:pt x="16748" y="33816"/>
                </a:lnTo>
                <a:cubicBezTo>
                  <a:pt x="16748" y="33789"/>
                  <a:pt x="16748" y="33789"/>
                  <a:pt x="16763" y="33774"/>
                </a:cubicBezTo>
                <a:lnTo>
                  <a:pt x="16802" y="33751"/>
                </a:lnTo>
                <a:close/>
                <a:moveTo>
                  <a:pt x="16498" y="33524"/>
                </a:moveTo>
                <a:cubicBezTo>
                  <a:pt x="16498" y="33568"/>
                  <a:pt x="16468" y="33627"/>
                  <a:pt x="16468" y="33686"/>
                </a:cubicBezTo>
                <a:cubicBezTo>
                  <a:pt x="16395" y="33745"/>
                  <a:pt x="16307" y="33789"/>
                  <a:pt x="16233" y="33833"/>
                </a:cubicBezTo>
                <a:lnTo>
                  <a:pt x="16233" y="33671"/>
                </a:lnTo>
                <a:cubicBezTo>
                  <a:pt x="16307" y="33627"/>
                  <a:pt x="16395" y="33568"/>
                  <a:pt x="16498" y="33524"/>
                </a:cubicBezTo>
                <a:close/>
                <a:moveTo>
                  <a:pt x="16748" y="33583"/>
                </a:moveTo>
                <a:cubicBezTo>
                  <a:pt x="16733" y="33642"/>
                  <a:pt x="16719" y="33701"/>
                  <a:pt x="16719" y="33745"/>
                </a:cubicBezTo>
                <a:cubicBezTo>
                  <a:pt x="16645" y="33789"/>
                  <a:pt x="16571" y="33833"/>
                  <a:pt x="16498" y="33892"/>
                </a:cubicBezTo>
                <a:cubicBezTo>
                  <a:pt x="16513" y="33833"/>
                  <a:pt x="16513" y="33774"/>
                  <a:pt x="16527" y="33745"/>
                </a:cubicBezTo>
                <a:cubicBezTo>
                  <a:pt x="16601" y="33686"/>
                  <a:pt x="16674" y="33642"/>
                  <a:pt x="16748" y="33583"/>
                </a:cubicBezTo>
                <a:close/>
                <a:moveTo>
                  <a:pt x="16983" y="33774"/>
                </a:moveTo>
                <a:cubicBezTo>
                  <a:pt x="16969" y="33789"/>
                  <a:pt x="16939" y="33819"/>
                  <a:pt x="16910" y="33833"/>
                </a:cubicBezTo>
                <a:cubicBezTo>
                  <a:pt x="16895" y="33848"/>
                  <a:pt x="16895" y="33863"/>
                  <a:pt x="16880" y="33892"/>
                </a:cubicBezTo>
                <a:lnTo>
                  <a:pt x="16954" y="33819"/>
                </a:lnTo>
                <a:cubicBezTo>
                  <a:pt x="16969" y="33819"/>
                  <a:pt x="16983" y="33789"/>
                  <a:pt x="16983" y="33774"/>
                </a:cubicBezTo>
                <a:close/>
                <a:moveTo>
                  <a:pt x="15424" y="33568"/>
                </a:moveTo>
                <a:cubicBezTo>
                  <a:pt x="15424" y="33642"/>
                  <a:pt x="15438" y="33701"/>
                  <a:pt x="15438" y="33774"/>
                </a:cubicBezTo>
                <a:cubicBezTo>
                  <a:pt x="15394" y="33819"/>
                  <a:pt x="15335" y="33833"/>
                  <a:pt x="15276" y="33863"/>
                </a:cubicBezTo>
                <a:cubicBezTo>
                  <a:pt x="15232" y="33892"/>
                  <a:pt x="15203" y="33922"/>
                  <a:pt x="15144" y="33936"/>
                </a:cubicBezTo>
                <a:cubicBezTo>
                  <a:pt x="15173" y="33892"/>
                  <a:pt x="15173" y="33819"/>
                  <a:pt x="15144" y="33745"/>
                </a:cubicBezTo>
                <a:lnTo>
                  <a:pt x="15424" y="33568"/>
                </a:lnTo>
                <a:close/>
                <a:moveTo>
                  <a:pt x="16807" y="33966"/>
                </a:moveTo>
                <a:cubicBezTo>
                  <a:pt x="16788" y="33966"/>
                  <a:pt x="16775" y="33971"/>
                  <a:pt x="16765" y="33981"/>
                </a:cubicBezTo>
                <a:lnTo>
                  <a:pt x="16765" y="33981"/>
                </a:lnTo>
                <a:cubicBezTo>
                  <a:pt x="16778" y="33975"/>
                  <a:pt x="16791" y="33970"/>
                  <a:pt x="16807" y="33966"/>
                </a:cubicBezTo>
                <a:close/>
                <a:moveTo>
                  <a:pt x="15806" y="33642"/>
                </a:moveTo>
                <a:lnTo>
                  <a:pt x="15806" y="33833"/>
                </a:lnTo>
                <a:lnTo>
                  <a:pt x="15541" y="33995"/>
                </a:lnTo>
                <a:lnTo>
                  <a:pt x="15541" y="33819"/>
                </a:lnTo>
                <a:cubicBezTo>
                  <a:pt x="15585" y="33774"/>
                  <a:pt x="15644" y="33745"/>
                  <a:pt x="15703" y="33716"/>
                </a:cubicBezTo>
                <a:cubicBezTo>
                  <a:pt x="15733" y="33701"/>
                  <a:pt x="15777" y="33686"/>
                  <a:pt x="15806" y="33642"/>
                </a:cubicBezTo>
                <a:close/>
                <a:moveTo>
                  <a:pt x="16159" y="33716"/>
                </a:moveTo>
                <a:cubicBezTo>
                  <a:pt x="16159" y="33774"/>
                  <a:pt x="16159" y="33833"/>
                  <a:pt x="16145" y="33907"/>
                </a:cubicBezTo>
                <a:cubicBezTo>
                  <a:pt x="16086" y="33936"/>
                  <a:pt x="16012" y="33980"/>
                  <a:pt x="15953" y="34010"/>
                </a:cubicBezTo>
                <a:cubicBezTo>
                  <a:pt x="15939" y="34025"/>
                  <a:pt x="15924" y="34025"/>
                  <a:pt x="15880" y="34054"/>
                </a:cubicBezTo>
                <a:cubicBezTo>
                  <a:pt x="15880" y="33995"/>
                  <a:pt x="15909" y="33922"/>
                  <a:pt x="15880" y="33863"/>
                </a:cubicBezTo>
                <a:cubicBezTo>
                  <a:pt x="15983" y="33819"/>
                  <a:pt x="16056" y="33774"/>
                  <a:pt x="16145" y="33716"/>
                </a:cubicBezTo>
                <a:close/>
                <a:moveTo>
                  <a:pt x="16454" y="33774"/>
                </a:moveTo>
                <a:cubicBezTo>
                  <a:pt x="16439" y="33833"/>
                  <a:pt x="16439" y="33877"/>
                  <a:pt x="16410" y="33936"/>
                </a:cubicBezTo>
                <a:cubicBezTo>
                  <a:pt x="16351" y="33995"/>
                  <a:pt x="16277" y="34054"/>
                  <a:pt x="16203" y="34083"/>
                </a:cubicBezTo>
                <a:cubicBezTo>
                  <a:pt x="16203" y="34025"/>
                  <a:pt x="16218" y="33980"/>
                  <a:pt x="16218" y="33922"/>
                </a:cubicBezTo>
                <a:cubicBezTo>
                  <a:pt x="16292" y="33863"/>
                  <a:pt x="16380" y="33833"/>
                  <a:pt x="16454" y="33774"/>
                </a:cubicBezTo>
                <a:close/>
                <a:moveTo>
                  <a:pt x="16660" y="33848"/>
                </a:moveTo>
                <a:lnTo>
                  <a:pt x="16660" y="33848"/>
                </a:lnTo>
                <a:cubicBezTo>
                  <a:pt x="16645" y="33907"/>
                  <a:pt x="16616" y="33936"/>
                  <a:pt x="16601" y="33980"/>
                </a:cubicBezTo>
                <a:cubicBezTo>
                  <a:pt x="16542" y="34010"/>
                  <a:pt x="16498" y="34069"/>
                  <a:pt x="16424" y="34113"/>
                </a:cubicBezTo>
                <a:cubicBezTo>
                  <a:pt x="16454" y="34069"/>
                  <a:pt x="16454" y="34039"/>
                  <a:pt x="16468" y="33980"/>
                </a:cubicBezTo>
                <a:cubicBezTo>
                  <a:pt x="16527" y="33936"/>
                  <a:pt x="16601" y="33892"/>
                  <a:pt x="16660" y="33848"/>
                </a:cubicBezTo>
                <a:close/>
                <a:moveTo>
                  <a:pt x="16765" y="33981"/>
                </a:moveTo>
                <a:cubicBezTo>
                  <a:pt x="16731" y="33997"/>
                  <a:pt x="16707" y="34022"/>
                  <a:pt x="16674" y="34054"/>
                </a:cubicBezTo>
                <a:cubicBezTo>
                  <a:pt x="16674" y="34069"/>
                  <a:pt x="16660" y="34113"/>
                  <a:pt x="16645" y="34142"/>
                </a:cubicBezTo>
                <a:lnTo>
                  <a:pt x="16748" y="34039"/>
                </a:lnTo>
                <a:cubicBezTo>
                  <a:pt x="16748" y="34014"/>
                  <a:pt x="16753" y="33993"/>
                  <a:pt x="16765" y="33981"/>
                </a:cubicBezTo>
                <a:close/>
                <a:moveTo>
                  <a:pt x="15100" y="33789"/>
                </a:moveTo>
                <a:cubicBezTo>
                  <a:pt x="15100" y="33863"/>
                  <a:pt x="15114" y="33922"/>
                  <a:pt x="15114" y="33995"/>
                </a:cubicBezTo>
                <a:cubicBezTo>
                  <a:pt x="15026" y="34054"/>
                  <a:pt x="14923" y="34113"/>
                  <a:pt x="14835" y="34186"/>
                </a:cubicBezTo>
                <a:cubicBezTo>
                  <a:pt x="14835" y="34083"/>
                  <a:pt x="14820" y="34039"/>
                  <a:pt x="14820" y="33966"/>
                </a:cubicBezTo>
                <a:lnTo>
                  <a:pt x="15100" y="33789"/>
                </a:lnTo>
                <a:close/>
                <a:moveTo>
                  <a:pt x="15468" y="33848"/>
                </a:moveTo>
                <a:cubicBezTo>
                  <a:pt x="15468" y="33907"/>
                  <a:pt x="15482" y="33980"/>
                  <a:pt x="15482" y="34039"/>
                </a:cubicBezTo>
                <a:lnTo>
                  <a:pt x="15203" y="34201"/>
                </a:lnTo>
                <a:cubicBezTo>
                  <a:pt x="15203" y="34142"/>
                  <a:pt x="15203" y="34083"/>
                  <a:pt x="15188" y="34010"/>
                </a:cubicBezTo>
                <a:cubicBezTo>
                  <a:pt x="15247" y="33980"/>
                  <a:pt x="15276" y="33966"/>
                  <a:pt x="15335" y="33922"/>
                </a:cubicBezTo>
                <a:cubicBezTo>
                  <a:pt x="15365" y="33907"/>
                  <a:pt x="15424" y="33863"/>
                  <a:pt x="15468" y="33848"/>
                </a:cubicBezTo>
                <a:close/>
                <a:moveTo>
                  <a:pt x="16417" y="34219"/>
                </a:moveTo>
                <a:lnTo>
                  <a:pt x="16417" y="34219"/>
                </a:lnTo>
                <a:cubicBezTo>
                  <a:pt x="16409" y="34227"/>
                  <a:pt x="16402" y="34236"/>
                  <a:pt x="16395" y="34244"/>
                </a:cubicBezTo>
                <a:lnTo>
                  <a:pt x="16395" y="34244"/>
                </a:lnTo>
                <a:cubicBezTo>
                  <a:pt x="16395" y="34240"/>
                  <a:pt x="16395" y="34235"/>
                  <a:pt x="16395" y="34231"/>
                </a:cubicBezTo>
                <a:cubicBezTo>
                  <a:pt x="16402" y="34227"/>
                  <a:pt x="16409" y="34223"/>
                  <a:pt x="16417" y="34219"/>
                </a:cubicBezTo>
                <a:close/>
                <a:moveTo>
                  <a:pt x="15836" y="33907"/>
                </a:moveTo>
                <a:lnTo>
                  <a:pt x="15836" y="34083"/>
                </a:lnTo>
                <a:lnTo>
                  <a:pt x="15556" y="34260"/>
                </a:lnTo>
                <a:lnTo>
                  <a:pt x="15556" y="34069"/>
                </a:lnTo>
                <a:lnTo>
                  <a:pt x="15836" y="33907"/>
                </a:lnTo>
                <a:close/>
                <a:moveTo>
                  <a:pt x="16159" y="33995"/>
                </a:moveTo>
                <a:cubicBezTo>
                  <a:pt x="16159" y="34054"/>
                  <a:pt x="16145" y="34113"/>
                  <a:pt x="16145" y="34157"/>
                </a:cubicBezTo>
                <a:cubicBezTo>
                  <a:pt x="16027" y="34201"/>
                  <a:pt x="15953" y="34260"/>
                  <a:pt x="15880" y="34304"/>
                </a:cubicBezTo>
                <a:cubicBezTo>
                  <a:pt x="15880" y="34260"/>
                  <a:pt x="15894" y="34201"/>
                  <a:pt x="15894" y="34142"/>
                </a:cubicBezTo>
                <a:lnTo>
                  <a:pt x="16012" y="34083"/>
                </a:lnTo>
                <a:cubicBezTo>
                  <a:pt x="16071" y="34054"/>
                  <a:pt x="16100" y="34025"/>
                  <a:pt x="16159" y="33995"/>
                </a:cubicBezTo>
                <a:close/>
                <a:moveTo>
                  <a:pt x="16395" y="34054"/>
                </a:moveTo>
                <a:lnTo>
                  <a:pt x="16395" y="34054"/>
                </a:lnTo>
                <a:cubicBezTo>
                  <a:pt x="16380" y="34113"/>
                  <a:pt x="16365" y="34142"/>
                  <a:pt x="16365" y="34201"/>
                </a:cubicBezTo>
                <a:cubicBezTo>
                  <a:pt x="16277" y="34231"/>
                  <a:pt x="16218" y="34289"/>
                  <a:pt x="16145" y="34348"/>
                </a:cubicBezTo>
                <a:cubicBezTo>
                  <a:pt x="16159" y="34289"/>
                  <a:pt x="16159" y="34231"/>
                  <a:pt x="16174" y="34201"/>
                </a:cubicBezTo>
                <a:cubicBezTo>
                  <a:pt x="16248" y="34142"/>
                  <a:pt x="16321" y="34113"/>
                  <a:pt x="16395" y="34054"/>
                </a:cubicBezTo>
                <a:close/>
                <a:moveTo>
                  <a:pt x="16616" y="34231"/>
                </a:moveTo>
                <a:lnTo>
                  <a:pt x="16616" y="34231"/>
                </a:lnTo>
                <a:cubicBezTo>
                  <a:pt x="16601" y="34260"/>
                  <a:pt x="16557" y="34275"/>
                  <a:pt x="16542" y="34289"/>
                </a:cubicBezTo>
                <a:cubicBezTo>
                  <a:pt x="16542" y="34304"/>
                  <a:pt x="16527" y="34334"/>
                  <a:pt x="16527" y="34348"/>
                </a:cubicBezTo>
                <a:cubicBezTo>
                  <a:pt x="16571" y="34334"/>
                  <a:pt x="16586" y="34289"/>
                  <a:pt x="16601" y="34275"/>
                </a:cubicBezTo>
                <a:cubicBezTo>
                  <a:pt x="16601" y="34260"/>
                  <a:pt x="16615" y="34231"/>
                  <a:pt x="16616" y="34231"/>
                </a:cubicBezTo>
                <a:close/>
                <a:moveTo>
                  <a:pt x="14747" y="33995"/>
                </a:moveTo>
                <a:cubicBezTo>
                  <a:pt x="14747" y="34069"/>
                  <a:pt x="14761" y="34128"/>
                  <a:pt x="14761" y="34201"/>
                </a:cubicBezTo>
                <a:cubicBezTo>
                  <a:pt x="14673" y="34260"/>
                  <a:pt x="14585" y="34304"/>
                  <a:pt x="14511" y="34378"/>
                </a:cubicBezTo>
                <a:cubicBezTo>
                  <a:pt x="14511" y="34334"/>
                  <a:pt x="14511" y="34275"/>
                  <a:pt x="14482" y="34201"/>
                </a:cubicBezTo>
                <a:lnTo>
                  <a:pt x="14482" y="34157"/>
                </a:lnTo>
                <a:cubicBezTo>
                  <a:pt x="14585" y="34113"/>
                  <a:pt x="14673" y="34054"/>
                  <a:pt x="14747" y="33995"/>
                </a:cubicBezTo>
                <a:close/>
                <a:moveTo>
                  <a:pt x="15129" y="34054"/>
                </a:moveTo>
                <a:cubicBezTo>
                  <a:pt x="15129" y="34128"/>
                  <a:pt x="15144" y="34186"/>
                  <a:pt x="15144" y="34260"/>
                </a:cubicBezTo>
                <a:cubicBezTo>
                  <a:pt x="15056" y="34304"/>
                  <a:pt x="14967" y="34363"/>
                  <a:pt x="14879" y="34437"/>
                </a:cubicBezTo>
                <a:cubicBezTo>
                  <a:pt x="14850" y="34363"/>
                  <a:pt x="14850" y="34304"/>
                  <a:pt x="14850" y="34231"/>
                </a:cubicBezTo>
                <a:cubicBezTo>
                  <a:pt x="14953" y="34186"/>
                  <a:pt x="15041" y="34128"/>
                  <a:pt x="15129" y="34054"/>
                </a:cubicBezTo>
                <a:close/>
                <a:moveTo>
                  <a:pt x="15482" y="34128"/>
                </a:moveTo>
                <a:lnTo>
                  <a:pt x="15482" y="34304"/>
                </a:lnTo>
                <a:cubicBezTo>
                  <a:pt x="15438" y="34334"/>
                  <a:pt x="15394" y="34363"/>
                  <a:pt x="15350" y="34378"/>
                </a:cubicBezTo>
                <a:cubicBezTo>
                  <a:pt x="15291" y="34422"/>
                  <a:pt x="15262" y="34437"/>
                  <a:pt x="15203" y="34481"/>
                </a:cubicBezTo>
                <a:cubicBezTo>
                  <a:pt x="15217" y="34422"/>
                  <a:pt x="15217" y="34348"/>
                  <a:pt x="15203" y="34289"/>
                </a:cubicBezTo>
                <a:lnTo>
                  <a:pt x="15482" y="34128"/>
                </a:lnTo>
                <a:close/>
                <a:moveTo>
                  <a:pt x="16290" y="34361"/>
                </a:moveTo>
                <a:cubicBezTo>
                  <a:pt x="16281" y="34372"/>
                  <a:pt x="16272" y="34382"/>
                  <a:pt x="16262" y="34392"/>
                </a:cubicBezTo>
                <a:cubicBezTo>
                  <a:pt x="16239" y="34433"/>
                  <a:pt x="16213" y="34472"/>
                  <a:pt x="16187" y="34510"/>
                </a:cubicBezTo>
                <a:lnTo>
                  <a:pt x="16187" y="34510"/>
                </a:lnTo>
                <a:cubicBezTo>
                  <a:pt x="16209" y="34490"/>
                  <a:pt x="16230" y="34469"/>
                  <a:pt x="16248" y="34451"/>
                </a:cubicBezTo>
                <a:cubicBezTo>
                  <a:pt x="16267" y="34423"/>
                  <a:pt x="16280" y="34394"/>
                  <a:pt x="16290" y="34361"/>
                </a:cubicBezTo>
                <a:close/>
                <a:moveTo>
                  <a:pt x="15806" y="34157"/>
                </a:moveTo>
                <a:cubicBezTo>
                  <a:pt x="15806" y="34216"/>
                  <a:pt x="15806" y="34275"/>
                  <a:pt x="15791" y="34348"/>
                </a:cubicBezTo>
                <a:cubicBezTo>
                  <a:pt x="15718" y="34407"/>
                  <a:pt x="15630" y="34451"/>
                  <a:pt x="15556" y="34510"/>
                </a:cubicBezTo>
                <a:lnTo>
                  <a:pt x="15556" y="34334"/>
                </a:lnTo>
                <a:cubicBezTo>
                  <a:pt x="15644" y="34275"/>
                  <a:pt x="15733" y="34216"/>
                  <a:pt x="15806" y="34157"/>
                </a:cubicBezTo>
                <a:close/>
                <a:moveTo>
                  <a:pt x="16100" y="34231"/>
                </a:moveTo>
                <a:cubicBezTo>
                  <a:pt x="16086" y="34289"/>
                  <a:pt x="16086" y="34348"/>
                  <a:pt x="16071" y="34392"/>
                </a:cubicBezTo>
                <a:cubicBezTo>
                  <a:pt x="15997" y="34451"/>
                  <a:pt x="15924" y="34495"/>
                  <a:pt x="15850" y="34554"/>
                </a:cubicBezTo>
                <a:cubicBezTo>
                  <a:pt x="15850" y="34495"/>
                  <a:pt x="15865" y="34437"/>
                  <a:pt x="15865" y="34378"/>
                </a:cubicBezTo>
                <a:cubicBezTo>
                  <a:pt x="15939" y="34319"/>
                  <a:pt x="16012" y="34275"/>
                  <a:pt x="16100" y="34231"/>
                </a:cubicBezTo>
                <a:close/>
                <a:moveTo>
                  <a:pt x="16439" y="34378"/>
                </a:moveTo>
                <a:cubicBezTo>
                  <a:pt x="16380" y="34407"/>
                  <a:pt x="16351" y="34437"/>
                  <a:pt x="16307" y="34481"/>
                </a:cubicBezTo>
                <a:cubicBezTo>
                  <a:pt x="16292" y="34510"/>
                  <a:pt x="16292" y="34525"/>
                  <a:pt x="16277" y="34569"/>
                </a:cubicBezTo>
                <a:cubicBezTo>
                  <a:pt x="16307" y="34554"/>
                  <a:pt x="16351" y="34510"/>
                  <a:pt x="16380" y="34481"/>
                </a:cubicBezTo>
                <a:cubicBezTo>
                  <a:pt x="16395" y="34451"/>
                  <a:pt x="16424" y="34422"/>
                  <a:pt x="16439" y="34378"/>
                </a:cubicBezTo>
                <a:close/>
                <a:moveTo>
                  <a:pt x="14438" y="34201"/>
                </a:moveTo>
                <a:cubicBezTo>
                  <a:pt x="14438" y="34275"/>
                  <a:pt x="14452" y="34348"/>
                  <a:pt x="14452" y="34407"/>
                </a:cubicBezTo>
                <a:cubicBezTo>
                  <a:pt x="14364" y="34451"/>
                  <a:pt x="14290" y="34525"/>
                  <a:pt x="14187" y="34584"/>
                </a:cubicBezTo>
                <a:cubicBezTo>
                  <a:pt x="14187" y="34525"/>
                  <a:pt x="14187" y="34451"/>
                  <a:pt x="14173" y="34378"/>
                </a:cubicBezTo>
                <a:cubicBezTo>
                  <a:pt x="14261" y="34334"/>
                  <a:pt x="14335" y="34275"/>
                  <a:pt x="14438" y="34201"/>
                </a:cubicBezTo>
                <a:close/>
                <a:moveTo>
                  <a:pt x="14776" y="34275"/>
                </a:moveTo>
                <a:cubicBezTo>
                  <a:pt x="14776" y="34348"/>
                  <a:pt x="14805" y="34392"/>
                  <a:pt x="14805" y="34481"/>
                </a:cubicBezTo>
                <a:cubicBezTo>
                  <a:pt x="14702" y="34525"/>
                  <a:pt x="14614" y="34599"/>
                  <a:pt x="14541" y="34657"/>
                </a:cubicBezTo>
                <a:cubicBezTo>
                  <a:pt x="14541" y="34584"/>
                  <a:pt x="14526" y="34525"/>
                  <a:pt x="14526" y="34451"/>
                </a:cubicBezTo>
                <a:cubicBezTo>
                  <a:pt x="14614" y="34392"/>
                  <a:pt x="14702" y="34334"/>
                  <a:pt x="14776" y="34275"/>
                </a:cubicBezTo>
                <a:close/>
                <a:moveTo>
                  <a:pt x="15144" y="34334"/>
                </a:moveTo>
                <a:lnTo>
                  <a:pt x="15144" y="34510"/>
                </a:lnTo>
                <a:cubicBezTo>
                  <a:pt x="15114" y="34525"/>
                  <a:pt x="15070" y="34569"/>
                  <a:pt x="15041" y="34584"/>
                </a:cubicBezTo>
                <a:cubicBezTo>
                  <a:pt x="14982" y="34628"/>
                  <a:pt x="14923" y="34657"/>
                  <a:pt x="14894" y="34702"/>
                </a:cubicBezTo>
                <a:cubicBezTo>
                  <a:pt x="14879" y="34643"/>
                  <a:pt x="14879" y="34569"/>
                  <a:pt x="14879" y="34510"/>
                </a:cubicBezTo>
                <a:cubicBezTo>
                  <a:pt x="14967" y="34451"/>
                  <a:pt x="15056" y="34378"/>
                  <a:pt x="15144" y="34334"/>
                </a:cubicBezTo>
                <a:close/>
                <a:moveTo>
                  <a:pt x="16054" y="34682"/>
                </a:moveTo>
                <a:cubicBezTo>
                  <a:pt x="16045" y="34693"/>
                  <a:pt x="16036" y="34704"/>
                  <a:pt x="16026" y="34714"/>
                </a:cubicBezTo>
                <a:lnTo>
                  <a:pt x="16026" y="34714"/>
                </a:lnTo>
                <a:cubicBezTo>
                  <a:pt x="16027" y="34710"/>
                  <a:pt x="16027" y="34706"/>
                  <a:pt x="16027" y="34702"/>
                </a:cubicBezTo>
                <a:cubicBezTo>
                  <a:pt x="16036" y="34695"/>
                  <a:pt x="16045" y="34688"/>
                  <a:pt x="16054" y="34682"/>
                </a:cubicBezTo>
                <a:close/>
                <a:moveTo>
                  <a:pt x="15497" y="34378"/>
                </a:moveTo>
                <a:lnTo>
                  <a:pt x="15497" y="34569"/>
                </a:lnTo>
                <a:cubicBezTo>
                  <a:pt x="15409" y="34628"/>
                  <a:pt x="15321" y="34672"/>
                  <a:pt x="15247" y="34746"/>
                </a:cubicBezTo>
                <a:lnTo>
                  <a:pt x="15247" y="34569"/>
                </a:lnTo>
                <a:cubicBezTo>
                  <a:pt x="15276" y="34510"/>
                  <a:pt x="15335" y="34481"/>
                  <a:pt x="15409" y="34437"/>
                </a:cubicBezTo>
                <a:cubicBezTo>
                  <a:pt x="15438" y="34422"/>
                  <a:pt x="15468" y="34407"/>
                  <a:pt x="15497" y="34378"/>
                </a:cubicBezTo>
                <a:close/>
                <a:moveTo>
                  <a:pt x="15791" y="34437"/>
                </a:moveTo>
                <a:cubicBezTo>
                  <a:pt x="15791" y="34495"/>
                  <a:pt x="15777" y="34554"/>
                  <a:pt x="15762" y="34599"/>
                </a:cubicBezTo>
                <a:cubicBezTo>
                  <a:pt x="15718" y="34643"/>
                  <a:pt x="15674" y="34657"/>
                  <a:pt x="15630" y="34702"/>
                </a:cubicBezTo>
                <a:cubicBezTo>
                  <a:pt x="15585" y="34716"/>
                  <a:pt x="15556" y="34746"/>
                  <a:pt x="15512" y="34775"/>
                </a:cubicBezTo>
                <a:cubicBezTo>
                  <a:pt x="15512" y="34716"/>
                  <a:pt x="15527" y="34657"/>
                  <a:pt x="15527" y="34599"/>
                </a:cubicBezTo>
                <a:cubicBezTo>
                  <a:pt x="15630" y="34554"/>
                  <a:pt x="15718" y="34495"/>
                  <a:pt x="15791" y="34437"/>
                </a:cubicBezTo>
                <a:close/>
                <a:moveTo>
                  <a:pt x="16248" y="34672"/>
                </a:moveTo>
                <a:cubicBezTo>
                  <a:pt x="16218" y="34702"/>
                  <a:pt x="16189" y="34716"/>
                  <a:pt x="16174" y="34731"/>
                </a:cubicBezTo>
                <a:cubicBezTo>
                  <a:pt x="16174" y="34746"/>
                  <a:pt x="16159" y="34775"/>
                  <a:pt x="16159" y="34790"/>
                </a:cubicBezTo>
                <a:cubicBezTo>
                  <a:pt x="16203" y="34775"/>
                  <a:pt x="16218" y="34731"/>
                  <a:pt x="16233" y="34716"/>
                </a:cubicBezTo>
                <a:cubicBezTo>
                  <a:pt x="16248" y="34702"/>
                  <a:pt x="16248" y="34702"/>
                  <a:pt x="16248" y="34672"/>
                </a:cubicBezTo>
                <a:close/>
                <a:moveTo>
                  <a:pt x="16027" y="34510"/>
                </a:moveTo>
                <a:lnTo>
                  <a:pt x="16027" y="34510"/>
                </a:lnTo>
                <a:cubicBezTo>
                  <a:pt x="16027" y="34525"/>
                  <a:pt x="16012" y="34569"/>
                  <a:pt x="16012" y="34584"/>
                </a:cubicBezTo>
                <a:cubicBezTo>
                  <a:pt x="16012" y="34599"/>
                  <a:pt x="15997" y="34643"/>
                  <a:pt x="15983" y="34657"/>
                </a:cubicBezTo>
                <a:cubicBezTo>
                  <a:pt x="15924" y="34702"/>
                  <a:pt x="15850" y="34746"/>
                  <a:pt x="15791" y="34805"/>
                </a:cubicBezTo>
                <a:cubicBezTo>
                  <a:pt x="15806" y="34746"/>
                  <a:pt x="15806" y="34702"/>
                  <a:pt x="15836" y="34657"/>
                </a:cubicBezTo>
                <a:cubicBezTo>
                  <a:pt x="15909" y="34599"/>
                  <a:pt x="15983" y="34569"/>
                  <a:pt x="16027" y="34510"/>
                </a:cubicBezTo>
                <a:close/>
                <a:moveTo>
                  <a:pt x="14114" y="34422"/>
                </a:moveTo>
                <a:cubicBezTo>
                  <a:pt x="14114" y="34495"/>
                  <a:pt x="14143" y="34569"/>
                  <a:pt x="14143" y="34643"/>
                </a:cubicBezTo>
                <a:cubicBezTo>
                  <a:pt x="14055" y="34702"/>
                  <a:pt x="13967" y="34760"/>
                  <a:pt x="13893" y="34819"/>
                </a:cubicBezTo>
                <a:cubicBezTo>
                  <a:pt x="13878" y="34746"/>
                  <a:pt x="13878" y="34672"/>
                  <a:pt x="13878" y="34599"/>
                </a:cubicBezTo>
                <a:cubicBezTo>
                  <a:pt x="13952" y="34554"/>
                  <a:pt x="14040" y="34495"/>
                  <a:pt x="14114" y="34422"/>
                </a:cubicBezTo>
                <a:close/>
                <a:moveTo>
                  <a:pt x="14467" y="34495"/>
                </a:moveTo>
                <a:cubicBezTo>
                  <a:pt x="14467" y="34569"/>
                  <a:pt x="14482" y="34643"/>
                  <a:pt x="14482" y="34702"/>
                </a:cubicBezTo>
                <a:cubicBezTo>
                  <a:pt x="14393" y="34746"/>
                  <a:pt x="14320" y="34819"/>
                  <a:pt x="14231" y="34878"/>
                </a:cubicBezTo>
                <a:cubicBezTo>
                  <a:pt x="14217" y="34819"/>
                  <a:pt x="14217" y="34746"/>
                  <a:pt x="14217" y="34672"/>
                </a:cubicBezTo>
                <a:cubicBezTo>
                  <a:pt x="14305" y="34628"/>
                  <a:pt x="14379" y="34554"/>
                  <a:pt x="14467" y="34495"/>
                </a:cubicBezTo>
                <a:close/>
                <a:moveTo>
                  <a:pt x="14805" y="34554"/>
                </a:moveTo>
                <a:cubicBezTo>
                  <a:pt x="14805" y="34628"/>
                  <a:pt x="14805" y="34672"/>
                  <a:pt x="14820" y="34746"/>
                </a:cubicBezTo>
                <a:cubicBezTo>
                  <a:pt x="14732" y="34805"/>
                  <a:pt x="14629" y="34878"/>
                  <a:pt x="14555" y="34937"/>
                </a:cubicBezTo>
                <a:cubicBezTo>
                  <a:pt x="14541" y="34878"/>
                  <a:pt x="14541" y="34805"/>
                  <a:pt x="14541" y="34731"/>
                </a:cubicBezTo>
                <a:cubicBezTo>
                  <a:pt x="14629" y="34672"/>
                  <a:pt x="14732" y="34599"/>
                  <a:pt x="14805" y="34554"/>
                </a:cubicBezTo>
                <a:close/>
                <a:moveTo>
                  <a:pt x="15144" y="34599"/>
                </a:moveTo>
                <a:lnTo>
                  <a:pt x="15144" y="34790"/>
                </a:lnTo>
                <a:cubicBezTo>
                  <a:pt x="15056" y="34849"/>
                  <a:pt x="14982" y="34893"/>
                  <a:pt x="14894" y="34966"/>
                </a:cubicBezTo>
                <a:cubicBezTo>
                  <a:pt x="14894" y="34966"/>
                  <a:pt x="14879" y="34966"/>
                  <a:pt x="14879" y="34996"/>
                </a:cubicBezTo>
                <a:lnTo>
                  <a:pt x="14879" y="34805"/>
                </a:lnTo>
                <a:cubicBezTo>
                  <a:pt x="14953" y="34731"/>
                  <a:pt x="14997" y="34702"/>
                  <a:pt x="15070" y="34657"/>
                </a:cubicBezTo>
                <a:cubicBezTo>
                  <a:pt x="15100" y="34643"/>
                  <a:pt x="15129" y="34628"/>
                  <a:pt x="15144" y="34599"/>
                </a:cubicBezTo>
                <a:close/>
                <a:moveTo>
                  <a:pt x="15482" y="34657"/>
                </a:moveTo>
                <a:cubicBezTo>
                  <a:pt x="15482" y="34716"/>
                  <a:pt x="15468" y="34760"/>
                  <a:pt x="15468" y="34849"/>
                </a:cubicBezTo>
                <a:cubicBezTo>
                  <a:pt x="15365" y="34878"/>
                  <a:pt x="15291" y="34937"/>
                  <a:pt x="15203" y="35011"/>
                </a:cubicBezTo>
                <a:cubicBezTo>
                  <a:pt x="15203" y="34952"/>
                  <a:pt x="15203" y="34893"/>
                  <a:pt x="15217" y="34819"/>
                </a:cubicBezTo>
                <a:cubicBezTo>
                  <a:pt x="15247" y="34819"/>
                  <a:pt x="15247" y="34805"/>
                  <a:pt x="15262" y="34805"/>
                </a:cubicBezTo>
                <a:cubicBezTo>
                  <a:pt x="15335" y="34746"/>
                  <a:pt x="15409" y="34716"/>
                  <a:pt x="15482" y="34657"/>
                </a:cubicBezTo>
                <a:close/>
                <a:moveTo>
                  <a:pt x="15762" y="34716"/>
                </a:moveTo>
                <a:cubicBezTo>
                  <a:pt x="15733" y="34775"/>
                  <a:pt x="15733" y="34819"/>
                  <a:pt x="15718" y="34878"/>
                </a:cubicBezTo>
                <a:cubicBezTo>
                  <a:pt x="15630" y="34922"/>
                  <a:pt x="15556" y="34966"/>
                  <a:pt x="15482" y="35025"/>
                </a:cubicBezTo>
                <a:cubicBezTo>
                  <a:pt x="15497" y="34966"/>
                  <a:pt x="15497" y="34922"/>
                  <a:pt x="15512" y="34863"/>
                </a:cubicBezTo>
                <a:lnTo>
                  <a:pt x="15688" y="34746"/>
                </a:lnTo>
                <a:cubicBezTo>
                  <a:pt x="15703" y="34731"/>
                  <a:pt x="15718" y="34716"/>
                  <a:pt x="15762" y="34716"/>
                </a:cubicBezTo>
                <a:close/>
                <a:moveTo>
                  <a:pt x="15925" y="34829"/>
                </a:moveTo>
                <a:cubicBezTo>
                  <a:pt x="15915" y="34840"/>
                  <a:pt x="15905" y="34852"/>
                  <a:pt x="15894" y="34863"/>
                </a:cubicBezTo>
                <a:cubicBezTo>
                  <a:pt x="15859" y="34920"/>
                  <a:pt x="15819" y="34976"/>
                  <a:pt x="15777" y="35032"/>
                </a:cubicBezTo>
                <a:lnTo>
                  <a:pt x="15777" y="35032"/>
                </a:lnTo>
                <a:cubicBezTo>
                  <a:pt x="15815" y="35002"/>
                  <a:pt x="15851" y="34976"/>
                  <a:pt x="15880" y="34937"/>
                </a:cubicBezTo>
                <a:cubicBezTo>
                  <a:pt x="15891" y="34893"/>
                  <a:pt x="15910" y="34865"/>
                  <a:pt x="15925" y="34829"/>
                </a:cubicBezTo>
                <a:close/>
                <a:moveTo>
                  <a:pt x="16056" y="34863"/>
                </a:moveTo>
                <a:lnTo>
                  <a:pt x="16056" y="34863"/>
                </a:lnTo>
                <a:cubicBezTo>
                  <a:pt x="16012" y="34878"/>
                  <a:pt x="15983" y="34922"/>
                  <a:pt x="15939" y="34952"/>
                </a:cubicBezTo>
                <a:cubicBezTo>
                  <a:pt x="15939" y="34996"/>
                  <a:pt x="15924" y="35011"/>
                  <a:pt x="15909" y="35040"/>
                </a:cubicBezTo>
                <a:lnTo>
                  <a:pt x="16012" y="34937"/>
                </a:lnTo>
                <a:cubicBezTo>
                  <a:pt x="16027" y="34922"/>
                  <a:pt x="16056" y="34878"/>
                  <a:pt x="16056" y="34863"/>
                </a:cubicBezTo>
                <a:close/>
                <a:moveTo>
                  <a:pt x="13819" y="34657"/>
                </a:moveTo>
                <a:cubicBezTo>
                  <a:pt x="13819" y="34731"/>
                  <a:pt x="13834" y="34805"/>
                  <a:pt x="13834" y="34878"/>
                </a:cubicBezTo>
                <a:cubicBezTo>
                  <a:pt x="13761" y="34937"/>
                  <a:pt x="13687" y="35011"/>
                  <a:pt x="13599" y="35069"/>
                </a:cubicBezTo>
                <a:cubicBezTo>
                  <a:pt x="13584" y="34996"/>
                  <a:pt x="13584" y="34922"/>
                  <a:pt x="13584" y="34849"/>
                </a:cubicBezTo>
                <a:cubicBezTo>
                  <a:pt x="13658" y="34790"/>
                  <a:pt x="13731" y="34716"/>
                  <a:pt x="13819" y="34657"/>
                </a:cubicBezTo>
                <a:close/>
                <a:moveTo>
                  <a:pt x="14143" y="34731"/>
                </a:moveTo>
                <a:cubicBezTo>
                  <a:pt x="14143" y="34805"/>
                  <a:pt x="14158" y="34878"/>
                  <a:pt x="14158" y="34952"/>
                </a:cubicBezTo>
                <a:cubicBezTo>
                  <a:pt x="14084" y="35011"/>
                  <a:pt x="13981" y="35084"/>
                  <a:pt x="13922" y="35128"/>
                </a:cubicBezTo>
                <a:cubicBezTo>
                  <a:pt x="13922" y="35069"/>
                  <a:pt x="13893" y="34996"/>
                  <a:pt x="13893" y="34922"/>
                </a:cubicBezTo>
                <a:cubicBezTo>
                  <a:pt x="13967" y="34863"/>
                  <a:pt x="14070" y="34790"/>
                  <a:pt x="14143" y="34731"/>
                </a:cubicBezTo>
                <a:close/>
                <a:moveTo>
                  <a:pt x="15909" y="35158"/>
                </a:moveTo>
                <a:cubicBezTo>
                  <a:pt x="15892" y="35158"/>
                  <a:pt x="15885" y="35163"/>
                  <a:pt x="15879" y="35170"/>
                </a:cubicBezTo>
                <a:lnTo>
                  <a:pt x="15879" y="35170"/>
                </a:lnTo>
                <a:cubicBezTo>
                  <a:pt x="15887" y="35166"/>
                  <a:pt x="15897" y="35162"/>
                  <a:pt x="15909" y="35158"/>
                </a:cubicBezTo>
                <a:close/>
                <a:moveTo>
                  <a:pt x="14482" y="34790"/>
                </a:moveTo>
                <a:lnTo>
                  <a:pt x="14482" y="34996"/>
                </a:lnTo>
                <a:cubicBezTo>
                  <a:pt x="14393" y="35069"/>
                  <a:pt x="14320" y="35114"/>
                  <a:pt x="14231" y="35187"/>
                </a:cubicBezTo>
                <a:lnTo>
                  <a:pt x="14231" y="34966"/>
                </a:lnTo>
                <a:cubicBezTo>
                  <a:pt x="14320" y="34922"/>
                  <a:pt x="14393" y="34849"/>
                  <a:pt x="14482" y="34790"/>
                </a:cubicBezTo>
                <a:close/>
                <a:moveTo>
                  <a:pt x="14820" y="34849"/>
                </a:moveTo>
                <a:lnTo>
                  <a:pt x="14820" y="35025"/>
                </a:lnTo>
                <a:cubicBezTo>
                  <a:pt x="14732" y="35099"/>
                  <a:pt x="14629" y="35158"/>
                  <a:pt x="14555" y="35231"/>
                </a:cubicBezTo>
                <a:lnTo>
                  <a:pt x="14555" y="35025"/>
                </a:lnTo>
                <a:cubicBezTo>
                  <a:pt x="14658" y="34966"/>
                  <a:pt x="14732" y="34893"/>
                  <a:pt x="14820" y="34849"/>
                </a:cubicBezTo>
                <a:close/>
                <a:moveTo>
                  <a:pt x="15129" y="34863"/>
                </a:moveTo>
                <a:cubicBezTo>
                  <a:pt x="15144" y="34937"/>
                  <a:pt x="15144" y="34996"/>
                  <a:pt x="15129" y="35040"/>
                </a:cubicBezTo>
                <a:cubicBezTo>
                  <a:pt x="15114" y="35069"/>
                  <a:pt x="15070" y="35084"/>
                  <a:pt x="15056" y="35099"/>
                </a:cubicBezTo>
                <a:cubicBezTo>
                  <a:pt x="14997" y="35143"/>
                  <a:pt x="14923" y="35187"/>
                  <a:pt x="14879" y="35231"/>
                </a:cubicBezTo>
                <a:lnTo>
                  <a:pt x="14879" y="35040"/>
                </a:lnTo>
                <a:cubicBezTo>
                  <a:pt x="14894" y="35025"/>
                  <a:pt x="14908" y="35025"/>
                  <a:pt x="14923" y="35011"/>
                </a:cubicBezTo>
                <a:cubicBezTo>
                  <a:pt x="14997" y="34952"/>
                  <a:pt x="15056" y="34922"/>
                  <a:pt x="15129" y="34863"/>
                </a:cubicBezTo>
                <a:close/>
                <a:moveTo>
                  <a:pt x="15438" y="34922"/>
                </a:moveTo>
                <a:cubicBezTo>
                  <a:pt x="15424" y="34966"/>
                  <a:pt x="15424" y="35025"/>
                  <a:pt x="15409" y="35084"/>
                </a:cubicBezTo>
                <a:cubicBezTo>
                  <a:pt x="15335" y="35143"/>
                  <a:pt x="15262" y="35187"/>
                  <a:pt x="15173" y="35246"/>
                </a:cubicBezTo>
                <a:cubicBezTo>
                  <a:pt x="15173" y="35187"/>
                  <a:pt x="15188" y="35143"/>
                  <a:pt x="15188" y="35084"/>
                </a:cubicBezTo>
                <a:cubicBezTo>
                  <a:pt x="15276" y="35025"/>
                  <a:pt x="15350" y="34966"/>
                  <a:pt x="15438" y="34922"/>
                </a:cubicBezTo>
                <a:close/>
                <a:moveTo>
                  <a:pt x="15879" y="35170"/>
                </a:moveTo>
                <a:cubicBezTo>
                  <a:pt x="15857" y="35182"/>
                  <a:pt x="15846" y="35195"/>
                  <a:pt x="15836" y="35217"/>
                </a:cubicBezTo>
                <a:cubicBezTo>
                  <a:pt x="15836" y="35231"/>
                  <a:pt x="15806" y="35246"/>
                  <a:pt x="15806" y="35261"/>
                </a:cubicBezTo>
                <a:cubicBezTo>
                  <a:pt x="15836" y="35231"/>
                  <a:pt x="15850" y="35217"/>
                  <a:pt x="15865" y="35187"/>
                </a:cubicBezTo>
                <a:cubicBezTo>
                  <a:pt x="15871" y="35181"/>
                  <a:pt x="15874" y="35175"/>
                  <a:pt x="15879" y="35170"/>
                </a:cubicBezTo>
                <a:close/>
                <a:moveTo>
                  <a:pt x="13510" y="34878"/>
                </a:moveTo>
                <a:cubicBezTo>
                  <a:pt x="13510" y="34952"/>
                  <a:pt x="13525" y="35025"/>
                  <a:pt x="13525" y="35099"/>
                </a:cubicBezTo>
                <a:cubicBezTo>
                  <a:pt x="13452" y="35158"/>
                  <a:pt x="13378" y="35231"/>
                  <a:pt x="13304" y="35290"/>
                </a:cubicBezTo>
                <a:cubicBezTo>
                  <a:pt x="13304" y="35231"/>
                  <a:pt x="13304" y="35158"/>
                  <a:pt x="13290" y="35069"/>
                </a:cubicBezTo>
                <a:cubicBezTo>
                  <a:pt x="13363" y="35011"/>
                  <a:pt x="13437" y="34937"/>
                  <a:pt x="13510" y="34878"/>
                </a:cubicBezTo>
                <a:close/>
                <a:moveTo>
                  <a:pt x="15659" y="34966"/>
                </a:moveTo>
                <a:lnTo>
                  <a:pt x="15659" y="34966"/>
                </a:lnTo>
                <a:cubicBezTo>
                  <a:pt x="15644" y="35025"/>
                  <a:pt x="15630" y="35084"/>
                  <a:pt x="15615" y="35114"/>
                </a:cubicBezTo>
                <a:cubicBezTo>
                  <a:pt x="15556" y="35172"/>
                  <a:pt x="15497" y="35231"/>
                  <a:pt x="15424" y="35290"/>
                </a:cubicBezTo>
                <a:cubicBezTo>
                  <a:pt x="15438" y="35231"/>
                  <a:pt x="15438" y="35172"/>
                  <a:pt x="15468" y="35114"/>
                </a:cubicBezTo>
                <a:cubicBezTo>
                  <a:pt x="15482" y="35099"/>
                  <a:pt x="15497" y="35084"/>
                  <a:pt x="15512" y="35084"/>
                </a:cubicBezTo>
                <a:cubicBezTo>
                  <a:pt x="15571" y="35040"/>
                  <a:pt x="15615" y="35011"/>
                  <a:pt x="15659" y="34966"/>
                </a:cubicBezTo>
                <a:close/>
                <a:moveTo>
                  <a:pt x="15836" y="35040"/>
                </a:moveTo>
                <a:cubicBezTo>
                  <a:pt x="15791" y="35099"/>
                  <a:pt x="15733" y="35143"/>
                  <a:pt x="15688" y="35172"/>
                </a:cubicBezTo>
                <a:cubicBezTo>
                  <a:pt x="15659" y="35231"/>
                  <a:pt x="15644" y="35261"/>
                  <a:pt x="15630" y="35305"/>
                </a:cubicBezTo>
                <a:cubicBezTo>
                  <a:pt x="15688" y="35246"/>
                  <a:pt x="15718" y="35217"/>
                  <a:pt x="15777" y="35172"/>
                </a:cubicBezTo>
                <a:cubicBezTo>
                  <a:pt x="15791" y="35114"/>
                  <a:pt x="15806" y="35084"/>
                  <a:pt x="15836" y="35040"/>
                </a:cubicBezTo>
                <a:close/>
                <a:moveTo>
                  <a:pt x="13849" y="34966"/>
                </a:moveTo>
                <a:cubicBezTo>
                  <a:pt x="13849" y="35025"/>
                  <a:pt x="13849" y="35099"/>
                  <a:pt x="13864" y="35158"/>
                </a:cubicBezTo>
                <a:lnTo>
                  <a:pt x="13864" y="35187"/>
                </a:lnTo>
                <a:cubicBezTo>
                  <a:pt x="13790" y="35246"/>
                  <a:pt x="13716" y="35320"/>
                  <a:pt x="13628" y="35378"/>
                </a:cubicBezTo>
                <a:cubicBezTo>
                  <a:pt x="13628" y="35305"/>
                  <a:pt x="13599" y="35231"/>
                  <a:pt x="13599" y="35158"/>
                </a:cubicBezTo>
                <a:cubicBezTo>
                  <a:pt x="13672" y="35099"/>
                  <a:pt x="13746" y="35025"/>
                  <a:pt x="13849" y="34966"/>
                </a:cubicBezTo>
                <a:close/>
                <a:moveTo>
                  <a:pt x="14158" y="35011"/>
                </a:moveTo>
                <a:lnTo>
                  <a:pt x="14158" y="35231"/>
                </a:lnTo>
                <a:cubicBezTo>
                  <a:pt x="14070" y="35305"/>
                  <a:pt x="13996" y="35364"/>
                  <a:pt x="13922" y="35437"/>
                </a:cubicBezTo>
                <a:lnTo>
                  <a:pt x="13922" y="35217"/>
                </a:lnTo>
                <a:cubicBezTo>
                  <a:pt x="13996" y="35143"/>
                  <a:pt x="14084" y="35084"/>
                  <a:pt x="14158" y="35011"/>
                </a:cubicBezTo>
                <a:close/>
                <a:moveTo>
                  <a:pt x="14482" y="35069"/>
                </a:moveTo>
                <a:lnTo>
                  <a:pt x="14482" y="35261"/>
                </a:lnTo>
                <a:cubicBezTo>
                  <a:pt x="14393" y="35334"/>
                  <a:pt x="14320" y="35393"/>
                  <a:pt x="14231" y="35467"/>
                </a:cubicBezTo>
                <a:lnTo>
                  <a:pt x="14231" y="35261"/>
                </a:lnTo>
                <a:cubicBezTo>
                  <a:pt x="14320" y="35187"/>
                  <a:pt x="14393" y="35143"/>
                  <a:pt x="14482" y="35069"/>
                </a:cubicBezTo>
                <a:close/>
                <a:moveTo>
                  <a:pt x="14820" y="35099"/>
                </a:moveTo>
                <a:cubicBezTo>
                  <a:pt x="14820" y="35158"/>
                  <a:pt x="14820" y="35231"/>
                  <a:pt x="14805" y="35290"/>
                </a:cubicBezTo>
                <a:lnTo>
                  <a:pt x="14761" y="35320"/>
                </a:lnTo>
                <a:lnTo>
                  <a:pt x="14541" y="35481"/>
                </a:lnTo>
                <a:lnTo>
                  <a:pt x="14541" y="35290"/>
                </a:lnTo>
                <a:cubicBezTo>
                  <a:pt x="14629" y="35231"/>
                  <a:pt x="14732" y="35172"/>
                  <a:pt x="14820" y="35099"/>
                </a:cubicBezTo>
                <a:close/>
                <a:moveTo>
                  <a:pt x="15114" y="35128"/>
                </a:moveTo>
                <a:cubicBezTo>
                  <a:pt x="15114" y="35187"/>
                  <a:pt x="15100" y="35261"/>
                  <a:pt x="15100" y="35320"/>
                </a:cubicBezTo>
                <a:cubicBezTo>
                  <a:pt x="15041" y="35378"/>
                  <a:pt x="14967" y="35408"/>
                  <a:pt x="14908" y="35467"/>
                </a:cubicBezTo>
                <a:cubicBezTo>
                  <a:pt x="14894" y="35481"/>
                  <a:pt x="14879" y="35481"/>
                  <a:pt x="14850" y="35496"/>
                </a:cubicBezTo>
                <a:cubicBezTo>
                  <a:pt x="14850" y="35452"/>
                  <a:pt x="14879" y="35378"/>
                  <a:pt x="14879" y="35320"/>
                </a:cubicBezTo>
                <a:lnTo>
                  <a:pt x="15100" y="35158"/>
                </a:lnTo>
                <a:lnTo>
                  <a:pt x="15114" y="35128"/>
                </a:lnTo>
                <a:close/>
                <a:moveTo>
                  <a:pt x="15577" y="35278"/>
                </a:moveTo>
                <a:cubicBezTo>
                  <a:pt x="15560" y="35297"/>
                  <a:pt x="15543" y="35316"/>
                  <a:pt x="15527" y="35334"/>
                </a:cubicBezTo>
                <a:lnTo>
                  <a:pt x="15381" y="35525"/>
                </a:lnTo>
                <a:lnTo>
                  <a:pt x="15381" y="35525"/>
                </a:lnTo>
                <a:cubicBezTo>
                  <a:pt x="15434" y="35476"/>
                  <a:pt x="15488" y="35447"/>
                  <a:pt x="15541" y="35393"/>
                </a:cubicBezTo>
                <a:cubicBezTo>
                  <a:pt x="15553" y="35346"/>
                  <a:pt x="15565" y="35318"/>
                  <a:pt x="15577" y="35278"/>
                </a:cubicBezTo>
                <a:close/>
                <a:moveTo>
                  <a:pt x="15394" y="35187"/>
                </a:moveTo>
                <a:lnTo>
                  <a:pt x="15394" y="35187"/>
                </a:lnTo>
                <a:cubicBezTo>
                  <a:pt x="15365" y="35246"/>
                  <a:pt x="15365" y="35305"/>
                  <a:pt x="15350" y="35364"/>
                </a:cubicBezTo>
                <a:lnTo>
                  <a:pt x="15335" y="35364"/>
                </a:lnTo>
                <a:cubicBezTo>
                  <a:pt x="15262" y="35408"/>
                  <a:pt x="15203" y="35467"/>
                  <a:pt x="15129" y="35526"/>
                </a:cubicBezTo>
                <a:cubicBezTo>
                  <a:pt x="15144" y="35467"/>
                  <a:pt x="15144" y="35408"/>
                  <a:pt x="15173" y="35364"/>
                </a:cubicBezTo>
                <a:lnTo>
                  <a:pt x="15394" y="35187"/>
                </a:lnTo>
                <a:close/>
                <a:moveTo>
                  <a:pt x="15688" y="35334"/>
                </a:moveTo>
                <a:lnTo>
                  <a:pt x="15571" y="35452"/>
                </a:lnTo>
                <a:cubicBezTo>
                  <a:pt x="15571" y="35481"/>
                  <a:pt x="15556" y="35511"/>
                  <a:pt x="15541" y="35540"/>
                </a:cubicBezTo>
                <a:lnTo>
                  <a:pt x="15644" y="35437"/>
                </a:lnTo>
                <a:cubicBezTo>
                  <a:pt x="15659" y="35393"/>
                  <a:pt x="15688" y="35364"/>
                  <a:pt x="15688" y="35334"/>
                </a:cubicBezTo>
                <a:close/>
                <a:moveTo>
                  <a:pt x="13555" y="35217"/>
                </a:moveTo>
                <a:cubicBezTo>
                  <a:pt x="13555" y="35290"/>
                  <a:pt x="13555" y="35364"/>
                  <a:pt x="13569" y="35452"/>
                </a:cubicBezTo>
                <a:cubicBezTo>
                  <a:pt x="13496" y="35526"/>
                  <a:pt x="13422" y="35585"/>
                  <a:pt x="13349" y="35658"/>
                </a:cubicBezTo>
                <a:cubicBezTo>
                  <a:pt x="13334" y="35540"/>
                  <a:pt x="13334" y="35467"/>
                  <a:pt x="13334" y="35393"/>
                </a:cubicBezTo>
                <a:cubicBezTo>
                  <a:pt x="13407" y="35334"/>
                  <a:pt x="13481" y="35261"/>
                  <a:pt x="13555" y="35217"/>
                </a:cubicBezTo>
                <a:close/>
                <a:moveTo>
                  <a:pt x="13864" y="35261"/>
                </a:moveTo>
                <a:lnTo>
                  <a:pt x="13864" y="35481"/>
                </a:lnTo>
                <a:cubicBezTo>
                  <a:pt x="13790" y="35555"/>
                  <a:pt x="13687" y="35614"/>
                  <a:pt x="13628" y="35688"/>
                </a:cubicBezTo>
                <a:lnTo>
                  <a:pt x="13628" y="35599"/>
                </a:lnTo>
                <a:lnTo>
                  <a:pt x="13628" y="35467"/>
                </a:lnTo>
                <a:cubicBezTo>
                  <a:pt x="13702" y="35393"/>
                  <a:pt x="13775" y="35334"/>
                  <a:pt x="13864" y="35261"/>
                </a:cubicBezTo>
                <a:close/>
                <a:moveTo>
                  <a:pt x="14173" y="35305"/>
                </a:moveTo>
                <a:lnTo>
                  <a:pt x="14173" y="35526"/>
                </a:lnTo>
                <a:cubicBezTo>
                  <a:pt x="14084" y="35599"/>
                  <a:pt x="14011" y="35673"/>
                  <a:pt x="13937" y="35732"/>
                </a:cubicBezTo>
                <a:lnTo>
                  <a:pt x="13937" y="35511"/>
                </a:lnTo>
                <a:cubicBezTo>
                  <a:pt x="14011" y="35437"/>
                  <a:pt x="14099" y="35378"/>
                  <a:pt x="14173" y="35305"/>
                </a:cubicBezTo>
                <a:close/>
                <a:moveTo>
                  <a:pt x="15512" y="35629"/>
                </a:moveTo>
                <a:lnTo>
                  <a:pt x="15468" y="35688"/>
                </a:lnTo>
                <a:cubicBezTo>
                  <a:pt x="15468" y="35688"/>
                  <a:pt x="15438" y="35702"/>
                  <a:pt x="15438" y="35732"/>
                </a:cubicBezTo>
                <a:lnTo>
                  <a:pt x="15497" y="35673"/>
                </a:lnTo>
                <a:cubicBezTo>
                  <a:pt x="15497" y="35673"/>
                  <a:pt x="15497" y="35658"/>
                  <a:pt x="15512" y="35629"/>
                </a:cubicBezTo>
                <a:close/>
                <a:moveTo>
                  <a:pt x="14482" y="35364"/>
                </a:moveTo>
                <a:lnTo>
                  <a:pt x="14482" y="35555"/>
                </a:lnTo>
                <a:cubicBezTo>
                  <a:pt x="14393" y="35629"/>
                  <a:pt x="14320" y="35702"/>
                  <a:pt x="14231" y="35776"/>
                </a:cubicBezTo>
                <a:lnTo>
                  <a:pt x="14231" y="35585"/>
                </a:lnTo>
                <a:cubicBezTo>
                  <a:pt x="14320" y="35481"/>
                  <a:pt x="14393" y="35437"/>
                  <a:pt x="14482" y="35364"/>
                </a:cubicBezTo>
                <a:close/>
                <a:moveTo>
                  <a:pt x="14805" y="35393"/>
                </a:moveTo>
                <a:cubicBezTo>
                  <a:pt x="14805" y="35452"/>
                  <a:pt x="14776" y="35526"/>
                  <a:pt x="14776" y="35585"/>
                </a:cubicBezTo>
                <a:cubicBezTo>
                  <a:pt x="14732" y="35614"/>
                  <a:pt x="14688" y="35658"/>
                  <a:pt x="14629" y="35688"/>
                </a:cubicBezTo>
                <a:cubicBezTo>
                  <a:pt x="14599" y="35732"/>
                  <a:pt x="14555" y="35746"/>
                  <a:pt x="14526" y="35776"/>
                </a:cubicBezTo>
                <a:cubicBezTo>
                  <a:pt x="14526" y="35732"/>
                  <a:pt x="14541" y="35658"/>
                  <a:pt x="14541" y="35599"/>
                </a:cubicBezTo>
                <a:cubicBezTo>
                  <a:pt x="14629" y="35526"/>
                  <a:pt x="14702" y="35467"/>
                  <a:pt x="14805" y="35393"/>
                </a:cubicBezTo>
                <a:close/>
                <a:moveTo>
                  <a:pt x="15070" y="35408"/>
                </a:moveTo>
                <a:lnTo>
                  <a:pt x="15070" y="35408"/>
                </a:lnTo>
                <a:cubicBezTo>
                  <a:pt x="15056" y="35467"/>
                  <a:pt x="15056" y="35526"/>
                  <a:pt x="15041" y="35599"/>
                </a:cubicBezTo>
                <a:cubicBezTo>
                  <a:pt x="14967" y="35658"/>
                  <a:pt x="14894" y="35732"/>
                  <a:pt x="14820" y="35776"/>
                </a:cubicBezTo>
                <a:cubicBezTo>
                  <a:pt x="14835" y="35732"/>
                  <a:pt x="14835" y="35673"/>
                  <a:pt x="14835" y="35599"/>
                </a:cubicBezTo>
                <a:cubicBezTo>
                  <a:pt x="14879" y="35585"/>
                  <a:pt x="14908" y="35540"/>
                  <a:pt x="14953" y="35526"/>
                </a:cubicBezTo>
                <a:cubicBezTo>
                  <a:pt x="14982" y="35481"/>
                  <a:pt x="15041" y="35452"/>
                  <a:pt x="15070" y="35408"/>
                </a:cubicBezTo>
                <a:close/>
                <a:moveTo>
                  <a:pt x="15321" y="35452"/>
                </a:moveTo>
                <a:lnTo>
                  <a:pt x="15262" y="35614"/>
                </a:lnTo>
                <a:cubicBezTo>
                  <a:pt x="15217" y="35658"/>
                  <a:pt x="15203" y="35673"/>
                  <a:pt x="15173" y="35688"/>
                </a:cubicBezTo>
                <a:cubicBezTo>
                  <a:pt x="15129" y="35732"/>
                  <a:pt x="15100" y="35761"/>
                  <a:pt x="15056" y="35776"/>
                </a:cubicBezTo>
                <a:cubicBezTo>
                  <a:pt x="15056" y="35761"/>
                  <a:pt x="15056" y="35761"/>
                  <a:pt x="15070" y="35746"/>
                </a:cubicBezTo>
                <a:cubicBezTo>
                  <a:pt x="15100" y="35702"/>
                  <a:pt x="15100" y="35658"/>
                  <a:pt x="15114" y="35614"/>
                </a:cubicBezTo>
                <a:cubicBezTo>
                  <a:pt x="15188" y="35555"/>
                  <a:pt x="15247" y="35511"/>
                  <a:pt x="15321" y="35452"/>
                </a:cubicBezTo>
                <a:close/>
                <a:moveTo>
                  <a:pt x="15468" y="35540"/>
                </a:moveTo>
                <a:lnTo>
                  <a:pt x="15468" y="35540"/>
                </a:lnTo>
                <a:cubicBezTo>
                  <a:pt x="15409" y="35585"/>
                  <a:pt x="15365" y="35629"/>
                  <a:pt x="15321" y="35673"/>
                </a:cubicBezTo>
                <a:cubicBezTo>
                  <a:pt x="15291" y="35732"/>
                  <a:pt x="15276" y="35761"/>
                  <a:pt x="15262" y="35805"/>
                </a:cubicBezTo>
                <a:cubicBezTo>
                  <a:pt x="15291" y="35746"/>
                  <a:pt x="15350" y="35702"/>
                  <a:pt x="15409" y="35673"/>
                </a:cubicBezTo>
                <a:cubicBezTo>
                  <a:pt x="15424" y="35614"/>
                  <a:pt x="15438" y="35585"/>
                  <a:pt x="15468" y="35540"/>
                </a:cubicBezTo>
                <a:close/>
                <a:moveTo>
                  <a:pt x="13555" y="35526"/>
                </a:moveTo>
                <a:lnTo>
                  <a:pt x="13555" y="35614"/>
                </a:lnTo>
                <a:lnTo>
                  <a:pt x="13555" y="35761"/>
                </a:lnTo>
                <a:cubicBezTo>
                  <a:pt x="13481" y="35835"/>
                  <a:pt x="13407" y="35894"/>
                  <a:pt x="13334" y="35967"/>
                </a:cubicBezTo>
                <a:lnTo>
                  <a:pt x="13334" y="35732"/>
                </a:lnTo>
                <a:cubicBezTo>
                  <a:pt x="13407" y="35658"/>
                  <a:pt x="13481" y="35585"/>
                  <a:pt x="13555" y="35526"/>
                </a:cubicBezTo>
                <a:close/>
                <a:moveTo>
                  <a:pt x="13849" y="35585"/>
                </a:moveTo>
                <a:cubicBezTo>
                  <a:pt x="13864" y="35658"/>
                  <a:pt x="13864" y="35732"/>
                  <a:pt x="13849" y="35805"/>
                </a:cubicBezTo>
                <a:cubicBezTo>
                  <a:pt x="13775" y="35879"/>
                  <a:pt x="13672" y="35952"/>
                  <a:pt x="13599" y="36026"/>
                </a:cubicBezTo>
                <a:lnTo>
                  <a:pt x="13599" y="35776"/>
                </a:lnTo>
                <a:cubicBezTo>
                  <a:pt x="13672" y="35702"/>
                  <a:pt x="13746" y="35658"/>
                  <a:pt x="13849" y="35585"/>
                </a:cubicBezTo>
                <a:close/>
                <a:moveTo>
                  <a:pt x="14158" y="35614"/>
                </a:moveTo>
                <a:lnTo>
                  <a:pt x="14158" y="35820"/>
                </a:lnTo>
                <a:cubicBezTo>
                  <a:pt x="14070" y="35894"/>
                  <a:pt x="13996" y="35967"/>
                  <a:pt x="13893" y="36041"/>
                </a:cubicBezTo>
                <a:cubicBezTo>
                  <a:pt x="13893" y="35967"/>
                  <a:pt x="13893" y="35894"/>
                  <a:pt x="13922" y="35820"/>
                </a:cubicBezTo>
                <a:cubicBezTo>
                  <a:pt x="13996" y="35761"/>
                  <a:pt x="14084" y="35688"/>
                  <a:pt x="14158" y="35614"/>
                </a:cubicBezTo>
                <a:close/>
                <a:moveTo>
                  <a:pt x="15291" y="35835"/>
                </a:moveTo>
                <a:lnTo>
                  <a:pt x="15188" y="35952"/>
                </a:lnTo>
                <a:cubicBezTo>
                  <a:pt x="15173" y="35982"/>
                  <a:pt x="15173" y="35997"/>
                  <a:pt x="15144" y="36041"/>
                </a:cubicBezTo>
                <a:lnTo>
                  <a:pt x="15262" y="35923"/>
                </a:lnTo>
                <a:cubicBezTo>
                  <a:pt x="15276" y="35894"/>
                  <a:pt x="15291" y="35879"/>
                  <a:pt x="15291" y="35835"/>
                </a:cubicBezTo>
                <a:close/>
                <a:moveTo>
                  <a:pt x="14482" y="35629"/>
                </a:moveTo>
                <a:cubicBezTo>
                  <a:pt x="14482" y="35702"/>
                  <a:pt x="14467" y="35761"/>
                  <a:pt x="14467" y="35835"/>
                </a:cubicBezTo>
                <a:cubicBezTo>
                  <a:pt x="14379" y="35908"/>
                  <a:pt x="14290" y="35982"/>
                  <a:pt x="14217" y="36055"/>
                </a:cubicBezTo>
                <a:cubicBezTo>
                  <a:pt x="14217" y="35982"/>
                  <a:pt x="14231" y="35923"/>
                  <a:pt x="14231" y="35849"/>
                </a:cubicBezTo>
                <a:cubicBezTo>
                  <a:pt x="14305" y="35776"/>
                  <a:pt x="14393" y="35702"/>
                  <a:pt x="14482" y="35629"/>
                </a:cubicBezTo>
                <a:close/>
                <a:moveTo>
                  <a:pt x="14761" y="35673"/>
                </a:moveTo>
                <a:lnTo>
                  <a:pt x="14761" y="35673"/>
                </a:lnTo>
                <a:cubicBezTo>
                  <a:pt x="14747" y="35732"/>
                  <a:pt x="14747" y="35805"/>
                  <a:pt x="14732" y="35849"/>
                </a:cubicBezTo>
                <a:cubicBezTo>
                  <a:pt x="14658" y="35923"/>
                  <a:pt x="14555" y="35982"/>
                  <a:pt x="14482" y="36055"/>
                </a:cubicBezTo>
                <a:cubicBezTo>
                  <a:pt x="14511" y="35997"/>
                  <a:pt x="14526" y="35923"/>
                  <a:pt x="14526" y="35879"/>
                </a:cubicBezTo>
                <a:cubicBezTo>
                  <a:pt x="14585" y="35835"/>
                  <a:pt x="14629" y="35776"/>
                  <a:pt x="14673" y="35746"/>
                </a:cubicBezTo>
                <a:cubicBezTo>
                  <a:pt x="14702" y="35732"/>
                  <a:pt x="14732" y="35688"/>
                  <a:pt x="14761" y="35673"/>
                </a:cubicBezTo>
                <a:close/>
                <a:moveTo>
                  <a:pt x="15026" y="35702"/>
                </a:moveTo>
                <a:cubicBezTo>
                  <a:pt x="15026" y="35732"/>
                  <a:pt x="15026" y="35732"/>
                  <a:pt x="14997" y="35746"/>
                </a:cubicBezTo>
                <a:cubicBezTo>
                  <a:pt x="14982" y="35805"/>
                  <a:pt x="14967" y="35835"/>
                  <a:pt x="14967" y="35894"/>
                </a:cubicBezTo>
                <a:cubicBezTo>
                  <a:pt x="14894" y="35952"/>
                  <a:pt x="14820" y="35997"/>
                  <a:pt x="14761" y="36055"/>
                </a:cubicBezTo>
                <a:cubicBezTo>
                  <a:pt x="14776" y="35997"/>
                  <a:pt x="14805" y="35952"/>
                  <a:pt x="14805" y="35894"/>
                </a:cubicBezTo>
                <a:cubicBezTo>
                  <a:pt x="14879" y="35835"/>
                  <a:pt x="14953" y="35761"/>
                  <a:pt x="15026" y="35702"/>
                </a:cubicBezTo>
                <a:close/>
                <a:moveTo>
                  <a:pt x="15129" y="36173"/>
                </a:moveTo>
                <a:lnTo>
                  <a:pt x="15070" y="36217"/>
                </a:lnTo>
                <a:cubicBezTo>
                  <a:pt x="15070" y="36247"/>
                  <a:pt x="15056" y="36247"/>
                  <a:pt x="15056" y="36261"/>
                </a:cubicBezTo>
                <a:lnTo>
                  <a:pt x="15114" y="36203"/>
                </a:lnTo>
                <a:cubicBezTo>
                  <a:pt x="15114" y="36188"/>
                  <a:pt x="15114" y="36188"/>
                  <a:pt x="15129" y="36173"/>
                </a:cubicBezTo>
                <a:close/>
                <a:moveTo>
                  <a:pt x="13569" y="35849"/>
                </a:moveTo>
                <a:lnTo>
                  <a:pt x="13569" y="35849"/>
                </a:lnTo>
                <a:cubicBezTo>
                  <a:pt x="13555" y="35923"/>
                  <a:pt x="13555" y="35997"/>
                  <a:pt x="13555" y="36100"/>
                </a:cubicBezTo>
                <a:lnTo>
                  <a:pt x="13334" y="36320"/>
                </a:lnTo>
                <a:cubicBezTo>
                  <a:pt x="13334" y="36232"/>
                  <a:pt x="13349" y="36158"/>
                  <a:pt x="13349" y="36070"/>
                </a:cubicBezTo>
                <a:lnTo>
                  <a:pt x="13349" y="36055"/>
                </a:lnTo>
                <a:cubicBezTo>
                  <a:pt x="13422" y="35982"/>
                  <a:pt x="13496" y="35908"/>
                  <a:pt x="13569" y="35849"/>
                </a:cubicBezTo>
                <a:close/>
                <a:moveTo>
                  <a:pt x="15070" y="36041"/>
                </a:moveTo>
                <a:lnTo>
                  <a:pt x="15056" y="36055"/>
                </a:lnTo>
                <a:cubicBezTo>
                  <a:pt x="14997" y="36100"/>
                  <a:pt x="14953" y="36144"/>
                  <a:pt x="14908" y="36188"/>
                </a:cubicBezTo>
                <a:cubicBezTo>
                  <a:pt x="14908" y="36247"/>
                  <a:pt x="14894" y="36276"/>
                  <a:pt x="14879" y="36320"/>
                </a:cubicBezTo>
                <a:cubicBezTo>
                  <a:pt x="14923" y="36276"/>
                  <a:pt x="14967" y="36217"/>
                  <a:pt x="15026" y="36173"/>
                </a:cubicBezTo>
                <a:cubicBezTo>
                  <a:pt x="15041" y="36114"/>
                  <a:pt x="15056" y="36070"/>
                  <a:pt x="15070" y="36041"/>
                </a:cubicBezTo>
                <a:close/>
                <a:moveTo>
                  <a:pt x="13849" y="35894"/>
                </a:moveTo>
                <a:cubicBezTo>
                  <a:pt x="13849" y="35967"/>
                  <a:pt x="13849" y="36041"/>
                  <a:pt x="13819" y="36114"/>
                </a:cubicBezTo>
                <a:cubicBezTo>
                  <a:pt x="13746" y="36188"/>
                  <a:pt x="13658" y="36261"/>
                  <a:pt x="13584" y="36350"/>
                </a:cubicBezTo>
                <a:cubicBezTo>
                  <a:pt x="13584" y="36276"/>
                  <a:pt x="13599" y="36188"/>
                  <a:pt x="13599" y="36114"/>
                </a:cubicBezTo>
                <a:cubicBezTo>
                  <a:pt x="13702" y="36041"/>
                  <a:pt x="13775" y="35967"/>
                  <a:pt x="13849" y="35894"/>
                </a:cubicBezTo>
                <a:close/>
                <a:moveTo>
                  <a:pt x="14452" y="35923"/>
                </a:moveTo>
                <a:cubicBezTo>
                  <a:pt x="14452" y="35997"/>
                  <a:pt x="14438" y="36055"/>
                  <a:pt x="14408" y="36114"/>
                </a:cubicBezTo>
                <a:cubicBezTo>
                  <a:pt x="14335" y="36203"/>
                  <a:pt x="14246" y="36276"/>
                  <a:pt x="14173" y="36350"/>
                </a:cubicBezTo>
                <a:cubicBezTo>
                  <a:pt x="14173" y="36276"/>
                  <a:pt x="14187" y="36217"/>
                  <a:pt x="14187" y="36144"/>
                </a:cubicBezTo>
                <a:cubicBezTo>
                  <a:pt x="14261" y="36070"/>
                  <a:pt x="14364" y="35997"/>
                  <a:pt x="14452" y="35923"/>
                </a:cubicBezTo>
                <a:close/>
                <a:moveTo>
                  <a:pt x="14702" y="35967"/>
                </a:moveTo>
                <a:lnTo>
                  <a:pt x="14702" y="35967"/>
                </a:lnTo>
                <a:cubicBezTo>
                  <a:pt x="14688" y="36026"/>
                  <a:pt x="14688" y="36070"/>
                  <a:pt x="14673" y="36129"/>
                </a:cubicBezTo>
                <a:lnTo>
                  <a:pt x="14673" y="36144"/>
                </a:lnTo>
                <a:cubicBezTo>
                  <a:pt x="14658" y="36144"/>
                  <a:pt x="14614" y="36188"/>
                  <a:pt x="14599" y="36203"/>
                </a:cubicBezTo>
                <a:cubicBezTo>
                  <a:pt x="14541" y="36261"/>
                  <a:pt x="14482" y="36291"/>
                  <a:pt x="14423" y="36350"/>
                </a:cubicBezTo>
                <a:cubicBezTo>
                  <a:pt x="14452" y="36291"/>
                  <a:pt x="14452" y="36217"/>
                  <a:pt x="14467" y="36173"/>
                </a:cubicBezTo>
                <a:cubicBezTo>
                  <a:pt x="14482" y="36144"/>
                  <a:pt x="14511" y="36129"/>
                  <a:pt x="14541" y="36114"/>
                </a:cubicBezTo>
                <a:cubicBezTo>
                  <a:pt x="14599" y="36055"/>
                  <a:pt x="14658" y="36026"/>
                  <a:pt x="14702" y="35967"/>
                </a:cubicBezTo>
                <a:close/>
                <a:moveTo>
                  <a:pt x="14923" y="35997"/>
                </a:moveTo>
                <a:lnTo>
                  <a:pt x="14879" y="36173"/>
                </a:lnTo>
                <a:cubicBezTo>
                  <a:pt x="14820" y="36217"/>
                  <a:pt x="14747" y="36276"/>
                  <a:pt x="14688" y="36350"/>
                </a:cubicBezTo>
                <a:cubicBezTo>
                  <a:pt x="14688" y="36276"/>
                  <a:pt x="14702" y="36217"/>
                  <a:pt x="14732" y="36173"/>
                </a:cubicBezTo>
                <a:cubicBezTo>
                  <a:pt x="14805" y="36114"/>
                  <a:pt x="14850" y="36055"/>
                  <a:pt x="14923" y="35997"/>
                </a:cubicBezTo>
                <a:close/>
                <a:moveTo>
                  <a:pt x="14158" y="35923"/>
                </a:moveTo>
                <a:cubicBezTo>
                  <a:pt x="14158" y="35997"/>
                  <a:pt x="14143" y="36055"/>
                  <a:pt x="14143" y="36129"/>
                </a:cubicBezTo>
                <a:cubicBezTo>
                  <a:pt x="14040" y="36203"/>
                  <a:pt x="13967" y="36276"/>
                  <a:pt x="13878" y="36364"/>
                </a:cubicBezTo>
                <a:cubicBezTo>
                  <a:pt x="13878" y="36291"/>
                  <a:pt x="13893" y="36217"/>
                  <a:pt x="13893" y="36144"/>
                </a:cubicBezTo>
                <a:cubicBezTo>
                  <a:pt x="13967" y="36070"/>
                  <a:pt x="14070" y="35997"/>
                  <a:pt x="14158" y="35923"/>
                </a:cubicBezTo>
                <a:close/>
                <a:moveTo>
                  <a:pt x="14923" y="36364"/>
                </a:moveTo>
                <a:lnTo>
                  <a:pt x="14820" y="36482"/>
                </a:lnTo>
                <a:cubicBezTo>
                  <a:pt x="14791" y="36512"/>
                  <a:pt x="14791" y="36541"/>
                  <a:pt x="14776" y="36570"/>
                </a:cubicBezTo>
                <a:cubicBezTo>
                  <a:pt x="14791" y="36541"/>
                  <a:pt x="14835" y="36497"/>
                  <a:pt x="14879" y="36467"/>
                </a:cubicBezTo>
                <a:cubicBezTo>
                  <a:pt x="14894" y="36438"/>
                  <a:pt x="14894" y="36409"/>
                  <a:pt x="14923" y="36364"/>
                </a:cubicBezTo>
                <a:close/>
                <a:moveTo>
                  <a:pt x="14820" y="36320"/>
                </a:moveTo>
                <a:lnTo>
                  <a:pt x="14820" y="36320"/>
                </a:lnTo>
                <a:cubicBezTo>
                  <a:pt x="14802" y="36331"/>
                  <a:pt x="14786" y="36342"/>
                  <a:pt x="14769" y="36355"/>
                </a:cubicBezTo>
                <a:lnTo>
                  <a:pt x="14769" y="36355"/>
                </a:lnTo>
                <a:cubicBezTo>
                  <a:pt x="14767" y="36358"/>
                  <a:pt x="14764" y="36361"/>
                  <a:pt x="14761" y="36364"/>
                </a:cubicBezTo>
                <a:cubicBezTo>
                  <a:pt x="14710" y="36444"/>
                  <a:pt x="14660" y="36523"/>
                  <a:pt x="14608" y="36600"/>
                </a:cubicBezTo>
                <a:lnTo>
                  <a:pt x="14608" y="36600"/>
                </a:lnTo>
                <a:cubicBezTo>
                  <a:pt x="14649" y="36551"/>
                  <a:pt x="14700" y="36504"/>
                  <a:pt x="14761" y="36467"/>
                </a:cubicBezTo>
                <a:cubicBezTo>
                  <a:pt x="14776" y="36409"/>
                  <a:pt x="14805" y="36364"/>
                  <a:pt x="14820" y="36320"/>
                </a:cubicBezTo>
                <a:close/>
                <a:moveTo>
                  <a:pt x="14658" y="36247"/>
                </a:moveTo>
                <a:lnTo>
                  <a:pt x="14599" y="36409"/>
                </a:lnTo>
                <a:cubicBezTo>
                  <a:pt x="14541" y="36482"/>
                  <a:pt x="14482" y="36512"/>
                  <a:pt x="14452" y="36556"/>
                </a:cubicBezTo>
                <a:lnTo>
                  <a:pt x="14379" y="36629"/>
                </a:lnTo>
                <a:cubicBezTo>
                  <a:pt x="14393" y="36585"/>
                  <a:pt x="14393" y="36556"/>
                  <a:pt x="14408" y="36512"/>
                </a:cubicBezTo>
                <a:cubicBezTo>
                  <a:pt x="14408" y="36497"/>
                  <a:pt x="14423" y="36467"/>
                  <a:pt x="14423" y="36438"/>
                </a:cubicBezTo>
                <a:cubicBezTo>
                  <a:pt x="14511" y="36364"/>
                  <a:pt x="14570" y="36320"/>
                  <a:pt x="14658" y="36247"/>
                </a:cubicBezTo>
                <a:close/>
                <a:moveTo>
                  <a:pt x="14393" y="36217"/>
                </a:moveTo>
                <a:lnTo>
                  <a:pt x="14393" y="36217"/>
                </a:lnTo>
                <a:cubicBezTo>
                  <a:pt x="14379" y="36276"/>
                  <a:pt x="14379" y="36350"/>
                  <a:pt x="14364" y="36409"/>
                </a:cubicBezTo>
                <a:cubicBezTo>
                  <a:pt x="14290" y="36482"/>
                  <a:pt x="14187" y="36556"/>
                  <a:pt x="14114" y="36644"/>
                </a:cubicBezTo>
                <a:cubicBezTo>
                  <a:pt x="14143" y="36585"/>
                  <a:pt x="14143" y="36541"/>
                  <a:pt x="14158" y="36467"/>
                </a:cubicBezTo>
                <a:cubicBezTo>
                  <a:pt x="14231" y="36394"/>
                  <a:pt x="14320" y="36320"/>
                  <a:pt x="14393" y="36217"/>
                </a:cubicBezTo>
                <a:close/>
                <a:moveTo>
                  <a:pt x="13525" y="36188"/>
                </a:moveTo>
                <a:cubicBezTo>
                  <a:pt x="13525" y="36261"/>
                  <a:pt x="13510" y="36350"/>
                  <a:pt x="13510" y="36423"/>
                </a:cubicBezTo>
                <a:lnTo>
                  <a:pt x="13275" y="36659"/>
                </a:lnTo>
                <a:cubicBezTo>
                  <a:pt x="13290" y="36570"/>
                  <a:pt x="13290" y="36497"/>
                  <a:pt x="13290" y="36409"/>
                </a:cubicBezTo>
                <a:cubicBezTo>
                  <a:pt x="13378" y="36335"/>
                  <a:pt x="13452" y="36261"/>
                  <a:pt x="13525" y="36188"/>
                </a:cubicBezTo>
                <a:close/>
                <a:moveTo>
                  <a:pt x="14143" y="36217"/>
                </a:moveTo>
                <a:cubicBezTo>
                  <a:pt x="14143" y="36291"/>
                  <a:pt x="14114" y="36364"/>
                  <a:pt x="14114" y="36423"/>
                </a:cubicBezTo>
                <a:cubicBezTo>
                  <a:pt x="14011" y="36512"/>
                  <a:pt x="13922" y="36615"/>
                  <a:pt x="13849" y="36688"/>
                </a:cubicBezTo>
                <a:cubicBezTo>
                  <a:pt x="13864" y="36615"/>
                  <a:pt x="13864" y="36541"/>
                  <a:pt x="13878" y="36467"/>
                </a:cubicBezTo>
                <a:cubicBezTo>
                  <a:pt x="13952" y="36394"/>
                  <a:pt x="14040" y="36291"/>
                  <a:pt x="14143" y="36217"/>
                </a:cubicBezTo>
                <a:close/>
                <a:moveTo>
                  <a:pt x="13819" y="36217"/>
                </a:moveTo>
                <a:cubicBezTo>
                  <a:pt x="13819" y="36291"/>
                  <a:pt x="13805" y="36364"/>
                  <a:pt x="13805" y="36438"/>
                </a:cubicBezTo>
                <a:cubicBezTo>
                  <a:pt x="13716" y="36512"/>
                  <a:pt x="13643" y="36615"/>
                  <a:pt x="13569" y="36703"/>
                </a:cubicBezTo>
                <a:cubicBezTo>
                  <a:pt x="13584" y="36629"/>
                  <a:pt x="13584" y="36541"/>
                  <a:pt x="13584" y="36467"/>
                </a:cubicBezTo>
                <a:lnTo>
                  <a:pt x="13819" y="36217"/>
                </a:lnTo>
                <a:close/>
                <a:moveTo>
                  <a:pt x="14702" y="36732"/>
                </a:moveTo>
                <a:cubicBezTo>
                  <a:pt x="14702" y="36762"/>
                  <a:pt x="14688" y="36777"/>
                  <a:pt x="14673" y="36791"/>
                </a:cubicBezTo>
                <a:lnTo>
                  <a:pt x="14702" y="36762"/>
                </a:lnTo>
                <a:lnTo>
                  <a:pt x="14702" y="36732"/>
                </a:lnTo>
                <a:close/>
                <a:moveTo>
                  <a:pt x="14673" y="36791"/>
                </a:moveTo>
                <a:lnTo>
                  <a:pt x="14673" y="36791"/>
                </a:lnTo>
                <a:cubicBezTo>
                  <a:pt x="14658" y="36791"/>
                  <a:pt x="14658" y="36806"/>
                  <a:pt x="14658" y="36806"/>
                </a:cubicBezTo>
                <a:lnTo>
                  <a:pt x="14673" y="36791"/>
                </a:lnTo>
                <a:close/>
                <a:moveTo>
                  <a:pt x="14673" y="36629"/>
                </a:moveTo>
                <a:lnTo>
                  <a:pt x="14526" y="36777"/>
                </a:lnTo>
                <a:cubicBezTo>
                  <a:pt x="14511" y="36835"/>
                  <a:pt x="14482" y="36865"/>
                  <a:pt x="14467" y="36909"/>
                </a:cubicBezTo>
                <a:lnTo>
                  <a:pt x="14614" y="36762"/>
                </a:lnTo>
                <a:cubicBezTo>
                  <a:pt x="14629" y="36703"/>
                  <a:pt x="14658" y="36659"/>
                  <a:pt x="14673" y="36629"/>
                </a:cubicBezTo>
                <a:close/>
                <a:moveTo>
                  <a:pt x="14541" y="36570"/>
                </a:moveTo>
                <a:lnTo>
                  <a:pt x="14482" y="36732"/>
                </a:lnTo>
                <a:cubicBezTo>
                  <a:pt x="14438" y="36791"/>
                  <a:pt x="14379" y="36865"/>
                  <a:pt x="14320" y="36924"/>
                </a:cubicBezTo>
                <a:lnTo>
                  <a:pt x="14305" y="36938"/>
                </a:lnTo>
                <a:cubicBezTo>
                  <a:pt x="14305" y="36880"/>
                  <a:pt x="14320" y="36835"/>
                  <a:pt x="14335" y="36777"/>
                </a:cubicBezTo>
                <a:lnTo>
                  <a:pt x="14511" y="36615"/>
                </a:lnTo>
                <a:lnTo>
                  <a:pt x="14541" y="36570"/>
                </a:lnTo>
                <a:close/>
                <a:moveTo>
                  <a:pt x="14335" y="36556"/>
                </a:moveTo>
                <a:lnTo>
                  <a:pt x="14335" y="36556"/>
                </a:lnTo>
                <a:cubicBezTo>
                  <a:pt x="14320" y="36615"/>
                  <a:pt x="14305" y="36688"/>
                  <a:pt x="14290" y="36732"/>
                </a:cubicBezTo>
                <a:lnTo>
                  <a:pt x="14246" y="36777"/>
                </a:lnTo>
                <a:lnTo>
                  <a:pt x="14040" y="36983"/>
                </a:lnTo>
                <a:cubicBezTo>
                  <a:pt x="14040" y="36953"/>
                  <a:pt x="14055" y="36938"/>
                  <a:pt x="14055" y="36924"/>
                </a:cubicBezTo>
                <a:cubicBezTo>
                  <a:pt x="14084" y="36880"/>
                  <a:pt x="14084" y="36835"/>
                  <a:pt x="14099" y="36791"/>
                </a:cubicBezTo>
                <a:cubicBezTo>
                  <a:pt x="14173" y="36718"/>
                  <a:pt x="14246" y="36629"/>
                  <a:pt x="14335" y="36556"/>
                </a:cubicBezTo>
                <a:close/>
                <a:moveTo>
                  <a:pt x="14070" y="36541"/>
                </a:moveTo>
                <a:cubicBezTo>
                  <a:pt x="14040" y="36615"/>
                  <a:pt x="14040" y="36688"/>
                  <a:pt x="14025" y="36732"/>
                </a:cubicBezTo>
                <a:cubicBezTo>
                  <a:pt x="13952" y="36850"/>
                  <a:pt x="13864" y="36938"/>
                  <a:pt x="13790" y="37012"/>
                </a:cubicBezTo>
                <a:cubicBezTo>
                  <a:pt x="13805" y="36938"/>
                  <a:pt x="13805" y="36865"/>
                  <a:pt x="13819" y="36791"/>
                </a:cubicBezTo>
                <a:cubicBezTo>
                  <a:pt x="13893" y="36703"/>
                  <a:pt x="13996" y="36629"/>
                  <a:pt x="14070" y="36541"/>
                </a:cubicBezTo>
                <a:close/>
                <a:moveTo>
                  <a:pt x="14511" y="36997"/>
                </a:moveTo>
                <a:lnTo>
                  <a:pt x="14511" y="36997"/>
                </a:lnTo>
                <a:cubicBezTo>
                  <a:pt x="14491" y="37007"/>
                  <a:pt x="14478" y="37017"/>
                  <a:pt x="14467" y="37035"/>
                </a:cubicBezTo>
                <a:lnTo>
                  <a:pt x="14467" y="37035"/>
                </a:lnTo>
                <a:lnTo>
                  <a:pt x="14511" y="36997"/>
                </a:lnTo>
                <a:close/>
                <a:moveTo>
                  <a:pt x="13510" y="36541"/>
                </a:moveTo>
                <a:cubicBezTo>
                  <a:pt x="13510" y="36615"/>
                  <a:pt x="13496" y="36703"/>
                  <a:pt x="13481" y="36777"/>
                </a:cubicBezTo>
                <a:cubicBezTo>
                  <a:pt x="13378" y="36865"/>
                  <a:pt x="13304" y="36953"/>
                  <a:pt x="13231" y="37056"/>
                </a:cubicBezTo>
                <a:cubicBezTo>
                  <a:pt x="13260" y="36953"/>
                  <a:pt x="13260" y="36865"/>
                  <a:pt x="13275" y="36777"/>
                </a:cubicBezTo>
                <a:cubicBezTo>
                  <a:pt x="13349" y="36703"/>
                  <a:pt x="13422" y="36615"/>
                  <a:pt x="13510" y="36541"/>
                </a:cubicBezTo>
                <a:close/>
                <a:moveTo>
                  <a:pt x="13790" y="36556"/>
                </a:moveTo>
                <a:cubicBezTo>
                  <a:pt x="13775" y="36629"/>
                  <a:pt x="13775" y="36703"/>
                  <a:pt x="13746" y="36777"/>
                </a:cubicBezTo>
                <a:cubicBezTo>
                  <a:pt x="13658" y="36865"/>
                  <a:pt x="13584" y="36953"/>
                  <a:pt x="13496" y="37056"/>
                </a:cubicBezTo>
                <a:cubicBezTo>
                  <a:pt x="13510" y="36968"/>
                  <a:pt x="13510" y="36880"/>
                  <a:pt x="13525" y="36806"/>
                </a:cubicBezTo>
                <a:lnTo>
                  <a:pt x="13790" y="36556"/>
                </a:lnTo>
                <a:close/>
                <a:moveTo>
                  <a:pt x="14467" y="37035"/>
                </a:moveTo>
                <a:lnTo>
                  <a:pt x="14393" y="37100"/>
                </a:lnTo>
                <a:cubicBezTo>
                  <a:pt x="14382" y="37133"/>
                  <a:pt x="14380" y="37150"/>
                  <a:pt x="14373" y="37174"/>
                </a:cubicBezTo>
                <a:lnTo>
                  <a:pt x="14373" y="37174"/>
                </a:lnTo>
                <a:cubicBezTo>
                  <a:pt x="14389" y="37130"/>
                  <a:pt x="14416" y="37095"/>
                  <a:pt x="14452" y="37071"/>
                </a:cubicBezTo>
                <a:cubicBezTo>
                  <a:pt x="14457" y="37056"/>
                  <a:pt x="14462" y="37045"/>
                  <a:pt x="14467" y="37035"/>
                </a:cubicBezTo>
                <a:close/>
                <a:moveTo>
                  <a:pt x="14373" y="37174"/>
                </a:moveTo>
                <a:cubicBezTo>
                  <a:pt x="14369" y="37184"/>
                  <a:pt x="14366" y="37193"/>
                  <a:pt x="14364" y="37203"/>
                </a:cubicBezTo>
                <a:cubicBezTo>
                  <a:pt x="14368" y="37192"/>
                  <a:pt x="14370" y="37183"/>
                  <a:pt x="14373" y="37174"/>
                </a:cubicBezTo>
                <a:close/>
                <a:moveTo>
                  <a:pt x="14308" y="37022"/>
                </a:moveTo>
                <a:lnTo>
                  <a:pt x="14308" y="37022"/>
                </a:lnTo>
                <a:cubicBezTo>
                  <a:pt x="14269" y="37085"/>
                  <a:pt x="14227" y="37151"/>
                  <a:pt x="14185" y="37216"/>
                </a:cubicBezTo>
                <a:lnTo>
                  <a:pt x="14185" y="37216"/>
                </a:lnTo>
                <a:cubicBezTo>
                  <a:pt x="14200" y="37182"/>
                  <a:pt x="14220" y="37145"/>
                  <a:pt x="14231" y="37100"/>
                </a:cubicBezTo>
                <a:cubicBezTo>
                  <a:pt x="14251" y="37081"/>
                  <a:pt x="14276" y="37049"/>
                  <a:pt x="14308" y="37022"/>
                </a:cubicBezTo>
                <a:close/>
                <a:moveTo>
                  <a:pt x="14231" y="36880"/>
                </a:moveTo>
                <a:lnTo>
                  <a:pt x="14231" y="36880"/>
                </a:lnTo>
                <a:cubicBezTo>
                  <a:pt x="14217" y="36938"/>
                  <a:pt x="14187" y="37012"/>
                  <a:pt x="14173" y="37071"/>
                </a:cubicBezTo>
                <a:cubicBezTo>
                  <a:pt x="14158" y="37086"/>
                  <a:pt x="14143" y="37130"/>
                  <a:pt x="14099" y="37144"/>
                </a:cubicBezTo>
                <a:cubicBezTo>
                  <a:pt x="14040" y="37203"/>
                  <a:pt x="14011" y="37247"/>
                  <a:pt x="13952" y="37306"/>
                </a:cubicBezTo>
                <a:cubicBezTo>
                  <a:pt x="13967" y="37247"/>
                  <a:pt x="13996" y="37174"/>
                  <a:pt x="14011" y="37130"/>
                </a:cubicBezTo>
                <a:cubicBezTo>
                  <a:pt x="14084" y="37056"/>
                  <a:pt x="14158" y="36953"/>
                  <a:pt x="14231" y="36880"/>
                </a:cubicBezTo>
                <a:close/>
                <a:moveTo>
                  <a:pt x="14011" y="36865"/>
                </a:moveTo>
                <a:lnTo>
                  <a:pt x="14011" y="36880"/>
                </a:lnTo>
                <a:cubicBezTo>
                  <a:pt x="13996" y="36953"/>
                  <a:pt x="13967" y="37012"/>
                  <a:pt x="13952" y="37071"/>
                </a:cubicBezTo>
                <a:cubicBezTo>
                  <a:pt x="13882" y="37155"/>
                  <a:pt x="13799" y="37238"/>
                  <a:pt x="13728" y="37322"/>
                </a:cubicBezTo>
                <a:lnTo>
                  <a:pt x="13728" y="37322"/>
                </a:lnTo>
                <a:cubicBezTo>
                  <a:pt x="13730" y="37317"/>
                  <a:pt x="13731" y="37311"/>
                  <a:pt x="13731" y="37306"/>
                </a:cubicBezTo>
                <a:cubicBezTo>
                  <a:pt x="13746" y="37247"/>
                  <a:pt x="13746" y="37203"/>
                  <a:pt x="13775" y="37144"/>
                </a:cubicBezTo>
                <a:cubicBezTo>
                  <a:pt x="13849" y="37056"/>
                  <a:pt x="13937" y="36953"/>
                  <a:pt x="14011" y="36865"/>
                </a:cubicBezTo>
                <a:close/>
                <a:moveTo>
                  <a:pt x="13746" y="36880"/>
                </a:moveTo>
                <a:cubicBezTo>
                  <a:pt x="13731" y="36953"/>
                  <a:pt x="13731" y="37027"/>
                  <a:pt x="13716" y="37100"/>
                </a:cubicBezTo>
                <a:cubicBezTo>
                  <a:pt x="13628" y="37218"/>
                  <a:pt x="13525" y="37321"/>
                  <a:pt x="13452" y="37424"/>
                </a:cubicBezTo>
                <a:cubicBezTo>
                  <a:pt x="13481" y="37321"/>
                  <a:pt x="13496" y="37247"/>
                  <a:pt x="13496" y="37159"/>
                </a:cubicBezTo>
                <a:cubicBezTo>
                  <a:pt x="13569" y="37071"/>
                  <a:pt x="13658" y="36983"/>
                  <a:pt x="13746" y="36880"/>
                </a:cubicBezTo>
                <a:close/>
                <a:moveTo>
                  <a:pt x="14261" y="37395"/>
                </a:moveTo>
                <a:cubicBezTo>
                  <a:pt x="14261" y="37424"/>
                  <a:pt x="14246" y="37424"/>
                  <a:pt x="14246" y="37439"/>
                </a:cubicBezTo>
                <a:cubicBezTo>
                  <a:pt x="14261" y="37424"/>
                  <a:pt x="14261" y="37424"/>
                  <a:pt x="14261" y="37395"/>
                </a:cubicBezTo>
                <a:close/>
                <a:moveTo>
                  <a:pt x="13481" y="36909"/>
                </a:moveTo>
                <a:lnTo>
                  <a:pt x="13481" y="36909"/>
                </a:lnTo>
                <a:cubicBezTo>
                  <a:pt x="13452" y="36997"/>
                  <a:pt x="13452" y="37071"/>
                  <a:pt x="13437" y="37159"/>
                </a:cubicBezTo>
                <a:cubicBezTo>
                  <a:pt x="13349" y="37277"/>
                  <a:pt x="13275" y="37365"/>
                  <a:pt x="13187" y="37468"/>
                </a:cubicBezTo>
                <a:lnTo>
                  <a:pt x="13231" y="37203"/>
                </a:lnTo>
                <a:cubicBezTo>
                  <a:pt x="13290" y="37086"/>
                  <a:pt x="13378" y="36997"/>
                  <a:pt x="13481" y="36909"/>
                </a:cubicBezTo>
                <a:close/>
                <a:moveTo>
                  <a:pt x="14246" y="37277"/>
                </a:moveTo>
                <a:lnTo>
                  <a:pt x="14187" y="37321"/>
                </a:lnTo>
                <a:cubicBezTo>
                  <a:pt x="14158" y="37365"/>
                  <a:pt x="14143" y="37395"/>
                  <a:pt x="14099" y="37439"/>
                </a:cubicBezTo>
                <a:cubicBezTo>
                  <a:pt x="14084" y="37498"/>
                  <a:pt x="14055" y="37527"/>
                  <a:pt x="14040" y="37571"/>
                </a:cubicBezTo>
                <a:cubicBezTo>
                  <a:pt x="14099" y="37512"/>
                  <a:pt x="14143" y="37453"/>
                  <a:pt x="14187" y="37395"/>
                </a:cubicBezTo>
                <a:cubicBezTo>
                  <a:pt x="14202" y="37350"/>
                  <a:pt x="14231" y="37306"/>
                  <a:pt x="14246" y="37277"/>
                </a:cubicBezTo>
                <a:close/>
                <a:moveTo>
                  <a:pt x="14099" y="37247"/>
                </a:moveTo>
                <a:lnTo>
                  <a:pt x="14040" y="37424"/>
                </a:lnTo>
                <a:cubicBezTo>
                  <a:pt x="14025" y="37453"/>
                  <a:pt x="13996" y="37468"/>
                  <a:pt x="13967" y="37512"/>
                </a:cubicBezTo>
                <a:cubicBezTo>
                  <a:pt x="13937" y="37571"/>
                  <a:pt x="13893" y="37615"/>
                  <a:pt x="13864" y="37660"/>
                </a:cubicBezTo>
                <a:cubicBezTo>
                  <a:pt x="13864" y="37601"/>
                  <a:pt x="13878" y="37542"/>
                  <a:pt x="13893" y="37498"/>
                </a:cubicBezTo>
                <a:cubicBezTo>
                  <a:pt x="13967" y="37424"/>
                  <a:pt x="14025" y="37321"/>
                  <a:pt x="14099" y="37247"/>
                </a:cubicBezTo>
                <a:close/>
                <a:moveTo>
                  <a:pt x="13922" y="37247"/>
                </a:moveTo>
                <a:lnTo>
                  <a:pt x="13864" y="37468"/>
                </a:lnTo>
                <a:cubicBezTo>
                  <a:pt x="13775" y="37542"/>
                  <a:pt x="13702" y="37660"/>
                  <a:pt x="13628" y="37748"/>
                </a:cubicBezTo>
                <a:lnTo>
                  <a:pt x="13672" y="37527"/>
                </a:lnTo>
                <a:cubicBezTo>
                  <a:pt x="13746" y="37439"/>
                  <a:pt x="13819" y="37350"/>
                  <a:pt x="13922" y="37247"/>
                </a:cubicBezTo>
                <a:close/>
                <a:moveTo>
                  <a:pt x="13672" y="37247"/>
                </a:moveTo>
                <a:lnTo>
                  <a:pt x="13672" y="37292"/>
                </a:lnTo>
                <a:cubicBezTo>
                  <a:pt x="13658" y="37365"/>
                  <a:pt x="13643" y="37424"/>
                  <a:pt x="13628" y="37498"/>
                </a:cubicBezTo>
                <a:cubicBezTo>
                  <a:pt x="13525" y="37601"/>
                  <a:pt x="13437" y="37733"/>
                  <a:pt x="13363" y="37836"/>
                </a:cubicBezTo>
                <a:cubicBezTo>
                  <a:pt x="13378" y="37792"/>
                  <a:pt x="13378" y="37748"/>
                  <a:pt x="13407" y="37689"/>
                </a:cubicBezTo>
                <a:cubicBezTo>
                  <a:pt x="13407" y="37660"/>
                  <a:pt x="13422" y="37615"/>
                  <a:pt x="13422" y="37571"/>
                </a:cubicBezTo>
                <a:cubicBezTo>
                  <a:pt x="13496" y="37453"/>
                  <a:pt x="13584" y="37365"/>
                  <a:pt x="13672" y="37247"/>
                </a:cubicBezTo>
                <a:close/>
                <a:moveTo>
                  <a:pt x="14025" y="37674"/>
                </a:moveTo>
                <a:lnTo>
                  <a:pt x="14025" y="37674"/>
                </a:lnTo>
                <a:cubicBezTo>
                  <a:pt x="13996" y="37718"/>
                  <a:pt x="13967" y="37763"/>
                  <a:pt x="13937" y="37807"/>
                </a:cubicBezTo>
                <a:cubicBezTo>
                  <a:pt x="13937" y="37836"/>
                  <a:pt x="13922" y="37866"/>
                  <a:pt x="13922" y="37880"/>
                </a:cubicBezTo>
                <a:cubicBezTo>
                  <a:pt x="13952" y="37836"/>
                  <a:pt x="13967" y="37792"/>
                  <a:pt x="14011" y="37748"/>
                </a:cubicBezTo>
                <a:cubicBezTo>
                  <a:pt x="14025" y="37733"/>
                  <a:pt x="14040" y="37718"/>
                  <a:pt x="14025" y="37674"/>
                </a:cubicBezTo>
                <a:close/>
                <a:moveTo>
                  <a:pt x="13407" y="37277"/>
                </a:moveTo>
                <a:lnTo>
                  <a:pt x="13407" y="37277"/>
                </a:lnTo>
                <a:cubicBezTo>
                  <a:pt x="13378" y="37365"/>
                  <a:pt x="13363" y="37453"/>
                  <a:pt x="13349" y="37527"/>
                </a:cubicBezTo>
                <a:cubicBezTo>
                  <a:pt x="13260" y="37660"/>
                  <a:pt x="13157" y="37763"/>
                  <a:pt x="13084" y="37895"/>
                </a:cubicBezTo>
                <a:cubicBezTo>
                  <a:pt x="13098" y="37807"/>
                  <a:pt x="13128" y="37689"/>
                  <a:pt x="13142" y="37601"/>
                </a:cubicBezTo>
                <a:cubicBezTo>
                  <a:pt x="13231" y="37498"/>
                  <a:pt x="13304" y="37380"/>
                  <a:pt x="13407" y="37277"/>
                </a:cubicBezTo>
                <a:close/>
                <a:moveTo>
                  <a:pt x="13813" y="37821"/>
                </a:moveTo>
                <a:lnTo>
                  <a:pt x="13813" y="37821"/>
                </a:lnTo>
                <a:cubicBezTo>
                  <a:pt x="13797" y="37849"/>
                  <a:pt x="13782" y="37877"/>
                  <a:pt x="13766" y="37905"/>
                </a:cubicBezTo>
                <a:lnTo>
                  <a:pt x="13766" y="37905"/>
                </a:lnTo>
                <a:lnTo>
                  <a:pt x="13775" y="37880"/>
                </a:lnTo>
                <a:cubicBezTo>
                  <a:pt x="13787" y="37861"/>
                  <a:pt x="13799" y="37841"/>
                  <a:pt x="13813" y="37821"/>
                </a:cubicBezTo>
                <a:close/>
                <a:moveTo>
                  <a:pt x="13775" y="37660"/>
                </a:moveTo>
                <a:cubicBezTo>
                  <a:pt x="13746" y="37733"/>
                  <a:pt x="13716" y="37807"/>
                  <a:pt x="13687" y="37880"/>
                </a:cubicBezTo>
                <a:cubicBezTo>
                  <a:pt x="13643" y="37954"/>
                  <a:pt x="13569" y="38057"/>
                  <a:pt x="13496" y="38175"/>
                </a:cubicBezTo>
                <a:lnTo>
                  <a:pt x="13555" y="37954"/>
                </a:lnTo>
                <a:cubicBezTo>
                  <a:pt x="13628" y="37836"/>
                  <a:pt x="13687" y="37748"/>
                  <a:pt x="13775" y="37660"/>
                </a:cubicBezTo>
                <a:close/>
                <a:moveTo>
                  <a:pt x="13790" y="38101"/>
                </a:moveTo>
                <a:cubicBezTo>
                  <a:pt x="13756" y="38124"/>
                  <a:pt x="13740" y="38155"/>
                  <a:pt x="13727" y="38181"/>
                </a:cubicBezTo>
                <a:lnTo>
                  <a:pt x="13727" y="38181"/>
                </a:lnTo>
                <a:cubicBezTo>
                  <a:pt x="13747" y="38155"/>
                  <a:pt x="13769" y="38128"/>
                  <a:pt x="13790" y="38101"/>
                </a:cubicBezTo>
                <a:close/>
                <a:moveTo>
                  <a:pt x="13569" y="37660"/>
                </a:moveTo>
                <a:lnTo>
                  <a:pt x="13569" y="37660"/>
                </a:lnTo>
                <a:cubicBezTo>
                  <a:pt x="13555" y="37733"/>
                  <a:pt x="13525" y="37821"/>
                  <a:pt x="13496" y="37895"/>
                </a:cubicBezTo>
                <a:cubicBezTo>
                  <a:pt x="13407" y="38027"/>
                  <a:pt x="13319" y="38145"/>
                  <a:pt x="13260" y="38263"/>
                </a:cubicBezTo>
                <a:cubicBezTo>
                  <a:pt x="13275" y="38175"/>
                  <a:pt x="13290" y="38072"/>
                  <a:pt x="13334" y="37983"/>
                </a:cubicBezTo>
                <a:cubicBezTo>
                  <a:pt x="13407" y="37895"/>
                  <a:pt x="13496" y="37792"/>
                  <a:pt x="13569" y="37660"/>
                </a:cubicBezTo>
                <a:close/>
                <a:moveTo>
                  <a:pt x="13727" y="38181"/>
                </a:moveTo>
                <a:cubicBezTo>
                  <a:pt x="13692" y="38228"/>
                  <a:pt x="13662" y="38275"/>
                  <a:pt x="13643" y="38322"/>
                </a:cubicBezTo>
                <a:cubicBezTo>
                  <a:pt x="13637" y="38328"/>
                  <a:pt x="13633" y="38339"/>
                  <a:pt x="13629" y="38352"/>
                </a:cubicBezTo>
                <a:lnTo>
                  <a:pt x="13629" y="38352"/>
                </a:lnTo>
                <a:cubicBezTo>
                  <a:pt x="13652" y="38314"/>
                  <a:pt x="13674" y="38280"/>
                  <a:pt x="13702" y="38233"/>
                </a:cubicBezTo>
                <a:lnTo>
                  <a:pt x="13716" y="38204"/>
                </a:lnTo>
                <a:cubicBezTo>
                  <a:pt x="13720" y="38197"/>
                  <a:pt x="13723" y="38190"/>
                  <a:pt x="13727" y="38181"/>
                </a:cubicBezTo>
                <a:close/>
                <a:moveTo>
                  <a:pt x="13629" y="38352"/>
                </a:moveTo>
                <a:cubicBezTo>
                  <a:pt x="13621" y="38365"/>
                  <a:pt x="13612" y="38378"/>
                  <a:pt x="13604" y="38392"/>
                </a:cubicBezTo>
                <a:lnTo>
                  <a:pt x="13604" y="38392"/>
                </a:lnTo>
                <a:cubicBezTo>
                  <a:pt x="13617" y="38383"/>
                  <a:pt x="13623" y="38367"/>
                  <a:pt x="13629" y="38352"/>
                </a:cubicBezTo>
                <a:close/>
                <a:moveTo>
                  <a:pt x="13334" y="37689"/>
                </a:moveTo>
                <a:lnTo>
                  <a:pt x="13275" y="37969"/>
                </a:lnTo>
                <a:cubicBezTo>
                  <a:pt x="13187" y="38116"/>
                  <a:pt x="13084" y="38248"/>
                  <a:pt x="13010" y="38395"/>
                </a:cubicBezTo>
                <a:cubicBezTo>
                  <a:pt x="13010" y="38381"/>
                  <a:pt x="13010" y="38351"/>
                  <a:pt x="13039" y="38322"/>
                </a:cubicBezTo>
                <a:cubicBezTo>
                  <a:pt x="13054" y="38233"/>
                  <a:pt x="13069" y="38160"/>
                  <a:pt x="13084" y="38057"/>
                </a:cubicBezTo>
                <a:cubicBezTo>
                  <a:pt x="13142" y="37954"/>
                  <a:pt x="13231" y="37821"/>
                  <a:pt x="13334" y="37689"/>
                </a:cubicBezTo>
                <a:close/>
                <a:moveTo>
                  <a:pt x="13604" y="38392"/>
                </a:moveTo>
                <a:cubicBezTo>
                  <a:pt x="13602" y="38394"/>
                  <a:pt x="13600" y="38394"/>
                  <a:pt x="13599" y="38395"/>
                </a:cubicBezTo>
                <a:cubicBezTo>
                  <a:pt x="13584" y="38410"/>
                  <a:pt x="13584" y="38410"/>
                  <a:pt x="13584" y="38425"/>
                </a:cubicBezTo>
                <a:cubicBezTo>
                  <a:pt x="13591" y="38413"/>
                  <a:pt x="13597" y="38403"/>
                  <a:pt x="13604" y="38392"/>
                </a:cubicBezTo>
                <a:close/>
                <a:moveTo>
                  <a:pt x="13613" y="38086"/>
                </a:moveTo>
                <a:cubicBezTo>
                  <a:pt x="13599" y="38160"/>
                  <a:pt x="13569" y="38204"/>
                  <a:pt x="13540" y="38278"/>
                </a:cubicBezTo>
                <a:cubicBezTo>
                  <a:pt x="13485" y="38365"/>
                  <a:pt x="13447" y="38444"/>
                  <a:pt x="13401" y="38532"/>
                </a:cubicBezTo>
                <a:lnTo>
                  <a:pt x="13401" y="38532"/>
                </a:lnTo>
                <a:cubicBezTo>
                  <a:pt x="13405" y="38517"/>
                  <a:pt x="13407" y="38500"/>
                  <a:pt x="13407" y="38484"/>
                </a:cubicBezTo>
                <a:cubicBezTo>
                  <a:pt x="13407" y="38454"/>
                  <a:pt x="13422" y="38425"/>
                  <a:pt x="13422" y="38395"/>
                </a:cubicBezTo>
                <a:cubicBezTo>
                  <a:pt x="13466" y="38278"/>
                  <a:pt x="13555" y="38175"/>
                  <a:pt x="13613" y="38086"/>
                </a:cubicBezTo>
                <a:close/>
                <a:moveTo>
                  <a:pt x="13510" y="38749"/>
                </a:moveTo>
                <a:cubicBezTo>
                  <a:pt x="13497" y="38749"/>
                  <a:pt x="13496" y="38749"/>
                  <a:pt x="13496" y="38760"/>
                </a:cubicBezTo>
                <a:lnTo>
                  <a:pt x="13496" y="38760"/>
                </a:lnTo>
                <a:cubicBezTo>
                  <a:pt x="13500" y="38756"/>
                  <a:pt x="13505" y="38752"/>
                  <a:pt x="13510" y="38749"/>
                </a:cubicBezTo>
                <a:close/>
                <a:moveTo>
                  <a:pt x="13452" y="38116"/>
                </a:moveTo>
                <a:lnTo>
                  <a:pt x="13452" y="38116"/>
                </a:lnTo>
                <a:cubicBezTo>
                  <a:pt x="13437" y="38204"/>
                  <a:pt x="13407" y="38292"/>
                  <a:pt x="13378" y="38366"/>
                </a:cubicBezTo>
                <a:cubicBezTo>
                  <a:pt x="13290" y="38528"/>
                  <a:pt x="13216" y="38646"/>
                  <a:pt x="13142" y="38793"/>
                </a:cubicBezTo>
                <a:cubicBezTo>
                  <a:pt x="13157" y="38704"/>
                  <a:pt x="13201" y="38601"/>
                  <a:pt x="13216" y="38498"/>
                </a:cubicBezTo>
                <a:cubicBezTo>
                  <a:pt x="13290" y="38381"/>
                  <a:pt x="13363" y="38248"/>
                  <a:pt x="13452" y="38116"/>
                </a:cubicBezTo>
                <a:close/>
                <a:moveTo>
                  <a:pt x="13496" y="38760"/>
                </a:moveTo>
                <a:cubicBezTo>
                  <a:pt x="13463" y="38792"/>
                  <a:pt x="13450" y="38840"/>
                  <a:pt x="13437" y="38866"/>
                </a:cubicBezTo>
                <a:cubicBezTo>
                  <a:pt x="13422" y="38896"/>
                  <a:pt x="13422" y="38896"/>
                  <a:pt x="13422" y="38910"/>
                </a:cubicBezTo>
                <a:cubicBezTo>
                  <a:pt x="13452" y="38852"/>
                  <a:pt x="13481" y="38822"/>
                  <a:pt x="13496" y="38763"/>
                </a:cubicBezTo>
                <a:cubicBezTo>
                  <a:pt x="13496" y="38762"/>
                  <a:pt x="13496" y="38761"/>
                  <a:pt x="13496" y="38760"/>
                </a:cubicBezTo>
                <a:close/>
                <a:moveTo>
                  <a:pt x="13216" y="38175"/>
                </a:moveTo>
                <a:cubicBezTo>
                  <a:pt x="13201" y="38278"/>
                  <a:pt x="13157" y="38381"/>
                  <a:pt x="13142" y="38484"/>
                </a:cubicBezTo>
                <a:cubicBezTo>
                  <a:pt x="13054" y="38646"/>
                  <a:pt x="12951" y="38807"/>
                  <a:pt x="12878" y="38969"/>
                </a:cubicBezTo>
                <a:cubicBezTo>
                  <a:pt x="12907" y="38852"/>
                  <a:pt x="12922" y="38719"/>
                  <a:pt x="12951" y="38616"/>
                </a:cubicBezTo>
                <a:cubicBezTo>
                  <a:pt x="13039" y="38469"/>
                  <a:pt x="13128" y="38322"/>
                  <a:pt x="13216" y="38175"/>
                </a:cubicBezTo>
                <a:close/>
                <a:moveTo>
                  <a:pt x="13422" y="38631"/>
                </a:moveTo>
                <a:lnTo>
                  <a:pt x="13260" y="38969"/>
                </a:lnTo>
                <a:lnTo>
                  <a:pt x="13201" y="39175"/>
                </a:lnTo>
                <a:cubicBezTo>
                  <a:pt x="13260" y="39072"/>
                  <a:pt x="13304" y="38940"/>
                  <a:pt x="13363" y="38837"/>
                </a:cubicBezTo>
                <a:cubicBezTo>
                  <a:pt x="13407" y="38778"/>
                  <a:pt x="13422" y="38704"/>
                  <a:pt x="13422" y="38631"/>
                </a:cubicBezTo>
                <a:close/>
                <a:moveTo>
                  <a:pt x="13290" y="38646"/>
                </a:moveTo>
                <a:lnTo>
                  <a:pt x="13290" y="38646"/>
                </a:lnTo>
                <a:cubicBezTo>
                  <a:pt x="13260" y="38749"/>
                  <a:pt x="13231" y="38852"/>
                  <a:pt x="13201" y="38940"/>
                </a:cubicBezTo>
                <a:cubicBezTo>
                  <a:pt x="13128" y="39116"/>
                  <a:pt x="13054" y="39264"/>
                  <a:pt x="12995" y="39425"/>
                </a:cubicBezTo>
                <a:cubicBezTo>
                  <a:pt x="13010" y="39308"/>
                  <a:pt x="13054" y="39205"/>
                  <a:pt x="13069" y="39087"/>
                </a:cubicBezTo>
                <a:lnTo>
                  <a:pt x="13290" y="38646"/>
                </a:lnTo>
                <a:close/>
                <a:moveTo>
                  <a:pt x="13187" y="39484"/>
                </a:moveTo>
                <a:lnTo>
                  <a:pt x="13187" y="39484"/>
                </a:lnTo>
                <a:cubicBezTo>
                  <a:pt x="13166" y="39515"/>
                  <a:pt x="13153" y="39552"/>
                  <a:pt x="13142" y="39596"/>
                </a:cubicBezTo>
                <a:lnTo>
                  <a:pt x="13142" y="39596"/>
                </a:lnTo>
                <a:cubicBezTo>
                  <a:pt x="13155" y="39559"/>
                  <a:pt x="13168" y="39522"/>
                  <a:pt x="13187" y="39484"/>
                </a:cubicBezTo>
                <a:close/>
                <a:moveTo>
                  <a:pt x="13069" y="38704"/>
                </a:moveTo>
                <a:lnTo>
                  <a:pt x="13069" y="38704"/>
                </a:lnTo>
                <a:cubicBezTo>
                  <a:pt x="13039" y="38822"/>
                  <a:pt x="13010" y="38940"/>
                  <a:pt x="12995" y="39058"/>
                </a:cubicBezTo>
                <a:cubicBezTo>
                  <a:pt x="12922" y="39264"/>
                  <a:pt x="12848" y="39440"/>
                  <a:pt x="12775" y="39632"/>
                </a:cubicBezTo>
                <a:cubicBezTo>
                  <a:pt x="12789" y="39499"/>
                  <a:pt x="12819" y="39352"/>
                  <a:pt x="12833" y="39219"/>
                </a:cubicBezTo>
                <a:cubicBezTo>
                  <a:pt x="12907" y="39058"/>
                  <a:pt x="12995" y="38866"/>
                  <a:pt x="13069" y="38704"/>
                </a:cubicBezTo>
                <a:close/>
                <a:moveTo>
                  <a:pt x="13142" y="39596"/>
                </a:moveTo>
                <a:lnTo>
                  <a:pt x="13142" y="39596"/>
                </a:lnTo>
                <a:cubicBezTo>
                  <a:pt x="13125" y="39647"/>
                  <a:pt x="13109" y="39698"/>
                  <a:pt x="13084" y="39749"/>
                </a:cubicBezTo>
                <a:cubicBezTo>
                  <a:pt x="13074" y="39786"/>
                  <a:pt x="13071" y="39829"/>
                  <a:pt x="13066" y="39870"/>
                </a:cubicBezTo>
                <a:lnTo>
                  <a:pt x="13066" y="39870"/>
                </a:lnTo>
                <a:cubicBezTo>
                  <a:pt x="13078" y="39800"/>
                  <a:pt x="13095" y="39727"/>
                  <a:pt x="13128" y="39661"/>
                </a:cubicBezTo>
                <a:cubicBezTo>
                  <a:pt x="13132" y="39638"/>
                  <a:pt x="13137" y="39616"/>
                  <a:pt x="13142" y="39596"/>
                </a:cubicBezTo>
                <a:close/>
                <a:moveTo>
                  <a:pt x="13066" y="39870"/>
                </a:moveTo>
                <a:lnTo>
                  <a:pt x="13066" y="39870"/>
                </a:lnTo>
                <a:cubicBezTo>
                  <a:pt x="13062" y="39894"/>
                  <a:pt x="13058" y="39918"/>
                  <a:pt x="13054" y="39941"/>
                </a:cubicBezTo>
                <a:cubicBezTo>
                  <a:pt x="13060" y="39919"/>
                  <a:pt x="13063" y="39894"/>
                  <a:pt x="13066" y="39870"/>
                </a:cubicBezTo>
                <a:close/>
                <a:moveTo>
                  <a:pt x="13071" y="39420"/>
                </a:moveTo>
                <a:cubicBezTo>
                  <a:pt x="13015" y="39605"/>
                  <a:pt x="12969" y="39793"/>
                  <a:pt x="12931" y="39983"/>
                </a:cubicBezTo>
                <a:lnTo>
                  <a:pt x="12931" y="39983"/>
                </a:lnTo>
                <a:cubicBezTo>
                  <a:pt x="12958" y="39894"/>
                  <a:pt x="12986" y="39807"/>
                  <a:pt x="13010" y="39720"/>
                </a:cubicBezTo>
                <a:cubicBezTo>
                  <a:pt x="13035" y="39620"/>
                  <a:pt x="13049" y="39520"/>
                  <a:pt x="13071" y="39420"/>
                </a:cubicBezTo>
                <a:close/>
                <a:moveTo>
                  <a:pt x="12936" y="39411"/>
                </a:moveTo>
                <a:lnTo>
                  <a:pt x="12936" y="39411"/>
                </a:lnTo>
                <a:cubicBezTo>
                  <a:pt x="12907" y="39558"/>
                  <a:pt x="12892" y="39705"/>
                  <a:pt x="12863" y="39823"/>
                </a:cubicBezTo>
                <a:cubicBezTo>
                  <a:pt x="12789" y="40029"/>
                  <a:pt x="12745" y="40235"/>
                  <a:pt x="12701" y="40456"/>
                </a:cubicBezTo>
                <a:cubicBezTo>
                  <a:pt x="12701" y="40308"/>
                  <a:pt x="12716" y="40147"/>
                  <a:pt x="12745" y="39999"/>
                </a:cubicBezTo>
                <a:cubicBezTo>
                  <a:pt x="12789" y="39793"/>
                  <a:pt x="12863" y="39602"/>
                  <a:pt x="12936" y="39411"/>
                </a:cubicBezTo>
                <a:close/>
                <a:moveTo>
                  <a:pt x="12936" y="40603"/>
                </a:moveTo>
                <a:lnTo>
                  <a:pt x="12936" y="40706"/>
                </a:lnTo>
                <a:cubicBezTo>
                  <a:pt x="12966" y="40691"/>
                  <a:pt x="12966" y="40647"/>
                  <a:pt x="12936" y="40603"/>
                </a:cubicBezTo>
                <a:close/>
                <a:moveTo>
                  <a:pt x="12936" y="40707"/>
                </a:moveTo>
                <a:lnTo>
                  <a:pt x="12936" y="40707"/>
                </a:lnTo>
                <a:cubicBezTo>
                  <a:pt x="12936" y="40736"/>
                  <a:pt x="12936" y="40765"/>
                  <a:pt x="12922" y="40779"/>
                </a:cubicBezTo>
                <a:cubicBezTo>
                  <a:pt x="12936" y="40765"/>
                  <a:pt x="12936" y="40750"/>
                  <a:pt x="12936" y="40707"/>
                </a:cubicBezTo>
                <a:close/>
                <a:moveTo>
                  <a:pt x="12907" y="40382"/>
                </a:moveTo>
                <a:cubicBezTo>
                  <a:pt x="12863" y="40529"/>
                  <a:pt x="12848" y="40647"/>
                  <a:pt x="12833" y="40809"/>
                </a:cubicBezTo>
                <a:lnTo>
                  <a:pt x="12833" y="41118"/>
                </a:lnTo>
                <a:cubicBezTo>
                  <a:pt x="12833" y="40985"/>
                  <a:pt x="12848" y="40838"/>
                  <a:pt x="12863" y="40706"/>
                </a:cubicBezTo>
                <a:cubicBezTo>
                  <a:pt x="12892" y="40618"/>
                  <a:pt x="12892" y="40529"/>
                  <a:pt x="12907" y="40441"/>
                </a:cubicBezTo>
                <a:lnTo>
                  <a:pt x="12907" y="40382"/>
                </a:lnTo>
                <a:close/>
                <a:moveTo>
                  <a:pt x="12775" y="40323"/>
                </a:moveTo>
                <a:cubicBezTo>
                  <a:pt x="12775" y="40411"/>
                  <a:pt x="12760" y="40485"/>
                  <a:pt x="12760" y="40588"/>
                </a:cubicBezTo>
                <a:cubicBezTo>
                  <a:pt x="12775" y="40632"/>
                  <a:pt x="12760" y="40706"/>
                  <a:pt x="12760" y="40779"/>
                </a:cubicBezTo>
                <a:cubicBezTo>
                  <a:pt x="12745" y="40985"/>
                  <a:pt x="12716" y="41191"/>
                  <a:pt x="12701" y="41368"/>
                </a:cubicBezTo>
                <a:cubicBezTo>
                  <a:pt x="12701" y="41294"/>
                  <a:pt x="12686" y="41221"/>
                  <a:pt x="12686" y="41147"/>
                </a:cubicBezTo>
                <a:cubicBezTo>
                  <a:pt x="12686" y="41074"/>
                  <a:pt x="12686" y="40985"/>
                  <a:pt x="12672" y="40912"/>
                </a:cubicBezTo>
                <a:cubicBezTo>
                  <a:pt x="12686" y="40706"/>
                  <a:pt x="12716" y="40514"/>
                  <a:pt x="12775" y="40323"/>
                </a:cubicBezTo>
                <a:close/>
                <a:moveTo>
                  <a:pt x="12907" y="41442"/>
                </a:moveTo>
                <a:lnTo>
                  <a:pt x="12907" y="41721"/>
                </a:lnTo>
                <a:cubicBezTo>
                  <a:pt x="12922" y="41780"/>
                  <a:pt x="12922" y="41854"/>
                  <a:pt x="12936" y="41913"/>
                </a:cubicBezTo>
                <a:cubicBezTo>
                  <a:pt x="12922" y="41810"/>
                  <a:pt x="12922" y="41736"/>
                  <a:pt x="12922" y="41633"/>
                </a:cubicBezTo>
                <a:cubicBezTo>
                  <a:pt x="12922" y="41574"/>
                  <a:pt x="12907" y="41515"/>
                  <a:pt x="12907" y="41442"/>
                </a:cubicBezTo>
                <a:close/>
                <a:moveTo>
                  <a:pt x="12789" y="41368"/>
                </a:moveTo>
                <a:cubicBezTo>
                  <a:pt x="12819" y="41500"/>
                  <a:pt x="12819" y="41603"/>
                  <a:pt x="12848" y="41736"/>
                </a:cubicBezTo>
                <a:cubicBezTo>
                  <a:pt x="12848" y="41883"/>
                  <a:pt x="12863" y="42030"/>
                  <a:pt x="12892" y="42177"/>
                </a:cubicBezTo>
                <a:cubicBezTo>
                  <a:pt x="12848" y="42074"/>
                  <a:pt x="12819" y="41957"/>
                  <a:pt x="12789" y="41854"/>
                </a:cubicBezTo>
                <a:cubicBezTo>
                  <a:pt x="12775" y="41692"/>
                  <a:pt x="12775" y="41515"/>
                  <a:pt x="12789" y="41368"/>
                </a:cubicBezTo>
                <a:close/>
                <a:moveTo>
                  <a:pt x="13069" y="42442"/>
                </a:moveTo>
                <a:lnTo>
                  <a:pt x="13069" y="42442"/>
                </a:lnTo>
                <a:cubicBezTo>
                  <a:pt x="13074" y="42453"/>
                  <a:pt x="13078" y="42465"/>
                  <a:pt x="13080" y="42479"/>
                </a:cubicBezTo>
                <a:lnTo>
                  <a:pt x="13080" y="42479"/>
                </a:lnTo>
                <a:cubicBezTo>
                  <a:pt x="13081" y="42464"/>
                  <a:pt x="13077" y="42451"/>
                  <a:pt x="13069" y="42442"/>
                </a:cubicBezTo>
                <a:close/>
                <a:moveTo>
                  <a:pt x="13080" y="42479"/>
                </a:moveTo>
                <a:cubicBezTo>
                  <a:pt x="13079" y="42490"/>
                  <a:pt x="13075" y="42503"/>
                  <a:pt x="13069" y="42516"/>
                </a:cubicBezTo>
                <a:cubicBezTo>
                  <a:pt x="13084" y="42531"/>
                  <a:pt x="13084" y="42531"/>
                  <a:pt x="13084" y="42545"/>
                </a:cubicBezTo>
                <a:cubicBezTo>
                  <a:pt x="13084" y="42527"/>
                  <a:pt x="13084" y="42502"/>
                  <a:pt x="13080" y="42479"/>
                </a:cubicBezTo>
                <a:close/>
                <a:moveTo>
                  <a:pt x="13288" y="43187"/>
                </a:moveTo>
                <a:cubicBezTo>
                  <a:pt x="13291" y="43195"/>
                  <a:pt x="13295" y="43203"/>
                  <a:pt x="13299" y="43211"/>
                </a:cubicBezTo>
                <a:lnTo>
                  <a:pt x="13299" y="43211"/>
                </a:lnTo>
                <a:cubicBezTo>
                  <a:pt x="13296" y="43202"/>
                  <a:pt x="13292" y="43194"/>
                  <a:pt x="13288" y="43187"/>
                </a:cubicBezTo>
                <a:close/>
                <a:moveTo>
                  <a:pt x="13231" y="35114"/>
                </a:moveTo>
                <a:cubicBezTo>
                  <a:pt x="13231" y="35187"/>
                  <a:pt x="13260" y="35290"/>
                  <a:pt x="13260" y="35364"/>
                </a:cubicBezTo>
                <a:cubicBezTo>
                  <a:pt x="12201" y="36276"/>
                  <a:pt x="11435" y="37306"/>
                  <a:pt x="10950" y="38395"/>
                </a:cubicBezTo>
                <a:cubicBezTo>
                  <a:pt x="9993" y="40559"/>
                  <a:pt x="10287" y="43090"/>
                  <a:pt x="11671" y="44606"/>
                </a:cubicBezTo>
                <a:cubicBezTo>
                  <a:pt x="11612" y="44606"/>
                  <a:pt x="11583" y="44606"/>
                  <a:pt x="11538" y="44591"/>
                </a:cubicBezTo>
                <a:cubicBezTo>
                  <a:pt x="10096" y="43016"/>
                  <a:pt x="9817" y="40382"/>
                  <a:pt x="10861" y="38130"/>
                </a:cubicBezTo>
                <a:cubicBezTo>
                  <a:pt x="11376" y="37056"/>
                  <a:pt x="12171" y="36041"/>
                  <a:pt x="13231" y="35114"/>
                </a:cubicBezTo>
                <a:close/>
                <a:moveTo>
                  <a:pt x="13260" y="35452"/>
                </a:moveTo>
                <a:cubicBezTo>
                  <a:pt x="13260" y="35526"/>
                  <a:pt x="13260" y="35614"/>
                  <a:pt x="13275" y="35688"/>
                </a:cubicBezTo>
                <a:cubicBezTo>
                  <a:pt x="12274" y="36615"/>
                  <a:pt x="11538" y="37615"/>
                  <a:pt x="11097" y="38690"/>
                </a:cubicBezTo>
                <a:cubicBezTo>
                  <a:pt x="10243" y="40779"/>
                  <a:pt x="10567" y="43208"/>
                  <a:pt x="11906" y="44679"/>
                </a:cubicBezTo>
                <a:cubicBezTo>
                  <a:pt x="11877" y="44679"/>
                  <a:pt x="11818" y="44665"/>
                  <a:pt x="11789" y="44665"/>
                </a:cubicBezTo>
                <a:cubicBezTo>
                  <a:pt x="10361" y="43163"/>
                  <a:pt x="10052" y="40618"/>
                  <a:pt x="11009" y="38425"/>
                </a:cubicBezTo>
                <a:cubicBezTo>
                  <a:pt x="11480" y="37365"/>
                  <a:pt x="12245" y="36350"/>
                  <a:pt x="13260" y="35452"/>
                </a:cubicBezTo>
                <a:close/>
                <a:moveTo>
                  <a:pt x="13275" y="35776"/>
                </a:moveTo>
                <a:lnTo>
                  <a:pt x="13275" y="36041"/>
                </a:lnTo>
                <a:cubicBezTo>
                  <a:pt x="12333" y="36953"/>
                  <a:pt x="11656" y="37954"/>
                  <a:pt x="11244" y="38999"/>
                </a:cubicBezTo>
                <a:cubicBezTo>
                  <a:pt x="10861" y="39999"/>
                  <a:pt x="10758" y="41118"/>
                  <a:pt x="10920" y="42148"/>
                </a:cubicBezTo>
                <a:cubicBezTo>
                  <a:pt x="11082" y="43193"/>
                  <a:pt x="11524" y="44091"/>
                  <a:pt x="12186" y="44797"/>
                </a:cubicBezTo>
                <a:cubicBezTo>
                  <a:pt x="12127" y="44782"/>
                  <a:pt x="12098" y="44753"/>
                  <a:pt x="12039" y="44738"/>
                </a:cubicBezTo>
                <a:cubicBezTo>
                  <a:pt x="10641" y="43311"/>
                  <a:pt x="10273" y="40838"/>
                  <a:pt x="11156" y="38719"/>
                </a:cubicBezTo>
                <a:cubicBezTo>
                  <a:pt x="11597" y="37674"/>
                  <a:pt x="12304" y="36688"/>
                  <a:pt x="13275" y="35776"/>
                </a:cubicBezTo>
                <a:close/>
                <a:moveTo>
                  <a:pt x="13245" y="36129"/>
                </a:moveTo>
                <a:cubicBezTo>
                  <a:pt x="13245" y="36217"/>
                  <a:pt x="13245" y="36291"/>
                  <a:pt x="13231" y="36394"/>
                </a:cubicBezTo>
                <a:cubicBezTo>
                  <a:pt x="12362" y="37292"/>
                  <a:pt x="11744" y="38263"/>
                  <a:pt x="11376" y="39293"/>
                </a:cubicBezTo>
                <a:cubicBezTo>
                  <a:pt x="10788" y="40985"/>
                  <a:pt x="10906" y="43340"/>
                  <a:pt x="12421" y="44871"/>
                </a:cubicBezTo>
                <a:cubicBezTo>
                  <a:pt x="12407" y="44856"/>
                  <a:pt x="12348" y="44826"/>
                  <a:pt x="12304" y="44812"/>
                </a:cubicBezTo>
                <a:cubicBezTo>
                  <a:pt x="10920" y="43428"/>
                  <a:pt x="10508" y="41074"/>
                  <a:pt x="11303" y="39013"/>
                </a:cubicBezTo>
                <a:cubicBezTo>
                  <a:pt x="11686" y="37983"/>
                  <a:pt x="12348" y="37012"/>
                  <a:pt x="13245" y="36129"/>
                </a:cubicBezTo>
                <a:close/>
                <a:moveTo>
                  <a:pt x="13231" y="36497"/>
                </a:moveTo>
                <a:cubicBezTo>
                  <a:pt x="13231" y="36585"/>
                  <a:pt x="13216" y="36674"/>
                  <a:pt x="13216" y="36777"/>
                </a:cubicBezTo>
                <a:cubicBezTo>
                  <a:pt x="12421" y="37660"/>
                  <a:pt x="11862" y="38616"/>
                  <a:pt x="11538" y="39602"/>
                </a:cubicBezTo>
                <a:cubicBezTo>
                  <a:pt x="11024" y="41234"/>
                  <a:pt x="11199" y="43496"/>
                  <a:pt x="12710" y="44968"/>
                </a:cubicBezTo>
                <a:lnTo>
                  <a:pt x="12710" y="44968"/>
                </a:lnTo>
                <a:cubicBezTo>
                  <a:pt x="12667" y="44927"/>
                  <a:pt x="12610" y="44899"/>
                  <a:pt x="12554" y="44885"/>
                </a:cubicBezTo>
                <a:cubicBezTo>
                  <a:pt x="10994" y="43384"/>
                  <a:pt x="10861" y="41000"/>
                  <a:pt x="11450" y="39308"/>
                </a:cubicBezTo>
                <a:cubicBezTo>
                  <a:pt x="11803" y="38322"/>
                  <a:pt x="12392" y="37365"/>
                  <a:pt x="13231" y="36497"/>
                </a:cubicBezTo>
                <a:close/>
                <a:moveTo>
                  <a:pt x="13201" y="36850"/>
                </a:moveTo>
                <a:lnTo>
                  <a:pt x="13201" y="36850"/>
                </a:lnTo>
                <a:cubicBezTo>
                  <a:pt x="13187" y="36938"/>
                  <a:pt x="13187" y="37027"/>
                  <a:pt x="13157" y="37115"/>
                </a:cubicBezTo>
                <a:cubicBezTo>
                  <a:pt x="12451" y="37983"/>
                  <a:pt x="11965" y="38881"/>
                  <a:pt x="11686" y="39838"/>
                </a:cubicBezTo>
                <a:cubicBezTo>
                  <a:pt x="11244" y="41442"/>
                  <a:pt x="11494" y="43620"/>
                  <a:pt x="12981" y="44988"/>
                </a:cubicBezTo>
                <a:cubicBezTo>
                  <a:pt x="12970" y="44991"/>
                  <a:pt x="12959" y="44992"/>
                  <a:pt x="12948" y="44992"/>
                </a:cubicBezTo>
                <a:cubicBezTo>
                  <a:pt x="12901" y="44992"/>
                  <a:pt x="12855" y="44968"/>
                  <a:pt x="12819" y="44944"/>
                </a:cubicBezTo>
                <a:cubicBezTo>
                  <a:pt x="11273" y="43502"/>
                  <a:pt x="11097" y="41236"/>
                  <a:pt x="11612" y="39587"/>
                </a:cubicBezTo>
                <a:cubicBezTo>
                  <a:pt x="11906" y="38631"/>
                  <a:pt x="12451" y="37704"/>
                  <a:pt x="13201" y="36850"/>
                </a:cubicBezTo>
                <a:close/>
                <a:moveTo>
                  <a:pt x="13142" y="37292"/>
                </a:moveTo>
                <a:lnTo>
                  <a:pt x="13142" y="37292"/>
                </a:lnTo>
                <a:cubicBezTo>
                  <a:pt x="13128" y="37380"/>
                  <a:pt x="13113" y="37498"/>
                  <a:pt x="13084" y="37586"/>
                </a:cubicBezTo>
                <a:cubicBezTo>
                  <a:pt x="12480" y="38410"/>
                  <a:pt x="12053" y="39278"/>
                  <a:pt x="11833" y="40176"/>
                </a:cubicBezTo>
                <a:cubicBezTo>
                  <a:pt x="11465" y="41721"/>
                  <a:pt x="11789" y="43826"/>
                  <a:pt x="13231" y="45121"/>
                </a:cubicBezTo>
                <a:lnTo>
                  <a:pt x="13069" y="45018"/>
                </a:lnTo>
                <a:cubicBezTo>
                  <a:pt x="11568" y="43649"/>
                  <a:pt x="11318" y="41486"/>
                  <a:pt x="11759" y="39896"/>
                </a:cubicBezTo>
                <a:cubicBezTo>
                  <a:pt x="12024" y="38999"/>
                  <a:pt x="12480" y="38116"/>
                  <a:pt x="13142" y="37292"/>
                </a:cubicBezTo>
                <a:close/>
                <a:moveTo>
                  <a:pt x="13069" y="37733"/>
                </a:moveTo>
                <a:cubicBezTo>
                  <a:pt x="13054" y="37836"/>
                  <a:pt x="13039" y="37954"/>
                  <a:pt x="13010" y="38042"/>
                </a:cubicBezTo>
                <a:cubicBezTo>
                  <a:pt x="12495" y="38807"/>
                  <a:pt x="12171" y="39632"/>
                  <a:pt x="12009" y="40456"/>
                </a:cubicBezTo>
                <a:cubicBezTo>
                  <a:pt x="11656" y="42280"/>
                  <a:pt x="12245" y="44120"/>
                  <a:pt x="13525" y="45180"/>
                </a:cubicBezTo>
                <a:cubicBezTo>
                  <a:pt x="13452" y="45165"/>
                  <a:pt x="13378" y="45121"/>
                  <a:pt x="13334" y="45091"/>
                </a:cubicBezTo>
                <a:cubicBezTo>
                  <a:pt x="11862" y="43826"/>
                  <a:pt x="11538" y="41721"/>
                  <a:pt x="11906" y="40191"/>
                </a:cubicBezTo>
                <a:cubicBezTo>
                  <a:pt x="12112" y="39352"/>
                  <a:pt x="12495" y="38513"/>
                  <a:pt x="13069" y="37733"/>
                </a:cubicBezTo>
                <a:close/>
                <a:moveTo>
                  <a:pt x="12863" y="38793"/>
                </a:moveTo>
                <a:lnTo>
                  <a:pt x="12863" y="38793"/>
                </a:lnTo>
                <a:cubicBezTo>
                  <a:pt x="12848" y="38925"/>
                  <a:pt x="12804" y="39072"/>
                  <a:pt x="12789" y="39205"/>
                </a:cubicBezTo>
                <a:cubicBezTo>
                  <a:pt x="12524" y="39808"/>
                  <a:pt x="12348" y="40441"/>
                  <a:pt x="12274" y="41059"/>
                </a:cubicBezTo>
                <a:cubicBezTo>
                  <a:pt x="12123" y="42693"/>
                  <a:pt x="12754" y="44289"/>
                  <a:pt x="13903" y="45248"/>
                </a:cubicBezTo>
                <a:lnTo>
                  <a:pt x="13903" y="45248"/>
                </a:lnTo>
                <a:cubicBezTo>
                  <a:pt x="13890" y="45240"/>
                  <a:pt x="13877" y="45232"/>
                  <a:pt x="13864" y="45224"/>
                </a:cubicBezTo>
                <a:lnTo>
                  <a:pt x="13864" y="45238"/>
                </a:lnTo>
                <a:cubicBezTo>
                  <a:pt x="12613" y="44238"/>
                  <a:pt x="11965" y="42516"/>
                  <a:pt x="12215" y="40765"/>
                </a:cubicBezTo>
                <a:cubicBezTo>
                  <a:pt x="12318" y="40102"/>
                  <a:pt x="12539" y="39440"/>
                  <a:pt x="12863" y="38793"/>
                </a:cubicBezTo>
                <a:close/>
                <a:moveTo>
                  <a:pt x="12966" y="38233"/>
                </a:moveTo>
                <a:cubicBezTo>
                  <a:pt x="12966" y="38263"/>
                  <a:pt x="12936" y="38278"/>
                  <a:pt x="12936" y="38322"/>
                </a:cubicBezTo>
                <a:cubicBezTo>
                  <a:pt x="12922" y="38410"/>
                  <a:pt x="12907" y="38484"/>
                  <a:pt x="12892" y="38572"/>
                </a:cubicBezTo>
                <a:cubicBezTo>
                  <a:pt x="12495" y="39293"/>
                  <a:pt x="12245" y="40014"/>
                  <a:pt x="12127" y="40765"/>
                </a:cubicBezTo>
                <a:cubicBezTo>
                  <a:pt x="11877" y="42531"/>
                  <a:pt x="12524" y="44297"/>
                  <a:pt x="13805" y="45283"/>
                </a:cubicBezTo>
                <a:cubicBezTo>
                  <a:pt x="13731" y="45238"/>
                  <a:pt x="13658" y="45194"/>
                  <a:pt x="13584" y="45165"/>
                </a:cubicBezTo>
                <a:cubicBezTo>
                  <a:pt x="12318" y="44091"/>
                  <a:pt x="11715" y="42280"/>
                  <a:pt x="12053" y="40470"/>
                </a:cubicBezTo>
                <a:cubicBezTo>
                  <a:pt x="12201" y="39705"/>
                  <a:pt x="12524" y="38940"/>
                  <a:pt x="12966" y="38233"/>
                </a:cubicBezTo>
                <a:close/>
                <a:moveTo>
                  <a:pt x="12716" y="39499"/>
                </a:moveTo>
                <a:lnTo>
                  <a:pt x="12716" y="39499"/>
                </a:lnTo>
                <a:cubicBezTo>
                  <a:pt x="12701" y="39661"/>
                  <a:pt x="12686" y="39808"/>
                  <a:pt x="12672" y="39970"/>
                </a:cubicBezTo>
                <a:cubicBezTo>
                  <a:pt x="12539" y="40441"/>
                  <a:pt x="12451" y="40897"/>
                  <a:pt x="12421" y="41353"/>
                </a:cubicBezTo>
                <a:cubicBezTo>
                  <a:pt x="12380" y="42586"/>
                  <a:pt x="12785" y="44239"/>
                  <a:pt x="14099" y="45293"/>
                </a:cubicBezTo>
                <a:lnTo>
                  <a:pt x="14099" y="45293"/>
                </a:lnTo>
                <a:lnTo>
                  <a:pt x="14099" y="45312"/>
                </a:lnTo>
                <a:cubicBezTo>
                  <a:pt x="12863" y="44385"/>
                  <a:pt x="12186" y="42737"/>
                  <a:pt x="12348" y="41059"/>
                </a:cubicBezTo>
                <a:cubicBezTo>
                  <a:pt x="12407" y="40529"/>
                  <a:pt x="12539" y="40014"/>
                  <a:pt x="12716" y="39499"/>
                </a:cubicBezTo>
                <a:close/>
                <a:moveTo>
                  <a:pt x="13599" y="43899"/>
                </a:moveTo>
                <a:cubicBezTo>
                  <a:pt x="13628" y="43929"/>
                  <a:pt x="13643" y="43943"/>
                  <a:pt x="13672" y="43988"/>
                </a:cubicBezTo>
                <a:cubicBezTo>
                  <a:pt x="13996" y="44517"/>
                  <a:pt x="14379" y="44959"/>
                  <a:pt x="14835" y="45327"/>
                </a:cubicBezTo>
                <a:cubicBezTo>
                  <a:pt x="14335" y="44944"/>
                  <a:pt x="13922" y="44458"/>
                  <a:pt x="13599" y="43899"/>
                </a:cubicBezTo>
                <a:close/>
                <a:moveTo>
                  <a:pt x="12613" y="40367"/>
                </a:moveTo>
                <a:cubicBezTo>
                  <a:pt x="12598" y="40544"/>
                  <a:pt x="12598" y="40735"/>
                  <a:pt x="12598" y="40912"/>
                </a:cubicBezTo>
                <a:cubicBezTo>
                  <a:pt x="12598" y="41147"/>
                  <a:pt x="12569" y="41412"/>
                  <a:pt x="12569" y="41648"/>
                </a:cubicBezTo>
                <a:cubicBezTo>
                  <a:pt x="12582" y="42820"/>
                  <a:pt x="13063" y="44385"/>
                  <a:pt x="14351" y="45369"/>
                </a:cubicBezTo>
                <a:lnTo>
                  <a:pt x="14351" y="45369"/>
                </a:lnTo>
                <a:lnTo>
                  <a:pt x="14335" y="45386"/>
                </a:lnTo>
                <a:cubicBezTo>
                  <a:pt x="12892" y="44355"/>
                  <a:pt x="12421" y="42648"/>
                  <a:pt x="12480" y="41353"/>
                </a:cubicBezTo>
                <a:cubicBezTo>
                  <a:pt x="12495" y="41015"/>
                  <a:pt x="12539" y="40691"/>
                  <a:pt x="12613" y="40367"/>
                </a:cubicBezTo>
                <a:close/>
                <a:moveTo>
                  <a:pt x="12642" y="41412"/>
                </a:moveTo>
                <a:cubicBezTo>
                  <a:pt x="12672" y="41559"/>
                  <a:pt x="12701" y="41707"/>
                  <a:pt x="12716" y="41868"/>
                </a:cubicBezTo>
                <a:lnTo>
                  <a:pt x="12716" y="41957"/>
                </a:lnTo>
                <a:cubicBezTo>
                  <a:pt x="12833" y="43384"/>
                  <a:pt x="13525" y="44679"/>
                  <a:pt x="14614" y="45459"/>
                </a:cubicBezTo>
                <a:lnTo>
                  <a:pt x="14614" y="45474"/>
                </a:lnTo>
                <a:cubicBezTo>
                  <a:pt x="13201" y="44517"/>
                  <a:pt x="12672" y="42899"/>
                  <a:pt x="12642" y="41662"/>
                </a:cubicBezTo>
                <a:lnTo>
                  <a:pt x="12642" y="41412"/>
                </a:lnTo>
                <a:close/>
                <a:moveTo>
                  <a:pt x="12848" y="42310"/>
                </a:moveTo>
                <a:lnTo>
                  <a:pt x="12951" y="42648"/>
                </a:lnTo>
                <a:cubicBezTo>
                  <a:pt x="13216" y="43855"/>
                  <a:pt x="13922" y="44885"/>
                  <a:pt x="14879" y="45533"/>
                </a:cubicBezTo>
                <a:cubicBezTo>
                  <a:pt x="13805" y="44856"/>
                  <a:pt x="13054" y="43649"/>
                  <a:pt x="12848" y="42310"/>
                </a:cubicBezTo>
                <a:close/>
                <a:moveTo>
                  <a:pt x="13157" y="43119"/>
                </a:moveTo>
                <a:cubicBezTo>
                  <a:pt x="13201" y="43208"/>
                  <a:pt x="13231" y="43281"/>
                  <a:pt x="13290" y="43355"/>
                </a:cubicBezTo>
                <a:cubicBezTo>
                  <a:pt x="13658" y="44297"/>
                  <a:pt x="14305" y="45091"/>
                  <a:pt x="15114" y="45606"/>
                </a:cubicBezTo>
                <a:cubicBezTo>
                  <a:pt x="14187" y="45077"/>
                  <a:pt x="13510" y="44164"/>
                  <a:pt x="13157" y="43119"/>
                </a:cubicBezTo>
                <a:close/>
                <a:moveTo>
                  <a:pt x="13982" y="45753"/>
                </a:moveTo>
                <a:cubicBezTo>
                  <a:pt x="14331" y="46075"/>
                  <a:pt x="14633" y="46440"/>
                  <a:pt x="14871" y="46863"/>
                </a:cubicBezTo>
                <a:lnTo>
                  <a:pt x="14871" y="46863"/>
                </a:lnTo>
                <a:cubicBezTo>
                  <a:pt x="14862" y="46854"/>
                  <a:pt x="14850" y="46848"/>
                  <a:pt x="14835" y="46843"/>
                </a:cubicBezTo>
                <a:cubicBezTo>
                  <a:pt x="14597" y="46423"/>
                  <a:pt x="14315" y="46064"/>
                  <a:pt x="13982" y="45753"/>
                </a:cubicBezTo>
                <a:close/>
                <a:moveTo>
                  <a:pt x="15129" y="47372"/>
                </a:moveTo>
                <a:cubicBezTo>
                  <a:pt x="15144" y="47402"/>
                  <a:pt x="15173" y="47431"/>
                  <a:pt x="15188" y="47461"/>
                </a:cubicBezTo>
                <a:cubicBezTo>
                  <a:pt x="15203" y="47519"/>
                  <a:pt x="15247" y="47593"/>
                  <a:pt x="15262" y="47637"/>
                </a:cubicBezTo>
                <a:cubicBezTo>
                  <a:pt x="15217" y="47622"/>
                  <a:pt x="15203" y="47593"/>
                  <a:pt x="15203" y="47549"/>
                </a:cubicBezTo>
                <a:cubicBezTo>
                  <a:pt x="15188" y="47490"/>
                  <a:pt x="15144" y="47446"/>
                  <a:pt x="15129" y="47372"/>
                </a:cubicBezTo>
                <a:close/>
                <a:moveTo>
                  <a:pt x="13407" y="45224"/>
                </a:moveTo>
                <a:lnTo>
                  <a:pt x="13407" y="45224"/>
                </a:lnTo>
                <a:cubicBezTo>
                  <a:pt x="14320" y="45754"/>
                  <a:pt x="14997" y="46651"/>
                  <a:pt x="15350" y="47696"/>
                </a:cubicBezTo>
                <a:cubicBezTo>
                  <a:pt x="15306" y="47608"/>
                  <a:pt x="15276" y="47534"/>
                  <a:pt x="15217" y="47461"/>
                </a:cubicBezTo>
                <a:cubicBezTo>
                  <a:pt x="14850" y="46504"/>
                  <a:pt x="14217" y="45709"/>
                  <a:pt x="13407" y="45224"/>
                </a:cubicBezTo>
                <a:close/>
                <a:moveTo>
                  <a:pt x="15424" y="48256"/>
                </a:moveTo>
                <a:lnTo>
                  <a:pt x="15424" y="48256"/>
                </a:lnTo>
                <a:cubicBezTo>
                  <a:pt x="15424" y="48270"/>
                  <a:pt x="15424" y="48270"/>
                  <a:pt x="15438" y="48285"/>
                </a:cubicBezTo>
                <a:cubicBezTo>
                  <a:pt x="15433" y="48302"/>
                  <a:pt x="15429" y="48314"/>
                  <a:pt x="15428" y="48324"/>
                </a:cubicBezTo>
                <a:lnTo>
                  <a:pt x="15428" y="48324"/>
                </a:lnTo>
                <a:cubicBezTo>
                  <a:pt x="15424" y="48301"/>
                  <a:pt x="15424" y="48275"/>
                  <a:pt x="15424" y="48256"/>
                </a:cubicBezTo>
                <a:close/>
                <a:moveTo>
                  <a:pt x="13658" y="45268"/>
                </a:moveTo>
                <a:cubicBezTo>
                  <a:pt x="14732" y="45960"/>
                  <a:pt x="15482" y="47152"/>
                  <a:pt x="15688" y="48491"/>
                </a:cubicBezTo>
                <a:lnTo>
                  <a:pt x="15571" y="48167"/>
                </a:lnTo>
                <a:cubicBezTo>
                  <a:pt x="15291" y="46960"/>
                  <a:pt x="14599" y="45915"/>
                  <a:pt x="13658" y="45268"/>
                </a:cubicBezTo>
                <a:close/>
                <a:moveTo>
                  <a:pt x="15409" y="47961"/>
                </a:moveTo>
                <a:lnTo>
                  <a:pt x="15409" y="47961"/>
                </a:lnTo>
                <a:cubicBezTo>
                  <a:pt x="15438" y="48035"/>
                  <a:pt x="15468" y="48108"/>
                  <a:pt x="15497" y="48182"/>
                </a:cubicBezTo>
                <a:lnTo>
                  <a:pt x="15556" y="48505"/>
                </a:lnTo>
                <a:cubicBezTo>
                  <a:pt x="15541" y="48432"/>
                  <a:pt x="15512" y="48344"/>
                  <a:pt x="15482" y="48270"/>
                </a:cubicBezTo>
                <a:cubicBezTo>
                  <a:pt x="15468" y="48167"/>
                  <a:pt x="15424" y="48064"/>
                  <a:pt x="15409" y="47961"/>
                </a:cubicBezTo>
                <a:close/>
                <a:moveTo>
                  <a:pt x="15585" y="48903"/>
                </a:moveTo>
                <a:lnTo>
                  <a:pt x="15585" y="48903"/>
                </a:lnTo>
                <a:cubicBezTo>
                  <a:pt x="15615" y="48947"/>
                  <a:pt x="15615" y="49021"/>
                  <a:pt x="15630" y="49079"/>
                </a:cubicBezTo>
                <a:lnTo>
                  <a:pt x="15630" y="49359"/>
                </a:lnTo>
                <a:cubicBezTo>
                  <a:pt x="15630" y="49300"/>
                  <a:pt x="15615" y="49227"/>
                  <a:pt x="15615" y="49168"/>
                </a:cubicBezTo>
                <a:cubicBezTo>
                  <a:pt x="15585" y="49079"/>
                  <a:pt x="15585" y="48991"/>
                  <a:pt x="15585" y="48903"/>
                </a:cubicBezTo>
                <a:close/>
                <a:moveTo>
                  <a:pt x="13893" y="45341"/>
                </a:moveTo>
                <a:cubicBezTo>
                  <a:pt x="15321" y="46298"/>
                  <a:pt x="15850" y="47917"/>
                  <a:pt x="15865" y="49153"/>
                </a:cubicBezTo>
                <a:lnTo>
                  <a:pt x="15865" y="49403"/>
                </a:lnTo>
                <a:cubicBezTo>
                  <a:pt x="15850" y="49271"/>
                  <a:pt x="15806" y="49094"/>
                  <a:pt x="15791" y="48947"/>
                </a:cubicBezTo>
                <a:lnTo>
                  <a:pt x="15791" y="48859"/>
                </a:lnTo>
                <a:cubicBezTo>
                  <a:pt x="15688" y="47446"/>
                  <a:pt x="14982" y="46136"/>
                  <a:pt x="13893" y="45371"/>
                </a:cubicBezTo>
                <a:lnTo>
                  <a:pt x="13893" y="45341"/>
                </a:lnTo>
                <a:close/>
                <a:moveTo>
                  <a:pt x="15630" y="48623"/>
                </a:moveTo>
                <a:cubicBezTo>
                  <a:pt x="15659" y="48726"/>
                  <a:pt x="15703" y="48844"/>
                  <a:pt x="15718" y="48947"/>
                </a:cubicBezTo>
                <a:cubicBezTo>
                  <a:pt x="15733" y="49109"/>
                  <a:pt x="15733" y="49285"/>
                  <a:pt x="15718" y="49433"/>
                </a:cubicBezTo>
                <a:cubicBezTo>
                  <a:pt x="15703" y="49300"/>
                  <a:pt x="15703" y="49197"/>
                  <a:pt x="15659" y="49065"/>
                </a:cubicBezTo>
                <a:cubicBezTo>
                  <a:pt x="15659" y="48918"/>
                  <a:pt x="15644" y="48770"/>
                  <a:pt x="15630" y="48623"/>
                </a:cubicBezTo>
                <a:close/>
                <a:moveTo>
                  <a:pt x="15585" y="50021"/>
                </a:moveTo>
                <a:lnTo>
                  <a:pt x="15585" y="50021"/>
                </a:lnTo>
                <a:cubicBezTo>
                  <a:pt x="15571" y="50036"/>
                  <a:pt x="15571" y="50080"/>
                  <a:pt x="15571" y="50095"/>
                </a:cubicBezTo>
                <a:lnTo>
                  <a:pt x="15571" y="50198"/>
                </a:lnTo>
                <a:cubicBezTo>
                  <a:pt x="15556" y="50168"/>
                  <a:pt x="15556" y="50124"/>
                  <a:pt x="15571" y="50095"/>
                </a:cubicBezTo>
                <a:cubicBezTo>
                  <a:pt x="15571" y="50065"/>
                  <a:pt x="15571" y="50036"/>
                  <a:pt x="15585" y="50021"/>
                </a:cubicBezTo>
                <a:close/>
                <a:moveTo>
                  <a:pt x="14173" y="45415"/>
                </a:moveTo>
                <a:cubicBezTo>
                  <a:pt x="15630" y="46445"/>
                  <a:pt x="16086" y="48167"/>
                  <a:pt x="16027" y="49447"/>
                </a:cubicBezTo>
                <a:cubicBezTo>
                  <a:pt x="16012" y="49786"/>
                  <a:pt x="15983" y="50110"/>
                  <a:pt x="15894" y="50433"/>
                </a:cubicBezTo>
                <a:cubicBezTo>
                  <a:pt x="15924" y="50257"/>
                  <a:pt x="15924" y="50065"/>
                  <a:pt x="15924" y="49889"/>
                </a:cubicBezTo>
                <a:cubicBezTo>
                  <a:pt x="15953" y="49653"/>
                  <a:pt x="15953" y="49388"/>
                  <a:pt x="15953" y="49153"/>
                </a:cubicBezTo>
                <a:cubicBezTo>
                  <a:pt x="15940" y="47974"/>
                  <a:pt x="15467" y="46400"/>
                  <a:pt x="14166" y="45429"/>
                </a:cubicBezTo>
                <a:lnTo>
                  <a:pt x="14166" y="45429"/>
                </a:lnTo>
                <a:lnTo>
                  <a:pt x="14173" y="45415"/>
                </a:lnTo>
                <a:close/>
                <a:moveTo>
                  <a:pt x="15688" y="49712"/>
                </a:moveTo>
                <a:lnTo>
                  <a:pt x="15688" y="50021"/>
                </a:lnTo>
                <a:cubicBezTo>
                  <a:pt x="15659" y="50168"/>
                  <a:pt x="15644" y="50301"/>
                  <a:pt x="15615" y="50448"/>
                </a:cubicBezTo>
                <a:lnTo>
                  <a:pt x="15615" y="50389"/>
                </a:lnTo>
                <a:cubicBezTo>
                  <a:pt x="15630" y="50271"/>
                  <a:pt x="15630" y="50198"/>
                  <a:pt x="15644" y="50110"/>
                </a:cubicBezTo>
                <a:cubicBezTo>
                  <a:pt x="15659" y="49977"/>
                  <a:pt x="15688" y="49830"/>
                  <a:pt x="15688" y="49712"/>
                </a:cubicBezTo>
                <a:close/>
                <a:moveTo>
                  <a:pt x="15806" y="49433"/>
                </a:moveTo>
                <a:cubicBezTo>
                  <a:pt x="15806" y="49506"/>
                  <a:pt x="15836" y="49580"/>
                  <a:pt x="15836" y="49653"/>
                </a:cubicBezTo>
                <a:cubicBezTo>
                  <a:pt x="15836" y="49727"/>
                  <a:pt x="15836" y="49815"/>
                  <a:pt x="15850" y="49889"/>
                </a:cubicBezTo>
                <a:cubicBezTo>
                  <a:pt x="15836" y="50095"/>
                  <a:pt x="15791" y="50301"/>
                  <a:pt x="15733" y="50477"/>
                </a:cubicBezTo>
                <a:cubicBezTo>
                  <a:pt x="15733" y="50389"/>
                  <a:pt x="15762" y="50316"/>
                  <a:pt x="15762" y="50227"/>
                </a:cubicBezTo>
                <a:cubicBezTo>
                  <a:pt x="15733" y="50168"/>
                  <a:pt x="15762" y="50095"/>
                  <a:pt x="15762" y="50021"/>
                </a:cubicBezTo>
                <a:cubicBezTo>
                  <a:pt x="15777" y="49815"/>
                  <a:pt x="15791" y="49609"/>
                  <a:pt x="15806" y="49433"/>
                </a:cubicBezTo>
                <a:close/>
                <a:moveTo>
                  <a:pt x="14408" y="45489"/>
                </a:moveTo>
                <a:cubicBezTo>
                  <a:pt x="15644" y="46416"/>
                  <a:pt x="16321" y="48064"/>
                  <a:pt x="16159" y="49742"/>
                </a:cubicBezTo>
                <a:cubicBezTo>
                  <a:pt x="16100" y="50271"/>
                  <a:pt x="15983" y="50787"/>
                  <a:pt x="15791" y="51302"/>
                </a:cubicBezTo>
                <a:cubicBezTo>
                  <a:pt x="15806" y="51140"/>
                  <a:pt x="15836" y="50993"/>
                  <a:pt x="15850" y="50831"/>
                </a:cubicBezTo>
                <a:cubicBezTo>
                  <a:pt x="15983" y="50374"/>
                  <a:pt x="16071" y="49904"/>
                  <a:pt x="16086" y="49447"/>
                </a:cubicBezTo>
                <a:cubicBezTo>
                  <a:pt x="16141" y="48215"/>
                  <a:pt x="15724" y="46574"/>
                  <a:pt x="14408" y="45510"/>
                </a:cubicBezTo>
                <a:lnTo>
                  <a:pt x="14408" y="45510"/>
                </a:lnTo>
                <a:lnTo>
                  <a:pt x="14408" y="45489"/>
                </a:lnTo>
                <a:close/>
                <a:moveTo>
                  <a:pt x="15434" y="51008"/>
                </a:moveTo>
                <a:cubicBezTo>
                  <a:pt x="15431" y="51028"/>
                  <a:pt x="15428" y="51048"/>
                  <a:pt x="15424" y="51066"/>
                </a:cubicBezTo>
                <a:cubicBezTo>
                  <a:pt x="15394" y="51154"/>
                  <a:pt x="15365" y="51257"/>
                  <a:pt x="15335" y="51346"/>
                </a:cubicBezTo>
                <a:cubicBezTo>
                  <a:pt x="15350" y="51287"/>
                  <a:pt x="15365" y="51213"/>
                  <a:pt x="15394" y="51154"/>
                </a:cubicBezTo>
                <a:cubicBezTo>
                  <a:pt x="15410" y="51106"/>
                  <a:pt x="15422" y="51057"/>
                  <a:pt x="15434" y="51008"/>
                </a:cubicBezTo>
                <a:close/>
                <a:moveTo>
                  <a:pt x="15644" y="50580"/>
                </a:moveTo>
                <a:lnTo>
                  <a:pt x="15644" y="50580"/>
                </a:lnTo>
                <a:cubicBezTo>
                  <a:pt x="15630" y="50713"/>
                  <a:pt x="15615" y="50845"/>
                  <a:pt x="15585" y="50948"/>
                </a:cubicBezTo>
                <a:cubicBezTo>
                  <a:pt x="15546" y="51105"/>
                  <a:pt x="15496" y="51238"/>
                  <a:pt x="15444" y="51379"/>
                </a:cubicBezTo>
                <a:lnTo>
                  <a:pt x="15444" y="51379"/>
                </a:lnTo>
                <a:cubicBezTo>
                  <a:pt x="15473" y="51287"/>
                  <a:pt x="15485" y="51179"/>
                  <a:pt x="15497" y="51081"/>
                </a:cubicBezTo>
                <a:cubicBezTo>
                  <a:pt x="15556" y="50919"/>
                  <a:pt x="15615" y="50757"/>
                  <a:pt x="15644" y="50580"/>
                </a:cubicBezTo>
                <a:close/>
                <a:moveTo>
                  <a:pt x="15806" y="50374"/>
                </a:moveTo>
                <a:cubicBezTo>
                  <a:pt x="15806" y="50522"/>
                  <a:pt x="15791" y="50683"/>
                  <a:pt x="15777" y="50831"/>
                </a:cubicBezTo>
                <a:cubicBezTo>
                  <a:pt x="15718" y="51037"/>
                  <a:pt x="15644" y="51213"/>
                  <a:pt x="15571" y="51419"/>
                </a:cubicBezTo>
                <a:cubicBezTo>
                  <a:pt x="15615" y="51272"/>
                  <a:pt x="15630" y="51125"/>
                  <a:pt x="15644" y="50993"/>
                </a:cubicBezTo>
                <a:cubicBezTo>
                  <a:pt x="15718" y="50772"/>
                  <a:pt x="15777" y="50566"/>
                  <a:pt x="15806" y="50374"/>
                </a:cubicBezTo>
                <a:close/>
                <a:moveTo>
                  <a:pt x="15100" y="51920"/>
                </a:moveTo>
                <a:cubicBezTo>
                  <a:pt x="15100" y="51933"/>
                  <a:pt x="15100" y="51934"/>
                  <a:pt x="15077" y="51946"/>
                </a:cubicBezTo>
                <a:lnTo>
                  <a:pt x="15077" y="51946"/>
                </a:lnTo>
                <a:cubicBezTo>
                  <a:pt x="15084" y="51937"/>
                  <a:pt x="15091" y="51928"/>
                  <a:pt x="15100" y="51920"/>
                </a:cubicBezTo>
                <a:close/>
                <a:moveTo>
                  <a:pt x="14673" y="45562"/>
                </a:moveTo>
                <a:cubicBezTo>
                  <a:pt x="15924" y="46563"/>
                  <a:pt x="16571" y="48285"/>
                  <a:pt x="16307" y="50036"/>
                </a:cubicBezTo>
                <a:cubicBezTo>
                  <a:pt x="16218" y="50698"/>
                  <a:pt x="15997" y="51360"/>
                  <a:pt x="15659" y="52008"/>
                </a:cubicBezTo>
                <a:cubicBezTo>
                  <a:pt x="15688" y="51876"/>
                  <a:pt x="15718" y="51728"/>
                  <a:pt x="15733" y="51596"/>
                </a:cubicBezTo>
                <a:cubicBezTo>
                  <a:pt x="15997" y="50993"/>
                  <a:pt x="16159" y="50374"/>
                  <a:pt x="16233" y="49742"/>
                </a:cubicBezTo>
                <a:cubicBezTo>
                  <a:pt x="16383" y="48115"/>
                  <a:pt x="15759" y="46526"/>
                  <a:pt x="14631" y="45565"/>
                </a:cubicBezTo>
                <a:lnTo>
                  <a:pt x="14631" y="45565"/>
                </a:lnTo>
                <a:cubicBezTo>
                  <a:pt x="14645" y="45574"/>
                  <a:pt x="14659" y="45583"/>
                  <a:pt x="14673" y="45592"/>
                </a:cubicBezTo>
                <a:lnTo>
                  <a:pt x="14673" y="45562"/>
                </a:lnTo>
                <a:close/>
                <a:moveTo>
                  <a:pt x="15062" y="51969"/>
                </a:moveTo>
                <a:lnTo>
                  <a:pt x="15062" y="51969"/>
                </a:lnTo>
                <a:cubicBezTo>
                  <a:pt x="15056" y="51984"/>
                  <a:pt x="15048" y="52003"/>
                  <a:pt x="15039" y="52022"/>
                </a:cubicBezTo>
                <a:lnTo>
                  <a:pt x="15039" y="52022"/>
                </a:lnTo>
                <a:cubicBezTo>
                  <a:pt x="15045" y="52003"/>
                  <a:pt x="15052" y="51985"/>
                  <a:pt x="15062" y="51969"/>
                </a:cubicBezTo>
                <a:close/>
                <a:moveTo>
                  <a:pt x="15733" y="51184"/>
                </a:moveTo>
                <a:lnTo>
                  <a:pt x="15733" y="51184"/>
                </a:lnTo>
                <a:cubicBezTo>
                  <a:pt x="15718" y="51302"/>
                  <a:pt x="15703" y="51449"/>
                  <a:pt x="15688" y="51581"/>
                </a:cubicBezTo>
                <a:cubicBezTo>
                  <a:pt x="15616" y="51741"/>
                  <a:pt x="15515" y="51915"/>
                  <a:pt x="15441" y="52089"/>
                </a:cubicBezTo>
                <a:lnTo>
                  <a:pt x="15441" y="52089"/>
                </a:lnTo>
                <a:cubicBezTo>
                  <a:pt x="15483" y="51987"/>
                  <a:pt x="15497" y="51858"/>
                  <a:pt x="15512" y="51743"/>
                </a:cubicBezTo>
                <a:cubicBezTo>
                  <a:pt x="15585" y="51566"/>
                  <a:pt x="15659" y="51375"/>
                  <a:pt x="15733" y="51184"/>
                </a:cubicBezTo>
                <a:close/>
                <a:moveTo>
                  <a:pt x="15321" y="51625"/>
                </a:moveTo>
                <a:lnTo>
                  <a:pt x="15262" y="51846"/>
                </a:lnTo>
                <a:lnTo>
                  <a:pt x="15100" y="52170"/>
                </a:lnTo>
                <a:cubicBezTo>
                  <a:pt x="15100" y="52096"/>
                  <a:pt x="15129" y="52037"/>
                  <a:pt x="15144" y="51964"/>
                </a:cubicBezTo>
                <a:cubicBezTo>
                  <a:pt x="15203" y="51861"/>
                  <a:pt x="15262" y="51728"/>
                  <a:pt x="15321" y="51625"/>
                </a:cubicBezTo>
                <a:close/>
                <a:moveTo>
                  <a:pt x="15512" y="51390"/>
                </a:moveTo>
                <a:lnTo>
                  <a:pt x="15512" y="51390"/>
                </a:lnTo>
                <a:cubicBezTo>
                  <a:pt x="15497" y="51508"/>
                  <a:pt x="15468" y="51625"/>
                  <a:pt x="15438" y="51728"/>
                </a:cubicBezTo>
                <a:lnTo>
                  <a:pt x="15217" y="52170"/>
                </a:lnTo>
                <a:cubicBezTo>
                  <a:pt x="15262" y="52082"/>
                  <a:pt x="15276" y="51964"/>
                  <a:pt x="15321" y="51876"/>
                </a:cubicBezTo>
                <a:cubicBezTo>
                  <a:pt x="15394" y="51714"/>
                  <a:pt x="15468" y="51566"/>
                  <a:pt x="15512" y="51390"/>
                </a:cubicBezTo>
                <a:close/>
                <a:moveTo>
                  <a:pt x="14923" y="52376"/>
                </a:moveTo>
                <a:cubicBezTo>
                  <a:pt x="14923" y="52389"/>
                  <a:pt x="14923" y="52390"/>
                  <a:pt x="14912" y="52402"/>
                </a:cubicBezTo>
                <a:lnTo>
                  <a:pt x="14912" y="52402"/>
                </a:lnTo>
                <a:cubicBezTo>
                  <a:pt x="14916" y="52393"/>
                  <a:pt x="14920" y="52385"/>
                  <a:pt x="14923" y="52376"/>
                </a:cubicBezTo>
                <a:close/>
                <a:moveTo>
                  <a:pt x="14702" y="45518"/>
                </a:moveTo>
                <a:lnTo>
                  <a:pt x="14702" y="45518"/>
                </a:lnTo>
                <a:cubicBezTo>
                  <a:pt x="14776" y="45562"/>
                  <a:pt x="14850" y="45606"/>
                  <a:pt x="14923" y="45636"/>
                </a:cubicBezTo>
                <a:cubicBezTo>
                  <a:pt x="16203" y="46710"/>
                  <a:pt x="16807" y="48535"/>
                  <a:pt x="16454" y="50330"/>
                </a:cubicBezTo>
                <a:cubicBezTo>
                  <a:pt x="16307" y="51110"/>
                  <a:pt x="15997" y="51861"/>
                  <a:pt x="15556" y="52582"/>
                </a:cubicBezTo>
                <a:cubicBezTo>
                  <a:pt x="15556" y="52552"/>
                  <a:pt x="15571" y="52523"/>
                  <a:pt x="15571" y="52479"/>
                </a:cubicBezTo>
                <a:cubicBezTo>
                  <a:pt x="15585" y="52391"/>
                  <a:pt x="15615" y="52317"/>
                  <a:pt x="15630" y="52229"/>
                </a:cubicBezTo>
                <a:cubicBezTo>
                  <a:pt x="16012" y="51508"/>
                  <a:pt x="16277" y="50787"/>
                  <a:pt x="16380" y="50036"/>
                </a:cubicBezTo>
                <a:cubicBezTo>
                  <a:pt x="16645" y="48270"/>
                  <a:pt x="15997" y="46504"/>
                  <a:pt x="14702" y="45518"/>
                </a:cubicBezTo>
                <a:close/>
                <a:moveTo>
                  <a:pt x="15630" y="51861"/>
                </a:moveTo>
                <a:lnTo>
                  <a:pt x="15630" y="51861"/>
                </a:lnTo>
                <a:cubicBezTo>
                  <a:pt x="15615" y="51964"/>
                  <a:pt x="15585" y="52096"/>
                  <a:pt x="15556" y="52214"/>
                </a:cubicBezTo>
                <a:cubicBezTo>
                  <a:pt x="15482" y="52361"/>
                  <a:pt x="15394" y="52508"/>
                  <a:pt x="15291" y="52655"/>
                </a:cubicBezTo>
                <a:cubicBezTo>
                  <a:pt x="15321" y="52538"/>
                  <a:pt x="15350" y="52449"/>
                  <a:pt x="15365" y="52332"/>
                </a:cubicBezTo>
                <a:cubicBezTo>
                  <a:pt x="15468" y="52170"/>
                  <a:pt x="15556" y="52008"/>
                  <a:pt x="15630" y="51861"/>
                </a:cubicBezTo>
                <a:close/>
                <a:moveTo>
                  <a:pt x="15365" y="52008"/>
                </a:moveTo>
                <a:lnTo>
                  <a:pt x="15365" y="52008"/>
                </a:lnTo>
                <a:cubicBezTo>
                  <a:pt x="15350" y="52096"/>
                  <a:pt x="15321" y="52214"/>
                  <a:pt x="15291" y="52302"/>
                </a:cubicBezTo>
                <a:cubicBezTo>
                  <a:pt x="15217" y="52435"/>
                  <a:pt x="15144" y="52552"/>
                  <a:pt x="15056" y="52685"/>
                </a:cubicBezTo>
                <a:cubicBezTo>
                  <a:pt x="15070" y="52597"/>
                  <a:pt x="15114" y="52508"/>
                  <a:pt x="15129" y="52435"/>
                </a:cubicBezTo>
                <a:cubicBezTo>
                  <a:pt x="15217" y="52302"/>
                  <a:pt x="15291" y="52155"/>
                  <a:pt x="15365" y="52008"/>
                </a:cubicBezTo>
                <a:close/>
                <a:moveTo>
                  <a:pt x="14900" y="52426"/>
                </a:moveTo>
                <a:lnTo>
                  <a:pt x="14900" y="52426"/>
                </a:lnTo>
                <a:cubicBezTo>
                  <a:pt x="14893" y="52449"/>
                  <a:pt x="14890" y="52471"/>
                  <a:pt x="14879" y="52494"/>
                </a:cubicBezTo>
                <a:cubicBezTo>
                  <a:pt x="14835" y="52567"/>
                  <a:pt x="14776" y="52655"/>
                  <a:pt x="14732" y="52714"/>
                </a:cubicBezTo>
                <a:cubicBezTo>
                  <a:pt x="14761" y="52670"/>
                  <a:pt x="14776" y="52626"/>
                  <a:pt x="14805" y="52597"/>
                </a:cubicBezTo>
                <a:lnTo>
                  <a:pt x="14820" y="52582"/>
                </a:lnTo>
                <a:cubicBezTo>
                  <a:pt x="14843" y="52526"/>
                  <a:pt x="14874" y="52478"/>
                  <a:pt x="14900" y="52426"/>
                </a:cubicBezTo>
                <a:close/>
                <a:moveTo>
                  <a:pt x="15120" y="52265"/>
                </a:moveTo>
                <a:lnTo>
                  <a:pt x="15120" y="52265"/>
                </a:lnTo>
                <a:cubicBezTo>
                  <a:pt x="15116" y="52280"/>
                  <a:pt x="15114" y="52297"/>
                  <a:pt x="15114" y="52317"/>
                </a:cubicBezTo>
                <a:cubicBezTo>
                  <a:pt x="15114" y="52361"/>
                  <a:pt x="15100" y="52376"/>
                  <a:pt x="15100" y="52405"/>
                </a:cubicBezTo>
                <a:cubicBezTo>
                  <a:pt x="15041" y="52523"/>
                  <a:pt x="14967" y="52626"/>
                  <a:pt x="14894" y="52729"/>
                </a:cubicBezTo>
                <a:cubicBezTo>
                  <a:pt x="14908" y="52655"/>
                  <a:pt x="14953" y="52597"/>
                  <a:pt x="14967" y="52523"/>
                </a:cubicBezTo>
                <a:cubicBezTo>
                  <a:pt x="15022" y="52435"/>
                  <a:pt x="15069" y="52355"/>
                  <a:pt x="15120" y="52265"/>
                </a:cubicBezTo>
                <a:close/>
                <a:moveTo>
                  <a:pt x="14982" y="45621"/>
                </a:moveTo>
                <a:lnTo>
                  <a:pt x="14982" y="45621"/>
                </a:lnTo>
                <a:cubicBezTo>
                  <a:pt x="15056" y="45665"/>
                  <a:pt x="15129" y="45695"/>
                  <a:pt x="15188" y="45709"/>
                </a:cubicBezTo>
                <a:cubicBezTo>
                  <a:pt x="16660" y="46975"/>
                  <a:pt x="16969" y="49079"/>
                  <a:pt x="16601" y="50610"/>
                </a:cubicBezTo>
                <a:cubicBezTo>
                  <a:pt x="16395" y="51449"/>
                  <a:pt x="16012" y="52288"/>
                  <a:pt x="15438" y="53068"/>
                </a:cubicBezTo>
                <a:cubicBezTo>
                  <a:pt x="15468" y="52965"/>
                  <a:pt x="15482" y="52847"/>
                  <a:pt x="15497" y="52759"/>
                </a:cubicBezTo>
                <a:cubicBezTo>
                  <a:pt x="16012" y="51993"/>
                  <a:pt x="16351" y="51184"/>
                  <a:pt x="16513" y="50345"/>
                </a:cubicBezTo>
                <a:cubicBezTo>
                  <a:pt x="16866" y="48535"/>
                  <a:pt x="16277" y="46695"/>
                  <a:pt x="14982" y="45621"/>
                </a:cubicBezTo>
                <a:close/>
                <a:moveTo>
                  <a:pt x="15497" y="52405"/>
                </a:moveTo>
                <a:cubicBezTo>
                  <a:pt x="15497" y="52435"/>
                  <a:pt x="15497" y="52449"/>
                  <a:pt x="15482" y="52479"/>
                </a:cubicBezTo>
                <a:cubicBezTo>
                  <a:pt x="15468" y="52582"/>
                  <a:pt x="15438" y="52655"/>
                  <a:pt x="15424" y="52744"/>
                </a:cubicBezTo>
                <a:cubicBezTo>
                  <a:pt x="15365" y="52876"/>
                  <a:pt x="15276" y="52979"/>
                  <a:pt x="15188" y="53112"/>
                </a:cubicBezTo>
                <a:lnTo>
                  <a:pt x="15247" y="52832"/>
                </a:lnTo>
                <a:cubicBezTo>
                  <a:pt x="15335" y="52685"/>
                  <a:pt x="15424" y="52552"/>
                  <a:pt x="15497" y="52405"/>
                </a:cubicBezTo>
                <a:close/>
                <a:moveTo>
                  <a:pt x="14599" y="52920"/>
                </a:moveTo>
                <a:cubicBezTo>
                  <a:pt x="14599" y="52950"/>
                  <a:pt x="14585" y="52965"/>
                  <a:pt x="14585" y="52994"/>
                </a:cubicBezTo>
                <a:cubicBezTo>
                  <a:pt x="14541" y="53038"/>
                  <a:pt x="14526" y="53097"/>
                  <a:pt x="14482" y="53126"/>
                </a:cubicBezTo>
                <a:cubicBezTo>
                  <a:pt x="14467" y="53097"/>
                  <a:pt x="14482" y="53068"/>
                  <a:pt x="14511" y="53053"/>
                </a:cubicBezTo>
                <a:cubicBezTo>
                  <a:pt x="14541" y="53023"/>
                  <a:pt x="14555" y="52965"/>
                  <a:pt x="14599" y="52920"/>
                </a:cubicBezTo>
                <a:close/>
                <a:moveTo>
                  <a:pt x="15262" y="52538"/>
                </a:moveTo>
                <a:lnTo>
                  <a:pt x="15262" y="52538"/>
                </a:lnTo>
                <a:cubicBezTo>
                  <a:pt x="15247" y="52626"/>
                  <a:pt x="15217" y="52729"/>
                  <a:pt x="15188" y="52817"/>
                </a:cubicBezTo>
                <a:cubicBezTo>
                  <a:pt x="15114" y="52920"/>
                  <a:pt x="15026" y="53038"/>
                  <a:pt x="14953" y="53141"/>
                </a:cubicBezTo>
                <a:cubicBezTo>
                  <a:pt x="14967" y="53068"/>
                  <a:pt x="14982" y="52979"/>
                  <a:pt x="15026" y="52906"/>
                </a:cubicBezTo>
                <a:cubicBezTo>
                  <a:pt x="15114" y="52773"/>
                  <a:pt x="15188" y="52655"/>
                  <a:pt x="15262" y="52538"/>
                </a:cubicBezTo>
                <a:close/>
                <a:moveTo>
                  <a:pt x="15026" y="52655"/>
                </a:moveTo>
                <a:lnTo>
                  <a:pt x="14967" y="52876"/>
                </a:lnTo>
                <a:cubicBezTo>
                  <a:pt x="14894" y="52979"/>
                  <a:pt x="14820" y="53068"/>
                  <a:pt x="14747" y="53171"/>
                </a:cubicBezTo>
                <a:cubicBezTo>
                  <a:pt x="14761" y="53097"/>
                  <a:pt x="14805" y="53023"/>
                  <a:pt x="14820" y="52950"/>
                </a:cubicBezTo>
                <a:cubicBezTo>
                  <a:pt x="14879" y="52847"/>
                  <a:pt x="14953" y="52744"/>
                  <a:pt x="15026" y="52655"/>
                </a:cubicBezTo>
                <a:close/>
                <a:moveTo>
                  <a:pt x="14791" y="52773"/>
                </a:moveTo>
                <a:lnTo>
                  <a:pt x="14747" y="52950"/>
                </a:lnTo>
                <a:cubicBezTo>
                  <a:pt x="14688" y="53023"/>
                  <a:pt x="14629" y="53112"/>
                  <a:pt x="14555" y="53185"/>
                </a:cubicBezTo>
                <a:cubicBezTo>
                  <a:pt x="14570" y="53126"/>
                  <a:pt x="14599" y="53068"/>
                  <a:pt x="14614" y="53038"/>
                </a:cubicBezTo>
                <a:cubicBezTo>
                  <a:pt x="14629" y="52994"/>
                  <a:pt x="14673" y="52965"/>
                  <a:pt x="14688" y="52950"/>
                </a:cubicBezTo>
                <a:lnTo>
                  <a:pt x="14791" y="52773"/>
                </a:lnTo>
                <a:close/>
                <a:moveTo>
                  <a:pt x="14467" y="53244"/>
                </a:moveTo>
                <a:cubicBezTo>
                  <a:pt x="14452" y="53274"/>
                  <a:pt x="14438" y="53318"/>
                  <a:pt x="14408" y="53362"/>
                </a:cubicBezTo>
                <a:cubicBezTo>
                  <a:pt x="14379" y="53406"/>
                  <a:pt x="14364" y="53435"/>
                  <a:pt x="14320" y="53480"/>
                </a:cubicBezTo>
                <a:lnTo>
                  <a:pt x="14261" y="53538"/>
                </a:lnTo>
                <a:cubicBezTo>
                  <a:pt x="14290" y="53494"/>
                  <a:pt x="14305" y="53465"/>
                  <a:pt x="14320" y="53406"/>
                </a:cubicBezTo>
                <a:cubicBezTo>
                  <a:pt x="14379" y="53347"/>
                  <a:pt x="14408" y="53288"/>
                  <a:pt x="14467" y="53244"/>
                </a:cubicBezTo>
                <a:close/>
                <a:moveTo>
                  <a:pt x="15424" y="52906"/>
                </a:moveTo>
                <a:lnTo>
                  <a:pt x="15424" y="52906"/>
                </a:lnTo>
                <a:cubicBezTo>
                  <a:pt x="15409" y="52994"/>
                  <a:pt x="15394" y="53112"/>
                  <a:pt x="15365" y="53200"/>
                </a:cubicBezTo>
                <a:cubicBezTo>
                  <a:pt x="15276" y="53318"/>
                  <a:pt x="15203" y="53421"/>
                  <a:pt x="15114" y="53538"/>
                </a:cubicBezTo>
                <a:cubicBezTo>
                  <a:pt x="15129" y="53435"/>
                  <a:pt x="15144" y="53347"/>
                  <a:pt x="15173" y="53274"/>
                </a:cubicBezTo>
                <a:cubicBezTo>
                  <a:pt x="15262" y="53141"/>
                  <a:pt x="15350" y="53038"/>
                  <a:pt x="15424" y="52906"/>
                </a:cubicBezTo>
                <a:close/>
                <a:moveTo>
                  <a:pt x="15276" y="45695"/>
                </a:moveTo>
                <a:cubicBezTo>
                  <a:pt x="15335" y="45739"/>
                  <a:pt x="15394" y="45768"/>
                  <a:pt x="15438" y="45783"/>
                </a:cubicBezTo>
                <a:cubicBezTo>
                  <a:pt x="16954" y="47152"/>
                  <a:pt x="17190" y="49315"/>
                  <a:pt x="16748" y="50919"/>
                </a:cubicBezTo>
                <a:cubicBezTo>
                  <a:pt x="16498" y="51817"/>
                  <a:pt x="16027" y="52700"/>
                  <a:pt x="15365" y="53538"/>
                </a:cubicBezTo>
                <a:cubicBezTo>
                  <a:pt x="15394" y="53435"/>
                  <a:pt x="15409" y="53332"/>
                  <a:pt x="15424" y="53229"/>
                </a:cubicBezTo>
                <a:cubicBezTo>
                  <a:pt x="16027" y="52405"/>
                  <a:pt x="16454" y="51552"/>
                  <a:pt x="16674" y="50639"/>
                </a:cubicBezTo>
                <a:cubicBezTo>
                  <a:pt x="17042" y="49094"/>
                  <a:pt x="16733" y="47004"/>
                  <a:pt x="15276" y="45695"/>
                </a:cubicBezTo>
                <a:close/>
                <a:moveTo>
                  <a:pt x="14894" y="53053"/>
                </a:moveTo>
                <a:lnTo>
                  <a:pt x="14835" y="53274"/>
                </a:lnTo>
                <a:cubicBezTo>
                  <a:pt x="14761" y="53362"/>
                  <a:pt x="14688" y="53465"/>
                  <a:pt x="14599" y="53553"/>
                </a:cubicBezTo>
                <a:lnTo>
                  <a:pt x="14658" y="53332"/>
                </a:lnTo>
                <a:cubicBezTo>
                  <a:pt x="14747" y="53259"/>
                  <a:pt x="14820" y="53141"/>
                  <a:pt x="14894" y="53053"/>
                </a:cubicBezTo>
                <a:close/>
                <a:moveTo>
                  <a:pt x="15144" y="52979"/>
                </a:moveTo>
                <a:cubicBezTo>
                  <a:pt x="15129" y="53038"/>
                  <a:pt x="15129" y="53068"/>
                  <a:pt x="15114" y="53126"/>
                </a:cubicBezTo>
                <a:cubicBezTo>
                  <a:pt x="15114" y="53171"/>
                  <a:pt x="15100" y="53200"/>
                  <a:pt x="15100" y="53259"/>
                </a:cubicBezTo>
                <a:cubicBezTo>
                  <a:pt x="15026" y="53347"/>
                  <a:pt x="14923" y="53435"/>
                  <a:pt x="14835" y="53553"/>
                </a:cubicBezTo>
                <a:lnTo>
                  <a:pt x="14835" y="53509"/>
                </a:lnTo>
                <a:cubicBezTo>
                  <a:pt x="14850" y="53435"/>
                  <a:pt x="14879" y="53391"/>
                  <a:pt x="14894" y="53318"/>
                </a:cubicBezTo>
                <a:cubicBezTo>
                  <a:pt x="14982" y="53200"/>
                  <a:pt x="15056" y="53097"/>
                  <a:pt x="15144" y="52979"/>
                </a:cubicBezTo>
                <a:close/>
                <a:moveTo>
                  <a:pt x="14658" y="53171"/>
                </a:moveTo>
                <a:cubicBezTo>
                  <a:pt x="14658" y="53200"/>
                  <a:pt x="14629" y="53259"/>
                  <a:pt x="14614" y="53332"/>
                </a:cubicBezTo>
                <a:cubicBezTo>
                  <a:pt x="14541" y="53406"/>
                  <a:pt x="14482" y="53494"/>
                  <a:pt x="14408" y="53568"/>
                </a:cubicBezTo>
                <a:lnTo>
                  <a:pt x="14467" y="53406"/>
                </a:lnTo>
                <a:cubicBezTo>
                  <a:pt x="14482" y="53362"/>
                  <a:pt x="14526" y="53347"/>
                  <a:pt x="14541" y="53318"/>
                </a:cubicBezTo>
                <a:cubicBezTo>
                  <a:pt x="14585" y="53259"/>
                  <a:pt x="14614" y="53200"/>
                  <a:pt x="14658" y="53171"/>
                </a:cubicBezTo>
                <a:close/>
                <a:moveTo>
                  <a:pt x="14145" y="53661"/>
                </a:moveTo>
                <a:lnTo>
                  <a:pt x="14145" y="53661"/>
                </a:lnTo>
                <a:cubicBezTo>
                  <a:pt x="14139" y="53679"/>
                  <a:pt x="14132" y="53697"/>
                  <a:pt x="14114" y="53715"/>
                </a:cubicBezTo>
                <a:lnTo>
                  <a:pt x="14011" y="53833"/>
                </a:lnTo>
                <a:cubicBezTo>
                  <a:pt x="14025" y="53803"/>
                  <a:pt x="14040" y="53774"/>
                  <a:pt x="14070" y="53759"/>
                </a:cubicBezTo>
                <a:cubicBezTo>
                  <a:pt x="14093" y="53724"/>
                  <a:pt x="14125" y="53699"/>
                  <a:pt x="14145" y="53661"/>
                </a:cubicBezTo>
                <a:close/>
                <a:moveTo>
                  <a:pt x="14335" y="53553"/>
                </a:moveTo>
                <a:lnTo>
                  <a:pt x="14335" y="53553"/>
                </a:lnTo>
                <a:cubicBezTo>
                  <a:pt x="14320" y="53612"/>
                  <a:pt x="14305" y="53641"/>
                  <a:pt x="14290" y="53700"/>
                </a:cubicBezTo>
                <a:cubicBezTo>
                  <a:pt x="14246" y="53730"/>
                  <a:pt x="14217" y="53789"/>
                  <a:pt x="14158" y="53833"/>
                </a:cubicBezTo>
                <a:lnTo>
                  <a:pt x="14099" y="53877"/>
                </a:lnTo>
                <a:cubicBezTo>
                  <a:pt x="14114" y="53833"/>
                  <a:pt x="14143" y="53789"/>
                  <a:pt x="14158" y="53730"/>
                </a:cubicBezTo>
                <a:cubicBezTo>
                  <a:pt x="14231" y="53686"/>
                  <a:pt x="14290" y="53627"/>
                  <a:pt x="14335" y="53553"/>
                </a:cubicBezTo>
                <a:close/>
                <a:moveTo>
                  <a:pt x="14555" y="53494"/>
                </a:moveTo>
                <a:lnTo>
                  <a:pt x="14555" y="53494"/>
                </a:lnTo>
                <a:cubicBezTo>
                  <a:pt x="14541" y="53553"/>
                  <a:pt x="14526" y="53627"/>
                  <a:pt x="14511" y="53686"/>
                </a:cubicBezTo>
                <a:cubicBezTo>
                  <a:pt x="14438" y="53759"/>
                  <a:pt x="14364" y="53848"/>
                  <a:pt x="14290" y="53921"/>
                </a:cubicBezTo>
                <a:cubicBezTo>
                  <a:pt x="14305" y="53862"/>
                  <a:pt x="14320" y="53789"/>
                  <a:pt x="14335" y="53730"/>
                </a:cubicBezTo>
                <a:cubicBezTo>
                  <a:pt x="14364" y="53715"/>
                  <a:pt x="14379" y="53686"/>
                  <a:pt x="14408" y="53656"/>
                </a:cubicBezTo>
                <a:cubicBezTo>
                  <a:pt x="14467" y="53612"/>
                  <a:pt x="14511" y="53553"/>
                  <a:pt x="14555" y="53494"/>
                </a:cubicBezTo>
                <a:close/>
                <a:moveTo>
                  <a:pt x="14791" y="53435"/>
                </a:moveTo>
                <a:cubicBezTo>
                  <a:pt x="14791" y="53465"/>
                  <a:pt x="14776" y="53480"/>
                  <a:pt x="14776" y="53509"/>
                </a:cubicBezTo>
                <a:cubicBezTo>
                  <a:pt x="14761" y="53568"/>
                  <a:pt x="14761" y="53627"/>
                  <a:pt x="14747" y="53671"/>
                </a:cubicBezTo>
                <a:cubicBezTo>
                  <a:pt x="14673" y="53759"/>
                  <a:pt x="14599" y="53848"/>
                  <a:pt x="14511" y="53921"/>
                </a:cubicBezTo>
                <a:lnTo>
                  <a:pt x="14511" y="53906"/>
                </a:lnTo>
                <a:cubicBezTo>
                  <a:pt x="14526" y="53833"/>
                  <a:pt x="14541" y="53774"/>
                  <a:pt x="14555" y="53715"/>
                </a:cubicBezTo>
                <a:cubicBezTo>
                  <a:pt x="14629" y="53627"/>
                  <a:pt x="14732" y="53538"/>
                  <a:pt x="14791" y="53435"/>
                </a:cubicBezTo>
                <a:close/>
                <a:moveTo>
                  <a:pt x="15056" y="53391"/>
                </a:moveTo>
                <a:lnTo>
                  <a:pt x="15056" y="53391"/>
                </a:lnTo>
                <a:cubicBezTo>
                  <a:pt x="15041" y="53480"/>
                  <a:pt x="15026" y="53553"/>
                  <a:pt x="15026" y="53641"/>
                </a:cubicBezTo>
                <a:cubicBezTo>
                  <a:pt x="14953" y="53730"/>
                  <a:pt x="14850" y="53833"/>
                  <a:pt x="14761" y="53921"/>
                </a:cubicBezTo>
                <a:cubicBezTo>
                  <a:pt x="14776" y="53848"/>
                  <a:pt x="14776" y="53774"/>
                  <a:pt x="14805" y="53700"/>
                </a:cubicBezTo>
                <a:cubicBezTo>
                  <a:pt x="14894" y="53612"/>
                  <a:pt x="14967" y="53494"/>
                  <a:pt x="15056" y="53391"/>
                </a:cubicBezTo>
                <a:close/>
                <a:moveTo>
                  <a:pt x="15335" y="53347"/>
                </a:moveTo>
                <a:lnTo>
                  <a:pt x="15276" y="53627"/>
                </a:lnTo>
                <a:cubicBezTo>
                  <a:pt x="15217" y="53730"/>
                  <a:pt x="15129" y="53833"/>
                  <a:pt x="15041" y="53921"/>
                </a:cubicBezTo>
                <a:cubicBezTo>
                  <a:pt x="15056" y="53833"/>
                  <a:pt x="15056" y="53759"/>
                  <a:pt x="15070" y="53656"/>
                </a:cubicBezTo>
                <a:cubicBezTo>
                  <a:pt x="15173" y="53553"/>
                  <a:pt x="15247" y="53465"/>
                  <a:pt x="15335" y="53347"/>
                </a:cubicBezTo>
                <a:close/>
                <a:moveTo>
                  <a:pt x="15541" y="45798"/>
                </a:moveTo>
                <a:cubicBezTo>
                  <a:pt x="15585" y="45798"/>
                  <a:pt x="15644" y="45842"/>
                  <a:pt x="15703" y="45857"/>
                </a:cubicBezTo>
                <a:cubicBezTo>
                  <a:pt x="17248" y="47299"/>
                  <a:pt x="17410" y="49565"/>
                  <a:pt x="16895" y="51213"/>
                </a:cubicBezTo>
                <a:cubicBezTo>
                  <a:pt x="16601" y="52170"/>
                  <a:pt x="16071" y="53097"/>
                  <a:pt x="15321" y="53951"/>
                </a:cubicBezTo>
                <a:cubicBezTo>
                  <a:pt x="15335" y="53862"/>
                  <a:pt x="15335" y="53774"/>
                  <a:pt x="15350" y="53686"/>
                </a:cubicBezTo>
                <a:cubicBezTo>
                  <a:pt x="16071" y="52817"/>
                  <a:pt x="16542" y="51920"/>
                  <a:pt x="16822" y="50948"/>
                </a:cubicBezTo>
                <a:cubicBezTo>
                  <a:pt x="17263" y="49359"/>
                  <a:pt x="17028" y="47181"/>
                  <a:pt x="15541" y="45798"/>
                </a:cubicBezTo>
                <a:close/>
                <a:moveTo>
                  <a:pt x="13864" y="53995"/>
                </a:moveTo>
                <a:cubicBezTo>
                  <a:pt x="13864" y="53995"/>
                  <a:pt x="13864" y="54009"/>
                  <a:pt x="13849" y="54009"/>
                </a:cubicBezTo>
                <a:lnTo>
                  <a:pt x="13864" y="53995"/>
                </a:lnTo>
                <a:close/>
                <a:moveTo>
                  <a:pt x="13811" y="54048"/>
                </a:moveTo>
                <a:cubicBezTo>
                  <a:pt x="13807" y="54056"/>
                  <a:pt x="13805" y="54063"/>
                  <a:pt x="13805" y="54068"/>
                </a:cubicBezTo>
                <a:lnTo>
                  <a:pt x="13805" y="54054"/>
                </a:lnTo>
                <a:lnTo>
                  <a:pt x="13811" y="54048"/>
                </a:lnTo>
                <a:close/>
                <a:moveTo>
                  <a:pt x="14040" y="53906"/>
                </a:moveTo>
                <a:cubicBezTo>
                  <a:pt x="14025" y="53936"/>
                  <a:pt x="14011" y="53965"/>
                  <a:pt x="13996" y="54024"/>
                </a:cubicBezTo>
                <a:lnTo>
                  <a:pt x="13849" y="54171"/>
                </a:lnTo>
                <a:cubicBezTo>
                  <a:pt x="13864" y="54142"/>
                  <a:pt x="13878" y="54098"/>
                  <a:pt x="13893" y="54054"/>
                </a:cubicBezTo>
                <a:cubicBezTo>
                  <a:pt x="13952" y="54009"/>
                  <a:pt x="13996" y="53951"/>
                  <a:pt x="14040" y="53906"/>
                </a:cubicBezTo>
                <a:close/>
                <a:moveTo>
                  <a:pt x="14202" y="53862"/>
                </a:moveTo>
                <a:lnTo>
                  <a:pt x="14202" y="53862"/>
                </a:lnTo>
                <a:cubicBezTo>
                  <a:pt x="14217" y="53921"/>
                  <a:pt x="14187" y="53980"/>
                  <a:pt x="14173" y="54024"/>
                </a:cubicBezTo>
                <a:lnTo>
                  <a:pt x="14011" y="54201"/>
                </a:lnTo>
                <a:lnTo>
                  <a:pt x="13967" y="54230"/>
                </a:lnTo>
                <a:lnTo>
                  <a:pt x="14025" y="54068"/>
                </a:lnTo>
                <a:cubicBezTo>
                  <a:pt x="14084" y="54009"/>
                  <a:pt x="14128" y="53936"/>
                  <a:pt x="14187" y="53877"/>
                </a:cubicBezTo>
                <a:lnTo>
                  <a:pt x="14202" y="53862"/>
                </a:lnTo>
                <a:close/>
                <a:moveTo>
                  <a:pt x="14467" y="53833"/>
                </a:moveTo>
                <a:cubicBezTo>
                  <a:pt x="14467" y="53848"/>
                  <a:pt x="14452" y="53862"/>
                  <a:pt x="14452" y="53877"/>
                </a:cubicBezTo>
                <a:cubicBezTo>
                  <a:pt x="14438" y="53921"/>
                  <a:pt x="14438" y="53980"/>
                  <a:pt x="14408" y="54009"/>
                </a:cubicBezTo>
                <a:cubicBezTo>
                  <a:pt x="14335" y="54083"/>
                  <a:pt x="14261" y="54171"/>
                  <a:pt x="14173" y="54245"/>
                </a:cubicBezTo>
                <a:cubicBezTo>
                  <a:pt x="14187" y="54201"/>
                  <a:pt x="14217" y="54127"/>
                  <a:pt x="14231" y="54068"/>
                </a:cubicBezTo>
                <a:lnTo>
                  <a:pt x="14261" y="54024"/>
                </a:lnTo>
                <a:cubicBezTo>
                  <a:pt x="14335" y="53951"/>
                  <a:pt x="14408" y="53906"/>
                  <a:pt x="14467" y="53833"/>
                </a:cubicBezTo>
                <a:close/>
                <a:moveTo>
                  <a:pt x="14732" y="53789"/>
                </a:moveTo>
                <a:cubicBezTo>
                  <a:pt x="14702" y="53862"/>
                  <a:pt x="14702" y="53936"/>
                  <a:pt x="14688" y="54009"/>
                </a:cubicBezTo>
                <a:cubicBezTo>
                  <a:pt x="14614" y="54098"/>
                  <a:pt x="14526" y="54171"/>
                  <a:pt x="14452" y="54274"/>
                </a:cubicBezTo>
                <a:cubicBezTo>
                  <a:pt x="14467" y="54201"/>
                  <a:pt x="14467" y="54127"/>
                  <a:pt x="14482" y="54068"/>
                </a:cubicBezTo>
                <a:cubicBezTo>
                  <a:pt x="14555" y="53980"/>
                  <a:pt x="14658" y="53877"/>
                  <a:pt x="14732" y="53789"/>
                </a:cubicBezTo>
                <a:close/>
                <a:moveTo>
                  <a:pt x="15026" y="53774"/>
                </a:moveTo>
                <a:lnTo>
                  <a:pt x="15026" y="53774"/>
                </a:lnTo>
                <a:cubicBezTo>
                  <a:pt x="14997" y="53848"/>
                  <a:pt x="14997" y="53936"/>
                  <a:pt x="14982" y="54009"/>
                </a:cubicBezTo>
                <a:cubicBezTo>
                  <a:pt x="14894" y="54083"/>
                  <a:pt x="14805" y="54171"/>
                  <a:pt x="14732" y="54274"/>
                </a:cubicBezTo>
                <a:cubicBezTo>
                  <a:pt x="14747" y="54201"/>
                  <a:pt x="14747" y="54127"/>
                  <a:pt x="14761" y="54054"/>
                </a:cubicBezTo>
                <a:cubicBezTo>
                  <a:pt x="14850" y="53951"/>
                  <a:pt x="14923" y="53862"/>
                  <a:pt x="15026" y="53774"/>
                </a:cubicBezTo>
                <a:close/>
                <a:moveTo>
                  <a:pt x="15276" y="53774"/>
                </a:moveTo>
                <a:lnTo>
                  <a:pt x="15276" y="53774"/>
                </a:lnTo>
                <a:cubicBezTo>
                  <a:pt x="15262" y="53862"/>
                  <a:pt x="15262" y="53951"/>
                  <a:pt x="15247" y="54054"/>
                </a:cubicBezTo>
                <a:cubicBezTo>
                  <a:pt x="15173" y="54098"/>
                  <a:pt x="15100" y="54201"/>
                  <a:pt x="14997" y="54289"/>
                </a:cubicBezTo>
                <a:cubicBezTo>
                  <a:pt x="14997" y="54215"/>
                  <a:pt x="15026" y="54127"/>
                  <a:pt x="15041" y="54054"/>
                </a:cubicBezTo>
                <a:cubicBezTo>
                  <a:pt x="15129" y="53951"/>
                  <a:pt x="15203" y="53862"/>
                  <a:pt x="15276" y="53774"/>
                </a:cubicBezTo>
                <a:close/>
                <a:moveTo>
                  <a:pt x="15791" y="45842"/>
                </a:moveTo>
                <a:lnTo>
                  <a:pt x="15791" y="45842"/>
                </a:lnTo>
                <a:cubicBezTo>
                  <a:pt x="15850" y="45886"/>
                  <a:pt x="15909" y="45915"/>
                  <a:pt x="15953" y="45930"/>
                </a:cubicBezTo>
                <a:cubicBezTo>
                  <a:pt x="17528" y="47446"/>
                  <a:pt x="17646" y="49815"/>
                  <a:pt x="17057" y="51508"/>
                </a:cubicBezTo>
                <a:cubicBezTo>
                  <a:pt x="16719" y="52508"/>
                  <a:pt x="16130" y="53465"/>
                  <a:pt x="15276" y="54318"/>
                </a:cubicBezTo>
                <a:cubicBezTo>
                  <a:pt x="15276" y="54230"/>
                  <a:pt x="15291" y="54142"/>
                  <a:pt x="15291" y="54054"/>
                </a:cubicBezTo>
                <a:cubicBezTo>
                  <a:pt x="16086" y="53171"/>
                  <a:pt x="16660" y="52214"/>
                  <a:pt x="16969" y="51213"/>
                </a:cubicBezTo>
                <a:cubicBezTo>
                  <a:pt x="17484" y="49580"/>
                  <a:pt x="17322" y="47313"/>
                  <a:pt x="15791" y="45842"/>
                </a:cubicBezTo>
                <a:close/>
                <a:moveTo>
                  <a:pt x="13731" y="54230"/>
                </a:moveTo>
                <a:cubicBezTo>
                  <a:pt x="13716" y="54274"/>
                  <a:pt x="13716" y="54289"/>
                  <a:pt x="13702" y="54318"/>
                </a:cubicBezTo>
                <a:lnTo>
                  <a:pt x="13584" y="54436"/>
                </a:lnTo>
                <a:cubicBezTo>
                  <a:pt x="13628" y="54392"/>
                  <a:pt x="13628" y="54377"/>
                  <a:pt x="13643" y="54348"/>
                </a:cubicBezTo>
                <a:cubicBezTo>
                  <a:pt x="13672" y="54304"/>
                  <a:pt x="13716" y="54274"/>
                  <a:pt x="13731" y="54230"/>
                </a:cubicBezTo>
                <a:close/>
                <a:moveTo>
                  <a:pt x="13937" y="54201"/>
                </a:moveTo>
                <a:cubicBezTo>
                  <a:pt x="13922" y="54245"/>
                  <a:pt x="13893" y="54289"/>
                  <a:pt x="13878" y="54348"/>
                </a:cubicBezTo>
                <a:cubicBezTo>
                  <a:pt x="13819" y="54392"/>
                  <a:pt x="13775" y="54451"/>
                  <a:pt x="13702" y="54510"/>
                </a:cubicBezTo>
                <a:cubicBezTo>
                  <a:pt x="13716" y="54451"/>
                  <a:pt x="13731" y="54421"/>
                  <a:pt x="13746" y="54363"/>
                </a:cubicBezTo>
                <a:cubicBezTo>
                  <a:pt x="13819" y="54304"/>
                  <a:pt x="13878" y="54245"/>
                  <a:pt x="13937" y="54201"/>
                </a:cubicBezTo>
                <a:close/>
                <a:moveTo>
                  <a:pt x="14143" y="54171"/>
                </a:moveTo>
                <a:lnTo>
                  <a:pt x="14143" y="54171"/>
                </a:lnTo>
                <a:cubicBezTo>
                  <a:pt x="14114" y="54215"/>
                  <a:pt x="14114" y="54245"/>
                  <a:pt x="14099" y="54289"/>
                </a:cubicBezTo>
                <a:cubicBezTo>
                  <a:pt x="14099" y="54304"/>
                  <a:pt x="14084" y="54348"/>
                  <a:pt x="14084" y="54363"/>
                </a:cubicBezTo>
                <a:cubicBezTo>
                  <a:pt x="14011" y="54436"/>
                  <a:pt x="13937" y="54495"/>
                  <a:pt x="13864" y="54569"/>
                </a:cubicBezTo>
                <a:lnTo>
                  <a:pt x="13922" y="54392"/>
                </a:lnTo>
                <a:cubicBezTo>
                  <a:pt x="13967" y="54318"/>
                  <a:pt x="14025" y="54289"/>
                  <a:pt x="14070" y="54245"/>
                </a:cubicBezTo>
                <a:lnTo>
                  <a:pt x="14143" y="54171"/>
                </a:lnTo>
                <a:close/>
                <a:moveTo>
                  <a:pt x="14393" y="54157"/>
                </a:moveTo>
                <a:lnTo>
                  <a:pt x="14393" y="54157"/>
                </a:lnTo>
                <a:cubicBezTo>
                  <a:pt x="14379" y="54215"/>
                  <a:pt x="14379" y="54289"/>
                  <a:pt x="14364" y="54363"/>
                </a:cubicBezTo>
                <a:cubicBezTo>
                  <a:pt x="14290" y="54421"/>
                  <a:pt x="14187" y="54495"/>
                  <a:pt x="14114" y="54583"/>
                </a:cubicBezTo>
                <a:cubicBezTo>
                  <a:pt x="14143" y="54524"/>
                  <a:pt x="14143" y="54451"/>
                  <a:pt x="14158" y="54392"/>
                </a:cubicBezTo>
                <a:cubicBezTo>
                  <a:pt x="14231" y="54318"/>
                  <a:pt x="14320" y="54245"/>
                  <a:pt x="14393" y="54157"/>
                </a:cubicBezTo>
                <a:close/>
                <a:moveTo>
                  <a:pt x="14673" y="54127"/>
                </a:moveTo>
                <a:lnTo>
                  <a:pt x="14673" y="54127"/>
                </a:lnTo>
                <a:cubicBezTo>
                  <a:pt x="14658" y="54201"/>
                  <a:pt x="14658" y="54274"/>
                  <a:pt x="14629" y="54348"/>
                </a:cubicBezTo>
                <a:cubicBezTo>
                  <a:pt x="14555" y="54421"/>
                  <a:pt x="14482" y="54510"/>
                  <a:pt x="14393" y="54583"/>
                </a:cubicBezTo>
                <a:cubicBezTo>
                  <a:pt x="14393" y="54510"/>
                  <a:pt x="14408" y="54436"/>
                  <a:pt x="14408" y="54377"/>
                </a:cubicBezTo>
                <a:lnTo>
                  <a:pt x="14673" y="54127"/>
                </a:lnTo>
                <a:close/>
                <a:moveTo>
                  <a:pt x="14953" y="54127"/>
                </a:moveTo>
                <a:lnTo>
                  <a:pt x="14953" y="54127"/>
                </a:lnTo>
                <a:cubicBezTo>
                  <a:pt x="14923" y="54201"/>
                  <a:pt x="14923" y="54289"/>
                  <a:pt x="14923" y="54363"/>
                </a:cubicBezTo>
                <a:lnTo>
                  <a:pt x="14688" y="54598"/>
                </a:lnTo>
                <a:cubicBezTo>
                  <a:pt x="14688" y="54524"/>
                  <a:pt x="14702" y="54451"/>
                  <a:pt x="14702" y="54377"/>
                </a:cubicBezTo>
                <a:cubicBezTo>
                  <a:pt x="14805" y="54289"/>
                  <a:pt x="14879" y="54215"/>
                  <a:pt x="14953" y="54127"/>
                </a:cubicBezTo>
                <a:close/>
                <a:moveTo>
                  <a:pt x="15247" y="54142"/>
                </a:moveTo>
                <a:lnTo>
                  <a:pt x="15247" y="54142"/>
                </a:lnTo>
                <a:cubicBezTo>
                  <a:pt x="15217" y="54230"/>
                  <a:pt x="15217" y="54304"/>
                  <a:pt x="15217" y="54392"/>
                </a:cubicBezTo>
                <a:cubicBezTo>
                  <a:pt x="15129" y="54466"/>
                  <a:pt x="15056" y="54539"/>
                  <a:pt x="14982" y="54613"/>
                </a:cubicBezTo>
                <a:cubicBezTo>
                  <a:pt x="14982" y="54539"/>
                  <a:pt x="14997" y="54451"/>
                  <a:pt x="14997" y="54377"/>
                </a:cubicBezTo>
                <a:lnTo>
                  <a:pt x="15247" y="54142"/>
                </a:lnTo>
                <a:close/>
                <a:moveTo>
                  <a:pt x="13452" y="54569"/>
                </a:moveTo>
                <a:cubicBezTo>
                  <a:pt x="13452" y="54583"/>
                  <a:pt x="13437" y="54583"/>
                  <a:pt x="13437" y="54598"/>
                </a:cubicBezTo>
                <a:lnTo>
                  <a:pt x="13402" y="54633"/>
                </a:lnTo>
                <a:lnTo>
                  <a:pt x="13402" y="54633"/>
                </a:lnTo>
                <a:cubicBezTo>
                  <a:pt x="13407" y="54622"/>
                  <a:pt x="13407" y="54613"/>
                  <a:pt x="13407" y="54613"/>
                </a:cubicBezTo>
                <a:lnTo>
                  <a:pt x="13452" y="54569"/>
                </a:lnTo>
                <a:close/>
                <a:moveTo>
                  <a:pt x="16086" y="45960"/>
                </a:moveTo>
                <a:cubicBezTo>
                  <a:pt x="16100" y="45960"/>
                  <a:pt x="16159" y="45989"/>
                  <a:pt x="16218" y="46004"/>
                </a:cubicBezTo>
                <a:cubicBezTo>
                  <a:pt x="17602" y="47387"/>
                  <a:pt x="17999" y="49742"/>
                  <a:pt x="17204" y="51802"/>
                </a:cubicBezTo>
                <a:cubicBezTo>
                  <a:pt x="16822" y="52832"/>
                  <a:pt x="16159" y="53803"/>
                  <a:pt x="15262" y="54686"/>
                </a:cubicBezTo>
                <a:cubicBezTo>
                  <a:pt x="15262" y="54598"/>
                  <a:pt x="15262" y="54524"/>
                  <a:pt x="15276" y="54436"/>
                </a:cubicBezTo>
                <a:cubicBezTo>
                  <a:pt x="16145" y="53538"/>
                  <a:pt x="16763" y="52552"/>
                  <a:pt x="17131" y="51522"/>
                </a:cubicBezTo>
                <a:cubicBezTo>
                  <a:pt x="17719" y="49830"/>
                  <a:pt x="17616" y="47475"/>
                  <a:pt x="16086" y="45960"/>
                </a:cubicBezTo>
                <a:close/>
                <a:moveTo>
                  <a:pt x="13643" y="54495"/>
                </a:moveTo>
                <a:lnTo>
                  <a:pt x="13643" y="54495"/>
                </a:lnTo>
                <a:cubicBezTo>
                  <a:pt x="13628" y="54524"/>
                  <a:pt x="13599" y="54569"/>
                  <a:pt x="13599" y="54613"/>
                </a:cubicBezTo>
                <a:cubicBezTo>
                  <a:pt x="13569" y="54657"/>
                  <a:pt x="13510" y="54716"/>
                  <a:pt x="13452" y="54745"/>
                </a:cubicBezTo>
                <a:lnTo>
                  <a:pt x="13437" y="54760"/>
                </a:lnTo>
                <a:cubicBezTo>
                  <a:pt x="13452" y="54731"/>
                  <a:pt x="13481" y="54686"/>
                  <a:pt x="13496" y="54642"/>
                </a:cubicBezTo>
                <a:cubicBezTo>
                  <a:pt x="13555" y="54583"/>
                  <a:pt x="13584" y="54524"/>
                  <a:pt x="13643" y="54495"/>
                </a:cubicBezTo>
                <a:close/>
                <a:moveTo>
                  <a:pt x="13819" y="54451"/>
                </a:moveTo>
                <a:cubicBezTo>
                  <a:pt x="13819" y="54524"/>
                  <a:pt x="13805" y="54583"/>
                  <a:pt x="13790" y="54642"/>
                </a:cubicBezTo>
                <a:cubicBezTo>
                  <a:pt x="13716" y="54686"/>
                  <a:pt x="13658" y="54745"/>
                  <a:pt x="13584" y="54804"/>
                </a:cubicBezTo>
                <a:lnTo>
                  <a:pt x="13643" y="54642"/>
                </a:lnTo>
                <a:cubicBezTo>
                  <a:pt x="13702" y="54583"/>
                  <a:pt x="13775" y="54524"/>
                  <a:pt x="13819" y="54451"/>
                </a:cubicBezTo>
                <a:close/>
                <a:moveTo>
                  <a:pt x="14084" y="54466"/>
                </a:moveTo>
                <a:cubicBezTo>
                  <a:pt x="14070" y="54524"/>
                  <a:pt x="14070" y="54598"/>
                  <a:pt x="14040" y="54657"/>
                </a:cubicBezTo>
                <a:cubicBezTo>
                  <a:pt x="14025" y="54672"/>
                  <a:pt x="14011" y="54686"/>
                  <a:pt x="13967" y="54716"/>
                </a:cubicBezTo>
                <a:cubicBezTo>
                  <a:pt x="13922" y="54760"/>
                  <a:pt x="13864" y="54804"/>
                  <a:pt x="13805" y="54863"/>
                </a:cubicBezTo>
                <a:cubicBezTo>
                  <a:pt x="13819" y="54804"/>
                  <a:pt x="13819" y="54745"/>
                  <a:pt x="13849" y="54686"/>
                </a:cubicBezTo>
                <a:lnTo>
                  <a:pt x="13849" y="54672"/>
                </a:lnTo>
                <a:cubicBezTo>
                  <a:pt x="13864" y="54657"/>
                  <a:pt x="13893" y="54642"/>
                  <a:pt x="13922" y="54613"/>
                </a:cubicBezTo>
                <a:cubicBezTo>
                  <a:pt x="13967" y="54569"/>
                  <a:pt x="14025" y="54524"/>
                  <a:pt x="14084" y="54466"/>
                </a:cubicBezTo>
                <a:close/>
                <a:moveTo>
                  <a:pt x="14335" y="54451"/>
                </a:moveTo>
                <a:cubicBezTo>
                  <a:pt x="14335" y="54524"/>
                  <a:pt x="14320" y="54583"/>
                  <a:pt x="14320" y="54657"/>
                </a:cubicBezTo>
                <a:cubicBezTo>
                  <a:pt x="14231" y="54731"/>
                  <a:pt x="14158" y="54804"/>
                  <a:pt x="14070" y="54878"/>
                </a:cubicBezTo>
                <a:cubicBezTo>
                  <a:pt x="14070" y="54804"/>
                  <a:pt x="14084" y="54745"/>
                  <a:pt x="14099" y="54686"/>
                </a:cubicBezTo>
                <a:cubicBezTo>
                  <a:pt x="14187" y="54613"/>
                  <a:pt x="14261" y="54539"/>
                  <a:pt x="14335" y="54451"/>
                </a:cubicBezTo>
                <a:close/>
                <a:moveTo>
                  <a:pt x="14629" y="54451"/>
                </a:moveTo>
                <a:cubicBezTo>
                  <a:pt x="14629" y="54524"/>
                  <a:pt x="14614" y="54598"/>
                  <a:pt x="14614" y="54672"/>
                </a:cubicBezTo>
                <a:cubicBezTo>
                  <a:pt x="14541" y="54745"/>
                  <a:pt x="14452" y="54819"/>
                  <a:pt x="14364" y="54892"/>
                </a:cubicBezTo>
                <a:cubicBezTo>
                  <a:pt x="14379" y="54819"/>
                  <a:pt x="14379" y="54745"/>
                  <a:pt x="14379" y="54686"/>
                </a:cubicBezTo>
                <a:cubicBezTo>
                  <a:pt x="14467" y="54613"/>
                  <a:pt x="14541" y="54524"/>
                  <a:pt x="14629" y="54451"/>
                </a:cubicBezTo>
                <a:close/>
                <a:moveTo>
                  <a:pt x="14923" y="54451"/>
                </a:moveTo>
                <a:cubicBezTo>
                  <a:pt x="14923" y="54524"/>
                  <a:pt x="14908" y="54613"/>
                  <a:pt x="14908" y="54686"/>
                </a:cubicBezTo>
                <a:cubicBezTo>
                  <a:pt x="14820" y="54760"/>
                  <a:pt x="14747" y="54834"/>
                  <a:pt x="14673" y="54907"/>
                </a:cubicBezTo>
                <a:cubicBezTo>
                  <a:pt x="14673" y="54834"/>
                  <a:pt x="14673" y="54760"/>
                  <a:pt x="14688" y="54686"/>
                </a:cubicBezTo>
                <a:cubicBezTo>
                  <a:pt x="14761" y="54613"/>
                  <a:pt x="14850" y="54539"/>
                  <a:pt x="14923" y="54451"/>
                </a:cubicBezTo>
                <a:close/>
                <a:moveTo>
                  <a:pt x="13363" y="54760"/>
                </a:moveTo>
                <a:lnTo>
                  <a:pt x="13363" y="54760"/>
                </a:lnTo>
                <a:cubicBezTo>
                  <a:pt x="13349" y="54804"/>
                  <a:pt x="13349" y="54819"/>
                  <a:pt x="13319" y="54863"/>
                </a:cubicBezTo>
                <a:lnTo>
                  <a:pt x="13216" y="54966"/>
                </a:lnTo>
                <a:cubicBezTo>
                  <a:pt x="13216" y="54951"/>
                  <a:pt x="13231" y="54907"/>
                  <a:pt x="13260" y="54878"/>
                </a:cubicBezTo>
                <a:lnTo>
                  <a:pt x="13363" y="54760"/>
                </a:lnTo>
                <a:close/>
                <a:moveTo>
                  <a:pt x="15188" y="54510"/>
                </a:moveTo>
                <a:cubicBezTo>
                  <a:pt x="15188" y="54583"/>
                  <a:pt x="15173" y="54657"/>
                  <a:pt x="15173" y="54745"/>
                </a:cubicBezTo>
                <a:lnTo>
                  <a:pt x="15173" y="54760"/>
                </a:lnTo>
                <a:cubicBezTo>
                  <a:pt x="15100" y="54834"/>
                  <a:pt x="15026" y="54907"/>
                  <a:pt x="14953" y="54966"/>
                </a:cubicBezTo>
                <a:cubicBezTo>
                  <a:pt x="14967" y="54892"/>
                  <a:pt x="14967" y="54804"/>
                  <a:pt x="14967" y="54731"/>
                </a:cubicBezTo>
                <a:lnTo>
                  <a:pt x="15188" y="54510"/>
                </a:lnTo>
                <a:close/>
                <a:moveTo>
                  <a:pt x="16321" y="46004"/>
                </a:moveTo>
                <a:cubicBezTo>
                  <a:pt x="16380" y="46048"/>
                  <a:pt x="16424" y="46063"/>
                  <a:pt x="16468" y="46063"/>
                </a:cubicBezTo>
                <a:cubicBezTo>
                  <a:pt x="17866" y="47505"/>
                  <a:pt x="18234" y="49962"/>
                  <a:pt x="17351" y="52082"/>
                </a:cubicBezTo>
                <a:cubicBezTo>
                  <a:pt x="16910" y="53126"/>
                  <a:pt x="16218" y="54127"/>
                  <a:pt x="15247" y="55025"/>
                </a:cubicBezTo>
                <a:lnTo>
                  <a:pt x="15247" y="54760"/>
                </a:lnTo>
                <a:cubicBezTo>
                  <a:pt x="16174" y="53848"/>
                  <a:pt x="16866" y="52847"/>
                  <a:pt x="17263" y="51802"/>
                </a:cubicBezTo>
                <a:cubicBezTo>
                  <a:pt x="17646" y="50816"/>
                  <a:pt x="17763" y="49683"/>
                  <a:pt x="17602" y="48653"/>
                </a:cubicBezTo>
                <a:cubicBezTo>
                  <a:pt x="17425" y="47608"/>
                  <a:pt x="16983" y="46710"/>
                  <a:pt x="16321" y="46004"/>
                </a:cubicBezTo>
                <a:close/>
                <a:moveTo>
                  <a:pt x="13525" y="54745"/>
                </a:moveTo>
                <a:cubicBezTo>
                  <a:pt x="13525" y="54804"/>
                  <a:pt x="13510" y="54834"/>
                  <a:pt x="13496" y="54892"/>
                </a:cubicBezTo>
                <a:cubicBezTo>
                  <a:pt x="13437" y="54951"/>
                  <a:pt x="13378" y="55010"/>
                  <a:pt x="13304" y="55040"/>
                </a:cubicBezTo>
                <a:cubicBezTo>
                  <a:pt x="13319" y="54981"/>
                  <a:pt x="13349" y="54951"/>
                  <a:pt x="13363" y="54892"/>
                </a:cubicBezTo>
                <a:cubicBezTo>
                  <a:pt x="13407" y="54863"/>
                  <a:pt x="13452" y="54819"/>
                  <a:pt x="13496" y="54789"/>
                </a:cubicBezTo>
                <a:lnTo>
                  <a:pt x="13525" y="54745"/>
                </a:lnTo>
                <a:close/>
                <a:moveTo>
                  <a:pt x="13746" y="54745"/>
                </a:moveTo>
                <a:lnTo>
                  <a:pt x="13746" y="54745"/>
                </a:lnTo>
                <a:cubicBezTo>
                  <a:pt x="13731" y="54804"/>
                  <a:pt x="13716" y="54863"/>
                  <a:pt x="13716" y="54907"/>
                </a:cubicBezTo>
                <a:cubicBezTo>
                  <a:pt x="13643" y="54966"/>
                  <a:pt x="13569" y="55040"/>
                  <a:pt x="13496" y="55098"/>
                </a:cubicBezTo>
                <a:cubicBezTo>
                  <a:pt x="13496" y="55069"/>
                  <a:pt x="13496" y="55069"/>
                  <a:pt x="13510" y="55054"/>
                </a:cubicBezTo>
                <a:cubicBezTo>
                  <a:pt x="13525" y="55010"/>
                  <a:pt x="13555" y="54966"/>
                  <a:pt x="13555" y="54907"/>
                </a:cubicBezTo>
                <a:cubicBezTo>
                  <a:pt x="13628" y="54878"/>
                  <a:pt x="13702" y="54819"/>
                  <a:pt x="13746" y="54745"/>
                </a:cubicBezTo>
                <a:close/>
                <a:moveTo>
                  <a:pt x="14025" y="54760"/>
                </a:moveTo>
                <a:cubicBezTo>
                  <a:pt x="14025" y="54819"/>
                  <a:pt x="14011" y="54892"/>
                  <a:pt x="14011" y="54951"/>
                </a:cubicBezTo>
                <a:cubicBezTo>
                  <a:pt x="13937" y="54981"/>
                  <a:pt x="13893" y="55025"/>
                  <a:pt x="13849" y="55084"/>
                </a:cubicBezTo>
                <a:cubicBezTo>
                  <a:pt x="13805" y="55098"/>
                  <a:pt x="13790" y="55128"/>
                  <a:pt x="13746" y="55157"/>
                </a:cubicBezTo>
                <a:cubicBezTo>
                  <a:pt x="13775" y="55098"/>
                  <a:pt x="13775" y="55025"/>
                  <a:pt x="13790" y="54966"/>
                </a:cubicBezTo>
                <a:cubicBezTo>
                  <a:pt x="13864" y="54892"/>
                  <a:pt x="13952" y="54834"/>
                  <a:pt x="14025" y="54760"/>
                </a:cubicBezTo>
                <a:close/>
                <a:moveTo>
                  <a:pt x="13069" y="55084"/>
                </a:moveTo>
                <a:cubicBezTo>
                  <a:pt x="13069" y="55098"/>
                  <a:pt x="13054" y="55113"/>
                  <a:pt x="13054" y="55113"/>
                </a:cubicBezTo>
                <a:lnTo>
                  <a:pt x="12995" y="55172"/>
                </a:lnTo>
                <a:cubicBezTo>
                  <a:pt x="13010" y="55157"/>
                  <a:pt x="13010" y="55157"/>
                  <a:pt x="13010" y="55128"/>
                </a:cubicBezTo>
                <a:lnTo>
                  <a:pt x="13069" y="55084"/>
                </a:lnTo>
                <a:close/>
                <a:moveTo>
                  <a:pt x="14320" y="54745"/>
                </a:moveTo>
                <a:cubicBezTo>
                  <a:pt x="14320" y="54819"/>
                  <a:pt x="14305" y="54878"/>
                  <a:pt x="14305" y="54951"/>
                </a:cubicBezTo>
                <a:cubicBezTo>
                  <a:pt x="14231" y="55025"/>
                  <a:pt x="14143" y="55098"/>
                  <a:pt x="14040" y="55172"/>
                </a:cubicBezTo>
                <a:cubicBezTo>
                  <a:pt x="14040" y="55098"/>
                  <a:pt x="14040" y="55040"/>
                  <a:pt x="14070" y="54966"/>
                </a:cubicBezTo>
                <a:cubicBezTo>
                  <a:pt x="14158" y="54892"/>
                  <a:pt x="14231" y="54819"/>
                  <a:pt x="14320" y="54745"/>
                </a:cubicBezTo>
                <a:close/>
                <a:moveTo>
                  <a:pt x="14614" y="54760"/>
                </a:moveTo>
                <a:cubicBezTo>
                  <a:pt x="14614" y="54834"/>
                  <a:pt x="14614" y="54907"/>
                  <a:pt x="14599" y="54981"/>
                </a:cubicBezTo>
                <a:cubicBezTo>
                  <a:pt x="14526" y="55040"/>
                  <a:pt x="14438" y="55113"/>
                  <a:pt x="14364" y="55187"/>
                </a:cubicBezTo>
                <a:lnTo>
                  <a:pt x="14364" y="54981"/>
                </a:lnTo>
                <a:cubicBezTo>
                  <a:pt x="14452" y="54907"/>
                  <a:pt x="14526" y="54834"/>
                  <a:pt x="14614" y="54760"/>
                </a:cubicBezTo>
                <a:close/>
                <a:moveTo>
                  <a:pt x="14908" y="54789"/>
                </a:moveTo>
                <a:lnTo>
                  <a:pt x="14908" y="55025"/>
                </a:lnTo>
                <a:cubicBezTo>
                  <a:pt x="14835" y="55098"/>
                  <a:pt x="14761" y="55157"/>
                  <a:pt x="14673" y="55231"/>
                </a:cubicBezTo>
                <a:cubicBezTo>
                  <a:pt x="14658" y="55157"/>
                  <a:pt x="14658" y="55084"/>
                  <a:pt x="14673" y="55010"/>
                </a:cubicBezTo>
                <a:cubicBezTo>
                  <a:pt x="14747" y="54937"/>
                  <a:pt x="14835" y="54863"/>
                  <a:pt x="14908" y="54789"/>
                </a:cubicBezTo>
                <a:close/>
                <a:moveTo>
                  <a:pt x="13260" y="55025"/>
                </a:moveTo>
                <a:cubicBezTo>
                  <a:pt x="13231" y="55054"/>
                  <a:pt x="13216" y="55098"/>
                  <a:pt x="13201" y="55157"/>
                </a:cubicBezTo>
                <a:cubicBezTo>
                  <a:pt x="13142" y="55187"/>
                  <a:pt x="13113" y="55246"/>
                  <a:pt x="13054" y="55275"/>
                </a:cubicBezTo>
                <a:cubicBezTo>
                  <a:pt x="13069" y="55246"/>
                  <a:pt x="13084" y="55201"/>
                  <a:pt x="13113" y="55157"/>
                </a:cubicBezTo>
                <a:cubicBezTo>
                  <a:pt x="13157" y="55098"/>
                  <a:pt x="13216" y="55054"/>
                  <a:pt x="13260" y="55025"/>
                </a:cubicBezTo>
                <a:close/>
                <a:moveTo>
                  <a:pt x="15188" y="54863"/>
                </a:moveTo>
                <a:lnTo>
                  <a:pt x="15188" y="55098"/>
                </a:lnTo>
                <a:cubicBezTo>
                  <a:pt x="15114" y="55157"/>
                  <a:pt x="15041" y="55231"/>
                  <a:pt x="14967" y="55304"/>
                </a:cubicBezTo>
                <a:lnTo>
                  <a:pt x="14967" y="55201"/>
                </a:lnTo>
                <a:lnTo>
                  <a:pt x="14967" y="55054"/>
                </a:lnTo>
                <a:cubicBezTo>
                  <a:pt x="15041" y="54981"/>
                  <a:pt x="15114" y="54937"/>
                  <a:pt x="15188" y="54863"/>
                </a:cubicBezTo>
                <a:close/>
                <a:moveTo>
                  <a:pt x="13452" y="55025"/>
                </a:moveTo>
                <a:cubicBezTo>
                  <a:pt x="13452" y="55040"/>
                  <a:pt x="13452" y="55040"/>
                  <a:pt x="13437" y="55054"/>
                </a:cubicBezTo>
                <a:cubicBezTo>
                  <a:pt x="13422" y="55098"/>
                  <a:pt x="13422" y="55157"/>
                  <a:pt x="13407" y="55187"/>
                </a:cubicBezTo>
                <a:cubicBezTo>
                  <a:pt x="13319" y="55246"/>
                  <a:pt x="13275" y="55304"/>
                  <a:pt x="13201" y="55349"/>
                </a:cubicBezTo>
                <a:lnTo>
                  <a:pt x="13260" y="55187"/>
                </a:lnTo>
                <a:cubicBezTo>
                  <a:pt x="13290" y="55157"/>
                  <a:pt x="13304" y="55128"/>
                  <a:pt x="13349" y="55113"/>
                </a:cubicBezTo>
                <a:cubicBezTo>
                  <a:pt x="13378" y="55084"/>
                  <a:pt x="13422" y="55040"/>
                  <a:pt x="13452" y="55025"/>
                </a:cubicBezTo>
                <a:close/>
                <a:moveTo>
                  <a:pt x="16640" y="46130"/>
                </a:moveTo>
                <a:cubicBezTo>
                  <a:pt x="16671" y="46130"/>
                  <a:pt x="16702" y="46140"/>
                  <a:pt x="16733" y="46151"/>
                </a:cubicBezTo>
                <a:cubicBezTo>
                  <a:pt x="18146" y="47667"/>
                  <a:pt x="18455" y="50198"/>
                  <a:pt x="17499" y="52391"/>
                </a:cubicBezTo>
                <a:cubicBezTo>
                  <a:pt x="17028" y="53465"/>
                  <a:pt x="16277" y="54466"/>
                  <a:pt x="15262" y="55378"/>
                </a:cubicBezTo>
                <a:cubicBezTo>
                  <a:pt x="15262" y="55304"/>
                  <a:pt x="15262" y="55201"/>
                  <a:pt x="15247" y="55128"/>
                </a:cubicBezTo>
                <a:cubicBezTo>
                  <a:pt x="16233" y="54215"/>
                  <a:pt x="16969" y="53200"/>
                  <a:pt x="17410" y="52126"/>
                </a:cubicBezTo>
                <a:cubicBezTo>
                  <a:pt x="18279" y="50036"/>
                  <a:pt x="17940" y="47608"/>
                  <a:pt x="16601" y="46136"/>
                </a:cubicBezTo>
                <a:cubicBezTo>
                  <a:pt x="16614" y="46132"/>
                  <a:pt x="16627" y="46130"/>
                  <a:pt x="16640" y="46130"/>
                </a:cubicBezTo>
                <a:close/>
                <a:moveTo>
                  <a:pt x="13702" y="55025"/>
                </a:moveTo>
                <a:cubicBezTo>
                  <a:pt x="13672" y="55084"/>
                  <a:pt x="13672" y="55128"/>
                  <a:pt x="13658" y="55201"/>
                </a:cubicBezTo>
                <a:cubicBezTo>
                  <a:pt x="13643" y="55231"/>
                  <a:pt x="13599" y="55260"/>
                  <a:pt x="13569" y="55275"/>
                </a:cubicBezTo>
                <a:cubicBezTo>
                  <a:pt x="13525" y="55319"/>
                  <a:pt x="13481" y="55349"/>
                  <a:pt x="13437" y="55393"/>
                </a:cubicBezTo>
                <a:cubicBezTo>
                  <a:pt x="13452" y="55334"/>
                  <a:pt x="13452" y="55275"/>
                  <a:pt x="13481" y="55201"/>
                </a:cubicBezTo>
                <a:cubicBezTo>
                  <a:pt x="13555" y="55157"/>
                  <a:pt x="13628" y="55084"/>
                  <a:pt x="13702" y="55025"/>
                </a:cubicBezTo>
                <a:close/>
                <a:moveTo>
                  <a:pt x="13996" y="55040"/>
                </a:moveTo>
                <a:cubicBezTo>
                  <a:pt x="13996" y="55098"/>
                  <a:pt x="13967" y="55172"/>
                  <a:pt x="13967" y="55231"/>
                </a:cubicBezTo>
                <a:cubicBezTo>
                  <a:pt x="13878" y="55290"/>
                  <a:pt x="13805" y="55349"/>
                  <a:pt x="13716" y="55422"/>
                </a:cubicBezTo>
                <a:cubicBezTo>
                  <a:pt x="13716" y="55378"/>
                  <a:pt x="13731" y="55304"/>
                  <a:pt x="13731" y="55246"/>
                </a:cubicBezTo>
                <a:cubicBezTo>
                  <a:pt x="13790" y="55201"/>
                  <a:pt x="13819" y="55172"/>
                  <a:pt x="13878" y="55128"/>
                </a:cubicBezTo>
                <a:cubicBezTo>
                  <a:pt x="13922" y="55098"/>
                  <a:pt x="13952" y="55069"/>
                  <a:pt x="13996" y="55040"/>
                </a:cubicBezTo>
                <a:close/>
                <a:moveTo>
                  <a:pt x="14290" y="55025"/>
                </a:moveTo>
                <a:lnTo>
                  <a:pt x="14290" y="55231"/>
                </a:lnTo>
                <a:cubicBezTo>
                  <a:pt x="14187" y="55319"/>
                  <a:pt x="14114" y="55393"/>
                  <a:pt x="14025" y="55452"/>
                </a:cubicBezTo>
                <a:lnTo>
                  <a:pt x="14025" y="55246"/>
                </a:lnTo>
                <a:cubicBezTo>
                  <a:pt x="14114" y="55172"/>
                  <a:pt x="14187" y="55098"/>
                  <a:pt x="14290" y="55025"/>
                </a:cubicBezTo>
                <a:close/>
                <a:moveTo>
                  <a:pt x="12981" y="55275"/>
                </a:moveTo>
                <a:lnTo>
                  <a:pt x="12981" y="55275"/>
                </a:lnTo>
                <a:cubicBezTo>
                  <a:pt x="12966" y="55319"/>
                  <a:pt x="12936" y="55334"/>
                  <a:pt x="12936" y="55378"/>
                </a:cubicBezTo>
                <a:lnTo>
                  <a:pt x="12833" y="55481"/>
                </a:lnTo>
                <a:cubicBezTo>
                  <a:pt x="12848" y="55452"/>
                  <a:pt x="12848" y="55407"/>
                  <a:pt x="12863" y="55393"/>
                </a:cubicBezTo>
                <a:lnTo>
                  <a:pt x="12981" y="55275"/>
                </a:lnTo>
                <a:close/>
                <a:moveTo>
                  <a:pt x="14585" y="55069"/>
                </a:moveTo>
                <a:lnTo>
                  <a:pt x="14585" y="55290"/>
                </a:lnTo>
                <a:cubicBezTo>
                  <a:pt x="14511" y="55363"/>
                  <a:pt x="14408" y="55422"/>
                  <a:pt x="14335" y="55496"/>
                </a:cubicBezTo>
                <a:lnTo>
                  <a:pt x="14335" y="55275"/>
                </a:lnTo>
                <a:cubicBezTo>
                  <a:pt x="14438" y="55201"/>
                  <a:pt x="14511" y="55128"/>
                  <a:pt x="14585" y="55069"/>
                </a:cubicBezTo>
                <a:close/>
                <a:moveTo>
                  <a:pt x="13142" y="55260"/>
                </a:moveTo>
                <a:cubicBezTo>
                  <a:pt x="13142" y="55319"/>
                  <a:pt x="13128" y="55378"/>
                  <a:pt x="13113" y="55407"/>
                </a:cubicBezTo>
                <a:cubicBezTo>
                  <a:pt x="13054" y="55466"/>
                  <a:pt x="12995" y="55496"/>
                  <a:pt x="12922" y="55555"/>
                </a:cubicBezTo>
                <a:cubicBezTo>
                  <a:pt x="12936" y="55496"/>
                  <a:pt x="12966" y="55466"/>
                  <a:pt x="12981" y="55407"/>
                </a:cubicBezTo>
                <a:cubicBezTo>
                  <a:pt x="13039" y="55349"/>
                  <a:pt x="13084" y="55319"/>
                  <a:pt x="13142" y="55260"/>
                </a:cubicBezTo>
                <a:close/>
                <a:moveTo>
                  <a:pt x="14894" y="55128"/>
                </a:moveTo>
                <a:lnTo>
                  <a:pt x="14894" y="55231"/>
                </a:lnTo>
                <a:lnTo>
                  <a:pt x="14894" y="55349"/>
                </a:lnTo>
                <a:cubicBezTo>
                  <a:pt x="14820" y="55422"/>
                  <a:pt x="14747" y="55481"/>
                  <a:pt x="14658" y="55555"/>
                </a:cubicBezTo>
                <a:lnTo>
                  <a:pt x="14658" y="55334"/>
                </a:lnTo>
                <a:cubicBezTo>
                  <a:pt x="14732" y="55260"/>
                  <a:pt x="14820" y="55201"/>
                  <a:pt x="14894" y="55128"/>
                </a:cubicBezTo>
                <a:close/>
                <a:moveTo>
                  <a:pt x="13378" y="55275"/>
                </a:moveTo>
                <a:lnTo>
                  <a:pt x="13378" y="55275"/>
                </a:lnTo>
                <a:cubicBezTo>
                  <a:pt x="13363" y="55334"/>
                  <a:pt x="13363" y="55393"/>
                  <a:pt x="13349" y="55437"/>
                </a:cubicBezTo>
                <a:lnTo>
                  <a:pt x="13128" y="55613"/>
                </a:lnTo>
                <a:cubicBezTo>
                  <a:pt x="13142" y="55555"/>
                  <a:pt x="13142" y="55496"/>
                  <a:pt x="13157" y="55437"/>
                </a:cubicBezTo>
                <a:lnTo>
                  <a:pt x="13187" y="55437"/>
                </a:lnTo>
                <a:cubicBezTo>
                  <a:pt x="13260" y="55393"/>
                  <a:pt x="13304" y="55334"/>
                  <a:pt x="13378" y="55275"/>
                </a:cubicBezTo>
                <a:close/>
                <a:moveTo>
                  <a:pt x="15173" y="55172"/>
                </a:moveTo>
                <a:cubicBezTo>
                  <a:pt x="15188" y="55260"/>
                  <a:pt x="15188" y="55334"/>
                  <a:pt x="15188" y="55422"/>
                </a:cubicBezTo>
                <a:cubicBezTo>
                  <a:pt x="15114" y="55481"/>
                  <a:pt x="15041" y="55555"/>
                  <a:pt x="14967" y="55613"/>
                </a:cubicBezTo>
                <a:cubicBezTo>
                  <a:pt x="14967" y="55540"/>
                  <a:pt x="14967" y="55466"/>
                  <a:pt x="14953" y="55378"/>
                </a:cubicBezTo>
                <a:cubicBezTo>
                  <a:pt x="15026" y="55304"/>
                  <a:pt x="15100" y="55246"/>
                  <a:pt x="15173" y="55172"/>
                </a:cubicBezTo>
                <a:close/>
                <a:moveTo>
                  <a:pt x="12701" y="55540"/>
                </a:moveTo>
                <a:cubicBezTo>
                  <a:pt x="12701" y="55555"/>
                  <a:pt x="12686" y="55569"/>
                  <a:pt x="12686" y="55599"/>
                </a:cubicBezTo>
                <a:cubicBezTo>
                  <a:pt x="12674" y="55611"/>
                  <a:pt x="12650" y="55624"/>
                  <a:pt x="12625" y="55637"/>
                </a:cubicBezTo>
                <a:lnTo>
                  <a:pt x="12625" y="55637"/>
                </a:lnTo>
                <a:cubicBezTo>
                  <a:pt x="12630" y="55631"/>
                  <a:pt x="12633" y="55622"/>
                  <a:pt x="12642" y="55613"/>
                </a:cubicBezTo>
                <a:cubicBezTo>
                  <a:pt x="12672" y="55599"/>
                  <a:pt x="12686" y="55569"/>
                  <a:pt x="12701" y="55540"/>
                </a:cubicBezTo>
                <a:close/>
                <a:moveTo>
                  <a:pt x="13658" y="55304"/>
                </a:moveTo>
                <a:cubicBezTo>
                  <a:pt x="13658" y="55349"/>
                  <a:pt x="13643" y="55422"/>
                  <a:pt x="13643" y="55481"/>
                </a:cubicBezTo>
                <a:lnTo>
                  <a:pt x="13422" y="55643"/>
                </a:lnTo>
                <a:lnTo>
                  <a:pt x="13407" y="55672"/>
                </a:lnTo>
                <a:cubicBezTo>
                  <a:pt x="13407" y="55613"/>
                  <a:pt x="13422" y="55540"/>
                  <a:pt x="13422" y="55481"/>
                </a:cubicBezTo>
                <a:cubicBezTo>
                  <a:pt x="13496" y="55422"/>
                  <a:pt x="13555" y="55393"/>
                  <a:pt x="13628" y="55334"/>
                </a:cubicBezTo>
                <a:lnTo>
                  <a:pt x="13658" y="55304"/>
                </a:lnTo>
                <a:close/>
                <a:moveTo>
                  <a:pt x="13967" y="55319"/>
                </a:moveTo>
                <a:lnTo>
                  <a:pt x="13967" y="55525"/>
                </a:lnTo>
                <a:cubicBezTo>
                  <a:pt x="13878" y="55569"/>
                  <a:pt x="13790" y="55628"/>
                  <a:pt x="13702" y="55702"/>
                </a:cubicBezTo>
                <a:cubicBezTo>
                  <a:pt x="13702" y="55643"/>
                  <a:pt x="13702" y="55569"/>
                  <a:pt x="13716" y="55525"/>
                </a:cubicBezTo>
                <a:lnTo>
                  <a:pt x="13746" y="55481"/>
                </a:lnTo>
                <a:lnTo>
                  <a:pt x="13967" y="55319"/>
                </a:lnTo>
                <a:close/>
                <a:moveTo>
                  <a:pt x="14290" y="55334"/>
                </a:moveTo>
                <a:lnTo>
                  <a:pt x="14290" y="55540"/>
                </a:lnTo>
                <a:cubicBezTo>
                  <a:pt x="14187" y="55613"/>
                  <a:pt x="14114" y="55672"/>
                  <a:pt x="14025" y="55746"/>
                </a:cubicBezTo>
                <a:lnTo>
                  <a:pt x="14025" y="55540"/>
                </a:lnTo>
                <a:cubicBezTo>
                  <a:pt x="14114" y="55466"/>
                  <a:pt x="14187" y="55407"/>
                  <a:pt x="14290" y="55334"/>
                </a:cubicBezTo>
                <a:close/>
                <a:moveTo>
                  <a:pt x="12892" y="55525"/>
                </a:moveTo>
                <a:lnTo>
                  <a:pt x="12892" y="55525"/>
                </a:lnTo>
                <a:cubicBezTo>
                  <a:pt x="12863" y="55555"/>
                  <a:pt x="12848" y="55599"/>
                  <a:pt x="12833" y="55643"/>
                </a:cubicBezTo>
                <a:cubicBezTo>
                  <a:pt x="12775" y="55687"/>
                  <a:pt x="12716" y="55716"/>
                  <a:pt x="12686" y="55775"/>
                </a:cubicBezTo>
                <a:cubicBezTo>
                  <a:pt x="12701" y="55746"/>
                  <a:pt x="12716" y="55702"/>
                  <a:pt x="12745" y="55643"/>
                </a:cubicBezTo>
                <a:cubicBezTo>
                  <a:pt x="12789" y="55599"/>
                  <a:pt x="12833" y="55555"/>
                  <a:pt x="12892" y="55525"/>
                </a:cubicBezTo>
                <a:close/>
                <a:moveTo>
                  <a:pt x="14599" y="55378"/>
                </a:moveTo>
                <a:lnTo>
                  <a:pt x="14599" y="55599"/>
                </a:lnTo>
                <a:cubicBezTo>
                  <a:pt x="14526" y="55672"/>
                  <a:pt x="14423" y="55716"/>
                  <a:pt x="14364" y="55790"/>
                </a:cubicBezTo>
                <a:lnTo>
                  <a:pt x="14364" y="55569"/>
                </a:lnTo>
                <a:cubicBezTo>
                  <a:pt x="14452" y="55496"/>
                  <a:pt x="14526" y="55452"/>
                  <a:pt x="14599" y="55378"/>
                </a:cubicBezTo>
                <a:close/>
                <a:moveTo>
                  <a:pt x="13084" y="55525"/>
                </a:moveTo>
                <a:lnTo>
                  <a:pt x="13084" y="55525"/>
                </a:lnTo>
                <a:cubicBezTo>
                  <a:pt x="13069" y="55569"/>
                  <a:pt x="13069" y="55628"/>
                  <a:pt x="13054" y="55687"/>
                </a:cubicBezTo>
                <a:cubicBezTo>
                  <a:pt x="13039" y="55702"/>
                  <a:pt x="13010" y="55716"/>
                  <a:pt x="12995" y="55716"/>
                </a:cubicBezTo>
                <a:cubicBezTo>
                  <a:pt x="12936" y="55761"/>
                  <a:pt x="12907" y="55790"/>
                  <a:pt x="12848" y="55834"/>
                </a:cubicBezTo>
                <a:cubicBezTo>
                  <a:pt x="12863" y="55775"/>
                  <a:pt x="12892" y="55716"/>
                  <a:pt x="12907" y="55687"/>
                </a:cubicBezTo>
                <a:cubicBezTo>
                  <a:pt x="12966" y="55628"/>
                  <a:pt x="13010" y="55569"/>
                  <a:pt x="13084" y="55525"/>
                </a:cubicBezTo>
                <a:close/>
                <a:moveTo>
                  <a:pt x="14894" y="55452"/>
                </a:moveTo>
                <a:cubicBezTo>
                  <a:pt x="14894" y="55525"/>
                  <a:pt x="14908" y="55599"/>
                  <a:pt x="14908" y="55672"/>
                </a:cubicBezTo>
                <a:cubicBezTo>
                  <a:pt x="14835" y="55716"/>
                  <a:pt x="14761" y="55790"/>
                  <a:pt x="14673" y="55849"/>
                </a:cubicBezTo>
                <a:cubicBezTo>
                  <a:pt x="14673" y="55790"/>
                  <a:pt x="14673" y="55716"/>
                  <a:pt x="14658" y="55672"/>
                </a:cubicBezTo>
                <a:lnTo>
                  <a:pt x="14658" y="55628"/>
                </a:lnTo>
                <a:cubicBezTo>
                  <a:pt x="14732" y="55569"/>
                  <a:pt x="14805" y="55496"/>
                  <a:pt x="14894" y="55452"/>
                </a:cubicBezTo>
                <a:close/>
                <a:moveTo>
                  <a:pt x="13349" y="55555"/>
                </a:moveTo>
                <a:cubicBezTo>
                  <a:pt x="13349" y="55613"/>
                  <a:pt x="13334" y="55672"/>
                  <a:pt x="13334" y="55716"/>
                </a:cubicBezTo>
                <a:cubicBezTo>
                  <a:pt x="13231" y="55775"/>
                  <a:pt x="13157" y="55834"/>
                  <a:pt x="13069" y="55893"/>
                </a:cubicBezTo>
                <a:cubicBezTo>
                  <a:pt x="13084" y="55834"/>
                  <a:pt x="13084" y="55775"/>
                  <a:pt x="13113" y="55716"/>
                </a:cubicBezTo>
                <a:cubicBezTo>
                  <a:pt x="13187" y="55672"/>
                  <a:pt x="13260" y="55613"/>
                  <a:pt x="13349" y="55555"/>
                </a:cubicBezTo>
                <a:close/>
                <a:moveTo>
                  <a:pt x="12613" y="55761"/>
                </a:moveTo>
                <a:cubicBezTo>
                  <a:pt x="12598" y="55790"/>
                  <a:pt x="12569" y="55820"/>
                  <a:pt x="12569" y="55849"/>
                </a:cubicBezTo>
                <a:cubicBezTo>
                  <a:pt x="12539" y="55893"/>
                  <a:pt x="12495" y="55923"/>
                  <a:pt x="12466" y="55937"/>
                </a:cubicBezTo>
                <a:cubicBezTo>
                  <a:pt x="12466" y="55923"/>
                  <a:pt x="12480" y="55908"/>
                  <a:pt x="12495" y="55864"/>
                </a:cubicBezTo>
                <a:lnTo>
                  <a:pt x="12613" y="55761"/>
                </a:lnTo>
                <a:close/>
                <a:moveTo>
                  <a:pt x="13643" y="55569"/>
                </a:moveTo>
                <a:lnTo>
                  <a:pt x="13643" y="55761"/>
                </a:lnTo>
                <a:cubicBezTo>
                  <a:pt x="13628" y="55775"/>
                  <a:pt x="13599" y="55775"/>
                  <a:pt x="13584" y="55790"/>
                </a:cubicBezTo>
                <a:cubicBezTo>
                  <a:pt x="13510" y="55849"/>
                  <a:pt x="13452" y="55893"/>
                  <a:pt x="13378" y="55937"/>
                </a:cubicBezTo>
                <a:cubicBezTo>
                  <a:pt x="13363" y="55893"/>
                  <a:pt x="13378" y="55820"/>
                  <a:pt x="13378" y="55761"/>
                </a:cubicBezTo>
                <a:cubicBezTo>
                  <a:pt x="13407" y="55746"/>
                  <a:pt x="13437" y="55716"/>
                  <a:pt x="13452" y="55702"/>
                </a:cubicBezTo>
                <a:cubicBezTo>
                  <a:pt x="13510" y="55672"/>
                  <a:pt x="13584" y="55613"/>
                  <a:pt x="13643" y="55569"/>
                </a:cubicBezTo>
                <a:close/>
                <a:moveTo>
                  <a:pt x="13952" y="55599"/>
                </a:moveTo>
                <a:lnTo>
                  <a:pt x="13952" y="55790"/>
                </a:lnTo>
                <a:cubicBezTo>
                  <a:pt x="13864" y="55849"/>
                  <a:pt x="13790" y="55923"/>
                  <a:pt x="13702" y="55981"/>
                </a:cubicBezTo>
                <a:lnTo>
                  <a:pt x="13702" y="55790"/>
                </a:lnTo>
                <a:cubicBezTo>
                  <a:pt x="13790" y="55716"/>
                  <a:pt x="13878" y="55672"/>
                  <a:pt x="13952" y="55599"/>
                </a:cubicBezTo>
                <a:close/>
                <a:moveTo>
                  <a:pt x="14290" y="55613"/>
                </a:moveTo>
                <a:lnTo>
                  <a:pt x="14290" y="55834"/>
                </a:lnTo>
                <a:cubicBezTo>
                  <a:pt x="14187" y="55893"/>
                  <a:pt x="14114" y="55967"/>
                  <a:pt x="14025" y="56011"/>
                </a:cubicBezTo>
                <a:lnTo>
                  <a:pt x="14025" y="55805"/>
                </a:lnTo>
                <a:cubicBezTo>
                  <a:pt x="14114" y="55746"/>
                  <a:pt x="14187" y="55687"/>
                  <a:pt x="14290" y="55613"/>
                </a:cubicBezTo>
                <a:close/>
                <a:moveTo>
                  <a:pt x="12789" y="55746"/>
                </a:moveTo>
                <a:cubicBezTo>
                  <a:pt x="12789" y="55761"/>
                  <a:pt x="12775" y="55790"/>
                  <a:pt x="12775" y="55805"/>
                </a:cubicBezTo>
                <a:cubicBezTo>
                  <a:pt x="12775" y="55834"/>
                  <a:pt x="12760" y="55864"/>
                  <a:pt x="12760" y="55878"/>
                </a:cubicBezTo>
                <a:cubicBezTo>
                  <a:pt x="12686" y="55937"/>
                  <a:pt x="12627" y="55996"/>
                  <a:pt x="12569" y="56040"/>
                </a:cubicBezTo>
                <a:cubicBezTo>
                  <a:pt x="12583" y="55981"/>
                  <a:pt x="12613" y="55937"/>
                  <a:pt x="12627" y="55893"/>
                </a:cubicBezTo>
                <a:cubicBezTo>
                  <a:pt x="12686" y="55834"/>
                  <a:pt x="12730" y="55790"/>
                  <a:pt x="12789" y="55746"/>
                </a:cubicBezTo>
                <a:close/>
                <a:moveTo>
                  <a:pt x="13010" y="55761"/>
                </a:moveTo>
                <a:cubicBezTo>
                  <a:pt x="12995" y="55820"/>
                  <a:pt x="12995" y="55864"/>
                  <a:pt x="12981" y="55923"/>
                </a:cubicBezTo>
                <a:cubicBezTo>
                  <a:pt x="12936" y="55981"/>
                  <a:pt x="12892" y="56011"/>
                  <a:pt x="12833" y="56055"/>
                </a:cubicBezTo>
                <a:cubicBezTo>
                  <a:pt x="12819" y="56070"/>
                  <a:pt x="12789" y="56084"/>
                  <a:pt x="12760" y="56084"/>
                </a:cubicBezTo>
                <a:cubicBezTo>
                  <a:pt x="12775" y="56040"/>
                  <a:pt x="12775" y="55981"/>
                  <a:pt x="12789" y="55923"/>
                </a:cubicBezTo>
                <a:lnTo>
                  <a:pt x="13010" y="55761"/>
                </a:lnTo>
                <a:close/>
                <a:moveTo>
                  <a:pt x="14599" y="55687"/>
                </a:moveTo>
                <a:cubicBezTo>
                  <a:pt x="14599" y="55761"/>
                  <a:pt x="14614" y="55834"/>
                  <a:pt x="14614" y="55908"/>
                </a:cubicBezTo>
                <a:cubicBezTo>
                  <a:pt x="14541" y="55967"/>
                  <a:pt x="14452" y="56040"/>
                  <a:pt x="14379" y="56084"/>
                </a:cubicBezTo>
                <a:cubicBezTo>
                  <a:pt x="14379" y="56011"/>
                  <a:pt x="14364" y="55937"/>
                  <a:pt x="14364" y="55864"/>
                </a:cubicBezTo>
                <a:cubicBezTo>
                  <a:pt x="14438" y="55820"/>
                  <a:pt x="14526" y="55746"/>
                  <a:pt x="14599" y="55687"/>
                </a:cubicBezTo>
                <a:close/>
                <a:moveTo>
                  <a:pt x="12348" y="56011"/>
                </a:moveTo>
                <a:cubicBezTo>
                  <a:pt x="12348" y="56040"/>
                  <a:pt x="12333" y="56055"/>
                  <a:pt x="12333" y="56070"/>
                </a:cubicBezTo>
                <a:cubicBezTo>
                  <a:pt x="12318" y="56084"/>
                  <a:pt x="12304" y="56114"/>
                  <a:pt x="12259" y="56129"/>
                </a:cubicBezTo>
                <a:cubicBezTo>
                  <a:pt x="12259" y="56129"/>
                  <a:pt x="12259" y="56114"/>
                  <a:pt x="12274" y="56084"/>
                </a:cubicBezTo>
                <a:cubicBezTo>
                  <a:pt x="12304" y="56070"/>
                  <a:pt x="12318" y="56040"/>
                  <a:pt x="12348" y="56011"/>
                </a:cubicBezTo>
                <a:close/>
                <a:moveTo>
                  <a:pt x="13304" y="55790"/>
                </a:moveTo>
                <a:cubicBezTo>
                  <a:pt x="13304" y="55849"/>
                  <a:pt x="13304" y="55908"/>
                  <a:pt x="13290" y="55981"/>
                </a:cubicBezTo>
                <a:cubicBezTo>
                  <a:pt x="13275" y="55981"/>
                  <a:pt x="13275" y="55996"/>
                  <a:pt x="13260" y="55996"/>
                </a:cubicBezTo>
                <a:cubicBezTo>
                  <a:pt x="13187" y="56055"/>
                  <a:pt x="13113" y="56084"/>
                  <a:pt x="13039" y="56143"/>
                </a:cubicBezTo>
                <a:cubicBezTo>
                  <a:pt x="13054" y="56114"/>
                  <a:pt x="13054" y="56040"/>
                  <a:pt x="13054" y="55981"/>
                </a:cubicBezTo>
                <a:cubicBezTo>
                  <a:pt x="13142" y="55923"/>
                  <a:pt x="13216" y="55864"/>
                  <a:pt x="13304" y="55790"/>
                </a:cubicBezTo>
                <a:close/>
                <a:moveTo>
                  <a:pt x="13643" y="55834"/>
                </a:moveTo>
                <a:lnTo>
                  <a:pt x="13643" y="56011"/>
                </a:lnTo>
                <a:cubicBezTo>
                  <a:pt x="13569" y="56070"/>
                  <a:pt x="13510" y="56114"/>
                  <a:pt x="13437" y="56158"/>
                </a:cubicBezTo>
                <a:cubicBezTo>
                  <a:pt x="13422" y="56187"/>
                  <a:pt x="13378" y="56202"/>
                  <a:pt x="13363" y="56217"/>
                </a:cubicBezTo>
                <a:lnTo>
                  <a:pt x="13363" y="56040"/>
                </a:lnTo>
                <a:cubicBezTo>
                  <a:pt x="13452" y="55981"/>
                  <a:pt x="13525" y="55923"/>
                  <a:pt x="13628" y="55849"/>
                </a:cubicBezTo>
                <a:cubicBezTo>
                  <a:pt x="13628" y="55849"/>
                  <a:pt x="13643" y="55849"/>
                  <a:pt x="13643" y="55834"/>
                </a:cubicBezTo>
                <a:close/>
                <a:moveTo>
                  <a:pt x="12524" y="55996"/>
                </a:moveTo>
                <a:cubicBezTo>
                  <a:pt x="12495" y="56040"/>
                  <a:pt x="12480" y="56070"/>
                  <a:pt x="12480" y="56129"/>
                </a:cubicBezTo>
                <a:cubicBezTo>
                  <a:pt x="12421" y="56158"/>
                  <a:pt x="12377" y="56202"/>
                  <a:pt x="12333" y="56261"/>
                </a:cubicBezTo>
                <a:cubicBezTo>
                  <a:pt x="12348" y="56217"/>
                  <a:pt x="12377" y="56187"/>
                  <a:pt x="12392" y="56129"/>
                </a:cubicBezTo>
                <a:cubicBezTo>
                  <a:pt x="12421" y="56070"/>
                  <a:pt x="12466" y="56040"/>
                  <a:pt x="12524" y="55996"/>
                </a:cubicBezTo>
                <a:close/>
                <a:moveTo>
                  <a:pt x="13952" y="55864"/>
                </a:moveTo>
                <a:cubicBezTo>
                  <a:pt x="13967" y="55937"/>
                  <a:pt x="13967" y="55996"/>
                  <a:pt x="13967" y="56070"/>
                </a:cubicBezTo>
                <a:cubicBezTo>
                  <a:pt x="13878" y="56129"/>
                  <a:pt x="13790" y="56202"/>
                  <a:pt x="13716" y="56261"/>
                </a:cubicBezTo>
                <a:cubicBezTo>
                  <a:pt x="13716" y="56187"/>
                  <a:pt x="13716" y="56129"/>
                  <a:pt x="13702" y="56055"/>
                </a:cubicBezTo>
                <a:cubicBezTo>
                  <a:pt x="13790" y="55996"/>
                  <a:pt x="13878" y="55923"/>
                  <a:pt x="13952" y="55864"/>
                </a:cubicBezTo>
                <a:close/>
                <a:moveTo>
                  <a:pt x="12716" y="56011"/>
                </a:moveTo>
                <a:lnTo>
                  <a:pt x="12716" y="56011"/>
                </a:lnTo>
                <a:cubicBezTo>
                  <a:pt x="12701" y="56070"/>
                  <a:pt x="12701" y="56129"/>
                  <a:pt x="12686" y="56158"/>
                </a:cubicBezTo>
                <a:cubicBezTo>
                  <a:pt x="12613" y="56217"/>
                  <a:pt x="12539" y="56261"/>
                  <a:pt x="12480" y="56305"/>
                </a:cubicBezTo>
                <a:cubicBezTo>
                  <a:pt x="12480" y="56290"/>
                  <a:pt x="12495" y="56261"/>
                  <a:pt x="12495" y="56232"/>
                </a:cubicBezTo>
                <a:cubicBezTo>
                  <a:pt x="12495" y="56217"/>
                  <a:pt x="12524" y="56187"/>
                  <a:pt x="12539" y="56158"/>
                </a:cubicBezTo>
                <a:cubicBezTo>
                  <a:pt x="12598" y="56114"/>
                  <a:pt x="12672" y="56055"/>
                  <a:pt x="12716" y="56011"/>
                </a:cubicBezTo>
                <a:close/>
                <a:moveTo>
                  <a:pt x="14290" y="55923"/>
                </a:moveTo>
                <a:cubicBezTo>
                  <a:pt x="14305" y="55981"/>
                  <a:pt x="14305" y="56055"/>
                  <a:pt x="14305" y="56129"/>
                </a:cubicBezTo>
                <a:cubicBezTo>
                  <a:pt x="14217" y="56187"/>
                  <a:pt x="14143" y="56261"/>
                  <a:pt x="14040" y="56305"/>
                </a:cubicBezTo>
                <a:cubicBezTo>
                  <a:pt x="14040" y="56232"/>
                  <a:pt x="14025" y="56158"/>
                  <a:pt x="14025" y="56114"/>
                </a:cubicBezTo>
                <a:cubicBezTo>
                  <a:pt x="14114" y="56055"/>
                  <a:pt x="14187" y="55981"/>
                  <a:pt x="14290" y="55923"/>
                </a:cubicBezTo>
                <a:close/>
                <a:moveTo>
                  <a:pt x="12995" y="56040"/>
                </a:moveTo>
                <a:cubicBezTo>
                  <a:pt x="12995" y="56084"/>
                  <a:pt x="12981" y="56143"/>
                  <a:pt x="12981" y="56202"/>
                </a:cubicBezTo>
                <a:cubicBezTo>
                  <a:pt x="12892" y="56261"/>
                  <a:pt x="12789" y="56305"/>
                  <a:pt x="12716" y="56364"/>
                </a:cubicBezTo>
                <a:cubicBezTo>
                  <a:pt x="12716" y="56305"/>
                  <a:pt x="12745" y="56261"/>
                  <a:pt x="12760" y="56202"/>
                </a:cubicBezTo>
                <a:cubicBezTo>
                  <a:pt x="12789" y="56158"/>
                  <a:pt x="12833" y="56143"/>
                  <a:pt x="12892" y="56114"/>
                </a:cubicBezTo>
                <a:cubicBezTo>
                  <a:pt x="12922" y="56084"/>
                  <a:pt x="12966" y="56055"/>
                  <a:pt x="12995" y="56040"/>
                </a:cubicBezTo>
                <a:close/>
                <a:moveTo>
                  <a:pt x="12245" y="56232"/>
                </a:moveTo>
                <a:lnTo>
                  <a:pt x="12245" y="56232"/>
                </a:lnTo>
                <a:cubicBezTo>
                  <a:pt x="12230" y="56276"/>
                  <a:pt x="12230" y="56290"/>
                  <a:pt x="12201" y="56335"/>
                </a:cubicBezTo>
                <a:cubicBezTo>
                  <a:pt x="12171" y="56364"/>
                  <a:pt x="12127" y="56408"/>
                  <a:pt x="12083" y="56423"/>
                </a:cubicBezTo>
                <a:cubicBezTo>
                  <a:pt x="12098" y="56379"/>
                  <a:pt x="12112" y="56364"/>
                  <a:pt x="12127" y="56335"/>
                </a:cubicBezTo>
                <a:cubicBezTo>
                  <a:pt x="12171" y="56290"/>
                  <a:pt x="12201" y="56261"/>
                  <a:pt x="12245" y="56232"/>
                </a:cubicBezTo>
                <a:close/>
                <a:moveTo>
                  <a:pt x="13275" y="56055"/>
                </a:moveTo>
                <a:lnTo>
                  <a:pt x="13275" y="56232"/>
                </a:lnTo>
                <a:cubicBezTo>
                  <a:pt x="13231" y="56290"/>
                  <a:pt x="13187" y="56335"/>
                  <a:pt x="13113" y="56364"/>
                </a:cubicBezTo>
                <a:cubicBezTo>
                  <a:pt x="13069" y="56379"/>
                  <a:pt x="13054" y="56408"/>
                  <a:pt x="13010" y="56423"/>
                </a:cubicBezTo>
                <a:lnTo>
                  <a:pt x="13010" y="56232"/>
                </a:lnTo>
                <a:cubicBezTo>
                  <a:pt x="13113" y="56187"/>
                  <a:pt x="13201" y="56129"/>
                  <a:pt x="13275" y="56055"/>
                </a:cubicBezTo>
                <a:close/>
                <a:moveTo>
                  <a:pt x="13628" y="56129"/>
                </a:moveTo>
                <a:cubicBezTo>
                  <a:pt x="13643" y="56158"/>
                  <a:pt x="13643" y="56232"/>
                  <a:pt x="13643" y="56305"/>
                </a:cubicBezTo>
                <a:cubicBezTo>
                  <a:pt x="13555" y="56364"/>
                  <a:pt x="13452" y="56438"/>
                  <a:pt x="13363" y="56496"/>
                </a:cubicBezTo>
                <a:lnTo>
                  <a:pt x="13363" y="56305"/>
                </a:lnTo>
                <a:cubicBezTo>
                  <a:pt x="13407" y="56290"/>
                  <a:pt x="13437" y="56261"/>
                  <a:pt x="13481" y="56232"/>
                </a:cubicBezTo>
                <a:cubicBezTo>
                  <a:pt x="13525" y="56202"/>
                  <a:pt x="13569" y="56158"/>
                  <a:pt x="13628" y="56129"/>
                </a:cubicBezTo>
                <a:close/>
                <a:moveTo>
                  <a:pt x="12421" y="56232"/>
                </a:moveTo>
                <a:lnTo>
                  <a:pt x="12421" y="56232"/>
                </a:lnTo>
                <a:cubicBezTo>
                  <a:pt x="12407" y="56290"/>
                  <a:pt x="12392" y="56335"/>
                  <a:pt x="12392" y="56379"/>
                </a:cubicBezTo>
                <a:cubicBezTo>
                  <a:pt x="12333" y="56423"/>
                  <a:pt x="12259" y="56452"/>
                  <a:pt x="12201" y="56511"/>
                </a:cubicBezTo>
                <a:cubicBezTo>
                  <a:pt x="12215" y="56452"/>
                  <a:pt x="12245" y="56423"/>
                  <a:pt x="12259" y="56364"/>
                </a:cubicBezTo>
                <a:cubicBezTo>
                  <a:pt x="12318" y="56335"/>
                  <a:pt x="12362" y="56276"/>
                  <a:pt x="12421" y="56232"/>
                </a:cubicBezTo>
                <a:close/>
                <a:moveTo>
                  <a:pt x="13967" y="56143"/>
                </a:moveTo>
                <a:cubicBezTo>
                  <a:pt x="13967" y="56217"/>
                  <a:pt x="13996" y="56290"/>
                  <a:pt x="13996" y="56349"/>
                </a:cubicBezTo>
                <a:cubicBezTo>
                  <a:pt x="13893" y="56408"/>
                  <a:pt x="13805" y="56482"/>
                  <a:pt x="13731" y="56526"/>
                </a:cubicBezTo>
                <a:cubicBezTo>
                  <a:pt x="13731" y="56452"/>
                  <a:pt x="13716" y="56408"/>
                  <a:pt x="13716" y="56335"/>
                </a:cubicBezTo>
                <a:cubicBezTo>
                  <a:pt x="13805" y="56276"/>
                  <a:pt x="13893" y="56202"/>
                  <a:pt x="13967" y="56143"/>
                </a:cubicBezTo>
                <a:close/>
                <a:moveTo>
                  <a:pt x="13984" y="56448"/>
                </a:moveTo>
                <a:lnTo>
                  <a:pt x="13984" y="56448"/>
                </a:lnTo>
                <a:cubicBezTo>
                  <a:pt x="13947" y="56480"/>
                  <a:pt x="13907" y="56506"/>
                  <a:pt x="13864" y="56532"/>
                </a:cubicBezTo>
                <a:lnTo>
                  <a:pt x="13864" y="56532"/>
                </a:lnTo>
                <a:cubicBezTo>
                  <a:pt x="13864" y="56530"/>
                  <a:pt x="13864" y="56528"/>
                  <a:pt x="13864" y="56526"/>
                </a:cubicBezTo>
                <a:cubicBezTo>
                  <a:pt x="13906" y="56498"/>
                  <a:pt x="13945" y="56473"/>
                  <a:pt x="13984" y="56448"/>
                </a:cubicBezTo>
                <a:close/>
                <a:moveTo>
                  <a:pt x="12672" y="56261"/>
                </a:moveTo>
                <a:cubicBezTo>
                  <a:pt x="12672" y="56305"/>
                  <a:pt x="12642" y="56364"/>
                  <a:pt x="12642" y="56423"/>
                </a:cubicBezTo>
                <a:cubicBezTo>
                  <a:pt x="12569" y="56482"/>
                  <a:pt x="12495" y="56526"/>
                  <a:pt x="12407" y="56570"/>
                </a:cubicBezTo>
                <a:cubicBezTo>
                  <a:pt x="12421" y="56511"/>
                  <a:pt x="12421" y="56452"/>
                  <a:pt x="12451" y="56408"/>
                </a:cubicBezTo>
                <a:cubicBezTo>
                  <a:pt x="12524" y="56349"/>
                  <a:pt x="12598" y="56290"/>
                  <a:pt x="12672" y="56261"/>
                </a:cubicBezTo>
                <a:close/>
                <a:moveTo>
                  <a:pt x="11980" y="56482"/>
                </a:moveTo>
                <a:lnTo>
                  <a:pt x="11980" y="56482"/>
                </a:lnTo>
                <a:cubicBezTo>
                  <a:pt x="11965" y="56496"/>
                  <a:pt x="11965" y="56511"/>
                  <a:pt x="11965" y="56526"/>
                </a:cubicBezTo>
                <a:cubicBezTo>
                  <a:pt x="11950" y="56555"/>
                  <a:pt x="11906" y="56570"/>
                  <a:pt x="11892" y="56585"/>
                </a:cubicBezTo>
                <a:cubicBezTo>
                  <a:pt x="11892" y="56585"/>
                  <a:pt x="11906" y="56570"/>
                  <a:pt x="11906" y="56555"/>
                </a:cubicBezTo>
                <a:cubicBezTo>
                  <a:pt x="11936" y="56526"/>
                  <a:pt x="11950" y="56496"/>
                  <a:pt x="11980" y="56482"/>
                </a:cubicBezTo>
                <a:close/>
                <a:moveTo>
                  <a:pt x="12966" y="56290"/>
                </a:moveTo>
                <a:lnTo>
                  <a:pt x="12966" y="56482"/>
                </a:lnTo>
                <a:cubicBezTo>
                  <a:pt x="12863" y="56526"/>
                  <a:pt x="12775" y="56585"/>
                  <a:pt x="12701" y="56644"/>
                </a:cubicBezTo>
                <a:lnTo>
                  <a:pt x="12701" y="56452"/>
                </a:lnTo>
                <a:cubicBezTo>
                  <a:pt x="12789" y="56408"/>
                  <a:pt x="12863" y="56349"/>
                  <a:pt x="12966" y="56290"/>
                </a:cubicBezTo>
                <a:close/>
                <a:moveTo>
                  <a:pt x="12156" y="56452"/>
                </a:moveTo>
                <a:cubicBezTo>
                  <a:pt x="12127" y="56496"/>
                  <a:pt x="12112" y="56526"/>
                  <a:pt x="12112" y="56585"/>
                </a:cubicBezTo>
                <a:cubicBezTo>
                  <a:pt x="12053" y="56629"/>
                  <a:pt x="12009" y="56658"/>
                  <a:pt x="11965" y="56702"/>
                </a:cubicBezTo>
                <a:cubicBezTo>
                  <a:pt x="11980" y="56658"/>
                  <a:pt x="12009" y="56629"/>
                  <a:pt x="12024" y="56570"/>
                </a:cubicBezTo>
                <a:cubicBezTo>
                  <a:pt x="12053" y="56526"/>
                  <a:pt x="12112" y="56496"/>
                  <a:pt x="12156" y="56452"/>
                </a:cubicBezTo>
                <a:close/>
                <a:moveTo>
                  <a:pt x="13304" y="56349"/>
                </a:moveTo>
                <a:lnTo>
                  <a:pt x="13304" y="56349"/>
                </a:lnTo>
                <a:cubicBezTo>
                  <a:pt x="13290" y="56408"/>
                  <a:pt x="13290" y="56452"/>
                  <a:pt x="13304" y="56526"/>
                </a:cubicBezTo>
                <a:lnTo>
                  <a:pt x="13039" y="56702"/>
                </a:lnTo>
                <a:lnTo>
                  <a:pt x="13039" y="56511"/>
                </a:lnTo>
                <a:cubicBezTo>
                  <a:pt x="13069" y="56496"/>
                  <a:pt x="13128" y="56452"/>
                  <a:pt x="13157" y="56438"/>
                </a:cubicBezTo>
                <a:cubicBezTo>
                  <a:pt x="13216" y="56408"/>
                  <a:pt x="13260" y="56379"/>
                  <a:pt x="13304" y="56349"/>
                </a:cubicBezTo>
                <a:close/>
                <a:moveTo>
                  <a:pt x="13643" y="56364"/>
                </a:moveTo>
                <a:cubicBezTo>
                  <a:pt x="13658" y="56438"/>
                  <a:pt x="13658" y="56511"/>
                  <a:pt x="13658" y="56570"/>
                </a:cubicBezTo>
                <a:cubicBezTo>
                  <a:pt x="13569" y="56629"/>
                  <a:pt x="13481" y="56673"/>
                  <a:pt x="13378" y="56747"/>
                </a:cubicBezTo>
                <a:cubicBezTo>
                  <a:pt x="13378" y="56673"/>
                  <a:pt x="13363" y="56629"/>
                  <a:pt x="13363" y="56541"/>
                </a:cubicBezTo>
                <a:cubicBezTo>
                  <a:pt x="13452" y="56496"/>
                  <a:pt x="13555" y="56438"/>
                  <a:pt x="13643" y="56364"/>
                </a:cubicBezTo>
                <a:close/>
                <a:moveTo>
                  <a:pt x="12348" y="56482"/>
                </a:moveTo>
                <a:lnTo>
                  <a:pt x="12348" y="56482"/>
                </a:lnTo>
                <a:cubicBezTo>
                  <a:pt x="12333" y="56526"/>
                  <a:pt x="12333" y="56585"/>
                  <a:pt x="12318" y="56629"/>
                </a:cubicBezTo>
                <a:cubicBezTo>
                  <a:pt x="12259" y="56673"/>
                  <a:pt x="12186" y="56717"/>
                  <a:pt x="12112" y="56776"/>
                </a:cubicBezTo>
                <a:cubicBezTo>
                  <a:pt x="12127" y="56717"/>
                  <a:pt x="12156" y="56673"/>
                  <a:pt x="12156" y="56629"/>
                </a:cubicBezTo>
                <a:cubicBezTo>
                  <a:pt x="12230" y="56570"/>
                  <a:pt x="12274" y="56526"/>
                  <a:pt x="12348" y="56482"/>
                </a:cubicBezTo>
                <a:close/>
                <a:moveTo>
                  <a:pt x="12627" y="56496"/>
                </a:moveTo>
                <a:cubicBezTo>
                  <a:pt x="12627" y="56555"/>
                  <a:pt x="12613" y="56599"/>
                  <a:pt x="12613" y="56658"/>
                </a:cubicBezTo>
                <a:lnTo>
                  <a:pt x="12495" y="56717"/>
                </a:lnTo>
                <a:cubicBezTo>
                  <a:pt x="12451" y="56747"/>
                  <a:pt x="12407" y="56776"/>
                  <a:pt x="12348" y="56806"/>
                </a:cubicBezTo>
                <a:cubicBezTo>
                  <a:pt x="12377" y="56776"/>
                  <a:pt x="12392" y="56717"/>
                  <a:pt x="12392" y="56658"/>
                </a:cubicBezTo>
                <a:cubicBezTo>
                  <a:pt x="12466" y="56599"/>
                  <a:pt x="12554" y="56541"/>
                  <a:pt x="12627" y="56496"/>
                </a:cubicBezTo>
                <a:close/>
                <a:moveTo>
                  <a:pt x="11877" y="56673"/>
                </a:moveTo>
                <a:lnTo>
                  <a:pt x="11877" y="56673"/>
                </a:lnTo>
                <a:cubicBezTo>
                  <a:pt x="11862" y="56717"/>
                  <a:pt x="11833" y="56747"/>
                  <a:pt x="11833" y="56776"/>
                </a:cubicBezTo>
                <a:cubicBezTo>
                  <a:pt x="11803" y="56806"/>
                  <a:pt x="11759" y="56850"/>
                  <a:pt x="11715" y="56864"/>
                </a:cubicBezTo>
                <a:cubicBezTo>
                  <a:pt x="11744" y="56850"/>
                  <a:pt x="11759" y="56806"/>
                  <a:pt x="11759" y="56791"/>
                </a:cubicBezTo>
                <a:lnTo>
                  <a:pt x="11877" y="56673"/>
                </a:lnTo>
                <a:close/>
                <a:moveTo>
                  <a:pt x="12966" y="56555"/>
                </a:moveTo>
                <a:lnTo>
                  <a:pt x="12966" y="56732"/>
                </a:lnTo>
                <a:lnTo>
                  <a:pt x="12686" y="56894"/>
                </a:lnTo>
                <a:lnTo>
                  <a:pt x="12686" y="56717"/>
                </a:lnTo>
                <a:lnTo>
                  <a:pt x="12966" y="56555"/>
                </a:lnTo>
                <a:close/>
                <a:moveTo>
                  <a:pt x="13323" y="56878"/>
                </a:moveTo>
                <a:lnTo>
                  <a:pt x="13265" y="56913"/>
                </a:lnTo>
                <a:lnTo>
                  <a:pt x="13265" y="56913"/>
                </a:lnTo>
                <a:cubicBezTo>
                  <a:pt x="13284" y="56900"/>
                  <a:pt x="13301" y="56888"/>
                  <a:pt x="13323" y="56878"/>
                </a:cubicBezTo>
                <a:close/>
                <a:moveTo>
                  <a:pt x="13675" y="56670"/>
                </a:moveTo>
                <a:cubicBezTo>
                  <a:pt x="13633" y="56695"/>
                  <a:pt x="13588" y="56719"/>
                  <a:pt x="13540" y="56747"/>
                </a:cubicBezTo>
                <a:cubicBezTo>
                  <a:pt x="13540" y="56806"/>
                  <a:pt x="13540" y="56864"/>
                  <a:pt x="13569" y="56909"/>
                </a:cubicBezTo>
                <a:cubicBezTo>
                  <a:pt x="13570" y="56914"/>
                  <a:pt x="13571" y="56919"/>
                  <a:pt x="13572" y="56925"/>
                </a:cubicBezTo>
                <a:lnTo>
                  <a:pt x="13572" y="56925"/>
                </a:lnTo>
                <a:lnTo>
                  <a:pt x="13702" y="56850"/>
                </a:lnTo>
                <a:cubicBezTo>
                  <a:pt x="13702" y="56802"/>
                  <a:pt x="13682" y="56745"/>
                  <a:pt x="13675" y="56670"/>
                </a:cubicBezTo>
                <a:close/>
                <a:moveTo>
                  <a:pt x="12098" y="56702"/>
                </a:moveTo>
                <a:cubicBezTo>
                  <a:pt x="12083" y="56747"/>
                  <a:pt x="12083" y="56791"/>
                  <a:pt x="12053" y="56850"/>
                </a:cubicBezTo>
                <a:cubicBezTo>
                  <a:pt x="11965" y="56864"/>
                  <a:pt x="11906" y="56923"/>
                  <a:pt x="11862" y="56953"/>
                </a:cubicBezTo>
                <a:cubicBezTo>
                  <a:pt x="11877" y="56894"/>
                  <a:pt x="11892" y="56864"/>
                  <a:pt x="11906" y="56820"/>
                </a:cubicBezTo>
                <a:cubicBezTo>
                  <a:pt x="11965" y="56791"/>
                  <a:pt x="12024" y="56732"/>
                  <a:pt x="12098" y="56702"/>
                </a:cubicBezTo>
                <a:close/>
                <a:moveTo>
                  <a:pt x="13304" y="56599"/>
                </a:moveTo>
                <a:cubicBezTo>
                  <a:pt x="13304" y="56658"/>
                  <a:pt x="13304" y="56732"/>
                  <a:pt x="13334" y="56791"/>
                </a:cubicBezTo>
                <a:cubicBezTo>
                  <a:pt x="13275" y="56820"/>
                  <a:pt x="13231" y="56850"/>
                  <a:pt x="13187" y="56879"/>
                </a:cubicBezTo>
                <a:cubicBezTo>
                  <a:pt x="13142" y="56894"/>
                  <a:pt x="13084" y="56938"/>
                  <a:pt x="13054" y="56953"/>
                </a:cubicBezTo>
                <a:cubicBezTo>
                  <a:pt x="13054" y="56894"/>
                  <a:pt x="13039" y="56820"/>
                  <a:pt x="13039" y="56776"/>
                </a:cubicBezTo>
                <a:lnTo>
                  <a:pt x="13304" y="56599"/>
                </a:lnTo>
                <a:close/>
                <a:moveTo>
                  <a:pt x="13265" y="56913"/>
                </a:moveTo>
                <a:cubicBezTo>
                  <a:pt x="13254" y="56921"/>
                  <a:pt x="13243" y="56930"/>
                  <a:pt x="13231" y="56938"/>
                </a:cubicBezTo>
                <a:cubicBezTo>
                  <a:pt x="13222" y="56944"/>
                  <a:pt x="13212" y="56950"/>
                  <a:pt x="13202" y="56956"/>
                </a:cubicBezTo>
                <a:lnTo>
                  <a:pt x="13202" y="56956"/>
                </a:lnTo>
                <a:cubicBezTo>
                  <a:pt x="13202" y="56955"/>
                  <a:pt x="13201" y="56954"/>
                  <a:pt x="13201" y="56953"/>
                </a:cubicBezTo>
                <a:lnTo>
                  <a:pt x="13265" y="56913"/>
                </a:lnTo>
                <a:close/>
                <a:moveTo>
                  <a:pt x="11597" y="56967"/>
                </a:moveTo>
                <a:cubicBezTo>
                  <a:pt x="11588" y="56985"/>
                  <a:pt x="11568" y="56998"/>
                  <a:pt x="11551" y="57008"/>
                </a:cubicBezTo>
                <a:lnTo>
                  <a:pt x="11551" y="57008"/>
                </a:lnTo>
                <a:lnTo>
                  <a:pt x="11568" y="56997"/>
                </a:lnTo>
                <a:lnTo>
                  <a:pt x="11597" y="56967"/>
                </a:lnTo>
                <a:close/>
                <a:moveTo>
                  <a:pt x="12318" y="56717"/>
                </a:moveTo>
                <a:cubicBezTo>
                  <a:pt x="12318" y="56776"/>
                  <a:pt x="12304" y="56820"/>
                  <a:pt x="12304" y="56879"/>
                </a:cubicBezTo>
                <a:cubicBezTo>
                  <a:pt x="12230" y="56938"/>
                  <a:pt x="12127" y="56967"/>
                  <a:pt x="12053" y="57026"/>
                </a:cubicBezTo>
                <a:cubicBezTo>
                  <a:pt x="12083" y="56967"/>
                  <a:pt x="12083" y="56923"/>
                  <a:pt x="12098" y="56864"/>
                </a:cubicBezTo>
                <a:cubicBezTo>
                  <a:pt x="12171" y="56806"/>
                  <a:pt x="12245" y="56747"/>
                  <a:pt x="12318" y="56717"/>
                </a:cubicBezTo>
                <a:close/>
                <a:moveTo>
                  <a:pt x="12627" y="56747"/>
                </a:moveTo>
                <a:lnTo>
                  <a:pt x="12627" y="56938"/>
                </a:lnTo>
                <a:cubicBezTo>
                  <a:pt x="12539" y="56997"/>
                  <a:pt x="12466" y="57026"/>
                  <a:pt x="12377" y="57085"/>
                </a:cubicBezTo>
                <a:lnTo>
                  <a:pt x="12348" y="57085"/>
                </a:lnTo>
                <a:cubicBezTo>
                  <a:pt x="12348" y="57026"/>
                  <a:pt x="12348" y="56967"/>
                  <a:pt x="12377" y="56894"/>
                </a:cubicBezTo>
                <a:cubicBezTo>
                  <a:pt x="12421" y="56864"/>
                  <a:pt x="12495" y="56820"/>
                  <a:pt x="12554" y="56791"/>
                </a:cubicBezTo>
                <a:cubicBezTo>
                  <a:pt x="12569" y="56761"/>
                  <a:pt x="12598" y="56761"/>
                  <a:pt x="12627" y="56747"/>
                </a:cubicBezTo>
                <a:close/>
                <a:moveTo>
                  <a:pt x="11803" y="56894"/>
                </a:moveTo>
                <a:lnTo>
                  <a:pt x="11803" y="56894"/>
                </a:lnTo>
                <a:cubicBezTo>
                  <a:pt x="11789" y="56938"/>
                  <a:pt x="11789" y="56953"/>
                  <a:pt x="11759" y="56997"/>
                </a:cubicBezTo>
                <a:cubicBezTo>
                  <a:pt x="11759" y="57012"/>
                  <a:pt x="11759" y="57012"/>
                  <a:pt x="11744" y="57026"/>
                </a:cubicBezTo>
                <a:lnTo>
                  <a:pt x="11583" y="57144"/>
                </a:lnTo>
                <a:lnTo>
                  <a:pt x="11641" y="57026"/>
                </a:lnTo>
                <a:cubicBezTo>
                  <a:pt x="11715" y="56967"/>
                  <a:pt x="11744" y="56938"/>
                  <a:pt x="11803" y="56894"/>
                </a:cubicBezTo>
                <a:close/>
                <a:moveTo>
                  <a:pt x="12981" y="56806"/>
                </a:moveTo>
                <a:lnTo>
                  <a:pt x="12981" y="56997"/>
                </a:lnTo>
                <a:cubicBezTo>
                  <a:pt x="12922" y="57026"/>
                  <a:pt x="12863" y="57070"/>
                  <a:pt x="12819" y="57085"/>
                </a:cubicBezTo>
                <a:cubicBezTo>
                  <a:pt x="12775" y="57100"/>
                  <a:pt x="12730" y="57115"/>
                  <a:pt x="12701" y="57159"/>
                </a:cubicBezTo>
                <a:lnTo>
                  <a:pt x="12701" y="56967"/>
                </a:lnTo>
                <a:lnTo>
                  <a:pt x="12981" y="56806"/>
                </a:lnTo>
                <a:close/>
                <a:moveTo>
                  <a:pt x="12009" y="56909"/>
                </a:moveTo>
                <a:cubicBezTo>
                  <a:pt x="11980" y="56967"/>
                  <a:pt x="11980" y="57026"/>
                  <a:pt x="11965" y="57070"/>
                </a:cubicBezTo>
                <a:cubicBezTo>
                  <a:pt x="11906" y="57115"/>
                  <a:pt x="11833" y="57173"/>
                  <a:pt x="11759" y="57218"/>
                </a:cubicBezTo>
                <a:cubicBezTo>
                  <a:pt x="11789" y="57159"/>
                  <a:pt x="11803" y="57100"/>
                  <a:pt x="11803" y="57070"/>
                </a:cubicBezTo>
                <a:cubicBezTo>
                  <a:pt x="11877" y="57012"/>
                  <a:pt x="11936" y="56967"/>
                  <a:pt x="12009" y="56909"/>
                </a:cubicBezTo>
                <a:close/>
                <a:moveTo>
                  <a:pt x="12274" y="56967"/>
                </a:moveTo>
                <a:lnTo>
                  <a:pt x="12274" y="57144"/>
                </a:lnTo>
                <a:cubicBezTo>
                  <a:pt x="12201" y="57188"/>
                  <a:pt x="12112" y="57232"/>
                  <a:pt x="12024" y="57291"/>
                </a:cubicBezTo>
                <a:cubicBezTo>
                  <a:pt x="12024" y="57232"/>
                  <a:pt x="12039" y="57173"/>
                  <a:pt x="12039" y="57115"/>
                </a:cubicBezTo>
                <a:cubicBezTo>
                  <a:pt x="12112" y="57070"/>
                  <a:pt x="12201" y="57012"/>
                  <a:pt x="12274" y="56967"/>
                </a:cubicBezTo>
                <a:close/>
                <a:moveTo>
                  <a:pt x="11524" y="57115"/>
                </a:moveTo>
                <a:lnTo>
                  <a:pt x="11524" y="57115"/>
                </a:lnTo>
                <a:cubicBezTo>
                  <a:pt x="11509" y="57159"/>
                  <a:pt x="11480" y="57188"/>
                  <a:pt x="11480" y="57218"/>
                </a:cubicBezTo>
                <a:cubicBezTo>
                  <a:pt x="11453" y="57244"/>
                  <a:pt x="11401" y="57259"/>
                  <a:pt x="11370" y="57295"/>
                </a:cubicBezTo>
                <a:lnTo>
                  <a:pt x="11370" y="57295"/>
                </a:lnTo>
                <a:cubicBezTo>
                  <a:pt x="11382" y="57276"/>
                  <a:pt x="11397" y="57244"/>
                  <a:pt x="11421" y="57232"/>
                </a:cubicBezTo>
                <a:lnTo>
                  <a:pt x="11524" y="57115"/>
                </a:lnTo>
                <a:close/>
                <a:moveTo>
                  <a:pt x="12627" y="56997"/>
                </a:moveTo>
                <a:lnTo>
                  <a:pt x="12627" y="57188"/>
                </a:lnTo>
                <a:cubicBezTo>
                  <a:pt x="12539" y="57247"/>
                  <a:pt x="12451" y="57306"/>
                  <a:pt x="12348" y="57335"/>
                </a:cubicBezTo>
                <a:lnTo>
                  <a:pt x="12348" y="57159"/>
                </a:lnTo>
                <a:cubicBezTo>
                  <a:pt x="12377" y="57144"/>
                  <a:pt x="12392" y="57144"/>
                  <a:pt x="12407" y="57115"/>
                </a:cubicBezTo>
                <a:cubicBezTo>
                  <a:pt x="12480" y="57085"/>
                  <a:pt x="12554" y="57026"/>
                  <a:pt x="12627" y="56997"/>
                </a:cubicBezTo>
                <a:close/>
                <a:moveTo>
                  <a:pt x="11730" y="57115"/>
                </a:moveTo>
                <a:cubicBezTo>
                  <a:pt x="11715" y="57173"/>
                  <a:pt x="11715" y="57218"/>
                  <a:pt x="11686" y="57262"/>
                </a:cubicBezTo>
                <a:cubicBezTo>
                  <a:pt x="11612" y="57321"/>
                  <a:pt x="11568" y="57365"/>
                  <a:pt x="11494" y="57394"/>
                </a:cubicBezTo>
                <a:cubicBezTo>
                  <a:pt x="11509" y="57335"/>
                  <a:pt x="11524" y="57306"/>
                  <a:pt x="11538" y="57247"/>
                </a:cubicBezTo>
                <a:cubicBezTo>
                  <a:pt x="11597" y="57218"/>
                  <a:pt x="11656" y="57159"/>
                  <a:pt x="11730" y="57115"/>
                </a:cubicBezTo>
                <a:close/>
                <a:moveTo>
                  <a:pt x="12336" y="57436"/>
                </a:moveTo>
                <a:lnTo>
                  <a:pt x="12333" y="57438"/>
                </a:lnTo>
                <a:cubicBezTo>
                  <a:pt x="12335" y="57444"/>
                  <a:pt x="12337" y="57451"/>
                  <a:pt x="12338" y="57458"/>
                </a:cubicBezTo>
                <a:lnTo>
                  <a:pt x="12338" y="57458"/>
                </a:lnTo>
                <a:cubicBezTo>
                  <a:pt x="12338" y="57451"/>
                  <a:pt x="12337" y="57444"/>
                  <a:pt x="12336" y="57436"/>
                </a:cubicBezTo>
                <a:close/>
                <a:moveTo>
                  <a:pt x="11273" y="57365"/>
                </a:moveTo>
                <a:lnTo>
                  <a:pt x="11273" y="57365"/>
                </a:lnTo>
                <a:cubicBezTo>
                  <a:pt x="11273" y="57379"/>
                  <a:pt x="11244" y="57394"/>
                  <a:pt x="11244" y="57409"/>
                </a:cubicBezTo>
                <a:cubicBezTo>
                  <a:pt x="11229" y="57438"/>
                  <a:pt x="11200" y="57453"/>
                  <a:pt x="11170" y="57468"/>
                </a:cubicBezTo>
                <a:cubicBezTo>
                  <a:pt x="11170" y="57453"/>
                  <a:pt x="11200" y="57453"/>
                  <a:pt x="11200" y="57438"/>
                </a:cubicBezTo>
                <a:lnTo>
                  <a:pt x="11273" y="57365"/>
                </a:lnTo>
                <a:close/>
                <a:moveTo>
                  <a:pt x="11965" y="57159"/>
                </a:moveTo>
                <a:cubicBezTo>
                  <a:pt x="11965" y="57218"/>
                  <a:pt x="11950" y="57262"/>
                  <a:pt x="11950" y="57321"/>
                </a:cubicBezTo>
                <a:cubicBezTo>
                  <a:pt x="11877" y="57379"/>
                  <a:pt x="11789" y="57409"/>
                  <a:pt x="11715" y="57468"/>
                </a:cubicBezTo>
                <a:cubicBezTo>
                  <a:pt x="11730" y="57409"/>
                  <a:pt x="11730" y="57365"/>
                  <a:pt x="11744" y="57306"/>
                </a:cubicBezTo>
                <a:cubicBezTo>
                  <a:pt x="11818" y="57247"/>
                  <a:pt x="11892" y="57218"/>
                  <a:pt x="11965" y="57159"/>
                </a:cubicBezTo>
                <a:close/>
                <a:moveTo>
                  <a:pt x="12338" y="57458"/>
                </a:moveTo>
                <a:cubicBezTo>
                  <a:pt x="12341" y="57478"/>
                  <a:pt x="12343" y="57497"/>
                  <a:pt x="12346" y="57517"/>
                </a:cubicBezTo>
                <a:lnTo>
                  <a:pt x="12346" y="57517"/>
                </a:lnTo>
                <a:cubicBezTo>
                  <a:pt x="12344" y="57496"/>
                  <a:pt x="12342" y="57476"/>
                  <a:pt x="12338" y="57458"/>
                </a:cubicBezTo>
                <a:close/>
                <a:moveTo>
                  <a:pt x="12259" y="57218"/>
                </a:moveTo>
                <a:cubicBezTo>
                  <a:pt x="12274" y="57262"/>
                  <a:pt x="12274" y="57321"/>
                  <a:pt x="12274" y="57394"/>
                </a:cubicBezTo>
                <a:cubicBezTo>
                  <a:pt x="12259" y="57409"/>
                  <a:pt x="12230" y="57438"/>
                  <a:pt x="12201" y="57438"/>
                </a:cubicBezTo>
                <a:cubicBezTo>
                  <a:pt x="12127" y="57468"/>
                  <a:pt x="12083" y="57497"/>
                  <a:pt x="12009" y="57541"/>
                </a:cubicBezTo>
                <a:lnTo>
                  <a:pt x="12009" y="57365"/>
                </a:lnTo>
                <a:cubicBezTo>
                  <a:pt x="12098" y="57306"/>
                  <a:pt x="12186" y="57247"/>
                  <a:pt x="12259" y="57218"/>
                </a:cubicBezTo>
                <a:close/>
                <a:moveTo>
                  <a:pt x="11450" y="57335"/>
                </a:moveTo>
                <a:cubicBezTo>
                  <a:pt x="11450" y="57365"/>
                  <a:pt x="11435" y="57379"/>
                  <a:pt x="11435" y="57379"/>
                </a:cubicBezTo>
                <a:cubicBezTo>
                  <a:pt x="11421" y="57394"/>
                  <a:pt x="11421" y="57438"/>
                  <a:pt x="11421" y="57453"/>
                </a:cubicBezTo>
                <a:lnTo>
                  <a:pt x="11244" y="57556"/>
                </a:lnTo>
                <a:cubicBezTo>
                  <a:pt x="11273" y="57527"/>
                  <a:pt x="11288" y="57482"/>
                  <a:pt x="11303" y="57438"/>
                </a:cubicBezTo>
                <a:cubicBezTo>
                  <a:pt x="11347" y="57409"/>
                  <a:pt x="11391" y="57379"/>
                  <a:pt x="11450" y="57335"/>
                </a:cubicBezTo>
                <a:close/>
                <a:moveTo>
                  <a:pt x="11671" y="57365"/>
                </a:moveTo>
                <a:lnTo>
                  <a:pt x="11671" y="57365"/>
                </a:lnTo>
                <a:cubicBezTo>
                  <a:pt x="11656" y="57409"/>
                  <a:pt x="11656" y="57468"/>
                  <a:pt x="11656" y="57512"/>
                </a:cubicBezTo>
                <a:cubicBezTo>
                  <a:pt x="11583" y="57541"/>
                  <a:pt x="11509" y="57600"/>
                  <a:pt x="11435" y="57630"/>
                </a:cubicBezTo>
                <a:cubicBezTo>
                  <a:pt x="11450" y="57585"/>
                  <a:pt x="11450" y="57541"/>
                  <a:pt x="11465" y="57482"/>
                </a:cubicBezTo>
                <a:cubicBezTo>
                  <a:pt x="11524" y="57453"/>
                  <a:pt x="11597" y="57409"/>
                  <a:pt x="11671" y="57365"/>
                </a:cubicBezTo>
                <a:close/>
                <a:moveTo>
                  <a:pt x="11950" y="57409"/>
                </a:moveTo>
                <a:lnTo>
                  <a:pt x="11950" y="57585"/>
                </a:lnTo>
                <a:cubicBezTo>
                  <a:pt x="11862" y="57630"/>
                  <a:pt x="11789" y="57674"/>
                  <a:pt x="11686" y="57733"/>
                </a:cubicBezTo>
                <a:cubicBezTo>
                  <a:pt x="11686" y="57674"/>
                  <a:pt x="11715" y="57615"/>
                  <a:pt x="11715" y="57556"/>
                </a:cubicBezTo>
                <a:cubicBezTo>
                  <a:pt x="11789" y="57512"/>
                  <a:pt x="11877" y="57468"/>
                  <a:pt x="11950" y="57409"/>
                </a:cubicBezTo>
                <a:close/>
                <a:moveTo>
                  <a:pt x="11170" y="57556"/>
                </a:moveTo>
                <a:lnTo>
                  <a:pt x="11170" y="57556"/>
                </a:lnTo>
                <a:cubicBezTo>
                  <a:pt x="11156" y="57600"/>
                  <a:pt x="11156" y="57615"/>
                  <a:pt x="11141" y="57659"/>
                </a:cubicBezTo>
                <a:cubicBezTo>
                  <a:pt x="11097" y="57688"/>
                  <a:pt x="11053" y="57733"/>
                  <a:pt x="11009" y="57747"/>
                </a:cubicBezTo>
                <a:cubicBezTo>
                  <a:pt x="11023" y="57703"/>
                  <a:pt x="11053" y="57688"/>
                  <a:pt x="11067" y="57659"/>
                </a:cubicBezTo>
                <a:cubicBezTo>
                  <a:pt x="11097" y="57615"/>
                  <a:pt x="11141" y="57585"/>
                  <a:pt x="11170" y="57556"/>
                </a:cubicBezTo>
                <a:close/>
                <a:moveTo>
                  <a:pt x="11376" y="57556"/>
                </a:moveTo>
                <a:cubicBezTo>
                  <a:pt x="11362" y="57615"/>
                  <a:pt x="11362" y="57659"/>
                  <a:pt x="11347" y="57703"/>
                </a:cubicBezTo>
                <a:cubicBezTo>
                  <a:pt x="11259" y="57747"/>
                  <a:pt x="11215" y="57806"/>
                  <a:pt x="11141" y="57836"/>
                </a:cubicBezTo>
                <a:cubicBezTo>
                  <a:pt x="11141" y="57821"/>
                  <a:pt x="11156" y="57806"/>
                  <a:pt x="11156" y="57806"/>
                </a:cubicBezTo>
                <a:cubicBezTo>
                  <a:pt x="11170" y="57762"/>
                  <a:pt x="11170" y="57733"/>
                  <a:pt x="11200" y="57703"/>
                </a:cubicBezTo>
                <a:cubicBezTo>
                  <a:pt x="11244" y="57659"/>
                  <a:pt x="11303" y="57615"/>
                  <a:pt x="11376" y="57556"/>
                </a:cubicBezTo>
                <a:close/>
                <a:moveTo>
                  <a:pt x="10913" y="57793"/>
                </a:moveTo>
                <a:cubicBezTo>
                  <a:pt x="10906" y="57812"/>
                  <a:pt x="10906" y="57824"/>
                  <a:pt x="10906" y="57836"/>
                </a:cubicBezTo>
                <a:cubicBezTo>
                  <a:pt x="10876" y="57850"/>
                  <a:pt x="10847" y="57880"/>
                  <a:pt x="10832" y="57909"/>
                </a:cubicBezTo>
                <a:cubicBezTo>
                  <a:pt x="10832" y="57895"/>
                  <a:pt x="10847" y="57880"/>
                  <a:pt x="10847" y="57850"/>
                </a:cubicBezTo>
                <a:cubicBezTo>
                  <a:pt x="10860" y="57838"/>
                  <a:pt x="10895" y="57825"/>
                  <a:pt x="10913" y="57793"/>
                </a:cubicBezTo>
                <a:close/>
                <a:moveTo>
                  <a:pt x="11656" y="57600"/>
                </a:moveTo>
                <a:lnTo>
                  <a:pt x="11656" y="57600"/>
                </a:lnTo>
                <a:cubicBezTo>
                  <a:pt x="11612" y="57659"/>
                  <a:pt x="11612" y="57703"/>
                  <a:pt x="11612" y="57762"/>
                </a:cubicBezTo>
                <a:cubicBezTo>
                  <a:pt x="11538" y="57821"/>
                  <a:pt x="11450" y="57850"/>
                  <a:pt x="11376" y="57909"/>
                </a:cubicBezTo>
                <a:cubicBezTo>
                  <a:pt x="11376" y="57850"/>
                  <a:pt x="11391" y="57806"/>
                  <a:pt x="11421" y="57747"/>
                </a:cubicBezTo>
                <a:cubicBezTo>
                  <a:pt x="11494" y="57688"/>
                  <a:pt x="11568" y="57659"/>
                  <a:pt x="11656" y="57600"/>
                </a:cubicBezTo>
                <a:close/>
                <a:moveTo>
                  <a:pt x="11097" y="57762"/>
                </a:moveTo>
                <a:lnTo>
                  <a:pt x="11097" y="57762"/>
                </a:lnTo>
                <a:cubicBezTo>
                  <a:pt x="11082" y="57806"/>
                  <a:pt x="11067" y="57850"/>
                  <a:pt x="11067" y="57895"/>
                </a:cubicBezTo>
                <a:lnTo>
                  <a:pt x="10891" y="57998"/>
                </a:lnTo>
                <a:cubicBezTo>
                  <a:pt x="10920" y="57968"/>
                  <a:pt x="10935" y="57924"/>
                  <a:pt x="10950" y="57880"/>
                </a:cubicBezTo>
                <a:cubicBezTo>
                  <a:pt x="10994" y="57836"/>
                  <a:pt x="11053" y="57806"/>
                  <a:pt x="11097" y="57762"/>
                </a:cubicBezTo>
                <a:close/>
                <a:moveTo>
                  <a:pt x="11303" y="57821"/>
                </a:moveTo>
                <a:lnTo>
                  <a:pt x="11303" y="57821"/>
                </a:lnTo>
                <a:cubicBezTo>
                  <a:pt x="11288" y="57880"/>
                  <a:pt x="11288" y="57924"/>
                  <a:pt x="11288" y="57968"/>
                </a:cubicBezTo>
                <a:cubicBezTo>
                  <a:pt x="11215" y="57998"/>
                  <a:pt x="11141" y="58042"/>
                  <a:pt x="11067" y="58101"/>
                </a:cubicBezTo>
                <a:cubicBezTo>
                  <a:pt x="11082" y="58042"/>
                  <a:pt x="11082" y="57998"/>
                  <a:pt x="11097" y="57953"/>
                </a:cubicBezTo>
                <a:cubicBezTo>
                  <a:pt x="11170" y="57895"/>
                  <a:pt x="11244" y="57850"/>
                  <a:pt x="11303" y="57821"/>
                </a:cubicBezTo>
                <a:close/>
                <a:moveTo>
                  <a:pt x="11605" y="57882"/>
                </a:moveTo>
                <a:cubicBezTo>
                  <a:pt x="11543" y="57915"/>
                  <a:pt x="11478" y="57942"/>
                  <a:pt x="11406" y="57983"/>
                </a:cubicBezTo>
                <a:cubicBezTo>
                  <a:pt x="11406" y="58031"/>
                  <a:pt x="11407" y="58080"/>
                  <a:pt x="11409" y="58130"/>
                </a:cubicBezTo>
                <a:lnTo>
                  <a:pt x="11409" y="58130"/>
                </a:lnTo>
                <a:cubicBezTo>
                  <a:pt x="11468" y="58092"/>
                  <a:pt x="11533" y="58059"/>
                  <a:pt x="11597" y="58027"/>
                </a:cubicBezTo>
                <a:cubicBezTo>
                  <a:pt x="11597" y="57979"/>
                  <a:pt x="11597" y="57931"/>
                  <a:pt x="11605" y="57882"/>
                </a:cubicBezTo>
                <a:close/>
                <a:moveTo>
                  <a:pt x="10832" y="57983"/>
                </a:moveTo>
                <a:lnTo>
                  <a:pt x="10832" y="57983"/>
                </a:lnTo>
                <a:cubicBezTo>
                  <a:pt x="10803" y="58027"/>
                  <a:pt x="10803" y="58056"/>
                  <a:pt x="10788" y="58071"/>
                </a:cubicBezTo>
                <a:cubicBezTo>
                  <a:pt x="10744" y="58115"/>
                  <a:pt x="10700" y="58130"/>
                  <a:pt x="10655" y="58174"/>
                </a:cubicBezTo>
                <a:cubicBezTo>
                  <a:pt x="10685" y="58145"/>
                  <a:pt x="10700" y="58115"/>
                  <a:pt x="10714" y="58071"/>
                </a:cubicBezTo>
                <a:cubicBezTo>
                  <a:pt x="10758" y="58042"/>
                  <a:pt x="10788" y="57998"/>
                  <a:pt x="10832" y="57983"/>
                </a:cubicBezTo>
                <a:close/>
                <a:moveTo>
                  <a:pt x="11128" y="58129"/>
                </a:moveTo>
                <a:cubicBezTo>
                  <a:pt x="11107" y="58143"/>
                  <a:pt x="11087" y="58158"/>
                  <a:pt x="11067" y="58174"/>
                </a:cubicBezTo>
                <a:cubicBezTo>
                  <a:pt x="11067" y="58175"/>
                  <a:pt x="11067" y="58177"/>
                  <a:pt x="11066" y="58178"/>
                </a:cubicBezTo>
                <a:lnTo>
                  <a:pt x="11066" y="58178"/>
                </a:lnTo>
                <a:cubicBezTo>
                  <a:pt x="11067" y="58172"/>
                  <a:pt x="11067" y="58166"/>
                  <a:pt x="11067" y="58159"/>
                </a:cubicBezTo>
                <a:cubicBezTo>
                  <a:pt x="11088" y="58149"/>
                  <a:pt x="11108" y="58139"/>
                  <a:pt x="11128" y="58129"/>
                </a:cubicBezTo>
                <a:close/>
                <a:moveTo>
                  <a:pt x="11023" y="57998"/>
                </a:moveTo>
                <a:lnTo>
                  <a:pt x="11023" y="57998"/>
                </a:lnTo>
                <a:cubicBezTo>
                  <a:pt x="11009" y="58056"/>
                  <a:pt x="11009" y="58101"/>
                  <a:pt x="10994" y="58145"/>
                </a:cubicBezTo>
                <a:cubicBezTo>
                  <a:pt x="10920" y="58189"/>
                  <a:pt x="10861" y="58218"/>
                  <a:pt x="10788" y="58262"/>
                </a:cubicBezTo>
                <a:cubicBezTo>
                  <a:pt x="10788" y="58248"/>
                  <a:pt x="10803" y="58204"/>
                  <a:pt x="10832" y="58189"/>
                </a:cubicBezTo>
                <a:cubicBezTo>
                  <a:pt x="10832" y="58174"/>
                  <a:pt x="10847" y="58145"/>
                  <a:pt x="10847" y="58130"/>
                </a:cubicBezTo>
                <a:cubicBezTo>
                  <a:pt x="10906" y="58101"/>
                  <a:pt x="10950" y="58042"/>
                  <a:pt x="11023" y="57998"/>
                </a:cubicBezTo>
                <a:close/>
                <a:moveTo>
                  <a:pt x="10567" y="58204"/>
                </a:moveTo>
                <a:lnTo>
                  <a:pt x="10567" y="58204"/>
                </a:lnTo>
                <a:cubicBezTo>
                  <a:pt x="10552" y="58218"/>
                  <a:pt x="10552" y="58248"/>
                  <a:pt x="10538" y="58262"/>
                </a:cubicBezTo>
                <a:cubicBezTo>
                  <a:pt x="10517" y="58273"/>
                  <a:pt x="10497" y="58283"/>
                  <a:pt x="10482" y="58298"/>
                </a:cubicBezTo>
                <a:lnTo>
                  <a:pt x="10482" y="58298"/>
                </a:lnTo>
                <a:cubicBezTo>
                  <a:pt x="10484" y="58290"/>
                  <a:pt x="10488" y="58283"/>
                  <a:pt x="10494" y="58277"/>
                </a:cubicBezTo>
                <a:lnTo>
                  <a:pt x="10567" y="58204"/>
                </a:lnTo>
                <a:close/>
                <a:moveTo>
                  <a:pt x="10758" y="58189"/>
                </a:moveTo>
                <a:lnTo>
                  <a:pt x="10758" y="58189"/>
                </a:lnTo>
                <a:cubicBezTo>
                  <a:pt x="10729" y="58218"/>
                  <a:pt x="10714" y="58277"/>
                  <a:pt x="10714" y="58321"/>
                </a:cubicBezTo>
                <a:lnTo>
                  <a:pt x="10552" y="58424"/>
                </a:lnTo>
                <a:lnTo>
                  <a:pt x="10552" y="58424"/>
                </a:lnTo>
                <a:lnTo>
                  <a:pt x="10611" y="58321"/>
                </a:lnTo>
                <a:cubicBezTo>
                  <a:pt x="10641" y="58277"/>
                  <a:pt x="10700" y="58248"/>
                  <a:pt x="10758" y="58189"/>
                </a:cubicBezTo>
                <a:close/>
                <a:moveTo>
                  <a:pt x="10979" y="58248"/>
                </a:moveTo>
                <a:lnTo>
                  <a:pt x="10979" y="58248"/>
                </a:lnTo>
                <a:cubicBezTo>
                  <a:pt x="10920" y="58277"/>
                  <a:pt x="10847" y="58336"/>
                  <a:pt x="10773" y="58365"/>
                </a:cubicBezTo>
                <a:cubicBezTo>
                  <a:pt x="10744" y="58424"/>
                  <a:pt x="10744" y="58468"/>
                  <a:pt x="10729" y="58513"/>
                </a:cubicBezTo>
                <a:cubicBezTo>
                  <a:pt x="10803" y="58483"/>
                  <a:pt x="10876" y="58424"/>
                  <a:pt x="10950" y="58395"/>
                </a:cubicBezTo>
                <a:cubicBezTo>
                  <a:pt x="10950" y="58336"/>
                  <a:pt x="10950" y="58277"/>
                  <a:pt x="10979" y="58248"/>
                </a:cubicBezTo>
                <a:close/>
                <a:moveTo>
                  <a:pt x="10494" y="58380"/>
                </a:moveTo>
                <a:lnTo>
                  <a:pt x="10494" y="58380"/>
                </a:lnTo>
                <a:cubicBezTo>
                  <a:pt x="10479" y="58424"/>
                  <a:pt x="10464" y="58454"/>
                  <a:pt x="10464" y="58498"/>
                </a:cubicBezTo>
                <a:cubicBezTo>
                  <a:pt x="10420" y="58542"/>
                  <a:pt x="10361" y="58557"/>
                  <a:pt x="10332" y="58586"/>
                </a:cubicBezTo>
                <a:cubicBezTo>
                  <a:pt x="10332" y="58557"/>
                  <a:pt x="10346" y="58542"/>
                  <a:pt x="10361" y="58498"/>
                </a:cubicBezTo>
                <a:cubicBezTo>
                  <a:pt x="10405" y="58468"/>
                  <a:pt x="10435" y="58424"/>
                  <a:pt x="10494" y="58380"/>
                </a:cubicBezTo>
                <a:close/>
                <a:moveTo>
                  <a:pt x="10214" y="58630"/>
                </a:moveTo>
                <a:cubicBezTo>
                  <a:pt x="10199" y="58645"/>
                  <a:pt x="10199" y="58660"/>
                  <a:pt x="10184" y="58689"/>
                </a:cubicBezTo>
                <a:cubicBezTo>
                  <a:pt x="10175" y="58698"/>
                  <a:pt x="10155" y="58708"/>
                  <a:pt x="10137" y="58717"/>
                </a:cubicBezTo>
                <a:lnTo>
                  <a:pt x="10137" y="58717"/>
                </a:lnTo>
                <a:cubicBezTo>
                  <a:pt x="10139" y="58713"/>
                  <a:pt x="10140" y="58708"/>
                  <a:pt x="10140" y="58704"/>
                </a:cubicBezTo>
                <a:lnTo>
                  <a:pt x="10214" y="58630"/>
                </a:lnTo>
                <a:close/>
                <a:moveTo>
                  <a:pt x="9817" y="59013"/>
                </a:moveTo>
                <a:lnTo>
                  <a:pt x="9817" y="59013"/>
                </a:lnTo>
                <a:cubicBezTo>
                  <a:pt x="9478" y="59970"/>
                  <a:pt x="9640" y="61132"/>
                  <a:pt x="10287" y="62192"/>
                </a:cubicBezTo>
                <a:cubicBezTo>
                  <a:pt x="10994" y="63354"/>
                  <a:pt x="12068" y="64355"/>
                  <a:pt x="13716" y="65341"/>
                </a:cubicBezTo>
                <a:cubicBezTo>
                  <a:pt x="13864" y="65429"/>
                  <a:pt x="14025" y="65532"/>
                  <a:pt x="14173" y="65621"/>
                </a:cubicBezTo>
                <a:lnTo>
                  <a:pt x="14393" y="65753"/>
                </a:lnTo>
                <a:cubicBezTo>
                  <a:pt x="15497" y="66415"/>
                  <a:pt x="16365" y="67151"/>
                  <a:pt x="16969" y="67931"/>
                </a:cubicBezTo>
                <a:cubicBezTo>
                  <a:pt x="17513" y="68667"/>
                  <a:pt x="18102" y="69535"/>
                  <a:pt x="18131" y="70551"/>
                </a:cubicBezTo>
                <a:cubicBezTo>
                  <a:pt x="18161" y="71640"/>
                  <a:pt x="17646" y="72758"/>
                  <a:pt x="16704" y="73700"/>
                </a:cubicBezTo>
                <a:cubicBezTo>
                  <a:pt x="16365" y="74038"/>
                  <a:pt x="15953" y="74362"/>
                  <a:pt x="15527" y="74627"/>
                </a:cubicBezTo>
                <a:cubicBezTo>
                  <a:pt x="15080" y="74907"/>
                  <a:pt x="14607" y="75138"/>
                  <a:pt x="14122" y="75342"/>
                </a:cubicBezTo>
                <a:lnTo>
                  <a:pt x="14122" y="75342"/>
                </a:lnTo>
                <a:cubicBezTo>
                  <a:pt x="14518" y="75169"/>
                  <a:pt x="14905" y="74974"/>
                  <a:pt x="15276" y="74745"/>
                </a:cubicBezTo>
                <a:cubicBezTo>
                  <a:pt x="15718" y="74465"/>
                  <a:pt x="16145" y="74156"/>
                  <a:pt x="16483" y="73788"/>
                </a:cubicBezTo>
                <a:cubicBezTo>
                  <a:pt x="17484" y="72817"/>
                  <a:pt x="17984" y="71654"/>
                  <a:pt x="17925" y="70536"/>
                </a:cubicBezTo>
                <a:cubicBezTo>
                  <a:pt x="17866" y="69432"/>
                  <a:pt x="17219" y="68520"/>
                  <a:pt x="16660" y="67843"/>
                </a:cubicBezTo>
                <a:cubicBezTo>
                  <a:pt x="16027" y="67107"/>
                  <a:pt x="15188" y="66430"/>
                  <a:pt x="14114" y="65827"/>
                </a:cubicBezTo>
                <a:lnTo>
                  <a:pt x="13613" y="65547"/>
                </a:lnTo>
                <a:lnTo>
                  <a:pt x="13437" y="65459"/>
                </a:lnTo>
                <a:cubicBezTo>
                  <a:pt x="12245" y="64797"/>
                  <a:pt x="10891" y="63928"/>
                  <a:pt x="10052" y="62618"/>
                </a:cubicBezTo>
                <a:cubicBezTo>
                  <a:pt x="9346" y="61559"/>
                  <a:pt x="9184" y="60323"/>
                  <a:pt x="9566" y="59322"/>
                </a:cubicBezTo>
                <a:cubicBezTo>
                  <a:pt x="9596" y="59248"/>
                  <a:pt x="9625" y="59204"/>
                  <a:pt x="9669" y="59131"/>
                </a:cubicBezTo>
                <a:cubicBezTo>
                  <a:pt x="9714" y="59087"/>
                  <a:pt x="9758" y="59057"/>
                  <a:pt x="9817" y="59013"/>
                </a:cubicBezTo>
                <a:close/>
                <a:moveTo>
                  <a:pt x="11996" y="57614"/>
                </a:moveTo>
                <a:cubicBezTo>
                  <a:pt x="11996" y="57615"/>
                  <a:pt x="11995" y="57615"/>
                  <a:pt x="11995" y="57615"/>
                </a:cubicBezTo>
                <a:lnTo>
                  <a:pt x="11995" y="57806"/>
                </a:lnTo>
                <a:cubicBezTo>
                  <a:pt x="12009" y="57806"/>
                  <a:pt x="12016" y="57800"/>
                  <a:pt x="12021" y="57793"/>
                </a:cubicBezTo>
                <a:lnTo>
                  <a:pt x="12021" y="57793"/>
                </a:lnTo>
                <a:cubicBezTo>
                  <a:pt x="12070" y="58106"/>
                  <a:pt x="12150" y="58441"/>
                  <a:pt x="12259" y="58807"/>
                </a:cubicBezTo>
                <a:cubicBezTo>
                  <a:pt x="12848" y="60735"/>
                  <a:pt x="14040" y="62486"/>
                  <a:pt x="15806" y="64002"/>
                </a:cubicBezTo>
                <a:cubicBezTo>
                  <a:pt x="16071" y="64223"/>
                  <a:pt x="16336" y="64443"/>
                  <a:pt x="16630" y="64679"/>
                </a:cubicBezTo>
                <a:cubicBezTo>
                  <a:pt x="17690" y="65503"/>
                  <a:pt x="18955" y="66665"/>
                  <a:pt x="19559" y="68137"/>
                </a:cubicBezTo>
                <a:cubicBezTo>
                  <a:pt x="19868" y="68888"/>
                  <a:pt x="20162" y="69697"/>
                  <a:pt x="20059" y="70580"/>
                </a:cubicBezTo>
                <a:cubicBezTo>
                  <a:pt x="19941" y="71522"/>
                  <a:pt x="19426" y="72493"/>
                  <a:pt x="18617" y="73347"/>
                </a:cubicBezTo>
                <a:cubicBezTo>
                  <a:pt x="18308" y="73656"/>
                  <a:pt x="17984" y="73950"/>
                  <a:pt x="17616" y="74230"/>
                </a:cubicBezTo>
                <a:cubicBezTo>
                  <a:pt x="16807" y="74818"/>
                  <a:pt x="15894" y="75260"/>
                  <a:pt x="15041" y="75672"/>
                </a:cubicBezTo>
                <a:cubicBezTo>
                  <a:pt x="14599" y="75893"/>
                  <a:pt x="14114" y="76143"/>
                  <a:pt x="13672" y="76378"/>
                </a:cubicBezTo>
                <a:cubicBezTo>
                  <a:pt x="12259" y="77144"/>
                  <a:pt x="10950" y="78144"/>
                  <a:pt x="9772" y="79307"/>
                </a:cubicBezTo>
                <a:cubicBezTo>
                  <a:pt x="8786" y="80278"/>
                  <a:pt x="8080" y="81235"/>
                  <a:pt x="7653" y="82206"/>
                </a:cubicBezTo>
                <a:cubicBezTo>
                  <a:pt x="7403" y="82780"/>
                  <a:pt x="7256" y="83354"/>
                  <a:pt x="7197" y="83898"/>
                </a:cubicBezTo>
                <a:cubicBezTo>
                  <a:pt x="7123" y="84678"/>
                  <a:pt x="7212" y="85429"/>
                  <a:pt x="7315" y="86018"/>
                </a:cubicBezTo>
                <a:cubicBezTo>
                  <a:pt x="7580" y="87636"/>
                  <a:pt x="8080" y="89167"/>
                  <a:pt x="8757" y="90565"/>
                </a:cubicBezTo>
                <a:lnTo>
                  <a:pt x="8816" y="90521"/>
                </a:lnTo>
                <a:cubicBezTo>
                  <a:pt x="8124" y="89123"/>
                  <a:pt x="7639" y="87622"/>
                  <a:pt x="7359" y="86003"/>
                </a:cubicBezTo>
                <a:cubicBezTo>
                  <a:pt x="7271" y="85429"/>
                  <a:pt x="7168" y="84678"/>
                  <a:pt x="7256" y="83898"/>
                </a:cubicBezTo>
                <a:cubicBezTo>
                  <a:pt x="7315" y="83354"/>
                  <a:pt x="7477" y="82780"/>
                  <a:pt x="7712" y="82221"/>
                </a:cubicBezTo>
                <a:cubicBezTo>
                  <a:pt x="8139" y="81264"/>
                  <a:pt x="8831" y="80337"/>
                  <a:pt x="9817" y="79351"/>
                </a:cubicBezTo>
                <a:cubicBezTo>
                  <a:pt x="10994" y="78203"/>
                  <a:pt x="12289" y="77217"/>
                  <a:pt x="13687" y="76452"/>
                </a:cubicBezTo>
                <a:cubicBezTo>
                  <a:pt x="14128" y="76216"/>
                  <a:pt x="14599" y="75966"/>
                  <a:pt x="15056" y="75745"/>
                </a:cubicBezTo>
                <a:cubicBezTo>
                  <a:pt x="15924" y="75304"/>
                  <a:pt x="16822" y="74862"/>
                  <a:pt x="17631" y="74274"/>
                </a:cubicBezTo>
                <a:cubicBezTo>
                  <a:pt x="17999" y="74009"/>
                  <a:pt x="18352" y="73715"/>
                  <a:pt x="18661" y="73391"/>
                </a:cubicBezTo>
                <a:cubicBezTo>
                  <a:pt x="19485" y="72552"/>
                  <a:pt x="20000" y="71551"/>
                  <a:pt x="20118" y="70595"/>
                </a:cubicBezTo>
                <a:cubicBezTo>
                  <a:pt x="20221" y="69697"/>
                  <a:pt x="19927" y="68873"/>
                  <a:pt x="19603" y="68122"/>
                </a:cubicBezTo>
                <a:cubicBezTo>
                  <a:pt x="18970" y="66621"/>
                  <a:pt x="17690" y="65473"/>
                  <a:pt x="16660" y="64620"/>
                </a:cubicBezTo>
                <a:cubicBezTo>
                  <a:pt x="16336" y="64384"/>
                  <a:pt x="16071" y="64149"/>
                  <a:pt x="15821" y="63943"/>
                </a:cubicBezTo>
                <a:cubicBezTo>
                  <a:pt x="14055" y="62427"/>
                  <a:pt x="12863" y="60705"/>
                  <a:pt x="12289" y="58792"/>
                </a:cubicBezTo>
                <a:cubicBezTo>
                  <a:pt x="12193" y="58431"/>
                  <a:pt x="12106" y="58090"/>
                  <a:pt x="12062" y="57768"/>
                </a:cubicBezTo>
                <a:lnTo>
                  <a:pt x="12062" y="57768"/>
                </a:lnTo>
                <a:cubicBezTo>
                  <a:pt x="12054" y="57771"/>
                  <a:pt x="12046" y="57774"/>
                  <a:pt x="12039" y="57777"/>
                </a:cubicBezTo>
                <a:cubicBezTo>
                  <a:pt x="12031" y="57777"/>
                  <a:pt x="12027" y="57785"/>
                  <a:pt x="12021" y="57793"/>
                </a:cubicBezTo>
                <a:lnTo>
                  <a:pt x="12021" y="57793"/>
                </a:lnTo>
                <a:cubicBezTo>
                  <a:pt x="12012" y="57732"/>
                  <a:pt x="12004" y="57673"/>
                  <a:pt x="11996" y="57614"/>
                </a:cubicBezTo>
                <a:close/>
                <a:moveTo>
                  <a:pt x="10132" y="58846"/>
                </a:moveTo>
                <a:lnTo>
                  <a:pt x="10132" y="58846"/>
                </a:lnTo>
                <a:cubicBezTo>
                  <a:pt x="10120" y="58863"/>
                  <a:pt x="10108" y="58889"/>
                  <a:pt x="10096" y="58925"/>
                </a:cubicBezTo>
                <a:cubicBezTo>
                  <a:pt x="10083" y="58933"/>
                  <a:pt x="10069" y="58942"/>
                  <a:pt x="10055" y="58950"/>
                </a:cubicBezTo>
                <a:lnTo>
                  <a:pt x="10055" y="58950"/>
                </a:lnTo>
                <a:cubicBezTo>
                  <a:pt x="10061" y="58923"/>
                  <a:pt x="10067" y="58897"/>
                  <a:pt x="10073" y="58870"/>
                </a:cubicBezTo>
                <a:lnTo>
                  <a:pt x="10073" y="58870"/>
                </a:lnTo>
                <a:cubicBezTo>
                  <a:pt x="10051" y="58885"/>
                  <a:pt x="10030" y="58903"/>
                  <a:pt x="10008" y="58925"/>
                </a:cubicBezTo>
                <a:cubicBezTo>
                  <a:pt x="9993" y="58954"/>
                  <a:pt x="9978" y="58984"/>
                  <a:pt x="9964" y="59013"/>
                </a:cubicBezTo>
                <a:cubicBezTo>
                  <a:pt x="9985" y="58992"/>
                  <a:pt x="10021" y="58971"/>
                  <a:pt x="10055" y="58950"/>
                </a:cubicBezTo>
                <a:lnTo>
                  <a:pt x="10055" y="58950"/>
                </a:lnTo>
                <a:cubicBezTo>
                  <a:pt x="9876" y="59807"/>
                  <a:pt x="10061" y="60792"/>
                  <a:pt x="10582" y="61735"/>
                </a:cubicBezTo>
                <a:cubicBezTo>
                  <a:pt x="11288" y="63001"/>
                  <a:pt x="12407" y="64134"/>
                  <a:pt x="14025" y="65179"/>
                </a:cubicBezTo>
                <a:cubicBezTo>
                  <a:pt x="14261" y="65326"/>
                  <a:pt x="14496" y="65473"/>
                  <a:pt x="14747" y="65635"/>
                </a:cubicBezTo>
                <a:cubicBezTo>
                  <a:pt x="15880" y="66356"/>
                  <a:pt x="16763" y="67166"/>
                  <a:pt x="17366" y="68005"/>
                </a:cubicBezTo>
                <a:cubicBezTo>
                  <a:pt x="17881" y="68726"/>
                  <a:pt x="18426" y="69594"/>
                  <a:pt x="18440" y="70609"/>
                </a:cubicBezTo>
                <a:cubicBezTo>
                  <a:pt x="18455" y="71669"/>
                  <a:pt x="17940" y="72773"/>
                  <a:pt x="16998" y="73700"/>
                </a:cubicBezTo>
                <a:cubicBezTo>
                  <a:pt x="16660" y="74038"/>
                  <a:pt x="16262" y="74362"/>
                  <a:pt x="15850" y="74612"/>
                </a:cubicBezTo>
                <a:cubicBezTo>
                  <a:pt x="14835" y="75245"/>
                  <a:pt x="13716" y="75642"/>
                  <a:pt x="12627" y="76025"/>
                </a:cubicBezTo>
                <a:cubicBezTo>
                  <a:pt x="12186" y="76202"/>
                  <a:pt x="11700" y="76364"/>
                  <a:pt x="11259" y="76525"/>
                </a:cubicBezTo>
                <a:cubicBezTo>
                  <a:pt x="9684" y="77158"/>
                  <a:pt x="8154" y="78012"/>
                  <a:pt x="6741" y="79071"/>
                </a:cubicBezTo>
                <a:cubicBezTo>
                  <a:pt x="5519" y="79969"/>
                  <a:pt x="4666" y="80911"/>
                  <a:pt x="4151" y="81838"/>
                </a:cubicBezTo>
                <a:cubicBezTo>
                  <a:pt x="3827" y="82427"/>
                  <a:pt x="3650" y="83015"/>
                  <a:pt x="3606" y="83633"/>
                </a:cubicBezTo>
                <a:cubicBezTo>
                  <a:pt x="3562" y="84340"/>
                  <a:pt x="3680" y="85032"/>
                  <a:pt x="3901" y="85856"/>
                </a:cubicBezTo>
                <a:cubicBezTo>
                  <a:pt x="4327" y="87504"/>
                  <a:pt x="4916" y="89108"/>
                  <a:pt x="5637" y="90594"/>
                </a:cubicBezTo>
                <a:lnTo>
                  <a:pt x="5696" y="90565"/>
                </a:lnTo>
                <a:cubicBezTo>
                  <a:pt x="4975" y="89079"/>
                  <a:pt x="4386" y="87489"/>
                  <a:pt x="3959" y="85841"/>
                </a:cubicBezTo>
                <a:cubicBezTo>
                  <a:pt x="3753" y="85032"/>
                  <a:pt x="3636" y="84340"/>
                  <a:pt x="3665" y="83633"/>
                </a:cubicBezTo>
                <a:cubicBezTo>
                  <a:pt x="3709" y="83045"/>
                  <a:pt x="3886" y="82456"/>
                  <a:pt x="4180" y="81882"/>
                </a:cubicBezTo>
                <a:cubicBezTo>
                  <a:pt x="4680" y="80940"/>
                  <a:pt x="5549" y="79999"/>
                  <a:pt x="6756" y="79116"/>
                </a:cubicBezTo>
                <a:cubicBezTo>
                  <a:pt x="8168" y="78071"/>
                  <a:pt x="9699" y="77232"/>
                  <a:pt x="11259" y="76599"/>
                </a:cubicBezTo>
                <a:cubicBezTo>
                  <a:pt x="11700" y="76422"/>
                  <a:pt x="12186" y="76246"/>
                  <a:pt x="12627" y="76099"/>
                </a:cubicBezTo>
                <a:cubicBezTo>
                  <a:pt x="13731" y="75716"/>
                  <a:pt x="14850" y="75319"/>
                  <a:pt x="15865" y="74671"/>
                </a:cubicBezTo>
                <a:cubicBezTo>
                  <a:pt x="16292" y="74392"/>
                  <a:pt x="16689" y="74083"/>
                  <a:pt x="17042" y="73729"/>
                </a:cubicBezTo>
                <a:cubicBezTo>
                  <a:pt x="17984" y="72773"/>
                  <a:pt x="18499" y="71669"/>
                  <a:pt x="18499" y="70580"/>
                </a:cubicBezTo>
                <a:cubicBezTo>
                  <a:pt x="18470" y="69609"/>
                  <a:pt x="17984" y="68740"/>
                  <a:pt x="17410" y="67961"/>
                </a:cubicBezTo>
                <a:cubicBezTo>
                  <a:pt x="16807" y="67092"/>
                  <a:pt x="15924" y="66298"/>
                  <a:pt x="14761" y="65562"/>
                </a:cubicBezTo>
                <a:cubicBezTo>
                  <a:pt x="14526" y="65415"/>
                  <a:pt x="14276" y="65267"/>
                  <a:pt x="14040" y="65106"/>
                </a:cubicBezTo>
                <a:cubicBezTo>
                  <a:pt x="12421" y="64061"/>
                  <a:pt x="11303" y="62928"/>
                  <a:pt x="10626" y="61677"/>
                </a:cubicBezTo>
                <a:cubicBezTo>
                  <a:pt x="10085" y="60722"/>
                  <a:pt x="9916" y="59686"/>
                  <a:pt x="10132" y="58846"/>
                </a:cubicBezTo>
                <a:close/>
                <a:moveTo>
                  <a:pt x="12346" y="57517"/>
                </a:moveTo>
                <a:cubicBezTo>
                  <a:pt x="12348" y="57549"/>
                  <a:pt x="12348" y="57584"/>
                  <a:pt x="12348" y="57615"/>
                </a:cubicBezTo>
                <a:cubicBezTo>
                  <a:pt x="12352" y="57614"/>
                  <a:pt x="12356" y="57613"/>
                  <a:pt x="12359" y="57612"/>
                </a:cubicBezTo>
                <a:lnTo>
                  <a:pt x="12359" y="57612"/>
                </a:lnTo>
                <a:cubicBezTo>
                  <a:pt x="12396" y="57845"/>
                  <a:pt x="12453" y="58089"/>
                  <a:pt x="12510" y="58351"/>
                </a:cubicBezTo>
                <a:cubicBezTo>
                  <a:pt x="13054" y="60367"/>
                  <a:pt x="14261" y="62206"/>
                  <a:pt x="16100" y="63825"/>
                </a:cubicBezTo>
                <a:cubicBezTo>
                  <a:pt x="16365" y="64046"/>
                  <a:pt x="16630" y="64296"/>
                  <a:pt x="16969" y="64561"/>
                </a:cubicBezTo>
                <a:cubicBezTo>
                  <a:pt x="18058" y="65473"/>
                  <a:pt x="19382" y="66680"/>
                  <a:pt x="19941" y="68211"/>
                </a:cubicBezTo>
                <a:cubicBezTo>
                  <a:pt x="20221" y="68932"/>
                  <a:pt x="20486" y="69756"/>
                  <a:pt x="20354" y="70639"/>
                </a:cubicBezTo>
                <a:cubicBezTo>
                  <a:pt x="20192" y="71816"/>
                  <a:pt x="19471" y="72758"/>
                  <a:pt x="18911" y="73347"/>
                </a:cubicBezTo>
                <a:cubicBezTo>
                  <a:pt x="18617" y="73656"/>
                  <a:pt x="18293" y="73950"/>
                  <a:pt x="17925" y="74200"/>
                </a:cubicBezTo>
                <a:cubicBezTo>
                  <a:pt x="17145" y="74774"/>
                  <a:pt x="16292" y="75230"/>
                  <a:pt x="15453" y="75657"/>
                </a:cubicBezTo>
                <a:cubicBezTo>
                  <a:pt x="15011" y="75893"/>
                  <a:pt x="14541" y="76143"/>
                  <a:pt x="14099" y="76393"/>
                </a:cubicBezTo>
                <a:cubicBezTo>
                  <a:pt x="12716" y="77202"/>
                  <a:pt x="11435" y="78218"/>
                  <a:pt x="10287" y="79395"/>
                </a:cubicBezTo>
                <a:cubicBezTo>
                  <a:pt x="9331" y="80381"/>
                  <a:pt x="8669" y="81338"/>
                  <a:pt x="8242" y="82324"/>
                </a:cubicBezTo>
                <a:cubicBezTo>
                  <a:pt x="8006" y="82868"/>
                  <a:pt x="7859" y="83442"/>
                  <a:pt x="7786" y="84016"/>
                </a:cubicBezTo>
                <a:cubicBezTo>
                  <a:pt x="7712" y="84619"/>
                  <a:pt x="7756" y="85267"/>
                  <a:pt x="7874" y="86106"/>
                </a:cubicBezTo>
                <a:cubicBezTo>
                  <a:pt x="8124" y="87725"/>
                  <a:pt x="8595" y="89240"/>
                  <a:pt x="9301" y="90609"/>
                </a:cubicBezTo>
                <a:lnTo>
                  <a:pt x="9346" y="90580"/>
                </a:lnTo>
                <a:cubicBezTo>
                  <a:pt x="8669" y="89196"/>
                  <a:pt x="8198" y="87695"/>
                  <a:pt x="7933" y="86091"/>
                </a:cubicBezTo>
                <a:cubicBezTo>
                  <a:pt x="7800" y="85238"/>
                  <a:pt x="7786" y="84619"/>
                  <a:pt x="7845" y="84016"/>
                </a:cubicBezTo>
                <a:cubicBezTo>
                  <a:pt x="7903" y="83457"/>
                  <a:pt x="8051" y="82883"/>
                  <a:pt x="8286" y="82338"/>
                </a:cubicBezTo>
                <a:cubicBezTo>
                  <a:pt x="8683" y="81367"/>
                  <a:pt x="9346" y="80425"/>
                  <a:pt x="10302" y="79425"/>
                </a:cubicBezTo>
                <a:cubicBezTo>
                  <a:pt x="11450" y="78247"/>
                  <a:pt x="12716" y="77261"/>
                  <a:pt x="14099" y="76452"/>
                </a:cubicBezTo>
                <a:cubicBezTo>
                  <a:pt x="14541" y="76187"/>
                  <a:pt x="14997" y="75952"/>
                  <a:pt x="15453" y="75716"/>
                </a:cubicBezTo>
                <a:cubicBezTo>
                  <a:pt x="16292" y="75275"/>
                  <a:pt x="17145" y="74833"/>
                  <a:pt x="17940" y="74244"/>
                </a:cubicBezTo>
                <a:cubicBezTo>
                  <a:pt x="18308" y="73965"/>
                  <a:pt x="18646" y="73670"/>
                  <a:pt x="18941" y="73361"/>
                </a:cubicBezTo>
                <a:cubicBezTo>
                  <a:pt x="19500" y="72773"/>
                  <a:pt x="20221" y="71816"/>
                  <a:pt x="20383" y="70624"/>
                </a:cubicBezTo>
                <a:cubicBezTo>
                  <a:pt x="20515" y="69712"/>
                  <a:pt x="20236" y="68873"/>
                  <a:pt x="19986" y="68152"/>
                </a:cubicBezTo>
                <a:cubicBezTo>
                  <a:pt x="19397" y="66607"/>
                  <a:pt x="18072" y="65370"/>
                  <a:pt x="16983" y="64487"/>
                </a:cubicBezTo>
                <a:cubicBezTo>
                  <a:pt x="16674" y="64237"/>
                  <a:pt x="16395" y="64002"/>
                  <a:pt x="16115" y="63781"/>
                </a:cubicBezTo>
                <a:cubicBezTo>
                  <a:pt x="14305" y="62162"/>
                  <a:pt x="13098" y="60337"/>
                  <a:pt x="12569" y="58336"/>
                </a:cubicBezTo>
                <a:cubicBezTo>
                  <a:pt x="12501" y="58067"/>
                  <a:pt x="12451" y="57824"/>
                  <a:pt x="12418" y="57593"/>
                </a:cubicBezTo>
                <a:lnTo>
                  <a:pt x="12418" y="57593"/>
                </a:lnTo>
                <a:cubicBezTo>
                  <a:pt x="12399" y="57600"/>
                  <a:pt x="12380" y="57606"/>
                  <a:pt x="12359" y="57612"/>
                </a:cubicBezTo>
                <a:lnTo>
                  <a:pt x="12359" y="57612"/>
                </a:lnTo>
                <a:cubicBezTo>
                  <a:pt x="12354" y="57580"/>
                  <a:pt x="12350" y="57548"/>
                  <a:pt x="12346" y="57517"/>
                </a:cubicBezTo>
                <a:close/>
                <a:moveTo>
                  <a:pt x="12713" y="57382"/>
                </a:moveTo>
                <a:lnTo>
                  <a:pt x="12713" y="57382"/>
                </a:lnTo>
                <a:cubicBezTo>
                  <a:pt x="12715" y="57400"/>
                  <a:pt x="12716" y="57419"/>
                  <a:pt x="12716" y="57438"/>
                </a:cubicBezTo>
                <a:cubicBezTo>
                  <a:pt x="12718" y="57437"/>
                  <a:pt x="12720" y="57436"/>
                  <a:pt x="12722" y="57435"/>
                </a:cubicBezTo>
                <a:lnTo>
                  <a:pt x="12722" y="57435"/>
                </a:lnTo>
                <a:cubicBezTo>
                  <a:pt x="12747" y="57578"/>
                  <a:pt x="12775" y="57722"/>
                  <a:pt x="12804" y="57865"/>
                </a:cubicBezTo>
                <a:cubicBezTo>
                  <a:pt x="13290" y="59970"/>
                  <a:pt x="14496" y="61912"/>
                  <a:pt x="16410" y="63649"/>
                </a:cubicBezTo>
                <a:cubicBezTo>
                  <a:pt x="16689" y="63884"/>
                  <a:pt x="16969" y="64149"/>
                  <a:pt x="17293" y="64414"/>
                </a:cubicBezTo>
                <a:cubicBezTo>
                  <a:pt x="18499" y="65429"/>
                  <a:pt x="19794" y="66680"/>
                  <a:pt x="20339" y="68240"/>
                </a:cubicBezTo>
                <a:cubicBezTo>
                  <a:pt x="20589" y="68976"/>
                  <a:pt x="20795" y="69785"/>
                  <a:pt x="20648" y="70654"/>
                </a:cubicBezTo>
                <a:cubicBezTo>
                  <a:pt x="20442" y="71816"/>
                  <a:pt x="19765" y="72729"/>
                  <a:pt x="19206" y="73303"/>
                </a:cubicBezTo>
                <a:cubicBezTo>
                  <a:pt x="18911" y="73612"/>
                  <a:pt x="18602" y="73891"/>
                  <a:pt x="18234" y="74171"/>
                </a:cubicBezTo>
                <a:cubicBezTo>
                  <a:pt x="17499" y="74745"/>
                  <a:pt x="16674" y="75186"/>
                  <a:pt x="15880" y="75628"/>
                </a:cubicBezTo>
                <a:cubicBezTo>
                  <a:pt x="15438" y="75878"/>
                  <a:pt x="14967" y="76113"/>
                  <a:pt x="14526" y="76393"/>
                </a:cubicBezTo>
                <a:cubicBezTo>
                  <a:pt x="13157" y="77217"/>
                  <a:pt x="11921" y="78247"/>
                  <a:pt x="10817" y="79454"/>
                </a:cubicBezTo>
                <a:cubicBezTo>
                  <a:pt x="9905" y="80440"/>
                  <a:pt x="9257" y="81397"/>
                  <a:pt x="8875" y="82397"/>
                </a:cubicBezTo>
                <a:cubicBezTo>
                  <a:pt x="8639" y="82942"/>
                  <a:pt x="8492" y="83516"/>
                  <a:pt x="8433" y="84060"/>
                </a:cubicBezTo>
                <a:cubicBezTo>
                  <a:pt x="8360" y="84678"/>
                  <a:pt x="8374" y="85341"/>
                  <a:pt x="8492" y="86150"/>
                </a:cubicBezTo>
                <a:cubicBezTo>
                  <a:pt x="8713" y="87739"/>
                  <a:pt x="9169" y="89255"/>
                  <a:pt x="9846" y="90638"/>
                </a:cubicBezTo>
                <a:lnTo>
                  <a:pt x="9905" y="90594"/>
                </a:lnTo>
                <a:cubicBezTo>
                  <a:pt x="9228" y="89240"/>
                  <a:pt x="8757" y="87725"/>
                  <a:pt x="8536" y="86121"/>
                </a:cubicBezTo>
                <a:cubicBezTo>
                  <a:pt x="8433" y="85311"/>
                  <a:pt x="8418" y="84649"/>
                  <a:pt x="8492" y="84060"/>
                </a:cubicBezTo>
                <a:cubicBezTo>
                  <a:pt x="8536" y="83516"/>
                  <a:pt x="8683" y="82957"/>
                  <a:pt x="8934" y="82412"/>
                </a:cubicBezTo>
                <a:cubicBezTo>
                  <a:pt x="9331" y="81441"/>
                  <a:pt x="9964" y="80484"/>
                  <a:pt x="10876" y="79483"/>
                </a:cubicBezTo>
                <a:cubicBezTo>
                  <a:pt x="11965" y="78291"/>
                  <a:pt x="13216" y="77276"/>
                  <a:pt x="14555" y="76437"/>
                </a:cubicBezTo>
                <a:cubicBezTo>
                  <a:pt x="14997" y="76158"/>
                  <a:pt x="15453" y="75893"/>
                  <a:pt x="15894" y="75657"/>
                </a:cubicBezTo>
                <a:cubicBezTo>
                  <a:pt x="16689" y="75216"/>
                  <a:pt x="17513" y="74759"/>
                  <a:pt x="18279" y="74186"/>
                </a:cubicBezTo>
                <a:cubicBezTo>
                  <a:pt x="18617" y="73906"/>
                  <a:pt x="18955" y="73612"/>
                  <a:pt x="19250" y="73317"/>
                </a:cubicBezTo>
                <a:cubicBezTo>
                  <a:pt x="19794" y="72729"/>
                  <a:pt x="20501" y="71816"/>
                  <a:pt x="20707" y="70639"/>
                </a:cubicBezTo>
                <a:cubicBezTo>
                  <a:pt x="20854" y="69771"/>
                  <a:pt x="20648" y="68947"/>
                  <a:pt x="20383" y="68196"/>
                </a:cubicBezTo>
                <a:cubicBezTo>
                  <a:pt x="19853" y="66621"/>
                  <a:pt x="18543" y="65356"/>
                  <a:pt x="17337" y="64340"/>
                </a:cubicBezTo>
                <a:cubicBezTo>
                  <a:pt x="17028" y="64075"/>
                  <a:pt x="16733" y="63825"/>
                  <a:pt x="16454" y="63575"/>
                </a:cubicBezTo>
                <a:cubicBezTo>
                  <a:pt x="14555" y="61868"/>
                  <a:pt x="13363" y="59925"/>
                  <a:pt x="12878" y="57836"/>
                </a:cubicBezTo>
                <a:cubicBezTo>
                  <a:pt x="12850" y="57688"/>
                  <a:pt x="12822" y="57535"/>
                  <a:pt x="12798" y="57395"/>
                </a:cubicBezTo>
                <a:lnTo>
                  <a:pt x="12798" y="57395"/>
                </a:lnTo>
                <a:cubicBezTo>
                  <a:pt x="12774" y="57408"/>
                  <a:pt x="12749" y="57422"/>
                  <a:pt x="12722" y="57435"/>
                </a:cubicBezTo>
                <a:lnTo>
                  <a:pt x="12722" y="57435"/>
                </a:lnTo>
                <a:cubicBezTo>
                  <a:pt x="12719" y="57417"/>
                  <a:pt x="12716" y="57400"/>
                  <a:pt x="12713" y="57382"/>
                </a:cubicBezTo>
                <a:close/>
                <a:moveTo>
                  <a:pt x="13226" y="57150"/>
                </a:moveTo>
                <a:lnTo>
                  <a:pt x="13088" y="57230"/>
                </a:lnTo>
                <a:lnTo>
                  <a:pt x="13088" y="57230"/>
                </a:lnTo>
                <a:cubicBezTo>
                  <a:pt x="13086" y="57219"/>
                  <a:pt x="13084" y="57209"/>
                  <a:pt x="13083" y="57199"/>
                </a:cubicBezTo>
                <a:lnTo>
                  <a:pt x="13083" y="57199"/>
                </a:lnTo>
                <a:cubicBezTo>
                  <a:pt x="13083" y="57210"/>
                  <a:pt x="13084" y="57221"/>
                  <a:pt x="13084" y="57232"/>
                </a:cubicBezTo>
                <a:lnTo>
                  <a:pt x="13088" y="57230"/>
                </a:lnTo>
                <a:lnTo>
                  <a:pt x="13088" y="57230"/>
                </a:lnTo>
                <a:cubicBezTo>
                  <a:pt x="13098" y="57283"/>
                  <a:pt x="13111" y="57337"/>
                  <a:pt x="13128" y="57394"/>
                </a:cubicBezTo>
                <a:cubicBezTo>
                  <a:pt x="13540" y="59557"/>
                  <a:pt x="14761" y="61603"/>
                  <a:pt x="16748" y="63443"/>
                </a:cubicBezTo>
                <a:cubicBezTo>
                  <a:pt x="17028" y="63707"/>
                  <a:pt x="17322" y="63958"/>
                  <a:pt x="17646" y="64252"/>
                </a:cubicBezTo>
                <a:cubicBezTo>
                  <a:pt x="18970" y="65400"/>
                  <a:pt x="20236" y="66665"/>
                  <a:pt x="20736" y="68270"/>
                </a:cubicBezTo>
                <a:cubicBezTo>
                  <a:pt x="20942" y="68902"/>
                  <a:pt x="21148" y="69771"/>
                  <a:pt x="20957" y="70639"/>
                </a:cubicBezTo>
                <a:cubicBezTo>
                  <a:pt x="20736" y="71757"/>
                  <a:pt x="20059" y="72684"/>
                  <a:pt x="19529" y="73229"/>
                </a:cubicBezTo>
                <a:cubicBezTo>
                  <a:pt x="19250" y="73523"/>
                  <a:pt x="18911" y="73818"/>
                  <a:pt x="18588" y="74097"/>
                </a:cubicBezTo>
                <a:cubicBezTo>
                  <a:pt x="17866" y="74642"/>
                  <a:pt x="17101" y="75113"/>
                  <a:pt x="16336" y="75554"/>
                </a:cubicBezTo>
                <a:cubicBezTo>
                  <a:pt x="15894" y="75804"/>
                  <a:pt x="15424" y="76084"/>
                  <a:pt x="14997" y="76378"/>
                </a:cubicBezTo>
                <a:cubicBezTo>
                  <a:pt x="13672" y="77247"/>
                  <a:pt x="12466" y="78291"/>
                  <a:pt x="11406" y="79498"/>
                </a:cubicBezTo>
                <a:cubicBezTo>
                  <a:pt x="10552" y="80514"/>
                  <a:pt x="9920" y="81470"/>
                  <a:pt x="9537" y="82471"/>
                </a:cubicBezTo>
                <a:cubicBezTo>
                  <a:pt x="9316" y="83015"/>
                  <a:pt x="9169" y="83575"/>
                  <a:pt x="9110" y="84119"/>
                </a:cubicBezTo>
                <a:cubicBezTo>
                  <a:pt x="9037" y="84722"/>
                  <a:pt x="9051" y="85385"/>
                  <a:pt x="9154" y="86179"/>
                </a:cubicBezTo>
                <a:cubicBezTo>
                  <a:pt x="9346" y="87783"/>
                  <a:pt x="9787" y="89270"/>
                  <a:pt x="10479" y="90638"/>
                </a:cubicBezTo>
                <a:lnTo>
                  <a:pt x="10523" y="90594"/>
                </a:lnTo>
                <a:cubicBezTo>
                  <a:pt x="9846" y="89255"/>
                  <a:pt x="9404" y="87769"/>
                  <a:pt x="9228" y="86165"/>
                </a:cubicBezTo>
                <a:cubicBezTo>
                  <a:pt x="9125" y="85370"/>
                  <a:pt x="9110" y="84722"/>
                  <a:pt x="9184" y="84119"/>
                </a:cubicBezTo>
                <a:cubicBezTo>
                  <a:pt x="9257" y="83575"/>
                  <a:pt x="9390" y="83015"/>
                  <a:pt x="9611" y="82486"/>
                </a:cubicBezTo>
                <a:cubicBezTo>
                  <a:pt x="9993" y="81514"/>
                  <a:pt x="10597" y="80558"/>
                  <a:pt x="11480" y="79542"/>
                </a:cubicBezTo>
                <a:cubicBezTo>
                  <a:pt x="12539" y="78350"/>
                  <a:pt x="13746" y="77291"/>
                  <a:pt x="15070" y="76437"/>
                </a:cubicBezTo>
                <a:cubicBezTo>
                  <a:pt x="15512" y="76143"/>
                  <a:pt x="15968" y="75878"/>
                  <a:pt x="16410" y="75598"/>
                </a:cubicBezTo>
                <a:cubicBezTo>
                  <a:pt x="17175" y="75157"/>
                  <a:pt x="17955" y="74701"/>
                  <a:pt x="18676" y="74156"/>
                </a:cubicBezTo>
                <a:cubicBezTo>
                  <a:pt x="19029" y="73877"/>
                  <a:pt x="19338" y="73582"/>
                  <a:pt x="19632" y="73288"/>
                </a:cubicBezTo>
                <a:cubicBezTo>
                  <a:pt x="20162" y="72714"/>
                  <a:pt x="20869" y="71801"/>
                  <a:pt x="21089" y="70654"/>
                </a:cubicBezTo>
                <a:cubicBezTo>
                  <a:pt x="21266" y="69756"/>
                  <a:pt x="21075" y="68888"/>
                  <a:pt x="20869" y="68240"/>
                </a:cubicBezTo>
                <a:cubicBezTo>
                  <a:pt x="20383" y="66651"/>
                  <a:pt x="19088" y="65356"/>
                  <a:pt x="17763" y="64223"/>
                </a:cubicBezTo>
                <a:cubicBezTo>
                  <a:pt x="17425" y="63943"/>
                  <a:pt x="17131" y="63663"/>
                  <a:pt x="16851" y="63413"/>
                </a:cubicBezTo>
                <a:cubicBezTo>
                  <a:pt x="14894" y="61574"/>
                  <a:pt x="13672" y="59543"/>
                  <a:pt x="13275" y="57379"/>
                </a:cubicBezTo>
                <a:cubicBezTo>
                  <a:pt x="13252" y="57302"/>
                  <a:pt x="13237" y="57225"/>
                  <a:pt x="13226" y="57150"/>
                </a:cubicBezTo>
                <a:close/>
                <a:moveTo>
                  <a:pt x="14399" y="56145"/>
                </a:moveTo>
                <a:cubicBezTo>
                  <a:pt x="14392" y="56150"/>
                  <a:pt x="14385" y="56154"/>
                  <a:pt x="14379" y="56158"/>
                </a:cubicBezTo>
                <a:cubicBezTo>
                  <a:pt x="14379" y="56232"/>
                  <a:pt x="14393" y="56305"/>
                  <a:pt x="14393" y="56379"/>
                </a:cubicBezTo>
                <a:cubicBezTo>
                  <a:pt x="14405" y="56367"/>
                  <a:pt x="14417" y="56357"/>
                  <a:pt x="14429" y="56346"/>
                </a:cubicBezTo>
                <a:lnTo>
                  <a:pt x="14429" y="56346"/>
                </a:lnTo>
                <a:cubicBezTo>
                  <a:pt x="14763" y="58469"/>
                  <a:pt x="15946" y="60568"/>
                  <a:pt x="18028" y="62721"/>
                </a:cubicBezTo>
                <a:cubicBezTo>
                  <a:pt x="18352" y="63045"/>
                  <a:pt x="18661" y="63354"/>
                  <a:pt x="19014" y="63678"/>
                </a:cubicBezTo>
                <a:cubicBezTo>
                  <a:pt x="20412" y="64988"/>
                  <a:pt x="21972" y="66459"/>
                  <a:pt x="22296" y="68417"/>
                </a:cubicBezTo>
                <a:cubicBezTo>
                  <a:pt x="22429" y="69197"/>
                  <a:pt x="22370" y="69977"/>
                  <a:pt x="22149" y="70698"/>
                </a:cubicBezTo>
                <a:cubicBezTo>
                  <a:pt x="21899" y="71507"/>
                  <a:pt x="21398" y="72331"/>
                  <a:pt x="20721" y="73067"/>
                </a:cubicBezTo>
                <a:cubicBezTo>
                  <a:pt x="20457" y="73347"/>
                  <a:pt x="20192" y="73612"/>
                  <a:pt x="19868" y="73891"/>
                </a:cubicBezTo>
                <a:cubicBezTo>
                  <a:pt x="19309" y="74392"/>
                  <a:pt x="18676" y="74848"/>
                  <a:pt x="18072" y="75289"/>
                </a:cubicBezTo>
                <a:cubicBezTo>
                  <a:pt x="17616" y="75628"/>
                  <a:pt x="17145" y="75966"/>
                  <a:pt x="16704" y="76319"/>
                </a:cubicBezTo>
                <a:cubicBezTo>
                  <a:pt x="15482" y="77320"/>
                  <a:pt x="14408" y="78453"/>
                  <a:pt x="13525" y="79704"/>
                </a:cubicBezTo>
                <a:cubicBezTo>
                  <a:pt x="12833" y="80705"/>
                  <a:pt x="12318" y="81735"/>
                  <a:pt x="11965" y="82736"/>
                </a:cubicBezTo>
                <a:cubicBezTo>
                  <a:pt x="11774" y="83280"/>
                  <a:pt x="11656" y="83810"/>
                  <a:pt x="11583" y="84340"/>
                </a:cubicBezTo>
                <a:cubicBezTo>
                  <a:pt x="11480" y="84973"/>
                  <a:pt x="11465" y="85635"/>
                  <a:pt x="11509" y="86327"/>
                </a:cubicBezTo>
                <a:cubicBezTo>
                  <a:pt x="11597" y="87886"/>
                  <a:pt x="11965" y="89343"/>
                  <a:pt x="12642" y="90653"/>
                </a:cubicBezTo>
                <a:lnTo>
                  <a:pt x="12701" y="90609"/>
                </a:lnTo>
                <a:cubicBezTo>
                  <a:pt x="12039" y="89329"/>
                  <a:pt x="11656" y="87872"/>
                  <a:pt x="11583" y="86327"/>
                </a:cubicBezTo>
                <a:cubicBezTo>
                  <a:pt x="11538" y="85635"/>
                  <a:pt x="11553" y="84973"/>
                  <a:pt x="11656" y="84340"/>
                </a:cubicBezTo>
                <a:cubicBezTo>
                  <a:pt x="11730" y="83810"/>
                  <a:pt x="11847" y="83280"/>
                  <a:pt x="12039" y="82736"/>
                </a:cubicBezTo>
                <a:cubicBezTo>
                  <a:pt x="12362" y="81735"/>
                  <a:pt x="12907" y="80720"/>
                  <a:pt x="13599" y="79719"/>
                </a:cubicBezTo>
                <a:cubicBezTo>
                  <a:pt x="14467" y="78468"/>
                  <a:pt x="15527" y="77350"/>
                  <a:pt x="16763" y="76364"/>
                </a:cubicBezTo>
                <a:cubicBezTo>
                  <a:pt x="17204" y="76010"/>
                  <a:pt x="17660" y="75657"/>
                  <a:pt x="18131" y="75333"/>
                </a:cubicBezTo>
                <a:cubicBezTo>
                  <a:pt x="18735" y="74892"/>
                  <a:pt x="19353" y="74421"/>
                  <a:pt x="19927" y="73935"/>
                </a:cubicBezTo>
                <a:cubicBezTo>
                  <a:pt x="20236" y="73656"/>
                  <a:pt x="20530" y="73376"/>
                  <a:pt x="20795" y="73097"/>
                </a:cubicBezTo>
                <a:cubicBezTo>
                  <a:pt x="21472" y="72346"/>
                  <a:pt x="21987" y="71522"/>
                  <a:pt x="22252" y="70712"/>
                </a:cubicBezTo>
                <a:cubicBezTo>
                  <a:pt x="22487" y="69977"/>
                  <a:pt x="22546" y="69197"/>
                  <a:pt x="22414" y="68387"/>
                </a:cubicBezTo>
                <a:cubicBezTo>
                  <a:pt x="22075" y="66430"/>
                  <a:pt x="20501" y="64929"/>
                  <a:pt x="19103" y="63634"/>
                </a:cubicBezTo>
                <a:cubicBezTo>
                  <a:pt x="18749" y="63295"/>
                  <a:pt x="18426" y="62986"/>
                  <a:pt x="18131" y="62677"/>
                </a:cubicBezTo>
                <a:cubicBezTo>
                  <a:pt x="16026" y="60501"/>
                  <a:pt x="14842" y="58406"/>
                  <a:pt x="14526" y="56275"/>
                </a:cubicBezTo>
                <a:lnTo>
                  <a:pt x="14526" y="56275"/>
                </a:lnTo>
                <a:cubicBezTo>
                  <a:pt x="14493" y="56297"/>
                  <a:pt x="14460" y="56320"/>
                  <a:pt x="14429" y="56346"/>
                </a:cubicBezTo>
                <a:lnTo>
                  <a:pt x="14429" y="56346"/>
                </a:lnTo>
                <a:cubicBezTo>
                  <a:pt x="14418" y="56279"/>
                  <a:pt x="14408" y="56212"/>
                  <a:pt x="14399" y="56145"/>
                </a:cubicBezTo>
                <a:close/>
                <a:moveTo>
                  <a:pt x="14423" y="0"/>
                </a:moveTo>
                <a:lnTo>
                  <a:pt x="14379" y="44"/>
                </a:lnTo>
                <a:cubicBezTo>
                  <a:pt x="15527" y="2281"/>
                  <a:pt x="15733" y="5122"/>
                  <a:pt x="14923" y="7785"/>
                </a:cubicBezTo>
                <a:cubicBezTo>
                  <a:pt x="14202" y="10155"/>
                  <a:pt x="12701" y="12421"/>
                  <a:pt x="10567" y="14334"/>
                </a:cubicBezTo>
                <a:cubicBezTo>
                  <a:pt x="10126" y="14731"/>
                  <a:pt x="9640" y="15129"/>
                  <a:pt x="9184" y="15511"/>
                </a:cubicBezTo>
                <a:cubicBezTo>
                  <a:pt x="8374" y="16174"/>
                  <a:pt x="7535" y="16865"/>
                  <a:pt x="6814" y="17660"/>
                </a:cubicBezTo>
                <a:cubicBezTo>
                  <a:pt x="6064" y="18514"/>
                  <a:pt x="4813" y="20221"/>
                  <a:pt x="5004" y="22207"/>
                </a:cubicBezTo>
                <a:cubicBezTo>
                  <a:pt x="5210" y="24223"/>
                  <a:pt x="6844" y="25813"/>
                  <a:pt x="8271" y="27196"/>
                </a:cubicBezTo>
                <a:lnTo>
                  <a:pt x="8418" y="27343"/>
                </a:lnTo>
                <a:cubicBezTo>
                  <a:pt x="10302" y="29183"/>
                  <a:pt x="12760" y="31905"/>
                  <a:pt x="13098" y="35099"/>
                </a:cubicBezTo>
                <a:cubicBezTo>
                  <a:pt x="12024" y="36026"/>
                  <a:pt x="11215" y="37056"/>
                  <a:pt x="10670" y="38175"/>
                </a:cubicBezTo>
                <a:cubicBezTo>
                  <a:pt x="9611" y="40456"/>
                  <a:pt x="9890" y="43119"/>
                  <a:pt x="11376" y="44723"/>
                </a:cubicBezTo>
                <a:cubicBezTo>
                  <a:pt x="11391" y="44738"/>
                  <a:pt x="11406" y="44782"/>
                  <a:pt x="11450" y="44797"/>
                </a:cubicBezTo>
                <a:lnTo>
                  <a:pt x="11509" y="44753"/>
                </a:lnTo>
                <a:cubicBezTo>
                  <a:pt x="11538" y="44782"/>
                  <a:pt x="11597" y="44782"/>
                  <a:pt x="11627" y="44797"/>
                </a:cubicBezTo>
                <a:cubicBezTo>
                  <a:pt x="11656" y="44812"/>
                  <a:pt x="11671" y="44856"/>
                  <a:pt x="11700" y="44871"/>
                </a:cubicBezTo>
                <a:lnTo>
                  <a:pt x="11744" y="44826"/>
                </a:lnTo>
                <a:cubicBezTo>
                  <a:pt x="11803" y="44856"/>
                  <a:pt x="11847" y="44871"/>
                  <a:pt x="11892" y="44885"/>
                </a:cubicBezTo>
                <a:lnTo>
                  <a:pt x="11950" y="44944"/>
                </a:lnTo>
                <a:lnTo>
                  <a:pt x="11980" y="44900"/>
                </a:lnTo>
                <a:cubicBezTo>
                  <a:pt x="12053" y="44929"/>
                  <a:pt x="12112" y="44959"/>
                  <a:pt x="12186" y="44974"/>
                </a:cubicBezTo>
                <a:lnTo>
                  <a:pt x="12201" y="45003"/>
                </a:lnTo>
                <a:lnTo>
                  <a:pt x="12215" y="44974"/>
                </a:lnTo>
                <a:cubicBezTo>
                  <a:pt x="12716" y="45180"/>
                  <a:pt x="13172" y="45474"/>
                  <a:pt x="13599" y="45827"/>
                </a:cubicBezTo>
                <a:cubicBezTo>
                  <a:pt x="13599" y="45827"/>
                  <a:pt x="13613" y="45827"/>
                  <a:pt x="13613" y="45842"/>
                </a:cubicBezTo>
                <a:lnTo>
                  <a:pt x="13672" y="45901"/>
                </a:lnTo>
                <a:cubicBezTo>
                  <a:pt x="14040" y="46224"/>
                  <a:pt x="14379" y="46636"/>
                  <a:pt x="14644" y="47078"/>
                </a:cubicBezTo>
                <a:cubicBezTo>
                  <a:pt x="14717" y="47210"/>
                  <a:pt x="14791" y="47328"/>
                  <a:pt x="14850" y="47461"/>
                </a:cubicBezTo>
                <a:cubicBezTo>
                  <a:pt x="14997" y="47770"/>
                  <a:pt x="15129" y="48108"/>
                  <a:pt x="15203" y="48432"/>
                </a:cubicBezTo>
                <a:cubicBezTo>
                  <a:pt x="15335" y="49006"/>
                  <a:pt x="15379" y="49609"/>
                  <a:pt x="15306" y="50198"/>
                </a:cubicBezTo>
                <a:cubicBezTo>
                  <a:pt x="15262" y="50639"/>
                  <a:pt x="15159" y="51066"/>
                  <a:pt x="15011" y="51493"/>
                </a:cubicBezTo>
                <a:cubicBezTo>
                  <a:pt x="14997" y="51566"/>
                  <a:pt x="14967" y="51640"/>
                  <a:pt x="14923" y="51714"/>
                </a:cubicBezTo>
                <a:cubicBezTo>
                  <a:pt x="14864" y="51861"/>
                  <a:pt x="14820" y="51993"/>
                  <a:pt x="14747" y="52140"/>
                </a:cubicBezTo>
                <a:cubicBezTo>
                  <a:pt x="14599" y="52435"/>
                  <a:pt x="14423" y="52729"/>
                  <a:pt x="14261" y="53023"/>
                </a:cubicBezTo>
                <a:cubicBezTo>
                  <a:pt x="14261" y="53038"/>
                  <a:pt x="14246" y="53053"/>
                  <a:pt x="14246" y="53053"/>
                </a:cubicBezTo>
                <a:cubicBezTo>
                  <a:pt x="14202" y="53126"/>
                  <a:pt x="14158" y="53200"/>
                  <a:pt x="14099" y="53274"/>
                </a:cubicBezTo>
                <a:cubicBezTo>
                  <a:pt x="14011" y="53421"/>
                  <a:pt x="13893" y="53583"/>
                  <a:pt x="13805" y="53730"/>
                </a:cubicBezTo>
                <a:cubicBezTo>
                  <a:pt x="13658" y="53921"/>
                  <a:pt x="13525" y="54127"/>
                  <a:pt x="13393" y="54318"/>
                </a:cubicBezTo>
                <a:cubicBezTo>
                  <a:pt x="13275" y="54495"/>
                  <a:pt x="13142" y="54672"/>
                  <a:pt x="13010" y="54863"/>
                </a:cubicBezTo>
                <a:lnTo>
                  <a:pt x="12627" y="55349"/>
                </a:lnTo>
                <a:cubicBezTo>
                  <a:pt x="12495" y="55496"/>
                  <a:pt x="12362" y="55672"/>
                  <a:pt x="12259" y="55834"/>
                </a:cubicBezTo>
                <a:cubicBezTo>
                  <a:pt x="12127" y="55981"/>
                  <a:pt x="11995" y="56129"/>
                  <a:pt x="11892" y="56290"/>
                </a:cubicBezTo>
                <a:cubicBezTo>
                  <a:pt x="11759" y="56438"/>
                  <a:pt x="11627" y="56585"/>
                  <a:pt x="11524" y="56732"/>
                </a:cubicBezTo>
                <a:cubicBezTo>
                  <a:pt x="11391" y="56879"/>
                  <a:pt x="11288" y="57026"/>
                  <a:pt x="11156" y="57173"/>
                </a:cubicBezTo>
                <a:cubicBezTo>
                  <a:pt x="11023" y="57306"/>
                  <a:pt x="10920" y="57453"/>
                  <a:pt x="10803" y="57600"/>
                </a:cubicBezTo>
                <a:cubicBezTo>
                  <a:pt x="10670" y="57733"/>
                  <a:pt x="10567" y="57880"/>
                  <a:pt x="10449" y="58027"/>
                </a:cubicBezTo>
                <a:cubicBezTo>
                  <a:pt x="10332" y="58145"/>
                  <a:pt x="10214" y="58292"/>
                  <a:pt x="10111" y="58439"/>
                </a:cubicBezTo>
                <a:cubicBezTo>
                  <a:pt x="9978" y="58571"/>
                  <a:pt x="9861" y="58719"/>
                  <a:pt x="9758" y="58866"/>
                </a:cubicBezTo>
                <a:cubicBezTo>
                  <a:pt x="9625" y="58998"/>
                  <a:pt x="9522" y="59145"/>
                  <a:pt x="9404" y="59278"/>
                </a:cubicBezTo>
                <a:cubicBezTo>
                  <a:pt x="9272" y="59396"/>
                  <a:pt x="9169" y="59528"/>
                  <a:pt x="9051" y="59675"/>
                </a:cubicBezTo>
                <a:cubicBezTo>
                  <a:pt x="8728" y="60028"/>
                  <a:pt x="8448" y="60411"/>
                  <a:pt x="8271" y="60867"/>
                </a:cubicBezTo>
                <a:cubicBezTo>
                  <a:pt x="7771" y="62089"/>
                  <a:pt x="8051" y="63590"/>
                  <a:pt x="8934" y="64532"/>
                </a:cubicBezTo>
                <a:cubicBezTo>
                  <a:pt x="9699" y="65341"/>
                  <a:pt x="10803" y="65724"/>
                  <a:pt x="11877" y="66092"/>
                </a:cubicBezTo>
                <a:cubicBezTo>
                  <a:pt x="11995" y="66150"/>
                  <a:pt x="12142" y="66195"/>
                  <a:pt x="12274" y="66239"/>
                </a:cubicBezTo>
                <a:cubicBezTo>
                  <a:pt x="13157" y="66562"/>
                  <a:pt x="14261" y="67004"/>
                  <a:pt x="15188" y="67740"/>
                </a:cubicBezTo>
                <a:cubicBezTo>
                  <a:pt x="16100" y="68490"/>
                  <a:pt x="16689" y="69476"/>
                  <a:pt x="16822" y="70477"/>
                </a:cubicBezTo>
                <a:cubicBezTo>
                  <a:pt x="17042" y="72346"/>
                  <a:pt x="15600" y="74038"/>
                  <a:pt x="14099" y="74892"/>
                </a:cubicBezTo>
                <a:cubicBezTo>
                  <a:pt x="12907" y="75569"/>
                  <a:pt x="11524" y="75907"/>
                  <a:pt x="10199" y="76231"/>
                </a:cubicBezTo>
                <a:cubicBezTo>
                  <a:pt x="9758" y="76349"/>
                  <a:pt x="9301" y="76452"/>
                  <a:pt x="8860" y="76584"/>
                </a:cubicBezTo>
                <a:cubicBezTo>
                  <a:pt x="7050" y="77085"/>
                  <a:pt x="5328" y="77820"/>
                  <a:pt x="3709" y="78718"/>
                </a:cubicBezTo>
                <a:cubicBezTo>
                  <a:pt x="2090" y="79616"/>
                  <a:pt x="133" y="81146"/>
                  <a:pt x="45" y="83266"/>
                </a:cubicBezTo>
                <a:cubicBezTo>
                  <a:pt x="1" y="84046"/>
                  <a:pt x="251" y="84840"/>
                  <a:pt x="501" y="85576"/>
                </a:cubicBezTo>
                <a:cubicBezTo>
                  <a:pt x="1075" y="87254"/>
                  <a:pt x="1752" y="88931"/>
                  <a:pt x="2502" y="90521"/>
                </a:cubicBezTo>
                <a:lnTo>
                  <a:pt x="2561" y="90491"/>
                </a:lnTo>
                <a:cubicBezTo>
                  <a:pt x="1796" y="88887"/>
                  <a:pt x="1134" y="87239"/>
                  <a:pt x="560" y="85561"/>
                </a:cubicBezTo>
                <a:cubicBezTo>
                  <a:pt x="295" y="84825"/>
                  <a:pt x="60" y="84046"/>
                  <a:pt x="104" y="83266"/>
                </a:cubicBezTo>
                <a:cubicBezTo>
                  <a:pt x="192" y="81205"/>
                  <a:pt x="2120" y="79675"/>
                  <a:pt x="3724" y="78777"/>
                </a:cubicBezTo>
                <a:cubicBezTo>
                  <a:pt x="5343" y="77850"/>
                  <a:pt x="7065" y="77129"/>
                  <a:pt x="8860" y="76643"/>
                </a:cubicBezTo>
                <a:cubicBezTo>
                  <a:pt x="9301" y="76511"/>
                  <a:pt x="9758" y="76393"/>
                  <a:pt x="10199" y="76290"/>
                </a:cubicBezTo>
                <a:cubicBezTo>
                  <a:pt x="11524" y="75952"/>
                  <a:pt x="12907" y="75613"/>
                  <a:pt x="14114" y="74921"/>
                </a:cubicBezTo>
                <a:cubicBezTo>
                  <a:pt x="15644" y="74068"/>
                  <a:pt x="17101" y="72346"/>
                  <a:pt x="16880" y="70462"/>
                </a:cubicBezTo>
                <a:cubicBezTo>
                  <a:pt x="16763" y="69447"/>
                  <a:pt x="16159" y="68431"/>
                  <a:pt x="15217" y="67681"/>
                </a:cubicBezTo>
                <a:cubicBezTo>
                  <a:pt x="14305" y="66930"/>
                  <a:pt x="13172" y="66489"/>
                  <a:pt x="12289" y="66165"/>
                </a:cubicBezTo>
                <a:cubicBezTo>
                  <a:pt x="12171" y="66121"/>
                  <a:pt x="12024" y="66077"/>
                  <a:pt x="11892" y="66018"/>
                </a:cubicBezTo>
                <a:cubicBezTo>
                  <a:pt x="10847" y="65650"/>
                  <a:pt x="9743" y="65282"/>
                  <a:pt x="8978" y="64473"/>
                </a:cubicBezTo>
                <a:cubicBezTo>
                  <a:pt x="8095" y="63546"/>
                  <a:pt x="7845" y="62074"/>
                  <a:pt x="8315" y="60897"/>
                </a:cubicBezTo>
                <a:cubicBezTo>
                  <a:pt x="8448" y="60602"/>
                  <a:pt x="8595" y="60337"/>
                  <a:pt x="8786" y="60102"/>
                </a:cubicBezTo>
                <a:lnTo>
                  <a:pt x="8786" y="60102"/>
                </a:lnTo>
                <a:cubicBezTo>
                  <a:pt x="8713" y="60234"/>
                  <a:pt x="8654" y="60337"/>
                  <a:pt x="8595" y="60485"/>
                </a:cubicBezTo>
                <a:cubicBezTo>
                  <a:pt x="8124" y="61647"/>
                  <a:pt x="8374" y="63075"/>
                  <a:pt x="9228" y="64075"/>
                </a:cubicBezTo>
                <a:cubicBezTo>
                  <a:pt x="10037" y="65032"/>
                  <a:pt x="11259" y="65532"/>
                  <a:pt x="12436" y="66003"/>
                </a:cubicBezTo>
                <a:lnTo>
                  <a:pt x="12583" y="66062"/>
                </a:lnTo>
                <a:cubicBezTo>
                  <a:pt x="12804" y="66150"/>
                  <a:pt x="13010" y="66224"/>
                  <a:pt x="13201" y="66312"/>
                </a:cubicBezTo>
                <a:cubicBezTo>
                  <a:pt x="14173" y="66739"/>
                  <a:pt x="14938" y="67225"/>
                  <a:pt x="15571" y="67784"/>
                </a:cubicBezTo>
                <a:cubicBezTo>
                  <a:pt x="16189" y="68358"/>
                  <a:pt x="16983" y="69300"/>
                  <a:pt x="17101" y="70506"/>
                </a:cubicBezTo>
                <a:cubicBezTo>
                  <a:pt x="17204" y="71669"/>
                  <a:pt x="16704" y="72861"/>
                  <a:pt x="15674" y="73891"/>
                </a:cubicBezTo>
                <a:cubicBezTo>
                  <a:pt x="15291" y="74259"/>
                  <a:pt x="14864" y="74598"/>
                  <a:pt x="14393" y="74848"/>
                </a:cubicBezTo>
                <a:cubicBezTo>
                  <a:pt x="13216" y="75510"/>
                  <a:pt x="11892" y="75878"/>
                  <a:pt x="10582" y="76216"/>
                </a:cubicBezTo>
                <a:cubicBezTo>
                  <a:pt x="10140" y="76319"/>
                  <a:pt x="9699" y="76452"/>
                  <a:pt x="9257" y="76584"/>
                </a:cubicBezTo>
                <a:cubicBezTo>
                  <a:pt x="7491" y="77114"/>
                  <a:pt x="5799" y="77850"/>
                  <a:pt x="4224" y="78792"/>
                </a:cubicBezTo>
                <a:cubicBezTo>
                  <a:pt x="2826" y="79616"/>
                  <a:pt x="1811" y="80514"/>
                  <a:pt x="1237" y="81470"/>
                </a:cubicBezTo>
                <a:cubicBezTo>
                  <a:pt x="869" y="82059"/>
                  <a:pt x="692" y="82692"/>
                  <a:pt x="648" y="83310"/>
                </a:cubicBezTo>
                <a:cubicBezTo>
                  <a:pt x="619" y="84104"/>
                  <a:pt x="839" y="84899"/>
                  <a:pt x="1075" y="85620"/>
                </a:cubicBezTo>
                <a:cubicBezTo>
                  <a:pt x="1619" y="87283"/>
                  <a:pt x="2282" y="88946"/>
                  <a:pt x="3047" y="90521"/>
                </a:cubicBezTo>
                <a:lnTo>
                  <a:pt x="3091" y="90491"/>
                </a:lnTo>
                <a:cubicBezTo>
                  <a:pt x="2341" y="88902"/>
                  <a:pt x="1678" y="87268"/>
                  <a:pt x="1134" y="85591"/>
                </a:cubicBezTo>
                <a:cubicBezTo>
                  <a:pt x="884" y="84884"/>
                  <a:pt x="663" y="84090"/>
                  <a:pt x="707" y="83310"/>
                </a:cubicBezTo>
                <a:cubicBezTo>
                  <a:pt x="736" y="82692"/>
                  <a:pt x="928" y="82088"/>
                  <a:pt x="1281" y="81500"/>
                </a:cubicBezTo>
                <a:cubicBezTo>
                  <a:pt x="1840" y="80543"/>
                  <a:pt x="2841" y="79631"/>
                  <a:pt x="4239" y="78821"/>
                </a:cubicBezTo>
                <a:cubicBezTo>
                  <a:pt x="5814" y="77909"/>
                  <a:pt x="7506" y="77158"/>
                  <a:pt x="9272" y="76643"/>
                </a:cubicBezTo>
                <a:cubicBezTo>
                  <a:pt x="9714" y="76511"/>
                  <a:pt x="10155" y="76378"/>
                  <a:pt x="10597" y="76275"/>
                </a:cubicBezTo>
                <a:cubicBezTo>
                  <a:pt x="11892" y="75922"/>
                  <a:pt x="13231" y="75569"/>
                  <a:pt x="14423" y="74892"/>
                </a:cubicBezTo>
                <a:cubicBezTo>
                  <a:pt x="14908" y="74612"/>
                  <a:pt x="15335" y="74303"/>
                  <a:pt x="15718" y="73921"/>
                </a:cubicBezTo>
                <a:cubicBezTo>
                  <a:pt x="16763" y="72891"/>
                  <a:pt x="17278" y="71669"/>
                  <a:pt x="17145" y="70477"/>
                </a:cubicBezTo>
                <a:cubicBezTo>
                  <a:pt x="17028" y="69241"/>
                  <a:pt x="16233" y="68299"/>
                  <a:pt x="15585" y="67710"/>
                </a:cubicBezTo>
                <a:cubicBezTo>
                  <a:pt x="14967" y="67166"/>
                  <a:pt x="14187" y="66665"/>
                  <a:pt x="13201" y="66239"/>
                </a:cubicBezTo>
                <a:cubicBezTo>
                  <a:pt x="13010" y="66165"/>
                  <a:pt x="12804" y="66077"/>
                  <a:pt x="12583" y="65989"/>
                </a:cubicBezTo>
                <a:lnTo>
                  <a:pt x="12436" y="65930"/>
                </a:lnTo>
                <a:cubicBezTo>
                  <a:pt x="11259" y="65459"/>
                  <a:pt x="10067" y="64958"/>
                  <a:pt x="9257" y="64017"/>
                </a:cubicBezTo>
                <a:cubicBezTo>
                  <a:pt x="8433" y="63045"/>
                  <a:pt x="8168" y="61632"/>
                  <a:pt x="8654" y="60499"/>
                </a:cubicBezTo>
                <a:cubicBezTo>
                  <a:pt x="8757" y="60205"/>
                  <a:pt x="8934" y="59955"/>
                  <a:pt x="9095" y="59719"/>
                </a:cubicBezTo>
                <a:lnTo>
                  <a:pt x="9095" y="59719"/>
                </a:lnTo>
                <a:cubicBezTo>
                  <a:pt x="9022" y="59837"/>
                  <a:pt x="8963" y="59970"/>
                  <a:pt x="8904" y="60102"/>
                </a:cubicBezTo>
                <a:cubicBezTo>
                  <a:pt x="8463" y="61206"/>
                  <a:pt x="8683" y="62589"/>
                  <a:pt x="9478" y="63619"/>
                </a:cubicBezTo>
                <a:cubicBezTo>
                  <a:pt x="10287" y="64664"/>
                  <a:pt x="11480" y="65267"/>
                  <a:pt x="12848" y="65900"/>
                </a:cubicBezTo>
                <a:cubicBezTo>
                  <a:pt x="13084" y="66003"/>
                  <a:pt x="13290" y="66092"/>
                  <a:pt x="13466" y="66195"/>
                </a:cubicBezTo>
                <a:cubicBezTo>
                  <a:pt x="14467" y="66665"/>
                  <a:pt x="15276" y="67225"/>
                  <a:pt x="15894" y="67828"/>
                </a:cubicBezTo>
                <a:cubicBezTo>
                  <a:pt x="16777" y="68711"/>
                  <a:pt x="17263" y="69609"/>
                  <a:pt x="17337" y="70506"/>
                </a:cubicBezTo>
                <a:cubicBezTo>
                  <a:pt x="17425" y="71654"/>
                  <a:pt x="16925" y="72832"/>
                  <a:pt x="15924" y="73847"/>
                </a:cubicBezTo>
                <a:cubicBezTo>
                  <a:pt x="15556" y="74215"/>
                  <a:pt x="15129" y="74539"/>
                  <a:pt x="14673" y="74804"/>
                </a:cubicBezTo>
                <a:cubicBezTo>
                  <a:pt x="13525" y="75466"/>
                  <a:pt x="12245" y="75834"/>
                  <a:pt x="10994" y="76172"/>
                </a:cubicBezTo>
                <a:cubicBezTo>
                  <a:pt x="10552" y="76305"/>
                  <a:pt x="10081" y="76437"/>
                  <a:pt x="9625" y="76584"/>
                </a:cubicBezTo>
                <a:cubicBezTo>
                  <a:pt x="7903" y="77129"/>
                  <a:pt x="6240" y="77894"/>
                  <a:pt x="4680" y="78851"/>
                </a:cubicBezTo>
                <a:cubicBezTo>
                  <a:pt x="3312" y="79689"/>
                  <a:pt x="2341" y="80587"/>
                  <a:pt x="1767" y="81544"/>
                </a:cubicBezTo>
                <a:cubicBezTo>
                  <a:pt x="1428" y="82132"/>
                  <a:pt x="1222" y="82765"/>
                  <a:pt x="1207" y="83383"/>
                </a:cubicBezTo>
                <a:cubicBezTo>
                  <a:pt x="1163" y="84178"/>
                  <a:pt x="1369" y="84958"/>
                  <a:pt x="1605" y="85694"/>
                </a:cubicBezTo>
                <a:cubicBezTo>
                  <a:pt x="2135" y="87357"/>
                  <a:pt x="2782" y="89005"/>
                  <a:pt x="3518" y="90565"/>
                </a:cubicBezTo>
                <a:lnTo>
                  <a:pt x="3577" y="90521"/>
                </a:lnTo>
                <a:cubicBezTo>
                  <a:pt x="2826" y="88975"/>
                  <a:pt x="2179" y="87342"/>
                  <a:pt x="1664" y="85650"/>
                </a:cubicBezTo>
                <a:cubicBezTo>
                  <a:pt x="1443" y="84928"/>
                  <a:pt x="1222" y="84163"/>
                  <a:pt x="1252" y="83383"/>
                </a:cubicBezTo>
                <a:cubicBezTo>
                  <a:pt x="1296" y="82780"/>
                  <a:pt x="1472" y="82177"/>
                  <a:pt x="1825" y="81588"/>
                </a:cubicBezTo>
                <a:cubicBezTo>
                  <a:pt x="2385" y="80631"/>
                  <a:pt x="3356" y="79734"/>
                  <a:pt x="4710" y="78895"/>
                </a:cubicBezTo>
                <a:cubicBezTo>
                  <a:pt x="6285" y="77938"/>
                  <a:pt x="7933" y="77188"/>
                  <a:pt x="9640" y="76643"/>
                </a:cubicBezTo>
                <a:cubicBezTo>
                  <a:pt x="10081" y="76496"/>
                  <a:pt x="10552" y="76364"/>
                  <a:pt x="10994" y="76231"/>
                </a:cubicBezTo>
                <a:cubicBezTo>
                  <a:pt x="12245" y="75878"/>
                  <a:pt x="13525" y="75510"/>
                  <a:pt x="14673" y="74848"/>
                </a:cubicBezTo>
                <a:cubicBezTo>
                  <a:pt x="15129" y="74583"/>
                  <a:pt x="15556" y="74259"/>
                  <a:pt x="15939" y="73877"/>
                </a:cubicBezTo>
                <a:cubicBezTo>
                  <a:pt x="16969" y="72861"/>
                  <a:pt x="17484" y="71669"/>
                  <a:pt x="17366" y="70506"/>
                </a:cubicBezTo>
                <a:cubicBezTo>
                  <a:pt x="17293" y="69594"/>
                  <a:pt x="16807" y="68667"/>
                  <a:pt x="15924" y="67769"/>
                </a:cubicBezTo>
                <a:cubicBezTo>
                  <a:pt x="15291" y="67151"/>
                  <a:pt x="14482" y="66592"/>
                  <a:pt x="13466" y="66121"/>
                </a:cubicBezTo>
                <a:cubicBezTo>
                  <a:pt x="13290" y="66018"/>
                  <a:pt x="13084" y="65930"/>
                  <a:pt x="12848" y="65827"/>
                </a:cubicBezTo>
                <a:cubicBezTo>
                  <a:pt x="11480" y="65194"/>
                  <a:pt x="10302" y="64590"/>
                  <a:pt x="9493" y="63560"/>
                </a:cubicBezTo>
                <a:cubicBezTo>
                  <a:pt x="8713" y="62545"/>
                  <a:pt x="8492" y="61206"/>
                  <a:pt x="8934" y="60117"/>
                </a:cubicBezTo>
                <a:cubicBezTo>
                  <a:pt x="9022" y="59896"/>
                  <a:pt x="9110" y="59719"/>
                  <a:pt x="9243" y="59528"/>
                </a:cubicBezTo>
                <a:lnTo>
                  <a:pt x="9316" y="59454"/>
                </a:lnTo>
                <a:lnTo>
                  <a:pt x="9316" y="59454"/>
                </a:lnTo>
                <a:cubicBezTo>
                  <a:pt x="9272" y="59543"/>
                  <a:pt x="9243" y="59616"/>
                  <a:pt x="9198" y="59719"/>
                </a:cubicBezTo>
                <a:cubicBezTo>
                  <a:pt x="8786" y="60779"/>
                  <a:pt x="8978" y="62089"/>
                  <a:pt x="9743" y="63134"/>
                </a:cubicBezTo>
                <a:cubicBezTo>
                  <a:pt x="10508" y="64223"/>
                  <a:pt x="11656" y="64958"/>
                  <a:pt x="13128" y="65709"/>
                </a:cubicBezTo>
                <a:cubicBezTo>
                  <a:pt x="13349" y="65827"/>
                  <a:pt x="13540" y="65930"/>
                  <a:pt x="13761" y="66047"/>
                </a:cubicBezTo>
                <a:cubicBezTo>
                  <a:pt x="14791" y="66577"/>
                  <a:pt x="15630" y="67195"/>
                  <a:pt x="16233" y="67858"/>
                </a:cubicBezTo>
                <a:cubicBezTo>
                  <a:pt x="17072" y="68799"/>
                  <a:pt x="17513" y="69668"/>
                  <a:pt x="17572" y="70536"/>
                </a:cubicBezTo>
                <a:cubicBezTo>
                  <a:pt x="17646" y="71654"/>
                  <a:pt x="17145" y="72817"/>
                  <a:pt x="16159" y="73788"/>
                </a:cubicBezTo>
                <a:cubicBezTo>
                  <a:pt x="15791" y="74156"/>
                  <a:pt x="15379" y="74465"/>
                  <a:pt x="14923" y="74745"/>
                </a:cubicBezTo>
                <a:cubicBezTo>
                  <a:pt x="13819" y="75392"/>
                  <a:pt x="12569" y="75775"/>
                  <a:pt x="11376" y="76143"/>
                </a:cubicBezTo>
                <a:cubicBezTo>
                  <a:pt x="10935" y="76275"/>
                  <a:pt x="10479" y="76422"/>
                  <a:pt x="10008" y="76570"/>
                </a:cubicBezTo>
                <a:cubicBezTo>
                  <a:pt x="8315" y="77129"/>
                  <a:pt x="6697" y="77924"/>
                  <a:pt x="5181" y="78895"/>
                </a:cubicBezTo>
                <a:cubicBezTo>
                  <a:pt x="3856" y="79748"/>
                  <a:pt x="2900" y="80661"/>
                  <a:pt x="2341" y="81617"/>
                </a:cubicBezTo>
                <a:cubicBezTo>
                  <a:pt x="2017" y="82206"/>
                  <a:pt x="1811" y="82824"/>
                  <a:pt x="1767" y="83442"/>
                </a:cubicBezTo>
                <a:cubicBezTo>
                  <a:pt x="1722" y="84237"/>
                  <a:pt x="1943" y="85032"/>
                  <a:pt x="2135" y="85723"/>
                </a:cubicBezTo>
                <a:cubicBezTo>
                  <a:pt x="2635" y="87401"/>
                  <a:pt x="3282" y="89034"/>
                  <a:pt x="4018" y="90565"/>
                </a:cubicBezTo>
                <a:lnTo>
                  <a:pt x="4077" y="90521"/>
                </a:lnTo>
                <a:cubicBezTo>
                  <a:pt x="3341" y="89005"/>
                  <a:pt x="2694" y="87357"/>
                  <a:pt x="2193" y="85694"/>
                </a:cubicBezTo>
                <a:cubicBezTo>
                  <a:pt x="1987" y="85002"/>
                  <a:pt x="1767" y="84222"/>
                  <a:pt x="1825" y="83442"/>
                </a:cubicBezTo>
                <a:cubicBezTo>
                  <a:pt x="1870" y="82839"/>
                  <a:pt x="2046" y="82235"/>
                  <a:pt x="2385" y="81661"/>
                </a:cubicBezTo>
                <a:cubicBezTo>
                  <a:pt x="2929" y="80705"/>
                  <a:pt x="3871" y="79807"/>
                  <a:pt x="5181" y="78954"/>
                </a:cubicBezTo>
                <a:cubicBezTo>
                  <a:pt x="6697" y="77982"/>
                  <a:pt x="8315" y="77188"/>
                  <a:pt x="9993" y="76614"/>
                </a:cubicBezTo>
                <a:cubicBezTo>
                  <a:pt x="10435" y="76467"/>
                  <a:pt x="10891" y="76319"/>
                  <a:pt x="11362" y="76202"/>
                </a:cubicBezTo>
                <a:cubicBezTo>
                  <a:pt x="12569" y="75834"/>
                  <a:pt x="13819" y="75466"/>
                  <a:pt x="14923" y="74804"/>
                </a:cubicBezTo>
                <a:cubicBezTo>
                  <a:pt x="15379" y="74524"/>
                  <a:pt x="15806" y="74215"/>
                  <a:pt x="16174" y="73847"/>
                </a:cubicBezTo>
                <a:cubicBezTo>
                  <a:pt x="17190" y="72846"/>
                  <a:pt x="17705" y="71669"/>
                  <a:pt x="17616" y="70536"/>
                </a:cubicBezTo>
                <a:cubicBezTo>
                  <a:pt x="17557" y="69653"/>
                  <a:pt x="17116" y="68770"/>
                  <a:pt x="16248" y="67828"/>
                </a:cubicBezTo>
                <a:cubicBezTo>
                  <a:pt x="15630" y="67151"/>
                  <a:pt x="14791" y="66518"/>
                  <a:pt x="13761" y="65989"/>
                </a:cubicBezTo>
                <a:cubicBezTo>
                  <a:pt x="13540" y="65871"/>
                  <a:pt x="13349" y="65768"/>
                  <a:pt x="13128" y="65650"/>
                </a:cubicBezTo>
                <a:cubicBezTo>
                  <a:pt x="11656" y="64900"/>
                  <a:pt x="10523" y="64178"/>
                  <a:pt x="9758" y="63104"/>
                </a:cubicBezTo>
                <a:cubicBezTo>
                  <a:pt x="9022" y="62074"/>
                  <a:pt x="8816" y="60779"/>
                  <a:pt x="9228" y="59734"/>
                </a:cubicBezTo>
                <a:cubicBezTo>
                  <a:pt x="9272" y="59587"/>
                  <a:pt x="9331" y="59454"/>
                  <a:pt x="9404" y="59322"/>
                </a:cubicBezTo>
                <a:cubicBezTo>
                  <a:pt x="9449" y="59293"/>
                  <a:pt x="9478" y="59248"/>
                  <a:pt x="9537" y="59234"/>
                </a:cubicBezTo>
                <a:lnTo>
                  <a:pt x="9537" y="59234"/>
                </a:lnTo>
                <a:cubicBezTo>
                  <a:pt x="9522" y="59278"/>
                  <a:pt x="9522" y="59293"/>
                  <a:pt x="9493" y="59322"/>
                </a:cubicBezTo>
                <a:cubicBezTo>
                  <a:pt x="9095" y="60337"/>
                  <a:pt x="9272" y="61603"/>
                  <a:pt x="9993" y="62677"/>
                </a:cubicBezTo>
                <a:cubicBezTo>
                  <a:pt x="10861" y="64002"/>
                  <a:pt x="12201" y="64870"/>
                  <a:pt x="13393" y="65547"/>
                </a:cubicBezTo>
                <a:lnTo>
                  <a:pt x="13584" y="65635"/>
                </a:lnTo>
                <a:lnTo>
                  <a:pt x="14084" y="65915"/>
                </a:lnTo>
                <a:cubicBezTo>
                  <a:pt x="15129" y="66504"/>
                  <a:pt x="15997" y="67181"/>
                  <a:pt x="16601" y="67916"/>
                </a:cubicBezTo>
                <a:cubicBezTo>
                  <a:pt x="17145" y="68579"/>
                  <a:pt x="17793" y="69476"/>
                  <a:pt x="17852" y="70565"/>
                </a:cubicBezTo>
                <a:cubicBezTo>
                  <a:pt x="17911" y="71669"/>
                  <a:pt x="17396" y="72817"/>
                  <a:pt x="16439" y="73773"/>
                </a:cubicBezTo>
                <a:cubicBezTo>
                  <a:pt x="16071" y="74112"/>
                  <a:pt x="15659" y="74450"/>
                  <a:pt x="15217" y="74701"/>
                </a:cubicBezTo>
                <a:cubicBezTo>
                  <a:pt x="14158" y="75348"/>
                  <a:pt x="12936" y="75731"/>
                  <a:pt x="11774" y="76099"/>
                </a:cubicBezTo>
                <a:cubicBezTo>
                  <a:pt x="11332" y="76246"/>
                  <a:pt x="10861" y="76393"/>
                  <a:pt x="10420" y="76540"/>
                </a:cubicBezTo>
                <a:cubicBezTo>
                  <a:pt x="8757" y="77129"/>
                  <a:pt x="7182" y="77938"/>
                  <a:pt x="5696" y="78954"/>
                </a:cubicBezTo>
                <a:cubicBezTo>
                  <a:pt x="4401" y="79822"/>
                  <a:pt x="3488" y="80734"/>
                  <a:pt x="2944" y="81691"/>
                </a:cubicBezTo>
                <a:cubicBezTo>
                  <a:pt x="2620" y="82280"/>
                  <a:pt x="2429" y="82898"/>
                  <a:pt x="2399" y="83501"/>
                </a:cubicBezTo>
                <a:cubicBezTo>
                  <a:pt x="2341" y="84296"/>
                  <a:pt x="2547" y="85076"/>
                  <a:pt x="2753" y="85767"/>
                </a:cubicBezTo>
                <a:cubicBezTo>
                  <a:pt x="3224" y="87430"/>
                  <a:pt x="3827" y="89049"/>
                  <a:pt x="4563" y="90565"/>
                </a:cubicBezTo>
                <a:lnTo>
                  <a:pt x="4622" y="90521"/>
                </a:lnTo>
                <a:cubicBezTo>
                  <a:pt x="3886" y="89020"/>
                  <a:pt x="3282" y="87401"/>
                  <a:pt x="2797" y="85723"/>
                </a:cubicBezTo>
                <a:cubicBezTo>
                  <a:pt x="2620" y="85061"/>
                  <a:pt x="2414" y="84266"/>
                  <a:pt x="2458" y="83501"/>
                </a:cubicBezTo>
                <a:cubicBezTo>
                  <a:pt x="2488" y="82898"/>
                  <a:pt x="2679" y="82309"/>
                  <a:pt x="3003" y="81720"/>
                </a:cubicBezTo>
                <a:cubicBezTo>
                  <a:pt x="3533" y="80778"/>
                  <a:pt x="4460" y="79851"/>
                  <a:pt x="5725" y="78998"/>
                </a:cubicBezTo>
                <a:cubicBezTo>
                  <a:pt x="7212" y="77997"/>
                  <a:pt x="8801" y="77188"/>
                  <a:pt x="10449" y="76599"/>
                </a:cubicBezTo>
                <a:cubicBezTo>
                  <a:pt x="10891" y="76437"/>
                  <a:pt x="11362" y="76290"/>
                  <a:pt x="11818" y="76158"/>
                </a:cubicBezTo>
                <a:cubicBezTo>
                  <a:pt x="12150" y="76054"/>
                  <a:pt x="12484" y="75949"/>
                  <a:pt x="12817" y="75837"/>
                </a:cubicBezTo>
                <a:lnTo>
                  <a:pt x="12817" y="75837"/>
                </a:lnTo>
                <a:cubicBezTo>
                  <a:pt x="12610" y="75910"/>
                  <a:pt x="12404" y="75982"/>
                  <a:pt x="12201" y="76055"/>
                </a:cubicBezTo>
                <a:cubicBezTo>
                  <a:pt x="11759" y="76202"/>
                  <a:pt x="11288" y="76364"/>
                  <a:pt x="10847" y="76525"/>
                </a:cubicBezTo>
                <a:cubicBezTo>
                  <a:pt x="9228" y="77129"/>
                  <a:pt x="7653" y="77968"/>
                  <a:pt x="6211" y="78998"/>
                </a:cubicBezTo>
                <a:cubicBezTo>
                  <a:pt x="4960" y="79881"/>
                  <a:pt x="4048" y="80808"/>
                  <a:pt x="3533" y="81750"/>
                </a:cubicBezTo>
                <a:cubicBezTo>
                  <a:pt x="3224" y="82338"/>
                  <a:pt x="3047" y="82942"/>
                  <a:pt x="2988" y="83560"/>
                </a:cubicBezTo>
                <a:cubicBezTo>
                  <a:pt x="2929" y="84340"/>
                  <a:pt x="3121" y="85120"/>
                  <a:pt x="3297" y="85797"/>
                </a:cubicBezTo>
                <a:cubicBezTo>
                  <a:pt x="3753" y="87474"/>
                  <a:pt x="4342" y="89079"/>
                  <a:pt x="5078" y="90580"/>
                </a:cubicBezTo>
                <a:lnTo>
                  <a:pt x="5137" y="90550"/>
                </a:lnTo>
                <a:cubicBezTo>
                  <a:pt x="4401" y="89049"/>
                  <a:pt x="3812" y="87430"/>
                  <a:pt x="3356" y="85782"/>
                </a:cubicBezTo>
                <a:cubicBezTo>
                  <a:pt x="3165" y="85120"/>
                  <a:pt x="2988" y="84340"/>
                  <a:pt x="3047" y="83575"/>
                </a:cubicBezTo>
                <a:cubicBezTo>
                  <a:pt x="3076" y="82971"/>
                  <a:pt x="3268" y="82383"/>
                  <a:pt x="3577" y="81809"/>
                </a:cubicBezTo>
                <a:cubicBezTo>
                  <a:pt x="4092" y="80867"/>
                  <a:pt x="4975" y="79925"/>
                  <a:pt x="6226" y="79071"/>
                </a:cubicBezTo>
                <a:cubicBezTo>
                  <a:pt x="7683" y="78041"/>
                  <a:pt x="9228" y="77202"/>
                  <a:pt x="10847" y="76599"/>
                </a:cubicBezTo>
                <a:cubicBezTo>
                  <a:pt x="11288" y="76437"/>
                  <a:pt x="11759" y="76275"/>
                  <a:pt x="12201" y="76128"/>
                </a:cubicBezTo>
                <a:cubicBezTo>
                  <a:pt x="13349" y="75731"/>
                  <a:pt x="14496" y="75348"/>
                  <a:pt x="15556" y="74701"/>
                </a:cubicBezTo>
                <a:cubicBezTo>
                  <a:pt x="15997" y="74436"/>
                  <a:pt x="16395" y="74112"/>
                  <a:pt x="16748" y="73773"/>
                </a:cubicBezTo>
                <a:cubicBezTo>
                  <a:pt x="17705" y="72817"/>
                  <a:pt x="18220" y="71669"/>
                  <a:pt x="18205" y="70565"/>
                </a:cubicBezTo>
                <a:cubicBezTo>
                  <a:pt x="18161" y="69535"/>
                  <a:pt x="17587" y="68637"/>
                  <a:pt x="17028" y="67902"/>
                </a:cubicBezTo>
                <a:cubicBezTo>
                  <a:pt x="16410" y="67092"/>
                  <a:pt x="15527" y="66356"/>
                  <a:pt x="14423" y="65694"/>
                </a:cubicBezTo>
                <a:lnTo>
                  <a:pt x="14202" y="65562"/>
                </a:lnTo>
                <a:cubicBezTo>
                  <a:pt x="14055" y="65473"/>
                  <a:pt x="13893" y="65385"/>
                  <a:pt x="13746" y="65282"/>
                </a:cubicBezTo>
                <a:cubicBezTo>
                  <a:pt x="12112" y="64296"/>
                  <a:pt x="11023" y="63295"/>
                  <a:pt x="10346" y="62162"/>
                </a:cubicBezTo>
                <a:cubicBezTo>
                  <a:pt x="9726" y="61120"/>
                  <a:pt x="9552" y="60010"/>
                  <a:pt x="9861" y="59078"/>
                </a:cubicBezTo>
                <a:lnTo>
                  <a:pt x="9861" y="59078"/>
                </a:lnTo>
                <a:cubicBezTo>
                  <a:pt x="9852" y="59088"/>
                  <a:pt x="9846" y="59094"/>
                  <a:pt x="9846" y="59101"/>
                </a:cubicBezTo>
                <a:cubicBezTo>
                  <a:pt x="9831" y="59131"/>
                  <a:pt x="9802" y="59145"/>
                  <a:pt x="9772" y="59160"/>
                </a:cubicBezTo>
                <a:cubicBezTo>
                  <a:pt x="9787" y="59145"/>
                  <a:pt x="9787" y="59131"/>
                  <a:pt x="9817" y="59101"/>
                </a:cubicBezTo>
                <a:lnTo>
                  <a:pt x="9871" y="59047"/>
                </a:lnTo>
                <a:lnTo>
                  <a:pt x="9871" y="59047"/>
                </a:lnTo>
                <a:cubicBezTo>
                  <a:pt x="9868" y="59057"/>
                  <a:pt x="9864" y="59067"/>
                  <a:pt x="9861" y="59078"/>
                </a:cubicBezTo>
                <a:lnTo>
                  <a:pt x="9861" y="59078"/>
                </a:lnTo>
                <a:cubicBezTo>
                  <a:pt x="9870" y="59067"/>
                  <a:pt x="9882" y="59051"/>
                  <a:pt x="9890" y="59028"/>
                </a:cubicBezTo>
                <a:lnTo>
                  <a:pt x="9890" y="59028"/>
                </a:lnTo>
                <a:lnTo>
                  <a:pt x="9871" y="59047"/>
                </a:lnTo>
                <a:lnTo>
                  <a:pt x="9871" y="59047"/>
                </a:lnTo>
                <a:cubicBezTo>
                  <a:pt x="9882" y="59016"/>
                  <a:pt x="9893" y="58985"/>
                  <a:pt x="9905" y="58954"/>
                </a:cubicBezTo>
                <a:cubicBezTo>
                  <a:pt x="9964" y="58925"/>
                  <a:pt x="10037" y="58866"/>
                  <a:pt x="10081" y="58836"/>
                </a:cubicBezTo>
                <a:lnTo>
                  <a:pt x="10081" y="58836"/>
                </a:lnTo>
                <a:cubicBezTo>
                  <a:pt x="10079" y="58848"/>
                  <a:pt x="10076" y="58859"/>
                  <a:pt x="10073" y="58870"/>
                </a:cubicBezTo>
                <a:lnTo>
                  <a:pt x="10073" y="58870"/>
                </a:lnTo>
                <a:cubicBezTo>
                  <a:pt x="10094" y="58856"/>
                  <a:pt x="10114" y="58846"/>
                  <a:pt x="10134" y="58839"/>
                </a:cubicBezTo>
                <a:lnTo>
                  <a:pt x="10134" y="58839"/>
                </a:lnTo>
                <a:cubicBezTo>
                  <a:pt x="10133" y="58841"/>
                  <a:pt x="10133" y="58844"/>
                  <a:pt x="10132" y="58846"/>
                </a:cubicBezTo>
                <a:lnTo>
                  <a:pt x="10132" y="58846"/>
                </a:lnTo>
                <a:cubicBezTo>
                  <a:pt x="10135" y="58842"/>
                  <a:pt x="10138" y="58839"/>
                  <a:pt x="10140" y="58836"/>
                </a:cubicBezTo>
                <a:lnTo>
                  <a:pt x="10140" y="58836"/>
                </a:lnTo>
                <a:cubicBezTo>
                  <a:pt x="10138" y="58837"/>
                  <a:pt x="10136" y="58838"/>
                  <a:pt x="10134" y="58839"/>
                </a:cubicBezTo>
                <a:lnTo>
                  <a:pt x="10134" y="58839"/>
                </a:lnTo>
                <a:cubicBezTo>
                  <a:pt x="10141" y="58813"/>
                  <a:pt x="10148" y="58788"/>
                  <a:pt x="10155" y="58763"/>
                </a:cubicBezTo>
                <a:cubicBezTo>
                  <a:pt x="10229" y="58719"/>
                  <a:pt x="10302" y="58660"/>
                  <a:pt x="10361" y="58630"/>
                </a:cubicBezTo>
                <a:lnTo>
                  <a:pt x="10361" y="58630"/>
                </a:lnTo>
                <a:cubicBezTo>
                  <a:pt x="10359" y="58642"/>
                  <a:pt x="10357" y="58653"/>
                  <a:pt x="10355" y="58665"/>
                </a:cubicBezTo>
                <a:lnTo>
                  <a:pt x="10355" y="58665"/>
                </a:lnTo>
                <a:cubicBezTo>
                  <a:pt x="10373" y="58652"/>
                  <a:pt x="10390" y="58641"/>
                  <a:pt x="10405" y="58630"/>
                </a:cubicBezTo>
                <a:lnTo>
                  <a:pt x="10405" y="58630"/>
                </a:lnTo>
                <a:cubicBezTo>
                  <a:pt x="10390" y="58660"/>
                  <a:pt x="10361" y="58704"/>
                  <a:pt x="10361" y="58733"/>
                </a:cubicBezTo>
                <a:lnTo>
                  <a:pt x="10344" y="58746"/>
                </a:lnTo>
                <a:lnTo>
                  <a:pt x="10344" y="58746"/>
                </a:lnTo>
                <a:cubicBezTo>
                  <a:pt x="10347" y="58719"/>
                  <a:pt x="10351" y="58692"/>
                  <a:pt x="10355" y="58665"/>
                </a:cubicBezTo>
                <a:lnTo>
                  <a:pt x="10355" y="58665"/>
                </a:lnTo>
                <a:cubicBezTo>
                  <a:pt x="10322" y="58689"/>
                  <a:pt x="10287" y="58714"/>
                  <a:pt x="10258" y="58733"/>
                </a:cubicBezTo>
                <a:lnTo>
                  <a:pt x="10199" y="58851"/>
                </a:lnTo>
                <a:lnTo>
                  <a:pt x="10199" y="58851"/>
                </a:lnTo>
                <a:lnTo>
                  <a:pt x="10344" y="58746"/>
                </a:lnTo>
                <a:lnTo>
                  <a:pt x="10344" y="58746"/>
                </a:lnTo>
                <a:cubicBezTo>
                  <a:pt x="10213" y="59750"/>
                  <a:pt x="10577" y="60712"/>
                  <a:pt x="10847" y="61265"/>
                </a:cubicBezTo>
                <a:cubicBezTo>
                  <a:pt x="11538" y="62663"/>
                  <a:pt x="12686" y="63869"/>
                  <a:pt x="14305" y="64988"/>
                </a:cubicBezTo>
                <a:cubicBezTo>
                  <a:pt x="14555" y="65179"/>
                  <a:pt x="14820" y="65341"/>
                  <a:pt x="15041" y="65488"/>
                </a:cubicBezTo>
                <a:cubicBezTo>
                  <a:pt x="16233" y="66283"/>
                  <a:pt x="17131" y="67151"/>
                  <a:pt x="17705" y="68049"/>
                </a:cubicBezTo>
                <a:cubicBezTo>
                  <a:pt x="18205" y="68814"/>
                  <a:pt x="18676" y="69653"/>
                  <a:pt x="18676" y="70624"/>
                </a:cubicBezTo>
                <a:cubicBezTo>
                  <a:pt x="18676" y="71669"/>
                  <a:pt x="18161" y="72743"/>
                  <a:pt x="17248" y="73656"/>
                </a:cubicBezTo>
                <a:cubicBezTo>
                  <a:pt x="16910" y="74009"/>
                  <a:pt x="16527" y="74303"/>
                  <a:pt x="16100" y="74583"/>
                </a:cubicBezTo>
                <a:cubicBezTo>
                  <a:pt x="15129" y="75201"/>
                  <a:pt x="14040" y="75613"/>
                  <a:pt x="12995" y="76010"/>
                </a:cubicBezTo>
                <a:cubicBezTo>
                  <a:pt x="12554" y="76172"/>
                  <a:pt x="12068" y="76364"/>
                  <a:pt x="11627" y="76540"/>
                </a:cubicBezTo>
                <a:cubicBezTo>
                  <a:pt x="10081" y="77202"/>
                  <a:pt x="8595" y="78071"/>
                  <a:pt x="7197" y="79145"/>
                </a:cubicBezTo>
                <a:cubicBezTo>
                  <a:pt x="6005" y="80057"/>
                  <a:pt x="5196" y="80985"/>
                  <a:pt x="4695" y="81956"/>
                </a:cubicBezTo>
                <a:cubicBezTo>
                  <a:pt x="4401" y="82530"/>
                  <a:pt x="4224" y="83133"/>
                  <a:pt x="4180" y="83722"/>
                </a:cubicBezTo>
                <a:cubicBezTo>
                  <a:pt x="4121" y="84472"/>
                  <a:pt x="4268" y="85223"/>
                  <a:pt x="4445" y="85929"/>
                </a:cubicBezTo>
                <a:cubicBezTo>
                  <a:pt x="4842" y="87577"/>
                  <a:pt x="5416" y="89167"/>
                  <a:pt x="6137" y="90638"/>
                </a:cubicBezTo>
                <a:lnTo>
                  <a:pt x="6182" y="90594"/>
                </a:lnTo>
                <a:cubicBezTo>
                  <a:pt x="5475" y="89123"/>
                  <a:pt x="4901" y="87548"/>
                  <a:pt x="4489" y="85914"/>
                </a:cubicBezTo>
                <a:cubicBezTo>
                  <a:pt x="4327" y="85208"/>
                  <a:pt x="4180" y="84472"/>
                  <a:pt x="4239" y="83722"/>
                </a:cubicBezTo>
                <a:cubicBezTo>
                  <a:pt x="4268" y="83133"/>
                  <a:pt x="4460" y="82544"/>
                  <a:pt x="4754" y="81971"/>
                </a:cubicBezTo>
                <a:cubicBezTo>
                  <a:pt x="5254" y="81014"/>
                  <a:pt x="6064" y="80116"/>
                  <a:pt x="7241" y="79189"/>
                </a:cubicBezTo>
                <a:cubicBezTo>
                  <a:pt x="8610" y="78130"/>
                  <a:pt x="10111" y="77261"/>
                  <a:pt x="11656" y="76599"/>
                </a:cubicBezTo>
                <a:cubicBezTo>
                  <a:pt x="12098" y="76422"/>
                  <a:pt x="12569" y="76231"/>
                  <a:pt x="13010" y="76069"/>
                </a:cubicBezTo>
                <a:cubicBezTo>
                  <a:pt x="14055" y="75657"/>
                  <a:pt x="15159" y="75260"/>
                  <a:pt x="16145" y="74627"/>
                </a:cubicBezTo>
                <a:cubicBezTo>
                  <a:pt x="16557" y="74362"/>
                  <a:pt x="16954" y="74038"/>
                  <a:pt x="17278" y="73715"/>
                </a:cubicBezTo>
                <a:cubicBezTo>
                  <a:pt x="18205" y="72773"/>
                  <a:pt x="18720" y="71684"/>
                  <a:pt x="18735" y="70624"/>
                </a:cubicBezTo>
                <a:cubicBezTo>
                  <a:pt x="18749" y="69623"/>
                  <a:pt x="18234" y="68770"/>
                  <a:pt x="17763" y="68005"/>
                </a:cubicBezTo>
                <a:cubicBezTo>
                  <a:pt x="17175" y="67107"/>
                  <a:pt x="16262" y="66239"/>
                  <a:pt x="15070" y="65429"/>
                </a:cubicBezTo>
                <a:cubicBezTo>
                  <a:pt x="14850" y="65282"/>
                  <a:pt x="14599" y="65120"/>
                  <a:pt x="14335" y="64944"/>
                </a:cubicBezTo>
                <a:cubicBezTo>
                  <a:pt x="12716" y="63840"/>
                  <a:pt x="11583" y="62618"/>
                  <a:pt x="10891" y="61220"/>
                </a:cubicBezTo>
                <a:cubicBezTo>
                  <a:pt x="10626" y="60676"/>
                  <a:pt x="10214" y="59616"/>
                  <a:pt x="10435" y="58571"/>
                </a:cubicBezTo>
                <a:cubicBezTo>
                  <a:pt x="10508" y="58513"/>
                  <a:pt x="10582" y="58483"/>
                  <a:pt x="10670" y="58424"/>
                </a:cubicBezTo>
                <a:lnTo>
                  <a:pt x="10670" y="58424"/>
                </a:lnTo>
                <a:cubicBezTo>
                  <a:pt x="10670" y="58427"/>
                  <a:pt x="10670" y="58430"/>
                  <a:pt x="10669" y="58433"/>
                </a:cubicBezTo>
                <a:lnTo>
                  <a:pt x="10669" y="58433"/>
                </a:lnTo>
                <a:cubicBezTo>
                  <a:pt x="10675" y="58430"/>
                  <a:pt x="10680" y="58427"/>
                  <a:pt x="10685" y="58424"/>
                </a:cubicBezTo>
                <a:lnTo>
                  <a:pt x="10685" y="58424"/>
                </a:lnTo>
                <a:cubicBezTo>
                  <a:pt x="10677" y="58436"/>
                  <a:pt x="10671" y="58448"/>
                  <a:pt x="10667" y="58460"/>
                </a:cubicBezTo>
                <a:lnTo>
                  <a:pt x="10667" y="58460"/>
                </a:lnTo>
                <a:cubicBezTo>
                  <a:pt x="10668" y="58451"/>
                  <a:pt x="10668" y="58442"/>
                  <a:pt x="10669" y="58433"/>
                </a:cubicBezTo>
                <a:lnTo>
                  <a:pt x="10669" y="58433"/>
                </a:lnTo>
                <a:cubicBezTo>
                  <a:pt x="10613" y="58464"/>
                  <a:pt x="10547" y="58516"/>
                  <a:pt x="10494" y="58557"/>
                </a:cubicBezTo>
                <a:cubicBezTo>
                  <a:pt x="10479" y="58557"/>
                  <a:pt x="10479" y="58571"/>
                  <a:pt x="10479" y="58571"/>
                </a:cubicBezTo>
                <a:cubicBezTo>
                  <a:pt x="10464" y="58616"/>
                  <a:pt x="10464" y="58645"/>
                  <a:pt x="10435" y="58689"/>
                </a:cubicBezTo>
                <a:cubicBezTo>
                  <a:pt x="10508" y="58630"/>
                  <a:pt x="10567" y="58586"/>
                  <a:pt x="10641" y="58557"/>
                </a:cubicBezTo>
                <a:cubicBezTo>
                  <a:pt x="10651" y="58524"/>
                  <a:pt x="10654" y="58492"/>
                  <a:pt x="10667" y="58460"/>
                </a:cubicBezTo>
                <a:lnTo>
                  <a:pt x="10667" y="58460"/>
                </a:lnTo>
                <a:cubicBezTo>
                  <a:pt x="10589" y="59316"/>
                  <a:pt x="10865" y="60169"/>
                  <a:pt x="11141" y="60764"/>
                </a:cubicBezTo>
                <a:cubicBezTo>
                  <a:pt x="11833" y="62265"/>
                  <a:pt x="12981" y="63590"/>
                  <a:pt x="14614" y="64797"/>
                </a:cubicBezTo>
                <a:cubicBezTo>
                  <a:pt x="14835" y="64944"/>
                  <a:pt x="15070" y="65120"/>
                  <a:pt x="15365" y="65326"/>
                </a:cubicBezTo>
                <a:cubicBezTo>
                  <a:pt x="16616" y="66195"/>
                  <a:pt x="17543" y="67107"/>
                  <a:pt x="18087" y="68064"/>
                </a:cubicBezTo>
                <a:cubicBezTo>
                  <a:pt x="18543" y="68844"/>
                  <a:pt x="18985" y="69682"/>
                  <a:pt x="18970" y="70624"/>
                </a:cubicBezTo>
                <a:cubicBezTo>
                  <a:pt x="18941" y="71654"/>
                  <a:pt x="18440" y="72699"/>
                  <a:pt x="17543" y="73597"/>
                </a:cubicBezTo>
                <a:cubicBezTo>
                  <a:pt x="17204" y="73935"/>
                  <a:pt x="16836" y="74244"/>
                  <a:pt x="16439" y="74524"/>
                </a:cubicBezTo>
                <a:cubicBezTo>
                  <a:pt x="15497" y="75127"/>
                  <a:pt x="14452" y="75554"/>
                  <a:pt x="13437" y="75952"/>
                </a:cubicBezTo>
                <a:cubicBezTo>
                  <a:pt x="12995" y="76143"/>
                  <a:pt x="12510" y="76319"/>
                  <a:pt x="12068" y="76525"/>
                </a:cubicBezTo>
                <a:cubicBezTo>
                  <a:pt x="10552" y="77202"/>
                  <a:pt x="9095" y="78115"/>
                  <a:pt x="7756" y="79189"/>
                </a:cubicBezTo>
                <a:cubicBezTo>
                  <a:pt x="6594" y="80131"/>
                  <a:pt x="5799" y="81058"/>
                  <a:pt x="5328" y="82029"/>
                </a:cubicBezTo>
                <a:cubicBezTo>
                  <a:pt x="5034" y="82603"/>
                  <a:pt x="4857" y="83192"/>
                  <a:pt x="4813" y="83781"/>
                </a:cubicBezTo>
                <a:cubicBezTo>
                  <a:pt x="4754" y="84531"/>
                  <a:pt x="4887" y="85267"/>
                  <a:pt x="5048" y="85959"/>
                </a:cubicBezTo>
                <a:cubicBezTo>
                  <a:pt x="5416" y="87622"/>
                  <a:pt x="5990" y="89182"/>
                  <a:pt x="6682" y="90638"/>
                </a:cubicBezTo>
                <a:lnTo>
                  <a:pt x="6741" y="90594"/>
                </a:lnTo>
                <a:cubicBezTo>
                  <a:pt x="6020" y="89152"/>
                  <a:pt x="5475" y="87577"/>
                  <a:pt x="5107" y="85929"/>
                </a:cubicBezTo>
                <a:cubicBezTo>
                  <a:pt x="4960" y="85238"/>
                  <a:pt x="4813" y="84516"/>
                  <a:pt x="4857" y="83751"/>
                </a:cubicBezTo>
                <a:cubicBezTo>
                  <a:pt x="4916" y="83163"/>
                  <a:pt x="5078" y="82603"/>
                  <a:pt x="5357" y="82029"/>
                </a:cubicBezTo>
                <a:cubicBezTo>
                  <a:pt x="5843" y="81073"/>
                  <a:pt x="6623" y="80146"/>
                  <a:pt x="7771" y="79233"/>
                </a:cubicBezTo>
                <a:cubicBezTo>
                  <a:pt x="9110" y="78144"/>
                  <a:pt x="10567" y="77247"/>
                  <a:pt x="12068" y="76584"/>
                </a:cubicBezTo>
                <a:cubicBezTo>
                  <a:pt x="12510" y="76378"/>
                  <a:pt x="12995" y="76202"/>
                  <a:pt x="13437" y="76010"/>
                </a:cubicBezTo>
                <a:cubicBezTo>
                  <a:pt x="14452" y="75613"/>
                  <a:pt x="15512" y="75186"/>
                  <a:pt x="16454" y="74553"/>
                </a:cubicBezTo>
                <a:cubicBezTo>
                  <a:pt x="16851" y="74289"/>
                  <a:pt x="17248" y="73965"/>
                  <a:pt x="17572" y="73641"/>
                </a:cubicBezTo>
                <a:cubicBezTo>
                  <a:pt x="18470" y="72714"/>
                  <a:pt x="18985" y="71654"/>
                  <a:pt x="19029" y="70609"/>
                </a:cubicBezTo>
                <a:cubicBezTo>
                  <a:pt x="19058" y="69653"/>
                  <a:pt x="18602" y="68799"/>
                  <a:pt x="18146" y="68005"/>
                </a:cubicBezTo>
                <a:cubicBezTo>
                  <a:pt x="17572" y="67048"/>
                  <a:pt x="16660" y="66136"/>
                  <a:pt x="15409" y="65253"/>
                </a:cubicBezTo>
                <a:cubicBezTo>
                  <a:pt x="15114" y="65047"/>
                  <a:pt x="14864" y="64885"/>
                  <a:pt x="14644" y="64723"/>
                </a:cubicBezTo>
                <a:cubicBezTo>
                  <a:pt x="13010" y="63546"/>
                  <a:pt x="11877" y="62221"/>
                  <a:pt x="11185" y="60720"/>
                </a:cubicBezTo>
                <a:cubicBezTo>
                  <a:pt x="10920" y="60102"/>
                  <a:pt x="10641" y="59234"/>
                  <a:pt x="10729" y="58365"/>
                </a:cubicBezTo>
                <a:cubicBezTo>
                  <a:pt x="10817" y="58321"/>
                  <a:pt x="10891" y="58277"/>
                  <a:pt x="10994" y="58218"/>
                </a:cubicBezTo>
                <a:lnTo>
                  <a:pt x="10994" y="58218"/>
                </a:lnTo>
                <a:cubicBezTo>
                  <a:pt x="10964" y="58851"/>
                  <a:pt x="11097" y="59528"/>
                  <a:pt x="11406" y="60279"/>
                </a:cubicBezTo>
                <a:cubicBezTo>
                  <a:pt x="12068" y="61897"/>
                  <a:pt x="13275" y="63354"/>
                  <a:pt x="14908" y="64605"/>
                </a:cubicBezTo>
                <a:cubicBezTo>
                  <a:pt x="15129" y="64767"/>
                  <a:pt x="15379" y="64958"/>
                  <a:pt x="15674" y="65179"/>
                </a:cubicBezTo>
                <a:cubicBezTo>
                  <a:pt x="16998" y="66136"/>
                  <a:pt x="17911" y="67092"/>
                  <a:pt x="18455" y="68078"/>
                </a:cubicBezTo>
                <a:cubicBezTo>
                  <a:pt x="18897" y="68888"/>
                  <a:pt x="19279" y="69682"/>
                  <a:pt x="19250" y="70609"/>
                </a:cubicBezTo>
                <a:cubicBezTo>
                  <a:pt x="19191" y="71595"/>
                  <a:pt x="18691" y="72640"/>
                  <a:pt x="17808" y="73523"/>
                </a:cubicBezTo>
                <a:cubicBezTo>
                  <a:pt x="17484" y="73862"/>
                  <a:pt x="17116" y="74171"/>
                  <a:pt x="16733" y="74436"/>
                </a:cubicBezTo>
                <a:cubicBezTo>
                  <a:pt x="15821" y="75039"/>
                  <a:pt x="14820" y="75466"/>
                  <a:pt x="13834" y="75878"/>
                </a:cubicBezTo>
                <a:cubicBezTo>
                  <a:pt x="13393" y="76069"/>
                  <a:pt x="12922" y="76275"/>
                  <a:pt x="12480" y="76467"/>
                </a:cubicBezTo>
                <a:cubicBezTo>
                  <a:pt x="10994" y="77173"/>
                  <a:pt x="9566" y="78085"/>
                  <a:pt x="8271" y="79189"/>
                </a:cubicBezTo>
                <a:cubicBezTo>
                  <a:pt x="7138" y="80146"/>
                  <a:pt x="6388" y="81073"/>
                  <a:pt x="5917" y="82044"/>
                </a:cubicBezTo>
                <a:cubicBezTo>
                  <a:pt x="5637" y="82618"/>
                  <a:pt x="5475" y="83207"/>
                  <a:pt x="5416" y="83795"/>
                </a:cubicBezTo>
                <a:cubicBezTo>
                  <a:pt x="5343" y="84546"/>
                  <a:pt x="5490" y="85311"/>
                  <a:pt x="5622" y="85959"/>
                </a:cubicBezTo>
                <a:cubicBezTo>
                  <a:pt x="5961" y="87592"/>
                  <a:pt x="6505" y="89167"/>
                  <a:pt x="7212" y="90609"/>
                </a:cubicBezTo>
                <a:lnTo>
                  <a:pt x="7271" y="90580"/>
                </a:lnTo>
                <a:cubicBezTo>
                  <a:pt x="6579" y="89137"/>
                  <a:pt x="6020" y="87577"/>
                  <a:pt x="5666" y="85944"/>
                </a:cubicBezTo>
                <a:cubicBezTo>
                  <a:pt x="5549" y="85296"/>
                  <a:pt x="5402" y="84546"/>
                  <a:pt x="5475" y="83795"/>
                </a:cubicBezTo>
                <a:cubicBezTo>
                  <a:pt x="5519" y="83221"/>
                  <a:pt x="5696" y="82633"/>
                  <a:pt x="5961" y="82074"/>
                </a:cubicBezTo>
                <a:cubicBezTo>
                  <a:pt x="6432" y="81117"/>
                  <a:pt x="7197" y="80205"/>
                  <a:pt x="8301" y="79263"/>
                </a:cubicBezTo>
                <a:cubicBezTo>
                  <a:pt x="9611" y="78159"/>
                  <a:pt x="11023" y="77247"/>
                  <a:pt x="12495" y="76540"/>
                </a:cubicBezTo>
                <a:cubicBezTo>
                  <a:pt x="12936" y="76334"/>
                  <a:pt x="13393" y="76143"/>
                  <a:pt x="13864" y="75952"/>
                </a:cubicBezTo>
                <a:cubicBezTo>
                  <a:pt x="14835" y="75525"/>
                  <a:pt x="15865" y="75113"/>
                  <a:pt x="16763" y="74495"/>
                </a:cubicBezTo>
                <a:cubicBezTo>
                  <a:pt x="17175" y="74230"/>
                  <a:pt x="17543" y="73935"/>
                  <a:pt x="17866" y="73582"/>
                </a:cubicBezTo>
                <a:cubicBezTo>
                  <a:pt x="18749" y="72684"/>
                  <a:pt x="19265" y="71625"/>
                  <a:pt x="19323" y="70595"/>
                </a:cubicBezTo>
                <a:cubicBezTo>
                  <a:pt x="19382" y="69668"/>
                  <a:pt x="18970" y="68858"/>
                  <a:pt x="18529" y="68049"/>
                </a:cubicBezTo>
                <a:cubicBezTo>
                  <a:pt x="17984" y="67033"/>
                  <a:pt x="17057" y="66077"/>
                  <a:pt x="15733" y="65106"/>
                </a:cubicBezTo>
                <a:cubicBezTo>
                  <a:pt x="15438" y="64885"/>
                  <a:pt x="15188" y="64693"/>
                  <a:pt x="14967" y="64532"/>
                </a:cubicBezTo>
                <a:cubicBezTo>
                  <a:pt x="13319" y="63281"/>
                  <a:pt x="12142" y="61839"/>
                  <a:pt x="11480" y="60249"/>
                </a:cubicBezTo>
                <a:cubicBezTo>
                  <a:pt x="11196" y="59546"/>
                  <a:pt x="11048" y="58905"/>
                  <a:pt x="11060" y="58315"/>
                </a:cubicBezTo>
                <a:lnTo>
                  <a:pt x="11060" y="58315"/>
                </a:lnTo>
                <a:cubicBezTo>
                  <a:pt x="11047" y="58322"/>
                  <a:pt x="11035" y="58329"/>
                  <a:pt x="11023" y="58336"/>
                </a:cubicBezTo>
                <a:cubicBezTo>
                  <a:pt x="11023" y="58279"/>
                  <a:pt x="11051" y="58221"/>
                  <a:pt x="11066" y="58178"/>
                </a:cubicBezTo>
                <a:lnTo>
                  <a:pt x="11066" y="58178"/>
                </a:lnTo>
                <a:cubicBezTo>
                  <a:pt x="11063" y="58223"/>
                  <a:pt x="11061" y="58269"/>
                  <a:pt x="11060" y="58315"/>
                </a:cubicBezTo>
                <a:lnTo>
                  <a:pt x="11060" y="58315"/>
                </a:lnTo>
                <a:cubicBezTo>
                  <a:pt x="11129" y="58278"/>
                  <a:pt x="11212" y="58241"/>
                  <a:pt x="11273" y="58204"/>
                </a:cubicBezTo>
                <a:cubicBezTo>
                  <a:pt x="11273" y="58146"/>
                  <a:pt x="11273" y="58103"/>
                  <a:pt x="11301" y="58033"/>
                </a:cubicBezTo>
                <a:lnTo>
                  <a:pt x="11301" y="58033"/>
                </a:lnTo>
                <a:cubicBezTo>
                  <a:pt x="11243" y="58069"/>
                  <a:pt x="11185" y="58100"/>
                  <a:pt x="11128" y="58129"/>
                </a:cubicBezTo>
                <a:lnTo>
                  <a:pt x="11128" y="58129"/>
                </a:lnTo>
                <a:cubicBezTo>
                  <a:pt x="11182" y="58091"/>
                  <a:pt x="11239" y="58059"/>
                  <a:pt x="11303" y="58027"/>
                </a:cubicBezTo>
                <a:lnTo>
                  <a:pt x="11303" y="58027"/>
                </a:lnTo>
                <a:cubicBezTo>
                  <a:pt x="11302" y="58029"/>
                  <a:pt x="11301" y="58031"/>
                  <a:pt x="11301" y="58033"/>
                </a:cubicBezTo>
                <a:lnTo>
                  <a:pt x="11301" y="58033"/>
                </a:lnTo>
                <a:cubicBezTo>
                  <a:pt x="11311" y="58026"/>
                  <a:pt x="11322" y="58019"/>
                  <a:pt x="11332" y="58012"/>
                </a:cubicBezTo>
                <a:cubicBezTo>
                  <a:pt x="11362" y="58557"/>
                  <a:pt x="11465" y="59160"/>
                  <a:pt x="11730" y="59808"/>
                </a:cubicBezTo>
                <a:cubicBezTo>
                  <a:pt x="12362" y="61529"/>
                  <a:pt x="13569" y="63075"/>
                  <a:pt x="15232" y="64399"/>
                </a:cubicBezTo>
                <a:cubicBezTo>
                  <a:pt x="15482" y="64590"/>
                  <a:pt x="15733" y="64782"/>
                  <a:pt x="16027" y="65003"/>
                </a:cubicBezTo>
                <a:cubicBezTo>
                  <a:pt x="17410" y="66033"/>
                  <a:pt x="18323" y="67048"/>
                  <a:pt x="18867" y="68093"/>
                </a:cubicBezTo>
                <a:cubicBezTo>
                  <a:pt x="19265" y="68902"/>
                  <a:pt x="19618" y="69697"/>
                  <a:pt x="19559" y="70595"/>
                </a:cubicBezTo>
                <a:cubicBezTo>
                  <a:pt x="19485" y="71581"/>
                  <a:pt x="18985" y="72611"/>
                  <a:pt x="18131" y="73464"/>
                </a:cubicBezTo>
                <a:cubicBezTo>
                  <a:pt x="17808" y="73803"/>
                  <a:pt x="17440" y="74097"/>
                  <a:pt x="17057" y="74377"/>
                </a:cubicBezTo>
                <a:cubicBezTo>
                  <a:pt x="16189" y="74980"/>
                  <a:pt x="15217" y="75407"/>
                  <a:pt x="14261" y="75819"/>
                </a:cubicBezTo>
                <a:cubicBezTo>
                  <a:pt x="13819" y="76025"/>
                  <a:pt x="13349" y="76231"/>
                  <a:pt x="12907" y="76452"/>
                </a:cubicBezTo>
                <a:cubicBezTo>
                  <a:pt x="11435" y="77188"/>
                  <a:pt x="10052" y="78130"/>
                  <a:pt x="8786" y="79248"/>
                </a:cubicBezTo>
                <a:cubicBezTo>
                  <a:pt x="7712" y="80205"/>
                  <a:pt x="6962" y="81146"/>
                  <a:pt x="6505" y="82118"/>
                </a:cubicBezTo>
                <a:cubicBezTo>
                  <a:pt x="6226" y="82692"/>
                  <a:pt x="6064" y="83251"/>
                  <a:pt x="6020" y="83839"/>
                </a:cubicBezTo>
                <a:cubicBezTo>
                  <a:pt x="5946" y="84605"/>
                  <a:pt x="6079" y="85355"/>
                  <a:pt x="6211" y="86003"/>
                </a:cubicBezTo>
                <a:cubicBezTo>
                  <a:pt x="6535" y="87636"/>
                  <a:pt x="7050" y="89182"/>
                  <a:pt x="7756" y="90609"/>
                </a:cubicBezTo>
                <a:lnTo>
                  <a:pt x="7800" y="90580"/>
                </a:lnTo>
                <a:cubicBezTo>
                  <a:pt x="7109" y="89167"/>
                  <a:pt x="6594" y="87622"/>
                  <a:pt x="6255" y="85973"/>
                </a:cubicBezTo>
                <a:cubicBezTo>
                  <a:pt x="6137" y="85355"/>
                  <a:pt x="6020" y="84605"/>
                  <a:pt x="6093" y="83839"/>
                </a:cubicBezTo>
                <a:cubicBezTo>
                  <a:pt x="6152" y="83280"/>
                  <a:pt x="6314" y="82706"/>
                  <a:pt x="6579" y="82132"/>
                </a:cubicBezTo>
                <a:cubicBezTo>
                  <a:pt x="7035" y="81176"/>
                  <a:pt x="7771" y="80234"/>
                  <a:pt x="8831" y="79307"/>
                </a:cubicBezTo>
                <a:cubicBezTo>
                  <a:pt x="10111" y="78174"/>
                  <a:pt x="11480" y="77247"/>
                  <a:pt x="12936" y="76525"/>
                </a:cubicBezTo>
                <a:cubicBezTo>
                  <a:pt x="13378" y="76305"/>
                  <a:pt x="13834" y="76099"/>
                  <a:pt x="14305" y="75893"/>
                </a:cubicBezTo>
                <a:cubicBezTo>
                  <a:pt x="15232" y="75481"/>
                  <a:pt x="16218" y="75039"/>
                  <a:pt x="17101" y="74450"/>
                </a:cubicBezTo>
                <a:cubicBezTo>
                  <a:pt x="17484" y="74171"/>
                  <a:pt x="17852" y="73877"/>
                  <a:pt x="18161" y="73538"/>
                </a:cubicBezTo>
                <a:cubicBezTo>
                  <a:pt x="19029" y="72655"/>
                  <a:pt x="19544" y="71625"/>
                  <a:pt x="19618" y="70624"/>
                </a:cubicBezTo>
                <a:cubicBezTo>
                  <a:pt x="19691" y="69697"/>
                  <a:pt x="19323" y="68888"/>
                  <a:pt x="18911" y="68078"/>
                </a:cubicBezTo>
                <a:cubicBezTo>
                  <a:pt x="18382" y="67019"/>
                  <a:pt x="17469" y="66003"/>
                  <a:pt x="16071" y="64958"/>
                </a:cubicBezTo>
                <a:cubicBezTo>
                  <a:pt x="15777" y="64738"/>
                  <a:pt x="15512" y="64532"/>
                  <a:pt x="15276" y="64340"/>
                </a:cubicBezTo>
                <a:cubicBezTo>
                  <a:pt x="13599" y="63016"/>
                  <a:pt x="12421" y="61471"/>
                  <a:pt x="11774" y="59763"/>
                </a:cubicBezTo>
                <a:cubicBezTo>
                  <a:pt x="11560" y="59175"/>
                  <a:pt x="11431" y="58623"/>
                  <a:pt x="11409" y="58130"/>
                </a:cubicBezTo>
                <a:lnTo>
                  <a:pt x="11409" y="58130"/>
                </a:lnTo>
                <a:cubicBezTo>
                  <a:pt x="11388" y="58144"/>
                  <a:pt x="11367" y="58158"/>
                  <a:pt x="11347" y="58174"/>
                </a:cubicBezTo>
                <a:cubicBezTo>
                  <a:pt x="11347" y="58115"/>
                  <a:pt x="11362" y="58056"/>
                  <a:pt x="11362" y="57998"/>
                </a:cubicBezTo>
                <a:cubicBezTo>
                  <a:pt x="11450" y="57953"/>
                  <a:pt x="11524" y="57909"/>
                  <a:pt x="11612" y="57850"/>
                </a:cubicBezTo>
                <a:lnTo>
                  <a:pt x="11612" y="57850"/>
                </a:lnTo>
                <a:cubicBezTo>
                  <a:pt x="11609" y="57861"/>
                  <a:pt x="11607" y="57872"/>
                  <a:pt x="11605" y="57882"/>
                </a:cubicBezTo>
                <a:lnTo>
                  <a:pt x="11605" y="57882"/>
                </a:lnTo>
                <a:cubicBezTo>
                  <a:pt x="11627" y="57871"/>
                  <a:pt x="11649" y="57859"/>
                  <a:pt x="11671" y="57845"/>
                </a:cubicBezTo>
                <a:lnTo>
                  <a:pt x="11671" y="57845"/>
                </a:lnTo>
                <a:lnTo>
                  <a:pt x="11671" y="57983"/>
                </a:lnTo>
                <a:cubicBezTo>
                  <a:pt x="11680" y="57977"/>
                  <a:pt x="11690" y="57971"/>
                  <a:pt x="11699" y="57965"/>
                </a:cubicBezTo>
                <a:lnTo>
                  <a:pt x="11699" y="57965"/>
                </a:lnTo>
                <a:cubicBezTo>
                  <a:pt x="11749" y="58386"/>
                  <a:pt x="11848" y="58842"/>
                  <a:pt x="11995" y="59322"/>
                </a:cubicBezTo>
                <a:cubicBezTo>
                  <a:pt x="12627" y="61147"/>
                  <a:pt x="13805" y="62795"/>
                  <a:pt x="15527" y="64223"/>
                </a:cubicBezTo>
                <a:cubicBezTo>
                  <a:pt x="15777" y="64414"/>
                  <a:pt x="16042" y="64620"/>
                  <a:pt x="16336" y="64855"/>
                </a:cubicBezTo>
                <a:cubicBezTo>
                  <a:pt x="17793" y="66003"/>
                  <a:pt x="18720" y="67033"/>
                  <a:pt x="19235" y="68137"/>
                </a:cubicBezTo>
                <a:cubicBezTo>
                  <a:pt x="19574" y="68902"/>
                  <a:pt x="19912" y="69712"/>
                  <a:pt x="19824" y="70624"/>
                </a:cubicBezTo>
                <a:cubicBezTo>
                  <a:pt x="19721" y="71581"/>
                  <a:pt x="19206" y="72581"/>
                  <a:pt x="18382" y="73435"/>
                </a:cubicBezTo>
                <a:cubicBezTo>
                  <a:pt x="18072" y="73744"/>
                  <a:pt x="17719" y="74053"/>
                  <a:pt x="17337" y="74318"/>
                </a:cubicBezTo>
                <a:cubicBezTo>
                  <a:pt x="16483" y="74907"/>
                  <a:pt x="15556" y="75348"/>
                  <a:pt x="14644" y="75775"/>
                </a:cubicBezTo>
                <a:cubicBezTo>
                  <a:pt x="14202" y="75966"/>
                  <a:pt x="13731" y="76187"/>
                  <a:pt x="13290" y="76437"/>
                </a:cubicBezTo>
                <a:cubicBezTo>
                  <a:pt x="11847" y="77188"/>
                  <a:pt x="10508" y="78144"/>
                  <a:pt x="9272" y="79277"/>
                </a:cubicBezTo>
                <a:cubicBezTo>
                  <a:pt x="8242" y="80263"/>
                  <a:pt x="7535" y="81191"/>
                  <a:pt x="7094" y="82177"/>
                </a:cubicBezTo>
                <a:cubicBezTo>
                  <a:pt x="6829" y="82736"/>
                  <a:pt x="6667" y="83310"/>
                  <a:pt x="6608" y="83884"/>
                </a:cubicBezTo>
                <a:cubicBezTo>
                  <a:pt x="6535" y="84649"/>
                  <a:pt x="6652" y="85385"/>
                  <a:pt x="6756" y="86018"/>
                </a:cubicBezTo>
                <a:cubicBezTo>
                  <a:pt x="7050" y="87651"/>
                  <a:pt x="7565" y="89182"/>
                  <a:pt x="8271" y="90594"/>
                </a:cubicBezTo>
                <a:lnTo>
                  <a:pt x="8315" y="90565"/>
                </a:lnTo>
                <a:cubicBezTo>
                  <a:pt x="7624" y="89167"/>
                  <a:pt x="7123" y="87622"/>
                  <a:pt x="6814" y="86003"/>
                </a:cubicBezTo>
                <a:cubicBezTo>
                  <a:pt x="6697" y="85370"/>
                  <a:pt x="6594" y="84634"/>
                  <a:pt x="6667" y="83884"/>
                </a:cubicBezTo>
                <a:cubicBezTo>
                  <a:pt x="6726" y="83310"/>
                  <a:pt x="6888" y="82736"/>
                  <a:pt x="7138" y="82191"/>
                </a:cubicBezTo>
                <a:cubicBezTo>
                  <a:pt x="7580" y="81235"/>
                  <a:pt x="8301" y="80293"/>
                  <a:pt x="9316" y="79336"/>
                </a:cubicBezTo>
                <a:cubicBezTo>
                  <a:pt x="10523" y="78203"/>
                  <a:pt x="11877" y="77247"/>
                  <a:pt x="13304" y="76481"/>
                </a:cubicBezTo>
                <a:cubicBezTo>
                  <a:pt x="13746" y="76246"/>
                  <a:pt x="14202" y="76025"/>
                  <a:pt x="14673" y="75819"/>
                </a:cubicBezTo>
                <a:cubicBezTo>
                  <a:pt x="15571" y="75407"/>
                  <a:pt x="16513" y="74966"/>
                  <a:pt x="17351" y="74347"/>
                </a:cubicBezTo>
                <a:cubicBezTo>
                  <a:pt x="17734" y="74083"/>
                  <a:pt x="18087" y="73788"/>
                  <a:pt x="18396" y="73450"/>
                </a:cubicBezTo>
                <a:cubicBezTo>
                  <a:pt x="19250" y="72581"/>
                  <a:pt x="19765" y="71581"/>
                  <a:pt x="19853" y="70595"/>
                </a:cubicBezTo>
                <a:cubicBezTo>
                  <a:pt x="19941" y="69697"/>
                  <a:pt x="19603" y="68873"/>
                  <a:pt x="19250" y="68078"/>
                </a:cubicBezTo>
                <a:cubicBezTo>
                  <a:pt x="18735" y="66960"/>
                  <a:pt x="17808" y="65915"/>
                  <a:pt x="16336" y="64767"/>
                </a:cubicBezTo>
                <a:cubicBezTo>
                  <a:pt x="16042" y="64532"/>
                  <a:pt x="15777" y="64326"/>
                  <a:pt x="15527" y="64120"/>
                </a:cubicBezTo>
                <a:cubicBezTo>
                  <a:pt x="13805" y="62707"/>
                  <a:pt x="12627" y="61073"/>
                  <a:pt x="12024" y="59248"/>
                </a:cubicBezTo>
                <a:cubicBezTo>
                  <a:pt x="11861" y="58785"/>
                  <a:pt x="11762" y="58354"/>
                  <a:pt x="11718" y="57954"/>
                </a:cubicBezTo>
                <a:lnTo>
                  <a:pt x="11718" y="57954"/>
                </a:lnTo>
                <a:cubicBezTo>
                  <a:pt x="11712" y="57958"/>
                  <a:pt x="11706" y="57961"/>
                  <a:pt x="11699" y="57965"/>
                </a:cubicBezTo>
                <a:lnTo>
                  <a:pt x="11699" y="57965"/>
                </a:lnTo>
                <a:cubicBezTo>
                  <a:pt x="11694" y="57921"/>
                  <a:pt x="11690" y="57878"/>
                  <a:pt x="11686" y="57836"/>
                </a:cubicBezTo>
                <a:cubicBezTo>
                  <a:pt x="11681" y="57839"/>
                  <a:pt x="11676" y="57842"/>
                  <a:pt x="11671" y="57845"/>
                </a:cubicBezTo>
                <a:lnTo>
                  <a:pt x="11671" y="57845"/>
                </a:lnTo>
                <a:lnTo>
                  <a:pt x="11671" y="57806"/>
                </a:lnTo>
                <a:cubicBezTo>
                  <a:pt x="11681" y="57799"/>
                  <a:pt x="11692" y="57792"/>
                  <a:pt x="11703" y="57786"/>
                </a:cubicBezTo>
                <a:lnTo>
                  <a:pt x="11703" y="57786"/>
                </a:lnTo>
                <a:cubicBezTo>
                  <a:pt x="11707" y="57841"/>
                  <a:pt x="11712" y="57897"/>
                  <a:pt x="11718" y="57954"/>
                </a:cubicBezTo>
                <a:lnTo>
                  <a:pt x="11718" y="57954"/>
                </a:lnTo>
                <a:cubicBezTo>
                  <a:pt x="11795" y="57913"/>
                  <a:pt x="11878" y="57884"/>
                  <a:pt x="11950" y="57836"/>
                </a:cubicBezTo>
                <a:cubicBezTo>
                  <a:pt x="11950" y="57777"/>
                  <a:pt x="11950" y="57703"/>
                  <a:pt x="11936" y="57659"/>
                </a:cubicBezTo>
                <a:cubicBezTo>
                  <a:pt x="11871" y="57698"/>
                  <a:pt x="11783" y="57737"/>
                  <a:pt x="11703" y="57786"/>
                </a:cubicBezTo>
                <a:lnTo>
                  <a:pt x="11703" y="57786"/>
                </a:lnTo>
                <a:cubicBezTo>
                  <a:pt x="11702" y="57773"/>
                  <a:pt x="11701" y="57760"/>
                  <a:pt x="11700" y="57747"/>
                </a:cubicBezTo>
                <a:cubicBezTo>
                  <a:pt x="11730" y="57718"/>
                  <a:pt x="11744" y="57718"/>
                  <a:pt x="11774" y="57703"/>
                </a:cubicBezTo>
                <a:lnTo>
                  <a:pt x="11995" y="57600"/>
                </a:lnTo>
                <a:cubicBezTo>
                  <a:pt x="11995" y="57605"/>
                  <a:pt x="11996" y="57610"/>
                  <a:pt x="11996" y="57614"/>
                </a:cubicBezTo>
                <a:lnTo>
                  <a:pt x="11996" y="57614"/>
                </a:lnTo>
                <a:cubicBezTo>
                  <a:pt x="12012" y="57609"/>
                  <a:pt x="12027" y="57602"/>
                  <a:pt x="12042" y="57595"/>
                </a:cubicBezTo>
                <a:lnTo>
                  <a:pt x="12042" y="57595"/>
                </a:lnTo>
                <a:cubicBezTo>
                  <a:pt x="12047" y="57652"/>
                  <a:pt x="12054" y="57710"/>
                  <a:pt x="12062" y="57768"/>
                </a:cubicBezTo>
                <a:lnTo>
                  <a:pt x="12062" y="57768"/>
                </a:lnTo>
                <a:cubicBezTo>
                  <a:pt x="12142" y="57737"/>
                  <a:pt x="12223" y="57686"/>
                  <a:pt x="12304" y="57659"/>
                </a:cubicBezTo>
                <a:lnTo>
                  <a:pt x="12289" y="57468"/>
                </a:lnTo>
                <a:cubicBezTo>
                  <a:pt x="12274" y="57468"/>
                  <a:pt x="12259" y="57482"/>
                  <a:pt x="12245" y="57482"/>
                </a:cubicBezTo>
                <a:cubicBezTo>
                  <a:pt x="12161" y="57518"/>
                  <a:pt x="12107" y="57564"/>
                  <a:pt x="12042" y="57595"/>
                </a:cubicBezTo>
                <a:lnTo>
                  <a:pt x="12042" y="57595"/>
                </a:lnTo>
                <a:cubicBezTo>
                  <a:pt x="12041" y="57582"/>
                  <a:pt x="12040" y="57569"/>
                  <a:pt x="12039" y="57556"/>
                </a:cubicBezTo>
                <a:cubicBezTo>
                  <a:pt x="12127" y="57497"/>
                  <a:pt x="12245" y="57453"/>
                  <a:pt x="12333" y="57409"/>
                </a:cubicBezTo>
                <a:cubicBezTo>
                  <a:pt x="12334" y="57418"/>
                  <a:pt x="12335" y="57427"/>
                  <a:pt x="12336" y="57436"/>
                </a:cubicBezTo>
                <a:lnTo>
                  <a:pt x="12336" y="57436"/>
                </a:lnTo>
                <a:lnTo>
                  <a:pt x="12394" y="57400"/>
                </a:lnTo>
                <a:lnTo>
                  <a:pt x="12394" y="57400"/>
                </a:lnTo>
                <a:cubicBezTo>
                  <a:pt x="12401" y="57463"/>
                  <a:pt x="12409" y="57528"/>
                  <a:pt x="12418" y="57593"/>
                </a:cubicBezTo>
                <a:lnTo>
                  <a:pt x="12418" y="57593"/>
                </a:lnTo>
                <a:cubicBezTo>
                  <a:pt x="12502" y="57561"/>
                  <a:pt x="12572" y="57514"/>
                  <a:pt x="12642" y="57468"/>
                </a:cubicBezTo>
                <a:cubicBezTo>
                  <a:pt x="12642" y="57394"/>
                  <a:pt x="12642" y="57335"/>
                  <a:pt x="12613" y="57262"/>
                </a:cubicBezTo>
                <a:lnTo>
                  <a:pt x="12394" y="57400"/>
                </a:lnTo>
                <a:lnTo>
                  <a:pt x="12394" y="57400"/>
                </a:lnTo>
                <a:cubicBezTo>
                  <a:pt x="12393" y="57393"/>
                  <a:pt x="12393" y="57386"/>
                  <a:pt x="12392" y="57379"/>
                </a:cubicBezTo>
                <a:cubicBezTo>
                  <a:pt x="12480" y="57321"/>
                  <a:pt x="12583" y="57262"/>
                  <a:pt x="12686" y="57203"/>
                </a:cubicBezTo>
                <a:cubicBezTo>
                  <a:pt x="12694" y="57263"/>
                  <a:pt x="12703" y="57322"/>
                  <a:pt x="12713" y="57382"/>
                </a:cubicBezTo>
                <a:lnTo>
                  <a:pt x="12713" y="57382"/>
                </a:lnTo>
                <a:cubicBezTo>
                  <a:pt x="12709" y="57333"/>
                  <a:pt x="12701" y="57290"/>
                  <a:pt x="12701" y="57247"/>
                </a:cubicBezTo>
                <a:cubicBezTo>
                  <a:pt x="12728" y="57240"/>
                  <a:pt x="12748" y="57228"/>
                  <a:pt x="12769" y="57214"/>
                </a:cubicBezTo>
                <a:lnTo>
                  <a:pt x="12769" y="57214"/>
                </a:lnTo>
                <a:cubicBezTo>
                  <a:pt x="12778" y="57271"/>
                  <a:pt x="12788" y="57331"/>
                  <a:pt x="12798" y="57395"/>
                </a:cubicBezTo>
                <a:lnTo>
                  <a:pt x="12798" y="57395"/>
                </a:lnTo>
                <a:cubicBezTo>
                  <a:pt x="12877" y="57350"/>
                  <a:pt x="12944" y="57306"/>
                  <a:pt x="13010" y="57262"/>
                </a:cubicBezTo>
                <a:cubicBezTo>
                  <a:pt x="12995" y="57188"/>
                  <a:pt x="12995" y="57144"/>
                  <a:pt x="12995" y="57100"/>
                </a:cubicBezTo>
                <a:cubicBezTo>
                  <a:pt x="12936" y="57115"/>
                  <a:pt x="12907" y="57159"/>
                  <a:pt x="12848" y="57173"/>
                </a:cubicBezTo>
                <a:cubicBezTo>
                  <a:pt x="12816" y="57181"/>
                  <a:pt x="12793" y="57198"/>
                  <a:pt x="12769" y="57214"/>
                </a:cubicBezTo>
                <a:lnTo>
                  <a:pt x="12769" y="57214"/>
                </a:lnTo>
                <a:cubicBezTo>
                  <a:pt x="12766" y="57195"/>
                  <a:pt x="12763" y="57177"/>
                  <a:pt x="12760" y="57159"/>
                </a:cubicBezTo>
                <a:cubicBezTo>
                  <a:pt x="12848" y="57100"/>
                  <a:pt x="12936" y="57041"/>
                  <a:pt x="13054" y="56982"/>
                </a:cubicBezTo>
                <a:cubicBezTo>
                  <a:pt x="13062" y="57054"/>
                  <a:pt x="13070" y="57125"/>
                  <a:pt x="13083" y="57199"/>
                </a:cubicBezTo>
                <a:lnTo>
                  <a:pt x="13083" y="57199"/>
                </a:lnTo>
                <a:cubicBezTo>
                  <a:pt x="13079" y="57140"/>
                  <a:pt x="13069" y="57088"/>
                  <a:pt x="13069" y="57026"/>
                </a:cubicBezTo>
                <a:cubicBezTo>
                  <a:pt x="13116" y="57003"/>
                  <a:pt x="13162" y="56980"/>
                  <a:pt x="13202" y="56956"/>
                </a:cubicBezTo>
                <a:lnTo>
                  <a:pt x="13202" y="56956"/>
                </a:lnTo>
                <a:cubicBezTo>
                  <a:pt x="13209" y="57018"/>
                  <a:pt x="13216" y="57083"/>
                  <a:pt x="13226" y="57150"/>
                </a:cubicBezTo>
                <a:lnTo>
                  <a:pt x="13226" y="57150"/>
                </a:lnTo>
                <a:lnTo>
                  <a:pt x="13363" y="57070"/>
                </a:lnTo>
                <a:cubicBezTo>
                  <a:pt x="13349" y="56997"/>
                  <a:pt x="13349" y="56938"/>
                  <a:pt x="13363" y="56864"/>
                </a:cubicBezTo>
                <a:lnTo>
                  <a:pt x="13363" y="56864"/>
                </a:lnTo>
                <a:cubicBezTo>
                  <a:pt x="13348" y="56868"/>
                  <a:pt x="13335" y="56873"/>
                  <a:pt x="13323" y="56878"/>
                </a:cubicBezTo>
                <a:lnTo>
                  <a:pt x="13323" y="56878"/>
                </a:lnTo>
                <a:lnTo>
                  <a:pt x="13408" y="56827"/>
                </a:lnTo>
                <a:lnTo>
                  <a:pt x="13408" y="56827"/>
                </a:lnTo>
                <a:cubicBezTo>
                  <a:pt x="13410" y="56891"/>
                  <a:pt x="13422" y="56945"/>
                  <a:pt x="13422" y="57012"/>
                </a:cubicBezTo>
                <a:lnTo>
                  <a:pt x="13500" y="56966"/>
                </a:lnTo>
                <a:lnTo>
                  <a:pt x="13500" y="56966"/>
                </a:lnTo>
                <a:cubicBezTo>
                  <a:pt x="13845" y="59193"/>
                  <a:pt x="15079" y="61317"/>
                  <a:pt x="17131" y="63281"/>
                </a:cubicBezTo>
                <a:cubicBezTo>
                  <a:pt x="17410" y="63560"/>
                  <a:pt x="17719" y="63825"/>
                  <a:pt x="18058" y="64120"/>
                </a:cubicBezTo>
                <a:cubicBezTo>
                  <a:pt x="19323" y="65253"/>
                  <a:pt x="20736" y="66607"/>
                  <a:pt x="21178" y="68314"/>
                </a:cubicBezTo>
                <a:cubicBezTo>
                  <a:pt x="21413" y="69241"/>
                  <a:pt x="21472" y="69991"/>
                  <a:pt x="21310" y="70683"/>
                </a:cubicBezTo>
                <a:cubicBezTo>
                  <a:pt x="21104" y="71537"/>
                  <a:pt x="20604" y="72420"/>
                  <a:pt x="19868" y="73214"/>
                </a:cubicBezTo>
                <a:cubicBezTo>
                  <a:pt x="19603" y="73509"/>
                  <a:pt x="19279" y="73788"/>
                  <a:pt x="18955" y="74068"/>
                </a:cubicBezTo>
                <a:cubicBezTo>
                  <a:pt x="18279" y="74598"/>
                  <a:pt x="17543" y="75069"/>
                  <a:pt x="16822" y="75510"/>
                </a:cubicBezTo>
                <a:cubicBezTo>
                  <a:pt x="16380" y="75790"/>
                  <a:pt x="15894" y="76084"/>
                  <a:pt x="15482" y="76378"/>
                </a:cubicBezTo>
                <a:cubicBezTo>
                  <a:pt x="14173" y="77276"/>
                  <a:pt x="12995" y="78350"/>
                  <a:pt x="11980" y="79557"/>
                </a:cubicBezTo>
                <a:cubicBezTo>
                  <a:pt x="11156" y="80572"/>
                  <a:pt x="10567" y="81544"/>
                  <a:pt x="10184" y="82544"/>
                </a:cubicBezTo>
                <a:cubicBezTo>
                  <a:pt x="9978" y="83089"/>
                  <a:pt x="9831" y="83648"/>
                  <a:pt x="9758" y="84193"/>
                </a:cubicBezTo>
                <a:cubicBezTo>
                  <a:pt x="9684" y="84811"/>
                  <a:pt x="9684" y="85473"/>
                  <a:pt x="9758" y="86238"/>
                </a:cubicBezTo>
                <a:cubicBezTo>
                  <a:pt x="9920" y="87813"/>
                  <a:pt x="10346" y="89314"/>
                  <a:pt x="11023" y="90653"/>
                </a:cubicBezTo>
                <a:lnTo>
                  <a:pt x="11082" y="90609"/>
                </a:lnTo>
                <a:cubicBezTo>
                  <a:pt x="10405" y="89270"/>
                  <a:pt x="9978" y="87798"/>
                  <a:pt x="9817" y="86224"/>
                </a:cubicBezTo>
                <a:cubicBezTo>
                  <a:pt x="9743" y="85444"/>
                  <a:pt x="9714" y="84781"/>
                  <a:pt x="9817" y="84193"/>
                </a:cubicBezTo>
                <a:cubicBezTo>
                  <a:pt x="9890" y="83663"/>
                  <a:pt x="10008" y="83104"/>
                  <a:pt x="10229" y="82559"/>
                </a:cubicBezTo>
                <a:cubicBezTo>
                  <a:pt x="10597" y="81558"/>
                  <a:pt x="11185" y="80602"/>
                  <a:pt x="12024" y="79601"/>
                </a:cubicBezTo>
                <a:cubicBezTo>
                  <a:pt x="13025" y="78380"/>
                  <a:pt x="14187" y="77320"/>
                  <a:pt x="15497" y="76408"/>
                </a:cubicBezTo>
                <a:cubicBezTo>
                  <a:pt x="15939" y="76113"/>
                  <a:pt x="16395" y="75819"/>
                  <a:pt x="16836" y="75554"/>
                </a:cubicBezTo>
                <a:cubicBezTo>
                  <a:pt x="17557" y="75113"/>
                  <a:pt x="18308" y="74642"/>
                  <a:pt x="18985" y="74097"/>
                </a:cubicBezTo>
                <a:cubicBezTo>
                  <a:pt x="19323" y="73818"/>
                  <a:pt x="19632" y="73538"/>
                  <a:pt x="19927" y="73244"/>
                </a:cubicBezTo>
                <a:cubicBezTo>
                  <a:pt x="20677" y="72464"/>
                  <a:pt x="21178" y="71551"/>
                  <a:pt x="21384" y="70668"/>
                </a:cubicBezTo>
                <a:cubicBezTo>
                  <a:pt x="21546" y="69977"/>
                  <a:pt x="21516" y="69226"/>
                  <a:pt x="21251" y="68284"/>
                </a:cubicBezTo>
                <a:cubicBezTo>
                  <a:pt x="20795" y="66548"/>
                  <a:pt x="19382" y="65209"/>
                  <a:pt x="18087" y="64075"/>
                </a:cubicBezTo>
                <a:cubicBezTo>
                  <a:pt x="17763" y="63781"/>
                  <a:pt x="17440" y="63501"/>
                  <a:pt x="17175" y="63222"/>
                </a:cubicBezTo>
                <a:cubicBezTo>
                  <a:pt x="15134" y="61255"/>
                  <a:pt x="13899" y="59156"/>
                  <a:pt x="13572" y="56925"/>
                </a:cubicBezTo>
                <a:lnTo>
                  <a:pt x="13572" y="56925"/>
                </a:lnTo>
                <a:lnTo>
                  <a:pt x="13500" y="56966"/>
                </a:lnTo>
                <a:lnTo>
                  <a:pt x="13500" y="56966"/>
                </a:lnTo>
                <a:cubicBezTo>
                  <a:pt x="13499" y="56957"/>
                  <a:pt x="13497" y="56947"/>
                  <a:pt x="13496" y="56938"/>
                </a:cubicBezTo>
                <a:cubicBezTo>
                  <a:pt x="13496" y="56879"/>
                  <a:pt x="13466" y="56835"/>
                  <a:pt x="13466" y="56791"/>
                </a:cubicBezTo>
                <a:lnTo>
                  <a:pt x="13408" y="56827"/>
                </a:lnTo>
                <a:lnTo>
                  <a:pt x="13408" y="56827"/>
                </a:lnTo>
                <a:cubicBezTo>
                  <a:pt x="13408" y="56820"/>
                  <a:pt x="13407" y="56813"/>
                  <a:pt x="13407" y="56806"/>
                </a:cubicBezTo>
                <a:cubicBezTo>
                  <a:pt x="13496" y="56747"/>
                  <a:pt x="13584" y="56688"/>
                  <a:pt x="13672" y="56614"/>
                </a:cubicBezTo>
                <a:cubicBezTo>
                  <a:pt x="13672" y="56634"/>
                  <a:pt x="13673" y="56653"/>
                  <a:pt x="13675" y="56670"/>
                </a:cubicBezTo>
                <a:lnTo>
                  <a:pt x="13675" y="56670"/>
                </a:lnTo>
                <a:cubicBezTo>
                  <a:pt x="13700" y="56656"/>
                  <a:pt x="13724" y="56641"/>
                  <a:pt x="13747" y="56626"/>
                </a:cubicBezTo>
                <a:lnTo>
                  <a:pt x="13747" y="56626"/>
                </a:lnTo>
                <a:cubicBezTo>
                  <a:pt x="13753" y="56688"/>
                  <a:pt x="13775" y="56741"/>
                  <a:pt x="13775" y="56806"/>
                </a:cubicBezTo>
                <a:cubicBezTo>
                  <a:pt x="13793" y="56791"/>
                  <a:pt x="13811" y="56778"/>
                  <a:pt x="13830" y="56766"/>
                </a:cubicBezTo>
                <a:lnTo>
                  <a:pt x="13830" y="56766"/>
                </a:lnTo>
                <a:cubicBezTo>
                  <a:pt x="14165" y="58967"/>
                  <a:pt x="15391" y="61085"/>
                  <a:pt x="17440" y="63119"/>
                </a:cubicBezTo>
                <a:cubicBezTo>
                  <a:pt x="17734" y="63413"/>
                  <a:pt x="18058" y="63693"/>
                  <a:pt x="18382" y="64002"/>
                </a:cubicBezTo>
                <a:cubicBezTo>
                  <a:pt x="19780" y="65253"/>
                  <a:pt x="21163" y="66636"/>
                  <a:pt x="21560" y="68358"/>
                </a:cubicBezTo>
                <a:cubicBezTo>
                  <a:pt x="21766" y="69241"/>
                  <a:pt x="21781" y="69991"/>
                  <a:pt x="21604" y="70698"/>
                </a:cubicBezTo>
                <a:cubicBezTo>
                  <a:pt x="21384" y="71537"/>
                  <a:pt x="20883" y="72405"/>
                  <a:pt x="20162" y="73170"/>
                </a:cubicBezTo>
                <a:cubicBezTo>
                  <a:pt x="19897" y="73464"/>
                  <a:pt x="19603" y="73744"/>
                  <a:pt x="19265" y="74024"/>
                </a:cubicBezTo>
                <a:cubicBezTo>
                  <a:pt x="18617" y="74553"/>
                  <a:pt x="17925" y="75010"/>
                  <a:pt x="17219" y="75466"/>
                </a:cubicBezTo>
                <a:cubicBezTo>
                  <a:pt x="16777" y="75760"/>
                  <a:pt x="16307" y="76040"/>
                  <a:pt x="15880" y="76378"/>
                </a:cubicBezTo>
                <a:cubicBezTo>
                  <a:pt x="14599" y="77305"/>
                  <a:pt x="13452" y="78409"/>
                  <a:pt x="12495" y="79631"/>
                </a:cubicBezTo>
                <a:cubicBezTo>
                  <a:pt x="11730" y="80631"/>
                  <a:pt x="11141" y="81632"/>
                  <a:pt x="10773" y="82633"/>
                </a:cubicBezTo>
                <a:cubicBezTo>
                  <a:pt x="10567" y="83163"/>
                  <a:pt x="10435" y="83722"/>
                  <a:pt x="10361" y="84266"/>
                </a:cubicBezTo>
                <a:cubicBezTo>
                  <a:pt x="10287" y="84870"/>
                  <a:pt x="10273" y="85547"/>
                  <a:pt x="10346" y="86297"/>
                </a:cubicBezTo>
                <a:cubicBezTo>
                  <a:pt x="10494" y="87872"/>
                  <a:pt x="10891" y="89343"/>
                  <a:pt x="11583" y="90668"/>
                </a:cubicBezTo>
                <a:lnTo>
                  <a:pt x="11627" y="90638"/>
                </a:lnTo>
                <a:cubicBezTo>
                  <a:pt x="10950" y="89314"/>
                  <a:pt x="10552" y="87842"/>
                  <a:pt x="10420" y="86268"/>
                </a:cubicBezTo>
                <a:cubicBezTo>
                  <a:pt x="10346" y="85517"/>
                  <a:pt x="10361" y="84870"/>
                  <a:pt x="10435" y="84266"/>
                </a:cubicBezTo>
                <a:cubicBezTo>
                  <a:pt x="10508" y="83736"/>
                  <a:pt x="10641" y="83177"/>
                  <a:pt x="10847" y="82647"/>
                </a:cubicBezTo>
                <a:cubicBezTo>
                  <a:pt x="11215" y="81676"/>
                  <a:pt x="11774" y="80661"/>
                  <a:pt x="12554" y="79675"/>
                </a:cubicBezTo>
                <a:cubicBezTo>
                  <a:pt x="13510" y="78439"/>
                  <a:pt x="14644" y="77350"/>
                  <a:pt x="15924" y="76437"/>
                </a:cubicBezTo>
                <a:cubicBezTo>
                  <a:pt x="16365" y="76113"/>
                  <a:pt x="16822" y="75804"/>
                  <a:pt x="17263" y="75510"/>
                </a:cubicBezTo>
                <a:cubicBezTo>
                  <a:pt x="17940" y="75069"/>
                  <a:pt x="18661" y="74612"/>
                  <a:pt x="19309" y="74083"/>
                </a:cubicBezTo>
                <a:cubicBezTo>
                  <a:pt x="19632" y="73803"/>
                  <a:pt x="19941" y="73523"/>
                  <a:pt x="20206" y="73229"/>
                </a:cubicBezTo>
                <a:cubicBezTo>
                  <a:pt x="20942" y="72434"/>
                  <a:pt x="21443" y="71581"/>
                  <a:pt x="21663" y="70712"/>
                </a:cubicBezTo>
                <a:cubicBezTo>
                  <a:pt x="21840" y="70006"/>
                  <a:pt x="21825" y="69241"/>
                  <a:pt x="21619" y="68343"/>
                </a:cubicBezTo>
                <a:cubicBezTo>
                  <a:pt x="21222" y="66592"/>
                  <a:pt x="19824" y="65194"/>
                  <a:pt x="18426" y="63943"/>
                </a:cubicBezTo>
                <a:cubicBezTo>
                  <a:pt x="18072" y="63634"/>
                  <a:pt x="17778" y="63354"/>
                  <a:pt x="17484" y="63060"/>
                </a:cubicBezTo>
                <a:cubicBezTo>
                  <a:pt x="15427" y="61046"/>
                  <a:pt x="14230" y="58922"/>
                  <a:pt x="13892" y="56726"/>
                </a:cubicBezTo>
                <a:lnTo>
                  <a:pt x="13892" y="56726"/>
                </a:lnTo>
                <a:cubicBezTo>
                  <a:pt x="13871" y="56739"/>
                  <a:pt x="13850" y="56752"/>
                  <a:pt x="13830" y="56766"/>
                </a:cubicBezTo>
                <a:lnTo>
                  <a:pt x="13830" y="56766"/>
                </a:lnTo>
                <a:cubicBezTo>
                  <a:pt x="13821" y="56705"/>
                  <a:pt x="13813" y="56645"/>
                  <a:pt x="13805" y="56585"/>
                </a:cubicBezTo>
                <a:cubicBezTo>
                  <a:pt x="13786" y="56599"/>
                  <a:pt x="13767" y="56613"/>
                  <a:pt x="13747" y="56626"/>
                </a:cubicBezTo>
                <a:lnTo>
                  <a:pt x="13747" y="56626"/>
                </a:lnTo>
                <a:cubicBezTo>
                  <a:pt x="13746" y="56618"/>
                  <a:pt x="13746" y="56609"/>
                  <a:pt x="13746" y="56599"/>
                </a:cubicBezTo>
                <a:cubicBezTo>
                  <a:pt x="13788" y="56576"/>
                  <a:pt x="13827" y="56554"/>
                  <a:pt x="13864" y="56532"/>
                </a:cubicBezTo>
                <a:lnTo>
                  <a:pt x="13864" y="56532"/>
                </a:lnTo>
                <a:cubicBezTo>
                  <a:pt x="13873" y="56597"/>
                  <a:pt x="13882" y="56662"/>
                  <a:pt x="13892" y="56726"/>
                </a:cubicBezTo>
                <a:lnTo>
                  <a:pt x="13892" y="56726"/>
                </a:lnTo>
                <a:cubicBezTo>
                  <a:pt x="13935" y="56700"/>
                  <a:pt x="13980" y="56674"/>
                  <a:pt x="14025" y="56644"/>
                </a:cubicBezTo>
                <a:lnTo>
                  <a:pt x="14025" y="56599"/>
                </a:lnTo>
                <a:cubicBezTo>
                  <a:pt x="14011" y="56557"/>
                  <a:pt x="14011" y="56501"/>
                  <a:pt x="14011" y="56431"/>
                </a:cubicBezTo>
                <a:lnTo>
                  <a:pt x="14011" y="56431"/>
                </a:lnTo>
                <a:cubicBezTo>
                  <a:pt x="14002" y="56437"/>
                  <a:pt x="13993" y="56442"/>
                  <a:pt x="13984" y="56448"/>
                </a:cubicBezTo>
                <a:lnTo>
                  <a:pt x="13984" y="56448"/>
                </a:lnTo>
                <a:cubicBezTo>
                  <a:pt x="13993" y="56440"/>
                  <a:pt x="14002" y="56432"/>
                  <a:pt x="14011" y="56423"/>
                </a:cubicBezTo>
                <a:cubicBezTo>
                  <a:pt x="14011" y="56426"/>
                  <a:pt x="14011" y="56428"/>
                  <a:pt x="14011" y="56431"/>
                </a:cubicBezTo>
                <a:lnTo>
                  <a:pt x="14011" y="56431"/>
                </a:lnTo>
                <a:cubicBezTo>
                  <a:pt x="14044" y="56410"/>
                  <a:pt x="14078" y="56388"/>
                  <a:pt x="14114" y="56364"/>
                </a:cubicBezTo>
                <a:cubicBezTo>
                  <a:pt x="14114" y="56368"/>
                  <a:pt x="14115" y="56372"/>
                  <a:pt x="14115" y="56376"/>
                </a:cubicBezTo>
                <a:lnTo>
                  <a:pt x="14115" y="56376"/>
                </a:lnTo>
                <a:cubicBezTo>
                  <a:pt x="14132" y="56363"/>
                  <a:pt x="14148" y="56351"/>
                  <a:pt x="14164" y="56338"/>
                </a:cubicBezTo>
                <a:lnTo>
                  <a:pt x="14164" y="56338"/>
                </a:lnTo>
                <a:cubicBezTo>
                  <a:pt x="14171" y="56399"/>
                  <a:pt x="14180" y="56459"/>
                  <a:pt x="14189" y="56520"/>
                </a:cubicBezTo>
                <a:lnTo>
                  <a:pt x="14189" y="56520"/>
                </a:lnTo>
                <a:cubicBezTo>
                  <a:pt x="14236" y="56487"/>
                  <a:pt x="14283" y="56457"/>
                  <a:pt x="14335" y="56423"/>
                </a:cubicBezTo>
                <a:cubicBezTo>
                  <a:pt x="14320" y="56349"/>
                  <a:pt x="14320" y="56276"/>
                  <a:pt x="14320" y="56217"/>
                </a:cubicBezTo>
                <a:cubicBezTo>
                  <a:pt x="14264" y="56254"/>
                  <a:pt x="14215" y="56297"/>
                  <a:pt x="14164" y="56338"/>
                </a:cubicBezTo>
                <a:lnTo>
                  <a:pt x="14164" y="56338"/>
                </a:lnTo>
                <a:cubicBezTo>
                  <a:pt x="14162" y="56322"/>
                  <a:pt x="14160" y="56306"/>
                  <a:pt x="14158" y="56290"/>
                </a:cubicBezTo>
                <a:cubicBezTo>
                  <a:pt x="14231" y="56232"/>
                  <a:pt x="14320" y="56173"/>
                  <a:pt x="14393" y="56099"/>
                </a:cubicBezTo>
                <a:cubicBezTo>
                  <a:pt x="14395" y="56114"/>
                  <a:pt x="14397" y="56130"/>
                  <a:pt x="14399" y="56145"/>
                </a:cubicBezTo>
                <a:lnTo>
                  <a:pt x="14399" y="56145"/>
                </a:lnTo>
                <a:cubicBezTo>
                  <a:pt x="14431" y="56125"/>
                  <a:pt x="14465" y="56100"/>
                  <a:pt x="14499" y="56073"/>
                </a:cubicBezTo>
                <a:lnTo>
                  <a:pt x="14499" y="56073"/>
                </a:lnTo>
                <a:cubicBezTo>
                  <a:pt x="14507" y="56141"/>
                  <a:pt x="14516" y="56208"/>
                  <a:pt x="14526" y="56275"/>
                </a:cubicBezTo>
                <a:lnTo>
                  <a:pt x="14526" y="56275"/>
                </a:lnTo>
                <a:cubicBezTo>
                  <a:pt x="14561" y="56251"/>
                  <a:pt x="14597" y="56228"/>
                  <a:pt x="14629" y="56202"/>
                </a:cubicBezTo>
                <a:cubicBezTo>
                  <a:pt x="14629" y="56129"/>
                  <a:pt x="14629" y="56055"/>
                  <a:pt x="14614" y="55981"/>
                </a:cubicBezTo>
                <a:cubicBezTo>
                  <a:pt x="14578" y="56010"/>
                  <a:pt x="14538" y="56043"/>
                  <a:pt x="14499" y="56073"/>
                </a:cubicBezTo>
                <a:lnTo>
                  <a:pt x="14499" y="56073"/>
                </a:lnTo>
                <a:cubicBezTo>
                  <a:pt x="14498" y="56067"/>
                  <a:pt x="14497" y="56061"/>
                  <a:pt x="14496" y="56055"/>
                </a:cubicBezTo>
                <a:cubicBezTo>
                  <a:pt x="14570" y="55996"/>
                  <a:pt x="14644" y="55937"/>
                  <a:pt x="14747" y="55864"/>
                </a:cubicBezTo>
                <a:cubicBezTo>
                  <a:pt x="14747" y="55870"/>
                  <a:pt x="14748" y="55877"/>
                  <a:pt x="14749" y="55884"/>
                </a:cubicBezTo>
                <a:lnTo>
                  <a:pt x="14749" y="55884"/>
                </a:lnTo>
                <a:cubicBezTo>
                  <a:pt x="14760" y="55875"/>
                  <a:pt x="14771" y="55866"/>
                  <a:pt x="14782" y="55857"/>
                </a:cubicBezTo>
                <a:lnTo>
                  <a:pt x="14782" y="55857"/>
                </a:lnTo>
                <a:cubicBezTo>
                  <a:pt x="14790" y="55930"/>
                  <a:pt x="14800" y="56003"/>
                  <a:pt x="14810" y="56076"/>
                </a:cubicBezTo>
                <a:lnTo>
                  <a:pt x="14810" y="56076"/>
                </a:lnTo>
                <a:cubicBezTo>
                  <a:pt x="14849" y="56044"/>
                  <a:pt x="14886" y="56011"/>
                  <a:pt x="14923" y="55981"/>
                </a:cubicBezTo>
                <a:cubicBezTo>
                  <a:pt x="14923" y="55908"/>
                  <a:pt x="14923" y="55820"/>
                  <a:pt x="14908" y="55761"/>
                </a:cubicBezTo>
                <a:cubicBezTo>
                  <a:pt x="14863" y="55791"/>
                  <a:pt x="14821" y="55825"/>
                  <a:pt x="14782" y="55857"/>
                </a:cubicBezTo>
                <a:lnTo>
                  <a:pt x="14782" y="55857"/>
                </a:lnTo>
                <a:cubicBezTo>
                  <a:pt x="14780" y="55840"/>
                  <a:pt x="14778" y="55822"/>
                  <a:pt x="14776" y="55805"/>
                </a:cubicBezTo>
                <a:cubicBezTo>
                  <a:pt x="14850" y="55761"/>
                  <a:pt x="14923" y="55687"/>
                  <a:pt x="14997" y="55628"/>
                </a:cubicBezTo>
                <a:cubicBezTo>
                  <a:pt x="14999" y="55647"/>
                  <a:pt x="15001" y="55665"/>
                  <a:pt x="15004" y="55684"/>
                </a:cubicBezTo>
                <a:lnTo>
                  <a:pt x="15004" y="55684"/>
                </a:lnTo>
                <a:cubicBezTo>
                  <a:pt x="15023" y="55668"/>
                  <a:pt x="15042" y="55651"/>
                  <a:pt x="15061" y="55635"/>
                </a:cubicBezTo>
                <a:lnTo>
                  <a:pt x="15061" y="55635"/>
                </a:lnTo>
                <a:cubicBezTo>
                  <a:pt x="15070" y="55705"/>
                  <a:pt x="15079" y="55775"/>
                  <a:pt x="15089" y="55844"/>
                </a:cubicBezTo>
                <a:lnTo>
                  <a:pt x="15089" y="55844"/>
                </a:lnTo>
                <a:cubicBezTo>
                  <a:pt x="15132" y="55807"/>
                  <a:pt x="15175" y="55772"/>
                  <a:pt x="15217" y="55746"/>
                </a:cubicBezTo>
                <a:cubicBezTo>
                  <a:pt x="15203" y="55672"/>
                  <a:pt x="15203" y="55569"/>
                  <a:pt x="15203" y="55525"/>
                </a:cubicBezTo>
                <a:cubicBezTo>
                  <a:pt x="15156" y="55553"/>
                  <a:pt x="15109" y="55594"/>
                  <a:pt x="15061" y="55635"/>
                </a:cubicBezTo>
                <a:lnTo>
                  <a:pt x="15061" y="55635"/>
                </a:lnTo>
                <a:cubicBezTo>
                  <a:pt x="15059" y="55618"/>
                  <a:pt x="15057" y="55601"/>
                  <a:pt x="15056" y="55584"/>
                </a:cubicBezTo>
                <a:cubicBezTo>
                  <a:pt x="16145" y="54672"/>
                  <a:pt x="16954" y="53641"/>
                  <a:pt x="17484" y="52523"/>
                </a:cubicBezTo>
                <a:cubicBezTo>
                  <a:pt x="17823" y="51793"/>
                  <a:pt x="18026" y="51022"/>
                  <a:pt x="18097" y="50259"/>
                </a:cubicBezTo>
                <a:lnTo>
                  <a:pt x="18097" y="50259"/>
                </a:lnTo>
                <a:cubicBezTo>
                  <a:pt x="18042" y="50981"/>
                  <a:pt x="17864" y="51712"/>
                  <a:pt x="17557" y="52405"/>
                </a:cubicBezTo>
                <a:cubicBezTo>
                  <a:pt x="17086" y="53494"/>
                  <a:pt x="16307" y="54524"/>
                  <a:pt x="15262" y="55452"/>
                </a:cubicBezTo>
                <a:cubicBezTo>
                  <a:pt x="15262" y="55525"/>
                  <a:pt x="15276" y="55613"/>
                  <a:pt x="15276" y="55687"/>
                </a:cubicBezTo>
                <a:cubicBezTo>
                  <a:pt x="16351" y="54760"/>
                  <a:pt x="17131" y="53759"/>
                  <a:pt x="17646" y="52670"/>
                </a:cubicBezTo>
                <a:cubicBezTo>
                  <a:pt x="18669" y="50497"/>
                  <a:pt x="18443" y="47980"/>
                  <a:pt x="17116" y="46379"/>
                </a:cubicBezTo>
                <a:lnTo>
                  <a:pt x="17116" y="46379"/>
                </a:lnTo>
                <a:cubicBezTo>
                  <a:pt x="17896" y="47431"/>
                  <a:pt x="18229" y="48831"/>
                  <a:pt x="18097" y="50259"/>
                </a:cubicBezTo>
                <a:lnTo>
                  <a:pt x="18097" y="50259"/>
                </a:lnTo>
                <a:cubicBezTo>
                  <a:pt x="18213" y="48729"/>
                  <a:pt x="17776" y="47235"/>
                  <a:pt x="16836" y="46195"/>
                </a:cubicBezTo>
                <a:cubicBezTo>
                  <a:pt x="16895" y="46195"/>
                  <a:pt x="16939" y="46210"/>
                  <a:pt x="16969" y="46210"/>
                </a:cubicBezTo>
                <a:cubicBezTo>
                  <a:pt x="17019" y="46265"/>
                  <a:pt x="17068" y="46321"/>
                  <a:pt x="17116" y="46379"/>
                </a:cubicBezTo>
                <a:lnTo>
                  <a:pt x="17116" y="46379"/>
                </a:lnTo>
                <a:cubicBezTo>
                  <a:pt x="17011" y="46237"/>
                  <a:pt x="16898" y="46102"/>
                  <a:pt x="16777" y="45974"/>
                </a:cubicBezTo>
                <a:cubicBezTo>
                  <a:pt x="16763" y="45945"/>
                  <a:pt x="16748" y="45915"/>
                  <a:pt x="16704" y="45901"/>
                </a:cubicBezTo>
                <a:lnTo>
                  <a:pt x="16660" y="45930"/>
                </a:lnTo>
                <a:cubicBezTo>
                  <a:pt x="16616" y="45915"/>
                  <a:pt x="16557" y="45915"/>
                  <a:pt x="16527" y="45901"/>
                </a:cubicBezTo>
                <a:cubicBezTo>
                  <a:pt x="16513" y="45871"/>
                  <a:pt x="16483" y="45842"/>
                  <a:pt x="16454" y="45827"/>
                </a:cubicBezTo>
                <a:lnTo>
                  <a:pt x="16410" y="45857"/>
                </a:lnTo>
                <a:cubicBezTo>
                  <a:pt x="16365" y="45842"/>
                  <a:pt x="16307" y="45827"/>
                  <a:pt x="16262" y="45798"/>
                </a:cubicBezTo>
                <a:lnTo>
                  <a:pt x="16218" y="45754"/>
                </a:lnTo>
                <a:lnTo>
                  <a:pt x="16174" y="45783"/>
                </a:lnTo>
                <a:cubicBezTo>
                  <a:pt x="16100" y="45768"/>
                  <a:pt x="16042" y="45724"/>
                  <a:pt x="15968" y="45709"/>
                </a:cubicBezTo>
                <a:lnTo>
                  <a:pt x="15953" y="45695"/>
                </a:lnTo>
                <a:lnTo>
                  <a:pt x="15939" y="45709"/>
                </a:lnTo>
                <a:cubicBezTo>
                  <a:pt x="15438" y="45503"/>
                  <a:pt x="14982" y="45209"/>
                  <a:pt x="14555" y="44871"/>
                </a:cubicBezTo>
                <a:cubicBezTo>
                  <a:pt x="14555" y="44871"/>
                  <a:pt x="14541" y="44871"/>
                  <a:pt x="14541" y="44841"/>
                </a:cubicBezTo>
                <a:lnTo>
                  <a:pt x="14482" y="44797"/>
                </a:lnTo>
                <a:cubicBezTo>
                  <a:pt x="14114" y="44458"/>
                  <a:pt x="13790" y="44061"/>
                  <a:pt x="13510" y="43620"/>
                </a:cubicBezTo>
                <a:cubicBezTo>
                  <a:pt x="13437" y="43487"/>
                  <a:pt x="13363" y="43355"/>
                  <a:pt x="13304" y="43222"/>
                </a:cubicBezTo>
                <a:cubicBezTo>
                  <a:pt x="13303" y="43219"/>
                  <a:pt x="13301" y="43215"/>
                  <a:pt x="13299" y="43211"/>
                </a:cubicBezTo>
                <a:lnTo>
                  <a:pt x="13299" y="43211"/>
                </a:lnTo>
                <a:cubicBezTo>
                  <a:pt x="13303" y="43223"/>
                  <a:pt x="13304" y="43236"/>
                  <a:pt x="13304" y="43252"/>
                </a:cubicBezTo>
                <a:cubicBezTo>
                  <a:pt x="13319" y="43311"/>
                  <a:pt x="13363" y="43355"/>
                  <a:pt x="13378" y="43428"/>
                </a:cubicBezTo>
                <a:cubicBezTo>
                  <a:pt x="13363" y="43399"/>
                  <a:pt x="13349" y="43384"/>
                  <a:pt x="13334" y="43340"/>
                </a:cubicBezTo>
                <a:cubicBezTo>
                  <a:pt x="13304" y="43281"/>
                  <a:pt x="13275" y="43208"/>
                  <a:pt x="13260" y="43163"/>
                </a:cubicBezTo>
                <a:lnTo>
                  <a:pt x="13260" y="43163"/>
                </a:lnTo>
                <a:cubicBezTo>
                  <a:pt x="13271" y="43169"/>
                  <a:pt x="13281" y="43177"/>
                  <a:pt x="13288" y="43187"/>
                </a:cubicBezTo>
                <a:lnTo>
                  <a:pt x="13288" y="43187"/>
                </a:lnTo>
                <a:cubicBezTo>
                  <a:pt x="13201" y="43002"/>
                  <a:pt x="13120" y="42813"/>
                  <a:pt x="13054" y="42618"/>
                </a:cubicBezTo>
                <a:lnTo>
                  <a:pt x="13054" y="42618"/>
                </a:lnTo>
                <a:cubicBezTo>
                  <a:pt x="13070" y="42695"/>
                  <a:pt x="13091" y="42764"/>
                  <a:pt x="13113" y="42840"/>
                </a:cubicBezTo>
                <a:cubicBezTo>
                  <a:pt x="13069" y="42766"/>
                  <a:pt x="13054" y="42693"/>
                  <a:pt x="13010" y="42619"/>
                </a:cubicBezTo>
                <a:lnTo>
                  <a:pt x="12972" y="42341"/>
                </a:lnTo>
                <a:lnTo>
                  <a:pt x="12972" y="42341"/>
                </a:lnTo>
                <a:cubicBezTo>
                  <a:pt x="12995" y="42434"/>
                  <a:pt x="13023" y="42526"/>
                  <a:pt x="13054" y="42618"/>
                </a:cubicBezTo>
                <a:lnTo>
                  <a:pt x="13054" y="42618"/>
                </a:lnTo>
                <a:cubicBezTo>
                  <a:pt x="13048" y="42590"/>
                  <a:pt x="13043" y="42561"/>
                  <a:pt x="13039" y="42531"/>
                </a:cubicBezTo>
                <a:cubicBezTo>
                  <a:pt x="12995" y="42457"/>
                  <a:pt x="12981" y="42369"/>
                  <a:pt x="12966" y="42295"/>
                </a:cubicBezTo>
                <a:lnTo>
                  <a:pt x="12966" y="42295"/>
                </a:lnTo>
                <a:lnTo>
                  <a:pt x="12972" y="42341"/>
                </a:lnTo>
                <a:lnTo>
                  <a:pt x="12972" y="42341"/>
                </a:lnTo>
                <a:cubicBezTo>
                  <a:pt x="12965" y="42311"/>
                  <a:pt x="12958" y="42281"/>
                  <a:pt x="12951" y="42251"/>
                </a:cubicBezTo>
                <a:cubicBezTo>
                  <a:pt x="12833" y="41677"/>
                  <a:pt x="12775" y="41074"/>
                  <a:pt x="12848" y="40485"/>
                </a:cubicBezTo>
                <a:cubicBezTo>
                  <a:pt x="12871" y="40316"/>
                  <a:pt x="12898" y="40148"/>
                  <a:pt x="12931" y="39983"/>
                </a:cubicBezTo>
                <a:lnTo>
                  <a:pt x="12931" y="39983"/>
                </a:lnTo>
                <a:cubicBezTo>
                  <a:pt x="12907" y="40060"/>
                  <a:pt x="12883" y="40139"/>
                  <a:pt x="12863" y="40220"/>
                </a:cubicBezTo>
                <a:cubicBezTo>
                  <a:pt x="12892" y="40088"/>
                  <a:pt x="12907" y="39955"/>
                  <a:pt x="12922" y="39852"/>
                </a:cubicBezTo>
                <a:cubicBezTo>
                  <a:pt x="12981" y="39676"/>
                  <a:pt x="13039" y="39528"/>
                  <a:pt x="13084" y="39367"/>
                </a:cubicBezTo>
                <a:lnTo>
                  <a:pt x="13084" y="39367"/>
                </a:lnTo>
                <a:cubicBezTo>
                  <a:pt x="13079" y="39385"/>
                  <a:pt x="13075" y="39402"/>
                  <a:pt x="13071" y="39420"/>
                </a:cubicBezTo>
                <a:lnTo>
                  <a:pt x="13071" y="39420"/>
                </a:lnTo>
                <a:cubicBezTo>
                  <a:pt x="13093" y="39348"/>
                  <a:pt x="13117" y="39276"/>
                  <a:pt x="13142" y="39205"/>
                </a:cubicBezTo>
                <a:cubicBezTo>
                  <a:pt x="13157" y="39131"/>
                  <a:pt x="13201" y="39058"/>
                  <a:pt x="13231" y="38984"/>
                </a:cubicBezTo>
                <a:cubicBezTo>
                  <a:pt x="13290" y="38837"/>
                  <a:pt x="13349" y="38704"/>
                  <a:pt x="13422" y="38557"/>
                </a:cubicBezTo>
                <a:cubicBezTo>
                  <a:pt x="13531" y="38340"/>
                  <a:pt x="13647" y="38123"/>
                  <a:pt x="13766" y="37905"/>
                </a:cubicBezTo>
                <a:lnTo>
                  <a:pt x="13766" y="37905"/>
                </a:lnTo>
                <a:lnTo>
                  <a:pt x="13716" y="38042"/>
                </a:lnTo>
                <a:lnTo>
                  <a:pt x="13819" y="37880"/>
                </a:lnTo>
                <a:cubicBezTo>
                  <a:pt x="13849" y="37836"/>
                  <a:pt x="13878" y="37821"/>
                  <a:pt x="13893" y="37792"/>
                </a:cubicBezTo>
                <a:cubicBezTo>
                  <a:pt x="13922" y="37748"/>
                  <a:pt x="13937" y="37689"/>
                  <a:pt x="13952" y="37645"/>
                </a:cubicBezTo>
                <a:lnTo>
                  <a:pt x="13952" y="37645"/>
                </a:lnTo>
                <a:cubicBezTo>
                  <a:pt x="13897" y="37699"/>
                  <a:pt x="13851" y="37762"/>
                  <a:pt x="13813" y="37821"/>
                </a:cubicBezTo>
                <a:lnTo>
                  <a:pt x="13813" y="37821"/>
                </a:lnTo>
                <a:cubicBezTo>
                  <a:pt x="13839" y="37772"/>
                  <a:pt x="13866" y="37723"/>
                  <a:pt x="13893" y="37674"/>
                </a:cubicBezTo>
                <a:cubicBezTo>
                  <a:pt x="13893" y="37660"/>
                  <a:pt x="13908" y="37660"/>
                  <a:pt x="13908" y="37630"/>
                </a:cubicBezTo>
                <a:cubicBezTo>
                  <a:pt x="13952" y="37556"/>
                  <a:pt x="14011" y="37483"/>
                  <a:pt x="14055" y="37409"/>
                </a:cubicBezTo>
                <a:cubicBezTo>
                  <a:pt x="14099" y="37347"/>
                  <a:pt x="14142" y="37282"/>
                  <a:pt x="14185" y="37216"/>
                </a:cubicBezTo>
                <a:lnTo>
                  <a:pt x="14185" y="37216"/>
                </a:lnTo>
                <a:cubicBezTo>
                  <a:pt x="14180" y="37227"/>
                  <a:pt x="14176" y="37237"/>
                  <a:pt x="14173" y="37247"/>
                </a:cubicBezTo>
                <a:cubicBezTo>
                  <a:pt x="14231" y="37203"/>
                  <a:pt x="14290" y="37130"/>
                  <a:pt x="14364" y="37071"/>
                </a:cubicBezTo>
                <a:cubicBezTo>
                  <a:pt x="14379" y="37012"/>
                  <a:pt x="14393" y="36983"/>
                  <a:pt x="14408" y="36924"/>
                </a:cubicBezTo>
                <a:lnTo>
                  <a:pt x="14408" y="36924"/>
                </a:lnTo>
                <a:lnTo>
                  <a:pt x="14364" y="36983"/>
                </a:lnTo>
                <a:cubicBezTo>
                  <a:pt x="14343" y="36993"/>
                  <a:pt x="14325" y="37007"/>
                  <a:pt x="14308" y="37022"/>
                </a:cubicBezTo>
                <a:lnTo>
                  <a:pt x="14308" y="37022"/>
                </a:lnTo>
                <a:cubicBezTo>
                  <a:pt x="14322" y="36999"/>
                  <a:pt x="14336" y="36976"/>
                  <a:pt x="14349" y="36953"/>
                </a:cubicBezTo>
                <a:cubicBezTo>
                  <a:pt x="14440" y="36844"/>
                  <a:pt x="14525" y="36724"/>
                  <a:pt x="14608" y="36600"/>
                </a:cubicBezTo>
                <a:lnTo>
                  <a:pt x="14608" y="36600"/>
                </a:lnTo>
                <a:cubicBezTo>
                  <a:pt x="14600" y="36610"/>
                  <a:pt x="14592" y="36620"/>
                  <a:pt x="14585" y="36629"/>
                </a:cubicBezTo>
                <a:cubicBezTo>
                  <a:pt x="14599" y="36570"/>
                  <a:pt x="14614" y="36541"/>
                  <a:pt x="14629" y="36482"/>
                </a:cubicBezTo>
                <a:cubicBezTo>
                  <a:pt x="14674" y="36438"/>
                  <a:pt x="14718" y="36393"/>
                  <a:pt x="14769" y="36355"/>
                </a:cubicBezTo>
                <a:lnTo>
                  <a:pt x="14769" y="36355"/>
                </a:lnTo>
                <a:cubicBezTo>
                  <a:pt x="14846" y="36260"/>
                  <a:pt x="14918" y="36155"/>
                  <a:pt x="14991" y="36049"/>
                </a:cubicBezTo>
                <a:lnTo>
                  <a:pt x="14991" y="36049"/>
                </a:lnTo>
                <a:lnTo>
                  <a:pt x="14982" y="36055"/>
                </a:lnTo>
                <a:cubicBezTo>
                  <a:pt x="14982" y="36026"/>
                  <a:pt x="14997" y="35967"/>
                  <a:pt x="15026" y="35908"/>
                </a:cubicBezTo>
                <a:cubicBezTo>
                  <a:pt x="15069" y="35851"/>
                  <a:pt x="15127" y="35807"/>
                  <a:pt x="15198" y="35764"/>
                </a:cubicBezTo>
                <a:lnTo>
                  <a:pt x="15198" y="35764"/>
                </a:lnTo>
                <a:lnTo>
                  <a:pt x="15144" y="35835"/>
                </a:lnTo>
                <a:cubicBezTo>
                  <a:pt x="15091" y="35905"/>
                  <a:pt x="15041" y="35977"/>
                  <a:pt x="14991" y="36049"/>
                </a:cubicBezTo>
                <a:lnTo>
                  <a:pt x="14991" y="36049"/>
                </a:lnTo>
                <a:lnTo>
                  <a:pt x="15026" y="36026"/>
                </a:lnTo>
                <a:cubicBezTo>
                  <a:pt x="15056" y="35982"/>
                  <a:pt x="15114" y="35952"/>
                  <a:pt x="15144" y="35908"/>
                </a:cubicBezTo>
                <a:cubicBezTo>
                  <a:pt x="15173" y="35849"/>
                  <a:pt x="15188" y="35820"/>
                  <a:pt x="15203" y="35761"/>
                </a:cubicBezTo>
                <a:lnTo>
                  <a:pt x="15203" y="35761"/>
                </a:lnTo>
                <a:cubicBezTo>
                  <a:pt x="15201" y="35762"/>
                  <a:pt x="15200" y="35763"/>
                  <a:pt x="15198" y="35764"/>
                </a:cubicBezTo>
                <a:lnTo>
                  <a:pt x="15198" y="35764"/>
                </a:lnTo>
                <a:lnTo>
                  <a:pt x="15381" y="35525"/>
                </a:lnTo>
                <a:lnTo>
                  <a:pt x="15381" y="35525"/>
                </a:lnTo>
                <a:cubicBezTo>
                  <a:pt x="15375" y="35530"/>
                  <a:pt x="15370" y="35535"/>
                  <a:pt x="15365" y="35540"/>
                </a:cubicBezTo>
                <a:cubicBezTo>
                  <a:pt x="15365" y="35481"/>
                  <a:pt x="15394" y="35452"/>
                  <a:pt x="15409" y="35393"/>
                </a:cubicBezTo>
                <a:cubicBezTo>
                  <a:pt x="15468" y="35334"/>
                  <a:pt x="15512" y="35305"/>
                  <a:pt x="15585" y="35246"/>
                </a:cubicBezTo>
                <a:lnTo>
                  <a:pt x="15585" y="35246"/>
                </a:lnTo>
                <a:cubicBezTo>
                  <a:pt x="15583" y="35258"/>
                  <a:pt x="15580" y="35268"/>
                  <a:pt x="15577" y="35278"/>
                </a:cubicBezTo>
                <a:lnTo>
                  <a:pt x="15577" y="35278"/>
                </a:lnTo>
                <a:cubicBezTo>
                  <a:pt x="15646" y="35199"/>
                  <a:pt x="15714" y="35116"/>
                  <a:pt x="15777" y="35032"/>
                </a:cubicBezTo>
                <a:lnTo>
                  <a:pt x="15777" y="35032"/>
                </a:lnTo>
                <a:cubicBezTo>
                  <a:pt x="15758" y="35048"/>
                  <a:pt x="15738" y="35064"/>
                  <a:pt x="15718" y="35084"/>
                </a:cubicBezTo>
                <a:cubicBezTo>
                  <a:pt x="15718" y="35025"/>
                  <a:pt x="15733" y="35011"/>
                  <a:pt x="15733" y="34996"/>
                </a:cubicBezTo>
                <a:cubicBezTo>
                  <a:pt x="15733" y="34966"/>
                  <a:pt x="15762" y="34937"/>
                  <a:pt x="15762" y="34922"/>
                </a:cubicBezTo>
                <a:cubicBezTo>
                  <a:pt x="15806" y="34878"/>
                  <a:pt x="15880" y="34819"/>
                  <a:pt x="15939" y="34790"/>
                </a:cubicBezTo>
                <a:lnTo>
                  <a:pt x="15939" y="34790"/>
                </a:lnTo>
                <a:cubicBezTo>
                  <a:pt x="15935" y="34804"/>
                  <a:pt x="15930" y="34817"/>
                  <a:pt x="15925" y="34829"/>
                </a:cubicBezTo>
                <a:lnTo>
                  <a:pt x="15925" y="34829"/>
                </a:lnTo>
                <a:cubicBezTo>
                  <a:pt x="15959" y="34791"/>
                  <a:pt x="15993" y="34753"/>
                  <a:pt x="16026" y="34714"/>
                </a:cubicBezTo>
                <a:lnTo>
                  <a:pt x="16026" y="34714"/>
                </a:lnTo>
                <a:cubicBezTo>
                  <a:pt x="16024" y="34754"/>
                  <a:pt x="16011" y="34793"/>
                  <a:pt x="15997" y="34819"/>
                </a:cubicBezTo>
                <a:lnTo>
                  <a:pt x="16130" y="34702"/>
                </a:lnTo>
                <a:cubicBezTo>
                  <a:pt x="16145" y="34643"/>
                  <a:pt x="16159" y="34599"/>
                  <a:pt x="16174" y="34569"/>
                </a:cubicBezTo>
                <a:lnTo>
                  <a:pt x="16174" y="34569"/>
                </a:lnTo>
                <a:cubicBezTo>
                  <a:pt x="16149" y="34619"/>
                  <a:pt x="16103" y="34648"/>
                  <a:pt x="16054" y="34682"/>
                </a:cubicBezTo>
                <a:lnTo>
                  <a:pt x="16054" y="34682"/>
                </a:lnTo>
                <a:cubicBezTo>
                  <a:pt x="16100" y="34627"/>
                  <a:pt x="16145" y="34570"/>
                  <a:pt x="16187" y="34510"/>
                </a:cubicBezTo>
                <a:lnTo>
                  <a:pt x="16187" y="34510"/>
                </a:lnTo>
                <a:cubicBezTo>
                  <a:pt x="16155" y="34539"/>
                  <a:pt x="16121" y="34566"/>
                  <a:pt x="16086" y="34584"/>
                </a:cubicBezTo>
                <a:cubicBezTo>
                  <a:pt x="16086" y="34525"/>
                  <a:pt x="16100" y="34495"/>
                  <a:pt x="16130" y="34437"/>
                </a:cubicBezTo>
                <a:cubicBezTo>
                  <a:pt x="16174" y="34407"/>
                  <a:pt x="16248" y="34348"/>
                  <a:pt x="16307" y="34304"/>
                </a:cubicBezTo>
                <a:lnTo>
                  <a:pt x="16307" y="34304"/>
                </a:lnTo>
                <a:cubicBezTo>
                  <a:pt x="16301" y="34325"/>
                  <a:pt x="16296" y="34344"/>
                  <a:pt x="16290" y="34361"/>
                </a:cubicBezTo>
                <a:lnTo>
                  <a:pt x="16290" y="34361"/>
                </a:lnTo>
                <a:cubicBezTo>
                  <a:pt x="16325" y="34322"/>
                  <a:pt x="16360" y="34283"/>
                  <a:pt x="16395" y="34244"/>
                </a:cubicBezTo>
                <a:lnTo>
                  <a:pt x="16395" y="34244"/>
                </a:lnTo>
                <a:cubicBezTo>
                  <a:pt x="16392" y="34296"/>
                  <a:pt x="16379" y="34336"/>
                  <a:pt x="16365" y="34363"/>
                </a:cubicBezTo>
                <a:cubicBezTo>
                  <a:pt x="16395" y="34334"/>
                  <a:pt x="16454" y="34275"/>
                  <a:pt x="16498" y="34260"/>
                </a:cubicBezTo>
                <a:cubicBezTo>
                  <a:pt x="16513" y="34201"/>
                  <a:pt x="16527" y="34157"/>
                  <a:pt x="16542" y="34128"/>
                </a:cubicBezTo>
                <a:lnTo>
                  <a:pt x="16542" y="34128"/>
                </a:lnTo>
                <a:cubicBezTo>
                  <a:pt x="16516" y="34153"/>
                  <a:pt x="16468" y="34190"/>
                  <a:pt x="16417" y="34219"/>
                </a:cubicBezTo>
                <a:lnTo>
                  <a:pt x="16417" y="34219"/>
                </a:lnTo>
                <a:cubicBezTo>
                  <a:pt x="16494" y="34130"/>
                  <a:pt x="16568" y="34040"/>
                  <a:pt x="16630" y="33951"/>
                </a:cubicBezTo>
                <a:cubicBezTo>
                  <a:pt x="16671" y="33906"/>
                  <a:pt x="16710" y="33861"/>
                  <a:pt x="16748" y="33816"/>
                </a:cubicBezTo>
                <a:lnTo>
                  <a:pt x="16748" y="33816"/>
                </a:lnTo>
                <a:cubicBezTo>
                  <a:pt x="16748" y="33817"/>
                  <a:pt x="16748" y="33818"/>
                  <a:pt x="16748" y="33819"/>
                </a:cubicBezTo>
                <a:cubicBezTo>
                  <a:pt x="16733" y="33848"/>
                  <a:pt x="16733" y="33863"/>
                  <a:pt x="16719" y="33907"/>
                </a:cubicBezTo>
                <a:cubicBezTo>
                  <a:pt x="16763" y="33863"/>
                  <a:pt x="16807" y="33833"/>
                  <a:pt x="16880" y="33774"/>
                </a:cubicBezTo>
                <a:lnTo>
                  <a:pt x="16939" y="33671"/>
                </a:lnTo>
                <a:lnTo>
                  <a:pt x="16802" y="33751"/>
                </a:lnTo>
                <a:lnTo>
                  <a:pt x="16802" y="33751"/>
                </a:lnTo>
                <a:cubicBezTo>
                  <a:pt x="16869" y="33671"/>
                  <a:pt x="16934" y="33590"/>
                  <a:pt x="16998" y="33509"/>
                </a:cubicBezTo>
                <a:cubicBezTo>
                  <a:pt x="17033" y="33479"/>
                  <a:pt x="17066" y="33446"/>
                  <a:pt x="17099" y="33412"/>
                </a:cubicBezTo>
                <a:lnTo>
                  <a:pt x="17099" y="33412"/>
                </a:lnTo>
                <a:cubicBezTo>
                  <a:pt x="17097" y="33424"/>
                  <a:pt x="17093" y="33437"/>
                  <a:pt x="17086" y="33451"/>
                </a:cubicBezTo>
                <a:cubicBezTo>
                  <a:pt x="17086" y="33451"/>
                  <a:pt x="17057" y="33465"/>
                  <a:pt x="17057" y="33480"/>
                </a:cubicBezTo>
                <a:cubicBezTo>
                  <a:pt x="17116" y="33421"/>
                  <a:pt x="17175" y="33392"/>
                  <a:pt x="17204" y="33392"/>
                </a:cubicBezTo>
                <a:cubicBezTo>
                  <a:pt x="17234" y="33333"/>
                  <a:pt x="17248" y="33303"/>
                  <a:pt x="17263" y="33259"/>
                </a:cubicBezTo>
                <a:lnTo>
                  <a:pt x="17263" y="33259"/>
                </a:lnTo>
                <a:lnTo>
                  <a:pt x="17184" y="33317"/>
                </a:lnTo>
                <a:lnTo>
                  <a:pt x="17184" y="33317"/>
                </a:lnTo>
                <a:cubicBezTo>
                  <a:pt x="17243" y="33246"/>
                  <a:pt x="17299" y="33172"/>
                  <a:pt x="17351" y="33097"/>
                </a:cubicBezTo>
                <a:cubicBezTo>
                  <a:pt x="17373" y="33076"/>
                  <a:pt x="17393" y="33054"/>
                  <a:pt x="17413" y="33032"/>
                </a:cubicBezTo>
                <a:lnTo>
                  <a:pt x="17413" y="33032"/>
                </a:lnTo>
                <a:cubicBezTo>
                  <a:pt x="17412" y="33034"/>
                  <a:pt x="17411" y="33037"/>
                  <a:pt x="17410" y="33039"/>
                </a:cubicBezTo>
                <a:cubicBezTo>
                  <a:pt x="17469" y="33009"/>
                  <a:pt x="17528" y="32965"/>
                  <a:pt x="17557" y="32936"/>
                </a:cubicBezTo>
                <a:cubicBezTo>
                  <a:pt x="17572" y="32877"/>
                  <a:pt x="17602" y="32833"/>
                  <a:pt x="17616" y="32803"/>
                </a:cubicBezTo>
                <a:lnTo>
                  <a:pt x="17616" y="32803"/>
                </a:lnTo>
                <a:lnTo>
                  <a:pt x="17586" y="32822"/>
                </a:lnTo>
                <a:lnTo>
                  <a:pt x="17586" y="32822"/>
                </a:lnTo>
                <a:cubicBezTo>
                  <a:pt x="17625" y="32772"/>
                  <a:pt x="17664" y="32721"/>
                  <a:pt x="17705" y="32671"/>
                </a:cubicBezTo>
                <a:cubicBezTo>
                  <a:pt x="17726" y="32649"/>
                  <a:pt x="17746" y="32628"/>
                  <a:pt x="17766" y="32606"/>
                </a:cubicBezTo>
                <a:lnTo>
                  <a:pt x="17766" y="32606"/>
                </a:lnTo>
                <a:cubicBezTo>
                  <a:pt x="17765" y="32608"/>
                  <a:pt x="17764" y="32610"/>
                  <a:pt x="17763" y="32612"/>
                </a:cubicBezTo>
                <a:cubicBezTo>
                  <a:pt x="17822" y="32582"/>
                  <a:pt x="17866" y="32538"/>
                  <a:pt x="17911" y="32494"/>
                </a:cubicBezTo>
                <a:lnTo>
                  <a:pt x="17969" y="32376"/>
                </a:lnTo>
                <a:lnTo>
                  <a:pt x="17938" y="32397"/>
                </a:lnTo>
                <a:lnTo>
                  <a:pt x="17938" y="32397"/>
                </a:lnTo>
                <a:cubicBezTo>
                  <a:pt x="17977" y="32347"/>
                  <a:pt x="18017" y="32295"/>
                  <a:pt x="18058" y="32244"/>
                </a:cubicBezTo>
                <a:cubicBezTo>
                  <a:pt x="18081" y="32218"/>
                  <a:pt x="18105" y="32191"/>
                  <a:pt x="18128" y="32163"/>
                </a:cubicBezTo>
                <a:lnTo>
                  <a:pt x="18128" y="32163"/>
                </a:lnTo>
                <a:cubicBezTo>
                  <a:pt x="18124" y="32176"/>
                  <a:pt x="18120" y="32188"/>
                  <a:pt x="18117" y="32200"/>
                </a:cubicBezTo>
                <a:cubicBezTo>
                  <a:pt x="18161" y="32156"/>
                  <a:pt x="18220" y="32126"/>
                  <a:pt x="18264" y="32067"/>
                </a:cubicBezTo>
                <a:lnTo>
                  <a:pt x="18308" y="31950"/>
                </a:lnTo>
                <a:lnTo>
                  <a:pt x="18289" y="31963"/>
                </a:lnTo>
                <a:lnTo>
                  <a:pt x="18289" y="31963"/>
                </a:lnTo>
                <a:cubicBezTo>
                  <a:pt x="18300" y="31949"/>
                  <a:pt x="18311" y="31934"/>
                  <a:pt x="18322" y="31920"/>
                </a:cubicBezTo>
                <a:lnTo>
                  <a:pt x="18322" y="31920"/>
                </a:lnTo>
                <a:cubicBezTo>
                  <a:pt x="18521" y="31050"/>
                  <a:pt x="18355" y="30044"/>
                  <a:pt x="17822" y="29065"/>
                </a:cubicBezTo>
                <a:cubicBezTo>
                  <a:pt x="17116" y="27800"/>
                  <a:pt x="15997" y="26681"/>
                  <a:pt x="14379" y="25622"/>
                </a:cubicBezTo>
                <a:cubicBezTo>
                  <a:pt x="14143" y="25474"/>
                  <a:pt x="13893" y="25327"/>
                  <a:pt x="13658" y="25165"/>
                </a:cubicBezTo>
                <a:cubicBezTo>
                  <a:pt x="12524" y="24444"/>
                  <a:pt x="11641" y="23635"/>
                  <a:pt x="11023" y="22796"/>
                </a:cubicBezTo>
                <a:cubicBezTo>
                  <a:pt x="10508" y="22075"/>
                  <a:pt x="9978" y="21207"/>
                  <a:pt x="9964" y="20206"/>
                </a:cubicBezTo>
                <a:cubicBezTo>
                  <a:pt x="9949" y="19132"/>
                  <a:pt x="10464" y="18028"/>
                  <a:pt x="11391" y="17115"/>
                </a:cubicBezTo>
                <a:cubicBezTo>
                  <a:pt x="11744" y="16762"/>
                  <a:pt x="12127" y="16453"/>
                  <a:pt x="12554" y="16188"/>
                </a:cubicBezTo>
                <a:cubicBezTo>
                  <a:pt x="13569" y="15570"/>
                  <a:pt x="14688" y="15158"/>
                  <a:pt x="15777" y="14776"/>
                </a:cubicBezTo>
                <a:cubicBezTo>
                  <a:pt x="16218" y="14614"/>
                  <a:pt x="16689" y="14437"/>
                  <a:pt x="17131" y="14275"/>
                </a:cubicBezTo>
                <a:cubicBezTo>
                  <a:pt x="18720" y="13657"/>
                  <a:pt x="20251" y="12789"/>
                  <a:pt x="21663" y="11744"/>
                </a:cubicBezTo>
                <a:cubicBezTo>
                  <a:pt x="22870" y="10832"/>
                  <a:pt x="23738" y="9904"/>
                  <a:pt x="24253" y="8963"/>
                </a:cubicBezTo>
                <a:cubicBezTo>
                  <a:pt x="24562" y="8374"/>
                  <a:pt x="24754" y="7785"/>
                  <a:pt x="24783" y="7182"/>
                </a:cubicBezTo>
                <a:cubicBezTo>
                  <a:pt x="24842" y="6461"/>
                  <a:pt x="24710" y="5784"/>
                  <a:pt x="24489" y="4945"/>
                </a:cubicBezTo>
                <a:cubicBezTo>
                  <a:pt x="24077" y="3297"/>
                  <a:pt x="23488" y="1693"/>
                  <a:pt x="22767" y="206"/>
                </a:cubicBezTo>
                <a:lnTo>
                  <a:pt x="22708" y="236"/>
                </a:lnTo>
                <a:cubicBezTo>
                  <a:pt x="23429" y="1737"/>
                  <a:pt x="24018" y="3312"/>
                  <a:pt x="24445" y="4974"/>
                </a:cubicBezTo>
                <a:cubicBezTo>
                  <a:pt x="24636" y="5784"/>
                  <a:pt x="24768" y="6461"/>
                  <a:pt x="24739" y="7182"/>
                </a:cubicBezTo>
                <a:cubicBezTo>
                  <a:pt x="24695" y="7771"/>
                  <a:pt x="24518" y="8359"/>
                  <a:pt x="24224" y="8918"/>
                </a:cubicBezTo>
                <a:cubicBezTo>
                  <a:pt x="23724" y="9860"/>
                  <a:pt x="22855" y="10802"/>
                  <a:pt x="21649" y="11685"/>
                </a:cubicBezTo>
                <a:cubicBezTo>
                  <a:pt x="20221" y="12730"/>
                  <a:pt x="18705" y="13584"/>
                  <a:pt x="17131" y="14202"/>
                </a:cubicBezTo>
                <a:cubicBezTo>
                  <a:pt x="16689" y="14393"/>
                  <a:pt x="16218" y="14555"/>
                  <a:pt x="15777" y="14702"/>
                </a:cubicBezTo>
                <a:cubicBezTo>
                  <a:pt x="14673" y="15085"/>
                  <a:pt x="13555" y="15497"/>
                  <a:pt x="12539" y="16129"/>
                </a:cubicBezTo>
                <a:cubicBezTo>
                  <a:pt x="12112" y="16409"/>
                  <a:pt x="11715" y="16718"/>
                  <a:pt x="11362" y="17071"/>
                </a:cubicBezTo>
                <a:cubicBezTo>
                  <a:pt x="10420" y="18028"/>
                  <a:pt x="9905" y="19132"/>
                  <a:pt x="9905" y="20221"/>
                </a:cubicBezTo>
                <a:cubicBezTo>
                  <a:pt x="9920" y="21192"/>
                  <a:pt x="10420" y="22060"/>
                  <a:pt x="10994" y="22855"/>
                </a:cubicBezTo>
                <a:cubicBezTo>
                  <a:pt x="11597" y="23708"/>
                  <a:pt x="12480" y="24503"/>
                  <a:pt x="13643" y="25239"/>
                </a:cubicBezTo>
                <a:cubicBezTo>
                  <a:pt x="13878" y="25386"/>
                  <a:pt x="14114" y="25533"/>
                  <a:pt x="14364" y="25695"/>
                </a:cubicBezTo>
                <a:cubicBezTo>
                  <a:pt x="15983" y="26755"/>
                  <a:pt x="17101" y="27873"/>
                  <a:pt x="17778" y="29124"/>
                </a:cubicBezTo>
                <a:cubicBezTo>
                  <a:pt x="18324" y="30086"/>
                  <a:pt x="18491" y="31133"/>
                  <a:pt x="18253" y="31990"/>
                </a:cubicBezTo>
                <a:lnTo>
                  <a:pt x="18253" y="31990"/>
                </a:lnTo>
                <a:lnTo>
                  <a:pt x="18289" y="31963"/>
                </a:lnTo>
                <a:lnTo>
                  <a:pt x="18289" y="31963"/>
                </a:lnTo>
                <a:cubicBezTo>
                  <a:pt x="18274" y="31983"/>
                  <a:pt x="18259" y="32003"/>
                  <a:pt x="18243" y="32022"/>
                </a:cubicBezTo>
                <a:lnTo>
                  <a:pt x="18243" y="32022"/>
                </a:lnTo>
                <a:cubicBezTo>
                  <a:pt x="18247" y="32011"/>
                  <a:pt x="18250" y="32001"/>
                  <a:pt x="18253" y="31990"/>
                </a:cubicBezTo>
                <a:lnTo>
                  <a:pt x="18253" y="31990"/>
                </a:lnTo>
                <a:lnTo>
                  <a:pt x="18146" y="32067"/>
                </a:lnTo>
                <a:cubicBezTo>
                  <a:pt x="18146" y="32076"/>
                  <a:pt x="18145" y="32088"/>
                  <a:pt x="18142" y="32102"/>
                </a:cubicBezTo>
                <a:lnTo>
                  <a:pt x="18142" y="32102"/>
                </a:lnTo>
                <a:cubicBezTo>
                  <a:pt x="18164" y="32088"/>
                  <a:pt x="18187" y="32074"/>
                  <a:pt x="18211" y="32063"/>
                </a:cubicBezTo>
                <a:lnTo>
                  <a:pt x="18211" y="32063"/>
                </a:lnTo>
                <a:cubicBezTo>
                  <a:pt x="18184" y="32097"/>
                  <a:pt x="18156" y="32130"/>
                  <a:pt x="18128" y="32163"/>
                </a:cubicBezTo>
                <a:lnTo>
                  <a:pt x="18128" y="32163"/>
                </a:lnTo>
                <a:cubicBezTo>
                  <a:pt x="18134" y="32142"/>
                  <a:pt x="18139" y="32121"/>
                  <a:pt x="18142" y="32102"/>
                </a:cubicBezTo>
                <a:lnTo>
                  <a:pt x="18142" y="32102"/>
                </a:lnTo>
                <a:cubicBezTo>
                  <a:pt x="18112" y="32121"/>
                  <a:pt x="18085" y="32141"/>
                  <a:pt x="18062" y="32157"/>
                </a:cubicBezTo>
                <a:lnTo>
                  <a:pt x="18062" y="32157"/>
                </a:lnTo>
                <a:cubicBezTo>
                  <a:pt x="18065" y="32146"/>
                  <a:pt x="18068" y="32135"/>
                  <a:pt x="18072" y="32126"/>
                </a:cubicBezTo>
                <a:lnTo>
                  <a:pt x="18072" y="32126"/>
                </a:lnTo>
                <a:cubicBezTo>
                  <a:pt x="18064" y="32131"/>
                  <a:pt x="18056" y="32136"/>
                  <a:pt x="18048" y="32141"/>
                </a:cubicBezTo>
                <a:lnTo>
                  <a:pt x="18048" y="32141"/>
                </a:lnTo>
                <a:cubicBezTo>
                  <a:pt x="18046" y="32151"/>
                  <a:pt x="18045" y="32161"/>
                  <a:pt x="18043" y="32170"/>
                </a:cubicBezTo>
                <a:cubicBezTo>
                  <a:pt x="18049" y="32166"/>
                  <a:pt x="18055" y="32162"/>
                  <a:pt x="18062" y="32157"/>
                </a:cubicBezTo>
                <a:lnTo>
                  <a:pt x="18062" y="32157"/>
                </a:lnTo>
                <a:cubicBezTo>
                  <a:pt x="18056" y="32182"/>
                  <a:pt x="18053" y="32209"/>
                  <a:pt x="18043" y="32229"/>
                </a:cubicBezTo>
                <a:cubicBezTo>
                  <a:pt x="18043" y="32229"/>
                  <a:pt x="18043" y="32244"/>
                  <a:pt x="18014" y="32244"/>
                </a:cubicBezTo>
                <a:cubicBezTo>
                  <a:pt x="17969" y="32288"/>
                  <a:pt x="17896" y="32347"/>
                  <a:pt x="17837" y="32376"/>
                </a:cubicBezTo>
                <a:cubicBezTo>
                  <a:pt x="17846" y="32358"/>
                  <a:pt x="17850" y="32333"/>
                  <a:pt x="17855" y="32303"/>
                </a:cubicBezTo>
                <a:lnTo>
                  <a:pt x="17855" y="32303"/>
                </a:lnTo>
                <a:cubicBezTo>
                  <a:pt x="17828" y="32318"/>
                  <a:pt x="17799" y="32332"/>
                  <a:pt x="17768" y="32349"/>
                </a:cubicBezTo>
                <a:lnTo>
                  <a:pt x="17768" y="32349"/>
                </a:lnTo>
                <a:cubicBezTo>
                  <a:pt x="17771" y="32335"/>
                  <a:pt x="17774" y="32320"/>
                  <a:pt x="17778" y="32303"/>
                </a:cubicBezTo>
                <a:lnTo>
                  <a:pt x="17778" y="32303"/>
                </a:lnTo>
                <a:cubicBezTo>
                  <a:pt x="17760" y="32314"/>
                  <a:pt x="17742" y="32324"/>
                  <a:pt x="17724" y="32335"/>
                </a:cubicBezTo>
                <a:lnTo>
                  <a:pt x="17724" y="32335"/>
                </a:lnTo>
                <a:cubicBezTo>
                  <a:pt x="17722" y="32349"/>
                  <a:pt x="17721" y="32363"/>
                  <a:pt x="17719" y="32376"/>
                </a:cubicBezTo>
                <a:cubicBezTo>
                  <a:pt x="17736" y="32367"/>
                  <a:pt x="17753" y="32358"/>
                  <a:pt x="17768" y="32349"/>
                </a:cubicBezTo>
                <a:lnTo>
                  <a:pt x="17768" y="32349"/>
                </a:lnTo>
                <a:cubicBezTo>
                  <a:pt x="17762" y="32382"/>
                  <a:pt x="17759" y="32409"/>
                  <a:pt x="17749" y="32450"/>
                </a:cubicBezTo>
                <a:cubicBezTo>
                  <a:pt x="17675" y="32494"/>
                  <a:pt x="17602" y="32538"/>
                  <a:pt x="17543" y="32582"/>
                </a:cubicBezTo>
                <a:cubicBezTo>
                  <a:pt x="17551" y="32549"/>
                  <a:pt x="17555" y="32524"/>
                  <a:pt x="17556" y="32499"/>
                </a:cubicBezTo>
                <a:lnTo>
                  <a:pt x="17556" y="32499"/>
                </a:lnTo>
                <a:cubicBezTo>
                  <a:pt x="17530" y="32512"/>
                  <a:pt x="17505" y="32525"/>
                  <a:pt x="17480" y="32540"/>
                </a:cubicBezTo>
                <a:lnTo>
                  <a:pt x="17480" y="32540"/>
                </a:lnTo>
                <a:cubicBezTo>
                  <a:pt x="17482" y="32523"/>
                  <a:pt x="17484" y="32508"/>
                  <a:pt x="17484" y="32494"/>
                </a:cubicBezTo>
                <a:lnTo>
                  <a:pt x="17484" y="32494"/>
                </a:lnTo>
                <a:cubicBezTo>
                  <a:pt x="17461" y="32503"/>
                  <a:pt x="17436" y="32515"/>
                  <a:pt x="17411" y="32529"/>
                </a:cubicBezTo>
                <a:lnTo>
                  <a:pt x="17411" y="32529"/>
                </a:lnTo>
                <a:cubicBezTo>
                  <a:pt x="17411" y="32547"/>
                  <a:pt x="17411" y="32564"/>
                  <a:pt x="17410" y="32582"/>
                </a:cubicBezTo>
                <a:cubicBezTo>
                  <a:pt x="17434" y="32566"/>
                  <a:pt x="17457" y="32553"/>
                  <a:pt x="17480" y="32540"/>
                </a:cubicBezTo>
                <a:lnTo>
                  <a:pt x="17480" y="32540"/>
                </a:lnTo>
                <a:cubicBezTo>
                  <a:pt x="17475" y="32575"/>
                  <a:pt x="17464" y="32616"/>
                  <a:pt x="17454" y="32656"/>
                </a:cubicBezTo>
                <a:cubicBezTo>
                  <a:pt x="17366" y="32715"/>
                  <a:pt x="17307" y="32744"/>
                  <a:pt x="17204" y="32803"/>
                </a:cubicBezTo>
                <a:cubicBezTo>
                  <a:pt x="17230" y="32761"/>
                  <a:pt x="17241" y="32723"/>
                  <a:pt x="17245" y="32687"/>
                </a:cubicBezTo>
                <a:lnTo>
                  <a:pt x="17245" y="32687"/>
                </a:lnTo>
                <a:cubicBezTo>
                  <a:pt x="17220" y="32700"/>
                  <a:pt x="17195" y="32713"/>
                  <a:pt x="17169" y="32727"/>
                </a:cubicBezTo>
                <a:lnTo>
                  <a:pt x="17169" y="32727"/>
                </a:lnTo>
                <a:cubicBezTo>
                  <a:pt x="17172" y="32704"/>
                  <a:pt x="17175" y="32682"/>
                  <a:pt x="17175" y="32656"/>
                </a:cubicBezTo>
                <a:lnTo>
                  <a:pt x="17175" y="32656"/>
                </a:lnTo>
                <a:cubicBezTo>
                  <a:pt x="17138" y="32685"/>
                  <a:pt x="17099" y="32707"/>
                  <a:pt x="17055" y="32729"/>
                </a:cubicBezTo>
                <a:lnTo>
                  <a:pt x="17055" y="32729"/>
                </a:lnTo>
                <a:cubicBezTo>
                  <a:pt x="17035" y="32200"/>
                  <a:pt x="16930" y="31617"/>
                  <a:pt x="16674" y="30993"/>
                </a:cubicBezTo>
                <a:cubicBezTo>
                  <a:pt x="16027" y="29271"/>
                  <a:pt x="14835" y="27726"/>
                  <a:pt x="13157" y="26401"/>
                </a:cubicBezTo>
                <a:cubicBezTo>
                  <a:pt x="12922" y="26210"/>
                  <a:pt x="12672" y="26019"/>
                  <a:pt x="12377" y="25798"/>
                </a:cubicBezTo>
                <a:cubicBezTo>
                  <a:pt x="10994" y="24768"/>
                  <a:pt x="10067" y="23753"/>
                  <a:pt x="9537" y="22708"/>
                </a:cubicBezTo>
                <a:cubicBezTo>
                  <a:pt x="9140" y="21898"/>
                  <a:pt x="8786" y="21104"/>
                  <a:pt x="8845" y="20206"/>
                </a:cubicBezTo>
                <a:cubicBezTo>
                  <a:pt x="8919" y="19220"/>
                  <a:pt x="9404" y="18190"/>
                  <a:pt x="10273" y="17336"/>
                </a:cubicBezTo>
                <a:cubicBezTo>
                  <a:pt x="10582" y="16998"/>
                  <a:pt x="10950" y="16703"/>
                  <a:pt x="11347" y="16424"/>
                </a:cubicBezTo>
                <a:cubicBezTo>
                  <a:pt x="12201" y="15820"/>
                  <a:pt x="13187" y="15394"/>
                  <a:pt x="14143" y="14982"/>
                </a:cubicBezTo>
                <a:cubicBezTo>
                  <a:pt x="14585" y="14776"/>
                  <a:pt x="15056" y="14570"/>
                  <a:pt x="15497" y="14349"/>
                </a:cubicBezTo>
                <a:cubicBezTo>
                  <a:pt x="16969" y="13613"/>
                  <a:pt x="18352" y="12671"/>
                  <a:pt x="19618" y="11553"/>
                </a:cubicBezTo>
                <a:cubicBezTo>
                  <a:pt x="20692" y="10596"/>
                  <a:pt x="21443" y="9654"/>
                  <a:pt x="21899" y="8683"/>
                </a:cubicBezTo>
                <a:cubicBezTo>
                  <a:pt x="22178" y="8109"/>
                  <a:pt x="22340" y="7550"/>
                  <a:pt x="22384" y="6961"/>
                </a:cubicBezTo>
                <a:cubicBezTo>
                  <a:pt x="22458" y="6196"/>
                  <a:pt x="22326" y="5445"/>
                  <a:pt x="22193" y="4798"/>
                </a:cubicBezTo>
                <a:cubicBezTo>
                  <a:pt x="21869" y="3164"/>
                  <a:pt x="21354" y="1619"/>
                  <a:pt x="20648" y="192"/>
                </a:cubicBezTo>
                <a:lnTo>
                  <a:pt x="20589" y="221"/>
                </a:lnTo>
                <a:cubicBezTo>
                  <a:pt x="21295" y="1634"/>
                  <a:pt x="21810" y="3179"/>
                  <a:pt x="22134" y="4827"/>
                </a:cubicBezTo>
                <a:cubicBezTo>
                  <a:pt x="22267" y="5445"/>
                  <a:pt x="22384" y="6196"/>
                  <a:pt x="22311" y="6961"/>
                </a:cubicBezTo>
                <a:cubicBezTo>
                  <a:pt x="22252" y="7520"/>
                  <a:pt x="22090" y="8094"/>
                  <a:pt x="21825" y="8668"/>
                </a:cubicBezTo>
                <a:cubicBezTo>
                  <a:pt x="21369" y="9625"/>
                  <a:pt x="20633" y="10567"/>
                  <a:pt x="19559" y="11494"/>
                </a:cubicBezTo>
                <a:cubicBezTo>
                  <a:pt x="18293" y="12627"/>
                  <a:pt x="16910" y="13554"/>
                  <a:pt x="15468" y="14275"/>
                </a:cubicBezTo>
                <a:cubicBezTo>
                  <a:pt x="15026" y="14496"/>
                  <a:pt x="14555" y="14702"/>
                  <a:pt x="14099" y="14908"/>
                </a:cubicBezTo>
                <a:cubicBezTo>
                  <a:pt x="13157" y="15320"/>
                  <a:pt x="12186" y="15762"/>
                  <a:pt x="11303" y="16350"/>
                </a:cubicBezTo>
                <a:cubicBezTo>
                  <a:pt x="10920" y="16630"/>
                  <a:pt x="10552" y="16924"/>
                  <a:pt x="10243" y="17263"/>
                </a:cubicBezTo>
                <a:cubicBezTo>
                  <a:pt x="9375" y="18146"/>
                  <a:pt x="8860" y="19176"/>
                  <a:pt x="8786" y="20176"/>
                </a:cubicBezTo>
                <a:cubicBezTo>
                  <a:pt x="8713" y="21104"/>
                  <a:pt x="9081" y="21913"/>
                  <a:pt x="9478" y="22722"/>
                </a:cubicBezTo>
                <a:cubicBezTo>
                  <a:pt x="10023" y="23782"/>
                  <a:pt x="10935" y="24797"/>
                  <a:pt x="12333" y="25842"/>
                </a:cubicBezTo>
                <a:cubicBezTo>
                  <a:pt x="12627" y="26063"/>
                  <a:pt x="12892" y="26269"/>
                  <a:pt x="13128" y="26460"/>
                </a:cubicBezTo>
                <a:cubicBezTo>
                  <a:pt x="14805" y="27785"/>
                  <a:pt x="15983" y="29330"/>
                  <a:pt x="16616" y="31037"/>
                </a:cubicBezTo>
                <a:cubicBezTo>
                  <a:pt x="16857" y="31663"/>
                  <a:pt x="16975" y="32247"/>
                  <a:pt x="16983" y="32764"/>
                </a:cubicBezTo>
                <a:lnTo>
                  <a:pt x="16983" y="32764"/>
                </a:lnTo>
                <a:cubicBezTo>
                  <a:pt x="17008" y="32752"/>
                  <a:pt x="17032" y="32740"/>
                  <a:pt x="17055" y="32729"/>
                </a:cubicBezTo>
                <a:lnTo>
                  <a:pt x="17055" y="32729"/>
                </a:lnTo>
                <a:cubicBezTo>
                  <a:pt x="17056" y="32749"/>
                  <a:pt x="17057" y="32769"/>
                  <a:pt x="17057" y="32788"/>
                </a:cubicBezTo>
                <a:cubicBezTo>
                  <a:pt x="17096" y="32766"/>
                  <a:pt x="17133" y="32746"/>
                  <a:pt x="17169" y="32727"/>
                </a:cubicBezTo>
                <a:lnTo>
                  <a:pt x="17169" y="32727"/>
                </a:lnTo>
                <a:cubicBezTo>
                  <a:pt x="17165" y="32756"/>
                  <a:pt x="17160" y="32785"/>
                  <a:pt x="17160" y="32818"/>
                </a:cubicBezTo>
                <a:cubicBezTo>
                  <a:pt x="17057" y="32877"/>
                  <a:pt x="16983" y="32906"/>
                  <a:pt x="16895" y="32965"/>
                </a:cubicBezTo>
                <a:cubicBezTo>
                  <a:pt x="16905" y="32927"/>
                  <a:pt x="16908" y="32895"/>
                  <a:pt x="16909" y="32862"/>
                </a:cubicBezTo>
                <a:lnTo>
                  <a:pt x="16909" y="32862"/>
                </a:lnTo>
                <a:cubicBezTo>
                  <a:pt x="16885" y="32875"/>
                  <a:pt x="16861" y="32887"/>
                  <a:pt x="16836" y="32899"/>
                </a:cubicBezTo>
                <a:lnTo>
                  <a:pt x="16836" y="32899"/>
                </a:lnTo>
                <a:lnTo>
                  <a:pt x="16836" y="32818"/>
                </a:lnTo>
                <a:cubicBezTo>
                  <a:pt x="16794" y="32846"/>
                  <a:pt x="16753" y="32867"/>
                  <a:pt x="16711" y="32888"/>
                </a:cubicBezTo>
                <a:lnTo>
                  <a:pt x="16711" y="32888"/>
                </a:lnTo>
                <a:cubicBezTo>
                  <a:pt x="16713" y="32914"/>
                  <a:pt x="16716" y="32939"/>
                  <a:pt x="16719" y="32965"/>
                </a:cubicBezTo>
                <a:cubicBezTo>
                  <a:pt x="16758" y="32939"/>
                  <a:pt x="16797" y="32918"/>
                  <a:pt x="16836" y="32899"/>
                </a:cubicBezTo>
                <a:lnTo>
                  <a:pt x="16836" y="32899"/>
                </a:lnTo>
                <a:lnTo>
                  <a:pt x="16836" y="33009"/>
                </a:lnTo>
                <a:cubicBezTo>
                  <a:pt x="16748" y="33053"/>
                  <a:pt x="16660" y="33097"/>
                  <a:pt x="16586" y="33156"/>
                </a:cubicBezTo>
                <a:cubicBezTo>
                  <a:pt x="16582" y="33138"/>
                  <a:pt x="16578" y="33120"/>
                  <a:pt x="16576" y="33101"/>
                </a:cubicBezTo>
                <a:lnTo>
                  <a:pt x="16576" y="33101"/>
                </a:lnTo>
                <a:lnTo>
                  <a:pt x="16513" y="33131"/>
                </a:lnTo>
                <a:lnTo>
                  <a:pt x="16513" y="33186"/>
                </a:lnTo>
                <a:cubicBezTo>
                  <a:pt x="16439" y="33230"/>
                  <a:pt x="16365" y="33274"/>
                  <a:pt x="16277" y="33318"/>
                </a:cubicBezTo>
                <a:cubicBezTo>
                  <a:pt x="16248" y="33318"/>
                  <a:pt x="16233" y="33333"/>
                  <a:pt x="16218" y="33333"/>
                </a:cubicBezTo>
                <a:lnTo>
                  <a:pt x="16218" y="33303"/>
                </a:lnTo>
                <a:lnTo>
                  <a:pt x="16218" y="33303"/>
                </a:lnTo>
                <a:cubicBezTo>
                  <a:pt x="16200" y="33313"/>
                  <a:pt x="16182" y="33322"/>
                  <a:pt x="16164" y="33331"/>
                </a:cubicBezTo>
                <a:lnTo>
                  <a:pt x="16164" y="33331"/>
                </a:lnTo>
                <a:cubicBezTo>
                  <a:pt x="16159" y="33287"/>
                  <a:pt x="16159" y="33240"/>
                  <a:pt x="16159" y="33200"/>
                </a:cubicBezTo>
                <a:cubicBezTo>
                  <a:pt x="16123" y="33216"/>
                  <a:pt x="16086" y="33232"/>
                  <a:pt x="16050" y="33248"/>
                </a:cubicBezTo>
                <a:lnTo>
                  <a:pt x="16050" y="33248"/>
                </a:lnTo>
                <a:cubicBezTo>
                  <a:pt x="16006" y="32989"/>
                  <a:pt x="15943" y="32712"/>
                  <a:pt x="15880" y="32435"/>
                </a:cubicBezTo>
                <a:cubicBezTo>
                  <a:pt x="15350" y="30404"/>
                  <a:pt x="14143" y="28565"/>
                  <a:pt x="12304" y="26946"/>
                </a:cubicBezTo>
                <a:cubicBezTo>
                  <a:pt x="12039" y="26725"/>
                  <a:pt x="11759" y="26490"/>
                  <a:pt x="11435" y="26210"/>
                </a:cubicBezTo>
                <a:cubicBezTo>
                  <a:pt x="10346" y="25312"/>
                  <a:pt x="9022" y="24106"/>
                  <a:pt x="8448" y="22575"/>
                </a:cubicBezTo>
                <a:cubicBezTo>
                  <a:pt x="8183" y="21854"/>
                  <a:pt x="7918" y="21030"/>
                  <a:pt x="8051" y="20147"/>
                </a:cubicBezTo>
                <a:cubicBezTo>
                  <a:pt x="8212" y="18970"/>
                  <a:pt x="8934" y="18028"/>
                  <a:pt x="9478" y="17439"/>
                </a:cubicBezTo>
                <a:cubicBezTo>
                  <a:pt x="9772" y="17130"/>
                  <a:pt x="10111" y="16836"/>
                  <a:pt x="10479" y="16571"/>
                </a:cubicBezTo>
                <a:cubicBezTo>
                  <a:pt x="11244" y="16012"/>
                  <a:pt x="12112" y="15541"/>
                  <a:pt x="12936" y="15129"/>
                </a:cubicBezTo>
                <a:cubicBezTo>
                  <a:pt x="13378" y="14879"/>
                  <a:pt x="13864" y="14643"/>
                  <a:pt x="14305" y="14393"/>
                </a:cubicBezTo>
                <a:cubicBezTo>
                  <a:pt x="15688" y="13584"/>
                  <a:pt x="16969" y="12568"/>
                  <a:pt x="18117" y="11391"/>
                </a:cubicBezTo>
                <a:cubicBezTo>
                  <a:pt x="19073" y="10390"/>
                  <a:pt x="19735" y="9434"/>
                  <a:pt x="20148" y="8462"/>
                </a:cubicBezTo>
                <a:cubicBezTo>
                  <a:pt x="20398" y="7918"/>
                  <a:pt x="20545" y="7344"/>
                  <a:pt x="20618" y="6770"/>
                </a:cubicBezTo>
                <a:cubicBezTo>
                  <a:pt x="20692" y="6166"/>
                  <a:pt x="20648" y="5519"/>
                  <a:pt x="20515" y="4680"/>
                </a:cubicBezTo>
                <a:cubicBezTo>
                  <a:pt x="20280" y="3061"/>
                  <a:pt x="19809" y="1546"/>
                  <a:pt x="19103" y="162"/>
                </a:cubicBezTo>
                <a:lnTo>
                  <a:pt x="18808" y="118"/>
                </a:lnTo>
                <a:lnTo>
                  <a:pt x="18808" y="118"/>
                </a:lnTo>
                <a:cubicBezTo>
                  <a:pt x="19485" y="1487"/>
                  <a:pt x="19971" y="3002"/>
                  <a:pt x="20221" y="4607"/>
                </a:cubicBezTo>
                <a:cubicBezTo>
                  <a:pt x="20354" y="5445"/>
                  <a:pt x="20368" y="6078"/>
                  <a:pt x="20324" y="6682"/>
                </a:cubicBezTo>
                <a:cubicBezTo>
                  <a:pt x="20265" y="7226"/>
                  <a:pt x="20118" y="7800"/>
                  <a:pt x="19883" y="8359"/>
                </a:cubicBezTo>
                <a:cubicBezTo>
                  <a:pt x="19471" y="9330"/>
                  <a:pt x="18808" y="10272"/>
                  <a:pt x="17852" y="11258"/>
                </a:cubicBezTo>
                <a:cubicBezTo>
                  <a:pt x="16719" y="12436"/>
                  <a:pt x="15438" y="13436"/>
                  <a:pt x="14070" y="14246"/>
                </a:cubicBezTo>
                <a:cubicBezTo>
                  <a:pt x="13628" y="14496"/>
                  <a:pt x="13157" y="14731"/>
                  <a:pt x="12701" y="14982"/>
                </a:cubicBezTo>
                <a:cubicBezTo>
                  <a:pt x="11877" y="15423"/>
                  <a:pt x="11009" y="15865"/>
                  <a:pt x="10214" y="16453"/>
                </a:cubicBezTo>
                <a:cubicBezTo>
                  <a:pt x="9846" y="16718"/>
                  <a:pt x="9522" y="17012"/>
                  <a:pt x="9228" y="17336"/>
                </a:cubicBezTo>
                <a:cubicBezTo>
                  <a:pt x="8654" y="17925"/>
                  <a:pt x="7933" y="18881"/>
                  <a:pt x="7771" y="20073"/>
                </a:cubicBezTo>
                <a:cubicBezTo>
                  <a:pt x="7639" y="20971"/>
                  <a:pt x="7918" y="21825"/>
                  <a:pt x="8168" y="22531"/>
                </a:cubicBezTo>
                <a:cubicBezTo>
                  <a:pt x="8772" y="24076"/>
                  <a:pt x="10096" y="25312"/>
                  <a:pt x="11170" y="26195"/>
                </a:cubicBezTo>
                <a:cubicBezTo>
                  <a:pt x="11480" y="26460"/>
                  <a:pt x="11759" y="26696"/>
                  <a:pt x="12039" y="26917"/>
                </a:cubicBezTo>
                <a:cubicBezTo>
                  <a:pt x="13864" y="28535"/>
                  <a:pt x="15056" y="30360"/>
                  <a:pt x="15585" y="32362"/>
                </a:cubicBezTo>
                <a:cubicBezTo>
                  <a:pt x="15674" y="32715"/>
                  <a:pt x="15733" y="33024"/>
                  <a:pt x="15777" y="33318"/>
                </a:cubicBezTo>
                <a:cubicBezTo>
                  <a:pt x="15674" y="33377"/>
                  <a:pt x="15571" y="33421"/>
                  <a:pt x="15482" y="33480"/>
                </a:cubicBezTo>
                <a:cubicBezTo>
                  <a:pt x="15438" y="33259"/>
                  <a:pt x="15409" y="33039"/>
                  <a:pt x="15350" y="32818"/>
                </a:cubicBezTo>
                <a:cubicBezTo>
                  <a:pt x="14879" y="30728"/>
                  <a:pt x="13658" y="28771"/>
                  <a:pt x="11744" y="27049"/>
                </a:cubicBezTo>
                <a:cubicBezTo>
                  <a:pt x="11465" y="26799"/>
                  <a:pt x="11200" y="26549"/>
                  <a:pt x="10861" y="26269"/>
                </a:cubicBezTo>
                <a:cubicBezTo>
                  <a:pt x="9669" y="25254"/>
                  <a:pt x="8360" y="24003"/>
                  <a:pt x="7830" y="22443"/>
                </a:cubicBezTo>
                <a:cubicBezTo>
                  <a:pt x="7565" y="21707"/>
                  <a:pt x="7374" y="20898"/>
                  <a:pt x="7521" y="20029"/>
                </a:cubicBezTo>
                <a:cubicBezTo>
                  <a:pt x="7712" y="18881"/>
                  <a:pt x="8404" y="17954"/>
                  <a:pt x="8948" y="17380"/>
                </a:cubicBezTo>
                <a:cubicBezTo>
                  <a:pt x="9243" y="17071"/>
                  <a:pt x="9552" y="16792"/>
                  <a:pt x="9920" y="16527"/>
                </a:cubicBezTo>
                <a:cubicBezTo>
                  <a:pt x="10655" y="15953"/>
                  <a:pt x="11480" y="15511"/>
                  <a:pt x="12274" y="15070"/>
                </a:cubicBezTo>
                <a:cubicBezTo>
                  <a:pt x="12716" y="14805"/>
                  <a:pt x="13201" y="14570"/>
                  <a:pt x="13643" y="14290"/>
                </a:cubicBezTo>
                <a:cubicBezTo>
                  <a:pt x="14997" y="13466"/>
                  <a:pt x="16233" y="12436"/>
                  <a:pt x="17337" y="11244"/>
                </a:cubicBezTo>
                <a:cubicBezTo>
                  <a:pt x="18249" y="10243"/>
                  <a:pt x="18897" y="9286"/>
                  <a:pt x="19279" y="8300"/>
                </a:cubicBezTo>
                <a:cubicBezTo>
                  <a:pt x="19529" y="7741"/>
                  <a:pt x="19677" y="7182"/>
                  <a:pt x="19721" y="6623"/>
                </a:cubicBezTo>
                <a:cubicBezTo>
                  <a:pt x="19809" y="6019"/>
                  <a:pt x="19780" y="5357"/>
                  <a:pt x="19677" y="4548"/>
                </a:cubicBezTo>
                <a:cubicBezTo>
                  <a:pt x="19456" y="2944"/>
                  <a:pt x="18985" y="1443"/>
                  <a:pt x="18308" y="59"/>
                </a:cubicBezTo>
                <a:lnTo>
                  <a:pt x="18249" y="89"/>
                </a:lnTo>
                <a:cubicBezTo>
                  <a:pt x="18941" y="1457"/>
                  <a:pt x="19397" y="2958"/>
                  <a:pt x="19618" y="4562"/>
                </a:cubicBezTo>
                <a:cubicBezTo>
                  <a:pt x="19721" y="5372"/>
                  <a:pt x="19750" y="6034"/>
                  <a:pt x="19677" y="6623"/>
                </a:cubicBezTo>
                <a:cubicBezTo>
                  <a:pt x="19618" y="7182"/>
                  <a:pt x="19471" y="7726"/>
                  <a:pt x="19235" y="8286"/>
                </a:cubicBezTo>
                <a:cubicBezTo>
                  <a:pt x="18823" y="9257"/>
                  <a:pt x="18205" y="10213"/>
                  <a:pt x="17278" y="11199"/>
                </a:cubicBezTo>
                <a:cubicBezTo>
                  <a:pt x="16189" y="12406"/>
                  <a:pt x="14938" y="13407"/>
                  <a:pt x="13599" y="14260"/>
                </a:cubicBezTo>
                <a:cubicBezTo>
                  <a:pt x="13157" y="14540"/>
                  <a:pt x="12701" y="14790"/>
                  <a:pt x="12259" y="15026"/>
                </a:cubicBezTo>
                <a:cubicBezTo>
                  <a:pt x="11465" y="15467"/>
                  <a:pt x="10641" y="15938"/>
                  <a:pt x="9890" y="16497"/>
                </a:cubicBezTo>
                <a:cubicBezTo>
                  <a:pt x="9537" y="16777"/>
                  <a:pt x="9198" y="17071"/>
                  <a:pt x="8904" y="17366"/>
                </a:cubicBezTo>
                <a:cubicBezTo>
                  <a:pt x="8360" y="17954"/>
                  <a:pt x="7668" y="18881"/>
                  <a:pt x="7462" y="20059"/>
                </a:cubicBezTo>
                <a:cubicBezTo>
                  <a:pt x="7315" y="20912"/>
                  <a:pt x="7506" y="21751"/>
                  <a:pt x="7771" y="22502"/>
                </a:cubicBezTo>
                <a:cubicBezTo>
                  <a:pt x="8301" y="24062"/>
                  <a:pt x="9611" y="25327"/>
                  <a:pt x="10817" y="26343"/>
                </a:cubicBezTo>
                <a:cubicBezTo>
                  <a:pt x="11141" y="26622"/>
                  <a:pt x="11435" y="26858"/>
                  <a:pt x="11700" y="27123"/>
                </a:cubicBezTo>
                <a:cubicBezTo>
                  <a:pt x="13599" y="28830"/>
                  <a:pt x="14791" y="30758"/>
                  <a:pt x="15276" y="32862"/>
                </a:cubicBezTo>
                <a:cubicBezTo>
                  <a:pt x="15335" y="33097"/>
                  <a:pt x="15365" y="33333"/>
                  <a:pt x="15409" y="33539"/>
                </a:cubicBezTo>
                <a:cubicBezTo>
                  <a:pt x="15306" y="33598"/>
                  <a:pt x="15217" y="33642"/>
                  <a:pt x="15114" y="33701"/>
                </a:cubicBezTo>
                <a:cubicBezTo>
                  <a:pt x="15100" y="33568"/>
                  <a:pt x="15070" y="33451"/>
                  <a:pt x="15041" y="33303"/>
                </a:cubicBezTo>
                <a:cubicBezTo>
                  <a:pt x="14614" y="31125"/>
                  <a:pt x="13393" y="29080"/>
                  <a:pt x="11406" y="27240"/>
                </a:cubicBezTo>
                <a:cubicBezTo>
                  <a:pt x="11141" y="26990"/>
                  <a:pt x="10847" y="26725"/>
                  <a:pt x="10508" y="26431"/>
                </a:cubicBezTo>
                <a:cubicBezTo>
                  <a:pt x="9184" y="25298"/>
                  <a:pt x="7918" y="24032"/>
                  <a:pt x="7418" y="22428"/>
                </a:cubicBezTo>
                <a:cubicBezTo>
                  <a:pt x="7212" y="21781"/>
                  <a:pt x="7020" y="20912"/>
                  <a:pt x="7197" y="20059"/>
                </a:cubicBezTo>
                <a:cubicBezTo>
                  <a:pt x="7418" y="18926"/>
                  <a:pt x="8095" y="18013"/>
                  <a:pt x="8639" y="17454"/>
                </a:cubicBezTo>
                <a:cubicBezTo>
                  <a:pt x="8904" y="17160"/>
                  <a:pt x="9243" y="16865"/>
                  <a:pt x="9566" y="16600"/>
                </a:cubicBezTo>
                <a:cubicBezTo>
                  <a:pt x="10287" y="16041"/>
                  <a:pt x="11067" y="15585"/>
                  <a:pt x="11818" y="15143"/>
                </a:cubicBezTo>
                <a:cubicBezTo>
                  <a:pt x="12259" y="14879"/>
                  <a:pt x="12730" y="14614"/>
                  <a:pt x="13157" y="14319"/>
                </a:cubicBezTo>
                <a:cubicBezTo>
                  <a:pt x="14482" y="13451"/>
                  <a:pt x="15703" y="12406"/>
                  <a:pt x="16748" y="11185"/>
                </a:cubicBezTo>
                <a:cubicBezTo>
                  <a:pt x="17616" y="10169"/>
                  <a:pt x="18234" y="9213"/>
                  <a:pt x="18617" y="8227"/>
                </a:cubicBezTo>
                <a:cubicBezTo>
                  <a:pt x="18838" y="7668"/>
                  <a:pt x="18985" y="7123"/>
                  <a:pt x="19044" y="6564"/>
                </a:cubicBezTo>
                <a:cubicBezTo>
                  <a:pt x="19117" y="5960"/>
                  <a:pt x="19103" y="5298"/>
                  <a:pt x="19014" y="4504"/>
                </a:cubicBezTo>
                <a:cubicBezTo>
                  <a:pt x="18808" y="2914"/>
                  <a:pt x="18367" y="1413"/>
                  <a:pt x="17690" y="59"/>
                </a:cubicBezTo>
                <a:lnTo>
                  <a:pt x="17631" y="89"/>
                </a:lnTo>
                <a:cubicBezTo>
                  <a:pt x="18308" y="1443"/>
                  <a:pt x="18749" y="2929"/>
                  <a:pt x="18941" y="4533"/>
                </a:cubicBezTo>
                <a:cubicBezTo>
                  <a:pt x="19029" y="5313"/>
                  <a:pt x="19044" y="5960"/>
                  <a:pt x="18970" y="6564"/>
                </a:cubicBezTo>
                <a:cubicBezTo>
                  <a:pt x="18897" y="7123"/>
                  <a:pt x="18764" y="7668"/>
                  <a:pt x="18543" y="8212"/>
                </a:cubicBezTo>
                <a:cubicBezTo>
                  <a:pt x="18161" y="9183"/>
                  <a:pt x="17557" y="10140"/>
                  <a:pt x="16674" y="11155"/>
                </a:cubicBezTo>
                <a:cubicBezTo>
                  <a:pt x="15630" y="12347"/>
                  <a:pt x="14408" y="13392"/>
                  <a:pt x="13084" y="14260"/>
                </a:cubicBezTo>
                <a:cubicBezTo>
                  <a:pt x="12642" y="14555"/>
                  <a:pt x="12186" y="14805"/>
                  <a:pt x="11744" y="15085"/>
                </a:cubicBezTo>
                <a:cubicBezTo>
                  <a:pt x="10994" y="15526"/>
                  <a:pt x="10199" y="15982"/>
                  <a:pt x="9478" y="16542"/>
                </a:cubicBezTo>
                <a:cubicBezTo>
                  <a:pt x="9125" y="16821"/>
                  <a:pt x="8816" y="17115"/>
                  <a:pt x="8521" y="17410"/>
                </a:cubicBezTo>
                <a:cubicBezTo>
                  <a:pt x="7992" y="17969"/>
                  <a:pt x="7285" y="18896"/>
                  <a:pt x="7065" y="20029"/>
                </a:cubicBezTo>
                <a:cubicBezTo>
                  <a:pt x="6888" y="20942"/>
                  <a:pt x="7094" y="21795"/>
                  <a:pt x="7285" y="22443"/>
                </a:cubicBezTo>
                <a:cubicBezTo>
                  <a:pt x="7771" y="24047"/>
                  <a:pt x="9081" y="25327"/>
                  <a:pt x="10405" y="26475"/>
                </a:cubicBezTo>
                <a:cubicBezTo>
                  <a:pt x="10729" y="26755"/>
                  <a:pt x="11023" y="27020"/>
                  <a:pt x="11303" y="27284"/>
                </a:cubicBezTo>
                <a:cubicBezTo>
                  <a:pt x="13275" y="29124"/>
                  <a:pt x="14482" y="31140"/>
                  <a:pt x="14894" y="33318"/>
                </a:cubicBezTo>
                <a:cubicBezTo>
                  <a:pt x="14923" y="33465"/>
                  <a:pt x="14938" y="33613"/>
                  <a:pt x="14967" y="33745"/>
                </a:cubicBezTo>
                <a:lnTo>
                  <a:pt x="14688" y="33907"/>
                </a:lnTo>
                <a:cubicBezTo>
                  <a:pt x="14688" y="33848"/>
                  <a:pt x="14673" y="33819"/>
                  <a:pt x="14673" y="33760"/>
                </a:cubicBezTo>
                <a:cubicBezTo>
                  <a:pt x="14320" y="31508"/>
                  <a:pt x="13084" y="29374"/>
                  <a:pt x="11023" y="27417"/>
                </a:cubicBezTo>
                <a:cubicBezTo>
                  <a:pt x="10744" y="27137"/>
                  <a:pt x="10435" y="26858"/>
                  <a:pt x="10111" y="26563"/>
                </a:cubicBezTo>
                <a:cubicBezTo>
                  <a:pt x="8831" y="25445"/>
                  <a:pt x="7418" y="24076"/>
                  <a:pt x="6976" y="22369"/>
                </a:cubicBezTo>
                <a:cubicBezTo>
                  <a:pt x="6741" y="21457"/>
                  <a:pt x="6682" y="20692"/>
                  <a:pt x="6844" y="20015"/>
                </a:cubicBezTo>
                <a:cubicBezTo>
                  <a:pt x="7050" y="19146"/>
                  <a:pt x="7550" y="18263"/>
                  <a:pt x="8286" y="17483"/>
                </a:cubicBezTo>
                <a:cubicBezTo>
                  <a:pt x="8566" y="17189"/>
                  <a:pt x="8875" y="16909"/>
                  <a:pt x="9198" y="16630"/>
                </a:cubicBezTo>
                <a:cubicBezTo>
                  <a:pt x="9890" y="16100"/>
                  <a:pt x="10626" y="15614"/>
                  <a:pt x="11332" y="15173"/>
                </a:cubicBezTo>
                <a:cubicBezTo>
                  <a:pt x="11774" y="14908"/>
                  <a:pt x="12259" y="14614"/>
                  <a:pt x="12686" y="14319"/>
                </a:cubicBezTo>
                <a:cubicBezTo>
                  <a:pt x="13981" y="13407"/>
                  <a:pt x="15159" y="12347"/>
                  <a:pt x="16174" y="11126"/>
                </a:cubicBezTo>
                <a:cubicBezTo>
                  <a:pt x="16998" y="10125"/>
                  <a:pt x="17587" y="9139"/>
                  <a:pt x="17984" y="8153"/>
                </a:cubicBezTo>
                <a:cubicBezTo>
                  <a:pt x="18176" y="7594"/>
                  <a:pt x="18323" y="7049"/>
                  <a:pt x="18396" y="6490"/>
                </a:cubicBezTo>
                <a:cubicBezTo>
                  <a:pt x="18470" y="5887"/>
                  <a:pt x="18470" y="5225"/>
                  <a:pt x="18396" y="4459"/>
                </a:cubicBezTo>
                <a:cubicBezTo>
                  <a:pt x="18234" y="2870"/>
                  <a:pt x="17808" y="1384"/>
                  <a:pt x="17131" y="44"/>
                </a:cubicBezTo>
                <a:lnTo>
                  <a:pt x="17072" y="74"/>
                </a:lnTo>
                <a:cubicBezTo>
                  <a:pt x="17763" y="1413"/>
                  <a:pt x="18176" y="2885"/>
                  <a:pt x="18352" y="4474"/>
                </a:cubicBezTo>
                <a:cubicBezTo>
                  <a:pt x="18426" y="5239"/>
                  <a:pt x="18440" y="5902"/>
                  <a:pt x="18352" y="6490"/>
                </a:cubicBezTo>
                <a:cubicBezTo>
                  <a:pt x="18279" y="7035"/>
                  <a:pt x="18146" y="7579"/>
                  <a:pt x="17925" y="8138"/>
                </a:cubicBezTo>
                <a:cubicBezTo>
                  <a:pt x="17557" y="9124"/>
                  <a:pt x="16969" y="10081"/>
                  <a:pt x="16145" y="11096"/>
                </a:cubicBezTo>
                <a:cubicBezTo>
                  <a:pt x="15129" y="12303"/>
                  <a:pt x="13967" y="13377"/>
                  <a:pt x="12657" y="14275"/>
                </a:cubicBezTo>
                <a:cubicBezTo>
                  <a:pt x="12215" y="14570"/>
                  <a:pt x="11759" y="14864"/>
                  <a:pt x="11318" y="15143"/>
                </a:cubicBezTo>
                <a:cubicBezTo>
                  <a:pt x="10597" y="15585"/>
                  <a:pt x="9846" y="16041"/>
                  <a:pt x="9169" y="16600"/>
                </a:cubicBezTo>
                <a:cubicBezTo>
                  <a:pt x="8831" y="16865"/>
                  <a:pt x="8521" y="17145"/>
                  <a:pt x="8227" y="17439"/>
                </a:cubicBezTo>
                <a:cubicBezTo>
                  <a:pt x="7477" y="18234"/>
                  <a:pt x="6976" y="19132"/>
                  <a:pt x="6770" y="20015"/>
                </a:cubicBezTo>
                <a:cubicBezTo>
                  <a:pt x="6608" y="20721"/>
                  <a:pt x="6652" y="21472"/>
                  <a:pt x="6903" y="22413"/>
                </a:cubicBezTo>
                <a:cubicBezTo>
                  <a:pt x="7359" y="24135"/>
                  <a:pt x="8786" y="25474"/>
                  <a:pt x="10067" y="26622"/>
                </a:cubicBezTo>
                <a:cubicBezTo>
                  <a:pt x="10405" y="26917"/>
                  <a:pt x="10714" y="27196"/>
                  <a:pt x="10994" y="27461"/>
                </a:cubicBezTo>
                <a:cubicBezTo>
                  <a:pt x="13025" y="29433"/>
                  <a:pt x="14261" y="31552"/>
                  <a:pt x="14599" y="33774"/>
                </a:cubicBezTo>
                <a:cubicBezTo>
                  <a:pt x="14614" y="33833"/>
                  <a:pt x="14614" y="33892"/>
                  <a:pt x="14614" y="33936"/>
                </a:cubicBezTo>
                <a:cubicBezTo>
                  <a:pt x="14526" y="33995"/>
                  <a:pt x="14423" y="34054"/>
                  <a:pt x="14349" y="34113"/>
                </a:cubicBezTo>
                <a:cubicBezTo>
                  <a:pt x="14055" y="31847"/>
                  <a:pt x="12833" y="29654"/>
                  <a:pt x="10714" y="27579"/>
                </a:cubicBezTo>
                <a:cubicBezTo>
                  <a:pt x="10420" y="27299"/>
                  <a:pt x="10111" y="27005"/>
                  <a:pt x="9772" y="26696"/>
                </a:cubicBezTo>
                <a:cubicBezTo>
                  <a:pt x="8374" y="25445"/>
                  <a:pt x="6991" y="24062"/>
                  <a:pt x="6594" y="22340"/>
                </a:cubicBezTo>
                <a:cubicBezTo>
                  <a:pt x="6388" y="21457"/>
                  <a:pt x="6373" y="20692"/>
                  <a:pt x="6549" y="20000"/>
                </a:cubicBezTo>
                <a:cubicBezTo>
                  <a:pt x="6770" y="19146"/>
                  <a:pt x="7271" y="18293"/>
                  <a:pt x="7992" y="17513"/>
                </a:cubicBezTo>
                <a:cubicBezTo>
                  <a:pt x="8271" y="17218"/>
                  <a:pt x="8566" y="16939"/>
                  <a:pt x="8889" y="16674"/>
                </a:cubicBezTo>
                <a:cubicBezTo>
                  <a:pt x="9537" y="16129"/>
                  <a:pt x="10229" y="15673"/>
                  <a:pt x="10935" y="15232"/>
                </a:cubicBezTo>
                <a:cubicBezTo>
                  <a:pt x="11376" y="14937"/>
                  <a:pt x="11847" y="14643"/>
                  <a:pt x="12274" y="14319"/>
                </a:cubicBezTo>
                <a:cubicBezTo>
                  <a:pt x="13569" y="13392"/>
                  <a:pt x="14702" y="12288"/>
                  <a:pt x="15659" y="11052"/>
                </a:cubicBezTo>
                <a:cubicBezTo>
                  <a:pt x="16439" y="10066"/>
                  <a:pt x="17028" y="9051"/>
                  <a:pt x="17396" y="8065"/>
                </a:cubicBezTo>
                <a:cubicBezTo>
                  <a:pt x="17587" y="7520"/>
                  <a:pt x="17719" y="6976"/>
                  <a:pt x="17793" y="6417"/>
                </a:cubicBezTo>
                <a:cubicBezTo>
                  <a:pt x="17866" y="5813"/>
                  <a:pt x="17881" y="5151"/>
                  <a:pt x="17808" y="4401"/>
                </a:cubicBezTo>
                <a:cubicBezTo>
                  <a:pt x="17660" y="2811"/>
                  <a:pt x="17263" y="1340"/>
                  <a:pt x="16586" y="15"/>
                </a:cubicBezTo>
                <a:lnTo>
                  <a:pt x="16527" y="59"/>
                </a:lnTo>
                <a:cubicBezTo>
                  <a:pt x="17204" y="1384"/>
                  <a:pt x="17616" y="2855"/>
                  <a:pt x="17734" y="4415"/>
                </a:cubicBezTo>
                <a:cubicBezTo>
                  <a:pt x="17808" y="5166"/>
                  <a:pt x="17793" y="5813"/>
                  <a:pt x="17719" y="6417"/>
                </a:cubicBezTo>
                <a:cubicBezTo>
                  <a:pt x="17646" y="6961"/>
                  <a:pt x="17513" y="7506"/>
                  <a:pt x="17322" y="8035"/>
                </a:cubicBezTo>
                <a:cubicBezTo>
                  <a:pt x="16954" y="9021"/>
                  <a:pt x="16380" y="10022"/>
                  <a:pt x="15600" y="11023"/>
                </a:cubicBezTo>
                <a:cubicBezTo>
                  <a:pt x="14644" y="12259"/>
                  <a:pt x="13510" y="13333"/>
                  <a:pt x="12245" y="14260"/>
                </a:cubicBezTo>
                <a:cubicBezTo>
                  <a:pt x="11803" y="14570"/>
                  <a:pt x="11332" y="14879"/>
                  <a:pt x="10891" y="15173"/>
                </a:cubicBezTo>
                <a:cubicBezTo>
                  <a:pt x="10214" y="15614"/>
                  <a:pt x="9493" y="16085"/>
                  <a:pt x="8860" y="16615"/>
                </a:cubicBezTo>
                <a:cubicBezTo>
                  <a:pt x="8521" y="16895"/>
                  <a:pt x="8212" y="17160"/>
                  <a:pt x="7948" y="17454"/>
                </a:cubicBezTo>
                <a:cubicBezTo>
                  <a:pt x="7212" y="18249"/>
                  <a:pt x="6726" y="19117"/>
                  <a:pt x="6505" y="19985"/>
                </a:cubicBezTo>
                <a:cubicBezTo>
                  <a:pt x="6314" y="20677"/>
                  <a:pt x="6329" y="21457"/>
                  <a:pt x="6535" y="22354"/>
                </a:cubicBezTo>
                <a:cubicBezTo>
                  <a:pt x="6947" y="24106"/>
                  <a:pt x="8345" y="25504"/>
                  <a:pt x="9743" y="26755"/>
                </a:cubicBezTo>
                <a:cubicBezTo>
                  <a:pt x="10081" y="27064"/>
                  <a:pt x="10376" y="27358"/>
                  <a:pt x="10670" y="27638"/>
                </a:cubicBezTo>
                <a:cubicBezTo>
                  <a:pt x="12789" y="29713"/>
                  <a:pt x="14011" y="31905"/>
                  <a:pt x="14305" y="34157"/>
                </a:cubicBezTo>
                <a:cubicBezTo>
                  <a:pt x="14202" y="34216"/>
                  <a:pt x="14128" y="34275"/>
                  <a:pt x="14040" y="34334"/>
                </a:cubicBezTo>
                <a:cubicBezTo>
                  <a:pt x="13746" y="32097"/>
                  <a:pt x="12539" y="29889"/>
                  <a:pt x="10420" y="27755"/>
                </a:cubicBezTo>
                <a:cubicBezTo>
                  <a:pt x="10126" y="27461"/>
                  <a:pt x="9817" y="27152"/>
                  <a:pt x="9463" y="26843"/>
                </a:cubicBezTo>
                <a:cubicBezTo>
                  <a:pt x="7903" y="25401"/>
                  <a:pt x="6579" y="24062"/>
                  <a:pt x="6226" y="22296"/>
                </a:cubicBezTo>
                <a:cubicBezTo>
                  <a:pt x="6064" y="21457"/>
                  <a:pt x="6079" y="20692"/>
                  <a:pt x="6285" y="19985"/>
                </a:cubicBezTo>
                <a:cubicBezTo>
                  <a:pt x="6520" y="19146"/>
                  <a:pt x="7020" y="18307"/>
                  <a:pt x="7712" y="17557"/>
                </a:cubicBezTo>
                <a:cubicBezTo>
                  <a:pt x="7977" y="17277"/>
                  <a:pt x="8271" y="16983"/>
                  <a:pt x="8595" y="16718"/>
                </a:cubicBezTo>
                <a:cubicBezTo>
                  <a:pt x="9198" y="16203"/>
                  <a:pt x="9861" y="15747"/>
                  <a:pt x="10508" y="15305"/>
                </a:cubicBezTo>
                <a:cubicBezTo>
                  <a:pt x="10950" y="14996"/>
                  <a:pt x="11435" y="14687"/>
                  <a:pt x="11877" y="14334"/>
                </a:cubicBezTo>
                <a:cubicBezTo>
                  <a:pt x="13128" y="13377"/>
                  <a:pt x="14231" y="12259"/>
                  <a:pt x="15144" y="11023"/>
                </a:cubicBezTo>
                <a:cubicBezTo>
                  <a:pt x="15880" y="10022"/>
                  <a:pt x="16439" y="9021"/>
                  <a:pt x="16777" y="8006"/>
                </a:cubicBezTo>
                <a:cubicBezTo>
                  <a:pt x="16969" y="7476"/>
                  <a:pt x="17116" y="6917"/>
                  <a:pt x="17190" y="6387"/>
                </a:cubicBezTo>
                <a:cubicBezTo>
                  <a:pt x="17278" y="5754"/>
                  <a:pt x="17293" y="5092"/>
                  <a:pt x="17248" y="4386"/>
                </a:cubicBezTo>
                <a:cubicBezTo>
                  <a:pt x="17131" y="2811"/>
                  <a:pt x="16733" y="1340"/>
                  <a:pt x="16071" y="15"/>
                </a:cubicBezTo>
                <a:lnTo>
                  <a:pt x="16012" y="59"/>
                </a:lnTo>
                <a:cubicBezTo>
                  <a:pt x="16674" y="1369"/>
                  <a:pt x="17072" y="2811"/>
                  <a:pt x="17190" y="4386"/>
                </a:cubicBezTo>
                <a:cubicBezTo>
                  <a:pt x="17248" y="5092"/>
                  <a:pt x="17219" y="5754"/>
                  <a:pt x="17131" y="6373"/>
                </a:cubicBezTo>
                <a:cubicBezTo>
                  <a:pt x="17057" y="6902"/>
                  <a:pt x="16925" y="7432"/>
                  <a:pt x="16748" y="7962"/>
                </a:cubicBezTo>
                <a:cubicBezTo>
                  <a:pt x="16395" y="8963"/>
                  <a:pt x="15850" y="9978"/>
                  <a:pt x="15114" y="10964"/>
                </a:cubicBezTo>
                <a:cubicBezTo>
                  <a:pt x="14187" y="12200"/>
                  <a:pt x="13084" y="13319"/>
                  <a:pt x="11833" y="14275"/>
                </a:cubicBezTo>
                <a:cubicBezTo>
                  <a:pt x="11391" y="14614"/>
                  <a:pt x="10935" y="14937"/>
                  <a:pt x="10494" y="15246"/>
                </a:cubicBezTo>
                <a:cubicBezTo>
                  <a:pt x="9846" y="15688"/>
                  <a:pt x="9184" y="16159"/>
                  <a:pt x="8566" y="16689"/>
                </a:cubicBezTo>
                <a:cubicBezTo>
                  <a:pt x="8227" y="16968"/>
                  <a:pt x="7933" y="17233"/>
                  <a:pt x="7683" y="17528"/>
                </a:cubicBezTo>
                <a:cubicBezTo>
                  <a:pt x="6962" y="18307"/>
                  <a:pt x="6461" y="19146"/>
                  <a:pt x="6226" y="20000"/>
                </a:cubicBezTo>
                <a:cubicBezTo>
                  <a:pt x="6020" y="20721"/>
                  <a:pt x="5990" y="21486"/>
                  <a:pt x="6167" y="22340"/>
                </a:cubicBezTo>
                <a:cubicBezTo>
                  <a:pt x="6520" y="24120"/>
                  <a:pt x="7859" y="25460"/>
                  <a:pt x="9419" y="26917"/>
                </a:cubicBezTo>
                <a:cubicBezTo>
                  <a:pt x="9772" y="27240"/>
                  <a:pt x="10081" y="27535"/>
                  <a:pt x="10376" y="27829"/>
                </a:cubicBezTo>
                <a:cubicBezTo>
                  <a:pt x="12510" y="29963"/>
                  <a:pt x="13731" y="32170"/>
                  <a:pt x="14011" y="34407"/>
                </a:cubicBezTo>
                <a:cubicBezTo>
                  <a:pt x="13937" y="34451"/>
                  <a:pt x="13834" y="34510"/>
                  <a:pt x="13775" y="34584"/>
                </a:cubicBezTo>
                <a:cubicBezTo>
                  <a:pt x="13496" y="32376"/>
                  <a:pt x="12304" y="30213"/>
                  <a:pt x="10126" y="27961"/>
                </a:cubicBezTo>
                <a:cubicBezTo>
                  <a:pt x="9817" y="27652"/>
                  <a:pt x="9507" y="27343"/>
                  <a:pt x="9154" y="27005"/>
                </a:cubicBezTo>
                <a:cubicBezTo>
                  <a:pt x="7756" y="25695"/>
                  <a:pt x="6196" y="24223"/>
                  <a:pt x="5858" y="22281"/>
                </a:cubicBezTo>
                <a:cubicBezTo>
                  <a:pt x="5725" y="21486"/>
                  <a:pt x="5784" y="20721"/>
                  <a:pt x="6005" y="20000"/>
                </a:cubicBezTo>
                <a:cubicBezTo>
                  <a:pt x="6270" y="19190"/>
                  <a:pt x="6756" y="18366"/>
                  <a:pt x="7432" y="17631"/>
                </a:cubicBezTo>
                <a:cubicBezTo>
                  <a:pt x="7697" y="17351"/>
                  <a:pt x="7977" y="17071"/>
                  <a:pt x="8286" y="16792"/>
                </a:cubicBezTo>
                <a:cubicBezTo>
                  <a:pt x="8860" y="16306"/>
                  <a:pt x="9478" y="15835"/>
                  <a:pt x="10081" y="15394"/>
                </a:cubicBezTo>
                <a:cubicBezTo>
                  <a:pt x="10552" y="15070"/>
                  <a:pt x="11009" y="14717"/>
                  <a:pt x="11450" y="14363"/>
                </a:cubicBezTo>
                <a:cubicBezTo>
                  <a:pt x="12686" y="13377"/>
                  <a:pt x="13746" y="12230"/>
                  <a:pt x="14629" y="10979"/>
                </a:cubicBezTo>
                <a:cubicBezTo>
                  <a:pt x="15335" y="9993"/>
                  <a:pt x="15850" y="8963"/>
                  <a:pt x="16189" y="7947"/>
                </a:cubicBezTo>
                <a:cubicBezTo>
                  <a:pt x="16380" y="7417"/>
                  <a:pt x="16513" y="6888"/>
                  <a:pt x="16586" y="6343"/>
                </a:cubicBezTo>
                <a:cubicBezTo>
                  <a:pt x="16674" y="5725"/>
                  <a:pt x="16689" y="5063"/>
                  <a:pt x="16660" y="4356"/>
                </a:cubicBezTo>
                <a:cubicBezTo>
                  <a:pt x="16557" y="2796"/>
                  <a:pt x="16189" y="1340"/>
                  <a:pt x="15512" y="44"/>
                </a:cubicBezTo>
                <a:lnTo>
                  <a:pt x="15453" y="74"/>
                </a:lnTo>
                <a:cubicBezTo>
                  <a:pt x="16115" y="1369"/>
                  <a:pt x="16513" y="2811"/>
                  <a:pt x="16586" y="4356"/>
                </a:cubicBezTo>
                <a:cubicBezTo>
                  <a:pt x="16616" y="5063"/>
                  <a:pt x="16601" y="5725"/>
                  <a:pt x="16513" y="6343"/>
                </a:cubicBezTo>
                <a:cubicBezTo>
                  <a:pt x="16439" y="6888"/>
                  <a:pt x="16307" y="7417"/>
                  <a:pt x="16115" y="7947"/>
                </a:cubicBezTo>
                <a:cubicBezTo>
                  <a:pt x="15791" y="8963"/>
                  <a:pt x="15262" y="9978"/>
                  <a:pt x="14555" y="10964"/>
                </a:cubicBezTo>
                <a:cubicBezTo>
                  <a:pt x="13687" y="12215"/>
                  <a:pt x="12627" y="13333"/>
                  <a:pt x="11391" y="14334"/>
                </a:cubicBezTo>
                <a:cubicBezTo>
                  <a:pt x="10950" y="14687"/>
                  <a:pt x="10494" y="15026"/>
                  <a:pt x="10037" y="15364"/>
                </a:cubicBezTo>
                <a:cubicBezTo>
                  <a:pt x="9419" y="15806"/>
                  <a:pt x="8801" y="16262"/>
                  <a:pt x="8227" y="16762"/>
                </a:cubicBezTo>
                <a:cubicBezTo>
                  <a:pt x="7918" y="17042"/>
                  <a:pt x="7624" y="17307"/>
                  <a:pt x="7359" y="17586"/>
                </a:cubicBezTo>
                <a:cubicBezTo>
                  <a:pt x="6682" y="18337"/>
                  <a:pt x="6167" y="19176"/>
                  <a:pt x="5917" y="19985"/>
                </a:cubicBezTo>
                <a:cubicBezTo>
                  <a:pt x="5666" y="20721"/>
                  <a:pt x="5622" y="21486"/>
                  <a:pt x="5740" y="22296"/>
                </a:cubicBezTo>
                <a:cubicBezTo>
                  <a:pt x="6079" y="24268"/>
                  <a:pt x="7653" y="25754"/>
                  <a:pt x="9051" y="27064"/>
                </a:cubicBezTo>
                <a:cubicBezTo>
                  <a:pt x="9404" y="27387"/>
                  <a:pt x="9743" y="27711"/>
                  <a:pt x="10037" y="28020"/>
                </a:cubicBezTo>
                <a:cubicBezTo>
                  <a:pt x="12201" y="30257"/>
                  <a:pt x="13393" y="32435"/>
                  <a:pt x="13658" y="34643"/>
                </a:cubicBezTo>
                <a:cubicBezTo>
                  <a:pt x="13584" y="34702"/>
                  <a:pt x="13510" y="34746"/>
                  <a:pt x="13422" y="34819"/>
                </a:cubicBezTo>
                <a:cubicBezTo>
                  <a:pt x="13157" y="32656"/>
                  <a:pt x="11965" y="30448"/>
                  <a:pt x="9758" y="28153"/>
                </a:cubicBezTo>
                <a:cubicBezTo>
                  <a:pt x="9449" y="27814"/>
                  <a:pt x="9110" y="27505"/>
                  <a:pt x="8742" y="27152"/>
                </a:cubicBezTo>
                <a:lnTo>
                  <a:pt x="8683" y="27123"/>
                </a:lnTo>
                <a:cubicBezTo>
                  <a:pt x="7271" y="25754"/>
                  <a:pt x="5652" y="24223"/>
                  <a:pt x="5402" y="22237"/>
                </a:cubicBezTo>
                <a:cubicBezTo>
                  <a:pt x="5284" y="21486"/>
                  <a:pt x="5372" y="20721"/>
                  <a:pt x="5652" y="19985"/>
                </a:cubicBezTo>
                <a:cubicBezTo>
                  <a:pt x="5931" y="19190"/>
                  <a:pt x="6446" y="18381"/>
                  <a:pt x="7109" y="17660"/>
                </a:cubicBezTo>
                <a:cubicBezTo>
                  <a:pt x="7344" y="17380"/>
                  <a:pt x="7624" y="17130"/>
                  <a:pt x="7933" y="16851"/>
                </a:cubicBezTo>
                <a:cubicBezTo>
                  <a:pt x="8463" y="16380"/>
                  <a:pt x="9051" y="15909"/>
                  <a:pt x="9625" y="15467"/>
                </a:cubicBezTo>
                <a:cubicBezTo>
                  <a:pt x="10081" y="15129"/>
                  <a:pt x="10552" y="14761"/>
                  <a:pt x="10994" y="14363"/>
                </a:cubicBezTo>
                <a:cubicBezTo>
                  <a:pt x="12201" y="13333"/>
                  <a:pt x="13231" y="12185"/>
                  <a:pt x="14055" y="10905"/>
                </a:cubicBezTo>
                <a:cubicBezTo>
                  <a:pt x="14717" y="9919"/>
                  <a:pt x="15217" y="8889"/>
                  <a:pt x="15556" y="7859"/>
                </a:cubicBezTo>
                <a:cubicBezTo>
                  <a:pt x="15718" y="7344"/>
                  <a:pt x="15850" y="6785"/>
                  <a:pt x="15924" y="6255"/>
                </a:cubicBezTo>
                <a:cubicBezTo>
                  <a:pt x="16012" y="5607"/>
                  <a:pt x="16042" y="4945"/>
                  <a:pt x="16027" y="4283"/>
                </a:cubicBezTo>
                <a:cubicBezTo>
                  <a:pt x="15968" y="2738"/>
                  <a:pt x="15600" y="1295"/>
                  <a:pt x="14938" y="0"/>
                </a:cubicBezTo>
                <a:lnTo>
                  <a:pt x="14894" y="44"/>
                </a:lnTo>
                <a:cubicBezTo>
                  <a:pt x="15527" y="1310"/>
                  <a:pt x="15924" y="2782"/>
                  <a:pt x="15968" y="4312"/>
                </a:cubicBezTo>
                <a:cubicBezTo>
                  <a:pt x="15997" y="4974"/>
                  <a:pt x="15953" y="5637"/>
                  <a:pt x="15865" y="6269"/>
                </a:cubicBezTo>
                <a:cubicBezTo>
                  <a:pt x="15791" y="6814"/>
                  <a:pt x="15659" y="7344"/>
                  <a:pt x="15497" y="7859"/>
                </a:cubicBezTo>
                <a:cubicBezTo>
                  <a:pt x="15159" y="8889"/>
                  <a:pt x="14673" y="9904"/>
                  <a:pt x="14025" y="10890"/>
                </a:cubicBezTo>
                <a:cubicBezTo>
                  <a:pt x="13201" y="12141"/>
                  <a:pt x="12171" y="13304"/>
                  <a:pt x="10964" y="14334"/>
                </a:cubicBezTo>
                <a:cubicBezTo>
                  <a:pt x="10523" y="14717"/>
                  <a:pt x="10052" y="15070"/>
                  <a:pt x="9611" y="15423"/>
                </a:cubicBezTo>
                <a:cubicBezTo>
                  <a:pt x="9037" y="15865"/>
                  <a:pt x="8448" y="16306"/>
                  <a:pt x="7918" y="16792"/>
                </a:cubicBezTo>
                <a:cubicBezTo>
                  <a:pt x="7609" y="17071"/>
                  <a:pt x="7329" y="17351"/>
                  <a:pt x="7094" y="17631"/>
                </a:cubicBezTo>
                <a:cubicBezTo>
                  <a:pt x="6432" y="18366"/>
                  <a:pt x="5917" y="19176"/>
                  <a:pt x="5637" y="19956"/>
                </a:cubicBezTo>
                <a:cubicBezTo>
                  <a:pt x="5357" y="20721"/>
                  <a:pt x="5284" y="21486"/>
                  <a:pt x="5372" y="22266"/>
                </a:cubicBezTo>
                <a:cubicBezTo>
                  <a:pt x="5652" y="24268"/>
                  <a:pt x="7271" y="25813"/>
                  <a:pt x="8683" y="27167"/>
                </a:cubicBezTo>
                <a:lnTo>
                  <a:pt x="8742" y="27211"/>
                </a:lnTo>
                <a:cubicBezTo>
                  <a:pt x="9110" y="27564"/>
                  <a:pt x="9449" y="27888"/>
                  <a:pt x="9743" y="28197"/>
                </a:cubicBezTo>
                <a:cubicBezTo>
                  <a:pt x="11950" y="30507"/>
                  <a:pt x="13142" y="32685"/>
                  <a:pt x="13378" y="34878"/>
                </a:cubicBezTo>
                <a:cubicBezTo>
                  <a:pt x="13304" y="34937"/>
                  <a:pt x="13231" y="35011"/>
                  <a:pt x="13157" y="35069"/>
                </a:cubicBezTo>
                <a:cubicBezTo>
                  <a:pt x="12775" y="31861"/>
                  <a:pt x="10346" y="29139"/>
                  <a:pt x="8448" y="27299"/>
                </a:cubicBezTo>
                <a:lnTo>
                  <a:pt x="8301" y="27152"/>
                </a:lnTo>
                <a:cubicBezTo>
                  <a:pt x="6814" y="25695"/>
                  <a:pt x="5269" y="24209"/>
                  <a:pt x="5063" y="22207"/>
                </a:cubicBezTo>
                <a:cubicBezTo>
                  <a:pt x="4857" y="20235"/>
                  <a:pt x="6093" y="18543"/>
                  <a:pt x="6844" y="17704"/>
                </a:cubicBezTo>
                <a:cubicBezTo>
                  <a:pt x="7565" y="16909"/>
                  <a:pt x="8389" y="16232"/>
                  <a:pt x="9228" y="15541"/>
                </a:cubicBezTo>
                <a:cubicBezTo>
                  <a:pt x="9684" y="15158"/>
                  <a:pt x="10155" y="14776"/>
                  <a:pt x="10597" y="14363"/>
                </a:cubicBezTo>
                <a:cubicBezTo>
                  <a:pt x="12730" y="12436"/>
                  <a:pt x="14246" y="10169"/>
                  <a:pt x="14982" y="7785"/>
                </a:cubicBezTo>
                <a:cubicBezTo>
                  <a:pt x="15806" y="5092"/>
                  <a:pt x="15600" y="2267"/>
                  <a:pt x="14423" y="0"/>
                </a:cubicBezTo>
                <a:close/>
                <a:moveTo>
                  <a:pt x="14115" y="56376"/>
                </a:moveTo>
                <a:lnTo>
                  <a:pt x="14115" y="56376"/>
                </a:lnTo>
                <a:cubicBezTo>
                  <a:pt x="14100" y="56387"/>
                  <a:pt x="14085" y="56398"/>
                  <a:pt x="14070" y="56408"/>
                </a:cubicBezTo>
                <a:cubicBezTo>
                  <a:pt x="14070" y="56452"/>
                  <a:pt x="14084" y="56526"/>
                  <a:pt x="14084" y="56599"/>
                </a:cubicBezTo>
                <a:cubicBezTo>
                  <a:pt x="14104" y="56583"/>
                  <a:pt x="14123" y="56568"/>
                  <a:pt x="14141" y="56554"/>
                </a:cubicBezTo>
                <a:lnTo>
                  <a:pt x="14141" y="56554"/>
                </a:lnTo>
                <a:cubicBezTo>
                  <a:pt x="14479" y="58712"/>
                  <a:pt x="15690" y="60855"/>
                  <a:pt x="17734" y="62928"/>
                </a:cubicBezTo>
                <a:cubicBezTo>
                  <a:pt x="18028" y="63222"/>
                  <a:pt x="18352" y="63531"/>
                  <a:pt x="18691" y="63855"/>
                </a:cubicBezTo>
                <a:cubicBezTo>
                  <a:pt x="20265" y="65282"/>
                  <a:pt x="21590" y="66621"/>
                  <a:pt x="21928" y="68387"/>
                </a:cubicBezTo>
                <a:cubicBezTo>
                  <a:pt x="22105" y="69241"/>
                  <a:pt x="22075" y="69991"/>
                  <a:pt x="21884" y="70712"/>
                </a:cubicBezTo>
                <a:cubicBezTo>
                  <a:pt x="21634" y="71537"/>
                  <a:pt x="21148" y="72390"/>
                  <a:pt x="20442" y="73141"/>
                </a:cubicBezTo>
                <a:cubicBezTo>
                  <a:pt x="20192" y="73420"/>
                  <a:pt x="19897" y="73715"/>
                  <a:pt x="19559" y="73965"/>
                </a:cubicBezTo>
                <a:cubicBezTo>
                  <a:pt x="18955" y="74480"/>
                  <a:pt x="18293" y="74936"/>
                  <a:pt x="17646" y="75378"/>
                </a:cubicBezTo>
                <a:cubicBezTo>
                  <a:pt x="17204" y="75701"/>
                  <a:pt x="16733" y="76010"/>
                  <a:pt x="16292" y="76364"/>
                </a:cubicBezTo>
                <a:cubicBezTo>
                  <a:pt x="15041" y="77320"/>
                  <a:pt x="13937" y="78439"/>
                  <a:pt x="13010" y="79675"/>
                </a:cubicBezTo>
                <a:cubicBezTo>
                  <a:pt x="12274" y="80661"/>
                  <a:pt x="11730" y="81676"/>
                  <a:pt x="11376" y="82692"/>
                </a:cubicBezTo>
                <a:cubicBezTo>
                  <a:pt x="11185" y="83221"/>
                  <a:pt x="11038" y="83766"/>
                  <a:pt x="10964" y="84310"/>
                </a:cubicBezTo>
                <a:cubicBezTo>
                  <a:pt x="10876" y="84928"/>
                  <a:pt x="10861" y="85591"/>
                  <a:pt x="10920" y="86312"/>
                </a:cubicBezTo>
                <a:cubicBezTo>
                  <a:pt x="11023" y="87872"/>
                  <a:pt x="11435" y="89343"/>
                  <a:pt x="12098" y="90668"/>
                </a:cubicBezTo>
                <a:lnTo>
                  <a:pt x="12142" y="90638"/>
                </a:lnTo>
                <a:cubicBezTo>
                  <a:pt x="11480" y="89329"/>
                  <a:pt x="11082" y="87872"/>
                  <a:pt x="10964" y="86312"/>
                </a:cubicBezTo>
                <a:cubicBezTo>
                  <a:pt x="10920" y="85591"/>
                  <a:pt x="10935" y="84928"/>
                  <a:pt x="11023" y="84325"/>
                </a:cubicBezTo>
                <a:cubicBezTo>
                  <a:pt x="11097" y="83795"/>
                  <a:pt x="11229" y="83251"/>
                  <a:pt x="11406" y="82721"/>
                </a:cubicBezTo>
                <a:cubicBezTo>
                  <a:pt x="11759" y="81735"/>
                  <a:pt x="12318" y="80720"/>
                  <a:pt x="13054" y="79719"/>
                </a:cubicBezTo>
                <a:cubicBezTo>
                  <a:pt x="13967" y="78497"/>
                  <a:pt x="15070" y="77364"/>
                  <a:pt x="16321" y="76408"/>
                </a:cubicBezTo>
                <a:cubicBezTo>
                  <a:pt x="16763" y="76084"/>
                  <a:pt x="17219" y="75745"/>
                  <a:pt x="17660" y="75436"/>
                </a:cubicBezTo>
                <a:cubicBezTo>
                  <a:pt x="18308" y="74995"/>
                  <a:pt x="18970" y="74539"/>
                  <a:pt x="19603" y="74009"/>
                </a:cubicBezTo>
                <a:cubicBezTo>
                  <a:pt x="19927" y="73729"/>
                  <a:pt x="20221" y="73450"/>
                  <a:pt x="20486" y="73155"/>
                </a:cubicBezTo>
                <a:cubicBezTo>
                  <a:pt x="21192" y="72390"/>
                  <a:pt x="21693" y="71537"/>
                  <a:pt x="21928" y="70698"/>
                </a:cubicBezTo>
                <a:cubicBezTo>
                  <a:pt x="22134" y="69977"/>
                  <a:pt x="22178" y="69197"/>
                  <a:pt x="21987" y="68358"/>
                </a:cubicBezTo>
                <a:cubicBezTo>
                  <a:pt x="21634" y="66577"/>
                  <a:pt x="20295" y="65223"/>
                  <a:pt x="18735" y="63781"/>
                </a:cubicBezTo>
                <a:cubicBezTo>
                  <a:pt x="18382" y="63443"/>
                  <a:pt x="18072" y="63148"/>
                  <a:pt x="17778" y="62854"/>
                </a:cubicBezTo>
                <a:cubicBezTo>
                  <a:pt x="15718" y="60794"/>
                  <a:pt x="14508" y="58665"/>
                  <a:pt x="14189" y="56520"/>
                </a:cubicBezTo>
                <a:lnTo>
                  <a:pt x="14189" y="56520"/>
                </a:lnTo>
                <a:cubicBezTo>
                  <a:pt x="14173" y="56531"/>
                  <a:pt x="14157" y="56542"/>
                  <a:pt x="14141" y="56554"/>
                </a:cubicBezTo>
                <a:lnTo>
                  <a:pt x="14141" y="56554"/>
                </a:lnTo>
                <a:cubicBezTo>
                  <a:pt x="14132" y="56495"/>
                  <a:pt x="14123" y="56435"/>
                  <a:pt x="14115" y="56376"/>
                </a:cubicBezTo>
                <a:close/>
                <a:moveTo>
                  <a:pt x="14749" y="55884"/>
                </a:moveTo>
                <a:cubicBezTo>
                  <a:pt x="14723" y="55904"/>
                  <a:pt x="14698" y="55922"/>
                  <a:pt x="14673" y="55937"/>
                </a:cubicBezTo>
                <a:cubicBezTo>
                  <a:pt x="14673" y="56011"/>
                  <a:pt x="14688" y="56084"/>
                  <a:pt x="14688" y="56158"/>
                </a:cubicBezTo>
                <a:cubicBezTo>
                  <a:pt x="14719" y="56142"/>
                  <a:pt x="14749" y="56123"/>
                  <a:pt x="14778" y="56101"/>
                </a:cubicBezTo>
                <a:lnTo>
                  <a:pt x="14778" y="56101"/>
                </a:lnTo>
                <a:cubicBezTo>
                  <a:pt x="15085" y="58202"/>
                  <a:pt x="16269" y="60333"/>
                  <a:pt x="18396" y="62545"/>
                </a:cubicBezTo>
                <a:cubicBezTo>
                  <a:pt x="18720" y="62869"/>
                  <a:pt x="19044" y="63192"/>
                  <a:pt x="19412" y="63531"/>
                </a:cubicBezTo>
                <a:lnTo>
                  <a:pt x="19471" y="63575"/>
                </a:lnTo>
                <a:cubicBezTo>
                  <a:pt x="20883" y="64929"/>
                  <a:pt x="22502" y="66459"/>
                  <a:pt x="22767" y="68446"/>
                </a:cubicBezTo>
                <a:cubicBezTo>
                  <a:pt x="22870" y="69197"/>
                  <a:pt x="22782" y="69977"/>
                  <a:pt x="22502" y="70712"/>
                </a:cubicBezTo>
                <a:cubicBezTo>
                  <a:pt x="22223" y="71507"/>
                  <a:pt x="21707" y="72317"/>
                  <a:pt x="21045" y="73023"/>
                </a:cubicBezTo>
                <a:cubicBezTo>
                  <a:pt x="20810" y="73303"/>
                  <a:pt x="20530" y="73567"/>
                  <a:pt x="20221" y="73832"/>
                </a:cubicBezTo>
                <a:cubicBezTo>
                  <a:pt x="19691" y="74318"/>
                  <a:pt x="19103" y="74774"/>
                  <a:pt x="18529" y="75216"/>
                </a:cubicBezTo>
                <a:cubicBezTo>
                  <a:pt x="18072" y="75569"/>
                  <a:pt x="17616" y="75937"/>
                  <a:pt x="17175" y="76319"/>
                </a:cubicBezTo>
                <a:cubicBezTo>
                  <a:pt x="15953" y="77350"/>
                  <a:pt x="14923" y="78512"/>
                  <a:pt x="14099" y="79778"/>
                </a:cubicBezTo>
                <a:cubicBezTo>
                  <a:pt x="13437" y="80778"/>
                  <a:pt x="12936" y="81809"/>
                  <a:pt x="12613" y="82839"/>
                </a:cubicBezTo>
                <a:cubicBezTo>
                  <a:pt x="12436" y="83354"/>
                  <a:pt x="12318" y="83898"/>
                  <a:pt x="12245" y="84428"/>
                </a:cubicBezTo>
                <a:cubicBezTo>
                  <a:pt x="12142" y="85076"/>
                  <a:pt x="12112" y="85738"/>
                  <a:pt x="12127" y="86400"/>
                </a:cubicBezTo>
                <a:cubicBezTo>
                  <a:pt x="12186" y="87945"/>
                  <a:pt x="12554" y="89402"/>
                  <a:pt x="13216" y="90683"/>
                </a:cubicBezTo>
                <a:lnTo>
                  <a:pt x="13275" y="90653"/>
                </a:lnTo>
                <a:cubicBezTo>
                  <a:pt x="12627" y="89388"/>
                  <a:pt x="12245" y="87916"/>
                  <a:pt x="12186" y="86385"/>
                </a:cubicBezTo>
                <a:cubicBezTo>
                  <a:pt x="12171" y="85723"/>
                  <a:pt x="12201" y="85061"/>
                  <a:pt x="12289" y="84413"/>
                </a:cubicBezTo>
                <a:cubicBezTo>
                  <a:pt x="12362" y="83884"/>
                  <a:pt x="12495" y="83354"/>
                  <a:pt x="12657" y="82839"/>
                </a:cubicBezTo>
                <a:cubicBezTo>
                  <a:pt x="12995" y="81809"/>
                  <a:pt x="13496" y="80793"/>
                  <a:pt x="14128" y="79792"/>
                </a:cubicBezTo>
                <a:cubicBezTo>
                  <a:pt x="14967" y="78542"/>
                  <a:pt x="15997" y="77394"/>
                  <a:pt x="17190" y="76364"/>
                </a:cubicBezTo>
                <a:cubicBezTo>
                  <a:pt x="17631" y="75966"/>
                  <a:pt x="18102" y="75628"/>
                  <a:pt x="18543" y="75275"/>
                </a:cubicBezTo>
                <a:cubicBezTo>
                  <a:pt x="19117" y="74833"/>
                  <a:pt x="19706" y="74392"/>
                  <a:pt x="20236" y="73891"/>
                </a:cubicBezTo>
                <a:cubicBezTo>
                  <a:pt x="20560" y="73612"/>
                  <a:pt x="20824" y="73347"/>
                  <a:pt x="21075" y="73067"/>
                </a:cubicBezTo>
                <a:cubicBezTo>
                  <a:pt x="21737" y="72331"/>
                  <a:pt x="22252" y="71522"/>
                  <a:pt x="22517" y="70727"/>
                </a:cubicBezTo>
                <a:cubicBezTo>
                  <a:pt x="22796" y="69977"/>
                  <a:pt x="22870" y="69197"/>
                  <a:pt x="22782" y="68431"/>
                </a:cubicBezTo>
                <a:cubicBezTo>
                  <a:pt x="22502" y="66430"/>
                  <a:pt x="20883" y="64885"/>
                  <a:pt x="19471" y="63516"/>
                </a:cubicBezTo>
                <a:lnTo>
                  <a:pt x="19412" y="63487"/>
                </a:lnTo>
                <a:cubicBezTo>
                  <a:pt x="19044" y="63134"/>
                  <a:pt x="18720" y="62795"/>
                  <a:pt x="18426" y="62486"/>
                </a:cubicBezTo>
                <a:cubicBezTo>
                  <a:pt x="16309" y="60285"/>
                  <a:pt x="15113" y="58178"/>
                  <a:pt x="14810" y="56076"/>
                </a:cubicBezTo>
                <a:lnTo>
                  <a:pt x="14810" y="56076"/>
                </a:lnTo>
                <a:cubicBezTo>
                  <a:pt x="14799" y="56085"/>
                  <a:pt x="14789" y="56093"/>
                  <a:pt x="14778" y="56101"/>
                </a:cubicBezTo>
                <a:lnTo>
                  <a:pt x="14778" y="56101"/>
                </a:lnTo>
                <a:cubicBezTo>
                  <a:pt x="14767" y="56029"/>
                  <a:pt x="14757" y="55956"/>
                  <a:pt x="14749" y="55884"/>
                </a:cubicBezTo>
                <a:close/>
                <a:moveTo>
                  <a:pt x="15004" y="55684"/>
                </a:moveTo>
                <a:lnTo>
                  <a:pt x="15004" y="55684"/>
                </a:lnTo>
                <a:cubicBezTo>
                  <a:pt x="14996" y="55690"/>
                  <a:pt x="14989" y="55696"/>
                  <a:pt x="14982" y="55702"/>
                </a:cubicBezTo>
                <a:cubicBezTo>
                  <a:pt x="14982" y="55775"/>
                  <a:pt x="14997" y="55849"/>
                  <a:pt x="14997" y="55923"/>
                </a:cubicBezTo>
                <a:cubicBezTo>
                  <a:pt x="15009" y="55913"/>
                  <a:pt x="15021" y="55903"/>
                  <a:pt x="15033" y="55892"/>
                </a:cubicBezTo>
                <a:lnTo>
                  <a:pt x="15033" y="55892"/>
                </a:lnTo>
                <a:cubicBezTo>
                  <a:pt x="15513" y="58972"/>
                  <a:pt x="17860" y="61595"/>
                  <a:pt x="19706" y="63384"/>
                </a:cubicBezTo>
                <a:lnTo>
                  <a:pt x="19853" y="63531"/>
                </a:lnTo>
                <a:cubicBezTo>
                  <a:pt x="21340" y="64988"/>
                  <a:pt x="22885" y="66474"/>
                  <a:pt x="23091" y="68490"/>
                </a:cubicBezTo>
                <a:cubicBezTo>
                  <a:pt x="23297" y="70448"/>
                  <a:pt x="22061" y="72140"/>
                  <a:pt x="21310" y="72994"/>
                </a:cubicBezTo>
                <a:cubicBezTo>
                  <a:pt x="20589" y="73788"/>
                  <a:pt x="19765" y="74465"/>
                  <a:pt x="18941" y="75142"/>
                </a:cubicBezTo>
                <a:cubicBezTo>
                  <a:pt x="18470" y="75525"/>
                  <a:pt x="17999" y="75922"/>
                  <a:pt x="17557" y="76319"/>
                </a:cubicBezTo>
                <a:cubicBezTo>
                  <a:pt x="15424" y="78247"/>
                  <a:pt x="13908" y="80514"/>
                  <a:pt x="13172" y="82912"/>
                </a:cubicBezTo>
                <a:cubicBezTo>
                  <a:pt x="12348" y="85591"/>
                  <a:pt x="12554" y="88431"/>
                  <a:pt x="13731" y="90683"/>
                </a:cubicBezTo>
                <a:lnTo>
                  <a:pt x="13790" y="90653"/>
                </a:lnTo>
                <a:cubicBezTo>
                  <a:pt x="12627" y="88402"/>
                  <a:pt x="12421" y="85576"/>
                  <a:pt x="13231" y="82912"/>
                </a:cubicBezTo>
                <a:cubicBezTo>
                  <a:pt x="13952" y="80528"/>
                  <a:pt x="15453" y="78277"/>
                  <a:pt x="17587" y="76364"/>
                </a:cubicBezTo>
                <a:cubicBezTo>
                  <a:pt x="18028" y="75952"/>
                  <a:pt x="18514" y="75569"/>
                  <a:pt x="18970" y="75186"/>
                </a:cubicBezTo>
                <a:cubicBezTo>
                  <a:pt x="19780" y="74524"/>
                  <a:pt x="20633" y="73818"/>
                  <a:pt x="21340" y="73023"/>
                </a:cubicBezTo>
                <a:cubicBezTo>
                  <a:pt x="22105" y="72184"/>
                  <a:pt x="23356" y="70477"/>
                  <a:pt x="23150" y="68490"/>
                </a:cubicBezTo>
                <a:cubicBezTo>
                  <a:pt x="22944" y="66459"/>
                  <a:pt x="21310" y="64885"/>
                  <a:pt x="19897" y="63501"/>
                </a:cubicBezTo>
                <a:lnTo>
                  <a:pt x="19750" y="63354"/>
                </a:lnTo>
                <a:cubicBezTo>
                  <a:pt x="17903" y="61565"/>
                  <a:pt x="15541" y="58939"/>
                  <a:pt x="15089" y="55844"/>
                </a:cubicBezTo>
                <a:lnTo>
                  <a:pt x="15089" y="55844"/>
                </a:lnTo>
                <a:cubicBezTo>
                  <a:pt x="15070" y="55860"/>
                  <a:pt x="15052" y="55877"/>
                  <a:pt x="15033" y="55892"/>
                </a:cubicBezTo>
                <a:lnTo>
                  <a:pt x="15033" y="55892"/>
                </a:lnTo>
                <a:cubicBezTo>
                  <a:pt x="15022" y="55823"/>
                  <a:pt x="15013" y="55754"/>
                  <a:pt x="15004" y="55684"/>
                </a:cubicBezTo>
                <a:close/>
              </a:path>
            </a:pathLst>
          </a:custGeom>
          <a:gradFill>
            <a:gsLst>
              <a:gs pos="0">
                <a:schemeClr val="accent1"/>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7"/>
          <p:cNvSpPr/>
          <p:nvPr/>
        </p:nvSpPr>
        <p:spPr>
          <a:xfrm flipH="1" rot="10800000">
            <a:off x="7456380" y="397693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7"/>
          <p:cNvSpPr/>
          <p:nvPr/>
        </p:nvSpPr>
        <p:spPr>
          <a:xfrm flipH="1" rot="10800000">
            <a:off x="1700093" y="30113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7"/>
          <p:cNvSpPr/>
          <p:nvPr/>
        </p:nvSpPr>
        <p:spPr>
          <a:xfrm flipH="1" rot="10800000">
            <a:off x="1137332" y="3831755"/>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7"/>
          <p:cNvSpPr/>
          <p:nvPr/>
        </p:nvSpPr>
        <p:spPr>
          <a:xfrm flipH="1" rot="10800000">
            <a:off x="7356626" y="683433"/>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6">
    <p:spTree>
      <p:nvGrpSpPr>
        <p:cNvPr id="749" name="Shape 749"/>
        <p:cNvGrpSpPr/>
        <p:nvPr/>
      </p:nvGrpSpPr>
      <p:grpSpPr>
        <a:xfrm>
          <a:off x="0" y="0"/>
          <a:ext cx="0" cy="0"/>
          <a:chOff x="0" y="0"/>
          <a:chExt cx="0" cy="0"/>
        </a:xfrm>
      </p:grpSpPr>
      <p:sp>
        <p:nvSpPr>
          <p:cNvPr id="750" name="Google Shape;750;p28"/>
          <p:cNvSpPr txBox="1"/>
          <p:nvPr>
            <p:ph type="title"/>
          </p:nvPr>
        </p:nvSpPr>
        <p:spPr>
          <a:xfrm>
            <a:off x="732300" y="1396700"/>
            <a:ext cx="3174000" cy="16491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51" name="Google Shape;751;p28"/>
          <p:cNvSpPr txBox="1"/>
          <p:nvPr>
            <p:ph idx="1" type="subTitle"/>
          </p:nvPr>
        </p:nvSpPr>
        <p:spPr>
          <a:xfrm>
            <a:off x="732300" y="2893413"/>
            <a:ext cx="3174000" cy="9552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400">
                <a:solidFill>
                  <a:schemeClr val="dk1"/>
                </a:solidFill>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752" name="Google Shape;752;p28"/>
          <p:cNvSpPr/>
          <p:nvPr/>
        </p:nvSpPr>
        <p:spPr>
          <a:xfrm rot="2700000">
            <a:off x="5048247" y="-977477"/>
            <a:ext cx="2525987" cy="8088741"/>
          </a:xfrm>
          <a:custGeom>
            <a:rect b="b" l="l" r="r" t="t"/>
            <a:pathLst>
              <a:path extrusionOk="0" h="90683" w="28320">
                <a:moveTo>
                  <a:pt x="25887" y="280"/>
                </a:moveTo>
                <a:lnTo>
                  <a:pt x="25843" y="309"/>
                </a:lnTo>
                <a:cubicBezTo>
                  <a:pt x="26608" y="1913"/>
                  <a:pt x="27270" y="3576"/>
                  <a:pt x="27844" y="5239"/>
                </a:cubicBezTo>
                <a:cubicBezTo>
                  <a:pt x="27985" y="5653"/>
                  <a:pt x="28126" y="6081"/>
                  <a:pt x="28214" y="6518"/>
                </a:cubicBezTo>
                <a:lnTo>
                  <a:pt x="28214" y="6518"/>
                </a:lnTo>
                <a:cubicBezTo>
                  <a:pt x="28174" y="6090"/>
                  <a:pt x="28038" y="5647"/>
                  <a:pt x="27903" y="5225"/>
                </a:cubicBezTo>
                <a:cubicBezTo>
                  <a:pt x="27329" y="3547"/>
                  <a:pt x="26652" y="1869"/>
                  <a:pt x="25887" y="280"/>
                </a:cubicBezTo>
                <a:close/>
                <a:moveTo>
                  <a:pt x="13138" y="23081"/>
                </a:moveTo>
                <a:cubicBezTo>
                  <a:pt x="13154" y="23094"/>
                  <a:pt x="13170" y="23107"/>
                  <a:pt x="13187" y="23120"/>
                </a:cubicBezTo>
                <a:cubicBezTo>
                  <a:pt x="14099" y="23885"/>
                  <a:pt x="15217" y="24326"/>
                  <a:pt x="16100" y="24636"/>
                </a:cubicBezTo>
                <a:cubicBezTo>
                  <a:pt x="16233" y="24694"/>
                  <a:pt x="16380" y="24724"/>
                  <a:pt x="16513" y="24783"/>
                </a:cubicBezTo>
                <a:cubicBezTo>
                  <a:pt x="17478" y="25123"/>
                  <a:pt x="18494" y="25463"/>
                  <a:pt x="19235" y="26151"/>
                </a:cubicBezTo>
                <a:lnTo>
                  <a:pt x="19235" y="26151"/>
                </a:lnTo>
                <a:cubicBezTo>
                  <a:pt x="18455" y="25342"/>
                  <a:pt x="17351" y="24959"/>
                  <a:pt x="16292" y="24591"/>
                </a:cubicBezTo>
                <a:cubicBezTo>
                  <a:pt x="16159" y="24533"/>
                  <a:pt x="16012" y="24503"/>
                  <a:pt x="15880" y="24444"/>
                </a:cubicBezTo>
                <a:cubicBezTo>
                  <a:pt x="15047" y="24153"/>
                  <a:pt x="14018" y="23744"/>
                  <a:pt x="13138" y="23081"/>
                </a:cubicBezTo>
                <a:close/>
                <a:moveTo>
                  <a:pt x="25357" y="280"/>
                </a:moveTo>
                <a:lnTo>
                  <a:pt x="25298" y="309"/>
                </a:lnTo>
                <a:cubicBezTo>
                  <a:pt x="26064" y="1899"/>
                  <a:pt x="26726" y="3532"/>
                  <a:pt x="27270" y="5210"/>
                </a:cubicBezTo>
                <a:cubicBezTo>
                  <a:pt x="27506" y="5931"/>
                  <a:pt x="27727" y="6711"/>
                  <a:pt x="27697" y="7491"/>
                </a:cubicBezTo>
                <a:cubicBezTo>
                  <a:pt x="27653" y="8109"/>
                  <a:pt x="27476" y="8727"/>
                  <a:pt x="27123" y="9316"/>
                </a:cubicBezTo>
                <a:cubicBezTo>
                  <a:pt x="26549" y="10272"/>
                  <a:pt x="25563" y="11170"/>
                  <a:pt x="24165" y="11979"/>
                </a:cubicBezTo>
                <a:cubicBezTo>
                  <a:pt x="22658" y="12845"/>
                  <a:pt x="21058" y="13577"/>
                  <a:pt x="19391" y="14090"/>
                </a:cubicBezTo>
                <a:lnTo>
                  <a:pt x="19391" y="14090"/>
                </a:lnTo>
                <a:cubicBezTo>
                  <a:pt x="20000" y="13918"/>
                  <a:pt x="20603" y="13718"/>
                  <a:pt x="21196" y="13495"/>
                </a:cubicBezTo>
                <a:lnTo>
                  <a:pt x="21196" y="13495"/>
                </a:lnTo>
                <a:cubicBezTo>
                  <a:pt x="20526" y="13767"/>
                  <a:pt x="19842" y="14008"/>
                  <a:pt x="19147" y="14216"/>
                </a:cubicBezTo>
                <a:cubicBezTo>
                  <a:pt x="18705" y="14349"/>
                  <a:pt x="18264" y="14481"/>
                  <a:pt x="17822" y="14584"/>
                </a:cubicBezTo>
                <a:cubicBezTo>
                  <a:pt x="16513" y="14923"/>
                  <a:pt x="15188" y="15291"/>
                  <a:pt x="14011" y="15953"/>
                </a:cubicBezTo>
                <a:cubicBezTo>
                  <a:pt x="13525" y="16203"/>
                  <a:pt x="13113" y="16542"/>
                  <a:pt x="12716" y="16909"/>
                </a:cubicBezTo>
                <a:cubicBezTo>
                  <a:pt x="11946" y="17679"/>
                  <a:pt x="11481" y="18538"/>
                  <a:pt x="11337" y="19408"/>
                </a:cubicBezTo>
                <a:lnTo>
                  <a:pt x="11337" y="19408"/>
                </a:lnTo>
                <a:cubicBezTo>
                  <a:pt x="11408" y="18856"/>
                  <a:pt x="11611" y="18330"/>
                  <a:pt x="11901" y="17850"/>
                </a:cubicBezTo>
                <a:lnTo>
                  <a:pt x="11901" y="17850"/>
                </a:lnTo>
                <a:cubicBezTo>
                  <a:pt x="11392" y="18637"/>
                  <a:pt x="11161" y="19484"/>
                  <a:pt x="11244" y="20324"/>
                </a:cubicBezTo>
                <a:cubicBezTo>
                  <a:pt x="11376" y="21560"/>
                  <a:pt x="12171" y="22502"/>
                  <a:pt x="12819" y="23090"/>
                </a:cubicBezTo>
                <a:cubicBezTo>
                  <a:pt x="13437" y="23635"/>
                  <a:pt x="14217" y="24135"/>
                  <a:pt x="15203" y="24562"/>
                </a:cubicBezTo>
                <a:cubicBezTo>
                  <a:pt x="15394" y="24636"/>
                  <a:pt x="15585" y="24724"/>
                  <a:pt x="15806" y="24812"/>
                </a:cubicBezTo>
                <a:lnTo>
                  <a:pt x="15953" y="24871"/>
                </a:lnTo>
                <a:cubicBezTo>
                  <a:pt x="17131" y="25357"/>
                  <a:pt x="18337" y="25842"/>
                  <a:pt x="19147" y="26784"/>
                </a:cubicBezTo>
                <a:cubicBezTo>
                  <a:pt x="19844" y="27606"/>
                  <a:pt x="20131" y="28754"/>
                  <a:pt x="19917" y="29766"/>
                </a:cubicBezTo>
                <a:lnTo>
                  <a:pt x="19917" y="29766"/>
                </a:lnTo>
                <a:cubicBezTo>
                  <a:pt x="19960" y="29653"/>
                  <a:pt x="19997" y="29537"/>
                  <a:pt x="20028" y="29419"/>
                </a:cubicBezTo>
                <a:lnTo>
                  <a:pt x="20028" y="29419"/>
                </a:lnTo>
                <a:cubicBezTo>
                  <a:pt x="20120" y="28476"/>
                  <a:pt x="19820" y="27479"/>
                  <a:pt x="19176" y="26725"/>
                </a:cubicBezTo>
                <a:cubicBezTo>
                  <a:pt x="18367" y="25769"/>
                  <a:pt x="17131" y="25283"/>
                  <a:pt x="15953" y="24797"/>
                </a:cubicBezTo>
                <a:lnTo>
                  <a:pt x="15806" y="24739"/>
                </a:lnTo>
                <a:cubicBezTo>
                  <a:pt x="15585" y="24650"/>
                  <a:pt x="15394" y="24577"/>
                  <a:pt x="15203" y="24488"/>
                </a:cubicBezTo>
                <a:cubicBezTo>
                  <a:pt x="14231" y="24062"/>
                  <a:pt x="13452" y="23591"/>
                  <a:pt x="12833" y="23017"/>
                </a:cubicBezTo>
                <a:cubicBezTo>
                  <a:pt x="12201" y="22443"/>
                  <a:pt x="11421" y="21501"/>
                  <a:pt x="11303" y="20294"/>
                </a:cubicBezTo>
                <a:cubicBezTo>
                  <a:pt x="11277" y="20000"/>
                  <a:pt x="11288" y="19703"/>
                  <a:pt x="11337" y="19408"/>
                </a:cubicBezTo>
                <a:lnTo>
                  <a:pt x="11337" y="19408"/>
                </a:lnTo>
                <a:cubicBezTo>
                  <a:pt x="11303" y="19673"/>
                  <a:pt x="11300" y="19945"/>
                  <a:pt x="11332" y="20221"/>
                </a:cubicBezTo>
                <a:cubicBezTo>
                  <a:pt x="11465" y="21207"/>
                  <a:pt x="12053" y="22207"/>
                  <a:pt x="12981" y="22958"/>
                </a:cubicBezTo>
                <a:cubicBezTo>
                  <a:pt x="13033" y="23000"/>
                  <a:pt x="13085" y="23041"/>
                  <a:pt x="13138" y="23081"/>
                </a:cubicBezTo>
                <a:lnTo>
                  <a:pt x="13138" y="23081"/>
                </a:lnTo>
                <a:cubicBezTo>
                  <a:pt x="12224" y="22334"/>
                  <a:pt x="11639" y="21337"/>
                  <a:pt x="11524" y="20353"/>
                </a:cubicBezTo>
                <a:cubicBezTo>
                  <a:pt x="11303" y="18455"/>
                  <a:pt x="12760" y="16748"/>
                  <a:pt x="14290" y="15879"/>
                </a:cubicBezTo>
                <a:cubicBezTo>
                  <a:pt x="15497" y="15202"/>
                  <a:pt x="16880" y="14849"/>
                  <a:pt x="18205" y="14511"/>
                </a:cubicBezTo>
                <a:cubicBezTo>
                  <a:pt x="18646" y="14408"/>
                  <a:pt x="19103" y="14290"/>
                  <a:pt x="19544" y="14172"/>
                </a:cubicBezTo>
                <a:cubicBezTo>
                  <a:pt x="21325" y="13672"/>
                  <a:pt x="23061" y="12951"/>
                  <a:pt x="24680" y="12038"/>
                </a:cubicBezTo>
                <a:cubicBezTo>
                  <a:pt x="26284" y="11126"/>
                  <a:pt x="28212" y="9610"/>
                  <a:pt x="28300" y="7550"/>
                </a:cubicBezTo>
                <a:cubicBezTo>
                  <a:pt x="28320" y="7202"/>
                  <a:pt x="28283" y="6857"/>
                  <a:pt x="28214" y="6518"/>
                </a:cubicBezTo>
                <a:lnTo>
                  <a:pt x="28214" y="6518"/>
                </a:lnTo>
                <a:cubicBezTo>
                  <a:pt x="28244" y="6835"/>
                  <a:pt x="28222" y="7144"/>
                  <a:pt x="28109" y="7432"/>
                </a:cubicBezTo>
                <a:cubicBezTo>
                  <a:pt x="28021" y="9551"/>
                  <a:pt x="26078" y="11067"/>
                  <a:pt x="24459" y="11979"/>
                </a:cubicBezTo>
                <a:cubicBezTo>
                  <a:pt x="23415" y="12558"/>
                  <a:pt x="22322" y="13070"/>
                  <a:pt x="21196" y="13495"/>
                </a:cubicBezTo>
                <a:lnTo>
                  <a:pt x="21196" y="13495"/>
                </a:lnTo>
                <a:cubicBezTo>
                  <a:pt x="22227" y="13075"/>
                  <a:pt x="23225" y="12580"/>
                  <a:pt x="24180" y="12009"/>
                </a:cubicBezTo>
                <a:cubicBezTo>
                  <a:pt x="25578" y="11185"/>
                  <a:pt x="26593" y="10287"/>
                  <a:pt x="27167" y="9330"/>
                </a:cubicBezTo>
                <a:cubicBezTo>
                  <a:pt x="27535" y="8742"/>
                  <a:pt x="27712" y="8109"/>
                  <a:pt x="27756" y="7491"/>
                </a:cubicBezTo>
                <a:cubicBezTo>
                  <a:pt x="27785" y="6696"/>
                  <a:pt x="27565" y="5902"/>
                  <a:pt x="27329" y="5195"/>
                </a:cubicBezTo>
                <a:cubicBezTo>
                  <a:pt x="26770" y="3518"/>
                  <a:pt x="26108" y="1855"/>
                  <a:pt x="25357" y="280"/>
                </a:cubicBezTo>
                <a:close/>
                <a:moveTo>
                  <a:pt x="24886" y="236"/>
                </a:moveTo>
                <a:lnTo>
                  <a:pt x="24827" y="280"/>
                </a:lnTo>
                <a:cubicBezTo>
                  <a:pt x="25578" y="1825"/>
                  <a:pt x="26225" y="3459"/>
                  <a:pt x="26741" y="5151"/>
                </a:cubicBezTo>
                <a:cubicBezTo>
                  <a:pt x="26961" y="5872"/>
                  <a:pt x="27182" y="6637"/>
                  <a:pt x="27138" y="7417"/>
                </a:cubicBezTo>
                <a:cubicBezTo>
                  <a:pt x="27108" y="8021"/>
                  <a:pt x="26917" y="8624"/>
                  <a:pt x="26579" y="9213"/>
                </a:cubicBezTo>
                <a:cubicBezTo>
                  <a:pt x="26019" y="10169"/>
                  <a:pt x="25048" y="11082"/>
                  <a:pt x="23679" y="11906"/>
                </a:cubicBezTo>
                <a:cubicBezTo>
                  <a:pt x="22120" y="12862"/>
                  <a:pt x="20471" y="13613"/>
                  <a:pt x="18749" y="14172"/>
                </a:cubicBezTo>
                <a:cubicBezTo>
                  <a:pt x="18308" y="14319"/>
                  <a:pt x="17852" y="14437"/>
                  <a:pt x="17410" y="14570"/>
                </a:cubicBezTo>
                <a:cubicBezTo>
                  <a:pt x="17061" y="14668"/>
                  <a:pt x="16710" y="14768"/>
                  <a:pt x="16360" y="14875"/>
                </a:cubicBezTo>
                <a:lnTo>
                  <a:pt x="16360" y="14875"/>
                </a:lnTo>
                <a:cubicBezTo>
                  <a:pt x="16890" y="14720"/>
                  <a:pt x="17426" y="14587"/>
                  <a:pt x="17955" y="14452"/>
                </a:cubicBezTo>
                <a:cubicBezTo>
                  <a:pt x="18032" y="14434"/>
                  <a:pt x="18109" y="14415"/>
                  <a:pt x="18188" y="14397"/>
                </a:cubicBezTo>
                <a:lnTo>
                  <a:pt x="18188" y="14397"/>
                </a:lnTo>
                <a:cubicBezTo>
                  <a:pt x="17924" y="14476"/>
                  <a:pt x="17665" y="14552"/>
                  <a:pt x="17410" y="14628"/>
                </a:cubicBezTo>
                <a:cubicBezTo>
                  <a:pt x="16159" y="14982"/>
                  <a:pt x="14879" y="15349"/>
                  <a:pt x="13731" y="16012"/>
                </a:cubicBezTo>
                <a:cubicBezTo>
                  <a:pt x="13692" y="16033"/>
                  <a:pt x="13652" y="16056"/>
                  <a:pt x="13613" y="16079"/>
                </a:cubicBezTo>
                <a:lnTo>
                  <a:pt x="13613" y="16079"/>
                </a:lnTo>
                <a:cubicBezTo>
                  <a:pt x="13759" y="15980"/>
                  <a:pt x="13907" y="15889"/>
                  <a:pt x="14055" y="15806"/>
                </a:cubicBezTo>
                <a:cubicBezTo>
                  <a:pt x="14354" y="15634"/>
                  <a:pt x="14662" y="15486"/>
                  <a:pt x="14978" y="15354"/>
                </a:cubicBezTo>
                <a:lnTo>
                  <a:pt x="14978" y="15354"/>
                </a:lnTo>
                <a:cubicBezTo>
                  <a:pt x="14551" y="15525"/>
                  <a:pt x="14133" y="15721"/>
                  <a:pt x="13731" y="15953"/>
                </a:cubicBezTo>
                <a:cubicBezTo>
                  <a:pt x="13275" y="16232"/>
                  <a:pt x="12848" y="16542"/>
                  <a:pt x="12466" y="16924"/>
                </a:cubicBezTo>
                <a:cubicBezTo>
                  <a:pt x="11435" y="17940"/>
                  <a:pt x="10920" y="19132"/>
                  <a:pt x="11023" y="20294"/>
                </a:cubicBezTo>
                <a:cubicBezTo>
                  <a:pt x="11097" y="21207"/>
                  <a:pt x="11597" y="22134"/>
                  <a:pt x="12480" y="23031"/>
                </a:cubicBezTo>
                <a:cubicBezTo>
                  <a:pt x="13113" y="23664"/>
                  <a:pt x="13922" y="24209"/>
                  <a:pt x="14923" y="24694"/>
                </a:cubicBezTo>
                <a:cubicBezTo>
                  <a:pt x="15114" y="24783"/>
                  <a:pt x="15321" y="24871"/>
                  <a:pt x="15556" y="24989"/>
                </a:cubicBezTo>
                <a:cubicBezTo>
                  <a:pt x="16910" y="25607"/>
                  <a:pt x="18087" y="26210"/>
                  <a:pt x="18897" y="27240"/>
                </a:cubicBezTo>
                <a:cubicBezTo>
                  <a:pt x="19635" y="28184"/>
                  <a:pt x="19878" y="29407"/>
                  <a:pt x="19555" y="30449"/>
                </a:cubicBezTo>
                <a:lnTo>
                  <a:pt x="19555" y="30449"/>
                </a:lnTo>
                <a:cubicBezTo>
                  <a:pt x="19566" y="30432"/>
                  <a:pt x="19576" y="30416"/>
                  <a:pt x="19587" y="30399"/>
                </a:cubicBezTo>
                <a:lnTo>
                  <a:pt x="19587" y="30399"/>
                </a:lnTo>
                <a:cubicBezTo>
                  <a:pt x="19883" y="29355"/>
                  <a:pt x="19637" y="28135"/>
                  <a:pt x="18926" y="27196"/>
                </a:cubicBezTo>
                <a:cubicBezTo>
                  <a:pt x="18117" y="26137"/>
                  <a:pt x="16910" y="25533"/>
                  <a:pt x="15556" y="24915"/>
                </a:cubicBezTo>
                <a:cubicBezTo>
                  <a:pt x="15321" y="24797"/>
                  <a:pt x="15114" y="24709"/>
                  <a:pt x="14923" y="24621"/>
                </a:cubicBezTo>
                <a:cubicBezTo>
                  <a:pt x="13937" y="24135"/>
                  <a:pt x="13128" y="23591"/>
                  <a:pt x="12495" y="22973"/>
                </a:cubicBezTo>
                <a:cubicBezTo>
                  <a:pt x="11612" y="22090"/>
                  <a:pt x="11141" y="21192"/>
                  <a:pt x="11067" y="20294"/>
                </a:cubicBezTo>
                <a:cubicBezTo>
                  <a:pt x="10979" y="19146"/>
                  <a:pt x="11465" y="17969"/>
                  <a:pt x="12480" y="16968"/>
                </a:cubicBezTo>
                <a:cubicBezTo>
                  <a:pt x="12816" y="16632"/>
                  <a:pt x="13201" y="16321"/>
                  <a:pt x="13613" y="16079"/>
                </a:cubicBezTo>
                <a:lnTo>
                  <a:pt x="13613" y="16079"/>
                </a:lnTo>
                <a:cubicBezTo>
                  <a:pt x="12949" y="16530"/>
                  <a:pt x="12330" y="17140"/>
                  <a:pt x="11901" y="17850"/>
                </a:cubicBezTo>
                <a:lnTo>
                  <a:pt x="11901" y="17850"/>
                </a:lnTo>
                <a:cubicBezTo>
                  <a:pt x="12115" y="17520"/>
                  <a:pt x="12377" y="17199"/>
                  <a:pt x="12686" y="16895"/>
                </a:cubicBezTo>
                <a:cubicBezTo>
                  <a:pt x="13069" y="16497"/>
                  <a:pt x="13496" y="16188"/>
                  <a:pt x="13967" y="15909"/>
                </a:cubicBezTo>
                <a:cubicBezTo>
                  <a:pt x="15173" y="15232"/>
                  <a:pt x="16513" y="14879"/>
                  <a:pt x="17793" y="14540"/>
                </a:cubicBezTo>
                <a:cubicBezTo>
                  <a:pt x="18234" y="14422"/>
                  <a:pt x="18676" y="14290"/>
                  <a:pt x="19117" y="14172"/>
                </a:cubicBezTo>
                <a:cubicBezTo>
                  <a:pt x="19209" y="14146"/>
                  <a:pt x="19300" y="14118"/>
                  <a:pt x="19391" y="14090"/>
                </a:cubicBezTo>
                <a:lnTo>
                  <a:pt x="19391" y="14090"/>
                </a:lnTo>
                <a:cubicBezTo>
                  <a:pt x="19364" y="14098"/>
                  <a:pt x="19336" y="14106"/>
                  <a:pt x="19309" y="14113"/>
                </a:cubicBezTo>
                <a:cubicBezTo>
                  <a:pt x="18944" y="14211"/>
                  <a:pt x="18559" y="14308"/>
                  <a:pt x="18188" y="14397"/>
                </a:cubicBezTo>
                <a:lnTo>
                  <a:pt x="18188" y="14397"/>
                </a:lnTo>
                <a:cubicBezTo>
                  <a:pt x="18382" y="14338"/>
                  <a:pt x="18579" y="14279"/>
                  <a:pt x="18779" y="14216"/>
                </a:cubicBezTo>
                <a:cubicBezTo>
                  <a:pt x="20501" y="13672"/>
                  <a:pt x="22164" y="12921"/>
                  <a:pt x="23724" y="11965"/>
                </a:cubicBezTo>
                <a:cubicBezTo>
                  <a:pt x="25078" y="11111"/>
                  <a:pt x="26064" y="10213"/>
                  <a:pt x="26623" y="9257"/>
                </a:cubicBezTo>
                <a:cubicBezTo>
                  <a:pt x="26976" y="8668"/>
                  <a:pt x="27182" y="8035"/>
                  <a:pt x="27197" y="7417"/>
                </a:cubicBezTo>
                <a:cubicBezTo>
                  <a:pt x="27241" y="6623"/>
                  <a:pt x="27035" y="5857"/>
                  <a:pt x="26799" y="5122"/>
                </a:cubicBezTo>
                <a:cubicBezTo>
                  <a:pt x="26255" y="3444"/>
                  <a:pt x="25622" y="1810"/>
                  <a:pt x="24886" y="236"/>
                </a:cubicBezTo>
                <a:close/>
                <a:moveTo>
                  <a:pt x="19235" y="26151"/>
                </a:moveTo>
                <a:lnTo>
                  <a:pt x="19235" y="26151"/>
                </a:lnTo>
                <a:cubicBezTo>
                  <a:pt x="19235" y="26151"/>
                  <a:pt x="19235" y="26151"/>
                  <a:pt x="19235" y="26151"/>
                </a:cubicBezTo>
                <a:cubicBezTo>
                  <a:pt x="20024" y="26992"/>
                  <a:pt x="20319" y="28291"/>
                  <a:pt x="20028" y="29419"/>
                </a:cubicBezTo>
                <a:lnTo>
                  <a:pt x="20028" y="29419"/>
                </a:lnTo>
                <a:cubicBezTo>
                  <a:pt x="19997" y="29727"/>
                  <a:pt x="19925" y="30030"/>
                  <a:pt x="19809" y="30316"/>
                </a:cubicBezTo>
                <a:cubicBezTo>
                  <a:pt x="19750" y="30463"/>
                  <a:pt x="19691" y="30581"/>
                  <a:pt x="19618" y="30699"/>
                </a:cubicBezTo>
                <a:cubicBezTo>
                  <a:pt x="19809" y="30463"/>
                  <a:pt x="19956" y="30213"/>
                  <a:pt x="20074" y="29919"/>
                </a:cubicBezTo>
                <a:cubicBezTo>
                  <a:pt x="20560" y="28741"/>
                  <a:pt x="20295" y="27270"/>
                  <a:pt x="19412" y="26328"/>
                </a:cubicBezTo>
                <a:cubicBezTo>
                  <a:pt x="19355" y="26266"/>
                  <a:pt x="19296" y="26207"/>
                  <a:pt x="19235" y="26151"/>
                </a:cubicBezTo>
                <a:close/>
                <a:moveTo>
                  <a:pt x="24386" y="236"/>
                </a:moveTo>
                <a:lnTo>
                  <a:pt x="24327" y="280"/>
                </a:lnTo>
                <a:cubicBezTo>
                  <a:pt x="25063" y="1810"/>
                  <a:pt x="25710" y="3444"/>
                  <a:pt x="26211" y="5122"/>
                </a:cubicBezTo>
                <a:cubicBezTo>
                  <a:pt x="26402" y="5799"/>
                  <a:pt x="26623" y="6593"/>
                  <a:pt x="26579" y="7359"/>
                </a:cubicBezTo>
                <a:cubicBezTo>
                  <a:pt x="26534" y="7962"/>
                  <a:pt x="26358" y="8580"/>
                  <a:pt x="26019" y="9139"/>
                </a:cubicBezTo>
                <a:cubicBezTo>
                  <a:pt x="25475" y="10096"/>
                  <a:pt x="24533" y="11008"/>
                  <a:pt x="23223" y="11847"/>
                </a:cubicBezTo>
                <a:cubicBezTo>
                  <a:pt x="21693" y="12818"/>
                  <a:pt x="20074" y="13613"/>
                  <a:pt x="18411" y="14187"/>
                </a:cubicBezTo>
                <a:cubicBezTo>
                  <a:pt x="17969" y="14334"/>
                  <a:pt x="17499" y="14481"/>
                  <a:pt x="17042" y="14614"/>
                </a:cubicBezTo>
                <a:cubicBezTo>
                  <a:pt x="15836" y="14982"/>
                  <a:pt x="14585" y="15349"/>
                  <a:pt x="13481" y="16012"/>
                </a:cubicBezTo>
                <a:cubicBezTo>
                  <a:pt x="13010" y="16277"/>
                  <a:pt x="12598" y="16600"/>
                  <a:pt x="12230" y="16968"/>
                </a:cubicBezTo>
                <a:cubicBezTo>
                  <a:pt x="11215" y="17954"/>
                  <a:pt x="10700" y="19132"/>
                  <a:pt x="10788" y="20279"/>
                </a:cubicBezTo>
                <a:cubicBezTo>
                  <a:pt x="10847" y="21162"/>
                  <a:pt x="11288" y="22045"/>
                  <a:pt x="12156" y="22973"/>
                </a:cubicBezTo>
                <a:cubicBezTo>
                  <a:pt x="12775" y="23664"/>
                  <a:pt x="13599" y="24282"/>
                  <a:pt x="14629" y="24812"/>
                </a:cubicBezTo>
                <a:cubicBezTo>
                  <a:pt x="14850" y="24930"/>
                  <a:pt x="15056" y="25033"/>
                  <a:pt x="15276" y="25151"/>
                </a:cubicBezTo>
                <a:cubicBezTo>
                  <a:pt x="16748" y="25901"/>
                  <a:pt x="17866" y="26622"/>
                  <a:pt x="18646" y="27711"/>
                </a:cubicBezTo>
                <a:cubicBezTo>
                  <a:pt x="19330" y="28668"/>
                  <a:pt x="19556" y="29841"/>
                  <a:pt x="19255" y="30840"/>
                </a:cubicBezTo>
                <a:lnTo>
                  <a:pt x="19255" y="30840"/>
                </a:lnTo>
                <a:cubicBezTo>
                  <a:pt x="19267" y="30826"/>
                  <a:pt x="19280" y="30811"/>
                  <a:pt x="19292" y="30797"/>
                </a:cubicBezTo>
                <a:lnTo>
                  <a:pt x="19292" y="30797"/>
                </a:lnTo>
                <a:cubicBezTo>
                  <a:pt x="19576" y="29785"/>
                  <a:pt x="19343" y="28617"/>
                  <a:pt x="18661" y="27667"/>
                </a:cubicBezTo>
                <a:cubicBezTo>
                  <a:pt x="17896" y="26578"/>
                  <a:pt x="16748" y="25842"/>
                  <a:pt x="15276" y="25092"/>
                </a:cubicBezTo>
                <a:cubicBezTo>
                  <a:pt x="15056" y="24989"/>
                  <a:pt x="14850" y="24871"/>
                  <a:pt x="14629" y="24768"/>
                </a:cubicBezTo>
                <a:cubicBezTo>
                  <a:pt x="13599" y="24223"/>
                  <a:pt x="12775" y="23605"/>
                  <a:pt x="12171" y="22943"/>
                </a:cubicBezTo>
                <a:cubicBezTo>
                  <a:pt x="11318" y="22001"/>
                  <a:pt x="10876" y="21133"/>
                  <a:pt x="10832" y="20279"/>
                </a:cubicBezTo>
                <a:cubicBezTo>
                  <a:pt x="10758" y="19146"/>
                  <a:pt x="11244" y="17998"/>
                  <a:pt x="12245" y="17012"/>
                </a:cubicBezTo>
                <a:cubicBezTo>
                  <a:pt x="12613" y="16645"/>
                  <a:pt x="13010" y="16335"/>
                  <a:pt x="13481" y="16056"/>
                </a:cubicBezTo>
                <a:cubicBezTo>
                  <a:pt x="14000" y="15758"/>
                  <a:pt x="14552" y="15512"/>
                  <a:pt x="15115" y="15297"/>
                </a:cubicBezTo>
                <a:lnTo>
                  <a:pt x="15115" y="15297"/>
                </a:lnTo>
                <a:cubicBezTo>
                  <a:pt x="15069" y="15316"/>
                  <a:pt x="15024" y="15335"/>
                  <a:pt x="14978" y="15354"/>
                </a:cubicBezTo>
                <a:lnTo>
                  <a:pt x="14978" y="15354"/>
                </a:lnTo>
                <a:cubicBezTo>
                  <a:pt x="15431" y="15172"/>
                  <a:pt x="15894" y="15017"/>
                  <a:pt x="16360" y="14875"/>
                </a:cubicBezTo>
                <a:lnTo>
                  <a:pt x="16360" y="14875"/>
                </a:lnTo>
                <a:cubicBezTo>
                  <a:pt x="16242" y="14909"/>
                  <a:pt x="16124" y="14945"/>
                  <a:pt x="16007" y="14982"/>
                </a:cubicBezTo>
                <a:lnTo>
                  <a:pt x="16007" y="14982"/>
                </a:lnTo>
                <a:cubicBezTo>
                  <a:pt x="15709" y="15081"/>
                  <a:pt x="15411" y="15185"/>
                  <a:pt x="15115" y="15297"/>
                </a:cubicBezTo>
                <a:lnTo>
                  <a:pt x="15115" y="15297"/>
                </a:lnTo>
                <a:cubicBezTo>
                  <a:pt x="15408" y="15180"/>
                  <a:pt x="15706" y="15076"/>
                  <a:pt x="16007" y="14982"/>
                </a:cubicBezTo>
                <a:lnTo>
                  <a:pt x="16007" y="14982"/>
                </a:lnTo>
                <a:cubicBezTo>
                  <a:pt x="16349" y="14868"/>
                  <a:pt x="16690" y="14762"/>
                  <a:pt x="17028" y="14658"/>
                </a:cubicBezTo>
                <a:cubicBezTo>
                  <a:pt x="17469" y="14540"/>
                  <a:pt x="17925" y="14393"/>
                  <a:pt x="18382" y="14246"/>
                </a:cubicBezTo>
                <a:cubicBezTo>
                  <a:pt x="20074" y="13672"/>
                  <a:pt x="21693" y="12877"/>
                  <a:pt x="23223" y="11906"/>
                </a:cubicBezTo>
                <a:cubicBezTo>
                  <a:pt x="24548" y="11052"/>
                  <a:pt x="25504" y="10140"/>
                  <a:pt x="26064" y="9183"/>
                </a:cubicBezTo>
                <a:cubicBezTo>
                  <a:pt x="26387" y="8595"/>
                  <a:pt x="26593" y="7991"/>
                  <a:pt x="26623" y="7359"/>
                </a:cubicBezTo>
                <a:cubicBezTo>
                  <a:pt x="26682" y="6564"/>
                  <a:pt x="26461" y="5784"/>
                  <a:pt x="26255" y="5077"/>
                </a:cubicBezTo>
                <a:cubicBezTo>
                  <a:pt x="25769" y="3400"/>
                  <a:pt x="25122" y="1766"/>
                  <a:pt x="24386" y="236"/>
                </a:cubicBezTo>
                <a:close/>
                <a:moveTo>
                  <a:pt x="19917" y="29766"/>
                </a:moveTo>
                <a:lnTo>
                  <a:pt x="19917" y="29766"/>
                </a:lnTo>
                <a:cubicBezTo>
                  <a:pt x="19910" y="29783"/>
                  <a:pt x="19904" y="29799"/>
                  <a:pt x="19897" y="29816"/>
                </a:cubicBezTo>
                <a:cubicBezTo>
                  <a:pt x="19811" y="30022"/>
                  <a:pt x="19706" y="30217"/>
                  <a:pt x="19587" y="30399"/>
                </a:cubicBezTo>
                <a:lnTo>
                  <a:pt x="19587" y="30399"/>
                </a:lnTo>
                <a:cubicBezTo>
                  <a:pt x="19558" y="30501"/>
                  <a:pt x="19524" y="30601"/>
                  <a:pt x="19485" y="30699"/>
                </a:cubicBezTo>
                <a:cubicBezTo>
                  <a:pt x="19441" y="30831"/>
                  <a:pt x="19382" y="30964"/>
                  <a:pt x="19309" y="31096"/>
                </a:cubicBezTo>
                <a:cubicBezTo>
                  <a:pt x="19471" y="30846"/>
                  <a:pt x="19632" y="30596"/>
                  <a:pt x="19750" y="30301"/>
                </a:cubicBezTo>
                <a:cubicBezTo>
                  <a:pt x="19823" y="30129"/>
                  <a:pt x="19878" y="29950"/>
                  <a:pt x="19917" y="29766"/>
                </a:cubicBezTo>
                <a:close/>
                <a:moveTo>
                  <a:pt x="23856" y="236"/>
                </a:moveTo>
                <a:lnTo>
                  <a:pt x="23797" y="280"/>
                </a:lnTo>
                <a:cubicBezTo>
                  <a:pt x="24533" y="1781"/>
                  <a:pt x="25136" y="3400"/>
                  <a:pt x="25622" y="5077"/>
                </a:cubicBezTo>
                <a:cubicBezTo>
                  <a:pt x="25799" y="5740"/>
                  <a:pt x="26005" y="6534"/>
                  <a:pt x="25961" y="7300"/>
                </a:cubicBezTo>
                <a:cubicBezTo>
                  <a:pt x="25931" y="7918"/>
                  <a:pt x="25740" y="8506"/>
                  <a:pt x="25416" y="9095"/>
                </a:cubicBezTo>
                <a:cubicBezTo>
                  <a:pt x="24886" y="10022"/>
                  <a:pt x="23959" y="10949"/>
                  <a:pt x="22693" y="11818"/>
                </a:cubicBezTo>
                <a:cubicBezTo>
                  <a:pt x="21207" y="12804"/>
                  <a:pt x="19618" y="13613"/>
                  <a:pt x="17969" y="14202"/>
                </a:cubicBezTo>
                <a:cubicBezTo>
                  <a:pt x="17528" y="14363"/>
                  <a:pt x="17057" y="14511"/>
                  <a:pt x="16601" y="14643"/>
                </a:cubicBezTo>
                <a:cubicBezTo>
                  <a:pt x="15424" y="15011"/>
                  <a:pt x="14217" y="15394"/>
                  <a:pt x="13142" y="16056"/>
                </a:cubicBezTo>
                <a:cubicBezTo>
                  <a:pt x="12701" y="16335"/>
                  <a:pt x="12274" y="16645"/>
                  <a:pt x="11936" y="17012"/>
                </a:cubicBezTo>
                <a:cubicBezTo>
                  <a:pt x="10935" y="17998"/>
                  <a:pt x="10435" y="19146"/>
                  <a:pt x="10494" y="20279"/>
                </a:cubicBezTo>
                <a:cubicBezTo>
                  <a:pt x="10552" y="21383"/>
                  <a:pt x="11200" y="22281"/>
                  <a:pt x="11759" y="22958"/>
                </a:cubicBezTo>
                <a:cubicBezTo>
                  <a:pt x="12392" y="23694"/>
                  <a:pt x="13231" y="24371"/>
                  <a:pt x="14305" y="24989"/>
                </a:cubicBezTo>
                <a:lnTo>
                  <a:pt x="14805" y="25254"/>
                </a:lnTo>
                <a:lnTo>
                  <a:pt x="14967" y="25357"/>
                </a:lnTo>
                <a:cubicBezTo>
                  <a:pt x="16159" y="26019"/>
                  <a:pt x="17499" y="26872"/>
                  <a:pt x="18352" y="28182"/>
                </a:cubicBezTo>
                <a:cubicBezTo>
                  <a:pt x="18993" y="29178"/>
                  <a:pt x="19192" y="30300"/>
                  <a:pt x="18901" y="31255"/>
                </a:cubicBezTo>
                <a:lnTo>
                  <a:pt x="18901" y="31255"/>
                </a:lnTo>
                <a:cubicBezTo>
                  <a:pt x="18940" y="31210"/>
                  <a:pt x="18978" y="31164"/>
                  <a:pt x="19016" y="31117"/>
                </a:cubicBezTo>
                <a:lnTo>
                  <a:pt x="19016" y="31117"/>
                </a:lnTo>
                <a:cubicBezTo>
                  <a:pt x="19257" y="30173"/>
                  <a:pt x="19036" y="29073"/>
                  <a:pt x="18411" y="28123"/>
                </a:cubicBezTo>
                <a:cubicBezTo>
                  <a:pt x="17543" y="26799"/>
                  <a:pt x="16203" y="25945"/>
                  <a:pt x="14997" y="25254"/>
                </a:cubicBezTo>
                <a:lnTo>
                  <a:pt x="14835" y="25165"/>
                </a:lnTo>
                <a:lnTo>
                  <a:pt x="14335" y="24886"/>
                </a:lnTo>
                <a:cubicBezTo>
                  <a:pt x="13290" y="24297"/>
                  <a:pt x="12421" y="23620"/>
                  <a:pt x="11818" y="22884"/>
                </a:cubicBezTo>
                <a:cubicBezTo>
                  <a:pt x="11273" y="22222"/>
                  <a:pt x="10626" y="21324"/>
                  <a:pt x="10567" y="20235"/>
                </a:cubicBezTo>
                <a:cubicBezTo>
                  <a:pt x="10508" y="19132"/>
                  <a:pt x="11023" y="17998"/>
                  <a:pt x="11980" y="17042"/>
                </a:cubicBezTo>
                <a:cubicBezTo>
                  <a:pt x="12348" y="16689"/>
                  <a:pt x="12760" y="16350"/>
                  <a:pt x="13201" y="16100"/>
                </a:cubicBezTo>
                <a:cubicBezTo>
                  <a:pt x="14261" y="15453"/>
                  <a:pt x="15482" y="15070"/>
                  <a:pt x="16645" y="14702"/>
                </a:cubicBezTo>
                <a:cubicBezTo>
                  <a:pt x="17086" y="14555"/>
                  <a:pt x="17557" y="14408"/>
                  <a:pt x="17999" y="14260"/>
                </a:cubicBezTo>
                <a:cubicBezTo>
                  <a:pt x="19662" y="13672"/>
                  <a:pt x="21237" y="12862"/>
                  <a:pt x="22723" y="11847"/>
                </a:cubicBezTo>
                <a:cubicBezTo>
                  <a:pt x="24018" y="10979"/>
                  <a:pt x="24930" y="10066"/>
                  <a:pt x="25475" y="9110"/>
                </a:cubicBezTo>
                <a:cubicBezTo>
                  <a:pt x="25799" y="8521"/>
                  <a:pt x="25990" y="7918"/>
                  <a:pt x="26019" y="7300"/>
                </a:cubicBezTo>
                <a:cubicBezTo>
                  <a:pt x="26078" y="6520"/>
                  <a:pt x="25872" y="5725"/>
                  <a:pt x="25666" y="5048"/>
                </a:cubicBezTo>
                <a:cubicBezTo>
                  <a:pt x="25195" y="3370"/>
                  <a:pt x="24592" y="1752"/>
                  <a:pt x="23856" y="236"/>
                </a:cubicBezTo>
                <a:close/>
                <a:moveTo>
                  <a:pt x="19555" y="30449"/>
                </a:moveTo>
                <a:cubicBezTo>
                  <a:pt x="19473" y="30570"/>
                  <a:pt x="19385" y="30686"/>
                  <a:pt x="19292" y="30797"/>
                </a:cubicBezTo>
                <a:lnTo>
                  <a:pt x="19292" y="30797"/>
                </a:lnTo>
                <a:cubicBezTo>
                  <a:pt x="19263" y="30898"/>
                  <a:pt x="19230" y="30998"/>
                  <a:pt x="19191" y="31096"/>
                </a:cubicBezTo>
                <a:cubicBezTo>
                  <a:pt x="19162" y="31184"/>
                  <a:pt x="19117" y="31258"/>
                  <a:pt x="19088" y="31346"/>
                </a:cubicBezTo>
                <a:lnTo>
                  <a:pt x="19162" y="31273"/>
                </a:lnTo>
                <a:cubicBezTo>
                  <a:pt x="19294" y="31096"/>
                  <a:pt x="19382" y="30905"/>
                  <a:pt x="19471" y="30684"/>
                </a:cubicBezTo>
                <a:cubicBezTo>
                  <a:pt x="19502" y="30607"/>
                  <a:pt x="19530" y="30528"/>
                  <a:pt x="19555" y="30449"/>
                </a:cubicBezTo>
                <a:close/>
                <a:moveTo>
                  <a:pt x="19255" y="30840"/>
                </a:moveTo>
                <a:cubicBezTo>
                  <a:pt x="19205" y="30898"/>
                  <a:pt x="19155" y="30953"/>
                  <a:pt x="19103" y="31008"/>
                </a:cubicBezTo>
                <a:cubicBezTo>
                  <a:pt x="19073" y="31045"/>
                  <a:pt x="19044" y="31081"/>
                  <a:pt x="19016" y="31117"/>
                </a:cubicBezTo>
                <a:lnTo>
                  <a:pt x="19016" y="31117"/>
                </a:lnTo>
                <a:cubicBezTo>
                  <a:pt x="18984" y="31240"/>
                  <a:pt x="18944" y="31361"/>
                  <a:pt x="18897" y="31479"/>
                </a:cubicBezTo>
                <a:cubicBezTo>
                  <a:pt x="18882" y="31508"/>
                  <a:pt x="18882" y="31538"/>
                  <a:pt x="18867" y="31567"/>
                </a:cubicBezTo>
                <a:cubicBezTo>
                  <a:pt x="18926" y="31552"/>
                  <a:pt x="18955" y="31508"/>
                  <a:pt x="19000" y="31479"/>
                </a:cubicBezTo>
                <a:cubicBezTo>
                  <a:pt x="19073" y="31346"/>
                  <a:pt x="19117" y="31214"/>
                  <a:pt x="19176" y="31067"/>
                </a:cubicBezTo>
                <a:cubicBezTo>
                  <a:pt x="19206" y="30992"/>
                  <a:pt x="19232" y="30917"/>
                  <a:pt x="19255" y="30840"/>
                </a:cubicBezTo>
                <a:close/>
                <a:moveTo>
                  <a:pt x="23297" y="206"/>
                </a:moveTo>
                <a:lnTo>
                  <a:pt x="23238" y="236"/>
                </a:lnTo>
                <a:cubicBezTo>
                  <a:pt x="23974" y="1737"/>
                  <a:pt x="24562" y="3356"/>
                  <a:pt x="25033" y="5004"/>
                </a:cubicBezTo>
                <a:cubicBezTo>
                  <a:pt x="25210" y="5666"/>
                  <a:pt x="25401" y="6446"/>
                  <a:pt x="25342" y="7211"/>
                </a:cubicBezTo>
                <a:cubicBezTo>
                  <a:pt x="25298" y="7815"/>
                  <a:pt x="25122" y="8403"/>
                  <a:pt x="24813" y="8977"/>
                </a:cubicBezTo>
                <a:cubicBezTo>
                  <a:pt x="24298" y="9919"/>
                  <a:pt x="23415" y="10861"/>
                  <a:pt x="22164" y="11715"/>
                </a:cubicBezTo>
                <a:cubicBezTo>
                  <a:pt x="20707" y="12745"/>
                  <a:pt x="19162" y="13584"/>
                  <a:pt x="17543" y="14187"/>
                </a:cubicBezTo>
                <a:cubicBezTo>
                  <a:pt x="17101" y="14349"/>
                  <a:pt x="16616" y="14511"/>
                  <a:pt x="16174" y="14658"/>
                </a:cubicBezTo>
                <a:cubicBezTo>
                  <a:pt x="15041" y="15055"/>
                  <a:pt x="13878" y="15438"/>
                  <a:pt x="12833" y="16085"/>
                </a:cubicBezTo>
                <a:cubicBezTo>
                  <a:pt x="12392" y="16350"/>
                  <a:pt x="11980" y="16674"/>
                  <a:pt x="11641" y="17012"/>
                </a:cubicBezTo>
                <a:cubicBezTo>
                  <a:pt x="10685" y="17969"/>
                  <a:pt x="10170" y="19117"/>
                  <a:pt x="10184" y="20221"/>
                </a:cubicBezTo>
                <a:cubicBezTo>
                  <a:pt x="10214" y="21251"/>
                  <a:pt x="10788" y="22148"/>
                  <a:pt x="11362" y="22884"/>
                </a:cubicBezTo>
                <a:cubicBezTo>
                  <a:pt x="11965" y="23694"/>
                  <a:pt x="12848" y="24429"/>
                  <a:pt x="13952" y="25092"/>
                </a:cubicBezTo>
                <a:lnTo>
                  <a:pt x="14187" y="25239"/>
                </a:lnTo>
                <a:cubicBezTo>
                  <a:pt x="14335" y="25327"/>
                  <a:pt x="14511" y="25430"/>
                  <a:pt x="14658" y="25519"/>
                </a:cubicBezTo>
                <a:cubicBezTo>
                  <a:pt x="16292" y="26505"/>
                  <a:pt x="17381" y="27505"/>
                  <a:pt x="18058" y="28638"/>
                </a:cubicBezTo>
                <a:cubicBezTo>
                  <a:pt x="18660" y="29650"/>
                  <a:pt x="18842" y="30726"/>
                  <a:pt x="18569" y="31641"/>
                </a:cubicBezTo>
                <a:lnTo>
                  <a:pt x="18569" y="31641"/>
                </a:lnTo>
                <a:cubicBezTo>
                  <a:pt x="18603" y="31602"/>
                  <a:pt x="18635" y="31564"/>
                  <a:pt x="18666" y="31525"/>
                </a:cubicBezTo>
                <a:lnTo>
                  <a:pt x="18666" y="31525"/>
                </a:lnTo>
                <a:cubicBezTo>
                  <a:pt x="18891" y="30623"/>
                  <a:pt x="18693" y="29573"/>
                  <a:pt x="18117" y="28609"/>
                </a:cubicBezTo>
                <a:cubicBezTo>
                  <a:pt x="17410" y="27446"/>
                  <a:pt x="16321" y="26460"/>
                  <a:pt x="14688" y="25460"/>
                </a:cubicBezTo>
                <a:cubicBezTo>
                  <a:pt x="14541" y="25371"/>
                  <a:pt x="14379" y="25283"/>
                  <a:pt x="14231" y="25180"/>
                </a:cubicBezTo>
                <a:lnTo>
                  <a:pt x="13996" y="25033"/>
                </a:lnTo>
                <a:cubicBezTo>
                  <a:pt x="12892" y="24371"/>
                  <a:pt x="12024" y="23635"/>
                  <a:pt x="11421" y="22855"/>
                </a:cubicBezTo>
                <a:cubicBezTo>
                  <a:pt x="10861" y="22119"/>
                  <a:pt x="10273" y="21251"/>
                  <a:pt x="10258" y="20235"/>
                </a:cubicBezTo>
                <a:cubicBezTo>
                  <a:pt x="10214" y="19146"/>
                  <a:pt x="10729" y="18028"/>
                  <a:pt x="11671" y="17086"/>
                </a:cubicBezTo>
                <a:cubicBezTo>
                  <a:pt x="12024" y="16748"/>
                  <a:pt x="12421" y="16424"/>
                  <a:pt x="12848" y="16159"/>
                </a:cubicBezTo>
                <a:cubicBezTo>
                  <a:pt x="13878" y="15511"/>
                  <a:pt x="15056" y="15129"/>
                  <a:pt x="16174" y="14731"/>
                </a:cubicBezTo>
                <a:cubicBezTo>
                  <a:pt x="16616" y="14584"/>
                  <a:pt x="17101" y="14422"/>
                  <a:pt x="17543" y="14260"/>
                </a:cubicBezTo>
                <a:cubicBezTo>
                  <a:pt x="19162" y="13657"/>
                  <a:pt x="20721" y="12818"/>
                  <a:pt x="22178" y="11788"/>
                </a:cubicBezTo>
                <a:cubicBezTo>
                  <a:pt x="23429" y="10905"/>
                  <a:pt x="24327" y="9978"/>
                  <a:pt x="24842" y="9036"/>
                </a:cubicBezTo>
                <a:cubicBezTo>
                  <a:pt x="25151" y="8448"/>
                  <a:pt x="25342" y="7844"/>
                  <a:pt x="25401" y="7226"/>
                </a:cubicBezTo>
                <a:cubicBezTo>
                  <a:pt x="25445" y="6446"/>
                  <a:pt x="25269" y="5666"/>
                  <a:pt x="25078" y="4989"/>
                </a:cubicBezTo>
                <a:cubicBezTo>
                  <a:pt x="24621" y="3312"/>
                  <a:pt x="24033" y="1707"/>
                  <a:pt x="23297" y="206"/>
                </a:cubicBezTo>
                <a:close/>
                <a:moveTo>
                  <a:pt x="18749" y="31655"/>
                </a:moveTo>
                <a:cubicBezTo>
                  <a:pt x="18743" y="31668"/>
                  <a:pt x="18733" y="31679"/>
                  <a:pt x="18722" y="31687"/>
                </a:cubicBezTo>
                <a:lnTo>
                  <a:pt x="18722" y="31687"/>
                </a:lnTo>
                <a:cubicBezTo>
                  <a:pt x="18727" y="31672"/>
                  <a:pt x="18738" y="31655"/>
                  <a:pt x="18749" y="31655"/>
                </a:cubicBezTo>
                <a:close/>
                <a:moveTo>
                  <a:pt x="18901" y="31255"/>
                </a:moveTo>
                <a:cubicBezTo>
                  <a:pt x="18854" y="31311"/>
                  <a:pt x="18804" y="31365"/>
                  <a:pt x="18749" y="31420"/>
                </a:cubicBezTo>
                <a:cubicBezTo>
                  <a:pt x="18723" y="31454"/>
                  <a:pt x="18695" y="31489"/>
                  <a:pt x="18666" y="31525"/>
                </a:cubicBezTo>
                <a:lnTo>
                  <a:pt x="18666" y="31525"/>
                </a:lnTo>
                <a:cubicBezTo>
                  <a:pt x="18644" y="31614"/>
                  <a:pt x="18618" y="31702"/>
                  <a:pt x="18588" y="31788"/>
                </a:cubicBezTo>
                <a:cubicBezTo>
                  <a:pt x="18619" y="31772"/>
                  <a:pt x="18641" y="31753"/>
                  <a:pt x="18665" y="31733"/>
                </a:cubicBezTo>
                <a:lnTo>
                  <a:pt x="18665" y="31733"/>
                </a:lnTo>
                <a:cubicBezTo>
                  <a:pt x="18659" y="31747"/>
                  <a:pt x="18656" y="31763"/>
                  <a:pt x="18646" y="31773"/>
                </a:cubicBezTo>
                <a:lnTo>
                  <a:pt x="18720" y="31699"/>
                </a:lnTo>
                <a:cubicBezTo>
                  <a:pt x="18720" y="31697"/>
                  <a:pt x="18720" y="31695"/>
                  <a:pt x="18721" y="31692"/>
                </a:cubicBezTo>
                <a:lnTo>
                  <a:pt x="18721" y="31692"/>
                </a:lnTo>
                <a:cubicBezTo>
                  <a:pt x="18725" y="31690"/>
                  <a:pt x="18730" y="31687"/>
                  <a:pt x="18735" y="31685"/>
                </a:cubicBezTo>
                <a:cubicBezTo>
                  <a:pt x="18779" y="31611"/>
                  <a:pt x="18808" y="31552"/>
                  <a:pt x="18823" y="31479"/>
                </a:cubicBezTo>
                <a:cubicBezTo>
                  <a:pt x="18852" y="31405"/>
                  <a:pt x="18878" y="31331"/>
                  <a:pt x="18901" y="31255"/>
                </a:cubicBezTo>
                <a:close/>
                <a:moveTo>
                  <a:pt x="18569" y="31641"/>
                </a:moveTo>
                <a:lnTo>
                  <a:pt x="18569" y="31641"/>
                </a:lnTo>
                <a:cubicBezTo>
                  <a:pt x="18515" y="31703"/>
                  <a:pt x="18457" y="31763"/>
                  <a:pt x="18396" y="31817"/>
                </a:cubicBezTo>
                <a:cubicBezTo>
                  <a:pt x="18372" y="31851"/>
                  <a:pt x="18348" y="31886"/>
                  <a:pt x="18322" y="31920"/>
                </a:cubicBezTo>
                <a:lnTo>
                  <a:pt x="18322" y="31920"/>
                </a:lnTo>
                <a:cubicBezTo>
                  <a:pt x="18318" y="31939"/>
                  <a:pt x="18313" y="31959"/>
                  <a:pt x="18308" y="31979"/>
                </a:cubicBezTo>
                <a:cubicBezTo>
                  <a:pt x="18338" y="31956"/>
                  <a:pt x="18373" y="31930"/>
                  <a:pt x="18407" y="31905"/>
                </a:cubicBezTo>
                <a:lnTo>
                  <a:pt x="18407" y="31905"/>
                </a:lnTo>
                <a:cubicBezTo>
                  <a:pt x="18398" y="31935"/>
                  <a:pt x="18378" y="31960"/>
                  <a:pt x="18367" y="31994"/>
                </a:cubicBezTo>
                <a:cubicBezTo>
                  <a:pt x="18426" y="31979"/>
                  <a:pt x="18455" y="31935"/>
                  <a:pt x="18499" y="31905"/>
                </a:cubicBezTo>
                <a:cubicBezTo>
                  <a:pt x="18514" y="31861"/>
                  <a:pt x="18529" y="31832"/>
                  <a:pt x="18529" y="31788"/>
                </a:cubicBezTo>
                <a:lnTo>
                  <a:pt x="18529" y="31788"/>
                </a:lnTo>
                <a:cubicBezTo>
                  <a:pt x="18525" y="31794"/>
                  <a:pt x="18520" y="31799"/>
                  <a:pt x="18515" y="31804"/>
                </a:cubicBezTo>
                <a:lnTo>
                  <a:pt x="18515" y="31804"/>
                </a:lnTo>
                <a:cubicBezTo>
                  <a:pt x="18535" y="31750"/>
                  <a:pt x="18553" y="31696"/>
                  <a:pt x="18569" y="31641"/>
                </a:cubicBezTo>
                <a:close/>
                <a:moveTo>
                  <a:pt x="18411" y="32082"/>
                </a:moveTo>
                <a:cubicBezTo>
                  <a:pt x="18387" y="32082"/>
                  <a:pt x="18373" y="32092"/>
                  <a:pt x="18368" y="32112"/>
                </a:cubicBezTo>
                <a:lnTo>
                  <a:pt x="18368" y="32112"/>
                </a:lnTo>
                <a:cubicBezTo>
                  <a:pt x="18381" y="32101"/>
                  <a:pt x="18396" y="32089"/>
                  <a:pt x="18411" y="32082"/>
                </a:cubicBezTo>
                <a:close/>
                <a:moveTo>
                  <a:pt x="22267" y="162"/>
                </a:moveTo>
                <a:lnTo>
                  <a:pt x="22208" y="206"/>
                </a:lnTo>
                <a:cubicBezTo>
                  <a:pt x="22929" y="1678"/>
                  <a:pt x="23503" y="3253"/>
                  <a:pt x="23900" y="4901"/>
                </a:cubicBezTo>
                <a:cubicBezTo>
                  <a:pt x="24077" y="5593"/>
                  <a:pt x="24224" y="6328"/>
                  <a:pt x="24165" y="7079"/>
                </a:cubicBezTo>
                <a:cubicBezTo>
                  <a:pt x="24121" y="7668"/>
                  <a:pt x="23944" y="8256"/>
                  <a:pt x="23650" y="8830"/>
                </a:cubicBezTo>
                <a:cubicBezTo>
                  <a:pt x="23150" y="9787"/>
                  <a:pt x="22340" y="10684"/>
                  <a:pt x="21163" y="11612"/>
                </a:cubicBezTo>
                <a:cubicBezTo>
                  <a:pt x="19780" y="12671"/>
                  <a:pt x="18293" y="13539"/>
                  <a:pt x="16748" y="14202"/>
                </a:cubicBezTo>
                <a:cubicBezTo>
                  <a:pt x="16307" y="14393"/>
                  <a:pt x="15836" y="14570"/>
                  <a:pt x="15394" y="14731"/>
                </a:cubicBezTo>
                <a:cubicBezTo>
                  <a:pt x="14335" y="15143"/>
                  <a:pt x="13231" y="15541"/>
                  <a:pt x="12259" y="16174"/>
                </a:cubicBezTo>
                <a:cubicBezTo>
                  <a:pt x="11833" y="16453"/>
                  <a:pt x="11450" y="16762"/>
                  <a:pt x="11126" y="17086"/>
                </a:cubicBezTo>
                <a:cubicBezTo>
                  <a:pt x="10199" y="18028"/>
                  <a:pt x="9684" y="19117"/>
                  <a:pt x="9669" y="20176"/>
                </a:cubicBezTo>
                <a:cubicBezTo>
                  <a:pt x="9655" y="21177"/>
                  <a:pt x="10170" y="22045"/>
                  <a:pt x="10641" y="22796"/>
                </a:cubicBezTo>
                <a:cubicBezTo>
                  <a:pt x="11229" y="23694"/>
                  <a:pt x="12127" y="24562"/>
                  <a:pt x="13334" y="25371"/>
                </a:cubicBezTo>
                <a:cubicBezTo>
                  <a:pt x="13555" y="25519"/>
                  <a:pt x="13805" y="25680"/>
                  <a:pt x="14070" y="25872"/>
                </a:cubicBezTo>
                <a:cubicBezTo>
                  <a:pt x="15688" y="26975"/>
                  <a:pt x="16822" y="28182"/>
                  <a:pt x="17499" y="29580"/>
                </a:cubicBezTo>
                <a:cubicBezTo>
                  <a:pt x="17774" y="30132"/>
                  <a:pt x="18179" y="31155"/>
                  <a:pt x="17978" y="32185"/>
                </a:cubicBezTo>
                <a:lnTo>
                  <a:pt x="17978" y="32185"/>
                </a:lnTo>
                <a:cubicBezTo>
                  <a:pt x="18001" y="32171"/>
                  <a:pt x="18024" y="32156"/>
                  <a:pt x="18048" y="32141"/>
                </a:cubicBezTo>
                <a:lnTo>
                  <a:pt x="18048" y="32141"/>
                </a:lnTo>
                <a:cubicBezTo>
                  <a:pt x="18213" y="31107"/>
                  <a:pt x="17834" y="30105"/>
                  <a:pt x="17557" y="29551"/>
                </a:cubicBezTo>
                <a:cubicBezTo>
                  <a:pt x="16866" y="28153"/>
                  <a:pt x="15718" y="26931"/>
                  <a:pt x="14099" y="25813"/>
                </a:cubicBezTo>
                <a:cubicBezTo>
                  <a:pt x="13849" y="25651"/>
                  <a:pt x="13584" y="25460"/>
                  <a:pt x="13363" y="25312"/>
                </a:cubicBezTo>
                <a:cubicBezTo>
                  <a:pt x="12171" y="24518"/>
                  <a:pt x="11273" y="23664"/>
                  <a:pt x="10700" y="22752"/>
                </a:cubicBezTo>
                <a:cubicBezTo>
                  <a:pt x="10199" y="21987"/>
                  <a:pt x="9728" y="21162"/>
                  <a:pt x="9728" y="20176"/>
                </a:cubicBezTo>
                <a:cubicBezTo>
                  <a:pt x="9728" y="19132"/>
                  <a:pt x="10243" y="18072"/>
                  <a:pt x="11156" y="17145"/>
                </a:cubicBezTo>
                <a:cubicBezTo>
                  <a:pt x="11494" y="16792"/>
                  <a:pt x="11877" y="16497"/>
                  <a:pt x="12304" y="16232"/>
                </a:cubicBezTo>
                <a:cubicBezTo>
                  <a:pt x="13275" y="15600"/>
                  <a:pt x="14364" y="15202"/>
                  <a:pt x="15409" y="14790"/>
                </a:cubicBezTo>
                <a:cubicBezTo>
                  <a:pt x="15850" y="14628"/>
                  <a:pt x="16321" y="14437"/>
                  <a:pt x="16763" y="14260"/>
                </a:cubicBezTo>
                <a:cubicBezTo>
                  <a:pt x="18308" y="13598"/>
                  <a:pt x="19809" y="12730"/>
                  <a:pt x="21207" y="11670"/>
                </a:cubicBezTo>
                <a:cubicBezTo>
                  <a:pt x="22399" y="10743"/>
                  <a:pt x="23209" y="9831"/>
                  <a:pt x="23709" y="8845"/>
                </a:cubicBezTo>
                <a:cubicBezTo>
                  <a:pt x="24003" y="8286"/>
                  <a:pt x="24180" y="7668"/>
                  <a:pt x="24224" y="7079"/>
                </a:cubicBezTo>
                <a:cubicBezTo>
                  <a:pt x="24268" y="6328"/>
                  <a:pt x="24121" y="5578"/>
                  <a:pt x="23959" y="4871"/>
                </a:cubicBezTo>
                <a:cubicBezTo>
                  <a:pt x="23562" y="3223"/>
                  <a:pt x="22988" y="1634"/>
                  <a:pt x="22267" y="162"/>
                </a:cubicBezTo>
                <a:close/>
                <a:moveTo>
                  <a:pt x="18368" y="32112"/>
                </a:moveTo>
                <a:lnTo>
                  <a:pt x="18368" y="32112"/>
                </a:lnTo>
                <a:cubicBezTo>
                  <a:pt x="18356" y="32123"/>
                  <a:pt x="18345" y="32134"/>
                  <a:pt x="18337" y="32141"/>
                </a:cubicBezTo>
                <a:cubicBezTo>
                  <a:pt x="18308" y="32156"/>
                  <a:pt x="18308" y="32170"/>
                  <a:pt x="18293" y="32200"/>
                </a:cubicBezTo>
                <a:lnTo>
                  <a:pt x="18367" y="32126"/>
                </a:lnTo>
                <a:cubicBezTo>
                  <a:pt x="18367" y="32121"/>
                  <a:pt x="18367" y="32116"/>
                  <a:pt x="18368" y="32112"/>
                </a:cubicBezTo>
                <a:close/>
                <a:moveTo>
                  <a:pt x="17978" y="32185"/>
                </a:moveTo>
                <a:cubicBezTo>
                  <a:pt x="17942" y="32207"/>
                  <a:pt x="17907" y="32228"/>
                  <a:pt x="17866" y="32244"/>
                </a:cubicBezTo>
                <a:cubicBezTo>
                  <a:pt x="17861" y="32266"/>
                  <a:pt x="17858" y="32285"/>
                  <a:pt x="17855" y="32303"/>
                </a:cubicBezTo>
                <a:lnTo>
                  <a:pt x="17855" y="32303"/>
                </a:lnTo>
                <a:cubicBezTo>
                  <a:pt x="17895" y="32281"/>
                  <a:pt x="17932" y="32259"/>
                  <a:pt x="17969" y="32229"/>
                </a:cubicBezTo>
                <a:cubicBezTo>
                  <a:pt x="17973" y="32214"/>
                  <a:pt x="17976" y="32200"/>
                  <a:pt x="17978" y="32185"/>
                </a:cubicBezTo>
                <a:close/>
                <a:moveTo>
                  <a:pt x="21722" y="162"/>
                </a:moveTo>
                <a:lnTo>
                  <a:pt x="21663" y="206"/>
                </a:lnTo>
                <a:cubicBezTo>
                  <a:pt x="22384" y="1663"/>
                  <a:pt x="22929" y="3223"/>
                  <a:pt x="23297" y="4871"/>
                </a:cubicBezTo>
                <a:cubicBezTo>
                  <a:pt x="23444" y="5563"/>
                  <a:pt x="23591" y="6299"/>
                  <a:pt x="23532" y="7049"/>
                </a:cubicBezTo>
                <a:cubicBezTo>
                  <a:pt x="23488" y="7638"/>
                  <a:pt x="23312" y="8212"/>
                  <a:pt x="23047" y="8771"/>
                </a:cubicBezTo>
                <a:cubicBezTo>
                  <a:pt x="22561" y="9728"/>
                  <a:pt x="21766" y="10655"/>
                  <a:pt x="20633" y="11567"/>
                </a:cubicBezTo>
                <a:cubicBezTo>
                  <a:pt x="19294" y="12656"/>
                  <a:pt x="17837" y="13554"/>
                  <a:pt x="16321" y="14216"/>
                </a:cubicBezTo>
                <a:cubicBezTo>
                  <a:pt x="15880" y="14422"/>
                  <a:pt x="15409" y="14614"/>
                  <a:pt x="14967" y="14790"/>
                </a:cubicBezTo>
                <a:cubicBezTo>
                  <a:pt x="13952" y="15202"/>
                  <a:pt x="12892" y="15614"/>
                  <a:pt x="11950" y="16247"/>
                </a:cubicBezTo>
                <a:cubicBezTo>
                  <a:pt x="11538" y="16527"/>
                  <a:pt x="11156" y="16821"/>
                  <a:pt x="10832" y="17160"/>
                </a:cubicBezTo>
                <a:cubicBezTo>
                  <a:pt x="9920" y="18087"/>
                  <a:pt x="9404" y="19146"/>
                  <a:pt x="9375" y="20206"/>
                </a:cubicBezTo>
                <a:cubicBezTo>
                  <a:pt x="9331" y="21162"/>
                  <a:pt x="9802" y="22001"/>
                  <a:pt x="10258" y="22796"/>
                </a:cubicBezTo>
                <a:cubicBezTo>
                  <a:pt x="10832" y="23753"/>
                  <a:pt x="11744" y="24665"/>
                  <a:pt x="12995" y="25548"/>
                </a:cubicBezTo>
                <a:cubicBezTo>
                  <a:pt x="13290" y="25754"/>
                  <a:pt x="13525" y="25916"/>
                  <a:pt x="13746" y="26092"/>
                </a:cubicBezTo>
                <a:cubicBezTo>
                  <a:pt x="15394" y="27270"/>
                  <a:pt x="16527" y="28594"/>
                  <a:pt x="17204" y="30081"/>
                </a:cubicBezTo>
                <a:cubicBezTo>
                  <a:pt x="17476" y="30681"/>
                  <a:pt x="17747" y="31517"/>
                  <a:pt x="17682" y="32361"/>
                </a:cubicBezTo>
                <a:lnTo>
                  <a:pt x="17682" y="32361"/>
                </a:lnTo>
                <a:cubicBezTo>
                  <a:pt x="17696" y="32352"/>
                  <a:pt x="17710" y="32344"/>
                  <a:pt x="17724" y="32335"/>
                </a:cubicBezTo>
                <a:lnTo>
                  <a:pt x="17724" y="32335"/>
                </a:lnTo>
                <a:cubicBezTo>
                  <a:pt x="17814" y="31481"/>
                  <a:pt x="17538" y="30645"/>
                  <a:pt x="17263" y="30036"/>
                </a:cubicBezTo>
                <a:cubicBezTo>
                  <a:pt x="16571" y="28535"/>
                  <a:pt x="15424" y="27211"/>
                  <a:pt x="13790" y="26019"/>
                </a:cubicBezTo>
                <a:cubicBezTo>
                  <a:pt x="13569" y="25872"/>
                  <a:pt x="13334" y="25680"/>
                  <a:pt x="13039" y="25474"/>
                </a:cubicBezTo>
                <a:cubicBezTo>
                  <a:pt x="11789" y="24621"/>
                  <a:pt x="10861" y="23694"/>
                  <a:pt x="10317" y="22737"/>
                </a:cubicBezTo>
                <a:cubicBezTo>
                  <a:pt x="9846" y="21972"/>
                  <a:pt x="9404" y="21118"/>
                  <a:pt x="9434" y="20176"/>
                </a:cubicBezTo>
                <a:cubicBezTo>
                  <a:pt x="9463" y="19146"/>
                  <a:pt x="9964" y="18101"/>
                  <a:pt x="10861" y="17204"/>
                </a:cubicBezTo>
                <a:cubicBezTo>
                  <a:pt x="11200" y="16865"/>
                  <a:pt x="11568" y="16556"/>
                  <a:pt x="11965" y="16277"/>
                </a:cubicBezTo>
                <a:cubicBezTo>
                  <a:pt x="12907" y="15673"/>
                  <a:pt x="13952" y="15246"/>
                  <a:pt x="14967" y="14849"/>
                </a:cubicBezTo>
                <a:cubicBezTo>
                  <a:pt x="15409" y="14658"/>
                  <a:pt x="15880" y="14481"/>
                  <a:pt x="16321" y="14275"/>
                </a:cubicBezTo>
                <a:cubicBezTo>
                  <a:pt x="17852" y="13598"/>
                  <a:pt x="19309" y="12701"/>
                  <a:pt x="20648" y="11612"/>
                </a:cubicBezTo>
                <a:cubicBezTo>
                  <a:pt x="21810" y="10670"/>
                  <a:pt x="22605" y="9757"/>
                  <a:pt x="23076" y="8771"/>
                </a:cubicBezTo>
                <a:cubicBezTo>
                  <a:pt x="23370" y="8212"/>
                  <a:pt x="23532" y="7623"/>
                  <a:pt x="23591" y="7035"/>
                </a:cubicBezTo>
                <a:cubicBezTo>
                  <a:pt x="23650" y="6269"/>
                  <a:pt x="23518" y="5534"/>
                  <a:pt x="23356" y="4842"/>
                </a:cubicBezTo>
                <a:cubicBezTo>
                  <a:pt x="22988" y="3179"/>
                  <a:pt x="22414" y="1619"/>
                  <a:pt x="21722" y="162"/>
                </a:cubicBezTo>
                <a:close/>
                <a:moveTo>
                  <a:pt x="18190" y="32214"/>
                </a:moveTo>
                <a:lnTo>
                  <a:pt x="18190" y="32214"/>
                </a:lnTo>
                <a:cubicBezTo>
                  <a:pt x="18146" y="32244"/>
                  <a:pt x="18087" y="32273"/>
                  <a:pt x="18058" y="32303"/>
                </a:cubicBezTo>
                <a:cubicBezTo>
                  <a:pt x="18058" y="32347"/>
                  <a:pt x="18043" y="32376"/>
                  <a:pt x="18014" y="32420"/>
                </a:cubicBezTo>
                <a:cubicBezTo>
                  <a:pt x="18072" y="32376"/>
                  <a:pt x="18117" y="32347"/>
                  <a:pt x="18146" y="32303"/>
                </a:cubicBezTo>
                <a:cubicBezTo>
                  <a:pt x="18161" y="32288"/>
                  <a:pt x="18190" y="32244"/>
                  <a:pt x="18190" y="32214"/>
                </a:cubicBezTo>
                <a:close/>
                <a:moveTo>
                  <a:pt x="18058" y="32479"/>
                </a:moveTo>
                <a:lnTo>
                  <a:pt x="18058" y="32479"/>
                </a:lnTo>
                <a:cubicBezTo>
                  <a:pt x="18052" y="32485"/>
                  <a:pt x="18049" y="32491"/>
                  <a:pt x="18045" y="32497"/>
                </a:cubicBezTo>
                <a:lnTo>
                  <a:pt x="18045" y="32497"/>
                </a:lnTo>
                <a:cubicBezTo>
                  <a:pt x="18050" y="32491"/>
                  <a:pt x="18055" y="32486"/>
                  <a:pt x="18058" y="32479"/>
                </a:cubicBezTo>
                <a:close/>
                <a:moveTo>
                  <a:pt x="17682" y="32361"/>
                </a:moveTo>
                <a:cubicBezTo>
                  <a:pt x="17640" y="32385"/>
                  <a:pt x="17599" y="32410"/>
                  <a:pt x="17557" y="32435"/>
                </a:cubicBezTo>
                <a:cubicBezTo>
                  <a:pt x="17557" y="32460"/>
                  <a:pt x="17557" y="32480"/>
                  <a:pt x="17556" y="32499"/>
                </a:cubicBezTo>
                <a:lnTo>
                  <a:pt x="17556" y="32499"/>
                </a:lnTo>
                <a:cubicBezTo>
                  <a:pt x="17593" y="32480"/>
                  <a:pt x="17631" y="32460"/>
                  <a:pt x="17675" y="32435"/>
                </a:cubicBezTo>
                <a:cubicBezTo>
                  <a:pt x="17678" y="32410"/>
                  <a:pt x="17680" y="32385"/>
                  <a:pt x="17682" y="32361"/>
                </a:cubicBezTo>
                <a:close/>
                <a:moveTo>
                  <a:pt x="18045" y="32497"/>
                </a:moveTo>
                <a:cubicBezTo>
                  <a:pt x="18025" y="32515"/>
                  <a:pt x="17996" y="32527"/>
                  <a:pt x="17984" y="32538"/>
                </a:cubicBezTo>
                <a:cubicBezTo>
                  <a:pt x="17979" y="32549"/>
                  <a:pt x="17975" y="32558"/>
                  <a:pt x="17972" y="32565"/>
                </a:cubicBezTo>
                <a:lnTo>
                  <a:pt x="17972" y="32565"/>
                </a:lnTo>
                <a:lnTo>
                  <a:pt x="18014" y="32523"/>
                </a:lnTo>
                <a:cubicBezTo>
                  <a:pt x="18032" y="32515"/>
                  <a:pt x="18039" y="32506"/>
                  <a:pt x="18045" y="32497"/>
                </a:cubicBezTo>
                <a:close/>
                <a:moveTo>
                  <a:pt x="21178" y="192"/>
                </a:moveTo>
                <a:lnTo>
                  <a:pt x="21134" y="221"/>
                </a:lnTo>
                <a:cubicBezTo>
                  <a:pt x="21825" y="1663"/>
                  <a:pt x="22384" y="3223"/>
                  <a:pt x="22723" y="4857"/>
                </a:cubicBezTo>
                <a:cubicBezTo>
                  <a:pt x="22855" y="5504"/>
                  <a:pt x="23003" y="6255"/>
                  <a:pt x="22929" y="7005"/>
                </a:cubicBezTo>
                <a:cubicBezTo>
                  <a:pt x="22870" y="7579"/>
                  <a:pt x="22708" y="8168"/>
                  <a:pt x="22429" y="8727"/>
                </a:cubicBezTo>
                <a:cubicBezTo>
                  <a:pt x="21972" y="9684"/>
                  <a:pt x="21207" y="10596"/>
                  <a:pt x="20103" y="11538"/>
                </a:cubicBezTo>
                <a:cubicBezTo>
                  <a:pt x="18794" y="12642"/>
                  <a:pt x="17381" y="13554"/>
                  <a:pt x="15909" y="14260"/>
                </a:cubicBezTo>
                <a:cubicBezTo>
                  <a:pt x="15468" y="14467"/>
                  <a:pt x="14997" y="14658"/>
                  <a:pt x="14541" y="14849"/>
                </a:cubicBezTo>
                <a:cubicBezTo>
                  <a:pt x="13569" y="15276"/>
                  <a:pt x="12539" y="15688"/>
                  <a:pt x="11641" y="16306"/>
                </a:cubicBezTo>
                <a:cubicBezTo>
                  <a:pt x="11229" y="16571"/>
                  <a:pt x="10861" y="16865"/>
                  <a:pt x="10538" y="17218"/>
                </a:cubicBezTo>
                <a:cubicBezTo>
                  <a:pt x="9655" y="18116"/>
                  <a:pt x="9140" y="19176"/>
                  <a:pt x="9081" y="20206"/>
                </a:cubicBezTo>
                <a:cubicBezTo>
                  <a:pt x="9022" y="21133"/>
                  <a:pt x="9434" y="21942"/>
                  <a:pt x="9875" y="22752"/>
                </a:cubicBezTo>
                <a:cubicBezTo>
                  <a:pt x="10420" y="23767"/>
                  <a:pt x="11347" y="24724"/>
                  <a:pt x="12672" y="25695"/>
                </a:cubicBezTo>
                <a:cubicBezTo>
                  <a:pt x="12966" y="25916"/>
                  <a:pt x="13216" y="26107"/>
                  <a:pt x="13437" y="26269"/>
                </a:cubicBezTo>
                <a:cubicBezTo>
                  <a:pt x="15070" y="27520"/>
                  <a:pt x="16248" y="28962"/>
                  <a:pt x="16910" y="30552"/>
                </a:cubicBezTo>
                <a:cubicBezTo>
                  <a:pt x="17221" y="31287"/>
                  <a:pt x="17369" y="31954"/>
                  <a:pt x="17341" y="32567"/>
                </a:cubicBezTo>
                <a:lnTo>
                  <a:pt x="17341" y="32567"/>
                </a:lnTo>
                <a:cubicBezTo>
                  <a:pt x="17364" y="32554"/>
                  <a:pt x="17388" y="32541"/>
                  <a:pt x="17411" y="32529"/>
                </a:cubicBezTo>
                <a:lnTo>
                  <a:pt x="17411" y="32529"/>
                </a:lnTo>
                <a:cubicBezTo>
                  <a:pt x="17418" y="31911"/>
                  <a:pt x="17298" y="31251"/>
                  <a:pt x="16983" y="30522"/>
                </a:cubicBezTo>
                <a:cubicBezTo>
                  <a:pt x="16321" y="28903"/>
                  <a:pt x="15129" y="27446"/>
                  <a:pt x="13496" y="26195"/>
                </a:cubicBezTo>
                <a:cubicBezTo>
                  <a:pt x="13275" y="26034"/>
                  <a:pt x="13010" y="25842"/>
                  <a:pt x="12716" y="25622"/>
                </a:cubicBezTo>
                <a:cubicBezTo>
                  <a:pt x="11391" y="24665"/>
                  <a:pt x="10494" y="23708"/>
                  <a:pt x="9949" y="22722"/>
                </a:cubicBezTo>
                <a:cubicBezTo>
                  <a:pt x="9507" y="21913"/>
                  <a:pt x="9110" y="21118"/>
                  <a:pt x="9154" y="20206"/>
                </a:cubicBezTo>
                <a:cubicBezTo>
                  <a:pt x="9213" y="19205"/>
                  <a:pt x="9699" y="18160"/>
                  <a:pt x="10582" y="17277"/>
                </a:cubicBezTo>
                <a:cubicBezTo>
                  <a:pt x="10920" y="16939"/>
                  <a:pt x="11288" y="16630"/>
                  <a:pt x="11671" y="16380"/>
                </a:cubicBezTo>
                <a:cubicBezTo>
                  <a:pt x="12569" y="15762"/>
                  <a:pt x="13584" y="15349"/>
                  <a:pt x="14555" y="14923"/>
                </a:cubicBezTo>
                <a:cubicBezTo>
                  <a:pt x="14997" y="14731"/>
                  <a:pt x="15482" y="14540"/>
                  <a:pt x="15924" y="14334"/>
                </a:cubicBezTo>
                <a:cubicBezTo>
                  <a:pt x="17410" y="13628"/>
                  <a:pt x="18823" y="12715"/>
                  <a:pt x="20133" y="11612"/>
                </a:cubicBezTo>
                <a:cubicBezTo>
                  <a:pt x="21251" y="10655"/>
                  <a:pt x="22017" y="9728"/>
                  <a:pt x="22487" y="8757"/>
                </a:cubicBezTo>
                <a:cubicBezTo>
                  <a:pt x="22767" y="8183"/>
                  <a:pt x="22929" y="7594"/>
                  <a:pt x="22988" y="7005"/>
                </a:cubicBezTo>
                <a:cubicBezTo>
                  <a:pt x="23061" y="6255"/>
                  <a:pt x="22914" y="5490"/>
                  <a:pt x="22782" y="4842"/>
                </a:cubicBezTo>
                <a:cubicBezTo>
                  <a:pt x="22429" y="3208"/>
                  <a:pt x="21899" y="1634"/>
                  <a:pt x="21178" y="192"/>
                </a:cubicBezTo>
                <a:close/>
                <a:moveTo>
                  <a:pt x="17972" y="32565"/>
                </a:moveTo>
                <a:lnTo>
                  <a:pt x="17940" y="32597"/>
                </a:lnTo>
                <a:cubicBezTo>
                  <a:pt x="17959" y="32588"/>
                  <a:pt x="17966" y="32578"/>
                  <a:pt x="17972" y="32565"/>
                </a:cubicBezTo>
                <a:close/>
                <a:moveTo>
                  <a:pt x="17938" y="32397"/>
                </a:moveTo>
                <a:cubicBezTo>
                  <a:pt x="17883" y="32469"/>
                  <a:pt x="17827" y="32539"/>
                  <a:pt x="17766" y="32606"/>
                </a:cubicBezTo>
                <a:lnTo>
                  <a:pt x="17766" y="32606"/>
                </a:lnTo>
                <a:cubicBezTo>
                  <a:pt x="17780" y="32575"/>
                  <a:pt x="17793" y="32522"/>
                  <a:pt x="17793" y="32494"/>
                </a:cubicBezTo>
                <a:lnTo>
                  <a:pt x="17938" y="32397"/>
                </a:lnTo>
                <a:close/>
                <a:moveTo>
                  <a:pt x="17341" y="32567"/>
                </a:moveTo>
                <a:lnTo>
                  <a:pt x="17341" y="32567"/>
                </a:lnTo>
                <a:cubicBezTo>
                  <a:pt x="17309" y="32584"/>
                  <a:pt x="17278" y="32600"/>
                  <a:pt x="17248" y="32612"/>
                </a:cubicBezTo>
                <a:cubicBezTo>
                  <a:pt x="17248" y="32637"/>
                  <a:pt x="17248" y="32661"/>
                  <a:pt x="17245" y="32687"/>
                </a:cubicBezTo>
                <a:lnTo>
                  <a:pt x="17245" y="32687"/>
                </a:lnTo>
                <a:cubicBezTo>
                  <a:pt x="17276" y="32672"/>
                  <a:pt x="17306" y="32656"/>
                  <a:pt x="17337" y="32641"/>
                </a:cubicBezTo>
                <a:cubicBezTo>
                  <a:pt x="17338" y="32616"/>
                  <a:pt x="17340" y="32592"/>
                  <a:pt x="17341" y="32567"/>
                </a:cubicBezTo>
                <a:close/>
                <a:moveTo>
                  <a:pt x="17719" y="32538"/>
                </a:moveTo>
                <a:cubicBezTo>
                  <a:pt x="17719" y="32568"/>
                  <a:pt x="17705" y="32597"/>
                  <a:pt x="17690" y="32612"/>
                </a:cubicBezTo>
                <a:cubicBezTo>
                  <a:pt x="17690" y="32641"/>
                  <a:pt x="17675" y="32656"/>
                  <a:pt x="17675" y="32671"/>
                </a:cubicBezTo>
                <a:cubicBezTo>
                  <a:pt x="17616" y="32715"/>
                  <a:pt x="17557" y="32759"/>
                  <a:pt x="17484" y="32803"/>
                </a:cubicBezTo>
                <a:cubicBezTo>
                  <a:pt x="17499" y="32744"/>
                  <a:pt x="17499" y="32715"/>
                  <a:pt x="17528" y="32656"/>
                </a:cubicBezTo>
                <a:cubicBezTo>
                  <a:pt x="17602" y="32641"/>
                  <a:pt x="17646" y="32597"/>
                  <a:pt x="17719" y="32538"/>
                </a:cubicBezTo>
                <a:close/>
                <a:moveTo>
                  <a:pt x="17852" y="32641"/>
                </a:moveTo>
                <a:lnTo>
                  <a:pt x="17852" y="32641"/>
                </a:lnTo>
                <a:cubicBezTo>
                  <a:pt x="17822" y="32671"/>
                  <a:pt x="17763" y="32685"/>
                  <a:pt x="17719" y="32730"/>
                </a:cubicBezTo>
                <a:cubicBezTo>
                  <a:pt x="17705" y="32744"/>
                  <a:pt x="17705" y="32788"/>
                  <a:pt x="17690" y="32818"/>
                </a:cubicBezTo>
                <a:cubicBezTo>
                  <a:pt x="17719" y="32803"/>
                  <a:pt x="17763" y="32759"/>
                  <a:pt x="17793" y="32730"/>
                </a:cubicBezTo>
                <a:cubicBezTo>
                  <a:pt x="17822" y="32715"/>
                  <a:pt x="17837" y="32671"/>
                  <a:pt x="17852" y="32641"/>
                </a:cubicBezTo>
                <a:close/>
                <a:moveTo>
                  <a:pt x="16983" y="32764"/>
                </a:moveTo>
                <a:cubicBezTo>
                  <a:pt x="16960" y="32776"/>
                  <a:pt x="16935" y="32789"/>
                  <a:pt x="16910" y="32803"/>
                </a:cubicBezTo>
                <a:cubicBezTo>
                  <a:pt x="16910" y="32824"/>
                  <a:pt x="16910" y="32843"/>
                  <a:pt x="16909" y="32862"/>
                </a:cubicBezTo>
                <a:lnTo>
                  <a:pt x="16909" y="32862"/>
                </a:lnTo>
                <a:cubicBezTo>
                  <a:pt x="16934" y="32849"/>
                  <a:pt x="16959" y="32834"/>
                  <a:pt x="16983" y="32818"/>
                </a:cubicBezTo>
                <a:cubicBezTo>
                  <a:pt x="16983" y="32800"/>
                  <a:pt x="16983" y="32782"/>
                  <a:pt x="16983" y="32764"/>
                </a:cubicBezTo>
                <a:close/>
                <a:moveTo>
                  <a:pt x="20133" y="192"/>
                </a:moveTo>
                <a:lnTo>
                  <a:pt x="20074" y="221"/>
                </a:lnTo>
                <a:cubicBezTo>
                  <a:pt x="20780" y="1619"/>
                  <a:pt x="21281" y="3164"/>
                  <a:pt x="21590" y="4783"/>
                </a:cubicBezTo>
                <a:cubicBezTo>
                  <a:pt x="21693" y="5416"/>
                  <a:pt x="21810" y="6152"/>
                  <a:pt x="21737" y="6902"/>
                </a:cubicBezTo>
                <a:cubicBezTo>
                  <a:pt x="21678" y="7476"/>
                  <a:pt x="21516" y="8035"/>
                  <a:pt x="21251" y="8595"/>
                </a:cubicBezTo>
                <a:cubicBezTo>
                  <a:pt x="20810" y="9551"/>
                  <a:pt x="20103" y="10493"/>
                  <a:pt x="19088" y="11450"/>
                </a:cubicBezTo>
                <a:cubicBezTo>
                  <a:pt x="17866" y="12583"/>
                  <a:pt x="16527" y="13539"/>
                  <a:pt x="15100" y="14290"/>
                </a:cubicBezTo>
                <a:cubicBezTo>
                  <a:pt x="14658" y="14540"/>
                  <a:pt x="14187" y="14761"/>
                  <a:pt x="13731" y="14952"/>
                </a:cubicBezTo>
                <a:cubicBezTo>
                  <a:pt x="12833" y="15379"/>
                  <a:pt x="11892" y="15820"/>
                  <a:pt x="11053" y="16424"/>
                </a:cubicBezTo>
                <a:cubicBezTo>
                  <a:pt x="10655" y="16703"/>
                  <a:pt x="10317" y="16998"/>
                  <a:pt x="9993" y="17336"/>
                </a:cubicBezTo>
                <a:cubicBezTo>
                  <a:pt x="9154" y="18190"/>
                  <a:pt x="8639" y="19205"/>
                  <a:pt x="8551" y="20176"/>
                </a:cubicBezTo>
                <a:cubicBezTo>
                  <a:pt x="8448" y="21089"/>
                  <a:pt x="8801" y="21913"/>
                  <a:pt x="9154" y="22708"/>
                </a:cubicBezTo>
                <a:cubicBezTo>
                  <a:pt x="9669" y="23826"/>
                  <a:pt x="10582" y="24871"/>
                  <a:pt x="12053" y="26019"/>
                </a:cubicBezTo>
                <a:cubicBezTo>
                  <a:pt x="12348" y="26254"/>
                  <a:pt x="12627" y="26460"/>
                  <a:pt x="12863" y="26652"/>
                </a:cubicBezTo>
                <a:cubicBezTo>
                  <a:pt x="14599" y="28079"/>
                  <a:pt x="15777" y="29713"/>
                  <a:pt x="16380" y="31538"/>
                </a:cubicBezTo>
                <a:cubicBezTo>
                  <a:pt x="16553" y="32028"/>
                  <a:pt x="16653" y="32483"/>
                  <a:pt x="16682" y="32902"/>
                </a:cubicBezTo>
                <a:lnTo>
                  <a:pt x="16682" y="32902"/>
                </a:lnTo>
                <a:cubicBezTo>
                  <a:pt x="16692" y="32897"/>
                  <a:pt x="16701" y="32893"/>
                  <a:pt x="16711" y="32888"/>
                </a:cubicBezTo>
                <a:lnTo>
                  <a:pt x="16711" y="32888"/>
                </a:lnTo>
                <a:cubicBezTo>
                  <a:pt x="16663" y="32453"/>
                  <a:pt x="16562" y="31979"/>
                  <a:pt x="16395" y="31479"/>
                </a:cubicBezTo>
                <a:cubicBezTo>
                  <a:pt x="15777" y="29654"/>
                  <a:pt x="14599" y="28006"/>
                  <a:pt x="12863" y="26578"/>
                </a:cubicBezTo>
                <a:cubicBezTo>
                  <a:pt x="12627" y="26387"/>
                  <a:pt x="12348" y="26181"/>
                  <a:pt x="12053" y="25945"/>
                </a:cubicBezTo>
                <a:cubicBezTo>
                  <a:pt x="10611" y="24797"/>
                  <a:pt x="9684" y="23767"/>
                  <a:pt x="9169" y="22664"/>
                </a:cubicBezTo>
                <a:cubicBezTo>
                  <a:pt x="8816" y="21898"/>
                  <a:pt x="8492" y="21089"/>
                  <a:pt x="8580" y="20176"/>
                </a:cubicBezTo>
                <a:cubicBezTo>
                  <a:pt x="8669" y="19220"/>
                  <a:pt x="9184" y="18219"/>
                  <a:pt x="10023" y="17366"/>
                </a:cubicBezTo>
                <a:cubicBezTo>
                  <a:pt x="10332" y="17057"/>
                  <a:pt x="10685" y="16748"/>
                  <a:pt x="11067" y="16483"/>
                </a:cubicBezTo>
                <a:cubicBezTo>
                  <a:pt x="11906" y="15894"/>
                  <a:pt x="12848" y="15453"/>
                  <a:pt x="13746" y="15026"/>
                </a:cubicBezTo>
                <a:cubicBezTo>
                  <a:pt x="14187" y="14834"/>
                  <a:pt x="14673" y="14614"/>
                  <a:pt x="15114" y="14363"/>
                </a:cubicBezTo>
                <a:cubicBezTo>
                  <a:pt x="16542" y="13613"/>
                  <a:pt x="17896" y="12656"/>
                  <a:pt x="19117" y="11494"/>
                </a:cubicBezTo>
                <a:cubicBezTo>
                  <a:pt x="20148" y="10523"/>
                  <a:pt x="20869" y="9581"/>
                  <a:pt x="21310" y="8609"/>
                </a:cubicBezTo>
                <a:cubicBezTo>
                  <a:pt x="21575" y="8035"/>
                  <a:pt x="21737" y="7476"/>
                  <a:pt x="21796" y="6902"/>
                </a:cubicBezTo>
                <a:cubicBezTo>
                  <a:pt x="21869" y="6122"/>
                  <a:pt x="21752" y="5387"/>
                  <a:pt x="21649" y="4768"/>
                </a:cubicBezTo>
                <a:cubicBezTo>
                  <a:pt x="21354" y="3135"/>
                  <a:pt x="20839" y="1604"/>
                  <a:pt x="20133" y="192"/>
                </a:cubicBezTo>
                <a:close/>
                <a:moveTo>
                  <a:pt x="17454" y="32730"/>
                </a:moveTo>
                <a:lnTo>
                  <a:pt x="17454" y="32730"/>
                </a:lnTo>
                <a:cubicBezTo>
                  <a:pt x="17425" y="32788"/>
                  <a:pt x="17425" y="32818"/>
                  <a:pt x="17410" y="32877"/>
                </a:cubicBezTo>
                <a:cubicBezTo>
                  <a:pt x="17337" y="32936"/>
                  <a:pt x="17263" y="32965"/>
                  <a:pt x="17204" y="33009"/>
                </a:cubicBezTo>
                <a:cubicBezTo>
                  <a:pt x="17234" y="32950"/>
                  <a:pt x="17234" y="32891"/>
                  <a:pt x="17234" y="32862"/>
                </a:cubicBezTo>
                <a:cubicBezTo>
                  <a:pt x="17307" y="32818"/>
                  <a:pt x="17381" y="32759"/>
                  <a:pt x="17454" y="32730"/>
                </a:cubicBezTo>
                <a:close/>
                <a:moveTo>
                  <a:pt x="17690" y="32906"/>
                </a:moveTo>
                <a:lnTo>
                  <a:pt x="17690" y="32906"/>
                </a:lnTo>
                <a:cubicBezTo>
                  <a:pt x="17660" y="32950"/>
                  <a:pt x="17631" y="32965"/>
                  <a:pt x="17616" y="32980"/>
                </a:cubicBezTo>
                <a:cubicBezTo>
                  <a:pt x="17616" y="32997"/>
                  <a:pt x="17616" y="33009"/>
                  <a:pt x="17613" y="33019"/>
                </a:cubicBezTo>
                <a:lnTo>
                  <a:pt x="17613" y="33019"/>
                </a:lnTo>
                <a:cubicBezTo>
                  <a:pt x="17629" y="32997"/>
                  <a:pt x="17652" y="32976"/>
                  <a:pt x="17675" y="32965"/>
                </a:cubicBezTo>
                <a:cubicBezTo>
                  <a:pt x="17675" y="32950"/>
                  <a:pt x="17690" y="32936"/>
                  <a:pt x="17690" y="32906"/>
                </a:cubicBezTo>
                <a:close/>
                <a:moveTo>
                  <a:pt x="17586" y="32822"/>
                </a:moveTo>
                <a:cubicBezTo>
                  <a:pt x="17531" y="32894"/>
                  <a:pt x="17475" y="32965"/>
                  <a:pt x="17413" y="33032"/>
                </a:cubicBezTo>
                <a:lnTo>
                  <a:pt x="17413" y="33032"/>
                </a:lnTo>
                <a:cubicBezTo>
                  <a:pt x="17429" y="33001"/>
                  <a:pt x="17454" y="32947"/>
                  <a:pt x="17454" y="32906"/>
                </a:cubicBezTo>
                <a:lnTo>
                  <a:pt x="17586" y="32822"/>
                </a:lnTo>
                <a:close/>
                <a:moveTo>
                  <a:pt x="17613" y="33019"/>
                </a:moveTo>
                <a:cubicBezTo>
                  <a:pt x="17609" y="33026"/>
                  <a:pt x="17605" y="33032"/>
                  <a:pt x="17602" y="33039"/>
                </a:cubicBezTo>
                <a:cubicBezTo>
                  <a:pt x="17608" y="33032"/>
                  <a:pt x="17611" y="33026"/>
                  <a:pt x="17613" y="33019"/>
                </a:cubicBezTo>
                <a:close/>
                <a:moveTo>
                  <a:pt x="19632" y="221"/>
                </a:moveTo>
                <a:lnTo>
                  <a:pt x="19588" y="265"/>
                </a:lnTo>
                <a:cubicBezTo>
                  <a:pt x="20280" y="1663"/>
                  <a:pt x="20766" y="3164"/>
                  <a:pt x="21031" y="4783"/>
                </a:cubicBezTo>
                <a:cubicBezTo>
                  <a:pt x="21134" y="5357"/>
                  <a:pt x="21237" y="6108"/>
                  <a:pt x="21148" y="6888"/>
                </a:cubicBezTo>
                <a:cubicBezTo>
                  <a:pt x="21089" y="7432"/>
                  <a:pt x="20927" y="8006"/>
                  <a:pt x="20692" y="8551"/>
                </a:cubicBezTo>
                <a:cubicBezTo>
                  <a:pt x="20265" y="9507"/>
                  <a:pt x="19559" y="10449"/>
                  <a:pt x="18588" y="11420"/>
                </a:cubicBezTo>
                <a:cubicBezTo>
                  <a:pt x="17410" y="12583"/>
                  <a:pt x="16100" y="13554"/>
                  <a:pt x="14702" y="14334"/>
                </a:cubicBezTo>
                <a:cubicBezTo>
                  <a:pt x="14261" y="14570"/>
                  <a:pt x="13805" y="14805"/>
                  <a:pt x="13349" y="15026"/>
                </a:cubicBezTo>
                <a:cubicBezTo>
                  <a:pt x="12480" y="15467"/>
                  <a:pt x="11583" y="15909"/>
                  <a:pt x="10773" y="16497"/>
                </a:cubicBezTo>
                <a:cubicBezTo>
                  <a:pt x="10405" y="16777"/>
                  <a:pt x="10052" y="17071"/>
                  <a:pt x="9743" y="17380"/>
                </a:cubicBezTo>
                <a:cubicBezTo>
                  <a:pt x="8919" y="18234"/>
                  <a:pt x="8404" y="19220"/>
                  <a:pt x="8286" y="20176"/>
                </a:cubicBezTo>
                <a:cubicBezTo>
                  <a:pt x="8183" y="21089"/>
                  <a:pt x="8477" y="21913"/>
                  <a:pt x="8801" y="22664"/>
                </a:cubicBezTo>
                <a:cubicBezTo>
                  <a:pt x="9434" y="24150"/>
                  <a:pt x="10714" y="25312"/>
                  <a:pt x="11744" y="26166"/>
                </a:cubicBezTo>
                <a:cubicBezTo>
                  <a:pt x="12053" y="26401"/>
                  <a:pt x="12333" y="26637"/>
                  <a:pt x="12569" y="26843"/>
                </a:cubicBezTo>
                <a:cubicBezTo>
                  <a:pt x="14335" y="28344"/>
                  <a:pt x="15541" y="30081"/>
                  <a:pt x="16100" y="31994"/>
                </a:cubicBezTo>
                <a:cubicBezTo>
                  <a:pt x="16216" y="32380"/>
                  <a:pt x="16298" y="32732"/>
                  <a:pt x="16347" y="33080"/>
                </a:cubicBezTo>
                <a:lnTo>
                  <a:pt x="16347" y="33080"/>
                </a:lnTo>
                <a:cubicBezTo>
                  <a:pt x="16358" y="33073"/>
                  <a:pt x="16371" y="33067"/>
                  <a:pt x="16383" y="33060"/>
                </a:cubicBezTo>
                <a:lnTo>
                  <a:pt x="16383" y="33060"/>
                </a:lnTo>
                <a:cubicBezTo>
                  <a:pt x="16345" y="32728"/>
                  <a:pt x="16262" y="32371"/>
                  <a:pt x="16145" y="31979"/>
                </a:cubicBezTo>
                <a:cubicBezTo>
                  <a:pt x="15556" y="30036"/>
                  <a:pt x="14364" y="28300"/>
                  <a:pt x="12598" y="26784"/>
                </a:cubicBezTo>
                <a:cubicBezTo>
                  <a:pt x="12333" y="26563"/>
                  <a:pt x="12053" y="26343"/>
                  <a:pt x="11759" y="26107"/>
                </a:cubicBezTo>
                <a:cubicBezTo>
                  <a:pt x="10714" y="25283"/>
                  <a:pt x="9449" y="24120"/>
                  <a:pt x="8845" y="22649"/>
                </a:cubicBezTo>
                <a:cubicBezTo>
                  <a:pt x="8521" y="21898"/>
                  <a:pt x="8227" y="21089"/>
                  <a:pt x="8345" y="20206"/>
                </a:cubicBezTo>
                <a:cubicBezTo>
                  <a:pt x="8448" y="19264"/>
                  <a:pt x="8963" y="18293"/>
                  <a:pt x="9772" y="17439"/>
                </a:cubicBezTo>
                <a:cubicBezTo>
                  <a:pt x="10096" y="17130"/>
                  <a:pt x="10420" y="16836"/>
                  <a:pt x="10788" y="16556"/>
                </a:cubicBezTo>
                <a:cubicBezTo>
                  <a:pt x="11597" y="15968"/>
                  <a:pt x="12495" y="15526"/>
                  <a:pt x="13363" y="15099"/>
                </a:cubicBezTo>
                <a:cubicBezTo>
                  <a:pt x="13805" y="14879"/>
                  <a:pt x="14290" y="14643"/>
                  <a:pt x="14732" y="14408"/>
                </a:cubicBezTo>
                <a:cubicBezTo>
                  <a:pt x="16145" y="13628"/>
                  <a:pt x="17454" y="12642"/>
                  <a:pt x="18632" y="11479"/>
                </a:cubicBezTo>
                <a:cubicBezTo>
                  <a:pt x="19618" y="10508"/>
                  <a:pt x="20324" y="9551"/>
                  <a:pt x="20736" y="8580"/>
                </a:cubicBezTo>
                <a:cubicBezTo>
                  <a:pt x="21001" y="8006"/>
                  <a:pt x="21148" y="7432"/>
                  <a:pt x="21207" y="6888"/>
                </a:cubicBezTo>
                <a:cubicBezTo>
                  <a:pt x="21281" y="6108"/>
                  <a:pt x="21178" y="5357"/>
                  <a:pt x="21089" y="4768"/>
                </a:cubicBezTo>
                <a:cubicBezTo>
                  <a:pt x="20810" y="3150"/>
                  <a:pt x="20324" y="1619"/>
                  <a:pt x="19632" y="221"/>
                </a:cubicBezTo>
                <a:close/>
                <a:moveTo>
                  <a:pt x="16682" y="32902"/>
                </a:moveTo>
                <a:lnTo>
                  <a:pt x="16682" y="32902"/>
                </a:lnTo>
                <a:cubicBezTo>
                  <a:pt x="16645" y="32921"/>
                  <a:pt x="16608" y="32940"/>
                  <a:pt x="16571" y="32965"/>
                </a:cubicBezTo>
                <a:cubicBezTo>
                  <a:pt x="16571" y="33016"/>
                  <a:pt x="16571" y="33059"/>
                  <a:pt x="16576" y="33101"/>
                </a:cubicBezTo>
                <a:lnTo>
                  <a:pt x="16576" y="33101"/>
                </a:lnTo>
                <a:lnTo>
                  <a:pt x="16616" y="33083"/>
                </a:lnTo>
                <a:cubicBezTo>
                  <a:pt x="16660" y="33053"/>
                  <a:pt x="16674" y="33053"/>
                  <a:pt x="16689" y="33039"/>
                </a:cubicBezTo>
                <a:cubicBezTo>
                  <a:pt x="16688" y="32994"/>
                  <a:pt x="16685" y="32948"/>
                  <a:pt x="16682" y="32902"/>
                </a:cubicBezTo>
                <a:close/>
                <a:moveTo>
                  <a:pt x="16513" y="33009"/>
                </a:moveTo>
                <a:cubicBezTo>
                  <a:pt x="16498" y="33009"/>
                  <a:pt x="16498" y="33024"/>
                  <a:pt x="16468" y="33024"/>
                </a:cubicBezTo>
                <a:cubicBezTo>
                  <a:pt x="16440" y="33033"/>
                  <a:pt x="16411" y="33046"/>
                  <a:pt x="16383" y="33060"/>
                </a:cubicBezTo>
                <a:lnTo>
                  <a:pt x="16383" y="33060"/>
                </a:lnTo>
                <a:cubicBezTo>
                  <a:pt x="16387" y="33103"/>
                  <a:pt x="16392" y="33144"/>
                  <a:pt x="16395" y="33186"/>
                </a:cubicBezTo>
                <a:lnTo>
                  <a:pt x="16513" y="33131"/>
                </a:lnTo>
                <a:lnTo>
                  <a:pt x="16513" y="33009"/>
                </a:lnTo>
                <a:close/>
                <a:moveTo>
                  <a:pt x="17131" y="32891"/>
                </a:moveTo>
                <a:cubicBezTo>
                  <a:pt x="17131" y="32950"/>
                  <a:pt x="17116" y="33009"/>
                  <a:pt x="17101" y="33053"/>
                </a:cubicBezTo>
                <a:cubicBezTo>
                  <a:pt x="17028" y="33112"/>
                  <a:pt x="16954" y="33156"/>
                  <a:pt x="16866" y="33200"/>
                </a:cubicBezTo>
                <a:cubicBezTo>
                  <a:pt x="16895" y="33156"/>
                  <a:pt x="16895" y="33097"/>
                  <a:pt x="16895" y="33039"/>
                </a:cubicBezTo>
                <a:cubicBezTo>
                  <a:pt x="16969" y="32980"/>
                  <a:pt x="17057" y="32950"/>
                  <a:pt x="17131" y="32891"/>
                </a:cubicBezTo>
                <a:close/>
                <a:moveTo>
                  <a:pt x="17381" y="32980"/>
                </a:moveTo>
                <a:cubicBezTo>
                  <a:pt x="17381" y="33009"/>
                  <a:pt x="17351" y="33024"/>
                  <a:pt x="17351" y="33024"/>
                </a:cubicBezTo>
                <a:cubicBezTo>
                  <a:pt x="17337" y="33053"/>
                  <a:pt x="17337" y="33097"/>
                  <a:pt x="17322" y="33112"/>
                </a:cubicBezTo>
                <a:cubicBezTo>
                  <a:pt x="17263" y="33142"/>
                  <a:pt x="17204" y="33200"/>
                  <a:pt x="17131" y="33245"/>
                </a:cubicBezTo>
                <a:cubicBezTo>
                  <a:pt x="17160" y="33186"/>
                  <a:pt x="17160" y="33142"/>
                  <a:pt x="17175" y="33097"/>
                </a:cubicBezTo>
                <a:cubicBezTo>
                  <a:pt x="17248" y="33053"/>
                  <a:pt x="17307" y="33024"/>
                  <a:pt x="17381" y="32980"/>
                </a:cubicBezTo>
                <a:close/>
                <a:moveTo>
                  <a:pt x="17499" y="33053"/>
                </a:moveTo>
                <a:lnTo>
                  <a:pt x="17499" y="33053"/>
                </a:lnTo>
                <a:cubicBezTo>
                  <a:pt x="17469" y="33083"/>
                  <a:pt x="17410" y="33112"/>
                  <a:pt x="17381" y="33156"/>
                </a:cubicBezTo>
                <a:cubicBezTo>
                  <a:pt x="17351" y="33186"/>
                  <a:pt x="17351" y="33200"/>
                  <a:pt x="17337" y="33245"/>
                </a:cubicBezTo>
                <a:cubicBezTo>
                  <a:pt x="17366" y="33230"/>
                  <a:pt x="17410" y="33186"/>
                  <a:pt x="17454" y="33156"/>
                </a:cubicBezTo>
                <a:cubicBezTo>
                  <a:pt x="17469" y="33127"/>
                  <a:pt x="17484" y="33097"/>
                  <a:pt x="17499" y="33053"/>
                </a:cubicBezTo>
                <a:close/>
                <a:moveTo>
                  <a:pt x="16347" y="33080"/>
                </a:moveTo>
                <a:cubicBezTo>
                  <a:pt x="16301" y="33105"/>
                  <a:pt x="16258" y="33133"/>
                  <a:pt x="16218" y="33156"/>
                </a:cubicBezTo>
                <a:lnTo>
                  <a:pt x="16218" y="33303"/>
                </a:lnTo>
                <a:lnTo>
                  <a:pt x="16218" y="33303"/>
                </a:lnTo>
                <a:cubicBezTo>
                  <a:pt x="16270" y="33278"/>
                  <a:pt x="16321" y="33252"/>
                  <a:pt x="16365" y="33230"/>
                </a:cubicBezTo>
                <a:cubicBezTo>
                  <a:pt x="16360" y="33180"/>
                  <a:pt x="16354" y="33130"/>
                  <a:pt x="16347" y="33080"/>
                </a:cubicBezTo>
                <a:close/>
                <a:moveTo>
                  <a:pt x="16822" y="33083"/>
                </a:moveTo>
                <a:cubicBezTo>
                  <a:pt x="16822" y="33127"/>
                  <a:pt x="16807" y="33186"/>
                  <a:pt x="16807" y="33245"/>
                </a:cubicBezTo>
                <a:cubicBezTo>
                  <a:pt x="16733" y="33303"/>
                  <a:pt x="16645" y="33333"/>
                  <a:pt x="16571" y="33392"/>
                </a:cubicBezTo>
                <a:lnTo>
                  <a:pt x="16571" y="33230"/>
                </a:lnTo>
                <a:cubicBezTo>
                  <a:pt x="16660" y="33171"/>
                  <a:pt x="16733" y="33127"/>
                  <a:pt x="16822" y="33083"/>
                </a:cubicBezTo>
                <a:close/>
                <a:moveTo>
                  <a:pt x="17184" y="33317"/>
                </a:moveTo>
                <a:cubicBezTo>
                  <a:pt x="17156" y="33350"/>
                  <a:pt x="17128" y="33381"/>
                  <a:pt x="17099" y="33412"/>
                </a:cubicBezTo>
                <a:lnTo>
                  <a:pt x="17099" y="33412"/>
                </a:lnTo>
                <a:cubicBezTo>
                  <a:pt x="17101" y="33397"/>
                  <a:pt x="17101" y="33385"/>
                  <a:pt x="17101" y="33377"/>
                </a:cubicBezTo>
                <a:lnTo>
                  <a:pt x="17184" y="33317"/>
                </a:lnTo>
                <a:close/>
                <a:moveTo>
                  <a:pt x="17086" y="33171"/>
                </a:moveTo>
                <a:lnTo>
                  <a:pt x="17086" y="33171"/>
                </a:lnTo>
                <a:cubicBezTo>
                  <a:pt x="17057" y="33230"/>
                  <a:pt x="17057" y="33259"/>
                  <a:pt x="17042" y="33318"/>
                </a:cubicBezTo>
                <a:cubicBezTo>
                  <a:pt x="16983" y="33348"/>
                  <a:pt x="16910" y="33406"/>
                  <a:pt x="16836" y="33451"/>
                </a:cubicBezTo>
                <a:cubicBezTo>
                  <a:pt x="16866" y="33392"/>
                  <a:pt x="16866" y="33333"/>
                  <a:pt x="16866" y="33289"/>
                </a:cubicBezTo>
                <a:cubicBezTo>
                  <a:pt x="16939" y="33259"/>
                  <a:pt x="16998" y="33200"/>
                  <a:pt x="17086" y="33171"/>
                </a:cubicBezTo>
                <a:close/>
                <a:moveTo>
                  <a:pt x="17337" y="33348"/>
                </a:moveTo>
                <a:cubicBezTo>
                  <a:pt x="17322" y="33377"/>
                  <a:pt x="17278" y="33392"/>
                  <a:pt x="17263" y="33406"/>
                </a:cubicBezTo>
                <a:cubicBezTo>
                  <a:pt x="17263" y="33421"/>
                  <a:pt x="17248" y="33451"/>
                  <a:pt x="17248" y="33465"/>
                </a:cubicBezTo>
                <a:lnTo>
                  <a:pt x="17322" y="33392"/>
                </a:lnTo>
                <a:cubicBezTo>
                  <a:pt x="17322" y="33377"/>
                  <a:pt x="17336" y="33348"/>
                  <a:pt x="17337" y="33348"/>
                </a:cubicBezTo>
                <a:close/>
                <a:moveTo>
                  <a:pt x="17160" y="33524"/>
                </a:moveTo>
                <a:cubicBezTo>
                  <a:pt x="17152" y="33528"/>
                  <a:pt x="17145" y="33532"/>
                  <a:pt x="17139" y="33537"/>
                </a:cubicBezTo>
                <a:lnTo>
                  <a:pt x="17139" y="33537"/>
                </a:lnTo>
                <a:cubicBezTo>
                  <a:pt x="17146" y="33533"/>
                  <a:pt x="17153" y="33529"/>
                  <a:pt x="17160" y="33524"/>
                </a:cubicBezTo>
                <a:close/>
                <a:moveTo>
                  <a:pt x="16050" y="33248"/>
                </a:moveTo>
                <a:cubicBezTo>
                  <a:pt x="16058" y="33292"/>
                  <a:pt x="16065" y="33335"/>
                  <a:pt x="16071" y="33377"/>
                </a:cubicBezTo>
                <a:cubicBezTo>
                  <a:pt x="16100" y="33363"/>
                  <a:pt x="16131" y="33347"/>
                  <a:pt x="16164" y="33331"/>
                </a:cubicBezTo>
                <a:lnTo>
                  <a:pt x="16164" y="33331"/>
                </a:lnTo>
                <a:cubicBezTo>
                  <a:pt x="16166" y="33352"/>
                  <a:pt x="16169" y="33373"/>
                  <a:pt x="16174" y="33392"/>
                </a:cubicBezTo>
                <a:lnTo>
                  <a:pt x="15894" y="33554"/>
                </a:lnTo>
                <a:cubicBezTo>
                  <a:pt x="15865" y="33480"/>
                  <a:pt x="15865" y="33406"/>
                  <a:pt x="15865" y="33348"/>
                </a:cubicBezTo>
                <a:cubicBezTo>
                  <a:pt x="15922" y="33310"/>
                  <a:pt x="15985" y="33278"/>
                  <a:pt x="16050" y="33248"/>
                </a:cubicBezTo>
                <a:close/>
                <a:moveTo>
                  <a:pt x="16513" y="33274"/>
                </a:moveTo>
                <a:lnTo>
                  <a:pt x="16513" y="33465"/>
                </a:lnTo>
                <a:cubicBezTo>
                  <a:pt x="16424" y="33524"/>
                  <a:pt x="16321" y="33568"/>
                  <a:pt x="16248" y="33613"/>
                </a:cubicBezTo>
                <a:cubicBezTo>
                  <a:pt x="16233" y="33539"/>
                  <a:pt x="16233" y="33480"/>
                  <a:pt x="16233" y="33421"/>
                </a:cubicBezTo>
                <a:cubicBezTo>
                  <a:pt x="16248" y="33406"/>
                  <a:pt x="16292" y="33392"/>
                  <a:pt x="16307" y="33392"/>
                </a:cubicBezTo>
                <a:cubicBezTo>
                  <a:pt x="16380" y="33348"/>
                  <a:pt x="16439" y="33318"/>
                  <a:pt x="16513" y="33274"/>
                </a:cubicBezTo>
                <a:close/>
                <a:moveTo>
                  <a:pt x="16807" y="33333"/>
                </a:moveTo>
                <a:cubicBezTo>
                  <a:pt x="16807" y="33392"/>
                  <a:pt x="16792" y="33451"/>
                  <a:pt x="16763" y="33495"/>
                </a:cubicBezTo>
                <a:cubicBezTo>
                  <a:pt x="16689" y="33554"/>
                  <a:pt x="16616" y="33598"/>
                  <a:pt x="16542" y="33642"/>
                </a:cubicBezTo>
                <a:cubicBezTo>
                  <a:pt x="16542" y="33598"/>
                  <a:pt x="16571" y="33539"/>
                  <a:pt x="16571" y="33480"/>
                </a:cubicBezTo>
                <a:cubicBezTo>
                  <a:pt x="16645" y="33421"/>
                  <a:pt x="16733" y="33392"/>
                  <a:pt x="16807" y="33333"/>
                </a:cubicBezTo>
                <a:close/>
                <a:moveTo>
                  <a:pt x="17013" y="33406"/>
                </a:moveTo>
                <a:lnTo>
                  <a:pt x="17013" y="33406"/>
                </a:lnTo>
                <a:cubicBezTo>
                  <a:pt x="16983" y="33465"/>
                  <a:pt x="16969" y="33495"/>
                  <a:pt x="16954" y="33554"/>
                </a:cubicBezTo>
                <a:cubicBezTo>
                  <a:pt x="16895" y="33598"/>
                  <a:pt x="16836" y="33642"/>
                  <a:pt x="16763" y="33686"/>
                </a:cubicBezTo>
                <a:cubicBezTo>
                  <a:pt x="16807" y="33627"/>
                  <a:pt x="16822" y="33598"/>
                  <a:pt x="16822" y="33539"/>
                </a:cubicBezTo>
                <a:cubicBezTo>
                  <a:pt x="16895" y="33495"/>
                  <a:pt x="16954" y="33451"/>
                  <a:pt x="17013" y="33406"/>
                </a:cubicBezTo>
                <a:close/>
                <a:moveTo>
                  <a:pt x="15791" y="33377"/>
                </a:moveTo>
                <a:cubicBezTo>
                  <a:pt x="15791" y="33451"/>
                  <a:pt x="15806" y="33495"/>
                  <a:pt x="15806" y="33554"/>
                </a:cubicBezTo>
                <a:cubicBezTo>
                  <a:pt x="15762" y="33568"/>
                  <a:pt x="15718" y="33613"/>
                  <a:pt x="15659" y="33627"/>
                </a:cubicBezTo>
                <a:cubicBezTo>
                  <a:pt x="15615" y="33642"/>
                  <a:pt x="15571" y="33686"/>
                  <a:pt x="15512" y="33701"/>
                </a:cubicBezTo>
                <a:cubicBezTo>
                  <a:pt x="15512" y="33671"/>
                  <a:pt x="15512" y="33613"/>
                  <a:pt x="15497" y="33539"/>
                </a:cubicBezTo>
                <a:cubicBezTo>
                  <a:pt x="15585" y="33480"/>
                  <a:pt x="15688" y="33421"/>
                  <a:pt x="15791" y="33377"/>
                </a:cubicBezTo>
                <a:close/>
                <a:moveTo>
                  <a:pt x="17139" y="33537"/>
                </a:moveTo>
                <a:lnTo>
                  <a:pt x="17139" y="33537"/>
                </a:lnTo>
                <a:cubicBezTo>
                  <a:pt x="17099" y="33559"/>
                  <a:pt x="17053" y="33575"/>
                  <a:pt x="17028" y="33613"/>
                </a:cubicBezTo>
                <a:cubicBezTo>
                  <a:pt x="17028" y="33627"/>
                  <a:pt x="17013" y="33671"/>
                  <a:pt x="16983" y="33701"/>
                </a:cubicBezTo>
                <a:lnTo>
                  <a:pt x="17101" y="33598"/>
                </a:lnTo>
                <a:cubicBezTo>
                  <a:pt x="17112" y="33566"/>
                  <a:pt x="17123" y="33549"/>
                  <a:pt x="17139" y="33537"/>
                </a:cubicBezTo>
                <a:close/>
                <a:moveTo>
                  <a:pt x="16159" y="33465"/>
                </a:moveTo>
                <a:lnTo>
                  <a:pt x="16159" y="33642"/>
                </a:lnTo>
                <a:cubicBezTo>
                  <a:pt x="16145" y="33657"/>
                  <a:pt x="16130" y="33657"/>
                  <a:pt x="16100" y="33686"/>
                </a:cubicBezTo>
                <a:cubicBezTo>
                  <a:pt x="16027" y="33716"/>
                  <a:pt x="15953" y="33774"/>
                  <a:pt x="15880" y="33804"/>
                </a:cubicBezTo>
                <a:lnTo>
                  <a:pt x="15880" y="33613"/>
                </a:lnTo>
                <a:cubicBezTo>
                  <a:pt x="15983" y="33554"/>
                  <a:pt x="16071" y="33495"/>
                  <a:pt x="16159" y="33465"/>
                </a:cubicBezTo>
                <a:close/>
                <a:moveTo>
                  <a:pt x="16802" y="33751"/>
                </a:moveTo>
                <a:lnTo>
                  <a:pt x="16802" y="33751"/>
                </a:lnTo>
                <a:cubicBezTo>
                  <a:pt x="16784" y="33773"/>
                  <a:pt x="16766" y="33794"/>
                  <a:pt x="16748" y="33816"/>
                </a:cubicBezTo>
                <a:lnTo>
                  <a:pt x="16748" y="33816"/>
                </a:lnTo>
                <a:cubicBezTo>
                  <a:pt x="16748" y="33789"/>
                  <a:pt x="16748" y="33789"/>
                  <a:pt x="16763" y="33774"/>
                </a:cubicBezTo>
                <a:lnTo>
                  <a:pt x="16802" y="33751"/>
                </a:lnTo>
                <a:close/>
                <a:moveTo>
                  <a:pt x="16498" y="33524"/>
                </a:moveTo>
                <a:cubicBezTo>
                  <a:pt x="16498" y="33568"/>
                  <a:pt x="16468" y="33627"/>
                  <a:pt x="16468" y="33686"/>
                </a:cubicBezTo>
                <a:cubicBezTo>
                  <a:pt x="16395" y="33745"/>
                  <a:pt x="16307" y="33789"/>
                  <a:pt x="16233" y="33833"/>
                </a:cubicBezTo>
                <a:lnTo>
                  <a:pt x="16233" y="33671"/>
                </a:lnTo>
                <a:cubicBezTo>
                  <a:pt x="16307" y="33627"/>
                  <a:pt x="16395" y="33568"/>
                  <a:pt x="16498" y="33524"/>
                </a:cubicBezTo>
                <a:close/>
                <a:moveTo>
                  <a:pt x="16748" y="33583"/>
                </a:moveTo>
                <a:cubicBezTo>
                  <a:pt x="16733" y="33642"/>
                  <a:pt x="16719" y="33701"/>
                  <a:pt x="16719" y="33745"/>
                </a:cubicBezTo>
                <a:cubicBezTo>
                  <a:pt x="16645" y="33789"/>
                  <a:pt x="16571" y="33833"/>
                  <a:pt x="16498" y="33892"/>
                </a:cubicBezTo>
                <a:cubicBezTo>
                  <a:pt x="16513" y="33833"/>
                  <a:pt x="16513" y="33774"/>
                  <a:pt x="16527" y="33745"/>
                </a:cubicBezTo>
                <a:cubicBezTo>
                  <a:pt x="16601" y="33686"/>
                  <a:pt x="16674" y="33642"/>
                  <a:pt x="16748" y="33583"/>
                </a:cubicBezTo>
                <a:close/>
                <a:moveTo>
                  <a:pt x="16983" y="33774"/>
                </a:moveTo>
                <a:cubicBezTo>
                  <a:pt x="16969" y="33789"/>
                  <a:pt x="16939" y="33819"/>
                  <a:pt x="16910" y="33833"/>
                </a:cubicBezTo>
                <a:cubicBezTo>
                  <a:pt x="16895" y="33848"/>
                  <a:pt x="16895" y="33863"/>
                  <a:pt x="16880" y="33892"/>
                </a:cubicBezTo>
                <a:lnTo>
                  <a:pt x="16954" y="33819"/>
                </a:lnTo>
                <a:cubicBezTo>
                  <a:pt x="16969" y="33819"/>
                  <a:pt x="16983" y="33789"/>
                  <a:pt x="16983" y="33774"/>
                </a:cubicBezTo>
                <a:close/>
                <a:moveTo>
                  <a:pt x="15424" y="33568"/>
                </a:moveTo>
                <a:cubicBezTo>
                  <a:pt x="15424" y="33642"/>
                  <a:pt x="15438" y="33701"/>
                  <a:pt x="15438" y="33774"/>
                </a:cubicBezTo>
                <a:cubicBezTo>
                  <a:pt x="15394" y="33819"/>
                  <a:pt x="15335" y="33833"/>
                  <a:pt x="15276" y="33863"/>
                </a:cubicBezTo>
                <a:cubicBezTo>
                  <a:pt x="15232" y="33892"/>
                  <a:pt x="15203" y="33922"/>
                  <a:pt x="15144" y="33936"/>
                </a:cubicBezTo>
                <a:cubicBezTo>
                  <a:pt x="15173" y="33892"/>
                  <a:pt x="15173" y="33819"/>
                  <a:pt x="15144" y="33745"/>
                </a:cubicBezTo>
                <a:lnTo>
                  <a:pt x="15424" y="33568"/>
                </a:lnTo>
                <a:close/>
                <a:moveTo>
                  <a:pt x="16807" y="33966"/>
                </a:moveTo>
                <a:cubicBezTo>
                  <a:pt x="16788" y="33966"/>
                  <a:pt x="16775" y="33971"/>
                  <a:pt x="16765" y="33981"/>
                </a:cubicBezTo>
                <a:lnTo>
                  <a:pt x="16765" y="33981"/>
                </a:lnTo>
                <a:cubicBezTo>
                  <a:pt x="16778" y="33975"/>
                  <a:pt x="16791" y="33970"/>
                  <a:pt x="16807" y="33966"/>
                </a:cubicBezTo>
                <a:close/>
                <a:moveTo>
                  <a:pt x="15806" y="33642"/>
                </a:moveTo>
                <a:lnTo>
                  <a:pt x="15806" y="33833"/>
                </a:lnTo>
                <a:lnTo>
                  <a:pt x="15541" y="33995"/>
                </a:lnTo>
                <a:lnTo>
                  <a:pt x="15541" y="33819"/>
                </a:lnTo>
                <a:cubicBezTo>
                  <a:pt x="15585" y="33774"/>
                  <a:pt x="15644" y="33745"/>
                  <a:pt x="15703" y="33716"/>
                </a:cubicBezTo>
                <a:cubicBezTo>
                  <a:pt x="15733" y="33701"/>
                  <a:pt x="15777" y="33686"/>
                  <a:pt x="15806" y="33642"/>
                </a:cubicBezTo>
                <a:close/>
                <a:moveTo>
                  <a:pt x="16159" y="33716"/>
                </a:moveTo>
                <a:cubicBezTo>
                  <a:pt x="16159" y="33774"/>
                  <a:pt x="16159" y="33833"/>
                  <a:pt x="16145" y="33907"/>
                </a:cubicBezTo>
                <a:cubicBezTo>
                  <a:pt x="16086" y="33936"/>
                  <a:pt x="16012" y="33980"/>
                  <a:pt x="15953" y="34010"/>
                </a:cubicBezTo>
                <a:cubicBezTo>
                  <a:pt x="15939" y="34025"/>
                  <a:pt x="15924" y="34025"/>
                  <a:pt x="15880" y="34054"/>
                </a:cubicBezTo>
                <a:cubicBezTo>
                  <a:pt x="15880" y="33995"/>
                  <a:pt x="15909" y="33922"/>
                  <a:pt x="15880" y="33863"/>
                </a:cubicBezTo>
                <a:cubicBezTo>
                  <a:pt x="15983" y="33819"/>
                  <a:pt x="16056" y="33774"/>
                  <a:pt x="16145" y="33716"/>
                </a:cubicBezTo>
                <a:close/>
                <a:moveTo>
                  <a:pt x="16454" y="33774"/>
                </a:moveTo>
                <a:cubicBezTo>
                  <a:pt x="16439" y="33833"/>
                  <a:pt x="16439" y="33877"/>
                  <a:pt x="16410" y="33936"/>
                </a:cubicBezTo>
                <a:cubicBezTo>
                  <a:pt x="16351" y="33995"/>
                  <a:pt x="16277" y="34054"/>
                  <a:pt x="16203" y="34083"/>
                </a:cubicBezTo>
                <a:cubicBezTo>
                  <a:pt x="16203" y="34025"/>
                  <a:pt x="16218" y="33980"/>
                  <a:pt x="16218" y="33922"/>
                </a:cubicBezTo>
                <a:cubicBezTo>
                  <a:pt x="16292" y="33863"/>
                  <a:pt x="16380" y="33833"/>
                  <a:pt x="16454" y="33774"/>
                </a:cubicBezTo>
                <a:close/>
                <a:moveTo>
                  <a:pt x="16660" y="33848"/>
                </a:moveTo>
                <a:lnTo>
                  <a:pt x="16660" y="33848"/>
                </a:lnTo>
                <a:cubicBezTo>
                  <a:pt x="16645" y="33907"/>
                  <a:pt x="16616" y="33936"/>
                  <a:pt x="16601" y="33980"/>
                </a:cubicBezTo>
                <a:cubicBezTo>
                  <a:pt x="16542" y="34010"/>
                  <a:pt x="16498" y="34069"/>
                  <a:pt x="16424" y="34113"/>
                </a:cubicBezTo>
                <a:cubicBezTo>
                  <a:pt x="16454" y="34069"/>
                  <a:pt x="16454" y="34039"/>
                  <a:pt x="16468" y="33980"/>
                </a:cubicBezTo>
                <a:cubicBezTo>
                  <a:pt x="16527" y="33936"/>
                  <a:pt x="16601" y="33892"/>
                  <a:pt x="16660" y="33848"/>
                </a:cubicBezTo>
                <a:close/>
                <a:moveTo>
                  <a:pt x="16765" y="33981"/>
                </a:moveTo>
                <a:cubicBezTo>
                  <a:pt x="16731" y="33997"/>
                  <a:pt x="16707" y="34022"/>
                  <a:pt x="16674" y="34054"/>
                </a:cubicBezTo>
                <a:cubicBezTo>
                  <a:pt x="16674" y="34069"/>
                  <a:pt x="16660" y="34113"/>
                  <a:pt x="16645" y="34142"/>
                </a:cubicBezTo>
                <a:lnTo>
                  <a:pt x="16748" y="34039"/>
                </a:lnTo>
                <a:cubicBezTo>
                  <a:pt x="16748" y="34014"/>
                  <a:pt x="16753" y="33993"/>
                  <a:pt x="16765" y="33981"/>
                </a:cubicBezTo>
                <a:close/>
                <a:moveTo>
                  <a:pt x="15100" y="33789"/>
                </a:moveTo>
                <a:cubicBezTo>
                  <a:pt x="15100" y="33863"/>
                  <a:pt x="15114" y="33922"/>
                  <a:pt x="15114" y="33995"/>
                </a:cubicBezTo>
                <a:cubicBezTo>
                  <a:pt x="15026" y="34054"/>
                  <a:pt x="14923" y="34113"/>
                  <a:pt x="14835" y="34186"/>
                </a:cubicBezTo>
                <a:cubicBezTo>
                  <a:pt x="14835" y="34083"/>
                  <a:pt x="14820" y="34039"/>
                  <a:pt x="14820" y="33966"/>
                </a:cubicBezTo>
                <a:lnTo>
                  <a:pt x="15100" y="33789"/>
                </a:lnTo>
                <a:close/>
                <a:moveTo>
                  <a:pt x="15468" y="33848"/>
                </a:moveTo>
                <a:cubicBezTo>
                  <a:pt x="15468" y="33907"/>
                  <a:pt x="15482" y="33980"/>
                  <a:pt x="15482" y="34039"/>
                </a:cubicBezTo>
                <a:lnTo>
                  <a:pt x="15203" y="34201"/>
                </a:lnTo>
                <a:cubicBezTo>
                  <a:pt x="15203" y="34142"/>
                  <a:pt x="15203" y="34083"/>
                  <a:pt x="15188" y="34010"/>
                </a:cubicBezTo>
                <a:cubicBezTo>
                  <a:pt x="15247" y="33980"/>
                  <a:pt x="15276" y="33966"/>
                  <a:pt x="15335" y="33922"/>
                </a:cubicBezTo>
                <a:cubicBezTo>
                  <a:pt x="15365" y="33907"/>
                  <a:pt x="15424" y="33863"/>
                  <a:pt x="15468" y="33848"/>
                </a:cubicBezTo>
                <a:close/>
                <a:moveTo>
                  <a:pt x="16417" y="34219"/>
                </a:moveTo>
                <a:lnTo>
                  <a:pt x="16417" y="34219"/>
                </a:lnTo>
                <a:cubicBezTo>
                  <a:pt x="16409" y="34227"/>
                  <a:pt x="16402" y="34236"/>
                  <a:pt x="16395" y="34244"/>
                </a:cubicBezTo>
                <a:lnTo>
                  <a:pt x="16395" y="34244"/>
                </a:lnTo>
                <a:cubicBezTo>
                  <a:pt x="16395" y="34240"/>
                  <a:pt x="16395" y="34235"/>
                  <a:pt x="16395" y="34231"/>
                </a:cubicBezTo>
                <a:cubicBezTo>
                  <a:pt x="16402" y="34227"/>
                  <a:pt x="16409" y="34223"/>
                  <a:pt x="16417" y="34219"/>
                </a:cubicBezTo>
                <a:close/>
                <a:moveTo>
                  <a:pt x="15836" y="33907"/>
                </a:moveTo>
                <a:lnTo>
                  <a:pt x="15836" y="34083"/>
                </a:lnTo>
                <a:lnTo>
                  <a:pt x="15556" y="34260"/>
                </a:lnTo>
                <a:lnTo>
                  <a:pt x="15556" y="34069"/>
                </a:lnTo>
                <a:lnTo>
                  <a:pt x="15836" y="33907"/>
                </a:lnTo>
                <a:close/>
                <a:moveTo>
                  <a:pt x="16159" y="33995"/>
                </a:moveTo>
                <a:cubicBezTo>
                  <a:pt x="16159" y="34054"/>
                  <a:pt x="16145" y="34113"/>
                  <a:pt x="16145" y="34157"/>
                </a:cubicBezTo>
                <a:cubicBezTo>
                  <a:pt x="16027" y="34201"/>
                  <a:pt x="15953" y="34260"/>
                  <a:pt x="15880" y="34304"/>
                </a:cubicBezTo>
                <a:cubicBezTo>
                  <a:pt x="15880" y="34260"/>
                  <a:pt x="15894" y="34201"/>
                  <a:pt x="15894" y="34142"/>
                </a:cubicBezTo>
                <a:lnTo>
                  <a:pt x="16012" y="34083"/>
                </a:lnTo>
                <a:cubicBezTo>
                  <a:pt x="16071" y="34054"/>
                  <a:pt x="16100" y="34025"/>
                  <a:pt x="16159" y="33995"/>
                </a:cubicBezTo>
                <a:close/>
                <a:moveTo>
                  <a:pt x="16395" y="34054"/>
                </a:moveTo>
                <a:lnTo>
                  <a:pt x="16395" y="34054"/>
                </a:lnTo>
                <a:cubicBezTo>
                  <a:pt x="16380" y="34113"/>
                  <a:pt x="16365" y="34142"/>
                  <a:pt x="16365" y="34201"/>
                </a:cubicBezTo>
                <a:cubicBezTo>
                  <a:pt x="16277" y="34231"/>
                  <a:pt x="16218" y="34289"/>
                  <a:pt x="16145" y="34348"/>
                </a:cubicBezTo>
                <a:cubicBezTo>
                  <a:pt x="16159" y="34289"/>
                  <a:pt x="16159" y="34231"/>
                  <a:pt x="16174" y="34201"/>
                </a:cubicBezTo>
                <a:cubicBezTo>
                  <a:pt x="16248" y="34142"/>
                  <a:pt x="16321" y="34113"/>
                  <a:pt x="16395" y="34054"/>
                </a:cubicBezTo>
                <a:close/>
                <a:moveTo>
                  <a:pt x="16616" y="34231"/>
                </a:moveTo>
                <a:lnTo>
                  <a:pt x="16616" y="34231"/>
                </a:lnTo>
                <a:cubicBezTo>
                  <a:pt x="16601" y="34260"/>
                  <a:pt x="16557" y="34275"/>
                  <a:pt x="16542" y="34289"/>
                </a:cubicBezTo>
                <a:cubicBezTo>
                  <a:pt x="16542" y="34304"/>
                  <a:pt x="16527" y="34334"/>
                  <a:pt x="16527" y="34348"/>
                </a:cubicBezTo>
                <a:cubicBezTo>
                  <a:pt x="16571" y="34334"/>
                  <a:pt x="16586" y="34289"/>
                  <a:pt x="16601" y="34275"/>
                </a:cubicBezTo>
                <a:cubicBezTo>
                  <a:pt x="16601" y="34260"/>
                  <a:pt x="16615" y="34231"/>
                  <a:pt x="16616" y="34231"/>
                </a:cubicBezTo>
                <a:close/>
                <a:moveTo>
                  <a:pt x="14747" y="33995"/>
                </a:moveTo>
                <a:cubicBezTo>
                  <a:pt x="14747" y="34069"/>
                  <a:pt x="14761" y="34128"/>
                  <a:pt x="14761" y="34201"/>
                </a:cubicBezTo>
                <a:cubicBezTo>
                  <a:pt x="14673" y="34260"/>
                  <a:pt x="14585" y="34304"/>
                  <a:pt x="14511" y="34378"/>
                </a:cubicBezTo>
                <a:cubicBezTo>
                  <a:pt x="14511" y="34334"/>
                  <a:pt x="14511" y="34275"/>
                  <a:pt x="14482" y="34201"/>
                </a:cubicBezTo>
                <a:lnTo>
                  <a:pt x="14482" y="34157"/>
                </a:lnTo>
                <a:cubicBezTo>
                  <a:pt x="14585" y="34113"/>
                  <a:pt x="14673" y="34054"/>
                  <a:pt x="14747" y="33995"/>
                </a:cubicBezTo>
                <a:close/>
                <a:moveTo>
                  <a:pt x="15129" y="34054"/>
                </a:moveTo>
                <a:cubicBezTo>
                  <a:pt x="15129" y="34128"/>
                  <a:pt x="15144" y="34186"/>
                  <a:pt x="15144" y="34260"/>
                </a:cubicBezTo>
                <a:cubicBezTo>
                  <a:pt x="15056" y="34304"/>
                  <a:pt x="14967" y="34363"/>
                  <a:pt x="14879" y="34437"/>
                </a:cubicBezTo>
                <a:cubicBezTo>
                  <a:pt x="14850" y="34363"/>
                  <a:pt x="14850" y="34304"/>
                  <a:pt x="14850" y="34231"/>
                </a:cubicBezTo>
                <a:cubicBezTo>
                  <a:pt x="14953" y="34186"/>
                  <a:pt x="15041" y="34128"/>
                  <a:pt x="15129" y="34054"/>
                </a:cubicBezTo>
                <a:close/>
                <a:moveTo>
                  <a:pt x="15482" y="34128"/>
                </a:moveTo>
                <a:lnTo>
                  <a:pt x="15482" y="34304"/>
                </a:lnTo>
                <a:cubicBezTo>
                  <a:pt x="15438" y="34334"/>
                  <a:pt x="15394" y="34363"/>
                  <a:pt x="15350" y="34378"/>
                </a:cubicBezTo>
                <a:cubicBezTo>
                  <a:pt x="15291" y="34422"/>
                  <a:pt x="15262" y="34437"/>
                  <a:pt x="15203" y="34481"/>
                </a:cubicBezTo>
                <a:cubicBezTo>
                  <a:pt x="15217" y="34422"/>
                  <a:pt x="15217" y="34348"/>
                  <a:pt x="15203" y="34289"/>
                </a:cubicBezTo>
                <a:lnTo>
                  <a:pt x="15482" y="34128"/>
                </a:lnTo>
                <a:close/>
                <a:moveTo>
                  <a:pt x="16290" y="34361"/>
                </a:moveTo>
                <a:cubicBezTo>
                  <a:pt x="16281" y="34372"/>
                  <a:pt x="16272" y="34382"/>
                  <a:pt x="16262" y="34392"/>
                </a:cubicBezTo>
                <a:cubicBezTo>
                  <a:pt x="16239" y="34433"/>
                  <a:pt x="16213" y="34472"/>
                  <a:pt x="16187" y="34510"/>
                </a:cubicBezTo>
                <a:lnTo>
                  <a:pt x="16187" y="34510"/>
                </a:lnTo>
                <a:cubicBezTo>
                  <a:pt x="16209" y="34490"/>
                  <a:pt x="16230" y="34469"/>
                  <a:pt x="16248" y="34451"/>
                </a:cubicBezTo>
                <a:cubicBezTo>
                  <a:pt x="16267" y="34423"/>
                  <a:pt x="16280" y="34394"/>
                  <a:pt x="16290" y="34361"/>
                </a:cubicBezTo>
                <a:close/>
                <a:moveTo>
                  <a:pt x="15806" y="34157"/>
                </a:moveTo>
                <a:cubicBezTo>
                  <a:pt x="15806" y="34216"/>
                  <a:pt x="15806" y="34275"/>
                  <a:pt x="15791" y="34348"/>
                </a:cubicBezTo>
                <a:cubicBezTo>
                  <a:pt x="15718" y="34407"/>
                  <a:pt x="15630" y="34451"/>
                  <a:pt x="15556" y="34510"/>
                </a:cubicBezTo>
                <a:lnTo>
                  <a:pt x="15556" y="34334"/>
                </a:lnTo>
                <a:cubicBezTo>
                  <a:pt x="15644" y="34275"/>
                  <a:pt x="15733" y="34216"/>
                  <a:pt x="15806" y="34157"/>
                </a:cubicBezTo>
                <a:close/>
                <a:moveTo>
                  <a:pt x="16100" y="34231"/>
                </a:moveTo>
                <a:cubicBezTo>
                  <a:pt x="16086" y="34289"/>
                  <a:pt x="16086" y="34348"/>
                  <a:pt x="16071" y="34392"/>
                </a:cubicBezTo>
                <a:cubicBezTo>
                  <a:pt x="15997" y="34451"/>
                  <a:pt x="15924" y="34495"/>
                  <a:pt x="15850" y="34554"/>
                </a:cubicBezTo>
                <a:cubicBezTo>
                  <a:pt x="15850" y="34495"/>
                  <a:pt x="15865" y="34437"/>
                  <a:pt x="15865" y="34378"/>
                </a:cubicBezTo>
                <a:cubicBezTo>
                  <a:pt x="15939" y="34319"/>
                  <a:pt x="16012" y="34275"/>
                  <a:pt x="16100" y="34231"/>
                </a:cubicBezTo>
                <a:close/>
                <a:moveTo>
                  <a:pt x="16439" y="34378"/>
                </a:moveTo>
                <a:cubicBezTo>
                  <a:pt x="16380" y="34407"/>
                  <a:pt x="16351" y="34437"/>
                  <a:pt x="16307" y="34481"/>
                </a:cubicBezTo>
                <a:cubicBezTo>
                  <a:pt x="16292" y="34510"/>
                  <a:pt x="16292" y="34525"/>
                  <a:pt x="16277" y="34569"/>
                </a:cubicBezTo>
                <a:cubicBezTo>
                  <a:pt x="16307" y="34554"/>
                  <a:pt x="16351" y="34510"/>
                  <a:pt x="16380" y="34481"/>
                </a:cubicBezTo>
                <a:cubicBezTo>
                  <a:pt x="16395" y="34451"/>
                  <a:pt x="16424" y="34422"/>
                  <a:pt x="16439" y="34378"/>
                </a:cubicBezTo>
                <a:close/>
                <a:moveTo>
                  <a:pt x="14438" y="34201"/>
                </a:moveTo>
                <a:cubicBezTo>
                  <a:pt x="14438" y="34275"/>
                  <a:pt x="14452" y="34348"/>
                  <a:pt x="14452" y="34407"/>
                </a:cubicBezTo>
                <a:cubicBezTo>
                  <a:pt x="14364" y="34451"/>
                  <a:pt x="14290" y="34525"/>
                  <a:pt x="14187" y="34584"/>
                </a:cubicBezTo>
                <a:cubicBezTo>
                  <a:pt x="14187" y="34525"/>
                  <a:pt x="14187" y="34451"/>
                  <a:pt x="14173" y="34378"/>
                </a:cubicBezTo>
                <a:cubicBezTo>
                  <a:pt x="14261" y="34334"/>
                  <a:pt x="14335" y="34275"/>
                  <a:pt x="14438" y="34201"/>
                </a:cubicBezTo>
                <a:close/>
                <a:moveTo>
                  <a:pt x="14776" y="34275"/>
                </a:moveTo>
                <a:cubicBezTo>
                  <a:pt x="14776" y="34348"/>
                  <a:pt x="14805" y="34392"/>
                  <a:pt x="14805" y="34481"/>
                </a:cubicBezTo>
                <a:cubicBezTo>
                  <a:pt x="14702" y="34525"/>
                  <a:pt x="14614" y="34599"/>
                  <a:pt x="14541" y="34657"/>
                </a:cubicBezTo>
                <a:cubicBezTo>
                  <a:pt x="14541" y="34584"/>
                  <a:pt x="14526" y="34525"/>
                  <a:pt x="14526" y="34451"/>
                </a:cubicBezTo>
                <a:cubicBezTo>
                  <a:pt x="14614" y="34392"/>
                  <a:pt x="14702" y="34334"/>
                  <a:pt x="14776" y="34275"/>
                </a:cubicBezTo>
                <a:close/>
                <a:moveTo>
                  <a:pt x="15144" y="34334"/>
                </a:moveTo>
                <a:lnTo>
                  <a:pt x="15144" y="34510"/>
                </a:lnTo>
                <a:cubicBezTo>
                  <a:pt x="15114" y="34525"/>
                  <a:pt x="15070" y="34569"/>
                  <a:pt x="15041" y="34584"/>
                </a:cubicBezTo>
                <a:cubicBezTo>
                  <a:pt x="14982" y="34628"/>
                  <a:pt x="14923" y="34657"/>
                  <a:pt x="14894" y="34702"/>
                </a:cubicBezTo>
                <a:cubicBezTo>
                  <a:pt x="14879" y="34643"/>
                  <a:pt x="14879" y="34569"/>
                  <a:pt x="14879" y="34510"/>
                </a:cubicBezTo>
                <a:cubicBezTo>
                  <a:pt x="14967" y="34451"/>
                  <a:pt x="15056" y="34378"/>
                  <a:pt x="15144" y="34334"/>
                </a:cubicBezTo>
                <a:close/>
                <a:moveTo>
                  <a:pt x="16054" y="34682"/>
                </a:moveTo>
                <a:cubicBezTo>
                  <a:pt x="16045" y="34693"/>
                  <a:pt x="16036" y="34704"/>
                  <a:pt x="16026" y="34714"/>
                </a:cubicBezTo>
                <a:lnTo>
                  <a:pt x="16026" y="34714"/>
                </a:lnTo>
                <a:cubicBezTo>
                  <a:pt x="16027" y="34710"/>
                  <a:pt x="16027" y="34706"/>
                  <a:pt x="16027" y="34702"/>
                </a:cubicBezTo>
                <a:cubicBezTo>
                  <a:pt x="16036" y="34695"/>
                  <a:pt x="16045" y="34688"/>
                  <a:pt x="16054" y="34682"/>
                </a:cubicBezTo>
                <a:close/>
                <a:moveTo>
                  <a:pt x="15497" y="34378"/>
                </a:moveTo>
                <a:lnTo>
                  <a:pt x="15497" y="34569"/>
                </a:lnTo>
                <a:cubicBezTo>
                  <a:pt x="15409" y="34628"/>
                  <a:pt x="15321" y="34672"/>
                  <a:pt x="15247" y="34746"/>
                </a:cubicBezTo>
                <a:lnTo>
                  <a:pt x="15247" y="34569"/>
                </a:lnTo>
                <a:cubicBezTo>
                  <a:pt x="15276" y="34510"/>
                  <a:pt x="15335" y="34481"/>
                  <a:pt x="15409" y="34437"/>
                </a:cubicBezTo>
                <a:cubicBezTo>
                  <a:pt x="15438" y="34422"/>
                  <a:pt x="15468" y="34407"/>
                  <a:pt x="15497" y="34378"/>
                </a:cubicBezTo>
                <a:close/>
                <a:moveTo>
                  <a:pt x="15791" y="34437"/>
                </a:moveTo>
                <a:cubicBezTo>
                  <a:pt x="15791" y="34495"/>
                  <a:pt x="15777" y="34554"/>
                  <a:pt x="15762" y="34599"/>
                </a:cubicBezTo>
                <a:cubicBezTo>
                  <a:pt x="15718" y="34643"/>
                  <a:pt x="15674" y="34657"/>
                  <a:pt x="15630" y="34702"/>
                </a:cubicBezTo>
                <a:cubicBezTo>
                  <a:pt x="15585" y="34716"/>
                  <a:pt x="15556" y="34746"/>
                  <a:pt x="15512" y="34775"/>
                </a:cubicBezTo>
                <a:cubicBezTo>
                  <a:pt x="15512" y="34716"/>
                  <a:pt x="15527" y="34657"/>
                  <a:pt x="15527" y="34599"/>
                </a:cubicBezTo>
                <a:cubicBezTo>
                  <a:pt x="15630" y="34554"/>
                  <a:pt x="15718" y="34495"/>
                  <a:pt x="15791" y="34437"/>
                </a:cubicBezTo>
                <a:close/>
                <a:moveTo>
                  <a:pt x="16248" y="34672"/>
                </a:moveTo>
                <a:cubicBezTo>
                  <a:pt x="16218" y="34702"/>
                  <a:pt x="16189" y="34716"/>
                  <a:pt x="16174" y="34731"/>
                </a:cubicBezTo>
                <a:cubicBezTo>
                  <a:pt x="16174" y="34746"/>
                  <a:pt x="16159" y="34775"/>
                  <a:pt x="16159" y="34790"/>
                </a:cubicBezTo>
                <a:cubicBezTo>
                  <a:pt x="16203" y="34775"/>
                  <a:pt x="16218" y="34731"/>
                  <a:pt x="16233" y="34716"/>
                </a:cubicBezTo>
                <a:cubicBezTo>
                  <a:pt x="16248" y="34702"/>
                  <a:pt x="16248" y="34702"/>
                  <a:pt x="16248" y="34672"/>
                </a:cubicBezTo>
                <a:close/>
                <a:moveTo>
                  <a:pt x="16027" y="34510"/>
                </a:moveTo>
                <a:lnTo>
                  <a:pt x="16027" y="34510"/>
                </a:lnTo>
                <a:cubicBezTo>
                  <a:pt x="16027" y="34525"/>
                  <a:pt x="16012" y="34569"/>
                  <a:pt x="16012" y="34584"/>
                </a:cubicBezTo>
                <a:cubicBezTo>
                  <a:pt x="16012" y="34599"/>
                  <a:pt x="15997" y="34643"/>
                  <a:pt x="15983" y="34657"/>
                </a:cubicBezTo>
                <a:cubicBezTo>
                  <a:pt x="15924" y="34702"/>
                  <a:pt x="15850" y="34746"/>
                  <a:pt x="15791" y="34805"/>
                </a:cubicBezTo>
                <a:cubicBezTo>
                  <a:pt x="15806" y="34746"/>
                  <a:pt x="15806" y="34702"/>
                  <a:pt x="15836" y="34657"/>
                </a:cubicBezTo>
                <a:cubicBezTo>
                  <a:pt x="15909" y="34599"/>
                  <a:pt x="15983" y="34569"/>
                  <a:pt x="16027" y="34510"/>
                </a:cubicBezTo>
                <a:close/>
                <a:moveTo>
                  <a:pt x="14114" y="34422"/>
                </a:moveTo>
                <a:cubicBezTo>
                  <a:pt x="14114" y="34495"/>
                  <a:pt x="14143" y="34569"/>
                  <a:pt x="14143" y="34643"/>
                </a:cubicBezTo>
                <a:cubicBezTo>
                  <a:pt x="14055" y="34702"/>
                  <a:pt x="13967" y="34760"/>
                  <a:pt x="13893" y="34819"/>
                </a:cubicBezTo>
                <a:cubicBezTo>
                  <a:pt x="13878" y="34746"/>
                  <a:pt x="13878" y="34672"/>
                  <a:pt x="13878" y="34599"/>
                </a:cubicBezTo>
                <a:cubicBezTo>
                  <a:pt x="13952" y="34554"/>
                  <a:pt x="14040" y="34495"/>
                  <a:pt x="14114" y="34422"/>
                </a:cubicBezTo>
                <a:close/>
                <a:moveTo>
                  <a:pt x="14467" y="34495"/>
                </a:moveTo>
                <a:cubicBezTo>
                  <a:pt x="14467" y="34569"/>
                  <a:pt x="14482" y="34643"/>
                  <a:pt x="14482" y="34702"/>
                </a:cubicBezTo>
                <a:cubicBezTo>
                  <a:pt x="14393" y="34746"/>
                  <a:pt x="14320" y="34819"/>
                  <a:pt x="14231" y="34878"/>
                </a:cubicBezTo>
                <a:cubicBezTo>
                  <a:pt x="14217" y="34819"/>
                  <a:pt x="14217" y="34746"/>
                  <a:pt x="14217" y="34672"/>
                </a:cubicBezTo>
                <a:cubicBezTo>
                  <a:pt x="14305" y="34628"/>
                  <a:pt x="14379" y="34554"/>
                  <a:pt x="14467" y="34495"/>
                </a:cubicBezTo>
                <a:close/>
                <a:moveTo>
                  <a:pt x="14805" y="34554"/>
                </a:moveTo>
                <a:cubicBezTo>
                  <a:pt x="14805" y="34628"/>
                  <a:pt x="14805" y="34672"/>
                  <a:pt x="14820" y="34746"/>
                </a:cubicBezTo>
                <a:cubicBezTo>
                  <a:pt x="14732" y="34805"/>
                  <a:pt x="14629" y="34878"/>
                  <a:pt x="14555" y="34937"/>
                </a:cubicBezTo>
                <a:cubicBezTo>
                  <a:pt x="14541" y="34878"/>
                  <a:pt x="14541" y="34805"/>
                  <a:pt x="14541" y="34731"/>
                </a:cubicBezTo>
                <a:cubicBezTo>
                  <a:pt x="14629" y="34672"/>
                  <a:pt x="14732" y="34599"/>
                  <a:pt x="14805" y="34554"/>
                </a:cubicBezTo>
                <a:close/>
                <a:moveTo>
                  <a:pt x="15144" y="34599"/>
                </a:moveTo>
                <a:lnTo>
                  <a:pt x="15144" y="34790"/>
                </a:lnTo>
                <a:cubicBezTo>
                  <a:pt x="15056" y="34849"/>
                  <a:pt x="14982" y="34893"/>
                  <a:pt x="14894" y="34966"/>
                </a:cubicBezTo>
                <a:cubicBezTo>
                  <a:pt x="14894" y="34966"/>
                  <a:pt x="14879" y="34966"/>
                  <a:pt x="14879" y="34996"/>
                </a:cubicBezTo>
                <a:lnTo>
                  <a:pt x="14879" y="34805"/>
                </a:lnTo>
                <a:cubicBezTo>
                  <a:pt x="14953" y="34731"/>
                  <a:pt x="14997" y="34702"/>
                  <a:pt x="15070" y="34657"/>
                </a:cubicBezTo>
                <a:cubicBezTo>
                  <a:pt x="15100" y="34643"/>
                  <a:pt x="15129" y="34628"/>
                  <a:pt x="15144" y="34599"/>
                </a:cubicBezTo>
                <a:close/>
                <a:moveTo>
                  <a:pt x="15482" y="34657"/>
                </a:moveTo>
                <a:cubicBezTo>
                  <a:pt x="15482" y="34716"/>
                  <a:pt x="15468" y="34760"/>
                  <a:pt x="15468" y="34849"/>
                </a:cubicBezTo>
                <a:cubicBezTo>
                  <a:pt x="15365" y="34878"/>
                  <a:pt x="15291" y="34937"/>
                  <a:pt x="15203" y="35011"/>
                </a:cubicBezTo>
                <a:cubicBezTo>
                  <a:pt x="15203" y="34952"/>
                  <a:pt x="15203" y="34893"/>
                  <a:pt x="15217" y="34819"/>
                </a:cubicBezTo>
                <a:cubicBezTo>
                  <a:pt x="15247" y="34819"/>
                  <a:pt x="15247" y="34805"/>
                  <a:pt x="15262" y="34805"/>
                </a:cubicBezTo>
                <a:cubicBezTo>
                  <a:pt x="15335" y="34746"/>
                  <a:pt x="15409" y="34716"/>
                  <a:pt x="15482" y="34657"/>
                </a:cubicBezTo>
                <a:close/>
                <a:moveTo>
                  <a:pt x="15762" y="34716"/>
                </a:moveTo>
                <a:cubicBezTo>
                  <a:pt x="15733" y="34775"/>
                  <a:pt x="15733" y="34819"/>
                  <a:pt x="15718" y="34878"/>
                </a:cubicBezTo>
                <a:cubicBezTo>
                  <a:pt x="15630" y="34922"/>
                  <a:pt x="15556" y="34966"/>
                  <a:pt x="15482" y="35025"/>
                </a:cubicBezTo>
                <a:cubicBezTo>
                  <a:pt x="15497" y="34966"/>
                  <a:pt x="15497" y="34922"/>
                  <a:pt x="15512" y="34863"/>
                </a:cubicBezTo>
                <a:lnTo>
                  <a:pt x="15688" y="34746"/>
                </a:lnTo>
                <a:cubicBezTo>
                  <a:pt x="15703" y="34731"/>
                  <a:pt x="15718" y="34716"/>
                  <a:pt x="15762" y="34716"/>
                </a:cubicBezTo>
                <a:close/>
                <a:moveTo>
                  <a:pt x="15925" y="34829"/>
                </a:moveTo>
                <a:cubicBezTo>
                  <a:pt x="15915" y="34840"/>
                  <a:pt x="15905" y="34852"/>
                  <a:pt x="15894" y="34863"/>
                </a:cubicBezTo>
                <a:cubicBezTo>
                  <a:pt x="15859" y="34920"/>
                  <a:pt x="15819" y="34976"/>
                  <a:pt x="15777" y="35032"/>
                </a:cubicBezTo>
                <a:lnTo>
                  <a:pt x="15777" y="35032"/>
                </a:lnTo>
                <a:cubicBezTo>
                  <a:pt x="15815" y="35002"/>
                  <a:pt x="15851" y="34976"/>
                  <a:pt x="15880" y="34937"/>
                </a:cubicBezTo>
                <a:cubicBezTo>
                  <a:pt x="15891" y="34893"/>
                  <a:pt x="15910" y="34865"/>
                  <a:pt x="15925" y="34829"/>
                </a:cubicBezTo>
                <a:close/>
                <a:moveTo>
                  <a:pt x="16056" y="34863"/>
                </a:moveTo>
                <a:lnTo>
                  <a:pt x="16056" y="34863"/>
                </a:lnTo>
                <a:cubicBezTo>
                  <a:pt x="16012" y="34878"/>
                  <a:pt x="15983" y="34922"/>
                  <a:pt x="15939" y="34952"/>
                </a:cubicBezTo>
                <a:cubicBezTo>
                  <a:pt x="15939" y="34996"/>
                  <a:pt x="15924" y="35011"/>
                  <a:pt x="15909" y="35040"/>
                </a:cubicBezTo>
                <a:lnTo>
                  <a:pt x="16012" y="34937"/>
                </a:lnTo>
                <a:cubicBezTo>
                  <a:pt x="16027" y="34922"/>
                  <a:pt x="16056" y="34878"/>
                  <a:pt x="16056" y="34863"/>
                </a:cubicBezTo>
                <a:close/>
                <a:moveTo>
                  <a:pt x="13819" y="34657"/>
                </a:moveTo>
                <a:cubicBezTo>
                  <a:pt x="13819" y="34731"/>
                  <a:pt x="13834" y="34805"/>
                  <a:pt x="13834" y="34878"/>
                </a:cubicBezTo>
                <a:cubicBezTo>
                  <a:pt x="13761" y="34937"/>
                  <a:pt x="13687" y="35011"/>
                  <a:pt x="13599" y="35069"/>
                </a:cubicBezTo>
                <a:cubicBezTo>
                  <a:pt x="13584" y="34996"/>
                  <a:pt x="13584" y="34922"/>
                  <a:pt x="13584" y="34849"/>
                </a:cubicBezTo>
                <a:cubicBezTo>
                  <a:pt x="13658" y="34790"/>
                  <a:pt x="13731" y="34716"/>
                  <a:pt x="13819" y="34657"/>
                </a:cubicBezTo>
                <a:close/>
                <a:moveTo>
                  <a:pt x="14143" y="34731"/>
                </a:moveTo>
                <a:cubicBezTo>
                  <a:pt x="14143" y="34805"/>
                  <a:pt x="14158" y="34878"/>
                  <a:pt x="14158" y="34952"/>
                </a:cubicBezTo>
                <a:cubicBezTo>
                  <a:pt x="14084" y="35011"/>
                  <a:pt x="13981" y="35084"/>
                  <a:pt x="13922" y="35128"/>
                </a:cubicBezTo>
                <a:cubicBezTo>
                  <a:pt x="13922" y="35069"/>
                  <a:pt x="13893" y="34996"/>
                  <a:pt x="13893" y="34922"/>
                </a:cubicBezTo>
                <a:cubicBezTo>
                  <a:pt x="13967" y="34863"/>
                  <a:pt x="14070" y="34790"/>
                  <a:pt x="14143" y="34731"/>
                </a:cubicBezTo>
                <a:close/>
                <a:moveTo>
                  <a:pt x="15909" y="35158"/>
                </a:moveTo>
                <a:cubicBezTo>
                  <a:pt x="15892" y="35158"/>
                  <a:pt x="15885" y="35163"/>
                  <a:pt x="15879" y="35170"/>
                </a:cubicBezTo>
                <a:lnTo>
                  <a:pt x="15879" y="35170"/>
                </a:lnTo>
                <a:cubicBezTo>
                  <a:pt x="15887" y="35166"/>
                  <a:pt x="15897" y="35162"/>
                  <a:pt x="15909" y="35158"/>
                </a:cubicBezTo>
                <a:close/>
                <a:moveTo>
                  <a:pt x="14482" y="34790"/>
                </a:moveTo>
                <a:lnTo>
                  <a:pt x="14482" y="34996"/>
                </a:lnTo>
                <a:cubicBezTo>
                  <a:pt x="14393" y="35069"/>
                  <a:pt x="14320" y="35114"/>
                  <a:pt x="14231" y="35187"/>
                </a:cubicBezTo>
                <a:lnTo>
                  <a:pt x="14231" y="34966"/>
                </a:lnTo>
                <a:cubicBezTo>
                  <a:pt x="14320" y="34922"/>
                  <a:pt x="14393" y="34849"/>
                  <a:pt x="14482" y="34790"/>
                </a:cubicBezTo>
                <a:close/>
                <a:moveTo>
                  <a:pt x="14820" y="34849"/>
                </a:moveTo>
                <a:lnTo>
                  <a:pt x="14820" y="35025"/>
                </a:lnTo>
                <a:cubicBezTo>
                  <a:pt x="14732" y="35099"/>
                  <a:pt x="14629" y="35158"/>
                  <a:pt x="14555" y="35231"/>
                </a:cubicBezTo>
                <a:lnTo>
                  <a:pt x="14555" y="35025"/>
                </a:lnTo>
                <a:cubicBezTo>
                  <a:pt x="14658" y="34966"/>
                  <a:pt x="14732" y="34893"/>
                  <a:pt x="14820" y="34849"/>
                </a:cubicBezTo>
                <a:close/>
                <a:moveTo>
                  <a:pt x="15129" y="34863"/>
                </a:moveTo>
                <a:cubicBezTo>
                  <a:pt x="15144" y="34937"/>
                  <a:pt x="15144" y="34996"/>
                  <a:pt x="15129" y="35040"/>
                </a:cubicBezTo>
                <a:cubicBezTo>
                  <a:pt x="15114" y="35069"/>
                  <a:pt x="15070" y="35084"/>
                  <a:pt x="15056" y="35099"/>
                </a:cubicBezTo>
                <a:cubicBezTo>
                  <a:pt x="14997" y="35143"/>
                  <a:pt x="14923" y="35187"/>
                  <a:pt x="14879" y="35231"/>
                </a:cubicBezTo>
                <a:lnTo>
                  <a:pt x="14879" y="35040"/>
                </a:lnTo>
                <a:cubicBezTo>
                  <a:pt x="14894" y="35025"/>
                  <a:pt x="14908" y="35025"/>
                  <a:pt x="14923" y="35011"/>
                </a:cubicBezTo>
                <a:cubicBezTo>
                  <a:pt x="14997" y="34952"/>
                  <a:pt x="15056" y="34922"/>
                  <a:pt x="15129" y="34863"/>
                </a:cubicBezTo>
                <a:close/>
                <a:moveTo>
                  <a:pt x="15438" y="34922"/>
                </a:moveTo>
                <a:cubicBezTo>
                  <a:pt x="15424" y="34966"/>
                  <a:pt x="15424" y="35025"/>
                  <a:pt x="15409" y="35084"/>
                </a:cubicBezTo>
                <a:cubicBezTo>
                  <a:pt x="15335" y="35143"/>
                  <a:pt x="15262" y="35187"/>
                  <a:pt x="15173" y="35246"/>
                </a:cubicBezTo>
                <a:cubicBezTo>
                  <a:pt x="15173" y="35187"/>
                  <a:pt x="15188" y="35143"/>
                  <a:pt x="15188" y="35084"/>
                </a:cubicBezTo>
                <a:cubicBezTo>
                  <a:pt x="15276" y="35025"/>
                  <a:pt x="15350" y="34966"/>
                  <a:pt x="15438" y="34922"/>
                </a:cubicBezTo>
                <a:close/>
                <a:moveTo>
                  <a:pt x="15879" y="35170"/>
                </a:moveTo>
                <a:cubicBezTo>
                  <a:pt x="15857" y="35182"/>
                  <a:pt x="15846" y="35195"/>
                  <a:pt x="15836" y="35217"/>
                </a:cubicBezTo>
                <a:cubicBezTo>
                  <a:pt x="15836" y="35231"/>
                  <a:pt x="15806" y="35246"/>
                  <a:pt x="15806" y="35261"/>
                </a:cubicBezTo>
                <a:cubicBezTo>
                  <a:pt x="15836" y="35231"/>
                  <a:pt x="15850" y="35217"/>
                  <a:pt x="15865" y="35187"/>
                </a:cubicBezTo>
                <a:cubicBezTo>
                  <a:pt x="15871" y="35181"/>
                  <a:pt x="15874" y="35175"/>
                  <a:pt x="15879" y="35170"/>
                </a:cubicBezTo>
                <a:close/>
                <a:moveTo>
                  <a:pt x="13510" y="34878"/>
                </a:moveTo>
                <a:cubicBezTo>
                  <a:pt x="13510" y="34952"/>
                  <a:pt x="13525" y="35025"/>
                  <a:pt x="13525" y="35099"/>
                </a:cubicBezTo>
                <a:cubicBezTo>
                  <a:pt x="13452" y="35158"/>
                  <a:pt x="13378" y="35231"/>
                  <a:pt x="13304" y="35290"/>
                </a:cubicBezTo>
                <a:cubicBezTo>
                  <a:pt x="13304" y="35231"/>
                  <a:pt x="13304" y="35158"/>
                  <a:pt x="13290" y="35069"/>
                </a:cubicBezTo>
                <a:cubicBezTo>
                  <a:pt x="13363" y="35011"/>
                  <a:pt x="13437" y="34937"/>
                  <a:pt x="13510" y="34878"/>
                </a:cubicBezTo>
                <a:close/>
                <a:moveTo>
                  <a:pt x="15659" y="34966"/>
                </a:moveTo>
                <a:lnTo>
                  <a:pt x="15659" y="34966"/>
                </a:lnTo>
                <a:cubicBezTo>
                  <a:pt x="15644" y="35025"/>
                  <a:pt x="15630" y="35084"/>
                  <a:pt x="15615" y="35114"/>
                </a:cubicBezTo>
                <a:cubicBezTo>
                  <a:pt x="15556" y="35172"/>
                  <a:pt x="15497" y="35231"/>
                  <a:pt x="15424" y="35290"/>
                </a:cubicBezTo>
                <a:cubicBezTo>
                  <a:pt x="15438" y="35231"/>
                  <a:pt x="15438" y="35172"/>
                  <a:pt x="15468" y="35114"/>
                </a:cubicBezTo>
                <a:cubicBezTo>
                  <a:pt x="15482" y="35099"/>
                  <a:pt x="15497" y="35084"/>
                  <a:pt x="15512" y="35084"/>
                </a:cubicBezTo>
                <a:cubicBezTo>
                  <a:pt x="15571" y="35040"/>
                  <a:pt x="15615" y="35011"/>
                  <a:pt x="15659" y="34966"/>
                </a:cubicBezTo>
                <a:close/>
                <a:moveTo>
                  <a:pt x="15836" y="35040"/>
                </a:moveTo>
                <a:cubicBezTo>
                  <a:pt x="15791" y="35099"/>
                  <a:pt x="15733" y="35143"/>
                  <a:pt x="15688" y="35172"/>
                </a:cubicBezTo>
                <a:cubicBezTo>
                  <a:pt x="15659" y="35231"/>
                  <a:pt x="15644" y="35261"/>
                  <a:pt x="15630" y="35305"/>
                </a:cubicBezTo>
                <a:cubicBezTo>
                  <a:pt x="15688" y="35246"/>
                  <a:pt x="15718" y="35217"/>
                  <a:pt x="15777" y="35172"/>
                </a:cubicBezTo>
                <a:cubicBezTo>
                  <a:pt x="15791" y="35114"/>
                  <a:pt x="15806" y="35084"/>
                  <a:pt x="15836" y="35040"/>
                </a:cubicBezTo>
                <a:close/>
                <a:moveTo>
                  <a:pt x="13849" y="34966"/>
                </a:moveTo>
                <a:cubicBezTo>
                  <a:pt x="13849" y="35025"/>
                  <a:pt x="13849" y="35099"/>
                  <a:pt x="13864" y="35158"/>
                </a:cubicBezTo>
                <a:lnTo>
                  <a:pt x="13864" y="35187"/>
                </a:lnTo>
                <a:cubicBezTo>
                  <a:pt x="13790" y="35246"/>
                  <a:pt x="13716" y="35320"/>
                  <a:pt x="13628" y="35378"/>
                </a:cubicBezTo>
                <a:cubicBezTo>
                  <a:pt x="13628" y="35305"/>
                  <a:pt x="13599" y="35231"/>
                  <a:pt x="13599" y="35158"/>
                </a:cubicBezTo>
                <a:cubicBezTo>
                  <a:pt x="13672" y="35099"/>
                  <a:pt x="13746" y="35025"/>
                  <a:pt x="13849" y="34966"/>
                </a:cubicBezTo>
                <a:close/>
                <a:moveTo>
                  <a:pt x="14158" y="35011"/>
                </a:moveTo>
                <a:lnTo>
                  <a:pt x="14158" y="35231"/>
                </a:lnTo>
                <a:cubicBezTo>
                  <a:pt x="14070" y="35305"/>
                  <a:pt x="13996" y="35364"/>
                  <a:pt x="13922" y="35437"/>
                </a:cubicBezTo>
                <a:lnTo>
                  <a:pt x="13922" y="35217"/>
                </a:lnTo>
                <a:cubicBezTo>
                  <a:pt x="13996" y="35143"/>
                  <a:pt x="14084" y="35084"/>
                  <a:pt x="14158" y="35011"/>
                </a:cubicBezTo>
                <a:close/>
                <a:moveTo>
                  <a:pt x="14482" y="35069"/>
                </a:moveTo>
                <a:lnTo>
                  <a:pt x="14482" y="35261"/>
                </a:lnTo>
                <a:cubicBezTo>
                  <a:pt x="14393" y="35334"/>
                  <a:pt x="14320" y="35393"/>
                  <a:pt x="14231" y="35467"/>
                </a:cubicBezTo>
                <a:lnTo>
                  <a:pt x="14231" y="35261"/>
                </a:lnTo>
                <a:cubicBezTo>
                  <a:pt x="14320" y="35187"/>
                  <a:pt x="14393" y="35143"/>
                  <a:pt x="14482" y="35069"/>
                </a:cubicBezTo>
                <a:close/>
                <a:moveTo>
                  <a:pt x="14820" y="35099"/>
                </a:moveTo>
                <a:cubicBezTo>
                  <a:pt x="14820" y="35158"/>
                  <a:pt x="14820" y="35231"/>
                  <a:pt x="14805" y="35290"/>
                </a:cubicBezTo>
                <a:lnTo>
                  <a:pt x="14761" y="35320"/>
                </a:lnTo>
                <a:lnTo>
                  <a:pt x="14541" y="35481"/>
                </a:lnTo>
                <a:lnTo>
                  <a:pt x="14541" y="35290"/>
                </a:lnTo>
                <a:cubicBezTo>
                  <a:pt x="14629" y="35231"/>
                  <a:pt x="14732" y="35172"/>
                  <a:pt x="14820" y="35099"/>
                </a:cubicBezTo>
                <a:close/>
                <a:moveTo>
                  <a:pt x="15114" y="35128"/>
                </a:moveTo>
                <a:cubicBezTo>
                  <a:pt x="15114" y="35187"/>
                  <a:pt x="15100" y="35261"/>
                  <a:pt x="15100" y="35320"/>
                </a:cubicBezTo>
                <a:cubicBezTo>
                  <a:pt x="15041" y="35378"/>
                  <a:pt x="14967" y="35408"/>
                  <a:pt x="14908" y="35467"/>
                </a:cubicBezTo>
                <a:cubicBezTo>
                  <a:pt x="14894" y="35481"/>
                  <a:pt x="14879" y="35481"/>
                  <a:pt x="14850" y="35496"/>
                </a:cubicBezTo>
                <a:cubicBezTo>
                  <a:pt x="14850" y="35452"/>
                  <a:pt x="14879" y="35378"/>
                  <a:pt x="14879" y="35320"/>
                </a:cubicBezTo>
                <a:lnTo>
                  <a:pt x="15100" y="35158"/>
                </a:lnTo>
                <a:lnTo>
                  <a:pt x="15114" y="35128"/>
                </a:lnTo>
                <a:close/>
                <a:moveTo>
                  <a:pt x="15577" y="35278"/>
                </a:moveTo>
                <a:cubicBezTo>
                  <a:pt x="15560" y="35297"/>
                  <a:pt x="15543" y="35316"/>
                  <a:pt x="15527" y="35334"/>
                </a:cubicBezTo>
                <a:lnTo>
                  <a:pt x="15381" y="35525"/>
                </a:lnTo>
                <a:lnTo>
                  <a:pt x="15381" y="35525"/>
                </a:lnTo>
                <a:cubicBezTo>
                  <a:pt x="15434" y="35476"/>
                  <a:pt x="15488" y="35447"/>
                  <a:pt x="15541" y="35393"/>
                </a:cubicBezTo>
                <a:cubicBezTo>
                  <a:pt x="15553" y="35346"/>
                  <a:pt x="15565" y="35318"/>
                  <a:pt x="15577" y="35278"/>
                </a:cubicBezTo>
                <a:close/>
                <a:moveTo>
                  <a:pt x="15394" y="35187"/>
                </a:moveTo>
                <a:lnTo>
                  <a:pt x="15394" y="35187"/>
                </a:lnTo>
                <a:cubicBezTo>
                  <a:pt x="15365" y="35246"/>
                  <a:pt x="15365" y="35305"/>
                  <a:pt x="15350" y="35364"/>
                </a:cubicBezTo>
                <a:lnTo>
                  <a:pt x="15335" y="35364"/>
                </a:lnTo>
                <a:cubicBezTo>
                  <a:pt x="15262" y="35408"/>
                  <a:pt x="15203" y="35467"/>
                  <a:pt x="15129" y="35526"/>
                </a:cubicBezTo>
                <a:cubicBezTo>
                  <a:pt x="15144" y="35467"/>
                  <a:pt x="15144" y="35408"/>
                  <a:pt x="15173" y="35364"/>
                </a:cubicBezTo>
                <a:lnTo>
                  <a:pt x="15394" y="35187"/>
                </a:lnTo>
                <a:close/>
                <a:moveTo>
                  <a:pt x="15688" y="35334"/>
                </a:moveTo>
                <a:lnTo>
                  <a:pt x="15571" y="35452"/>
                </a:lnTo>
                <a:cubicBezTo>
                  <a:pt x="15571" y="35481"/>
                  <a:pt x="15556" y="35511"/>
                  <a:pt x="15541" y="35540"/>
                </a:cubicBezTo>
                <a:lnTo>
                  <a:pt x="15644" y="35437"/>
                </a:lnTo>
                <a:cubicBezTo>
                  <a:pt x="15659" y="35393"/>
                  <a:pt x="15688" y="35364"/>
                  <a:pt x="15688" y="35334"/>
                </a:cubicBezTo>
                <a:close/>
                <a:moveTo>
                  <a:pt x="13555" y="35217"/>
                </a:moveTo>
                <a:cubicBezTo>
                  <a:pt x="13555" y="35290"/>
                  <a:pt x="13555" y="35364"/>
                  <a:pt x="13569" y="35452"/>
                </a:cubicBezTo>
                <a:cubicBezTo>
                  <a:pt x="13496" y="35526"/>
                  <a:pt x="13422" y="35585"/>
                  <a:pt x="13349" y="35658"/>
                </a:cubicBezTo>
                <a:cubicBezTo>
                  <a:pt x="13334" y="35540"/>
                  <a:pt x="13334" y="35467"/>
                  <a:pt x="13334" y="35393"/>
                </a:cubicBezTo>
                <a:cubicBezTo>
                  <a:pt x="13407" y="35334"/>
                  <a:pt x="13481" y="35261"/>
                  <a:pt x="13555" y="35217"/>
                </a:cubicBezTo>
                <a:close/>
                <a:moveTo>
                  <a:pt x="13864" y="35261"/>
                </a:moveTo>
                <a:lnTo>
                  <a:pt x="13864" y="35481"/>
                </a:lnTo>
                <a:cubicBezTo>
                  <a:pt x="13790" y="35555"/>
                  <a:pt x="13687" y="35614"/>
                  <a:pt x="13628" y="35688"/>
                </a:cubicBezTo>
                <a:lnTo>
                  <a:pt x="13628" y="35599"/>
                </a:lnTo>
                <a:lnTo>
                  <a:pt x="13628" y="35467"/>
                </a:lnTo>
                <a:cubicBezTo>
                  <a:pt x="13702" y="35393"/>
                  <a:pt x="13775" y="35334"/>
                  <a:pt x="13864" y="35261"/>
                </a:cubicBezTo>
                <a:close/>
                <a:moveTo>
                  <a:pt x="14173" y="35305"/>
                </a:moveTo>
                <a:lnTo>
                  <a:pt x="14173" y="35526"/>
                </a:lnTo>
                <a:cubicBezTo>
                  <a:pt x="14084" y="35599"/>
                  <a:pt x="14011" y="35673"/>
                  <a:pt x="13937" y="35732"/>
                </a:cubicBezTo>
                <a:lnTo>
                  <a:pt x="13937" y="35511"/>
                </a:lnTo>
                <a:cubicBezTo>
                  <a:pt x="14011" y="35437"/>
                  <a:pt x="14099" y="35378"/>
                  <a:pt x="14173" y="35305"/>
                </a:cubicBezTo>
                <a:close/>
                <a:moveTo>
                  <a:pt x="15512" y="35629"/>
                </a:moveTo>
                <a:lnTo>
                  <a:pt x="15468" y="35688"/>
                </a:lnTo>
                <a:cubicBezTo>
                  <a:pt x="15468" y="35688"/>
                  <a:pt x="15438" y="35702"/>
                  <a:pt x="15438" y="35732"/>
                </a:cubicBezTo>
                <a:lnTo>
                  <a:pt x="15497" y="35673"/>
                </a:lnTo>
                <a:cubicBezTo>
                  <a:pt x="15497" y="35673"/>
                  <a:pt x="15497" y="35658"/>
                  <a:pt x="15512" y="35629"/>
                </a:cubicBezTo>
                <a:close/>
                <a:moveTo>
                  <a:pt x="14482" y="35364"/>
                </a:moveTo>
                <a:lnTo>
                  <a:pt x="14482" y="35555"/>
                </a:lnTo>
                <a:cubicBezTo>
                  <a:pt x="14393" y="35629"/>
                  <a:pt x="14320" y="35702"/>
                  <a:pt x="14231" y="35776"/>
                </a:cubicBezTo>
                <a:lnTo>
                  <a:pt x="14231" y="35585"/>
                </a:lnTo>
                <a:cubicBezTo>
                  <a:pt x="14320" y="35481"/>
                  <a:pt x="14393" y="35437"/>
                  <a:pt x="14482" y="35364"/>
                </a:cubicBezTo>
                <a:close/>
                <a:moveTo>
                  <a:pt x="14805" y="35393"/>
                </a:moveTo>
                <a:cubicBezTo>
                  <a:pt x="14805" y="35452"/>
                  <a:pt x="14776" y="35526"/>
                  <a:pt x="14776" y="35585"/>
                </a:cubicBezTo>
                <a:cubicBezTo>
                  <a:pt x="14732" y="35614"/>
                  <a:pt x="14688" y="35658"/>
                  <a:pt x="14629" y="35688"/>
                </a:cubicBezTo>
                <a:cubicBezTo>
                  <a:pt x="14599" y="35732"/>
                  <a:pt x="14555" y="35746"/>
                  <a:pt x="14526" y="35776"/>
                </a:cubicBezTo>
                <a:cubicBezTo>
                  <a:pt x="14526" y="35732"/>
                  <a:pt x="14541" y="35658"/>
                  <a:pt x="14541" y="35599"/>
                </a:cubicBezTo>
                <a:cubicBezTo>
                  <a:pt x="14629" y="35526"/>
                  <a:pt x="14702" y="35467"/>
                  <a:pt x="14805" y="35393"/>
                </a:cubicBezTo>
                <a:close/>
                <a:moveTo>
                  <a:pt x="15070" y="35408"/>
                </a:moveTo>
                <a:lnTo>
                  <a:pt x="15070" y="35408"/>
                </a:lnTo>
                <a:cubicBezTo>
                  <a:pt x="15056" y="35467"/>
                  <a:pt x="15056" y="35526"/>
                  <a:pt x="15041" y="35599"/>
                </a:cubicBezTo>
                <a:cubicBezTo>
                  <a:pt x="14967" y="35658"/>
                  <a:pt x="14894" y="35732"/>
                  <a:pt x="14820" y="35776"/>
                </a:cubicBezTo>
                <a:cubicBezTo>
                  <a:pt x="14835" y="35732"/>
                  <a:pt x="14835" y="35673"/>
                  <a:pt x="14835" y="35599"/>
                </a:cubicBezTo>
                <a:cubicBezTo>
                  <a:pt x="14879" y="35585"/>
                  <a:pt x="14908" y="35540"/>
                  <a:pt x="14953" y="35526"/>
                </a:cubicBezTo>
                <a:cubicBezTo>
                  <a:pt x="14982" y="35481"/>
                  <a:pt x="15041" y="35452"/>
                  <a:pt x="15070" y="35408"/>
                </a:cubicBezTo>
                <a:close/>
                <a:moveTo>
                  <a:pt x="15321" y="35452"/>
                </a:moveTo>
                <a:lnTo>
                  <a:pt x="15262" y="35614"/>
                </a:lnTo>
                <a:cubicBezTo>
                  <a:pt x="15217" y="35658"/>
                  <a:pt x="15203" y="35673"/>
                  <a:pt x="15173" y="35688"/>
                </a:cubicBezTo>
                <a:cubicBezTo>
                  <a:pt x="15129" y="35732"/>
                  <a:pt x="15100" y="35761"/>
                  <a:pt x="15056" y="35776"/>
                </a:cubicBezTo>
                <a:cubicBezTo>
                  <a:pt x="15056" y="35761"/>
                  <a:pt x="15056" y="35761"/>
                  <a:pt x="15070" y="35746"/>
                </a:cubicBezTo>
                <a:cubicBezTo>
                  <a:pt x="15100" y="35702"/>
                  <a:pt x="15100" y="35658"/>
                  <a:pt x="15114" y="35614"/>
                </a:cubicBezTo>
                <a:cubicBezTo>
                  <a:pt x="15188" y="35555"/>
                  <a:pt x="15247" y="35511"/>
                  <a:pt x="15321" y="35452"/>
                </a:cubicBezTo>
                <a:close/>
                <a:moveTo>
                  <a:pt x="15468" y="35540"/>
                </a:moveTo>
                <a:lnTo>
                  <a:pt x="15468" y="35540"/>
                </a:lnTo>
                <a:cubicBezTo>
                  <a:pt x="15409" y="35585"/>
                  <a:pt x="15365" y="35629"/>
                  <a:pt x="15321" y="35673"/>
                </a:cubicBezTo>
                <a:cubicBezTo>
                  <a:pt x="15291" y="35732"/>
                  <a:pt x="15276" y="35761"/>
                  <a:pt x="15262" y="35805"/>
                </a:cubicBezTo>
                <a:cubicBezTo>
                  <a:pt x="15291" y="35746"/>
                  <a:pt x="15350" y="35702"/>
                  <a:pt x="15409" y="35673"/>
                </a:cubicBezTo>
                <a:cubicBezTo>
                  <a:pt x="15424" y="35614"/>
                  <a:pt x="15438" y="35585"/>
                  <a:pt x="15468" y="35540"/>
                </a:cubicBezTo>
                <a:close/>
                <a:moveTo>
                  <a:pt x="13555" y="35526"/>
                </a:moveTo>
                <a:lnTo>
                  <a:pt x="13555" y="35614"/>
                </a:lnTo>
                <a:lnTo>
                  <a:pt x="13555" y="35761"/>
                </a:lnTo>
                <a:cubicBezTo>
                  <a:pt x="13481" y="35835"/>
                  <a:pt x="13407" y="35894"/>
                  <a:pt x="13334" y="35967"/>
                </a:cubicBezTo>
                <a:lnTo>
                  <a:pt x="13334" y="35732"/>
                </a:lnTo>
                <a:cubicBezTo>
                  <a:pt x="13407" y="35658"/>
                  <a:pt x="13481" y="35585"/>
                  <a:pt x="13555" y="35526"/>
                </a:cubicBezTo>
                <a:close/>
                <a:moveTo>
                  <a:pt x="13849" y="35585"/>
                </a:moveTo>
                <a:cubicBezTo>
                  <a:pt x="13864" y="35658"/>
                  <a:pt x="13864" y="35732"/>
                  <a:pt x="13849" y="35805"/>
                </a:cubicBezTo>
                <a:cubicBezTo>
                  <a:pt x="13775" y="35879"/>
                  <a:pt x="13672" y="35952"/>
                  <a:pt x="13599" y="36026"/>
                </a:cubicBezTo>
                <a:lnTo>
                  <a:pt x="13599" y="35776"/>
                </a:lnTo>
                <a:cubicBezTo>
                  <a:pt x="13672" y="35702"/>
                  <a:pt x="13746" y="35658"/>
                  <a:pt x="13849" y="35585"/>
                </a:cubicBezTo>
                <a:close/>
                <a:moveTo>
                  <a:pt x="14158" y="35614"/>
                </a:moveTo>
                <a:lnTo>
                  <a:pt x="14158" y="35820"/>
                </a:lnTo>
                <a:cubicBezTo>
                  <a:pt x="14070" y="35894"/>
                  <a:pt x="13996" y="35967"/>
                  <a:pt x="13893" y="36041"/>
                </a:cubicBezTo>
                <a:cubicBezTo>
                  <a:pt x="13893" y="35967"/>
                  <a:pt x="13893" y="35894"/>
                  <a:pt x="13922" y="35820"/>
                </a:cubicBezTo>
                <a:cubicBezTo>
                  <a:pt x="13996" y="35761"/>
                  <a:pt x="14084" y="35688"/>
                  <a:pt x="14158" y="35614"/>
                </a:cubicBezTo>
                <a:close/>
                <a:moveTo>
                  <a:pt x="15291" y="35835"/>
                </a:moveTo>
                <a:lnTo>
                  <a:pt x="15188" y="35952"/>
                </a:lnTo>
                <a:cubicBezTo>
                  <a:pt x="15173" y="35982"/>
                  <a:pt x="15173" y="35997"/>
                  <a:pt x="15144" y="36041"/>
                </a:cubicBezTo>
                <a:lnTo>
                  <a:pt x="15262" y="35923"/>
                </a:lnTo>
                <a:cubicBezTo>
                  <a:pt x="15276" y="35894"/>
                  <a:pt x="15291" y="35879"/>
                  <a:pt x="15291" y="35835"/>
                </a:cubicBezTo>
                <a:close/>
                <a:moveTo>
                  <a:pt x="14482" y="35629"/>
                </a:moveTo>
                <a:cubicBezTo>
                  <a:pt x="14482" y="35702"/>
                  <a:pt x="14467" y="35761"/>
                  <a:pt x="14467" y="35835"/>
                </a:cubicBezTo>
                <a:cubicBezTo>
                  <a:pt x="14379" y="35908"/>
                  <a:pt x="14290" y="35982"/>
                  <a:pt x="14217" y="36055"/>
                </a:cubicBezTo>
                <a:cubicBezTo>
                  <a:pt x="14217" y="35982"/>
                  <a:pt x="14231" y="35923"/>
                  <a:pt x="14231" y="35849"/>
                </a:cubicBezTo>
                <a:cubicBezTo>
                  <a:pt x="14305" y="35776"/>
                  <a:pt x="14393" y="35702"/>
                  <a:pt x="14482" y="35629"/>
                </a:cubicBezTo>
                <a:close/>
                <a:moveTo>
                  <a:pt x="14761" y="35673"/>
                </a:moveTo>
                <a:lnTo>
                  <a:pt x="14761" y="35673"/>
                </a:lnTo>
                <a:cubicBezTo>
                  <a:pt x="14747" y="35732"/>
                  <a:pt x="14747" y="35805"/>
                  <a:pt x="14732" y="35849"/>
                </a:cubicBezTo>
                <a:cubicBezTo>
                  <a:pt x="14658" y="35923"/>
                  <a:pt x="14555" y="35982"/>
                  <a:pt x="14482" y="36055"/>
                </a:cubicBezTo>
                <a:cubicBezTo>
                  <a:pt x="14511" y="35997"/>
                  <a:pt x="14526" y="35923"/>
                  <a:pt x="14526" y="35879"/>
                </a:cubicBezTo>
                <a:cubicBezTo>
                  <a:pt x="14585" y="35835"/>
                  <a:pt x="14629" y="35776"/>
                  <a:pt x="14673" y="35746"/>
                </a:cubicBezTo>
                <a:cubicBezTo>
                  <a:pt x="14702" y="35732"/>
                  <a:pt x="14732" y="35688"/>
                  <a:pt x="14761" y="35673"/>
                </a:cubicBezTo>
                <a:close/>
                <a:moveTo>
                  <a:pt x="15026" y="35702"/>
                </a:moveTo>
                <a:cubicBezTo>
                  <a:pt x="15026" y="35732"/>
                  <a:pt x="15026" y="35732"/>
                  <a:pt x="14997" y="35746"/>
                </a:cubicBezTo>
                <a:cubicBezTo>
                  <a:pt x="14982" y="35805"/>
                  <a:pt x="14967" y="35835"/>
                  <a:pt x="14967" y="35894"/>
                </a:cubicBezTo>
                <a:cubicBezTo>
                  <a:pt x="14894" y="35952"/>
                  <a:pt x="14820" y="35997"/>
                  <a:pt x="14761" y="36055"/>
                </a:cubicBezTo>
                <a:cubicBezTo>
                  <a:pt x="14776" y="35997"/>
                  <a:pt x="14805" y="35952"/>
                  <a:pt x="14805" y="35894"/>
                </a:cubicBezTo>
                <a:cubicBezTo>
                  <a:pt x="14879" y="35835"/>
                  <a:pt x="14953" y="35761"/>
                  <a:pt x="15026" y="35702"/>
                </a:cubicBezTo>
                <a:close/>
                <a:moveTo>
                  <a:pt x="15129" y="36173"/>
                </a:moveTo>
                <a:lnTo>
                  <a:pt x="15070" y="36217"/>
                </a:lnTo>
                <a:cubicBezTo>
                  <a:pt x="15070" y="36247"/>
                  <a:pt x="15056" y="36247"/>
                  <a:pt x="15056" y="36261"/>
                </a:cubicBezTo>
                <a:lnTo>
                  <a:pt x="15114" y="36203"/>
                </a:lnTo>
                <a:cubicBezTo>
                  <a:pt x="15114" y="36188"/>
                  <a:pt x="15114" y="36188"/>
                  <a:pt x="15129" y="36173"/>
                </a:cubicBezTo>
                <a:close/>
                <a:moveTo>
                  <a:pt x="13569" y="35849"/>
                </a:moveTo>
                <a:lnTo>
                  <a:pt x="13569" y="35849"/>
                </a:lnTo>
                <a:cubicBezTo>
                  <a:pt x="13555" y="35923"/>
                  <a:pt x="13555" y="35997"/>
                  <a:pt x="13555" y="36100"/>
                </a:cubicBezTo>
                <a:lnTo>
                  <a:pt x="13334" y="36320"/>
                </a:lnTo>
                <a:cubicBezTo>
                  <a:pt x="13334" y="36232"/>
                  <a:pt x="13349" y="36158"/>
                  <a:pt x="13349" y="36070"/>
                </a:cubicBezTo>
                <a:lnTo>
                  <a:pt x="13349" y="36055"/>
                </a:lnTo>
                <a:cubicBezTo>
                  <a:pt x="13422" y="35982"/>
                  <a:pt x="13496" y="35908"/>
                  <a:pt x="13569" y="35849"/>
                </a:cubicBezTo>
                <a:close/>
                <a:moveTo>
                  <a:pt x="15070" y="36041"/>
                </a:moveTo>
                <a:lnTo>
                  <a:pt x="15056" y="36055"/>
                </a:lnTo>
                <a:cubicBezTo>
                  <a:pt x="14997" y="36100"/>
                  <a:pt x="14953" y="36144"/>
                  <a:pt x="14908" y="36188"/>
                </a:cubicBezTo>
                <a:cubicBezTo>
                  <a:pt x="14908" y="36247"/>
                  <a:pt x="14894" y="36276"/>
                  <a:pt x="14879" y="36320"/>
                </a:cubicBezTo>
                <a:cubicBezTo>
                  <a:pt x="14923" y="36276"/>
                  <a:pt x="14967" y="36217"/>
                  <a:pt x="15026" y="36173"/>
                </a:cubicBezTo>
                <a:cubicBezTo>
                  <a:pt x="15041" y="36114"/>
                  <a:pt x="15056" y="36070"/>
                  <a:pt x="15070" y="36041"/>
                </a:cubicBezTo>
                <a:close/>
                <a:moveTo>
                  <a:pt x="13849" y="35894"/>
                </a:moveTo>
                <a:cubicBezTo>
                  <a:pt x="13849" y="35967"/>
                  <a:pt x="13849" y="36041"/>
                  <a:pt x="13819" y="36114"/>
                </a:cubicBezTo>
                <a:cubicBezTo>
                  <a:pt x="13746" y="36188"/>
                  <a:pt x="13658" y="36261"/>
                  <a:pt x="13584" y="36350"/>
                </a:cubicBezTo>
                <a:cubicBezTo>
                  <a:pt x="13584" y="36276"/>
                  <a:pt x="13599" y="36188"/>
                  <a:pt x="13599" y="36114"/>
                </a:cubicBezTo>
                <a:cubicBezTo>
                  <a:pt x="13702" y="36041"/>
                  <a:pt x="13775" y="35967"/>
                  <a:pt x="13849" y="35894"/>
                </a:cubicBezTo>
                <a:close/>
                <a:moveTo>
                  <a:pt x="14452" y="35923"/>
                </a:moveTo>
                <a:cubicBezTo>
                  <a:pt x="14452" y="35997"/>
                  <a:pt x="14438" y="36055"/>
                  <a:pt x="14408" y="36114"/>
                </a:cubicBezTo>
                <a:cubicBezTo>
                  <a:pt x="14335" y="36203"/>
                  <a:pt x="14246" y="36276"/>
                  <a:pt x="14173" y="36350"/>
                </a:cubicBezTo>
                <a:cubicBezTo>
                  <a:pt x="14173" y="36276"/>
                  <a:pt x="14187" y="36217"/>
                  <a:pt x="14187" y="36144"/>
                </a:cubicBezTo>
                <a:cubicBezTo>
                  <a:pt x="14261" y="36070"/>
                  <a:pt x="14364" y="35997"/>
                  <a:pt x="14452" y="35923"/>
                </a:cubicBezTo>
                <a:close/>
                <a:moveTo>
                  <a:pt x="14702" y="35967"/>
                </a:moveTo>
                <a:lnTo>
                  <a:pt x="14702" y="35967"/>
                </a:lnTo>
                <a:cubicBezTo>
                  <a:pt x="14688" y="36026"/>
                  <a:pt x="14688" y="36070"/>
                  <a:pt x="14673" y="36129"/>
                </a:cubicBezTo>
                <a:lnTo>
                  <a:pt x="14673" y="36144"/>
                </a:lnTo>
                <a:cubicBezTo>
                  <a:pt x="14658" y="36144"/>
                  <a:pt x="14614" y="36188"/>
                  <a:pt x="14599" y="36203"/>
                </a:cubicBezTo>
                <a:cubicBezTo>
                  <a:pt x="14541" y="36261"/>
                  <a:pt x="14482" y="36291"/>
                  <a:pt x="14423" y="36350"/>
                </a:cubicBezTo>
                <a:cubicBezTo>
                  <a:pt x="14452" y="36291"/>
                  <a:pt x="14452" y="36217"/>
                  <a:pt x="14467" y="36173"/>
                </a:cubicBezTo>
                <a:cubicBezTo>
                  <a:pt x="14482" y="36144"/>
                  <a:pt x="14511" y="36129"/>
                  <a:pt x="14541" y="36114"/>
                </a:cubicBezTo>
                <a:cubicBezTo>
                  <a:pt x="14599" y="36055"/>
                  <a:pt x="14658" y="36026"/>
                  <a:pt x="14702" y="35967"/>
                </a:cubicBezTo>
                <a:close/>
                <a:moveTo>
                  <a:pt x="14923" y="35997"/>
                </a:moveTo>
                <a:lnTo>
                  <a:pt x="14879" y="36173"/>
                </a:lnTo>
                <a:cubicBezTo>
                  <a:pt x="14820" y="36217"/>
                  <a:pt x="14747" y="36276"/>
                  <a:pt x="14688" y="36350"/>
                </a:cubicBezTo>
                <a:cubicBezTo>
                  <a:pt x="14688" y="36276"/>
                  <a:pt x="14702" y="36217"/>
                  <a:pt x="14732" y="36173"/>
                </a:cubicBezTo>
                <a:cubicBezTo>
                  <a:pt x="14805" y="36114"/>
                  <a:pt x="14850" y="36055"/>
                  <a:pt x="14923" y="35997"/>
                </a:cubicBezTo>
                <a:close/>
                <a:moveTo>
                  <a:pt x="14158" y="35923"/>
                </a:moveTo>
                <a:cubicBezTo>
                  <a:pt x="14158" y="35997"/>
                  <a:pt x="14143" y="36055"/>
                  <a:pt x="14143" y="36129"/>
                </a:cubicBezTo>
                <a:cubicBezTo>
                  <a:pt x="14040" y="36203"/>
                  <a:pt x="13967" y="36276"/>
                  <a:pt x="13878" y="36364"/>
                </a:cubicBezTo>
                <a:cubicBezTo>
                  <a:pt x="13878" y="36291"/>
                  <a:pt x="13893" y="36217"/>
                  <a:pt x="13893" y="36144"/>
                </a:cubicBezTo>
                <a:cubicBezTo>
                  <a:pt x="13967" y="36070"/>
                  <a:pt x="14070" y="35997"/>
                  <a:pt x="14158" y="35923"/>
                </a:cubicBezTo>
                <a:close/>
                <a:moveTo>
                  <a:pt x="14923" y="36364"/>
                </a:moveTo>
                <a:lnTo>
                  <a:pt x="14820" y="36482"/>
                </a:lnTo>
                <a:cubicBezTo>
                  <a:pt x="14791" y="36512"/>
                  <a:pt x="14791" y="36541"/>
                  <a:pt x="14776" y="36570"/>
                </a:cubicBezTo>
                <a:cubicBezTo>
                  <a:pt x="14791" y="36541"/>
                  <a:pt x="14835" y="36497"/>
                  <a:pt x="14879" y="36467"/>
                </a:cubicBezTo>
                <a:cubicBezTo>
                  <a:pt x="14894" y="36438"/>
                  <a:pt x="14894" y="36409"/>
                  <a:pt x="14923" y="36364"/>
                </a:cubicBezTo>
                <a:close/>
                <a:moveTo>
                  <a:pt x="14820" y="36320"/>
                </a:moveTo>
                <a:lnTo>
                  <a:pt x="14820" y="36320"/>
                </a:lnTo>
                <a:cubicBezTo>
                  <a:pt x="14802" y="36331"/>
                  <a:pt x="14786" y="36342"/>
                  <a:pt x="14769" y="36355"/>
                </a:cubicBezTo>
                <a:lnTo>
                  <a:pt x="14769" y="36355"/>
                </a:lnTo>
                <a:cubicBezTo>
                  <a:pt x="14767" y="36358"/>
                  <a:pt x="14764" y="36361"/>
                  <a:pt x="14761" y="36364"/>
                </a:cubicBezTo>
                <a:cubicBezTo>
                  <a:pt x="14710" y="36444"/>
                  <a:pt x="14660" y="36523"/>
                  <a:pt x="14608" y="36600"/>
                </a:cubicBezTo>
                <a:lnTo>
                  <a:pt x="14608" y="36600"/>
                </a:lnTo>
                <a:cubicBezTo>
                  <a:pt x="14649" y="36551"/>
                  <a:pt x="14700" y="36504"/>
                  <a:pt x="14761" y="36467"/>
                </a:cubicBezTo>
                <a:cubicBezTo>
                  <a:pt x="14776" y="36409"/>
                  <a:pt x="14805" y="36364"/>
                  <a:pt x="14820" y="36320"/>
                </a:cubicBezTo>
                <a:close/>
                <a:moveTo>
                  <a:pt x="14658" y="36247"/>
                </a:moveTo>
                <a:lnTo>
                  <a:pt x="14599" y="36409"/>
                </a:lnTo>
                <a:cubicBezTo>
                  <a:pt x="14541" y="36482"/>
                  <a:pt x="14482" y="36512"/>
                  <a:pt x="14452" y="36556"/>
                </a:cubicBezTo>
                <a:lnTo>
                  <a:pt x="14379" y="36629"/>
                </a:lnTo>
                <a:cubicBezTo>
                  <a:pt x="14393" y="36585"/>
                  <a:pt x="14393" y="36556"/>
                  <a:pt x="14408" y="36512"/>
                </a:cubicBezTo>
                <a:cubicBezTo>
                  <a:pt x="14408" y="36497"/>
                  <a:pt x="14423" y="36467"/>
                  <a:pt x="14423" y="36438"/>
                </a:cubicBezTo>
                <a:cubicBezTo>
                  <a:pt x="14511" y="36364"/>
                  <a:pt x="14570" y="36320"/>
                  <a:pt x="14658" y="36247"/>
                </a:cubicBezTo>
                <a:close/>
                <a:moveTo>
                  <a:pt x="14393" y="36217"/>
                </a:moveTo>
                <a:lnTo>
                  <a:pt x="14393" y="36217"/>
                </a:lnTo>
                <a:cubicBezTo>
                  <a:pt x="14379" y="36276"/>
                  <a:pt x="14379" y="36350"/>
                  <a:pt x="14364" y="36409"/>
                </a:cubicBezTo>
                <a:cubicBezTo>
                  <a:pt x="14290" y="36482"/>
                  <a:pt x="14187" y="36556"/>
                  <a:pt x="14114" y="36644"/>
                </a:cubicBezTo>
                <a:cubicBezTo>
                  <a:pt x="14143" y="36585"/>
                  <a:pt x="14143" y="36541"/>
                  <a:pt x="14158" y="36467"/>
                </a:cubicBezTo>
                <a:cubicBezTo>
                  <a:pt x="14231" y="36394"/>
                  <a:pt x="14320" y="36320"/>
                  <a:pt x="14393" y="36217"/>
                </a:cubicBezTo>
                <a:close/>
                <a:moveTo>
                  <a:pt x="13525" y="36188"/>
                </a:moveTo>
                <a:cubicBezTo>
                  <a:pt x="13525" y="36261"/>
                  <a:pt x="13510" y="36350"/>
                  <a:pt x="13510" y="36423"/>
                </a:cubicBezTo>
                <a:lnTo>
                  <a:pt x="13275" y="36659"/>
                </a:lnTo>
                <a:cubicBezTo>
                  <a:pt x="13290" y="36570"/>
                  <a:pt x="13290" y="36497"/>
                  <a:pt x="13290" y="36409"/>
                </a:cubicBezTo>
                <a:cubicBezTo>
                  <a:pt x="13378" y="36335"/>
                  <a:pt x="13452" y="36261"/>
                  <a:pt x="13525" y="36188"/>
                </a:cubicBezTo>
                <a:close/>
                <a:moveTo>
                  <a:pt x="14143" y="36217"/>
                </a:moveTo>
                <a:cubicBezTo>
                  <a:pt x="14143" y="36291"/>
                  <a:pt x="14114" y="36364"/>
                  <a:pt x="14114" y="36423"/>
                </a:cubicBezTo>
                <a:cubicBezTo>
                  <a:pt x="14011" y="36512"/>
                  <a:pt x="13922" y="36615"/>
                  <a:pt x="13849" y="36688"/>
                </a:cubicBezTo>
                <a:cubicBezTo>
                  <a:pt x="13864" y="36615"/>
                  <a:pt x="13864" y="36541"/>
                  <a:pt x="13878" y="36467"/>
                </a:cubicBezTo>
                <a:cubicBezTo>
                  <a:pt x="13952" y="36394"/>
                  <a:pt x="14040" y="36291"/>
                  <a:pt x="14143" y="36217"/>
                </a:cubicBezTo>
                <a:close/>
                <a:moveTo>
                  <a:pt x="13819" y="36217"/>
                </a:moveTo>
                <a:cubicBezTo>
                  <a:pt x="13819" y="36291"/>
                  <a:pt x="13805" y="36364"/>
                  <a:pt x="13805" y="36438"/>
                </a:cubicBezTo>
                <a:cubicBezTo>
                  <a:pt x="13716" y="36512"/>
                  <a:pt x="13643" y="36615"/>
                  <a:pt x="13569" y="36703"/>
                </a:cubicBezTo>
                <a:cubicBezTo>
                  <a:pt x="13584" y="36629"/>
                  <a:pt x="13584" y="36541"/>
                  <a:pt x="13584" y="36467"/>
                </a:cubicBezTo>
                <a:lnTo>
                  <a:pt x="13819" y="36217"/>
                </a:lnTo>
                <a:close/>
                <a:moveTo>
                  <a:pt x="14702" y="36732"/>
                </a:moveTo>
                <a:cubicBezTo>
                  <a:pt x="14702" y="36762"/>
                  <a:pt x="14688" y="36777"/>
                  <a:pt x="14673" y="36791"/>
                </a:cubicBezTo>
                <a:lnTo>
                  <a:pt x="14702" y="36762"/>
                </a:lnTo>
                <a:lnTo>
                  <a:pt x="14702" y="36732"/>
                </a:lnTo>
                <a:close/>
                <a:moveTo>
                  <a:pt x="14673" y="36791"/>
                </a:moveTo>
                <a:lnTo>
                  <a:pt x="14673" y="36791"/>
                </a:lnTo>
                <a:cubicBezTo>
                  <a:pt x="14658" y="36791"/>
                  <a:pt x="14658" y="36806"/>
                  <a:pt x="14658" y="36806"/>
                </a:cubicBezTo>
                <a:lnTo>
                  <a:pt x="14673" y="36791"/>
                </a:lnTo>
                <a:close/>
                <a:moveTo>
                  <a:pt x="14673" y="36629"/>
                </a:moveTo>
                <a:lnTo>
                  <a:pt x="14526" y="36777"/>
                </a:lnTo>
                <a:cubicBezTo>
                  <a:pt x="14511" y="36835"/>
                  <a:pt x="14482" y="36865"/>
                  <a:pt x="14467" y="36909"/>
                </a:cubicBezTo>
                <a:lnTo>
                  <a:pt x="14614" y="36762"/>
                </a:lnTo>
                <a:cubicBezTo>
                  <a:pt x="14629" y="36703"/>
                  <a:pt x="14658" y="36659"/>
                  <a:pt x="14673" y="36629"/>
                </a:cubicBezTo>
                <a:close/>
                <a:moveTo>
                  <a:pt x="14541" y="36570"/>
                </a:moveTo>
                <a:lnTo>
                  <a:pt x="14482" y="36732"/>
                </a:lnTo>
                <a:cubicBezTo>
                  <a:pt x="14438" y="36791"/>
                  <a:pt x="14379" y="36865"/>
                  <a:pt x="14320" y="36924"/>
                </a:cubicBezTo>
                <a:lnTo>
                  <a:pt x="14305" y="36938"/>
                </a:lnTo>
                <a:cubicBezTo>
                  <a:pt x="14305" y="36880"/>
                  <a:pt x="14320" y="36835"/>
                  <a:pt x="14335" y="36777"/>
                </a:cubicBezTo>
                <a:lnTo>
                  <a:pt x="14511" y="36615"/>
                </a:lnTo>
                <a:lnTo>
                  <a:pt x="14541" y="36570"/>
                </a:lnTo>
                <a:close/>
                <a:moveTo>
                  <a:pt x="14335" y="36556"/>
                </a:moveTo>
                <a:lnTo>
                  <a:pt x="14335" y="36556"/>
                </a:lnTo>
                <a:cubicBezTo>
                  <a:pt x="14320" y="36615"/>
                  <a:pt x="14305" y="36688"/>
                  <a:pt x="14290" y="36732"/>
                </a:cubicBezTo>
                <a:lnTo>
                  <a:pt x="14246" y="36777"/>
                </a:lnTo>
                <a:lnTo>
                  <a:pt x="14040" y="36983"/>
                </a:lnTo>
                <a:cubicBezTo>
                  <a:pt x="14040" y="36953"/>
                  <a:pt x="14055" y="36938"/>
                  <a:pt x="14055" y="36924"/>
                </a:cubicBezTo>
                <a:cubicBezTo>
                  <a:pt x="14084" y="36880"/>
                  <a:pt x="14084" y="36835"/>
                  <a:pt x="14099" y="36791"/>
                </a:cubicBezTo>
                <a:cubicBezTo>
                  <a:pt x="14173" y="36718"/>
                  <a:pt x="14246" y="36629"/>
                  <a:pt x="14335" y="36556"/>
                </a:cubicBezTo>
                <a:close/>
                <a:moveTo>
                  <a:pt x="14070" y="36541"/>
                </a:moveTo>
                <a:cubicBezTo>
                  <a:pt x="14040" y="36615"/>
                  <a:pt x="14040" y="36688"/>
                  <a:pt x="14025" y="36732"/>
                </a:cubicBezTo>
                <a:cubicBezTo>
                  <a:pt x="13952" y="36850"/>
                  <a:pt x="13864" y="36938"/>
                  <a:pt x="13790" y="37012"/>
                </a:cubicBezTo>
                <a:cubicBezTo>
                  <a:pt x="13805" y="36938"/>
                  <a:pt x="13805" y="36865"/>
                  <a:pt x="13819" y="36791"/>
                </a:cubicBezTo>
                <a:cubicBezTo>
                  <a:pt x="13893" y="36703"/>
                  <a:pt x="13996" y="36629"/>
                  <a:pt x="14070" y="36541"/>
                </a:cubicBezTo>
                <a:close/>
                <a:moveTo>
                  <a:pt x="14511" y="36997"/>
                </a:moveTo>
                <a:lnTo>
                  <a:pt x="14511" y="36997"/>
                </a:lnTo>
                <a:cubicBezTo>
                  <a:pt x="14491" y="37007"/>
                  <a:pt x="14478" y="37017"/>
                  <a:pt x="14467" y="37035"/>
                </a:cubicBezTo>
                <a:lnTo>
                  <a:pt x="14467" y="37035"/>
                </a:lnTo>
                <a:lnTo>
                  <a:pt x="14511" y="36997"/>
                </a:lnTo>
                <a:close/>
                <a:moveTo>
                  <a:pt x="13510" y="36541"/>
                </a:moveTo>
                <a:cubicBezTo>
                  <a:pt x="13510" y="36615"/>
                  <a:pt x="13496" y="36703"/>
                  <a:pt x="13481" y="36777"/>
                </a:cubicBezTo>
                <a:cubicBezTo>
                  <a:pt x="13378" y="36865"/>
                  <a:pt x="13304" y="36953"/>
                  <a:pt x="13231" y="37056"/>
                </a:cubicBezTo>
                <a:cubicBezTo>
                  <a:pt x="13260" y="36953"/>
                  <a:pt x="13260" y="36865"/>
                  <a:pt x="13275" y="36777"/>
                </a:cubicBezTo>
                <a:cubicBezTo>
                  <a:pt x="13349" y="36703"/>
                  <a:pt x="13422" y="36615"/>
                  <a:pt x="13510" y="36541"/>
                </a:cubicBezTo>
                <a:close/>
                <a:moveTo>
                  <a:pt x="13790" y="36556"/>
                </a:moveTo>
                <a:cubicBezTo>
                  <a:pt x="13775" y="36629"/>
                  <a:pt x="13775" y="36703"/>
                  <a:pt x="13746" y="36777"/>
                </a:cubicBezTo>
                <a:cubicBezTo>
                  <a:pt x="13658" y="36865"/>
                  <a:pt x="13584" y="36953"/>
                  <a:pt x="13496" y="37056"/>
                </a:cubicBezTo>
                <a:cubicBezTo>
                  <a:pt x="13510" y="36968"/>
                  <a:pt x="13510" y="36880"/>
                  <a:pt x="13525" y="36806"/>
                </a:cubicBezTo>
                <a:lnTo>
                  <a:pt x="13790" y="36556"/>
                </a:lnTo>
                <a:close/>
                <a:moveTo>
                  <a:pt x="14467" y="37035"/>
                </a:moveTo>
                <a:lnTo>
                  <a:pt x="14393" y="37100"/>
                </a:lnTo>
                <a:cubicBezTo>
                  <a:pt x="14382" y="37133"/>
                  <a:pt x="14380" y="37150"/>
                  <a:pt x="14373" y="37174"/>
                </a:cubicBezTo>
                <a:lnTo>
                  <a:pt x="14373" y="37174"/>
                </a:lnTo>
                <a:cubicBezTo>
                  <a:pt x="14389" y="37130"/>
                  <a:pt x="14416" y="37095"/>
                  <a:pt x="14452" y="37071"/>
                </a:cubicBezTo>
                <a:cubicBezTo>
                  <a:pt x="14457" y="37056"/>
                  <a:pt x="14462" y="37045"/>
                  <a:pt x="14467" y="37035"/>
                </a:cubicBezTo>
                <a:close/>
                <a:moveTo>
                  <a:pt x="14373" y="37174"/>
                </a:moveTo>
                <a:cubicBezTo>
                  <a:pt x="14369" y="37184"/>
                  <a:pt x="14366" y="37193"/>
                  <a:pt x="14364" y="37203"/>
                </a:cubicBezTo>
                <a:cubicBezTo>
                  <a:pt x="14368" y="37192"/>
                  <a:pt x="14370" y="37183"/>
                  <a:pt x="14373" y="37174"/>
                </a:cubicBezTo>
                <a:close/>
                <a:moveTo>
                  <a:pt x="14308" y="37022"/>
                </a:moveTo>
                <a:lnTo>
                  <a:pt x="14308" y="37022"/>
                </a:lnTo>
                <a:cubicBezTo>
                  <a:pt x="14269" y="37085"/>
                  <a:pt x="14227" y="37151"/>
                  <a:pt x="14185" y="37216"/>
                </a:cubicBezTo>
                <a:lnTo>
                  <a:pt x="14185" y="37216"/>
                </a:lnTo>
                <a:cubicBezTo>
                  <a:pt x="14200" y="37182"/>
                  <a:pt x="14220" y="37145"/>
                  <a:pt x="14231" y="37100"/>
                </a:cubicBezTo>
                <a:cubicBezTo>
                  <a:pt x="14251" y="37081"/>
                  <a:pt x="14276" y="37049"/>
                  <a:pt x="14308" y="37022"/>
                </a:cubicBezTo>
                <a:close/>
                <a:moveTo>
                  <a:pt x="14231" y="36880"/>
                </a:moveTo>
                <a:lnTo>
                  <a:pt x="14231" y="36880"/>
                </a:lnTo>
                <a:cubicBezTo>
                  <a:pt x="14217" y="36938"/>
                  <a:pt x="14187" y="37012"/>
                  <a:pt x="14173" y="37071"/>
                </a:cubicBezTo>
                <a:cubicBezTo>
                  <a:pt x="14158" y="37086"/>
                  <a:pt x="14143" y="37130"/>
                  <a:pt x="14099" y="37144"/>
                </a:cubicBezTo>
                <a:cubicBezTo>
                  <a:pt x="14040" y="37203"/>
                  <a:pt x="14011" y="37247"/>
                  <a:pt x="13952" y="37306"/>
                </a:cubicBezTo>
                <a:cubicBezTo>
                  <a:pt x="13967" y="37247"/>
                  <a:pt x="13996" y="37174"/>
                  <a:pt x="14011" y="37130"/>
                </a:cubicBezTo>
                <a:cubicBezTo>
                  <a:pt x="14084" y="37056"/>
                  <a:pt x="14158" y="36953"/>
                  <a:pt x="14231" y="36880"/>
                </a:cubicBezTo>
                <a:close/>
                <a:moveTo>
                  <a:pt x="14011" y="36865"/>
                </a:moveTo>
                <a:lnTo>
                  <a:pt x="14011" y="36880"/>
                </a:lnTo>
                <a:cubicBezTo>
                  <a:pt x="13996" y="36953"/>
                  <a:pt x="13967" y="37012"/>
                  <a:pt x="13952" y="37071"/>
                </a:cubicBezTo>
                <a:cubicBezTo>
                  <a:pt x="13882" y="37155"/>
                  <a:pt x="13799" y="37238"/>
                  <a:pt x="13728" y="37322"/>
                </a:cubicBezTo>
                <a:lnTo>
                  <a:pt x="13728" y="37322"/>
                </a:lnTo>
                <a:cubicBezTo>
                  <a:pt x="13730" y="37317"/>
                  <a:pt x="13731" y="37311"/>
                  <a:pt x="13731" y="37306"/>
                </a:cubicBezTo>
                <a:cubicBezTo>
                  <a:pt x="13746" y="37247"/>
                  <a:pt x="13746" y="37203"/>
                  <a:pt x="13775" y="37144"/>
                </a:cubicBezTo>
                <a:cubicBezTo>
                  <a:pt x="13849" y="37056"/>
                  <a:pt x="13937" y="36953"/>
                  <a:pt x="14011" y="36865"/>
                </a:cubicBezTo>
                <a:close/>
                <a:moveTo>
                  <a:pt x="13746" y="36880"/>
                </a:moveTo>
                <a:cubicBezTo>
                  <a:pt x="13731" y="36953"/>
                  <a:pt x="13731" y="37027"/>
                  <a:pt x="13716" y="37100"/>
                </a:cubicBezTo>
                <a:cubicBezTo>
                  <a:pt x="13628" y="37218"/>
                  <a:pt x="13525" y="37321"/>
                  <a:pt x="13452" y="37424"/>
                </a:cubicBezTo>
                <a:cubicBezTo>
                  <a:pt x="13481" y="37321"/>
                  <a:pt x="13496" y="37247"/>
                  <a:pt x="13496" y="37159"/>
                </a:cubicBezTo>
                <a:cubicBezTo>
                  <a:pt x="13569" y="37071"/>
                  <a:pt x="13658" y="36983"/>
                  <a:pt x="13746" y="36880"/>
                </a:cubicBezTo>
                <a:close/>
                <a:moveTo>
                  <a:pt x="14261" y="37395"/>
                </a:moveTo>
                <a:cubicBezTo>
                  <a:pt x="14261" y="37424"/>
                  <a:pt x="14246" y="37424"/>
                  <a:pt x="14246" y="37439"/>
                </a:cubicBezTo>
                <a:cubicBezTo>
                  <a:pt x="14261" y="37424"/>
                  <a:pt x="14261" y="37424"/>
                  <a:pt x="14261" y="37395"/>
                </a:cubicBezTo>
                <a:close/>
                <a:moveTo>
                  <a:pt x="13481" y="36909"/>
                </a:moveTo>
                <a:lnTo>
                  <a:pt x="13481" y="36909"/>
                </a:lnTo>
                <a:cubicBezTo>
                  <a:pt x="13452" y="36997"/>
                  <a:pt x="13452" y="37071"/>
                  <a:pt x="13437" y="37159"/>
                </a:cubicBezTo>
                <a:cubicBezTo>
                  <a:pt x="13349" y="37277"/>
                  <a:pt x="13275" y="37365"/>
                  <a:pt x="13187" y="37468"/>
                </a:cubicBezTo>
                <a:lnTo>
                  <a:pt x="13231" y="37203"/>
                </a:lnTo>
                <a:cubicBezTo>
                  <a:pt x="13290" y="37086"/>
                  <a:pt x="13378" y="36997"/>
                  <a:pt x="13481" y="36909"/>
                </a:cubicBezTo>
                <a:close/>
                <a:moveTo>
                  <a:pt x="14246" y="37277"/>
                </a:moveTo>
                <a:lnTo>
                  <a:pt x="14187" y="37321"/>
                </a:lnTo>
                <a:cubicBezTo>
                  <a:pt x="14158" y="37365"/>
                  <a:pt x="14143" y="37395"/>
                  <a:pt x="14099" y="37439"/>
                </a:cubicBezTo>
                <a:cubicBezTo>
                  <a:pt x="14084" y="37498"/>
                  <a:pt x="14055" y="37527"/>
                  <a:pt x="14040" y="37571"/>
                </a:cubicBezTo>
                <a:cubicBezTo>
                  <a:pt x="14099" y="37512"/>
                  <a:pt x="14143" y="37453"/>
                  <a:pt x="14187" y="37395"/>
                </a:cubicBezTo>
                <a:cubicBezTo>
                  <a:pt x="14202" y="37350"/>
                  <a:pt x="14231" y="37306"/>
                  <a:pt x="14246" y="37277"/>
                </a:cubicBezTo>
                <a:close/>
                <a:moveTo>
                  <a:pt x="14099" y="37247"/>
                </a:moveTo>
                <a:lnTo>
                  <a:pt x="14040" y="37424"/>
                </a:lnTo>
                <a:cubicBezTo>
                  <a:pt x="14025" y="37453"/>
                  <a:pt x="13996" y="37468"/>
                  <a:pt x="13967" y="37512"/>
                </a:cubicBezTo>
                <a:cubicBezTo>
                  <a:pt x="13937" y="37571"/>
                  <a:pt x="13893" y="37615"/>
                  <a:pt x="13864" y="37660"/>
                </a:cubicBezTo>
                <a:cubicBezTo>
                  <a:pt x="13864" y="37601"/>
                  <a:pt x="13878" y="37542"/>
                  <a:pt x="13893" y="37498"/>
                </a:cubicBezTo>
                <a:cubicBezTo>
                  <a:pt x="13967" y="37424"/>
                  <a:pt x="14025" y="37321"/>
                  <a:pt x="14099" y="37247"/>
                </a:cubicBezTo>
                <a:close/>
                <a:moveTo>
                  <a:pt x="13922" y="37247"/>
                </a:moveTo>
                <a:lnTo>
                  <a:pt x="13864" y="37468"/>
                </a:lnTo>
                <a:cubicBezTo>
                  <a:pt x="13775" y="37542"/>
                  <a:pt x="13702" y="37660"/>
                  <a:pt x="13628" y="37748"/>
                </a:cubicBezTo>
                <a:lnTo>
                  <a:pt x="13672" y="37527"/>
                </a:lnTo>
                <a:cubicBezTo>
                  <a:pt x="13746" y="37439"/>
                  <a:pt x="13819" y="37350"/>
                  <a:pt x="13922" y="37247"/>
                </a:cubicBezTo>
                <a:close/>
                <a:moveTo>
                  <a:pt x="13672" y="37247"/>
                </a:moveTo>
                <a:lnTo>
                  <a:pt x="13672" y="37292"/>
                </a:lnTo>
                <a:cubicBezTo>
                  <a:pt x="13658" y="37365"/>
                  <a:pt x="13643" y="37424"/>
                  <a:pt x="13628" y="37498"/>
                </a:cubicBezTo>
                <a:cubicBezTo>
                  <a:pt x="13525" y="37601"/>
                  <a:pt x="13437" y="37733"/>
                  <a:pt x="13363" y="37836"/>
                </a:cubicBezTo>
                <a:cubicBezTo>
                  <a:pt x="13378" y="37792"/>
                  <a:pt x="13378" y="37748"/>
                  <a:pt x="13407" y="37689"/>
                </a:cubicBezTo>
                <a:cubicBezTo>
                  <a:pt x="13407" y="37660"/>
                  <a:pt x="13422" y="37615"/>
                  <a:pt x="13422" y="37571"/>
                </a:cubicBezTo>
                <a:cubicBezTo>
                  <a:pt x="13496" y="37453"/>
                  <a:pt x="13584" y="37365"/>
                  <a:pt x="13672" y="37247"/>
                </a:cubicBezTo>
                <a:close/>
                <a:moveTo>
                  <a:pt x="14025" y="37674"/>
                </a:moveTo>
                <a:lnTo>
                  <a:pt x="14025" y="37674"/>
                </a:lnTo>
                <a:cubicBezTo>
                  <a:pt x="13996" y="37718"/>
                  <a:pt x="13967" y="37763"/>
                  <a:pt x="13937" y="37807"/>
                </a:cubicBezTo>
                <a:cubicBezTo>
                  <a:pt x="13937" y="37836"/>
                  <a:pt x="13922" y="37866"/>
                  <a:pt x="13922" y="37880"/>
                </a:cubicBezTo>
                <a:cubicBezTo>
                  <a:pt x="13952" y="37836"/>
                  <a:pt x="13967" y="37792"/>
                  <a:pt x="14011" y="37748"/>
                </a:cubicBezTo>
                <a:cubicBezTo>
                  <a:pt x="14025" y="37733"/>
                  <a:pt x="14040" y="37718"/>
                  <a:pt x="14025" y="37674"/>
                </a:cubicBezTo>
                <a:close/>
                <a:moveTo>
                  <a:pt x="13407" y="37277"/>
                </a:moveTo>
                <a:lnTo>
                  <a:pt x="13407" y="37277"/>
                </a:lnTo>
                <a:cubicBezTo>
                  <a:pt x="13378" y="37365"/>
                  <a:pt x="13363" y="37453"/>
                  <a:pt x="13349" y="37527"/>
                </a:cubicBezTo>
                <a:cubicBezTo>
                  <a:pt x="13260" y="37660"/>
                  <a:pt x="13157" y="37763"/>
                  <a:pt x="13084" y="37895"/>
                </a:cubicBezTo>
                <a:cubicBezTo>
                  <a:pt x="13098" y="37807"/>
                  <a:pt x="13128" y="37689"/>
                  <a:pt x="13142" y="37601"/>
                </a:cubicBezTo>
                <a:cubicBezTo>
                  <a:pt x="13231" y="37498"/>
                  <a:pt x="13304" y="37380"/>
                  <a:pt x="13407" y="37277"/>
                </a:cubicBezTo>
                <a:close/>
                <a:moveTo>
                  <a:pt x="13813" y="37821"/>
                </a:moveTo>
                <a:lnTo>
                  <a:pt x="13813" y="37821"/>
                </a:lnTo>
                <a:cubicBezTo>
                  <a:pt x="13797" y="37849"/>
                  <a:pt x="13782" y="37877"/>
                  <a:pt x="13766" y="37905"/>
                </a:cubicBezTo>
                <a:lnTo>
                  <a:pt x="13766" y="37905"/>
                </a:lnTo>
                <a:lnTo>
                  <a:pt x="13775" y="37880"/>
                </a:lnTo>
                <a:cubicBezTo>
                  <a:pt x="13787" y="37861"/>
                  <a:pt x="13799" y="37841"/>
                  <a:pt x="13813" y="37821"/>
                </a:cubicBezTo>
                <a:close/>
                <a:moveTo>
                  <a:pt x="13775" y="37660"/>
                </a:moveTo>
                <a:cubicBezTo>
                  <a:pt x="13746" y="37733"/>
                  <a:pt x="13716" y="37807"/>
                  <a:pt x="13687" y="37880"/>
                </a:cubicBezTo>
                <a:cubicBezTo>
                  <a:pt x="13643" y="37954"/>
                  <a:pt x="13569" y="38057"/>
                  <a:pt x="13496" y="38175"/>
                </a:cubicBezTo>
                <a:lnTo>
                  <a:pt x="13555" y="37954"/>
                </a:lnTo>
                <a:cubicBezTo>
                  <a:pt x="13628" y="37836"/>
                  <a:pt x="13687" y="37748"/>
                  <a:pt x="13775" y="37660"/>
                </a:cubicBezTo>
                <a:close/>
                <a:moveTo>
                  <a:pt x="13790" y="38101"/>
                </a:moveTo>
                <a:cubicBezTo>
                  <a:pt x="13756" y="38124"/>
                  <a:pt x="13740" y="38155"/>
                  <a:pt x="13727" y="38181"/>
                </a:cubicBezTo>
                <a:lnTo>
                  <a:pt x="13727" y="38181"/>
                </a:lnTo>
                <a:cubicBezTo>
                  <a:pt x="13747" y="38155"/>
                  <a:pt x="13769" y="38128"/>
                  <a:pt x="13790" y="38101"/>
                </a:cubicBezTo>
                <a:close/>
                <a:moveTo>
                  <a:pt x="13569" y="37660"/>
                </a:moveTo>
                <a:lnTo>
                  <a:pt x="13569" y="37660"/>
                </a:lnTo>
                <a:cubicBezTo>
                  <a:pt x="13555" y="37733"/>
                  <a:pt x="13525" y="37821"/>
                  <a:pt x="13496" y="37895"/>
                </a:cubicBezTo>
                <a:cubicBezTo>
                  <a:pt x="13407" y="38027"/>
                  <a:pt x="13319" y="38145"/>
                  <a:pt x="13260" y="38263"/>
                </a:cubicBezTo>
                <a:cubicBezTo>
                  <a:pt x="13275" y="38175"/>
                  <a:pt x="13290" y="38072"/>
                  <a:pt x="13334" y="37983"/>
                </a:cubicBezTo>
                <a:cubicBezTo>
                  <a:pt x="13407" y="37895"/>
                  <a:pt x="13496" y="37792"/>
                  <a:pt x="13569" y="37660"/>
                </a:cubicBezTo>
                <a:close/>
                <a:moveTo>
                  <a:pt x="13727" y="38181"/>
                </a:moveTo>
                <a:cubicBezTo>
                  <a:pt x="13692" y="38228"/>
                  <a:pt x="13662" y="38275"/>
                  <a:pt x="13643" y="38322"/>
                </a:cubicBezTo>
                <a:cubicBezTo>
                  <a:pt x="13637" y="38328"/>
                  <a:pt x="13633" y="38339"/>
                  <a:pt x="13629" y="38352"/>
                </a:cubicBezTo>
                <a:lnTo>
                  <a:pt x="13629" y="38352"/>
                </a:lnTo>
                <a:cubicBezTo>
                  <a:pt x="13652" y="38314"/>
                  <a:pt x="13674" y="38280"/>
                  <a:pt x="13702" y="38233"/>
                </a:cubicBezTo>
                <a:lnTo>
                  <a:pt x="13716" y="38204"/>
                </a:lnTo>
                <a:cubicBezTo>
                  <a:pt x="13720" y="38197"/>
                  <a:pt x="13723" y="38190"/>
                  <a:pt x="13727" y="38181"/>
                </a:cubicBezTo>
                <a:close/>
                <a:moveTo>
                  <a:pt x="13629" y="38352"/>
                </a:moveTo>
                <a:cubicBezTo>
                  <a:pt x="13621" y="38365"/>
                  <a:pt x="13612" y="38378"/>
                  <a:pt x="13604" y="38392"/>
                </a:cubicBezTo>
                <a:lnTo>
                  <a:pt x="13604" y="38392"/>
                </a:lnTo>
                <a:cubicBezTo>
                  <a:pt x="13617" y="38383"/>
                  <a:pt x="13623" y="38367"/>
                  <a:pt x="13629" y="38352"/>
                </a:cubicBezTo>
                <a:close/>
                <a:moveTo>
                  <a:pt x="13334" y="37689"/>
                </a:moveTo>
                <a:lnTo>
                  <a:pt x="13275" y="37969"/>
                </a:lnTo>
                <a:cubicBezTo>
                  <a:pt x="13187" y="38116"/>
                  <a:pt x="13084" y="38248"/>
                  <a:pt x="13010" y="38395"/>
                </a:cubicBezTo>
                <a:cubicBezTo>
                  <a:pt x="13010" y="38381"/>
                  <a:pt x="13010" y="38351"/>
                  <a:pt x="13039" y="38322"/>
                </a:cubicBezTo>
                <a:cubicBezTo>
                  <a:pt x="13054" y="38233"/>
                  <a:pt x="13069" y="38160"/>
                  <a:pt x="13084" y="38057"/>
                </a:cubicBezTo>
                <a:cubicBezTo>
                  <a:pt x="13142" y="37954"/>
                  <a:pt x="13231" y="37821"/>
                  <a:pt x="13334" y="37689"/>
                </a:cubicBezTo>
                <a:close/>
                <a:moveTo>
                  <a:pt x="13604" y="38392"/>
                </a:moveTo>
                <a:cubicBezTo>
                  <a:pt x="13602" y="38394"/>
                  <a:pt x="13600" y="38394"/>
                  <a:pt x="13599" y="38395"/>
                </a:cubicBezTo>
                <a:cubicBezTo>
                  <a:pt x="13584" y="38410"/>
                  <a:pt x="13584" y="38410"/>
                  <a:pt x="13584" y="38425"/>
                </a:cubicBezTo>
                <a:cubicBezTo>
                  <a:pt x="13591" y="38413"/>
                  <a:pt x="13597" y="38403"/>
                  <a:pt x="13604" y="38392"/>
                </a:cubicBezTo>
                <a:close/>
                <a:moveTo>
                  <a:pt x="13613" y="38086"/>
                </a:moveTo>
                <a:cubicBezTo>
                  <a:pt x="13599" y="38160"/>
                  <a:pt x="13569" y="38204"/>
                  <a:pt x="13540" y="38278"/>
                </a:cubicBezTo>
                <a:cubicBezTo>
                  <a:pt x="13485" y="38365"/>
                  <a:pt x="13447" y="38444"/>
                  <a:pt x="13401" y="38532"/>
                </a:cubicBezTo>
                <a:lnTo>
                  <a:pt x="13401" y="38532"/>
                </a:lnTo>
                <a:cubicBezTo>
                  <a:pt x="13405" y="38517"/>
                  <a:pt x="13407" y="38500"/>
                  <a:pt x="13407" y="38484"/>
                </a:cubicBezTo>
                <a:cubicBezTo>
                  <a:pt x="13407" y="38454"/>
                  <a:pt x="13422" y="38425"/>
                  <a:pt x="13422" y="38395"/>
                </a:cubicBezTo>
                <a:cubicBezTo>
                  <a:pt x="13466" y="38278"/>
                  <a:pt x="13555" y="38175"/>
                  <a:pt x="13613" y="38086"/>
                </a:cubicBezTo>
                <a:close/>
                <a:moveTo>
                  <a:pt x="13510" y="38749"/>
                </a:moveTo>
                <a:cubicBezTo>
                  <a:pt x="13497" y="38749"/>
                  <a:pt x="13496" y="38749"/>
                  <a:pt x="13496" y="38760"/>
                </a:cubicBezTo>
                <a:lnTo>
                  <a:pt x="13496" y="38760"/>
                </a:lnTo>
                <a:cubicBezTo>
                  <a:pt x="13500" y="38756"/>
                  <a:pt x="13505" y="38752"/>
                  <a:pt x="13510" y="38749"/>
                </a:cubicBezTo>
                <a:close/>
                <a:moveTo>
                  <a:pt x="13452" y="38116"/>
                </a:moveTo>
                <a:lnTo>
                  <a:pt x="13452" y="38116"/>
                </a:lnTo>
                <a:cubicBezTo>
                  <a:pt x="13437" y="38204"/>
                  <a:pt x="13407" y="38292"/>
                  <a:pt x="13378" y="38366"/>
                </a:cubicBezTo>
                <a:cubicBezTo>
                  <a:pt x="13290" y="38528"/>
                  <a:pt x="13216" y="38646"/>
                  <a:pt x="13142" y="38793"/>
                </a:cubicBezTo>
                <a:cubicBezTo>
                  <a:pt x="13157" y="38704"/>
                  <a:pt x="13201" y="38601"/>
                  <a:pt x="13216" y="38498"/>
                </a:cubicBezTo>
                <a:cubicBezTo>
                  <a:pt x="13290" y="38381"/>
                  <a:pt x="13363" y="38248"/>
                  <a:pt x="13452" y="38116"/>
                </a:cubicBezTo>
                <a:close/>
                <a:moveTo>
                  <a:pt x="13496" y="38760"/>
                </a:moveTo>
                <a:cubicBezTo>
                  <a:pt x="13463" y="38792"/>
                  <a:pt x="13450" y="38840"/>
                  <a:pt x="13437" y="38866"/>
                </a:cubicBezTo>
                <a:cubicBezTo>
                  <a:pt x="13422" y="38896"/>
                  <a:pt x="13422" y="38896"/>
                  <a:pt x="13422" y="38910"/>
                </a:cubicBezTo>
                <a:cubicBezTo>
                  <a:pt x="13452" y="38852"/>
                  <a:pt x="13481" y="38822"/>
                  <a:pt x="13496" y="38763"/>
                </a:cubicBezTo>
                <a:cubicBezTo>
                  <a:pt x="13496" y="38762"/>
                  <a:pt x="13496" y="38761"/>
                  <a:pt x="13496" y="38760"/>
                </a:cubicBezTo>
                <a:close/>
                <a:moveTo>
                  <a:pt x="13216" y="38175"/>
                </a:moveTo>
                <a:cubicBezTo>
                  <a:pt x="13201" y="38278"/>
                  <a:pt x="13157" y="38381"/>
                  <a:pt x="13142" y="38484"/>
                </a:cubicBezTo>
                <a:cubicBezTo>
                  <a:pt x="13054" y="38646"/>
                  <a:pt x="12951" y="38807"/>
                  <a:pt x="12878" y="38969"/>
                </a:cubicBezTo>
                <a:cubicBezTo>
                  <a:pt x="12907" y="38852"/>
                  <a:pt x="12922" y="38719"/>
                  <a:pt x="12951" y="38616"/>
                </a:cubicBezTo>
                <a:cubicBezTo>
                  <a:pt x="13039" y="38469"/>
                  <a:pt x="13128" y="38322"/>
                  <a:pt x="13216" y="38175"/>
                </a:cubicBezTo>
                <a:close/>
                <a:moveTo>
                  <a:pt x="13422" y="38631"/>
                </a:moveTo>
                <a:lnTo>
                  <a:pt x="13260" y="38969"/>
                </a:lnTo>
                <a:lnTo>
                  <a:pt x="13201" y="39175"/>
                </a:lnTo>
                <a:cubicBezTo>
                  <a:pt x="13260" y="39072"/>
                  <a:pt x="13304" y="38940"/>
                  <a:pt x="13363" y="38837"/>
                </a:cubicBezTo>
                <a:cubicBezTo>
                  <a:pt x="13407" y="38778"/>
                  <a:pt x="13422" y="38704"/>
                  <a:pt x="13422" y="38631"/>
                </a:cubicBezTo>
                <a:close/>
                <a:moveTo>
                  <a:pt x="13290" y="38646"/>
                </a:moveTo>
                <a:lnTo>
                  <a:pt x="13290" y="38646"/>
                </a:lnTo>
                <a:cubicBezTo>
                  <a:pt x="13260" y="38749"/>
                  <a:pt x="13231" y="38852"/>
                  <a:pt x="13201" y="38940"/>
                </a:cubicBezTo>
                <a:cubicBezTo>
                  <a:pt x="13128" y="39116"/>
                  <a:pt x="13054" y="39264"/>
                  <a:pt x="12995" y="39425"/>
                </a:cubicBezTo>
                <a:cubicBezTo>
                  <a:pt x="13010" y="39308"/>
                  <a:pt x="13054" y="39205"/>
                  <a:pt x="13069" y="39087"/>
                </a:cubicBezTo>
                <a:lnTo>
                  <a:pt x="13290" y="38646"/>
                </a:lnTo>
                <a:close/>
                <a:moveTo>
                  <a:pt x="13187" y="39484"/>
                </a:moveTo>
                <a:lnTo>
                  <a:pt x="13187" y="39484"/>
                </a:lnTo>
                <a:cubicBezTo>
                  <a:pt x="13166" y="39515"/>
                  <a:pt x="13153" y="39552"/>
                  <a:pt x="13142" y="39596"/>
                </a:cubicBezTo>
                <a:lnTo>
                  <a:pt x="13142" y="39596"/>
                </a:lnTo>
                <a:cubicBezTo>
                  <a:pt x="13155" y="39559"/>
                  <a:pt x="13168" y="39522"/>
                  <a:pt x="13187" y="39484"/>
                </a:cubicBezTo>
                <a:close/>
                <a:moveTo>
                  <a:pt x="13069" y="38704"/>
                </a:moveTo>
                <a:lnTo>
                  <a:pt x="13069" y="38704"/>
                </a:lnTo>
                <a:cubicBezTo>
                  <a:pt x="13039" y="38822"/>
                  <a:pt x="13010" y="38940"/>
                  <a:pt x="12995" y="39058"/>
                </a:cubicBezTo>
                <a:cubicBezTo>
                  <a:pt x="12922" y="39264"/>
                  <a:pt x="12848" y="39440"/>
                  <a:pt x="12775" y="39632"/>
                </a:cubicBezTo>
                <a:cubicBezTo>
                  <a:pt x="12789" y="39499"/>
                  <a:pt x="12819" y="39352"/>
                  <a:pt x="12833" y="39219"/>
                </a:cubicBezTo>
                <a:cubicBezTo>
                  <a:pt x="12907" y="39058"/>
                  <a:pt x="12995" y="38866"/>
                  <a:pt x="13069" y="38704"/>
                </a:cubicBezTo>
                <a:close/>
                <a:moveTo>
                  <a:pt x="13142" y="39596"/>
                </a:moveTo>
                <a:lnTo>
                  <a:pt x="13142" y="39596"/>
                </a:lnTo>
                <a:cubicBezTo>
                  <a:pt x="13125" y="39647"/>
                  <a:pt x="13109" y="39698"/>
                  <a:pt x="13084" y="39749"/>
                </a:cubicBezTo>
                <a:cubicBezTo>
                  <a:pt x="13074" y="39786"/>
                  <a:pt x="13071" y="39829"/>
                  <a:pt x="13066" y="39870"/>
                </a:cubicBezTo>
                <a:lnTo>
                  <a:pt x="13066" y="39870"/>
                </a:lnTo>
                <a:cubicBezTo>
                  <a:pt x="13078" y="39800"/>
                  <a:pt x="13095" y="39727"/>
                  <a:pt x="13128" y="39661"/>
                </a:cubicBezTo>
                <a:cubicBezTo>
                  <a:pt x="13132" y="39638"/>
                  <a:pt x="13137" y="39616"/>
                  <a:pt x="13142" y="39596"/>
                </a:cubicBezTo>
                <a:close/>
                <a:moveTo>
                  <a:pt x="13066" y="39870"/>
                </a:moveTo>
                <a:lnTo>
                  <a:pt x="13066" y="39870"/>
                </a:lnTo>
                <a:cubicBezTo>
                  <a:pt x="13062" y="39894"/>
                  <a:pt x="13058" y="39918"/>
                  <a:pt x="13054" y="39941"/>
                </a:cubicBezTo>
                <a:cubicBezTo>
                  <a:pt x="13060" y="39919"/>
                  <a:pt x="13063" y="39894"/>
                  <a:pt x="13066" y="39870"/>
                </a:cubicBezTo>
                <a:close/>
                <a:moveTo>
                  <a:pt x="13071" y="39420"/>
                </a:moveTo>
                <a:cubicBezTo>
                  <a:pt x="13015" y="39605"/>
                  <a:pt x="12969" y="39793"/>
                  <a:pt x="12931" y="39983"/>
                </a:cubicBezTo>
                <a:lnTo>
                  <a:pt x="12931" y="39983"/>
                </a:lnTo>
                <a:cubicBezTo>
                  <a:pt x="12958" y="39894"/>
                  <a:pt x="12986" y="39807"/>
                  <a:pt x="13010" y="39720"/>
                </a:cubicBezTo>
                <a:cubicBezTo>
                  <a:pt x="13035" y="39620"/>
                  <a:pt x="13049" y="39520"/>
                  <a:pt x="13071" y="39420"/>
                </a:cubicBezTo>
                <a:close/>
                <a:moveTo>
                  <a:pt x="12936" y="39411"/>
                </a:moveTo>
                <a:lnTo>
                  <a:pt x="12936" y="39411"/>
                </a:lnTo>
                <a:cubicBezTo>
                  <a:pt x="12907" y="39558"/>
                  <a:pt x="12892" y="39705"/>
                  <a:pt x="12863" y="39823"/>
                </a:cubicBezTo>
                <a:cubicBezTo>
                  <a:pt x="12789" y="40029"/>
                  <a:pt x="12745" y="40235"/>
                  <a:pt x="12701" y="40456"/>
                </a:cubicBezTo>
                <a:cubicBezTo>
                  <a:pt x="12701" y="40308"/>
                  <a:pt x="12716" y="40147"/>
                  <a:pt x="12745" y="39999"/>
                </a:cubicBezTo>
                <a:cubicBezTo>
                  <a:pt x="12789" y="39793"/>
                  <a:pt x="12863" y="39602"/>
                  <a:pt x="12936" y="39411"/>
                </a:cubicBezTo>
                <a:close/>
                <a:moveTo>
                  <a:pt x="12936" y="40603"/>
                </a:moveTo>
                <a:lnTo>
                  <a:pt x="12936" y="40706"/>
                </a:lnTo>
                <a:cubicBezTo>
                  <a:pt x="12966" y="40691"/>
                  <a:pt x="12966" y="40647"/>
                  <a:pt x="12936" y="40603"/>
                </a:cubicBezTo>
                <a:close/>
                <a:moveTo>
                  <a:pt x="12936" y="40707"/>
                </a:moveTo>
                <a:lnTo>
                  <a:pt x="12936" y="40707"/>
                </a:lnTo>
                <a:cubicBezTo>
                  <a:pt x="12936" y="40736"/>
                  <a:pt x="12936" y="40765"/>
                  <a:pt x="12922" y="40779"/>
                </a:cubicBezTo>
                <a:cubicBezTo>
                  <a:pt x="12936" y="40765"/>
                  <a:pt x="12936" y="40750"/>
                  <a:pt x="12936" y="40707"/>
                </a:cubicBezTo>
                <a:close/>
                <a:moveTo>
                  <a:pt x="12907" y="40382"/>
                </a:moveTo>
                <a:cubicBezTo>
                  <a:pt x="12863" y="40529"/>
                  <a:pt x="12848" y="40647"/>
                  <a:pt x="12833" y="40809"/>
                </a:cubicBezTo>
                <a:lnTo>
                  <a:pt x="12833" y="41118"/>
                </a:lnTo>
                <a:cubicBezTo>
                  <a:pt x="12833" y="40985"/>
                  <a:pt x="12848" y="40838"/>
                  <a:pt x="12863" y="40706"/>
                </a:cubicBezTo>
                <a:cubicBezTo>
                  <a:pt x="12892" y="40618"/>
                  <a:pt x="12892" y="40529"/>
                  <a:pt x="12907" y="40441"/>
                </a:cubicBezTo>
                <a:lnTo>
                  <a:pt x="12907" y="40382"/>
                </a:lnTo>
                <a:close/>
                <a:moveTo>
                  <a:pt x="12775" y="40323"/>
                </a:moveTo>
                <a:cubicBezTo>
                  <a:pt x="12775" y="40411"/>
                  <a:pt x="12760" y="40485"/>
                  <a:pt x="12760" y="40588"/>
                </a:cubicBezTo>
                <a:cubicBezTo>
                  <a:pt x="12775" y="40632"/>
                  <a:pt x="12760" y="40706"/>
                  <a:pt x="12760" y="40779"/>
                </a:cubicBezTo>
                <a:cubicBezTo>
                  <a:pt x="12745" y="40985"/>
                  <a:pt x="12716" y="41191"/>
                  <a:pt x="12701" y="41368"/>
                </a:cubicBezTo>
                <a:cubicBezTo>
                  <a:pt x="12701" y="41294"/>
                  <a:pt x="12686" y="41221"/>
                  <a:pt x="12686" y="41147"/>
                </a:cubicBezTo>
                <a:cubicBezTo>
                  <a:pt x="12686" y="41074"/>
                  <a:pt x="12686" y="40985"/>
                  <a:pt x="12672" y="40912"/>
                </a:cubicBezTo>
                <a:cubicBezTo>
                  <a:pt x="12686" y="40706"/>
                  <a:pt x="12716" y="40514"/>
                  <a:pt x="12775" y="40323"/>
                </a:cubicBezTo>
                <a:close/>
                <a:moveTo>
                  <a:pt x="12907" y="41442"/>
                </a:moveTo>
                <a:lnTo>
                  <a:pt x="12907" y="41721"/>
                </a:lnTo>
                <a:cubicBezTo>
                  <a:pt x="12922" y="41780"/>
                  <a:pt x="12922" y="41854"/>
                  <a:pt x="12936" y="41913"/>
                </a:cubicBezTo>
                <a:cubicBezTo>
                  <a:pt x="12922" y="41810"/>
                  <a:pt x="12922" y="41736"/>
                  <a:pt x="12922" y="41633"/>
                </a:cubicBezTo>
                <a:cubicBezTo>
                  <a:pt x="12922" y="41574"/>
                  <a:pt x="12907" y="41515"/>
                  <a:pt x="12907" y="41442"/>
                </a:cubicBezTo>
                <a:close/>
                <a:moveTo>
                  <a:pt x="12789" y="41368"/>
                </a:moveTo>
                <a:cubicBezTo>
                  <a:pt x="12819" y="41500"/>
                  <a:pt x="12819" y="41603"/>
                  <a:pt x="12848" y="41736"/>
                </a:cubicBezTo>
                <a:cubicBezTo>
                  <a:pt x="12848" y="41883"/>
                  <a:pt x="12863" y="42030"/>
                  <a:pt x="12892" y="42177"/>
                </a:cubicBezTo>
                <a:cubicBezTo>
                  <a:pt x="12848" y="42074"/>
                  <a:pt x="12819" y="41957"/>
                  <a:pt x="12789" y="41854"/>
                </a:cubicBezTo>
                <a:cubicBezTo>
                  <a:pt x="12775" y="41692"/>
                  <a:pt x="12775" y="41515"/>
                  <a:pt x="12789" y="41368"/>
                </a:cubicBezTo>
                <a:close/>
                <a:moveTo>
                  <a:pt x="13069" y="42442"/>
                </a:moveTo>
                <a:lnTo>
                  <a:pt x="13069" y="42442"/>
                </a:lnTo>
                <a:cubicBezTo>
                  <a:pt x="13074" y="42453"/>
                  <a:pt x="13078" y="42465"/>
                  <a:pt x="13080" y="42479"/>
                </a:cubicBezTo>
                <a:lnTo>
                  <a:pt x="13080" y="42479"/>
                </a:lnTo>
                <a:cubicBezTo>
                  <a:pt x="13081" y="42464"/>
                  <a:pt x="13077" y="42451"/>
                  <a:pt x="13069" y="42442"/>
                </a:cubicBezTo>
                <a:close/>
                <a:moveTo>
                  <a:pt x="13080" y="42479"/>
                </a:moveTo>
                <a:cubicBezTo>
                  <a:pt x="13079" y="42490"/>
                  <a:pt x="13075" y="42503"/>
                  <a:pt x="13069" y="42516"/>
                </a:cubicBezTo>
                <a:cubicBezTo>
                  <a:pt x="13084" y="42531"/>
                  <a:pt x="13084" y="42531"/>
                  <a:pt x="13084" y="42545"/>
                </a:cubicBezTo>
                <a:cubicBezTo>
                  <a:pt x="13084" y="42527"/>
                  <a:pt x="13084" y="42502"/>
                  <a:pt x="13080" y="42479"/>
                </a:cubicBezTo>
                <a:close/>
                <a:moveTo>
                  <a:pt x="13288" y="43187"/>
                </a:moveTo>
                <a:cubicBezTo>
                  <a:pt x="13291" y="43195"/>
                  <a:pt x="13295" y="43203"/>
                  <a:pt x="13299" y="43211"/>
                </a:cubicBezTo>
                <a:lnTo>
                  <a:pt x="13299" y="43211"/>
                </a:lnTo>
                <a:cubicBezTo>
                  <a:pt x="13296" y="43202"/>
                  <a:pt x="13292" y="43194"/>
                  <a:pt x="13288" y="43187"/>
                </a:cubicBezTo>
                <a:close/>
                <a:moveTo>
                  <a:pt x="13231" y="35114"/>
                </a:moveTo>
                <a:cubicBezTo>
                  <a:pt x="13231" y="35187"/>
                  <a:pt x="13260" y="35290"/>
                  <a:pt x="13260" y="35364"/>
                </a:cubicBezTo>
                <a:cubicBezTo>
                  <a:pt x="12201" y="36276"/>
                  <a:pt x="11435" y="37306"/>
                  <a:pt x="10950" y="38395"/>
                </a:cubicBezTo>
                <a:cubicBezTo>
                  <a:pt x="9993" y="40559"/>
                  <a:pt x="10287" y="43090"/>
                  <a:pt x="11671" y="44606"/>
                </a:cubicBezTo>
                <a:cubicBezTo>
                  <a:pt x="11612" y="44606"/>
                  <a:pt x="11583" y="44606"/>
                  <a:pt x="11538" y="44591"/>
                </a:cubicBezTo>
                <a:cubicBezTo>
                  <a:pt x="10096" y="43016"/>
                  <a:pt x="9817" y="40382"/>
                  <a:pt x="10861" y="38130"/>
                </a:cubicBezTo>
                <a:cubicBezTo>
                  <a:pt x="11376" y="37056"/>
                  <a:pt x="12171" y="36041"/>
                  <a:pt x="13231" y="35114"/>
                </a:cubicBezTo>
                <a:close/>
                <a:moveTo>
                  <a:pt x="13260" y="35452"/>
                </a:moveTo>
                <a:cubicBezTo>
                  <a:pt x="13260" y="35526"/>
                  <a:pt x="13260" y="35614"/>
                  <a:pt x="13275" y="35688"/>
                </a:cubicBezTo>
                <a:cubicBezTo>
                  <a:pt x="12274" y="36615"/>
                  <a:pt x="11538" y="37615"/>
                  <a:pt x="11097" y="38690"/>
                </a:cubicBezTo>
                <a:cubicBezTo>
                  <a:pt x="10243" y="40779"/>
                  <a:pt x="10567" y="43208"/>
                  <a:pt x="11906" y="44679"/>
                </a:cubicBezTo>
                <a:cubicBezTo>
                  <a:pt x="11877" y="44679"/>
                  <a:pt x="11818" y="44665"/>
                  <a:pt x="11789" y="44665"/>
                </a:cubicBezTo>
                <a:cubicBezTo>
                  <a:pt x="10361" y="43163"/>
                  <a:pt x="10052" y="40618"/>
                  <a:pt x="11009" y="38425"/>
                </a:cubicBezTo>
                <a:cubicBezTo>
                  <a:pt x="11480" y="37365"/>
                  <a:pt x="12245" y="36350"/>
                  <a:pt x="13260" y="35452"/>
                </a:cubicBezTo>
                <a:close/>
                <a:moveTo>
                  <a:pt x="13275" y="35776"/>
                </a:moveTo>
                <a:lnTo>
                  <a:pt x="13275" y="36041"/>
                </a:lnTo>
                <a:cubicBezTo>
                  <a:pt x="12333" y="36953"/>
                  <a:pt x="11656" y="37954"/>
                  <a:pt x="11244" y="38999"/>
                </a:cubicBezTo>
                <a:cubicBezTo>
                  <a:pt x="10861" y="39999"/>
                  <a:pt x="10758" y="41118"/>
                  <a:pt x="10920" y="42148"/>
                </a:cubicBezTo>
                <a:cubicBezTo>
                  <a:pt x="11082" y="43193"/>
                  <a:pt x="11524" y="44091"/>
                  <a:pt x="12186" y="44797"/>
                </a:cubicBezTo>
                <a:cubicBezTo>
                  <a:pt x="12127" y="44782"/>
                  <a:pt x="12098" y="44753"/>
                  <a:pt x="12039" y="44738"/>
                </a:cubicBezTo>
                <a:cubicBezTo>
                  <a:pt x="10641" y="43311"/>
                  <a:pt x="10273" y="40838"/>
                  <a:pt x="11156" y="38719"/>
                </a:cubicBezTo>
                <a:cubicBezTo>
                  <a:pt x="11597" y="37674"/>
                  <a:pt x="12304" y="36688"/>
                  <a:pt x="13275" y="35776"/>
                </a:cubicBezTo>
                <a:close/>
                <a:moveTo>
                  <a:pt x="13245" y="36129"/>
                </a:moveTo>
                <a:cubicBezTo>
                  <a:pt x="13245" y="36217"/>
                  <a:pt x="13245" y="36291"/>
                  <a:pt x="13231" y="36394"/>
                </a:cubicBezTo>
                <a:cubicBezTo>
                  <a:pt x="12362" y="37292"/>
                  <a:pt x="11744" y="38263"/>
                  <a:pt x="11376" y="39293"/>
                </a:cubicBezTo>
                <a:cubicBezTo>
                  <a:pt x="10788" y="40985"/>
                  <a:pt x="10906" y="43340"/>
                  <a:pt x="12421" y="44871"/>
                </a:cubicBezTo>
                <a:cubicBezTo>
                  <a:pt x="12407" y="44856"/>
                  <a:pt x="12348" y="44826"/>
                  <a:pt x="12304" y="44812"/>
                </a:cubicBezTo>
                <a:cubicBezTo>
                  <a:pt x="10920" y="43428"/>
                  <a:pt x="10508" y="41074"/>
                  <a:pt x="11303" y="39013"/>
                </a:cubicBezTo>
                <a:cubicBezTo>
                  <a:pt x="11686" y="37983"/>
                  <a:pt x="12348" y="37012"/>
                  <a:pt x="13245" y="36129"/>
                </a:cubicBezTo>
                <a:close/>
                <a:moveTo>
                  <a:pt x="13231" y="36497"/>
                </a:moveTo>
                <a:cubicBezTo>
                  <a:pt x="13231" y="36585"/>
                  <a:pt x="13216" y="36674"/>
                  <a:pt x="13216" y="36777"/>
                </a:cubicBezTo>
                <a:cubicBezTo>
                  <a:pt x="12421" y="37660"/>
                  <a:pt x="11862" y="38616"/>
                  <a:pt x="11538" y="39602"/>
                </a:cubicBezTo>
                <a:cubicBezTo>
                  <a:pt x="11024" y="41234"/>
                  <a:pt x="11199" y="43496"/>
                  <a:pt x="12710" y="44968"/>
                </a:cubicBezTo>
                <a:lnTo>
                  <a:pt x="12710" y="44968"/>
                </a:lnTo>
                <a:cubicBezTo>
                  <a:pt x="12667" y="44927"/>
                  <a:pt x="12610" y="44899"/>
                  <a:pt x="12554" y="44885"/>
                </a:cubicBezTo>
                <a:cubicBezTo>
                  <a:pt x="10994" y="43384"/>
                  <a:pt x="10861" y="41000"/>
                  <a:pt x="11450" y="39308"/>
                </a:cubicBezTo>
                <a:cubicBezTo>
                  <a:pt x="11803" y="38322"/>
                  <a:pt x="12392" y="37365"/>
                  <a:pt x="13231" y="36497"/>
                </a:cubicBezTo>
                <a:close/>
                <a:moveTo>
                  <a:pt x="13201" y="36850"/>
                </a:moveTo>
                <a:lnTo>
                  <a:pt x="13201" y="36850"/>
                </a:lnTo>
                <a:cubicBezTo>
                  <a:pt x="13187" y="36938"/>
                  <a:pt x="13187" y="37027"/>
                  <a:pt x="13157" y="37115"/>
                </a:cubicBezTo>
                <a:cubicBezTo>
                  <a:pt x="12451" y="37983"/>
                  <a:pt x="11965" y="38881"/>
                  <a:pt x="11686" y="39838"/>
                </a:cubicBezTo>
                <a:cubicBezTo>
                  <a:pt x="11244" y="41442"/>
                  <a:pt x="11494" y="43620"/>
                  <a:pt x="12981" y="44988"/>
                </a:cubicBezTo>
                <a:cubicBezTo>
                  <a:pt x="12970" y="44991"/>
                  <a:pt x="12959" y="44992"/>
                  <a:pt x="12948" y="44992"/>
                </a:cubicBezTo>
                <a:cubicBezTo>
                  <a:pt x="12901" y="44992"/>
                  <a:pt x="12855" y="44968"/>
                  <a:pt x="12819" y="44944"/>
                </a:cubicBezTo>
                <a:cubicBezTo>
                  <a:pt x="11273" y="43502"/>
                  <a:pt x="11097" y="41236"/>
                  <a:pt x="11612" y="39587"/>
                </a:cubicBezTo>
                <a:cubicBezTo>
                  <a:pt x="11906" y="38631"/>
                  <a:pt x="12451" y="37704"/>
                  <a:pt x="13201" y="36850"/>
                </a:cubicBezTo>
                <a:close/>
                <a:moveTo>
                  <a:pt x="13142" y="37292"/>
                </a:moveTo>
                <a:lnTo>
                  <a:pt x="13142" y="37292"/>
                </a:lnTo>
                <a:cubicBezTo>
                  <a:pt x="13128" y="37380"/>
                  <a:pt x="13113" y="37498"/>
                  <a:pt x="13084" y="37586"/>
                </a:cubicBezTo>
                <a:cubicBezTo>
                  <a:pt x="12480" y="38410"/>
                  <a:pt x="12053" y="39278"/>
                  <a:pt x="11833" y="40176"/>
                </a:cubicBezTo>
                <a:cubicBezTo>
                  <a:pt x="11465" y="41721"/>
                  <a:pt x="11789" y="43826"/>
                  <a:pt x="13231" y="45121"/>
                </a:cubicBezTo>
                <a:lnTo>
                  <a:pt x="13069" y="45018"/>
                </a:lnTo>
                <a:cubicBezTo>
                  <a:pt x="11568" y="43649"/>
                  <a:pt x="11318" y="41486"/>
                  <a:pt x="11759" y="39896"/>
                </a:cubicBezTo>
                <a:cubicBezTo>
                  <a:pt x="12024" y="38999"/>
                  <a:pt x="12480" y="38116"/>
                  <a:pt x="13142" y="37292"/>
                </a:cubicBezTo>
                <a:close/>
                <a:moveTo>
                  <a:pt x="13069" y="37733"/>
                </a:moveTo>
                <a:cubicBezTo>
                  <a:pt x="13054" y="37836"/>
                  <a:pt x="13039" y="37954"/>
                  <a:pt x="13010" y="38042"/>
                </a:cubicBezTo>
                <a:cubicBezTo>
                  <a:pt x="12495" y="38807"/>
                  <a:pt x="12171" y="39632"/>
                  <a:pt x="12009" y="40456"/>
                </a:cubicBezTo>
                <a:cubicBezTo>
                  <a:pt x="11656" y="42280"/>
                  <a:pt x="12245" y="44120"/>
                  <a:pt x="13525" y="45180"/>
                </a:cubicBezTo>
                <a:cubicBezTo>
                  <a:pt x="13452" y="45165"/>
                  <a:pt x="13378" y="45121"/>
                  <a:pt x="13334" y="45091"/>
                </a:cubicBezTo>
                <a:cubicBezTo>
                  <a:pt x="11862" y="43826"/>
                  <a:pt x="11538" y="41721"/>
                  <a:pt x="11906" y="40191"/>
                </a:cubicBezTo>
                <a:cubicBezTo>
                  <a:pt x="12112" y="39352"/>
                  <a:pt x="12495" y="38513"/>
                  <a:pt x="13069" y="37733"/>
                </a:cubicBezTo>
                <a:close/>
                <a:moveTo>
                  <a:pt x="12863" y="38793"/>
                </a:moveTo>
                <a:lnTo>
                  <a:pt x="12863" y="38793"/>
                </a:lnTo>
                <a:cubicBezTo>
                  <a:pt x="12848" y="38925"/>
                  <a:pt x="12804" y="39072"/>
                  <a:pt x="12789" y="39205"/>
                </a:cubicBezTo>
                <a:cubicBezTo>
                  <a:pt x="12524" y="39808"/>
                  <a:pt x="12348" y="40441"/>
                  <a:pt x="12274" y="41059"/>
                </a:cubicBezTo>
                <a:cubicBezTo>
                  <a:pt x="12123" y="42693"/>
                  <a:pt x="12754" y="44289"/>
                  <a:pt x="13903" y="45248"/>
                </a:cubicBezTo>
                <a:lnTo>
                  <a:pt x="13903" y="45248"/>
                </a:lnTo>
                <a:cubicBezTo>
                  <a:pt x="13890" y="45240"/>
                  <a:pt x="13877" y="45232"/>
                  <a:pt x="13864" y="45224"/>
                </a:cubicBezTo>
                <a:lnTo>
                  <a:pt x="13864" y="45238"/>
                </a:lnTo>
                <a:cubicBezTo>
                  <a:pt x="12613" y="44238"/>
                  <a:pt x="11965" y="42516"/>
                  <a:pt x="12215" y="40765"/>
                </a:cubicBezTo>
                <a:cubicBezTo>
                  <a:pt x="12318" y="40102"/>
                  <a:pt x="12539" y="39440"/>
                  <a:pt x="12863" y="38793"/>
                </a:cubicBezTo>
                <a:close/>
                <a:moveTo>
                  <a:pt x="12966" y="38233"/>
                </a:moveTo>
                <a:cubicBezTo>
                  <a:pt x="12966" y="38263"/>
                  <a:pt x="12936" y="38278"/>
                  <a:pt x="12936" y="38322"/>
                </a:cubicBezTo>
                <a:cubicBezTo>
                  <a:pt x="12922" y="38410"/>
                  <a:pt x="12907" y="38484"/>
                  <a:pt x="12892" y="38572"/>
                </a:cubicBezTo>
                <a:cubicBezTo>
                  <a:pt x="12495" y="39293"/>
                  <a:pt x="12245" y="40014"/>
                  <a:pt x="12127" y="40765"/>
                </a:cubicBezTo>
                <a:cubicBezTo>
                  <a:pt x="11877" y="42531"/>
                  <a:pt x="12524" y="44297"/>
                  <a:pt x="13805" y="45283"/>
                </a:cubicBezTo>
                <a:cubicBezTo>
                  <a:pt x="13731" y="45238"/>
                  <a:pt x="13658" y="45194"/>
                  <a:pt x="13584" y="45165"/>
                </a:cubicBezTo>
                <a:cubicBezTo>
                  <a:pt x="12318" y="44091"/>
                  <a:pt x="11715" y="42280"/>
                  <a:pt x="12053" y="40470"/>
                </a:cubicBezTo>
                <a:cubicBezTo>
                  <a:pt x="12201" y="39705"/>
                  <a:pt x="12524" y="38940"/>
                  <a:pt x="12966" y="38233"/>
                </a:cubicBezTo>
                <a:close/>
                <a:moveTo>
                  <a:pt x="12716" y="39499"/>
                </a:moveTo>
                <a:lnTo>
                  <a:pt x="12716" y="39499"/>
                </a:lnTo>
                <a:cubicBezTo>
                  <a:pt x="12701" y="39661"/>
                  <a:pt x="12686" y="39808"/>
                  <a:pt x="12672" y="39970"/>
                </a:cubicBezTo>
                <a:cubicBezTo>
                  <a:pt x="12539" y="40441"/>
                  <a:pt x="12451" y="40897"/>
                  <a:pt x="12421" y="41353"/>
                </a:cubicBezTo>
                <a:cubicBezTo>
                  <a:pt x="12380" y="42586"/>
                  <a:pt x="12785" y="44239"/>
                  <a:pt x="14099" y="45293"/>
                </a:cubicBezTo>
                <a:lnTo>
                  <a:pt x="14099" y="45293"/>
                </a:lnTo>
                <a:lnTo>
                  <a:pt x="14099" y="45312"/>
                </a:lnTo>
                <a:cubicBezTo>
                  <a:pt x="12863" y="44385"/>
                  <a:pt x="12186" y="42737"/>
                  <a:pt x="12348" y="41059"/>
                </a:cubicBezTo>
                <a:cubicBezTo>
                  <a:pt x="12407" y="40529"/>
                  <a:pt x="12539" y="40014"/>
                  <a:pt x="12716" y="39499"/>
                </a:cubicBezTo>
                <a:close/>
                <a:moveTo>
                  <a:pt x="13599" y="43899"/>
                </a:moveTo>
                <a:cubicBezTo>
                  <a:pt x="13628" y="43929"/>
                  <a:pt x="13643" y="43943"/>
                  <a:pt x="13672" y="43988"/>
                </a:cubicBezTo>
                <a:cubicBezTo>
                  <a:pt x="13996" y="44517"/>
                  <a:pt x="14379" y="44959"/>
                  <a:pt x="14835" y="45327"/>
                </a:cubicBezTo>
                <a:cubicBezTo>
                  <a:pt x="14335" y="44944"/>
                  <a:pt x="13922" y="44458"/>
                  <a:pt x="13599" y="43899"/>
                </a:cubicBezTo>
                <a:close/>
                <a:moveTo>
                  <a:pt x="12613" y="40367"/>
                </a:moveTo>
                <a:cubicBezTo>
                  <a:pt x="12598" y="40544"/>
                  <a:pt x="12598" y="40735"/>
                  <a:pt x="12598" y="40912"/>
                </a:cubicBezTo>
                <a:cubicBezTo>
                  <a:pt x="12598" y="41147"/>
                  <a:pt x="12569" y="41412"/>
                  <a:pt x="12569" y="41648"/>
                </a:cubicBezTo>
                <a:cubicBezTo>
                  <a:pt x="12582" y="42820"/>
                  <a:pt x="13063" y="44385"/>
                  <a:pt x="14351" y="45369"/>
                </a:cubicBezTo>
                <a:lnTo>
                  <a:pt x="14351" y="45369"/>
                </a:lnTo>
                <a:lnTo>
                  <a:pt x="14335" y="45386"/>
                </a:lnTo>
                <a:cubicBezTo>
                  <a:pt x="12892" y="44355"/>
                  <a:pt x="12421" y="42648"/>
                  <a:pt x="12480" y="41353"/>
                </a:cubicBezTo>
                <a:cubicBezTo>
                  <a:pt x="12495" y="41015"/>
                  <a:pt x="12539" y="40691"/>
                  <a:pt x="12613" y="40367"/>
                </a:cubicBezTo>
                <a:close/>
                <a:moveTo>
                  <a:pt x="12642" y="41412"/>
                </a:moveTo>
                <a:cubicBezTo>
                  <a:pt x="12672" y="41559"/>
                  <a:pt x="12701" y="41707"/>
                  <a:pt x="12716" y="41868"/>
                </a:cubicBezTo>
                <a:lnTo>
                  <a:pt x="12716" y="41957"/>
                </a:lnTo>
                <a:cubicBezTo>
                  <a:pt x="12833" y="43384"/>
                  <a:pt x="13525" y="44679"/>
                  <a:pt x="14614" y="45459"/>
                </a:cubicBezTo>
                <a:lnTo>
                  <a:pt x="14614" y="45474"/>
                </a:lnTo>
                <a:cubicBezTo>
                  <a:pt x="13201" y="44517"/>
                  <a:pt x="12672" y="42899"/>
                  <a:pt x="12642" y="41662"/>
                </a:cubicBezTo>
                <a:lnTo>
                  <a:pt x="12642" y="41412"/>
                </a:lnTo>
                <a:close/>
                <a:moveTo>
                  <a:pt x="12848" y="42310"/>
                </a:moveTo>
                <a:lnTo>
                  <a:pt x="12951" y="42648"/>
                </a:lnTo>
                <a:cubicBezTo>
                  <a:pt x="13216" y="43855"/>
                  <a:pt x="13922" y="44885"/>
                  <a:pt x="14879" y="45533"/>
                </a:cubicBezTo>
                <a:cubicBezTo>
                  <a:pt x="13805" y="44856"/>
                  <a:pt x="13054" y="43649"/>
                  <a:pt x="12848" y="42310"/>
                </a:cubicBezTo>
                <a:close/>
                <a:moveTo>
                  <a:pt x="13157" y="43119"/>
                </a:moveTo>
                <a:cubicBezTo>
                  <a:pt x="13201" y="43208"/>
                  <a:pt x="13231" y="43281"/>
                  <a:pt x="13290" y="43355"/>
                </a:cubicBezTo>
                <a:cubicBezTo>
                  <a:pt x="13658" y="44297"/>
                  <a:pt x="14305" y="45091"/>
                  <a:pt x="15114" y="45606"/>
                </a:cubicBezTo>
                <a:cubicBezTo>
                  <a:pt x="14187" y="45077"/>
                  <a:pt x="13510" y="44164"/>
                  <a:pt x="13157" y="43119"/>
                </a:cubicBezTo>
                <a:close/>
                <a:moveTo>
                  <a:pt x="13982" y="45753"/>
                </a:moveTo>
                <a:cubicBezTo>
                  <a:pt x="14331" y="46075"/>
                  <a:pt x="14633" y="46440"/>
                  <a:pt x="14871" y="46863"/>
                </a:cubicBezTo>
                <a:lnTo>
                  <a:pt x="14871" y="46863"/>
                </a:lnTo>
                <a:cubicBezTo>
                  <a:pt x="14862" y="46854"/>
                  <a:pt x="14850" y="46848"/>
                  <a:pt x="14835" y="46843"/>
                </a:cubicBezTo>
                <a:cubicBezTo>
                  <a:pt x="14597" y="46423"/>
                  <a:pt x="14315" y="46064"/>
                  <a:pt x="13982" y="45753"/>
                </a:cubicBezTo>
                <a:close/>
                <a:moveTo>
                  <a:pt x="15129" y="47372"/>
                </a:moveTo>
                <a:cubicBezTo>
                  <a:pt x="15144" y="47402"/>
                  <a:pt x="15173" y="47431"/>
                  <a:pt x="15188" y="47461"/>
                </a:cubicBezTo>
                <a:cubicBezTo>
                  <a:pt x="15203" y="47519"/>
                  <a:pt x="15247" y="47593"/>
                  <a:pt x="15262" y="47637"/>
                </a:cubicBezTo>
                <a:cubicBezTo>
                  <a:pt x="15217" y="47622"/>
                  <a:pt x="15203" y="47593"/>
                  <a:pt x="15203" y="47549"/>
                </a:cubicBezTo>
                <a:cubicBezTo>
                  <a:pt x="15188" y="47490"/>
                  <a:pt x="15144" y="47446"/>
                  <a:pt x="15129" y="47372"/>
                </a:cubicBezTo>
                <a:close/>
                <a:moveTo>
                  <a:pt x="13407" y="45224"/>
                </a:moveTo>
                <a:lnTo>
                  <a:pt x="13407" y="45224"/>
                </a:lnTo>
                <a:cubicBezTo>
                  <a:pt x="14320" y="45754"/>
                  <a:pt x="14997" y="46651"/>
                  <a:pt x="15350" y="47696"/>
                </a:cubicBezTo>
                <a:cubicBezTo>
                  <a:pt x="15306" y="47608"/>
                  <a:pt x="15276" y="47534"/>
                  <a:pt x="15217" y="47461"/>
                </a:cubicBezTo>
                <a:cubicBezTo>
                  <a:pt x="14850" y="46504"/>
                  <a:pt x="14217" y="45709"/>
                  <a:pt x="13407" y="45224"/>
                </a:cubicBezTo>
                <a:close/>
                <a:moveTo>
                  <a:pt x="15424" y="48256"/>
                </a:moveTo>
                <a:lnTo>
                  <a:pt x="15424" y="48256"/>
                </a:lnTo>
                <a:cubicBezTo>
                  <a:pt x="15424" y="48270"/>
                  <a:pt x="15424" y="48270"/>
                  <a:pt x="15438" y="48285"/>
                </a:cubicBezTo>
                <a:cubicBezTo>
                  <a:pt x="15433" y="48302"/>
                  <a:pt x="15429" y="48314"/>
                  <a:pt x="15428" y="48324"/>
                </a:cubicBezTo>
                <a:lnTo>
                  <a:pt x="15428" y="48324"/>
                </a:lnTo>
                <a:cubicBezTo>
                  <a:pt x="15424" y="48301"/>
                  <a:pt x="15424" y="48275"/>
                  <a:pt x="15424" y="48256"/>
                </a:cubicBezTo>
                <a:close/>
                <a:moveTo>
                  <a:pt x="13658" y="45268"/>
                </a:moveTo>
                <a:cubicBezTo>
                  <a:pt x="14732" y="45960"/>
                  <a:pt x="15482" y="47152"/>
                  <a:pt x="15688" y="48491"/>
                </a:cubicBezTo>
                <a:lnTo>
                  <a:pt x="15571" y="48167"/>
                </a:lnTo>
                <a:cubicBezTo>
                  <a:pt x="15291" y="46960"/>
                  <a:pt x="14599" y="45915"/>
                  <a:pt x="13658" y="45268"/>
                </a:cubicBezTo>
                <a:close/>
                <a:moveTo>
                  <a:pt x="15409" y="47961"/>
                </a:moveTo>
                <a:lnTo>
                  <a:pt x="15409" y="47961"/>
                </a:lnTo>
                <a:cubicBezTo>
                  <a:pt x="15438" y="48035"/>
                  <a:pt x="15468" y="48108"/>
                  <a:pt x="15497" y="48182"/>
                </a:cubicBezTo>
                <a:lnTo>
                  <a:pt x="15556" y="48505"/>
                </a:lnTo>
                <a:cubicBezTo>
                  <a:pt x="15541" y="48432"/>
                  <a:pt x="15512" y="48344"/>
                  <a:pt x="15482" y="48270"/>
                </a:cubicBezTo>
                <a:cubicBezTo>
                  <a:pt x="15468" y="48167"/>
                  <a:pt x="15424" y="48064"/>
                  <a:pt x="15409" y="47961"/>
                </a:cubicBezTo>
                <a:close/>
                <a:moveTo>
                  <a:pt x="15585" y="48903"/>
                </a:moveTo>
                <a:lnTo>
                  <a:pt x="15585" y="48903"/>
                </a:lnTo>
                <a:cubicBezTo>
                  <a:pt x="15615" y="48947"/>
                  <a:pt x="15615" y="49021"/>
                  <a:pt x="15630" y="49079"/>
                </a:cubicBezTo>
                <a:lnTo>
                  <a:pt x="15630" y="49359"/>
                </a:lnTo>
                <a:cubicBezTo>
                  <a:pt x="15630" y="49300"/>
                  <a:pt x="15615" y="49227"/>
                  <a:pt x="15615" y="49168"/>
                </a:cubicBezTo>
                <a:cubicBezTo>
                  <a:pt x="15585" y="49079"/>
                  <a:pt x="15585" y="48991"/>
                  <a:pt x="15585" y="48903"/>
                </a:cubicBezTo>
                <a:close/>
                <a:moveTo>
                  <a:pt x="13893" y="45341"/>
                </a:moveTo>
                <a:cubicBezTo>
                  <a:pt x="15321" y="46298"/>
                  <a:pt x="15850" y="47917"/>
                  <a:pt x="15865" y="49153"/>
                </a:cubicBezTo>
                <a:lnTo>
                  <a:pt x="15865" y="49403"/>
                </a:lnTo>
                <a:cubicBezTo>
                  <a:pt x="15850" y="49271"/>
                  <a:pt x="15806" y="49094"/>
                  <a:pt x="15791" y="48947"/>
                </a:cubicBezTo>
                <a:lnTo>
                  <a:pt x="15791" y="48859"/>
                </a:lnTo>
                <a:cubicBezTo>
                  <a:pt x="15688" y="47446"/>
                  <a:pt x="14982" y="46136"/>
                  <a:pt x="13893" y="45371"/>
                </a:cubicBezTo>
                <a:lnTo>
                  <a:pt x="13893" y="45341"/>
                </a:lnTo>
                <a:close/>
                <a:moveTo>
                  <a:pt x="15630" y="48623"/>
                </a:moveTo>
                <a:cubicBezTo>
                  <a:pt x="15659" y="48726"/>
                  <a:pt x="15703" y="48844"/>
                  <a:pt x="15718" y="48947"/>
                </a:cubicBezTo>
                <a:cubicBezTo>
                  <a:pt x="15733" y="49109"/>
                  <a:pt x="15733" y="49285"/>
                  <a:pt x="15718" y="49433"/>
                </a:cubicBezTo>
                <a:cubicBezTo>
                  <a:pt x="15703" y="49300"/>
                  <a:pt x="15703" y="49197"/>
                  <a:pt x="15659" y="49065"/>
                </a:cubicBezTo>
                <a:cubicBezTo>
                  <a:pt x="15659" y="48918"/>
                  <a:pt x="15644" y="48770"/>
                  <a:pt x="15630" y="48623"/>
                </a:cubicBezTo>
                <a:close/>
                <a:moveTo>
                  <a:pt x="15585" y="50021"/>
                </a:moveTo>
                <a:lnTo>
                  <a:pt x="15585" y="50021"/>
                </a:lnTo>
                <a:cubicBezTo>
                  <a:pt x="15571" y="50036"/>
                  <a:pt x="15571" y="50080"/>
                  <a:pt x="15571" y="50095"/>
                </a:cubicBezTo>
                <a:lnTo>
                  <a:pt x="15571" y="50198"/>
                </a:lnTo>
                <a:cubicBezTo>
                  <a:pt x="15556" y="50168"/>
                  <a:pt x="15556" y="50124"/>
                  <a:pt x="15571" y="50095"/>
                </a:cubicBezTo>
                <a:cubicBezTo>
                  <a:pt x="15571" y="50065"/>
                  <a:pt x="15571" y="50036"/>
                  <a:pt x="15585" y="50021"/>
                </a:cubicBezTo>
                <a:close/>
                <a:moveTo>
                  <a:pt x="14173" y="45415"/>
                </a:moveTo>
                <a:cubicBezTo>
                  <a:pt x="15630" y="46445"/>
                  <a:pt x="16086" y="48167"/>
                  <a:pt x="16027" y="49447"/>
                </a:cubicBezTo>
                <a:cubicBezTo>
                  <a:pt x="16012" y="49786"/>
                  <a:pt x="15983" y="50110"/>
                  <a:pt x="15894" y="50433"/>
                </a:cubicBezTo>
                <a:cubicBezTo>
                  <a:pt x="15924" y="50257"/>
                  <a:pt x="15924" y="50065"/>
                  <a:pt x="15924" y="49889"/>
                </a:cubicBezTo>
                <a:cubicBezTo>
                  <a:pt x="15953" y="49653"/>
                  <a:pt x="15953" y="49388"/>
                  <a:pt x="15953" y="49153"/>
                </a:cubicBezTo>
                <a:cubicBezTo>
                  <a:pt x="15940" y="47974"/>
                  <a:pt x="15467" y="46400"/>
                  <a:pt x="14166" y="45429"/>
                </a:cubicBezTo>
                <a:lnTo>
                  <a:pt x="14166" y="45429"/>
                </a:lnTo>
                <a:lnTo>
                  <a:pt x="14173" y="45415"/>
                </a:lnTo>
                <a:close/>
                <a:moveTo>
                  <a:pt x="15688" y="49712"/>
                </a:moveTo>
                <a:lnTo>
                  <a:pt x="15688" y="50021"/>
                </a:lnTo>
                <a:cubicBezTo>
                  <a:pt x="15659" y="50168"/>
                  <a:pt x="15644" y="50301"/>
                  <a:pt x="15615" y="50448"/>
                </a:cubicBezTo>
                <a:lnTo>
                  <a:pt x="15615" y="50389"/>
                </a:lnTo>
                <a:cubicBezTo>
                  <a:pt x="15630" y="50271"/>
                  <a:pt x="15630" y="50198"/>
                  <a:pt x="15644" y="50110"/>
                </a:cubicBezTo>
                <a:cubicBezTo>
                  <a:pt x="15659" y="49977"/>
                  <a:pt x="15688" y="49830"/>
                  <a:pt x="15688" y="49712"/>
                </a:cubicBezTo>
                <a:close/>
                <a:moveTo>
                  <a:pt x="15806" y="49433"/>
                </a:moveTo>
                <a:cubicBezTo>
                  <a:pt x="15806" y="49506"/>
                  <a:pt x="15836" y="49580"/>
                  <a:pt x="15836" y="49653"/>
                </a:cubicBezTo>
                <a:cubicBezTo>
                  <a:pt x="15836" y="49727"/>
                  <a:pt x="15836" y="49815"/>
                  <a:pt x="15850" y="49889"/>
                </a:cubicBezTo>
                <a:cubicBezTo>
                  <a:pt x="15836" y="50095"/>
                  <a:pt x="15791" y="50301"/>
                  <a:pt x="15733" y="50477"/>
                </a:cubicBezTo>
                <a:cubicBezTo>
                  <a:pt x="15733" y="50389"/>
                  <a:pt x="15762" y="50316"/>
                  <a:pt x="15762" y="50227"/>
                </a:cubicBezTo>
                <a:cubicBezTo>
                  <a:pt x="15733" y="50168"/>
                  <a:pt x="15762" y="50095"/>
                  <a:pt x="15762" y="50021"/>
                </a:cubicBezTo>
                <a:cubicBezTo>
                  <a:pt x="15777" y="49815"/>
                  <a:pt x="15791" y="49609"/>
                  <a:pt x="15806" y="49433"/>
                </a:cubicBezTo>
                <a:close/>
                <a:moveTo>
                  <a:pt x="14408" y="45489"/>
                </a:moveTo>
                <a:cubicBezTo>
                  <a:pt x="15644" y="46416"/>
                  <a:pt x="16321" y="48064"/>
                  <a:pt x="16159" y="49742"/>
                </a:cubicBezTo>
                <a:cubicBezTo>
                  <a:pt x="16100" y="50271"/>
                  <a:pt x="15983" y="50787"/>
                  <a:pt x="15791" y="51302"/>
                </a:cubicBezTo>
                <a:cubicBezTo>
                  <a:pt x="15806" y="51140"/>
                  <a:pt x="15836" y="50993"/>
                  <a:pt x="15850" y="50831"/>
                </a:cubicBezTo>
                <a:cubicBezTo>
                  <a:pt x="15983" y="50374"/>
                  <a:pt x="16071" y="49904"/>
                  <a:pt x="16086" y="49447"/>
                </a:cubicBezTo>
                <a:cubicBezTo>
                  <a:pt x="16141" y="48215"/>
                  <a:pt x="15724" y="46574"/>
                  <a:pt x="14408" y="45510"/>
                </a:cubicBezTo>
                <a:lnTo>
                  <a:pt x="14408" y="45510"/>
                </a:lnTo>
                <a:lnTo>
                  <a:pt x="14408" y="45489"/>
                </a:lnTo>
                <a:close/>
                <a:moveTo>
                  <a:pt x="15434" y="51008"/>
                </a:moveTo>
                <a:cubicBezTo>
                  <a:pt x="15431" y="51028"/>
                  <a:pt x="15428" y="51048"/>
                  <a:pt x="15424" y="51066"/>
                </a:cubicBezTo>
                <a:cubicBezTo>
                  <a:pt x="15394" y="51154"/>
                  <a:pt x="15365" y="51257"/>
                  <a:pt x="15335" y="51346"/>
                </a:cubicBezTo>
                <a:cubicBezTo>
                  <a:pt x="15350" y="51287"/>
                  <a:pt x="15365" y="51213"/>
                  <a:pt x="15394" y="51154"/>
                </a:cubicBezTo>
                <a:cubicBezTo>
                  <a:pt x="15410" y="51106"/>
                  <a:pt x="15422" y="51057"/>
                  <a:pt x="15434" y="51008"/>
                </a:cubicBezTo>
                <a:close/>
                <a:moveTo>
                  <a:pt x="15644" y="50580"/>
                </a:moveTo>
                <a:lnTo>
                  <a:pt x="15644" y="50580"/>
                </a:lnTo>
                <a:cubicBezTo>
                  <a:pt x="15630" y="50713"/>
                  <a:pt x="15615" y="50845"/>
                  <a:pt x="15585" y="50948"/>
                </a:cubicBezTo>
                <a:cubicBezTo>
                  <a:pt x="15546" y="51105"/>
                  <a:pt x="15496" y="51238"/>
                  <a:pt x="15444" y="51379"/>
                </a:cubicBezTo>
                <a:lnTo>
                  <a:pt x="15444" y="51379"/>
                </a:lnTo>
                <a:cubicBezTo>
                  <a:pt x="15473" y="51287"/>
                  <a:pt x="15485" y="51179"/>
                  <a:pt x="15497" y="51081"/>
                </a:cubicBezTo>
                <a:cubicBezTo>
                  <a:pt x="15556" y="50919"/>
                  <a:pt x="15615" y="50757"/>
                  <a:pt x="15644" y="50580"/>
                </a:cubicBezTo>
                <a:close/>
                <a:moveTo>
                  <a:pt x="15806" y="50374"/>
                </a:moveTo>
                <a:cubicBezTo>
                  <a:pt x="15806" y="50522"/>
                  <a:pt x="15791" y="50683"/>
                  <a:pt x="15777" y="50831"/>
                </a:cubicBezTo>
                <a:cubicBezTo>
                  <a:pt x="15718" y="51037"/>
                  <a:pt x="15644" y="51213"/>
                  <a:pt x="15571" y="51419"/>
                </a:cubicBezTo>
                <a:cubicBezTo>
                  <a:pt x="15615" y="51272"/>
                  <a:pt x="15630" y="51125"/>
                  <a:pt x="15644" y="50993"/>
                </a:cubicBezTo>
                <a:cubicBezTo>
                  <a:pt x="15718" y="50772"/>
                  <a:pt x="15777" y="50566"/>
                  <a:pt x="15806" y="50374"/>
                </a:cubicBezTo>
                <a:close/>
                <a:moveTo>
                  <a:pt x="15100" y="51920"/>
                </a:moveTo>
                <a:cubicBezTo>
                  <a:pt x="15100" y="51933"/>
                  <a:pt x="15100" y="51934"/>
                  <a:pt x="15077" y="51946"/>
                </a:cubicBezTo>
                <a:lnTo>
                  <a:pt x="15077" y="51946"/>
                </a:lnTo>
                <a:cubicBezTo>
                  <a:pt x="15084" y="51937"/>
                  <a:pt x="15091" y="51928"/>
                  <a:pt x="15100" y="51920"/>
                </a:cubicBezTo>
                <a:close/>
                <a:moveTo>
                  <a:pt x="14673" y="45562"/>
                </a:moveTo>
                <a:cubicBezTo>
                  <a:pt x="15924" y="46563"/>
                  <a:pt x="16571" y="48285"/>
                  <a:pt x="16307" y="50036"/>
                </a:cubicBezTo>
                <a:cubicBezTo>
                  <a:pt x="16218" y="50698"/>
                  <a:pt x="15997" y="51360"/>
                  <a:pt x="15659" y="52008"/>
                </a:cubicBezTo>
                <a:cubicBezTo>
                  <a:pt x="15688" y="51876"/>
                  <a:pt x="15718" y="51728"/>
                  <a:pt x="15733" y="51596"/>
                </a:cubicBezTo>
                <a:cubicBezTo>
                  <a:pt x="15997" y="50993"/>
                  <a:pt x="16159" y="50374"/>
                  <a:pt x="16233" y="49742"/>
                </a:cubicBezTo>
                <a:cubicBezTo>
                  <a:pt x="16383" y="48115"/>
                  <a:pt x="15759" y="46526"/>
                  <a:pt x="14631" y="45565"/>
                </a:cubicBezTo>
                <a:lnTo>
                  <a:pt x="14631" y="45565"/>
                </a:lnTo>
                <a:cubicBezTo>
                  <a:pt x="14645" y="45574"/>
                  <a:pt x="14659" y="45583"/>
                  <a:pt x="14673" y="45592"/>
                </a:cubicBezTo>
                <a:lnTo>
                  <a:pt x="14673" y="45562"/>
                </a:lnTo>
                <a:close/>
                <a:moveTo>
                  <a:pt x="15062" y="51969"/>
                </a:moveTo>
                <a:lnTo>
                  <a:pt x="15062" y="51969"/>
                </a:lnTo>
                <a:cubicBezTo>
                  <a:pt x="15056" y="51984"/>
                  <a:pt x="15048" y="52003"/>
                  <a:pt x="15039" y="52022"/>
                </a:cubicBezTo>
                <a:lnTo>
                  <a:pt x="15039" y="52022"/>
                </a:lnTo>
                <a:cubicBezTo>
                  <a:pt x="15045" y="52003"/>
                  <a:pt x="15052" y="51985"/>
                  <a:pt x="15062" y="51969"/>
                </a:cubicBezTo>
                <a:close/>
                <a:moveTo>
                  <a:pt x="15733" y="51184"/>
                </a:moveTo>
                <a:lnTo>
                  <a:pt x="15733" y="51184"/>
                </a:lnTo>
                <a:cubicBezTo>
                  <a:pt x="15718" y="51302"/>
                  <a:pt x="15703" y="51449"/>
                  <a:pt x="15688" y="51581"/>
                </a:cubicBezTo>
                <a:cubicBezTo>
                  <a:pt x="15616" y="51741"/>
                  <a:pt x="15515" y="51915"/>
                  <a:pt x="15441" y="52089"/>
                </a:cubicBezTo>
                <a:lnTo>
                  <a:pt x="15441" y="52089"/>
                </a:lnTo>
                <a:cubicBezTo>
                  <a:pt x="15483" y="51987"/>
                  <a:pt x="15497" y="51858"/>
                  <a:pt x="15512" y="51743"/>
                </a:cubicBezTo>
                <a:cubicBezTo>
                  <a:pt x="15585" y="51566"/>
                  <a:pt x="15659" y="51375"/>
                  <a:pt x="15733" y="51184"/>
                </a:cubicBezTo>
                <a:close/>
                <a:moveTo>
                  <a:pt x="15321" y="51625"/>
                </a:moveTo>
                <a:lnTo>
                  <a:pt x="15262" y="51846"/>
                </a:lnTo>
                <a:lnTo>
                  <a:pt x="15100" y="52170"/>
                </a:lnTo>
                <a:cubicBezTo>
                  <a:pt x="15100" y="52096"/>
                  <a:pt x="15129" y="52037"/>
                  <a:pt x="15144" y="51964"/>
                </a:cubicBezTo>
                <a:cubicBezTo>
                  <a:pt x="15203" y="51861"/>
                  <a:pt x="15262" y="51728"/>
                  <a:pt x="15321" y="51625"/>
                </a:cubicBezTo>
                <a:close/>
                <a:moveTo>
                  <a:pt x="15512" y="51390"/>
                </a:moveTo>
                <a:lnTo>
                  <a:pt x="15512" y="51390"/>
                </a:lnTo>
                <a:cubicBezTo>
                  <a:pt x="15497" y="51508"/>
                  <a:pt x="15468" y="51625"/>
                  <a:pt x="15438" y="51728"/>
                </a:cubicBezTo>
                <a:lnTo>
                  <a:pt x="15217" y="52170"/>
                </a:lnTo>
                <a:cubicBezTo>
                  <a:pt x="15262" y="52082"/>
                  <a:pt x="15276" y="51964"/>
                  <a:pt x="15321" y="51876"/>
                </a:cubicBezTo>
                <a:cubicBezTo>
                  <a:pt x="15394" y="51714"/>
                  <a:pt x="15468" y="51566"/>
                  <a:pt x="15512" y="51390"/>
                </a:cubicBezTo>
                <a:close/>
                <a:moveTo>
                  <a:pt x="14923" y="52376"/>
                </a:moveTo>
                <a:cubicBezTo>
                  <a:pt x="14923" y="52389"/>
                  <a:pt x="14923" y="52390"/>
                  <a:pt x="14912" y="52402"/>
                </a:cubicBezTo>
                <a:lnTo>
                  <a:pt x="14912" y="52402"/>
                </a:lnTo>
                <a:cubicBezTo>
                  <a:pt x="14916" y="52393"/>
                  <a:pt x="14920" y="52385"/>
                  <a:pt x="14923" y="52376"/>
                </a:cubicBezTo>
                <a:close/>
                <a:moveTo>
                  <a:pt x="14702" y="45518"/>
                </a:moveTo>
                <a:lnTo>
                  <a:pt x="14702" y="45518"/>
                </a:lnTo>
                <a:cubicBezTo>
                  <a:pt x="14776" y="45562"/>
                  <a:pt x="14850" y="45606"/>
                  <a:pt x="14923" y="45636"/>
                </a:cubicBezTo>
                <a:cubicBezTo>
                  <a:pt x="16203" y="46710"/>
                  <a:pt x="16807" y="48535"/>
                  <a:pt x="16454" y="50330"/>
                </a:cubicBezTo>
                <a:cubicBezTo>
                  <a:pt x="16307" y="51110"/>
                  <a:pt x="15997" y="51861"/>
                  <a:pt x="15556" y="52582"/>
                </a:cubicBezTo>
                <a:cubicBezTo>
                  <a:pt x="15556" y="52552"/>
                  <a:pt x="15571" y="52523"/>
                  <a:pt x="15571" y="52479"/>
                </a:cubicBezTo>
                <a:cubicBezTo>
                  <a:pt x="15585" y="52391"/>
                  <a:pt x="15615" y="52317"/>
                  <a:pt x="15630" y="52229"/>
                </a:cubicBezTo>
                <a:cubicBezTo>
                  <a:pt x="16012" y="51508"/>
                  <a:pt x="16277" y="50787"/>
                  <a:pt x="16380" y="50036"/>
                </a:cubicBezTo>
                <a:cubicBezTo>
                  <a:pt x="16645" y="48270"/>
                  <a:pt x="15997" y="46504"/>
                  <a:pt x="14702" y="45518"/>
                </a:cubicBezTo>
                <a:close/>
                <a:moveTo>
                  <a:pt x="15630" y="51861"/>
                </a:moveTo>
                <a:lnTo>
                  <a:pt x="15630" y="51861"/>
                </a:lnTo>
                <a:cubicBezTo>
                  <a:pt x="15615" y="51964"/>
                  <a:pt x="15585" y="52096"/>
                  <a:pt x="15556" y="52214"/>
                </a:cubicBezTo>
                <a:cubicBezTo>
                  <a:pt x="15482" y="52361"/>
                  <a:pt x="15394" y="52508"/>
                  <a:pt x="15291" y="52655"/>
                </a:cubicBezTo>
                <a:cubicBezTo>
                  <a:pt x="15321" y="52538"/>
                  <a:pt x="15350" y="52449"/>
                  <a:pt x="15365" y="52332"/>
                </a:cubicBezTo>
                <a:cubicBezTo>
                  <a:pt x="15468" y="52170"/>
                  <a:pt x="15556" y="52008"/>
                  <a:pt x="15630" y="51861"/>
                </a:cubicBezTo>
                <a:close/>
                <a:moveTo>
                  <a:pt x="15365" y="52008"/>
                </a:moveTo>
                <a:lnTo>
                  <a:pt x="15365" y="52008"/>
                </a:lnTo>
                <a:cubicBezTo>
                  <a:pt x="15350" y="52096"/>
                  <a:pt x="15321" y="52214"/>
                  <a:pt x="15291" y="52302"/>
                </a:cubicBezTo>
                <a:cubicBezTo>
                  <a:pt x="15217" y="52435"/>
                  <a:pt x="15144" y="52552"/>
                  <a:pt x="15056" y="52685"/>
                </a:cubicBezTo>
                <a:cubicBezTo>
                  <a:pt x="15070" y="52597"/>
                  <a:pt x="15114" y="52508"/>
                  <a:pt x="15129" y="52435"/>
                </a:cubicBezTo>
                <a:cubicBezTo>
                  <a:pt x="15217" y="52302"/>
                  <a:pt x="15291" y="52155"/>
                  <a:pt x="15365" y="52008"/>
                </a:cubicBezTo>
                <a:close/>
                <a:moveTo>
                  <a:pt x="14900" y="52426"/>
                </a:moveTo>
                <a:lnTo>
                  <a:pt x="14900" y="52426"/>
                </a:lnTo>
                <a:cubicBezTo>
                  <a:pt x="14893" y="52449"/>
                  <a:pt x="14890" y="52471"/>
                  <a:pt x="14879" y="52494"/>
                </a:cubicBezTo>
                <a:cubicBezTo>
                  <a:pt x="14835" y="52567"/>
                  <a:pt x="14776" y="52655"/>
                  <a:pt x="14732" y="52714"/>
                </a:cubicBezTo>
                <a:cubicBezTo>
                  <a:pt x="14761" y="52670"/>
                  <a:pt x="14776" y="52626"/>
                  <a:pt x="14805" y="52597"/>
                </a:cubicBezTo>
                <a:lnTo>
                  <a:pt x="14820" y="52582"/>
                </a:lnTo>
                <a:cubicBezTo>
                  <a:pt x="14843" y="52526"/>
                  <a:pt x="14874" y="52478"/>
                  <a:pt x="14900" y="52426"/>
                </a:cubicBezTo>
                <a:close/>
                <a:moveTo>
                  <a:pt x="15120" y="52265"/>
                </a:moveTo>
                <a:lnTo>
                  <a:pt x="15120" y="52265"/>
                </a:lnTo>
                <a:cubicBezTo>
                  <a:pt x="15116" y="52280"/>
                  <a:pt x="15114" y="52297"/>
                  <a:pt x="15114" y="52317"/>
                </a:cubicBezTo>
                <a:cubicBezTo>
                  <a:pt x="15114" y="52361"/>
                  <a:pt x="15100" y="52376"/>
                  <a:pt x="15100" y="52405"/>
                </a:cubicBezTo>
                <a:cubicBezTo>
                  <a:pt x="15041" y="52523"/>
                  <a:pt x="14967" y="52626"/>
                  <a:pt x="14894" y="52729"/>
                </a:cubicBezTo>
                <a:cubicBezTo>
                  <a:pt x="14908" y="52655"/>
                  <a:pt x="14953" y="52597"/>
                  <a:pt x="14967" y="52523"/>
                </a:cubicBezTo>
                <a:cubicBezTo>
                  <a:pt x="15022" y="52435"/>
                  <a:pt x="15069" y="52355"/>
                  <a:pt x="15120" y="52265"/>
                </a:cubicBezTo>
                <a:close/>
                <a:moveTo>
                  <a:pt x="14982" y="45621"/>
                </a:moveTo>
                <a:lnTo>
                  <a:pt x="14982" y="45621"/>
                </a:lnTo>
                <a:cubicBezTo>
                  <a:pt x="15056" y="45665"/>
                  <a:pt x="15129" y="45695"/>
                  <a:pt x="15188" y="45709"/>
                </a:cubicBezTo>
                <a:cubicBezTo>
                  <a:pt x="16660" y="46975"/>
                  <a:pt x="16969" y="49079"/>
                  <a:pt x="16601" y="50610"/>
                </a:cubicBezTo>
                <a:cubicBezTo>
                  <a:pt x="16395" y="51449"/>
                  <a:pt x="16012" y="52288"/>
                  <a:pt x="15438" y="53068"/>
                </a:cubicBezTo>
                <a:cubicBezTo>
                  <a:pt x="15468" y="52965"/>
                  <a:pt x="15482" y="52847"/>
                  <a:pt x="15497" y="52759"/>
                </a:cubicBezTo>
                <a:cubicBezTo>
                  <a:pt x="16012" y="51993"/>
                  <a:pt x="16351" y="51184"/>
                  <a:pt x="16513" y="50345"/>
                </a:cubicBezTo>
                <a:cubicBezTo>
                  <a:pt x="16866" y="48535"/>
                  <a:pt x="16277" y="46695"/>
                  <a:pt x="14982" y="45621"/>
                </a:cubicBezTo>
                <a:close/>
                <a:moveTo>
                  <a:pt x="15497" y="52405"/>
                </a:moveTo>
                <a:cubicBezTo>
                  <a:pt x="15497" y="52435"/>
                  <a:pt x="15497" y="52449"/>
                  <a:pt x="15482" y="52479"/>
                </a:cubicBezTo>
                <a:cubicBezTo>
                  <a:pt x="15468" y="52582"/>
                  <a:pt x="15438" y="52655"/>
                  <a:pt x="15424" y="52744"/>
                </a:cubicBezTo>
                <a:cubicBezTo>
                  <a:pt x="15365" y="52876"/>
                  <a:pt x="15276" y="52979"/>
                  <a:pt x="15188" y="53112"/>
                </a:cubicBezTo>
                <a:lnTo>
                  <a:pt x="15247" y="52832"/>
                </a:lnTo>
                <a:cubicBezTo>
                  <a:pt x="15335" y="52685"/>
                  <a:pt x="15424" y="52552"/>
                  <a:pt x="15497" y="52405"/>
                </a:cubicBezTo>
                <a:close/>
                <a:moveTo>
                  <a:pt x="14599" y="52920"/>
                </a:moveTo>
                <a:cubicBezTo>
                  <a:pt x="14599" y="52950"/>
                  <a:pt x="14585" y="52965"/>
                  <a:pt x="14585" y="52994"/>
                </a:cubicBezTo>
                <a:cubicBezTo>
                  <a:pt x="14541" y="53038"/>
                  <a:pt x="14526" y="53097"/>
                  <a:pt x="14482" y="53126"/>
                </a:cubicBezTo>
                <a:cubicBezTo>
                  <a:pt x="14467" y="53097"/>
                  <a:pt x="14482" y="53068"/>
                  <a:pt x="14511" y="53053"/>
                </a:cubicBezTo>
                <a:cubicBezTo>
                  <a:pt x="14541" y="53023"/>
                  <a:pt x="14555" y="52965"/>
                  <a:pt x="14599" y="52920"/>
                </a:cubicBezTo>
                <a:close/>
                <a:moveTo>
                  <a:pt x="15262" y="52538"/>
                </a:moveTo>
                <a:lnTo>
                  <a:pt x="15262" y="52538"/>
                </a:lnTo>
                <a:cubicBezTo>
                  <a:pt x="15247" y="52626"/>
                  <a:pt x="15217" y="52729"/>
                  <a:pt x="15188" y="52817"/>
                </a:cubicBezTo>
                <a:cubicBezTo>
                  <a:pt x="15114" y="52920"/>
                  <a:pt x="15026" y="53038"/>
                  <a:pt x="14953" y="53141"/>
                </a:cubicBezTo>
                <a:cubicBezTo>
                  <a:pt x="14967" y="53068"/>
                  <a:pt x="14982" y="52979"/>
                  <a:pt x="15026" y="52906"/>
                </a:cubicBezTo>
                <a:cubicBezTo>
                  <a:pt x="15114" y="52773"/>
                  <a:pt x="15188" y="52655"/>
                  <a:pt x="15262" y="52538"/>
                </a:cubicBezTo>
                <a:close/>
                <a:moveTo>
                  <a:pt x="15026" y="52655"/>
                </a:moveTo>
                <a:lnTo>
                  <a:pt x="14967" y="52876"/>
                </a:lnTo>
                <a:cubicBezTo>
                  <a:pt x="14894" y="52979"/>
                  <a:pt x="14820" y="53068"/>
                  <a:pt x="14747" y="53171"/>
                </a:cubicBezTo>
                <a:cubicBezTo>
                  <a:pt x="14761" y="53097"/>
                  <a:pt x="14805" y="53023"/>
                  <a:pt x="14820" y="52950"/>
                </a:cubicBezTo>
                <a:cubicBezTo>
                  <a:pt x="14879" y="52847"/>
                  <a:pt x="14953" y="52744"/>
                  <a:pt x="15026" y="52655"/>
                </a:cubicBezTo>
                <a:close/>
                <a:moveTo>
                  <a:pt x="14791" y="52773"/>
                </a:moveTo>
                <a:lnTo>
                  <a:pt x="14747" y="52950"/>
                </a:lnTo>
                <a:cubicBezTo>
                  <a:pt x="14688" y="53023"/>
                  <a:pt x="14629" y="53112"/>
                  <a:pt x="14555" y="53185"/>
                </a:cubicBezTo>
                <a:cubicBezTo>
                  <a:pt x="14570" y="53126"/>
                  <a:pt x="14599" y="53068"/>
                  <a:pt x="14614" y="53038"/>
                </a:cubicBezTo>
                <a:cubicBezTo>
                  <a:pt x="14629" y="52994"/>
                  <a:pt x="14673" y="52965"/>
                  <a:pt x="14688" y="52950"/>
                </a:cubicBezTo>
                <a:lnTo>
                  <a:pt x="14791" y="52773"/>
                </a:lnTo>
                <a:close/>
                <a:moveTo>
                  <a:pt x="14467" y="53244"/>
                </a:moveTo>
                <a:cubicBezTo>
                  <a:pt x="14452" y="53274"/>
                  <a:pt x="14438" y="53318"/>
                  <a:pt x="14408" y="53362"/>
                </a:cubicBezTo>
                <a:cubicBezTo>
                  <a:pt x="14379" y="53406"/>
                  <a:pt x="14364" y="53435"/>
                  <a:pt x="14320" y="53480"/>
                </a:cubicBezTo>
                <a:lnTo>
                  <a:pt x="14261" y="53538"/>
                </a:lnTo>
                <a:cubicBezTo>
                  <a:pt x="14290" y="53494"/>
                  <a:pt x="14305" y="53465"/>
                  <a:pt x="14320" y="53406"/>
                </a:cubicBezTo>
                <a:cubicBezTo>
                  <a:pt x="14379" y="53347"/>
                  <a:pt x="14408" y="53288"/>
                  <a:pt x="14467" y="53244"/>
                </a:cubicBezTo>
                <a:close/>
                <a:moveTo>
                  <a:pt x="15424" y="52906"/>
                </a:moveTo>
                <a:lnTo>
                  <a:pt x="15424" y="52906"/>
                </a:lnTo>
                <a:cubicBezTo>
                  <a:pt x="15409" y="52994"/>
                  <a:pt x="15394" y="53112"/>
                  <a:pt x="15365" y="53200"/>
                </a:cubicBezTo>
                <a:cubicBezTo>
                  <a:pt x="15276" y="53318"/>
                  <a:pt x="15203" y="53421"/>
                  <a:pt x="15114" y="53538"/>
                </a:cubicBezTo>
                <a:cubicBezTo>
                  <a:pt x="15129" y="53435"/>
                  <a:pt x="15144" y="53347"/>
                  <a:pt x="15173" y="53274"/>
                </a:cubicBezTo>
                <a:cubicBezTo>
                  <a:pt x="15262" y="53141"/>
                  <a:pt x="15350" y="53038"/>
                  <a:pt x="15424" y="52906"/>
                </a:cubicBezTo>
                <a:close/>
                <a:moveTo>
                  <a:pt x="15276" y="45695"/>
                </a:moveTo>
                <a:cubicBezTo>
                  <a:pt x="15335" y="45739"/>
                  <a:pt x="15394" y="45768"/>
                  <a:pt x="15438" y="45783"/>
                </a:cubicBezTo>
                <a:cubicBezTo>
                  <a:pt x="16954" y="47152"/>
                  <a:pt x="17190" y="49315"/>
                  <a:pt x="16748" y="50919"/>
                </a:cubicBezTo>
                <a:cubicBezTo>
                  <a:pt x="16498" y="51817"/>
                  <a:pt x="16027" y="52700"/>
                  <a:pt x="15365" y="53538"/>
                </a:cubicBezTo>
                <a:cubicBezTo>
                  <a:pt x="15394" y="53435"/>
                  <a:pt x="15409" y="53332"/>
                  <a:pt x="15424" y="53229"/>
                </a:cubicBezTo>
                <a:cubicBezTo>
                  <a:pt x="16027" y="52405"/>
                  <a:pt x="16454" y="51552"/>
                  <a:pt x="16674" y="50639"/>
                </a:cubicBezTo>
                <a:cubicBezTo>
                  <a:pt x="17042" y="49094"/>
                  <a:pt x="16733" y="47004"/>
                  <a:pt x="15276" y="45695"/>
                </a:cubicBezTo>
                <a:close/>
                <a:moveTo>
                  <a:pt x="14894" y="53053"/>
                </a:moveTo>
                <a:lnTo>
                  <a:pt x="14835" y="53274"/>
                </a:lnTo>
                <a:cubicBezTo>
                  <a:pt x="14761" y="53362"/>
                  <a:pt x="14688" y="53465"/>
                  <a:pt x="14599" y="53553"/>
                </a:cubicBezTo>
                <a:lnTo>
                  <a:pt x="14658" y="53332"/>
                </a:lnTo>
                <a:cubicBezTo>
                  <a:pt x="14747" y="53259"/>
                  <a:pt x="14820" y="53141"/>
                  <a:pt x="14894" y="53053"/>
                </a:cubicBezTo>
                <a:close/>
                <a:moveTo>
                  <a:pt x="15144" y="52979"/>
                </a:moveTo>
                <a:cubicBezTo>
                  <a:pt x="15129" y="53038"/>
                  <a:pt x="15129" y="53068"/>
                  <a:pt x="15114" y="53126"/>
                </a:cubicBezTo>
                <a:cubicBezTo>
                  <a:pt x="15114" y="53171"/>
                  <a:pt x="15100" y="53200"/>
                  <a:pt x="15100" y="53259"/>
                </a:cubicBezTo>
                <a:cubicBezTo>
                  <a:pt x="15026" y="53347"/>
                  <a:pt x="14923" y="53435"/>
                  <a:pt x="14835" y="53553"/>
                </a:cubicBezTo>
                <a:lnTo>
                  <a:pt x="14835" y="53509"/>
                </a:lnTo>
                <a:cubicBezTo>
                  <a:pt x="14850" y="53435"/>
                  <a:pt x="14879" y="53391"/>
                  <a:pt x="14894" y="53318"/>
                </a:cubicBezTo>
                <a:cubicBezTo>
                  <a:pt x="14982" y="53200"/>
                  <a:pt x="15056" y="53097"/>
                  <a:pt x="15144" y="52979"/>
                </a:cubicBezTo>
                <a:close/>
                <a:moveTo>
                  <a:pt x="14658" y="53171"/>
                </a:moveTo>
                <a:cubicBezTo>
                  <a:pt x="14658" y="53200"/>
                  <a:pt x="14629" y="53259"/>
                  <a:pt x="14614" y="53332"/>
                </a:cubicBezTo>
                <a:cubicBezTo>
                  <a:pt x="14541" y="53406"/>
                  <a:pt x="14482" y="53494"/>
                  <a:pt x="14408" y="53568"/>
                </a:cubicBezTo>
                <a:lnTo>
                  <a:pt x="14467" y="53406"/>
                </a:lnTo>
                <a:cubicBezTo>
                  <a:pt x="14482" y="53362"/>
                  <a:pt x="14526" y="53347"/>
                  <a:pt x="14541" y="53318"/>
                </a:cubicBezTo>
                <a:cubicBezTo>
                  <a:pt x="14585" y="53259"/>
                  <a:pt x="14614" y="53200"/>
                  <a:pt x="14658" y="53171"/>
                </a:cubicBezTo>
                <a:close/>
                <a:moveTo>
                  <a:pt x="14145" y="53661"/>
                </a:moveTo>
                <a:lnTo>
                  <a:pt x="14145" y="53661"/>
                </a:lnTo>
                <a:cubicBezTo>
                  <a:pt x="14139" y="53679"/>
                  <a:pt x="14132" y="53697"/>
                  <a:pt x="14114" y="53715"/>
                </a:cubicBezTo>
                <a:lnTo>
                  <a:pt x="14011" y="53833"/>
                </a:lnTo>
                <a:cubicBezTo>
                  <a:pt x="14025" y="53803"/>
                  <a:pt x="14040" y="53774"/>
                  <a:pt x="14070" y="53759"/>
                </a:cubicBezTo>
                <a:cubicBezTo>
                  <a:pt x="14093" y="53724"/>
                  <a:pt x="14125" y="53699"/>
                  <a:pt x="14145" y="53661"/>
                </a:cubicBezTo>
                <a:close/>
                <a:moveTo>
                  <a:pt x="14335" y="53553"/>
                </a:moveTo>
                <a:lnTo>
                  <a:pt x="14335" y="53553"/>
                </a:lnTo>
                <a:cubicBezTo>
                  <a:pt x="14320" y="53612"/>
                  <a:pt x="14305" y="53641"/>
                  <a:pt x="14290" y="53700"/>
                </a:cubicBezTo>
                <a:cubicBezTo>
                  <a:pt x="14246" y="53730"/>
                  <a:pt x="14217" y="53789"/>
                  <a:pt x="14158" y="53833"/>
                </a:cubicBezTo>
                <a:lnTo>
                  <a:pt x="14099" y="53877"/>
                </a:lnTo>
                <a:cubicBezTo>
                  <a:pt x="14114" y="53833"/>
                  <a:pt x="14143" y="53789"/>
                  <a:pt x="14158" y="53730"/>
                </a:cubicBezTo>
                <a:cubicBezTo>
                  <a:pt x="14231" y="53686"/>
                  <a:pt x="14290" y="53627"/>
                  <a:pt x="14335" y="53553"/>
                </a:cubicBezTo>
                <a:close/>
                <a:moveTo>
                  <a:pt x="14555" y="53494"/>
                </a:moveTo>
                <a:lnTo>
                  <a:pt x="14555" y="53494"/>
                </a:lnTo>
                <a:cubicBezTo>
                  <a:pt x="14541" y="53553"/>
                  <a:pt x="14526" y="53627"/>
                  <a:pt x="14511" y="53686"/>
                </a:cubicBezTo>
                <a:cubicBezTo>
                  <a:pt x="14438" y="53759"/>
                  <a:pt x="14364" y="53848"/>
                  <a:pt x="14290" y="53921"/>
                </a:cubicBezTo>
                <a:cubicBezTo>
                  <a:pt x="14305" y="53862"/>
                  <a:pt x="14320" y="53789"/>
                  <a:pt x="14335" y="53730"/>
                </a:cubicBezTo>
                <a:cubicBezTo>
                  <a:pt x="14364" y="53715"/>
                  <a:pt x="14379" y="53686"/>
                  <a:pt x="14408" y="53656"/>
                </a:cubicBezTo>
                <a:cubicBezTo>
                  <a:pt x="14467" y="53612"/>
                  <a:pt x="14511" y="53553"/>
                  <a:pt x="14555" y="53494"/>
                </a:cubicBezTo>
                <a:close/>
                <a:moveTo>
                  <a:pt x="14791" y="53435"/>
                </a:moveTo>
                <a:cubicBezTo>
                  <a:pt x="14791" y="53465"/>
                  <a:pt x="14776" y="53480"/>
                  <a:pt x="14776" y="53509"/>
                </a:cubicBezTo>
                <a:cubicBezTo>
                  <a:pt x="14761" y="53568"/>
                  <a:pt x="14761" y="53627"/>
                  <a:pt x="14747" y="53671"/>
                </a:cubicBezTo>
                <a:cubicBezTo>
                  <a:pt x="14673" y="53759"/>
                  <a:pt x="14599" y="53848"/>
                  <a:pt x="14511" y="53921"/>
                </a:cubicBezTo>
                <a:lnTo>
                  <a:pt x="14511" y="53906"/>
                </a:lnTo>
                <a:cubicBezTo>
                  <a:pt x="14526" y="53833"/>
                  <a:pt x="14541" y="53774"/>
                  <a:pt x="14555" y="53715"/>
                </a:cubicBezTo>
                <a:cubicBezTo>
                  <a:pt x="14629" y="53627"/>
                  <a:pt x="14732" y="53538"/>
                  <a:pt x="14791" y="53435"/>
                </a:cubicBezTo>
                <a:close/>
                <a:moveTo>
                  <a:pt x="15056" y="53391"/>
                </a:moveTo>
                <a:lnTo>
                  <a:pt x="15056" y="53391"/>
                </a:lnTo>
                <a:cubicBezTo>
                  <a:pt x="15041" y="53480"/>
                  <a:pt x="15026" y="53553"/>
                  <a:pt x="15026" y="53641"/>
                </a:cubicBezTo>
                <a:cubicBezTo>
                  <a:pt x="14953" y="53730"/>
                  <a:pt x="14850" y="53833"/>
                  <a:pt x="14761" y="53921"/>
                </a:cubicBezTo>
                <a:cubicBezTo>
                  <a:pt x="14776" y="53848"/>
                  <a:pt x="14776" y="53774"/>
                  <a:pt x="14805" y="53700"/>
                </a:cubicBezTo>
                <a:cubicBezTo>
                  <a:pt x="14894" y="53612"/>
                  <a:pt x="14967" y="53494"/>
                  <a:pt x="15056" y="53391"/>
                </a:cubicBezTo>
                <a:close/>
                <a:moveTo>
                  <a:pt x="15335" y="53347"/>
                </a:moveTo>
                <a:lnTo>
                  <a:pt x="15276" y="53627"/>
                </a:lnTo>
                <a:cubicBezTo>
                  <a:pt x="15217" y="53730"/>
                  <a:pt x="15129" y="53833"/>
                  <a:pt x="15041" y="53921"/>
                </a:cubicBezTo>
                <a:cubicBezTo>
                  <a:pt x="15056" y="53833"/>
                  <a:pt x="15056" y="53759"/>
                  <a:pt x="15070" y="53656"/>
                </a:cubicBezTo>
                <a:cubicBezTo>
                  <a:pt x="15173" y="53553"/>
                  <a:pt x="15247" y="53465"/>
                  <a:pt x="15335" y="53347"/>
                </a:cubicBezTo>
                <a:close/>
                <a:moveTo>
                  <a:pt x="15541" y="45798"/>
                </a:moveTo>
                <a:cubicBezTo>
                  <a:pt x="15585" y="45798"/>
                  <a:pt x="15644" y="45842"/>
                  <a:pt x="15703" y="45857"/>
                </a:cubicBezTo>
                <a:cubicBezTo>
                  <a:pt x="17248" y="47299"/>
                  <a:pt x="17410" y="49565"/>
                  <a:pt x="16895" y="51213"/>
                </a:cubicBezTo>
                <a:cubicBezTo>
                  <a:pt x="16601" y="52170"/>
                  <a:pt x="16071" y="53097"/>
                  <a:pt x="15321" y="53951"/>
                </a:cubicBezTo>
                <a:cubicBezTo>
                  <a:pt x="15335" y="53862"/>
                  <a:pt x="15335" y="53774"/>
                  <a:pt x="15350" y="53686"/>
                </a:cubicBezTo>
                <a:cubicBezTo>
                  <a:pt x="16071" y="52817"/>
                  <a:pt x="16542" y="51920"/>
                  <a:pt x="16822" y="50948"/>
                </a:cubicBezTo>
                <a:cubicBezTo>
                  <a:pt x="17263" y="49359"/>
                  <a:pt x="17028" y="47181"/>
                  <a:pt x="15541" y="45798"/>
                </a:cubicBezTo>
                <a:close/>
                <a:moveTo>
                  <a:pt x="13864" y="53995"/>
                </a:moveTo>
                <a:cubicBezTo>
                  <a:pt x="13864" y="53995"/>
                  <a:pt x="13864" y="54009"/>
                  <a:pt x="13849" y="54009"/>
                </a:cubicBezTo>
                <a:lnTo>
                  <a:pt x="13864" y="53995"/>
                </a:lnTo>
                <a:close/>
                <a:moveTo>
                  <a:pt x="13811" y="54048"/>
                </a:moveTo>
                <a:cubicBezTo>
                  <a:pt x="13807" y="54056"/>
                  <a:pt x="13805" y="54063"/>
                  <a:pt x="13805" y="54068"/>
                </a:cubicBezTo>
                <a:lnTo>
                  <a:pt x="13805" y="54054"/>
                </a:lnTo>
                <a:lnTo>
                  <a:pt x="13811" y="54048"/>
                </a:lnTo>
                <a:close/>
                <a:moveTo>
                  <a:pt x="14040" y="53906"/>
                </a:moveTo>
                <a:cubicBezTo>
                  <a:pt x="14025" y="53936"/>
                  <a:pt x="14011" y="53965"/>
                  <a:pt x="13996" y="54024"/>
                </a:cubicBezTo>
                <a:lnTo>
                  <a:pt x="13849" y="54171"/>
                </a:lnTo>
                <a:cubicBezTo>
                  <a:pt x="13864" y="54142"/>
                  <a:pt x="13878" y="54098"/>
                  <a:pt x="13893" y="54054"/>
                </a:cubicBezTo>
                <a:cubicBezTo>
                  <a:pt x="13952" y="54009"/>
                  <a:pt x="13996" y="53951"/>
                  <a:pt x="14040" y="53906"/>
                </a:cubicBezTo>
                <a:close/>
                <a:moveTo>
                  <a:pt x="14202" y="53862"/>
                </a:moveTo>
                <a:lnTo>
                  <a:pt x="14202" y="53862"/>
                </a:lnTo>
                <a:cubicBezTo>
                  <a:pt x="14217" y="53921"/>
                  <a:pt x="14187" y="53980"/>
                  <a:pt x="14173" y="54024"/>
                </a:cubicBezTo>
                <a:lnTo>
                  <a:pt x="14011" y="54201"/>
                </a:lnTo>
                <a:lnTo>
                  <a:pt x="13967" y="54230"/>
                </a:lnTo>
                <a:lnTo>
                  <a:pt x="14025" y="54068"/>
                </a:lnTo>
                <a:cubicBezTo>
                  <a:pt x="14084" y="54009"/>
                  <a:pt x="14128" y="53936"/>
                  <a:pt x="14187" y="53877"/>
                </a:cubicBezTo>
                <a:lnTo>
                  <a:pt x="14202" y="53862"/>
                </a:lnTo>
                <a:close/>
                <a:moveTo>
                  <a:pt x="14467" y="53833"/>
                </a:moveTo>
                <a:cubicBezTo>
                  <a:pt x="14467" y="53848"/>
                  <a:pt x="14452" y="53862"/>
                  <a:pt x="14452" y="53877"/>
                </a:cubicBezTo>
                <a:cubicBezTo>
                  <a:pt x="14438" y="53921"/>
                  <a:pt x="14438" y="53980"/>
                  <a:pt x="14408" y="54009"/>
                </a:cubicBezTo>
                <a:cubicBezTo>
                  <a:pt x="14335" y="54083"/>
                  <a:pt x="14261" y="54171"/>
                  <a:pt x="14173" y="54245"/>
                </a:cubicBezTo>
                <a:cubicBezTo>
                  <a:pt x="14187" y="54201"/>
                  <a:pt x="14217" y="54127"/>
                  <a:pt x="14231" y="54068"/>
                </a:cubicBezTo>
                <a:lnTo>
                  <a:pt x="14261" y="54024"/>
                </a:lnTo>
                <a:cubicBezTo>
                  <a:pt x="14335" y="53951"/>
                  <a:pt x="14408" y="53906"/>
                  <a:pt x="14467" y="53833"/>
                </a:cubicBezTo>
                <a:close/>
                <a:moveTo>
                  <a:pt x="14732" y="53789"/>
                </a:moveTo>
                <a:cubicBezTo>
                  <a:pt x="14702" y="53862"/>
                  <a:pt x="14702" y="53936"/>
                  <a:pt x="14688" y="54009"/>
                </a:cubicBezTo>
                <a:cubicBezTo>
                  <a:pt x="14614" y="54098"/>
                  <a:pt x="14526" y="54171"/>
                  <a:pt x="14452" y="54274"/>
                </a:cubicBezTo>
                <a:cubicBezTo>
                  <a:pt x="14467" y="54201"/>
                  <a:pt x="14467" y="54127"/>
                  <a:pt x="14482" y="54068"/>
                </a:cubicBezTo>
                <a:cubicBezTo>
                  <a:pt x="14555" y="53980"/>
                  <a:pt x="14658" y="53877"/>
                  <a:pt x="14732" y="53789"/>
                </a:cubicBezTo>
                <a:close/>
                <a:moveTo>
                  <a:pt x="15026" y="53774"/>
                </a:moveTo>
                <a:lnTo>
                  <a:pt x="15026" y="53774"/>
                </a:lnTo>
                <a:cubicBezTo>
                  <a:pt x="14997" y="53848"/>
                  <a:pt x="14997" y="53936"/>
                  <a:pt x="14982" y="54009"/>
                </a:cubicBezTo>
                <a:cubicBezTo>
                  <a:pt x="14894" y="54083"/>
                  <a:pt x="14805" y="54171"/>
                  <a:pt x="14732" y="54274"/>
                </a:cubicBezTo>
                <a:cubicBezTo>
                  <a:pt x="14747" y="54201"/>
                  <a:pt x="14747" y="54127"/>
                  <a:pt x="14761" y="54054"/>
                </a:cubicBezTo>
                <a:cubicBezTo>
                  <a:pt x="14850" y="53951"/>
                  <a:pt x="14923" y="53862"/>
                  <a:pt x="15026" y="53774"/>
                </a:cubicBezTo>
                <a:close/>
                <a:moveTo>
                  <a:pt x="15276" y="53774"/>
                </a:moveTo>
                <a:lnTo>
                  <a:pt x="15276" y="53774"/>
                </a:lnTo>
                <a:cubicBezTo>
                  <a:pt x="15262" y="53862"/>
                  <a:pt x="15262" y="53951"/>
                  <a:pt x="15247" y="54054"/>
                </a:cubicBezTo>
                <a:cubicBezTo>
                  <a:pt x="15173" y="54098"/>
                  <a:pt x="15100" y="54201"/>
                  <a:pt x="14997" y="54289"/>
                </a:cubicBezTo>
                <a:cubicBezTo>
                  <a:pt x="14997" y="54215"/>
                  <a:pt x="15026" y="54127"/>
                  <a:pt x="15041" y="54054"/>
                </a:cubicBezTo>
                <a:cubicBezTo>
                  <a:pt x="15129" y="53951"/>
                  <a:pt x="15203" y="53862"/>
                  <a:pt x="15276" y="53774"/>
                </a:cubicBezTo>
                <a:close/>
                <a:moveTo>
                  <a:pt x="15791" y="45842"/>
                </a:moveTo>
                <a:lnTo>
                  <a:pt x="15791" y="45842"/>
                </a:lnTo>
                <a:cubicBezTo>
                  <a:pt x="15850" y="45886"/>
                  <a:pt x="15909" y="45915"/>
                  <a:pt x="15953" y="45930"/>
                </a:cubicBezTo>
                <a:cubicBezTo>
                  <a:pt x="17528" y="47446"/>
                  <a:pt x="17646" y="49815"/>
                  <a:pt x="17057" y="51508"/>
                </a:cubicBezTo>
                <a:cubicBezTo>
                  <a:pt x="16719" y="52508"/>
                  <a:pt x="16130" y="53465"/>
                  <a:pt x="15276" y="54318"/>
                </a:cubicBezTo>
                <a:cubicBezTo>
                  <a:pt x="15276" y="54230"/>
                  <a:pt x="15291" y="54142"/>
                  <a:pt x="15291" y="54054"/>
                </a:cubicBezTo>
                <a:cubicBezTo>
                  <a:pt x="16086" y="53171"/>
                  <a:pt x="16660" y="52214"/>
                  <a:pt x="16969" y="51213"/>
                </a:cubicBezTo>
                <a:cubicBezTo>
                  <a:pt x="17484" y="49580"/>
                  <a:pt x="17322" y="47313"/>
                  <a:pt x="15791" y="45842"/>
                </a:cubicBezTo>
                <a:close/>
                <a:moveTo>
                  <a:pt x="13731" y="54230"/>
                </a:moveTo>
                <a:cubicBezTo>
                  <a:pt x="13716" y="54274"/>
                  <a:pt x="13716" y="54289"/>
                  <a:pt x="13702" y="54318"/>
                </a:cubicBezTo>
                <a:lnTo>
                  <a:pt x="13584" y="54436"/>
                </a:lnTo>
                <a:cubicBezTo>
                  <a:pt x="13628" y="54392"/>
                  <a:pt x="13628" y="54377"/>
                  <a:pt x="13643" y="54348"/>
                </a:cubicBezTo>
                <a:cubicBezTo>
                  <a:pt x="13672" y="54304"/>
                  <a:pt x="13716" y="54274"/>
                  <a:pt x="13731" y="54230"/>
                </a:cubicBezTo>
                <a:close/>
                <a:moveTo>
                  <a:pt x="13937" y="54201"/>
                </a:moveTo>
                <a:cubicBezTo>
                  <a:pt x="13922" y="54245"/>
                  <a:pt x="13893" y="54289"/>
                  <a:pt x="13878" y="54348"/>
                </a:cubicBezTo>
                <a:cubicBezTo>
                  <a:pt x="13819" y="54392"/>
                  <a:pt x="13775" y="54451"/>
                  <a:pt x="13702" y="54510"/>
                </a:cubicBezTo>
                <a:cubicBezTo>
                  <a:pt x="13716" y="54451"/>
                  <a:pt x="13731" y="54421"/>
                  <a:pt x="13746" y="54363"/>
                </a:cubicBezTo>
                <a:cubicBezTo>
                  <a:pt x="13819" y="54304"/>
                  <a:pt x="13878" y="54245"/>
                  <a:pt x="13937" y="54201"/>
                </a:cubicBezTo>
                <a:close/>
                <a:moveTo>
                  <a:pt x="14143" y="54171"/>
                </a:moveTo>
                <a:lnTo>
                  <a:pt x="14143" y="54171"/>
                </a:lnTo>
                <a:cubicBezTo>
                  <a:pt x="14114" y="54215"/>
                  <a:pt x="14114" y="54245"/>
                  <a:pt x="14099" y="54289"/>
                </a:cubicBezTo>
                <a:cubicBezTo>
                  <a:pt x="14099" y="54304"/>
                  <a:pt x="14084" y="54348"/>
                  <a:pt x="14084" y="54363"/>
                </a:cubicBezTo>
                <a:cubicBezTo>
                  <a:pt x="14011" y="54436"/>
                  <a:pt x="13937" y="54495"/>
                  <a:pt x="13864" y="54569"/>
                </a:cubicBezTo>
                <a:lnTo>
                  <a:pt x="13922" y="54392"/>
                </a:lnTo>
                <a:cubicBezTo>
                  <a:pt x="13967" y="54318"/>
                  <a:pt x="14025" y="54289"/>
                  <a:pt x="14070" y="54245"/>
                </a:cubicBezTo>
                <a:lnTo>
                  <a:pt x="14143" y="54171"/>
                </a:lnTo>
                <a:close/>
                <a:moveTo>
                  <a:pt x="14393" y="54157"/>
                </a:moveTo>
                <a:lnTo>
                  <a:pt x="14393" y="54157"/>
                </a:lnTo>
                <a:cubicBezTo>
                  <a:pt x="14379" y="54215"/>
                  <a:pt x="14379" y="54289"/>
                  <a:pt x="14364" y="54363"/>
                </a:cubicBezTo>
                <a:cubicBezTo>
                  <a:pt x="14290" y="54421"/>
                  <a:pt x="14187" y="54495"/>
                  <a:pt x="14114" y="54583"/>
                </a:cubicBezTo>
                <a:cubicBezTo>
                  <a:pt x="14143" y="54524"/>
                  <a:pt x="14143" y="54451"/>
                  <a:pt x="14158" y="54392"/>
                </a:cubicBezTo>
                <a:cubicBezTo>
                  <a:pt x="14231" y="54318"/>
                  <a:pt x="14320" y="54245"/>
                  <a:pt x="14393" y="54157"/>
                </a:cubicBezTo>
                <a:close/>
                <a:moveTo>
                  <a:pt x="14673" y="54127"/>
                </a:moveTo>
                <a:lnTo>
                  <a:pt x="14673" y="54127"/>
                </a:lnTo>
                <a:cubicBezTo>
                  <a:pt x="14658" y="54201"/>
                  <a:pt x="14658" y="54274"/>
                  <a:pt x="14629" y="54348"/>
                </a:cubicBezTo>
                <a:cubicBezTo>
                  <a:pt x="14555" y="54421"/>
                  <a:pt x="14482" y="54510"/>
                  <a:pt x="14393" y="54583"/>
                </a:cubicBezTo>
                <a:cubicBezTo>
                  <a:pt x="14393" y="54510"/>
                  <a:pt x="14408" y="54436"/>
                  <a:pt x="14408" y="54377"/>
                </a:cubicBezTo>
                <a:lnTo>
                  <a:pt x="14673" y="54127"/>
                </a:lnTo>
                <a:close/>
                <a:moveTo>
                  <a:pt x="14953" y="54127"/>
                </a:moveTo>
                <a:lnTo>
                  <a:pt x="14953" y="54127"/>
                </a:lnTo>
                <a:cubicBezTo>
                  <a:pt x="14923" y="54201"/>
                  <a:pt x="14923" y="54289"/>
                  <a:pt x="14923" y="54363"/>
                </a:cubicBezTo>
                <a:lnTo>
                  <a:pt x="14688" y="54598"/>
                </a:lnTo>
                <a:cubicBezTo>
                  <a:pt x="14688" y="54524"/>
                  <a:pt x="14702" y="54451"/>
                  <a:pt x="14702" y="54377"/>
                </a:cubicBezTo>
                <a:cubicBezTo>
                  <a:pt x="14805" y="54289"/>
                  <a:pt x="14879" y="54215"/>
                  <a:pt x="14953" y="54127"/>
                </a:cubicBezTo>
                <a:close/>
                <a:moveTo>
                  <a:pt x="15247" y="54142"/>
                </a:moveTo>
                <a:lnTo>
                  <a:pt x="15247" y="54142"/>
                </a:lnTo>
                <a:cubicBezTo>
                  <a:pt x="15217" y="54230"/>
                  <a:pt x="15217" y="54304"/>
                  <a:pt x="15217" y="54392"/>
                </a:cubicBezTo>
                <a:cubicBezTo>
                  <a:pt x="15129" y="54466"/>
                  <a:pt x="15056" y="54539"/>
                  <a:pt x="14982" y="54613"/>
                </a:cubicBezTo>
                <a:cubicBezTo>
                  <a:pt x="14982" y="54539"/>
                  <a:pt x="14997" y="54451"/>
                  <a:pt x="14997" y="54377"/>
                </a:cubicBezTo>
                <a:lnTo>
                  <a:pt x="15247" y="54142"/>
                </a:lnTo>
                <a:close/>
                <a:moveTo>
                  <a:pt x="13452" y="54569"/>
                </a:moveTo>
                <a:cubicBezTo>
                  <a:pt x="13452" y="54583"/>
                  <a:pt x="13437" y="54583"/>
                  <a:pt x="13437" y="54598"/>
                </a:cubicBezTo>
                <a:lnTo>
                  <a:pt x="13402" y="54633"/>
                </a:lnTo>
                <a:lnTo>
                  <a:pt x="13402" y="54633"/>
                </a:lnTo>
                <a:cubicBezTo>
                  <a:pt x="13407" y="54622"/>
                  <a:pt x="13407" y="54613"/>
                  <a:pt x="13407" y="54613"/>
                </a:cubicBezTo>
                <a:lnTo>
                  <a:pt x="13452" y="54569"/>
                </a:lnTo>
                <a:close/>
                <a:moveTo>
                  <a:pt x="16086" y="45960"/>
                </a:moveTo>
                <a:cubicBezTo>
                  <a:pt x="16100" y="45960"/>
                  <a:pt x="16159" y="45989"/>
                  <a:pt x="16218" y="46004"/>
                </a:cubicBezTo>
                <a:cubicBezTo>
                  <a:pt x="17602" y="47387"/>
                  <a:pt x="17999" y="49742"/>
                  <a:pt x="17204" y="51802"/>
                </a:cubicBezTo>
                <a:cubicBezTo>
                  <a:pt x="16822" y="52832"/>
                  <a:pt x="16159" y="53803"/>
                  <a:pt x="15262" y="54686"/>
                </a:cubicBezTo>
                <a:cubicBezTo>
                  <a:pt x="15262" y="54598"/>
                  <a:pt x="15262" y="54524"/>
                  <a:pt x="15276" y="54436"/>
                </a:cubicBezTo>
                <a:cubicBezTo>
                  <a:pt x="16145" y="53538"/>
                  <a:pt x="16763" y="52552"/>
                  <a:pt x="17131" y="51522"/>
                </a:cubicBezTo>
                <a:cubicBezTo>
                  <a:pt x="17719" y="49830"/>
                  <a:pt x="17616" y="47475"/>
                  <a:pt x="16086" y="45960"/>
                </a:cubicBezTo>
                <a:close/>
                <a:moveTo>
                  <a:pt x="13643" y="54495"/>
                </a:moveTo>
                <a:lnTo>
                  <a:pt x="13643" y="54495"/>
                </a:lnTo>
                <a:cubicBezTo>
                  <a:pt x="13628" y="54524"/>
                  <a:pt x="13599" y="54569"/>
                  <a:pt x="13599" y="54613"/>
                </a:cubicBezTo>
                <a:cubicBezTo>
                  <a:pt x="13569" y="54657"/>
                  <a:pt x="13510" y="54716"/>
                  <a:pt x="13452" y="54745"/>
                </a:cubicBezTo>
                <a:lnTo>
                  <a:pt x="13437" y="54760"/>
                </a:lnTo>
                <a:cubicBezTo>
                  <a:pt x="13452" y="54731"/>
                  <a:pt x="13481" y="54686"/>
                  <a:pt x="13496" y="54642"/>
                </a:cubicBezTo>
                <a:cubicBezTo>
                  <a:pt x="13555" y="54583"/>
                  <a:pt x="13584" y="54524"/>
                  <a:pt x="13643" y="54495"/>
                </a:cubicBezTo>
                <a:close/>
                <a:moveTo>
                  <a:pt x="13819" y="54451"/>
                </a:moveTo>
                <a:cubicBezTo>
                  <a:pt x="13819" y="54524"/>
                  <a:pt x="13805" y="54583"/>
                  <a:pt x="13790" y="54642"/>
                </a:cubicBezTo>
                <a:cubicBezTo>
                  <a:pt x="13716" y="54686"/>
                  <a:pt x="13658" y="54745"/>
                  <a:pt x="13584" y="54804"/>
                </a:cubicBezTo>
                <a:lnTo>
                  <a:pt x="13643" y="54642"/>
                </a:lnTo>
                <a:cubicBezTo>
                  <a:pt x="13702" y="54583"/>
                  <a:pt x="13775" y="54524"/>
                  <a:pt x="13819" y="54451"/>
                </a:cubicBezTo>
                <a:close/>
                <a:moveTo>
                  <a:pt x="14084" y="54466"/>
                </a:moveTo>
                <a:cubicBezTo>
                  <a:pt x="14070" y="54524"/>
                  <a:pt x="14070" y="54598"/>
                  <a:pt x="14040" y="54657"/>
                </a:cubicBezTo>
                <a:cubicBezTo>
                  <a:pt x="14025" y="54672"/>
                  <a:pt x="14011" y="54686"/>
                  <a:pt x="13967" y="54716"/>
                </a:cubicBezTo>
                <a:cubicBezTo>
                  <a:pt x="13922" y="54760"/>
                  <a:pt x="13864" y="54804"/>
                  <a:pt x="13805" y="54863"/>
                </a:cubicBezTo>
                <a:cubicBezTo>
                  <a:pt x="13819" y="54804"/>
                  <a:pt x="13819" y="54745"/>
                  <a:pt x="13849" y="54686"/>
                </a:cubicBezTo>
                <a:lnTo>
                  <a:pt x="13849" y="54672"/>
                </a:lnTo>
                <a:cubicBezTo>
                  <a:pt x="13864" y="54657"/>
                  <a:pt x="13893" y="54642"/>
                  <a:pt x="13922" y="54613"/>
                </a:cubicBezTo>
                <a:cubicBezTo>
                  <a:pt x="13967" y="54569"/>
                  <a:pt x="14025" y="54524"/>
                  <a:pt x="14084" y="54466"/>
                </a:cubicBezTo>
                <a:close/>
                <a:moveTo>
                  <a:pt x="14335" y="54451"/>
                </a:moveTo>
                <a:cubicBezTo>
                  <a:pt x="14335" y="54524"/>
                  <a:pt x="14320" y="54583"/>
                  <a:pt x="14320" y="54657"/>
                </a:cubicBezTo>
                <a:cubicBezTo>
                  <a:pt x="14231" y="54731"/>
                  <a:pt x="14158" y="54804"/>
                  <a:pt x="14070" y="54878"/>
                </a:cubicBezTo>
                <a:cubicBezTo>
                  <a:pt x="14070" y="54804"/>
                  <a:pt x="14084" y="54745"/>
                  <a:pt x="14099" y="54686"/>
                </a:cubicBezTo>
                <a:cubicBezTo>
                  <a:pt x="14187" y="54613"/>
                  <a:pt x="14261" y="54539"/>
                  <a:pt x="14335" y="54451"/>
                </a:cubicBezTo>
                <a:close/>
                <a:moveTo>
                  <a:pt x="14629" y="54451"/>
                </a:moveTo>
                <a:cubicBezTo>
                  <a:pt x="14629" y="54524"/>
                  <a:pt x="14614" y="54598"/>
                  <a:pt x="14614" y="54672"/>
                </a:cubicBezTo>
                <a:cubicBezTo>
                  <a:pt x="14541" y="54745"/>
                  <a:pt x="14452" y="54819"/>
                  <a:pt x="14364" y="54892"/>
                </a:cubicBezTo>
                <a:cubicBezTo>
                  <a:pt x="14379" y="54819"/>
                  <a:pt x="14379" y="54745"/>
                  <a:pt x="14379" y="54686"/>
                </a:cubicBezTo>
                <a:cubicBezTo>
                  <a:pt x="14467" y="54613"/>
                  <a:pt x="14541" y="54524"/>
                  <a:pt x="14629" y="54451"/>
                </a:cubicBezTo>
                <a:close/>
                <a:moveTo>
                  <a:pt x="14923" y="54451"/>
                </a:moveTo>
                <a:cubicBezTo>
                  <a:pt x="14923" y="54524"/>
                  <a:pt x="14908" y="54613"/>
                  <a:pt x="14908" y="54686"/>
                </a:cubicBezTo>
                <a:cubicBezTo>
                  <a:pt x="14820" y="54760"/>
                  <a:pt x="14747" y="54834"/>
                  <a:pt x="14673" y="54907"/>
                </a:cubicBezTo>
                <a:cubicBezTo>
                  <a:pt x="14673" y="54834"/>
                  <a:pt x="14673" y="54760"/>
                  <a:pt x="14688" y="54686"/>
                </a:cubicBezTo>
                <a:cubicBezTo>
                  <a:pt x="14761" y="54613"/>
                  <a:pt x="14850" y="54539"/>
                  <a:pt x="14923" y="54451"/>
                </a:cubicBezTo>
                <a:close/>
                <a:moveTo>
                  <a:pt x="13363" y="54760"/>
                </a:moveTo>
                <a:lnTo>
                  <a:pt x="13363" y="54760"/>
                </a:lnTo>
                <a:cubicBezTo>
                  <a:pt x="13349" y="54804"/>
                  <a:pt x="13349" y="54819"/>
                  <a:pt x="13319" y="54863"/>
                </a:cubicBezTo>
                <a:lnTo>
                  <a:pt x="13216" y="54966"/>
                </a:lnTo>
                <a:cubicBezTo>
                  <a:pt x="13216" y="54951"/>
                  <a:pt x="13231" y="54907"/>
                  <a:pt x="13260" y="54878"/>
                </a:cubicBezTo>
                <a:lnTo>
                  <a:pt x="13363" y="54760"/>
                </a:lnTo>
                <a:close/>
                <a:moveTo>
                  <a:pt x="15188" y="54510"/>
                </a:moveTo>
                <a:cubicBezTo>
                  <a:pt x="15188" y="54583"/>
                  <a:pt x="15173" y="54657"/>
                  <a:pt x="15173" y="54745"/>
                </a:cubicBezTo>
                <a:lnTo>
                  <a:pt x="15173" y="54760"/>
                </a:lnTo>
                <a:cubicBezTo>
                  <a:pt x="15100" y="54834"/>
                  <a:pt x="15026" y="54907"/>
                  <a:pt x="14953" y="54966"/>
                </a:cubicBezTo>
                <a:cubicBezTo>
                  <a:pt x="14967" y="54892"/>
                  <a:pt x="14967" y="54804"/>
                  <a:pt x="14967" y="54731"/>
                </a:cubicBezTo>
                <a:lnTo>
                  <a:pt x="15188" y="54510"/>
                </a:lnTo>
                <a:close/>
                <a:moveTo>
                  <a:pt x="16321" y="46004"/>
                </a:moveTo>
                <a:cubicBezTo>
                  <a:pt x="16380" y="46048"/>
                  <a:pt x="16424" y="46063"/>
                  <a:pt x="16468" y="46063"/>
                </a:cubicBezTo>
                <a:cubicBezTo>
                  <a:pt x="17866" y="47505"/>
                  <a:pt x="18234" y="49962"/>
                  <a:pt x="17351" y="52082"/>
                </a:cubicBezTo>
                <a:cubicBezTo>
                  <a:pt x="16910" y="53126"/>
                  <a:pt x="16218" y="54127"/>
                  <a:pt x="15247" y="55025"/>
                </a:cubicBezTo>
                <a:lnTo>
                  <a:pt x="15247" y="54760"/>
                </a:lnTo>
                <a:cubicBezTo>
                  <a:pt x="16174" y="53848"/>
                  <a:pt x="16866" y="52847"/>
                  <a:pt x="17263" y="51802"/>
                </a:cubicBezTo>
                <a:cubicBezTo>
                  <a:pt x="17646" y="50816"/>
                  <a:pt x="17763" y="49683"/>
                  <a:pt x="17602" y="48653"/>
                </a:cubicBezTo>
                <a:cubicBezTo>
                  <a:pt x="17425" y="47608"/>
                  <a:pt x="16983" y="46710"/>
                  <a:pt x="16321" y="46004"/>
                </a:cubicBezTo>
                <a:close/>
                <a:moveTo>
                  <a:pt x="13525" y="54745"/>
                </a:moveTo>
                <a:cubicBezTo>
                  <a:pt x="13525" y="54804"/>
                  <a:pt x="13510" y="54834"/>
                  <a:pt x="13496" y="54892"/>
                </a:cubicBezTo>
                <a:cubicBezTo>
                  <a:pt x="13437" y="54951"/>
                  <a:pt x="13378" y="55010"/>
                  <a:pt x="13304" y="55040"/>
                </a:cubicBezTo>
                <a:cubicBezTo>
                  <a:pt x="13319" y="54981"/>
                  <a:pt x="13349" y="54951"/>
                  <a:pt x="13363" y="54892"/>
                </a:cubicBezTo>
                <a:cubicBezTo>
                  <a:pt x="13407" y="54863"/>
                  <a:pt x="13452" y="54819"/>
                  <a:pt x="13496" y="54789"/>
                </a:cubicBezTo>
                <a:lnTo>
                  <a:pt x="13525" y="54745"/>
                </a:lnTo>
                <a:close/>
                <a:moveTo>
                  <a:pt x="13746" y="54745"/>
                </a:moveTo>
                <a:lnTo>
                  <a:pt x="13746" y="54745"/>
                </a:lnTo>
                <a:cubicBezTo>
                  <a:pt x="13731" y="54804"/>
                  <a:pt x="13716" y="54863"/>
                  <a:pt x="13716" y="54907"/>
                </a:cubicBezTo>
                <a:cubicBezTo>
                  <a:pt x="13643" y="54966"/>
                  <a:pt x="13569" y="55040"/>
                  <a:pt x="13496" y="55098"/>
                </a:cubicBezTo>
                <a:cubicBezTo>
                  <a:pt x="13496" y="55069"/>
                  <a:pt x="13496" y="55069"/>
                  <a:pt x="13510" y="55054"/>
                </a:cubicBezTo>
                <a:cubicBezTo>
                  <a:pt x="13525" y="55010"/>
                  <a:pt x="13555" y="54966"/>
                  <a:pt x="13555" y="54907"/>
                </a:cubicBezTo>
                <a:cubicBezTo>
                  <a:pt x="13628" y="54878"/>
                  <a:pt x="13702" y="54819"/>
                  <a:pt x="13746" y="54745"/>
                </a:cubicBezTo>
                <a:close/>
                <a:moveTo>
                  <a:pt x="14025" y="54760"/>
                </a:moveTo>
                <a:cubicBezTo>
                  <a:pt x="14025" y="54819"/>
                  <a:pt x="14011" y="54892"/>
                  <a:pt x="14011" y="54951"/>
                </a:cubicBezTo>
                <a:cubicBezTo>
                  <a:pt x="13937" y="54981"/>
                  <a:pt x="13893" y="55025"/>
                  <a:pt x="13849" y="55084"/>
                </a:cubicBezTo>
                <a:cubicBezTo>
                  <a:pt x="13805" y="55098"/>
                  <a:pt x="13790" y="55128"/>
                  <a:pt x="13746" y="55157"/>
                </a:cubicBezTo>
                <a:cubicBezTo>
                  <a:pt x="13775" y="55098"/>
                  <a:pt x="13775" y="55025"/>
                  <a:pt x="13790" y="54966"/>
                </a:cubicBezTo>
                <a:cubicBezTo>
                  <a:pt x="13864" y="54892"/>
                  <a:pt x="13952" y="54834"/>
                  <a:pt x="14025" y="54760"/>
                </a:cubicBezTo>
                <a:close/>
                <a:moveTo>
                  <a:pt x="13069" y="55084"/>
                </a:moveTo>
                <a:cubicBezTo>
                  <a:pt x="13069" y="55098"/>
                  <a:pt x="13054" y="55113"/>
                  <a:pt x="13054" y="55113"/>
                </a:cubicBezTo>
                <a:lnTo>
                  <a:pt x="12995" y="55172"/>
                </a:lnTo>
                <a:cubicBezTo>
                  <a:pt x="13010" y="55157"/>
                  <a:pt x="13010" y="55157"/>
                  <a:pt x="13010" y="55128"/>
                </a:cubicBezTo>
                <a:lnTo>
                  <a:pt x="13069" y="55084"/>
                </a:lnTo>
                <a:close/>
                <a:moveTo>
                  <a:pt x="14320" y="54745"/>
                </a:moveTo>
                <a:cubicBezTo>
                  <a:pt x="14320" y="54819"/>
                  <a:pt x="14305" y="54878"/>
                  <a:pt x="14305" y="54951"/>
                </a:cubicBezTo>
                <a:cubicBezTo>
                  <a:pt x="14231" y="55025"/>
                  <a:pt x="14143" y="55098"/>
                  <a:pt x="14040" y="55172"/>
                </a:cubicBezTo>
                <a:cubicBezTo>
                  <a:pt x="14040" y="55098"/>
                  <a:pt x="14040" y="55040"/>
                  <a:pt x="14070" y="54966"/>
                </a:cubicBezTo>
                <a:cubicBezTo>
                  <a:pt x="14158" y="54892"/>
                  <a:pt x="14231" y="54819"/>
                  <a:pt x="14320" y="54745"/>
                </a:cubicBezTo>
                <a:close/>
                <a:moveTo>
                  <a:pt x="14614" y="54760"/>
                </a:moveTo>
                <a:cubicBezTo>
                  <a:pt x="14614" y="54834"/>
                  <a:pt x="14614" y="54907"/>
                  <a:pt x="14599" y="54981"/>
                </a:cubicBezTo>
                <a:cubicBezTo>
                  <a:pt x="14526" y="55040"/>
                  <a:pt x="14438" y="55113"/>
                  <a:pt x="14364" y="55187"/>
                </a:cubicBezTo>
                <a:lnTo>
                  <a:pt x="14364" y="54981"/>
                </a:lnTo>
                <a:cubicBezTo>
                  <a:pt x="14452" y="54907"/>
                  <a:pt x="14526" y="54834"/>
                  <a:pt x="14614" y="54760"/>
                </a:cubicBezTo>
                <a:close/>
                <a:moveTo>
                  <a:pt x="14908" y="54789"/>
                </a:moveTo>
                <a:lnTo>
                  <a:pt x="14908" y="55025"/>
                </a:lnTo>
                <a:cubicBezTo>
                  <a:pt x="14835" y="55098"/>
                  <a:pt x="14761" y="55157"/>
                  <a:pt x="14673" y="55231"/>
                </a:cubicBezTo>
                <a:cubicBezTo>
                  <a:pt x="14658" y="55157"/>
                  <a:pt x="14658" y="55084"/>
                  <a:pt x="14673" y="55010"/>
                </a:cubicBezTo>
                <a:cubicBezTo>
                  <a:pt x="14747" y="54937"/>
                  <a:pt x="14835" y="54863"/>
                  <a:pt x="14908" y="54789"/>
                </a:cubicBezTo>
                <a:close/>
                <a:moveTo>
                  <a:pt x="13260" y="55025"/>
                </a:moveTo>
                <a:cubicBezTo>
                  <a:pt x="13231" y="55054"/>
                  <a:pt x="13216" y="55098"/>
                  <a:pt x="13201" y="55157"/>
                </a:cubicBezTo>
                <a:cubicBezTo>
                  <a:pt x="13142" y="55187"/>
                  <a:pt x="13113" y="55246"/>
                  <a:pt x="13054" y="55275"/>
                </a:cubicBezTo>
                <a:cubicBezTo>
                  <a:pt x="13069" y="55246"/>
                  <a:pt x="13084" y="55201"/>
                  <a:pt x="13113" y="55157"/>
                </a:cubicBezTo>
                <a:cubicBezTo>
                  <a:pt x="13157" y="55098"/>
                  <a:pt x="13216" y="55054"/>
                  <a:pt x="13260" y="55025"/>
                </a:cubicBezTo>
                <a:close/>
                <a:moveTo>
                  <a:pt x="15188" y="54863"/>
                </a:moveTo>
                <a:lnTo>
                  <a:pt x="15188" y="55098"/>
                </a:lnTo>
                <a:cubicBezTo>
                  <a:pt x="15114" y="55157"/>
                  <a:pt x="15041" y="55231"/>
                  <a:pt x="14967" y="55304"/>
                </a:cubicBezTo>
                <a:lnTo>
                  <a:pt x="14967" y="55201"/>
                </a:lnTo>
                <a:lnTo>
                  <a:pt x="14967" y="55054"/>
                </a:lnTo>
                <a:cubicBezTo>
                  <a:pt x="15041" y="54981"/>
                  <a:pt x="15114" y="54937"/>
                  <a:pt x="15188" y="54863"/>
                </a:cubicBezTo>
                <a:close/>
                <a:moveTo>
                  <a:pt x="13452" y="55025"/>
                </a:moveTo>
                <a:cubicBezTo>
                  <a:pt x="13452" y="55040"/>
                  <a:pt x="13452" y="55040"/>
                  <a:pt x="13437" y="55054"/>
                </a:cubicBezTo>
                <a:cubicBezTo>
                  <a:pt x="13422" y="55098"/>
                  <a:pt x="13422" y="55157"/>
                  <a:pt x="13407" y="55187"/>
                </a:cubicBezTo>
                <a:cubicBezTo>
                  <a:pt x="13319" y="55246"/>
                  <a:pt x="13275" y="55304"/>
                  <a:pt x="13201" y="55349"/>
                </a:cubicBezTo>
                <a:lnTo>
                  <a:pt x="13260" y="55187"/>
                </a:lnTo>
                <a:cubicBezTo>
                  <a:pt x="13290" y="55157"/>
                  <a:pt x="13304" y="55128"/>
                  <a:pt x="13349" y="55113"/>
                </a:cubicBezTo>
                <a:cubicBezTo>
                  <a:pt x="13378" y="55084"/>
                  <a:pt x="13422" y="55040"/>
                  <a:pt x="13452" y="55025"/>
                </a:cubicBezTo>
                <a:close/>
                <a:moveTo>
                  <a:pt x="16640" y="46130"/>
                </a:moveTo>
                <a:cubicBezTo>
                  <a:pt x="16671" y="46130"/>
                  <a:pt x="16702" y="46140"/>
                  <a:pt x="16733" y="46151"/>
                </a:cubicBezTo>
                <a:cubicBezTo>
                  <a:pt x="18146" y="47667"/>
                  <a:pt x="18455" y="50198"/>
                  <a:pt x="17499" y="52391"/>
                </a:cubicBezTo>
                <a:cubicBezTo>
                  <a:pt x="17028" y="53465"/>
                  <a:pt x="16277" y="54466"/>
                  <a:pt x="15262" y="55378"/>
                </a:cubicBezTo>
                <a:cubicBezTo>
                  <a:pt x="15262" y="55304"/>
                  <a:pt x="15262" y="55201"/>
                  <a:pt x="15247" y="55128"/>
                </a:cubicBezTo>
                <a:cubicBezTo>
                  <a:pt x="16233" y="54215"/>
                  <a:pt x="16969" y="53200"/>
                  <a:pt x="17410" y="52126"/>
                </a:cubicBezTo>
                <a:cubicBezTo>
                  <a:pt x="18279" y="50036"/>
                  <a:pt x="17940" y="47608"/>
                  <a:pt x="16601" y="46136"/>
                </a:cubicBezTo>
                <a:cubicBezTo>
                  <a:pt x="16614" y="46132"/>
                  <a:pt x="16627" y="46130"/>
                  <a:pt x="16640" y="46130"/>
                </a:cubicBezTo>
                <a:close/>
                <a:moveTo>
                  <a:pt x="13702" y="55025"/>
                </a:moveTo>
                <a:cubicBezTo>
                  <a:pt x="13672" y="55084"/>
                  <a:pt x="13672" y="55128"/>
                  <a:pt x="13658" y="55201"/>
                </a:cubicBezTo>
                <a:cubicBezTo>
                  <a:pt x="13643" y="55231"/>
                  <a:pt x="13599" y="55260"/>
                  <a:pt x="13569" y="55275"/>
                </a:cubicBezTo>
                <a:cubicBezTo>
                  <a:pt x="13525" y="55319"/>
                  <a:pt x="13481" y="55349"/>
                  <a:pt x="13437" y="55393"/>
                </a:cubicBezTo>
                <a:cubicBezTo>
                  <a:pt x="13452" y="55334"/>
                  <a:pt x="13452" y="55275"/>
                  <a:pt x="13481" y="55201"/>
                </a:cubicBezTo>
                <a:cubicBezTo>
                  <a:pt x="13555" y="55157"/>
                  <a:pt x="13628" y="55084"/>
                  <a:pt x="13702" y="55025"/>
                </a:cubicBezTo>
                <a:close/>
                <a:moveTo>
                  <a:pt x="13996" y="55040"/>
                </a:moveTo>
                <a:cubicBezTo>
                  <a:pt x="13996" y="55098"/>
                  <a:pt x="13967" y="55172"/>
                  <a:pt x="13967" y="55231"/>
                </a:cubicBezTo>
                <a:cubicBezTo>
                  <a:pt x="13878" y="55290"/>
                  <a:pt x="13805" y="55349"/>
                  <a:pt x="13716" y="55422"/>
                </a:cubicBezTo>
                <a:cubicBezTo>
                  <a:pt x="13716" y="55378"/>
                  <a:pt x="13731" y="55304"/>
                  <a:pt x="13731" y="55246"/>
                </a:cubicBezTo>
                <a:cubicBezTo>
                  <a:pt x="13790" y="55201"/>
                  <a:pt x="13819" y="55172"/>
                  <a:pt x="13878" y="55128"/>
                </a:cubicBezTo>
                <a:cubicBezTo>
                  <a:pt x="13922" y="55098"/>
                  <a:pt x="13952" y="55069"/>
                  <a:pt x="13996" y="55040"/>
                </a:cubicBezTo>
                <a:close/>
                <a:moveTo>
                  <a:pt x="14290" y="55025"/>
                </a:moveTo>
                <a:lnTo>
                  <a:pt x="14290" y="55231"/>
                </a:lnTo>
                <a:cubicBezTo>
                  <a:pt x="14187" y="55319"/>
                  <a:pt x="14114" y="55393"/>
                  <a:pt x="14025" y="55452"/>
                </a:cubicBezTo>
                <a:lnTo>
                  <a:pt x="14025" y="55246"/>
                </a:lnTo>
                <a:cubicBezTo>
                  <a:pt x="14114" y="55172"/>
                  <a:pt x="14187" y="55098"/>
                  <a:pt x="14290" y="55025"/>
                </a:cubicBezTo>
                <a:close/>
                <a:moveTo>
                  <a:pt x="12981" y="55275"/>
                </a:moveTo>
                <a:lnTo>
                  <a:pt x="12981" y="55275"/>
                </a:lnTo>
                <a:cubicBezTo>
                  <a:pt x="12966" y="55319"/>
                  <a:pt x="12936" y="55334"/>
                  <a:pt x="12936" y="55378"/>
                </a:cubicBezTo>
                <a:lnTo>
                  <a:pt x="12833" y="55481"/>
                </a:lnTo>
                <a:cubicBezTo>
                  <a:pt x="12848" y="55452"/>
                  <a:pt x="12848" y="55407"/>
                  <a:pt x="12863" y="55393"/>
                </a:cubicBezTo>
                <a:lnTo>
                  <a:pt x="12981" y="55275"/>
                </a:lnTo>
                <a:close/>
                <a:moveTo>
                  <a:pt x="14585" y="55069"/>
                </a:moveTo>
                <a:lnTo>
                  <a:pt x="14585" y="55290"/>
                </a:lnTo>
                <a:cubicBezTo>
                  <a:pt x="14511" y="55363"/>
                  <a:pt x="14408" y="55422"/>
                  <a:pt x="14335" y="55496"/>
                </a:cubicBezTo>
                <a:lnTo>
                  <a:pt x="14335" y="55275"/>
                </a:lnTo>
                <a:cubicBezTo>
                  <a:pt x="14438" y="55201"/>
                  <a:pt x="14511" y="55128"/>
                  <a:pt x="14585" y="55069"/>
                </a:cubicBezTo>
                <a:close/>
                <a:moveTo>
                  <a:pt x="13142" y="55260"/>
                </a:moveTo>
                <a:cubicBezTo>
                  <a:pt x="13142" y="55319"/>
                  <a:pt x="13128" y="55378"/>
                  <a:pt x="13113" y="55407"/>
                </a:cubicBezTo>
                <a:cubicBezTo>
                  <a:pt x="13054" y="55466"/>
                  <a:pt x="12995" y="55496"/>
                  <a:pt x="12922" y="55555"/>
                </a:cubicBezTo>
                <a:cubicBezTo>
                  <a:pt x="12936" y="55496"/>
                  <a:pt x="12966" y="55466"/>
                  <a:pt x="12981" y="55407"/>
                </a:cubicBezTo>
                <a:cubicBezTo>
                  <a:pt x="13039" y="55349"/>
                  <a:pt x="13084" y="55319"/>
                  <a:pt x="13142" y="55260"/>
                </a:cubicBezTo>
                <a:close/>
                <a:moveTo>
                  <a:pt x="14894" y="55128"/>
                </a:moveTo>
                <a:lnTo>
                  <a:pt x="14894" y="55231"/>
                </a:lnTo>
                <a:lnTo>
                  <a:pt x="14894" y="55349"/>
                </a:lnTo>
                <a:cubicBezTo>
                  <a:pt x="14820" y="55422"/>
                  <a:pt x="14747" y="55481"/>
                  <a:pt x="14658" y="55555"/>
                </a:cubicBezTo>
                <a:lnTo>
                  <a:pt x="14658" y="55334"/>
                </a:lnTo>
                <a:cubicBezTo>
                  <a:pt x="14732" y="55260"/>
                  <a:pt x="14820" y="55201"/>
                  <a:pt x="14894" y="55128"/>
                </a:cubicBezTo>
                <a:close/>
                <a:moveTo>
                  <a:pt x="13378" y="55275"/>
                </a:moveTo>
                <a:lnTo>
                  <a:pt x="13378" y="55275"/>
                </a:lnTo>
                <a:cubicBezTo>
                  <a:pt x="13363" y="55334"/>
                  <a:pt x="13363" y="55393"/>
                  <a:pt x="13349" y="55437"/>
                </a:cubicBezTo>
                <a:lnTo>
                  <a:pt x="13128" y="55613"/>
                </a:lnTo>
                <a:cubicBezTo>
                  <a:pt x="13142" y="55555"/>
                  <a:pt x="13142" y="55496"/>
                  <a:pt x="13157" y="55437"/>
                </a:cubicBezTo>
                <a:lnTo>
                  <a:pt x="13187" y="55437"/>
                </a:lnTo>
                <a:cubicBezTo>
                  <a:pt x="13260" y="55393"/>
                  <a:pt x="13304" y="55334"/>
                  <a:pt x="13378" y="55275"/>
                </a:cubicBezTo>
                <a:close/>
                <a:moveTo>
                  <a:pt x="15173" y="55172"/>
                </a:moveTo>
                <a:cubicBezTo>
                  <a:pt x="15188" y="55260"/>
                  <a:pt x="15188" y="55334"/>
                  <a:pt x="15188" y="55422"/>
                </a:cubicBezTo>
                <a:cubicBezTo>
                  <a:pt x="15114" y="55481"/>
                  <a:pt x="15041" y="55555"/>
                  <a:pt x="14967" y="55613"/>
                </a:cubicBezTo>
                <a:cubicBezTo>
                  <a:pt x="14967" y="55540"/>
                  <a:pt x="14967" y="55466"/>
                  <a:pt x="14953" y="55378"/>
                </a:cubicBezTo>
                <a:cubicBezTo>
                  <a:pt x="15026" y="55304"/>
                  <a:pt x="15100" y="55246"/>
                  <a:pt x="15173" y="55172"/>
                </a:cubicBezTo>
                <a:close/>
                <a:moveTo>
                  <a:pt x="12701" y="55540"/>
                </a:moveTo>
                <a:cubicBezTo>
                  <a:pt x="12701" y="55555"/>
                  <a:pt x="12686" y="55569"/>
                  <a:pt x="12686" y="55599"/>
                </a:cubicBezTo>
                <a:cubicBezTo>
                  <a:pt x="12674" y="55611"/>
                  <a:pt x="12650" y="55624"/>
                  <a:pt x="12625" y="55637"/>
                </a:cubicBezTo>
                <a:lnTo>
                  <a:pt x="12625" y="55637"/>
                </a:lnTo>
                <a:cubicBezTo>
                  <a:pt x="12630" y="55631"/>
                  <a:pt x="12633" y="55622"/>
                  <a:pt x="12642" y="55613"/>
                </a:cubicBezTo>
                <a:cubicBezTo>
                  <a:pt x="12672" y="55599"/>
                  <a:pt x="12686" y="55569"/>
                  <a:pt x="12701" y="55540"/>
                </a:cubicBezTo>
                <a:close/>
                <a:moveTo>
                  <a:pt x="13658" y="55304"/>
                </a:moveTo>
                <a:cubicBezTo>
                  <a:pt x="13658" y="55349"/>
                  <a:pt x="13643" y="55422"/>
                  <a:pt x="13643" y="55481"/>
                </a:cubicBezTo>
                <a:lnTo>
                  <a:pt x="13422" y="55643"/>
                </a:lnTo>
                <a:lnTo>
                  <a:pt x="13407" y="55672"/>
                </a:lnTo>
                <a:cubicBezTo>
                  <a:pt x="13407" y="55613"/>
                  <a:pt x="13422" y="55540"/>
                  <a:pt x="13422" y="55481"/>
                </a:cubicBezTo>
                <a:cubicBezTo>
                  <a:pt x="13496" y="55422"/>
                  <a:pt x="13555" y="55393"/>
                  <a:pt x="13628" y="55334"/>
                </a:cubicBezTo>
                <a:lnTo>
                  <a:pt x="13658" y="55304"/>
                </a:lnTo>
                <a:close/>
                <a:moveTo>
                  <a:pt x="13967" y="55319"/>
                </a:moveTo>
                <a:lnTo>
                  <a:pt x="13967" y="55525"/>
                </a:lnTo>
                <a:cubicBezTo>
                  <a:pt x="13878" y="55569"/>
                  <a:pt x="13790" y="55628"/>
                  <a:pt x="13702" y="55702"/>
                </a:cubicBezTo>
                <a:cubicBezTo>
                  <a:pt x="13702" y="55643"/>
                  <a:pt x="13702" y="55569"/>
                  <a:pt x="13716" y="55525"/>
                </a:cubicBezTo>
                <a:lnTo>
                  <a:pt x="13746" y="55481"/>
                </a:lnTo>
                <a:lnTo>
                  <a:pt x="13967" y="55319"/>
                </a:lnTo>
                <a:close/>
                <a:moveTo>
                  <a:pt x="14290" y="55334"/>
                </a:moveTo>
                <a:lnTo>
                  <a:pt x="14290" y="55540"/>
                </a:lnTo>
                <a:cubicBezTo>
                  <a:pt x="14187" y="55613"/>
                  <a:pt x="14114" y="55672"/>
                  <a:pt x="14025" y="55746"/>
                </a:cubicBezTo>
                <a:lnTo>
                  <a:pt x="14025" y="55540"/>
                </a:lnTo>
                <a:cubicBezTo>
                  <a:pt x="14114" y="55466"/>
                  <a:pt x="14187" y="55407"/>
                  <a:pt x="14290" y="55334"/>
                </a:cubicBezTo>
                <a:close/>
                <a:moveTo>
                  <a:pt x="12892" y="55525"/>
                </a:moveTo>
                <a:lnTo>
                  <a:pt x="12892" y="55525"/>
                </a:lnTo>
                <a:cubicBezTo>
                  <a:pt x="12863" y="55555"/>
                  <a:pt x="12848" y="55599"/>
                  <a:pt x="12833" y="55643"/>
                </a:cubicBezTo>
                <a:cubicBezTo>
                  <a:pt x="12775" y="55687"/>
                  <a:pt x="12716" y="55716"/>
                  <a:pt x="12686" y="55775"/>
                </a:cubicBezTo>
                <a:cubicBezTo>
                  <a:pt x="12701" y="55746"/>
                  <a:pt x="12716" y="55702"/>
                  <a:pt x="12745" y="55643"/>
                </a:cubicBezTo>
                <a:cubicBezTo>
                  <a:pt x="12789" y="55599"/>
                  <a:pt x="12833" y="55555"/>
                  <a:pt x="12892" y="55525"/>
                </a:cubicBezTo>
                <a:close/>
                <a:moveTo>
                  <a:pt x="14599" y="55378"/>
                </a:moveTo>
                <a:lnTo>
                  <a:pt x="14599" y="55599"/>
                </a:lnTo>
                <a:cubicBezTo>
                  <a:pt x="14526" y="55672"/>
                  <a:pt x="14423" y="55716"/>
                  <a:pt x="14364" y="55790"/>
                </a:cubicBezTo>
                <a:lnTo>
                  <a:pt x="14364" y="55569"/>
                </a:lnTo>
                <a:cubicBezTo>
                  <a:pt x="14452" y="55496"/>
                  <a:pt x="14526" y="55452"/>
                  <a:pt x="14599" y="55378"/>
                </a:cubicBezTo>
                <a:close/>
                <a:moveTo>
                  <a:pt x="13084" y="55525"/>
                </a:moveTo>
                <a:lnTo>
                  <a:pt x="13084" y="55525"/>
                </a:lnTo>
                <a:cubicBezTo>
                  <a:pt x="13069" y="55569"/>
                  <a:pt x="13069" y="55628"/>
                  <a:pt x="13054" y="55687"/>
                </a:cubicBezTo>
                <a:cubicBezTo>
                  <a:pt x="13039" y="55702"/>
                  <a:pt x="13010" y="55716"/>
                  <a:pt x="12995" y="55716"/>
                </a:cubicBezTo>
                <a:cubicBezTo>
                  <a:pt x="12936" y="55761"/>
                  <a:pt x="12907" y="55790"/>
                  <a:pt x="12848" y="55834"/>
                </a:cubicBezTo>
                <a:cubicBezTo>
                  <a:pt x="12863" y="55775"/>
                  <a:pt x="12892" y="55716"/>
                  <a:pt x="12907" y="55687"/>
                </a:cubicBezTo>
                <a:cubicBezTo>
                  <a:pt x="12966" y="55628"/>
                  <a:pt x="13010" y="55569"/>
                  <a:pt x="13084" y="55525"/>
                </a:cubicBezTo>
                <a:close/>
                <a:moveTo>
                  <a:pt x="14894" y="55452"/>
                </a:moveTo>
                <a:cubicBezTo>
                  <a:pt x="14894" y="55525"/>
                  <a:pt x="14908" y="55599"/>
                  <a:pt x="14908" y="55672"/>
                </a:cubicBezTo>
                <a:cubicBezTo>
                  <a:pt x="14835" y="55716"/>
                  <a:pt x="14761" y="55790"/>
                  <a:pt x="14673" y="55849"/>
                </a:cubicBezTo>
                <a:cubicBezTo>
                  <a:pt x="14673" y="55790"/>
                  <a:pt x="14673" y="55716"/>
                  <a:pt x="14658" y="55672"/>
                </a:cubicBezTo>
                <a:lnTo>
                  <a:pt x="14658" y="55628"/>
                </a:lnTo>
                <a:cubicBezTo>
                  <a:pt x="14732" y="55569"/>
                  <a:pt x="14805" y="55496"/>
                  <a:pt x="14894" y="55452"/>
                </a:cubicBezTo>
                <a:close/>
                <a:moveTo>
                  <a:pt x="13349" y="55555"/>
                </a:moveTo>
                <a:cubicBezTo>
                  <a:pt x="13349" y="55613"/>
                  <a:pt x="13334" y="55672"/>
                  <a:pt x="13334" y="55716"/>
                </a:cubicBezTo>
                <a:cubicBezTo>
                  <a:pt x="13231" y="55775"/>
                  <a:pt x="13157" y="55834"/>
                  <a:pt x="13069" y="55893"/>
                </a:cubicBezTo>
                <a:cubicBezTo>
                  <a:pt x="13084" y="55834"/>
                  <a:pt x="13084" y="55775"/>
                  <a:pt x="13113" y="55716"/>
                </a:cubicBezTo>
                <a:cubicBezTo>
                  <a:pt x="13187" y="55672"/>
                  <a:pt x="13260" y="55613"/>
                  <a:pt x="13349" y="55555"/>
                </a:cubicBezTo>
                <a:close/>
                <a:moveTo>
                  <a:pt x="12613" y="55761"/>
                </a:moveTo>
                <a:cubicBezTo>
                  <a:pt x="12598" y="55790"/>
                  <a:pt x="12569" y="55820"/>
                  <a:pt x="12569" y="55849"/>
                </a:cubicBezTo>
                <a:cubicBezTo>
                  <a:pt x="12539" y="55893"/>
                  <a:pt x="12495" y="55923"/>
                  <a:pt x="12466" y="55937"/>
                </a:cubicBezTo>
                <a:cubicBezTo>
                  <a:pt x="12466" y="55923"/>
                  <a:pt x="12480" y="55908"/>
                  <a:pt x="12495" y="55864"/>
                </a:cubicBezTo>
                <a:lnTo>
                  <a:pt x="12613" y="55761"/>
                </a:lnTo>
                <a:close/>
                <a:moveTo>
                  <a:pt x="13643" y="55569"/>
                </a:moveTo>
                <a:lnTo>
                  <a:pt x="13643" y="55761"/>
                </a:lnTo>
                <a:cubicBezTo>
                  <a:pt x="13628" y="55775"/>
                  <a:pt x="13599" y="55775"/>
                  <a:pt x="13584" y="55790"/>
                </a:cubicBezTo>
                <a:cubicBezTo>
                  <a:pt x="13510" y="55849"/>
                  <a:pt x="13452" y="55893"/>
                  <a:pt x="13378" y="55937"/>
                </a:cubicBezTo>
                <a:cubicBezTo>
                  <a:pt x="13363" y="55893"/>
                  <a:pt x="13378" y="55820"/>
                  <a:pt x="13378" y="55761"/>
                </a:cubicBezTo>
                <a:cubicBezTo>
                  <a:pt x="13407" y="55746"/>
                  <a:pt x="13437" y="55716"/>
                  <a:pt x="13452" y="55702"/>
                </a:cubicBezTo>
                <a:cubicBezTo>
                  <a:pt x="13510" y="55672"/>
                  <a:pt x="13584" y="55613"/>
                  <a:pt x="13643" y="55569"/>
                </a:cubicBezTo>
                <a:close/>
                <a:moveTo>
                  <a:pt x="13952" y="55599"/>
                </a:moveTo>
                <a:lnTo>
                  <a:pt x="13952" y="55790"/>
                </a:lnTo>
                <a:cubicBezTo>
                  <a:pt x="13864" y="55849"/>
                  <a:pt x="13790" y="55923"/>
                  <a:pt x="13702" y="55981"/>
                </a:cubicBezTo>
                <a:lnTo>
                  <a:pt x="13702" y="55790"/>
                </a:lnTo>
                <a:cubicBezTo>
                  <a:pt x="13790" y="55716"/>
                  <a:pt x="13878" y="55672"/>
                  <a:pt x="13952" y="55599"/>
                </a:cubicBezTo>
                <a:close/>
                <a:moveTo>
                  <a:pt x="14290" y="55613"/>
                </a:moveTo>
                <a:lnTo>
                  <a:pt x="14290" y="55834"/>
                </a:lnTo>
                <a:cubicBezTo>
                  <a:pt x="14187" y="55893"/>
                  <a:pt x="14114" y="55967"/>
                  <a:pt x="14025" y="56011"/>
                </a:cubicBezTo>
                <a:lnTo>
                  <a:pt x="14025" y="55805"/>
                </a:lnTo>
                <a:cubicBezTo>
                  <a:pt x="14114" y="55746"/>
                  <a:pt x="14187" y="55687"/>
                  <a:pt x="14290" y="55613"/>
                </a:cubicBezTo>
                <a:close/>
                <a:moveTo>
                  <a:pt x="12789" y="55746"/>
                </a:moveTo>
                <a:cubicBezTo>
                  <a:pt x="12789" y="55761"/>
                  <a:pt x="12775" y="55790"/>
                  <a:pt x="12775" y="55805"/>
                </a:cubicBezTo>
                <a:cubicBezTo>
                  <a:pt x="12775" y="55834"/>
                  <a:pt x="12760" y="55864"/>
                  <a:pt x="12760" y="55878"/>
                </a:cubicBezTo>
                <a:cubicBezTo>
                  <a:pt x="12686" y="55937"/>
                  <a:pt x="12627" y="55996"/>
                  <a:pt x="12569" y="56040"/>
                </a:cubicBezTo>
                <a:cubicBezTo>
                  <a:pt x="12583" y="55981"/>
                  <a:pt x="12613" y="55937"/>
                  <a:pt x="12627" y="55893"/>
                </a:cubicBezTo>
                <a:cubicBezTo>
                  <a:pt x="12686" y="55834"/>
                  <a:pt x="12730" y="55790"/>
                  <a:pt x="12789" y="55746"/>
                </a:cubicBezTo>
                <a:close/>
                <a:moveTo>
                  <a:pt x="13010" y="55761"/>
                </a:moveTo>
                <a:cubicBezTo>
                  <a:pt x="12995" y="55820"/>
                  <a:pt x="12995" y="55864"/>
                  <a:pt x="12981" y="55923"/>
                </a:cubicBezTo>
                <a:cubicBezTo>
                  <a:pt x="12936" y="55981"/>
                  <a:pt x="12892" y="56011"/>
                  <a:pt x="12833" y="56055"/>
                </a:cubicBezTo>
                <a:cubicBezTo>
                  <a:pt x="12819" y="56070"/>
                  <a:pt x="12789" y="56084"/>
                  <a:pt x="12760" y="56084"/>
                </a:cubicBezTo>
                <a:cubicBezTo>
                  <a:pt x="12775" y="56040"/>
                  <a:pt x="12775" y="55981"/>
                  <a:pt x="12789" y="55923"/>
                </a:cubicBezTo>
                <a:lnTo>
                  <a:pt x="13010" y="55761"/>
                </a:lnTo>
                <a:close/>
                <a:moveTo>
                  <a:pt x="14599" y="55687"/>
                </a:moveTo>
                <a:cubicBezTo>
                  <a:pt x="14599" y="55761"/>
                  <a:pt x="14614" y="55834"/>
                  <a:pt x="14614" y="55908"/>
                </a:cubicBezTo>
                <a:cubicBezTo>
                  <a:pt x="14541" y="55967"/>
                  <a:pt x="14452" y="56040"/>
                  <a:pt x="14379" y="56084"/>
                </a:cubicBezTo>
                <a:cubicBezTo>
                  <a:pt x="14379" y="56011"/>
                  <a:pt x="14364" y="55937"/>
                  <a:pt x="14364" y="55864"/>
                </a:cubicBezTo>
                <a:cubicBezTo>
                  <a:pt x="14438" y="55820"/>
                  <a:pt x="14526" y="55746"/>
                  <a:pt x="14599" y="55687"/>
                </a:cubicBezTo>
                <a:close/>
                <a:moveTo>
                  <a:pt x="12348" y="56011"/>
                </a:moveTo>
                <a:cubicBezTo>
                  <a:pt x="12348" y="56040"/>
                  <a:pt x="12333" y="56055"/>
                  <a:pt x="12333" y="56070"/>
                </a:cubicBezTo>
                <a:cubicBezTo>
                  <a:pt x="12318" y="56084"/>
                  <a:pt x="12304" y="56114"/>
                  <a:pt x="12259" y="56129"/>
                </a:cubicBezTo>
                <a:cubicBezTo>
                  <a:pt x="12259" y="56129"/>
                  <a:pt x="12259" y="56114"/>
                  <a:pt x="12274" y="56084"/>
                </a:cubicBezTo>
                <a:cubicBezTo>
                  <a:pt x="12304" y="56070"/>
                  <a:pt x="12318" y="56040"/>
                  <a:pt x="12348" y="56011"/>
                </a:cubicBezTo>
                <a:close/>
                <a:moveTo>
                  <a:pt x="13304" y="55790"/>
                </a:moveTo>
                <a:cubicBezTo>
                  <a:pt x="13304" y="55849"/>
                  <a:pt x="13304" y="55908"/>
                  <a:pt x="13290" y="55981"/>
                </a:cubicBezTo>
                <a:cubicBezTo>
                  <a:pt x="13275" y="55981"/>
                  <a:pt x="13275" y="55996"/>
                  <a:pt x="13260" y="55996"/>
                </a:cubicBezTo>
                <a:cubicBezTo>
                  <a:pt x="13187" y="56055"/>
                  <a:pt x="13113" y="56084"/>
                  <a:pt x="13039" y="56143"/>
                </a:cubicBezTo>
                <a:cubicBezTo>
                  <a:pt x="13054" y="56114"/>
                  <a:pt x="13054" y="56040"/>
                  <a:pt x="13054" y="55981"/>
                </a:cubicBezTo>
                <a:cubicBezTo>
                  <a:pt x="13142" y="55923"/>
                  <a:pt x="13216" y="55864"/>
                  <a:pt x="13304" y="55790"/>
                </a:cubicBezTo>
                <a:close/>
                <a:moveTo>
                  <a:pt x="13643" y="55834"/>
                </a:moveTo>
                <a:lnTo>
                  <a:pt x="13643" y="56011"/>
                </a:lnTo>
                <a:cubicBezTo>
                  <a:pt x="13569" y="56070"/>
                  <a:pt x="13510" y="56114"/>
                  <a:pt x="13437" y="56158"/>
                </a:cubicBezTo>
                <a:cubicBezTo>
                  <a:pt x="13422" y="56187"/>
                  <a:pt x="13378" y="56202"/>
                  <a:pt x="13363" y="56217"/>
                </a:cubicBezTo>
                <a:lnTo>
                  <a:pt x="13363" y="56040"/>
                </a:lnTo>
                <a:cubicBezTo>
                  <a:pt x="13452" y="55981"/>
                  <a:pt x="13525" y="55923"/>
                  <a:pt x="13628" y="55849"/>
                </a:cubicBezTo>
                <a:cubicBezTo>
                  <a:pt x="13628" y="55849"/>
                  <a:pt x="13643" y="55849"/>
                  <a:pt x="13643" y="55834"/>
                </a:cubicBezTo>
                <a:close/>
                <a:moveTo>
                  <a:pt x="12524" y="55996"/>
                </a:moveTo>
                <a:cubicBezTo>
                  <a:pt x="12495" y="56040"/>
                  <a:pt x="12480" y="56070"/>
                  <a:pt x="12480" y="56129"/>
                </a:cubicBezTo>
                <a:cubicBezTo>
                  <a:pt x="12421" y="56158"/>
                  <a:pt x="12377" y="56202"/>
                  <a:pt x="12333" y="56261"/>
                </a:cubicBezTo>
                <a:cubicBezTo>
                  <a:pt x="12348" y="56217"/>
                  <a:pt x="12377" y="56187"/>
                  <a:pt x="12392" y="56129"/>
                </a:cubicBezTo>
                <a:cubicBezTo>
                  <a:pt x="12421" y="56070"/>
                  <a:pt x="12466" y="56040"/>
                  <a:pt x="12524" y="55996"/>
                </a:cubicBezTo>
                <a:close/>
                <a:moveTo>
                  <a:pt x="13952" y="55864"/>
                </a:moveTo>
                <a:cubicBezTo>
                  <a:pt x="13967" y="55937"/>
                  <a:pt x="13967" y="55996"/>
                  <a:pt x="13967" y="56070"/>
                </a:cubicBezTo>
                <a:cubicBezTo>
                  <a:pt x="13878" y="56129"/>
                  <a:pt x="13790" y="56202"/>
                  <a:pt x="13716" y="56261"/>
                </a:cubicBezTo>
                <a:cubicBezTo>
                  <a:pt x="13716" y="56187"/>
                  <a:pt x="13716" y="56129"/>
                  <a:pt x="13702" y="56055"/>
                </a:cubicBezTo>
                <a:cubicBezTo>
                  <a:pt x="13790" y="55996"/>
                  <a:pt x="13878" y="55923"/>
                  <a:pt x="13952" y="55864"/>
                </a:cubicBezTo>
                <a:close/>
                <a:moveTo>
                  <a:pt x="12716" y="56011"/>
                </a:moveTo>
                <a:lnTo>
                  <a:pt x="12716" y="56011"/>
                </a:lnTo>
                <a:cubicBezTo>
                  <a:pt x="12701" y="56070"/>
                  <a:pt x="12701" y="56129"/>
                  <a:pt x="12686" y="56158"/>
                </a:cubicBezTo>
                <a:cubicBezTo>
                  <a:pt x="12613" y="56217"/>
                  <a:pt x="12539" y="56261"/>
                  <a:pt x="12480" y="56305"/>
                </a:cubicBezTo>
                <a:cubicBezTo>
                  <a:pt x="12480" y="56290"/>
                  <a:pt x="12495" y="56261"/>
                  <a:pt x="12495" y="56232"/>
                </a:cubicBezTo>
                <a:cubicBezTo>
                  <a:pt x="12495" y="56217"/>
                  <a:pt x="12524" y="56187"/>
                  <a:pt x="12539" y="56158"/>
                </a:cubicBezTo>
                <a:cubicBezTo>
                  <a:pt x="12598" y="56114"/>
                  <a:pt x="12672" y="56055"/>
                  <a:pt x="12716" y="56011"/>
                </a:cubicBezTo>
                <a:close/>
                <a:moveTo>
                  <a:pt x="14290" y="55923"/>
                </a:moveTo>
                <a:cubicBezTo>
                  <a:pt x="14305" y="55981"/>
                  <a:pt x="14305" y="56055"/>
                  <a:pt x="14305" y="56129"/>
                </a:cubicBezTo>
                <a:cubicBezTo>
                  <a:pt x="14217" y="56187"/>
                  <a:pt x="14143" y="56261"/>
                  <a:pt x="14040" y="56305"/>
                </a:cubicBezTo>
                <a:cubicBezTo>
                  <a:pt x="14040" y="56232"/>
                  <a:pt x="14025" y="56158"/>
                  <a:pt x="14025" y="56114"/>
                </a:cubicBezTo>
                <a:cubicBezTo>
                  <a:pt x="14114" y="56055"/>
                  <a:pt x="14187" y="55981"/>
                  <a:pt x="14290" y="55923"/>
                </a:cubicBezTo>
                <a:close/>
                <a:moveTo>
                  <a:pt x="12995" y="56040"/>
                </a:moveTo>
                <a:cubicBezTo>
                  <a:pt x="12995" y="56084"/>
                  <a:pt x="12981" y="56143"/>
                  <a:pt x="12981" y="56202"/>
                </a:cubicBezTo>
                <a:cubicBezTo>
                  <a:pt x="12892" y="56261"/>
                  <a:pt x="12789" y="56305"/>
                  <a:pt x="12716" y="56364"/>
                </a:cubicBezTo>
                <a:cubicBezTo>
                  <a:pt x="12716" y="56305"/>
                  <a:pt x="12745" y="56261"/>
                  <a:pt x="12760" y="56202"/>
                </a:cubicBezTo>
                <a:cubicBezTo>
                  <a:pt x="12789" y="56158"/>
                  <a:pt x="12833" y="56143"/>
                  <a:pt x="12892" y="56114"/>
                </a:cubicBezTo>
                <a:cubicBezTo>
                  <a:pt x="12922" y="56084"/>
                  <a:pt x="12966" y="56055"/>
                  <a:pt x="12995" y="56040"/>
                </a:cubicBezTo>
                <a:close/>
                <a:moveTo>
                  <a:pt x="12245" y="56232"/>
                </a:moveTo>
                <a:lnTo>
                  <a:pt x="12245" y="56232"/>
                </a:lnTo>
                <a:cubicBezTo>
                  <a:pt x="12230" y="56276"/>
                  <a:pt x="12230" y="56290"/>
                  <a:pt x="12201" y="56335"/>
                </a:cubicBezTo>
                <a:cubicBezTo>
                  <a:pt x="12171" y="56364"/>
                  <a:pt x="12127" y="56408"/>
                  <a:pt x="12083" y="56423"/>
                </a:cubicBezTo>
                <a:cubicBezTo>
                  <a:pt x="12098" y="56379"/>
                  <a:pt x="12112" y="56364"/>
                  <a:pt x="12127" y="56335"/>
                </a:cubicBezTo>
                <a:cubicBezTo>
                  <a:pt x="12171" y="56290"/>
                  <a:pt x="12201" y="56261"/>
                  <a:pt x="12245" y="56232"/>
                </a:cubicBezTo>
                <a:close/>
                <a:moveTo>
                  <a:pt x="13275" y="56055"/>
                </a:moveTo>
                <a:lnTo>
                  <a:pt x="13275" y="56232"/>
                </a:lnTo>
                <a:cubicBezTo>
                  <a:pt x="13231" y="56290"/>
                  <a:pt x="13187" y="56335"/>
                  <a:pt x="13113" y="56364"/>
                </a:cubicBezTo>
                <a:cubicBezTo>
                  <a:pt x="13069" y="56379"/>
                  <a:pt x="13054" y="56408"/>
                  <a:pt x="13010" y="56423"/>
                </a:cubicBezTo>
                <a:lnTo>
                  <a:pt x="13010" y="56232"/>
                </a:lnTo>
                <a:cubicBezTo>
                  <a:pt x="13113" y="56187"/>
                  <a:pt x="13201" y="56129"/>
                  <a:pt x="13275" y="56055"/>
                </a:cubicBezTo>
                <a:close/>
                <a:moveTo>
                  <a:pt x="13628" y="56129"/>
                </a:moveTo>
                <a:cubicBezTo>
                  <a:pt x="13643" y="56158"/>
                  <a:pt x="13643" y="56232"/>
                  <a:pt x="13643" y="56305"/>
                </a:cubicBezTo>
                <a:cubicBezTo>
                  <a:pt x="13555" y="56364"/>
                  <a:pt x="13452" y="56438"/>
                  <a:pt x="13363" y="56496"/>
                </a:cubicBezTo>
                <a:lnTo>
                  <a:pt x="13363" y="56305"/>
                </a:lnTo>
                <a:cubicBezTo>
                  <a:pt x="13407" y="56290"/>
                  <a:pt x="13437" y="56261"/>
                  <a:pt x="13481" y="56232"/>
                </a:cubicBezTo>
                <a:cubicBezTo>
                  <a:pt x="13525" y="56202"/>
                  <a:pt x="13569" y="56158"/>
                  <a:pt x="13628" y="56129"/>
                </a:cubicBezTo>
                <a:close/>
                <a:moveTo>
                  <a:pt x="12421" y="56232"/>
                </a:moveTo>
                <a:lnTo>
                  <a:pt x="12421" y="56232"/>
                </a:lnTo>
                <a:cubicBezTo>
                  <a:pt x="12407" y="56290"/>
                  <a:pt x="12392" y="56335"/>
                  <a:pt x="12392" y="56379"/>
                </a:cubicBezTo>
                <a:cubicBezTo>
                  <a:pt x="12333" y="56423"/>
                  <a:pt x="12259" y="56452"/>
                  <a:pt x="12201" y="56511"/>
                </a:cubicBezTo>
                <a:cubicBezTo>
                  <a:pt x="12215" y="56452"/>
                  <a:pt x="12245" y="56423"/>
                  <a:pt x="12259" y="56364"/>
                </a:cubicBezTo>
                <a:cubicBezTo>
                  <a:pt x="12318" y="56335"/>
                  <a:pt x="12362" y="56276"/>
                  <a:pt x="12421" y="56232"/>
                </a:cubicBezTo>
                <a:close/>
                <a:moveTo>
                  <a:pt x="13967" y="56143"/>
                </a:moveTo>
                <a:cubicBezTo>
                  <a:pt x="13967" y="56217"/>
                  <a:pt x="13996" y="56290"/>
                  <a:pt x="13996" y="56349"/>
                </a:cubicBezTo>
                <a:cubicBezTo>
                  <a:pt x="13893" y="56408"/>
                  <a:pt x="13805" y="56482"/>
                  <a:pt x="13731" y="56526"/>
                </a:cubicBezTo>
                <a:cubicBezTo>
                  <a:pt x="13731" y="56452"/>
                  <a:pt x="13716" y="56408"/>
                  <a:pt x="13716" y="56335"/>
                </a:cubicBezTo>
                <a:cubicBezTo>
                  <a:pt x="13805" y="56276"/>
                  <a:pt x="13893" y="56202"/>
                  <a:pt x="13967" y="56143"/>
                </a:cubicBezTo>
                <a:close/>
                <a:moveTo>
                  <a:pt x="13984" y="56448"/>
                </a:moveTo>
                <a:lnTo>
                  <a:pt x="13984" y="56448"/>
                </a:lnTo>
                <a:cubicBezTo>
                  <a:pt x="13947" y="56480"/>
                  <a:pt x="13907" y="56506"/>
                  <a:pt x="13864" y="56532"/>
                </a:cubicBezTo>
                <a:lnTo>
                  <a:pt x="13864" y="56532"/>
                </a:lnTo>
                <a:cubicBezTo>
                  <a:pt x="13864" y="56530"/>
                  <a:pt x="13864" y="56528"/>
                  <a:pt x="13864" y="56526"/>
                </a:cubicBezTo>
                <a:cubicBezTo>
                  <a:pt x="13906" y="56498"/>
                  <a:pt x="13945" y="56473"/>
                  <a:pt x="13984" y="56448"/>
                </a:cubicBezTo>
                <a:close/>
                <a:moveTo>
                  <a:pt x="12672" y="56261"/>
                </a:moveTo>
                <a:cubicBezTo>
                  <a:pt x="12672" y="56305"/>
                  <a:pt x="12642" y="56364"/>
                  <a:pt x="12642" y="56423"/>
                </a:cubicBezTo>
                <a:cubicBezTo>
                  <a:pt x="12569" y="56482"/>
                  <a:pt x="12495" y="56526"/>
                  <a:pt x="12407" y="56570"/>
                </a:cubicBezTo>
                <a:cubicBezTo>
                  <a:pt x="12421" y="56511"/>
                  <a:pt x="12421" y="56452"/>
                  <a:pt x="12451" y="56408"/>
                </a:cubicBezTo>
                <a:cubicBezTo>
                  <a:pt x="12524" y="56349"/>
                  <a:pt x="12598" y="56290"/>
                  <a:pt x="12672" y="56261"/>
                </a:cubicBezTo>
                <a:close/>
                <a:moveTo>
                  <a:pt x="11980" y="56482"/>
                </a:moveTo>
                <a:lnTo>
                  <a:pt x="11980" y="56482"/>
                </a:lnTo>
                <a:cubicBezTo>
                  <a:pt x="11965" y="56496"/>
                  <a:pt x="11965" y="56511"/>
                  <a:pt x="11965" y="56526"/>
                </a:cubicBezTo>
                <a:cubicBezTo>
                  <a:pt x="11950" y="56555"/>
                  <a:pt x="11906" y="56570"/>
                  <a:pt x="11892" y="56585"/>
                </a:cubicBezTo>
                <a:cubicBezTo>
                  <a:pt x="11892" y="56585"/>
                  <a:pt x="11906" y="56570"/>
                  <a:pt x="11906" y="56555"/>
                </a:cubicBezTo>
                <a:cubicBezTo>
                  <a:pt x="11936" y="56526"/>
                  <a:pt x="11950" y="56496"/>
                  <a:pt x="11980" y="56482"/>
                </a:cubicBezTo>
                <a:close/>
                <a:moveTo>
                  <a:pt x="12966" y="56290"/>
                </a:moveTo>
                <a:lnTo>
                  <a:pt x="12966" y="56482"/>
                </a:lnTo>
                <a:cubicBezTo>
                  <a:pt x="12863" y="56526"/>
                  <a:pt x="12775" y="56585"/>
                  <a:pt x="12701" y="56644"/>
                </a:cubicBezTo>
                <a:lnTo>
                  <a:pt x="12701" y="56452"/>
                </a:lnTo>
                <a:cubicBezTo>
                  <a:pt x="12789" y="56408"/>
                  <a:pt x="12863" y="56349"/>
                  <a:pt x="12966" y="56290"/>
                </a:cubicBezTo>
                <a:close/>
                <a:moveTo>
                  <a:pt x="12156" y="56452"/>
                </a:moveTo>
                <a:cubicBezTo>
                  <a:pt x="12127" y="56496"/>
                  <a:pt x="12112" y="56526"/>
                  <a:pt x="12112" y="56585"/>
                </a:cubicBezTo>
                <a:cubicBezTo>
                  <a:pt x="12053" y="56629"/>
                  <a:pt x="12009" y="56658"/>
                  <a:pt x="11965" y="56702"/>
                </a:cubicBezTo>
                <a:cubicBezTo>
                  <a:pt x="11980" y="56658"/>
                  <a:pt x="12009" y="56629"/>
                  <a:pt x="12024" y="56570"/>
                </a:cubicBezTo>
                <a:cubicBezTo>
                  <a:pt x="12053" y="56526"/>
                  <a:pt x="12112" y="56496"/>
                  <a:pt x="12156" y="56452"/>
                </a:cubicBezTo>
                <a:close/>
                <a:moveTo>
                  <a:pt x="13304" y="56349"/>
                </a:moveTo>
                <a:lnTo>
                  <a:pt x="13304" y="56349"/>
                </a:lnTo>
                <a:cubicBezTo>
                  <a:pt x="13290" y="56408"/>
                  <a:pt x="13290" y="56452"/>
                  <a:pt x="13304" y="56526"/>
                </a:cubicBezTo>
                <a:lnTo>
                  <a:pt x="13039" y="56702"/>
                </a:lnTo>
                <a:lnTo>
                  <a:pt x="13039" y="56511"/>
                </a:lnTo>
                <a:cubicBezTo>
                  <a:pt x="13069" y="56496"/>
                  <a:pt x="13128" y="56452"/>
                  <a:pt x="13157" y="56438"/>
                </a:cubicBezTo>
                <a:cubicBezTo>
                  <a:pt x="13216" y="56408"/>
                  <a:pt x="13260" y="56379"/>
                  <a:pt x="13304" y="56349"/>
                </a:cubicBezTo>
                <a:close/>
                <a:moveTo>
                  <a:pt x="13643" y="56364"/>
                </a:moveTo>
                <a:cubicBezTo>
                  <a:pt x="13658" y="56438"/>
                  <a:pt x="13658" y="56511"/>
                  <a:pt x="13658" y="56570"/>
                </a:cubicBezTo>
                <a:cubicBezTo>
                  <a:pt x="13569" y="56629"/>
                  <a:pt x="13481" y="56673"/>
                  <a:pt x="13378" y="56747"/>
                </a:cubicBezTo>
                <a:cubicBezTo>
                  <a:pt x="13378" y="56673"/>
                  <a:pt x="13363" y="56629"/>
                  <a:pt x="13363" y="56541"/>
                </a:cubicBezTo>
                <a:cubicBezTo>
                  <a:pt x="13452" y="56496"/>
                  <a:pt x="13555" y="56438"/>
                  <a:pt x="13643" y="56364"/>
                </a:cubicBezTo>
                <a:close/>
                <a:moveTo>
                  <a:pt x="12348" y="56482"/>
                </a:moveTo>
                <a:lnTo>
                  <a:pt x="12348" y="56482"/>
                </a:lnTo>
                <a:cubicBezTo>
                  <a:pt x="12333" y="56526"/>
                  <a:pt x="12333" y="56585"/>
                  <a:pt x="12318" y="56629"/>
                </a:cubicBezTo>
                <a:cubicBezTo>
                  <a:pt x="12259" y="56673"/>
                  <a:pt x="12186" y="56717"/>
                  <a:pt x="12112" y="56776"/>
                </a:cubicBezTo>
                <a:cubicBezTo>
                  <a:pt x="12127" y="56717"/>
                  <a:pt x="12156" y="56673"/>
                  <a:pt x="12156" y="56629"/>
                </a:cubicBezTo>
                <a:cubicBezTo>
                  <a:pt x="12230" y="56570"/>
                  <a:pt x="12274" y="56526"/>
                  <a:pt x="12348" y="56482"/>
                </a:cubicBezTo>
                <a:close/>
                <a:moveTo>
                  <a:pt x="12627" y="56496"/>
                </a:moveTo>
                <a:cubicBezTo>
                  <a:pt x="12627" y="56555"/>
                  <a:pt x="12613" y="56599"/>
                  <a:pt x="12613" y="56658"/>
                </a:cubicBezTo>
                <a:lnTo>
                  <a:pt x="12495" y="56717"/>
                </a:lnTo>
                <a:cubicBezTo>
                  <a:pt x="12451" y="56747"/>
                  <a:pt x="12407" y="56776"/>
                  <a:pt x="12348" y="56806"/>
                </a:cubicBezTo>
                <a:cubicBezTo>
                  <a:pt x="12377" y="56776"/>
                  <a:pt x="12392" y="56717"/>
                  <a:pt x="12392" y="56658"/>
                </a:cubicBezTo>
                <a:cubicBezTo>
                  <a:pt x="12466" y="56599"/>
                  <a:pt x="12554" y="56541"/>
                  <a:pt x="12627" y="56496"/>
                </a:cubicBezTo>
                <a:close/>
                <a:moveTo>
                  <a:pt x="11877" y="56673"/>
                </a:moveTo>
                <a:lnTo>
                  <a:pt x="11877" y="56673"/>
                </a:lnTo>
                <a:cubicBezTo>
                  <a:pt x="11862" y="56717"/>
                  <a:pt x="11833" y="56747"/>
                  <a:pt x="11833" y="56776"/>
                </a:cubicBezTo>
                <a:cubicBezTo>
                  <a:pt x="11803" y="56806"/>
                  <a:pt x="11759" y="56850"/>
                  <a:pt x="11715" y="56864"/>
                </a:cubicBezTo>
                <a:cubicBezTo>
                  <a:pt x="11744" y="56850"/>
                  <a:pt x="11759" y="56806"/>
                  <a:pt x="11759" y="56791"/>
                </a:cubicBezTo>
                <a:lnTo>
                  <a:pt x="11877" y="56673"/>
                </a:lnTo>
                <a:close/>
                <a:moveTo>
                  <a:pt x="12966" y="56555"/>
                </a:moveTo>
                <a:lnTo>
                  <a:pt x="12966" y="56732"/>
                </a:lnTo>
                <a:lnTo>
                  <a:pt x="12686" y="56894"/>
                </a:lnTo>
                <a:lnTo>
                  <a:pt x="12686" y="56717"/>
                </a:lnTo>
                <a:lnTo>
                  <a:pt x="12966" y="56555"/>
                </a:lnTo>
                <a:close/>
                <a:moveTo>
                  <a:pt x="13323" y="56878"/>
                </a:moveTo>
                <a:lnTo>
                  <a:pt x="13265" y="56913"/>
                </a:lnTo>
                <a:lnTo>
                  <a:pt x="13265" y="56913"/>
                </a:lnTo>
                <a:cubicBezTo>
                  <a:pt x="13284" y="56900"/>
                  <a:pt x="13301" y="56888"/>
                  <a:pt x="13323" y="56878"/>
                </a:cubicBezTo>
                <a:close/>
                <a:moveTo>
                  <a:pt x="13675" y="56670"/>
                </a:moveTo>
                <a:cubicBezTo>
                  <a:pt x="13633" y="56695"/>
                  <a:pt x="13588" y="56719"/>
                  <a:pt x="13540" y="56747"/>
                </a:cubicBezTo>
                <a:cubicBezTo>
                  <a:pt x="13540" y="56806"/>
                  <a:pt x="13540" y="56864"/>
                  <a:pt x="13569" y="56909"/>
                </a:cubicBezTo>
                <a:cubicBezTo>
                  <a:pt x="13570" y="56914"/>
                  <a:pt x="13571" y="56919"/>
                  <a:pt x="13572" y="56925"/>
                </a:cubicBezTo>
                <a:lnTo>
                  <a:pt x="13572" y="56925"/>
                </a:lnTo>
                <a:lnTo>
                  <a:pt x="13702" y="56850"/>
                </a:lnTo>
                <a:cubicBezTo>
                  <a:pt x="13702" y="56802"/>
                  <a:pt x="13682" y="56745"/>
                  <a:pt x="13675" y="56670"/>
                </a:cubicBezTo>
                <a:close/>
                <a:moveTo>
                  <a:pt x="12098" y="56702"/>
                </a:moveTo>
                <a:cubicBezTo>
                  <a:pt x="12083" y="56747"/>
                  <a:pt x="12083" y="56791"/>
                  <a:pt x="12053" y="56850"/>
                </a:cubicBezTo>
                <a:cubicBezTo>
                  <a:pt x="11965" y="56864"/>
                  <a:pt x="11906" y="56923"/>
                  <a:pt x="11862" y="56953"/>
                </a:cubicBezTo>
                <a:cubicBezTo>
                  <a:pt x="11877" y="56894"/>
                  <a:pt x="11892" y="56864"/>
                  <a:pt x="11906" y="56820"/>
                </a:cubicBezTo>
                <a:cubicBezTo>
                  <a:pt x="11965" y="56791"/>
                  <a:pt x="12024" y="56732"/>
                  <a:pt x="12098" y="56702"/>
                </a:cubicBezTo>
                <a:close/>
                <a:moveTo>
                  <a:pt x="13304" y="56599"/>
                </a:moveTo>
                <a:cubicBezTo>
                  <a:pt x="13304" y="56658"/>
                  <a:pt x="13304" y="56732"/>
                  <a:pt x="13334" y="56791"/>
                </a:cubicBezTo>
                <a:cubicBezTo>
                  <a:pt x="13275" y="56820"/>
                  <a:pt x="13231" y="56850"/>
                  <a:pt x="13187" y="56879"/>
                </a:cubicBezTo>
                <a:cubicBezTo>
                  <a:pt x="13142" y="56894"/>
                  <a:pt x="13084" y="56938"/>
                  <a:pt x="13054" y="56953"/>
                </a:cubicBezTo>
                <a:cubicBezTo>
                  <a:pt x="13054" y="56894"/>
                  <a:pt x="13039" y="56820"/>
                  <a:pt x="13039" y="56776"/>
                </a:cubicBezTo>
                <a:lnTo>
                  <a:pt x="13304" y="56599"/>
                </a:lnTo>
                <a:close/>
                <a:moveTo>
                  <a:pt x="13265" y="56913"/>
                </a:moveTo>
                <a:cubicBezTo>
                  <a:pt x="13254" y="56921"/>
                  <a:pt x="13243" y="56930"/>
                  <a:pt x="13231" y="56938"/>
                </a:cubicBezTo>
                <a:cubicBezTo>
                  <a:pt x="13222" y="56944"/>
                  <a:pt x="13212" y="56950"/>
                  <a:pt x="13202" y="56956"/>
                </a:cubicBezTo>
                <a:lnTo>
                  <a:pt x="13202" y="56956"/>
                </a:lnTo>
                <a:cubicBezTo>
                  <a:pt x="13202" y="56955"/>
                  <a:pt x="13201" y="56954"/>
                  <a:pt x="13201" y="56953"/>
                </a:cubicBezTo>
                <a:lnTo>
                  <a:pt x="13265" y="56913"/>
                </a:lnTo>
                <a:close/>
                <a:moveTo>
                  <a:pt x="11597" y="56967"/>
                </a:moveTo>
                <a:cubicBezTo>
                  <a:pt x="11588" y="56985"/>
                  <a:pt x="11568" y="56998"/>
                  <a:pt x="11551" y="57008"/>
                </a:cubicBezTo>
                <a:lnTo>
                  <a:pt x="11551" y="57008"/>
                </a:lnTo>
                <a:lnTo>
                  <a:pt x="11568" y="56997"/>
                </a:lnTo>
                <a:lnTo>
                  <a:pt x="11597" y="56967"/>
                </a:lnTo>
                <a:close/>
                <a:moveTo>
                  <a:pt x="12318" y="56717"/>
                </a:moveTo>
                <a:cubicBezTo>
                  <a:pt x="12318" y="56776"/>
                  <a:pt x="12304" y="56820"/>
                  <a:pt x="12304" y="56879"/>
                </a:cubicBezTo>
                <a:cubicBezTo>
                  <a:pt x="12230" y="56938"/>
                  <a:pt x="12127" y="56967"/>
                  <a:pt x="12053" y="57026"/>
                </a:cubicBezTo>
                <a:cubicBezTo>
                  <a:pt x="12083" y="56967"/>
                  <a:pt x="12083" y="56923"/>
                  <a:pt x="12098" y="56864"/>
                </a:cubicBezTo>
                <a:cubicBezTo>
                  <a:pt x="12171" y="56806"/>
                  <a:pt x="12245" y="56747"/>
                  <a:pt x="12318" y="56717"/>
                </a:cubicBezTo>
                <a:close/>
                <a:moveTo>
                  <a:pt x="12627" y="56747"/>
                </a:moveTo>
                <a:lnTo>
                  <a:pt x="12627" y="56938"/>
                </a:lnTo>
                <a:cubicBezTo>
                  <a:pt x="12539" y="56997"/>
                  <a:pt x="12466" y="57026"/>
                  <a:pt x="12377" y="57085"/>
                </a:cubicBezTo>
                <a:lnTo>
                  <a:pt x="12348" y="57085"/>
                </a:lnTo>
                <a:cubicBezTo>
                  <a:pt x="12348" y="57026"/>
                  <a:pt x="12348" y="56967"/>
                  <a:pt x="12377" y="56894"/>
                </a:cubicBezTo>
                <a:cubicBezTo>
                  <a:pt x="12421" y="56864"/>
                  <a:pt x="12495" y="56820"/>
                  <a:pt x="12554" y="56791"/>
                </a:cubicBezTo>
                <a:cubicBezTo>
                  <a:pt x="12569" y="56761"/>
                  <a:pt x="12598" y="56761"/>
                  <a:pt x="12627" y="56747"/>
                </a:cubicBezTo>
                <a:close/>
                <a:moveTo>
                  <a:pt x="11803" y="56894"/>
                </a:moveTo>
                <a:lnTo>
                  <a:pt x="11803" y="56894"/>
                </a:lnTo>
                <a:cubicBezTo>
                  <a:pt x="11789" y="56938"/>
                  <a:pt x="11789" y="56953"/>
                  <a:pt x="11759" y="56997"/>
                </a:cubicBezTo>
                <a:cubicBezTo>
                  <a:pt x="11759" y="57012"/>
                  <a:pt x="11759" y="57012"/>
                  <a:pt x="11744" y="57026"/>
                </a:cubicBezTo>
                <a:lnTo>
                  <a:pt x="11583" y="57144"/>
                </a:lnTo>
                <a:lnTo>
                  <a:pt x="11641" y="57026"/>
                </a:lnTo>
                <a:cubicBezTo>
                  <a:pt x="11715" y="56967"/>
                  <a:pt x="11744" y="56938"/>
                  <a:pt x="11803" y="56894"/>
                </a:cubicBezTo>
                <a:close/>
                <a:moveTo>
                  <a:pt x="12981" y="56806"/>
                </a:moveTo>
                <a:lnTo>
                  <a:pt x="12981" y="56997"/>
                </a:lnTo>
                <a:cubicBezTo>
                  <a:pt x="12922" y="57026"/>
                  <a:pt x="12863" y="57070"/>
                  <a:pt x="12819" y="57085"/>
                </a:cubicBezTo>
                <a:cubicBezTo>
                  <a:pt x="12775" y="57100"/>
                  <a:pt x="12730" y="57115"/>
                  <a:pt x="12701" y="57159"/>
                </a:cubicBezTo>
                <a:lnTo>
                  <a:pt x="12701" y="56967"/>
                </a:lnTo>
                <a:lnTo>
                  <a:pt x="12981" y="56806"/>
                </a:lnTo>
                <a:close/>
                <a:moveTo>
                  <a:pt x="12009" y="56909"/>
                </a:moveTo>
                <a:cubicBezTo>
                  <a:pt x="11980" y="56967"/>
                  <a:pt x="11980" y="57026"/>
                  <a:pt x="11965" y="57070"/>
                </a:cubicBezTo>
                <a:cubicBezTo>
                  <a:pt x="11906" y="57115"/>
                  <a:pt x="11833" y="57173"/>
                  <a:pt x="11759" y="57218"/>
                </a:cubicBezTo>
                <a:cubicBezTo>
                  <a:pt x="11789" y="57159"/>
                  <a:pt x="11803" y="57100"/>
                  <a:pt x="11803" y="57070"/>
                </a:cubicBezTo>
                <a:cubicBezTo>
                  <a:pt x="11877" y="57012"/>
                  <a:pt x="11936" y="56967"/>
                  <a:pt x="12009" y="56909"/>
                </a:cubicBezTo>
                <a:close/>
                <a:moveTo>
                  <a:pt x="12274" y="56967"/>
                </a:moveTo>
                <a:lnTo>
                  <a:pt x="12274" y="57144"/>
                </a:lnTo>
                <a:cubicBezTo>
                  <a:pt x="12201" y="57188"/>
                  <a:pt x="12112" y="57232"/>
                  <a:pt x="12024" y="57291"/>
                </a:cubicBezTo>
                <a:cubicBezTo>
                  <a:pt x="12024" y="57232"/>
                  <a:pt x="12039" y="57173"/>
                  <a:pt x="12039" y="57115"/>
                </a:cubicBezTo>
                <a:cubicBezTo>
                  <a:pt x="12112" y="57070"/>
                  <a:pt x="12201" y="57012"/>
                  <a:pt x="12274" y="56967"/>
                </a:cubicBezTo>
                <a:close/>
                <a:moveTo>
                  <a:pt x="11524" y="57115"/>
                </a:moveTo>
                <a:lnTo>
                  <a:pt x="11524" y="57115"/>
                </a:lnTo>
                <a:cubicBezTo>
                  <a:pt x="11509" y="57159"/>
                  <a:pt x="11480" y="57188"/>
                  <a:pt x="11480" y="57218"/>
                </a:cubicBezTo>
                <a:cubicBezTo>
                  <a:pt x="11453" y="57244"/>
                  <a:pt x="11401" y="57259"/>
                  <a:pt x="11370" y="57295"/>
                </a:cubicBezTo>
                <a:lnTo>
                  <a:pt x="11370" y="57295"/>
                </a:lnTo>
                <a:cubicBezTo>
                  <a:pt x="11382" y="57276"/>
                  <a:pt x="11397" y="57244"/>
                  <a:pt x="11421" y="57232"/>
                </a:cubicBezTo>
                <a:lnTo>
                  <a:pt x="11524" y="57115"/>
                </a:lnTo>
                <a:close/>
                <a:moveTo>
                  <a:pt x="12627" y="56997"/>
                </a:moveTo>
                <a:lnTo>
                  <a:pt x="12627" y="57188"/>
                </a:lnTo>
                <a:cubicBezTo>
                  <a:pt x="12539" y="57247"/>
                  <a:pt x="12451" y="57306"/>
                  <a:pt x="12348" y="57335"/>
                </a:cubicBezTo>
                <a:lnTo>
                  <a:pt x="12348" y="57159"/>
                </a:lnTo>
                <a:cubicBezTo>
                  <a:pt x="12377" y="57144"/>
                  <a:pt x="12392" y="57144"/>
                  <a:pt x="12407" y="57115"/>
                </a:cubicBezTo>
                <a:cubicBezTo>
                  <a:pt x="12480" y="57085"/>
                  <a:pt x="12554" y="57026"/>
                  <a:pt x="12627" y="56997"/>
                </a:cubicBezTo>
                <a:close/>
                <a:moveTo>
                  <a:pt x="11730" y="57115"/>
                </a:moveTo>
                <a:cubicBezTo>
                  <a:pt x="11715" y="57173"/>
                  <a:pt x="11715" y="57218"/>
                  <a:pt x="11686" y="57262"/>
                </a:cubicBezTo>
                <a:cubicBezTo>
                  <a:pt x="11612" y="57321"/>
                  <a:pt x="11568" y="57365"/>
                  <a:pt x="11494" y="57394"/>
                </a:cubicBezTo>
                <a:cubicBezTo>
                  <a:pt x="11509" y="57335"/>
                  <a:pt x="11524" y="57306"/>
                  <a:pt x="11538" y="57247"/>
                </a:cubicBezTo>
                <a:cubicBezTo>
                  <a:pt x="11597" y="57218"/>
                  <a:pt x="11656" y="57159"/>
                  <a:pt x="11730" y="57115"/>
                </a:cubicBezTo>
                <a:close/>
                <a:moveTo>
                  <a:pt x="12336" y="57436"/>
                </a:moveTo>
                <a:lnTo>
                  <a:pt x="12333" y="57438"/>
                </a:lnTo>
                <a:cubicBezTo>
                  <a:pt x="12335" y="57444"/>
                  <a:pt x="12337" y="57451"/>
                  <a:pt x="12338" y="57458"/>
                </a:cubicBezTo>
                <a:lnTo>
                  <a:pt x="12338" y="57458"/>
                </a:lnTo>
                <a:cubicBezTo>
                  <a:pt x="12338" y="57451"/>
                  <a:pt x="12337" y="57444"/>
                  <a:pt x="12336" y="57436"/>
                </a:cubicBezTo>
                <a:close/>
                <a:moveTo>
                  <a:pt x="11273" y="57365"/>
                </a:moveTo>
                <a:lnTo>
                  <a:pt x="11273" y="57365"/>
                </a:lnTo>
                <a:cubicBezTo>
                  <a:pt x="11273" y="57379"/>
                  <a:pt x="11244" y="57394"/>
                  <a:pt x="11244" y="57409"/>
                </a:cubicBezTo>
                <a:cubicBezTo>
                  <a:pt x="11229" y="57438"/>
                  <a:pt x="11200" y="57453"/>
                  <a:pt x="11170" y="57468"/>
                </a:cubicBezTo>
                <a:cubicBezTo>
                  <a:pt x="11170" y="57453"/>
                  <a:pt x="11200" y="57453"/>
                  <a:pt x="11200" y="57438"/>
                </a:cubicBezTo>
                <a:lnTo>
                  <a:pt x="11273" y="57365"/>
                </a:lnTo>
                <a:close/>
                <a:moveTo>
                  <a:pt x="11965" y="57159"/>
                </a:moveTo>
                <a:cubicBezTo>
                  <a:pt x="11965" y="57218"/>
                  <a:pt x="11950" y="57262"/>
                  <a:pt x="11950" y="57321"/>
                </a:cubicBezTo>
                <a:cubicBezTo>
                  <a:pt x="11877" y="57379"/>
                  <a:pt x="11789" y="57409"/>
                  <a:pt x="11715" y="57468"/>
                </a:cubicBezTo>
                <a:cubicBezTo>
                  <a:pt x="11730" y="57409"/>
                  <a:pt x="11730" y="57365"/>
                  <a:pt x="11744" y="57306"/>
                </a:cubicBezTo>
                <a:cubicBezTo>
                  <a:pt x="11818" y="57247"/>
                  <a:pt x="11892" y="57218"/>
                  <a:pt x="11965" y="57159"/>
                </a:cubicBezTo>
                <a:close/>
                <a:moveTo>
                  <a:pt x="12338" y="57458"/>
                </a:moveTo>
                <a:cubicBezTo>
                  <a:pt x="12341" y="57478"/>
                  <a:pt x="12343" y="57497"/>
                  <a:pt x="12346" y="57517"/>
                </a:cubicBezTo>
                <a:lnTo>
                  <a:pt x="12346" y="57517"/>
                </a:lnTo>
                <a:cubicBezTo>
                  <a:pt x="12344" y="57496"/>
                  <a:pt x="12342" y="57476"/>
                  <a:pt x="12338" y="57458"/>
                </a:cubicBezTo>
                <a:close/>
                <a:moveTo>
                  <a:pt x="12259" y="57218"/>
                </a:moveTo>
                <a:cubicBezTo>
                  <a:pt x="12274" y="57262"/>
                  <a:pt x="12274" y="57321"/>
                  <a:pt x="12274" y="57394"/>
                </a:cubicBezTo>
                <a:cubicBezTo>
                  <a:pt x="12259" y="57409"/>
                  <a:pt x="12230" y="57438"/>
                  <a:pt x="12201" y="57438"/>
                </a:cubicBezTo>
                <a:cubicBezTo>
                  <a:pt x="12127" y="57468"/>
                  <a:pt x="12083" y="57497"/>
                  <a:pt x="12009" y="57541"/>
                </a:cubicBezTo>
                <a:lnTo>
                  <a:pt x="12009" y="57365"/>
                </a:lnTo>
                <a:cubicBezTo>
                  <a:pt x="12098" y="57306"/>
                  <a:pt x="12186" y="57247"/>
                  <a:pt x="12259" y="57218"/>
                </a:cubicBezTo>
                <a:close/>
                <a:moveTo>
                  <a:pt x="11450" y="57335"/>
                </a:moveTo>
                <a:cubicBezTo>
                  <a:pt x="11450" y="57365"/>
                  <a:pt x="11435" y="57379"/>
                  <a:pt x="11435" y="57379"/>
                </a:cubicBezTo>
                <a:cubicBezTo>
                  <a:pt x="11421" y="57394"/>
                  <a:pt x="11421" y="57438"/>
                  <a:pt x="11421" y="57453"/>
                </a:cubicBezTo>
                <a:lnTo>
                  <a:pt x="11244" y="57556"/>
                </a:lnTo>
                <a:cubicBezTo>
                  <a:pt x="11273" y="57527"/>
                  <a:pt x="11288" y="57482"/>
                  <a:pt x="11303" y="57438"/>
                </a:cubicBezTo>
                <a:cubicBezTo>
                  <a:pt x="11347" y="57409"/>
                  <a:pt x="11391" y="57379"/>
                  <a:pt x="11450" y="57335"/>
                </a:cubicBezTo>
                <a:close/>
                <a:moveTo>
                  <a:pt x="11671" y="57365"/>
                </a:moveTo>
                <a:lnTo>
                  <a:pt x="11671" y="57365"/>
                </a:lnTo>
                <a:cubicBezTo>
                  <a:pt x="11656" y="57409"/>
                  <a:pt x="11656" y="57468"/>
                  <a:pt x="11656" y="57512"/>
                </a:cubicBezTo>
                <a:cubicBezTo>
                  <a:pt x="11583" y="57541"/>
                  <a:pt x="11509" y="57600"/>
                  <a:pt x="11435" y="57630"/>
                </a:cubicBezTo>
                <a:cubicBezTo>
                  <a:pt x="11450" y="57585"/>
                  <a:pt x="11450" y="57541"/>
                  <a:pt x="11465" y="57482"/>
                </a:cubicBezTo>
                <a:cubicBezTo>
                  <a:pt x="11524" y="57453"/>
                  <a:pt x="11597" y="57409"/>
                  <a:pt x="11671" y="57365"/>
                </a:cubicBezTo>
                <a:close/>
                <a:moveTo>
                  <a:pt x="11950" y="57409"/>
                </a:moveTo>
                <a:lnTo>
                  <a:pt x="11950" y="57585"/>
                </a:lnTo>
                <a:cubicBezTo>
                  <a:pt x="11862" y="57630"/>
                  <a:pt x="11789" y="57674"/>
                  <a:pt x="11686" y="57733"/>
                </a:cubicBezTo>
                <a:cubicBezTo>
                  <a:pt x="11686" y="57674"/>
                  <a:pt x="11715" y="57615"/>
                  <a:pt x="11715" y="57556"/>
                </a:cubicBezTo>
                <a:cubicBezTo>
                  <a:pt x="11789" y="57512"/>
                  <a:pt x="11877" y="57468"/>
                  <a:pt x="11950" y="57409"/>
                </a:cubicBezTo>
                <a:close/>
                <a:moveTo>
                  <a:pt x="11170" y="57556"/>
                </a:moveTo>
                <a:lnTo>
                  <a:pt x="11170" y="57556"/>
                </a:lnTo>
                <a:cubicBezTo>
                  <a:pt x="11156" y="57600"/>
                  <a:pt x="11156" y="57615"/>
                  <a:pt x="11141" y="57659"/>
                </a:cubicBezTo>
                <a:cubicBezTo>
                  <a:pt x="11097" y="57688"/>
                  <a:pt x="11053" y="57733"/>
                  <a:pt x="11009" y="57747"/>
                </a:cubicBezTo>
                <a:cubicBezTo>
                  <a:pt x="11023" y="57703"/>
                  <a:pt x="11053" y="57688"/>
                  <a:pt x="11067" y="57659"/>
                </a:cubicBezTo>
                <a:cubicBezTo>
                  <a:pt x="11097" y="57615"/>
                  <a:pt x="11141" y="57585"/>
                  <a:pt x="11170" y="57556"/>
                </a:cubicBezTo>
                <a:close/>
                <a:moveTo>
                  <a:pt x="11376" y="57556"/>
                </a:moveTo>
                <a:cubicBezTo>
                  <a:pt x="11362" y="57615"/>
                  <a:pt x="11362" y="57659"/>
                  <a:pt x="11347" y="57703"/>
                </a:cubicBezTo>
                <a:cubicBezTo>
                  <a:pt x="11259" y="57747"/>
                  <a:pt x="11215" y="57806"/>
                  <a:pt x="11141" y="57836"/>
                </a:cubicBezTo>
                <a:cubicBezTo>
                  <a:pt x="11141" y="57821"/>
                  <a:pt x="11156" y="57806"/>
                  <a:pt x="11156" y="57806"/>
                </a:cubicBezTo>
                <a:cubicBezTo>
                  <a:pt x="11170" y="57762"/>
                  <a:pt x="11170" y="57733"/>
                  <a:pt x="11200" y="57703"/>
                </a:cubicBezTo>
                <a:cubicBezTo>
                  <a:pt x="11244" y="57659"/>
                  <a:pt x="11303" y="57615"/>
                  <a:pt x="11376" y="57556"/>
                </a:cubicBezTo>
                <a:close/>
                <a:moveTo>
                  <a:pt x="10913" y="57793"/>
                </a:moveTo>
                <a:cubicBezTo>
                  <a:pt x="10906" y="57812"/>
                  <a:pt x="10906" y="57824"/>
                  <a:pt x="10906" y="57836"/>
                </a:cubicBezTo>
                <a:cubicBezTo>
                  <a:pt x="10876" y="57850"/>
                  <a:pt x="10847" y="57880"/>
                  <a:pt x="10832" y="57909"/>
                </a:cubicBezTo>
                <a:cubicBezTo>
                  <a:pt x="10832" y="57895"/>
                  <a:pt x="10847" y="57880"/>
                  <a:pt x="10847" y="57850"/>
                </a:cubicBezTo>
                <a:cubicBezTo>
                  <a:pt x="10860" y="57838"/>
                  <a:pt x="10895" y="57825"/>
                  <a:pt x="10913" y="57793"/>
                </a:cubicBezTo>
                <a:close/>
                <a:moveTo>
                  <a:pt x="11656" y="57600"/>
                </a:moveTo>
                <a:lnTo>
                  <a:pt x="11656" y="57600"/>
                </a:lnTo>
                <a:cubicBezTo>
                  <a:pt x="11612" y="57659"/>
                  <a:pt x="11612" y="57703"/>
                  <a:pt x="11612" y="57762"/>
                </a:cubicBezTo>
                <a:cubicBezTo>
                  <a:pt x="11538" y="57821"/>
                  <a:pt x="11450" y="57850"/>
                  <a:pt x="11376" y="57909"/>
                </a:cubicBezTo>
                <a:cubicBezTo>
                  <a:pt x="11376" y="57850"/>
                  <a:pt x="11391" y="57806"/>
                  <a:pt x="11421" y="57747"/>
                </a:cubicBezTo>
                <a:cubicBezTo>
                  <a:pt x="11494" y="57688"/>
                  <a:pt x="11568" y="57659"/>
                  <a:pt x="11656" y="57600"/>
                </a:cubicBezTo>
                <a:close/>
                <a:moveTo>
                  <a:pt x="11097" y="57762"/>
                </a:moveTo>
                <a:lnTo>
                  <a:pt x="11097" y="57762"/>
                </a:lnTo>
                <a:cubicBezTo>
                  <a:pt x="11082" y="57806"/>
                  <a:pt x="11067" y="57850"/>
                  <a:pt x="11067" y="57895"/>
                </a:cubicBezTo>
                <a:lnTo>
                  <a:pt x="10891" y="57998"/>
                </a:lnTo>
                <a:cubicBezTo>
                  <a:pt x="10920" y="57968"/>
                  <a:pt x="10935" y="57924"/>
                  <a:pt x="10950" y="57880"/>
                </a:cubicBezTo>
                <a:cubicBezTo>
                  <a:pt x="10994" y="57836"/>
                  <a:pt x="11053" y="57806"/>
                  <a:pt x="11097" y="57762"/>
                </a:cubicBezTo>
                <a:close/>
                <a:moveTo>
                  <a:pt x="11303" y="57821"/>
                </a:moveTo>
                <a:lnTo>
                  <a:pt x="11303" y="57821"/>
                </a:lnTo>
                <a:cubicBezTo>
                  <a:pt x="11288" y="57880"/>
                  <a:pt x="11288" y="57924"/>
                  <a:pt x="11288" y="57968"/>
                </a:cubicBezTo>
                <a:cubicBezTo>
                  <a:pt x="11215" y="57998"/>
                  <a:pt x="11141" y="58042"/>
                  <a:pt x="11067" y="58101"/>
                </a:cubicBezTo>
                <a:cubicBezTo>
                  <a:pt x="11082" y="58042"/>
                  <a:pt x="11082" y="57998"/>
                  <a:pt x="11097" y="57953"/>
                </a:cubicBezTo>
                <a:cubicBezTo>
                  <a:pt x="11170" y="57895"/>
                  <a:pt x="11244" y="57850"/>
                  <a:pt x="11303" y="57821"/>
                </a:cubicBezTo>
                <a:close/>
                <a:moveTo>
                  <a:pt x="11605" y="57882"/>
                </a:moveTo>
                <a:cubicBezTo>
                  <a:pt x="11543" y="57915"/>
                  <a:pt x="11478" y="57942"/>
                  <a:pt x="11406" y="57983"/>
                </a:cubicBezTo>
                <a:cubicBezTo>
                  <a:pt x="11406" y="58031"/>
                  <a:pt x="11407" y="58080"/>
                  <a:pt x="11409" y="58130"/>
                </a:cubicBezTo>
                <a:lnTo>
                  <a:pt x="11409" y="58130"/>
                </a:lnTo>
                <a:cubicBezTo>
                  <a:pt x="11468" y="58092"/>
                  <a:pt x="11533" y="58059"/>
                  <a:pt x="11597" y="58027"/>
                </a:cubicBezTo>
                <a:cubicBezTo>
                  <a:pt x="11597" y="57979"/>
                  <a:pt x="11597" y="57931"/>
                  <a:pt x="11605" y="57882"/>
                </a:cubicBezTo>
                <a:close/>
                <a:moveTo>
                  <a:pt x="10832" y="57983"/>
                </a:moveTo>
                <a:lnTo>
                  <a:pt x="10832" y="57983"/>
                </a:lnTo>
                <a:cubicBezTo>
                  <a:pt x="10803" y="58027"/>
                  <a:pt x="10803" y="58056"/>
                  <a:pt x="10788" y="58071"/>
                </a:cubicBezTo>
                <a:cubicBezTo>
                  <a:pt x="10744" y="58115"/>
                  <a:pt x="10700" y="58130"/>
                  <a:pt x="10655" y="58174"/>
                </a:cubicBezTo>
                <a:cubicBezTo>
                  <a:pt x="10685" y="58145"/>
                  <a:pt x="10700" y="58115"/>
                  <a:pt x="10714" y="58071"/>
                </a:cubicBezTo>
                <a:cubicBezTo>
                  <a:pt x="10758" y="58042"/>
                  <a:pt x="10788" y="57998"/>
                  <a:pt x="10832" y="57983"/>
                </a:cubicBezTo>
                <a:close/>
                <a:moveTo>
                  <a:pt x="11128" y="58129"/>
                </a:moveTo>
                <a:cubicBezTo>
                  <a:pt x="11107" y="58143"/>
                  <a:pt x="11087" y="58158"/>
                  <a:pt x="11067" y="58174"/>
                </a:cubicBezTo>
                <a:cubicBezTo>
                  <a:pt x="11067" y="58175"/>
                  <a:pt x="11067" y="58177"/>
                  <a:pt x="11066" y="58178"/>
                </a:cubicBezTo>
                <a:lnTo>
                  <a:pt x="11066" y="58178"/>
                </a:lnTo>
                <a:cubicBezTo>
                  <a:pt x="11067" y="58172"/>
                  <a:pt x="11067" y="58166"/>
                  <a:pt x="11067" y="58159"/>
                </a:cubicBezTo>
                <a:cubicBezTo>
                  <a:pt x="11088" y="58149"/>
                  <a:pt x="11108" y="58139"/>
                  <a:pt x="11128" y="58129"/>
                </a:cubicBezTo>
                <a:close/>
                <a:moveTo>
                  <a:pt x="11023" y="57998"/>
                </a:moveTo>
                <a:lnTo>
                  <a:pt x="11023" y="57998"/>
                </a:lnTo>
                <a:cubicBezTo>
                  <a:pt x="11009" y="58056"/>
                  <a:pt x="11009" y="58101"/>
                  <a:pt x="10994" y="58145"/>
                </a:cubicBezTo>
                <a:cubicBezTo>
                  <a:pt x="10920" y="58189"/>
                  <a:pt x="10861" y="58218"/>
                  <a:pt x="10788" y="58262"/>
                </a:cubicBezTo>
                <a:cubicBezTo>
                  <a:pt x="10788" y="58248"/>
                  <a:pt x="10803" y="58204"/>
                  <a:pt x="10832" y="58189"/>
                </a:cubicBezTo>
                <a:cubicBezTo>
                  <a:pt x="10832" y="58174"/>
                  <a:pt x="10847" y="58145"/>
                  <a:pt x="10847" y="58130"/>
                </a:cubicBezTo>
                <a:cubicBezTo>
                  <a:pt x="10906" y="58101"/>
                  <a:pt x="10950" y="58042"/>
                  <a:pt x="11023" y="57998"/>
                </a:cubicBezTo>
                <a:close/>
                <a:moveTo>
                  <a:pt x="10567" y="58204"/>
                </a:moveTo>
                <a:lnTo>
                  <a:pt x="10567" y="58204"/>
                </a:lnTo>
                <a:cubicBezTo>
                  <a:pt x="10552" y="58218"/>
                  <a:pt x="10552" y="58248"/>
                  <a:pt x="10538" y="58262"/>
                </a:cubicBezTo>
                <a:cubicBezTo>
                  <a:pt x="10517" y="58273"/>
                  <a:pt x="10497" y="58283"/>
                  <a:pt x="10482" y="58298"/>
                </a:cubicBezTo>
                <a:lnTo>
                  <a:pt x="10482" y="58298"/>
                </a:lnTo>
                <a:cubicBezTo>
                  <a:pt x="10484" y="58290"/>
                  <a:pt x="10488" y="58283"/>
                  <a:pt x="10494" y="58277"/>
                </a:cubicBezTo>
                <a:lnTo>
                  <a:pt x="10567" y="58204"/>
                </a:lnTo>
                <a:close/>
                <a:moveTo>
                  <a:pt x="10758" y="58189"/>
                </a:moveTo>
                <a:lnTo>
                  <a:pt x="10758" y="58189"/>
                </a:lnTo>
                <a:cubicBezTo>
                  <a:pt x="10729" y="58218"/>
                  <a:pt x="10714" y="58277"/>
                  <a:pt x="10714" y="58321"/>
                </a:cubicBezTo>
                <a:lnTo>
                  <a:pt x="10552" y="58424"/>
                </a:lnTo>
                <a:lnTo>
                  <a:pt x="10552" y="58424"/>
                </a:lnTo>
                <a:lnTo>
                  <a:pt x="10611" y="58321"/>
                </a:lnTo>
                <a:cubicBezTo>
                  <a:pt x="10641" y="58277"/>
                  <a:pt x="10700" y="58248"/>
                  <a:pt x="10758" y="58189"/>
                </a:cubicBezTo>
                <a:close/>
                <a:moveTo>
                  <a:pt x="10979" y="58248"/>
                </a:moveTo>
                <a:lnTo>
                  <a:pt x="10979" y="58248"/>
                </a:lnTo>
                <a:cubicBezTo>
                  <a:pt x="10920" y="58277"/>
                  <a:pt x="10847" y="58336"/>
                  <a:pt x="10773" y="58365"/>
                </a:cubicBezTo>
                <a:cubicBezTo>
                  <a:pt x="10744" y="58424"/>
                  <a:pt x="10744" y="58468"/>
                  <a:pt x="10729" y="58513"/>
                </a:cubicBezTo>
                <a:cubicBezTo>
                  <a:pt x="10803" y="58483"/>
                  <a:pt x="10876" y="58424"/>
                  <a:pt x="10950" y="58395"/>
                </a:cubicBezTo>
                <a:cubicBezTo>
                  <a:pt x="10950" y="58336"/>
                  <a:pt x="10950" y="58277"/>
                  <a:pt x="10979" y="58248"/>
                </a:cubicBezTo>
                <a:close/>
                <a:moveTo>
                  <a:pt x="10494" y="58380"/>
                </a:moveTo>
                <a:lnTo>
                  <a:pt x="10494" y="58380"/>
                </a:lnTo>
                <a:cubicBezTo>
                  <a:pt x="10479" y="58424"/>
                  <a:pt x="10464" y="58454"/>
                  <a:pt x="10464" y="58498"/>
                </a:cubicBezTo>
                <a:cubicBezTo>
                  <a:pt x="10420" y="58542"/>
                  <a:pt x="10361" y="58557"/>
                  <a:pt x="10332" y="58586"/>
                </a:cubicBezTo>
                <a:cubicBezTo>
                  <a:pt x="10332" y="58557"/>
                  <a:pt x="10346" y="58542"/>
                  <a:pt x="10361" y="58498"/>
                </a:cubicBezTo>
                <a:cubicBezTo>
                  <a:pt x="10405" y="58468"/>
                  <a:pt x="10435" y="58424"/>
                  <a:pt x="10494" y="58380"/>
                </a:cubicBezTo>
                <a:close/>
                <a:moveTo>
                  <a:pt x="10214" y="58630"/>
                </a:moveTo>
                <a:cubicBezTo>
                  <a:pt x="10199" y="58645"/>
                  <a:pt x="10199" y="58660"/>
                  <a:pt x="10184" y="58689"/>
                </a:cubicBezTo>
                <a:cubicBezTo>
                  <a:pt x="10175" y="58698"/>
                  <a:pt x="10155" y="58708"/>
                  <a:pt x="10137" y="58717"/>
                </a:cubicBezTo>
                <a:lnTo>
                  <a:pt x="10137" y="58717"/>
                </a:lnTo>
                <a:cubicBezTo>
                  <a:pt x="10139" y="58713"/>
                  <a:pt x="10140" y="58708"/>
                  <a:pt x="10140" y="58704"/>
                </a:cubicBezTo>
                <a:lnTo>
                  <a:pt x="10214" y="58630"/>
                </a:lnTo>
                <a:close/>
                <a:moveTo>
                  <a:pt x="9817" y="59013"/>
                </a:moveTo>
                <a:lnTo>
                  <a:pt x="9817" y="59013"/>
                </a:lnTo>
                <a:cubicBezTo>
                  <a:pt x="9478" y="59970"/>
                  <a:pt x="9640" y="61132"/>
                  <a:pt x="10287" y="62192"/>
                </a:cubicBezTo>
                <a:cubicBezTo>
                  <a:pt x="10994" y="63354"/>
                  <a:pt x="12068" y="64355"/>
                  <a:pt x="13716" y="65341"/>
                </a:cubicBezTo>
                <a:cubicBezTo>
                  <a:pt x="13864" y="65429"/>
                  <a:pt x="14025" y="65532"/>
                  <a:pt x="14173" y="65621"/>
                </a:cubicBezTo>
                <a:lnTo>
                  <a:pt x="14393" y="65753"/>
                </a:lnTo>
                <a:cubicBezTo>
                  <a:pt x="15497" y="66415"/>
                  <a:pt x="16365" y="67151"/>
                  <a:pt x="16969" y="67931"/>
                </a:cubicBezTo>
                <a:cubicBezTo>
                  <a:pt x="17513" y="68667"/>
                  <a:pt x="18102" y="69535"/>
                  <a:pt x="18131" y="70551"/>
                </a:cubicBezTo>
                <a:cubicBezTo>
                  <a:pt x="18161" y="71640"/>
                  <a:pt x="17646" y="72758"/>
                  <a:pt x="16704" y="73700"/>
                </a:cubicBezTo>
                <a:cubicBezTo>
                  <a:pt x="16365" y="74038"/>
                  <a:pt x="15953" y="74362"/>
                  <a:pt x="15527" y="74627"/>
                </a:cubicBezTo>
                <a:cubicBezTo>
                  <a:pt x="15080" y="74907"/>
                  <a:pt x="14607" y="75138"/>
                  <a:pt x="14122" y="75342"/>
                </a:cubicBezTo>
                <a:lnTo>
                  <a:pt x="14122" y="75342"/>
                </a:lnTo>
                <a:cubicBezTo>
                  <a:pt x="14518" y="75169"/>
                  <a:pt x="14905" y="74974"/>
                  <a:pt x="15276" y="74745"/>
                </a:cubicBezTo>
                <a:cubicBezTo>
                  <a:pt x="15718" y="74465"/>
                  <a:pt x="16145" y="74156"/>
                  <a:pt x="16483" y="73788"/>
                </a:cubicBezTo>
                <a:cubicBezTo>
                  <a:pt x="17484" y="72817"/>
                  <a:pt x="17984" y="71654"/>
                  <a:pt x="17925" y="70536"/>
                </a:cubicBezTo>
                <a:cubicBezTo>
                  <a:pt x="17866" y="69432"/>
                  <a:pt x="17219" y="68520"/>
                  <a:pt x="16660" y="67843"/>
                </a:cubicBezTo>
                <a:cubicBezTo>
                  <a:pt x="16027" y="67107"/>
                  <a:pt x="15188" y="66430"/>
                  <a:pt x="14114" y="65827"/>
                </a:cubicBezTo>
                <a:lnTo>
                  <a:pt x="13613" y="65547"/>
                </a:lnTo>
                <a:lnTo>
                  <a:pt x="13437" y="65459"/>
                </a:lnTo>
                <a:cubicBezTo>
                  <a:pt x="12245" y="64797"/>
                  <a:pt x="10891" y="63928"/>
                  <a:pt x="10052" y="62618"/>
                </a:cubicBezTo>
                <a:cubicBezTo>
                  <a:pt x="9346" y="61559"/>
                  <a:pt x="9184" y="60323"/>
                  <a:pt x="9566" y="59322"/>
                </a:cubicBezTo>
                <a:cubicBezTo>
                  <a:pt x="9596" y="59248"/>
                  <a:pt x="9625" y="59204"/>
                  <a:pt x="9669" y="59131"/>
                </a:cubicBezTo>
                <a:cubicBezTo>
                  <a:pt x="9714" y="59087"/>
                  <a:pt x="9758" y="59057"/>
                  <a:pt x="9817" y="59013"/>
                </a:cubicBezTo>
                <a:close/>
                <a:moveTo>
                  <a:pt x="11996" y="57614"/>
                </a:moveTo>
                <a:cubicBezTo>
                  <a:pt x="11996" y="57615"/>
                  <a:pt x="11995" y="57615"/>
                  <a:pt x="11995" y="57615"/>
                </a:cubicBezTo>
                <a:lnTo>
                  <a:pt x="11995" y="57806"/>
                </a:lnTo>
                <a:cubicBezTo>
                  <a:pt x="12009" y="57806"/>
                  <a:pt x="12016" y="57800"/>
                  <a:pt x="12021" y="57793"/>
                </a:cubicBezTo>
                <a:lnTo>
                  <a:pt x="12021" y="57793"/>
                </a:lnTo>
                <a:cubicBezTo>
                  <a:pt x="12070" y="58106"/>
                  <a:pt x="12150" y="58441"/>
                  <a:pt x="12259" y="58807"/>
                </a:cubicBezTo>
                <a:cubicBezTo>
                  <a:pt x="12848" y="60735"/>
                  <a:pt x="14040" y="62486"/>
                  <a:pt x="15806" y="64002"/>
                </a:cubicBezTo>
                <a:cubicBezTo>
                  <a:pt x="16071" y="64223"/>
                  <a:pt x="16336" y="64443"/>
                  <a:pt x="16630" y="64679"/>
                </a:cubicBezTo>
                <a:cubicBezTo>
                  <a:pt x="17690" y="65503"/>
                  <a:pt x="18955" y="66665"/>
                  <a:pt x="19559" y="68137"/>
                </a:cubicBezTo>
                <a:cubicBezTo>
                  <a:pt x="19868" y="68888"/>
                  <a:pt x="20162" y="69697"/>
                  <a:pt x="20059" y="70580"/>
                </a:cubicBezTo>
                <a:cubicBezTo>
                  <a:pt x="19941" y="71522"/>
                  <a:pt x="19426" y="72493"/>
                  <a:pt x="18617" y="73347"/>
                </a:cubicBezTo>
                <a:cubicBezTo>
                  <a:pt x="18308" y="73656"/>
                  <a:pt x="17984" y="73950"/>
                  <a:pt x="17616" y="74230"/>
                </a:cubicBezTo>
                <a:cubicBezTo>
                  <a:pt x="16807" y="74818"/>
                  <a:pt x="15894" y="75260"/>
                  <a:pt x="15041" y="75672"/>
                </a:cubicBezTo>
                <a:cubicBezTo>
                  <a:pt x="14599" y="75893"/>
                  <a:pt x="14114" y="76143"/>
                  <a:pt x="13672" y="76378"/>
                </a:cubicBezTo>
                <a:cubicBezTo>
                  <a:pt x="12259" y="77144"/>
                  <a:pt x="10950" y="78144"/>
                  <a:pt x="9772" y="79307"/>
                </a:cubicBezTo>
                <a:cubicBezTo>
                  <a:pt x="8786" y="80278"/>
                  <a:pt x="8080" y="81235"/>
                  <a:pt x="7653" y="82206"/>
                </a:cubicBezTo>
                <a:cubicBezTo>
                  <a:pt x="7403" y="82780"/>
                  <a:pt x="7256" y="83354"/>
                  <a:pt x="7197" y="83898"/>
                </a:cubicBezTo>
                <a:cubicBezTo>
                  <a:pt x="7123" y="84678"/>
                  <a:pt x="7212" y="85429"/>
                  <a:pt x="7315" y="86018"/>
                </a:cubicBezTo>
                <a:cubicBezTo>
                  <a:pt x="7580" y="87636"/>
                  <a:pt x="8080" y="89167"/>
                  <a:pt x="8757" y="90565"/>
                </a:cubicBezTo>
                <a:lnTo>
                  <a:pt x="8816" y="90521"/>
                </a:lnTo>
                <a:cubicBezTo>
                  <a:pt x="8124" y="89123"/>
                  <a:pt x="7639" y="87622"/>
                  <a:pt x="7359" y="86003"/>
                </a:cubicBezTo>
                <a:cubicBezTo>
                  <a:pt x="7271" y="85429"/>
                  <a:pt x="7168" y="84678"/>
                  <a:pt x="7256" y="83898"/>
                </a:cubicBezTo>
                <a:cubicBezTo>
                  <a:pt x="7315" y="83354"/>
                  <a:pt x="7477" y="82780"/>
                  <a:pt x="7712" y="82221"/>
                </a:cubicBezTo>
                <a:cubicBezTo>
                  <a:pt x="8139" y="81264"/>
                  <a:pt x="8831" y="80337"/>
                  <a:pt x="9817" y="79351"/>
                </a:cubicBezTo>
                <a:cubicBezTo>
                  <a:pt x="10994" y="78203"/>
                  <a:pt x="12289" y="77217"/>
                  <a:pt x="13687" y="76452"/>
                </a:cubicBezTo>
                <a:cubicBezTo>
                  <a:pt x="14128" y="76216"/>
                  <a:pt x="14599" y="75966"/>
                  <a:pt x="15056" y="75745"/>
                </a:cubicBezTo>
                <a:cubicBezTo>
                  <a:pt x="15924" y="75304"/>
                  <a:pt x="16822" y="74862"/>
                  <a:pt x="17631" y="74274"/>
                </a:cubicBezTo>
                <a:cubicBezTo>
                  <a:pt x="17999" y="74009"/>
                  <a:pt x="18352" y="73715"/>
                  <a:pt x="18661" y="73391"/>
                </a:cubicBezTo>
                <a:cubicBezTo>
                  <a:pt x="19485" y="72552"/>
                  <a:pt x="20000" y="71551"/>
                  <a:pt x="20118" y="70595"/>
                </a:cubicBezTo>
                <a:cubicBezTo>
                  <a:pt x="20221" y="69697"/>
                  <a:pt x="19927" y="68873"/>
                  <a:pt x="19603" y="68122"/>
                </a:cubicBezTo>
                <a:cubicBezTo>
                  <a:pt x="18970" y="66621"/>
                  <a:pt x="17690" y="65473"/>
                  <a:pt x="16660" y="64620"/>
                </a:cubicBezTo>
                <a:cubicBezTo>
                  <a:pt x="16336" y="64384"/>
                  <a:pt x="16071" y="64149"/>
                  <a:pt x="15821" y="63943"/>
                </a:cubicBezTo>
                <a:cubicBezTo>
                  <a:pt x="14055" y="62427"/>
                  <a:pt x="12863" y="60705"/>
                  <a:pt x="12289" y="58792"/>
                </a:cubicBezTo>
                <a:cubicBezTo>
                  <a:pt x="12193" y="58431"/>
                  <a:pt x="12106" y="58090"/>
                  <a:pt x="12062" y="57768"/>
                </a:cubicBezTo>
                <a:lnTo>
                  <a:pt x="12062" y="57768"/>
                </a:lnTo>
                <a:cubicBezTo>
                  <a:pt x="12054" y="57771"/>
                  <a:pt x="12046" y="57774"/>
                  <a:pt x="12039" y="57777"/>
                </a:cubicBezTo>
                <a:cubicBezTo>
                  <a:pt x="12031" y="57777"/>
                  <a:pt x="12027" y="57785"/>
                  <a:pt x="12021" y="57793"/>
                </a:cubicBezTo>
                <a:lnTo>
                  <a:pt x="12021" y="57793"/>
                </a:lnTo>
                <a:cubicBezTo>
                  <a:pt x="12012" y="57732"/>
                  <a:pt x="12004" y="57673"/>
                  <a:pt x="11996" y="57614"/>
                </a:cubicBezTo>
                <a:close/>
                <a:moveTo>
                  <a:pt x="10132" y="58846"/>
                </a:moveTo>
                <a:lnTo>
                  <a:pt x="10132" y="58846"/>
                </a:lnTo>
                <a:cubicBezTo>
                  <a:pt x="10120" y="58863"/>
                  <a:pt x="10108" y="58889"/>
                  <a:pt x="10096" y="58925"/>
                </a:cubicBezTo>
                <a:cubicBezTo>
                  <a:pt x="10083" y="58933"/>
                  <a:pt x="10069" y="58942"/>
                  <a:pt x="10055" y="58950"/>
                </a:cubicBezTo>
                <a:lnTo>
                  <a:pt x="10055" y="58950"/>
                </a:lnTo>
                <a:cubicBezTo>
                  <a:pt x="10061" y="58923"/>
                  <a:pt x="10067" y="58897"/>
                  <a:pt x="10073" y="58870"/>
                </a:cubicBezTo>
                <a:lnTo>
                  <a:pt x="10073" y="58870"/>
                </a:lnTo>
                <a:cubicBezTo>
                  <a:pt x="10051" y="58885"/>
                  <a:pt x="10030" y="58903"/>
                  <a:pt x="10008" y="58925"/>
                </a:cubicBezTo>
                <a:cubicBezTo>
                  <a:pt x="9993" y="58954"/>
                  <a:pt x="9978" y="58984"/>
                  <a:pt x="9964" y="59013"/>
                </a:cubicBezTo>
                <a:cubicBezTo>
                  <a:pt x="9985" y="58992"/>
                  <a:pt x="10021" y="58971"/>
                  <a:pt x="10055" y="58950"/>
                </a:cubicBezTo>
                <a:lnTo>
                  <a:pt x="10055" y="58950"/>
                </a:lnTo>
                <a:cubicBezTo>
                  <a:pt x="9876" y="59807"/>
                  <a:pt x="10061" y="60792"/>
                  <a:pt x="10582" y="61735"/>
                </a:cubicBezTo>
                <a:cubicBezTo>
                  <a:pt x="11288" y="63001"/>
                  <a:pt x="12407" y="64134"/>
                  <a:pt x="14025" y="65179"/>
                </a:cubicBezTo>
                <a:cubicBezTo>
                  <a:pt x="14261" y="65326"/>
                  <a:pt x="14496" y="65473"/>
                  <a:pt x="14747" y="65635"/>
                </a:cubicBezTo>
                <a:cubicBezTo>
                  <a:pt x="15880" y="66356"/>
                  <a:pt x="16763" y="67166"/>
                  <a:pt x="17366" y="68005"/>
                </a:cubicBezTo>
                <a:cubicBezTo>
                  <a:pt x="17881" y="68726"/>
                  <a:pt x="18426" y="69594"/>
                  <a:pt x="18440" y="70609"/>
                </a:cubicBezTo>
                <a:cubicBezTo>
                  <a:pt x="18455" y="71669"/>
                  <a:pt x="17940" y="72773"/>
                  <a:pt x="16998" y="73700"/>
                </a:cubicBezTo>
                <a:cubicBezTo>
                  <a:pt x="16660" y="74038"/>
                  <a:pt x="16262" y="74362"/>
                  <a:pt x="15850" y="74612"/>
                </a:cubicBezTo>
                <a:cubicBezTo>
                  <a:pt x="14835" y="75245"/>
                  <a:pt x="13716" y="75642"/>
                  <a:pt x="12627" y="76025"/>
                </a:cubicBezTo>
                <a:cubicBezTo>
                  <a:pt x="12186" y="76202"/>
                  <a:pt x="11700" y="76364"/>
                  <a:pt x="11259" y="76525"/>
                </a:cubicBezTo>
                <a:cubicBezTo>
                  <a:pt x="9684" y="77158"/>
                  <a:pt x="8154" y="78012"/>
                  <a:pt x="6741" y="79071"/>
                </a:cubicBezTo>
                <a:cubicBezTo>
                  <a:pt x="5519" y="79969"/>
                  <a:pt x="4666" y="80911"/>
                  <a:pt x="4151" y="81838"/>
                </a:cubicBezTo>
                <a:cubicBezTo>
                  <a:pt x="3827" y="82427"/>
                  <a:pt x="3650" y="83015"/>
                  <a:pt x="3606" y="83633"/>
                </a:cubicBezTo>
                <a:cubicBezTo>
                  <a:pt x="3562" y="84340"/>
                  <a:pt x="3680" y="85032"/>
                  <a:pt x="3901" y="85856"/>
                </a:cubicBezTo>
                <a:cubicBezTo>
                  <a:pt x="4327" y="87504"/>
                  <a:pt x="4916" y="89108"/>
                  <a:pt x="5637" y="90594"/>
                </a:cubicBezTo>
                <a:lnTo>
                  <a:pt x="5696" y="90565"/>
                </a:lnTo>
                <a:cubicBezTo>
                  <a:pt x="4975" y="89079"/>
                  <a:pt x="4386" y="87489"/>
                  <a:pt x="3959" y="85841"/>
                </a:cubicBezTo>
                <a:cubicBezTo>
                  <a:pt x="3753" y="85032"/>
                  <a:pt x="3636" y="84340"/>
                  <a:pt x="3665" y="83633"/>
                </a:cubicBezTo>
                <a:cubicBezTo>
                  <a:pt x="3709" y="83045"/>
                  <a:pt x="3886" y="82456"/>
                  <a:pt x="4180" y="81882"/>
                </a:cubicBezTo>
                <a:cubicBezTo>
                  <a:pt x="4680" y="80940"/>
                  <a:pt x="5549" y="79999"/>
                  <a:pt x="6756" y="79116"/>
                </a:cubicBezTo>
                <a:cubicBezTo>
                  <a:pt x="8168" y="78071"/>
                  <a:pt x="9699" y="77232"/>
                  <a:pt x="11259" y="76599"/>
                </a:cubicBezTo>
                <a:cubicBezTo>
                  <a:pt x="11700" y="76422"/>
                  <a:pt x="12186" y="76246"/>
                  <a:pt x="12627" y="76099"/>
                </a:cubicBezTo>
                <a:cubicBezTo>
                  <a:pt x="13731" y="75716"/>
                  <a:pt x="14850" y="75319"/>
                  <a:pt x="15865" y="74671"/>
                </a:cubicBezTo>
                <a:cubicBezTo>
                  <a:pt x="16292" y="74392"/>
                  <a:pt x="16689" y="74083"/>
                  <a:pt x="17042" y="73729"/>
                </a:cubicBezTo>
                <a:cubicBezTo>
                  <a:pt x="17984" y="72773"/>
                  <a:pt x="18499" y="71669"/>
                  <a:pt x="18499" y="70580"/>
                </a:cubicBezTo>
                <a:cubicBezTo>
                  <a:pt x="18470" y="69609"/>
                  <a:pt x="17984" y="68740"/>
                  <a:pt x="17410" y="67961"/>
                </a:cubicBezTo>
                <a:cubicBezTo>
                  <a:pt x="16807" y="67092"/>
                  <a:pt x="15924" y="66298"/>
                  <a:pt x="14761" y="65562"/>
                </a:cubicBezTo>
                <a:cubicBezTo>
                  <a:pt x="14526" y="65415"/>
                  <a:pt x="14276" y="65267"/>
                  <a:pt x="14040" y="65106"/>
                </a:cubicBezTo>
                <a:cubicBezTo>
                  <a:pt x="12421" y="64061"/>
                  <a:pt x="11303" y="62928"/>
                  <a:pt x="10626" y="61677"/>
                </a:cubicBezTo>
                <a:cubicBezTo>
                  <a:pt x="10085" y="60722"/>
                  <a:pt x="9916" y="59686"/>
                  <a:pt x="10132" y="58846"/>
                </a:cubicBezTo>
                <a:close/>
                <a:moveTo>
                  <a:pt x="12346" y="57517"/>
                </a:moveTo>
                <a:cubicBezTo>
                  <a:pt x="12348" y="57549"/>
                  <a:pt x="12348" y="57584"/>
                  <a:pt x="12348" y="57615"/>
                </a:cubicBezTo>
                <a:cubicBezTo>
                  <a:pt x="12352" y="57614"/>
                  <a:pt x="12356" y="57613"/>
                  <a:pt x="12359" y="57612"/>
                </a:cubicBezTo>
                <a:lnTo>
                  <a:pt x="12359" y="57612"/>
                </a:lnTo>
                <a:cubicBezTo>
                  <a:pt x="12396" y="57845"/>
                  <a:pt x="12453" y="58089"/>
                  <a:pt x="12510" y="58351"/>
                </a:cubicBezTo>
                <a:cubicBezTo>
                  <a:pt x="13054" y="60367"/>
                  <a:pt x="14261" y="62206"/>
                  <a:pt x="16100" y="63825"/>
                </a:cubicBezTo>
                <a:cubicBezTo>
                  <a:pt x="16365" y="64046"/>
                  <a:pt x="16630" y="64296"/>
                  <a:pt x="16969" y="64561"/>
                </a:cubicBezTo>
                <a:cubicBezTo>
                  <a:pt x="18058" y="65473"/>
                  <a:pt x="19382" y="66680"/>
                  <a:pt x="19941" y="68211"/>
                </a:cubicBezTo>
                <a:cubicBezTo>
                  <a:pt x="20221" y="68932"/>
                  <a:pt x="20486" y="69756"/>
                  <a:pt x="20354" y="70639"/>
                </a:cubicBezTo>
                <a:cubicBezTo>
                  <a:pt x="20192" y="71816"/>
                  <a:pt x="19471" y="72758"/>
                  <a:pt x="18911" y="73347"/>
                </a:cubicBezTo>
                <a:cubicBezTo>
                  <a:pt x="18617" y="73656"/>
                  <a:pt x="18293" y="73950"/>
                  <a:pt x="17925" y="74200"/>
                </a:cubicBezTo>
                <a:cubicBezTo>
                  <a:pt x="17145" y="74774"/>
                  <a:pt x="16292" y="75230"/>
                  <a:pt x="15453" y="75657"/>
                </a:cubicBezTo>
                <a:cubicBezTo>
                  <a:pt x="15011" y="75893"/>
                  <a:pt x="14541" y="76143"/>
                  <a:pt x="14099" y="76393"/>
                </a:cubicBezTo>
                <a:cubicBezTo>
                  <a:pt x="12716" y="77202"/>
                  <a:pt x="11435" y="78218"/>
                  <a:pt x="10287" y="79395"/>
                </a:cubicBezTo>
                <a:cubicBezTo>
                  <a:pt x="9331" y="80381"/>
                  <a:pt x="8669" y="81338"/>
                  <a:pt x="8242" y="82324"/>
                </a:cubicBezTo>
                <a:cubicBezTo>
                  <a:pt x="8006" y="82868"/>
                  <a:pt x="7859" y="83442"/>
                  <a:pt x="7786" y="84016"/>
                </a:cubicBezTo>
                <a:cubicBezTo>
                  <a:pt x="7712" y="84619"/>
                  <a:pt x="7756" y="85267"/>
                  <a:pt x="7874" y="86106"/>
                </a:cubicBezTo>
                <a:cubicBezTo>
                  <a:pt x="8124" y="87725"/>
                  <a:pt x="8595" y="89240"/>
                  <a:pt x="9301" y="90609"/>
                </a:cubicBezTo>
                <a:lnTo>
                  <a:pt x="9346" y="90580"/>
                </a:lnTo>
                <a:cubicBezTo>
                  <a:pt x="8669" y="89196"/>
                  <a:pt x="8198" y="87695"/>
                  <a:pt x="7933" y="86091"/>
                </a:cubicBezTo>
                <a:cubicBezTo>
                  <a:pt x="7800" y="85238"/>
                  <a:pt x="7786" y="84619"/>
                  <a:pt x="7845" y="84016"/>
                </a:cubicBezTo>
                <a:cubicBezTo>
                  <a:pt x="7903" y="83457"/>
                  <a:pt x="8051" y="82883"/>
                  <a:pt x="8286" y="82338"/>
                </a:cubicBezTo>
                <a:cubicBezTo>
                  <a:pt x="8683" y="81367"/>
                  <a:pt x="9346" y="80425"/>
                  <a:pt x="10302" y="79425"/>
                </a:cubicBezTo>
                <a:cubicBezTo>
                  <a:pt x="11450" y="78247"/>
                  <a:pt x="12716" y="77261"/>
                  <a:pt x="14099" y="76452"/>
                </a:cubicBezTo>
                <a:cubicBezTo>
                  <a:pt x="14541" y="76187"/>
                  <a:pt x="14997" y="75952"/>
                  <a:pt x="15453" y="75716"/>
                </a:cubicBezTo>
                <a:cubicBezTo>
                  <a:pt x="16292" y="75275"/>
                  <a:pt x="17145" y="74833"/>
                  <a:pt x="17940" y="74244"/>
                </a:cubicBezTo>
                <a:cubicBezTo>
                  <a:pt x="18308" y="73965"/>
                  <a:pt x="18646" y="73670"/>
                  <a:pt x="18941" y="73361"/>
                </a:cubicBezTo>
                <a:cubicBezTo>
                  <a:pt x="19500" y="72773"/>
                  <a:pt x="20221" y="71816"/>
                  <a:pt x="20383" y="70624"/>
                </a:cubicBezTo>
                <a:cubicBezTo>
                  <a:pt x="20515" y="69712"/>
                  <a:pt x="20236" y="68873"/>
                  <a:pt x="19986" y="68152"/>
                </a:cubicBezTo>
                <a:cubicBezTo>
                  <a:pt x="19397" y="66607"/>
                  <a:pt x="18072" y="65370"/>
                  <a:pt x="16983" y="64487"/>
                </a:cubicBezTo>
                <a:cubicBezTo>
                  <a:pt x="16674" y="64237"/>
                  <a:pt x="16395" y="64002"/>
                  <a:pt x="16115" y="63781"/>
                </a:cubicBezTo>
                <a:cubicBezTo>
                  <a:pt x="14305" y="62162"/>
                  <a:pt x="13098" y="60337"/>
                  <a:pt x="12569" y="58336"/>
                </a:cubicBezTo>
                <a:cubicBezTo>
                  <a:pt x="12501" y="58067"/>
                  <a:pt x="12451" y="57824"/>
                  <a:pt x="12418" y="57593"/>
                </a:cubicBezTo>
                <a:lnTo>
                  <a:pt x="12418" y="57593"/>
                </a:lnTo>
                <a:cubicBezTo>
                  <a:pt x="12399" y="57600"/>
                  <a:pt x="12380" y="57606"/>
                  <a:pt x="12359" y="57612"/>
                </a:cubicBezTo>
                <a:lnTo>
                  <a:pt x="12359" y="57612"/>
                </a:lnTo>
                <a:cubicBezTo>
                  <a:pt x="12354" y="57580"/>
                  <a:pt x="12350" y="57548"/>
                  <a:pt x="12346" y="57517"/>
                </a:cubicBezTo>
                <a:close/>
                <a:moveTo>
                  <a:pt x="12713" y="57382"/>
                </a:moveTo>
                <a:lnTo>
                  <a:pt x="12713" y="57382"/>
                </a:lnTo>
                <a:cubicBezTo>
                  <a:pt x="12715" y="57400"/>
                  <a:pt x="12716" y="57419"/>
                  <a:pt x="12716" y="57438"/>
                </a:cubicBezTo>
                <a:cubicBezTo>
                  <a:pt x="12718" y="57437"/>
                  <a:pt x="12720" y="57436"/>
                  <a:pt x="12722" y="57435"/>
                </a:cubicBezTo>
                <a:lnTo>
                  <a:pt x="12722" y="57435"/>
                </a:lnTo>
                <a:cubicBezTo>
                  <a:pt x="12747" y="57578"/>
                  <a:pt x="12775" y="57722"/>
                  <a:pt x="12804" y="57865"/>
                </a:cubicBezTo>
                <a:cubicBezTo>
                  <a:pt x="13290" y="59970"/>
                  <a:pt x="14496" y="61912"/>
                  <a:pt x="16410" y="63649"/>
                </a:cubicBezTo>
                <a:cubicBezTo>
                  <a:pt x="16689" y="63884"/>
                  <a:pt x="16969" y="64149"/>
                  <a:pt x="17293" y="64414"/>
                </a:cubicBezTo>
                <a:cubicBezTo>
                  <a:pt x="18499" y="65429"/>
                  <a:pt x="19794" y="66680"/>
                  <a:pt x="20339" y="68240"/>
                </a:cubicBezTo>
                <a:cubicBezTo>
                  <a:pt x="20589" y="68976"/>
                  <a:pt x="20795" y="69785"/>
                  <a:pt x="20648" y="70654"/>
                </a:cubicBezTo>
                <a:cubicBezTo>
                  <a:pt x="20442" y="71816"/>
                  <a:pt x="19765" y="72729"/>
                  <a:pt x="19206" y="73303"/>
                </a:cubicBezTo>
                <a:cubicBezTo>
                  <a:pt x="18911" y="73612"/>
                  <a:pt x="18602" y="73891"/>
                  <a:pt x="18234" y="74171"/>
                </a:cubicBezTo>
                <a:cubicBezTo>
                  <a:pt x="17499" y="74745"/>
                  <a:pt x="16674" y="75186"/>
                  <a:pt x="15880" y="75628"/>
                </a:cubicBezTo>
                <a:cubicBezTo>
                  <a:pt x="15438" y="75878"/>
                  <a:pt x="14967" y="76113"/>
                  <a:pt x="14526" y="76393"/>
                </a:cubicBezTo>
                <a:cubicBezTo>
                  <a:pt x="13157" y="77217"/>
                  <a:pt x="11921" y="78247"/>
                  <a:pt x="10817" y="79454"/>
                </a:cubicBezTo>
                <a:cubicBezTo>
                  <a:pt x="9905" y="80440"/>
                  <a:pt x="9257" y="81397"/>
                  <a:pt x="8875" y="82397"/>
                </a:cubicBezTo>
                <a:cubicBezTo>
                  <a:pt x="8639" y="82942"/>
                  <a:pt x="8492" y="83516"/>
                  <a:pt x="8433" y="84060"/>
                </a:cubicBezTo>
                <a:cubicBezTo>
                  <a:pt x="8360" y="84678"/>
                  <a:pt x="8374" y="85341"/>
                  <a:pt x="8492" y="86150"/>
                </a:cubicBezTo>
                <a:cubicBezTo>
                  <a:pt x="8713" y="87739"/>
                  <a:pt x="9169" y="89255"/>
                  <a:pt x="9846" y="90638"/>
                </a:cubicBezTo>
                <a:lnTo>
                  <a:pt x="9905" y="90594"/>
                </a:lnTo>
                <a:cubicBezTo>
                  <a:pt x="9228" y="89240"/>
                  <a:pt x="8757" y="87725"/>
                  <a:pt x="8536" y="86121"/>
                </a:cubicBezTo>
                <a:cubicBezTo>
                  <a:pt x="8433" y="85311"/>
                  <a:pt x="8418" y="84649"/>
                  <a:pt x="8492" y="84060"/>
                </a:cubicBezTo>
                <a:cubicBezTo>
                  <a:pt x="8536" y="83516"/>
                  <a:pt x="8683" y="82957"/>
                  <a:pt x="8934" y="82412"/>
                </a:cubicBezTo>
                <a:cubicBezTo>
                  <a:pt x="9331" y="81441"/>
                  <a:pt x="9964" y="80484"/>
                  <a:pt x="10876" y="79483"/>
                </a:cubicBezTo>
                <a:cubicBezTo>
                  <a:pt x="11965" y="78291"/>
                  <a:pt x="13216" y="77276"/>
                  <a:pt x="14555" y="76437"/>
                </a:cubicBezTo>
                <a:cubicBezTo>
                  <a:pt x="14997" y="76158"/>
                  <a:pt x="15453" y="75893"/>
                  <a:pt x="15894" y="75657"/>
                </a:cubicBezTo>
                <a:cubicBezTo>
                  <a:pt x="16689" y="75216"/>
                  <a:pt x="17513" y="74759"/>
                  <a:pt x="18279" y="74186"/>
                </a:cubicBezTo>
                <a:cubicBezTo>
                  <a:pt x="18617" y="73906"/>
                  <a:pt x="18955" y="73612"/>
                  <a:pt x="19250" y="73317"/>
                </a:cubicBezTo>
                <a:cubicBezTo>
                  <a:pt x="19794" y="72729"/>
                  <a:pt x="20501" y="71816"/>
                  <a:pt x="20707" y="70639"/>
                </a:cubicBezTo>
                <a:cubicBezTo>
                  <a:pt x="20854" y="69771"/>
                  <a:pt x="20648" y="68947"/>
                  <a:pt x="20383" y="68196"/>
                </a:cubicBezTo>
                <a:cubicBezTo>
                  <a:pt x="19853" y="66621"/>
                  <a:pt x="18543" y="65356"/>
                  <a:pt x="17337" y="64340"/>
                </a:cubicBezTo>
                <a:cubicBezTo>
                  <a:pt x="17028" y="64075"/>
                  <a:pt x="16733" y="63825"/>
                  <a:pt x="16454" y="63575"/>
                </a:cubicBezTo>
                <a:cubicBezTo>
                  <a:pt x="14555" y="61868"/>
                  <a:pt x="13363" y="59925"/>
                  <a:pt x="12878" y="57836"/>
                </a:cubicBezTo>
                <a:cubicBezTo>
                  <a:pt x="12850" y="57688"/>
                  <a:pt x="12822" y="57535"/>
                  <a:pt x="12798" y="57395"/>
                </a:cubicBezTo>
                <a:lnTo>
                  <a:pt x="12798" y="57395"/>
                </a:lnTo>
                <a:cubicBezTo>
                  <a:pt x="12774" y="57408"/>
                  <a:pt x="12749" y="57422"/>
                  <a:pt x="12722" y="57435"/>
                </a:cubicBezTo>
                <a:lnTo>
                  <a:pt x="12722" y="57435"/>
                </a:lnTo>
                <a:cubicBezTo>
                  <a:pt x="12719" y="57417"/>
                  <a:pt x="12716" y="57400"/>
                  <a:pt x="12713" y="57382"/>
                </a:cubicBezTo>
                <a:close/>
                <a:moveTo>
                  <a:pt x="13226" y="57150"/>
                </a:moveTo>
                <a:lnTo>
                  <a:pt x="13088" y="57230"/>
                </a:lnTo>
                <a:lnTo>
                  <a:pt x="13088" y="57230"/>
                </a:lnTo>
                <a:cubicBezTo>
                  <a:pt x="13086" y="57219"/>
                  <a:pt x="13084" y="57209"/>
                  <a:pt x="13083" y="57199"/>
                </a:cubicBezTo>
                <a:lnTo>
                  <a:pt x="13083" y="57199"/>
                </a:lnTo>
                <a:cubicBezTo>
                  <a:pt x="13083" y="57210"/>
                  <a:pt x="13084" y="57221"/>
                  <a:pt x="13084" y="57232"/>
                </a:cubicBezTo>
                <a:lnTo>
                  <a:pt x="13088" y="57230"/>
                </a:lnTo>
                <a:lnTo>
                  <a:pt x="13088" y="57230"/>
                </a:lnTo>
                <a:cubicBezTo>
                  <a:pt x="13098" y="57283"/>
                  <a:pt x="13111" y="57337"/>
                  <a:pt x="13128" y="57394"/>
                </a:cubicBezTo>
                <a:cubicBezTo>
                  <a:pt x="13540" y="59557"/>
                  <a:pt x="14761" y="61603"/>
                  <a:pt x="16748" y="63443"/>
                </a:cubicBezTo>
                <a:cubicBezTo>
                  <a:pt x="17028" y="63707"/>
                  <a:pt x="17322" y="63958"/>
                  <a:pt x="17646" y="64252"/>
                </a:cubicBezTo>
                <a:cubicBezTo>
                  <a:pt x="18970" y="65400"/>
                  <a:pt x="20236" y="66665"/>
                  <a:pt x="20736" y="68270"/>
                </a:cubicBezTo>
                <a:cubicBezTo>
                  <a:pt x="20942" y="68902"/>
                  <a:pt x="21148" y="69771"/>
                  <a:pt x="20957" y="70639"/>
                </a:cubicBezTo>
                <a:cubicBezTo>
                  <a:pt x="20736" y="71757"/>
                  <a:pt x="20059" y="72684"/>
                  <a:pt x="19529" y="73229"/>
                </a:cubicBezTo>
                <a:cubicBezTo>
                  <a:pt x="19250" y="73523"/>
                  <a:pt x="18911" y="73818"/>
                  <a:pt x="18588" y="74097"/>
                </a:cubicBezTo>
                <a:cubicBezTo>
                  <a:pt x="17866" y="74642"/>
                  <a:pt x="17101" y="75113"/>
                  <a:pt x="16336" y="75554"/>
                </a:cubicBezTo>
                <a:cubicBezTo>
                  <a:pt x="15894" y="75804"/>
                  <a:pt x="15424" y="76084"/>
                  <a:pt x="14997" y="76378"/>
                </a:cubicBezTo>
                <a:cubicBezTo>
                  <a:pt x="13672" y="77247"/>
                  <a:pt x="12466" y="78291"/>
                  <a:pt x="11406" y="79498"/>
                </a:cubicBezTo>
                <a:cubicBezTo>
                  <a:pt x="10552" y="80514"/>
                  <a:pt x="9920" y="81470"/>
                  <a:pt x="9537" y="82471"/>
                </a:cubicBezTo>
                <a:cubicBezTo>
                  <a:pt x="9316" y="83015"/>
                  <a:pt x="9169" y="83575"/>
                  <a:pt x="9110" y="84119"/>
                </a:cubicBezTo>
                <a:cubicBezTo>
                  <a:pt x="9037" y="84722"/>
                  <a:pt x="9051" y="85385"/>
                  <a:pt x="9154" y="86179"/>
                </a:cubicBezTo>
                <a:cubicBezTo>
                  <a:pt x="9346" y="87783"/>
                  <a:pt x="9787" y="89270"/>
                  <a:pt x="10479" y="90638"/>
                </a:cubicBezTo>
                <a:lnTo>
                  <a:pt x="10523" y="90594"/>
                </a:lnTo>
                <a:cubicBezTo>
                  <a:pt x="9846" y="89255"/>
                  <a:pt x="9404" y="87769"/>
                  <a:pt x="9228" y="86165"/>
                </a:cubicBezTo>
                <a:cubicBezTo>
                  <a:pt x="9125" y="85370"/>
                  <a:pt x="9110" y="84722"/>
                  <a:pt x="9184" y="84119"/>
                </a:cubicBezTo>
                <a:cubicBezTo>
                  <a:pt x="9257" y="83575"/>
                  <a:pt x="9390" y="83015"/>
                  <a:pt x="9611" y="82486"/>
                </a:cubicBezTo>
                <a:cubicBezTo>
                  <a:pt x="9993" y="81514"/>
                  <a:pt x="10597" y="80558"/>
                  <a:pt x="11480" y="79542"/>
                </a:cubicBezTo>
                <a:cubicBezTo>
                  <a:pt x="12539" y="78350"/>
                  <a:pt x="13746" y="77291"/>
                  <a:pt x="15070" y="76437"/>
                </a:cubicBezTo>
                <a:cubicBezTo>
                  <a:pt x="15512" y="76143"/>
                  <a:pt x="15968" y="75878"/>
                  <a:pt x="16410" y="75598"/>
                </a:cubicBezTo>
                <a:cubicBezTo>
                  <a:pt x="17175" y="75157"/>
                  <a:pt x="17955" y="74701"/>
                  <a:pt x="18676" y="74156"/>
                </a:cubicBezTo>
                <a:cubicBezTo>
                  <a:pt x="19029" y="73877"/>
                  <a:pt x="19338" y="73582"/>
                  <a:pt x="19632" y="73288"/>
                </a:cubicBezTo>
                <a:cubicBezTo>
                  <a:pt x="20162" y="72714"/>
                  <a:pt x="20869" y="71801"/>
                  <a:pt x="21089" y="70654"/>
                </a:cubicBezTo>
                <a:cubicBezTo>
                  <a:pt x="21266" y="69756"/>
                  <a:pt x="21075" y="68888"/>
                  <a:pt x="20869" y="68240"/>
                </a:cubicBezTo>
                <a:cubicBezTo>
                  <a:pt x="20383" y="66651"/>
                  <a:pt x="19088" y="65356"/>
                  <a:pt x="17763" y="64223"/>
                </a:cubicBezTo>
                <a:cubicBezTo>
                  <a:pt x="17425" y="63943"/>
                  <a:pt x="17131" y="63663"/>
                  <a:pt x="16851" y="63413"/>
                </a:cubicBezTo>
                <a:cubicBezTo>
                  <a:pt x="14894" y="61574"/>
                  <a:pt x="13672" y="59543"/>
                  <a:pt x="13275" y="57379"/>
                </a:cubicBezTo>
                <a:cubicBezTo>
                  <a:pt x="13252" y="57302"/>
                  <a:pt x="13237" y="57225"/>
                  <a:pt x="13226" y="57150"/>
                </a:cubicBezTo>
                <a:close/>
                <a:moveTo>
                  <a:pt x="14399" y="56145"/>
                </a:moveTo>
                <a:cubicBezTo>
                  <a:pt x="14392" y="56150"/>
                  <a:pt x="14385" y="56154"/>
                  <a:pt x="14379" y="56158"/>
                </a:cubicBezTo>
                <a:cubicBezTo>
                  <a:pt x="14379" y="56232"/>
                  <a:pt x="14393" y="56305"/>
                  <a:pt x="14393" y="56379"/>
                </a:cubicBezTo>
                <a:cubicBezTo>
                  <a:pt x="14405" y="56367"/>
                  <a:pt x="14417" y="56357"/>
                  <a:pt x="14429" y="56346"/>
                </a:cubicBezTo>
                <a:lnTo>
                  <a:pt x="14429" y="56346"/>
                </a:lnTo>
                <a:cubicBezTo>
                  <a:pt x="14763" y="58469"/>
                  <a:pt x="15946" y="60568"/>
                  <a:pt x="18028" y="62721"/>
                </a:cubicBezTo>
                <a:cubicBezTo>
                  <a:pt x="18352" y="63045"/>
                  <a:pt x="18661" y="63354"/>
                  <a:pt x="19014" y="63678"/>
                </a:cubicBezTo>
                <a:cubicBezTo>
                  <a:pt x="20412" y="64988"/>
                  <a:pt x="21972" y="66459"/>
                  <a:pt x="22296" y="68417"/>
                </a:cubicBezTo>
                <a:cubicBezTo>
                  <a:pt x="22429" y="69197"/>
                  <a:pt x="22370" y="69977"/>
                  <a:pt x="22149" y="70698"/>
                </a:cubicBezTo>
                <a:cubicBezTo>
                  <a:pt x="21899" y="71507"/>
                  <a:pt x="21398" y="72331"/>
                  <a:pt x="20721" y="73067"/>
                </a:cubicBezTo>
                <a:cubicBezTo>
                  <a:pt x="20457" y="73347"/>
                  <a:pt x="20192" y="73612"/>
                  <a:pt x="19868" y="73891"/>
                </a:cubicBezTo>
                <a:cubicBezTo>
                  <a:pt x="19309" y="74392"/>
                  <a:pt x="18676" y="74848"/>
                  <a:pt x="18072" y="75289"/>
                </a:cubicBezTo>
                <a:cubicBezTo>
                  <a:pt x="17616" y="75628"/>
                  <a:pt x="17145" y="75966"/>
                  <a:pt x="16704" y="76319"/>
                </a:cubicBezTo>
                <a:cubicBezTo>
                  <a:pt x="15482" y="77320"/>
                  <a:pt x="14408" y="78453"/>
                  <a:pt x="13525" y="79704"/>
                </a:cubicBezTo>
                <a:cubicBezTo>
                  <a:pt x="12833" y="80705"/>
                  <a:pt x="12318" y="81735"/>
                  <a:pt x="11965" y="82736"/>
                </a:cubicBezTo>
                <a:cubicBezTo>
                  <a:pt x="11774" y="83280"/>
                  <a:pt x="11656" y="83810"/>
                  <a:pt x="11583" y="84340"/>
                </a:cubicBezTo>
                <a:cubicBezTo>
                  <a:pt x="11480" y="84973"/>
                  <a:pt x="11465" y="85635"/>
                  <a:pt x="11509" y="86327"/>
                </a:cubicBezTo>
                <a:cubicBezTo>
                  <a:pt x="11597" y="87886"/>
                  <a:pt x="11965" y="89343"/>
                  <a:pt x="12642" y="90653"/>
                </a:cubicBezTo>
                <a:lnTo>
                  <a:pt x="12701" y="90609"/>
                </a:lnTo>
                <a:cubicBezTo>
                  <a:pt x="12039" y="89329"/>
                  <a:pt x="11656" y="87872"/>
                  <a:pt x="11583" y="86327"/>
                </a:cubicBezTo>
                <a:cubicBezTo>
                  <a:pt x="11538" y="85635"/>
                  <a:pt x="11553" y="84973"/>
                  <a:pt x="11656" y="84340"/>
                </a:cubicBezTo>
                <a:cubicBezTo>
                  <a:pt x="11730" y="83810"/>
                  <a:pt x="11847" y="83280"/>
                  <a:pt x="12039" y="82736"/>
                </a:cubicBezTo>
                <a:cubicBezTo>
                  <a:pt x="12362" y="81735"/>
                  <a:pt x="12907" y="80720"/>
                  <a:pt x="13599" y="79719"/>
                </a:cubicBezTo>
                <a:cubicBezTo>
                  <a:pt x="14467" y="78468"/>
                  <a:pt x="15527" y="77350"/>
                  <a:pt x="16763" y="76364"/>
                </a:cubicBezTo>
                <a:cubicBezTo>
                  <a:pt x="17204" y="76010"/>
                  <a:pt x="17660" y="75657"/>
                  <a:pt x="18131" y="75333"/>
                </a:cubicBezTo>
                <a:cubicBezTo>
                  <a:pt x="18735" y="74892"/>
                  <a:pt x="19353" y="74421"/>
                  <a:pt x="19927" y="73935"/>
                </a:cubicBezTo>
                <a:cubicBezTo>
                  <a:pt x="20236" y="73656"/>
                  <a:pt x="20530" y="73376"/>
                  <a:pt x="20795" y="73097"/>
                </a:cubicBezTo>
                <a:cubicBezTo>
                  <a:pt x="21472" y="72346"/>
                  <a:pt x="21987" y="71522"/>
                  <a:pt x="22252" y="70712"/>
                </a:cubicBezTo>
                <a:cubicBezTo>
                  <a:pt x="22487" y="69977"/>
                  <a:pt x="22546" y="69197"/>
                  <a:pt x="22414" y="68387"/>
                </a:cubicBezTo>
                <a:cubicBezTo>
                  <a:pt x="22075" y="66430"/>
                  <a:pt x="20501" y="64929"/>
                  <a:pt x="19103" y="63634"/>
                </a:cubicBezTo>
                <a:cubicBezTo>
                  <a:pt x="18749" y="63295"/>
                  <a:pt x="18426" y="62986"/>
                  <a:pt x="18131" y="62677"/>
                </a:cubicBezTo>
                <a:cubicBezTo>
                  <a:pt x="16026" y="60501"/>
                  <a:pt x="14842" y="58406"/>
                  <a:pt x="14526" y="56275"/>
                </a:cubicBezTo>
                <a:lnTo>
                  <a:pt x="14526" y="56275"/>
                </a:lnTo>
                <a:cubicBezTo>
                  <a:pt x="14493" y="56297"/>
                  <a:pt x="14460" y="56320"/>
                  <a:pt x="14429" y="56346"/>
                </a:cubicBezTo>
                <a:lnTo>
                  <a:pt x="14429" y="56346"/>
                </a:lnTo>
                <a:cubicBezTo>
                  <a:pt x="14418" y="56279"/>
                  <a:pt x="14408" y="56212"/>
                  <a:pt x="14399" y="56145"/>
                </a:cubicBezTo>
                <a:close/>
                <a:moveTo>
                  <a:pt x="14423" y="0"/>
                </a:moveTo>
                <a:lnTo>
                  <a:pt x="14379" y="44"/>
                </a:lnTo>
                <a:cubicBezTo>
                  <a:pt x="15527" y="2281"/>
                  <a:pt x="15733" y="5122"/>
                  <a:pt x="14923" y="7785"/>
                </a:cubicBezTo>
                <a:cubicBezTo>
                  <a:pt x="14202" y="10155"/>
                  <a:pt x="12701" y="12421"/>
                  <a:pt x="10567" y="14334"/>
                </a:cubicBezTo>
                <a:cubicBezTo>
                  <a:pt x="10126" y="14731"/>
                  <a:pt x="9640" y="15129"/>
                  <a:pt x="9184" y="15511"/>
                </a:cubicBezTo>
                <a:cubicBezTo>
                  <a:pt x="8374" y="16174"/>
                  <a:pt x="7535" y="16865"/>
                  <a:pt x="6814" y="17660"/>
                </a:cubicBezTo>
                <a:cubicBezTo>
                  <a:pt x="6064" y="18514"/>
                  <a:pt x="4813" y="20221"/>
                  <a:pt x="5004" y="22207"/>
                </a:cubicBezTo>
                <a:cubicBezTo>
                  <a:pt x="5210" y="24223"/>
                  <a:pt x="6844" y="25813"/>
                  <a:pt x="8271" y="27196"/>
                </a:cubicBezTo>
                <a:lnTo>
                  <a:pt x="8418" y="27343"/>
                </a:lnTo>
                <a:cubicBezTo>
                  <a:pt x="10302" y="29183"/>
                  <a:pt x="12760" y="31905"/>
                  <a:pt x="13098" y="35099"/>
                </a:cubicBezTo>
                <a:cubicBezTo>
                  <a:pt x="12024" y="36026"/>
                  <a:pt x="11215" y="37056"/>
                  <a:pt x="10670" y="38175"/>
                </a:cubicBezTo>
                <a:cubicBezTo>
                  <a:pt x="9611" y="40456"/>
                  <a:pt x="9890" y="43119"/>
                  <a:pt x="11376" y="44723"/>
                </a:cubicBezTo>
                <a:cubicBezTo>
                  <a:pt x="11391" y="44738"/>
                  <a:pt x="11406" y="44782"/>
                  <a:pt x="11450" y="44797"/>
                </a:cubicBezTo>
                <a:lnTo>
                  <a:pt x="11509" y="44753"/>
                </a:lnTo>
                <a:cubicBezTo>
                  <a:pt x="11538" y="44782"/>
                  <a:pt x="11597" y="44782"/>
                  <a:pt x="11627" y="44797"/>
                </a:cubicBezTo>
                <a:cubicBezTo>
                  <a:pt x="11656" y="44812"/>
                  <a:pt x="11671" y="44856"/>
                  <a:pt x="11700" y="44871"/>
                </a:cubicBezTo>
                <a:lnTo>
                  <a:pt x="11744" y="44826"/>
                </a:lnTo>
                <a:cubicBezTo>
                  <a:pt x="11803" y="44856"/>
                  <a:pt x="11847" y="44871"/>
                  <a:pt x="11892" y="44885"/>
                </a:cubicBezTo>
                <a:lnTo>
                  <a:pt x="11950" y="44944"/>
                </a:lnTo>
                <a:lnTo>
                  <a:pt x="11980" y="44900"/>
                </a:lnTo>
                <a:cubicBezTo>
                  <a:pt x="12053" y="44929"/>
                  <a:pt x="12112" y="44959"/>
                  <a:pt x="12186" y="44974"/>
                </a:cubicBezTo>
                <a:lnTo>
                  <a:pt x="12201" y="45003"/>
                </a:lnTo>
                <a:lnTo>
                  <a:pt x="12215" y="44974"/>
                </a:lnTo>
                <a:cubicBezTo>
                  <a:pt x="12716" y="45180"/>
                  <a:pt x="13172" y="45474"/>
                  <a:pt x="13599" y="45827"/>
                </a:cubicBezTo>
                <a:cubicBezTo>
                  <a:pt x="13599" y="45827"/>
                  <a:pt x="13613" y="45827"/>
                  <a:pt x="13613" y="45842"/>
                </a:cubicBezTo>
                <a:lnTo>
                  <a:pt x="13672" y="45901"/>
                </a:lnTo>
                <a:cubicBezTo>
                  <a:pt x="14040" y="46224"/>
                  <a:pt x="14379" y="46636"/>
                  <a:pt x="14644" y="47078"/>
                </a:cubicBezTo>
                <a:cubicBezTo>
                  <a:pt x="14717" y="47210"/>
                  <a:pt x="14791" y="47328"/>
                  <a:pt x="14850" y="47461"/>
                </a:cubicBezTo>
                <a:cubicBezTo>
                  <a:pt x="14997" y="47770"/>
                  <a:pt x="15129" y="48108"/>
                  <a:pt x="15203" y="48432"/>
                </a:cubicBezTo>
                <a:cubicBezTo>
                  <a:pt x="15335" y="49006"/>
                  <a:pt x="15379" y="49609"/>
                  <a:pt x="15306" y="50198"/>
                </a:cubicBezTo>
                <a:cubicBezTo>
                  <a:pt x="15262" y="50639"/>
                  <a:pt x="15159" y="51066"/>
                  <a:pt x="15011" y="51493"/>
                </a:cubicBezTo>
                <a:cubicBezTo>
                  <a:pt x="14997" y="51566"/>
                  <a:pt x="14967" y="51640"/>
                  <a:pt x="14923" y="51714"/>
                </a:cubicBezTo>
                <a:cubicBezTo>
                  <a:pt x="14864" y="51861"/>
                  <a:pt x="14820" y="51993"/>
                  <a:pt x="14747" y="52140"/>
                </a:cubicBezTo>
                <a:cubicBezTo>
                  <a:pt x="14599" y="52435"/>
                  <a:pt x="14423" y="52729"/>
                  <a:pt x="14261" y="53023"/>
                </a:cubicBezTo>
                <a:cubicBezTo>
                  <a:pt x="14261" y="53038"/>
                  <a:pt x="14246" y="53053"/>
                  <a:pt x="14246" y="53053"/>
                </a:cubicBezTo>
                <a:cubicBezTo>
                  <a:pt x="14202" y="53126"/>
                  <a:pt x="14158" y="53200"/>
                  <a:pt x="14099" y="53274"/>
                </a:cubicBezTo>
                <a:cubicBezTo>
                  <a:pt x="14011" y="53421"/>
                  <a:pt x="13893" y="53583"/>
                  <a:pt x="13805" y="53730"/>
                </a:cubicBezTo>
                <a:cubicBezTo>
                  <a:pt x="13658" y="53921"/>
                  <a:pt x="13525" y="54127"/>
                  <a:pt x="13393" y="54318"/>
                </a:cubicBezTo>
                <a:cubicBezTo>
                  <a:pt x="13275" y="54495"/>
                  <a:pt x="13142" y="54672"/>
                  <a:pt x="13010" y="54863"/>
                </a:cubicBezTo>
                <a:lnTo>
                  <a:pt x="12627" y="55349"/>
                </a:lnTo>
                <a:cubicBezTo>
                  <a:pt x="12495" y="55496"/>
                  <a:pt x="12362" y="55672"/>
                  <a:pt x="12259" y="55834"/>
                </a:cubicBezTo>
                <a:cubicBezTo>
                  <a:pt x="12127" y="55981"/>
                  <a:pt x="11995" y="56129"/>
                  <a:pt x="11892" y="56290"/>
                </a:cubicBezTo>
                <a:cubicBezTo>
                  <a:pt x="11759" y="56438"/>
                  <a:pt x="11627" y="56585"/>
                  <a:pt x="11524" y="56732"/>
                </a:cubicBezTo>
                <a:cubicBezTo>
                  <a:pt x="11391" y="56879"/>
                  <a:pt x="11288" y="57026"/>
                  <a:pt x="11156" y="57173"/>
                </a:cubicBezTo>
                <a:cubicBezTo>
                  <a:pt x="11023" y="57306"/>
                  <a:pt x="10920" y="57453"/>
                  <a:pt x="10803" y="57600"/>
                </a:cubicBezTo>
                <a:cubicBezTo>
                  <a:pt x="10670" y="57733"/>
                  <a:pt x="10567" y="57880"/>
                  <a:pt x="10449" y="58027"/>
                </a:cubicBezTo>
                <a:cubicBezTo>
                  <a:pt x="10332" y="58145"/>
                  <a:pt x="10214" y="58292"/>
                  <a:pt x="10111" y="58439"/>
                </a:cubicBezTo>
                <a:cubicBezTo>
                  <a:pt x="9978" y="58571"/>
                  <a:pt x="9861" y="58719"/>
                  <a:pt x="9758" y="58866"/>
                </a:cubicBezTo>
                <a:cubicBezTo>
                  <a:pt x="9625" y="58998"/>
                  <a:pt x="9522" y="59145"/>
                  <a:pt x="9404" y="59278"/>
                </a:cubicBezTo>
                <a:cubicBezTo>
                  <a:pt x="9272" y="59396"/>
                  <a:pt x="9169" y="59528"/>
                  <a:pt x="9051" y="59675"/>
                </a:cubicBezTo>
                <a:cubicBezTo>
                  <a:pt x="8728" y="60028"/>
                  <a:pt x="8448" y="60411"/>
                  <a:pt x="8271" y="60867"/>
                </a:cubicBezTo>
                <a:cubicBezTo>
                  <a:pt x="7771" y="62089"/>
                  <a:pt x="8051" y="63590"/>
                  <a:pt x="8934" y="64532"/>
                </a:cubicBezTo>
                <a:cubicBezTo>
                  <a:pt x="9699" y="65341"/>
                  <a:pt x="10803" y="65724"/>
                  <a:pt x="11877" y="66092"/>
                </a:cubicBezTo>
                <a:cubicBezTo>
                  <a:pt x="11995" y="66150"/>
                  <a:pt x="12142" y="66195"/>
                  <a:pt x="12274" y="66239"/>
                </a:cubicBezTo>
                <a:cubicBezTo>
                  <a:pt x="13157" y="66562"/>
                  <a:pt x="14261" y="67004"/>
                  <a:pt x="15188" y="67740"/>
                </a:cubicBezTo>
                <a:cubicBezTo>
                  <a:pt x="16100" y="68490"/>
                  <a:pt x="16689" y="69476"/>
                  <a:pt x="16822" y="70477"/>
                </a:cubicBezTo>
                <a:cubicBezTo>
                  <a:pt x="17042" y="72346"/>
                  <a:pt x="15600" y="74038"/>
                  <a:pt x="14099" y="74892"/>
                </a:cubicBezTo>
                <a:cubicBezTo>
                  <a:pt x="12907" y="75569"/>
                  <a:pt x="11524" y="75907"/>
                  <a:pt x="10199" y="76231"/>
                </a:cubicBezTo>
                <a:cubicBezTo>
                  <a:pt x="9758" y="76349"/>
                  <a:pt x="9301" y="76452"/>
                  <a:pt x="8860" y="76584"/>
                </a:cubicBezTo>
                <a:cubicBezTo>
                  <a:pt x="7050" y="77085"/>
                  <a:pt x="5328" y="77820"/>
                  <a:pt x="3709" y="78718"/>
                </a:cubicBezTo>
                <a:cubicBezTo>
                  <a:pt x="2090" y="79616"/>
                  <a:pt x="133" y="81146"/>
                  <a:pt x="45" y="83266"/>
                </a:cubicBezTo>
                <a:cubicBezTo>
                  <a:pt x="1" y="84046"/>
                  <a:pt x="251" y="84840"/>
                  <a:pt x="501" y="85576"/>
                </a:cubicBezTo>
                <a:cubicBezTo>
                  <a:pt x="1075" y="87254"/>
                  <a:pt x="1752" y="88931"/>
                  <a:pt x="2502" y="90521"/>
                </a:cubicBezTo>
                <a:lnTo>
                  <a:pt x="2561" y="90491"/>
                </a:lnTo>
                <a:cubicBezTo>
                  <a:pt x="1796" y="88887"/>
                  <a:pt x="1134" y="87239"/>
                  <a:pt x="560" y="85561"/>
                </a:cubicBezTo>
                <a:cubicBezTo>
                  <a:pt x="295" y="84825"/>
                  <a:pt x="60" y="84046"/>
                  <a:pt x="104" y="83266"/>
                </a:cubicBezTo>
                <a:cubicBezTo>
                  <a:pt x="192" y="81205"/>
                  <a:pt x="2120" y="79675"/>
                  <a:pt x="3724" y="78777"/>
                </a:cubicBezTo>
                <a:cubicBezTo>
                  <a:pt x="5343" y="77850"/>
                  <a:pt x="7065" y="77129"/>
                  <a:pt x="8860" y="76643"/>
                </a:cubicBezTo>
                <a:cubicBezTo>
                  <a:pt x="9301" y="76511"/>
                  <a:pt x="9758" y="76393"/>
                  <a:pt x="10199" y="76290"/>
                </a:cubicBezTo>
                <a:cubicBezTo>
                  <a:pt x="11524" y="75952"/>
                  <a:pt x="12907" y="75613"/>
                  <a:pt x="14114" y="74921"/>
                </a:cubicBezTo>
                <a:cubicBezTo>
                  <a:pt x="15644" y="74068"/>
                  <a:pt x="17101" y="72346"/>
                  <a:pt x="16880" y="70462"/>
                </a:cubicBezTo>
                <a:cubicBezTo>
                  <a:pt x="16763" y="69447"/>
                  <a:pt x="16159" y="68431"/>
                  <a:pt x="15217" y="67681"/>
                </a:cubicBezTo>
                <a:cubicBezTo>
                  <a:pt x="14305" y="66930"/>
                  <a:pt x="13172" y="66489"/>
                  <a:pt x="12289" y="66165"/>
                </a:cubicBezTo>
                <a:cubicBezTo>
                  <a:pt x="12171" y="66121"/>
                  <a:pt x="12024" y="66077"/>
                  <a:pt x="11892" y="66018"/>
                </a:cubicBezTo>
                <a:cubicBezTo>
                  <a:pt x="10847" y="65650"/>
                  <a:pt x="9743" y="65282"/>
                  <a:pt x="8978" y="64473"/>
                </a:cubicBezTo>
                <a:cubicBezTo>
                  <a:pt x="8095" y="63546"/>
                  <a:pt x="7845" y="62074"/>
                  <a:pt x="8315" y="60897"/>
                </a:cubicBezTo>
                <a:cubicBezTo>
                  <a:pt x="8448" y="60602"/>
                  <a:pt x="8595" y="60337"/>
                  <a:pt x="8786" y="60102"/>
                </a:cubicBezTo>
                <a:lnTo>
                  <a:pt x="8786" y="60102"/>
                </a:lnTo>
                <a:cubicBezTo>
                  <a:pt x="8713" y="60234"/>
                  <a:pt x="8654" y="60337"/>
                  <a:pt x="8595" y="60485"/>
                </a:cubicBezTo>
                <a:cubicBezTo>
                  <a:pt x="8124" y="61647"/>
                  <a:pt x="8374" y="63075"/>
                  <a:pt x="9228" y="64075"/>
                </a:cubicBezTo>
                <a:cubicBezTo>
                  <a:pt x="10037" y="65032"/>
                  <a:pt x="11259" y="65532"/>
                  <a:pt x="12436" y="66003"/>
                </a:cubicBezTo>
                <a:lnTo>
                  <a:pt x="12583" y="66062"/>
                </a:lnTo>
                <a:cubicBezTo>
                  <a:pt x="12804" y="66150"/>
                  <a:pt x="13010" y="66224"/>
                  <a:pt x="13201" y="66312"/>
                </a:cubicBezTo>
                <a:cubicBezTo>
                  <a:pt x="14173" y="66739"/>
                  <a:pt x="14938" y="67225"/>
                  <a:pt x="15571" y="67784"/>
                </a:cubicBezTo>
                <a:cubicBezTo>
                  <a:pt x="16189" y="68358"/>
                  <a:pt x="16983" y="69300"/>
                  <a:pt x="17101" y="70506"/>
                </a:cubicBezTo>
                <a:cubicBezTo>
                  <a:pt x="17204" y="71669"/>
                  <a:pt x="16704" y="72861"/>
                  <a:pt x="15674" y="73891"/>
                </a:cubicBezTo>
                <a:cubicBezTo>
                  <a:pt x="15291" y="74259"/>
                  <a:pt x="14864" y="74598"/>
                  <a:pt x="14393" y="74848"/>
                </a:cubicBezTo>
                <a:cubicBezTo>
                  <a:pt x="13216" y="75510"/>
                  <a:pt x="11892" y="75878"/>
                  <a:pt x="10582" y="76216"/>
                </a:cubicBezTo>
                <a:cubicBezTo>
                  <a:pt x="10140" y="76319"/>
                  <a:pt x="9699" y="76452"/>
                  <a:pt x="9257" y="76584"/>
                </a:cubicBezTo>
                <a:cubicBezTo>
                  <a:pt x="7491" y="77114"/>
                  <a:pt x="5799" y="77850"/>
                  <a:pt x="4224" y="78792"/>
                </a:cubicBezTo>
                <a:cubicBezTo>
                  <a:pt x="2826" y="79616"/>
                  <a:pt x="1811" y="80514"/>
                  <a:pt x="1237" y="81470"/>
                </a:cubicBezTo>
                <a:cubicBezTo>
                  <a:pt x="869" y="82059"/>
                  <a:pt x="692" y="82692"/>
                  <a:pt x="648" y="83310"/>
                </a:cubicBezTo>
                <a:cubicBezTo>
                  <a:pt x="619" y="84104"/>
                  <a:pt x="839" y="84899"/>
                  <a:pt x="1075" y="85620"/>
                </a:cubicBezTo>
                <a:cubicBezTo>
                  <a:pt x="1619" y="87283"/>
                  <a:pt x="2282" y="88946"/>
                  <a:pt x="3047" y="90521"/>
                </a:cubicBezTo>
                <a:lnTo>
                  <a:pt x="3091" y="90491"/>
                </a:lnTo>
                <a:cubicBezTo>
                  <a:pt x="2341" y="88902"/>
                  <a:pt x="1678" y="87268"/>
                  <a:pt x="1134" y="85591"/>
                </a:cubicBezTo>
                <a:cubicBezTo>
                  <a:pt x="884" y="84884"/>
                  <a:pt x="663" y="84090"/>
                  <a:pt x="707" y="83310"/>
                </a:cubicBezTo>
                <a:cubicBezTo>
                  <a:pt x="736" y="82692"/>
                  <a:pt x="928" y="82088"/>
                  <a:pt x="1281" y="81500"/>
                </a:cubicBezTo>
                <a:cubicBezTo>
                  <a:pt x="1840" y="80543"/>
                  <a:pt x="2841" y="79631"/>
                  <a:pt x="4239" y="78821"/>
                </a:cubicBezTo>
                <a:cubicBezTo>
                  <a:pt x="5814" y="77909"/>
                  <a:pt x="7506" y="77158"/>
                  <a:pt x="9272" y="76643"/>
                </a:cubicBezTo>
                <a:cubicBezTo>
                  <a:pt x="9714" y="76511"/>
                  <a:pt x="10155" y="76378"/>
                  <a:pt x="10597" y="76275"/>
                </a:cubicBezTo>
                <a:cubicBezTo>
                  <a:pt x="11892" y="75922"/>
                  <a:pt x="13231" y="75569"/>
                  <a:pt x="14423" y="74892"/>
                </a:cubicBezTo>
                <a:cubicBezTo>
                  <a:pt x="14908" y="74612"/>
                  <a:pt x="15335" y="74303"/>
                  <a:pt x="15718" y="73921"/>
                </a:cubicBezTo>
                <a:cubicBezTo>
                  <a:pt x="16763" y="72891"/>
                  <a:pt x="17278" y="71669"/>
                  <a:pt x="17145" y="70477"/>
                </a:cubicBezTo>
                <a:cubicBezTo>
                  <a:pt x="17028" y="69241"/>
                  <a:pt x="16233" y="68299"/>
                  <a:pt x="15585" y="67710"/>
                </a:cubicBezTo>
                <a:cubicBezTo>
                  <a:pt x="14967" y="67166"/>
                  <a:pt x="14187" y="66665"/>
                  <a:pt x="13201" y="66239"/>
                </a:cubicBezTo>
                <a:cubicBezTo>
                  <a:pt x="13010" y="66165"/>
                  <a:pt x="12804" y="66077"/>
                  <a:pt x="12583" y="65989"/>
                </a:cubicBezTo>
                <a:lnTo>
                  <a:pt x="12436" y="65930"/>
                </a:lnTo>
                <a:cubicBezTo>
                  <a:pt x="11259" y="65459"/>
                  <a:pt x="10067" y="64958"/>
                  <a:pt x="9257" y="64017"/>
                </a:cubicBezTo>
                <a:cubicBezTo>
                  <a:pt x="8433" y="63045"/>
                  <a:pt x="8168" y="61632"/>
                  <a:pt x="8654" y="60499"/>
                </a:cubicBezTo>
                <a:cubicBezTo>
                  <a:pt x="8757" y="60205"/>
                  <a:pt x="8934" y="59955"/>
                  <a:pt x="9095" y="59719"/>
                </a:cubicBezTo>
                <a:lnTo>
                  <a:pt x="9095" y="59719"/>
                </a:lnTo>
                <a:cubicBezTo>
                  <a:pt x="9022" y="59837"/>
                  <a:pt x="8963" y="59970"/>
                  <a:pt x="8904" y="60102"/>
                </a:cubicBezTo>
                <a:cubicBezTo>
                  <a:pt x="8463" y="61206"/>
                  <a:pt x="8683" y="62589"/>
                  <a:pt x="9478" y="63619"/>
                </a:cubicBezTo>
                <a:cubicBezTo>
                  <a:pt x="10287" y="64664"/>
                  <a:pt x="11480" y="65267"/>
                  <a:pt x="12848" y="65900"/>
                </a:cubicBezTo>
                <a:cubicBezTo>
                  <a:pt x="13084" y="66003"/>
                  <a:pt x="13290" y="66092"/>
                  <a:pt x="13466" y="66195"/>
                </a:cubicBezTo>
                <a:cubicBezTo>
                  <a:pt x="14467" y="66665"/>
                  <a:pt x="15276" y="67225"/>
                  <a:pt x="15894" y="67828"/>
                </a:cubicBezTo>
                <a:cubicBezTo>
                  <a:pt x="16777" y="68711"/>
                  <a:pt x="17263" y="69609"/>
                  <a:pt x="17337" y="70506"/>
                </a:cubicBezTo>
                <a:cubicBezTo>
                  <a:pt x="17425" y="71654"/>
                  <a:pt x="16925" y="72832"/>
                  <a:pt x="15924" y="73847"/>
                </a:cubicBezTo>
                <a:cubicBezTo>
                  <a:pt x="15556" y="74215"/>
                  <a:pt x="15129" y="74539"/>
                  <a:pt x="14673" y="74804"/>
                </a:cubicBezTo>
                <a:cubicBezTo>
                  <a:pt x="13525" y="75466"/>
                  <a:pt x="12245" y="75834"/>
                  <a:pt x="10994" y="76172"/>
                </a:cubicBezTo>
                <a:cubicBezTo>
                  <a:pt x="10552" y="76305"/>
                  <a:pt x="10081" y="76437"/>
                  <a:pt x="9625" y="76584"/>
                </a:cubicBezTo>
                <a:cubicBezTo>
                  <a:pt x="7903" y="77129"/>
                  <a:pt x="6240" y="77894"/>
                  <a:pt x="4680" y="78851"/>
                </a:cubicBezTo>
                <a:cubicBezTo>
                  <a:pt x="3312" y="79689"/>
                  <a:pt x="2341" y="80587"/>
                  <a:pt x="1767" y="81544"/>
                </a:cubicBezTo>
                <a:cubicBezTo>
                  <a:pt x="1428" y="82132"/>
                  <a:pt x="1222" y="82765"/>
                  <a:pt x="1207" y="83383"/>
                </a:cubicBezTo>
                <a:cubicBezTo>
                  <a:pt x="1163" y="84178"/>
                  <a:pt x="1369" y="84958"/>
                  <a:pt x="1605" y="85694"/>
                </a:cubicBezTo>
                <a:cubicBezTo>
                  <a:pt x="2135" y="87357"/>
                  <a:pt x="2782" y="89005"/>
                  <a:pt x="3518" y="90565"/>
                </a:cubicBezTo>
                <a:lnTo>
                  <a:pt x="3577" y="90521"/>
                </a:lnTo>
                <a:cubicBezTo>
                  <a:pt x="2826" y="88975"/>
                  <a:pt x="2179" y="87342"/>
                  <a:pt x="1664" y="85650"/>
                </a:cubicBezTo>
                <a:cubicBezTo>
                  <a:pt x="1443" y="84928"/>
                  <a:pt x="1222" y="84163"/>
                  <a:pt x="1252" y="83383"/>
                </a:cubicBezTo>
                <a:cubicBezTo>
                  <a:pt x="1296" y="82780"/>
                  <a:pt x="1472" y="82177"/>
                  <a:pt x="1825" y="81588"/>
                </a:cubicBezTo>
                <a:cubicBezTo>
                  <a:pt x="2385" y="80631"/>
                  <a:pt x="3356" y="79734"/>
                  <a:pt x="4710" y="78895"/>
                </a:cubicBezTo>
                <a:cubicBezTo>
                  <a:pt x="6285" y="77938"/>
                  <a:pt x="7933" y="77188"/>
                  <a:pt x="9640" y="76643"/>
                </a:cubicBezTo>
                <a:cubicBezTo>
                  <a:pt x="10081" y="76496"/>
                  <a:pt x="10552" y="76364"/>
                  <a:pt x="10994" y="76231"/>
                </a:cubicBezTo>
                <a:cubicBezTo>
                  <a:pt x="12245" y="75878"/>
                  <a:pt x="13525" y="75510"/>
                  <a:pt x="14673" y="74848"/>
                </a:cubicBezTo>
                <a:cubicBezTo>
                  <a:pt x="15129" y="74583"/>
                  <a:pt x="15556" y="74259"/>
                  <a:pt x="15939" y="73877"/>
                </a:cubicBezTo>
                <a:cubicBezTo>
                  <a:pt x="16969" y="72861"/>
                  <a:pt x="17484" y="71669"/>
                  <a:pt x="17366" y="70506"/>
                </a:cubicBezTo>
                <a:cubicBezTo>
                  <a:pt x="17293" y="69594"/>
                  <a:pt x="16807" y="68667"/>
                  <a:pt x="15924" y="67769"/>
                </a:cubicBezTo>
                <a:cubicBezTo>
                  <a:pt x="15291" y="67151"/>
                  <a:pt x="14482" y="66592"/>
                  <a:pt x="13466" y="66121"/>
                </a:cubicBezTo>
                <a:cubicBezTo>
                  <a:pt x="13290" y="66018"/>
                  <a:pt x="13084" y="65930"/>
                  <a:pt x="12848" y="65827"/>
                </a:cubicBezTo>
                <a:cubicBezTo>
                  <a:pt x="11480" y="65194"/>
                  <a:pt x="10302" y="64590"/>
                  <a:pt x="9493" y="63560"/>
                </a:cubicBezTo>
                <a:cubicBezTo>
                  <a:pt x="8713" y="62545"/>
                  <a:pt x="8492" y="61206"/>
                  <a:pt x="8934" y="60117"/>
                </a:cubicBezTo>
                <a:cubicBezTo>
                  <a:pt x="9022" y="59896"/>
                  <a:pt x="9110" y="59719"/>
                  <a:pt x="9243" y="59528"/>
                </a:cubicBezTo>
                <a:lnTo>
                  <a:pt x="9316" y="59454"/>
                </a:lnTo>
                <a:lnTo>
                  <a:pt x="9316" y="59454"/>
                </a:lnTo>
                <a:cubicBezTo>
                  <a:pt x="9272" y="59543"/>
                  <a:pt x="9243" y="59616"/>
                  <a:pt x="9198" y="59719"/>
                </a:cubicBezTo>
                <a:cubicBezTo>
                  <a:pt x="8786" y="60779"/>
                  <a:pt x="8978" y="62089"/>
                  <a:pt x="9743" y="63134"/>
                </a:cubicBezTo>
                <a:cubicBezTo>
                  <a:pt x="10508" y="64223"/>
                  <a:pt x="11656" y="64958"/>
                  <a:pt x="13128" y="65709"/>
                </a:cubicBezTo>
                <a:cubicBezTo>
                  <a:pt x="13349" y="65827"/>
                  <a:pt x="13540" y="65930"/>
                  <a:pt x="13761" y="66047"/>
                </a:cubicBezTo>
                <a:cubicBezTo>
                  <a:pt x="14791" y="66577"/>
                  <a:pt x="15630" y="67195"/>
                  <a:pt x="16233" y="67858"/>
                </a:cubicBezTo>
                <a:cubicBezTo>
                  <a:pt x="17072" y="68799"/>
                  <a:pt x="17513" y="69668"/>
                  <a:pt x="17572" y="70536"/>
                </a:cubicBezTo>
                <a:cubicBezTo>
                  <a:pt x="17646" y="71654"/>
                  <a:pt x="17145" y="72817"/>
                  <a:pt x="16159" y="73788"/>
                </a:cubicBezTo>
                <a:cubicBezTo>
                  <a:pt x="15791" y="74156"/>
                  <a:pt x="15379" y="74465"/>
                  <a:pt x="14923" y="74745"/>
                </a:cubicBezTo>
                <a:cubicBezTo>
                  <a:pt x="13819" y="75392"/>
                  <a:pt x="12569" y="75775"/>
                  <a:pt x="11376" y="76143"/>
                </a:cubicBezTo>
                <a:cubicBezTo>
                  <a:pt x="10935" y="76275"/>
                  <a:pt x="10479" y="76422"/>
                  <a:pt x="10008" y="76570"/>
                </a:cubicBezTo>
                <a:cubicBezTo>
                  <a:pt x="8315" y="77129"/>
                  <a:pt x="6697" y="77924"/>
                  <a:pt x="5181" y="78895"/>
                </a:cubicBezTo>
                <a:cubicBezTo>
                  <a:pt x="3856" y="79748"/>
                  <a:pt x="2900" y="80661"/>
                  <a:pt x="2341" y="81617"/>
                </a:cubicBezTo>
                <a:cubicBezTo>
                  <a:pt x="2017" y="82206"/>
                  <a:pt x="1811" y="82824"/>
                  <a:pt x="1767" y="83442"/>
                </a:cubicBezTo>
                <a:cubicBezTo>
                  <a:pt x="1722" y="84237"/>
                  <a:pt x="1943" y="85032"/>
                  <a:pt x="2135" y="85723"/>
                </a:cubicBezTo>
                <a:cubicBezTo>
                  <a:pt x="2635" y="87401"/>
                  <a:pt x="3282" y="89034"/>
                  <a:pt x="4018" y="90565"/>
                </a:cubicBezTo>
                <a:lnTo>
                  <a:pt x="4077" y="90521"/>
                </a:lnTo>
                <a:cubicBezTo>
                  <a:pt x="3341" y="89005"/>
                  <a:pt x="2694" y="87357"/>
                  <a:pt x="2193" y="85694"/>
                </a:cubicBezTo>
                <a:cubicBezTo>
                  <a:pt x="1987" y="85002"/>
                  <a:pt x="1767" y="84222"/>
                  <a:pt x="1825" y="83442"/>
                </a:cubicBezTo>
                <a:cubicBezTo>
                  <a:pt x="1870" y="82839"/>
                  <a:pt x="2046" y="82235"/>
                  <a:pt x="2385" y="81661"/>
                </a:cubicBezTo>
                <a:cubicBezTo>
                  <a:pt x="2929" y="80705"/>
                  <a:pt x="3871" y="79807"/>
                  <a:pt x="5181" y="78954"/>
                </a:cubicBezTo>
                <a:cubicBezTo>
                  <a:pt x="6697" y="77982"/>
                  <a:pt x="8315" y="77188"/>
                  <a:pt x="9993" y="76614"/>
                </a:cubicBezTo>
                <a:cubicBezTo>
                  <a:pt x="10435" y="76467"/>
                  <a:pt x="10891" y="76319"/>
                  <a:pt x="11362" y="76202"/>
                </a:cubicBezTo>
                <a:cubicBezTo>
                  <a:pt x="12569" y="75834"/>
                  <a:pt x="13819" y="75466"/>
                  <a:pt x="14923" y="74804"/>
                </a:cubicBezTo>
                <a:cubicBezTo>
                  <a:pt x="15379" y="74524"/>
                  <a:pt x="15806" y="74215"/>
                  <a:pt x="16174" y="73847"/>
                </a:cubicBezTo>
                <a:cubicBezTo>
                  <a:pt x="17190" y="72846"/>
                  <a:pt x="17705" y="71669"/>
                  <a:pt x="17616" y="70536"/>
                </a:cubicBezTo>
                <a:cubicBezTo>
                  <a:pt x="17557" y="69653"/>
                  <a:pt x="17116" y="68770"/>
                  <a:pt x="16248" y="67828"/>
                </a:cubicBezTo>
                <a:cubicBezTo>
                  <a:pt x="15630" y="67151"/>
                  <a:pt x="14791" y="66518"/>
                  <a:pt x="13761" y="65989"/>
                </a:cubicBezTo>
                <a:cubicBezTo>
                  <a:pt x="13540" y="65871"/>
                  <a:pt x="13349" y="65768"/>
                  <a:pt x="13128" y="65650"/>
                </a:cubicBezTo>
                <a:cubicBezTo>
                  <a:pt x="11656" y="64900"/>
                  <a:pt x="10523" y="64178"/>
                  <a:pt x="9758" y="63104"/>
                </a:cubicBezTo>
                <a:cubicBezTo>
                  <a:pt x="9022" y="62074"/>
                  <a:pt x="8816" y="60779"/>
                  <a:pt x="9228" y="59734"/>
                </a:cubicBezTo>
                <a:cubicBezTo>
                  <a:pt x="9272" y="59587"/>
                  <a:pt x="9331" y="59454"/>
                  <a:pt x="9404" y="59322"/>
                </a:cubicBezTo>
                <a:cubicBezTo>
                  <a:pt x="9449" y="59293"/>
                  <a:pt x="9478" y="59248"/>
                  <a:pt x="9537" y="59234"/>
                </a:cubicBezTo>
                <a:lnTo>
                  <a:pt x="9537" y="59234"/>
                </a:lnTo>
                <a:cubicBezTo>
                  <a:pt x="9522" y="59278"/>
                  <a:pt x="9522" y="59293"/>
                  <a:pt x="9493" y="59322"/>
                </a:cubicBezTo>
                <a:cubicBezTo>
                  <a:pt x="9095" y="60337"/>
                  <a:pt x="9272" y="61603"/>
                  <a:pt x="9993" y="62677"/>
                </a:cubicBezTo>
                <a:cubicBezTo>
                  <a:pt x="10861" y="64002"/>
                  <a:pt x="12201" y="64870"/>
                  <a:pt x="13393" y="65547"/>
                </a:cubicBezTo>
                <a:lnTo>
                  <a:pt x="13584" y="65635"/>
                </a:lnTo>
                <a:lnTo>
                  <a:pt x="14084" y="65915"/>
                </a:lnTo>
                <a:cubicBezTo>
                  <a:pt x="15129" y="66504"/>
                  <a:pt x="15997" y="67181"/>
                  <a:pt x="16601" y="67916"/>
                </a:cubicBezTo>
                <a:cubicBezTo>
                  <a:pt x="17145" y="68579"/>
                  <a:pt x="17793" y="69476"/>
                  <a:pt x="17852" y="70565"/>
                </a:cubicBezTo>
                <a:cubicBezTo>
                  <a:pt x="17911" y="71669"/>
                  <a:pt x="17396" y="72817"/>
                  <a:pt x="16439" y="73773"/>
                </a:cubicBezTo>
                <a:cubicBezTo>
                  <a:pt x="16071" y="74112"/>
                  <a:pt x="15659" y="74450"/>
                  <a:pt x="15217" y="74701"/>
                </a:cubicBezTo>
                <a:cubicBezTo>
                  <a:pt x="14158" y="75348"/>
                  <a:pt x="12936" y="75731"/>
                  <a:pt x="11774" y="76099"/>
                </a:cubicBezTo>
                <a:cubicBezTo>
                  <a:pt x="11332" y="76246"/>
                  <a:pt x="10861" y="76393"/>
                  <a:pt x="10420" y="76540"/>
                </a:cubicBezTo>
                <a:cubicBezTo>
                  <a:pt x="8757" y="77129"/>
                  <a:pt x="7182" y="77938"/>
                  <a:pt x="5696" y="78954"/>
                </a:cubicBezTo>
                <a:cubicBezTo>
                  <a:pt x="4401" y="79822"/>
                  <a:pt x="3488" y="80734"/>
                  <a:pt x="2944" y="81691"/>
                </a:cubicBezTo>
                <a:cubicBezTo>
                  <a:pt x="2620" y="82280"/>
                  <a:pt x="2429" y="82898"/>
                  <a:pt x="2399" y="83501"/>
                </a:cubicBezTo>
                <a:cubicBezTo>
                  <a:pt x="2341" y="84296"/>
                  <a:pt x="2547" y="85076"/>
                  <a:pt x="2753" y="85767"/>
                </a:cubicBezTo>
                <a:cubicBezTo>
                  <a:pt x="3224" y="87430"/>
                  <a:pt x="3827" y="89049"/>
                  <a:pt x="4563" y="90565"/>
                </a:cubicBezTo>
                <a:lnTo>
                  <a:pt x="4622" y="90521"/>
                </a:lnTo>
                <a:cubicBezTo>
                  <a:pt x="3886" y="89020"/>
                  <a:pt x="3282" y="87401"/>
                  <a:pt x="2797" y="85723"/>
                </a:cubicBezTo>
                <a:cubicBezTo>
                  <a:pt x="2620" y="85061"/>
                  <a:pt x="2414" y="84266"/>
                  <a:pt x="2458" y="83501"/>
                </a:cubicBezTo>
                <a:cubicBezTo>
                  <a:pt x="2488" y="82898"/>
                  <a:pt x="2679" y="82309"/>
                  <a:pt x="3003" y="81720"/>
                </a:cubicBezTo>
                <a:cubicBezTo>
                  <a:pt x="3533" y="80778"/>
                  <a:pt x="4460" y="79851"/>
                  <a:pt x="5725" y="78998"/>
                </a:cubicBezTo>
                <a:cubicBezTo>
                  <a:pt x="7212" y="77997"/>
                  <a:pt x="8801" y="77188"/>
                  <a:pt x="10449" y="76599"/>
                </a:cubicBezTo>
                <a:cubicBezTo>
                  <a:pt x="10891" y="76437"/>
                  <a:pt x="11362" y="76290"/>
                  <a:pt x="11818" y="76158"/>
                </a:cubicBezTo>
                <a:cubicBezTo>
                  <a:pt x="12150" y="76054"/>
                  <a:pt x="12484" y="75949"/>
                  <a:pt x="12817" y="75837"/>
                </a:cubicBezTo>
                <a:lnTo>
                  <a:pt x="12817" y="75837"/>
                </a:lnTo>
                <a:cubicBezTo>
                  <a:pt x="12610" y="75910"/>
                  <a:pt x="12404" y="75982"/>
                  <a:pt x="12201" y="76055"/>
                </a:cubicBezTo>
                <a:cubicBezTo>
                  <a:pt x="11759" y="76202"/>
                  <a:pt x="11288" y="76364"/>
                  <a:pt x="10847" y="76525"/>
                </a:cubicBezTo>
                <a:cubicBezTo>
                  <a:pt x="9228" y="77129"/>
                  <a:pt x="7653" y="77968"/>
                  <a:pt x="6211" y="78998"/>
                </a:cubicBezTo>
                <a:cubicBezTo>
                  <a:pt x="4960" y="79881"/>
                  <a:pt x="4048" y="80808"/>
                  <a:pt x="3533" y="81750"/>
                </a:cubicBezTo>
                <a:cubicBezTo>
                  <a:pt x="3224" y="82338"/>
                  <a:pt x="3047" y="82942"/>
                  <a:pt x="2988" y="83560"/>
                </a:cubicBezTo>
                <a:cubicBezTo>
                  <a:pt x="2929" y="84340"/>
                  <a:pt x="3121" y="85120"/>
                  <a:pt x="3297" y="85797"/>
                </a:cubicBezTo>
                <a:cubicBezTo>
                  <a:pt x="3753" y="87474"/>
                  <a:pt x="4342" y="89079"/>
                  <a:pt x="5078" y="90580"/>
                </a:cubicBezTo>
                <a:lnTo>
                  <a:pt x="5137" y="90550"/>
                </a:lnTo>
                <a:cubicBezTo>
                  <a:pt x="4401" y="89049"/>
                  <a:pt x="3812" y="87430"/>
                  <a:pt x="3356" y="85782"/>
                </a:cubicBezTo>
                <a:cubicBezTo>
                  <a:pt x="3165" y="85120"/>
                  <a:pt x="2988" y="84340"/>
                  <a:pt x="3047" y="83575"/>
                </a:cubicBezTo>
                <a:cubicBezTo>
                  <a:pt x="3076" y="82971"/>
                  <a:pt x="3268" y="82383"/>
                  <a:pt x="3577" y="81809"/>
                </a:cubicBezTo>
                <a:cubicBezTo>
                  <a:pt x="4092" y="80867"/>
                  <a:pt x="4975" y="79925"/>
                  <a:pt x="6226" y="79071"/>
                </a:cubicBezTo>
                <a:cubicBezTo>
                  <a:pt x="7683" y="78041"/>
                  <a:pt x="9228" y="77202"/>
                  <a:pt x="10847" y="76599"/>
                </a:cubicBezTo>
                <a:cubicBezTo>
                  <a:pt x="11288" y="76437"/>
                  <a:pt x="11759" y="76275"/>
                  <a:pt x="12201" y="76128"/>
                </a:cubicBezTo>
                <a:cubicBezTo>
                  <a:pt x="13349" y="75731"/>
                  <a:pt x="14496" y="75348"/>
                  <a:pt x="15556" y="74701"/>
                </a:cubicBezTo>
                <a:cubicBezTo>
                  <a:pt x="15997" y="74436"/>
                  <a:pt x="16395" y="74112"/>
                  <a:pt x="16748" y="73773"/>
                </a:cubicBezTo>
                <a:cubicBezTo>
                  <a:pt x="17705" y="72817"/>
                  <a:pt x="18220" y="71669"/>
                  <a:pt x="18205" y="70565"/>
                </a:cubicBezTo>
                <a:cubicBezTo>
                  <a:pt x="18161" y="69535"/>
                  <a:pt x="17587" y="68637"/>
                  <a:pt x="17028" y="67902"/>
                </a:cubicBezTo>
                <a:cubicBezTo>
                  <a:pt x="16410" y="67092"/>
                  <a:pt x="15527" y="66356"/>
                  <a:pt x="14423" y="65694"/>
                </a:cubicBezTo>
                <a:lnTo>
                  <a:pt x="14202" y="65562"/>
                </a:lnTo>
                <a:cubicBezTo>
                  <a:pt x="14055" y="65473"/>
                  <a:pt x="13893" y="65385"/>
                  <a:pt x="13746" y="65282"/>
                </a:cubicBezTo>
                <a:cubicBezTo>
                  <a:pt x="12112" y="64296"/>
                  <a:pt x="11023" y="63295"/>
                  <a:pt x="10346" y="62162"/>
                </a:cubicBezTo>
                <a:cubicBezTo>
                  <a:pt x="9726" y="61120"/>
                  <a:pt x="9552" y="60010"/>
                  <a:pt x="9861" y="59078"/>
                </a:cubicBezTo>
                <a:lnTo>
                  <a:pt x="9861" y="59078"/>
                </a:lnTo>
                <a:cubicBezTo>
                  <a:pt x="9852" y="59088"/>
                  <a:pt x="9846" y="59094"/>
                  <a:pt x="9846" y="59101"/>
                </a:cubicBezTo>
                <a:cubicBezTo>
                  <a:pt x="9831" y="59131"/>
                  <a:pt x="9802" y="59145"/>
                  <a:pt x="9772" y="59160"/>
                </a:cubicBezTo>
                <a:cubicBezTo>
                  <a:pt x="9787" y="59145"/>
                  <a:pt x="9787" y="59131"/>
                  <a:pt x="9817" y="59101"/>
                </a:cubicBezTo>
                <a:lnTo>
                  <a:pt x="9871" y="59047"/>
                </a:lnTo>
                <a:lnTo>
                  <a:pt x="9871" y="59047"/>
                </a:lnTo>
                <a:cubicBezTo>
                  <a:pt x="9868" y="59057"/>
                  <a:pt x="9864" y="59067"/>
                  <a:pt x="9861" y="59078"/>
                </a:cubicBezTo>
                <a:lnTo>
                  <a:pt x="9861" y="59078"/>
                </a:lnTo>
                <a:cubicBezTo>
                  <a:pt x="9870" y="59067"/>
                  <a:pt x="9882" y="59051"/>
                  <a:pt x="9890" y="59028"/>
                </a:cubicBezTo>
                <a:lnTo>
                  <a:pt x="9890" y="59028"/>
                </a:lnTo>
                <a:lnTo>
                  <a:pt x="9871" y="59047"/>
                </a:lnTo>
                <a:lnTo>
                  <a:pt x="9871" y="59047"/>
                </a:lnTo>
                <a:cubicBezTo>
                  <a:pt x="9882" y="59016"/>
                  <a:pt x="9893" y="58985"/>
                  <a:pt x="9905" y="58954"/>
                </a:cubicBezTo>
                <a:cubicBezTo>
                  <a:pt x="9964" y="58925"/>
                  <a:pt x="10037" y="58866"/>
                  <a:pt x="10081" y="58836"/>
                </a:cubicBezTo>
                <a:lnTo>
                  <a:pt x="10081" y="58836"/>
                </a:lnTo>
                <a:cubicBezTo>
                  <a:pt x="10079" y="58848"/>
                  <a:pt x="10076" y="58859"/>
                  <a:pt x="10073" y="58870"/>
                </a:cubicBezTo>
                <a:lnTo>
                  <a:pt x="10073" y="58870"/>
                </a:lnTo>
                <a:cubicBezTo>
                  <a:pt x="10094" y="58856"/>
                  <a:pt x="10114" y="58846"/>
                  <a:pt x="10134" y="58839"/>
                </a:cubicBezTo>
                <a:lnTo>
                  <a:pt x="10134" y="58839"/>
                </a:lnTo>
                <a:cubicBezTo>
                  <a:pt x="10133" y="58841"/>
                  <a:pt x="10133" y="58844"/>
                  <a:pt x="10132" y="58846"/>
                </a:cubicBezTo>
                <a:lnTo>
                  <a:pt x="10132" y="58846"/>
                </a:lnTo>
                <a:cubicBezTo>
                  <a:pt x="10135" y="58842"/>
                  <a:pt x="10138" y="58839"/>
                  <a:pt x="10140" y="58836"/>
                </a:cubicBezTo>
                <a:lnTo>
                  <a:pt x="10140" y="58836"/>
                </a:lnTo>
                <a:cubicBezTo>
                  <a:pt x="10138" y="58837"/>
                  <a:pt x="10136" y="58838"/>
                  <a:pt x="10134" y="58839"/>
                </a:cubicBezTo>
                <a:lnTo>
                  <a:pt x="10134" y="58839"/>
                </a:lnTo>
                <a:cubicBezTo>
                  <a:pt x="10141" y="58813"/>
                  <a:pt x="10148" y="58788"/>
                  <a:pt x="10155" y="58763"/>
                </a:cubicBezTo>
                <a:cubicBezTo>
                  <a:pt x="10229" y="58719"/>
                  <a:pt x="10302" y="58660"/>
                  <a:pt x="10361" y="58630"/>
                </a:cubicBezTo>
                <a:lnTo>
                  <a:pt x="10361" y="58630"/>
                </a:lnTo>
                <a:cubicBezTo>
                  <a:pt x="10359" y="58642"/>
                  <a:pt x="10357" y="58653"/>
                  <a:pt x="10355" y="58665"/>
                </a:cubicBezTo>
                <a:lnTo>
                  <a:pt x="10355" y="58665"/>
                </a:lnTo>
                <a:cubicBezTo>
                  <a:pt x="10373" y="58652"/>
                  <a:pt x="10390" y="58641"/>
                  <a:pt x="10405" y="58630"/>
                </a:cubicBezTo>
                <a:lnTo>
                  <a:pt x="10405" y="58630"/>
                </a:lnTo>
                <a:cubicBezTo>
                  <a:pt x="10390" y="58660"/>
                  <a:pt x="10361" y="58704"/>
                  <a:pt x="10361" y="58733"/>
                </a:cubicBezTo>
                <a:lnTo>
                  <a:pt x="10344" y="58746"/>
                </a:lnTo>
                <a:lnTo>
                  <a:pt x="10344" y="58746"/>
                </a:lnTo>
                <a:cubicBezTo>
                  <a:pt x="10347" y="58719"/>
                  <a:pt x="10351" y="58692"/>
                  <a:pt x="10355" y="58665"/>
                </a:cubicBezTo>
                <a:lnTo>
                  <a:pt x="10355" y="58665"/>
                </a:lnTo>
                <a:cubicBezTo>
                  <a:pt x="10322" y="58689"/>
                  <a:pt x="10287" y="58714"/>
                  <a:pt x="10258" y="58733"/>
                </a:cubicBezTo>
                <a:lnTo>
                  <a:pt x="10199" y="58851"/>
                </a:lnTo>
                <a:lnTo>
                  <a:pt x="10199" y="58851"/>
                </a:lnTo>
                <a:lnTo>
                  <a:pt x="10344" y="58746"/>
                </a:lnTo>
                <a:lnTo>
                  <a:pt x="10344" y="58746"/>
                </a:lnTo>
                <a:cubicBezTo>
                  <a:pt x="10213" y="59750"/>
                  <a:pt x="10577" y="60712"/>
                  <a:pt x="10847" y="61265"/>
                </a:cubicBezTo>
                <a:cubicBezTo>
                  <a:pt x="11538" y="62663"/>
                  <a:pt x="12686" y="63869"/>
                  <a:pt x="14305" y="64988"/>
                </a:cubicBezTo>
                <a:cubicBezTo>
                  <a:pt x="14555" y="65179"/>
                  <a:pt x="14820" y="65341"/>
                  <a:pt x="15041" y="65488"/>
                </a:cubicBezTo>
                <a:cubicBezTo>
                  <a:pt x="16233" y="66283"/>
                  <a:pt x="17131" y="67151"/>
                  <a:pt x="17705" y="68049"/>
                </a:cubicBezTo>
                <a:cubicBezTo>
                  <a:pt x="18205" y="68814"/>
                  <a:pt x="18676" y="69653"/>
                  <a:pt x="18676" y="70624"/>
                </a:cubicBezTo>
                <a:cubicBezTo>
                  <a:pt x="18676" y="71669"/>
                  <a:pt x="18161" y="72743"/>
                  <a:pt x="17248" y="73656"/>
                </a:cubicBezTo>
                <a:cubicBezTo>
                  <a:pt x="16910" y="74009"/>
                  <a:pt x="16527" y="74303"/>
                  <a:pt x="16100" y="74583"/>
                </a:cubicBezTo>
                <a:cubicBezTo>
                  <a:pt x="15129" y="75201"/>
                  <a:pt x="14040" y="75613"/>
                  <a:pt x="12995" y="76010"/>
                </a:cubicBezTo>
                <a:cubicBezTo>
                  <a:pt x="12554" y="76172"/>
                  <a:pt x="12068" y="76364"/>
                  <a:pt x="11627" y="76540"/>
                </a:cubicBezTo>
                <a:cubicBezTo>
                  <a:pt x="10081" y="77202"/>
                  <a:pt x="8595" y="78071"/>
                  <a:pt x="7197" y="79145"/>
                </a:cubicBezTo>
                <a:cubicBezTo>
                  <a:pt x="6005" y="80057"/>
                  <a:pt x="5196" y="80985"/>
                  <a:pt x="4695" y="81956"/>
                </a:cubicBezTo>
                <a:cubicBezTo>
                  <a:pt x="4401" y="82530"/>
                  <a:pt x="4224" y="83133"/>
                  <a:pt x="4180" y="83722"/>
                </a:cubicBezTo>
                <a:cubicBezTo>
                  <a:pt x="4121" y="84472"/>
                  <a:pt x="4268" y="85223"/>
                  <a:pt x="4445" y="85929"/>
                </a:cubicBezTo>
                <a:cubicBezTo>
                  <a:pt x="4842" y="87577"/>
                  <a:pt x="5416" y="89167"/>
                  <a:pt x="6137" y="90638"/>
                </a:cubicBezTo>
                <a:lnTo>
                  <a:pt x="6182" y="90594"/>
                </a:lnTo>
                <a:cubicBezTo>
                  <a:pt x="5475" y="89123"/>
                  <a:pt x="4901" y="87548"/>
                  <a:pt x="4489" y="85914"/>
                </a:cubicBezTo>
                <a:cubicBezTo>
                  <a:pt x="4327" y="85208"/>
                  <a:pt x="4180" y="84472"/>
                  <a:pt x="4239" y="83722"/>
                </a:cubicBezTo>
                <a:cubicBezTo>
                  <a:pt x="4268" y="83133"/>
                  <a:pt x="4460" y="82544"/>
                  <a:pt x="4754" y="81971"/>
                </a:cubicBezTo>
                <a:cubicBezTo>
                  <a:pt x="5254" y="81014"/>
                  <a:pt x="6064" y="80116"/>
                  <a:pt x="7241" y="79189"/>
                </a:cubicBezTo>
                <a:cubicBezTo>
                  <a:pt x="8610" y="78130"/>
                  <a:pt x="10111" y="77261"/>
                  <a:pt x="11656" y="76599"/>
                </a:cubicBezTo>
                <a:cubicBezTo>
                  <a:pt x="12098" y="76422"/>
                  <a:pt x="12569" y="76231"/>
                  <a:pt x="13010" y="76069"/>
                </a:cubicBezTo>
                <a:cubicBezTo>
                  <a:pt x="14055" y="75657"/>
                  <a:pt x="15159" y="75260"/>
                  <a:pt x="16145" y="74627"/>
                </a:cubicBezTo>
                <a:cubicBezTo>
                  <a:pt x="16557" y="74362"/>
                  <a:pt x="16954" y="74038"/>
                  <a:pt x="17278" y="73715"/>
                </a:cubicBezTo>
                <a:cubicBezTo>
                  <a:pt x="18205" y="72773"/>
                  <a:pt x="18720" y="71684"/>
                  <a:pt x="18735" y="70624"/>
                </a:cubicBezTo>
                <a:cubicBezTo>
                  <a:pt x="18749" y="69623"/>
                  <a:pt x="18234" y="68770"/>
                  <a:pt x="17763" y="68005"/>
                </a:cubicBezTo>
                <a:cubicBezTo>
                  <a:pt x="17175" y="67107"/>
                  <a:pt x="16262" y="66239"/>
                  <a:pt x="15070" y="65429"/>
                </a:cubicBezTo>
                <a:cubicBezTo>
                  <a:pt x="14850" y="65282"/>
                  <a:pt x="14599" y="65120"/>
                  <a:pt x="14335" y="64944"/>
                </a:cubicBezTo>
                <a:cubicBezTo>
                  <a:pt x="12716" y="63840"/>
                  <a:pt x="11583" y="62618"/>
                  <a:pt x="10891" y="61220"/>
                </a:cubicBezTo>
                <a:cubicBezTo>
                  <a:pt x="10626" y="60676"/>
                  <a:pt x="10214" y="59616"/>
                  <a:pt x="10435" y="58571"/>
                </a:cubicBezTo>
                <a:cubicBezTo>
                  <a:pt x="10508" y="58513"/>
                  <a:pt x="10582" y="58483"/>
                  <a:pt x="10670" y="58424"/>
                </a:cubicBezTo>
                <a:lnTo>
                  <a:pt x="10670" y="58424"/>
                </a:lnTo>
                <a:cubicBezTo>
                  <a:pt x="10670" y="58427"/>
                  <a:pt x="10670" y="58430"/>
                  <a:pt x="10669" y="58433"/>
                </a:cubicBezTo>
                <a:lnTo>
                  <a:pt x="10669" y="58433"/>
                </a:lnTo>
                <a:cubicBezTo>
                  <a:pt x="10675" y="58430"/>
                  <a:pt x="10680" y="58427"/>
                  <a:pt x="10685" y="58424"/>
                </a:cubicBezTo>
                <a:lnTo>
                  <a:pt x="10685" y="58424"/>
                </a:lnTo>
                <a:cubicBezTo>
                  <a:pt x="10677" y="58436"/>
                  <a:pt x="10671" y="58448"/>
                  <a:pt x="10667" y="58460"/>
                </a:cubicBezTo>
                <a:lnTo>
                  <a:pt x="10667" y="58460"/>
                </a:lnTo>
                <a:cubicBezTo>
                  <a:pt x="10668" y="58451"/>
                  <a:pt x="10668" y="58442"/>
                  <a:pt x="10669" y="58433"/>
                </a:cubicBezTo>
                <a:lnTo>
                  <a:pt x="10669" y="58433"/>
                </a:lnTo>
                <a:cubicBezTo>
                  <a:pt x="10613" y="58464"/>
                  <a:pt x="10547" y="58516"/>
                  <a:pt x="10494" y="58557"/>
                </a:cubicBezTo>
                <a:cubicBezTo>
                  <a:pt x="10479" y="58557"/>
                  <a:pt x="10479" y="58571"/>
                  <a:pt x="10479" y="58571"/>
                </a:cubicBezTo>
                <a:cubicBezTo>
                  <a:pt x="10464" y="58616"/>
                  <a:pt x="10464" y="58645"/>
                  <a:pt x="10435" y="58689"/>
                </a:cubicBezTo>
                <a:cubicBezTo>
                  <a:pt x="10508" y="58630"/>
                  <a:pt x="10567" y="58586"/>
                  <a:pt x="10641" y="58557"/>
                </a:cubicBezTo>
                <a:cubicBezTo>
                  <a:pt x="10651" y="58524"/>
                  <a:pt x="10654" y="58492"/>
                  <a:pt x="10667" y="58460"/>
                </a:cubicBezTo>
                <a:lnTo>
                  <a:pt x="10667" y="58460"/>
                </a:lnTo>
                <a:cubicBezTo>
                  <a:pt x="10589" y="59316"/>
                  <a:pt x="10865" y="60169"/>
                  <a:pt x="11141" y="60764"/>
                </a:cubicBezTo>
                <a:cubicBezTo>
                  <a:pt x="11833" y="62265"/>
                  <a:pt x="12981" y="63590"/>
                  <a:pt x="14614" y="64797"/>
                </a:cubicBezTo>
                <a:cubicBezTo>
                  <a:pt x="14835" y="64944"/>
                  <a:pt x="15070" y="65120"/>
                  <a:pt x="15365" y="65326"/>
                </a:cubicBezTo>
                <a:cubicBezTo>
                  <a:pt x="16616" y="66195"/>
                  <a:pt x="17543" y="67107"/>
                  <a:pt x="18087" y="68064"/>
                </a:cubicBezTo>
                <a:cubicBezTo>
                  <a:pt x="18543" y="68844"/>
                  <a:pt x="18985" y="69682"/>
                  <a:pt x="18970" y="70624"/>
                </a:cubicBezTo>
                <a:cubicBezTo>
                  <a:pt x="18941" y="71654"/>
                  <a:pt x="18440" y="72699"/>
                  <a:pt x="17543" y="73597"/>
                </a:cubicBezTo>
                <a:cubicBezTo>
                  <a:pt x="17204" y="73935"/>
                  <a:pt x="16836" y="74244"/>
                  <a:pt x="16439" y="74524"/>
                </a:cubicBezTo>
                <a:cubicBezTo>
                  <a:pt x="15497" y="75127"/>
                  <a:pt x="14452" y="75554"/>
                  <a:pt x="13437" y="75952"/>
                </a:cubicBezTo>
                <a:cubicBezTo>
                  <a:pt x="12995" y="76143"/>
                  <a:pt x="12510" y="76319"/>
                  <a:pt x="12068" y="76525"/>
                </a:cubicBezTo>
                <a:cubicBezTo>
                  <a:pt x="10552" y="77202"/>
                  <a:pt x="9095" y="78115"/>
                  <a:pt x="7756" y="79189"/>
                </a:cubicBezTo>
                <a:cubicBezTo>
                  <a:pt x="6594" y="80131"/>
                  <a:pt x="5799" y="81058"/>
                  <a:pt x="5328" y="82029"/>
                </a:cubicBezTo>
                <a:cubicBezTo>
                  <a:pt x="5034" y="82603"/>
                  <a:pt x="4857" y="83192"/>
                  <a:pt x="4813" y="83781"/>
                </a:cubicBezTo>
                <a:cubicBezTo>
                  <a:pt x="4754" y="84531"/>
                  <a:pt x="4887" y="85267"/>
                  <a:pt x="5048" y="85959"/>
                </a:cubicBezTo>
                <a:cubicBezTo>
                  <a:pt x="5416" y="87622"/>
                  <a:pt x="5990" y="89182"/>
                  <a:pt x="6682" y="90638"/>
                </a:cubicBezTo>
                <a:lnTo>
                  <a:pt x="6741" y="90594"/>
                </a:lnTo>
                <a:cubicBezTo>
                  <a:pt x="6020" y="89152"/>
                  <a:pt x="5475" y="87577"/>
                  <a:pt x="5107" y="85929"/>
                </a:cubicBezTo>
                <a:cubicBezTo>
                  <a:pt x="4960" y="85238"/>
                  <a:pt x="4813" y="84516"/>
                  <a:pt x="4857" y="83751"/>
                </a:cubicBezTo>
                <a:cubicBezTo>
                  <a:pt x="4916" y="83163"/>
                  <a:pt x="5078" y="82603"/>
                  <a:pt x="5357" y="82029"/>
                </a:cubicBezTo>
                <a:cubicBezTo>
                  <a:pt x="5843" y="81073"/>
                  <a:pt x="6623" y="80146"/>
                  <a:pt x="7771" y="79233"/>
                </a:cubicBezTo>
                <a:cubicBezTo>
                  <a:pt x="9110" y="78144"/>
                  <a:pt x="10567" y="77247"/>
                  <a:pt x="12068" y="76584"/>
                </a:cubicBezTo>
                <a:cubicBezTo>
                  <a:pt x="12510" y="76378"/>
                  <a:pt x="12995" y="76202"/>
                  <a:pt x="13437" y="76010"/>
                </a:cubicBezTo>
                <a:cubicBezTo>
                  <a:pt x="14452" y="75613"/>
                  <a:pt x="15512" y="75186"/>
                  <a:pt x="16454" y="74553"/>
                </a:cubicBezTo>
                <a:cubicBezTo>
                  <a:pt x="16851" y="74289"/>
                  <a:pt x="17248" y="73965"/>
                  <a:pt x="17572" y="73641"/>
                </a:cubicBezTo>
                <a:cubicBezTo>
                  <a:pt x="18470" y="72714"/>
                  <a:pt x="18985" y="71654"/>
                  <a:pt x="19029" y="70609"/>
                </a:cubicBezTo>
                <a:cubicBezTo>
                  <a:pt x="19058" y="69653"/>
                  <a:pt x="18602" y="68799"/>
                  <a:pt x="18146" y="68005"/>
                </a:cubicBezTo>
                <a:cubicBezTo>
                  <a:pt x="17572" y="67048"/>
                  <a:pt x="16660" y="66136"/>
                  <a:pt x="15409" y="65253"/>
                </a:cubicBezTo>
                <a:cubicBezTo>
                  <a:pt x="15114" y="65047"/>
                  <a:pt x="14864" y="64885"/>
                  <a:pt x="14644" y="64723"/>
                </a:cubicBezTo>
                <a:cubicBezTo>
                  <a:pt x="13010" y="63546"/>
                  <a:pt x="11877" y="62221"/>
                  <a:pt x="11185" y="60720"/>
                </a:cubicBezTo>
                <a:cubicBezTo>
                  <a:pt x="10920" y="60102"/>
                  <a:pt x="10641" y="59234"/>
                  <a:pt x="10729" y="58365"/>
                </a:cubicBezTo>
                <a:cubicBezTo>
                  <a:pt x="10817" y="58321"/>
                  <a:pt x="10891" y="58277"/>
                  <a:pt x="10994" y="58218"/>
                </a:cubicBezTo>
                <a:lnTo>
                  <a:pt x="10994" y="58218"/>
                </a:lnTo>
                <a:cubicBezTo>
                  <a:pt x="10964" y="58851"/>
                  <a:pt x="11097" y="59528"/>
                  <a:pt x="11406" y="60279"/>
                </a:cubicBezTo>
                <a:cubicBezTo>
                  <a:pt x="12068" y="61897"/>
                  <a:pt x="13275" y="63354"/>
                  <a:pt x="14908" y="64605"/>
                </a:cubicBezTo>
                <a:cubicBezTo>
                  <a:pt x="15129" y="64767"/>
                  <a:pt x="15379" y="64958"/>
                  <a:pt x="15674" y="65179"/>
                </a:cubicBezTo>
                <a:cubicBezTo>
                  <a:pt x="16998" y="66136"/>
                  <a:pt x="17911" y="67092"/>
                  <a:pt x="18455" y="68078"/>
                </a:cubicBezTo>
                <a:cubicBezTo>
                  <a:pt x="18897" y="68888"/>
                  <a:pt x="19279" y="69682"/>
                  <a:pt x="19250" y="70609"/>
                </a:cubicBezTo>
                <a:cubicBezTo>
                  <a:pt x="19191" y="71595"/>
                  <a:pt x="18691" y="72640"/>
                  <a:pt x="17808" y="73523"/>
                </a:cubicBezTo>
                <a:cubicBezTo>
                  <a:pt x="17484" y="73862"/>
                  <a:pt x="17116" y="74171"/>
                  <a:pt x="16733" y="74436"/>
                </a:cubicBezTo>
                <a:cubicBezTo>
                  <a:pt x="15821" y="75039"/>
                  <a:pt x="14820" y="75466"/>
                  <a:pt x="13834" y="75878"/>
                </a:cubicBezTo>
                <a:cubicBezTo>
                  <a:pt x="13393" y="76069"/>
                  <a:pt x="12922" y="76275"/>
                  <a:pt x="12480" y="76467"/>
                </a:cubicBezTo>
                <a:cubicBezTo>
                  <a:pt x="10994" y="77173"/>
                  <a:pt x="9566" y="78085"/>
                  <a:pt x="8271" y="79189"/>
                </a:cubicBezTo>
                <a:cubicBezTo>
                  <a:pt x="7138" y="80146"/>
                  <a:pt x="6388" y="81073"/>
                  <a:pt x="5917" y="82044"/>
                </a:cubicBezTo>
                <a:cubicBezTo>
                  <a:pt x="5637" y="82618"/>
                  <a:pt x="5475" y="83207"/>
                  <a:pt x="5416" y="83795"/>
                </a:cubicBezTo>
                <a:cubicBezTo>
                  <a:pt x="5343" y="84546"/>
                  <a:pt x="5490" y="85311"/>
                  <a:pt x="5622" y="85959"/>
                </a:cubicBezTo>
                <a:cubicBezTo>
                  <a:pt x="5961" y="87592"/>
                  <a:pt x="6505" y="89167"/>
                  <a:pt x="7212" y="90609"/>
                </a:cubicBezTo>
                <a:lnTo>
                  <a:pt x="7271" y="90580"/>
                </a:lnTo>
                <a:cubicBezTo>
                  <a:pt x="6579" y="89137"/>
                  <a:pt x="6020" y="87577"/>
                  <a:pt x="5666" y="85944"/>
                </a:cubicBezTo>
                <a:cubicBezTo>
                  <a:pt x="5549" y="85296"/>
                  <a:pt x="5402" y="84546"/>
                  <a:pt x="5475" y="83795"/>
                </a:cubicBezTo>
                <a:cubicBezTo>
                  <a:pt x="5519" y="83221"/>
                  <a:pt x="5696" y="82633"/>
                  <a:pt x="5961" y="82074"/>
                </a:cubicBezTo>
                <a:cubicBezTo>
                  <a:pt x="6432" y="81117"/>
                  <a:pt x="7197" y="80205"/>
                  <a:pt x="8301" y="79263"/>
                </a:cubicBezTo>
                <a:cubicBezTo>
                  <a:pt x="9611" y="78159"/>
                  <a:pt x="11023" y="77247"/>
                  <a:pt x="12495" y="76540"/>
                </a:cubicBezTo>
                <a:cubicBezTo>
                  <a:pt x="12936" y="76334"/>
                  <a:pt x="13393" y="76143"/>
                  <a:pt x="13864" y="75952"/>
                </a:cubicBezTo>
                <a:cubicBezTo>
                  <a:pt x="14835" y="75525"/>
                  <a:pt x="15865" y="75113"/>
                  <a:pt x="16763" y="74495"/>
                </a:cubicBezTo>
                <a:cubicBezTo>
                  <a:pt x="17175" y="74230"/>
                  <a:pt x="17543" y="73935"/>
                  <a:pt x="17866" y="73582"/>
                </a:cubicBezTo>
                <a:cubicBezTo>
                  <a:pt x="18749" y="72684"/>
                  <a:pt x="19265" y="71625"/>
                  <a:pt x="19323" y="70595"/>
                </a:cubicBezTo>
                <a:cubicBezTo>
                  <a:pt x="19382" y="69668"/>
                  <a:pt x="18970" y="68858"/>
                  <a:pt x="18529" y="68049"/>
                </a:cubicBezTo>
                <a:cubicBezTo>
                  <a:pt x="17984" y="67033"/>
                  <a:pt x="17057" y="66077"/>
                  <a:pt x="15733" y="65106"/>
                </a:cubicBezTo>
                <a:cubicBezTo>
                  <a:pt x="15438" y="64885"/>
                  <a:pt x="15188" y="64693"/>
                  <a:pt x="14967" y="64532"/>
                </a:cubicBezTo>
                <a:cubicBezTo>
                  <a:pt x="13319" y="63281"/>
                  <a:pt x="12142" y="61839"/>
                  <a:pt x="11480" y="60249"/>
                </a:cubicBezTo>
                <a:cubicBezTo>
                  <a:pt x="11196" y="59546"/>
                  <a:pt x="11048" y="58905"/>
                  <a:pt x="11060" y="58315"/>
                </a:cubicBezTo>
                <a:lnTo>
                  <a:pt x="11060" y="58315"/>
                </a:lnTo>
                <a:cubicBezTo>
                  <a:pt x="11047" y="58322"/>
                  <a:pt x="11035" y="58329"/>
                  <a:pt x="11023" y="58336"/>
                </a:cubicBezTo>
                <a:cubicBezTo>
                  <a:pt x="11023" y="58279"/>
                  <a:pt x="11051" y="58221"/>
                  <a:pt x="11066" y="58178"/>
                </a:cubicBezTo>
                <a:lnTo>
                  <a:pt x="11066" y="58178"/>
                </a:lnTo>
                <a:cubicBezTo>
                  <a:pt x="11063" y="58223"/>
                  <a:pt x="11061" y="58269"/>
                  <a:pt x="11060" y="58315"/>
                </a:cubicBezTo>
                <a:lnTo>
                  <a:pt x="11060" y="58315"/>
                </a:lnTo>
                <a:cubicBezTo>
                  <a:pt x="11129" y="58278"/>
                  <a:pt x="11212" y="58241"/>
                  <a:pt x="11273" y="58204"/>
                </a:cubicBezTo>
                <a:cubicBezTo>
                  <a:pt x="11273" y="58146"/>
                  <a:pt x="11273" y="58103"/>
                  <a:pt x="11301" y="58033"/>
                </a:cubicBezTo>
                <a:lnTo>
                  <a:pt x="11301" y="58033"/>
                </a:lnTo>
                <a:cubicBezTo>
                  <a:pt x="11243" y="58069"/>
                  <a:pt x="11185" y="58100"/>
                  <a:pt x="11128" y="58129"/>
                </a:cubicBezTo>
                <a:lnTo>
                  <a:pt x="11128" y="58129"/>
                </a:lnTo>
                <a:cubicBezTo>
                  <a:pt x="11182" y="58091"/>
                  <a:pt x="11239" y="58059"/>
                  <a:pt x="11303" y="58027"/>
                </a:cubicBezTo>
                <a:lnTo>
                  <a:pt x="11303" y="58027"/>
                </a:lnTo>
                <a:cubicBezTo>
                  <a:pt x="11302" y="58029"/>
                  <a:pt x="11301" y="58031"/>
                  <a:pt x="11301" y="58033"/>
                </a:cubicBezTo>
                <a:lnTo>
                  <a:pt x="11301" y="58033"/>
                </a:lnTo>
                <a:cubicBezTo>
                  <a:pt x="11311" y="58026"/>
                  <a:pt x="11322" y="58019"/>
                  <a:pt x="11332" y="58012"/>
                </a:cubicBezTo>
                <a:cubicBezTo>
                  <a:pt x="11362" y="58557"/>
                  <a:pt x="11465" y="59160"/>
                  <a:pt x="11730" y="59808"/>
                </a:cubicBezTo>
                <a:cubicBezTo>
                  <a:pt x="12362" y="61529"/>
                  <a:pt x="13569" y="63075"/>
                  <a:pt x="15232" y="64399"/>
                </a:cubicBezTo>
                <a:cubicBezTo>
                  <a:pt x="15482" y="64590"/>
                  <a:pt x="15733" y="64782"/>
                  <a:pt x="16027" y="65003"/>
                </a:cubicBezTo>
                <a:cubicBezTo>
                  <a:pt x="17410" y="66033"/>
                  <a:pt x="18323" y="67048"/>
                  <a:pt x="18867" y="68093"/>
                </a:cubicBezTo>
                <a:cubicBezTo>
                  <a:pt x="19265" y="68902"/>
                  <a:pt x="19618" y="69697"/>
                  <a:pt x="19559" y="70595"/>
                </a:cubicBezTo>
                <a:cubicBezTo>
                  <a:pt x="19485" y="71581"/>
                  <a:pt x="18985" y="72611"/>
                  <a:pt x="18131" y="73464"/>
                </a:cubicBezTo>
                <a:cubicBezTo>
                  <a:pt x="17808" y="73803"/>
                  <a:pt x="17440" y="74097"/>
                  <a:pt x="17057" y="74377"/>
                </a:cubicBezTo>
                <a:cubicBezTo>
                  <a:pt x="16189" y="74980"/>
                  <a:pt x="15217" y="75407"/>
                  <a:pt x="14261" y="75819"/>
                </a:cubicBezTo>
                <a:cubicBezTo>
                  <a:pt x="13819" y="76025"/>
                  <a:pt x="13349" y="76231"/>
                  <a:pt x="12907" y="76452"/>
                </a:cubicBezTo>
                <a:cubicBezTo>
                  <a:pt x="11435" y="77188"/>
                  <a:pt x="10052" y="78130"/>
                  <a:pt x="8786" y="79248"/>
                </a:cubicBezTo>
                <a:cubicBezTo>
                  <a:pt x="7712" y="80205"/>
                  <a:pt x="6962" y="81146"/>
                  <a:pt x="6505" y="82118"/>
                </a:cubicBezTo>
                <a:cubicBezTo>
                  <a:pt x="6226" y="82692"/>
                  <a:pt x="6064" y="83251"/>
                  <a:pt x="6020" y="83839"/>
                </a:cubicBezTo>
                <a:cubicBezTo>
                  <a:pt x="5946" y="84605"/>
                  <a:pt x="6079" y="85355"/>
                  <a:pt x="6211" y="86003"/>
                </a:cubicBezTo>
                <a:cubicBezTo>
                  <a:pt x="6535" y="87636"/>
                  <a:pt x="7050" y="89182"/>
                  <a:pt x="7756" y="90609"/>
                </a:cubicBezTo>
                <a:lnTo>
                  <a:pt x="7800" y="90580"/>
                </a:lnTo>
                <a:cubicBezTo>
                  <a:pt x="7109" y="89167"/>
                  <a:pt x="6594" y="87622"/>
                  <a:pt x="6255" y="85973"/>
                </a:cubicBezTo>
                <a:cubicBezTo>
                  <a:pt x="6137" y="85355"/>
                  <a:pt x="6020" y="84605"/>
                  <a:pt x="6093" y="83839"/>
                </a:cubicBezTo>
                <a:cubicBezTo>
                  <a:pt x="6152" y="83280"/>
                  <a:pt x="6314" y="82706"/>
                  <a:pt x="6579" y="82132"/>
                </a:cubicBezTo>
                <a:cubicBezTo>
                  <a:pt x="7035" y="81176"/>
                  <a:pt x="7771" y="80234"/>
                  <a:pt x="8831" y="79307"/>
                </a:cubicBezTo>
                <a:cubicBezTo>
                  <a:pt x="10111" y="78174"/>
                  <a:pt x="11480" y="77247"/>
                  <a:pt x="12936" y="76525"/>
                </a:cubicBezTo>
                <a:cubicBezTo>
                  <a:pt x="13378" y="76305"/>
                  <a:pt x="13834" y="76099"/>
                  <a:pt x="14305" y="75893"/>
                </a:cubicBezTo>
                <a:cubicBezTo>
                  <a:pt x="15232" y="75481"/>
                  <a:pt x="16218" y="75039"/>
                  <a:pt x="17101" y="74450"/>
                </a:cubicBezTo>
                <a:cubicBezTo>
                  <a:pt x="17484" y="74171"/>
                  <a:pt x="17852" y="73877"/>
                  <a:pt x="18161" y="73538"/>
                </a:cubicBezTo>
                <a:cubicBezTo>
                  <a:pt x="19029" y="72655"/>
                  <a:pt x="19544" y="71625"/>
                  <a:pt x="19618" y="70624"/>
                </a:cubicBezTo>
                <a:cubicBezTo>
                  <a:pt x="19691" y="69697"/>
                  <a:pt x="19323" y="68888"/>
                  <a:pt x="18911" y="68078"/>
                </a:cubicBezTo>
                <a:cubicBezTo>
                  <a:pt x="18382" y="67019"/>
                  <a:pt x="17469" y="66003"/>
                  <a:pt x="16071" y="64958"/>
                </a:cubicBezTo>
                <a:cubicBezTo>
                  <a:pt x="15777" y="64738"/>
                  <a:pt x="15512" y="64532"/>
                  <a:pt x="15276" y="64340"/>
                </a:cubicBezTo>
                <a:cubicBezTo>
                  <a:pt x="13599" y="63016"/>
                  <a:pt x="12421" y="61471"/>
                  <a:pt x="11774" y="59763"/>
                </a:cubicBezTo>
                <a:cubicBezTo>
                  <a:pt x="11560" y="59175"/>
                  <a:pt x="11431" y="58623"/>
                  <a:pt x="11409" y="58130"/>
                </a:cubicBezTo>
                <a:lnTo>
                  <a:pt x="11409" y="58130"/>
                </a:lnTo>
                <a:cubicBezTo>
                  <a:pt x="11388" y="58144"/>
                  <a:pt x="11367" y="58158"/>
                  <a:pt x="11347" y="58174"/>
                </a:cubicBezTo>
                <a:cubicBezTo>
                  <a:pt x="11347" y="58115"/>
                  <a:pt x="11362" y="58056"/>
                  <a:pt x="11362" y="57998"/>
                </a:cubicBezTo>
                <a:cubicBezTo>
                  <a:pt x="11450" y="57953"/>
                  <a:pt x="11524" y="57909"/>
                  <a:pt x="11612" y="57850"/>
                </a:cubicBezTo>
                <a:lnTo>
                  <a:pt x="11612" y="57850"/>
                </a:lnTo>
                <a:cubicBezTo>
                  <a:pt x="11609" y="57861"/>
                  <a:pt x="11607" y="57872"/>
                  <a:pt x="11605" y="57882"/>
                </a:cubicBezTo>
                <a:lnTo>
                  <a:pt x="11605" y="57882"/>
                </a:lnTo>
                <a:cubicBezTo>
                  <a:pt x="11627" y="57871"/>
                  <a:pt x="11649" y="57859"/>
                  <a:pt x="11671" y="57845"/>
                </a:cubicBezTo>
                <a:lnTo>
                  <a:pt x="11671" y="57845"/>
                </a:lnTo>
                <a:lnTo>
                  <a:pt x="11671" y="57983"/>
                </a:lnTo>
                <a:cubicBezTo>
                  <a:pt x="11680" y="57977"/>
                  <a:pt x="11690" y="57971"/>
                  <a:pt x="11699" y="57965"/>
                </a:cubicBezTo>
                <a:lnTo>
                  <a:pt x="11699" y="57965"/>
                </a:lnTo>
                <a:cubicBezTo>
                  <a:pt x="11749" y="58386"/>
                  <a:pt x="11848" y="58842"/>
                  <a:pt x="11995" y="59322"/>
                </a:cubicBezTo>
                <a:cubicBezTo>
                  <a:pt x="12627" y="61147"/>
                  <a:pt x="13805" y="62795"/>
                  <a:pt x="15527" y="64223"/>
                </a:cubicBezTo>
                <a:cubicBezTo>
                  <a:pt x="15777" y="64414"/>
                  <a:pt x="16042" y="64620"/>
                  <a:pt x="16336" y="64855"/>
                </a:cubicBezTo>
                <a:cubicBezTo>
                  <a:pt x="17793" y="66003"/>
                  <a:pt x="18720" y="67033"/>
                  <a:pt x="19235" y="68137"/>
                </a:cubicBezTo>
                <a:cubicBezTo>
                  <a:pt x="19574" y="68902"/>
                  <a:pt x="19912" y="69712"/>
                  <a:pt x="19824" y="70624"/>
                </a:cubicBezTo>
                <a:cubicBezTo>
                  <a:pt x="19721" y="71581"/>
                  <a:pt x="19206" y="72581"/>
                  <a:pt x="18382" y="73435"/>
                </a:cubicBezTo>
                <a:cubicBezTo>
                  <a:pt x="18072" y="73744"/>
                  <a:pt x="17719" y="74053"/>
                  <a:pt x="17337" y="74318"/>
                </a:cubicBezTo>
                <a:cubicBezTo>
                  <a:pt x="16483" y="74907"/>
                  <a:pt x="15556" y="75348"/>
                  <a:pt x="14644" y="75775"/>
                </a:cubicBezTo>
                <a:cubicBezTo>
                  <a:pt x="14202" y="75966"/>
                  <a:pt x="13731" y="76187"/>
                  <a:pt x="13290" y="76437"/>
                </a:cubicBezTo>
                <a:cubicBezTo>
                  <a:pt x="11847" y="77188"/>
                  <a:pt x="10508" y="78144"/>
                  <a:pt x="9272" y="79277"/>
                </a:cubicBezTo>
                <a:cubicBezTo>
                  <a:pt x="8242" y="80263"/>
                  <a:pt x="7535" y="81191"/>
                  <a:pt x="7094" y="82177"/>
                </a:cubicBezTo>
                <a:cubicBezTo>
                  <a:pt x="6829" y="82736"/>
                  <a:pt x="6667" y="83310"/>
                  <a:pt x="6608" y="83884"/>
                </a:cubicBezTo>
                <a:cubicBezTo>
                  <a:pt x="6535" y="84649"/>
                  <a:pt x="6652" y="85385"/>
                  <a:pt x="6756" y="86018"/>
                </a:cubicBezTo>
                <a:cubicBezTo>
                  <a:pt x="7050" y="87651"/>
                  <a:pt x="7565" y="89182"/>
                  <a:pt x="8271" y="90594"/>
                </a:cubicBezTo>
                <a:lnTo>
                  <a:pt x="8315" y="90565"/>
                </a:lnTo>
                <a:cubicBezTo>
                  <a:pt x="7624" y="89167"/>
                  <a:pt x="7123" y="87622"/>
                  <a:pt x="6814" y="86003"/>
                </a:cubicBezTo>
                <a:cubicBezTo>
                  <a:pt x="6697" y="85370"/>
                  <a:pt x="6594" y="84634"/>
                  <a:pt x="6667" y="83884"/>
                </a:cubicBezTo>
                <a:cubicBezTo>
                  <a:pt x="6726" y="83310"/>
                  <a:pt x="6888" y="82736"/>
                  <a:pt x="7138" y="82191"/>
                </a:cubicBezTo>
                <a:cubicBezTo>
                  <a:pt x="7580" y="81235"/>
                  <a:pt x="8301" y="80293"/>
                  <a:pt x="9316" y="79336"/>
                </a:cubicBezTo>
                <a:cubicBezTo>
                  <a:pt x="10523" y="78203"/>
                  <a:pt x="11877" y="77247"/>
                  <a:pt x="13304" y="76481"/>
                </a:cubicBezTo>
                <a:cubicBezTo>
                  <a:pt x="13746" y="76246"/>
                  <a:pt x="14202" y="76025"/>
                  <a:pt x="14673" y="75819"/>
                </a:cubicBezTo>
                <a:cubicBezTo>
                  <a:pt x="15571" y="75407"/>
                  <a:pt x="16513" y="74966"/>
                  <a:pt x="17351" y="74347"/>
                </a:cubicBezTo>
                <a:cubicBezTo>
                  <a:pt x="17734" y="74083"/>
                  <a:pt x="18087" y="73788"/>
                  <a:pt x="18396" y="73450"/>
                </a:cubicBezTo>
                <a:cubicBezTo>
                  <a:pt x="19250" y="72581"/>
                  <a:pt x="19765" y="71581"/>
                  <a:pt x="19853" y="70595"/>
                </a:cubicBezTo>
                <a:cubicBezTo>
                  <a:pt x="19941" y="69697"/>
                  <a:pt x="19603" y="68873"/>
                  <a:pt x="19250" y="68078"/>
                </a:cubicBezTo>
                <a:cubicBezTo>
                  <a:pt x="18735" y="66960"/>
                  <a:pt x="17808" y="65915"/>
                  <a:pt x="16336" y="64767"/>
                </a:cubicBezTo>
                <a:cubicBezTo>
                  <a:pt x="16042" y="64532"/>
                  <a:pt x="15777" y="64326"/>
                  <a:pt x="15527" y="64120"/>
                </a:cubicBezTo>
                <a:cubicBezTo>
                  <a:pt x="13805" y="62707"/>
                  <a:pt x="12627" y="61073"/>
                  <a:pt x="12024" y="59248"/>
                </a:cubicBezTo>
                <a:cubicBezTo>
                  <a:pt x="11861" y="58785"/>
                  <a:pt x="11762" y="58354"/>
                  <a:pt x="11718" y="57954"/>
                </a:cubicBezTo>
                <a:lnTo>
                  <a:pt x="11718" y="57954"/>
                </a:lnTo>
                <a:cubicBezTo>
                  <a:pt x="11712" y="57958"/>
                  <a:pt x="11706" y="57961"/>
                  <a:pt x="11699" y="57965"/>
                </a:cubicBezTo>
                <a:lnTo>
                  <a:pt x="11699" y="57965"/>
                </a:lnTo>
                <a:cubicBezTo>
                  <a:pt x="11694" y="57921"/>
                  <a:pt x="11690" y="57878"/>
                  <a:pt x="11686" y="57836"/>
                </a:cubicBezTo>
                <a:cubicBezTo>
                  <a:pt x="11681" y="57839"/>
                  <a:pt x="11676" y="57842"/>
                  <a:pt x="11671" y="57845"/>
                </a:cubicBezTo>
                <a:lnTo>
                  <a:pt x="11671" y="57845"/>
                </a:lnTo>
                <a:lnTo>
                  <a:pt x="11671" y="57806"/>
                </a:lnTo>
                <a:cubicBezTo>
                  <a:pt x="11681" y="57799"/>
                  <a:pt x="11692" y="57792"/>
                  <a:pt x="11703" y="57786"/>
                </a:cubicBezTo>
                <a:lnTo>
                  <a:pt x="11703" y="57786"/>
                </a:lnTo>
                <a:cubicBezTo>
                  <a:pt x="11707" y="57841"/>
                  <a:pt x="11712" y="57897"/>
                  <a:pt x="11718" y="57954"/>
                </a:cubicBezTo>
                <a:lnTo>
                  <a:pt x="11718" y="57954"/>
                </a:lnTo>
                <a:cubicBezTo>
                  <a:pt x="11795" y="57913"/>
                  <a:pt x="11878" y="57884"/>
                  <a:pt x="11950" y="57836"/>
                </a:cubicBezTo>
                <a:cubicBezTo>
                  <a:pt x="11950" y="57777"/>
                  <a:pt x="11950" y="57703"/>
                  <a:pt x="11936" y="57659"/>
                </a:cubicBezTo>
                <a:cubicBezTo>
                  <a:pt x="11871" y="57698"/>
                  <a:pt x="11783" y="57737"/>
                  <a:pt x="11703" y="57786"/>
                </a:cubicBezTo>
                <a:lnTo>
                  <a:pt x="11703" y="57786"/>
                </a:lnTo>
                <a:cubicBezTo>
                  <a:pt x="11702" y="57773"/>
                  <a:pt x="11701" y="57760"/>
                  <a:pt x="11700" y="57747"/>
                </a:cubicBezTo>
                <a:cubicBezTo>
                  <a:pt x="11730" y="57718"/>
                  <a:pt x="11744" y="57718"/>
                  <a:pt x="11774" y="57703"/>
                </a:cubicBezTo>
                <a:lnTo>
                  <a:pt x="11995" y="57600"/>
                </a:lnTo>
                <a:cubicBezTo>
                  <a:pt x="11995" y="57605"/>
                  <a:pt x="11996" y="57610"/>
                  <a:pt x="11996" y="57614"/>
                </a:cubicBezTo>
                <a:lnTo>
                  <a:pt x="11996" y="57614"/>
                </a:lnTo>
                <a:cubicBezTo>
                  <a:pt x="12012" y="57609"/>
                  <a:pt x="12027" y="57602"/>
                  <a:pt x="12042" y="57595"/>
                </a:cubicBezTo>
                <a:lnTo>
                  <a:pt x="12042" y="57595"/>
                </a:lnTo>
                <a:cubicBezTo>
                  <a:pt x="12047" y="57652"/>
                  <a:pt x="12054" y="57710"/>
                  <a:pt x="12062" y="57768"/>
                </a:cubicBezTo>
                <a:lnTo>
                  <a:pt x="12062" y="57768"/>
                </a:lnTo>
                <a:cubicBezTo>
                  <a:pt x="12142" y="57737"/>
                  <a:pt x="12223" y="57686"/>
                  <a:pt x="12304" y="57659"/>
                </a:cubicBezTo>
                <a:lnTo>
                  <a:pt x="12289" y="57468"/>
                </a:lnTo>
                <a:cubicBezTo>
                  <a:pt x="12274" y="57468"/>
                  <a:pt x="12259" y="57482"/>
                  <a:pt x="12245" y="57482"/>
                </a:cubicBezTo>
                <a:cubicBezTo>
                  <a:pt x="12161" y="57518"/>
                  <a:pt x="12107" y="57564"/>
                  <a:pt x="12042" y="57595"/>
                </a:cubicBezTo>
                <a:lnTo>
                  <a:pt x="12042" y="57595"/>
                </a:lnTo>
                <a:cubicBezTo>
                  <a:pt x="12041" y="57582"/>
                  <a:pt x="12040" y="57569"/>
                  <a:pt x="12039" y="57556"/>
                </a:cubicBezTo>
                <a:cubicBezTo>
                  <a:pt x="12127" y="57497"/>
                  <a:pt x="12245" y="57453"/>
                  <a:pt x="12333" y="57409"/>
                </a:cubicBezTo>
                <a:cubicBezTo>
                  <a:pt x="12334" y="57418"/>
                  <a:pt x="12335" y="57427"/>
                  <a:pt x="12336" y="57436"/>
                </a:cubicBezTo>
                <a:lnTo>
                  <a:pt x="12336" y="57436"/>
                </a:lnTo>
                <a:lnTo>
                  <a:pt x="12394" y="57400"/>
                </a:lnTo>
                <a:lnTo>
                  <a:pt x="12394" y="57400"/>
                </a:lnTo>
                <a:cubicBezTo>
                  <a:pt x="12401" y="57463"/>
                  <a:pt x="12409" y="57528"/>
                  <a:pt x="12418" y="57593"/>
                </a:cubicBezTo>
                <a:lnTo>
                  <a:pt x="12418" y="57593"/>
                </a:lnTo>
                <a:cubicBezTo>
                  <a:pt x="12502" y="57561"/>
                  <a:pt x="12572" y="57514"/>
                  <a:pt x="12642" y="57468"/>
                </a:cubicBezTo>
                <a:cubicBezTo>
                  <a:pt x="12642" y="57394"/>
                  <a:pt x="12642" y="57335"/>
                  <a:pt x="12613" y="57262"/>
                </a:cubicBezTo>
                <a:lnTo>
                  <a:pt x="12394" y="57400"/>
                </a:lnTo>
                <a:lnTo>
                  <a:pt x="12394" y="57400"/>
                </a:lnTo>
                <a:cubicBezTo>
                  <a:pt x="12393" y="57393"/>
                  <a:pt x="12393" y="57386"/>
                  <a:pt x="12392" y="57379"/>
                </a:cubicBezTo>
                <a:cubicBezTo>
                  <a:pt x="12480" y="57321"/>
                  <a:pt x="12583" y="57262"/>
                  <a:pt x="12686" y="57203"/>
                </a:cubicBezTo>
                <a:cubicBezTo>
                  <a:pt x="12694" y="57263"/>
                  <a:pt x="12703" y="57322"/>
                  <a:pt x="12713" y="57382"/>
                </a:cubicBezTo>
                <a:lnTo>
                  <a:pt x="12713" y="57382"/>
                </a:lnTo>
                <a:cubicBezTo>
                  <a:pt x="12709" y="57333"/>
                  <a:pt x="12701" y="57290"/>
                  <a:pt x="12701" y="57247"/>
                </a:cubicBezTo>
                <a:cubicBezTo>
                  <a:pt x="12728" y="57240"/>
                  <a:pt x="12748" y="57228"/>
                  <a:pt x="12769" y="57214"/>
                </a:cubicBezTo>
                <a:lnTo>
                  <a:pt x="12769" y="57214"/>
                </a:lnTo>
                <a:cubicBezTo>
                  <a:pt x="12778" y="57271"/>
                  <a:pt x="12788" y="57331"/>
                  <a:pt x="12798" y="57395"/>
                </a:cubicBezTo>
                <a:lnTo>
                  <a:pt x="12798" y="57395"/>
                </a:lnTo>
                <a:cubicBezTo>
                  <a:pt x="12877" y="57350"/>
                  <a:pt x="12944" y="57306"/>
                  <a:pt x="13010" y="57262"/>
                </a:cubicBezTo>
                <a:cubicBezTo>
                  <a:pt x="12995" y="57188"/>
                  <a:pt x="12995" y="57144"/>
                  <a:pt x="12995" y="57100"/>
                </a:cubicBezTo>
                <a:cubicBezTo>
                  <a:pt x="12936" y="57115"/>
                  <a:pt x="12907" y="57159"/>
                  <a:pt x="12848" y="57173"/>
                </a:cubicBezTo>
                <a:cubicBezTo>
                  <a:pt x="12816" y="57181"/>
                  <a:pt x="12793" y="57198"/>
                  <a:pt x="12769" y="57214"/>
                </a:cubicBezTo>
                <a:lnTo>
                  <a:pt x="12769" y="57214"/>
                </a:lnTo>
                <a:cubicBezTo>
                  <a:pt x="12766" y="57195"/>
                  <a:pt x="12763" y="57177"/>
                  <a:pt x="12760" y="57159"/>
                </a:cubicBezTo>
                <a:cubicBezTo>
                  <a:pt x="12848" y="57100"/>
                  <a:pt x="12936" y="57041"/>
                  <a:pt x="13054" y="56982"/>
                </a:cubicBezTo>
                <a:cubicBezTo>
                  <a:pt x="13062" y="57054"/>
                  <a:pt x="13070" y="57125"/>
                  <a:pt x="13083" y="57199"/>
                </a:cubicBezTo>
                <a:lnTo>
                  <a:pt x="13083" y="57199"/>
                </a:lnTo>
                <a:cubicBezTo>
                  <a:pt x="13079" y="57140"/>
                  <a:pt x="13069" y="57088"/>
                  <a:pt x="13069" y="57026"/>
                </a:cubicBezTo>
                <a:cubicBezTo>
                  <a:pt x="13116" y="57003"/>
                  <a:pt x="13162" y="56980"/>
                  <a:pt x="13202" y="56956"/>
                </a:cubicBezTo>
                <a:lnTo>
                  <a:pt x="13202" y="56956"/>
                </a:lnTo>
                <a:cubicBezTo>
                  <a:pt x="13209" y="57018"/>
                  <a:pt x="13216" y="57083"/>
                  <a:pt x="13226" y="57150"/>
                </a:cubicBezTo>
                <a:lnTo>
                  <a:pt x="13226" y="57150"/>
                </a:lnTo>
                <a:lnTo>
                  <a:pt x="13363" y="57070"/>
                </a:lnTo>
                <a:cubicBezTo>
                  <a:pt x="13349" y="56997"/>
                  <a:pt x="13349" y="56938"/>
                  <a:pt x="13363" y="56864"/>
                </a:cubicBezTo>
                <a:lnTo>
                  <a:pt x="13363" y="56864"/>
                </a:lnTo>
                <a:cubicBezTo>
                  <a:pt x="13348" y="56868"/>
                  <a:pt x="13335" y="56873"/>
                  <a:pt x="13323" y="56878"/>
                </a:cubicBezTo>
                <a:lnTo>
                  <a:pt x="13323" y="56878"/>
                </a:lnTo>
                <a:lnTo>
                  <a:pt x="13408" y="56827"/>
                </a:lnTo>
                <a:lnTo>
                  <a:pt x="13408" y="56827"/>
                </a:lnTo>
                <a:cubicBezTo>
                  <a:pt x="13410" y="56891"/>
                  <a:pt x="13422" y="56945"/>
                  <a:pt x="13422" y="57012"/>
                </a:cubicBezTo>
                <a:lnTo>
                  <a:pt x="13500" y="56966"/>
                </a:lnTo>
                <a:lnTo>
                  <a:pt x="13500" y="56966"/>
                </a:lnTo>
                <a:cubicBezTo>
                  <a:pt x="13845" y="59193"/>
                  <a:pt x="15079" y="61317"/>
                  <a:pt x="17131" y="63281"/>
                </a:cubicBezTo>
                <a:cubicBezTo>
                  <a:pt x="17410" y="63560"/>
                  <a:pt x="17719" y="63825"/>
                  <a:pt x="18058" y="64120"/>
                </a:cubicBezTo>
                <a:cubicBezTo>
                  <a:pt x="19323" y="65253"/>
                  <a:pt x="20736" y="66607"/>
                  <a:pt x="21178" y="68314"/>
                </a:cubicBezTo>
                <a:cubicBezTo>
                  <a:pt x="21413" y="69241"/>
                  <a:pt x="21472" y="69991"/>
                  <a:pt x="21310" y="70683"/>
                </a:cubicBezTo>
                <a:cubicBezTo>
                  <a:pt x="21104" y="71537"/>
                  <a:pt x="20604" y="72420"/>
                  <a:pt x="19868" y="73214"/>
                </a:cubicBezTo>
                <a:cubicBezTo>
                  <a:pt x="19603" y="73509"/>
                  <a:pt x="19279" y="73788"/>
                  <a:pt x="18955" y="74068"/>
                </a:cubicBezTo>
                <a:cubicBezTo>
                  <a:pt x="18279" y="74598"/>
                  <a:pt x="17543" y="75069"/>
                  <a:pt x="16822" y="75510"/>
                </a:cubicBezTo>
                <a:cubicBezTo>
                  <a:pt x="16380" y="75790"/>
                  <a:pt x="15894" y="76084"/>
                  <a:pt x="15482" y="76378"/>
                </a:cubicBezTo>
                <a:cubicBezTo>
                  <a:pt x="14173" y="77276"/>
                  <a:pt x="12995" y="78350"/>
                  <a:pt x="11980" y="79557"/>
                </a:cubicBezTo>
                <a:cubicBezTo>
                  <a:pt x="11156" y="80572"/>
                  <a:pt x="10567" y="81544"/>
                  <a:pt x="10184" y="82544"/>
                </a:cubicBezTo>
                <a:cubicBezTo>
                  <a:pt x="9978" y="83089"/>
                  <a:pt x="9831" y="83648"/>
                  <a:pt x="9758" y="84193"/>
                </a:cubicBezTo>
                <a:cubicBezTo>
                  <a:pt x="9684" y="84811"/>
                  <a:pt x="9684" y="85473"/>
                  <a:pt x="9758" y="86238"/>
                </a:cubicBezTo>
                <a:cubicBezTo>
                  <a:pt x="9920" y="87813"/>
                  <a:pt x="10346" y="89314"/>
                  <a:pt x="11023" y="90653"/>
                </a:cubicBezTo>
                <a:lnTo>
                  <a:pt x="11082" y="90609"/>
                </a:lnTo>
                <a:cubicBezTo>
                  <a:pt x="10405" y="89270"/>
                  <a:pt x="9978" y="87798"/>
                  <a:pt x="9817" y="86224"/>
                </a:cubicBezTo>
                <a:cubicBezTo>
                  <a:pt x="9743" y="85444"/>
                  <a:pt x="9714" y="84781"/>
                  <a:pt x="9817" y="84193"/>
                </a:cubicBezTo>
                <a:cubicBezTo>
                  <a:pt x="9890" y="83663"/>
                  <a:pt x="10008" y="83104"/>
                  <a:pt x="10229" y="82559"/>
                </a:cubicBezTo>
                <a:cubicBezTo>
                  <a:pt x="10597" y="81558"/>
                  <a:pt x="11185" y="80602"/>
                  <a:pt x="12024" y="79601"/>
                </a:cubicBezTo>
                <a:cubicBezTo>
                  <a:pt x="13025" y="78380"/>
                  <a:pt x="14187" y="77320"/>
                  <a:pt x="15497" y="76408"/>
                </a:cubicBezTo>
                <a:cubicBezTo>
                  <a:pt x="15939" y="76113"/>
                  <a:pt x="16395" y="75819"/>
                  <a:pt x="16836" y="75554"/>
                </a:cubicBezTo>
                <a:cubicBezTo>
                  <a:pt x="17557" y="75113"/>
                  <a:pt x="18308" y="74642"/>
                  <a:pt x="18985" y="74097"/>
                </a:cubicBezTo>
                <a:cubicBezTo>
                  <a:pt x="19323" y="73818"/>
                  <a:pt x="19632" y="73538"/>
                  <a:pt x="19927" y="73244"/>
                </a:cubicBezTo>
                <a:cubicBezTo>
                  <a:pt x="20677" y="72464"/>
                  <a:pt x="21178" y="71551"/>
                  <a:pt x="21384" y="70668"/>
                </a:cubicBezTo>
                <a:cubicBezTo>
                  <a:pt x="21546" y="69977"/>
                  <a:pt x="21516" y="69226"/>
                  <a:pt x="21251" y="68284"/>
                </a:cubicBezTo>
                <a:cubicBezTo>
                  <a:pt x="20795" y="66548"/>
                  <a:pt x="19382" y="65209"/>
                  <a:pt x="18087" y="64075"/>
                </a:cubicBezTo>
                <a:cubicBezTo>
                  <a:pt x="17763" y="63781"/>
                  <a:pt x="17440" y="63501"/>
                  <a:pt x="17175" y="63222"/>
                </a:cubicBezTo>
                <a:cubicBezTo>
                  <a:pt x="15134" y="61255"/>
                  <a:pt x="13899" y="59156"/>
                  <a:pt x="13572" y="56925"/>
                </a:cubicBezTo>
                <a:lnTo>
                  <a:pt x="13572" y="56925"/>
                </a:lnTo>
                <a:lnTo>
                  <a:pt x="13500" y="56966"/>
                </a:lnTo>
                <a:lnTo>
                  <a:pt x="13500" y="56966"/>
                </a:lnTo>
                <a:cubicBezTo>
                  <a:pt x="13499" y="56957"/>
                  <a:pt x="13497" y="56947"/>
                  <a:pt x="13496" y="56938"/>
                </a:cubicBezTo>
                <a:cubicBezTo>
                  <a:pt x="13496" y="56879"/>
                  <a:pt x="13466" y="56835"/>
                  <a:pt x="13466" y="56791"/>
                </a:cubicBezTo>
                <a:lnTo>
                  <a:pt x="13408" y="56827"/>
                </a:lnTo>
                <a:lnTo>
                  <a:pt x="13408" y="56827"/>
                </a:lnTo>
                <a:cubicBezTo>
                  <a:pt x="13408" y="56820"/>
                  <a:pt x="13407" y="56813"/>
                  <a:pt x="13407" y="56806"/>
                </a:cubicBezTo>
                <a:cubicBezTo>
                  <a:pt x="13496" y="56747"/>
                  <a:pt x="13584" y="56688"/>
                  <a:pt x="13672" y="56614"/>
                </a:cubicBezTo>
                <a:cubicBezTo>
                  <a:pt x="13672" y="56634"/>
                  <a:pt x="13673" y="56653"/>
                  <a:pt x="13675" y="56670"/>
                </a:cubicBezTo>
                <a:lnTo>
                  <a:pt x="13675" y="56670"/>
                </a:lnTo>
                <a:cubicBezTo>
                  <a:pt x="13700" y="56656"/>
                  <a:pt x="13724" y="56641"/>
                  <a:pt x="13747" y="56626"/>
                </a:cubicBezTo>
                <a:lnTo>
                  <a:pt x="13747" y="56626"/>
                </a:lnTo>
                <a:cubicBezTo>
                  <a:pt x="13753" y="56688"/>
                  <a:pt x="13775" y="56741"/>
                  <a:pt x="13775" y="56806"/>
                </a:cubicBezTo>
                <a:cubicBezTo>
                  <a:pt x="13793" y="56791"/>
                  <a:pt x="13811" y="56778"/>
                  <a:pt x="13830" y="56766"/>
                </a:cubicBezTo>
                <a:lnTo>
                  <a:pt x="13830" y="56766"/>
                </a:lnTo>
                <a:cubicBezTo>
                  <a:pt x="14165" y="58967"/>
                  <a:pt x="15391" y="61085"/>
                  <a:pt x="17440" y="63119"/>
                </a:cubicBezTo>
                <a:cubicBezTo>
                  <a:pt x="17734" y="63413"/>
                  <a:pt x="18058" y="63693"/>
                  <a:pt x="18382" y="64002"/>
                </a:cubicBezTo>
                <a:cubicBezTo>
                  <a:pt x="19780" y="65253"/>
                  <a:pt x="21163" y="66636"/>
                  <a:pt x="21560" y="68358"/>
                </a:cubicBezTo>
                <a:cubicBezTo>
                  <a:pt x="21766" y="69241"/>
                  <a:pt x="21781" y="69991"/>
                  <a:pt x="21604" y="70698"/>
                </a:cubicBezTo>
                <a:cubicBezTo>
                  <a:pt x="21384" y="71537"/>
                  <a:pt x="20883" y="72405"/>
                  <a:pt x="20162" y="73170"/>
                </a:cubicBezTo>
                <a:cubicBezTo>
                  <a:pt x="19897" y="73464"/>
                  <a:pt x="19603" y="73744"/>
                  <a:pt x="19265" y="74024"/>
                </a:cubicBezTo>
                <a:cubicBezTo>
                  <a:pt x="18617" y="74553"/>
                  <a:pt x="17925" y="75010"/>
                  <a:pt x="17219" y="75466"/>
                </a:cubicBezTo>
                <a:cubicBezTo>
                  <a:pt x="16777" y="75760"/>
                  <a:pt x="16307" y="76040"/>
                  <a:pt x="15880" y="76378"/>
                </a:cubicBezTo>
                <a:cubicBezTo>
                  <a:pt x="14599" y="77305"/>
                  <a:pt x="13452" y="78409"/>
                  <a:pt x="12495" y="79631"/>
                </a:cubicBezTo>
                <a:cubicBezTo>
                  <a:pt x="11730" y="80631"/>
                  <a:pt x="11141" y="81632"/>
                  <a:pt x="10773" y="82633"/>
                </a:cubicBezTo>
                <a:cubicBezTo>
                  <a:pt x="10567" y="83163"/>
                  <a:pt x="10435" y="83722"/>
                  <a:pt x="10361" y="84266"/>
                </a:cubicBezTo>
                <a:cubicBezTo>
                  <a:pt x="10287" y="84870"/>
                  <a:pt x="10273" y="85547"/>
                  <a:pt x="10346" y="86297"/>
                </a:cubicBezTo>
                <a:cubicBezTo>
                  <a:pt x="10494" y="87872"/>
                  <a:pt x="10891" y="89343"/>
                  <a:pt x="11583" y="90668"/>
                </a:cubicBezTo>
                <a:lnTo>
                  <a:pt x="11627" y="90638"/>
                </a:lnTo>
                <a:cubicBezTo>
                  <a:pt x="10950" y="89314"/>
                  <a:pt x="10552" y="87842"/>
                  <a:pt x="10420" y="86268"/>
                </a:cubicBezTo>
                <a:cubicBezTo>
                  <a:pt x="10346" y="85517"/>
                  <a:pt x="10361" y="84870"/>
                  <a:pt x="10435" y="84266"/>
                </a:cubicBezTo>
                <a:cubicBezTo>
                  <a:pt x="10508" y="83736"/>
                  <a:pt x="10641" y="83177"/>
                  <a:pt x="10847" y="82647"/>
                </a:cubicBezTo>
                <a:cubicBezTo>
                  <a:pt x="11215" y="81676"/>
                  <a:pt x="11774" y="80661"/>
                  <a:pt x="12554" y="79675"/>
                </a:cubicBezTo>
                <a:cubicBezTo>
                  <a:pt x="13510" y="78439"/>
                  <a:pt x="14644" y="77350"/>
                  <a:pt x="15924" y="76437"/>
                </a:cubicBezTo>
                <a:cubicBezTo>
                  <a:pt x="16365" y="76113"/>
                  <a:pt x="16822" y="75804"/>
                  <a:pt x="17263" y="75510"/>
                </a:cubicBezTo>
                <a:cubicBezTo>
                  <a:pt x="17940" y="75069"/>
                  <a:pt x="18661" y="74612"/>
                  <a:pt x="19309" y="74083"/>
                </a:cubicBezTo>
                <a:cubicBezTo>
                  <a:pt x="19632" y="73803"/>
                  <a:pt x="19941" y="73523"/>
                  <a:pt x="20206" y="73229"/>
                </a:cubicBezTo>
                <a:cubicBezTo>
                  <a:pt x="20942" y="72434"/>
                  <a:pt x="21443" y="71581"/>
                  <a:pt x="21663" y="70712"/>
                </a:cubicBezTo>
                <a:cubicBezTo>
                  <a:pt x="21840" y="70006"/>
                  <a:pt x="21825" y="69241"/>
                  <a:pt x="21619" y="68343"/>
                </a:cubicBezTo>
                <a:cubicBezTo>
                  <a:pt x="21222" y="66592"/>
                  <a:pt x="19824" y="65194"/>
                  <a:pt x="18426" y="63943"/>
                </a:cubicBezTo>
                <a:cubicBezTo>
                  <a:pt x="18072" y="63634"/>
                  <a:pt x="17778" y="63354"/>
                  <a:pt x="17484" y="63060"/>
                </a:cubicBezTo>
                <a:cubicBezTo>
                  <a:pt x="15427" y="61046"/>
                  <a:pt x="14230" y="58922"/>
                  <a:pt x="13892" y="56726"/>
                </a:cubicBezTo>
                <a:lnTo>
                  <a:pt x="13892" y="56726"/>
                </a:lnTo>
                <a:cubicBezTo>
                  <a:pt x="13871" y="56739"/>
                  <a:pt x="13850" y="56752"/>
                  <a:pt x="13830" y="56766"/>
                </a:cubicBezTo>
                <a:lnTo>
                  <a:pt x="13830" y="56766"/>
                </a:lnTo>
                <a:cubicBezTo>
                  <a:pt x="13821" y="56705"/>
                  <a:pt x="13813" y="56645"/>
                  <a:pt x="13805" y="56585"/>
                </a:cubicBezTo>
                <a:cubicBezTo>
                  <a:pt x="13786" y="56599"/>
                  <a:pt x="13767" y="56613"/>
                  <a:pt x="13747" y="56626"/>
                </a:cubicBezTo>
                <a:lnTo>
                  <a:pt x="13747" y="56626"/>
                </a:lnTo>
                <a:cubicBezTo>
                  <a:pt x="13746" y="56618"/>
                  <a:pt x="13746" y="56609"/>
                  <a:pt x="13746" y="56599"/>
                </a:cubicBezTo>
                <a:cubicBezTo>
                  <a:pt x="13788" y="56576"/>
                  <a:pt x="13827" y="56554"/>
                  <a:pt x="13864" y="56532"/>
                </a:cubicBezTo>
                <a:lnTo>
                  <a:pt x="13864" y="56532"/>
                </a:lnTo>
                <a:cubicBezTo>
                  <a:pt x="13873" y="56597"/>
                  <a:pt x="13882" y="56662"/>
                  <a:pt x="13892" y="56726"/>
                </a:cubicBezTo>
                <a:lnTo>
                  <a:pt x="13892" y="56726"/>
                </a:lnTo>
                <a:cubicBezTo>
                  <a:pt x="13935" y="56700"/>
                  <a:pt x="13980" y="56674"/>
                  <a:pt x="14025" y="56644"/>
                </a:cubicBezTo>
                <a:lnTo>
                  <a:pt x="14025" y="56599"/>
                </a:lnTo>
                <a:cubicBezTo>
                  <a:pt x="14011" y="56557"/>
                  <a:pt x="14011" y="56501"/>
                  <a:pt x="14011" y="56431"/>
                </a:cubicBezTo>
                <a:lnTo>
                  <a:pt x="14011" y="56431"/>
                </a:lnTo>
                <a:cubicBezTo>
                  <a:pt x="14002" y="56437"/>
                  <a:pt x="13993" y="56442"/>
                  <a:pt x="13984" y="56448"/>
                </a:cubicBezTo>
                <a:lnTo>
                  <a:pt x="13984" y="56448"/>
                </a:lnTo>
                <a:cubicBezTo>
                  <a:pt x="13993" y="56440"/>
                  <a:pt x="14002" y="56432"/>
                  <a:pt x="14011" y="56423"/>
                </a:cubicBezTo>
                <a:cubicBezTo>
                  <a:pt x="14011" y="56426"/>
                  <a:pt x="14011" y="56428"/>
                  <a:pt x="14011" y="56431"/>
                </a:cubicBezTo>
                <a:lnTo>
                  <a:pt x="14011" y="56431"/>
                </a:lnTo>
                <a:cubicBezTo>
                  <a:pt x="14044" y="56410"/>
                  <a:pt x="14078" y="56388"/>
                  <a:pt x="14114" y="56364"/>
                </a:cubicBezTo>
                <a:cubicBezTo>
                  <a:pt x="14114" y="56368"/>
                  <a:pt x="14115" y="56372"/>
                  <a:pt x="14115" y="56376"/>
                </a:cubicBezTo>
                <a:lnTo>
                  <a:pt x="14115" y="56376"/>
                </a:lnTo>
                <a:cubicBezTo>
                  <a:pt x="14132" y="56363"/>
                  <a:pt x="14148" y="56351"/>
                  <a:pt x="14164" y="56338"/>
                </a:cubicBezTo>
                <a:lnTo>
                  <a:pt x="14164" y="56338"/>
                </a:lnTo>
                <a:cubicBezTo>
                  <a:pt x="14171" y="56399"/>
                  <a:pt x="14180" y="56459"/>
                  <a:pt x="14189" y="56520"/>
                </a:cubicBezTo>
                <a:lnTo>
                  <a:pt x="14189" y="56520"/>
                </a:lnTo>
                <a:cubicBezTo>
                  <a:pt x="14236" y="56487"/>
                  <a:pt x="14283" y="56457"/>
                  <a:pt x="14335" y="56423"/>
                </a:cubicBezTo>
                <a:cubicBezTo>
                  <a:pt x="14320" y="56349"/>
                  <a:pt x="14320" y="56276"/>
                  <a:pt x="14320" y="56217"/>
                </a:cubicBezTo>
                <a:cubicBezTo>
                  <a:pt x="14264" y="56254"/>
                  <a:pt x="14215" y="56297"/>
                  <a:pt x="14164" y="56338"/>
                </a:cubicBezTo>
                <a:lnTo>
                  <a:pt x="14164" y="56338"/>
                </a:lnTo>
                <a:cubicBezTo>
                  <a:pt x="14162" y="56322"/>
                  <a:pt x="14160" y="56306"/>
                  <a:pt x="14158" y="56290"/>
                </a:cubicBezTo>
                <a:cubicBezTo>
                  <a:pt x="14231" y="56232"/>
                  <a:pt x="14320" y="56173"/>
                  <a:pt x="14393" y="56099"/>
                </a:cubicBezTo>
                <a:cubicBezTo>
                  <a:pt x="14395" y="56114"/>
                  <a:pt x="14397" y="56130"/>
                  <a:pt x="14399" y="56145"/>
                </a:cubicBezTo>
                <a:lnTo>
                  <a:pt x="14399" y="56145"/>
                </a:lnTo>
                <a:cubicBezTo>
                  <a:pt x="14431" y="56125"/>
                  <a:pt x="14465" y="56100"/>
                  <a:pt x="14499" y="56073"/>
                </a:cubicBezTo>
                <a:lnTo>
                  <a:pt x="14499" y="56073"/>
                </a:lnTo>
                <a:cubicBezTo>
                  <a:pt x="14507" y="56141"/>
                  <a:pt x="14516" y="56208"/>
                  <a:pt x="14526" y="56275"/>
                </a:cubicBezTo>
                <a:lnTo>
                  <a:pt x="14526" y="56275"/>
                </a:lnTo>
                <a:cubicBezTo>
                  <a:pt x="14561" y="56251"/>
                  <a:pt x="14597" y="56228"/>
                  <a:pt x="14629" y="56202"/>
                </a:cubicBezTo>
                <a:cubicBezTo>
                  <a:pt x="14629" y="56129"/>
                  <a:pt x="14629" y="56055"/>
                  <a:pt x="14614" y="55981"/>
                </a:cubicBezTo>
                <a:cubicBezTo>
                  <a:pt x="14578" y="56010"/>
                  <a:pt x="14538" y="56043"/>
                  <a:pt x="14499" y="56073"/>
                </a:cubicBezTo>
                <a:lnTo>
                  <a:pt x="14499" y="56073"/>
                </a:lnTo>
                <a:cubicBezTo>
                  <a:pt x="14498" y="56067"/>
                  <a:pt x="14497" y="56061"/>
                  <a:pt x="14496" y="56055"/>
                </a:cubicBezTo>
                <a:cubicBezTo>
                  <a:pt x="14570" y="55996"/>
                  <a:pt x="14644" y="55937"/>
                  <a:pt x="14747" y="55864"/>
                </a:cubicBezTo>
                <a:cubicBezTo>
                  <a:pt x="14747" y="55870"/>
                  <a:pt x="14748" y="55877"/>
                  <a:pt x="14749" y="55884"/>
                </a:cubicBezTo>
                <a:lnTo>
                  <a:pt x="14749" y="55884"/>
                </a:lnTo>
                <a:cubicBezTo>
                  <a:pt x="14760" y="55875"/>
                  <a:pt x="14771" y="55866"/>
                  <a:pt x="14782" y="55857"/>
                </a:cubicBezTo>
                <a:lnTo>
                  <a:pt x="14782" y="55857"/>
                </a:lnTo>
                <a:cubicBezTo>
                  <a:pt x="14790" y="55930"/>
                  <a:pt x="14800" y="56003"/>
                  <a:pt x="14810" y="56076"/>
                </a:cubicBezTo>
                <a:lnTo>
                  <a:pt x="14810" y="56076"/>
                </a:lnTo>
                <a:cubicBezTo>
                  <a:pt x="14849" y="56044"/>
                  <a:pt x="14886" y="56011"/>
                  <a:pt x="14923" y="55981"/>
                </a:cubicBezTo>
                <a:cubicBezTo>
                  <a:pt x="14923" y="55908"/>
                  <a:pt x="14923" y="55820"/>
                  <a:pt x="14908" y="55761"/>
                </a:cubicBezTo>
                <a:cubicBezTo>
                  <a:pt x="14863" y="55791"/>
                  <a:pt x="14821" y="55825"/>
                  <a:pt x="14782" y="55857"/>
                </a:cubicBezTo>
                <a:lnTo>
                  <a:pt x="14782" y="55857"/>
                </a:lnTo>
                <a:cubicBezTo>
                  <a:pt x="14780" y="55840"/>
                  <a:pt x="14778" y="55822"/>
                  <a:pt x="14776" y="55805"/>
                </a:cubicBezTo>
                <a:cubicBezTo>
                  <a:pt x="14850" y="55761"/>
                  <a:pt x="14923" y="55687"/>
                  <a:pt x="14997" y="55628"/>
                </a:cubicBezTo>
                <a:cubicBezTo>
                  <a:pt x="14999" y="55647"/>
                  <a:pt x="15001" y="55665"/>
                  <a:pt x="15004" y="55684"/>
                </a:cubicBezTo>
                <a:lnTo>
                  <a:pt x="15004" y="55684"/>
                </a:lnTo>
                <a:cubicBezTo>
                  <a:pt x="15023" y="55668"/>
                  <a:pt x="15042" y="55651"/>
                  <a:pt x="15061" y="55635"/>
                </a:cubicBezTo>
                <a:lnTo>
                  <a:pt x="15061" y="55635"/>
                </a:lnTo>
                <a:cubicBezTo>
                  <a:pt x="15070" y="55705"/>
                  <a:pt x="15079" y="55775"/>
                  <a:pt x="15089" y="55844"/>
                </a:cubicBezTo>
                <a:lnTo>
                  <a:pt x="15089" y="55844"/>
                </a:lnTo>
                <a:cubicBezTo>
                  <a:pt x="15132" y="55807"/>
                  <a:pt x="15175" y="55772"/>
                  <a:pt x="15217" y="55746"/>
                </a:cubicBezTo>
                <a:cubicBezTo>
                  <a:pt x="15203" y="55672"/>
                  <a:pt x="15203" y="55569"/>
                  <a:pt x="15203" y="55525"/>
                </a:cubicBezTo>
                <a:cubicBezTo>
                  <a:pt x="15156" y="55553"/>
                  <a:pt x="15109" y="55594"/>
                  <a:pt x="15061" y="55635"/>
                </a:cubicBezTo>
                <a:lnTo>
                  <a:pt x="15061" y="55635"/>
                </a:lnTo>
                <a:cubicBezTo>
                  <a:pt x="15059" y="55618"/>
                  <a:pt x="15057" y="55601"/>
                  <a:pt x="15056" y="55584"/>
                </a:cubicBezTo>
                <a:cubicBezTo>
                  <a:pt x="16145" y="54672"/>
                  <a:pt x="16954" y="53641"/>
                  <a:pt x="17484" y="52523"/>
                </a:cubicBezTo>
                <a:cubicBezTo>
                  <a:pt x="17823" y="51793"/>
                  <a:pt x="18026" y="51022"/>
                  <a:pt x="18097" y="50259"/>
                </a:cubicBezTo>
                <a:lnTo>
                  <a:pt x="18097" y="50259"/>
                </a:lnTo>
                <a:cubicBezTo>
                  <a:pt x="18042" y="50981"/>
                  <a:pt x="17864" y="51712"/>
                  <a:pt x="17557" y="52405"/>
                </a:cubicBezTo>
                <a:cubicBezTo>
                  <a:pt x="17086" y="53494"/>
                  <a:pt x="16307" y="54524"/>
                  <a:pt x="15262" y="55452"/>
                </a:cubicBezTo>
                <a:cubicBezTo>
                  <a:pt x="15262" y="55525"/>
                  <a:pt x="15276" y="55613"/>
                  <a:pt x="15276" y="55687"/>
                </a:cubicBezTo>
                <a:cubicBezTo>
                  <a:pt x="16351" y="54760"/>
                  <a:pt x="17131" y="53759"/>
                  <a:pt x="17646" y="52670"/>
                </a:cubicBezTo>
                <a:cubicBezTo>
                  <a:pt x="18669" y="50497"/>
                  <a:pt x="18443" y="47980"/>
                  <a:pt x="17116" y="46379"/>
                </a:cubicBezTo>
                <a:lnTo>
                  <a:pt x="17116" y="46379"/>
                </a:lnTo>
                <a:cubicBezTo>
                  <a:pt x="17896" y="47431"/>
                  <a:pt x="18229" y="48831"/>
                  <a:pt x="18097" y="50259"/>
                </a:cubicBezTo>
                <a:lnTo>
                  <a:pt x="18097" y="50259"/>
                </a:lnTo>
                <a:cubicBezTo>
                  <a:pt x="18213" y="48729"/>
                  <a:pt x="17776" y="47235"/>
                  <a:pt x="16836" y="46195"/>
                </a:cubicBezTo>
                <a:cubicBezTo>
                  <a:pt x="16895" y="46195"/>
                  <a:pt x="16939" y="46210"/>
                  <a:pt x="16969" y="46210"/>
                </a:cubicBezTo>
                <a:cubicBezTo>
                  <a:pt x="17019" y="46265"/>
                  <a:pt x="17068" y="46321"/>
                  <a:pt x="17116" y="46379"/>
                </a:cubicBezTo>
                <a:lnTo>
                  <a:pt x="17116" y="46379"/>
                </a:lnTo>
                <a:cubicBezTo>
                  <a:pt x="17011" y="46237"/>
                  <a:pt x="16898" y="46102"/>
                  <a:pt x="16777" y="45974"/>
                </a:cubicBezTo>
                <a:cubicBezTo>
                  <a:pt x="16763" y="45945"/>
                  <a:pt x="16748" y="45915"/>
                  <a:pt x="16704" y="45901"/>
                </a:cubicBezTo>
                <a:lnTo>
                  <a:pt x="16660" y="45930"/>
                </a:lnTo>
                <a:cubicBezTo>
                  <a:pt x="16616" y="45915"/>
                  <a:pt x="16557" y="45915"/>
                  <a:pt x="16527" y="45901"/>
                </a:cubicBezTo>
                <a:cubicBezTo>
                  <a:pt x="16513" y="45871"/>
                  <a:pt x="16483" y="45842"/>
                  <a:pt x="16454" y="45827"/>
                </a:cubicBezTo>
                <a:lnTo>
                  <a:pt x="16410" y="45857"/>
                </a:lnTo>
                <a:cubicBezTo>
                  <a:pt x="16365" y="45842"/>
                  <a:pt x="16307" y="45827"/>
                  <a:pt x="16262" y="45798"/>
                </a:cubicBezTo>
                <a:lnTo>
                  <a:pt x="16218" y="45754"/>
                </a:lnTo>
                <a:lnTo>
                  <a:pt x="16174" y="45783"/>
                </a:lnTo>
                <a:cubicBezTo>
                  <a:pt x="16100" y="45768"/>
                  <a:pt x="16042" y="45724"/>
                  <a:pt x="15968" y="45709"/>
                </a:cubicBezTo>
                <a:lnTo>
                  <a:pt x="15953" y="45695"/>
                </a:lnTo>
                <a:lnTo>
                  <a:pt x="15939" y="45709"/>
                </a:lnTo>
                <a:cubicBezTo>
                  <a:pt x="15438" y="45503"/>
                  <a:pt x="14982" y="45209"/>
                  <a:pt x="14555" y="44871"/>
                </a:cubicBezTo>
                <a:cubicBezTo>
                  <a:pt x="14555" y="44871"/>
                  <a:pt x="14541" y="44871"/>
                  <a:pt x="14541" y="44841"/>
                </a:cubicBezTo>
                <a:lnTo>
                  <a:pt x="14482" y="44797"/>
                </a:lnTo>
                <a:cubicBezTo>
                  <a:pt x="14114" y="44458"/>
                  <a:pt x="13790" y="44061"/>
                  <a:pt x="13510" y="43620"/>
                </a:cubicBezTo>
                <a:cubicBezTo>
                  <a:pt x="13437" y="43487"/>
                  <a:pt x="13363" y="43355"/>
                  <a:pt x="13304" y="43222"/>
                </a:cubicBezTo>
                <a:cubicBezTo>
                  <a:pt x="13303" y="43219"/>
                  <a:pt x="13301" y="43215"/>
                  <a:pt x="13299" y="43211"/>
                </a:cubicBezTo>
                <a:lnTo>
                  <a:pt x="13299" y="43211"/>
                </a:lnTo>
                <a:cubicBezTo>
                  <a:pt x="13303" y="43223"/>
                  <a:pt x="13304" y="43236"/>
                  <a:pt x="13304" y="43252"/>
                </a:cubicBezTo>
                <a:cubicBezTo>
                  <a:pt x="13319" y="43311"/>
                  <a:pt x="13363" y="43355"/>
                  <a:pt x="13378" y="43428"/>
                </a:cubicBezTo>
                <a:cubicBezTo>
                  <a:pt x="13363" y="43399"/>
                  <a:pt x="13349" y="43384"/>
                  <a:pt x="13334" y="43340"/>
                </a:cubicBezTo>
                <a:cubicBezTo>
                  <a:pt x="13304" y="43281"/>
                  <a:pt x="13275" y="43208"/>
                  <a:pt x="13260" y="43163"/>
                </a:cubicBezTo>
                <a:lnTo>
                  <a:pt x="13260" y="43163"/>
                </a:lnTo>
                <a:cubicBezTo>
                  <a:pt x="13271" y="43169"/>
                  <a:pt x="13281" y="43177"/>
                  <a:pt x="13288" y="43187"/>
                </a:cubicBezTo>
                <a:lnTo>
                  <a:pt x="13288" y="43187"/>
                </a:lnTo>
                <a:cubicBezTo>
                  <a:pt x="13201" y="43002"/>
                  <a:pt x="13120" y="42813"/>
                  <a:pt x="13054" y="42618"/>
                </a:cubicBezTo>
                <a:lnTo>
                  <a:pt x="13054" y="42618"/>
                </a:lnTo>
                <a:cubicBezTo>
                  <a:pt x="13070" y="42695"/>
                  <a:pt x="13091" y="42764"/>
                  <a:pt x="13113" y="42840"/>
                </a:cubicBezTo>
                <a:cubicBezTo>
                  <a:pt x="13069" y="42766"/>
                  <a:pt x="13054" y="42693"/>
                  <a:pt x="13010" y="42619"/>
                </a:cubicBezTo>
                <a:lnTo>
                  <a:pt x="12972" y="42341"/>
                </a:lnTo>
                <a:lnTo>
                  <a:pt x="12972" y="42341"/>
                </a:lnTo>
                <a:cubicBezTo>
                  <a:pt x="12995" y="42434"/>
                  <a:pt x="13023" y="42526"/>
                  <a:pt x="13054" y="42618"/>
                </a:cubicBezTo>
                <a:lnTo>
                  <a:pt x="13054" y="42618"/>
                </a:lnTo>
                <a:cubicBezTo>
                  <a:pt x="13048" y="42590"/>
                  <a:pt x="13043" y="42561"/>
                  <a:pt x="13039" y="42531"/>
                </a:cubicBezTo>
                <a:cubicBezTo>
                  <a:pt x="12995" y="42457"/>
                  <a:pt x="12981" y="42369"/>
                  <a:pt x="12966" y="42295"/>
                </a:cubicBezTo>
                <a:lnTo>
                  <a:pt x="12966" y="42295"/>
                </a:lnTo>
                <a:lnTo>
                  <a:pt x="12972" y="42341"/>
                </a:lnTo>
                <a:lnTo>
                  <a:pt x="12972" y="42341"/>
                </a:lnTo>
                <a:cubicBezTo>
                  <a:pt x="12965" y="42311"/>
                  <a:pt x="12958" y="42281"/>
                  <a:pt x="12951" y="42251"/>
                </a:cubicBezTo>
                <a:cubicBezTo>
                  <a:pt x="12833" y="41677"/>
                  <a:pt x="12775" y="41074"/>
                  <a:pt x="12848" y="40485"/>
                </a:cubicBezTo>
                <a:cubicBezTo>
                  <a:pt x="12871" y="40316"/>
                  <a:pt x="12898" y="40148"/>
                  <a:pt x="12931" y="39983"/>
                </a:cubicBezTo>
                <a:lnTo>
                  <a:pt x="12931" y="39983"/>
                </a:lnTo>
                <a:cubicBezTo>
                  <a:pt x="12907" y="40060"/>
                  <a:pt x="12883" y="40139"/>
                  <a:pt x="12863" y="40220"/>
                </a:cubicBezTo>
                <a:cubicBezTo>
                  <a:pt x="12892" y="40088"/>
                  <a:pt x="12907" y="39955"/>
                  <a:pt x="12922" y="39852"/>
                </a:cubicBezTo>
                <a:cubicBezTo>
                  <a:pt x="12981" y="39676"/>
                  <a:pt x="13039" y="39528"/>
                  <a:pt x="13084" y="39367"/>
                </a:cubicBezTo>
                <a:lnTo>
                  <a:pt x="13084" y="39367"/>
                </a:lnTo>
                <a:cubicBezTo>
                  <a:pt x="13079" y="39385"/>
                  <a:pt x="13075" y="39402"/>
                  <a:pt x="13071" y="39420"/>
                </a:cubicBezTo>
                <a:lnTo>
                  <a:pt x="13071" y="39420"/>
                </a:lnTo>
                <a:cubicBezTo>
                  <a:pt x="13093" y="39348"/>
                  <a:pt x="13117" y="39276"/>
                  <a:pt x="13142" y="39205"/>
                </a:cubicBezTo>
                <a:cubicBezTo>
                  <a:pt x="13157" y="39131"/>
                  <a:pt x="13201" y="39058"/>
                  <a:pt x="13231" y="38984"/>
                </a:cubicBezTo>
                <a:cubicBezTo>
                  <a:pt x="13290" y="38837"/>
                  <a:pt x="13349" y="38704"/>
                  <a:pt x="13422" y="38557"/>
                </a:cubicBezTo>
                <a:cubicBezTo>
                  <a:pt x="13531" y="38340"/>
                  <a:pt x="13647" y="38123"/>
                  <a:pt x="13766" y="37905"/>
                </a:cubicBezTo>
                <a:lnTo>
                  <a:pt x="13766" y="37905"/>
                </a:lnTo>
                <a:lnTo>
                  <a:pt x="13716" y="38042"/>
                </a:lnTo>
                <a:lnTo>
                  <a:pt x="13819" y="37880"/>
                </a:lnTo>
                <a:cubicBezTo>
                  <a:pt x="13849" y="37836"/>
                  <a:pt x="13878" y="37821"/>
                  <a:pt x="13893" y="37792"/>
                </a:cubicBezTo>
                <a:cubicBezTo>
                  <a:pt x="13922" y="37748"/>
                  <a:pt x="13937" y="37689"/>
                  <a:pt x="13952" y="37645"/>
                </a:cubicBezTo>
                <a:lnTo>
                  <a:pt x="13952" y="37645"/>
                </a:lnTo>
                <a:cubicBezTo>
                  <a:pt x="13897" y="37699"/>
                  <a:pt x="13851" y="37762"/>
                  <a:pt x="13813" y="37821"/>
                </a:cubicBezTo>
                <a:lnTo>
                  <a:pt x="13813" y="37821"/>
                </a:lnTo>
                <a:cubicBezTo>
                  <a:pt x="13839" y="37772"/>
                  <a:pt x="13866" y="37723"/>
                  <a:pt x="13893" y="37674"/>
                </a:cubicBezTo>
                <a:cubicBezTo>
                  <a:pt x="13893" y="37660"/>
                  <a:pt x="13908" y="37660"/>
                  <a:pt x="13908" y="37630"/>
                </a:cubicBezTo>
                <a:cubicBezTo>
                  <a:pt x="13952" y="37556"/>
                  <a:pt x="14011" y="37483"/>
                  <a:pt x="14055" y="37409"/>
                </a:cubicBezTo>
                <a:cubicBezTo>
                  <a:pt x="14099" y="37347"/>
                  <a:pt x="14142" y="37282"/>
                  <a:pt x="14185" y="37216"/>
                </a:cubicBezTo>
                <a:lnTo>
                  <a:pt x="14185" y="37216"/>
                </a:lnTo>
                <a:cubicBezTo>
                  <a:pt x="14180" y="37227"/>
                  <a:pt x="14176" y="37237"/>
                  <a:pt x="14173" y="37247"/>
                </a:cubicBezTo>
                <a:cubicBezTo>
                  <a:pt x="14231" y="37203"/>
                  <a:pt x="14290" y="37130"/>
                  <a:pt x="14364" y="37071"/>
                </a:cubicBezTo>
                <a:cubicBezTo>
                  <a:pt x="14379" y="37012"/>
                  <a:pt x="14393" y="36983"/>
                  <a:pt x="14408" y="36924"/>
                </a:cubicBezTo>
                <a:lnTo>
                  <a:pt x="14408" y="36924"/>
                </a:lnTo>
                <a:lnTo>
                  <a:pt x="14364" y="36983"/>
                </a:lnTo>
                <a:cubicBezTo>
                  <a:pt x="14343" y="36993"/>
                  <a:pt x="14325" y="37007"/>
                  <a:pt x="14308" y="37022"/>
                </a:cubicBezTo>
                <a:lnTo>
                  <a:pt x="14308" y="37022"/>
                </a:lnTo>
                <a:cubicBezTo>
                  <a:pt x="14322" y="36999"/>
                  <a:pt x="14336" y="36976"/>
                  <a:pt x="14349" y="36953"/>
                </a:cubicBezTo>
                <a:cubicBezTo>
                  <a:pt x="14440" y="36844"/>
                  <a:pt x="14525" y="36724"/>
                  <a:pt x="14608" y="36600"/>
                </a:cubicBezTo>
                <a:lnTo>
                  <a:pt x="14608" y="36600"/>
                </a:lnTo>
                <a:cubicBezTo>
                  <a:pt x="14600" y="36610"/>
                  <a:pt x="14592" y="36620"/>
                  <a:pt x="14585" y="36629"/>
                </a:cubicBezTo>
                <a:cubicBezTo>
                  <a:pt x="14599" y="36570"/>
                  <a:pt x="14614" y="36541"/>
                  <a:pt x="14629" y="36482"/>
                </a:cubicBezTo>
                <a:cubicBezTo>
                  <a:pt x="14674" y="36438"/>
                  <a:pt x="14718" y="36393"/>
                  <a:pt x="14769" y="36355"/>
                </a:cubicBezTo>
                <a:lnTo>
                  <a:pt x="14769" y="36355"/>
                </a:lnTo>
                <a:cubicBezTo>
                  <a:pt x="14846" y="36260"/>
                  <a:pt x="14918" y="36155"/>
                  <a:pt x="14991" y="36049"/>
                </a:cubicBezTo>
                <a:lnTo>
                  <a:pt x="14991" y="36049"/>
                </a:lnTo>
                <a:lnTo>
                  <a:pt x="14982" y="36055"/>
                </a:lnTo>
                <a:cubicBezTo>
                  <a:pt x="14982" y="36026"/>
                  <a:pt x="14997" y="35967"/>
                  <a:pt x="15026" y="35908"/>
                </a:cubicBezTo>
                <a:cubicBezTo>
                  <a:pt x="15069" y="35851"/>
                  <a:pt x="15127" y="35807"/>
                  <a:pt x="15198" y="35764"/>
                </a:cubicBezTo>
                <a:lnTo>
                  <a:pt x="15198" y="35764"/>
                </a:lnTo>
                <a:lnTo>
                  <a:pt x="15144" y="35835"/>
                </a:lnTo>
                <a:cubicBezTo>
                  <a:pt x="15091" y="35905"/>
                  <a:pt x="15041" y="35977"/>
                  <a:pt x="14991" y="36049"/>
                </a:cubicBezTo>
                <a:lnTo>
                  <a:pt x="14991" y="36049"/>
                </a:lnTo>
                <a:lnTo>
                  <a:pt x="15026" y="36026"/>
                </a:lnTo>
                <a:cubicBezTo>
                  <a:pt x="15056" y="35982"/>
                  <a:pt x="15114" y="35952"/>
                  <a:pt x="15144" y="35908"/>
                </a:cubicBezTo>
                <a:cubicBezTo>
                  <a:pt x="15173" y="35849"/>
                  <a:pt x="15188" y="35820"/>
                  <a:pt x="15203" y="35761"/>
                </a:cubicBezTo>
                <a:lnTo>
                  <a:pt x="15203" y="35761"/>
                </a:lnTo>
                <a:cubicBezTo>
                  <a:pt x="15201" y="35762"/>
                  <a:pt x="15200" y="35763"/>
                  <a:pt x="15198" y="35764"/>
                </a:cubicBezTo>
                <a:lnTo>
                  <a:pt x="15198" y="35764"/>
                </a:lnTo>
                <a:lnTo>
                  <a:pt x="15381" y="35525"/>
                </a:lnTo>
                <a:lnTo>
                  <a:pt x="15381" y="35525"/>
                </a:lnTo>
                <a:cubicBezTo>
                  <a:pt x="15375" y="35530"/>
                  <a:pt x="15370" y="35535"/>
                  <a:pt x="15365" y="35540"/>
                </a:cubicBezTo>
                <a:cubicBezTo>
                  <a:pt x="15365" y="35481"/>
                  <a:pt x="15394" y="35452"/>
                  <a:pt x="15409" y="35393"/>
                </a:cubicBezTo>
                <a:cubicBezTo>
                  <a:pt x="15468" y="35334"/>
                  <a:pt x="15512" y="35305"/>
                  <a:pt x="15585" y="35246"/>
                </a:cubicBezTo>
                <a:lnTo>
                  <a:pt x="15585" y="35246"/>
                </a:lnTo>
                <a:cubicBezTo>
                  <a:pt x="15583" y="35258"/>
                  <a:pt x="15580" y="35268"/>
                  <a:pt x="15577" y="35278"/>
                </a:cubicBezTo>
                <a:lnTo>
                  <a:pt x="15577" y="35278"/>
                </a:lnTo>
                <a:cubicBezTo>
                  <a:pt x="15646" y="35199"/>
                  <a:pt x="15714" y="35116"/>
                  <a:pt x="15777" y="35032"/>
                </a:cubicBezTo>
                <a:lnTo>
                  <a:pt x="15777" y="35032"/>
                </a:lnTo>
                <a:cubicBezTo>
                  <a:pt x="15758" y="35048"/>
                  <a:pt x="15738" y="35064"/>
                  <a:pt x="15718" y="35084"/>
                </a:cubicBezTo>
                <a:cubicBezTo>
                  <a:pt x="15718" y="35025"/>
                  <a:pt x="15733" y="35011"/>
                  <a:pt x="15733" y="34996"/>
                </a:cubicBezTo>
                <a:cubicBezTo>
                  <a:pt x="15733" y="34966"/>
                  <a:pt x="15762" y="34937"/>
                  <a:pt x="15762" y="34922"/>
                </a:cubicBezTo>
                <a:cubicBezTo>
                  <a:pt x="15806" y="34878"/>
                  <a:pt x="15880" y="34819"/>
                  <a:pt x="15939" y="34790"/>
                </a:cubicBezTo>
                <a:lnTo>
                  <a:pt x="15939" y="34790"/>
                </a:lnTo>
                <a:cubicBezTo>
                  <a:pt x="15935" y="34804"/>
                  <a:pt x="15930" y="34817"/>
                  <a:pt x="15925" y="34829"/>
                </a:cubicBezTo>
                <a:lnTo>
                  <a:pt x="15925" y="34829"/>
                </a:lnTo>
                <a:cubicBezTo>
                  <a:pt x="15959" y="34791"/>
                  <a:pt x="15993" y="34753"/>
                  <a:pt x="16026" y="34714"/>
                </a:cubicBezTo>
                <a:lnTo>
                  <a:pt x="16026" y="34714"/>
                </a:lnTo>
                <a:cubicBezTo>
                  <a:pt x="16024" y="34754"/>
                  <a:pt x="16011" y="34793"/>
                  <a:pt x="15997" y="34819"/>
                </a:cubicBezTo>
                <a:lnTo>
                  <a:pt x="16130" y="34702"/>
                </a:lnTo>
                <a:cubicBezTo>
                  <a:pt x="16145" y="34643"/>
                  <a:pt x="16159" y="34599"/>
                  <a:pt x="16174" y="34569"/>
                </a:cubicBezTo>
                <a:lnTo>
                  <a:pt x="16174" y="34569"/>
                </a:lnTo>
                <a:cubicBezTo>
                  <a:pt x="16149" y="34619"/>
                  <a:pt x="16103" y="34648"/>
                  <a:pt x="16054" y="34682"/>
                </a:cubicBezTo>
                <a:lnTo>
                  <a:pt x="16054" y="34682"/>
                </a:lnTo>
                <a:cubicBezTo>
                  <a:pt x="16100" y="34627"/>
                  <a:pt x="16145" y="34570"/>
                  <a:pt x="16187" y="34510"/>
                </a:cubicBezTo>
                <a:lnTo>
                  <a:pt x="16187" y="34510"/>
                </a:lnTo>
                <a:cubicBezTo>
                  <a:pt x="16155" y="34539"/>
                  <a:pt x="16121" y="34566"/>
                  <a:pt x="16086" y="34584"/>
                </a:cubicBezTo>
                <a:cubicBezTo>
                  <a:pt x="16086" y="34525"/>
                  <a:pt x="16100" y="34495"/>
                  <a:pt x="16130" y="34437"/>
                </a:cubicBezTo>
                <a:cubicBezTo>
                  <a:pt x="16174" y="34407"/>
                  <a:pt x="16248" y="34348"/>
                  <a:pt x="16307" y="34304"/>
                </a:cubicBezTo>
                <a:lnTo>
                  <a:pt x="16307" y="34304"/>
                </a:lnTo>
                <a:cubicBezTo>
                  <a:pt x="16301" y="34325"/>
                  <a:pt x="16296" y="34344"/>
                  <a:pt x="16290" y="34361"/>
                </a:cubicBezTo>
                <a:lnTo>
                  <a:pt x="16290" y="34361"/>
                </a:lnTo>
                <a:cubicBezTo>
                  <a:pt x="16325" y="34322"/>
                  <a:pt x="16360" y="34283"/>
                  <a:pt x="16395" y="34244"/>
                </a:cubicBezTo>
                <a:lnTo>
                  <a:pt x="16395" y="34244"/>
                </a:lnTo>
                <a:cubicBezTo>
                  <a:pt x="16392" y="34296"/>
                  <a:pt x="16379" y="34336"/>
                  <a:pt x="16365" y="34363"/>
                </a:cubicBezTo>
                <a:cubicBezTo>
                  <a:pt x="16395" y="34334"/>
                  <a:pt x="16454" y="34275"/>
                  <a:pt x="16498" y="34260"/>
                </a:cubicBezTo>
                <a:cubicBezTo>
                  <a:pt x="16513" y="34201"/>
                  <a:pt x="16527" y="34157"/>
                  <a:pt x="16542" y="34128"/>
                </a:cubicBezTo>
                <a:lnTo>
                  <a:pt x="16542" y="34128"/>
                </a:lnTo>
                <a:cubicBezTo>
                  <a:pt x="16516" y="34153"/>
                  <a:pt x="16468" y="34190"/>
                  <a:pt x="16417" y="34219"/>
                </a:cubicBezTo>
                <a:lnTo>
                  <a:pt x="16417" y="34219"/>
                </a:lnTo>
                <a:cubicBezTo>
                  <a:pt x="16494" y="34130"/>
                  <a:pt x="16568" y="34040"/>
                  <a:pt x="16630" y="33951"/>
                </a:cubicBezTo>
                <a:cubicBezTo>
                  <a:pt x="16671" y="33906"/>
                  <a:pt x="16710" y="33861"/>
                  <a:pt x="16748" y="33816"/>
                </a:cubicBezTo>
                <a:lnTo>
                  <a:pt x="16748" y="33816"/>
                </a:lnTo>
                <a:cubicBezTo>
                  <a:pt x="16748" y="33817"/>
                  <a:pt x="16748" y="33818"/>
                  <a:pt x="16748" y="33819"/>
                </a:cubicBezTo>
                <a:cubicBezTo>
                  <a:pt x="16733" y="33848"/>
                  <a:pt x="16733" y="33863"/>
                  <a:pt x="16719" y="33907"/>
                </a:cubicBezTo>
                <a:cubicBezTo>
                  <a:pt x="16763" y="33863"/>
                  <a:pt x="16807" y="33833"/>
                  <a:pt x="16880" y="33774"/>
                </a:cubicBezTo>
                <a:lnTo>
                  <a:pt x="16939" y="33671"/>
                </a:lnTo>
                <a:lnTo>
                  <a:pt x="16802" y="33751"/>
                </a:lnTo>
                <a:lnTo>
                  <a:pt x="16802" y="33751"/>
                </a:lnTo>
                <a:cubicBezTo>
                  <a:pt x="16869" y="33671"/>
                  <a:pt x="16934" y="33590"/>
                  <a:pt x="16998" y="33509"/>
                </a:cubicBezTo>
                <a:cubicBezTo>
                  <a:pt x="17033" y="33479"/>
                  <a:pt x="17066" y="33446"/>
                  <a:pt x="17099" y="33412"/>
                </a:cubicBezTo>
                <a:lnTo>
                  <a:pt x="17099" y="33412"/>
                </a:lnTo>
                <a:cubicBezTo>
                  <a:pt x="17097" y="33424"/>
                  <a:pt x="17093" y="33437"/>
                  <a:pt x="17086" y="33451"/>
                </a:cubicBezTo>
                <a:cubicBezTo>
                  <a:pt x="17086" y="33451"/>
                  <a:pt x="17057" y="33465"/>
                  <a:pt x="17057" y="33480"/>
                </a:cubicBezTo>
                <a:cubicBezTo>
                  <a:pt x="17116" y="33421"/>
                  <a:pt x="17175" y="33392"/>
                  <a:pt x="17204" y="33392"/>
                </a:cubicBezTo>
                <a:cubicBezTo>
                  <a:pt x="17234" y="33333"/>
                  <a:pt x="17248" y="33303"/>
                  <a:pt x="17263" y="33259"/>
                </a:cubicBezTo>
                <a:lnTo>
                  <a:pt x="17263" y="33259"/>
                </a:lnTo>
                <a:lnTo>
                  <a:pt x="17184" y="33317"/>
                </a:lnTo>
                <a:lnTo>
                  <a:pt x="17184" y="33317"/>
                </a:lnTo>
                <a:cubicBezTo>
                  <a:pt x="17243" y="33246"/>
                  <a:pt x="17299" y="33172"/>
                  <a:pt x="17351" y="33097"/>
                </a:cubicBezTo>
                <a:cubicBezTo>
                  <a:pt x="17373" y="33076"/>
                  <a:pt x="17393" y="33054"/>
                  <a:pt x="17413" y="33032"/>
                </a:cubicBezTo>
                <a:lnTo>
                  <a:pt x="17413" y="33032"/>
                </a:lnTo>
                <a:cubicBezTo>
                  <a:pt x="17412" y="33034"/>
                  <a:pt x="17411" y="33037"/>
                  <a:pt x="17410" y="33039"/>
                </a:cubicBezTo>
                <a:cubicBezTo>
                  <a:pt x="17469" y="33009"/>
                  <a:pt x="17528" y="32965"/>
                  <a:pt x="17557" y="32936"/>
                </a:cubicBezTo>
                <a:cubicBezTo>
                  <a:pt x="17572" y="32877"/>
                  <a:pt x="17602" y="32833"/>
                  <a:pt x="17616" y="32803"/>
                </a:cubicBezTo>
                <a:lnTo>
                  <a:pt x="17616" y="32803"/>
                </a:lnTo>
                <a:lnTo>
                  <a:pt x="17586" y="32822"/>
                </a:lnTo>
                <a:lnTo>
                  <a:pt x="17586" y="32822"/>
                </a:lnTo>
                <a:cubicBezTo>
                  <a:pt x="17625" y="32772"/>
                  <a:pt x="17664" y="32721"/>
                  <a:pt x="17705" y="32671"/>
                </a:cubicBezTo>
                <a:cubicBezTo>
                  <a:pt x="17726" y="32649"/>
                  <a:pt x="17746" y="32628"/>
                  <a:pt x="17766" y="32606"/>
                </a:cubicBezTo>
                <a:lnTo>
                  <a:pt x="17766" y="32606"/>
                </a:lnTo>
                <a:cubicBezTo>
                  <a:pt x="17765" y="32608"/>
                  <a:pt x="17764" y="32610"/>
                  <a:pt x="17763" y="32612"/>
                </a:cubicBezTo>
                <a:cubicBezTo>
                  <a:pt x="17822" y="32582"/>
                  <a:pt x="17866" y="32538"/>
                  <a:pt x="17911" y="32494"/>
                </a:cubicBezTo>
                <a:lnTo>
                  <a:pt x="17969" y="32376"/>
                </a:lnTo>
                <a:lnTo>
                  <a:pt x="17938" y="32397"/>
                </a:lnTo>
                <a:lnTo>
                  <a:pt x="17938" y="32397"/>
                </a:lnTo>
                <a:cubicBezTo>
                  <a:pt x="17977" y="32347"/>
                  <a:pt x="18017" y="32295"/>
                  <a:pt x="18058" y="32244"/>
                </a:cubicBezTo>
                <a:cubicBezTo>
                  <a:pt x="18081" y="32218"/>
                  <a:pt x="18105" y="32191"/>
                  <a:pt x="18128" y="32163"/>
                </a:cubicBezTo>
                <a:lnTo>
                  <a:pt x="18128" y="32163"/>
                </a:lnTo>
                <a:cubicBezTo>
                  <a:pt x="18124" y="32176"/>
                  <a:pt x="18120" y="32188"/>
                  <a:pt x="18117" y="32200"/>
                </a:cubicBezTo>
                <a:cubicBezTo>
                  <a:pt x="18161" y="32156"/>
                  <a:pt x="18220" y="32126"/>
                  <a:pt x="18264" y="32067"/>
                </a:cubicBezTo>
                <a:lnTo>
                  <a:pt x="18308" y="31950"/>
                </a:lnTo>
                <a:lnTo>
                  <a:pt x="18289" y="31963"/>
                </a:lnTo>
                <a:lnTo>
                  <a:pt x="18289" y="31963"/>
                </a:lnTo>
                <a:cubicBezTo>
                  <a:pt x="18300" y="31949"/>
                  <a:pt x="18311" y="31934"/>
                  <a:pt x="18322" y="31920"/>
                </a:cubicBezTo>
                <a:lnTo>
                  <a:pt x="18322" y="31920"/>
                </a:lnTo>
                <a:cubicBezTo>
                  <a:pt x="18521" y="31050"/>
                  <a:pt x="18355" y="30044"/>
                  <a:pt x="17822" y="29065"/>
                </a:cubicBezTo>
                <a:cubicBezTo>
                  <a:pt x="17116" y="27800"/>
                  <a:pt x="15997" y="26681"/>
                  <a:pt x="14379" y="25622"/>
                </a:cubicBezTo>
                <a:cubicBezTo>
                  <a:pt x="14143" y="25474"/>
                  <a:pt x="13893" y="25327"/>
                  <a:pt x="13658" y="25165"/>
                </a:cubicBezTo>
                <a:cubicBezTo>
                  <a:pt x="12524" y="24444"/>
                  <a:pt x="11641" y="23635"/>
                  <a:pt x="11023" y="22796"/>
                </a:cubicBezTo>
                <a:cubicBezTo>
                  <a:pt x="10508" y="22075"/>
                  <a:pt x="9978" y="21207"/>
                  <a:pt x="9964" y="20206"/>
                </a:cubicBezTo>
                <a:cubicBezTo>
                  <a:pt x="9949" y="19132"/>
                  <a:pt x="10464" y="18028"/>
                  <a:pt x="11391" y="17115"/>
                </a:cubicBezTo>
                <a:cubicBezTo>
                  <a:pt x="11744" y="16762"/>
                  <a:pt x="12127" y="16453"/>
                  <a:pt x="12554" y="16188"/>
                </a:cubicBezTo>
                <a:cubicBezTo>
                  <a:pt x="13569" y="15570"/>
                  <a:pt x="14688" y="15158"/>
                  <a:pt x="15777" y="14776"/>
                </a:cubicBezTo>
                <a:cubicBezTo>
                  <a:pt x="16218" y="14614"/>
                  <a:pt x="16689" y="14437"/>
                  <a:pt x="17131" y="14275"/>
                </a:cubicBezTo>
                <a:cubicBezTo>
                  <a:pt x="18720" y="13657"/>
                  <a:pt x="20251" y="12789"/>
                  <a:pt x="21663" y="11744"/>
                </a:cubicBezTo>
                <a:cubicBezTo>
                  <a:pt x="22870" y="10832"/>
                  <a:pt x="23738" y="9904"/>
                  <a:pt x="24253" y="8963"/>
                </a:cubicBezTo>
                <a:cubicBezTo>
                  <a:pt x="24562" y="8374"/>
                  <a:pt x="24754" y="7785"/>
                  <a:pt x="24783" y="7182"/>
                </a:cubicBezTo>
                <a:cubicBezTo>
                  <a:pt x="24842" y="6461"/>
                  <a:pt x="24710" y="5784"/>
                  <a:pt x="24489" y="4945"/>
                </a:cubicBezTo>
                <a:cubicBezTo>
                  <a:pt x="24077" y="3297"/>
                  <a:pt x="23488" y="1693"/>
                  <a:pt x="22767" y="206"/>
                </a:cubicBezTo>
                <a:lnTo>
                  <a:pt x="22708" y="236"/>
                </a:lnTo>
                <a:cubicBezTo>
                  <a:pt x="23429" y="1737"/>
                  <a:pt x="24018" y="3312"/>
                  <a:pt x="24445" y="4974"/>
                </a:cubicBezTo>
                <a:cubicBezTo>
                  <a:pt x="24636" y="5784"/>
                  <a:pt x="24768" y="6461"/>
                  <a:pt x="24739" y="7182"/>
                </a:cubicBezTo>
                <a:cubicBezTo>
                  <a:pt x="24695" y="7771"/>
                  <a:pt x="24518" y="8359"/>
                  <a:pt x="24224" y="8918"/>
                </a:cubicBezTo>
                <a:cubicBezTo>
                  <a:pt x="23724" y="9860"/>
                  <a:pt x="22855" y="10802"/>
                  <a:pt x="21649" y="11685"/>
                </a:cubicBezTo>
                <a:cubicBezTo>
                  <a:pt x="20221" y="12730"/>
                  <a:pt x="18705" y="13584"/>
                  <a:pt x="17131" y="14202"/>
                </a:cubicBezTo>
                <a:cubicBezTo>
                  <a:pt x="16689" y="14393"/>
                  <a:pt x="16218" y="14555"/>
                  <a:pt x="15777" y="14702"/>
                </a:cubicBezTo>
                <a:cubicBezTo>
                  <a:pt x="14673" y="15085"/>
                  <a:pt x="13555" y="15497"/>
                  <a:pt x="12539" y="16129"/>
                </a:cubicBezTo>
                <a:cubicBezTo>
                  <a:pt x="12112" y="16409"/>
                  <a:pt x="11715" y="16718"/>
                  <a:pt x="11362" y="17071"/>
                </a:cubicBezTo>
                <a:cubicBezTo>
                  <a:pt x="10420" y="18028"/>
                  <a:pt x="9905" y="19132"/>
                  <a:pt x="9905" y="20221"/>
                </a:cubicBezTo>
                <a:cubicBezTo>
                  <a:pt x="9920" y="21192"/>
                  <a:pt x="10420" y="22060"/>
                  <a:pt x="10994" y="22855"/>
                </a:cubicBezTo>
                <a:cubicBezTo>
                  <a:pt x="11597" y="23708"/>
                  <a:pt x="12480" y="24503"/>
                  <a:pt x="13643" y="25239"/>
                </a:cubicBezTo>
                <a:cubicBezTo>
                  <a:pt x="13878" y="25386"/>
                  <a:pt x="14114" y="25533"/>
                  <a:pt x="14364" y="25695"/>
                </a:cubicBezTo>
                <a:cubicBezTo>
                  <a:pt x="15983" y="26755"/>
                  <a:pt x="17101" y="27873"/>
                  <a:pt x="17778" y="29124"/>
                </a:cubicBezTo>
                <a:cubicBezTo>
                  <a:pt x="18324" y="30086"/>
                  <a:pt x="18491" y="31133"/>
                  <a:pt x="18253" y="31990"/>
                </a:cubicBezTo>
                <a:lnTo>
                  <a:pt x="18253" y="31990"/>
                </a:lnTo>
                <a:lnTo>
                  <a:pt x="18289" y="31963"/>
                </a:lnTo>
                <a:lnTo>
                  <a:pt x="18289" y="31963"/>
                </a:lnTo>
                <a:cubicBezTo>
                  <a:pt x="18274" y="31983"/>
                  <a:pt x="18259" y="32003"/>
                  <a:pt x="18243" y="32022"/>
                </a:cubicBezTo>
                <a:lnTo>
                  <a:pt x="18243" y="32022"/>
                </a:lnTo>
                <a:cubicBezTo>
                  <a:pt x="18247" y="32011"/>
                  <a:pt x="18250" y="32001"/>
                  <a:pt x="18253" y="31990"/>
                </a:cubicBezTo>
                <a:lnTo>
                  <a:pt x="18253" y="31990"/>
                </a:lnTo>
                <a:lnTo>
                  <a:pt x="18146" y="32067"/>
                </a:lnTo>
                <a:cubicBezTo>
                  <a:pt x="18146" y="32076"/>
                  <a:pt x="18145" y="32088"/>
                  <a:pt x="18142" y="32102"/>
                </a:cubicBezTo>
                <a:lnTo>
                  <a:pt x="18142" y="32102"/>
                </a:lnTo>
                <a:cubicBezTo>
                  <a:pt x="18164" y="32088"/>
                  <a:pt x="18187" y="32074"/>
                  <a:pt x="18211" y="32063"/>
                </a:cubicBezTo>
                <a:lnTo>
                  <a:pt x="18211" y="32063"/>
                </a:lnTo>
                <a:cubicBezTo>
                  <a:pt x="18184" y="32097"/>
                  <a:pt x="18156" y="32130"/>
                  <a:pt x="18128" y="32163"/>
                </a:cubicBezTo>
                <a:lnTo>
                  <a:pt x="18128" y="32163"/>
                </a:lnTo>
                <a:cubicBezTo>
                  <a:pt x="18134" y="32142"/>
                  <a:pt x="18139" y="32121"/>
                  <a:pt x="18142" y="32102"/>
                </a:cubicBezTo>
                <a:lnTo>
                  <a:pt x="18142" y="32102"/>
                </a:lnTo>
                <a:cubicBezTo>
                  <a:pt x="18112" y="32121"/>
                  <a:pt x="18085" y="32141"/>
                  <a:pt x="18062" y="32157"/>
                </a:cubicBezTo>
                <a:lnTo>
                  <a:pt x="18062" y="32157"/>
                </a:lnTo>
                <a:cubicBezTo>
                  <a:pt x="18065" y="32146"/>
                  <a:pt x="18068" y="32135"/>
                  <a:pt x="18072" y="32126"/>
                </a:cubicBezTo>
                <a:lnTo>
                  <a:pt x="18072" y="32126"/>
                </a:lnTo>
                <a:cubicBezTo>
                  <a:pt x="18064" y="32131"/>
                  <a:pt x="18056" y="32136"/>
                  <a:pt x="18048" y="32141"/>
                </a:cubicBezTo>
                <a:lnTo>
                  <a:pt x="18048" y="32141"/>
                </a:lnTo>
                <a:cubicBezTo>
                  <a:pt x="18046" y="32151"/>
                  <a:pt x="18045" y="32161"/>
                  <a:pt x="18043" y="32170"/>
                </a:cubicBezTo>
                <a:cubicBezTo>
                  <a:pt x="18049" y="32166"/>
                  <a:pt x="18055" y="32162"/>
                  <a:pt x="18062" y="32157"/>
                </a:cubicBezTo>
                <a:lnTo>
                  <a:pt x="18062" y="32157"/>
                </a:lnTo>
                <a:cubicBezTo>
                  <a:pt x="18056" y="32182"/>
                  <a:pt x="18053" y="32209"/>
                  <a:pt x="18043" y="32229"/>
                </a:cubicBezTo>
                <a:cubicBezTo>
                  <a:pt x="18043" y="32229"/>
                  <a:pt x="18043" y="32244"/>
                  <a:pt x="18014" y="32244"/>
                </a:cubicBezTo>
                <a:cubicBezTo>
                  <a:pt x="17969" y="32288"/>
                  <a:pt x="17896" y="32347"/>
                  <a:pt x="17837" y="32376"/>
                </a:cubicBezTo>
                <a:cubicBezTo>
                  <a:pt x="17846" y="32358"/>
                  <a:pt x="17850" y="32333"/>
                  <a:pt x="17855" y="32303"/>
                </a:cubicBezTo>
                <a:lnTo>
                  <a:pt x="17855" y="32303"/>
                </a:lnTo>
                <a:cubicBezTo>
                  <a:pt x="17828" y="32318"/>
                  <a:pt x="17799" y="32332"/>
                  <a:pt x="17768" y="32349"/>
                </a:cubicBezTo>
                <a:lnTo>
                  <a:pt x="17768" y="32349"/>
                </a:lnTo>
                <a:cubicBezTo>
                  <a:pt x="17771" y="32335"/>
                  <a:pt x="17774" y="32320"/>
                  <a:pt x="17778" y="32303"/>
                </a:cubicBezTo>
                <a:lnTo>
                  <a:pt x="17778" y="32303"/>
                </a:lnTo>
                <a:cubicBezTo>
                  <a:pt x="17760" y="32314"/>
                  <a:pt x="17742" y="32324"/>
                  <a:pt x="17724" y="32335"/>
                </a:cubicBezTo>
                <a:lnTo>
                  <a:pt x="17724" y="32335"/>
                </a:lnTo>
                <a:cubicBezTo>
                  <a:pt x="17722" y="32349"/>
                  <a:pt x="17721" y="32363"/>
                  <a:pt x="17719" y="32376"/>
                </a:cubicBezTo>
                <a:cubicBezTo>
                  <a:pt x="17736" y="32367"/>
                  <a:pt x="17753" y="32358"/>
                  <a:pt x="17768" y="32349"/>
                </a:cubicBezTo>
                <a:lnTo>
                  <a:pt x="17768" y="32349"/>
                </a:lnTo>
                <a:cubicBezTo>
                  <a:pt x="17762" y="32382"/>
                  <a:pt x="17759" y="32409"/>
                  <a:pt x="17749" y="32450"/>
                </a:cubicBezTo>
                <a:cubicBezTo>
                  <a:pt x="17675" y="32494"/>
                  <a:pt x="17602" y="32538"/>
                  <a:pt x="17543" y="32582"/>
                </a:cubicBezTo>
                <a:cubicBezTo>
                  <a:pt x="17551" y="32549"/>
                  <a:pt x="17555" y="32524"/>
                  <a:pt x="17556" y="32499"/>
                </a:cubicBezTo>
                <a:lnTo>
                  <a:pt x="17556" y="32499"/>
                </a:lnTo>
                <a:cubicBezTo>
                  <a:pt x="17530" y="32512"/>
                  <a:pt x="17505" y="32525"/>
                  <a:pt x="17480" y="32540"/>
                </a:cubicBezTo>
                <a:lnTo>
                  <a:pt x="17480" y="32540"/>
                </a:lnTo>
                <a:cubicBezTo>
                  <a:pt x="17482" y="32523"/>
                  <a:pt x="17484" y="32508"/>
                  <a:pt x="17484" y="32494"/>
                </a:cubicBezTo>
                <a:lnTo>
                  <a:pt x="17484" y="32494"/>
                </a:lnTo>
                <a:cubicBezTo>
                  <a:pt x="17461" y="32503"/>
                  <a:pt x="17436" y="32515"/>
                  <a:pt x="17411" y="32529"/>
                </a:cubicBezTo>
                <a:lnTo>
                  <a:pt x="17411" y="32529"/>
                </a:lnTo>
                <a:cubicBezTo>
                  <a:pt x="17411" y="32547"/>
                  <a:pt x="17411" y="32564"/>
                  <a:pt x="17410" y="32582"/>
                </a:cubicBezTo>
                <a:cubicBezTo>
                  <a:pt x="17434" y="32566"/>
                  <a:pt x="17457" y="32553"/>
                  <a:pt x="17480" y="32540"/>
                </a:cubicBezTo>
                <a:lnTo>
                  <a:pt x="17480" y="32540"/>
                </a:lnTo>
                <a:cubicBezTo>
                  <a:pt x="17475" y="32575"/>
                  <a:pt x="17464" y="32616"/>
                  <a:pt x="17454" y="32656"/>
                </a:cubicBezTo>
                <a:cubicBezTo>
                  <a:pt x="17366" y="32715"/>
                  <a:pt x="17307" y="32744"/>
                  <a:pt x="17204" y="32803"/>
                </a:cubicBezTo>
                <a:cubicBezTo>
                  <a:pt x="17230" y="32761"/>
                  <a:pt x="17241" y="32723"/>
                  <a:pt x="17245" y="32687"/>
                </a:cubicBezTo>
                <a:lnTo>
                  <a:pt x="17245" y="32687"/>
                </a:lnTo>
                <a:cubicBezTo>
                  <a:pt x="17220" y="32700"/>
                  <a:pt x="17195" y="32713"/>
                  <a:pt x="17169" y="32727"/>
                </a:cubicBezTo>
                <a:lnTo>
                  <a:pt x="17169" y="32727"/>
                </a:lnTo>
                <a:cubicBezTo>
                  <a:pt x="17172" y="32704"/>
                  <a:pt x="17175" y="32682"/>
                  <a:pt x="17175" y="32656"/>
                </a:cubicBezTo>
                <a:lnTo>
                  <a:pt x="17175" y="32656"/>
                </a:lnTo>
                <a:cubicBezTo>
                  <a:pt x="17138" y="32685"/>
                  <a:pt x="17099" y="32707"/>
                  <a:pt x="17055" y="32729"/>
                </a:cubicBezTo>
                <a:lnTo>
                  <a:pt x="17055" y="32729"/>
                </a:lnTo>
                <a:cubicBezTo>
                  <a:pt x="17035" y="32200"/>
                  <a:pt x="16930" y="31617"/>
                  <a:pt x="16674" y="30993"/>
                </a:cubicBezTo>
                <a:cubicBezTo>
                  <a:pt x="16027" y="29271"/>
                  <a:pt x="14835" y="27726"/>
                  <a:pt x="13157" y="26401"/>
                </a:cubicBezTo>
                <a:cubicBezTo>
                  <a:pt x="12922" y="26210"/>
                  <a:pt x="12672" y="26019"/>
                  <a:pt x="12377" y="25798"/>
                </a:cubicBezTo>
                <a:cubicBezTo>
                  <a:pt x="10994" y="24768"/>
                  <a:pt x="10067" y="23753"/>
                  <a:pt x="9537" y="22708"/>
                </a:cubicBezTo>
                <a:cubicBezTo>
                  <a:pt x="9140" y="21898"/>
                  <a:pt x="8786" y="21104"/>
                  <a:pt x="8845" y="20206"/>
                </a:cubicBezTo>
                <a:cubicBezTo>
                  <a:pt x="8919" y="19220"/>
                  <a:pt x="9404" y="18190"/>
                  <a:pt x="10273" y="17336"/>
                </a:cubicBezTo>
                <a:cubicBezTo>
                  <a:pt x="10582" y="16998"/>
                  <a:pt x="10950" y="16703"/>
                  <a:pt x="11347" y="16424"/>
                </a:cubicBezTo>
                <a:cubicBezTo>
                  <a:pt x="12201" y="15820"/>
                  <a:pt x="13187" y="15394"/>
                  <a:pt x="14143" y="14982"/>
                </a:cubicBezTo>
                <a:cubicBezTo>
                  <a:pt x="14585" y="14776"/>
                  <a:pt x="15056" y="14570"/>
                  <a:pt x="15497" y="14349"/>
                </a:cubicBezTo>
                <a:cubicBezTo>
                  <a:pt x="16969" y="13613"/>
                  <a:pt x="18352" y="12671"/>
                  <a:pt x="19618" y="11553"/>
                </a:cubicBezTo>
                <a:cubicBezTo>
                  <a:pt x="20692" y="10596"/>
                  <a:pt x="21443" y="9654"/>
                  <a:pt x="21899" y="8683"/>
                </a:cubicBezTo>
                <a:cubicBezTo>
                  <a:pt x="22178" y="8109"/>
                  <a:pt x="22340" y="7550"/>
                  <a:pt x="22384" y="6961"/>
                </a:cubicBezTo>
                <a:cubicBezTo>
                  <a:pt x="22458" y="6196"/>
                  <a:pt x="22326" y="5445"/>
                  <a:pt x="22193" y="4798"/>
                </a:cubicBezTo>
                <a:cubicBezTo>
                  <a:pt x="21869" y="3164"/>
                  <a:pt x="21354" y="1619"/>
                  <a:pt x="20648" y="192"/>
                </a:cubicBezTo>
                <a:lnTo>
                  <a:pt x="20589" y="221"/>
                </a:lnTo>
                <a:cubicBezTo>
                  <a:pt x="21295" y="1634"/>
                  <a:pt x="21810" y="3179"/>
                  <a:pt x="22134" y="4827"/>
                </a:cubicBezTo>
                <a:cubicBezTo>
                  <a:pt x="22267" y="5445"/>
                  <a:pt x="22384" y="6196"/>
                  <a:pt x="22311" y="6961"/>
                </a:cubicBezTo>
                <a:cubicBezTo>
                  <a:pt x="22252" y="7520"/>
                  <a:pt x="22090" y="8094"/>
                  <a:pt x="21825" y="8668"/>
                </a:cubicBezTo>
                <a:cubicBezTo>
                  <a:pt x="21369" y="9625"/>
                  <a:pt x="20633" y="10567"/>
                  <a:pt x="19559" y="11494"/>
                </a:cubicBezTo>
                <a:cubicBezTo>
                  <a:pt x="18293" y="12627"/>
                  <a:pt x="16910" y="13554"/>
                  <a:pt x="15468" y="14275"/>
                </a:cubicBezTo>
                <a:cubicBezTo>
                  <a:pt x="15026" y="14496"/>
                  <a:pt x="14555" y="14702"/>
                  <a:pt x="14099" y="14908"/>
                </a:cubicBezTo>
                <a:cubicBezTo>
                  <a:pt x="13157" y="15320"/>
                  <a:pt x="12186" y="15762"/>
                  <a:pt x="11303" y="16350"/>
                </a:cubicBezTo>
                <a:cubicBezTo>
                  <a:pt x="10920" y="16630"/>
                  <a:pt x="10552" y="16924"/>
                  <a:pt x="10243" y="17263"/>
                </a:cubicBezTo>
                <a:cubicBezTo>
                  <a:pt x="9375" y="18146"/>
                  <a:pt x="8860" y="19176"/>
                  <a:pt x="8786" y="20176"/>
                </a:cubicBezTo>
                <a:cubicBezTo>
                  <a:pt x="8713" y="21104"/>
                  <a:pt x="9081" y="21913"/>
                  <a:pt x="9478" y="22722"/>
                </a:cubicBezTo>
                <a:cubicBezTo>
                  <a:pt x="10023" y="23782"/>
                  <a:pt x="10935" y="24797"/>
                  <a:pt x="12333" y="25842"/>
                </a:cubicBezTo>
                <a:cubicBezTo>
                  <a:pt x="12627" y="26063"/>
                  <a:pt x="12892" y="26269"/>
                  <a:pt x="13128" y="26460"/>
                </a:cubicBezTo>
                <a:cubicBezTo>
                  <a:pt x="14805" y="27785"/>
                  <a:pt x="15983" y="29330"/>
                  <a:pt x="16616" y="31037"/>
                </a:cubicBezTo>
                <a:cubicBezTo>
                  <a:pt x="16857" y="31663"/>
                  <a:pt x="16975" y="32247"/>
                  <a:pt x="16983" y="32764"/>
                </a:cubicBezTo>
                <a:lnTo>
                  <a:pt x="16983" y="32764"/>
                </a:lnTo>
                <a:cubicBezTo>
                  <a:pt x="17008" y="32752"/>
                  <a:pt x="17032" y="32740"/>
                  <a:pt x="17055" y="32729"/>
                </a:cubicBezTo>
                <a:lnTo>
                  <a:pt x="17055" y="32729"/>
                </a:lnTo>
                <a:cubicBezTo>
                  <a:pt x="17056" y="32749"/>
                  <a:pt x="17057" y="32769"/>
                  <a:pt x="17057" y="32788"/>
                </a:cubicBezTo>
                <a:cubicBezTo>
                  <a:pt x="17096" y="32766"/>
                  <a:pt x="17133" y="32746"/>
                  <a:pt x="17169" y="32727"/>
                </a:cubicBezTo>
                <a:lnTo>
                  <a:pt x="17169" y="32727"/>
                </a:lnTo>
                <a:cubicBezTo>
                  <a:pt x="17165" y="32756"/>
                  <a:pt x="17160" y="32785"/>
                  <a:pt x="17160" y="32818"/>
                </a:cubicBezTo>
                <a:cubicBezTo>
                  <a:pt x="17057" y="32877"/>
                  <a:pt x="16983" y="32906"/>
                  <a:pt x="16895" y="32965"/>
                </a:cubicBezTo>
                <a:cubicBezTo>
                  <a:pt x="16905" y="32927"/>
                  <a:pt x="16908" y="32895"/>
                  <a:pt x="16909" y="32862"/>
                </a:cubicBezTo>
                <a:lnTo>
                  <a:pt x="16909" y="32862"/>
                </a:lnTo>
                <a:cubicBezTo>
                  <a:pt x="16885" y="32875"/>
                  <a:pt x="16861" y="32887"/>
                  <a:pt x="16836" y="32899"/>
                </a:cubicBezTo>
                <a:lnTo>
                  <a:pt x="16836" y="32899"/>
                </a:lnTo>
                <a:lnTo>
                  <a:pt x="16836" y="32818"/>
                </a:lnTo>
                <a:cubicBezTo>
                  <a:pt x="16794" y="32846"/>
                  <a:pt x="16753" y="32867"/>
                  <a:pt x="16711" y="32888"/>
                </a:cubicBezTo>
                <a:lnTo>
                  <a:pt x="16711" y="32888"/>
                </a:lnTo>
                <a:cubicBezTo>
                  <a:pt x="16713" y="32914"/>
                  <a:pt x="16716" y="32939"/>
                  <a:pt x="16719" y="32965"/>
                </a:cubicBezTo>
                <a:cubicBezTo>
                  <a:pt x="16758" y="32939"/>
                  <a:pt x="16797" y="32918"/>
                  <a:pt x="16836" y="32899"/>
                </a:cubicBezTo>
                <a:lnTo>
                  <a:pt x="16836" y="32899"/>
                </a:lnTo>
                <a:lnTo>
                  <a:pt x="16836" y="33009"/>
                </a:lnTo>
                <a:cubicBezTo>
                  <a:pt x="16748" y="33053"/>
                  <a:pt x="16660" y="33097"/>
                  <a:pt x="16586" y="33156"/>
                </a:cubicBezTo>
                <a:cubicBezTo>
                  <a:pt x="16582" y="33138"/>
                  <a:pt x="16578" y="33120"/>
                  <a:pt x="16576" y="33101"/>
                </a:cubicBezTo>
                <a:lnTo>
                  <a:pt x="16576" y="33101"/>
                </a:lnTo>
                <a:lnTo>
                  <a:pt x="16513" y="33131"/>
                </a:lnTo>
                <a:lnTo>
                  <a:pt x="16513" y="33186"/>
                </a:lnTo>
                <a:cubicBezTo>
                  <a:pt x="16439" y="33230"/>
                  <a:pt x="16365" y="33274"/>
                  <a:pt x="16277" y="33318"/>
                </a:cubicBezTo>
                <a:cubicBezTo>
                  <a:pt x="16248" y="33318"/>
                  <a:pt x="16233" y="33333"/>
                  <a:pt x="16218" y="33333"/>
                </a:cubicBezTo>
                <a:lnTo>
                  <a:pt x="16218" y="33303"/>
                </a:lnTo>
                <a:lnTo>
                  <a:pt x="16218" y="33303"/>
                </a:lnTo>
                <a:cubicBezTo>
                  <a:pt x="16200" y="33313"/>
                  <a:pt x="16182" y="33322"/>
                  <a:pt x="16164" y="33331"/>
                </a:cubicBezTo>
                <a:lnTo>
                  <a:pt x="16164" y="33331"/>
                </a:lnTo>
                <a:cubicBezTo>
                  <a:pt x="16159" y="33287"/>
                  <a:pt x="16159" y="33240"/>
                  <a:pt x="16159" y="33200"/>
                </a:cubicBezTo>
                <a:cubicBezTo>
                  <a:pt x="16123" y="33216"/>
                  <a:pt x="16086" y="33232"/>
                  <a:pt x="16050" y="33248"/>
                </a:cubicBezTo>
                <a:lnTo>
                  <a:pt x="16050" y="33248"/>
                </a:lnTo>
                <a:cubicBezTo>
                  <a:pt x="16006" y="32989"/>
                  <a:pt x="15943" y="32712"/>
                  <a:pt x="15880" y="32435"/>
                </a:cubicBezTo>
                <a:cubicBezTo>
                  <a:pt x="15350" y="30404"/>
                  <a:pt x="14143" y="28565"/>
                  <a:pt x="12304" y="26946"/>
                </a:cubicBezTo>
                <a:cubicBezTo>
                  <a:pt x="12039" y="26725"/>
                  <a:pt x="11759" y="26490"/>
                  <a:pt x="11435" y="26210"/>
                </a:cubicBezTo>
                <a:cubicBezTo>
                  <a:pt x="10346" y="25312"/>
                  <a:pt x="9022" y="24106"/>
                  <a:pt x="8448" y="22575"/>
                </a:cubicBezTo>
                <a:cubicBezTo>
                  <a:pt x="8183" y="21854"/>
                  <a:pt x="7918" y="21030"/>
                  <a:pt x="8051" y="20147"/>
                </a:cubicBezTo>
                <a:cubicBezTo>
                  <a:pt x="8212" y="18970"/>
                  <a:pt x="8934" y="18028"/>
                  <a:pt x="9478" y="17439"/>
                </a:cubicBezTo>
                <a:cubicBezTo>
                  <a:pt x="9772" y="17130"/>
                  <a:pt x="10111" y="16836"/>
                  <a:pt x="10479" y="16571"/>
                </a:cubicBezTo>
                <a:cubicBezTo>
                  <a:pt x="11244" y="16012"/>
                  <a:pt x="12112" y="15541"/>
                  <a:pt x="12936" y="15129"/>
                </a:cubicBezTo>
                <a:cubicBezTo>
                  <a:pt x="13378" y="14879"/>
                  <a:pt x="13864" y="14643"/>
                  <a:pt x="14305" y="14393"/>
                </a:cubicBezTo>
                <a:cubicBezTo>
                  <a:pt x="15688" y="13584"/>
                  <a:pt x="16969" y="12568"/>
                  <a:pt x="18117" y="11391"/>
                </a:cubicBezTo>
                <a:cubicBezTo>
                  <a:pt x="19073" y="10390"/>
                  <a:pt x="19735" y="9434"/>
                  <a:pt x="20148" y="8462"/>
                </a:cubicBezTo>
                <a:cubicBezTo>
                  <a:pt x="20398" y="7918"/>
                  <a:pt x="20545" y="7344"/>
                  <a:pt x="20618" y="6770"/>
                </a:cubicBezTo>
                <a:cubicBezTo>
                  <a:pt x="20692" y="6166"/>
                  <a:pt x="20648" y="5519"/>
                  <a:pt x="20515" y="4680"/>
                </a:cubicBezTo>
                <a:cubicBezTo>
                  <a:pt x="20280" y="3061"/>
                  <a:pt x="19809" y="1546"/>
                  <a:pt x="19103" y="162"/>
                </a:cubicBezTo>
                <a:lnTo>
                  <a:pt x="18808" y="118"/>
                </a:lnTo>
                <a:lnTo>
                  <a:pt x="18808" y="118"/>
                </a:lnTo>
                <a:cubicBezTo>
                  <a:pt x="19485" y="1487"/>
                  <a:pt x="19971" y="3002"/>
                  <a:pt x="20221" y="4607"/>
                </a:cubicBezTo>
                <a:cubicBezTo>
                  <a:pt x="20354" y="5445"/>
                  <a:pt x="20368" y="6078"/>
                  <a:pt x="20324" y="6682"/>
                </a:cubicBezTo>
                <a:cubicBezTo>
                  <a:pt x="20265" y="7226"/>
                  <a:pt x="20118" y="7800"/>
                  <a:pt x="19883" y="8359"/>
                </a:cubicBezTo>
                <a:cubicBezTo>
                  <a:pt x="19471" y="9330"/>
                  <a:pt x="18808" y="10272"/>
                  <a:pt x="17852" y="11258"/>
                </a:cubicBezTo>
                <a:cubicBezTo>
                  <a:pt x="16719" y="12436"/>
                  <a:pt x="15438" y="13436"/>
                  <a:pt x="14070" y="14246"/>
                </a:cubicBezTo>
                <a:cubicBezTo>
                  <a:pt x="13628" y="14496"/>
                  <a:pt x="13157" y="14731"/>
                  <a:pt x="12701" y="14982"/>
                </a:cubicBezTo>
                <a:cubicBezTo>
                  <a:pt x="11877" y="15423"/>
                  <a:pt x="11009" y="15865"/>
                  <a:pt x="10214" y="16453"/>
                </a:cubicBezTo>
                <a:cubicBezTo>
                  <a:pt x="9846" y="16718"/>
                  <a:pt x="9522" y="17012"/>
                  <a:pt x="9228" y="17336"/>
                </a:cubicBezTo>
                <a:cubicBezTo>
                  <a:pt x="8654" y="17925"/>
                  <a:pt x="7933" y="18881"/>
                  <a:pt x="7771" y="20073"/>
                </a:cubicBezTo>
                <a:cubicBezTo>
                  <a:pt x="7639" y="20971"/>
                  <a:pt x="7918" y="21825"/>
                  <a:pt x="8168" y="22531"/>
                </a:cubicBezTo>
                <a:cubicBezTo>
                  <a:pt x="8772" y="24076"/>
                  <a:pt x="10096" y="25312"/>
                  <a:pt x="11170" y="26195"/>
                </a:cubicBezTo>
                <a:cubicBezTo>
                  <a:pt x="11480" y="26460"/>
                  <a:pt x="11759" y="26696"/>
                  <a:pt x="12039" y="26917"/>
                </a:cubicBezTo>
                <a:cubicBezTo>
                  <a:pt x="13864" y="28535"/>
                  <a:pt x="15056" y="30360"/>
                  <a:pt x="15585" y="32362"/>
                </a:cubicBezTo>
                <a:cubicBezTo>
                  <a:pt x="15674" y="32715"/>
                  <a:pt x="15733" y="33024"/>
                  <a:pt x="15777" y="33318"/>
                </a:cubicBezTo>
                <a:cubicBezTo>
                  <a:pt x="15674" y="33377"/>
                  <a:pt x="15571" y="33421"/>
                  <a:pt x="15482" y="33480"/>
                </a:cubicBezTo>
                <a:cubicBezTo>
                  <a:pt x="15438" y="33259"/>
                  <a:pt x="15409" y="33039"/>
                  <a:pt x="15350" y="32818"/>
                </a:cubicBezTo>
                <a:cubicBezTo>
                  <a:pt x="14879" y="30728"/>
                  <a:pt x="13658" y="28771"/>
                  <a:pt x="11744" y="27049"/>
                </a:cubicBezTo>
                <a:cubicBezTo>
                  <a:pt x="11465" y="26799"/>
                  <a:pt x="11200" y="26549"/>
                  <a:pt x="10861" y="26269"/>
                </a:cubicBezTo>
                <a:cubicBezTo>
                  <a:pt x="9669" y="25254"/>
                  <a:pt x="8360" y="24003"/>
                  <a:pt x="7830" y="22443"/>
                </a:cubicBezTo>
                <a:cubicBezTo>
                  <a:pt x="7565" y="21707"/>
                  <a:pt x="7374" y="20898"/>
                  <a:pt x="7521" y="20029"/>
                </a:cubicBezTo>
                <a:cubicBezTo>
                  <a:pt x="7712" y="18881"/>
                  <a:pt x="8404" y="17954"/>
                  <a:pt x="8948" y="17380"/>
                </a:cubicBezTo>
                <a:cubicBezTo>
                  <a:pt x="9243" y="17071"/>
                  <a:pt x="9552" y="16792"/>
                  <a:pt x="9920" y="16527"/>
                </a:cubicBezTo>
                <a:cubicBezTo>
                  <a:pt x="10655" y="15953"/>
                  <a:pt x="11480" y="15511"/>
                  <a:pt x="12274" y="15070"/>
                </a:cubicBezTo>
                <a:cubicBezTo>
                  <a:pt x="12716" y="14805"/>
                  <a:pt x="13201" y="14570"/>
                  <a:pt x="13643" y="14290"/>
                </a:cubicBezTo>
                <a:cubicBezTo>
                  <a:pt x="14997" y="13466"/>
                  <a:pt x="16233" y="12436"/>
                  <a:pt x="17337" y="11244"/>
                </a:cubicBezTo>
                <a:cubicBezTo>
                  <a:pt x="18249" y="10243"/>
                  <a:pt x="18897" y="9286"/>
                  <a:pt x="19279" y="8300"/>
                </a:cubicBezTo>
                <a:cubicBezTo>
                  <a:pt x="19529" y="7741"/>
                  <a:pt x="19677" y="7182"/>
                  <a:pt x="19721" y="6623"/>
                </a:cubicBezTo>
                <a:cubicBezTo>
                  <a:pt x="19809" y="6019"/>
                  <a:pt x="19780" y="5357"/>
                  <a:pt x="19677" y="4548"/>
                </a:cubicBezTo>
                <a:cubicBezTo>
                  <a:pt x="19456" y="2944"/>
                  <a:pt x="18985" y="1443"/>
                  <a:pt x="18308" y="59"/>
                </a:cubicBezTo>
                <a:lnTo>
                  <a:pt x="18249" y="89"/>
                </a:lnTo>
                <a:cubicBezTo>
                  <a:pt x="18941" y="1457"/>
                  <a:pt x="19397" y="2958"/>
                  <a:pt x="19618" y="4562"/>
                </a:cubicBezTo>
                <a:cubicBezTo>
                  <a:pt x="19721" y="5372"/>
                  <a:pt x="19750" y="6034"/>
                  <a:pt x="19677" y="6623"/>
                </a:cubicBezTo>
                <a:cubicBezTo>
                  <a:pt x="19618" y="7182"/>
                  <a:pt x="19471" y="7726"/>
                  <a:pt x="19235" y="8286"/>
                </a:cubicBezTo>
                <a:cubicBezTo>
                  <a:pt x="18823" y="9257"/>
                  <a:pt x="18205" y="10213"/>
                  <a:pt x="17278" y="11199"/>
                </a:cubicBezTo>
                <a:cubicBezTo>
                  <a:pt x="16189" y="12406"/>
                  <a:pt x="14938" y="13407"/>
                  <a:pt x="13599" y="14260"/>
                </a:cubicBezTo>
                <a:cubicBezTo>
                  <a:pt x="13157" y="14540"/>
                  <a:pt x="12701" y="14790"/>
                  <a:pt x="12259" y="15026"/>
                </a:cubicBezTo>
                <a:cubicBezTo>
                  <a:pt x="11465" y="15467"/>
                  <a:pt x="10641" y="15938"/>
                  <a:pt x="9890" y="16497"/>
                </a:cubicBezTo>
                <a:cubicBezTo>
                  <a:pt x="9537" y="16777"/>
                  <a:pt x="9198" y="17071"/>
                  <a:pt x="8904" y="17366"/>
                </a:cubicBezTo>
                <a:cubicBezTo>
                  <a:pt x="8360" y="17954"/>
                  <a:pt x="7668" y="18881"/>
                  <a:pt x="7462" y="20059"/>
                </a:cubicBezTo>
                <a:cubicBezTo>
                  <a:pt x="7315" y="20912"/>
                  <a:pt x="7506" y="21751"/>
                  <a:pt x="7771" y="22502"/>
                </a:cubicBezTo>
                <a:cubicBezTo>
                  <a:pt x="8301" y="24062"/>
                  <a:pt x="9611" y="25327"/>
                  <a:pt x="10817" y="26343"/>
                </a:cubicBezTo>
                <a:cubicBezTo>
                  <a:pt x="11141" y="26622"/>
                  <a:pt x="11435" y="26858"/>
                  <a:pt x="11700" y="27123"/>
                </a:cubicBezTo>
                <a:cubicBezTo>
                  <a:pt x="13599" y="28830"/>
                  <a:pt x="14791" y="30758"/>
                  <a:pt x="15276" y="32862"/>
                </a:cubicBezTo>
                <a:cubicBezTo>
                  <a:pt x="15335" y="33097"/>
                  <a:pt x="15365" y="33333"/>
                  <a:pt x="15409" y="33539"/>
                </a:cubicBezTo>
                <a:cubicBezTo>
                  <a:pt x="15306" y="33598"/>
                  <a:pt x="15217" y="33642"/>
                  <a:pt x="15114" y="33701"/>
                </a:cubicBezTo>
                <a:cubicBezTo>
                  <a:pt x="15100" y="33568"/>
                  <a:pt x="15070" y="33451"/>
                  <a:pt x="15041" y="33303"/>
                </a:cubicBezTo>
                <a:cubicBezTo>
                  <a:pt x="14614" y="31125"/>
                  <a:pt x="13393" y="29080"/>
                  <a:pt x="11406" y="27240"/>
                </a:cubicBezTo>
                <a:cubicBezTo>
                  <a:pt x="11141" y="26990"/>
                  <a:pt x="10847" y="26725"/>
                  <a:pt x="10508" y="26431"/>
                </a:cubicBezTo>
                <a:cubicBezTo>
                  <a:pt x="9184" y="25298"/>
                  <a:pt x="7918" y="24032"/>
                  <a:pt x="7418" y="22428"/>
                </a:cubicBezTo>
                <a:cubicBezTo>
                  <a:pt x="7212" y="21781"/>
                  <a:pt x="7020" y="20912"/>
                  <a:pt x="7197" y="20059"/>
                </a:cubicBezTo>
                <a:cubicBezTo>
                  <a:pt x="7418" y="18926"/>
                  <a:pt x="8095" y="18013"/>
                  <a:pt x="8639" y="17454"/>
                </a:cubicBezTo>
                <a:cubicBezTo>
                  <a:pt x="8904" y="17160"/>
                  <a:pt x="9243" y="16865"/>
                  <a:pt x="9566" y="16600"/>
                </a:cubicBezTo>
                <a:cubicBezTo>
                  <a:pt x="10287" y="16041"/>
                  <a:pt x="11067" y="15585"/>
                  <a:pt x="11818" y="15143"/>
                </a:cubicBezTo>
                <a:cubicBezTo>
                  <a:pt x="12259" y="14879"/>
                  <a:pt x="12730" y="14614"/>
                  <a:pt x="13157" y="14319"/>
                </a:cubicBezTo>
                <a:cubicBezTo>
                  <a:pt x="14482" y="13451"/>
                  <a:pt x="15703" y="12406"/>
                  <a:pt x="16748" y="11185"/>
                </a:cubicBezTo>
                <a:cubicBezTo>
                  <a:pt x="17616" y="10169"/>
                  <a:pt x="18234" y="9213"/>
                  <a:pt x="18617" y="8227"/>
                </a:cubicBezTo>
                <a:cubicBezTo>
                  <a:pt x="18838" y="7668"/>
                  <a:pt x="18985" y="7123"/>
                  <a:pt x="19044" y="6564"/>
                </a:cubicBezTo>
                <a:cubicBezTo>
                  <a:pt x="19117" y="5960"/>
                  <a:pt x="19103" y="5298"/>
                  <a:pt x="19014" y="4504"/>
                </a:cubicBezTo>
                <a:cubicBezTo>
                  <a:pt x="18808" y="2914"/>
                  <a:pt x="18367" y="1413"/>
                  <a:pt x="17690" y="59"/>
                </a:cubicBezTo>
                <a:lnTo>
                  <a:pt x="17631" y="89"/>
                </a:lnTo>
                <a:cubicBezTo>
                  <a:pt x="18308" y="1443"/>
                  <a:pt x="18749" y="2929"/>
                  <a:pt x="18941" y="4533"/>
                </a:cubicBezTo>
                <a:cubicBezTo>
                  <a:pt x="19029" y="5313"/>
                  <a:pt x="19044" y="5960"/>
                  <a:pt x="18970" y="6564"/>
                </a:cubicBezTo>
                <a:cubicBezTo>
                  <a:pt x="18897" y="7123"/>
                  <a:pt x="18764" y="7668"/>
                  <a:pt x="18543" y="8212"/>
                </a:cubicBezTo>
                <a:cubicBezTo>
                  <a:pt x="18161" y="9183"/>
                  <a:pt x="17557" y="10140"/>
                  <a:pt x="16674" y="11155"/>
                </a:cubicBezTo>
                <a:cubicBezTo>
                  <a:pt x="15630" y="12347"/>
                  <a:pt x="14408" y="13392"/>
                  <a:pt x="13084" y="14260"/>
                </a:cubicBezTo>
                <a:cubicBezTo>
                  <a:pt x="12642" y="14555"/>
                  <a:pt x="12186" y="14805"/>
                  <a:pt x="11744" y="15085"/>
                </a:cubicBezTo>
                <a:cubicBezTo>
                  <a:pt x="10994" y="15526"/>
                  <a:pt x="10199" y="15982"/>
                  <a:pt x="9478" y="16542"/>
                </a:cubicBezTo>
                <a:cubicBezTo>
                  <a:pt x="9125" y="16821"/>
                  <a:pt x="8816" y="17115"/>
                  <a:pt x="8521" y="17410"/>
                </a:cubicBezTo>
                <a:cubicBezTo>
                  <a:pt x="7992" y="17969"/>
                  <a:pt x="7285" y="18896"/>
                  <a:pt x="7065" y="20029"/>
                </a:cubicBezTo>
                <a:cubicBezTo>
                  <a:pt x="6888" y="20942"/>
                  <a:pt x="7094" y="21795"/>
                  <a:pt x="7285" y="22443"/>
                </a:cubicBezTo>
                <a:cubicBezTo>
                  <a:pt x="7771" y="24047"/>
                  <a:pt x="9081" y="25327"/>
                  <a:pt x="10405" y="26475"/>
                </a:cubicBezTo>
                <a:cubicBezTo>
                  <a:pt x="10729" y="26755"/>
                  <a:pt x="11023" y="27020"/>
                  <a:pt x="11303" y="27284"/>
                </a:cubicBezTo>
                <a:cubicBezTo>
                  <a:pt x="13275" y="29124"/>
                  <a:pt x="14482" y="31140"/>
                  <a:pt x="14894" y="33318"/>
                </a:cubicBezTo>
                <a:cubicBezTo>
                  <a:pt x="14923" y="33465"/>
                  <a:pt x="14938" y="33613"/>
                  <a:pt x="14967" y="33745"/>
                </a:cubicBezTo>
                <a:lnTo>
                  <a:pt x="14688" y="33907"/>
                </a:lnTo>
                <a:cubicBezTo>
                  <a:pt x="14688" y="33848"/>
                  <a:pt x="14673" y="33819"/>
                  <a:pt x="14673" y="33760"/>
                </a:cubicBezTo>
                <a:cubicBezTo>
                  <a:pt x="14320" y="31508"/>
                  <a:pt x="13084" y="29374"/>
                  <a:pt x="11023" y="27417"/>
                </a:cubicBezTo>
                <a:cubicBezTo>
                  <a:pt x="10744" y="27137"/>
                  <a:pt x="10435" y="26858"/>
                  <a:pt x="10111" y="26563"/>
                </a:cubicBezTo>
                <a:cubicBezTo>
                  <a:pt x="8831" y="25445"/>
                  <a:pt x="7418" y="24076"/>
                  <a:pt x="6976" y="22369"/>
                </a:cubicBezTo>
                <a:cubicBezTo>
                  <a:pt x="6741" y="21457"/>
                  <a:pt x="6682" y="20692"/>
                  <a:pt x="6844" y="20015"/>
                </a:cubicBezTo>
                <a:cubicBezTo>
                  <a:pt x="7050" y="19146"/>
                  <a:pt x="7550" y="18263"/>
                  <a:pt x="8286" y="17483"/>
                </a:cubicBezTo>
                <a:cubicBezTo>
                  <a:pt x="8566" y="17189"/>
                  <a:pt x="8875" y="16909"/>
                  <a:pt x="9198" y="16630"/>
                </a:cubicBezTo>
                <a:cubicBezTo>
                  <a:pt x="9890" y="16100"/>
                  <a:pt x="10626" y="15614"/>
                  <a:pt x="11332" y="15173"/>
                </a:cubicBezTo>
                <a:cubicBezTo>
                  <a:pt x="11774" y="14908"/>
                  <a:pt x="12259" y="14614"/>
                  <a:pt x="12686" y="14319"/>
                </a:cubicBezTo>
                <a:cubicBezTo>
                  <a:pt x="13981" y="13407"/>
                  <a:pt x="15159" y="12347"/>
                  <a:pt x="16174" y="11126"/>
                </a:cubicBezTo>
                <a:cubicBezTo>
                  <a:pt x="16998" y="10125"/>
                  <a:pt x="17587" y="9139"/>
                  <a:pt x="17984" y="8153"/>
                </a:cubicBezTo>
                <a:cubicBezTo>
                  <a:pt x="18176" y="7594"/>
                  <a:pt x="18323" y="7049"/>
                  <a:pt x="18396" y="6490"/>
                </a:cubicBezTo>
                <a:cubicBezTo>
                  <a:pt x="18470" y="5887"/>
                  <a:pt x="18470" y="5225"/>
                  <a:pt x="18396" y="4459"/>
                </a:cubicBezTo>
                <a:cubicBezTo>
                  <a:pt x="18234" y="2870"/>
                  <a:pt x="17808" y="1384"/>
                  <a:pt x="17131" y="44"/>
                </a:cubicBezTo>
                <a:lnTo>
                  <a:pt x="17072" y="74"/>
                </a:lnTo>
                <a:cubicBezTo>
                  <a:pt x="17763" y="1413"/>
                  <a:pt x="18176" y="2885"/>
                  <a:pt x="18352" y="4474"/>
                </a:cubicBezTo>
                <a:cubicBezTo>
                  <a:pt x="18426" y="5239"/>
                  <a:pt x="18440" y="5902"/>
                  <a:pt x="18352" y="6490"/>
                </a:cubicBezTo>
                <a:cubicBezTo>
                  <a:pt x="18279" y="7035"/>
                  <a:pt x="18146" y="7579"/>
                  <a:pt x="17925" y="8138"/>
                </a:cubicBezTo>
                <a:cubicBezTo>
                  <a:pt x="17557" y="9124"/>
                  <a:pt x="16969" y="10081"/>
                  <a:pt x="16145" y="11096"/>
                </a:cubicBezTo>
                <a:cubicBezTo>
                  <a:pt x="15129" y="12303"/>
                  <a:pt x="13967" y="13377"/>
                  <a:pt x="12657" y="14275"/>
                </a:cubicBezTo>
                <a:cubicBezTo>
                  <a:pt x="12215" y="14570"/>
                  <a:pt x="11759" y="14864"/>
                  <a:pt x="11318" y="15143"/>
                </a:cubicBezTo>
                <a:cubicBezTo>
                  <a:pt x="10597" y="15585"/>
                  <a:pt x="9846" y="16041"/>
                  <a:pt x="9169" y="16600"/>
                </a:cubicBezTo>
                <a:cubicBezTo>
                  <a:pt x="8831" y="16865"/>
                  <a:pt x="8521" y="17145"/>
                  <a:pt x="8227" y="17439"/>
                </a:cubicBezTo>
                <a:cubicBezTo>
                  <a:pt x="7477" y="18234"/>
                  <a:pt x="6976" y="19132"/>
                  <a:pt x="6770" y="20015"/>
                </a:cubicBezTo>
                <a:cubicBezTo>
                  <a:pt x="6608" y="20721"/>
                  <a:pt x="6652" y="21472"/>
                  <a:pt x="6903" y="22413"/>
                </a:cubicBezTo>
                <a:cubicBezTo>
                  <a:pt x="7359" y="24135"/>
                  <a:pt x="8786" y="25474"/>
                  <a:pt x="10067" y="26622"/>
                </a:cubicBezTo>
                <a:cubicBezTo>
                  <a:pt x="10405" y="26917"/>
                  <a:pt x="10714" y="27196"/>
                  <a:pt x="10994" y="27461"/>
                </a:cubicBezTo>
                <a:cubicBezTo>
                  <a:pt x="13025" y="29433"/>
                  <a:pt x="14261" y="31552"/>
                  <a:pt x="14599" y="33774"/>
                </a:cubicBezTo>
                <a:cubicBezTo>
                  <a:pt x="14614" y="33833"/>
                  <a:pt x="14614" y="33892"/>
                  <a:pt x="14614" y="33936"/>
                </a:cubicBezTo>
                <a:cubicBezTo>
                  <a:pt x="14526" y="33995"/>
                  <a:pt x="14423" y="34054"/>
                  <a:pt x="14349" y="34113"/>
                </a:cubicBezTo>
                <a:cubicBezTo>
                  <a:pt x="14055" y="31847"/>
                  <a:pt x="12833" y="29654"/>
                  <a:pt x="10714" y="27579"/>
                </a:cubicBezTo>
                <a:cubicBezTo>
                  <a:pt x="10420" y="27299"/>
                  <a:pt x="10111" y="27005"/>
                  <a:pt x="9772" y="26696"/>
                </a:cubicBezTo>
                <a:cubicBezTo>
                  <a:pt x="8374" y="25445"/>
                  <a:pt x="6991" y="24062"/>
                  <a:pt x="6594" y="22340"/>
                </a:cubicBezTo>
                <a:cubicBezTo>
                  <a:pt x="6388" y="21457"/>
                  <a:pt x="6373" y="20692"/>
                  <a:pt x="6549" y="20000"/>
                </a:cubicBezTo>
                <a:cubicBezTo>
                  <a:pt x="6770" y="19146"/>
                  <a:pt x="7271" y="18293"/>
                  <a:pt x="7992" y="17513"/>
                </a:cubicBezTo>
                <a:cubicBezTo>
                  <a:pt x="8271" y="17218"/>
                  <a:pt x="8566" y="16939"/>
                  <a:pt x="8889" y="16674"/>
                </a:cubicBezTo>
                <a:cubicBezTo>
                  <a:pt x="9537" y="16129"/>
                  <a:pt x="10229" y="15673"/>
                  <a:pt x="10935" y="15232"/>
                </a:cubicBezTo>
                <a:cubicBezTo>
                  <a:pt x="11376" y="14937"/>
                  <a:pt x="11847" y="14643"/>
                  <a:pt x="12274" y="14319"/>
                </a:cubicBezTo>
                <a:cubicBezTo>
                  <a:pt x="13569" y="13392"/>
                  <a:pt x="14702" y="12288"/>
                  <a:pt x="15659" y="11052"/>
                </a:cubicBezTo>
                <a:cubicBezTo>
                  <a:pt x="16439" y="10066"/>
                  <a:pt x="17028" y="9051"/>
                  <a:pt x="17396" y="8065"/>
                </a:cubicBezTo>
                <a:cubicBezTo>
                  <a:pt x="17587" y="7520"/>
                  <a:pt x="17719" y="6976"/>
                  <a:pt x="17793" y="6417"/>
                </a:cubicBezTo>
                <a:cubicBezTo>
                  <a:pt x="17866" y="5813"/>
                  <a:pt x="17881" y="5151"/>
                  <a:pt x="17808" y="4401"/>
                </a:cubicBezTo>
                <a:cubicBezTo>
                  <a:pt x="17660" y="2811"/>
                  <a:pt x="17263" y="1340"/>
                  <a:pt x="16586" y="15"/>
                </a:cubicBezTo>
                <a:lnTo>
                  <a:pt x="16527" y="59"/>
                </a:lnTo>
                <a:cubicBezTo>
                  <a:pt x="17204" y="1384"/>
                  <a:pt x="17616" y="2855"/>
                  <a:pt x="17734" y="4415"/>
                </a:cubicBezTo>
                <a:cubicBezTo>
                  <a:pt x="17808" y="5166"/>
                  <a:pt x="17793" y="5813"/>
                  <a:pt x="17719" y="6417"/>
                </a:cubicBezTo>
                <a:cubicBezTo>
                  <a:pt x="17646" y="6961"/>
                  <a:pt x="17513" y="7506"/>
                  <a:pt x="17322" y="8035"/>
                </a:cubicBezTo>
                <a:cubicBezTo>
                  <a:pt x="16954" y="9021"/>
                  <a:pt x="16380" y="10022"/>
                  <a:pt x="15600" y="11023"/>
                </a:cubicBezTo>
                <a:cubicBezTo>
                  <a:pt x="14644" y="12259"/>
                  <a:pt x="13510" y="13333"/>
                  <a:pt x="12245" y="14260"/>
                </a:cubicBezTo>
                <a:cubicBezTo>
                  <a:pt x="11803" y="14570"/>
                  <a:pt x="11332" y="14879"/>
                  <a:pt x="10891" y="15173"/>
                </a:cubicBezTo>
                <a:cubicBezTo>
                  <a:pt x="10214" y="15614"/>
                  <a:pt x="9493" y="16085"/>
                  <a:pt x="8860" y="16615"/>
                </a:cubicBezTo>
                <a:cubicBezTo>
                  <a:pt x="8521" y="16895"/>
                  <a:pt x="8212" y="17160"/>
                  <a:pt x="7948" y="17454"/>
                </a:cubicBezTo>
                <a:cubicBezTo>
                  <a:pt x="7212" y="18249"/>
                  <a:pt x="6726" y="19117"/>
                  <a:pt x="6505" y="19985"/>
                </a:cubicBezTo>
                <a:cubicBezTo>
                  <a:pt x="6314" y="20677"/>
                  <a:pt x="6329" y="21457"/>
                  <a:pt x="6535" y="22354"/>
                </a:cubicBezTo>
                <a:cubicBezTo>
                  <a:pt x="6947" y="24106"/>
                  <a:pt x="8345" y="25504"/>
                  <a:pt x="9743" y="26755"/>
                </a:cubicBezTo>
                <a:cubicBezTo>
                  <a:pt x="10081" y="27064"/>
                  <a:pt x="10376" y="27358"/>
                  <a:pt x="10670" y="27638"/>
                </a:cubicBezTo>
                <a:cubicBezTo>
                  <a:pt x="12789" y="29713"/>
                  <a:pt x="14011" y="31905"/>
                  <a:pt x="14305" y="34157"/>
                </a:cubicBezTo>
                <a:cubicBezTo>
                  <a:pt x="14202" y="34216"/>
                  <a:pt x="14128" y="34275"/>
                  <a:pt x="14040" y="34334"/>
                </a:cubicBezTo>
                <a:cubicBezTo>
                  <a:pt x="13746" y="32097"/>
                  <a:pt x="12539" y="29889"/>
                  <a:pt x="10420" y="27755"/>
                </a:cubicBezTo>
                <a:cubicBezTo>
                  <a:pt x="10126" y="27461"/>
                  <a:pt x="9817" y="27152"/>
                  <a:pt x="9463" y="26843"/>
                </a:cubicBezTo>
                <a:cubicBezTo>
                  <a:pt x="7903" y="25401"/>
                  <a:pt x="6579" y="24062"/>
                  <a:pt x="6226" y="22296"/>
                </a:cubicBezTo>
                <a:cubicBezTo>
                  <a:pt x="6064" y="21457"/>
                  <a:pt x="6079" y="20692"/>
                  <a:pt x="6285" y="19985"/>
                </a:cubicBezTo>
                <a:cubicBezTo>
                  <a:pt x="6520" y="19146"/>
                  <a:pt x="7020" y="18307"/>
                  <a:pt x="7712" y="17557"/>
                </a:cubicBezTo>
                <a:cubicBezTo>
                  <a:pt x="7977" y="17277"/>
                  <a:pt x="8271" y="16983"/>
                  <a:pt x="8595" y="16718"/>
                </a:cubicBezTo>
                <a:cubicBezTo>
                  <a:pt x="9198" y="16203"/>
                  <a:pt x="9861" y="15747"/>
                  <a:pt x="10508" y="15305"/>
                </a:cubicBezTo>
                <a:cubicBezTo>
                  <a:pt x="10950" y="14996"/>
                  <a:pt x="11435" y="14687"/>
                  <a:pt x="11877" y="14334"/>
                </a:cubicBezTo>
                <a:cubicBezTo>
                  <a:pt x="13128" y="13377"/>
                  <a:pt x="14231" y="12259"/>
                  <a:pt x="15144" y="11023"/>
                </a:cubicBezTo>
                <a:cubicBezTo>
                  <a:pt x="15880" y="10022"/>
                  <a:pt x="16439" y="9021"/>
                  <a:pt x="16777" y="8006"/>
                </a:cubicBezTo>
                <a:cubicBezTo>
                  <a:pt x="16969" y="7476"/>
                  <a:pt x="17116" y="6917"/>
                  <a:pt x="17190" y="6387"/>
                </a:cubicBezTo>
                <a:cubicBezTo>
                  <a:pt x="17278" y="5754"/>
                  <a:pt x="17293" y="5092"/>
                  <a:pt x="17248" y="4386"/>
                </a:cubicBezTo>
                <a:cubicBezTo>
                  <a:pt x="17131" y="2811"/>
                  <a:pt x="16733" y="1340"/>
                  <a:pt x="16071" y="15"/>
                </a:cubicBezTo>
                <a:lnTo>
                  <a:pt x="16012" y="59"/>
                </a:lnTo>
                <a:cubicBezTo>
                  <a:pt x="16674" y="1369"/>
                  <a:pt x="17072" y="2811"/>
                  <a:pt x="17190" y="4386"/>
                </a:cubicBezTo>
                <a:cubicBezTo>
                  <a:pt x="17248" y="5092"/>
                  <a:pt x="17219" y="5754"/>
                  <a:pt x="17131" y="6373"/>
                </a:cubicBezTo>
                <a:cubicBezTo>
                  <a:pt x="17057" y="6902"/>
                  <a:pt x="16925" y="7432"/>
                  <a:pt x="16748" y="7962"/>
                </a:cubicBezTo>
                <a:cubicBezTo>
                  <a:pt x="16395" y="8963"/>
                  <a:pt x="15850" y="9978"/>
                  <a:pt x="15114" y="10964"/>
                </a:cubicBezTo>
                <a:cubicBezTo>
                  <a:pt x="14187" y="12200"/>
                  <a:pt x="13084" y="13319"/>
                  <a:pt x="11833" y="14275"/>
                </a:cubicBezTo>
                <a:cubicBezTo>
                  <a:pt x="11391" y="14614"/>
                  <a:pt x="10935" y="14937"/>
                  <a:pt x="10494" y="15246"/>
                </a:cubicBezTo>
                <a:cubicBezTo>
                  <a:pt x="9846" y="15688"/>
                  <a:pt x="9184" y="16159"/>
                  <a:pt x="8566" y="16689"/>
                </a:cubicBezTo>
                <a:cubicBezTo>
                  <a:pt x="8227" y="16968"/>
                  <a:pt x="7933" y="17233"/>
                  <a:pt x="7683" y="17528"/>
                </a:cubicBezTo>
                <a:cubicBezTo>
                  <a:pt x="6962" y="18307"/>
                  <a:pt x="6461" y="19146"/>
                  <a:pt x="6226" y="20000"/>
                </a:cubicBezTo>
                <a:cubicBezTo>
                  <a:pt x="6020" y="20721"/>
                  <a:pt x="5990" y="21486"/>
                  <a:pt x="6167" y="22340"/>
                </a:cubicBezTo>
                <a:cubicBezTo>
                  <a:pt x="6520" y="24120"/>
                  <a:pt x="7859" y="25460"/>
                  <a:pt x="9419" y="26917"/>
                </a:cubicBezTo>
                <a:cubicBezTo>
                  <a:pt x="9772" y="27240"/>
                  <a:pt x="10081" y="27535"/>
                  <a:pt x="10376" y="27829"/>
                </a:cubicBezTo>
                <a:cubicBezTo>
                  <a:pt x="12510" y="29963"/>
                  <a:pt x="13731" y="32170"/>
                  <a:pt x="14011" y="34407"/>
                </a:cubicBezTo>
                <a:cubicBezTo>
                  <a:pt x="13937" y="34451"/>
                  <a:pt x="13834" y="34510"/>
                  <a:pt x="13775" y="34584"/>
                </a:cubicBezTo>
                <a:cubicBezTo>
                  <a:pt x="13496" y="32376"/>
                  <a:pt x="12304" y="30213"/>
                  <a:pt x="10126" y="27961"/>
                </a:cubicBezTo>
                <a:cubicBezTo>
                  <a:pt x="9817" y="27652"/>
                  <a:pt x="9507" y="27343"/>
                  <a:pt x="9154" y="27005"/>
                </a:cubicBezTo>
                <a:cubicBezTo>
                  <a:pt x="7756" y="25695"/>
                  <a:pt x="6196" y="24223"/>
                  <a:pt x="5858" y="22281"/>
                </a:cubicBezTo>
                <a:cubicBezTo>
                  <a:pt x="5725" y="21486"/>
                  <a:pt x="5784" y="20721"/>
                  <a:pt x="6005" y="20000"/>
                </a:cubicBezTo>
                <a:cubicBezTo>
                  <a:pt x="6270" y="19190"/>
                  <a:pt x="6756" y="18366"/>
                  <a:pt x="7432" y="17631"/>
                </a:cubicBezTo>
                <a:cubicBezTo>
                  <a:pt x="7697" y="17351"/>
                  <a:pt x="7977" y="17071"/>
                  <a:pt x="8286" y="16792"/>
                </a:cubicBezTo>
                <a:cubicBezTo>
                  <a:pt x="8860" y="16306"/>
                  <a:pt x="9478" y="15835"/>
                  <a:pt x="10081" y="15394"/>
                </a:cubicBezTo>
                <a:cubicBezTo>
                  <a:pt x="10552" y="15070"/>
                  <a:pt x="11009" y="14717"/>
                  <a:pt x="11450" y="14363"/>
                </a:cubicBezTo>
                <a:cubicBezTo>
                  <a:pt x="12686" y="13377"/>
                  <a:pt x="13746" y="12230"/>
                  <a:pt x="14629" y="10979"/>
                </a:cubicBezTo>
                <a:cubicBezTo>
                  <a:pt x="15335" y="9993"/>
                  <a:pt x="15850" y="8963"/>
                  <a:pt x="16189" y="7947"/>
                </a:cubicBezTo>
                <a:cubicBezTo>
                  <a:pt x="16380" y="7417"/>
                  <a:pt x="16513" y="6888"/>
                  <a:pt x="16586" y="6343"/>
                </a:cubicBezTo>
                <a:cubicBezTo>
                  <a:pt x="16674" y="5725"/>
                  <a:pt x="16689" y="5063"/>
                  <a:pt x="16660" y="4356"/>
                </a:cubicBezTo>
                <a:cubicBezTo>
                  <a:pt x="16557" y="2796"/>
                  <a:pt x="16189" y="1340"/>
                  <a:pt x="15512" y="44"/>
                </a:cubicBezTo>
                <a:lnTo>
                  <a:pt x="15453" y="74"/>
                </a:lnTo>
                <a:cubicBezTo>
                  <a:pt x="16115" y="1369"/>
                  <a:pt x="16513" y="2811"/>
                  <a:pt x="16586" y="4356"/>
                </a:cubicBezTo>
                <a:cubicBezTo>
                  <a:pt x="16616" y="5063"/>
                  <a:pt x="16601" y="5725"/>
                  <a:pt x="16513" y="6343"/>
                </a:cubicBezTo>
                <a:cubicBezTo>
                  <a:pt x="16439" y="6888"/>
                  <a:pt x="16307" y="7417"/>
                  <a:pt x="16115" y="7947"/>
                </a:cubicBezTo>
                <a:cubicBezTo>
                  <a:pt x="15791" y="8963"/>
                  <a:pt x="15262" y="9978"/>
                  <a:pt x="14555" y="10964"/>
                </a:cubicBezTo>
                <a:cubicBezTo>
                  <a:pt x="13687" y="12215"/>
                  <a:pt x="12627" y="13333"/>
                  <a:pt x="11391" y="14334"/>
                </a:cubicBezTo>
                <a:cubicBezTo>
                  <a:pt x="10950" y="14687"/>
                  <a:pt x="10494" y="15026"/>
                  <a:pt x="10037" y="15364"/>
                </a:cubicBezTo>
                <a:cubicBezTo>
                  <a:pt x="9419" y="15806"/>
                  <a:pt x="8801" y="16262"/>
                  <a:pt x="8227" y="16762"/>
                </a:cubicBezTo>
                <a:cubicBezTo>
                  <a:pt x="7918" y="17042"/>
                  <a:pt x="7624" y="17307"/>
                  <a:pt x="7359" y="17586"/>
                </a:cubicBezTo>
                <a:cubicBezTo>
                  <a:pt x="6682" y="18337"/>
                  <a:pt x="6167" y="19176"/>
                  <a:pt x="5917" y="19985"/>
                </a:cubicBezTo>
                <a:cubicBezTo>
                  <a:pt x="5666" y="20721"/>
                  <a:pt x="5622" y="21486"/>
                  <a:pt x="5740" y="22296"/>
                </a:cubicBezTo>
                <a:cubicBezTo>
                  <a:pt x="6079" y="24268"/>
                  <a:pt x="7653" y="25754"/>
                  <a:pt x="9051" y="27064"/>
                </a:cubicBezTo>
                <a:cubicBezTo>
                  <a:pt x="9404" y="27387"/>
                  <a:pt x="9743" y="27711"/>
                  <a:pt x="10037" y="28020"/>
                </a:cubicBezTo>
                <a:cubicBezTo>
                  <a:pt x="12201" y="30257"/>
                  <a:pt x="13393" y="32435"/>
                  <a:pt x="13658" y="34643"/>
                </a:cubicBezTo>
                <a:cubicBezTo>
                  <a:pt x="13584" y="34702"/>
                  <a:pt x="13510" y="34746"/>
                  <a:pt x="13422" y="34819"/>
                </a:cubicBezTo>
                <a:cubicBezTo>
                  <a:pt x="13157" y="32656"/>
                  <a:pt x="11965" y="30448"/>
                  <a:pt x="9758" y="28153"/>
                </a:cubicBezTo>
                <a:cubicBezTo>
                  <a:pt x="9449" y="27814"/>
                  <a:pt x="9110" y="27505"/>
                  <a:pt x="8742" y="27152"/>
                </a:cubicBezTo>
                <a:lnTo>
                  <a:pt x="8683" y="27123"/>
                </a:lnTo>
                <a:cubicBezTo>
                  <a:pt x="7271" y="25754"/>
                  <a:pt x="5652" y="24223"/>
                  <a:pt x="5402" y="22237"/>
                </a:cubicBezTo>
                <a:cubicBezTo>
                  <a:pt x="5284" y="21486"/>
                  <a:pt x="5372" y="20721"/>
                  <a:pt x="5652" y="19985"/>
                </a:cubicBezTo>
                <a:cubicBezTo>
                  <a:pt x="5931" y="19190"/>
                  <a:pt x="6446" y="18381"/>
                  <a:pt x="7109" y="17660"/>
                </a:cubicBezTo>
                <a:cubicBezTo>
                  <a:pt x="7344" y="17380"/>
                  <a:pt x="7624" y="17130"/>
                  <a:pt x="7933" y="16851"/>
                </a:cubicBezTo>
                <a:cubicBezTo>
                  <a:pt x="8463" y="16380"/>
                  <a:pt x="9051" y="15909"/>
                  <a:pt x="9625" y="15467"/>
                </a:cubicBezTo>
                <a:cubicBezTo>
                  <a:pt x="10081" y="15129"/>
                  <a:pt x="10552" y="14761"/>
                  <a:pt x="10994" y="14363"/>
                </a:cubicBezTo>
                <a:cubicBezTo>
                  <a:pt x="12201" y="13333"/>
                  <a:pt x="13231" y="12185"/>
                  <a:pt x="14055" y="10905"/>
                </a:cubicBezTo>
                <a:cubicBezTo>
                  <a:pt x="14717" y="9919"/>
                  <a:pt x="15217" y="8889"/>
                  <a:pt x="15556" y="7859"/>
                </a:cubicBezTo>
                <a:cubicBezTo>
                  <a:pt x="15718" y="7344"/>
                  <a:pt x="15850" y="6785"/>
                  <a:pt x="15924" y="6255"/>
                </a:cubicBezTo>
                <a:cubicBezTo>
                  <a:pt x="16012" y="5607"/>
                  <a:pt x="16042" y="4945"/>
                  <a:pt x="16027" y="4283"/>
                </a:cubicBezTo>
                <a:cubicBezTo>
                  <a:pt x="15968" y="2738"/>
                  <a:pt x="15600" y="1295"/>
                  <a:pt x="14938" y="0"/>
                </a:cubicBezTo>
                <a:lnTo>
                  <a:pt x="14894" y="44"/>
                </a:lnTo>
                <a:cubicBezTo>
                  <a:pt x="15527" y="1310"/>
                  <a:pt x="15924" y="2782"/>
                  <a:pt x="15968" y="4312"/>
                </a:cubicBezTo>
                <a:cubicBezTo>
                  <a:pt x="15997" y="4974"/>
                  <a:pt x="15953" y="5637"/>
                  <a:pt x="15865" y="6269"/>
                </a:cubicBezTo>
                <a:cubicBezTo>
                  <a:pt x="15791" y="6814"/>
                  <a:pt x="15659" y="7344"/>
                  <a:pt x="15497" y="7859"/>
                </a:cubicBezTo>
                <a:cubicBezTo>
                  <a:pt x="15159" y="8889"/>
                  <a:pt x="14673" y="9904"/>
                  <a:pt x="14025" y="10890"/>
                </a:cubicBezTo>
                <a:cubicBezTo>
                  <a:pt x="13201" y="12141"/>
                  <a:pt x="12171" y="13304"/>
                  <a:pt x="10964" y="14334"/>
                </a:cubicBezTo>
                <a:cubicBezTo>
                  <a:pt x="10523" y="14717"/>
                  <a:pt x="10052" y="15070"/>
                  <a:pt x="9611" y="15423"/>
                </a:cubicBezTo>
                <a:cubicBezTo>
                  <a:pt x="9037" y="15865"/>
                  <a:pt x="8448" y="16306"/>
                  <a:pt x="7918" y="16792"/>
                </a:cubicBezTo>
                <a:cubicBezTo>
                  <a:pt x="7609" y="17071"/>
                  <a:pt x="7329" y="17351"/>
                  <a:pt x="7094" y="17631"/>
                </a:cubicBezTo>
                <a:cubicBezTo>
                  <a:pt x="6432" y="18366"/>
                  <a:pt x="5917" y="19176"/>
                  <a:pt x="5637" y="19956"/>
                </a:cubicBezTo>
                <a:cubicBezTo>
                  <a:pt x="5357" y="20721"/>
                  <a:pt x="5284" y="21486"/>
                  <a:pt x="5372" y="22266"/>
                </a:cubicBezTo>
                <a:cubicBezTo>
                  <a:pt x="5652" y="24268"/>
                  <a:pt x="7271" y="25813"/>
                  <a:pt x="8683" y="27167"/>
                </a:cubicBezTo>
                <a:lnTo>
                  <a:pt x="8742" y="27211"/>
                </a:lnTo>
                <a:cubicBezTo>
                  <a:pt x="9110" y="27564"/>
                  <a:pt x="9449" y="27888"/>
                  <a:pt x="9743" y="28197"/>
                </a:cubicBezTo>
                <a:cubicBezTo>
                  <a:pt x="11950" y="30507"/>
                  <a:pt x="13142" y="32685"/>
                  <a:pt x="13378" y="34878"/>
                </a:cubicBezTo>
                <a:cubicBezTo>
                  <a:pt x="13304" y="34937"/>
                  <a:pt x="13231" y="35011"/>
                  <a:pt x="13157" y="35069"/>
                </a:cubicBezTo>
                <a:cubicBezTo>
                  <a:pt x="12775" y="31861"/>
                  <a:pt x="10346" y="29139"/>
                  <a:pt x="8448" y="27299"/>
                </a:cubicBezTo>
                <a:lnTo>
                  <a:pt x="8301" y="27152"/>
                </a:lnTo>
                <a:cubicBezTo>
                  <a:pt x="6814" y="25695"/>
                  <a:pt x="5269" y="24209"/>
                  <a:pt x="5063" y="22207"/>
                </a:cubicBezTo>
                <a:cubicBezTo>
                  <a:pt x="4857" y="20235"/>
                  <a:pt x="6093" y="18543"/>
                  <a:pt x="6844" y="17704"/>
                </a:cubicBezTo>
                <a:cubicBezTo>
                  <a:pt x="7565" y="16909"/>
                  <a:pt x="8389" y="16232"/>
                  <a:pt x="9228" y="15541"/>
                </a:cubicBezTo>
                <a:cubicBezTo>
                  <a:pt x="9684" y="15158"/>
                  <a:pt x="10155" y="14776"/>
                  <a:pt x="10597" y="14363"/>
                </a:cubicBezTo>
                <a:cubicBezTo>
                  <a:pt x="12730" y="12436"/>
                  <a:pt x="14246" y="10169"/>
                  <a:pt x="14982" y="7785"/>
                </a:cubicBezTo>
                <a:cubicBezTo>
                  <a:pt x="15806" y="5092"/>
                  <a:pt x="15600" y="2267"/>
                  <a:pt x="14423" y="0"/>
                </a:cubicBezTo>
                <a:close/>
                <a:moveTo>
                  <a:pt x="14115" y="56376"/>
                </a:moveTo>
                <a:lnTo>
                  <a:pt x="14115" y="56376"/>
                </a:lnTo>
                <a:cubicBezTo>
                  <a:pt x="14100" y="56387"/>
                  <a:pt x="14085" y="56398"/>
                  <a:pt x="14070" y="56408"/>
                </a:cubicBezTo>
                <a:cubicBezTo>
                  <a:pt x="14070" y="56452"/>
                  <a:pt x="14084" y="56526"/>
                  <a:pt x="14084" y="56599"/>
                </a:cubicBezTo>
                <a:cubicBezTo>
                  <a:pt x="14104" y="56583"/>
                  <a:pt x="14123" y="56568"/>
                  <a:pt x="14141" y="56554"/>
                </a:cubicBezTo>
                <a:lnTo>
                  <a:pt x="14141" y="56554"/>
                </a:lnTo>
                <a:cubicBezTo>
                  <a:pt x="14479" y="58712"/>
                  <a:pt x="15690" y="60855"/>
                  <a:pt x="17734" y="62928"/>
                </a:cubicBezTo>
                <a:cubicBezTo>
                  <a:pt x="18028" y="63222"/>
                  <a:pt x="18352" y="63531"/>
                  <a:pt x="18691" y="63855"/>
                </a:cubicBezTo>
                <a:cubicBezTo>
                  <a:pt x="20265" y="65282"/>
                  <a:pt x="21590" y="66621"/>
                  <a:pt x="21928" y="68387"/>
                </a:cubicBezTo>
                <a:cubicBezTo>
                  <a:pt x="22105" y="69241"/>
                  <a:pt x="22075" y="69991"/>
                  <a:pt x="21884" y="70712"/>
                </a:cubicBezTo>
                <a:cubicBezTo>
                  <a:pt x="21634" y="71537"/>
                  <a:pt x="21148" y="72390"/>
                  <a:pt x="20442" y="73141"/>
                </a:cubicBezTo>
                <a:cubicBezTo>
                  <a:pt x="20192" y="73420"/>
                  <a:pt x="19897" y="73715"/>
                  <a:pt x="19559" y="73965"/>
                </a:cubicBezTo>
                <a:cubicBezTo>
                  <a:pt x="18955" y="74480"/>
                  <a:pt x="18293" y="74936"/>
                  <a:pt x="17646" y="75378"/>
                </a:cubicBezTo>
                <a:cubicBezTo>
                  <a:pt x="17204" y="75701"/>
                  <a:pt x="16733" y="76010"/>
                  <a:pt x="16292" y="76364"/>
                </a:cubicBezTo>
                <a:cubicBezTo>
                  <a:pt x="15041" y="77320"/>
                  <a:pt x="13937" y="78439"/>
                  <a:pt x="13010" y="79675"/>
                </a:cubicBezTo>
                <a:cubicBezTo>
                  <a:pt x="12274" y="80661"/>
                  <a:pt x="11730" y="81676"/>
                  <a:pt x="11376" y="82692"/>
                </a:cubicBezTo>
                <a:cubicBezTo>
                  <a:pt x="11185" y="83221"/>
                  <a:pt x="11038" y="83766"/>
                  <a:pt x="10964" y="84310"/>
                </a:cubicBezTo>
                <a:cubicBezTo>
                  <a:pt x="10876" y="84928"/>
                  <a:pt x="10861" y="85591"/>
                  <a:pt x="10920" y="86312"/>
                </a:cubicBezTo>
                <a:cubicBezTo>
                  <a:pt x="11023" y="87872"/>
                  <a:pt x="11435" y="89343"/>
                  <a:pt x="12098" y="90668"/>
                </a:cubicBezTo>
                <a:lnTo>
                  <a:pt x="12142" y="90638"/>
                </a:lnTo>
                <a:cubicBezTo>
                  <a:pt x="11480" y="89329"/>
                  <a:pt x="11082" y="87872"/>
                  <a:pt x="10964" y="86312"/>
                </a:cubicBezTo>
                <a:cubicBezTo>
                  <a:pt x="10920" y="85591"/>
                  <a:pt x="10935" y="84928"/>
                  <a:pt x="11023" y="84325"/>
                </a:cubicBezTo>
                <a:cubicBezTo>
                  <a:pt x="11097" y="83795"/>
                  <a:pt x="11229" y="83251"/>
                  <a:pt x="11406" y="82721"/>
                </a:cubicBezTo>
                <a:cubicBezTo>
                  <a:pt x="11759" y="81735"/>
                  <a:pt x="12318" y="80720"/>
                  <a:pt x="13054" y="79719"/>
                </a:cubicBezTo>
                <a:cubicBezTo>
                  <a:pt x="13967" y="78497"/>
                  <a:pt x="15070" y="77364"/>
                  <a:pt x="16321" y="76408"/>
                </a:cubicBezTo>
                <a:cubicBezTo>
                  <a:pt x="16763" y="76084"/>
                  <a:pt x="17219" y="75745"/>
                  <a:pt x="17660" y="75436"/>
                </a:cubicBezTo>
                <a:cubicBezTo>
                  <a:pt x="18308" y="74995"/>
                  <a:pt x="18970" y="74539"/>
                  <a:pt x="19603" y="74009"/>
                </a:cubicBezTo>
                <a:cubicBezTo>
                  <a:pt x="19927" y="73729"/>
                  <a:pt x="20221" y="73450"/>
                  <a:pt x="20486" y="73155"/>
                </a:cubicBezTo>
                <a:cubicBezTo>
                  <a:pt x="21192" y="72390"/>
                  <a:pt x="21693" y="71537"/>
                  <a:pt x="21928" y="70698"/>
                </a:cubicBezTo>
                <a:cubicBezTo>
                  <a:pt x="22134" y="69977"/>
                  <a:pt x="22178" y="69197"/>
                  <a:pt x="21987" y="68358"/>
                </a:cubicBezTo>
                <a:cubicBezTo>
                  <a:pt x="21634" y="66577"/>
                  <a:pt x="20295" y="65223"/>
                  <a:pt x="18735" y="63781"/>
                </a:cubicBezTo>
                <a:cubicBezTo>
                  <a:pt x="18382" y="63443"/>
                  <a:pt x="18072" y="63148"/>
                  <a:pt x="17778" y="62854"/>
                </a:cubicBezTo>
                <a:cubicBezTo>
                  <a:pt x="15718" y="60794"/>
                  <a:pt x="14508" y="58665"/>
                  <a:pt x="14189" y="56520"/>
                </a:cubicBezTo>
                <a:lnTo>
                  <a:pt x="14189" y="56520"/>
                </a:lnTo>
                <a:cubicBezTo>
                  <a:pt x="14173" y="56531"/>
                  <a:pt x="14157" y="56542"/>
                  <a:pt x="14141" y="56554"/>
                </a:cubicBezTo>
                <a:lnTo>
                  <a:pt x="14141" y="56554"/>
                </a:lnTo>
                <a:cubicBezTo>
                  <a:pt x="14132" y="56495"/>
                  <a:pt x="14123" y="56435"/>
                  <a:pt x="14115" y="56376"/>
                </a:cubicBezTo>
                <a:close/>
                <a:moveTo>
                  <a:pt x="14749" y="55884"/>
                </a:moveTo>
                <a:cubicBezTo>
                  <a:pt x="14723" y="55904"/>
                  <a:pt x="14698" y="55922"/>
                  <a:pt x="14673" y="55937"/>
                </a:cubicBezTo>
                <a:cubicBezTo>
                  <a:pt x="14673" y="56011"/>
                  <a:pt x="14688" y="56084"/>
                  <a:pt x="14688" y="56158"/>
                </a:cubicBezTo>
                <a:cubicBezTo>
                  <a:pt x="14719" y="56142"/>
                  <a:pt x="14749" y="56123"/>
                  <a:pt x="14778" y="56101"/>
                </a:cubicBezTo>
                <a:lnTo>
                  <a:pt x="14778" y="56101"/>
                </a:lnTo>
                <a:cubicBezTo>
                  <a:pt x="15085" y="58202"/>
                  <a:pt x="16269" y="60333"/>
                  <a:pt x="18396" y="62545"/>
                </a:cubicBezTo>
                <a:cubicBezTo>
                  <a:pt x="18720" y="62869"/>
                  <a:pt x="19044" y="63192"/>
                  <a:pt x="19412" y="63531"/>
                </a:cubicBezTo>
                <a:lnTo>
                  <a:pt x="19471" y="63575"/>
                </a:lnTo>
                <a:cubicBezTo>
                  <a:pt x="20883" y="64929"/>
                  <a:pt x="22502" y="66459"/>
                  <a:pt x="22767" y="68446"/>
                </a:cubicBezTo>
                <a:cubicBezTo>
                  <a:pt x="22870" y="69197"/>
                  <a:pt x="22782" y="69977"/>
                  <a:pt x="22502" y="70712"/>
                </a:cubicBezTo>
                <a:cubicBezTo>
                  <a:pt x="22223" y="71507"/>
                  <a:pt x="21707" y="72317"/>
                  <a:pt x="21045" y="73023"/>
                </a:cubicBezTo>
                <a:cubicBezTo>
                  <a:pt x="20810" y="73303"/>
                  <a:pt x="20530" y="73567"/>
                  <a:pt x="20221" y="73832"/>
                </a:cubicBezTo>
                <a:cubicBezTo>
                  <a:pt x="19691" y="74318"/>
                  <a:pt x="19103" y="74774"/>
                  <a:pt x="18529" y="75216"/>
                </a:cubicBezTo>
                <a:cubicBezTo>
                  <a:pt x="18072" y="75569"/>
                  <a:pt x="17616" y="75937"/>
                  <a:pt x="17175" y="76319"/>
                </a:cubicBezTo>
                <a:cubicBezTo>
                  <a:pt x="15953" y="77350"/>
                  <a:pt x="14923" y="78512"/>
                  <a:pt x="14099" y="79778"/>
                </a:cubicBezTo>
                <a:cubicBezTo>
                  <a:pt x="13437" y="80778"/>
                  <a:pt x="12936" y="81809"/>
                  <a:pt x="12613" y="82839"/>
                </a:cubicBezTo>
                <a:cubicBezTo>
                  <a:pt x="12436" y="83354"/>
                  <a:pt x="12318" y="83898"/>
                  <a:pt x="12245" y="84428"/>
                </a:cubicBezTo>
                <a:cubicBezTo>
                  <a:pt x="12142" y="85076"/>
                  <a:pt x="12112" y="85738"/>
                  <a:pt x="12127" y="86400"/>
                </a:cubicBezTo>
                <a:cubicBezTo>
                  <a:pt x="12186" y="87945"/>
                  <a:pt x="12554" y="89402"/>
                  <a:pt x="13216" y="90683"/>
                </a:cubicBezTo>
                <a:lnTo>
                  <a:pt x="13275" y="90653"/>
                </a:lnTo>
                <a:cubicBezTo>
                  <a:pt x="12627" y="89388"/>
                  <a:pt x="12245" y="87916"/>
                  <a:pt x="12186" y="86385"/>
                </a:cubicBezTo>
                <a:cubicBezTo>
                  <a:pt x="12171" y="85723"/>
                  <a:pt x="12201" y="85061"/>
                  <a:pt x="12289" y="84413"/>
                </a:cubicBezTo>
                <a:cubicBezTo>
                  <a:pt x="12362" y="83884"/>
                  <a:pt x="12495" y="83354"/>
                  <a:pt x="12657" y="82839"/>
                </a:cubicBezTo>
                <a:cubicBezTo>
                  <a:pt x="12995" y="81809"/>
                  <a:pt x="13496" y="80793"/>
                  <a:pt x="14128" y="79792"/>
                </a:cubicBezTo>
                <a:cubicBezTo>
                  <a:pt x="14967" y="78542"/>
                  <a:pt x="15997" y="77394"/>
                  <a:pt x="17190" y="76364"/>
                </a:cubicBezTo>
                <a:cubicBezTo>
                  <a:pt x="17631" y="75966"/>
                  <a:pt x="18102" y="75628"/>
                  <a:pt x="18543" y="75275"/>
                </a:cubicBezTo>
                <a:cubicBezTo>
                  <a:pt x="19117" y="74833"/>
                  <a:pt x="19706" y="74392"/>
                  <a:pt x="20236" y="73891"/>
                </a:cubicBezTo>
                <a:cubicBezTo>
                  <a:pt x="20560" y="73612"/>
                  <a:pt x="20824" y="73347"/>
                  <a:pt x="21075" y="73067"/>
                </a:cubicBezTo>
                <a:cubicBezTo>
                  <a:pt x="21737" y="72331"/>
                  <a:pt x="22252" y="71522"/>
                  <a:pt x="22517" y="70727"/>
                </a:cubicBezTo>
                <a:cubicBezTo>
                  <a:pt x="22796" y="69977"/>
                  <a:pt x="22870" y="69197"/>
                  <a:pt x="22782" y="68431"/>
                </a:cubicBezTo>
                <a:cubicBezTo>
                  <a:pt x="22502" y="66430"/>
                  <a:pt x="20883" y="64885"/>
                  <a:pt x="19471" y="63516"/>
                </a:cubicBezTo>
                <a:lnTo>
                  <a:pt x="19412" y="63487"/>
                </a:lnTo>
                <a:cubicBezTo>
                  <a:pt x="19044" y="63134"/>
                  <a:pt x="18720" y="62795"/>
                  <a:pt x="18426" y="62486"/>
                </a:cubicBezTo>
                <a:cubicBezTo>
                  <a:pt x="16309" y="60285"/>
                  <a:pt x="15113" y="58178"/>
                  <a:pt x="14810" y="56076"/>
                </a:cubicBezTo>
                <a:lnTo>
                  <a:pt x="14810" y="56076"/>
                </a:lnTo>
                <a:cubicBezTo>
                  <a:pt x="14799" y="56085"/>
                  <a:pt x="14789" y="56093"/>
                  <a:pt x="14778" y="56101"/>
                </a:cubicBezTo>
                <a:lnTo>
                  <a:pt x="14778" y="56101"/>
                </a:lnTo>
                <a:cubicBezTo>
                  <a:pt x="14767" y="56029"/>
                  <a:pt x="14757" y="55956"/>
                  <a:pt x="14749" y="55884"/>
                </a:cubicBezTo>
                <a:close/>
                <a:moveTo>
                  <a:pt x="15004" y="55684"/>
                </a:moveTo>
                <a:lnTo>
                  <a:pt x="15004" y="55684"/>
                </a:lnTo>
                <a:cubicBezTo>
                  <a:pt x="14996" y="55690"/>
                  <a:pt x="14989" y="55696"/>
                  <a:pt x="14982" y="55702"/>
                </a:cubicBezTo>
                <a:cubicBezTo>
                  <a:pt x="14982" y="55775"/>
                  <a:pt x="14997" y="55849"/>
                  <a:pt x="14997" y="55923"/>
                </a:cubicBezTo>
                <a:cubicBezTo>
                  <a:pt x="15009" y="55913"/>
                  <a:pt x="15021" y="55903"/>
                  <a:pt x="15033" y="55892"/>
                </a:cubicBezTo>
                <a:lnTo>
                  <a:pt x="15033" y="55892"/>
                </a:lnTo>
                <a:cubicBezTo>
                  <a:pt x="15513" y="58972"/>
                  <a:pt x="17860" y="61595"/>
                  <a:pt x="19706" y="63384"/>
                </a:cubicBezTo>
                <a:lnTo>
                  <a:pt x="19853" y="63531"/>
                </a:lnTo>
                <a:cubicBezTo>
                  <a:pt x="21340" y="64988"/>
                  <a:pt x="22885" y="66474"/>
                  <a:pt x="23091" y="68490"/>
                </a:cubicBezTo>
                <a:cubicBezTo>
                  <a:pt x="23297" y="70448"/>
                  <a:pt x="22061" y="72140"/>
                  <a:pt x="21310" y="72994"/>
                </a:cubicBezTo>
                <a:cubicBezTo>
                  <a:pt x="20589" y="73788"/>
                  <a:pt x="19765" y="74465"/>
                  <a:pt x="18941" y="75142"/>
                </a:cubicBezTo>
                <a:cubicBezTo>
                  <a:pt x="18470" y="75525"/>
                  <a:pt x="17999" y="75922"/>
                  <a:pt x="17557" y="76319"/>
                </a:cubicBezTo>
                <a:cubicBezTo>
                  <a:pt x="15424" y="78247"/>
                  <a:pt x="13908" y="80514"/>
                  <a:pt x="13172" y="82912"/>
                </a:cubicBezTo>
                <a:cubicBezTo>
                  <a:pt x="12348" y="85591"/>
                  <a:pt x="12554" y="88431"/>
                  <a:pt x="13731" y="90683"/>
                </a:cubicBezTo>
                <a:lnTo>
                  <a:pt x="13790" y="90653"/>
                </a:lnTo>
                <a:cubicBezTo>
                  <a:pt x="12627" y="88402"/>
                  <a:pt x="12421" y="85576"/>
                  <a:pt x="13231" y="82912"/>
                </a:cubicBezTo>
                <a:cubicBezTo>
                  <a:pt x="13952" y="80528"/>
                  <a:pt x="15453" y="78277"/>
                  <a:pt x="17587" y="76364"/>
                </a:cubicBezTo>
                <a:cubicBezTo>
                  <a:pt x="18028" y="75952"/>
                  <a:pt x="18514" y="75569"/>
                  <a:pt x="18970" y="75186"/>
                </a:cubicBezTo>
                <a:cubicBezTo>
                  <a:pt x="19780" y="74524"/>
                  <a:pt x="20633" y="73818"/>
                  <a:pt x="21340" y="73023"/>
                </a:cubicBezTo>
                <a:cubicBezTo>
                  <a:pt x="22105" y="72184"/>
                  <a:pt x="23356" y="70477"/>
                  <a:pt x="23150" y="68490"/>
                </a:cubicBezTo>
                <a:cubicBezTo>
                  <a:pt x="22944" y="66459"/>
                  <a:pt x="21310" y="64885"/>
                  <a:pt x="19897" y="63501"/>
                </a:cubicBezTo>
                <a:lnTo>
                  <a:pt x="19750" y="63354"/>
                </a:lnTo>
                <a:cubicBezTo>
                  <a:pt x="17903" y="61565"/>
                  <a:pt x="15541" y="58939"/>
                  <a:pt x="15089" y="55844"/>
                </a:cubicBezTo>
                <a:lnTo>
                  <a:pt x="15089" y="55844"/>
                </a:lnTo>
                <a:cubicBezTo>
                  <a:pt x="15070" y="55860"/>
                  <a:pt x="15052" y="55877"/>
                  <a:pt x="15033" y="55892"/>
                </a:cubicBezTo>
                <a:lnTo>
                  <a:pt x="15033" y="55892"/>
                </a:lnTo>
                <a:cubicBezTo>
                  <a:pt x="15022" y="55823"/>
                  <a:pt x="15013" y="55754"/>
                  <a:pt x="15004" y="55684"/>
                </a:cubicBezTo>
                <a:close/>
              </a:path>
            </a:pathLst>
          </a:custGeom>
          <a:gradFill>
            <a:gsLst>
              <a:gs pos="0">
                <a:schemeClr val="accent1"/>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8"/>
          <p:cNvSpPr/>
          <p:nvPr/>
        </p:nvSpPr>
        <p:spPr>
          <a:xfrm>
            <a:off x="-4312" y="-29787"/>
            <a:ext cx="2957675" cy="1737700"/>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8"/>
          <p:cNvSpPr/>
          <p:nvPr/>
        </p:nvSpPr>
        <p:spPr>
          <a:xfrm>
            <a:off x="-4312" y="-50637"/>
            <a:ext cx="2171075" cy="1177250"/>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8"/>
          <p:cNvSpPr/>
          <p:nvPr/>
        </p:nvSpPr>
        <p:spPr>
          <a:xfrm rot="10800000">
            <a:off x="6238271" y="3395733"/>
            <a:ext cx="2957675" cy="1737700"/>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8"/>
          <p:cNvSpPr/>
          <p:nvPr/>
        </p:nvSpPr>
        <p:spPr>
          <a:xfrm rot="10800000">
            <a:off x="7024871" y="3956183"/>
            <a:ext cx="2171075" cy="1177250"/>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8"/>
          <p:cNvSpPr/>
          <p:nvPr/>
        </p:nvSpPr>
        <p:spPr>
          <a:xfrm flipH="1" rot="-5400000">
            <a:off x="56147" y="-280168"/>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8"/>
          <p:cNvSpPr/>
          <p:nvPr/>
        </p:nvSpPr>
        <p:spPr>
          <a:xfrm flipH="1" rot="-5400000">
            <a:off x="775147" y="-280168"/>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8"/>
          <p:cNvSpPr/>
          <p:nvPr/>
        </p:nvSpPr>
        <p:spPr>
          <a:xfrm flipH="1" rot="-5400000">
            <a:off x="7724304" y="4837653"/>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8"/>
          <p:cNvSpPr/>
          <p:nvPr/>
        </p:nvSpPr>
        <p:spPr>
          <a:xfrm flipH="1" rot="-5400000">
            <a:off x="8443304" y="4837653"/>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8"/>
          <p:cNvSpPr/>
          <p:nvPr/>
        </p:nvSpPr>
        <p:spPr>
          <a:xfrm flipH="1" rot="-5400000">
            <a:off x="8826100" y="4008876"/>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8"/>
          <p:cNvSpPr/>
          <p:nvPr/>
        </p:nvSpPr>
        <p:spPr>
          <a:xfrm flipH="1" rot="-5400000">
            <a:off x="2166780" y="244255"/>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8"/>
          <p:cNvSpPr/>
          <p:nvPr/>
        </p:nvSpPr>
        <p:spPr>
          <a:xfrm>
            <a:off x="-92862" y="-58550"/>
            <a:ext cx="3737924" cy="1319560"/>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8"/>
          <p:cNvSpPr/>
          <p:nvPr/>
        </p:nvSpPr>
        <p:spPr>
          <a:xfrm rot="9558981">
            <a:off x="7014317" y="3292395"/>
            <a:ext cx="3084254" cy="1088802"/>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8"/>
          <p:cNvSpPr/>
          <p:nvPr/>
        </p:nvSpPr>
        <p:spPr>
          <a:xfrm flipH="1" rot="-5400000">
            <a:off x="142950" y="1560248"/>
            <a:ext cx="450000" cy="450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8"/>
          <p:cNvSpPr/>
          <p:nvPr/>
        </p:nvSpPr>
        <p:spPr>
          <a:xfrm flipH="1" rot="-5400000">
            <a:off x="8411850" y="2189348"/>
            <a:ext cx="450000" cy="450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8"/>
          <p:cNvSpPr/>
          <p:nvPr/>
        </p:nvSpPr>
        <p:spPr>
          <a:xfrm flipH="1" rot="-5400000">
            <a:off x="3509750" y="4449851"/>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8"/>
          <p:cNvSpPr/>
          <p:nvPr/>
        </p:nvSpPr>
        <p:spPr>
          <a:xfrm flipH="1" rot="-5400000">
            <a:off x="7919963" y="503123"/>
            <a:ext cx="450000" cy="450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8">
    <p:spTree>
      <p:nvGrpSpPr>
        <p:cNvPr id="769" name="Shape 769"/>
        <p:cNvGrpSpPr/>
        <p:nvPr/>
      </p:nvGrpSpPr>
      <p:grpSpPr>
        <a:xfrm>
          <a:off x="0" y="0"/>
          <a:ext cx="0" cy="0"/>
          <a:chOff x="0" y="0"/>
          <a:chExt cx="0" cy="0"/>
        </a:xfrm>
      </p:grpSpPr>
      <p:sp>
        <p:nvSpPr>
          <p:cNvPr id="770" name="Google Shape;770;p29"/>
          <p:cNvSpPr txBox="1"/>
          <p:nvPr>
            <p:ph type="title"/>
          </p:nvPr>
        </p:nvSpPr>
        <p:spPr>
          <a:xfrm>
            <a:off x="4828150" y="1761338"/>
            <a:ext cx="3452100" cy="572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71" name="Google Shape;771;p29"/>
          <p:cNvSpPr txBox="1"/>
          <p:nvPr>
            <p:ph idx="1" type="subTitle"/>
          </p:nvPr>
        </p:nvSpPr>
        <p:spPr>
          <a:xfrm>
            <a:off x="4865675" y="2181863"/>
            <a:ext cx="2948400" cy="12003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600">
                <a:solidFill>
                  <a:schemeClr val="dk1"/>
                </a:solidFill>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772" name="Google Shape;772;p29"/>
          <p:cNvSpPr/>
          <p:nvPr/>
        </p:nvSpPr>
        <p:spPr>
          <a:xfrm rot="-2176688">
            <a:off x="1577068" y="-1280796"/>
            <a:ext cx="2100822" cy="6892564"/>
          </a:xfrm>
          <a:custGeom>
            <a:rect b="b" l="l" r="r" t="t"/>
            <a:pathLst>
              <a:path extrusionOk="0" h="97052" w="29581">
                <a:moveTo>
                  <a:pt x="14658" y="4824"/>
                </a:moveTo>
                <a:cubicBezTo>
                  <a:pt x="14687" y="4838"/>
                  <a:pt x="14687" y="4853"/>
                  <a:pt x="14702" y="4883"/>
                </a:cubicBezTo>
                <a:lnTo>
                  <a:pt x="14702" y="4897"/>
                </a:lnTo>
                <a:cubicBezTo>
                  <a:pt x="14687" y="4883"/>
                  <a:pt x="14658" y="4883"/>
                  <a:pt x="14658" y="4853"/>
                </a:cubicBezTo>
                <a:lnTo>
                  <a:pt x="14658" y="4824"/>
                </a:lnTo>
                <a:close/>
                <a:moveTo>
                  <a:pt x="14716" y="5015"/>
                </a:moveTo>
                <a:lnTo>
                  <a:pt x="14775" y="5074"/>
                </a:lnTo>
                <a:cubicBezTo>
                  <a:pt x="14761" y="5059"/>
                  <a:pt x="14731" y="5044"/>
                  <a:pt x="14716" y="5044"/>
                </a:cubicBezTo>
                <a:lnTo>
                  <a:pt x="14716" y="5015"/>
                </a:lnTo>
                <a:close/>
                <a:moveTo>
                  <a:pt x="14761" y="5147"/>
                </a:moveTo>
                <a:lnTo>
                  <a:pt x="14805" y="5206"/>
                </a:lnTo>
                <a:lnTo>
                  <a:pt x="14805" y="5250"/>
                </a:lnTo>
                <a:lnTo>
                  <a:pt x="14761" y="5192"/>
                </a:lnTo>
                <a:lnTo>
                  <a:pt x="14761" y="5147"/>
                </a:lnTo>
                <a:close/>
                <a:moveTo>
                  <a:pt x="14923" y="5309"/>
                </a:moveTo>
                <a:cubicBezTo>
                  <a:pt x="14937" y="5324"/>
                  <a:pt x="14952" y="5339"/>
                  <a:pt x="14981" y="5353"/>
                </a:cubicBezTo>
                <a:lnTo>
                  <a:pt x="14981" y="5368"/>
                </a:lnTo>
                <a:cubicBezTo>
                  <a:pt x="14952" y="5353"/>
                  <a:pt x="14937" y="5353"/>
                  <a:pt x="14923" y="5339"/>
                </a:cubicBezTo>
                <a:lnTo>
                  <a:pt x="14923" y="5309"/>
                </a:lnTo>
                <a:close/>
                <a:moveTo>
                  <a:pt x="14789" y="5352"/>
                </a:moveTo>
                <a:cubicBezTo>
                  <a:pt x="14801" y="5364"/>
                  <a:pt x="14818" y="5377"/>
                  <a:pt x="14849" y="5398"/>
                </a:cubicBezTo>
                <a:cubicBezTo>
                  <a:pt x="14864" y="5412"/>
                  <a:pt x="14864" y="5427"/>
                  <a:pt x="14864" y="5427"/>
                </a:cubicBezTo>
                <a:cubicBezTo>
                  <a:pt x="14849" y="5412"/>
                  <a:pt x="14834" y="5398"/>
                  <a:pt x="14790" y="5368"/>
                </a:cubicBezTo>
                <a:cubicBezTo>
                  <a:pt x="14790" y="5363"/>
                  <a:pt x="14790" y="5357"/>
                  <a:pt x="14789" y="5352"/>
                </a:cubicBezTo>
                <a:close/>
                <a:moveTo>
                  <a:pt x="14981" y="5486"/>
                </a:moveTo>
                <a:lnTo>
                  <a:pt x="15026" y="5530"/>
                </a:lnTo>
                <a:lnTo>
                  <a:pt x="15026" y="5559"/>
                </a:lnTo>
                <a:cubicBezTo>
                  <a:pt x="15011" y="5545"/>
                  <a:pt x="14996" y="5515"/>
                  <a:pt x="14981" y="5515"/>
                </a:cubicBezTo>
                <a:lnTo>
                  <a:pt x="14981" y="5486"/>
                </a:lnTo>
                <a:close/>
                <a:moveTo>
                  <a:pt x="14848" y="5535"/>
                </a:moveTo>
                <a:cubicBezTo>
                  <a:pt x="14863" y="5552"/>
                  <a:pt x="14886" y="5563"/>
                  <a:pt x="14908" y="5574"/>
                </a:cubicBezTo>
                <a:cubicBezTo>
                  <a:pt x="14893" y="5574"/>
                  <a:pt x="14923" y="5589"/>
                  <a:pt x="14923" y="5618"/>
                </a:cubicBezTo>
                <a:cubicBezTo>
                  <a:pt x="14908" y="5589"/>
                  <a:pt x="14864" y="5574"/>
                  <a:pt x="14849" y="5559"/>
                </a:cubicBezTo>
                <a:cubicBezTo>
                  <a:pt x="14849" y="5553"/>
                  <a:pt x="14849" y="5543"/>
                  <a:pt x="14848" y="5535"/>
                </a:cubicBezTo>
                <a:close/>
                <a:moveTo>
                  <a:pt x="15143" y="5633"/>
                </a:moveTo>
                <a:cubicBezTo>
                  <a:pt x="15158" y="5648"/>
                  <a:pt x="15173" y="5662"/>
                  <a:pt x="15202" y="5662"/>
                </a:cubicBezTo>
                <a:lnTo>
                  <a:pt x="15202" y="5692"/>
                </a:lnTo>
                <a:cubicBezTo>
                  <a:pt x="15173" y="5662"/>
                  <a:pt x="15158" y="5662"/>
                  <a:pt x="15143" y="5648"/>
                </a:cubicBezTo>
                <a:lnTo>
                  <a:pt x="15143" y="5633"/>
                </a:lnTo>
                <a:close/>
                <a:moveTo>
                  <a:pt x="15008" y="5661"/>
                </a:moveTo>
                <a:cubicBezTo>
                  <a:pt x="15020" y="5676"/>
                  <a:pt x="15037" y="5696"/>
                  <a:pt x="15070" y="5707"/>
                </a:cubicBezTo>
                <a:cubicBezTo>
                  <a:pt x="15084" y="5707"/>
                  <a:pt x="15084" y="5721"/>
                  <a:pt x="15084" y="5736"/>
                </a:cubicBezTo>
                <a:cubicBezTo>
                  <a:pt x="15070" y="5721"/>
                  <a:pt x="15040" y="5707"/>
                  <a:pt x="15011" y="5692"/>
                </a:cubicBezTo>
                <a:cubicBezTo>
                  <a:pt x="15011" y="5674"/>
                  <a:pt x="15011" y="5667"/>
                  <a:pt x="15008" y="5661"/>
                </a:cubicBezTo>
                <a:close/>
                <a:moveTo>
                  <a:pt x="14864" y="5663"/>
                </a:moveTo>
                <a:cubicBezTo>
                  <a:pt x="14878" y="5692"/>
                  <a:pt x="14923" y="5707"/>
                  <a:pt x="14937" y="5721"/>
                </a:cubicBezTo>
                <a:cubicBezTo>
                  <a:pt x="14952" y="5736"/>
                  <a:pt x="14952" y="5766"/>
                  <a:pt x="14952" y="5780"/>
                </a:cubicBezTo>
                <a:cubicBezTo>
                  <a:pt x="14937" y="5766"/>
                  <a:pt x="14908" y="5736"/>
                  <a:pt x="14878" y="5721"/>
                </a:cubicBezTo>
                <a:cubicBezTo>
                  <a:pt x="14878" y="5707"/>
                  <a:pt x="14878" y="5692"/>
                  <a:pt x="14864" y="5663"/>
                </a:cubicBezTo>
                <a:close/>
                <a:moveTo>
                  <a:pt x="15202" y="5810"/>
                </a:moveTo>
                <a:lnTo>
                  <a:pt x="15246" y="5869"/>
                </a:lnTo>
                <a:cubicBezTo>
                  <a:pt x="15232" y="5854"/>
                  <a:pt x="15217" y="5839"/>
                  <a:pt x="15202" y="5839"/>
                </a:cubicBezTo>
                <a:lnTo>
                  <a:pt x="15202" y="5810"/>
                </a:lnTo>
                <a:close/>
                <a:moveTo>
                  <a:pt x="15055" y="5795"/>
                </a:moveTo>
                <a:cubicBezTo>
                  <a:pt x="15070" y="5810"/>
                  <a:pt x="15099" y="5839"/>
                  <a:pt x="15129" y="5854"/>
                </a:cubicBezTo>
                <a:cubicBezTo>
                  <a:pt x="15129" y="5883"/>
                  <a:pt x="15129" y="5883"/>
                  <a:pt x="15143" y="5913"/>
                </a:cubicBezTo>
                <a:cubicBezTo>
                  <a:pt x="15129" y="5883"/>
                  <a:pt x="15084" y="5869"/>
                  <a:pt x="15070" y="5854"/>
                </a:cubicBezTo>
                <a:cubicBezTo>
                  <a:pt x="15070" y="5839"/>
                  <a:pt x="15070" y="5810"/>
                  <a:pt x="15055" y="5795"/>
                </a:cubicBezTo>
                <a:close/>
                <a:moveTo>
                  <a:pt x="14893" y="5854"/>
                </a:moveTo>
                <a:cubicBezTo>
                  <a:pt x="14937" y="5869"/>
                  <a:pt x="14952" y="5883"/>
                  <a:pt x="14996" y="5913"/>
                </a:cubicBezTo>
                <a:lnTo>
                  <a:pt x="14996" y="5942"/>
                </a:lnTo>
                <a:cubicBezTo>
                  <a:pt x="14952" y="5927"/>
                  <a:pt x="14937" y="5913"/>
                  <a:pt x="14893" y="5883"/>
                </a:cubicBezTo>
                <a:lnTo>
                  <a:pt x="14893" y="5854"/>
                </a:lnTo>
                <a:close/>
                <a:moveTo>
                  <a:pt x="15231" y="5958"/>
                </a:moveTo>
                <a:cubicBezTo>
                  <a:pt x="15243" y="5973"/>
                  <a:pt x="15259" y="5991"/>
                  <a:pt x="15290" y="6001"/>
                </a:cubicBezTo>
                <a:cubicBezTo>
                  <a:pt x="15290" y="6016"/>
                  <a:pt x="15305" y="6030"/>
                  <a:pt x="15305" y="6030"/>
                </a:cubicBezTo>
                <a:cubicBezTo>
                  <a:pt x="15290" y="6016"/>
                  <a:pt x="15261" y="6001"/>
                  <a:pt x="15232" y="5986"/>
                </a:cubicBezTo>
                <a:cubicBezTo>
                  <a:pt x="15232" y="5975"/>
                  <a:pt x="15232" y="5965"/>
                  <a:pt x="15231" y="5958"/>
                </a:cubicBezTo>
                <a:close/>
                <a:moveTo>
                  <a:pt x="15099" y="5986"/>
                </a:moveTo>
                <a:cubicBezTo>
                  <a:pt x="15114" y="6001"/>
                  <a:pt x="15158" y="6016"/>
                  <a:pt x="15173" y="6030"/>
                </a:cubicBezTo>
                <a:lnTo>
                  <a:pt x="15173" y="6075"/>
                </a:lnTo>
                <a:cubicBezTo>
                  <a:pt x="15158" y="6060"/>
                  <a:pt x="15129" y="6030"/>
                  <a:pt x="15099" y="6016"/>
                </a:cubicBezTo>
                <a:lnTo>
                  <a:pt x="15099" y="5986"/>
                </a:lnTo>
                <a:close/>
                <a:moveTo>
                  <a:pt x="14937" y="6001"/>
                </a:moveTo>
                <a:lnTo>
                  <a:pt x="14937" y="6001"/>
                </a:lnTo>
                <a:cubicBezTo>
                  <a:pt x="14981" y="6016"/>
                  <a:pt x="14996" y="6030"/>
                  <a:pt x="15026" y="6075"/>
                </a:cubicBezTo>
                <a:cubicBezTo>
                  <a:pt x="15026" y="6089"/>
                  <a:pt x="15040" y="6133"/>
                  <a:pt x="15040" y="6148"/>
                </a:cubicBezTo>
                <a:cubicBezTo>
                  <a:pt x="15011" y="6133"/>
                  <a:pt x="14996" y="6104"/>
                  <a:pt x="14952" y="6089"/>
                </a:cubicBezTo>
                <a:cubicBezTo>
                  <a:pt x="14937" y="6045"/>
                  <a:pt x="14937" y="6030"/>
                  <a:pt x="14937" y="6001"/>
                </a:cubicBezTo>
                <a:close/>
                <a:moveTo>
                  <a:pt x="15408" y="6104"/>
                </a:moveTo>
                <a:lnTo>
                  <a:pt x="15452" y="6148"/>
                </a:lnTo>
                <a:cubicBezTo>
                  <a:pt x="15452" y="6163"/>
                  <a:pt x="15452" y="6163"/>
                  <a:pt x="15467" y="6178"/>
                </a:cubicBezTo>
                <a:cubicBezTo>
                  <a:pt x="15452" y="6163"/>
                  <a:pt x="15438" y="6148"/>
                  <a:pt x="15408" y="6148"/>
                </a:cubicBezTo>
                <a:lnTo>
                  <a:pt x="15408" y="6104"/>
                </a:lnTo>
                <a:close/>
                <a:moveTo>
                  <a:pt x="15261" y="6104"/>
                </a:moveTo>
                <a:cubicBezTo>
                  <a:pt x="15290" y="6133"/>
                  <a:pt x="15320" y="6148"/>
                  <a:pt x="15349" y="6163"/>
                </a:cubicBezTo>
                <a:lnTo>
                  <a:pt x="15349" y="6207"/>
                </a:lnTo>
                <a:cubicBezTo>
                  <a:pt x="15320" y="6178"/>
                  <a:pt x="15290" y="6163"/>
                  <a:pt x="15261" y="6148"/>
                </a:cubicBezTo>
                <a:lnTo>
                  <a:pt x="15261" y="6104"/>
                </a:lnTo>
                <a:close/>
                <a:moveTo>
                  <a:pt x="15099" y="6148"/>
                </a:moveTo>
                <a:cubicBezTo>
                  <a:pt x="15143" y="6163"/>
                  <a:pt x="15158" y="6178"/>
                  <a:pt x="15202" y="6192"/>
                </a:cubicBezTo>
                <a:cubicBezTo>
                  <a:pt x="15217" y="6222"/>
                  <a:pt x="15217" y="6236"/>
                  <a:pt x="15217" y="6281"/>
                </a:cubicBezTo>
                <a:cubicBezTo>
                  <a:pt x="15173" y="6251"/>
                  <a:pt x="15158" y="6236"/>
                  <a:pt x="15129" y="6222"/>
                </a:cubicBezTo>
                <a:cubicBezTo>
                  <a:pt x="15129" y="6207"/>
                  <a:pt x="15129" y="6163"/>
                  <a:pt x="15099" y="6148"/>
                </a:cubicBezTo>
                <a:close/>
                <a:moveTo>
                  <a:pt x="15585" y="6236"/>
                </a:moveTo>
                <a:cubicBezTo>
                  <a:pt x="15585" y="6251"/>
                  <a:pt x="15599" y="6251"/>
                  <a:pt x="15614" y="6281"/>
                </a:cubicBezTo>
                <a:lnTo>
                  <a:pt x="15614" y="6295"/>
                </a:lnTo>
                <a:cubicBezTo>
                  <a:pt x="15599" y="6281"/>
                  <a:pt x="15585" y="6281"/>
                  <a:pt x="15585" y="6251"/>
                </a:cubicBezTo>
                <a:lnTo>
                  <a:pt x="15585" y="6236"/>
                </a:lnTo>
                <a:close/>
                <a:moveTo>
                  <a:pt x="14952" y="6178"/>
                </a:moveTo>
                <a:lnTo>
                  <a:pt x="14952" y="6178"/>
                </a:lnTo>
                <a:cubicBezTo>
                  <a:pt x="14996" y="6192"/>
                  <a:pt x="15026" y="6222"/>
                  <a:pt x="15055" y="6251"/>
                </a:cubicBezTo>
                <a:cubicBezTo>
                  <a:pt x="15055" y="6281"/>
                  <a:pt x="15070" y="6310"/>
                  <a:pt x="15070" y="6325"/>
                </a:cubicBezTo>
                <a:cubicBezTo>
                  <a:pt x="15026" y="6310"/>
                  <a:pt x="14996" y="6295"/>
                  <a:pt x="14981" y="6251"/>
                </a:cubicBezTo>
                <a:cubicBezTo>
                  <a:pt x="14981" y="6236"/>
                  <a:pt x="14981" y="6222"/>
                  <a:pt x="14952" y="6178"/>
                </a:cubicBezTo>
                <a:close/>
                <a:moveTo>
                  <a:pt x="15452" y="6251"/>
                </a:moveTo>
                <a:cubicBezTo>
                  <a:pt x="15467" y="6281"/>
                  <a:pt x="15496" y="6295"/>
                  <a:pt x="15511" y="6325"/>
                </a:cubicBezTo>
                <a:lnTo>
                  <a:pt x="15452" y="6281"/>
                </a:lnTo>
                <a:lnTo>
                  <a:pt x="15452" y="6251"/>
                </a:lnTo>
                <a:close/>
                <a:moveTo>
                  <a:pt x="15305" y="6281"/>
                </a:moveTo>
                <a:cubicBezTo>
                  <a:pt x="15320" y="6295"/>
                  <a:pt x="15364" y="6310"/>
                  <a:pt x="15379" y="6325"/>
                </a:cubicBezTo>
                <a:cubicBezTo>
                  <a:pt x="15379" y="6354"/>
                  <a:pt x="15393" y="6369"/>
                  <a:pt x="15393" y="6384"/>
                </a:cubicBezTo>
                <a:cubicBezTo>
                  <a:pt x="15379" y="6369"/>
                  <a:pt x="15349" y="6354"/>
                  <a:pt x="15320" y="6325"/>
                </a:cubicBezTo>
                <a:cubicBezTo>
                  <a:pt x="15320" y="6310"/>
                  <a:pt x="15320" y="6295"/>
                  <a:pt x="15305" y="6281"/>
                </a:cubicBezTo>
                <a:close/>
                <a:moveTo>
                  <a:pt x="15158" y="6310"/>
                </a:moveTo>
                <a:lnTo>
                  <a:pt x="15158" y="6310"/>
                </a:lnTo>
                <a:cubicBezTo>
                  <a:pt x="15202" y="6325"/>
                  <a:pt x="15217" y="6354"/>
                  <a:pt x="15246" y="6369"/>
                </a:cubicBezTo>
                <a:cubicBezTo>
                  <a:pt x="15246" y="6384"/>
                  <a:pt x="15261" y="6413"/>
                  <a:pt x="15261" y="6442"/>
                </a:cubicBezTo>
                <a:cubicBezTo>
                  <a:pt x="15232" y="6428"/>
                  <a:pt x="15217" y="6398"/>
                  <a:pt x="15173" y="6384"/>
                </a:cubicBezTo>
                <a:cubicBezTo>
                  <a:pt x="15158" y="6369"/>
                  <a:pt x="15158" y="6354"/>
                  <a:pt x="15158" y="6310"/>
                </a:cubicBezTo>
                <a:close/>
                <a:moveTo>
                  <a:pt x="14996" y="6369"/>
                </a:moveTo>
                <a:cubicBezTo>
                  <a:pt x="15026" y="6384"/>
                  <a:pt x="15070" y="6398"/>
                  <a:pt x="15099" y="6442"/>
                </a:cubicBezTo>
                <a:cubicBezTo>
                  <a:pt x="15099" y="6457"/>
                  <a:pt x="15099" y="6472"/>
                  <a:pt x="15114" y="6501"/>
                </a:cubicBezTo>
                <a:cubicBezTo>
                  <a:pt x="15084" y="6472"/>
                  <a:pt x="15040" y="6457"/>
                  <a:pt x="15011" y="6413"/>
                </a:cubicBezTo>
                <a:cubicBezTo>
                  <a:pt x="14996" y="6398"/>
                  <a:pt x="14996" y="6384"/>
                  <a:pt x="14996" y="6369"/>
                </a:cubicBezTo>
                <a:close/>
                <a:moveTo>
                  <a:pt x="15467" y="6398"/>
                </a:moveTo>
                <a:cubicBezTo>
                  <a:pt x="15496" y="6413"/>
                  <a:pt x="15511" y="6442"/>
                  <a:pt x="15541" y="6457"/>
                </a:cubicBezTo>
                <a:cubicBezTo>
                  <a:pt x="15570" y="6472"/>
                  <a:pt x="15570" y="6501"/>
                  <a:pt x="15570" y="6516"/>
                </a:cubicBezTo>
                <a:cubicBezTo>
                  <a:pt x="15541" y="6501"/>
                  <a:pt x="15511" y="6472"/>
                  <a:pt x="15496" y="6457"/>
                </a:cubicBezTo>
                <a:cubicBezTo>
                  <a:pt x="15496" y="6442"/>
                  <a:pt x="15496" y="6413"/>
                  <a:pt x="15467" y="6398"/>
                </a:cubicBezTo>
                <a:close/>
                <a:moveTo>
                  <a:pt x="15349" y="6457"/>
                </a:moveTo>
                <a:lnTo>
                  <a:pt x="15349" y="6457"/>
                </a:lnTo>
                <a:cubicBezTo>
                  <a:pt x="15379" y="6472"/>
                  <a:pt x="15393" y="6501"/>
                  <a:pt x="15438" y="6516"/>
                </a:cubicBezTo>
                <a:cubicBezTo>
                  <a:pt x="15438" y="6531"/>
                  <a:pt x="15438" y="6545"/>
                  <a:pt x="15452" y="6590"/>
                </a:cubicBezTo>
                <a:cubicBezTo>
                  <a:pt x="15408" y="6575"/>
                  <a:pt x="15393" y="6545"/>
                  <a:pt x="15364" y="6531"/>
                </a:cubicBezTo>
                <a:cubicBezTo>
                  <a:pt x="15364" y="6516"/>
                  <a:pt x="15349" y="6472"/>
                  <a:pt x="15349" y="6457"/>
                </a:cubicBezTo>
                <a:close/>
                <a:moveTo>
                  <a:pt x="15202" y="6501"/>
                </a:moveTo>
                <a:cubicBezTo>
                  <a:pt x="15232" y="6516"/>
                  <a:pt x="15276" y="6531"/>
                  <a:pt x="15290" y="6575"/>
                </a:cubicBezTo>
                <a:cubicBezTo>
                  <a:pt x="15290" y="6590"/>
                  <a:pt x="15290" y="6604"/>
                  <a:pt x="15305" y="6619"/>
                </a:cubicBezTo>
                <a:cubicBezTo>
                  <a:pt x="15261" y="6604"/>
                  <a:pt x="15232" y="6590"/>
                  <a:pt x="15217" y="6575"/>
                </a:cubicBezTo>
                <a:cubicBezTo>
                  <a:pt x="15202" y="6531"/>
                  <a:pt x="15202" y="6516"/>
                  <a:pt x="15202" y="6501"/>
                </a:cubicBezTo>
                <a:close/>
                <a:moveTo>
                  <a:pt x="15658" y="6531"/>
                </a:moveTo>
                <a:lnTo>
                  <a:pt x="15717" y="6590"/>
                </a:lnTo>
                <a:cubicBezTo>
                  <a:pt x="15732" y="6619"/>
                  <a:pt x="15732" y="6619"/>
                  <a:pt x="15732" y="6648"/>
                </a:cubicBezTo>
                <a:lnTo>
                  <a:pt x="15673" y="6590"/>
                </a:lnTo>
                <a:cubicBezTo>
                  <a:pt x="15673" y="6575"/>
                  <a:pt x="15673" y="6546"/>
                  <a:pt x="15658" y="6531"/>
                </a:cubicBezTo>
                <a:close/>
                <a:moveTo>
                  <a:pt x="15526" y="6604"/>
                </a:moveTo>
                <a:cubicBezTo>
                  <a:pt x="15541" y="6619"/>
                  <a:pt x="15585" y="6648"/>
                  <a:pt x="15599" y="6663"/>
                </a:cubicBezTo>
                <a:cubicBezTo>
                  <a:pt x="15614" y="6663"/>
                  <a:pt x="15614" y="6678"/>
                  <a:pt x="15614" y="6722"/>
                </a:cubicBezTo>
                <a:cubicBezTo>
                  <a:pt x="15599" y="6693"/>
                  <a:pt x="15570" y="6678"/>
                  <a:pt x="15541" y="6663"/>
                </a:cubicBezTo>
                <a:cubicBezTo>
                  <a:pt x="15541" y="6648"/>
                  <a:pt x="15526" y="6619"/>
                  <a:pt x="15526" y="6604"/>
                </a:cubicBezTo>
                <a:close/>
                <a:moveTo>
                  <a:pt x="15393" y="6648"/>
                </a:moveTo>
                <a:cubicBezTo>
                  <a:pt x="15438" y="6663"/>
                  <a:pt x="15452" y="6678"/>
                  <a:pt x="15496" y="6693"/>
                </a:cubicBezTo>
                <a:cubicBezTo>
                  <a:pt x="15481" y="6708"/>
                  <a:pt x="15473" y="6720"/>
                  <a:pt x="15474" y="6727"/>
                </a:cubicBezTo>
                <a:lnTo>
                  <a:pt x="15474" y="6727"/>
                </a:lnTo>
                <a:cubicBezTo>
                  <a:pt x="15446" y="6712"/>
                  <a:pt x="15429" y="6690"/>
                  <a:pt x="15393" y="6678"/>
                </a:cubicBezTo>
                <a:lnTo>
                  <a:pt x="15393" y="6648"/>
                </a:lnTo>
                <a:close/>
                <a:moveTo>
                  <a:pt x="15836" y="6693"/>
                </a:moveTo>
                <a:cubicBezTo>
                  <a:pt x="15865" y="6722"/>
                  <a:pt x="15879" y="6737"/>
                  <a:pt x="15894" y="6737"/>
                </a:cubicBezTo>
                <a:cubicBezTo>
                  <a:pt x="15894" y="6752"/>
                  <a:pt x="15894" y="6752"/>
                  <a:pt x="15909" y="6766"/>
                </a:cubicBezTo>
                <a:cubicBezTo>
                  <a:pt x="15894" y="6752"/>
                  <a:pt x="15879" y="6737"/>
                  <a:pt x="15864" y="6737"/>
                </a:cubicBezTo>
                <a:cubicBezTo>
                  <a:pt x="15864" y="6722"/>
                  <a:pt x="15864" y="6722"/>
                  <a:pt x="15836" y="6693"/>
                </a:cubicBezTo>
                <a:close/>
                <a:moveTo>
                  <a:pt x="15688" y="6737"/>
                </a:moveTo>
                <a:lnTo>
                  <a:pt x="15688" y="6737"/>
                </a:lnTo>
                <a:cubicBezTo>
                  <a:pt x="15717" y="6752"/>
                  <a:pt x="15732" y="6766"/>
                  <a:pt x="15761" y="6796"/>
                </a:cubicBezTo>
                <a:cubicBezTo>
                  <a:pt x="15791" y="6810"/>
                  <a:pt x="15791" y="6825"/>
                  <a:pt x="15791" y="6840"/>
                </a:cubicBezTo>
                <a:cubicBezTo>
                  <a:pt x="15761" y="6825"/>
                  <a:pt x="15747" y="6810"/>
                  <a:pt x="15717" y="6796"/>
                </a:cubicBezTo>
                <a:cubicBezTo>
                  <a:pt x="15717" y="6766"/>
                  <a:pt x="15688" y="6752"/>
                  <a:pt x="15688" y="6737"/>
                </a:cubicBezTo>
                <a:close/>
                <a:moveTo>
                  <a:pt x="15585" y="6766"/>
                </a:moveTo>
                <a:cubicBezTo>
                  <a:pt x="15614" y="6781"/>
                  <a:pt x="15629" y="6810"/>
                  <a:pt x="15658" y="6825"/>
                </a:cubicBezTo>
                <a:lnTo>
                  <a:pt x="15658" y="6869"/>
                </a:lnTo>
                <a:cubicBezTo>
                  <a:pt x="15644" y="6840"/>
                  <a:pt x="15599" y="6825"/>
                  <a:pt x="15585" y="6810"/>
                </a:cubicBezTo>
                <a:lnTo>
                  <a:pt x="15585" y="6766"/>
                </a:lnTo>
                <a:close/>
                <a:moveTo>
                  <a:pt x="15997" y="6825"/>
                </a:moveTo>
                <a:cubicBezTo>
                  <a:pt x="16026" y="6869"/>
                  <a:pt x="16026" y="6869"/>
                  <a:pt x="16041" y="6884"/>
                </a:cubicBezTo>
                <a:lnTo>
                  <a:pt x="16041" y="6899"/>
                </a:lnTo>
                <a:lnTo>
                  <a:pt x="15997" y="6855"/>
                </a:lnTo>
                <a:lnTo>
                  <a:pt x="15997" y="6825"/>
                </a:lnTo>
                <a:close/>
                <a:moveTo>
                  <a:pt x="15892" y="6879"/>
                </a:moveTo>
                <a:lnTo>
                  <a:pt x="15938" y="6913"/>
                </a:lnTo>
                <a:cubicBezTo>
                  <a:pt x="15953" y="6943"/>
                  <a:pt x="15953" y="6958"/>
                  <a:pt x="15953" y="6958"/>
                </a:cubicBezTo>
                <a:lnTo>
                  <a:pt x="15894" y="6899"/>
                </a:lnTo>
                <a:cubicBezTo>
                  <a:pt x="15894" y="6892"/>
                  <a:pt x="15894" y="6884"/>
                  <a:pt x="15892" y="6879"/>
                </a:cubicBezTo>
                <a:close/>
                <a:moveTo>
                  <a:pt x="15761" y="6899"/>
                </a:moveTo>
                <a:cubicBezTo>
                  <a:pt x="15776" y="6913"/>
                  <a:pt x="15820" y="6943"/>
                  <a:pt x="15835" y="6958"/>
                </a:cubicBezTo>
                <a:cubicBezTo>
                  <a:pt x="15820" y="6972"/>
                  <a:pt x="15835" y="6987"/>
                  <a:pt x="15835" y="6987"/>
                </a:cubicBezTo>
                <a:cubicBezTo>
                  <a:pt x="15820" y="6972"/>
                  <a:pt x="15791" y="6958"/>
                  <a:pt x="15761" y="6943"/>
                </a:cubicBezTo>
                <a:lnTo>
                  <a:pt x="15761" y="6899"/>
                </a:lnTo>
                <a:close/>
                <a:moveTo>
                  <a:pt x="16041" y="7016"/>
                </a:moveTo>
                <a:cubicBezTo>
                  <a:pt x="16056" y="7031"/>
                  <a:pt x="16085" y="7031"/>
                  <a:pt x="16085" y="7046"/>
                </a:cubicBezTo>
                <a:cubicBezTo>
                  <a:pt x="16115" y="7061"/>
                  <a:pt x="16115" y="7090"/>
                  <a:pt x="16115" y="7090"/>
                </a:cubicBezTo>
                <a:cubicBezTo>
                  <a:pt x="16100" y="7061"/>
                  <a:pt x="16085" y="7061"/>
                  <a:pt x="16056" y="7046"/>
                </a:cubicBezTo>
                <a:cubicBezTo>
                  <a:pt x="16056" y="7031"/>
                  <a:pt x="16056" y="7031"/>
                  <a:pt x="16041" y="7016"/>
                </a:cubicBezTo>
                <a:close/>
                <a:moveTo>
                  <a:pt x="15923" y="7046"/>
                </a:moveTo>
                <a:cubicBezTo>
                  <a:pt x="15953" y="7061"/>
                  <a:pt x="15967" y="7090"/>
                  <a:pt x="15997" y="7105"/>
                </a:cubicBezTo>
                <a:lnTo>
                  <a:pt x="15997" y="7119"/>
                </a:lnTo>
                <a:cubicBezTo>
                  <a:pt x="15982" y="7105"/>
                  <a:pt x="15967" y="7090"/>
                  <a:pt x="15923" y="7061"/>
                </a:cubicBezTo>
                <a:lnTo>
                  <a:pt x="15923" y="7046"/>
                </a:lnTo>
                <a:close/>
                <a:moveTo>
                  <a:pt x="16232" y="7149"/>
                </a:moveTo>
                <a:lnTo>
                  <a:pt x="16262" y="7193"/>
                </a:lnTo>
                <a:lnTo>
                  <a:pt x="16262" y="7208"/>
                </a:lnTo>
                <a:cubicBezTo>
                  <a:pt x="16247" y="7193"/>
                  <a:pt x="16232" y="7193"/>
                  <a:pt x="16232" y="7178"/>
                </a:cubicBezTo>
                <a:lnTo>
                  <a:pt x="16232" y="7149"/>
                </a:lnTo>
                <a:close/>
                <a:moveTo>
                  <a:pt x="16115" y="7193"/>
                </a:moveTo>
                <a:cubicBezTo>
                  <a:pt x="16129" y="7208"/>
                  <a:pt x="16159" y="7208"/>
                  <a:pt x="16173" y="7252"/>
                </a:cubicBezTo>
                <a:cubicBezTo>
                  <a:pt x="16159" y="7237"/>
                  <a:pt x="16129" y="7208"/>
                  <a:pt x="16115" y="7208"/>
                </a:cubicBezTo>
                <a:lnTo>
                  <a:pt x="16115" y="7193"/>
                </a:lnTo>
                <a:close/>
                <a:moveTo>
                  <a:pt x="15011" y="6531"/>
                </a:moveTo>
                <a:lnTo>
                  <a:pt x="15011" y="6531"/>
                </a:lnTo>
                <a:cubicBezTo>
                  <a:pt x="15055" y="6545"/>
                  <a:pt x="15084" y="6590"/>
                  <a:pt x="15129" y="6604"/>
                </a:cubicBezTo>
                <a:cubicBezTo>
                  <a:pt x="15379" y="8120"/>
                  <a:pt x="15364" y="9695"/>
                  <a:pt x="15349" y="11240"/>
                </a:cubicBezTo>
                <a:lnTo>
                  <a:pt x="15349" y="12476"/>
                </a:lnTo>
                <a:cubicBezTo>
                  <a:pt x="15349" y="13168"/>
                  <a:pt x="15364" y="13977"/>
                  <a:pt x="15467" y="14787"/>
                </a:cubicBezTo>
                <a:cubicBezTo>
                  <a:pt x="15320" y="14007"/>
                  <a:pt x="15246" y="13124"/>
                  <a:pt x="15232" y="12167"/>
                </a:cubicBezTo>
                <a:cubicBezTo>
                  <a:pt x="15217" y="11623"/>
                  <a:pt x="15217" y="11093"/>
                  <a:pt x="15217" y="10578"/>
                </a:cubicBezTo>
                <a:cubicBezTo>
                  <a:pt x="15217" y="9239"/>
                  <a:pt x="15217" y="7870"/>
                  <a:pt x="15011" y="6531"/>
                </a:cubicBezTo>
                <a:close/>
                <a:moveTo>
                  <a:pt x="15232" y="6678"/>
                </a:moveTo>
                <a:lnTo>
                  <a:pt x="15232" y="6678"/>
                </a:lnTo>
                <a:cubicBezTo>
                  <a:pt x="15246" y="6678"/>
                  <a:pt x="15290" y="6722"/>
                  <a:pt x="15320" y="6737"/>
                </a:cubicBezTo>
                <a:cubicBezTo>
                  <a:pt x="15644" y="8429"/>
                  <a:pt x="15599" y="10225"/>
                  <a:pt x="15570" y="11976"/>
                </a:cubicBezTo>
                <a:cubicBezTo>
                  <a:pt x="15570" y="12255"/>
                  <a:pt x="15541" y="12535"/>
                  <a:pt x="15541" y="12800"/>
                </a:cubicBezTo>
                <a:cubicBezTo>
                  <a:pt x="15526" y="13609"/>
                  <a:pt x="15541" y="14492"/>
                  <a:pt x="15644" y="15405"/>
                </a:cubicBezTo>
                <a:cubicBezTo>
                  <a:pt x="15467" y="14375"/>
                  <a:pt x="15438" y="13359"/>
                  <a:pt x="15438" y="12491"/>
                </a:cubicBezTo>
                <a:lnTo>
                  <a:pt x="15438" y="11255"/>
                </a:lnTo>
                <a:cubicBezTo>
                  <a:pt x="15452" y="9739"/>
                  <a:pt x="15452" y="8164"/>
                  <a:pt x="15232" y="6678"/>
                </a:cubicBezTo>
                <a:close/>
                <a:moveTo>
                  <a:pt x="15408" y="6810"/>
                </a:moveTo>
                <a:cubicBezTo>
                  <a:pt x="15438" y="6810"/>
                  <a:pt x="15467" y="6840"/>
                  <a:pt x="15511" y="6869"/>
                </a:cubicBezTo>
                <a:cubicBezTo>
                  <a:pt x="15894" y="8753"/>
                  <a:pt x="15820" y="10769"/>
                  <a:pt x="15747" y="12726"/>
                </a:cubicBezTo>
                <a:lnTo>
                  <a:pt x="15732" y="13124"/>
                </a:lnTo>
                <a:cubicBezTo>
                  <a:pt x="15688" y="14021"/>
                  <a:pt x="15688" y="15007"/>
                  <a:pt x="15791" y="16008"/>
                </a:cubicBezTo>
                <a:cubicBezTo>
                  <a:pt x="15614" y="14904"/>
                  <a:pt x="15599" y="13801"/>
                  <a:pt x="15614" y="12800"/>
                </a:cubicBezTo>
                <a:cubicBezTo>
                  <a:pt x="15614" y="12535"/>
                  <a:pt x="15629" y="12255"/>
                  <a:pt x="15629" y="11976"/>
                </a:cubicBezTo>
                <a:cubicBezTo>
                  <a:pt x="15673" y="10254"/>
                  <a:pt x="15717" y="8488"/>
                  <a:pt x="15408" y="6810"/>
                </a:cubicBezTo>
                <a:close/>
                <a:moveTo>
                  <a:pt x="15599" y="6913"/>
                </a:moveTo>
                <a:cubicBezTo>
                  <a:pt x="15644" y="6928"/>
                  <a:pt x="15658" y="6958"/>
                  <a:pt x="15688" y="6972"/>
                </a:cubicBezTo>
                <a:cubicBezTo>
                  <a:pt x="16173" y="9091"/>
                  <a:pt x="16041" y="11358"/>
                  <a:pt x="15938" y="13418"/>
                </a:cubicBezTo>
                <a:cubicBezTo>
                  <a:pt x="15879" y="14375"/>
                  <a:pt x="15835" y="15361"/>
                  <a:pt x="15909" y="16332"/>
                </a:cubicBezTo>
                <a:cubicBezTo>
                  <a:pt x="15791" y="15228"/>
                  <a:pt x="15791" y="14110"/>
                  <a:pt x="15820" y="13080"/>
                </a:cubicBezTo>
                <a:lnTo>
                  <a:pt x="15835" y="12697"/>
                </a:lnTo>
                <a:cubicBezTo>
                  <a:pt x="15894" y="10799"/>
                  <a:pt x="15967" y="8797"/>
                  <a:pt x="15599" y="6913"/>
                </a:cubicBezTo>
                <a:close/>
                <a:moveTo>
                  <a:pt x="15791" y="7061"/>
                </a:moveTo>
                <a:cubicBezTo>
                  <a:pt x="15806" y="7075"/>
                  <a:pt x="15835" y="7105"/>
                  <a:pt x="15864" y="7119"/>
                </a:cubicBezTo>
                <a:cubicBezTo>
                  <a:pt x="16394" y="9239"/>
                  <a:pt x="16276" y="11534"/>
                  <a:pt x="16100" y="13742"/>
                </a:cubicBezTo>
                <a:cubicBezTo>
                  <a:pt x="16026" y="14698"/>
                  <a:pt x="15953" y="15728"/>
                  <a:pt x="15982" y="16729"/>
                </a:cubicBezTo>
                <a:cubicBezTo>
                  <a:pt x="15894" y="15640"/>
                  <a:pt x="15909" y="14492"/>
                  <a:pt x="15982" y="13433"/>
                </a:cubicBezTo>
                <a:cubicBezTo>
                  <a:pt x="16115" y="11402"/>
                  <a:pt x="16247" y="9165"/>
                  <a:pt x="15791" y="7061"/>
                </a:cubicBezTo>
                <a:close/>
                <a:moveTo>
                  <a:pt x="15967" y="7193"/>
                </a:moveTo>
                <a:cubicBezTo>
                  <a:pt x="15982" y="7208"/>
                  <a:pt x="16026" y="7237"/>
                  <a:pt x="16041" y="7252"/>
                </a:cubicBezTo>
                <a:cubicBezTo>
                  <a:pt x="16630" y="9400"/>
                  <a:pt x="16541" y="11770"/>
                  <a:pt x="16306" y="14051"/>
                </a:cubicBezTo>
                <a:cubicBezTo>
                  <a:pt x="16188" y="15108"/>
                  <a:pt x="16100" y="16165"/>
                  <a:pt x="16114" y="17208"/>
                </a:cubicBezTo>
                <a:lnTo>
                  <a:pt x="16114" y="17208"/>
                </a:lnTo>
                <a:cubicBezTo>
                  <a:pt x="16114" y="17200"/>
                  <a:pt x="16112" y="17197"/>
                  <a:pt x="16100" y="17185"/>
                </a:cubicBezTo>
                <a:cubicBezTo>
                  <a:pt x="16026" y="16038"/>
                  <a:pt x="16100" y="14860"/>
                  <a:pt x="16173" y="13742"/>
                </a:cubicBezTo>
                <a:cubicBezTo>
                  <a:pt x="16365" y="11578"/>
                  <a:pt x="16482" y="9297"/>
                  <a:pt x="15967" y="7193"/>
                </a:cubicBezTo>
                <a:close/>
                <a:moveTo>
                  <a:pt x="16159" y="7340"/>
                </a:moveTo>
                <a:lnTo>
                  <a:pt x="16203" y="7399"/>
                </a:lnTo>
                <a:cubicBezTo>
                  <a:pt x="16909" y="9739"/>
                  <a:pt x="16747" y="12314"/>
                  <a:pt x="16497" y="14389"/>
                </a:cubicBezTo>
                <a:cubicBezTo>
                  <a:pt x="16365" y="15478"/>
                  <a:pt x="16262" y="16508"/>
                  <a:pt x="16232" y="17480"/>
                </a:cubicBezTo>
                <a:cubicBezTo>
                  <a:pt x="16232" y="17465"/>
                  <a:pt x="16203" y="17436"/>
                  <a:pt x="16203" y="17421"/>
                </a:cubicBezTo>
                <a:cubicBezTo>
                  <a:pt x="16188" y="16332"/>
                  <a:pt x="16276" y="15199"/>
                  <a:pt x="16394" y="14066"/>
                </a:cubicBezTo>
                <a:cubicBezTo>
                  <a:pt x="16615" y="11814"/>
                  <a:pt x="16718" y="9474"/>
                  <a:pt x="16159" y="7340"/>
                </a:cubicBezTo>
                <a:close/>
                <a:moveTo>
                  <a:pt x="16321" y="7487"/>
                </a:moveTo>
                <a:lnTo>
                  <a:pt x="16365" y="7546"/>
                </a:lnTo>
                <a:cubicBezTo>
                  <a:pt x="16998" y="9459"/>
                  <a:pt x="17086" y="11770"/>
                  <a:pt x="16688" y="14713"/>
                </a:cubicBezTo>
                <a:lnTo>
                  <a:pt x="16688" y="14757"/>
                </a:lnTo>
                <a:cubicBezTo>
                  <a:pt x="16541" y="15743"/>
                  <a:pt x="16409" y="16744"/>
                  <a:pt x="16335" y="17715"/>
                </a:cubicBezTo>
                <a:cubicBezTo>
                  <a:pt x="16321" y="17700"/>
                  <a:pt x="16321" y="17686"/>
                  <a:pt x="16291" y="17642"/>
                </a:cubicBezTo>
                <a:cubicBezTo>
                  <a:pt x="16321" y="16626"/>
                  <a:pt x="16424" y="15537"/>
                  <a:pt x="16571" y="14404"/>
                </a:cubicBezTo>
                <a:cubicBezTo>
                  <a:pt x="16836" y="12329"/>
                  <a:pt x="16998" y="9813"/>
                  <a:pt x="16321" y="7487"/>
                </a:cubicBezTo>
                <a:close/>
                <a:moveTo>
                  <a:pt x="16306" y="17803"/>
                </a:moveTo>
                <a:cubicBezTo>
                  <a:pt x="16306" y="17818"/>
                  <a:pt x="16321" y="17848"/>
                  <a:pt x="16321" y="17862"/>
                </a:cubicBezTo>
                <a:lnTo>
                  <a:pt x="16321" y="17921"/>
                </a:lnTo>
                <a:cubicBezTo>
                  <a:pt x="16321" y="17907"/>
                  <a:pt x="16306" y="17877"/>
                  <a:pt x="16306" y="17862"/>
                </a:cubicBezTo>
                <a:lnTo>
                  <a:pt x="16306" y="17803"/>
                </a:lnTo>
                <a:close/>
                <a:moveTo>
                  <a:pt x="16510" y="7643"/>
                </a:moveTo>
                <a:cubicBezTo>
                  <a:pt x="16528" y="7643"/>
                  <a:pt x="16531" y="7657"/>
                  <a:pt x="16541" y="7679"/>
                </a:cubicBezTo>
                <a:cubicBezTo>
                  <a:pt x="17233" y="9665"/>
                  <a:pt x="17365" y="12123"/>
                  <a:pt x="16895" y="15037"/>
                </a:cubicBezTo>
                <a:lnTo>
                  <a:pt x="16821" y="15493"/>
                </a:lnTo>
                <a:cubicBezTo>
                  <a:pt x="16688" y="16317"/>
                  <a:pt x="16541" y="17141"/>
                  <a:pt x="16453" y="17936"/>
                </a:cubicBezTo>
                <a:cubicBezTo>
                  <a:pt x="16424" y="17921"/>
                  <a:pt x="16409" y="17877"/>
                  <a:pt x="16409" y="17862"/>
                </a:cubicBezTo>
                <a:cubicBezTo>
                  <a:pt x="16468" y="16847"/>
                  <a:pt x="16615" y="15802"/>
                  <a:pt x="16762" y="14772"/>
                </a:cubicBezTo>
                <a:lnTo>
                  <a:pt x="16762" y="14742"/>
                </a:lnTo>
                <a:cubicBezTo>
                  <a:pt x="17159" y="11843"/>
                  <a:pt x="17086" y="9548"/>
                  <a:pt x="16482" y="7649"/>
                </a:cubicBezTo>
                <a:cubicBezTo>
                  <a:pt x="16494" y="7645"/>
                  <a:pt x="16503" y="7643"/>
                  <a:pt x="16510" y="7643"/>
                </a:cubicBezTo>
                <a:close/>
                <a:moveTo>
                  <a:pt x="16644" y="7767"/>
                </a:moveTo>
                <a:lnTo>
                  <a:pt x="16644" y="7767"/>
                </a:lnTo>
                <a:cubicBezTo>
                  <a:pt x="16674" y="7782"/>
                  <a:pt x="16688" y="7796"/>
                  <a:pt x="16703" y="7796"/>
                </a:cubicBezTo>
                <a:cubicBezTo>
                  <a:pt x="17675" y="10357"/>
                  <a:pt x="17483" y="13227"/>
                  <a:pt x="17086" y="15331"/>
                </a:cubicBezTo>
                <a:cubicBezTo>
                  <a:pt x="17042" y="15596"/>
                  <a:pt x="16983" y="15890"/>
                  <a:pt x="16924" y="16170"/>
                </a:cubicBezTo>
                <a:cubicBezTo>
                  <a:pt x="16792" y="16832"/>
                  <a:pt x="16659" y="17494"/>
                  <a:pt x="16571" y="18113"/>
                </a:cubicBezTo>
                <a:cubicBezTo>
                  <a:pt x="16556" y="18083"/>
                  <a:pt x="16541" y="18068"/>
                  <a:pt x="16512" y="18024"/>
                </a:cubicBezTo>
                <a:cubicBezTo>
                  <a:pt x="16615" y="17200"/>
                  <a:pt x="16733" y="16332"/>
                  <a:pt x="16880" y="15464"/>
                </a:cubicBezTo>
                <a:lnTo>
                  <a:pt x="16968" y="15007"/>
                </a:lnTo>
                <a:cubicBezTo>
                  <a:pt x="17424" y="12152"/>
                  <a:pt x="17336" y="9724"/>
                  <a:pt x="16644" y="7767"/>
                </a:cubicBezTo>
                <a:close/>
                <a:moveTo>
                  <a:pt x="16394" y="18010"/>
                </a:moveTo>
                <a:cubicBezTo>
                  <a:pt x="16409" y="18024"/>
                  <a:pt x="16409" y="18039"/>
                  <a:pt x="16424" y="18083"/>
                </a:cubicBezTo>
                <a:lnTo>
                  <a:pt x="16424" y="18157"/>
                </a:lnTo>
                <a:cubicBezTo>
                  <a:pt x="16409" y="18113"/>
                  <a:pt x="16409" y="18098"/>
                  <a:pt x="16394" y="18083"/>
                </a:cubicBezTo>
                <a:lnTo>
                  <a:pt x="16394" y="18010"/>
                </a:lnTo>
                <a:close/>
                <a:moveTo>
                  <a:pt x="16394" y="18230"/>
                </a:moveTo>
                <a:cubicBezTo>
                  <a:pt x="16394" y="18274"/>
                  <a:pt x="16409" y="18289"/>
                  <a:pt x="16409" y="18289"/>
                </a:cubicBezTo>
                <a:lnTo>
                  <a:pt x="16409" y="18363"/>
                </a:lnTo>
                <a:cubicBezTo>
                  <a:pt x="16409" y="18348"/>
                  <a:pt x="16394" y="18319"/>
                  <a:pt x="16394" y="18304"/>
                </a:cubicBezTo>
                <a:lnTo>
                  <a:pt x="16394" y="18230"/>
                </a:lnTo>
                <a:close/>
                <a:moveTo>
                  <a:pt x="16512" y="18171"/>
                </a:moveTo>
                <a:cubicBezTo>
                  <a:pt x="16541" y="18216"/>
                  <a:pt x="16556" y="18230"/>
                  <a:pt x="16571" y="18274"/>
                </a:cubicBezTo>
                <a:cubicBezTo>
                  <a:pt x="16541" y="18304"/>
                  <a:pt x="16541" y="18348"/>
                  <a:pt x="16541" y="18363"/>
                </a:cubicBezTo>
                <a:cubicBezTo>
                  <a:pt x="16527" y="18319"/>
                  <a:pt x="16497" y="18304"/>
                  <a:pt x="16497" y="18274"/>
                </a:cubicBezTo>
                <a:cubicBezTo>
                  <a:pt x="16497" y="18230"/>
                  <a:pt x="16497" y="18201"/>
                  <a:pt x="16512" y="18171"/>
                </a:cubicBezTo>
                <a:close/>
                <a:moveTo>
                  <a:pt x="16904" y="8079"/>
                </a:moveTo>
                <a:lnTo>
                  <a:pt x="16904" y="8079"/>
                </a:lnTo>
                <a:cubicBezTo>
                  <a:pt x="17725" y="10191"/>
                  <a:pt x="17853" y="12831"/>
                  <a:pt x="17277" y="15655"/>
                </a:cubicBezTo>
                <a:cubicBezTo>
                  <a:pt x="17189" y="16067"/>
                  <a:pt x="17101" y="16479"/>
                  <a:pt x="17012" y="16876"/>
                </a:cubicBezTo>
                <a:cubicBezTo>
                  <a:pt x="16909" y="17362"/>
                  <a:pt x="16792" y="17862"/>
                  <a:pt x="16703" y="18363"/>
                </a:cubicBezTo>
                <a:lnTo>
                  <a:pt x="16644" y="18245"/>
                </a:lnTo>
                <a:cubicBezTo>
                  <a:pt x="16733" y="17583"/>
                  <a:pt x="16880" y="16891"/>
                  <a:pt x="17012" y="16185"/>
                </a:cubicBezTo>
                <a:cubicBezTo>
                  <a:pt x="17071" y="15920"/>
                  <a:pt x="17130" y="15625"/>
                  <a:pt x="17189" y="15346"/>
                </a:cubicBezTo>
                <a:cubicBezTo>
                  <a:pt x="17564" y="13326"/>
                  <a:pt x="17769" y="10558"/>
                  <a:pt x="16904" y="8079"/>
                </a:cubicBezTo>
                <a:close/>
                <a:moveTo>
                  <a:pt x="16998" y="8091"/>
                </a:moveTo>
                <a:cubicBezTo>
                  <a:pt x="18263" y="11005"/>
                  <a:pt x="17866" y="14198"/>
                  <a:pt x="17454" y="15964"/>
                </a:cubicBezTo>
                <a:cubicBezTo>
                  <a:pt x="17351" y="16508"/>
                  <a:pt x="17204" y="17024"/>
                  <a:pt x="17086" y="17539"/>
                </a:cubicBezTo>
                <a:cubicBezTo>
                  <a:pt x="16998" y="17877"/>
                  <a:pt x="16924" y="18230"/>
                  <a:pt x="16836" y="18569"/>
                </a:cubicBezTo>
                <a:cubicBezTo>
                  <a:pt x="16821" y="18525"/>
                  <a:pt x="16777" y="18480"/>
                  <a:pt x="16762" y="18451"/>
                </a:cubicBezTo>
                <a:cubicBezTo>
                  <a:pt x="16850" y="17936"/>
                  <a:pt x="16983" y="17421"/>
                  <a:pt x="17086" y="16891"/>
                </a:cubicBezTo>
                <a:cubicBezTo>
                  <a:pt x="17174" y="16479"/>
                  <a:pt x="17277" y="16082"/>
                  <a:pt x="17351" y="15670"/>
                </a:cubicBezTo>
                <a:cubicBezTo>
                  <a:pt x="17939" y="12829"/>
                  <a:pt x="17807" y="10195"/>
                  <a:pt x="16998" y="8091"/>
                </a:cubicBezTo>
                <a:close/>
                <a:moveTo>
                  <a:pt x="16615" y="18377"/>
                </a:moveTo>
                <a:cubicBezTo>
                  <a:pt x="16630" y="18407"/>
                  <a:pt x="16644" y="18436"/>
                  <a:pt x="16659" y="18466"/>
                </a:cubicBezTo>
                <a:cubicBezTo>
                  <a:pt x="16674" y="18510"/>
                  <a:pt x="16674" y="18539"/>
                  <a:pt x="16644" y="18583"/>
                </a:cubicBezTo>
                <a:cubicBezTo>
                  <a:pt x="16630" y="18539"/>
                  <a:pt x="16615" y="18510"/>
                  <a:pt x="16600" y="18480"/>
                </a:cubicBezTo>
                <a:cubicBezTo>
                  <a:pt x="16600" y="18451"/>
                  <a:pt x="16615" y="18407"/>
                  <a:pt x="16615" y="18377"/>
                </a:cubicBezTo>
                <a:close/>
                <a:moveTo>
                  <a:pt x="16482" y="18436"/>
                </a:moveTo>
                <a:cubicBezTo>
                  <a:pt x="16497" y="18451"/>
                  <a:pt x="16497" y="18495"/>
                  <a:pt x="16527" y="18510"/>
                </a:cubicBezTo>
                <a:cubicBezTo>
                  <a:pt x="16527" y="18539"/>
                  <a:pt x="16527" y="18569"/>
                  <a:pt x="16497" y="18598"/>
                </a:cubicBezTo>
                <a:cubicBezTo>
                  <a:pt x="16482" y="18583"/>
                  <a:pt x="16482" y="18539"/>
                  <a:pt x="16468" y="18525"/>
                </a:cubicBezTo>
                <a:cubicBezTo>
                  <a:pt x="16482" y="18480"/>
                  <a:pt x="16482" y="18451"/>
                  <a:pt x="16482" y="18436"/>
                </a:cubicBezTo>
                <a:close/>
                <a:moveTo>
                  <a:pt x="17218" y="8370"/>
                </a:moveTo>
                <a:cubicBezTo>
                  <a:pt x="18190" y="10592"/>
                  <a:pt x="18381" y="13433"/>
                  <a:pt x="17660" y="16288"/>
                </a:cubicBezTo>
                <a:cubicBezTo>
                  <a:pt x="17513" y="16906"/>
                  <a:pt x="17336" y="17539"/>
                  <a:pt x="17145" y="18142"/>
                </a:cubicBezTo>
                <a:cubicBezTo>
                  <a:pt x="17086" y="18348"/>
                  <a:pt x="17042" y="18539"/>
                  <a:pt x="16968" y="18760"/>
                </a:cubicBezTo>
                <a:cubicBezTo>
                  <a:pt x="16924" y="18731"/>
                  <a:pt x="16909" y="18686"/>
                  <a:pt x="16880" y="18657"/>
                </a:cubicBezTo>
                <a:lnTo>
                  <a:pt x="17159" y="17553"/>
                </a:lnTo>
                <a:cubicBezTo>
                  <a:pt x="17292" y="17038"/>
                  <a:pt x="17424" y="16523"/>
                  <a:pt x="17542" y="15993"/>
                </a:cubicBezTo>
                <a:cubicBezTo>
                  <a:pt x="17939" y="14272"/>
                  <a:pt x="18337" y="11225"/>
                  <a:pt x="17218" y="8370"/>
                </a:cubicBezTo>
                <a:close/>
                <a:moveTo>
                  <a:pt x="16468" y="18686"/>
                </a:moveTo>
                <a:cubicBezTo>
                  <a:pt x="16468" y="18716"/>
                  <a:pt x="16482" y="18731"/>
                  <a:pt x="16482" y="18745"/>
                </a:cubicBezTo>
                <a:lnTo>
                  <a:pt x="16482" y="18804"/>
                </a:lnTo>
                <a:cubicBezTo>
                  <a:pt x="16482" y="18789"/>
                  <a:pt x="16468" y="18760"/>
                  <a:pt x="16468" y="18745"/>
                </a:cubicBezTo>
                <a:lnTo>
                  <a:pt x="16468" y="18686"/>
                </a:lnTo>
                <a:close/>
                <a:moveTo>
                  <a:pt x="16733" y="18569"/>
                </a:moveTo>
                <a:cubicBezTo>
                  <a:pt x="16762" y="18598"/>
                  <a:pt x="16777" y="18642"/>
                  <a:pt x="16821" y="18672"/>
                </a:cubicBezTo>
                <a:cubicBezTo>
                  <a:pt x="16792" y="18716"/>
                  <a:pt x="16792" y="18745"/>
                  <a:pt x="16777" y="18804"/>
                </a:cubicBezTo>
                <a:lnTo>
                  <a:pt x="16718" y="18686"/>
                </a:lnTo>
                <a:cubicBezTo>
                  <a:pt x="16718" y="18657"/>
                  <a:pt x="16733" y="18598"/>
                  <a:pt x="16733" y="18569"/>
                </a:cubicBezTo>
                <a:close/>
                <a:moveTo>
                  <a:pt x="16571" y="18613"/>
                </a:moveTo>
                <a:cubicBezTo>
                  <a:pt x="16600" y="18657"/>
                  <a:pt x="16615" y="18672"/>
                  <a:pt x="16630" y="18716"/>
                </a:cubicBezTo>
                <a:cubicBezTo>
                  <a:pt x="16630" y="18745"/>
                  <a:pt x="16615" y="18789"/>
                  <a:pt x="16615" y="18819"/>
                </a:cubicBezTo>
                <a:cubicBezTo>
                  <a:pt x="16600" y="18789"/>
                  <a:pt x="16571" y="18760"/>
                  <a:pt x="16571" y="18731"/>
                </a:cubicBezTo>
                <a:lnTo>
                  <a:pt x="16571" y="18613"/>
                </a:lnTo>
                <a:close/>
                <a:moveTo>
                  <a:pt x="17395" y="8562"/>
                </a:moveTo>
                <a:cubicBezTo>
                  <a:pt x="18454" y="10872"/>
                  <a:pt x="18616" y="13727"/>
                  <a:pt x="17866" y="16597"/>
                </a:cubicBezTo>
                <a:cubicBezTo>
                  <a:pt x="17660" y="17333"/>
                  <a:pt x="17439" y="18054"/>
                  <a:pt x="17218" y="18731"/>
                </a:cubicBezTo>
                <a:cubicBezTo>
                  <a:pt x="17204" y="18804"/>
                  <a:pt x="17159" y="18878"/>
                  <a:pt x="17145" y="18951"/>
                </a:cubicBezTo>
                <a:cubicBezTo>
                  <a:pt x="17101" y="18907"/>
                  <a:pt x="17086" y="18878"/>
                  <a:pt x="17056" y="18834"/>
                </a:cubicBezTo>
                <a:cubicBezTo>
                  <a:pt x="17101" y="18613"/>
                  <a:pt x="17189" y="18392"/>
                  <a:pt x="17233" y="18157"/>
                </a:cubicBezTo>
                <a:cubicBezTo>
                  <a:pt x="17410" y="17553"/>
                  <a:pt x="17586" y="16921"/>
                  <a:pt x="17748" y="16288"/>
                </a:cubicBezTo>
                <a:cubicBezTo>
                  <a:pt x="18440" y="13506"/>
                  <a:pt x="18307" y="10769"/>
                  <a:pt x="17395" y="8562"/>
                </a:cubicBezTo>
                <a:close/>
                <a:moveTo>
                  <a:pt x="16453" y="18966"/>
                </a:moveTo>
                <a:cubicBezTo>
                  <a:pt x="16468" y="18981"/>
                  <a:pt x="16468" y="18981"/>
                  <a:pt x="16468" y="19010"/>
                </a:cubicBezTo>
                <a:cubicBezTo>
                  <a:pt x="16453" y="18981"/>
                  <a:pt x="16453" y="18966"/>
                  <a:pt x="16453" y="18966"/>
                </a:cubicBezTo>
                <a:close/>
                <a:moveTo>
                  <a:pt x="16865" y="18760"/>
                </a:moveTo>
                <a:cubicBezTo>
                  <a:pt x="16880" y="18804"/>
                  <a:pt x="16924" y="18834"/>
                  <a:pt x="16939" y="18878"/>
                </a:cubicBezTo>
                <a:cubicBezTo>
                  <a:pt x="16939" y="18907"/>
                  <a:pt x="16924" y="18966"/>
                  <a:pt x="16909" y="19010"/>
                </a:cubicBezTo>
                <a:cubicBezTo>
                  <a:pt x="16895" y="18966"/>
                  <a:pt x="16850" y="18937"/>
                  <a:pt x="16836" y="18893"/>
                </a:cubicBezTo>
                <a:cubicBezTo>
                  <a:pt x="16850" y="18863"/>
                  <a:pt x="16850" y="18804"/>
                  <a:pt x="16865" y="18760"/>
                </a:cubicBezTo>
                <a:close/>
                <a:moveTo>
                  <a:pt x="16541" y="18878"/>
                </a:moveTo>
                <a:cubicBezTo>
                  <a:pt x="16556" y="18893"/>
                  <a:pt x="16556" y="18937"/>
                  <a:pt x="16571" y="18951"/>
                </a:cubicBezTo>
                <a:cubicBezTo>
                  <a:pt x="16600" y="18966"/>
                  <a:pt x="16571" y="19010"/>
                  <a:pt x="16571" y="19025"/>
                </a:cubicBezTo>
                <a:cubicBezTo>
                  <a:pt x="16556" y="19010"/>
                  <a:pt x="16556" y="18966"/>
                  <a:pt x="16541" y="18951"/>
                </a:cubicBezTo>
                <a:lnTo>
                  <a:pt x="16541" y="18878"/>
                </a:lnTo>
                <a:close/>
                <a:moveTo>
                  <a:pt x="16688" y="18819"/>
                </a:moveTo>
                <a:cubicBezTo>
                  <a:pt x="16703" y="18848"/>
                  <a:pt x="16718" y="18878"/>
                  <a:pt x="16733" y="18907"/>
                </a:cubicBezTo>
                <a:cubicBezTo>
                  <a:pt x="16733" y="18951"/>
                  <a:pt x="16733" y="18981"/>
                  <a:pt x="16718" y="19025"/>
                </a:cubicBezTo>
                <a:cubicBezTo>
                  <a:pt x="16703" y="18981"/>
                  <a:pt x="16688" y="18951"/>
                  <a:pt x="16674" y="18937"/>
                </a:cubicBezTo>
                <a:cubicBezTo>
                  <a:pt x="16674" y="18893"/>
                  <a:pt x="16688" y="18848"/>
                  <a:pt x="16688" y="18819"/>
                </a:cubicBezTo>
                <a:close/>
                <a:moveTo>
                  <a:pt x="17675" y="9018"/>
                </a:moveTo>
                <a:cubicBezTo>
                  <a:pt x="18690" y="11314"/>
                  <a:pt x="18837" y="14183"/>
                  <a:pt x="18042" y="16921"/>
                </a:cubicBezTo>
                <a:cubicBezTo>
                  <a:pt x="17822" y="17700"/>
                  <a:pt x="17557" y="18436"/>
                  <a:pt x="17292" y="19172"/>
                </a:cubicBezTo>
                <a:cubicBezTo>
                  <a:pt x="17262" y="19128"/>
                  <a:pt x="17218" y="19099"/>
                  <a:pt x="17204" y="19040"/>
                </a:cubicBezTo>
                <a:cubicBezTo>
                  <a:pt x="17233" y="18951"/>
                  <a:pt x="17262" y="18863"/>
                  <a:pt x="17292" y="18760"/>
                </a:cubicBezTo>
                <a:cubicBezTo>
                  <a:pt x="17513" y="18068"/>
                  <a:pt x="17748" y="17347"/>
                  <a:pt x="17954" y="16611"/>
                </a:cubicBezTo>
                <a:cubicBezTo>
                  <a:pt x="18675" y="13933"/>
                  <a:pt x="18587" y="11240"/>
                  <a:pt x="17675" y="9018"/>
                </a:cubicBezTo>
                <a:close/>
                <a:moveTo>
                  <a:pt x="17012" y="18951"/>
                </a:moveTo>
                <a:cubicBezTo>
                  <a:pt x="17056" y="18981"/>
                  <a:pt x="17071" y="19025"/>
                  <a:pt x="17101" y="19054"/>
                </a:cubicBezTo>
                <a:cubicBezTo>
                  <a:pt x="17086" y="19113"/>
                  <a:pt x="17071" y="19157"/>
                  <a:pt x="17056" y="19202"/>
                </a:cubicBezTo>
                <a:cubicBezTo>
                  <a:pt x="17012" y="19172"/>
                  <a:pt x="16998" y="19128"/>
                  <a:pt x="16983" y="19099"/>
                </a:cubicBezTo>
                <a:cubicBezTo>
                  <a:pt x="16998" y="19040"/>
                  <a:pt x="16998" y="19010"/>
                  <a:pt x="17012" y="18951"/>
                </a:cubicBezTo>
                <a:close/>
                <a:moveTo>
                  <a:pt x="16527" y="19113"/>
                </a:moveTo>
                <a:cubicBezTo>
                  <a:pt x="16527" y="19128"/>
                  <a:pt x="16541" y="19143"/>
                  <a:pt x="16541" y="19172"/>
                </a:cubicBezTo>
                <a:lnTo>
                  <a:pt x="16541" y="19246"/>
                </a:lnTo>
                <a:cubicBezTo>
                  <a:pt x="16541" y="19231"/>
                  <a:pt x="16527" y="19202"/>
                  <a:pt x="16527" y="19187"/>
                </a:cubicBezTo>
                <a:lnTo>
                  <a:pt x="16527" y="19113"/>
                </a:lnTo>
                <a:close/>
                <a:moveTo>
                  <a:pt x="16659" y="19054"/>
                </a:moveTo>
                <a:cubicBezTo>
                  <a:pt x="16688" y="19099"/>
                  <a:pt x="16703" y="19113"/>
                  <a:pt x="16718" y="19157"/>
                </a:cubicBezTo>
                <a:cubicBezTo>
                  <a:pt x="16688" y="19187"/>
                  <a:pt x="16688" y="19216"/>
                  <a:pt x="16688" y="19246"/>
                </a:cubicBezTo>
                <a:cubicBezTo>
                  <a:pt x="16674" y="19202"/>
                  <a:pt x="16644" y="19187"/>
                  <a:pt x="16644" y="19157"/>
                </a:cubicBezTo>
                <a:cubicBezTo>
                  <a:pt x="16644" y="19113"/>
                  <a:pt x="16659" y="19084"/>
                  <a:pt x="16659" y="19054"/>
                </a:cubicBezTo>
                <a:close/>
                <a:moveTo>
                  <a:pt x="16836" y="19010"/>
                </a:moveTo>
                <a:cubicBezTo>
                  <a:pt x="16850" y="19040"/>
                  <a:pt x="16895" y="19084"/>
                  <a:pt x="16909" y="19113"/>
                </a:cubicBezTo>
                <a:cubicBezTo>
                  <a:pt x="16865" y="19157"/>
                  <a:pt x="16850" y="19187"/>
                  <a:pt x="16850" y="19246"/>
                </a:cubicBezTo>
                <a:lnTo>
                  <a:pt x="16792" y="19128"/>
                </a:lnTo>
                <a:cubicBezTo>
                  <a:pt x="16821" y="19099"/>
                  <a:pt x="16821" y="19040"/>
                  <a:pt x="16836" y="19010"/>
                </a:cubicBezTo>
                <a:close/>
                <a:moveTo>
                  <a:pt x="17866" y="9239"/>
                </a:moveTo>
                <a:cubicBezTo>
                  <a:pt x="18940" y="11593"/>
                  <a:pt x="19102" y="14492"/>
                  <a:pt x="18248" y="17244"/>
                </a:cubicBezTo>
                <a:cubicBezTo>
                  <a:pt x="18028" y="17951"/>
                  <a:pt x="17748" y="18672"/>
                  <a:pt x="17468" y="19349"/>
                </a:cubicBezTo>
                <a:cubicBezTo>
                  <a:pt x="17439" y="19319"/>
                  <a:pt x="17395" y="19275"/>
                  <a:pt x="17365" y="19231"/>
                </a:cubicBezTo>
                <a:cubicBezTo>
                  <a:pt x="17645" y="18495"/>
                  <a:pt x="17925" y="17715"/>
                  <a:pt x="18145" y="16921"/>
                </a:cubicBezTo>
                <a:cubicBezTo>
                  <a:pt x="18911" y="14257"/>
                  <a:pt x="18808" y="11505"/>
                  <a:pt x="17866" y="9239"/>
                </a:cubicBezTo>
                <a:close/>
                <a:moveTo>
                  <a:pt x="17159" y="19128"/>
                </a:moveTo>
                <a:cubicBezTo>
                  <a:pt x="17204" y="19172"/>
                  <a:pt x="17233" y="19202"/>
                  <a:pt x="17248" y="19246"/>
                </a:cubicBezTo>
                <a:cubicBezTo>
                  <a:pt x="17262" y="19260"/>
                  <a:pt x="17233" y="19275"/>
                  <a:pt x="17233" y="19305"/>
                </a:cubicBezTo>
                <a:cubicBezTo>
                  <a:pt x="17218" y="19334"/>
                  <a:pt x="17218" y="19378"/>
                  <a:pt x="17204" y="19408"/>
                </a:cubicBezTo>
                <a:cubicBezTo>
                  <a:pt x="17159" y="19378"/>
                  <a:pt x="17145" y="19334"/>
                  <a:pt x="17101" y="19275"/>
                </a:cubicBezTo>
                <a:cubicBezTo>
                  <a:pt x="17130" y="19216"/>
                  <a:pt x="17145" y="19172"/>
                  <a:pt x="17159" y="19128"/>
                </a:cubicBezTo>
                <a:close/>
                <a:moveTo>
                  <a:pt x="16497" y="19349"/>
                </a:moveTo>
                <a:cubicBezTo>
                  <a:pt x="16497" y="19378"/>
                  <a:pt x="16512" y="19378"/>
                  <a:pt x="16512" y="19393"/>
                </a:cubicBezTo>
                <a:lnTo>
                  <a:pt x="16512" y="19452"/>
                </a:lnTo>
                <a:cubicBezTo>
                  <a:pt x="16512" y="19422"/>
                  <a:pt x="16512" y="19422"/>
                  <a:pt x="16497" y="19408"/>
                </a:cubicBezTo>
                <a:lnTo>
                  <a:pt x="16497" y="19349"/>
                </a:lnTo>
                <a:close/>
                <a:moveTo>
                  <a:pt x="16762" y="19246"/>
                </a:moveTo>
                <a:cubicBezTo>
                  <a:pt x="16777" y="19275"/>
                  <a:pt x="16792" y="19319"/>
                  <a:pt x="16821" y="19334"/>
                </a:cubicBezTo>
                <a:cubicBezTo>
                  <a:pt x="16792" y="19378"/>
                  <a:pt x="16792" y="19408"/>
                  <a:pt x="16777" y="19452"/>
                </a:cubicBezTo>
                <a:cubicBezTo>
                  <a:pt x="16762" y="19408"/>
                  <a:pt x="16733" y="19378"/>
                  <a:pt x="16718" y="19349"/>
                </a:cubicBezTo>
                <a:cubicBezTo>
                  <a:pt x="16733" y="19334"/>
                  <a:pt x="16762" y="19305"/>
                  <a:pt x="16762" y="19246"/>
                </a:cubicBezTo>
                <a:close/>
                <a:moveTo>
                  <a:pt x="16939" y="19187"/>
                </a:moveTo>
                <a:cubicBezTo>
                  <a:pt x="16968" y="19216"/>
                  <a:pt x="16998" y="19260"/>
                  <a:pt x="17012" y="19305"/>
                </a:cubicBezTo>
                <a:cubicBezTo>
                  <a:pt x="16998" y="19349"/>
                  <a:pt x="16998" y="19408"/>
                  <a:pt x="16983" y="19452"/>
                </a:cubicBezTo>
                <a:cubicBezTo>
                  <a:pt x="16968" y="19408"/>
                  <a:pt x="16924" y="19378"/>
                  <a:pt x="16909" y="19334"/>
                </a:cubicBezTo>
                <a:cubicBezTo>
                  <a:pt x="16924" y="19275"/>
                  <a:pt x="16924" y="19246"/>
                  <a:pt x="16939" y="19187"/>
                </a:cubicBezTo>
                <a:close/>
                <a:moveTo>
                  <a:pt x="16615" y="19305"/>
                </a:moveTo>
                <a:cubicBezTo>
                  <a:pt x="16630" y="19319"/>
                  <a:pt x="16630" y="19349"/>
                  <a:pt x="16644" y="19378"/>
                </a:cubicBezTo>
                <a:cubicBezTo>
                  <a:pt x="16644" y="19408"/>
                  <a:pt x="16630" y="19422"/>
                  <a:pt x="16630" y="19466"/>
                </a:cubicBezTo>
                <a:cubicBezTo>
                  <a:pt x="16615" y="19452"/>
                  <a:pt x="16615" y="19408"/>
                  <a:pt x="16600" y="19393"/>
                </a:cubicBezTo>
                <a:cubicBezTo>
                  <a:pt x="16600" y="19349"/>
                  <a:pt x="16615" y="19334"/>
                  <a:pt x="16615" y="19305"/>
                </a:cubicBezTo>
                <a:close/>
                <a:moveTo>
                  <a:pt x="18101" y="9680"/>
                </a:moveTo>
                <a:lnTo>
                  <a:pt x="18101" y="9680"/>
                </a:lnTo>
                <a:cubicBezTo>
                  <a:pt x="19176" y="12020"/>
                  <a:pt x="19308" y="14919"/>
                  <a:pt x="18440" y="17553"/>
                </a:cubicBezTo>
                <a:cubicBezTo>
                  <a:pt x="18204" y="18230"/>
                  <a:pt x="17939" y="18893"/>
                  <a:pt x="17645" y="19540"/>
                </a:cubicBezTo>
                <a:lnTo>
                  <a:pt x="17513" y="19408"/>
                </a:lnTo>
                <a:cubicBezTo>
                  <a:pt x="17792" y="18716"/>
                  <a:pt x="18087" y="17995"/>
                  <a:pt x="18307" y="17259"/>
                </a:cubicBezTo>
                <a:cubicBezTo>
                  <a:pt x="19117" y="14669"/>
                  <a:pt x="19028" y="11946"/>
                  <a:pt x="18101" y="9680"/>
                </a:cubicBezTo>
                <a:close/>
                <a:moveTo>
                  <a:pt x="17336" y="19319"/>
                </a:moveTo>
                <a:lnTo>
                  <a:pt x="17439" y="19422"/>
                </a:lnTo>
                <a:cubicBezTo>
                  <a:pt x="17410" y="19496"/>
                  <a:pt x="17380" y="19555"/>
                  <a:pt x="17365" y="19614"/>
                </a:cubicBezTo>
                <a:cubicBezTo>
                  <a:pt x="17336" y="19569"/>
                  <a:pt x="17292" y="19540"/>
                  <a:pt x="17277" y="19481"/>
                </a:cubicBezTo>
                <a:cubicBezTo>
                  <a:pt x="17292" y="19422"/>
                  <a:pt x="17307" y="19393"/>
                  <a:pt x="17336" y="19334"/>
                </a:cubicBezTo>
                <a:lnTo>
                  <a:pt x="17336" y="19319"/>
                </a:lnTo>
                <a:close/>
                <a:moveTo>
                  <a:pt x="17086" y="19393"/>
                </a:moveTo>
                <a:cubicBezTo>
                  <a:pt x="17130" y="19422"/>
                  <a:pt x="17145" y="19466"/>
                  <a:pt x="17174" y="19496"/>
                </a:cubicBezTo>
                <a:cubicBezTo>
                  <a:pt x="17145" y="19555"/>
                  <a:pt x="17130" y="19584"/>
                  <a:pt x="17101" y="19643"/>
                </a:cubicBezTo>
                <a:cubicBezTo>
                  <a:pt x="17086" y="19614"/>
                  <a:pt x="17056" y="19569"/>
                  <a:pt x="17027" y="19540"/>
                </a:cubicBezTo>
                <a:cubicBezTo>
                  <a:pt x="17056" y="19481"/>
                  <a:pt x="17071" y="19422"/>
                  <a:pt x="17086" y="19393"/>
                </a:cubicBezTo>
                <a:close/>
                <a:moveTo>
                  <a:pt x="16895" y="19452"/>
                </a:moveTo>
                <a:cubicBezTo>
                  <a:pt x="16909" y="19481"/>
                  <a:pt x="16924" y="19525"/>
                  <a:pt x="16968" y="19555"/>
                </a:cubicBezTo>
                <a:cubicBezTo>
                  <a:pt x="16924" y="19584"/>
                  <a:pt x="16924" y="19628"/>
                  <a:pt x="16909" y="19687"/>
                </a:cubicBezTo>
                <a:lnTo>
                  <a:pt x="16850" y="19569"/>
                </a:lnTo>
                <a:cubicBezTo>
                  <a:pt x="16865" y="19540"/>
                  <a:pt x="16865" y="19481"/>
                  <a:pt x="16895" y="19452"/>
                </a:cubicBezTo>
                <a:close/>
                <a:moveTo>
                  <a:pt x="16571" y="19555"/>
                </a:moveTo>
                <a:cubicBezTo>
                  <a:pt x="16571" y="19569"/>
                  <a:pt x="16600" y="19584"/>
                  <a:pt x="16600" y="19614"/>
                </a:cubicBezTo>
                <a:cubicBezTo>
                  <a:pt x="16600" y="19643"/>
                  <a:pt x="16571" y="19672"/>
                  <a:pt x="16571" y="19702"/>
                </a:cubicBezTo>
                <a:cubicBezTo>
                  <a:pt x="16571" y="19687"/>
                  <a:pt x="16556" y="19672"/>
                  <a:pt x="16556" y="19643"/>
                </a:cubicBezTo>
                <a:cubicBezTo>
                  <a:pt x="16556" y="19614"/>
                  <a:pt x="16556" y="19584"/>
                  <a:pt x="16571" y="19555"/>
                </a:cubicBezTo>
                <a:close/>
                <a:moveTo>
                  <a:pt x="16703" y="19496"/>
                </a:moveTo>
                <a:cubicBezTo>
                  <a:pt x="16718" y="19540"/>
                  <a:pt x="16747" y="19555"/>
                  <a:pt x="16762" y="19584"/>
                </a:cubicBezTo>
                <a:cubicBezTo>
                  <a:pt x="16747" y="19628"/>
                  <a:pt x="16747" y="19672"/>
                  <a:pt x="16718" y="19702"/>
                </a:cubicBezTo>
                <a:cubicBezTo>
                  <a:pt x="16703" y="19672"/>
                  <a:pt x="16688" y="19643"/>
                  <a:pt x="16688" y="19614"/>
                </a:cubicBezTo>
                <a:cubicBezTo>
                  <a:pt x="16688" y="19569"/>
                  <a:pt x="16703" y="19540"/>
                  <a:pt x="16703" y="19496"/>
                </a:cubicBezTo>
                <a:close/>
                <a:moveTo>
                  <a:pt x="18322" y="9886"/>
                </a:moveTo>
                <a:lnTo>
                  <a:pt x="18322" y="9886"/>
                </a:lnTo>
                <a:cubicBezTo>
                  <a:pt x="19426" y="12285"/>
                  <a:pt x="19573" y="15228"/>
                  <a:pt x="18631" y="17862"/>
                </a:cubicBezTo>
                <a:cubicBezTo>
                  <a:pt x="18410" y="18510"/>
                  <a:pt x="18145" y="19113"/>
                  <a:pt x="17851" y="19717"/>
                </a:cubicBezTo>
                <a:cubicBezTo>
                  <a:pt x="17807" y="19687"/>
                  <a:pt x="17748" y="19643"/>
                  <a:pt x="17719" y="19599"/>
                </a:cubicBezTo>
                <a:cubicBezTo>
                  <a:pt x="18013" y="18937"/>
                  <a:pt x="18293" y="18274"/>
                  <a:pt x="18528" y="17568"/>
                </a:cubicBezTo>
                <a:cubicBezTo>
                  <a:pt x="19367" y="15007"/>
                  <a:pt x="19279" y="12197"/>
                  <a:pt x="18322" y="9886"/>
                </a:cubicBezTo>
                <a:close/>
                <a:moveTo>
                  <a:pt x="17498" y="19496"/>
                </a:moveTo>
                <a:lnTo>
                  <a:pt x="17630" y="19628"/>
                </a:lnTo>
                <a:cubicBezTo>
                  <a:pt x="17586" y="19687"/>
                  <a:pt x="17571" y="19746"/>
                  <a:pt x="17527" y="19790"/>
                </a:cubicBezTo>
                <a:cubicBezTo>
                  <a:pt x="17498" y="19761"/>
                  <a:pt x="17454" y="19717"/>
                  <a:pt x="17424" y="19672"/>
                </a:cubicBezTo>
                <a:cubicBezTo>
                  <a:pt x="17439" y="19614"/>
                  <a:pt x="17483" y="19555"/>
                  <a:pt x="17498" y="19496"/>
                </a:cubicBezTo>
                <a:close/>
                <a:moveTo>
                  <a:pt x="17233" y="19555"/>
                </a:moveTo>
                <a:cubicBezTo>
                  <a:pt x="17277" y="19584"/>
                  <a:pt x="17307" y="19628"/>
                  <a:pt x="17336" y="19672"/>
                </a:cubicBezTo>
                <a:cubicBezTo>
                  <a:pt x="17307" y="19746"/>
                  <a:pt x="17292" y="19790"/>
                  <a:pt x="17277" y="19834"/>
                </a:cubicBezTo>
                <a:cubicBezTo>
                  <a:pt x="17233" y="19820"/>
                  <a:pt x="17204" y="19775"/>
                  <a:pt x="17189" y="19717"/>
                </a:cubicBezTo>
                <a:lnTo>
                  <a:pt x="17233" y="19555"/>
                </a:lnTo>
                <a:close/>
                <a:moveTo>
                  <a:pt x="17277" y="19834"/>
                </a:moveTo>
                <a:cubicBezTo>
                  <a:pt x="17277" y="19842"/>
                  <a:pt x="17273" y="19845"/>
                  <a:pt x="17272" y="19845"/>
                </a:cubicBezTo>
                <a:cubicBezTo>
                  <a:pt x="17270" y="19845"/>
                  <a:pt x="17270" y="19842"/>
                  <a:pt x="17277" y="19834"/>
                </a:cubicBezTo>
                <a:close/>
                <a:moveTo>
                  <a:pt x="16998" y="19628"/>
                </a:moveTo>
                <a:cubicBezTo>
                  <a:pt x="17012" y="19672"/>
                  <a:pt x="17056" y="19702"/>
                  <a:pt x="17071" y="19746"/>
                </a:cubicBezTo>
                <a:cubicBezTo>
                  <a:pt x="17071" y="19790"/>
                  <a:pt x="17056" y="19849"/>
                  <a:pt x="17042" y="19893"/>
                </a:cubicBezTo>
                <a:cubicBezTo>
                  <a:pt x="17012" y="19849"/>
                  <a:pt x="16983" y="19820"/>
                  <a:pt x="16968" y="19775"/>
                </a:cubicBezTo>
                <a:cubicBezTo>
                  <a:pt x="16983" y="19717"/>
                  <a:pt x="16998" y="19687"/>
                  <a:pt x="16998" y="19628"/>
                </a:cubicBezTo>
                <a:close/>
                <a:moveTo>
                  <a:pt x="16541" y="19820"/>
                </a:moveTo>
                <a:cubicBezTo>
                  <a:pt x="16541" y="19834"/>
                  <a:pt x="16556" y="19849"/>
                  <a:pt x="16556" y="19849"/>
                </a:cubicBezTo>
                <a:cubicBezTo>
                  <a:pt x="16556" y="19864"/>
                  <a:pt x="16556" y="19879"/>
                  <a:pt x="16541" y="19908"/>
                </a:cubicBezTo>
                <a:cubicBezTo>
                  <a:pt x="16541" y="19893"/>
                  <a:pt x="16541" y="19864"/>
                  <a:pt x="16527" y="19864"/>
                </a:cubicBezTo>
                <a:cubicBezTo>
                  <a:pt x="16541" y="19849"/>
                  <a:pt x="16541" y="19834"/>
                  <a:pt x="16541" y="19820"/>
                </a:cubicBezTo>
                <a:close/>
                <a:moveTo>
                  <a:pt x="16821" y="19672"/>
                </a:moveTo>
                <a:cubicBezTo>
                  <a:pt x="16836" y="19702"/>
                  <a:pt x="16850" y="19746"/>
                  <a:pt x="16865" y="19761"/>
                </a:cubicBezTo>
                <a:cubicBezTo>
                  <a:pt x="16850" y="19834"/>
                  <a:pt x="16850" y="19864"/>
                  <a:pt x="16836" y="19908"/>
                </a:cubicBezTo>
                <a:lnTo>
                  <a:pt x="16777" y="19790"/>
                </a:lnTo>
                <a:cubicBezTo>
                  <a:pt x="16792" y="19761"/>
                  <a:pt x="16792" y="19702"/>
                  <a:pt x="16821" y="19672"/>
                </a:cubicBezTo>
                <a:close/>
                <a:moveTo>
                  <a:pt x="18543" y="10210"/>
                </a:moveTo>
                <a:cubicBezTo>
                  <a:pt x="19676" y="12638"/>
                  <a:pt x="19808" y="15567"/>
                  <a:pt x="18822" y="18201"/>
                </a:cubicBezTo>
                <a:cubicBezTo>
                  <a:pt x="18602" y="18775"/>
                  <a:pt x="18322" y="19349"/>
                  <a:pt x="18042" y="19908"/>
                </a:cubicBezTo>
                <a:cubicBezTo>
                  <a:pt x="17998" y="19864"/>
                  <a:pt x="17954" y="19834"/>
                  <a:pt x="17895" y="19775"/>
                </a:cubicBezTo>
                <a:cubicBezTo>
                  <a:pt x="18190" y="19172"/>
                  <a:pt x="18469" y="18539"/>
                  <a:pt x="18705" y="17907"/>
                </a:cubicBezTo>
                <a:cubicBezTo>
                  <a:pt x="19617" y="15361"/>
                  <a:pt x="19514" y="12564"/>
                  <a:pt x="18543" y="10210"/>
                </a:cubicBezTo>
                <a:close/>
                <a:moveTo>
                  <a:pt x="16674" y="19746"/>
                </a:moveTo>
                <a:cubicBezTo>
                  <a:pt x="16688" y="19761"/>
                  <a:pt x="16688" y="19790"/>
                  <a:pt x="16703" y="19820"/>
                </a:cubicBezTo>
                <a:cubicBezTo>
                  <a:pt x="16703" y="19849"/>
                  <a:pt x="16688" y="19893"/>
                  <a:pt x="16688" y="19923"/>
                </a:cubicBezTo>
                <a:cubicBezTo>
                  <a:pt x="16674" y="19908"/>
                  <a:pt x="16674" y="19864"/>
                  <a:pt x="16644" y="19849"/>
                </a:cubicBezTo>
                <a:cubicBezTo>
                  <a:pt x="16644" y="19820"/>
                  <a:pt x="16644" y="19775"/>
                  <a:pt x="16674" y="19746"/>
                </a:cubicBezTo>
                <a:close/>
                <a:moveTo>
                  <a:pt x="17660" y="19672"/>
                </a:moveTo>
                <a:lnTo>
                  <a:pt x="17778" y="19775"/>
                </a:lnTo>
                <a:lnTo>
                  <a:pt x="17792" y="19790"/>
                </a:lnTo>
                <a:cubicBezTo>
                  <a:pt x="17778" y="19864"/>
                  <a:pt x="17748" y="19923"/>
                  <a:pt x="17719" y="19982"/>
                </a:cubicBezTo>
                <a:lnTo>
                  <a:pt x="17586" y="19849"/>
                </a:lnTo>
                <a:cubicBezTo>
                  <a:pt x="17601" y="19790"/>
                  <a:pt x="17645" y="19746"/>
                  <a:pt x="17660" y="19672"/>
                </a:cubicBezTo>
                <a:close/>
                <a:moveTo>
                  <a:pt x="17365" y="19761"/>
                </a:moveTo>
                <a:cubicBezTo>
                  <a:pt x="17410" y="19790"/>
                  <a:pt x="17439" y="19834"/>
                  <a:pt x="17468" y="19879"/>
                </a:cubicBezTo>
                <a:cubicBezTo>
                  <a:pt x="17468" y="19937"/>
                  <a:pt x="17439" y="19996"/>
                  <a:pt x="17424" y="20055"/>
                </a:cubicBezTo>
                <a:cubicBezTo>
                  <a:pt x="17380" y="20011"/>
                  <a:pt x="17351" y="19982"/>
                  <a:pt x="17307" y="19923"/>
                </a:cubicBezTo>
                <a:cubicBezTo>
                  <a:pt x="17307" y="19908"/>
                  <a:pt x="17336" y="19893"/>
                  <a:pt x="17336" y="19864"/>
                </a:cubicBezTo>
                <a:cubicBezTo>
                  <a:pt x="17351" y="19834"/>
                  <a:pt x="17365" y="19790"/>
                  <a:pt x="17365" y="19761"/>
                </a:cubicBezTo>
                <a:close/>
                <a:moveTo>
                  <a:pt x="18852" y="10769"/>
                </a:moveTo>
                <a:cubicBezTo>
                  <a:pt x="19911" y="13153"/>
                  <a:pt x="20000" y="16023"/>
                  <a:pt x="19028" y="18510"/>
                </a:cubicBezTo>
                <a:cubicBezTo>
                  <a:pt x="18808" y="19040"/>
                  <a:pt x="18543" y="19555"/>
                  <a:pt x="18263" y="20070"/>
                </a:cubicBezTo>
                <a:cubicBezTo>
                  <a:pt x="18219" y="20040"/>
                  <a:pt x="18160" y="19996"/>
                  <a:pt x="18116" y="19967"/>
                </a:cubicBezTo>
                <a:cubicBezTo>
                  <a:pt x="18410" y="19393"/>
                  <a:pt x="18690" y="18819"/>
                  <a:pt x="18911" y="18230"/>
                </a:cubicBezTo>
                <a:cubicBezTo>
                  <a:pt x="19838" y="15787"/>
                  <a:pt x="19794" y="13080"/>
                  <a:pt x="18852" y="10769"/>
                </a:cubicBezTo>
                <a:close/>
                <a:moveTo>
                  <a:pt x="17145" y="19834"/>
                </a:moveTo>
                <a:cubicBezTo>
                  <a:pt x="17189" y="19864"/>
                  <a:pt x="17204" y="19908"/>
                  <a:pt x="17233" y="19937"/>
                </a:cubicBezTo>
                <a:cubicBezTo>
                  <a:pt x="17204" y="19996"/>
                  <a:pt x="17189" y="20040"/>
                  <a:pt x="17159" y="20085"/>
                </a:cubicBezTo>
                <a:cubicBezTo>
                  <a:pt x="17145" y="20055"/>
                  <a:pt x="17115" y="20011"/>
                  <a:pt x="17086" y="19982"/>
                </a:cubicBezTo>
                <a:cubicBezTo>
                  <a:pt x="17101" y="19923"/>
                  <a:pt x="17130" y="19864"/>
                  <a:pt x="17145" y="19834"/>
                </a:cubicBezTo>
                <a:close/>
                <a:moveTo>
                  <a:pt x="16615" y="19996"/>
                </a:moveTo>
                <a:cubicBezTo>
                  <a:pt x="16615" y="20011"/>
                  <a:pt x="16630" y="20040"/>
                  <a:pt x="16630" y="20070"/>
                </a:cubicBezTo>
                <a:cubicBezTo>
                  <a:pt x="16630" y="20085"/>
                  <a:pt x="16615" y="20129"/>
                  <a:pt x="16615" y="20143"/>
                </a:cubicBezTo>
                <a:cubicBezTo>
                  <a:pt x="16615" y="20129"/>
                  <a:pt x="16600" y="20114"/>
                  <a:pt x="16600" y="20070"/>
                </a:cubicBezTo>
                <a:cubicBezTo>
                  <a:pt x="16600" y="20055"/>
                  <a:pt x="16615" y="20011"/>
                  <a:pt x="16615" y="19996"/>
                </a:cubicBezTo>
                <a:close/>
                <a:moveTo>
                  <a:pt x="16762" y="19923"/>
                </a:moveTo>
                <a:cubicBezTo>
                  <a:pt x="16762" y="19952"/>
                  <a:pt x="16777" y="19996"/>
                  <a:pt x="16792" y="20011"/>
                </a:cubicBezTo>
                <a:cubicBezTo>
                  <a:pt x="16777" y="20055"/>
                  <a:pt x="16777" y="20085"/>
                  <a:pt x="16762" y="20143"/>
                </a:cubicBezTo>
                <a:cubicBezTo>
                  <a:pt x="16747" y="20114"/>
                  <a:pt x="16747" y="20085"/>
                  <a:pt x="16718" y="20055"/>
                </a:cubicBezTo>
                <a:cubicBezTo>
                  <a:pt x="16733" y="20011"/>
                  <a:pt x="16733" y="19982"/>
                  <a:pt x="16762" y="19923"/>
                </a:cubicBezTo>
                <a:close/>
                <a:moveTo>
                  <a:pt x="16924" y="19893"/>
                </a:moveTo>
                <a:cubicBezTo>
                  <a:pt x="16939" y="19923"/>
                  <a:pt x="16968" y="19967"/>
                  <a:pt x="16998" y="19996"/>
                </a:cubicBezTo>
                <a:cubicBezTo>
                  <a:pt x="16983" y="20055"/>
                  <a:pt x="16968" y="20085"/>
                  <a:pt x="16939" y="20143"/>
                </a:cubicBezTo>
                <a:lnTo>
                  <a:pt x="16895" y="20040"/>
                </a:lnTo>
                <a:cubicBezTo>
                  <a:pt x="16909" y="19982"/>
                  <a:pt x="16909" y="19923"/>
                  <a:pt x="16924" y="19893"/>
                </a:cubicBezTo>
                <a:close/>
                <a:moveTo>
                  <a:pt x="17881" y="19849"/>
                </a:moveTo>
                <a:cubicBezTo>
                  <a:pt x="17939" y="19893"/>
                  <a:pt x="17969" y="19923"/>
                  <a:pt x="18028" y="19967"/>
                </a:cubicBezTo>
                <a:cubicBezTo>
                  <a:pt x="17969" y="20040"/>
                  <a:pt x="17939" y="20114"/>
                  <a:pt x="17925" y="20158"/>
                </a:cubicBezTo>
                <a:cubicBezTo>
                  <a:pt x="17881" y="20129"/>
                  <a:pt x="17822" y="20085"/>
                  <a:pt x="17792" y="20040"/>
                </a:cubicBezTo>
                <a:cubicBezTo>
                  <a:pt x="17822" y="19982"/>
                  <a:pt x="17836" y="19908"/>
                  <a:pt x="17881" y="19849"/>
                </a:cubicBezTo>
                <a:close/>
                <a:moveTo>
                  <a:pt x="17557" y="19923"/>
                </a:moveTo>
                <a:cubicBezTo>
                  <a:pt x="17586" y="19952"/>
                  <a:pt x="17630" y="19996"/>
                  <a:pt x="17660" y="20055"/>
                </a:cubicBezTo>
                <a:cubicBezTo>
                  <a:pt x="17645" y="20129"/>
                  <a:pt x="17630" y="20188"/>
                  <a:pt x="17586" y="20232"/>
                </a:cubicBezTo>
                <a:cubicBezTo>
                  <a:pt x="17557" y="20202"/>
                  <a:pt x="17513" y="20158"/>
                  <a:pt x="17483" y="20114"/>
                </a:cubicBezTo>
                <a:cubicBezTo>
                  <a:pt x="17498" y="20055"/>
                  <a:pt x="17527" y="19996"/>
                  <a:pt x="17557" y="19923"/>
                </a:cubicBezTo>
                <a:close/>
                <a:moveTo>
                  <a:pt x="18940" y="10813"/>
                </a:moveTo>
                <a:cubicBezTo>
                  <a:pt x="20162" y="13300"/>
                  <a:pt x="20279" y="16288"/>
                  <a:pt x="19205" y="18819"/>
                </a:cubicBezTo>
                <a:cubicBezTo>
                  <a:pt x="18999" y="19305"/>
                  <a:pt x="18764" y="19775"/>
                  <a:pt x="18484" y="20232"/>
                </a:cubicBezTo>
                <a:lnTo>
                  <a:pt x="18322" y="20129"/>
                </a:lnTo>
                <a:cubicBezTo>
                  <a:pt x="18602" y="19614"/>
                  <a:pt x="18867" y="19099"/>
                  <a:pt x="19073" y="18539"/>
                </a:cubicBezTo>
                <a:cubicBezTo>
                  <a:pt x="20044" y="16096"/>
                  <a:pt x="19970" y="13227"/>
                  <a:pt x="18940" y="10813"/>
                </a:cubicBezTo>
                <a:close/>
                <a:moveTo>
                  <a:pt x="17292" y="19996"/>
                </a:moveTo>
                <a:cubicBezTo>
                  <a:pt x="17336" y="20040"/>
                  <a:pt x="17365" y="20070"/>
                  <a:pt x="17380" y="20129"/>
                </a:cubicBezTo>
                <a:cubicBezTo>
                  <a:pt x="17365" y="20188"/>
                  <a:pt x="17336" y="20232"/>
                  <a:pt x="17307" y="20291"/>
                </a:cubicBezTo>
                <a:cubicBezTo>
                  <a:pt x="17277" y="20261"/>
                  <a:pt x="17262" y="20217"/>
                  <a:pt x="17218" y="20158"/>
                </a:cubicBezTo>
                <a:cubicBezTo>
                  <a:pt x="17233" y="20114"/>
                  <a:pt x="17262" y="20055"/>
                  <a:pt x="17292" y="19996"/>
                </a:cubicBezTo>
                <a:close/>
                <a:moveTo>
                  <a:pt x="17056" y="20070"/>
                </a:moveTo>
                <a:cubicBezTo>
                  <a:pt x="17071" y="20099"/>
                  <a:pt x="17101" y="20143"/>
                  <a:pt x="17130" y="20173"/>
                </a:cubicBezTo>
                <a:cubicBezTo>
                  <a:pt x="17101" y="20232"/>
                  <a:pt x="17086" y="20291"/>
                  <a:pt x="17071" y="20320"/>
                </a:cubicBezTo>
                <a:cubicBezTo>
                  <a:pt x="17056" y="20291"/>
                  <a:pt x="17012" y="20246"/>
                  <a:pt x="16998" y="20217"/>
                </a:cubicBezTo>
                <a:cubicBezTo>
                  <a:pt x="17012" y="20158"/>
                  <a:pt x="17042" y="20129"/>
                  <a:pt x="17056" y="20070"/>
                </a:cubicBezTo>
                <a:close/>
                <a:moveTo>
                  <a:pt x="18087" y="20011"/>
                </a:moveTo>
                <a:cubicBezTo>
                  <a:pt x="18131" y="20055"/>
                  <a:pt x="18190" y="20085"/>
                  <a:pt x="18234" y="20129"/>
                </a:cubicBezTo>
                <a:cubicBezTo>
                  <a:pt x="18190" y="20202"/>
                  <a:pt x="18160" y="20246"/>
                  <a:pt x="18116" y="20320"/>
                </a:cubicBezTo>
                <a:cubicBezTo>
                  <a:pt x="18072" y="20291"/>
                  <a:pt x="18013" y="20261"/>
                  <a:pt x="17969" y="20217"/>
                </a:cubicBezTo>
                <a:cubicBezTo>
                  <a:pt x="18013" y="20143"/>
                  <a:pt x="18042" y="20085"/>
                  <a:pt x="18087" y="20011"/>
                </a:cubicBezTo>
                <a:close/>
                <a:moveTo>
                  <a:pt x="16571" y="20261"/>
                </a:moveTo>
                <a:cubicBezTo>
                  <a:pt x="16571" y="20276"/>
                  <a:pt x="16600" y="20291"/>
                  <a:pt x="16600" y="20291"/>
                </a:cubicBezTo>
                <a:cubicBezTo>
                  <a:pt x="16600" y="20305"/>
                  <a:pt x="16571" y="20320"/>
                  <a:pt x="16571" y="20349"/>
                </a:cubicBezTo>
                <a:cubicBezTo>
                  <a:pt x="16571" y="20335"/>
                  <a:pt x="16571" y="20305"/>
                  <a:pt x="16556" y="20305"/>
                </a:cubicBezTo>
                <a:cubicBezTo>
                  <a:pt x="16556" y="20291"/>
                  <a:pt x="16556" y="20276"/>
                  <a:pt x="16571" y="20261"/>
                </a:cubicBezTo>
                <a:close/>
                <a:moveTo>
                  <a:pt x="16836" y="20129"/>
                </a:moveTo>
                <a:cubicBezTo>
                  <a:pt x="16865" y="20158"/>
                  <a:pt x="16895" y="20202"/>
                  <a:pt x="16909" y="20232"/>
                </a:cubicBezTo>
                <a:cubicBezTo>
                  <a:pt x="16895" y="20276"/>
                  <a:pt x="16865" y="20320"/>
                  <a:pt x="16850" y="20364"/>
                </a:cubicBezTo>
                <a:lnTo>
                  <a:pt x="16792" y="20246"/>
                </a:lnTo>
                <a:cubicBezTo>
                  <a:pt x="16821" y="20217"/>
                  <a:pt x="16821" y="20158"/>
                  <a:pt x="16836" y="20129"/>
                </a:cubicBezTo>
                <a:close/>
                <a:moveTo>
                  <a:pt x="16659" y="20188"/>
                </a:moveTo>
                <a:cubicBezTo>
                  <a:pt x="16703" y="20217"/>
                  <a:pt x="16718" y="20232"/>
                  <a:pt x="16718" y="20276"/>
                </a:cubicBezTo>
                <a:cubicBezTo>
                  <a:pt x="16703" y="20305"/>
                  <a:pt x="16703" y="20349"/>
                  <a:pt x="16688" y="20379"/>
                </a:cubicBezTo>
                <a:cubicBezTo>
                  <a:pt x="16674" y="20349"/>
                  <a:pt x="16674" y="20320"/>
                  <a:pt x="16644" y="20291"/>
                </a:cubicBezTo>
                <a:cubicBezTo>
                  <a:pt x="16644" y="20261"/>
                  <a:pt x="16659" y="20217"/>
                  <a:pt x="16659" y="20188"/>
                </a:cubicBezTo>
                <a:close/>
                <a:moveTo>
                  <a:pt x="17733" y="20129"/>
                </a:moveTo>
                <a:cubicBezTo>
                  <a:pt x="17778" y="20158"/>
                  <a:pt x="17822" y="20202"/>
                  <a:pt x="17866" y="20246"/>
                </a:cubicBezTo>
                <a:cubicBezTo>
                  <a:pt x="17822" y="20305"/>
                  <a:pt x="17792" y="20379"/>
                  <a:pt x="17778" y="20438"/>
                </a:cubicBezTo>
                <a:cubicBezTo>
                  <a:pt x="17733" y="20379"/>
                  <a:pt x="17675" y="20349"/>
                  <a:pt x="17645" y="20305"/>
                </a:cubicBezTo>
                <a:cubicBezTo>
                  <a:pt x="17675" y="20246"/>
                  <a:pt x="17704" y="20188"/>
                  <a:pt x="17733" y="20129"/>
                </a:cubicBezTo>
                <a:close/>
                <a:moveTo>
                  <a:pt x="18293" y="20188"/>
                </a:moveTo>
                <a:lnTo>
                  <a:pt x="18454" y="20291"/>
                </a:lnTo>
                <a:cubicBezTo>
                  <a:pt x="18410" y="20364"/>
                  <a:pt x="18381" y="20438"/>
                  <a:pt x="18322" y="20497"/>
                </a:cubicBezTo>
                <a:cubicBezTo>
                  <a:pt x="18293" y="20482"/>
                  <a:pt x="18234" y="20438"/>
                  <a:pt x="18175" y="20379"/>
                </a:cubicBezTo>
                <a:cubicBezTo>
                  <a:pt x="18219" y="20305"/>
                  <a:pt x="18248" y="20261"/>
                  <a:pt x="18293" y="20188"/>
                </a:cubicBezTo>
                <a:close/>
                <a:moveTo>
                  <a:pt x="17439" y="20202"/>
                </a:moveTo>
                <a:cubicBezTo>
                  <a:pt x="17483" y="20232"/>
                  <a:pt x="17513" y="20276"/>
                  <a:pt x="17557" y="20320"/>
                </a:cubicBezTo>
                <a:cubicBezTo>
                  <a:pt x="17513" y="20379"/>
                  <a:pt x="17498" y="20438"/>
                  <a:pt x="17454" y="20511"/>
                </a:cubicBezTo>
                <a:cubicBezTo>
                  <a:pt x="17424" y="20452"/>
                  <a:pt x="17410" y="20408"/>
                  <a:pt x="17365" y="20364"/>
                </a:cubicBezTo>
                <a:cubicBezTo>
                  <a:pt x="17380" y="20305"/>
                  <a:pt x="17424" y="20261"/>
                  <a:pt x="17439" y="20202"/>
                </a:cubicBezTo>
                <a:close/>
                <a:moveTo>
                  <a:pt x="17189" y="20261"/>
                </a:moveTo>
                <a:cubicBezTo>
                  <a:pt x="17218" y="20291"/>
                  <a:pt x="17233" y="20335"/>
                  <a:pt x="17277" y="20364"/>
                </a:cubicBezTo>
                <a:cubicBezTo>
                  <a:pt x="17262" y="20423"/>
                  <a:pt x="17218" y="20482"/>
                  <a:pt x="17204" y="20526"/>
                </a:cubicBezTo>
                <a:cubicBezTo>
                  <a:pt x="17189" y="20497"/>
                  <a:pt x="17145" y="20452"/>
                  <a:pt x="17130" y="20408"/>
                </a:cubicBezTo>
                <a:cubicBezTo>
                  <a:pt x="17145" y="20364"/>
                  <a:pt x="17159" y="20305"/>
                  <a:pt x="17189" y="20261"/>
                </a:cubicBezTo>
                <a:close/>
                <a:moveTo>
                  <a:pt x="16968" y="20305"/>
                </a:moveTo>
                <a:cubicBezTo>
                  <a:pt x="16983" y="20349"/>
                  <a:pt x="16998" y="20379"/>
                  <a:pt x="17042" y="20423"/>
                </a:cubicBezTo>
                <a:cubicBezTo>
                  <a:pt x="17012" y="20482"/>
                  <a:pt x="16983" y="20526"/>
                  <a:pt x="16968" y="20570"/>
                </a:cubicBezTo>
                <a:lnTo>
                  <a:pt x="16909" y="20452"/>
                </a:lnTo>
                <a:cubicBezTo>
                  <a:pt x="16924" y="20408"/>
                  <a:pt x="16939" y="20364"/>
                  <a:pt x="16968" y="20305"/>
                </a:cubicBezTo>
                <a:close/>
                <a:moveTo>
                  <a:pt x="16630" y="20438"/>
                </a:moveTo>
                <a:cubicBezTo>
                  <a:pt x="16630" y="20452"/>
                  <a:pt x="16644" y="20482"/>
                  <a:pt x="16644" y="20511"/>
                </a:cubicBezTo>
                <a:cubicBezTo>
                  <a:pt x="16644" y="20555"/>
                  <a:pt x="16630" y="20570"/>
                  <a:pt x="16630" y="20600"/>
                </a:cubicBezTo>
                <a:cubicBezTo>
                  <a:pt x="16630" y="20585"/>
                  <a:pt x="16615" y="20570"/>
                  <a:pt x="16615" y="20526"/>
                </a:cubicBezTo>
                <a:cubicBezTo>
                  <a:pt x="16615" y="20497"/>
                  <a:pt x="16630" y="20452"/>
                  <a:pt x="16630" y="20438"/>
                </a:cubicBezTo>
                <a:close/>
                <a:moveTo>
                  <a:pt x="16792" y="20408"/>
                </a:moveTo>
                <a:lnTo>
                  <a:pt x="16836" y="20482"/>
                </a:lnTo>
                <a:cubicBezTo>
                  <a:pt x="16821" y="20511"/>
                  <a:pt x="16792" y="20555"/>
                  <a:pt x="16792" y="20600"/>
                </a:cubicBezTo>
                <a:cubicBezTo>
                  <a:pt x="16777" y="20570"/>
                  <a:pt x="16777" y="20541"/>
                  <a:pt x="16762" y="20511"/>
                </a:cubicBezTo>
                <a:cubicBezTo>
                  <a:pt x="16777" y="20482"/>
                  <a:pt x="16777" y="20438"/>
                  <a:pt x="16792" y="20408"/>
                </a:cubicBezTo>
                <a:close/>
                <a:moveTo>
                  <a:pt x="17939" y="20291"/>
                </a:moveTo>
                <a:cubicBezTo>
                  <a:pt x="17984" y="20320"/>
                  <a:pt x="18028" y="20364"/>
                  <a:pt x="18087" y="20408"/>
                </a:cubicBezTo>
                <a:cubicBezTo>
                  <a:pt x="18042" y="20482"/>
                  <a:pt x="18013" y="20526"/>
                  <a:pt x="17969" y="20600"/>
                </a:cubicBezTo>
                <a:cubicBezTo>
                  <a:pt x="17925" y="20570"/>
                  <a:pt x="17866" y="20526"/>
                  <a:pt x="17822" y="20482"/>
                </a:cubicBezTo>
                <a:cubicBezTo>
                  <a:pt x="17866" y="20423"/>
                  <a:pt x="17895" y="20349"/>
                  <a:pt x="17939" y="20291"/>
                </a:cubicBezTo>
                <a:close/>
                <a:moveTo>
                  <a:pt x="17601" y="20379"/>
                </a:moveTo>
                <a:lnTo>
                  <a:pt x="17733" y="20511"/>
                </a:lnTo>
                <a:cubicBezTo>
                  <a:pt x="17704" y="20570"/>
                  <a:pt x="17660" y="20644"/>
                  <a:pt x="17645" y="20688"/>
                </a:cubicBezTo>
                <a:lnTo>
                  <a:pt x="17513" y="20570"/>
                </a:lnTo>
                <a:cubicBezTo>
                  <a:pt x="17557" y="20511"/>
                  <a:pt x="17571" y="20438"/>
                  <a:pt x="17601" y="20379"/>
                </a:cubicBezTo>
                <a:close/>
                <a:moveTo>
                  <a:pt x="17336" y="20452"/>
                </a:moveTo>
                <a:cubicBezTo>
                  <a:pt x="17365" y="20497"/>
                  <a:pt x="17380" y="20526"/>
                  <a:pt x="17424" y="20570"/>
                </a:cubicBezTo>
                <a:cubicBezTo>
                  <a:pt x="17380" y="20629"/>
                  <a:pt x="17365" y="20673"/>
                  <a:pt x="17336" y="20732"/>
                </a:cubicBezTo>
                <a:cubicBezTo>
                  <a:pt x="17292" y="20703"/>
                  <a:pt x="17277" y="20658"/>
                  <a:pt x="17233" y="20600"/>
                </a:cubicBezTo>
                <a:cubicBezTo>
                  <a:pt x="17277" y="20570"/>
                  <a:pt x="17292" y="20511"/>
                  <a:pt x="17336" y="20452"/>
                </a:cubicBezTo>
                <a:close/>
                <a:moveTo>
                  <a:pt x="17071" y="20511"/>
                </a:moveTo>
                <a:cubicBezTo>
                  <a:pt x="17086" y="20541"/>
                  <a:pt x="17130" y="20585"/>
                  <a:pt x="17145" y="20614"/>
                </a:cubicBezTo>
                <a:cubicBezTo>
                  <a:pt x="17130" y="20673"/>
                  <a:pt x="17086" y="20732"/>
                  <a:pt x="17071" y="20776"/>
                </a:cubicBezTo>
                <a:cubicBezTo>
                  <a:pt x="17056" y="20732"/>
                  <a:pt x="17042" y="20688"/>
                  <a:pt x="16998" y="20658"/>
                </a:cubicBezTo>
                <a:cubicBezTo>
                  <a:pt x="17042" y="20629"/>
                  <a:pt x="17056" y="20570"/>
                  <a:pt x="17071" y="20511"/>
                </a:cubicBezTo>
                <a:close/>
                <a:moveTo>
                  <a:pt x="18131" y="20452"/>
                </a:moveTo>
                <a:cubicBezTo>
                  <a:pt x="18190" y="20497"/>
                  <a:pt x="18248" y="20526"/>
                  <a:pt x="18278" y="20570"/>
                </a:cubicBezTo>
                <a:cubicBezTo>
                  <a:pt x="18248" y="20644"/>
                  <a:pt x="18190" y="20688"/>
                  <a:pt x="18160" y="20776"/>
                </a:cubicBezTo>
                <a:cubicBezTo>
                  <a:pt x="18116" y="20747"/>
                  <a:pt x="18072" y="20688"/>
                  <a:pt x="18028" y="20658"/>
                </a:cubicBezTo>
                <a:cubicBezTo>
                  <a:pt x="18072" y="20585"/>
                  <a:pt x="18101" y="20526"/>
                  <a:pt x="18131" y="20452"/>
                </a:cubicBezTo>
                <a:close/>
                <a:moveTo>
                  <a:pt x="16600" y="20688"/>
                </a:moveTo>
                <a:cubicBezTo>
                  <a:pt x="16600" y="20717"/>
                  <a:pt x="16615" y="20732"/>
                  <a:pt x="16615" y="20747"/>
                </a:cubicBezTo>
                <a:cubicBezTo>
                  <a:pt x="16615" y="20776"/>
                  <a:pt x="16600" y="20791"/>
                  <a:pt x="16600" y="20806"/>
                </a:cubicBezTo>
                <a:cubicBezTo>
                  <a:pt x="16571" y="20791"/>
                  <a:pt x="16571" y="20776"/>
                  <a:pt x="16571" y="20747"/>
                </a:cubicBezTo>
                <a:cubicBezTo>
                  <a:pt x="16571" y="20732"/>
                  <a:pt x="16571" y="20717"/>
                  <a:pt x="16600" y="20688"/>
                </a:cubicBezTo>
                <a:close/>
                <a:moveTo>
                  <a:pt x="16850" y="20570"/>
                </a:moveTo>
                <a:cubicBezTo>
                  <a:pt x="16895" y="20600"/>
                  <a:pt x="16909" y="20644"/>
                  <a:pt x="16924" y="20673"/>
                </a:cubicBezTo>
                <a:cubicBezTo>
                  <a:pt x="16909" y="20717"/>
                  <a:pt x="16880" y="20776"/>
                  <a:pt x="16865" y="20806"/>
                </a:cubicBezTo>
                <a:lnTo>
                  <a:pt x="16821" y="20688"/>
                </a:lnTo>
                <a:cubicBezTo>
                  <a:pt x="16836" y="20658"/>
                  <a:pt x="16850" y="20600"/>
                  <a:pt x="16850" y="20570"/>
                </a:cubicBezTo>
                <a:close/>
                <a:moveTo>
                  <a:pt x="16703" y="20629"/>
                </a:moveTo>
                <a:cubicBezTo>
                  <a:pt x="16718" y="20658"/>
                  <a:pt x="16733" y="20673"/>
                  <a:pt x="16733" y="20717"/>
                </a:cubicBezTo>
                <a:cubicBezTo>
                  <a:pt x="16718" y="20747"/>
                  <a:pt x="16718" y="20791"/>
                  <a:pt x="16703" y="20820"/>
                </a:cubicBezTo>
                <a:cubicBezTo>
                  <a:pt x="16688" y="20791"/>
                  <a:pt x="16688" y="20776"/>
                  <a:pt x="16659" y="20732"/>
                </a:cubicBezTo>
                <a:cubicBezTo>
                  <a:pt x="16688" y="20703"/>
                  <a:pt x="16688" y="20658"/>
                  <a:pt x="16703" y="20629"/>
                </a:cubicBezTo>
                <a:close/>
                <a:moveTo>
                  <a:pt x="17792" y="20570"/>
                </a:moveTo>
                <a:cubicBezTo>
                  <a:pt x="17822" y="20600"/>
                  <a:pt x="17881" y="20644"/>
                  <a:pt x="17925" y="20673"/>
                </a:cubicBezTo>
                <a:cubicBezTo>
                  <a:pt x="17881" y="20732"/>
                  <a:pt x="17836" y="20806"/>
                  <a:pt x="17807" y="20865"/>
                </a:cubicBezTo>
                <a:cubicBezTo>
                  <a:pt x="17778" y="20820"/>
                  <a:pt x="17733" y="20791"/>
                  <a:pt x="17675" y="20747"/>
                </a:cubicBezTo>
                <a:cubicBezTo>
                  <a:pt x="17719" y="20688"/>
                  <a:pt x="17748" y="20629"/>
                  <a:pt x="17792" y="20570"/>
                </a:cubicBezTo>
                <a:close/>
                <a:moveTo>
                  <a:pt x="17483" y="20644"/>
                </a:moveTo>
                <a:cubicBezTo>
                  <a:pt x="17513" y="20673"/>
                  <a:pt x="17557" y="20717"/>
                  <a:pt x="17586" y="20776"/>
                </a:cubicBezTo>
                <a:cubicBezTo>
                  <a:pt x="17557" y="20820"/>
                  <a:pt x="17513" y="20879"/>
                  <a:pt x="17498" y="20953"/>
                </a:cubicBezTo>
                <a:cubicBezTo>
                  <a:pt x="17454" y="20894"/>
                  <a:pt x="17424" y="20865"/>
                  <a:pt x="17410" y="20820"/>
                </a:cubicBezTo>
                <a:cubicBezTo>
                  <a:pt x="17424" y="20747"/>
                  <a:pt x="17454" y="20703"/>
                  <a:pt x="17483" y="20644"/>
                </a:cubicBezTo>
                <a:close/>
                <a:moveTo>
                  <a:pt x="17218" y="20717"/>
                </a:moveTo>
                <a:cubicBezTo>
                  <a:pt x="17262" y="20747"/>
                  <a:pt x="17277" y="20791"/>
                  <a:pt x="17307" y="20820"/>
                </a:cubicBezTo>
                <a:cubicBezTo>
                  <a:pt x="17277" y="20879"/>
                  <a:pt x="17233" y="20938"/>
                  <a:pt x="17218" y="20997"/>
                </a:cubicBezTo>
                <a:cubicBezTo>
                  <a:pt x="17204" y="20953"/>
                  <a:pt x="17159" y="20923"/>
                  <a:pt x="17145" y="20879"/>
                </a:cubicBezTo>
                <a:cubicBezTo>
                  <a:pt x="17159" y="20820"/>
                  <a:pt x="17204" y="20776"/>
                  <a:pt x="17218" y="20717"/>
                </a:cubicBezTo>
                <a:close/>
                <a:moveTo>
                  <a:pt x="16983" y="20776"/>
                </a:moveTo>
                <a:cubicBezTo>
                  <a:pt x="16998" y="20806"/>
                  <a:pt x="17012" y="20850"/>
                  <a:pt x="17056" y="20879"/>
                </a:cubicBezTo>
                <a:cubicBezTo>
                  <a:pt x="17042" y="20938"/>
                  <a:pt x="17012" y="20968"/>
                  <a:pt x="16983" y="21026"/>
                </a:cubicBezTo>
                <a:lnTo>
                  <a:pt x="16924" y="20923"/>
                </a:lnTo>
                <a:cubicBezTo>
                  <a:pt x="16939" y="20865"/>
                  <a:pt x="16968" y="20820"/>
                  <a:pt x="16983" y="20776"/>
                </a:cubicBezTo>
                <a:close/>
                <a:moveTo>
                  <a:pt x="16644" y="20879"/>
                </a:moveTo>
                <a:cubicBezTo>
                  <a:pt x="16644" y="20894"/>
                  <a:pt x="16659" y="20938"/>
                  <a:pt x="16659" y="20953"/>
                </a:cubicBezTo>
                <a:cubicBezTo>
                  <a:pt x="16644" y="20982"/>
                  <a:pt x="16644" y="21012"/>
                  <a:pt x="16630" y="21041"/>
                </a:cubicBezTo>
                <a:cubicBezTo>
                  <a:pt x="16630" y="21026"/>
                  <a:pt x="16615" y="21012"/>
                  <a:pt x="16615" y="20968"/>
                </a:cubicBezTo>
                <a:cubicBezTo>
                  <a:pt x="16630" y="20938"/>
                  <a:pt x="16630" y="20894"/>
                  <a:pt x="16644" y="20879"/>
                </a:cubicBezTo>
                <a:close/>
                <a:moveTo>
                  <a:pt x="16792" y="20820"/>
                </a:moveTo>
                <a:cubicBezTo>
                  <a:pt x="16821" y="20865"/>
                  <a:pt x="16836" y="20879"/>
                  <a:pt x="16836" y="20923"/>
                </a:cubicBezTo>
                <a:cubicBezTo>
                  <a:pt x="16821" y="20953"/>
                  <a:pt x="16792" y="21012"/>
                  <a:pt x="16777" y="21041"/>
                </a:cubicBezTo>
                <a:cubicBezTo>
                  <a:pt x="16762" y="21012"/>
                  <a:pt x="16762" y="20982"/>
                  <a:pt x="16747" y="20953"/>
                </a:cubicBezTo>
                <a:cubicBezTo>
                  <a:pt x="16762" y="20894"/>
                  <a:pt x="16777" y="20865"/>
                  <a:pt x="16792" y="20820"/>
                </a:cubicBezTo>
                <a:close/>
                <a:moveTo>
                  <a:pt x="17969" y="20732"/>
                </a:moveTo>
                <a:cubicBezTo>
                  <a:pt x="18028" y="20776"/>
                  <a:pt x="18072" y="20806"/>
                  <a:pt x="18116" y="20865"/>
                </a:cubicBezTo>
                <a:cubicBezTo>
                  <a:pt x="18087" y="20938"/>
                  <a:pt x="18028" y="20982"/>
                  <a:pt x="17984" y="21056"/>
                </a:cubicBezTo>
                <a:cubicBezTo>
                  <a:pt x="17954" y="21012"/>
                  <a:pt x="17925" y="20968"/>
                  <a:pt x="17866" y="20938"/>
                </a:cubicBezTo>
                <a:cubicBezTo>
                  <a:pt x="17895" y="20865"/>
                  <a:pt x="17939" y="20806"/>
                  <a:pt x="17969" y="20732"/>
                </a:cubicBezTo>
                <a:close/>
                <a:moveTo>
                  <a:pt x="17645" y="20820"/>
                </a:moveTo>
                <a:lnTo>
                  <a:pt x="17778" y="20953"/>
                </a:lnTo>
                <a:cubicBezTo>
                  <a:pt x="17733" y="21012"/>
                  <a:pt x="17704" y="21085"/>
                  <a:pt x="17660" y="21144"/>
                </a:cubicBezTo>
                <a:cubicBezTo>
                  <a:pt x="17630" y="21085"/>
                  <a:pt x="17586" y="21041"/>
                  <a:pt x="17557" y="21012"/>
                </a:cubicBezTo>
                <a:cubicBezTo>
                  <a:pt x="17586" y="20953"/>
                  <a:pt x="17630" y="20879"/>
                  <a:pt x="17645" y="20820"/>
                </a:cubicBezTo>
                <a:close/>
                <a:moveTo>
                  <a:pt x="17351" y="20894"/>
                </a:moveTo>
                <a:cubicBezTo>
                  <a:pt x="17380" y="20938"/>
                  <a:pt x="17410" y="20968"/>
                  <a:pt x="17439" y="21012"/>
                </a:cubicBezTo>
                <a:cubicBezTo>
                  <a:pt x="17410" y="21071"/>
                  <a:pt x="17365" y="21115"/>
                  <a:pt x="17351" y="21174"/>
                </a:cubicBezTo>
                <a:cubicBezTo>
                  <a:pt x="17336" y="21144"/>
                  <a:pt x="17307" y="21115"/>
                  <a:pt x="17277" y="21085"/>
                </a:cubicBezTo>
                <a:cubicBezTo>
                  <a:pt x="17277" y="21071"/>
                  <a:pt x="17262" y="21071"/>
                  <a:pt x="17262" y="21041"/>
                </a:cubicBezTo>
                <a:cubicBezTo>
                  <a:pt x="17292" y="21012"/>
                  <a:pt x="17336" y="20953"/>
                  <a:pt x="17351" y="20894"/>
                </a:cubicBezTo>
                <a:close/>
                <a:moveTo>
                  <a:pt x="17115" y="20968"/>
                </a:moveTo>
                <a:cubicBezTo>
                  <a:pt x="17130" y="21012"/>
                  <a:pt x="17159" y="21041"/>
                  <a:pt x="17189" y="21085"/>
                </a:cubicBezTo>
                <a:cubicBezTo>
                  <a:pt x="17145" y="21115"/>
                  <a:pt x="17130" y="21174"/>
                  <a:pt x="17086" y="21232"/>
                </a:cubicBezTo>
                <a:lnTo>
                  <a:pt x="17042" y="21115"/>
                </a:lnTo>
                <a:cubicBezTo>
                  <a:pt x="17056" y="21056"/>
                  <a:pt x="17086" y="21012"/>
                  <a:pt x="17115" y="20968"/>
                </a:cubicBezTo>
                <a:close/>
                <a:moveTo>
                  <a:pt x="16571" y="21115"/>
                </a:moveTo>
                <a:cubicBezTo>
                  <a:pt x="16571" y="21144"/>
                  <a:pt x="16571" y="21159"/>
                  <a:pt x="16585" y="21174"/>
                </a:cubicBezTo>
                <a:cubicBezTo>
                  <a:pt x="16585" y="21188"/>
                  <a:pt x="16571" y="21232"/>
                  <a:pt x="16571" y="21247"/>
                </a:cubicBezTo>
                <a:cubicBezTo>
                  <a:pt x="16571" y="21232"/>
                  <a:pt x="16556" y="21218"/>
                  <a:pt x="16556" y="21188"/>
                </a:cubicBezTo>
                <a:cubicBezTo>
                  <a:pt x="16556" y="21174"/>
                  <a:pt x="16571" y="21144"/>
                  <a:pt x="16571" y="21115"/>
                </a:cubicBezTo>
                <a:close/>
                <a:moveTo>
                  <a:pt x="16718" y="21056"/>
                </a:moveTo>
                <a:cubicBezTo>
                  <a:pt x="16718" y="21100"/>
                  <a:pt x="16733" y="21115"/>
                  <a:pt x="16733" y="21159"/>
                </a:cubicBezTo>
                <a:cubicBezTo>
                  <a:pt x="16718" y="21188"/>
                  <a:pt x="16703" y="21232"/>
                  <a:pt x="16703" y="21262"/>
                </a:cubicBezTo>
                <a:cubicBezTo>
                  <a:pt x="16703" y="21232"/>
                  <a:pt x="16688" y="21203"/>
                  <a:pt x="16688" y="21174"/>
                </a:cubicBezTo>
                <a:cubicBezTo>
                  <a:pt x="16703" y="21144"/>
                  <a:pt x="16703" y="21100"/>
                  <a:pt x="16718" y="21056"/>
                </a:cubicBezTo>
                <a:close/>
                <a:moveTo>
                  <a:pt x="16895" y="21012"/>
                </a:moveTo>
                <a:lnTo>
                  <a:pt x="16939" y="21115"/>
                </a:lnTo>
                <a:cubicBezTo>
                  <a:pt x="16924" y="21174"/>
                  <a:pt x="16909" y="21218"/>
                  <a:pt x="16895" y="21262"/>
                </a:cubicBezTo>
                <a:cubicBezTo>
                  <a:pt x="16865" y="21232"/>
                  <a:pt x="16850" y="21188"/>
                  <a:pt x="16850" y="21159"/>
                </a:cubicBezTo>
                <a:cubicBezTo>
                  <a:pt x="16850" y="21100"/>
                  <a:pt x="16865" y="21056"/>
                  <a:pt x="16895" y="21012"/>
                </a:cubicBezTo>
                <a:close/>
                <a:moveTo>
                  <a:pt x="17822" y="21012"/>
                </a:moveTo>
                <a:cubicBezTo>
                  <a:pt x="17866" y="21041"/>
                  <a:pt x="17925" y="21085"/>
                  <a:pt x="17954" y="21144"/>
                </a:cubicBezTo>
                <a:cubicBezTo>
                  <a:pt x="17925" y="21218"/>
                  <a:pt x="17866" y="21262"/>
                  <a:pt x="17822" y="21335"/>
                </a:cubicBezTo>
                <a:cubicBezTo>
                  <a:pt x="17792" y="21262"/>
                  <a:pt x="17748" y="21232"/>
                  <a:pt x="17719" y="21188"/>
                </a:cubicBezTo>
                <a:cubicBezTo>
                  <a:pt x="17748" y="21144"/>
                  <a:pt x="17792" y="21071"/>
                  <a:pt x="17822" y="21012"/>
                </a:cubicBezTo>
                <a:close/>
                <a:moveTo>
                  <a:pt x="17498" y="21056"/>
                </a:moveTo>
                <a:cubicBezTo>
                  <a:pt x="17527" y="21100"/>
                  <a:pt x="17571" y="21144"/>
                  <a:pt x="17601" y="21188"/>
                </a:cubicBezTo>
                <a:cubicBezTo>
                  <a:pt x="17571" y="21247"/>
                  <a:pt x="17527" y="21321"/>
                  <a:pt x="17498" y="21380"/>
                </a:cubicBezTo>
                <a:cubicBezTo>
                  <a:pt x="17454" y="21335"/>
                  <a:pt x="17439" y="21306"/>
                  <a:pt x="17410" y="21247"/>
                </a:cubicBezTo>
                <a:cubicBezTo>
                  <a:pt x="17439" y="21188"/>
                  <a:pt x="17483" y="21144"/>
                  <a:pt x="17498" y="21056"/>
                </a:cubicBezTo>
                <a:close/>
                <a:moveTo>
                  <a:pt x="17218" y="21144"/>
                </a:moveTo>
                <a:cubicBezTo>
                  <a:pt x="17233" y="21174"/>
                  <a:pt x="17277" y="21218"/>
                  <a:pt x="17307" y="21247"/>
                </a:cubicBezTo>
                <a:cubicBezTo>
                  <a:pt x="17277" y="21306"/>
                  <a:pt x="17262" y="21350"/>
                  <a:pt x="17218" y="21409"/>
                </a:cubicBezTo>
                <a:cubicBezTo>
                  <a:pt x="17204" y="21394"/>
                  <a:pt x="17204" y="21380"/>
                  <a:pt x="17189" y="21350"/>
                </a:cubicBezTo>
                <a:cubicBezTo>
                  <a:pt x="17159" y="21335"/>
                  <a:pt x="17159" y="21321"/>
                  <a:pt x="17145" y="21306"/>
                </a:cubicBezTo>
                <a:cubicBezTo>
                  <a:pt x="17159" y="21247"/>
                  <a:pt x="17204" y="21188"/>
                  <a:pt x="17218" y="21144"/>
                </a:cubicBezTo>
                <a:close/>
                <a:moveTo>
                  <a:pt x="16983" y="21218"/>
                </a:moveTo>
                <a:lnTo>
                  <a:pt x="17042" y="21321"/>
                </a:lnTo>
                <a:cubicBezTo>
                  <a:pt x="17012" y="21380"/>
                  <a:pt x="16983" y="21424"/>
                  <a:pt x="16968" y="21468"/>
                </a:cubicBezTo>
                <a:lnTo>
                  <a:pt x="16909" y="21365"/>
                </a:lnTo>
                <a:cubicBezTo>
                  <a:pt x="16939" y="21306"/>
                  <a:pt x="16968" y="21247"/>
                  <a:pt x="16983" y="21218"/>
                </a:cubicBezTo>
                <a:close/>
                <a:moveTo>
                  <a:pt x="16644" y="21321"/>
                </a:moveTo>
                <a:cubicBezTo>
                  <a:pt x="16644" y="21335"/>
                  <a:pt x="16674" y="21380"/>
                  <a:pt x="16674" y="21394"/>
                </a:cubicBezTo>
                <a:cubicBezTo>
                  <a:pt x="16644" y="21424"/>
                  <a:pt x="16644" y="21468"/>
                  <a:pt x="16630" y="21483"/>
                </a:cubicBezTo>
                <a:cubicBezTo>
                  <a:pt x="16615" y="21453"/>
                  <a:pt x="16615" y="21424"/>
                  <a:pt x="16615" y="21409"/>
                </a:cubicBezTo>
                <a:cubicBezTo>
                  <a:pt x="16630" y="21380"/>
                  <a:pt x="16630" y="21335"/>
                  <a:pt x="16644" y="21321"/>
                </a:cubicBezTo>
                <a:close/>
                <a:moveTo>
                  <a:pt x="16792" y="21262"/>
                </a:moveTo>
                <a:cubicBezTo>
                  <a:pt x="16806" y="21306"/>
                  <a:pt x="16836" y="21335"/>
                  <a:pt x="16836" y="21365"/>
                </a:cubicBezTo>
                <a:cubicBezTo>
                  <a:pt x="16821" y="21394"/>
                  <a:pt x="16792" y="21453"/>
                  <a:pt x="16777" y="21483"/>
                </a:cubicBezTo>
                <a:cubicBezTo>
                  <a:pt x="16762" y="21453"/>
                  <a:pt x="16762" y="21409"/>
                  <a:pt x="16733" y="21394"/>
                </a:cubicBezTo>
                <a:cubicBezTo>
                  <a:pt x="16762" y="21365"/>
                  <a:pt x="16777" y="21306"/>
                  <a:pt x="16792" y="21262"/>
                </a:cubicBezTo>
                <a:close/>
                <a:moveTo>
                  <a:pt x="17660" y="21262"/>
                </a:moveTo>
                <a:cubicBezTo>
                  <a:pt x="17704" y="21306"/>
                  <a:pt x="17733" y="21365"/>
                  <a:pt x="17763" y="21394"/>
                </a:cubicBezTo>
                <a:cubicBezTo>
                  <a:pt x="17733" y="21453"/>
                  <a:pt x="17675" y="21527"/>
                  <a:pt x="17645" y="21586"/>
                </a:cubicBezTo>
                <a:cubicBezTo>
                  <a:pt x="17630" y="21541"/>
                  <a:pt x="17586" y="21483"/>
                  <a:pt x="17557" y="21453"/>
                </a:cubicBezTo>
                <a:cubicBezTo>
                  <a:pt x="17586" y="21394"/>
                  <a:pt x="17630" y="21321"/>
                  <a:pt x="17660" y="21262"/>
                </a:cubicBezTo>
                <a:close/>
                <a:moveTo>
                  <a:pt x="17365" y="21335"/>
                </a:moveTo>
                <a:cubicBezTo>
                  <a:pt x="17410" y="21380"/>
                  <a:pt x="17424" y="21409"/>
                  <a:pt x="17454" y="21468"/>
                </a:cubicBezTo>
                <a:lnTo>
                  <a:pt x="17351" y="21630"/>
                </a:lnTo>
                <a:cubicBezTo>
                  <a:pt x="17307" y="21600"/>
                  <a:pt x="17292" y="21541"/>
                  <a:pt x="17277" y="21512"/>
                </a:cubicBezTo>
                <a:cubicBezTo>
                  <a:pt x="17307" y="21453"/>
                  <a:pt x="17336" y="21394"/>
                  <a:pt x="17365" y="21335"/>
                </a:cubicBezTo>
                <a:close/>
                <a:moveTo>
                  <a:pt x="17086" y="21394"/>
                </a:moveTo>
                <a:cubicBezTo>
                  <a:pt x="17096" y="21394"/>
                  <a:pt x="17099" y="21401"/>
                  <a:pt x="17096" y="21401"/>
                </a:cubicBezTo>
                <a:cubicBezTo>
                  <a:pt x="17094" y="21401"/>
                  <a:pt x="17091" y="21399"/>
                  <a:pt x="17086" y="21394"/>
                </a:cubicBezTo>
                <a:lnTo>
                  <a:pt x="17086" y="21394"/>
                </a:lnTo>
                <a:cubicBezTo>
                  <a:pt x="17130" y="21453"/>
                  <a:pt x="17145" y="21468"/>
                  <a:pt x="17159" y="21512"/>
                </a:cubicBezTo>
                <a:cubicBezTo>
                  <a:pt x="17130" y="21556"/>
                  <a:pt x="17115" y="21615"/>
                  <a:pt x="17071" y="21674"/>
                </a:cubicBezTo>
                <a:cubicBezTo>
                  <a:pt x="17071" y="21659"/>
                  <a:pt x="17056" y="21659"/>
                  <a:pt x="17056" y="21630"/>
                </a:cubicBezTo>
                <a:cubicBezTo>
                  <a:pt x="17042" y="21600"/>
                  <a:pt x="17012" y="21586"/>
                  <a:pt x="17012" y="21541"/>
                </a:cubicBezTo>
                <a:cubicBezTo>
                  <a:pt x="17042" y="21512"/>
                  <a:pt x="17071" y="21453"/>
                  <a:pt x="17086" y="21394"/>
                </a:cubicBezTo>
                <a:close/>
                <a:moveTo>
                  <a:pt x="16556" y="21556"/>
                </a:moveTo>
                <a:cubicBezTo>
                  <a:pt x="16556" y="21586"/>
                  <a:pt x="16556" y="21600"/>
                  <a:pt x="16571" y="21615"/>
                </a:cubicBezTo>
                <a:cubicBezTo>
                  <a:pt x="16571" y="21630"/>
                  <a:pt x="16556" y="21674"/>
                  <a:pt x="16556" y="21689"/>
                </a:cubicBezTo>
                <a:cubicBezTo>
                  <a:pt x="16541" y="21674"/>
                  <a:pt x="16541" y="21659"/>
                  <a:pt x="16541" y="21630"/>
                </a:cubicBezTo>
                <a:cubicBezTo>
                  <a:pt x="16541" y="21615"/>
                  <a:pt x="16556" y="21586"/>
                  <a:pt x="16556" y="21556"/>
                </a:cubicBezTo>
                <a:close/>
                <a:moveTo>
                  <a:pt x="16688" y="21512"/>
                </a:moveTo>
                <a:cubicBezTo>
                  <a:pt x="16703" y="21541"/>
                  <a:pt x="16718" y="21556"/>
                  <a:pt x="16718" y="21600"/>
                </a:cubicBezTo>
                <a:lnTo>
                  <a:pt x="16674" y="21703"/>
                </a:lnTo>
                <a:cubicBezTo>
                  <a:pt x="16674" y="21674"/>
                  <a:pt x="16644" y="21644"/>
                  <a:pt x="16644" y="21615"/>
                </a:cubicBezTo>
                <a:cubicBezTo>
                  <a:pt x="16674" y="21586"/>
                  <a:pt x="16688" y="21541"/>
                  <a:pt x="16688" y="21512"/>
                </a:cubicBezTo>
                <a:close/>
                <a:moveTo>
                  <a:pt x="16865" y="21453"/>
                </a:moveTo>
                <a:lnTo>
                  <a:pt x="16924" y="21556"/>
                </a:lnTo>
                <a:cubicBezTo>
                  <a:pt x="16909" y="21615"/>
                  <a:pt x="16865" y="21659"/>
                  <a:pt x="16850" y="21703"/>
                </a:cubicBezTo>
                <a:cubicBezTo>
                  <a:pt x="16836" y="21674"/>
                  <a:pt x="16836" y="21630"/>
                  <a:pt x="16806" y="21600"/>
                </a:cubicBezTo>
                <a:cubicBezTo>
                  <a:pt x="16836" y="21541"/>
                  <a:pt x="16850" y="21512"/>
                  <a:pt x="16865" y="21453"/>
                </a:cubicBezTo>
                <a:close/>
                <a:moveTo>
                  <a:pt x="17513" y="21527"/>
                </a:moveTo>
                <a:cubicBezTo>
                  <a:pt x="17557" y="21556"/>
                  <a:pt x="17586" y="21615"/>
                  <a:pt x="17616" y="21644"/>
                </a:cubicBezTo>
                <a:cubicBezTo>
                  <a:pt x="17586" y="21703"/>
                  <a:pt x="17542" y="21777"/>
                  <a:pt x="17498" y="21836"/>
                </a:cubicBezTo>
                <a:cubicBezTo>
                  <a:pt x="17454" y="21777"/>
                  <a:pt x="17424" y="21747"/>
                  <a:pt x="17410" y="21689"/>
                </a:cubicBezTo>
                <a:lnTo>
                  <a:pt x="17513" y="21527"/>
                </a:lnTo>
                <a:close/>
                <a:moveTo>
                  <a:pt x="17218" y="21586"/>
                </a:moveTo>
                <a:cubicBezTo>
                  <a:pt x="17233" y="21615"/>
                  <a:pt x="17277" y="21659"/>
                  <a:pt x="17292" y="21703"/>
                </a:cubicBezTo>
                <a:cubicBezTo>
                  <a:pt x="17262" y="21762"/>
                  <a:pt x="17233" y="21821"/>
                  <a:pt x="17204" y="21880"/>
                </a:cubicBezTo>
                <a:cubicBezTo>
                  <a:pt x="17189" y="21836"/>
                  <a:pt x="17145" y="21792"/>
                  <a:pt x="17130" y="21747"/>
                </a:cubicBezTo>
                <a:cubicBezTo>
                  <a:pt x="17159" y="21689"/>
                  <a:pt x="17174" y="21630"/>
                  <a:pt x="17218" y="21586"/>
                </a:cubicBezTo>
                <a:close/>
                <a:moveTo>
                  <a:pt x="16497" y="21836"/>
                </a:moveTo>
                <a:lnTo>
                  <a:pt x="16497" y="21850"/>
                </a:lnTo>
                <a:cubicBezTo>
                  <a:pt x="16497" y="21880"/>
                  <a:pt x="16482" y="21895"/>
                  <a:pt x="16482" y="21895"/>
                </a:cubicBezTo>
                <a:lnTo>
                  <a:pt x="16482" y="21880"/>
                </a:lnTo>
                <a:cubicBezTo>
                  <a:pt x="16482" y="21850"/>
                  <a:pt x="16482" y="21836"/>
                  <a:pt x="16497" y="21836"/>
                </a:cubicBezTo>
                <a:close/>
                <a:moveTo>
                  <a:pt x="16983" y="21659"/>
                </a:moveTo>
                <a:cubicBezTo>
                  <a:pt x="16983" y="21674"/>
                  <a:pt x="16998" y="21674"/>
                  <a:pt x="16998" y="21689"/>
                </a:cubicBezTo>
                <a:cubicBezTo>
                  <a:pt x="17012" y="21703"/>
                  <a:pt x="17042" y="21747"/>
                  <a:pt x="17042" y="21762"/>
                </a:cubicBezTo>
                <a:cubicBezTo>
                  <a:pt x="16998" y="21821"/>
                  <a:pt x="16983" y="21880"/>
                  <a:pt x="16939" y="21909"/>
                </a:cubicBezTo>
                <a:lnTo>
                  <a:pt x="16895" y="21806"/>
                </a:lnTo>
                <a:cubicBezTo>
                  <a:pt x="16924" y="21747"/>
                  <a:pt x="16939" y="21689"/>
                  <a:pt x="16983" y="21659"/>
                </a:cubicBezTo>
                <a:close/>
                <a:moveTo>
                  <a:pt x="16615" y="21762"/>
                </a:moveTo>
                <a:cubicBezTo>
                  <a:pt x="16615" y="21777"/>
                  <a:pt x="16630" y="21821"/>
                  <a:pt x="16630" y="21836"/>
                </a:cubicBezTo>
                <a:cubicBezTo>
                  <a:pt x="16615" y="21880"/>
                  <a:pt x="16615" y="21909"/>
                  <a:pt x="16600" y="21924"/>
                </a:cubicBezTo>
                <a:cubicBezTo>
                  <a:pt x="16600" y="21909"/>
                  <a:pt x="16571" y="21880"/>
                  <a:pt x="16571" y="21850"/>
                </a:cubicBezTo>
                <a:cubicBezTo>
                  <a:pt x="16600" y="21821"/>
                  <a:pt x="16600" y="21777"/>
                  <a:pt x="16615" y="21762"/>
                </a:cubicBezTo>
                <a:close/>
                <a:moveTo>
                  <a:pt x="16777" y="21703"/>
                </a:moveTo>
                <a:cubicBezTo>
                  <a:pt x="16777" y="21733"/>
                  <a:pt x="16792" y="21762"/>
                  <a:pt x="16821" y="21792"/>
                </a:cubicBezTo>
                <a:cubicBezTo>
                  <a:pt x="16792" y="21836"/>
                  <a:pt x="16777" y="21895"/>
                  <a:pt x="16762" y="21924"/>
                </a:cubicBezTo>
                <a:cubicBezTo>
                  <a:pt x="16747" y="21895"/>
                  <a:pt x="16747" y="21865"/>
                  <a:pt x="16718" y="21836"/>
                </a:cubicBezTo>
                <a:cubicBezTo>
                  <a:pt x="16733" y="21792"/>
                  <a:pt x="16762" y="21747"/>
                  <a:pt x="16777" y="21703"/>
                </a:cubicBezTo>
                <a:close/>
                <a:moveTo>
                  <a:pt x="17351" y="21777"/>
                </a:moveTo>
                <a:cubicBezTo>
                  <a:pt x="17380" y="21821"/>
                  <a:pt x="17410" y="21880"/>
                  <a:pt x="17439" y="21909"/>
                </a:cubicBezTo>
                <a:cubicBezTo>
                  <a:pt x="17410" y="21939"/>
                  <a:pt x="17380" y="21998"/>
                  <a:pt x="17351" y="22042"/>
                </a:cubicBezTo>
                <a:cubicBezTo>
                  <a:pt x="17336" y="22057"/>
                  <a:pt x="17336" y="22071"/>
                  <a:pt x="17307" y="22086"/>
                </a:cubicBezTo>
                <a:cubicBezTo>
                  <a:pt x="17292" y="22057"/>
                  <a:pt x="17262" y="22012"/>
                  <a:pt x="17233" y="21968"/>
                </a:cubicBezTo>
                <a:cubicBezTo>
                  <a:pt x="17277" y="21895"/>
                  <a:pt x="17307" y="21836"/>
                  <a:pt x="17351" y="21777"/>
                </a:cubicBezTo>
                <a:close/>
                <a:moveTo>
                  <a:pt x="17086" y="21836"/>
                </a:moveTo>
                <a:cubicBezTo>
                  <a:pt x="17101" y="21880"/>
                  <a:pt x="17130" y="21909"/>
                  <a:pt x="17159" y="21954"/>
                </a:cubicBezTo>
                <a:cubicBezTo>
                  <a:pt x="17130" y="21998"/>
                  <a:pt x="17086" y="22057"/>
                  <a:pt x="17071" y="22115"/>
                </a:cubicBezTo>
                <a:cubicBezTo>
                  <a:pt x="17042" y="22071"/>
                  <a:pt x="17012" y="22042"/>
                  <a:pt x="16998" y="21998"/>
                </a:cubicBezTo>
                <a:cubicBezTo>
                  <a:pt x="17042" y="21954"/>
                  <a:pt x="17056" y="21895"/>
                  <a:pt x="17086" y="21836"/>
                </a:cubicBezTo>
                <a:close/>
                <a:moveTo>
                  <a:pt x="16512" y="22027"/>
                </a:moveTo>
                <a:cubicBezTo>
                  <a:pt x="16512" y="22042"/>
                  <a:pt x="16512" y="22057"/>
                  <a:pt x="16541" y="22071"/>
                </a:cubicBezTo>
                <a:cubicBezTo>
                  <a:pt x="16512" y="22101"/>
                  <a:pt x="16512" y="22130"/>
                  <a:pt x="16497" y="22145"/>
                </a:cubicBezTo>
                <a:lnTo>
                  <a:pt x="16497" y="22101"/>
                </a:lnTo>
                <a:cubicBezTo>
                  <a:pt x="16497" y="22071"/>
                  <a:pt x="16512" y="22042"/>
                  <a:pt x="16512" y="22027"/>
                </a:cubicBezTo>
                <a:close/>
                <a:moveTo>
                  <a:pt x="16674" y="21954"/>
                </a:moveTo>
                <a:cubicBezTo>
                  <a:pt x="16688" y="21983"/>
                  <a:pt x="16688" y="21998"/>
                  <a:pt x="16703" y="22042"/>
                </a:cubicBezTo>
                <a:lnTo>
                  <a:pt x="16644" y="22145"/>
                </a:lnTo>
                <a:cubicBezTo>
                  <a:pt x="16644" y="22115"/>
                  <a:pt x="16630" y="22086"/>
                  <a:pt x="16630" y="22057"/>
                </a:cubicBezTo>
                <a:cubicBezTo>
                  <a:pt x="16630" y="22042"/>
                  <a:pt x="16644" y="21983"/>
                  <a:pt x="16674" y="21954"/>
                </a:cubicBezTo>
                <a:close/>
                <a:moveTo>
                  <a:pt x="16850" y="21895"/>
                </a:moveTo>
                <a:cubicBezTo>
                  <a:pt x="16865" y="21909"/>
                  <a:pt x="16865" y="21924"/>
                  <a:pt x="16865" y="21954"/>
                </a:cubicBezTo>
                <a:cubicBezTo>
                  <a:pt x="16865" y="21968"/>
                  <a:pt x="16880" y="21983"/>
                  <a:pt x="16880" y="21998"/>
                </a:cubicBezTo>
                <a:cubicBezTo>
                  <a:pt x="16865" y="22057"/>
                  <a:pt x="16836" y="22101"/>
                  <a:pt x="16806" y="22145"/>
                </a:cubicBezTo>
                <a:cubicBezTo>
                  <a:pt x="16792" y="22115"/>
                  <a:pt x="16792" y="22071"/>
                  <a:pt x="16777" y="22042"/>
                </a:cubicBezTo>
                <a:cubicBezTo>
                  <a:pt x="16792" y="21983"/>
                  <a:pt x="16836" y="21954"/>
                  <a:pt x="16850" y="21895"/>
                </a:cubicBezTo>
                <a:close/>
                <a:moveTo>
                  <a:pt x="16453" y="22263"/>
                </a:moveTo>
                <a:lnTo>
                  <a:pt x="16453" y="22292"/>
                </a:lnTo>
                <a:cubicBezTo>
                  <a:pt x="16453" y="22307"/>
                  <a:pt x="16424" y="22336"/>
                  <a:pt x="16424" y="22336"/>
                </a:cubicBezTo>
                <a:lnTo>
                  <a:pt x="16424" y="22321"/>
                </a:lnTo>
                <a:cubicBezTo>
                  <a:pt x="16424" y="22292"/>
                  <a:pt x="16453" y="22277"/>
                  <a:pt x="16453" y="22263"/>
                </a:cubicBezTo>
                <a:close/>
                <a:moveTo>
                  <a:pt x="17204" y="22042"/>
                </a:moveTo>
                <a:cubicBezTo>
                  <a:pt x="17218" y="22071"/>
                  <a:pt x="17248" y="22115"/>
                  <a:pt x="17277" y="22160"/>
                </a:cubicBezTo>
                <a:lnTo>
                  <a:pt x="17159" y="22336"/>
                </a:lnTo>
                <a:cubicBezTo>
                  <a:pt x="17145" y="22292"/>
                  <a:pt x="17130" y="22263"/>
                  <a:pt x="17086" y="22204"/>
                </a:cubicBezTo>
                <a:lnTo>
                  <a:pt x="17204" y="22042"/>
                </a:lnTo>
                <a:close/>
                <a:moveTo>
                  <a:pt x="16556" y="22189"/>
                </a:moveTo>
                <a:cubicBezTo>
                  <a:pt x="16556" y="22204"/>
                  <a:pt x="16571" y="22248"/>
                  <a:pt x="16571" y="22263"/>
                </a:cubicBezTo>
                <a:lnTo>
                  <a:pt x="16538" y="22340"/>
                </a:lnTo>
                <a:cubicBezTo>
                  <a:pt x="16538" y="22329"/>
                  <a:pt x="16534" y="22314"/>
                  <a:pt x="16527" y="22292"/>
                </a:cubicBezTo>
                <a:cubicBezTo>
                  <a:pt x="16541" y="22263"/>
                  <a:pt x="16541" y="22218"/>
                  <a:pt x="16556" y="22189"/>
                </a:cubicBezTo>
                <a:close/>
                <a:moveTo>
                  <a:pt x="16718" y="22145"/>
                </a:moveTo>
                <a:cubicBezTo>
                  <a:pt x="16733" y="22160"/>
                  <a:pt x="16762" y="22204"/>
                  <a:pt x="16762" y="22218"/>
                </a:cubicBezTo>
                <a:lnTo>
                  <a:pt x="16762" y="22248"/>
                </a:lnTo>
                <a:cubicBezTo>
                  <a:pt x="16747" y="22277"/>
                  <a:pt x="16703" y="22336"/>
                  <a:pt x="16688" y="22366"/>
                </a:cubicBezTo>
                <a:cubicBezTo>
                  <a:pt x="16674" y="22336"/>
                  <a:pt x="16674" y="22292"/>
                  <a:pt x="16674" y="22277"/>
                </a:cubicBezTo>
                <a:cubicBezTo>
                  <a:pt x="16688" y="22248"/>
                  <a:pt x="16703" y="22189"/>
                  <a:pt x="16718" y="22145"/>
                </a:cubicBezTo>
                <a:close/>
                <a:moveTo>
                  <a:pt x="16968" y="22101"/>
                </a:moveTo>
                <a:cubicBezTo>
                  <a:pt x="16968" y="22130"/>
                  <a:pt x="16983" y="22160"/>
                  <a:pt x="16998" y="22204"/>
                </a:cubicBezTo>
                <a:cubicBezTo>
                  <a:pt x="16968" y="22263"/>
                  <a:pt x="16939" y="22321"/>
                  <a:pt x="16909" y="22366"/>
                </a:cubicBezTo>
                <a:cubicBezTo>
                  <a:pt x="16895" y="22336"/>
                  <a:pt x="16865" y="22292"/>
                  <a:pt x="16865" y="22263"/>
                </a:cubicBezTo>
                <a:cubicBezTo>
                  <a:pt x="16909" y="22204"/>
                  <a:pt x="16924" y="22145"/>
                  <a:pt x="16968" y="22101"/>
                </a:cubicBezTo>
                <a:close/>
                <a:moveTo>
                  <a:pt x="17042" y="22277"/>
                </a:moveTo>
                <a:cubicBezTo>
                  <a:pt x="17056" y="22321"/>
                  <a:pt x="17071" y="22351"/>
                  <a:pt x="17115" y="22395"/>
                </a:cubicBezTo>
                <a:lnTo>
                  <a:pt x="16998" y="22557"/>
                </a:lnTo>
                <a:lnTo>
                  <a:pt x="16939" y="22439"/>
                </a:lnTo>
                <a:cubicBezTo>
                  <a:pt x="16983" y="22395"/>
                  <a:pt x="17012" y="22336"/>
                  <a:pt x="17042" y="22277"/>
                </a:cubicBezTo>
                <a:close/>
                <a:moveTo>
                  <a:pt x="16482" y="22454"/>
                </a:moveTo>
                <a:cubicBezTo>
                  <a:pt x="16482" y="22483"/>
                  <a:pt x="16482" y="22498"/>
                  <a:pt x="16497" y="22513"/>
                </a:cubicBezTo>
                <a:cubicBezTo>
                  <a:pt x="16482" y="22527"/>
                  <a:pt x="16482" y="22572"/>
                  <a:pt x="16468" y="22586"/>
                </a:cubicBezTo>
                <a:cubicBezTo>
                  <a:pt x="16453" y="22572"/>
                  <a:pt x="16453" y="22557"/>
                  <a:pt x="16453" y="22527"/>
                </a:cubicBezTo>
                <a:cubicBezTo>
                  <a:pt x="16468" y="22513"/>
                  <a:pt x="16468" y="22483"/>
                  <a:pt x="16482" y="22454"/>
                </a:cubicBezTo>
                <a:close/>
                <a:moveTo>
                  <a:pt x="16792" y="22336"/>
                </a:moveTo>
                <a:cubicBezTo>
                  <a:pt x="16836" y="22366"/>
                  <a:pt x="16836" y="22410"/>
                  <a:pt x="16850" y="22439"/>
                </a:cubicBezTo>
                <a:cubicBezTo>
                  <a:pt x="16821" y="22498"/>
                  <a:pt x="16792" y="22527"/>
                  <a:pt x="16762" y="22586"/>
                </a:cubicBezTo>
                <a:cubicBezTo>
                  <a:pt x="16747" y="22557"/>
                  <a:pt x="16747" y="22513"/>
                  <a:pt x="16718" y="22483"/>
                </a:cubicBezTo>
                <a:cubicBezTo>
                  <a:pt x="16733" y="22424"/>
                  <a:pt x="16777" y="22395"/>
                  <a:pt x="16792" y="22336"/>
                </a:cubicBezTo>
                <a:close/>
                <a:moveTo>
                  <a:pt x="16615" y="22395"/>
                </a:moveTo>
                <a:cubicBezTo>
                  <a:pt x="16615" y="22424"/>
                  <a:pt x="16630" y="22439"/>
                  <a:pt x="16630" y="22483"/>
                </a:cubicBezTo>
                <a:cubicBezTo>
                  <a:pt x="16615" y="22513"/>
                  <a:pt x="16585" y="22557"/>
                  <a:pt x="16571" y="22616"/>
                </a:cubicBezTo>
                <a:cubicBezTo>
                  <a:pt x="16571" y="22572"/>
                  <a:pt x="16571" y="22527"/>
                  <a:pt x="16556" y="22513"/>
                </a:cubicBezTo>
                <a:cubicBezTo>
                  <a:pt x="16571" y="22483"/>
                  <a:pt x="16600" y="22439"/>
                  <a:pt x="16615" y="22395"/>
                </a:cubicBezTo>
                <a:close/>
                <a:moveTo>
                  <a:pt x="16365" y="22704"/>
                </a:moveTo>
                <a:lnTo>
                  <a:pt x="16365" y="22719"/>
                </a:lnTo>
                <a:cubicBezTo>
                  <a:pt x="16365" y="22733"/>
                  <a:pt x="16350" y="22748"/>
                  <a:pt x="16350" y="22778"/>
                </a:cubicBezTo>
                <a:lnTo>
                  <a:pt x="16350" y="22763"/>
                </a:lnTo>
                <a:cubicBezTo>
                  <a:pt x="16350" y="22733"/>
                  <a:pt x="16365" y="22719"/>
                  <a:pt x="16365" y="22704"/>
                </a:cubicBezTo>
                <a:close/>
                <a:moveTo>
                  <a:pt x="16497" y="22630"/>
                </a:moveTo>
                <a:cubicBezTo>
                  <a:pt x="16497" y="22645"/>
                  <a:pt x="16512" y="22689"/>
                  <a:pt x="16512" y="22704"/>
                </a:cubicBezTo>
                <a:lnTo>
                  <a:pt x="16468" y="22807"/>
                </a:lnTo>
                <a:lnTo>
                  <a:pt x="16468" y="22733"/>
                </a:lnTo>
                <a:cubicBezTo>
                  <a:pt x="16482" y="22704"/>
                  <a:pt x="16497" y="22660"/>
                  <a:pt x="16497" y="22630"/>
                </a:cubicBezTo>
                <a:close/>
                <a:moveTo>
                  <a:pt x="16688" y="22586"/>
                </a:moveTo>
                <a:cubicBezTo>
                  <a:pt x="16703" y="22630"/>
                  <a:pt x="16703" y="22660"/>
                  <a:pt x="16718" y="22689"/>
                </a:cubicBezTo>
                <a:cubicBezTo>
                  <a:pt x="16703" y="22719"/>
                  <a:pt x="16674" y="22778"/>
                  <a:pt x="16644" y="22807"/>
                </a:cubicBezTo>
                <a:cubicBezTo>
                  <a:pt x="16644" y="22792"/>
                  <a:pt x="16630" y="22748"/>
                  <a:pt x="16630" y="22733"/>
                </a:cubicBezTo>
                <a:cubicBezTo>
                  <a:pt x="16615" y="22733"/>
                  <a:pt x="16615" y="22733"/>
                  <a:pt x="16615" y="22719"/>
                </a:cubicBezTo>
                <a:cubicBezTo>
                  <a:pt x="16630" y="22689"/>
                  <a:pt x="16674" y="22630"/>
                  <a:pt x="16688" y="22586"/>
                </a:cubicBezTo>
                <a:close/>
                <a:moveTo>
                  <a:pt x="16895" y="22542"/>
                </a:moveTo>
                <a:lnTo>
                  <a:pt x="16939" y="22645"/>
                </a:lnTo>
                <a:lnTo>
                  <a:pt x="16836" y="22807"/>
                </a:lnTo>
                <a:cubicBezTo>
                  <a:pt x="16821" y="22778"/>
                  <a:pt x="16821" y="22733"/>
                  <a:pt x="16792" y="22704"/>
                </a:cubicBezTo>
                <a:cubicBezTo>
                  <a:pt x="16836" y="22645"/>
                  <a:pt x="16850" y="22586"/>
                  <a:pt x="16895" y="22542"/>
                </a:cubicBezTo>
                <a:close/>
                <a:moveTo>
                  <a:pt x="16409" y="22881"/>
                </a:moveTo>
                <a:lnTo>
                  <a:pt x="16409" y="22940"/>
                </a:lnTo>
                <a:cubicBezTo>
                  <a:pt x="16394" y="22984"/>
                  <a:pt x="16394" y="22998"/>
                  <a:pt x="16365" y="23028"/>
                </a:cubicBezTo>
                <a:lnTo>
                  <a:pt x="16365" y="22984"/>
                </a:lnTo>
                <a:cubicBezTo>
                  <a:pt x="16394" y="22940"/>
                  <a:pt x="16394" y="22925"/>
                  <a:pt x="16409" y="22881"/>
                </a:cubicBezTo>
                <a:close/>
                <a:moveTo>
                  <a:pt x="16762" y="22778"/>
                </a:moveTo>
                <a:cubicBezTo>
                  <a:pt x="16762" y="22836"/>
                  <a:pt x="16777" y="22851"/>
                  <a:pt x="16792" y="22881"/>
                </a:cubicBezTo>
                <a:cubicBezTo>
                  <a:pt x="16762" y="22940"/>
                  <a:pt x="16747" y="22984"/>
                  <a:pt x="16703" y="23028"/>
                </a:cubicBezTo>
                <a:cubicBezTo>
                  <a:pt x="16688" y="22998"/>
                  <a:pt x="16688" y="22954"/>
                  <a:pt x="16674" y="22925"/>
                </a:cubicBezTo>
                <a:cubicBezTo>
                  <a:pt x="16703" y="22866"/>
                  <a:pt x="16718" y="22836"/>
                  <a:pt x="16762" y="22778"/>
                </a:cubicBezTo>
                <a:close/>
                <a:moveTo>
                  <a:pt x="16556" y="22836"/>
                </a:moveTo>
                <a:cubicBezTo>
                  <a:pt x="16556" y="22866"/>
                  <a:pt x="16571" y="22881"/>
                  <a:pt x="16571" y="22925"/>
                </a:cubicBezTo>
                <a:cubicBezTo>
                  <a:pt x="16556" y="22954"/>
                  <a:pt x="16512" y="22998"/>
                  <a:pt x="16497" y="23057"/>
                </a:cubicBezTo>
                <a:lnTo>
                  <a:pt x="16497" y="23013"/>
                </a:lnTo>
                <a:lnTo>
                  <a:pt x="16497" y="22954"/>
                </a:lnTo>
                <a:cubicBezTo>
                  <a:pt x="16512" y="22925"/>
                  <a:pt x="16541" y="22881"/>
                  <a:pt x="16556" y="22836"/>
                </a:cubicBezTo>
                <a:close/>
                <a:moveTo>
                  <a:pt x="16291" y="23146"/>
                </a:moveTo>
                <a:lnTo>
                  <a:pt x="16291" y="23160"/>
                </a:lnTo>
                <a:cubicBezTo>
                  <a:pt x="16291" y="23175"/>
                  <a:pt x="16276" y="23190"/>
                  <a:pt x="16276" y="23219"/>
                </a:cubicBezTo>
                <a:lnTo>
                  <a:pt x="16276" y="23204"/>
                </a:lnTo>
                <a:cubicBezTo>
                  <a:pt x="16276" y="23175"/>
                  <a:pt x="16291" y="23160"/>
                  <a:pt x="16291" y="23146"/>
                </a:cubicBezTo>
                <a:close/>
                <a:moveTo>
                  <a:pt x="16615" y="23057"/>
                </a:moveTo>
                <a:cubicBezTo>
                  <a:pt x="16630" y="23087"/>
                  <a:pt x="16630" y="23131"/>
                  <a:pt x="16644" y="23146"/>
                </a:cubicBezTo>
                <a:cubicBezTo>
                  <a:pt x="16615" y="23175"/>
                  <a:pt x="16600" y="23234"/>
                  <a:pt x="16556" y="23263"/>
                </a:cubicBezTo>
                <a:cubicBezTo>
                  <a:pt x="16541" y="23234"/>
                  <a:pt x="16541" y="23204"/>
                  <a:pt x="16541" y="23175"/>
                </a:cubicBezTo>
                <a:cubicBezTo>
                  <a:pt x="16556" y="23116"/>
                  <a:pt x="16600" y="23087"/>
                  <a:pt x="16615" y="23057"/>
                </a:cubicBezTo>
                <a:close/>
                <a:moveTo>
                  <a:pt x="16424" y="23087"/>
                </a:moveTo>
                <a:cubicBezTo>
                  <a:pt x="16424" y="23101"/>
                  <a:pt x="16424" y="23146"/>
                  <a:pt x="16438" y="23160"/>
                </a:cubicBezTo>
                <a:lnTo>
                  <a:pt x="16394" y="23278"/>
                </a:lnTo>
                <a:cubicBezTo>
                  <a:pt x="16394" y="23234"/>
                  <a:pt x="16394" y="23219"/>
                  <a:pt x="16365" y="23204"/>
                </a:cubicBezTo>
                <a:lnTo>
                  <a:pt x="16424" y="23087"/>
                </a:lnTo>
                <a:close/>
                <a:moveTo>
                  <a:pt x="16321" y="23322"/>
                </a:moveTo>
                <a:lnTo>
                  <a:pt x="16321" y="23381"/>
                </a:lnTo>
                <a:cubicBezTo>
                  <a:pt x="16306" y="23425"/>
                  <a:pt x="16276" y="23440"/>
                  <a:pt x="16276" y="23469"/>
                </a:cubicBezTo>
                <a:lnTo>
                  <a:pt x="16276" y="23425"/>
                </a:lnTo>
                <a:cubicBezTo>
                  <a:pt x="16291" y="23381"/>
                  <a:pt x="16291" y="23366"/>
                  <a:pt x="16321" y="23322"/>
                </a:cubicBezTo>
                <a:close/>
                <a:moveTo>
                  <a:pt x="16482" y="23278"/>
                </a:moveTo>
                <a:cubicBezTo>
                  <a:pt x="16482" y="23307"/>
                  <a:pt x="16497" y="23322"/>
                  <a:pt x="16497" y="23366"/>
                </a:cubicBezTo>
                <a:cubicBezTo>
                  <a:pt x="16482" y="23396"/>
                  <a:pt x="16453" y="23440"/>
                  <a:pt x="16424" y="23499"/>
                </a:cubicBezTo>
                <a:cubicBezTo>
                  <a:pt x="16409" y="23455"/>
                  <a:pt x="16409" y="23440"/>
                  <a:pt x="16409" y="23396"/>
                </a:cubicBezTo>
                <a:cubicBezTo>
                  <a:pt x="16424" y="23366"/>
                  <a:pt x="16453" y="23322"/>
                  <a:pt x="16482" y="23278"/>
                </a:cubicBezTo>
                <a:close/>
                <a:moveTo>
                  <a:pt x="16188" y="23587"/>
                </a:moveTo>
                <a:lnTo>
                  <a:pt x="16188" y="23602"/>
                </a:lnTo>
                <a:cubicBezTo>
                  <a:pt x="16188" y="23616"/>
                  <a:pt x="16173" y="23631"/>
                  <a:pt x="16173" y="23661"/>
                </a:cubicBezTo>
                <a:lnTo>
                  <a:pt x="16173" y="23631"/>
                </a:lnTo>
                <a:cubicBezTo>
                  <a:pt x="16173" y="23616"/>
                  <a:pt x="16188" y="23602"/>
                  <a:pt x="16188" y="23587"/>
                </a:cubicBezTo>
                <a:close/>
                <a:moveTo>
                  <a:pt x="16335" y="23528"/>
                </a:moveTo>
                <a:cubicBezTo>
                  <a:pt x="16335" y="23543"/>
                  <a:pt x="16335" y="23587"/>
                  <a:pt x="16350" y="23602"/>
                </a:cubicBezTo>
                <a:lnTo>
                  <a:pt x="16291" y="23719"/>
                </a:lnTo>
                <a:cubicBezTo>
                  <a:pt x="16276" y="23675"/>
                  <a:pt x="16276" y="23661"/>
                  <a:pt x="16276" y="23631"/>
                </a:cubicBezTo>
                <a:lnTo>
                  <a:pt x="16335" y="23528"/>
                </a:lnTo>
                <a:close/>
                <a:moveTo>
                  <a:pt x="16203" y="23764"/>
                </a:moveTo>
                <a:lnTo>
                  <a:pt x="16203" y="23822"/>
                </a:lnTo>
                <a:cubicBezTo>
                  <a:pt x="16193" y="23832"/>
                  <a:pt x="16183" y="23855"/>
                  <a:pt x="16173" y="23874"/>
                </a:cubicBezTo>
                <a:lnTo>
                  <a:pt x="16173" y="23874"/>
                </a:lnTo>
                <a:cubicBezTo>
                  <a:pt x="16173" y="23871"/>
                  <a:pt x="16173" y="23869"/>
                  <a:pt x="16173" y="23867"/>
                </a:cubicBezTo>
                <a:cubicBezTo>
                  <a:pt x="16188" y="23822"/>
                  <a:pt x="16203" y="23808"/>
                  <a:pt x="16203" y="23764"/>
                </a:cubicBezTo>
                <a:close/>
                <a:moveTo>
                  <a:pt x="16085" y="24043"/>
                </a:moveTo>
                <a:lnTo>
                  <a:pt x="16085" y="24058"/>
                </a:lnTo>
                <a:cubicBezTo>
                  <a:pt x="16085" y="24087"/>
                  <a:pt x="16056" y="24102"/>
                  <a:pt x="16056" y="24102"/>
                </a:cubicBezTo>
                <a:cubicBezTo>
                  <a:pt x="16056" y="24087"/>
                  <a:pt x="16085" y="24058"/>
                  <a:pt x="16085" y="24043"/>
                </a:cubicBezTo>
                <a:close/>
                <a:moveTo>
                  <a:pt x="18528" y="20364"/>
                </a:moveTo>
                <a:cubicBezTo>
                  <a:pt x="19705" y="21144"/>
                  <a:pt x="21103" y="21556"/>
                  <a:pt x="22457" y="21983"/>
                </a:cubicBezTo>
                <a:cubicBezTo>
                  <a:pt x="24194" y="22498"/>
                  <a:pt x="25975" y="23057"/>
                  <a:pt x="27270" y="24279"/>
                </a:cubicBezTo>
                <a:cubicBezTo>
                  <a:pt x="28962" y="25897"/>
                  <a:pt x="29580" y="28694"/>
                  <a:pt x="28933" y="31740"/>
                </a:cubicBezTo>
                <a:cubicBezTo>
                  <a:pt x="28918" y="31843"/>
                  <a:pt x="28888" y="31975"/>
                  <a:pt x="28844" y="32078"/>
                </a:cubicBezTo>
                <a:cubicBezTo>
                  <a:pt x="29271" y="29062"/>
                  <a:pt x="28535" y="26383"/>
                  <a:pt x="26828" y="24705"/>
                </a:cubicBezTo>
                <a:cubicBezTo>
                  <a:pt x="25548" y="23455"/>
                  <a:pt x="23841" y="22866"/>
                  <a:pt x="22192" y="22292"/>
                </a:cubicBezTo>
                <a:cubicBezTo>
                  <a:pt x="20868" y="21836"/>
                  <a:pt x="19499" y="21380"/>
                  <a:pt x="18396" y="20570"/>
                </a:cubicBezTo>
                <a:cubicBezTo>
                  <a:pt x="18440" y="20497"/>
                  <a:pt x="18484" y="20423"/>
                  <a:pt x="18528" y="20364"/>
                </a:cubicBezTo>
                <a:close/>
                <a:moveTo>
                  <a:pt x="18351" y="20644"/>
                </a:moveTo>
                <a:cubicBezTo>
                  <a:pt x="19485" y="21453"/>
                  <a:pt x="20839" y="21924"/>
                  <a:pt x="22163" y="22395"/>
                </a:cubicBezTo>
                <a:cubicBezTo>
                  <a:pt x="23811" y="22954"/>
                  <a:pt x="25518" y="23543"/>
                  <a:pt x="26769" y="24779"/>
                </a:cubicBezTo>
                <a:cubicBezTo>
                  <a:pt x="28491" y="26471"/>
                  <a:pt x="29212" y="29194"/>
                  <a:pt x="28756" y="32226"/>
                </a:cubicBezTo>
                <a:cubicBezTo>
                  <a:pt x="28712" y="32402"/>
                  <a:pt x="28697" y="32579"/>
                  <a:pt x="28638" y="32770"/>
                </a:cubicBezTo>
                <a:lnTo>
                  <a:pt x="28638" y="32711"/>
                </a:lnTo>
                <a:cubicBezTo>
                  <a:pt x="28815" y="30945"/>
                  <a:pt x="28741" y="27619"/>
                  <a:pt x="26298" y="25206"/>
                </a:cubicBezTo>
                <a:cubicBezTo>
                  <a:pt x="25077" y="23970"/>
                  <a:pt x="23458" y="23322"/>
                  <a:pt x="21883" y="22719"/>
                </a:cubicBezTo>
                <a:cubicBezTo>
                  <a:pt x="20544" y="22189"/>
                  <a:pt x="19264" y="21689"/>
                  <a:pt x="18234" y="20850"/>
                </a:cubicBezTo>
                <a:cubicBezTo>
                  <a:pt x="18263" y="20776"/>
                  <a:pt x="18322" y="20688"/>
                  <a:pt x="18351" y="20644"/>
                </a:cubicBezTo>
                <a:close/>
                <a:moveTo>
                  <a:pt x="18160" y="20923"/>
                </a:moveTo>
                <a:cubicBezTo>
                  <a:pt x="19205" y="21762"/>
                  <a:pt x="20485" y="22277"/>
                  <a:pt x="21839" y="22792"/>
                </a:cubicBezTo>
                <a:cubicBezTo>
                  <a:pt x="23399" y="23396"/>
                  <a:pt x="25003" y="24043"/>
                  <a:pt x="26225" y="25265"/>
                </a:cubicBezTo>
                <a:cubicBezTo>
                  <a:pt x="28624" y="27649"/>
                  <a:pt x="28697" y="30945"/>
                  <a:pt x="28535" y="32711"/>
                </a:cubicBezTo>
                <a:cubicBezTo>
                  <a:pt x="28550" y="32844"/>
                  <a:pt x="28535" y="32991"/>
                  <a:pt x="28506" y="33138"/>
                </a:cubicBezTo>
                <a:cubicBezTo>
                  <a:pt x="28491" y="33182"/>
                  <a:pt x="28476" y="33226"/>
                  <a:pt x="28462" y="33285"/>
                </a:cubicBezTo>
                <a:lnTo>
                  <a:pt x="28462" y="33182"/>
                </a:lnTo>
                <a:cubicBezTo>
                  <a:pt x="28565" y="30195"/>
                  <a:pt x="27638" y="27546"/>
                  <a:pt x="25813" y="25706"/>
                </a:cubicBezTo>
                <a:cubicBezTo>
                  <a:pt x="24606" y="24485"/>
                  <a:pt x="23090" y="23808"/>
                  <a:pt x="21589" y="23160"/>
                </a:cubicBezTo>
                <a:cubicBezTo>
                  <a:pt x="20294" y="22572"/>
                  <a:pt x="19043" y="22027"/>
                  <a:pt x="18028" y="21115"/>
                </a:cubicBezTo>
                <a:cubicBezTo>
                  <a:pt x="18057" y="21041"/>
                  <a:pt x="18116" y="20997"/>
                  <a:pt x="18160" y="20923"/>
                </a:cubicBezTo>
                <a:close/>
                <a:moveTo>
                  <a:pt x="18028" y="21174"/>
                </a:moveTo>
                <a:cubicBezTo>
                  <a:pt x="19043" y="22071"/>
                  <a:pt x="20294" y="22630"/>
                  <a:pt x="21604" y="23219"/>
                </a:cubicBezTo>
                <a:cubicBezTo>
                  <a:pt x="23075" y="23867"/>
                  <a:pt x="24591" y="24544"/>
                  <a:pt x="25769" y="25750"/>
                </a:cubicBezTo>
                <a:cubicBezTo>
                  <a:pt x="27579" y="27575"/>
                  <a:pt x="28521" y="30224"/>
                  <a:pt x="28388" y="33182"/>
                </a:cubicBezTo>
                <a:cubicBezTo>
                  <a:pt x="28388" y="33300"/>
                  <a:pt x="28373" y="33403"/>
                  <a:pt x="28373" y="33521"/>
                </a:cubicBezTo>
                <a:cubicBezTo>
                  <a:pt x="28344" y="33594"/>
                  <a:pt x="28315" y="33653"/>
                  <a:pt x="28285" y="33727"/>
                </a:cubicBezTo>
                <a:lnTo>
                  <a:pt x="28285" y="33653"/>
                </a:lnTo>
                <a:cubicBezTo>
                  <a:pt x="28256" y="30739"/>
                  <a:pt x="27211" y="28090"/>
                  <a:pt x="25327" y="26177"/>
                </a:cubicBezTo>
                <a:cubicBezTo>
                  <a:pt x="24179" y="24985"/>
                  <a:pt x="22737" y="24279"/>
                  <a:pt x="21354" y="23587"/>
                </a:cubicBezTo>
                <a:cubicBezTo>
                  <a:pt x="20073" y="22940"/>
                  <a:pt x="18837" y="22336"/>
                  <a:pt x="17895" y="21380"/>
                </a:cubicBezTo>
                <a:cubicBezTo>
                  <a:pt x="17939" y="21306"/>
                  <a:pt x="17998" y="21247"/>
                  <a:pt x="18028" y="21174"/>
                </a:cubicBezTo>
                <a:close/>
                <a:moveTo>
                  <a:pt x="28344" y="33815"/>
                </a:moveTo>
                <a:cubicBezTo>
                  <a:pt x="28329" y="33844"/>
                  <a:pt x="28329" y="33889"/>
                  <a:pt x="28329" y="33918"/>
                </a:cubicBezTo>
                <a:cubicBezTo>
                  <a:pt x="28315" y="33962"/>
                  <a:pt x="28285" y="34021"/>
                  <a:pt x="28285" y="34050"/>
                </a:cubicBezTo>
                <a:lnTo>
                  <a:pt x="28285" y="33947"/>
                </a:lnTo>
                <a:cubicBezTo>
                  <a:pt x="28314" y="33903"/>
                  <a:pt x="28329" y="33844"/>
                  <a:pt x="28344" y="33815"/>
                </a:cubicBezTo>
                <a:close/>
                <a:moveTo>
                  <a:pt x="17866" y="21453"/>
                </a:moveTo>
                <a:cubicBezTo>
                  <a:pt x="18822" y="22410"/>
                  <a:pt x="20059" y="23013"/>
                  <a:pt x="21339" y="23661"/>
                </a:cubicBezTo>
                <a:cubicBezTo>
                  <a:pt x="22722" y="24338"/>
                  <a:pt x="24135" y="25059"/>
                  <a:pt x="25298" y="26236"/>
                </a:cubicBezTo>
                <a:cubicBezTo>
                  <a:pt x="27152" y="28134"/>
                  <a:pt x="28182" y="30754"/>
                  <a:pt x="28241" y="33653"/>
                </a:cubicBezTo>
                <a:cubicBezTo>
                  <a:pt x="28197" y="33741"/>
                  <a:pt x="28197" y="33830"/>
                  <a:pt x="28197" y="33918"/>
                </a:cubicBezTo>
                <a:cubicBezTo>
                  <a:pt x="28167" y="33992"/>
                  <a:pt x="28123" y="34095"/>
                  <a:pt x="28108" y="34168"/>
                </a:cubicBezTo>
                <a:lnTo>
                  <a:pt x="28108" y="34124"/>
                </a:lnTo>
                <a:cubicBezTo>
                  <a:pt x="27932" y="31269"/>
                  <a:pt x="26784" y="28694"/>
                  <a:pt x="24841" y="26677"/>
                </a:cubicBezTo>
                <a:cubicBezTo>
                  <a:pt x="23738" y="25515"/>
                  <a:pt x="22384" y="24779"/>
                  <a:pt x="21118" y="24058"/>
                </a:cubicBezTo>
                <a:cubicBezTo>
                  <a:pt x="19853" y="23352"/>
                  <a:pt x="18631" y="22660"/>
                  <a:pt x="17733" y="21659"/>
                </a:cubicBezTo>
                <a:cubicBezTo>
                  <a:pt x="17778" y="21586"/>
                  <a:pt x="17822" y="21527"/>
                  <a:pt x="17866" y="21453"/>
                </a:cubicBezTo>
                <a:close/>
                <a:moveTo>
                  <a:pt x="28197" y="34168"/>
                </a:moveTo>
                <a:lnTo>
                  <a:pt x="28197" y="34168"/>
                </a:lnTo>
                <a:cubicBezTo>
                  <a:pt x="28197" y="34212"/>
                  <a:pt x="28182" y="34271"/>
                  <a:pt x="28182" y="34345"/>
                </a:cubicBezTo>
                <a:cubicBezTo>
                  <a:pt x="28167" y="34404"/>
                  <a:pt x="28138" y="34477"/>
                  <a:pt x="28108" y="34536"/>
                </a:cubicBezTo>
                <a:lnTo>
                  <a:pt x="28108" y="34359"/>
                </a:lnTo>
                <a:cubicBezTo>
                  <a:pt x="28123" y="34315"/>
                  <a:pt x="28138" y="34256"/>
                  <a:pt x="28182" y="34198"/>
                </a:cubicBezTo>
                <a:cubicBezTo>
                  <a:pt x="28182" y="34183"/>
                  <a:pt x="28197" y="34183"/>
                  <a:pt x="28197" y="34168"/>
                </a:cubicBezTo>
                <a:close/>
                <a:moveTo>
                  <a:pt x="17660" y="21703"/>
                </a:moveTo>
                <a:cubicBezTo>
                  <a:pt x="18557" y="22733"/>
                  <a:pt x="19779" y="23425"/>
                  <a:pt x="21059" y="24117"/>
                </a:cubicBezTo>
                <a:cubicBezTo>
                  <a:pt x="22354" y="24838"/>
                  <a:pt x="23664" y="25574"/>
                  <a:pt x="24768" y="26707"/>
                </a:cubicBezTo>
                <a:cubicBezTo>
                  <a:pt x="26696" y="28723"/>
                  <a:pt x="27829" y="31269"/>
                  <a:pt x="28020" y="34109"/>
                </a:cubicBezTo>
                <a:cubicBezTo>
                  <a:pt x="28020" y="34183"/>
                  <a:pt x="28020" y="34256"/>
                  <a:pt x="28035" y="34330"/>
                </a:cubicBezTo>
                <a:lnTo>
                  <a:pt x="27932" y="34610"/>
                </a:lnTo>
                <a:lnTo>
                  <a:pt x="27932" y="34580"/>
                </a:lnTo>
                <a:cubicBezTo>
                  <a:pt x="27593" y="31858"/>
                  <a:pt x="26357" y="29282"/>
                  <a:pt x="24326" y="27148"/>
                </a:cubicBezTo>
                <a:cubicBezTo>
                  <a:pt x="23267" y="26045"/>
                  <a:pt x="22031" y="25279"/>
                  <a:pt x="20868" y="24544"/>
                </a:cubicBezTo>
                <a:cubicBezTo>
                  <a:pt x="19588" y="23749"/>
                  <a:pt x="18381" y="22998"/>
                  <a:pt x="17527" y="21895"/>
                </a:cubicBezTo>
                <a:cubicBezTo>
                  <a:pt x="17571" y="21836"/>
                  <a:pt x="17630" y="21762"/>
                  <a:pt x="17660" y="21703"/>
                </a:cubicBezTo>
                <a:close/>
                <a:moveTo>
                  <a:pt x="28138" y="34654"/>
                </a:moveTo>
                <a:cubicBezTo>
                  <a:pt x="28167" y="34698"/>
                  <a:pt x="28167" y="34713"/>
                  <a:pt x="28138" y="34757"/>
                </a:cubicBezTo>
                <a:cubicBezTo>
                  <a:pt x="28123" y="34786"/>
                  <a:pt x="28123" y="34830"/>
                  <a:pt x="28108" y="34860"/>
                </a:cubicBezTo>
                <a:lnTo>
                  <a:pt x="28108" y="34771"/>
                </a:lnTo>
                <a:cubicBezTo>
                  <a:pt x="28123" y="34727"/>
                  <a:pt x="28123" y="34698"/>
                  <a:pt x="28138" y="34654"/>
                </a:cubicBezTo>
                <a:close/>
                <a:moveTo>
                  <a:pt x="28035" y="34551"/>
                </a:moveTo>
                <a:lnTo>
                  <a:pt x="28035" y="34757"/>
                </a:lnTo>
                <a:cubicBezTo>
                  <a:pt x="28020" y="34830"/>
                  <a:pt x="27976" y="34904"/>
                  <a:pt x="27961" y="34978"/>
                </a:cubicBezTo>
                <a:lnTo>
                  <a:pt x="27961" y="34992"/>
                </a:lnTo>
                <a:cubicBezTo>
                  <a:pt x="27961" y="34919"/>
                  <a:pt x="27947" y="34860"/>
                  <a:pt x="27947" y="34786"/>
                </a:cubicBezTo>
                <a:cubicBezTo>
                  <a:pt x="27976" y="34698"/>
                  <a:pt x="28020" y="34624"/>
                  <a:pt x="28035" y="34551"/>
                </a:cubicBezTo>
                <a:close/>
                <a:moveTo>
                  <a:pt x="17498" y="21968"/>
                </a:moveTo>
                <a:cubicBezTo>
                  <a:pt x="18351" y="23072"/>
                  <a:pt x="19558" y="23822"/>
                  <a:pt x="20824" y="24617"/>
                </a:cubicBezTo>
                <a:cubicBezTo>
                  <a:pt x="22001" y="25353"/>
                  <a:pt x="23208" y="26104"/>
                  <a:pt x="24267" y="27207"/>
                </a:cubicBezTo>
                <a:cubicBezTo>
                  <a:pt x="26284" y="29326"/>
                  <a:pt x="27520" y="31887"/>
                  <a:pt x="27829" y="34610"/>
                </a:cubicBezTo>
                <a:cubicBezTo>
                  <a:pt x="27829" y="34654"/>
                  <a:pt x="27844" y="34713"/>
                  <a:pt x="27844" y="34771"/>
                </a:cubicBezTo>
                <a:cubicBezTo>
                  <a:pt x="27814" y="34860"/>
                  <a:pt x="27770" y="34978"/>
                  <a:pt x="27741" y="35066"/>
                </a:cubicBezTo>
                <a:lnTo>
                  <a:pt x="27741" y="35051"/>
                </a:lnTo>
                <a:cubicBezTo>
                  <a:pt x="27299" y="32432"/>
                  <a:pt x="25989" y="29945"/>
                  <a:pt x="23826" y="27649"/>
                </a:cubicBezTo>
                <a:cubicBezTo>
                  <a:pt x="22825" y="26604"/>
                  <a:pt x="21722" y="25824"/>
                  <a:pt x="20662" y="25073"/>
                </a:cubicBezTo>
                <a:cubicBezTo>
                  <a:pt x="19382" y="24190"/>
                  <a:pt x="18175" y="23352"/>
                  <a:pt x="17365" y="22145"/>
                </a:cubicBezTo>
                <a:cubicBezTo>
                  <a:pt x="17380" y="22130"/>
                  <a:pt x="17395" y="22086"/>
                  <a:pt x="17424" y="22071"/>
                </a:cubicBezTo>
                <a:cubicBezTo>
                  <a:pt x="17439" y="22042"/>
                  <a:pt x="17468" y="21998"/>
                  <a:pt x="17498" y="21968"/>
                </a:cubicBezTo>
                <a:close/>
                <a:moveTo>
                  <a:pt x="28050" y="35022"/>
                </a:moveTo>
                <a:cubicBezTo>
                  <a:pt x="28035" y="35066"/>
                  <a:pt x="28035" y="35125"/>
                  <a:pt x="28035" y="35169"/>
                </a:cubicBezTo>
                <a:cubicBezTo>
                  <a:pt x="28020" y="35228"/>
                  <a:pt x="28005" y="35301"/>
                  <a:pt x="27976" y="35360"/>
                </a:cubicBezTo>
                <a:lnTo>
                  <a:pt x="27976" y="35213"/>
                </a:lnTo>
                <a:cubicBezTo>
                  <a:pt x="28005" y="35154"/>
                  <a:pt x="28020" y="35081"/>
                  <a:pt x="28050" y="35022"/>
                </a:cubicBezTo>
                <a:close/>
                <a:moveTo>
                  <a:pt x="27873" y="34948"/>
                </a:moveTo>
                <a:cubicBezTo>
                  <a:pt x="27873" y="35022"/>
                  <a:pt x="27888" y="35095"/>
                  <a:pt x="27888" y="35169"/>
                </a:cubicBezTo>
                <a:cubicBezTo>
                  <a:pt x="27858" y="35287"/>
                  <a:pt x="27829" y="35375"/>
                  <a:pt x="27799" y="35448"/>
                </a:cubicBezTo>
                <a:cubicBezTo>
                  <a:pt x="27799" y="35375"/>
                  <a:pt x="27785" y="35301"/>
                  <a:pt x="27755" y="35242"/>
                </a:cubicBezTo>
                <a:cubicBezTo>
                  <a:pt x="27799" y="35154"/>
                  <a:pt x="27829" y="35051"/>
                  <a:pt x="27873" y="34948"/>
                </a:cubicBezTo>
                <a:close/>
                <a:moveTo>
                  <a:pt x="17307" y="22218"/>
                </a:moveTo>
                <a:cubicBezTo>
                  <a:pt x="18116" y="23425"/>
                  <a:pt x="19337" y="24264"/>
                  <a:pt x="20603" y="25147"/>
                </a:cubicBezTo>
                <a:cubicBezTo>
                  <a:pt x="21677" y="25883"/>
                  <a:pt x="22781" y="26663"/>
                  <a:pt x="23767" y="27708"/>
                </a:cubicBezTo>
                <a:cubicBezTo>
                  <a:pt x="25916" y="29989"/>
                  <a:pt x="27225" y="32476"/>
                  <a:pt x="27652" y="35081"/>
                </a:cubicBezTo>
                <a:cubicBezTo>
                  <a:pt x="27652" y="35139"/>
                  <a:pt x="27667" y="35198"/>
                  <a:pt x="27667" y="35228"/>
                </a:cubicBezTo>
                <a:cubicBezTo>
                  <a:pt x="27638" y="35360"/>
                  <a:pt x="27593" y="35463"/>
                  <a:pt x="27564" y="35581"/>
                </a:cubicBezTo>
                <a:lnTo>
                  <a:pt x="27564" y="35537"/>
                </a:lnTo>
                <a:cubicBezTo>
                  <a:pt x="27019" y="33035"/>
                  <a:pt x="25651" y="30636"/>
                  <a:pt x="23326" y="28149"/>
                </a:cubicBezTo>
                <a:cubicBezTo>
                  <a:pt x="22428" y="27163"/>
                  <a:pt x="21427" y="26398"/>
                  <a:pt x="20471" y="25662"/>
                </a:cubicBezTo>
                <a:cubicBezTo>
                  <a:pt x="19190" y="24676"/>
                  <a:pt x="17954" y="23719"/>
                  <a:pt x="17204" y="22410"/>
                </a:cubicBezTo>
                <a:cubicBezTo>
                  <a:pt x="17233" y="22351"/>
                  <a:pt x="17277" y="22292"/>
                  <a:pt x="17307" y="22218"/>
                </a:cubicBezTo>
                <a:close/>
                <a:moveTo>
                  <a:pt x="28020" y="35508"/>
                </a:moveTo>
                <a:lnTo>
                  <a:pt x="28020" y="35508"/>
                </a:lnTo>
                <a:cubicBezTo>
                  <a:pt x="28005" y="35537"/>
                  <a:pt x="28005" y="35566"/>
                  <a:pt x="28005" y="35581"/>
                </a:cubicBezTo>
                <a:cubicBezTo>
                  <a:pt x="28005" y="35610"/>
                  <a:pt x="27976" y="35640"/>
                  <a:pt x="27976" y="35669"/>
                </a:cubicBezTo>
                <a:lnTo>
                  <a:pt x="27976" y="35596"/>
                </a:lnTo>
                <a:cubicBezTo>
                  <a:pt x="28005" y="35566"/>
                  <a:pt x="28005" y="35537"/>
                  <a:pt x="28020" y="35508"/>
                </a:cubicBezTo>
                <a:close/>
                <a:moveTo>
                  <a:pt x="27902" y="35390"/>
                </a:moveTo>
                <a:cubicBezTo>
                  <a:pt x="27888" y="35463"/>
                  <a:pt x="27902" y="35537"/>
                  <a:pt x="27902" y="35596"/>
                </a:cubicBezTo>
                <a:cubicBezTo>
                  <a:pt x="27888" y="35669"/>
                  <a:pt x="27858" y="35743"/>
                  <a:pt x="27829" y="35816"/>
                </a:cubicBezTo>
                <a:cubicBezTo>
                  <a:pt x="27829" y="35757"/>
                  <a:pt x="27814" y="35684"/>
                  <a:pt x="27814" y="35625"/>
                </a:cubicBezTo>
                <a:cubicBezTo>
                  <a:pt x="27858" y="35551"/>
                  <a:pt x="27873" y="35463"/>
                  <a:pt x="27902" y="35390"/>
                </a:cubicBezTo>
                <a:close/>
                <a:moveTo>
                  <a:pt x="27711" y="35419"/>
                </a:moveTo>
                <a:cubicBezTo>
                  <a:pt x="27726" y="35493"/>
                  <a:pt x="27726" y="35566"/>
                  <a:pt x="27726" y="35654"/>
                </a:cubicBezTo>
                <a:cubicBezTo>
                  <a:pt x="27682" y="35743"/>
                  <a:pt x="27652" y="35860"/>
                  <a:pt x="27608" y="35949"/>
                </a:cubicBezTo>
                <a:cubicBezTo>
                  <a:pt x="27593" y="35875"/>
                  <a:pt x="27593" y="35816"/>
                  <a:pt x="27579" y="35743"/>
                </a:cubicBezTo>
                <a:cubicBezTo>
                  <a:pt x="27638" y="35640"/>
                  <a:pt x="27667" y="35522"/>
                  <a:pt x="27711" y="35419"/>
                </a:cubicBezTo>
                <a:close/>
                <a:moveTo>
                  <a:pt x="17145" y="22483"/>
                </a:moveTo>
                <a:cubicBezTo>
                  <a:pt x="17925" y="23793"/>
                  <a:pt x="19131" y="24720"/>
                  <a:pt x="20412" y="25721"/>
                </a:cubicBezTo>
                <a:cubicBezTo>
                  <a:pt x="21383" y="26457"/>
                  <a:pt x="22369" y="27222"/>
                  <a:pt x="23267" y="28179"/>
                </a:cubicBezTo>
                <a:cubicBezTo>
                  <a:pt x="25563" y="30666"/>
                  <a:pt x="26946" y="33064"/>
                  <a:pt x="27490" y="35537"/>
                </a:cubicBezTo>
                <a:cubicBezTo>
                  <a:pt x="27505" y="35596"/>
                  <a:pt x="27505" y="35654"/>
                  <a:pt x="27520" y="35713"/>
                </a:cubicBezTo>
                <a:cubicBezTo>
                  <a:pt x="27490" y="35802"/>
                  <a:pt x="27461" y="35875"/>
                  <a:pt x="27446" y="35949"/>
                </a:cubicBezTo>
                <a:cubicBezTo>
                  <a:pt x="27432" y="36008"/>
                  <a:pt x="27402" y="36052"/>
                  <a:pt x="27387" y="36096"/>
                </a:cubicBezTo>
                <a:cubicBezTo>
                  <a:pt x="27387" y="36052"/>
                  <a:pt x="27373" y="36037"/>
                  <a:pt x="27373" y="36008"/>
                </a:cubicBezTo>
                <a:cubicBezTo>
                  <a:pt x="26769" y="33609"/>
                  <a:pt x="25401" y="31401"/>
                  <a:pt x="22825" y="28620"/>
                </a:cubicBezTo>
                <a:cubicBezTo>
                  <a:pt x="22016" y="27737"/>
                  <a:pt x="21162" y="27001"/>
                  <a:pt x="20323" y="26295"/>
                </a:cubicBezTo>
                <a:cubicBezTo>
                  <a:pt x="18999" y="25162"/>
                  <a:pt x="17733" y="24087"/>
                  <a:pt x="17042" y="22645"/>
                </a:cubicBezTo>
                <a:lnTo>
                  <a:pt x="17145" y="22483"/>
                </a:lnTo>
                <a:close/>
                <a:moveTo>
                  <a:pt x="27902" y="35907"/>
                </a:moveTo>
                <a:cubicBezTo>
                  <a:pt x="27899" y="35942"/>
                  <a:pt x="27888" y="35971"/>
                  <a:pt x="27888" y="36022"/>
                </a:cubicBezTo>
                <a:cubicBezTo>
                  <a:pt x="27873" y="36081"/>
                  <a:pt x="27858" y="36125"/>
                  <a:pt x="27858" y="36184"/>
                </a:cubicBezTo>
                <a:lnTo>
                  <a:pt x="27858" y="36052"/>
                </a:lnTo>
                <a:cubicBezTo>
                  <a:pt x="27873" y="36008"/>
                  <a:pt x="27887" y="35951"/>
                  <a:pt x="27902" y="35907"/>
                </a:cubicBezTo>
                <a:close/>
                <a:moveTo>
                  <a:pt x="27755" y="35831"/>
                </a:moveTo>
                <a:lnTo>
                  <a:pt x="27755" y="36037"/>
                </a:lnTo>
                <a:cubicBezTo>
                  <a:pt x="27741" y="36125"/>
                  <a:pt x="27711" y="36228"/>
                  <a:pt x="27682" y="36302"/>
                </a:cubicBezTo>
                <a:cubicBezTo>
                  <a:pt x="27682" y="36228"/>
                  <a:pt x="27667" y="36170"/>
                  <a:pt x="27667" y="36111"/>
                </a:cubicBezTo>
                <a:cubicBezTo>
                  <a:pt x="27711" y="36022"/>
                  <a:pt x="27726" y="35934"/>
                  <a:pt x="27755" y="35831"/>
                </a:cubicBezTo>
                <a:close/>
                <a:moveTo>
                  <a:pt x="27535" y="35905"/>
                </a:moveTo>
                <a:cubicBezTo>
                  <a:pt x="27549" y="35978"/>
                  <a:pt x="27549" y="36052"/>
                  <a:pt x="27579" y="36111"/>
                </a:cubicBezTo>
                <a:lnTo>
                  <a:pt x="27461" y="36449"/>
                </a:lnTo>
                <a:cubicBezTo>
                  <a:pt x="27446" y="36376"/>
                  <a:pt x="27446" y="36317"/>
                  <a:pt x="27432" y="36258"/>
                </a:cubicBezTo>
                <a:cubicBezTo>
                  <a:pt x="27461" y="36170"/>
                  <a:pt x="27490" y="36081"/>
                  <a:pt x="27520" y="35978"/>
                </a:cubicBezTo>
                <a:cubicBezTo>
                  <a:pt x="27520" y="35949"/>
                  <a:pt x="27535" y="35934"/>
                  <a:pt x="27535" y="35905"/>
                </a:cubicBezTo>
                <a:close/>
                <a:moveTo>
                  <a:pt x="27873" y="36390"/>
                </a:moveTo>
                <a:lnTo>
                  <a:pt x="27873" y="36449"/>
                </a:lnTo>
                <a:cubicBezTo>
                  <a:pt x="27873" y="36464"/>
                  <a:pt x="27858" y="36479"/>
                  <a:pt x="27858" y="36493"/>
                </a:cubicBezTo>
                <a:lnTo>
                  <a:pt x="27858" y="36464"/>
                </a:lnTo>
                <a:cubicBezTo>
                  <a:pt x="27858" y="36449"/>
                  <a:pt x="27873" y="36420"/>
                  <a:pt x="27873" y="36390"/>
                </a:cubicBezTo>
                <a:close/>
                <a:moveTo>
                  <a:pt x="16998" y="22748"/>
                </a:moveTo>
                <a:cubicBezTo>
                  <a:pt x="17719" y="24190"/>
                  <a:pt x="18970" y="25250"/>
                  <a:pt x="20294" y="26383"/>
                </a:cubicBezTo>
                <a:cubicBezTo>
                  <a:pt x="21118" y="27090"/>
                  <a:pt x="21986" y="27811"/>
                  <a:pt x="22796" y="28694"/>
                </a:cubicBezTo>
                <a:cubicBezTo>
                  <a:pt x="25342" y="31475"/>
                  <a:pt x="26710" y="33682"/>
                  <a:pt x="27314" y="36052"/>
                </a:cubicBezTo>
                <a:lnTo>
                  <a:pt x="27373" y="36273"/>
                </a:lnTo>
                <a:cubicBezTo>
                  <a:pt x="27299" y="36376"/>
                  <a:pt x="27270" y="36479"/>
                  <a:pt x="27225" y="36611"/>
                </a:cubicBezTo>
                <a:cubicBezTo>
                  <a:pt x="27211" y="36567"/>
                  <a:pt x="27211" y="36537"/>
                  <a:pt x="27181" y="36493"/>
                </a:cubicBezTo>
                <a:cubicBezTo>
                  <a:pt x="26343" y="33697"/>
                  <a:pt x="24415" y="31416"/>
                  <a:pt x="22325" y="29135"/>
                </a:cubicBezTo>
                <a:cubicBezTo>
                  <a:pt x="21633" y="28370"/>
                  <a:pt x="20912" y="27693"/>
                  <a:pt x="20220" y="27045"/>
                </a:cubicBezTo>
                <a:cubicBezTo>
                  <a:pt x="18764" y="25691"/>
                  <a:pt x="17513" y="24529"/>
                  <a:pt x="16880" y="22925"/>
                </a:cubicBezTo>
                <a:lnTo>
                  <a:pt x="16998" y="22748"/>
                </a:lnTo>
                <a:close/>
                <a:moveTo>
                  <a:pt x="27785" y="36302"/>
                </a:moveTo>
                <a:lnTo>
                  <a:pt x="27770" y="36464"/>
                </a:lnTo>
                <a:lnTo>
                  <a:pt x="27726" y="36685"/>
                </a:lnTo>
                <a:cubicBezTo>
                  <a:pt x="27726" y="36626"/>
                  <a:pt x="27711" y="36567"/>
                  <a:pt x="27711" y="36523"/>
                </a:cubicBezTo>
                <a:cubicBezTo>
                  <a:pt x="27726" y="36449"/>
                  <a:pt x="27755" y="36361"/>
                  <a:pt x="27785" y="36302"/>
                </a:cubicBezTo>
                <a:close/>
                <a:moveTo>
                  <a:pt x="27593" y="36302"/>
                </a:moveTo>
                <a:cubicBezTo>
                  <a:pt x="27593" y="36376"/>
                  <a:pt x="27608" y="36420"/>
                  <a:pt x="27608" y="36493"/>
                </a:cubicBezTo>
                <a:cubicBezTo>
                  <a:pt x="27593" y="36596"/>
                  <a:pt x="27564" y="36699"/>
                  <a:pt x="27535" y="36788"/>
                </a:cubicBezTo>
                <a:cubicBezTo>
                  <a:pt x="27520" y="36729"/>
                  <a:pt x="27520" y="36670"/>
                  <a:pt x="27505" y="36611"/>
                </a:cubicBezTo>
                <a:cubicBezTo>
                  <a:pt x="27535" y="36493"/>
                  <a:pt x="27549" y="36405"/>
                  <a:pt x="27593" y="36302"/>
                </a:cubicBezTo>
                <a:close/>
                <a:moveTo>
                  <a:pt x="27387" y="36405"/>
                </a:moveTo>
                <a:cubicBezTo>
                  <a:pt x="27402" y="36479"/>
                  <a:pt x="27432" y="36537"/>
                  <a:pt x="27432" y="36611"/>
                </a:cubicBezTo>
                <a:cubicBezTo>
                  <a:pt x="27387" y="36714"/>
                  <a:pt x="27358" y="36846"/>
                  <a:pt x="27314" y="36964"/>
                </a:cubicBezTo>
                <a:lnTo>
                  <a:pt x="27270" y="36743"/>
                </a:lnTo>
                <a:cubicBezTo>
                  <a:pt x="27299" y="36626"/>
                  <a:pt x="27343" y="36523"/>
                  <a:pt x="27387" y="36405"/>
                </a:cubicBezTo>
                <a:close/>
                <a:moveTo>
                  <a:pt x="27770" y="36758"/>
                </a:moveTo>
                <a:lnTo>
                  <a:pt x="27770" y="36861"/>
                </a:lnTo>
                <a:cubicBezTo>
                  <a:pt x="27755" y="36920"/>
                  <a:pt x="27755" y="36979"/>
                  <a:pt x="27741" y="37038"/>
                </a:cubicBezTo>
                <a:lnTo>
                  <a:pt x="27741" y="36920"/>
                </a:lnTo>
                <a:cubicBezTo>
                  <a:pt x="27755" y="36861"/>
                  <a:pt x="27770" y="36817"/>
                  <a:pt x="27770" y="36758"/>
                </a:cubicBezTo>
                <a:close/>
                <a:moveTo>
                  <a:pt x="16821" y="22954"/>
                </a:moveTo>
                <a:cubicBezTo>
                  <a:pt x="17454" y="24573"/>
                  <a:pt x="18734" y="25736"/>
                  <a:pt x="20162" y="27075"/>
                </a:cubicBezTo>
                <a:cubicBezTo>
                  <a:pt x="20868" y="27722"/>
                  <a:pt x="21574" y="28399"/>
                  <a:pt x="22281" y="29179"/>
                </a:cubicBezTo>
                <a:cubicBezTo>
                  <a:pt x="24356" y="31460"/>
                  <a:pt x="26269" y="33741"/>
                  <a:pt x="27122" y="36523"/>
                </a:cubicBezTo>
                <a:lnTo>
                  <a:pt x="27167" y="36743"/>
                </a:lnTo>
                <a:cubicBezTo>
                  <a:pt x="27137" y="36846"/>
                  <a:pt x="27078" y="36964"/>
                  <a:pt x="27034" y="37067"/>
                </a:cubicBezTo>
                <a:cubicBezTo>
                  <a:pt x="27019" y="37038"/>
                  <a:pt x="27019" y="36994"/>
                  <a:pt x="27005" y="36964"/>
                </a:cubicBezTo>
                <a:cubicBezTo>
                  <a:pt x="26107" y="34345"/>
                  <a:pt x="24209" y="32255"/>
                  <a:pt x="22207" y="30018"/>
                </a:cubicBezTo>
                <a:lnTo>
                  <a:pt x="21839" y="29606"/>
                </a:lnTo>
                <a:cubicBezTo>
                  <a:pt x="21280" y="28973"/>
                  <a:pt x="20721" y="28399"/>
                  <a:pt x="20162" y="27855"/>
                </a:cubicBezTo>
                <a:cubicBezTo>
                  <a:pt x="18616" y="26295"/>
                  <a:pt x="17277" y="24926"/>
                  <a:pt x="16718" y="23131"/>
                </a:cubicBezTo>
                <a:cubicBezTo>
                  <a:pt x="16762" y="23072"/>
                  <a:pt x="16792" y="23013"/>
                  <a:pt x="16821" y="22954"/>
                </a:cubicBezTo>
                <a:close/>
                <a:moveTo>
                  <a:pt x="27638" y="36743"/>
                </a:moveTo>
                <a:cubicBezTo>
                  <a:pt x="27652" y="36773"/>
                  <a:pt x="27652" y="36846"/>
                  <a:pt x="27652" y="36905"/>
                </a:cubicBezTo>
                <a:cubicBezTo>
                  <a:pt x="27638" y="36979"/>
                  <a:pt x="27608" y="37067"/>
                  <a:pt x="27579" y="37156"/>
                </a:cubicBezTo>
                <a:cubicBezTo>
                  <a:pt x="27579" y="37111"/>
                  <a:pt x="27564" y="37053"/>
                  <a:pt x="27564" y="36994"/>
                </a:cubicBezTo>
                <a:cubicBezTo>
                  <a:pt x="27579" y="36905"/>
                  <a:pt x="27608" y="36817"/>
                  <a:pt x="27638" y="36743"/>
                </a:cubicBezTo>
                <a:close/>
                <a:moveTo>
                  <a:pt x="27446" y="36788"/>
                </a:moveTo>
                <a:cubicBezTo>
                  <a:pt x="27461" y="36846"/>
                  <a:pt x="27461" y="36920"/>
                  <a:pt x="27490" y="36979"/>
                </a:cubicBezTo>
                <a:cubicBezTo>
                  <a:pt x="27461" y="37067"/>
                  <a:pt x="27432" y="37156"/>
                  <a:pt x="27402" y="37259"/>
                </a:cubicBezTo>
                <a:cubicBezTo>
                  <a:pt x="27402" y="37273"/>
                  <a:pt x="27387" y="37288"/>
                  <a:pt x="27387" y="37303"/>
                </a:cubicBezTo>
                <a:cubicBezTo>
                  <a:pt x="27373" y="37229"/>
                  <a:pt x="27373" y="37185"/>
                  <a:pt x="27358" y="37111"/>
                </a:cubicBezTo>
                <a:cubicBezTo>
                  <a:pt x="27387" y="36994"/>
                  <a:pt x="27432" y="36891"/>
                  <a:pt x="27446" y="36788"/>
                </a:cubicBezTo>
                <a:close/>
                <a:moveTo>
                  <a:pt x="27211" y="36861"/>
                </a:moveTo>
                <a:cubicBezTo>
                  <a:pt x="27225" y="36935"/>
                  <a:pt x="27240" y="37023"/>
                  <a:pt x="27270" y="37097"/>
                </a:cubicBezTo>
                <a:lnTo>
                  <a:pt x="27152" y="37435"/>
                </a:lnTo>
                <a:cubicBezTo>
                  <a:pt x="27137" y="37362"/>
                  <a:pt x="27093" y="37273"/>
                  <a:pt x="27078" y="37200"/>
                </a:cubicBezTo>
                <a:cubicBezTo>
                  <a:pt x="27122" y="37082"/>
                  <a:pt x="27167" y="36979"/>
                  <a:pt x="27211" y="36861"/>
                </a:cubicBezTo>
                <a:close/>
                <a:moveTo>
                  <a:pt x="16674" y="23234"/>
                </a:moveTo>
                <a:cubicBezTo>
                  <a:pt x="17233" y="25015"/>
                  <a:pt x="18587" y="26383"/>
                  <a:pt x="20103" y="27928"/>
                </a:cubicBezTo>
                <a:cubicBezTo>
                  <a:pt x="20662" y="28473"/>
                  <a:pt x="21236" y="29047"/>
                  <a:pt x="21780" y="29680"/>
                </a:cubicBezTo>
                <a:lnTo>
                  <a:pt x="22148" y="30092"/>
                </a:lnTo>
                <a:cubicBezTo>
                  <a:pt x="24150" y="32329"/>
                  <a:pt x="26033" y="34418"/>
                  <a:pt x="26931" y="36994"/>
                </a:cubicBezTo>
                <a:cubicBezTo>
                  <a:pt x="26946" y="37053"/>
                  <a:pt x="26975" y="37126"/>
                  <a:pt x="26990" y="37185"/>
                </a:cubicBezTo>
                <a:cubicBezTo>
                  <a:pt x="26931" y="37288"/>
                  <a:pt x="26902" y="37406"/>
                  <a:pt x="26843" y="37509"/>
                </a:cubicBezTo>
                <a:cubicBezTo>
                  <a:pt x="26843" y="37494"/>
                  <a:pt x="26828" y="37450"/>
                  <a:pt x="26828" y="37435"/>
                </a:cubicBezTo>
                <a:cubicBezTo>
                  <a:pt x="25945" y="35139"/>
                  <a:pt x="24267" y="33315"/>
                  <a:pt x="22487" y="31372"/>
                </a:cubicBezTo>
                <a:cubicBezTo>
                  <a:pt x="22119" y="30960"/>
                  <a:pt x="21707" y="30518"/>
                  <a:pt x="21339" y="30092"/>
                </a:cubicBezTo>
                <a:cubicBezTo>
                  <a:pt x="20956" y="29650"/>
                  <a:pt x="20574" y="29253"/>
                  <a:pt x="20206" y="28841"/>
                </a:cubicBezTo>
                <a:cubicBezTo>
                  <a:pt x="18513" y="27031"/>
                  <a:pt x="17042" y="25427"/>
                  <a:pt x="16571" y="23366"/>
                </a:cubicBezTo>
                <a:cubicBezTo>
                  <a:pt x="16615" y="23322"/>
                  <a:pt x="16630" y="23293"/>
                  <a:pt x="16674" y="23234"/>
                </a:cubicBezTo>
                <a:close/>
                <a:moveTo>
                  <a:pt x="27652" y="37156"/>
                </a:moveTo>
                <a:cubicBezTo>
                  <a:pt x="27667" y="37214"/>
                  <a:pt x="27667" y="37259"/>
                  <a:pt x="27667" y="37303"/>
                </a:cubicBezTo>
                <a:cubicBezTo>
                  <a:pt x="27652" y="37376"/>
                  <a:pt x="27638" y="37435"/>
                  <a:pt x="27608" y="37509"/>
                </a:cubicBezTo>
                <a:cubicBezTo>
                  <a:pt x="27608" y="37450"/>
                  <a:pt x="27608" y="37420"/>
                  <a:pt x="27593" y="37362"/>
                </a:cubicBezTo>
                <a:cubicBezTo>
                  <a:pt x="27608" y="37288"/>
                  <a:pt x="27638" y="37229"/>
                  <a:pt x="27652" y="37156"/>
                </a:cubicBezTo>
                <a:close/>
                <a:moveTo>
                  <a:pt x="27505" y="37156"/>
                </a:moveTo>
                <a:cubicBezTo>
                  <a:pt x="27505" y="37214"/>
                  <a:pt x="27520" y="37288"/>
                  <a:pt x="27520" y="37347"/>
                </a:cubicBezTo>
                <a:cubicBezTo>
                  <a:pt x="27505" y="37450"/>
                  <a:pt x="27490" y="37553"/>
                  <a:pt x="27461" y="37641"/>
                </a:cubicBezTo>
                <a:cubicBezTo>
                  <a:pt x="27446" y="37582"/>
                  <a:pt x="27446" y="37523"/>
                  <a:pt x="27432" y="37450"/>
                </a:cubicBezTo>
                <a:cubicBezTo>
                  <a:pt x="27446" y="37376"/>
                  <a:pt x="27461" y="37332"/>
                  <a:pt x="27490" y="37259"/>
                </a:cubicBezTo>
                <a:cubicBezTo>
                  <a:pt x="27490" y="37214"/>
                  <a:pt x="27505" y="37200"/>
                  <a:pt x="27505" y="37156"/>
                </a:cubicBezTo>
                <a:close/>
                <a:moveTo>
                  <a:pt x="27299" y="37259"/>
                </a:moveTo>
                <a:cubicBezTo>
                  <a:pt x="27314" y="37332"/>
                  <a:pt x="27343" y="37406"/>
                  <a:pt x="27343" y="37479"/>
                </a:cubicBezTo>
                <a:cubicBezTo>
                  <a:pt x="27314" y="37582"/>
                  <a:pt x="27284" y="37671"/>
                  <a:pt x="27240" y="37788"/>
                </a:cubicBezTo>
                <a:lnTo>
                  <a:pt x="27196" y="37568"/>
                </a:lnTo>
                <a:cubicBezTo>
                  <a:pt x="27225" y="37479"/>
                  <a:pt x="27270" y="37362"/>
                  <a:pt x="27299" y="37259"/>
                </a:cubicBezTo>
                <a:close/>
                <a:moveTo>
                  <a:pt x="27684" y="37684"/>
                </a:moveTo>
                <a:cubicBezTo>
                  <a:pt x="27682" y="37697"/>
                  <a:pt x="27682" y="37709"/>
                  <a:pt x="27682" y="37715"/>
                </a:cubicBezTo>
                <a:cubicBezTo>
                  <a:pt x="27682" y="37744"/>
                  <a:pt x="27667" y="37803"/>
                  <a:pt x="27667" y="37832"/>
                </a:cubicBezTo>
                <a:lnTo>
                  <a:pt x="27667" y="37744"/>
                </a:lnTo>
                <a:cubicBezTo>
                  <a:pt x="27674" y="37729"/>
                  <a:pt x="27678" y="37707"/>
                  <a:pt x="27684" y="37684"/>
                </a:cubicBezTo>
                <a:close/>
                <a:moveTo>
                  <a:pt x="27034" y="37303"/>
                </a:moveTo>
                <a:cubicBezTo>
                  <a:pt x="27064" y="37406"/>
                  <a:pt x="27093" y="37479"/>
                  <a:pt x="27122" y="37568"/>
                </a:cubicBezTo>
                <a:cubicBezTo>
                  <a:pt x="27064" y="37656"/>
                  <a:pt x="27019" y="37774"/>
                  <a:pt x="26990" y="37877"/>
                </a:cubicBezTo>
                <a:cubicBezTo>
                  <a:pt x="26946" y="37788"/>
                  <a:pt x="26931" y="37715"/>
                  <a:pt x="26902" y="37626"/>
                </a:cubicBezTo>
                <a:cubicBezTo>
                  <a:pt x="26946" y="37509"/>
                  <a:pt x="26990" y="37420"/>
                  <a:pt x="27034" y="37303"/>
                </a:cubicBezTo>
                <a:close/>
                <a:moveTo>
                  <a:pt x="16527" y="23499"/>
                </a:moveTo>
                <a:cubicBezTo>
                  <a:pt x="17012" y="25530"/>
                  <a:pt x="18469" y="27119"/>
                  <a:pt x="20147" y="28914"/>
                </a:cubicBezTo>
                <a:cubicBezTo>
                  <a:pt x="20515" y="29326"/>
                  <a:pt x="20897" y="29724"/>
                  <a:pt x="21280" y="30165"/>
                </a:cubicBezTo>
                <a:cubicBezTo>
                  <a:pt x="21677" y="30607"/>
                  <a:pt x="22060" y="31034"/>
                  <a:pt x="22443" y="31446"/>
                </a:cubicBezTo>
                <a:cubicBezTo>
                  <a:pt x="24209" y="33373"/>
                  <a:pt x="25886" y="35198"/>
                  <a:pt x="26769" y="37479"/>
                </a:cubicBezTo>
                <a:cubicBezTo>
                  <a:pt x="26784" y="37523"/>
                  <a:pt x="26799" y="37568"/>
                  <a:pt x="26828" y="37626"/>
                </a:cubicBezTo>
                <a:cubicBezTo>
                  <a:pt x="26769" y="37729"/>
                  <a:pt x="26710" y="37818"/>
                  <a:pt x="26681" y="37935"/>
                </a:cubicBezTo>
                <a:lnTo>
                  <a:pt x="26681" y="37921"/>
                </a:lnTo>
                <a:cubicBezTo>
                  <a:pt x="25798" y="35831"/>
                  <a:pt x="24223" y="34198"/>
                  <a:pt x="22590" y="32446"/>
                </a:cubicBezTo>
                <a:cubicBezTo>
                  <a:pt x="22016" y="31858"/>
                  <a:pt x="21457" y="31240"/>
                  <a:pt x="20883" y="30592"/>
                </a:cubicBezTo>
                <a:cubicBezTo>
                  <a:pt x="20736" y="30415"/>
                  <a:pt x="20574" y="30239"/>
                  <a:pt x="20426" y="30077"/>
                </a:cubicBezTo>
                <a:cubicBezTo>
                  <a:pt x="18454" y="27884"/>
                  <a:pt x="16792" y="26001"/>
                  <a:pt x="16424" y="23616"/>
                </a:cubicBezTo>
                <a:cubicBezTo>
                  <a:pt x="16468" y="23558"/>
                  <a:pt x="16482" y="23528"/>
                  <a:pt x="16527" y="23499"/>
                </a:cubicBezTo>
                <a:close/>
                <a:moveTo>
                  <a:pt x="27579" y="37582"/>
                </a:moveTo>
                <a:lnTo>
                  <a:pt x="27579" y="37582"/>
                </a:lnTo>
                <a:cubicBezTo>
                  <a:pt x="27564" y="37641"/>
                  <a:pt x="27564" y="37700"/>
                  <a:pt x="27579" y="37744"/>
                </a:cubicBezTo>
                <a:cubicBezTo>
                  <a:pt x="27564" y="37818"/>
                  <a:pt x="27535" y="37921"/>
                  <a:pt x="27520" y="37994"/>
                </a:cubicBezTo>
                <a:cubicBezTo>
                  <a:pt x="27520" y="37935"/>
                  <a:pt x="27505" y="37877"/>
                  <a:pt x="27505" y="37847"/>
                </a:cubicBezTo>
                <a:cubicBezTo>
                  <a:pt x="27520" y="37744"/>
                  <a:pt x="27535" y="37671"/>
                  <a:pt x="27579" y="37582"/>
                </a:cubicBezTo>
                <a:close/>
                <a:moveTo>
                  <a:pt x="27373" y="37656"/>
                </a:moveTo>
                <a:cubicBezTo>
                  <a:pt x="27387" y="37715"/>
                  <a:pt x="27387" y="37788"/>
                  <a:pt x="27417" y="37847"/>
                </a:cubicBezTo>
                <a:cubicBezTo>
                  <a:pt x="27417" y="37862"/>
                  <a:pt x="27387" y="37877"/>
                  <a:pt x="27387" y="37921"/>
                </a:cubicBezTo>
                <a:cubicBezTo>
                  <a:pt x="27373" y="37994"/>
                  <a:pt x="27358" y="38068"/>
                  <a:pt x="27343" y="38156"/>
                </a:cubicBezTo>
                <a:cubicBezTo>
                  <a:pt x="27314" y="38083"/>
                  <a:pt x="27314" y="38024"/>
                  <a:pt x="27299" y="37950"/>
                </a:cubicBezTo>
                <a:cubicBezTo>
                  <a:pt x="27314" y="37847"/>
                  <a:pt x="27343" y="37744"/>
                  <a:pt x="27373" y="37656"/>
                </a:cubicBezTo>
                <a:close/>
                <a:moveTo>
                  <a:pt x="27152" y="37715"/>
                </a:moveTo>
                <a:cubicBezTo>
                  <a:pt x="27167" y="37788"/>
                  <a:pt x="27196" y="37877"/>
                  <a:pt x="27211" y="37950"/>
                </a:cubicBezTo>
                <a:cubicBezTo>
                  <a:pt x="27167" y="38039"/>
                  <a:pt x="27137" y="38142"/>
                  <a:pt x="27093" y="38245"/>
                </a:cubicBezTo>
                <a:cubicBezTo>
                  <a:pt x="27078" y="38156"/>
                  <a:pt x="27049" y="38083"/>
                  <a:pt x="27019" y="38009"/>
                </a:cubicBezTo>
                <a:cubicBezTo>
                  <a:pt x="27064" y="37921"/>
                  <a:pt x="27122" y="37803"/>
                  <a:pt x="27152" y="37715"/>
                </a:cubicBezTo>
                <a:close/>
                <a:moveTo>
                  <a:pt x="26843" y="37715"/>
                </a:moveTo>
                <a:cubicBezTo>
                  <a:pt x="26872" y="37803"/>
                  <a:pt x="26902" y="37891"/>
                  <a:pt x="26931" y="37994"/>
                </a:cubicBezTo>
                <a:cubicBezTo>
                  <a:pt x="26902" y="38097"/>
                  <a:pt x="26843" y="38186"/>
                  <a:pt x="26799" y="38303"/>
                </a:cubicBezTo>
                <a:lnTo>
                  <a:pt x="26696" y="38024"/>
                </a:lnTo>
                <a:cubicBezTo>
                  <a:pt x="26755" y="37935"/>
                  <a:pt x="26799" y="37818"/>
                  <a:pt x="26843" y="37715"/>
                </a:cubicBezTo>
                <a:close/>
                <a:moveTo>
                  <a:pt x="16365" y="23734"/>
                </a:moveTo>
                <a:cubicBezTo>
                  <a:pt x="16762" y="26089"/>
                  <a:pt x="18410" y="27987"/>
                  <a:pt x="20323" y="30136"/>
                </a:cubicBezTo>
                <a:cubicBezTo>
                  <a:pt x="20471" y="30298"/>
                  <a:pt x="20647" y="30489"/>
                  <a:pt x="20780" y="30651"/>
                </a:cubicBezTo>
                <a:cubicBezTo>
                  <a:pt x="21354" y="31298"/>
                  <a:pt x="21928" y="31902"/>
                  <a:pt x="22502" y="32505"/>
                </a:cubicBezTo>
                <a:cubicBezTo>
                  <a:pt x="24135" y="34242"/>
                  <a:pt x="25680" y="35875"/>
                  <a:pt x="26578" y="37950"/>
                </a:cubicBezTo>
                <a:cubicBezTo>
                  <a:pt x="26593" y="37965"/>
                  <a:pt x="26593" y="38009"/>
                  <a:pt x="26622" y="38024"/>
                </a:cubicBezTo>
                <a:cubicBezTo>
                  <a:pt x="26563" y="38142"/>
                  <a:pt x="26504" y="38230"/>
                  <a:pt x="26446" y="38333"/>
                </a:cubicBezTo>
                <a:cubicBezTo>
                  <a:pt x="25548" y="36420"/>
                  <a:pt x="24076" y="34948"/>
                  <a:pt x="22516" y="33373"/>
                </a:cubicBezTo>
                <a:cubicBezTo>
                  <a:pt x="21795" y="32652"/>
                  <a:pt x="21059" y="31902"/>
                  <a:pt x="20368" y="31107"/>
                </a:cubicBezTo>
                <a:cubicBezTo>
                  <a:pt x="18190" y="28605"/>
                  <a:pt x="16497" y="26457"/>
                  <a:pt x="16321" y="23881"/>
                </a:cubicBezTo>
                <a:cubicBezTo>
                  <a:pt x="16321" y="23808"/>
                  <a:pt x="16335" y="23764"/>
                  <a:pt x="16365" y="23734"/>
                </a:cubicBezTo>
                <a:close/>
                <a:moveTo>
                  <a:pt x="27593" y="38024"/>
                </a:moveTo>
                <a:lnTo>
                  <a:pt x="27593" y="38156"/>
                </a:lnTo>
                <a:cubicBezTo>
                  <a:pt x="27579" y="38230"/>
                  <a:pt x="27549" y="38289"/>
                  <a:pt x="27549" y="38362"/>
                </a:cubicBezTo>
                <a:cubicBezTo>
                  <a:pt x="27549" y="38318"/>
                  <a:pt x="27549" y="38289"/>
                  <a:pt x="27535" y="38230"/>
                </a:cubicBezTo>
                <a:cubicBezTo>
                  <a:pt x="27549" y="38186"/>
                  <a:pt x="27549" y="38156"/>
                  <a:pt x="27579" y="38112"/>
                </a:cubicBezTo>
                <a:cubicBezTo>
                  <a:pt x="27579" y="38083"/>
                  <a:pt x="27593" y="38068"/>
                  <a:pt x="27593" y="38024"/>
                </a:cubicBezTo>
                <a:close/>
                <a:moveTo>
                  <a:pt x="27432" y="38068"/>
                </a:moveTo>
                <a:cubicBezTo>
                  <a:pt x="27432" y="38112"/>
                  <a:pt x="27446" y="38171"/>
                  <a:pt x="27446" y="38230"/>
                </a:cubicBezTo>
                <a:cubicBezTo>
                  <a:pt x="27432" y="38303"/>
                  <a:pt x="27402" y="38392"/>
                  <a:pt x="27387" y="38480"/>
                </a:cubicBezTo>
                <a:cubicBezTo>
                  <a:pt x="27373" y="38436"/>
                  <a:pt x="27373" y="38377"/>
                  <a:pt x="27358" y="38318"/>
                </a:cubicBezTo>
                <a:cubicBezTo>
                  <a:pt x="27373" y="38230"/>
                  <a:pt x="27402" y="38142"/>
                  <a:pt x="27432" y="38068"/>
                </a:cubicBezTo>
                <a:close/>
                <a:moveTo>
                  <a:pt x="27240" y="38068"/>
                </a:moveTo>
                <a:cubicBezTo>
                  <a:pt x="27270" y="38142"/>
                  <a:pt x="27284" y="38215"/>
                  <a:pt x="27284" y="38289"/>
                </a:cubicBezTo>
                <a:cubicBezTo>
                  <a:pt x="27240" y="38406"/>
                  <a:pt x="27211" y="38509"/>
                  <a:pt x="27196" y="38598"/>
                </a:cubicBezTo>
                <a:cubicBezTo>
                  <a:pt x="27167" y="38524"/>
                  <a:pt x="27152" y="38451"/>
                  <a:pt x="27137" y="38362"/>
                </a:cubicBezTo>
                <a:cubicBezTo>
                  <a:pt x="27167" y="38259"/>
                  <a:pt x="27211" y="38171"/>
                  <a:pt x="27240" y="38068"/>
                </a:cubicBezTo>
                <a:close/>
                <a:moveTo>
                  <a:pt x="26975" y="38097"/>
                </a:moveTo>
                <a:cubicBezTo>
                  <a:pt x="26990" y="38186"/>
                  <a:pt x="27019" y="38259"/>
                  <a:pt x="27049" y="38362"/>
                </a:cubicBezTo>
                <a:cubicBezTo>
                  <a:pt x="27005" y="38451"/>
                  <a:pt x="26975" y="38554"/>
                  <a:pt x="26931" y="38657"/>
                </a:cubicBezTo>
                <a:cubicBezTo>
                  <a:pt x="26902" y="38554"/>
                  <a:pt x="26872" y="38480"/>
                  <a:pt x="26843" y="38392"/>
                </a:cubicBezTo>
                <a:cubicBezTo>
                  <a:pt x="26872" y="38303"/>
                  <a:pt x="26931" y="38215"/>
                  <a:pt x="26975" y="38097"/>
                </a:cubicBezTo>
                <a:close/>
                <a:moveTo>
                  <a:pt x="26637" y="38112"/>
                </a:moveTo>
                <a:lnTo>
                  <a:pt x="26755" y="38392"/>
                </a:lnTo>
                <a:cubicBezTo>
                  <a:pt x="26696" y="38509"/>
                  <a:pt x="26652" y="38598"/>
                  <a:pt x="26607" y="38686"/>
                </a:cubicBezTo>
                <a:cubicBezTo>
                  <a:pt x="26563" y="38598"/>
                  <a:pt x="26504" y="38509"/>
                  <a:pt x="26475" y="38406"/>
                </a:cubicBezTo>
                <a:cubicBezTo>
                  <a:pt x="26534" y="38318"/>
                  <a:pt x="26578" y="38215"/>
                  <a:pt x="26637" y="38112"/>
                </a:cubicBezTo>
                <a:close/>
                <a:moveTo>
                  <a:pt x="27593" y="38480"/>
                </a:moveTo>
                <a:lnTo>
                  <a:pt x="27593" y="38554"/>
                </a:lnTo>
                <a:cubicBezTo>
                  <a:pt x="27593" y="38598"/>
                  <a:pt x="27579" y="38627"/>
                  <a:pt x="27579" y="38686"/>
                </a:cubicBezTo>
                <a:lnTo>
                  <a:pt x="27579" y="38612"/>
                </a:lnTo>
                <a:cubicBezTo>
                  <a:pt x="27593" y="38583"/>
                  <a:pt x="27593" y="38539"/>
                  <a:pt x="27593" y="38480"/>
                </a:cubicBezTo>
                <a:close/>
                <a:moveTo>
                  <a:pt x="16232" y="23970"/>
                </a:moveTo>
                <a:cubicBezTo>
                  <a:pt x="16468" y="26530"/>
                  <a:pt x="18145" y="28664"/>
                  <a:pt x="20294" y="31151"/>
                </a:cubicBezTo>
                <a:cubicBezTo>
                  <a:pt x="20986" y="31961"/>
                  <a:pt x="21722" y="32696"/>
                  <a:pt x="22443" y="33432"/>
                </a:cubicBezTo>
                <a:cubicBezTo>
                  <a:pt x="24003" y="35007"/>
                  <a:pt x="25489" y="36523"/>
                  <a:pt x="26401" y="38436"/>
                </a:cubicBezTo>
                <a:cubicBezTo>
                  <a:pt x="26343" y="38539"/>
                  <a:pt x="26284" y="38627"/>
                  <a:pt x="26210" y="38745"/>
                </a:cubicBezTo>
                <a:cubicBezTo>
                  <a:pt x="25298" y="36994"/>
                  <a:pt x="23870" y="35610"/>
                  <a:pt x="22369" y="34183"/>
                </a:cubicBezTo>
                <a:cubicBezTo>
                  <a:pt x="21516" y="33373"/>
                  <a:pt x="20662" y="32520"/>
                  <a:pt x="19853" y="31607"/>
                </a:cubicBezTo>
                <a:cubicBezTo>
                  <a:pt x="17939" y="29371"/>
                  <a:pt x="16173" y="26913"/>
                  <a:pt x="16173" y="24102"/>
                </a:cubicBezTo>
                <a:cubicBezTo>
                  <a:pt x="16188" y="24043"/>
                  <a:pt x="16203" y="23999"/>
                  <a:pt x="16232" y="23970"/>
                </a:cubicBezTo>
                <a:close/>
                <a:moveTo>
                  <a:pt x="27461" y="38436"/>
                </a:moveTo>
                <a:cubicBezTo>
                  <a:pt x="27490" y="38509"/>
                  <a:pt x="27490" y="38554"/>
                  <a:pt x="27490" y="38598"/>
                </a:cubicBezTo>
                <a:lnTo>
                  <a:pt x="27432" y="38818"/>
                </a:lnTo>
                <a:cubicBezTo>
                  <a:pt x="27432" y="38760"/>
                  <a:pt x="27417" y="38730"/>
                  <a:pt x="27417" y="38671"/>
                </a:cubicBezTo>
                <a:cubicBezTo>
                  <a:pt x="27417" y="38627"/>
                  <a:pt x="27432" y="38598"/>
                  <a:pt x="27432" y="38554"/>
                </a:cubicBezTo>
                <a:cubicBezTo>
                  <a:pt x="27446" y="38524"/>
                  <a:pt x="27446" y="38465"/>
                  <a:pt x="27461" y="38436"/>
                </a:cubicBezTo>
                <a:close/>
                <a:moveTo>
                  <a:pt x="27299" y="38480"/>
                </a:moveTo>
                <a:cubicBezTo>
                  <a:pt x="27314" y="38554"/>
                  <a:pt x="27314" y="38612"/>
                  <a:pt x="27343" y="38686"/>
                </a:cubicBezTo>
                <a:cubicBezTo>
                  <a:pt x="27314" y="38774"/>
                  <a:pt x="27284" y="38877"/>
                  <a:pt x="27270" y="38966"/>
                </a:cubicBezTo>
                <a:cubicBezTo>
                  <a:pt x="27240" y="38892"/>
                  <a:pt x="27225" y="38818"/>
                  <a:pt x="27225" y="38760"/>
                </a:cubicBezTo>
                <a:cubicBezTo>
                  <a:pt x="27240" y="38671"/>
                  <a:pt x="27284" y="38583"/>
                  <a:pt x="27299" y="38480"/>
                </a:cubicBezTo>
                <a:close/>
                <a:moveTo>
                  <a:pt x="27078" y="38509"/>
                </a:moveTo>
                <a:cubicBezTo>
                  <a:pt x="27093" y="38598"/>
                  <a:pt x="27108" y="38671"/>
                  <a:pt x="27137" y="38760"/>
                </a:cubicBezTo>
                <a:cubicBezTo>
                  <a:pt x="27093" y="38833"/>
                  <a:pt x="27064" y="38921"/>
                  <a:pt x="27034" y="39039"/>
                </a:cubicBezTo>
                <a:cubicBezTo>
                  <a:pt x="27019" y="38951"/>
                  <a:pt x="26990" y="38877"/>
                  <a:pt x="26961" y="38774"/>
                </a:cubicBezTo>
                <a:lnTo>
                  <a:pt x="27078" y="38509"/>
                </a:lnTo>
                <a:close/>
                <a:moveTo>
                  <a:pt x="26784" y="38509"/>
                </a:moveTo>
                <a:cubicBezTo>
                  <a:pt x="26828" y="38598"/>
                  <a:pt x="26843" y="38686"/>
                  <a:pt x="26872" y="38774"/>
                </a:cubicBezTo>
                <a:cubicBezTo>
                  <a:pt x="26843" y="38877"/>
                  <a:pt x="26784" y="38980"/>
                  <a:pt x="26755" y="39069"/>
                </a:cubicBezTo>
                <a:lnTo>
                  <a:pt x="26637" y="38804"/>
                </a:lnTo>
                <a:cubicBezTo>
                  <a:pt x="26696" y="38701"/>
                  <a:pt x="26725" y="38598"/>
                  <a:pt x="26784" y="38509"/>
                </a:cubicBezTo>
                <a:close/>
                <a:moveTo>
                  <a:pt x="26416" y="38524"/>
                </a:moveTo>
                <a:cubicBezTo>
                  <a:pt x="26460" y="38612"/>
                  <a:pt x="26504" y="38701"/>
                  <a:pt x="26549" y="38804"/>
                </a:cubicBezTo>
                <a:cubicBezTo>
                  <a:pt x="26490" y="38892"/>
                  <a:pt x="26431" y="38980"/>
                  <a:pt x="26387" y="39098"/>
                </a:cubicBezTo>
                <a:lnTo>
                  <a:pt x="26269" y="38877"/>
                </a:lnTo>
                <a:cubicBezTo>
                  <a:pt x="26254" y="38848"/>
                  <a:pt x="26254" y="38833"/>
                  <a:pt x="26239" y="38818"/>
                </a:cubicBezTo>
                <a:cubicBezTo>
                  <a:pt x="26284" y="38730"/>
                  <a:pt x="26343" y="38612"/>
                  <a:pt x="26416" y="38524"/>
                </a:cubicBezTo>
                <a:close/>
                <a:moveTo>
                  <a:pt x="16085" y="24235"/>
                </a:moveTo>
                <a:cubicBezTo>
                  <a:pt x="16159" y="27001"/>
                  <a:pt x="17881" y="29429"/>
                  <a:pt x="19779" y="31637"/>
                </a:cubicBezTo>
                <a:cubicBezTo>
                  <a:pt x="20559" y="32579"/>
                  <a:pt x="21442" y="33403"/>
                  <a:pt x="22295" y="34242"/>
                </a:cubicBezTo>
                <a:cubicBezTo>
                  <a:pt x="23811" y="35684"/>
                  <a:pt x="25224" y="37053"/>
                  <a:pt x="26136" y="38818"/>
                </a:cubicBezTo>
                <a:cubicBezTo>
                  <a:pt x="26092" y="38921"/>
                  <a:pt x="26019" y="39025"/>
                  <a:pt x="25960" y="39113"/>
                </a:cubicBezTo>
                <a:cubicBezTo>
                  <a:pt x="25003" y="37465"/>
                  <a:pt x="23620" y="36228"/>
                  <a:pt x="22163" y="34889"/>
                </a:cubicBezTo>
                <a:cubicBezTo>
                  <a:pt x="21206" y="34006"/>
                  <a:pt x="20220" y="33109"/>
                  <a:pt x="19337" y="32078"/>
                </a:cubicBezTo>
                <a:cubicBezTo>
                  <a:pt x="16909" y="29209"/>
                  <a:pt x="15864" y="26751"/>
                  <a:pt x="16026" y="24323"/>
                </a:cubicBezTo>
                <a:cubicBezTo>
                  <a:pt x="16041" y="24279"/>
                  <a:pt x="16056" y="24249"/>
                  <a:pt x="16085" y="24235"/>
                </a:cubicBezTo>
                <a:close/>
                <a:moveTo>
                  <a:pt x="27505" y="38892"/>
                </a:moveTo>
                <a:cubicBezTo>
                  <a:pt x="27520" y="38921"/>
                  <a:pt x="27520" y="38966"/>
                  <a:pt x="27520" y="38995"/>
                </a:cubicBezTo>
                <a:cubicBezTo>
                  <a:pt x="27505" y="39054"/>
                  <a:pt x="27505" y="39113"/>
                  <a:pt x="27490" y="39172"/>
                </a:cubicBezTo>
                <a:cubicBezTo>
                  <a:pt x="27490" y="39128"/>
                  <a:pt x="27490" y="39098"/>
                  <a:pt x="27461" y="39054"/>
                </a:cubicBezTo>
                <a:cubicBezTo>
                  <a:pt x="27490" y="38995"/>
                  <a:pt x="27490" y="38951"/>
                  <a:pt x="27505" y="38892"/>
                </a:cubicBezTo>
                <a:close/>
                <a:moveTo>
                  <a:pt x="27373" y="38877"/>
                </a:moveTo>
                <a:cubicBezTo>
                  <a:pt x="27373" y="38951"/>
                  <a:pt x="27387" y="38995"/>
                  <a:pt x="27387" y="39054"/>
                </a:cubicBezTo>
                <a:cubicBezTo>
                  <a:pt x="27373" y="39113"/>
                  <a:pt x="27373" y="39172"/>
                  <a:pt x="27358" y="39216"/>
                </a:cubicBezTo>
                <a:cubicBezTo>
                  <a:pt x="27358" y="39260"/>
                  <a:pt x="27343" y="39289"/>
                  <a:pt x="27343" y="39319"/>
                </a:cubicBezTo>
                <a:cubicBezTo>
                  <a:pt x="27314" y="39260"/>
                  <a:pt x="27314" y="39201"/>
                  <a:pt x="27299" y="39128"/>
                </a:cubicBezTo>
                <a:cubicBezTo>
                  <a:pt x="27314" y="39054"/>
                  <a:pt x="27358" y="38966"/>
                  <a:pt x="27373" y="38877"/>
                </a:cubicBezTo>
                <a:close/>
                <a:moveTo>
                  <a:pt x="27167" y="38892"/>
                </a:moveTo>
                <a:cubicBezTo>
                  <a:pt x="27181" y="38966"/>
                  <a:pt x="27211" y="39039"/>
                  <a:pt x="27225" y="39128"/>
                </a:cubicBezTo>
                <a:cubicBezTo>
                  <a:pt x="27196" y="39216"/>
                  <a:pt x="27152" y="39319"/>
                  <a:pt x="27137" y="39407"/>
                </a:cubicBezTo>
                <a:cubicBezTo>
                  <a:pt x="27122" y="39334"/>
                  <a:pt x="27093" y="39245"/>
                  <a:pt x="27078" y="39172"/>
                </a:cubicBezTo>
                <a:cubicBezTo>
                  <a:pt x="27122" y="39069"/>
                  <a:pt x="27152" y="38980"/>
                  <a:pt x="27167" y="38892"/>
                </a:cubicBezTo>
                <a:close/>
                <a:moveTo>
                  <a:pt x="26916" y="38892"/>
                </a:moveTo>
                <a:cubicBezTo>
                  <a:pt x="26931" y="38980"/>
                  <a:pt x="26975" y="39069"/>
                  <a:pt x="26990" y="39142"/>
                </a:cubicBezTo>
                <a:lnTo>
                  <a:pt x="26872" y="39422"/>
                </a:lnTo>
                <a:cubicBezTo>
                  <a:pt x="26843" y="39334"/>
                  <a:pt x="26828" y="39245"/>
                  <a:pt x="26784" y="39172"/>
                </a:cubicBezTo>
                <a:cubicBezTo>
                  <a:pt x="26828" y="39069"/>
                  <a:pt x="26872" y="38980"/>
                  <a:pt x="26916" y="38892"/>
                </a:cubicBezTo>
                <a:close/>
                <a:moveTo>
                  <a:pt x="26195" y="38892"/>
                </a:moveTo>
                <a:lnTo>
                  <a:pt x="26195" y="38907"/>
                </a:lnTo>
                <a:cubicBezTo>
                  <a:pt x="26254" y="38980"/>
                  <a:pt x="26284" y="39069"/>
                  <a:pt x="26343" y="39172"/>
                </a:cubicBezTo>
                <a:cubicBezTo>
                  <a:pt x="26284" y="39260"/>
                  <a:pt x="26239" y="39363"/>
                  <a:pt x="26181" y="39466"/>
                </a:cubicBezTo>
                <a:cubicBezTo>
                  <a:pt x="26166" y="39422"/>
                  <a:pt x="26136" y="39363"/>
                  <a:pt x="26107" y="39334"/>
                </a:cubicBezTo>
                <a:cubicBezTo>
                  <a:pt x="26063" y="39275"/>
                  <a:pt x="26048" y="39245"/>
                  <a:pt x="26004" y="39186"/>
                </a:cubicBezTo>
                <a:cubicBezTo>
                  <a:pt x="26078" y="39098"/>
                  <a:pt x="26136" y="38980"/>
                  <a:pt x="26195" y="38892"/>
                </a:cubicBezTo>
                <a:close/>
                <a:moveTo>
                  <a:pt x="26578" y="38892"/>
                </a:moveTo>
                <a:lnTo>
                  <a:pt x="26696" y="39172"/>
                </a:lnTo>
                <a:cubicBezTo>
                  <a:pt x="26637" y="39260"/>
                  <a:pt x="26593" y="39363"/>
                  <a:pt x="26549" y="39466"/>
                </a:cubicBezTo>
                <a:cubicBezTo>
                  <a:pt x="26504" y="39363"/>
                  <a:pt x="26475" y="39275"/>
                  <a:pt x="26416" y="39186"/>
                </a:cubicBezTo>
                <a:cubicBezTo>
                  <a:pt x="26490" y="39069"/>
                  <a:pt x="26534" y="38980"/>
                  <a:pt x="26578" y="38892"/>
                </a:cubicBezTo>
                <a:close/>
                <a:moveTo>
                  <a:pt x="15953" y="24485"/>
                </a:moveTo>
                <a:lnTo>
                  <a:pt x="15953" y="24485"/>
                </a:lnTo>
                <a:cubicBezTo>
                  <a:pt x="15835" y="26883"/>
                  <a:pt x="16909" y="29326"/>
                  <a:pt x="19293" y="32123"/>
                </a:cubicBezTo>
                <a:cubicBezTo>
                  <a:pt x="20176" y="33153"/>
                  <a:pt x="21177" y="34065"/>
                  <a:pt x="22134" y="34948"/>
                </a:cubicBezTo>
                <a:cubicBezTo>
                  <a:pt x="23605" y="36302"/>
                  <a:pt x="24989" y="37553"/>
                  <a:pt x="25916" y="39186"/>
                </a:cubicBezTo>
                <a:cubicBezTo>
                  <a:pt x="25842" y="39289"/>
                  <a:pt x="25798" y="39392"/>
                  <a:pt x="25724" y="39481"/>
                </a:cubicBezTo>
                <a:cubicBezTo>
                  <a:pt x="24738" y="37950"/>
                  <a:pt x="23399" y="36788"/>
                  <a:pt x="21972" y="35551"/>
                </a:cubicBezTo>
                <a:cubicBezTo>
                  <a:pt x="20897" y="34639"/>
                  <a:pt x="19794" y="33682"/>
                  <a:pt x="18852" y="32564"/>
                </a:cubicBezTo>
                <a:cubicBezTo>
                  <a:pt x="16571" y="29856"/>
                  <a:pt x="15585" y="27075"/>
                  <a:pt x="15909" y="24544"/>
                </a:cubicBezTo>
                <a:cubicBezTo>
                  <a:pt x="15909" y="24529"/>
                  <a:pt x="15923" y="24499"/>
                  <a:pt x="15953" y="24485"/>
                </a:cubicBezTo>
                <a:close/>
                <a:moveTo>
                  <a:pt x="27520" y="39348"/>
                </a:moveTo>
                <a:lnTo>
                  <a:pt x="27520" y="39407"/>
                </a:lnTo>
                <a:cubicBezTo>
                  <a:pt x="27520" y="39437"/>
                  <a:pt x="27505" y="39466"/>
                  <a:pt x="27505" y="39495"/>
                </a:cubicBezTo>
                <a:lnTo>
                  <a:pt x="27505" y="39437"/>
                </a:lnTo>
                <a:cubicBezTo>
                  <a:pt x="27505" y="39407"/>
                  <a:pt x="27520" y="39392"/>
                  <a:pt x="27520" y="39348"/>
                </a:cubicBezTo>
                <a:close/>
                <a:moveTo>
                  <a:pt x="27417" y="39275"/>
                </a:moveTo>
                <a:cubicBezTo>
                  <a:pt x="27432" y="39334"/>
                  <a:pt x="27432" y="39392"/>
                  <a:pt x="27432" y="39422"/>
                </a:cubicBezTo>
                <a:lnTo>
                  <a:pt x="27373" y="39643"/>
                </a:lnTo>
                <a:cubicBezTo>
                  <a:pt x="27373" y="39584"/>
                  <a:pt x="27358" y="39554"/>
                  <a:pt x="27358" y="39495"/>
                </a:cubicBezTo>
                <a:lnTo>
                  <a:pt x="27417" y="39275"/>
                </a:lnTo>
                <a:close/>
                <a:moveTo>
                  <a:pt x="27240" y="39289"/>
                </a:moveTo>
                <a:cubicBezTo>
                  <a:pt x="27270" y="39363"/>
                  <a:pt x="27270" y="39437"/>
                  <a:pt x="27284" y="39495"/>
                </a:cubicBezTo>
                <a:cubicBezTo>
                  <a:pt x="27270" y="39584"/>
                  <a:pt x="27240" y="39657"/>
                  <a:pt x="27211" y="39760"/>
                </a:cubicBezTo>
                <a:lnTo>
                  <a:pt x="27152" y="39540"/>
                </a:lnTo>
                <a:cubicBezTo>
                  <a:pt x="27196" y="39466"/>
                  <a:pt x="27225" y="39392"/>
                  <a:pt x="27240" y="39289"/>
                </a:cubicBezTo>
                <a:close/>
                <a:moveTo>
                  <a:pt x="27019" y="39289"/>
                </a:moveTo>
                <a:cubicBezTo>
                  <a:pt x="27034" y="39392"/>
                  <a:pt x="27064" y="39466"/>
                  <a:pt x="27078" y="39554"/>
                </a:cubicBezTo>
                <a:cubicBezTo>
                  <a:pt x="27034" y="39643"/>
                  <a:pt x="27019" y="39731"/>
                  <a:pt x="26990" y="39804"/>
                </a:cubicBezTo>
                <a:cubicBezTo>
                  <a:pt x="26975" y="39716"/>
                  <a:pt x="26931" y="39643"/>
                  <a:pt x="26916" y="39554"/>
                </a:cubicBezTo>
                <a:cubicBezTo>
                  <a:pt x="26946" y="39466"/>
                  <a:pt x="26990" y="39363"/>
                  <a:pt x="27019" y="39289"/>
                </a:cubicBezTo>
                <a:close/>
                <a:moveTo>
                  <a:pt x="26725" y="39275"/>
                </a:moveTo>
                <a:cubicBezTo>
                  <a:pt x="26769" y="39363"/>
                  <a:pt x="26784" y="39466"/>
                  <a:pt x="26813" y="39554"/>
                </a:cubicBezTo>
                <a:cubicBezTo>
                  <a:pt x="26784" y="39643"/>
                  <a:pt x="26725" y="39731"/>
                  <a:pt x="26696" y="39834"/>
                </a:cubicBezTo>
                <a:lnTo>
                  <a:pt x="26578" y="39554"/>
                </a:lnTo>
                <a:cubicBezTo>
                  <a:pt x="26637" y="39466"/>
                  <a:pt x="26666" y="39363"/>
                  <a:pt x="26725" y="39275"/>
                </a:cubicBezTo>
                <a:close/>
                <a:moveTo>
                  <a:pt x="15806" y="24764"/>
                </a:moveTo>
                <a:lnTo>
                  <a:pt x="15806" y="24764"/>
                </a:lnTo>
                <a:cubicBezTo>
                  <a:pt x="15541" y="27266"/>
                  <a:pt x="16571" y="29974"/>
                  <a:pt x="18778" y="32623"/>
                </a:cubicBezTo>
                <a:cubicBezTo>
                  <a:pt x="19720" y="33741"/>
                  <a:pt x="20824" y="34698"/>
                  <a:pt x="21913" y="35610"/>
                </a:cubicBezTo>
                <a:cubicBezTo>
                  <a:pt x="23340" y="36846"/>
                  <a:pt x="24709" y="38024"/>
                  <a:pt x="25666" y="39554"/>
                </a:cubicBezTo>
                <a:cubicBezTo>
                  <a:pt x="25592" y="39657"/>
                  <a:pt x="25518" y="39760"/>
                  <a:pt x="25445" y="39849"/>
                </a:cubicBezTo>
                <a:cubicBezTo>
                  <a:pt x="24444" y="38436"/>
                  <a:pt x="23120" y="37332"/>
                  <a:pt x="21707" y="36184"/>
                </a:cubicBezTo>
                <a:cubicBezTo>
                  <a:pt x="20529" y="35228"/>
                  <a:pt x="19337" y="34242"/>
                  <a:pt x="18337" y="33035"/>
                </a:cubicBezTo>
                <a:cubicBezTo>
                  <a:pt x="16159" y="30386"/>
                  <a:pt x="15246" y="27472"/>
                  <a:pt x="15806" y="24764"/>
                </a:cubicBezTo>
                <a:close/>
                <a:moveTo>
                  <a:pt x="25975" y="39260"/>
                </a:moveTo>
                <a:cubicBezTo>
                  <a:pt x="25989" y="39289"/>
                  <a:pt x="26019" y="39334"/>
                  <a:pt x="26048" y="39363"/>
                </a:cubicBezTo>
                <a:cubicBezTo>
                  <a:pt x="26048" y="39422"/>
                  <a:pt x="26092" y="39495"/>
                  <a:pt x="26122" y="39554"/>
                </a:cubicBezTo>
                <a:cubicBezTo>
                  <a:pt x="26063" y="39643"/>
                  <a:pt x="25989" y="39760"/>
                  <a:pt x="25930" y="39849"/>
                </a:cubicBezTo>
                <a:cubicBezTo>
                  <a:pt x="25930" y="39834"/>
                  <a:pt x="25916" y="39834"/>
                  <a:pt x="25916" y="39804"/>
                </a:cubicBezTo>
                <a:cubicBezTo>
                  <a:pt x="25872" y="39716"/>
                  <a:pt x="25813" y="39643"/>
                  <a:pt x="25769" y="39554"/>
                </a:cubicBezTo>
                <a:cubicBezTo>
                  <a:pt x="25842" y="39466"/>
                  <a:pt x="25901" y="39348"/>
                  <a:pt x="25975" y="39260"/>
                </a:cubicBezTo>
                <a:close/>
                <a:moveTo>
                  <a:pt x="26387" y="39275"/>
                </a:moveTo>
                <a:cubicBezTo>
                  <a:pt x="26416" y="39363"/>
                  <a:pt x="26460" y="39466"/>
                  <a:pt x="26504" y="39569"/>
                </a:cubicBezTo>
                <a:cubicBezTo>
                  <a:pt x="26460" y="39643"/>
                  <a:pt x="26401" y="39731"/>
                  <a:pt x="26343" y="39849"/>
                </a:cubicBezTo>
                <a:cubicBezTo>
                  <a:pt x="26298" y="39760"/>
                  <a:pt x="26254" y="39657"/>
                  <a:pt x="26210" y="39569"/>
                </a:cubicBezTo>
                <a:cubicBezTo>
                  <a:pt x="26269" y="39481"/>
                  <a:pt x="26328" y="39392"/>
                  <a:pt x="26387" y="39275"/>
                </a:cubicBezTo>
                <a:close/>
                <a:moveTo>
                  <a:pt x="27432" y="39701"/>
                </a:moveTo>
                <a:cubicBezTo>
                  <a:pt x="27446" y="39760"/>
                  <a:pt x="27446" y="39790"/>
                  <a:pt x="27446" y="39804"/>
                </a:cubicBezTo>
                <a:cubicBezTo>
                  <a:pt x="27432" y="39863"/>
                  <a:pt x="27432" y="39922"/>
                  <a:pt x="27402" y="39981"/>
                </a:cubicBezTo>
                <a:cubicBezTo>
                  <a:pt x="27402" y="39937"/>
                  <a:pt x="27402" y="39922"/>
                  <a:pt x="27387" y="39878"/>
                </a:cubicBezTo>
                <a:lnTo>
                  <a:pt x="27387" y="39863"/>
                </a:lnTo>
                <a:cubicBezTo>
                  <a:pt x="27402" y="39804"/>
                  <a:pt x="27402" y="39760"/>
                  <a:pt x="27432" y="39701"/>
                </a:cubicBezTo>
                <a:close/>
                <a:moveTo>
                  <a:pt x="27314" y="39701"/>
                </a:moveTo>
                <a:cubicBezTo>
                  <a:pt x="27314" y="39775"/>
                  <a:pt x="27314" y="39834"/>
                  <a:pt x="27343" y="39878"/>
                </a:cubicBezTo>
                <a:lnTo>
                  <a:pt x="27284" y="40099"/>
                </a:lnTo>
                <a:cubicBezTo>
                  <a:pt x="27270" y="40040"/>
                  <a:pt x="27270" y="39981"/>
                  <a:pt x="27240" y="39922"/>
                </a:cubicBezTo>
                <a:cubicBezTo>
                  <a:pt x="27270" y="39849"/>
                  <a:pt x="27284" y="39775"/>
                  <a:pt x="27314" y="39701"/>
                </a:cubicBezTo>
                <a:close/>
                <a:moveTo>
                  <a:pt x="27122" y="39672"/>
                </a:moveTo>
                <a:cubicBezTo>
                  <a:pt x="27137" y="39760"/>
                  <a:pt x="27152" y="39849"/>
                  <a:pt x="27167" y="39922"/>
                </a:cubicBezTo>
                <a:cubicBezTo>
                  <a:pt x="27137" y="40010"/>
                  <a:pt x="27122" y="40084"/>
                  <a:pt x="27078" y="40172"/>
                </a:cubicBezTo>
                <a:cubicBezTo>
                  <a:pt x="27064" y="40099"/>
                  <a:pt x="27034" y="40010"/>
                  <a:pt x="27019" y="39937"/>
                </a:cubicBezTo>
                <a:cubicBezTo>
                  <a:pt x="27064" y="39849"/>
                  <a:pt x="27078" y="39775"/>
                  <a:pt x="27122" y="39672"/>
                </a:cubicBezTo>
                <a:close/>
                <a:moveTo>
                  <a:pt x="15658" y="25162"/>
                </a:moveTo>
                <a:lnTo>
                  <a:pt x="15658" y="25162"/>
                </a:lnTo>
                <a:cubicBezTo>
                  <a:pt x="15276" y="27781"/>
                  <a:pt x="16203" y="30563"/>
                  <a:pt x="18293" y="33094"/>
                </a:cubicBezTo>
                <a:cubicBezTo>
                  <a:pt x="19279" y="34286"/>
                  <a:pt x="20500" y="35287"/>
                  <a:pt x="21677" y="36243"/>
                </a:cubicBezTo>
                <a:cubicBezTo>
                  <a:pt x="23075" y="37406"/>
                  <a:pt x="24415" y="38480"/>
                  <a:pt x="25401" y="39907"/>
                </a:cubicBezTo>
                <a:cubicBezTo>
                  <a:pt x="25327" y="39996"/>
                  <a:pt x="25253" y="40099"/>
                  <a:pt x="25180" y="40202"/>
                </a:cubicBezTo>
                <a:cubicBezTo>
                  <a:pt x="24179" y="38848"/>
                  <a:pt x="22811" y="37803"/>
                  <a:pt x="21486" y="36773"/>
                </a:cubicBezTo>
                <a:cubicBezTo>
                  <a:pt x="20220" y="35802"/>
                  <a:pt x="18911" y="34786"/>
                  <a:pt x="17881" y="33521"/>
                </a:cubicBezTo>
                <a:cubicBezTo>
                  <a:pt x="15806" y="31034"/>
                  <a:pt x="14981" y="27928"/>
                  <a:pt x="15658" y="25162"/>
                </a:cubicBezTo>
                <a:close/>
                <a:moveTo>
                  <a:pt x="26858" y="39657"/>
                </a:moveTo>
                <a:cubicBezTo>
                  <a:pt x="26872" y="39760"/>
                  <a:pt x="26916" y="39849"/>
                  <a:pt x="26931" y="39922"/>
                </a:cubicBezTo>
                <a:lnTo>
                  <a:pt x="26828" y="40202"/>
                </a:lnTo>
                <a:cubicBezTo>
                  <a:pt x="26784" y="40099"/>
                  <a:pt x="26769" y="40010"/>
                  <a:pt x="26725" y="39922"/>
                </a:cubicBezTo>
                <a:cubicBezTo>
                  <a:pt x="26784" y="39849"/>
                  <a:pt x="26828" y="39760"/>
                  <a:pt x="26858" y="39657"/>
                </a:cubicBezTo>
                <a:close/>
                <a:moveTo>
                  <a:pt x="25724" y="39628"/>
                </a:moveTo>
                <a:cubicBezTo>
                  <a:pt x="25754" y="39701"/>
                  <a:pt x="25798" y="39775"/>
                  <a:pt x="25842" y="39849"/>
                </a:cubicBezTo>
                <a:cubicBezTo>
                  <a:pt x="25857" y="39863"/>
                  <a:pt x="25857" y="39907"/>
                  <a:pt x="25886" y="39922"/>
                </a:cubicBezTo>
                <a:cubicBezTo>
                  <a:pt x="25813" y="40010"/>
                  <a:pt x="25754" y="40128"/>
                  <a:pt x="25680" y="40217"/>
                </a:cubicBezTo>
                <a:cubicBezTo>
                  <a:pt x="25621" y="40128"/>
                  <a:pt x="25548" y="40010"/>
                  <a:pt x="25504" y="39922"/>
                </a:cubicBezTo>
                <a:cubicBezTo>
                  <a:pt x="25577" y="39834"/>
                  <a:pt x="25651" y="39716"/>
                  <a:pt x="25724" y="39628"/>
                </a:cubicBezTo>
                <a:close/>
                <a:moveTo>
                  <a:pt x="26181" y="39628"/>
                </a:moveTo>
                <a:cubicBezTo>
                  <a:pt x="26210" y="39731"/>
                  <a:pt x="26254" y="39834"/>
                  <a:pt x="26298" y="39922"/>
                </a:cubicBezTo>
                <a:cubicBezTo>
                  <a:pt x="26254" y="40010"/>
                  <a:pt x="26195" y="40099"/>
                  <a:pt x="26136" y="40217"/>
                </a:cubicBezTo>
                <a:cubicBezTo>
                  <a:pt x="26078" y="40128"/>
                  <a:pt x="26048" y="40025"/>
                  <a:pt x="25989" y="39922"/>
                </a:cubicBezTo>
                <a:cubicBezTo>
                  <a:pt x="26048" y="39834"/>
                  <a:pt x="26122" y="39731"/>
                  <a:pt x="26181" y="39628"/>
                </a:cubicBezTo>
                <a:close/>
                <a:moveTo>
                  <a:pt x="26534" y="39657"/>
                </a:moveTo>
                <a:lnTo>
                  <a:pt x="26637" y="39937"/>
                </a:lnTo>
                <a:cubicBezTo>
                  <a:pt x="26593" y="40025"/>
                  <a:pt x="26549" y="40128"/>
                  <a:pt x="26490" y="40217"/>
                </a:cubicBezTo>
                <a:cubicBezTo>
                  <a:pt x="26475" y="40128"/>
                  <a:pt x="26431" y="40025"/>
                  <a:pt x="26387" y="39937"/>
                </a:cubicBezTo>
                <a:cubicBezTo>
                  <a:pt x="26431" y="39849"/>
                  <a:pt x="26490" y="39760"/>
                  <a:pt x="26534" y="39657"/>
                </a:cubicBezTo>
                <a:close/>
                <a:moveTo>
                  <a:pt x="27461" y="40172"/>
                </a:moveTo>
                <a:lnTo>
                  <a:pt x="27461" y="40202"/>
                </a:lnTo>
                <a:cubicBezTo>
                  <a:pt x="27461" y="40231"/>
                  <a:pt x="27446" y="40275"/>
                  <a:pt x="27446" y="40305"/>
                </a:cubicBezTo>
                <a:lnTo>
                  <a:pt x="27446" y="40275"/>
                </a:lnTo>
                <a:cubicBezTo>
                  <a:pt x="27446" y="40231"/>
                  <a:pt x="27461" y="40217"/>
                  <a:pt x="27461" y="40172"/>
                </a:cubicBezTo>
                <a:close/>
                <a:moveTo>
                  <a:pt x="27373" y="40128"/>
                </a:moveTo>
                <a:lnTo>
                  <a:pt x="27373" y="40128"/>
                </a:lnTo>
                <a:cubicBezTo>
                  <a:pt x="27358" y="40172"/>
                  <a:pt x="27373" y="40217"/>
                  <a:pt x="27373" y="40275"/>
                </a:cubicBezTo>
                <a:cubicBezTo>
                  <a:pt x="27358" y="40320"/>
                  <a:pt x="27358" y="40393"/>
                  <a:pt x="27343" y="40452"/>
                </a:cubicBezTo>
                <a:cubicBezTo>
                  <a:pt x="27343" y="40393"/>
                  <a:pt x="27314" y="40364"/>
                  <a:pt x="27314" y="40305"/>
                </a:cubicBezTo>
                <a:cubicBezTo>
                  <a:pt x="27343" y="40246"/>
                  <a:pt x="27358" y="40172"/>
                  <a:pt x="27373" y="40128"/>
                </a:cubicBezTo>
                <a:close/>
                <a:moveTo>
                  <a:pt x="27167" y="40084"/>
                </a:moveTo>
                <a:cubicBezTo>
                  <a:pt x="27211" y="40158"/>
                  <a:pt x="27211" y="40231"/>
                  <a:pt x="27225" y="40305"/>
                </a:cubicBezTo>
                <a:cubicBezTo>
                  <a:pt x="27211" y="40378"/>
                  <a:pt x="27181" y="40467"/>
                  <a:pt x="27152" y="40540"/>
                </a:cubicBezTo>
                <a:lnTo>
                  <a:pt x="27093" y="40320"/>
                </a:lnTo>
                <a:cubicBezTo>
                  <a:pt x="27108" y="40246"/>
                  <a:pt x="27152" y="40172"/>
                  <a:pt x="27167" y="40084"/>
                </a:cubicBezTo>
                <a:close/>
                <a:moveTo>
                  <a:pt x="15467" y="25633"/>
                </a:moveTo>
                <a:cubicBezTo>
                  <a:pt x="14996" y="28296"/>
                  <a:pt x="15820" y="31225"/>
                  <a:pt x="17792" y="33594"/>
                </a:cubicBezTo>
                <a:cubicBezTo>
                  <a:pt x="18837" y="34860"/>
                  <a:pt x="20147" y="35890"/>
                  <a:pt x="21412" y="36861"/>
                </a:cubicBezTo>
                <a:cubicBezTo>
                  <a:pt x="22737" y="37891"/>
                  <a:pt x="24091" y="38951"/>
                  <a:pt x="25106" y="40290"/>
                </a:cubicBezTo>
                <a:cubicBezTo>
                  <a:pt x="25033" y="40378"/>
                  <a:pt x="24944" y="40496"/>
                  <a:pt x="24871" y="40584"/>
                </a:cubicBezTo>
                <a:cubicBezTo>
                  <a:pt x="23826" y="39334"/>
                  <a:pt x="22487" y="38333"/>
                  <a:pt x="21177" y="37376"/>
                </a:cubicBezTo>
                <a:cubicBezTo>
                  <a:pt x="19808" y="36390"/>
                  <a:pt x="18410" y="35360"/>
                  <a:pt x="17351" y="34036"/>
                </a:cubicBezTo>
                <a:cubicBezTo>
                  <a:pt x="15393" y="31622"/>
                  <a:pt x="14702" y="28429"/>
                  <a:pt x="15467" y="25633"/>
                </a:cubicBezTo>
                <a:close/>
                <a:moveTo>
                  <a:pt x="25445" y="39996"/>
                </a:moveTo>
                <a:cubicBezTo>
                  <a:pt x="25518" y="40084"/>
                  <a:pt x="25563" y="40172"/>
                  <a:pt x="25621" y="40290"/>
                </a:cubicBezTo>
                <a:cubicBezTo>
                  <a:pt x="25548" y="40378"/>
                  <a:pt x="25474" y="40496"/>
                  <a:pt x="25430" y="40584"/>
                </a:cubicBezTo>
                <a:cubicBezTo>
                  <a:pt x="25357" y="40496"/>
                  <a:pt x="25298" y="40378"/>
                  <a:pt x="25224" y="40290"/>
                </a:cubicBezTo>
                <a:cubicBezTo>
                  <a:pt x="25298" y="40202"/>
                  <a:pt x="25371" y="40084"/>
                  <a:pt x="25445" y="39996"/>
                </a:cubicBezTo>
                <a:close/>
                <a:moveTo>
                  <a:pt x="25930" y="39996"/>
                </a:moveTo>
                <a:cubicBezTo>
                  <a:pt x="25975" y="40099"/>
                  <a:pt x="26033" y="40202"/>
                  <a:pt x="26092" y="40290"/>
                </a:cubicBezTo>
                <a:cubicBezTo>
                  <a:pt x="26033" y="40378"/>
                  <a:pt x="25975" y="40467"/>
                  <a:pt x="25901" y="40584"/>
                </a:cubicBezTo>
                <a:cubicBezTo>
                  <a:pt x="25842" y="40496"/>
                  <a:pt x="25798" y="40378"/>
                  <a:pt x="25739" y="40290"/>
                </a:cubicBezTo>
                <a:cubicBezTo>
                  <a:pt x="25813" y="40202"/>
                  <a:pt x="25872" y="40099"/>
                  <a:pt x="25930" y="39996"/>
                </a:cubicBezTo>
                <a:close/>
                <a:moveTo>
                  <a:pt x="26343" y="40025"/>
                </a:moveTo>
                <a:cubicBezTo>
                  <a:pt x="26387" y="40128"/>
                  <a:pt x="26416" y="40217"/>
                  <a:pt x="26475" y="40320"/>
                </a:cubicBezTo>
                <a:cubicBezTo>
                  <a:pt x="26416" y="40393"/>
                  <a:pt x="26357" y="40496"/>
                  <a:pt x="26298" y="40584"/>
                </a:cubicBezTo>
                <a:cubicBezTo>
                  <a:pt x="26269" y="40496"/>
                  <a:pt x="26210" y="40393"/>
                  <a:pt x="26181" y="40305"/>
                </a:cubicBezTo>
                <a:lnTo>
                  <a:pt x="26343" y="40025"/>
                </a:lnTo>
                <a:close/>
                <a:moveTo>
                  <a:pt x="26681" y="40025"/>
                </a:moveTo>
                <a:cubicBezTo>
                  <a:pt x="26710" y="40128"/>
                  <a:pt x="26725" y="40217"/>
                  <a:pt x="26769" y="40305"/>
                </a:cubicBezTo>
                <a:cubicBezTo>
                  <a:pt x="26725" y="40393"/>
                  <a:pt x="26696" y="40496"/>
                  <a:pt x="26637" y="40584"/>
                </a:cubicBezTo>
                <a:cubicBezTo>
                  <a:pt x="26622" y="40496"/>
                  <a:pt x="26578" y="40393"/>
                  <a:pt x="26549" y="40305"/>
                </a:cubicBezTo>
                <a:cubicBezTo>
                  <a:pt x="26607" y="40217"/>
                  <a:pt x="26637" y="40128"/>
                  <a:pt x="26681" y="40025"/>
                </a:cubicBezTo>
                <a:close/>
                <a:moveTo>
                  <a:pt x="26975" y="40069"/>
                </a:moveTo>
                <a:cubicBezTo>
                  <a:pt x="26990" y="40158"/>
                  <a:pt x="27005" y="40231"/>
                  <a:pt x="27019" y="40320"/>
                </a:cubicBezTo>
                <a:cubicBezTo>
                  <a:pt x="26990" y="40423"/>
                  <a:pt x="26975" y="40496"/>
                  <a:pt x="26931" y="40584"/>
                </a:cubicBezTo>
                <a:cubicBezTo>
                  <a:pt x="26916" y="40496"/>
                  <a:pt x="26872" y="40423"/>
                  <a:pt x="26858" y="40320"/>
                </a:cubicBezTo>
                <a:cubicBezTo>
                  <a:pt x="26902" y="40231"/>
                  <a:pt x="26931" y="40158"/>
                  <a:pt x="26975" y="40069"/>
                </a:cubicBezTo>
                <a:close/>
                <a:moveTo>
                  <a:pt x="27387" y="40584"/>
                </a:moveTo>
                <a:lnTo>
                  <a:pt x="27387" y="40658"/>
                </a:lnTo>
                <a:cubicBezTo>
                  <a:pt x="27387" y="40717"/>
                  <a:pt x="27373" y="40746"/>
                  <a:pt x="27373" y="40805"/>
                </a:cubicBezTo>
                <a:cubicBezTo>
                  <a:pt x="27373" y="40761"/>
                  <a:pt x="27373" y="40732"/>
                  <a:pt x="27358" y="40717"/>
                </a:cubicBezTo>
                <a:cubicBezTo>
                  <a:pt x="27373" y="40673"/>
                  <a:pt x="27373" y="40614"/>
                  <a:pt x="27387" y="40584"/>
                </a:cubicBezTo>
                <a:close/>
                <a:moveTo>
                  <a:pt x="25165" y="40364"/>
                </a:moveTo>
                <a:cubicBezTo>
                  <a:pt x="25239" y="40452"/>
                  <a:pt x="25312" y="40540"/>
                  <a:pt x="25371" y="40658"/>
                </a:cubicBezTo>
                <a:cubicBezTo>
                  <a:pt x="25312" y="40732"/>
                  <a:pt x="25239" y="40820"/>
                  <a:pt x="25180" y="40893"/>
                </a:cubicBezTo>
                <a:cubicBezTo>
                  <a:pt x="25165" y="40879"/>
                  <a:pt x="25150" y="40879"/>
                  <a:pt x="25150" y="40864"/>
                </a:cubicBezTo>
                <a:lnTo>
                  <a:pt x="25106" y="40893"/>
                </a:lnTo>
                <a:cubicBezTo>
                  <a:pt x="25062" y="40820"/>
                  <a:pt x="24974" y="40732"/>
                  <a:pt x="24930" y="40658"/>
                </a:cubicBezTo>
                <a:cubicBezTo>
                  <a:pt x="25003" y="40570"/>
                  <a:pt x="25092" y="40452"/>
                  <a:pt x="25165" y="40364"/>
                </a:cubicBezTo>
                <a:close/>
                <a:moveTo>
                  <a:pt x="27240" y="40511"/>
                </a:moveTo>
                <a:cubicBezTo>
                  <a:pt x="27270" y="40570"/>
                  <a:pt x="27270" y="40643"/>
                  <a:pt x="27284" y="40687"/>
                </a:cubicBezTo>
                <a:lnTo>
                  <a:pt x="27225" y="40908"/>
                </a:lnTo>
                <a:cubicBezTo>
                  <a:pt x="27211" y="40835"/>
                  <a:pt x="27211" y="40790"/>
                  <a:pt x="27196" y="40717"/>
                </a:cubicBezTo>
                <a:cubicBezTo>
                  <a:pt x="27211" y="40643"/>
                  <a:pt x="27225" y="40584"/>
                  <a:pt x="27240" y="40511"/>
                </a:cubicBezTo>
                <a:close/>
                <a:moveTo>
                  <a:pt x="15261" y="26074"/>
                </a:moveTo>
                <a:lnTo>
                  <a:pt x="15261" y="26074"/>
                </a:lnTo>
                <a:cubicBezTo>
                  <a:pt x="14672" y="28767"/>
                  <a:pt x="15408" y="31769"/>
                  <a:pt x="17277" y="34065"/>
                </a:cubicBezTo>
                <a:cubicBezTo>
                  <a:pt x="18366" y="35390"/>
                  <a:pt x="19764" y="36449"/>
                  <a:pt x="21118" y="37435"/>
                </a:cubicBezTo>
                <a:cubicBezTo>
                  <a:pt x="22428" y="38392"/>
                  <a:pt x="23767" y="39392"/>
                  <a:pt x="24797" y="40643"/>
                </a:cubicBezTo>
                <a:cubicBezTo>
                  <a:pt x="24709" y="40746"/>
                  <a:pt x="24635" y="40835"/>
                  <a:pt x="24547" y="40938"/>
                </a:cubicBezTo>
                <a:cubicBezTo>
                  <a:pt x="23517" y="39775"/>
                  <a:pt x="22192" y="38833"/>
                  <a:pt x="20883" y="37935"/>
                </a:cubicBezTo>
                <a:cubicBezTo>
                  <a:pt x="19440" y="36920"/>
                  <a:pt x="17954" y="35890"/>
                  <a:pt x="16850" y="34507"/>
                </a:cubicBezTo>
                <a:cubicBezTo>
                  <a:pt x="14967" y="32181"/>
                  <a:pt x="14378" y="28914"/>
                  <a:pt x="15261" y="26074"/>
                </a:cubicBezTo>
                <a:close/>
                <a:moveTo>
                  <a:pt x="25680" y="40349"/>
                </a:moveTo>
                <a:cubicBezTo>
                  <a:pt x="25739" y="40452"/>
                  <a:pt x="25798" y="40540"/>
                  <a:pt x="25842" y="40658"/>
                </a:cubicBezTo>
                <a:cubicBezTo>
                  <a:pt x="25798" y="40746"/>
                  <a:pt x="25710" y="40835"/>
                  <a:pt x="25666" y="40938"/>
                </a:cubicBezTo>
                <a:cubicBezTo>
                  <a:pt x="25621" y="40879"/>
                  <a:pt x="25592" y="40805"/>
                  <a:pt x="25548" y="40746"/>
                </a:cubicBezTo>
                <a:cubicBezTo>
                  <a:pt x="25533" y="40717"/>
                  <a:pt x="25504" y="40673"/>
                  <a:pt x="25474" y="40643"/>
                </a:cubicBezTo>
                <a:cubicBezTo>
                  <a:pt x="25548" y="40540"/>
                  <a:pt x="25621" y="40452"/>
                  <a:pt x="25680" y="40349"/>
                </a:cubicBezTo>
                <a:close/>
                <a:moveTo>
                  <a:pt x="26136" y="40378"/>
                </a:moveTo>
                <a:cubicBezTo>
                  <a:pt x="26195" y="40467"/>
                  <a:pt x="26239" y="40584"/>
                  <a:pt x="26269" y="40673"/>
                </a:cubicBezTo>
                <a:lnTo>
                  <a:pt x="26107" y="40952"/>
                </a:lnTo>
                <a:cubicBezTo>
                  <a:pt x="26048" y="40864"/>
                  <a:pt x="26019" y="40746"/>
                  <a:pt x="25960" y="40658"/>
                </a:cubicBezTo>
                <a:cubicBezTo>
                  <a:pt x="26019" y="40570"/>
                  <a:pt x="26063" y="40467"/>
                  <a:pt x="26136" y="40378"/>
                </a:cubicBezTo>
                <a:close/>
                <a:moveTo>
                  <a:pt x="26490" y="40393"/>
                </a:moveTo>
                <a:lnTo>
                  <a:pt x="26593" y="40673"/>
                </a:lnTo>
                <a:cubicBezTo>
                  <a:pt x="26563" y="40761"/>
                  <a:pt x="26504" y="40864"/>
                  <a:pt x="26475" y="40952"/>
                </a:cubicBezTo>
                <a:cubicBezTo>
                  <a:pt x="26431" y="40864"/>
                  <a:pt x="26401" y="40761"/>
                  <a:pt x="26343" y="40673"/>
                </a:cubicBezTo>
                <a:cubicBezTo>
                  <a:pt x="26401" y="40584"/>
                  <a:pt x="26431" y="40496"/>
                  <a:pt x="26490" y="40393"/>
                </a:cubicBezTo>
                <a:close/>
                <a:moveTo>
                  <a:pt x="27078" y="40467"/>
                </a:moveTo>
                <a:cubicBezTo>
                  <a:pt x="27078" y="40540"/>
                  <a:pt x="27093" y="40643"/>
                  <a:pt x="27122" y="40717"/>
                </a:cubicBezTo>
                <a:cubicBezTo>
                  <a:pt x="27093" y="40790"/>
                  <a:pt x="27064" y="40879"/>
                  <a:pt x="27034" y="40952"/>
                </a:cubicBezTo>
                <a:cubicBezTo>
                  <a:pt x="27019" y="40879"/>
                  <a:pt x="27005" y="40790"/>
                  <a:pt x="26990" y="40717"/>
                </a:cubicBezTo>
                <a:cubicBezTo>
                  <a:pt x="27019" y="40643"/>
                  <a:pt x="27034" y="40540"/>
                  <a:pt x="27078" y="40467"/>
                </a:cubicBezTo>
                <a:close/>
                <a:moveTo>
                  <a:pt x="26799" y="40437"/>
                </a:moveTo>
                <a:cubicBezTo>
                  <a:pt x="26813" y="40526"/>
                  <a:pt x="26858" y="40614"/>
                  <a:pt x="26872" y="40717"/>
                </a:cubicBezTo>
                <a:cubicBezTo>
                  <a:pt x="26843" y="40805"/>
                  <a:pt x="26799" y="40879"/>
                  <a:pt x="26769" y="40967"/>
                </a:cubicBezTo>
                <a:cubicBezTo>
                  <a:pt x="26725" y="40879"/>
                  <a:pt x="26710" y="40790"/>
                  <a:pt x="26681" y="40687"/>
                </a:cubicBezTo>
                <a:cubicBezTo>
                  <a:pt x="26725" y="40599"/>
                  <a:pt x="26769" y="40526"/>
                  <a:pt x="26799" y="40437"/>
                </a:cubicBezTo>
                <a:close/>
                <a:moveTo>
                  <a:pt x="24871" y="40717"/>
                </a:moveTo>
                <a:cubicBezTo>
                  <a:pt x="24944" y="40805"/>
                  <a:pt x="25003" y="40879"/>
                  <a:pt x="25062" y="40952"/>
                </a:cubicBezTo>
                <a:lnTo>
                  <a:pt x="25003" y="41011"/>
                </a:lnTo>
                <a:cubicBezTo>
                  <a:pt x="24944" y="41085"/>
                  <a:pt x="24871" y="41158"/>
                  <a:pt x="24797" y="41232"/>
                </a:cubicBezTo>
                <a:cubicBezTo>
                  <a:pt x="24738" y="41158"/>
                  <a:pt x="24665" y="41085"/>
                  <a:pt x="24621" y="41011"/>
                </a:cubicBezTo>
                <a:cubicBezTo>
                  <a:pt x="24709" y="40908"/>
                  <a:pt x="24783" y="40820"/>
                  <a:pt x="24871" y="40717"/>
                </a:cubicBezTo>
                <a:close/>
                <a:moveTo>
                  <a:pt x="27299" y="40938"/>
                </a:moveTo>
                <a:cubicBezTo>
                  <a:pt x="27314" y="40967"/>
                  <a:pt x="27314" y="41026"/>
                  <a:pt x="27314" y="41085"/>
                </a:cubicBezTo>
                <a:cubicBezTo>
                  <a:pt x="27314" y="41114"/>
                  <a:pt x="27299" y="41158"/>
                  <a:pt x="27299" y="41173"/>
                </a:cubicBezTo>
                <a:cubicBezTo>
                  <a:pt x="27299" y="41188"/>
                  <a:pt x="27284" y="41232"/>
                  <a:pt x="27284" y="41247"/>
                </a:cubicBezTo>
                <a:cubicBezTo>
                  <a:pt x="27284" y="41188"/>
                  <a:pt x="27270" y="41129"/>
                  <a:pt x="27270" y="41100"/>
                </a:cubicBezTo>
                <a:cubicBezTo>
                  <a:pt x="27284" y="41041"/>
                  <a:pt x="27299" y="40982"/>
                  <a:pt x="27299" y="40938"/>
                </a:cubicBezTo>
                <a:close/>
                <a:moveTo>
                  <a:pt x="25430" y="40717"/>
                </a:moveTo>
                <a:cubicBezTo>
                  <a:pt x="25445" y="40746"/>
                  <a:pt x="25460" y="40761"/>
                  <a:pt x="25474" y="40805"/>
                </a:cubicBezTo>
                <a:cubicBezTo>
                  <a:pt x="25518" y="40879"/>
                  <a:pt x="25563" y="40952"/>
                  <a:pt x="25607" y="41011"/>
                </a:cubicBezTo>
                <a:cubicBezTo>
                  <a:pt x="25533" y="41100"/>
                  <a:pt x="25474" y="41188"/>
                  <a:pt x="25401" y="41276"/>
                </a:cubicBezTo>
                <a:cubicBezTo>
                  <a:pt x="25386" y="41261"/>
                  <a:pt x="25386" y="41247"/>
                  <a:pt x="25371" y="41232"/>
                </a:cubicBezTo>
                <a:cubicBezTo>
                  <a:pt x="25401" y="41188"/>
                  <a:pt x="25430" y="41158"/>
                  <a:pt x="25460" y="41114"/>
                </a:cubicBezTo>
                <a:cubicBezTo>
                  <a:pt x="25445" y="41114"/>
                  <a:pt x="25430" y="41100"/>
                  <a:pt x="25401" y="41085"/>
                </a:cubicBezTo>
                <a:cubicBezTo>
                  <a:pt x="25386" y="41114"/>
                  <a:pt x="25357" y="41129"/>
                  <a:pt x="25327" y="41173"/>
                </a:cubicBezTo>
                <a:cubicBezTo>
                  <a:pt x="25298" y="41114"/>
                  <a:pt x="25253" y="41055"/>
                  <a:pt x="25195" y="41011"/>
                </a:cubicBezTo>
                <a:cubicBezTo>
                  <a:pt x="25283" y="40908"/>
                  <a:pt x="25342" y="40820"/>
                  <a:pt x="25430" y="40717"/>
                </a:cubicBezTo>
                <a:close/>
                <a:moveTo>
                  <a:pt x="25886" y="40732"/>
                </a:moveTo>
                <a:cubicBezTo>
                  <a:pt x="25930" y="40820"/>
                  <a:pt x="25989" y="40938"/>
                  <a:pt x="26033" y="41026"/>
                </a:cubicBezTo>
                <a:cubicBezTo>
                  <a:pt x="25975" y="41114"/>
                  <a:pt x="25916" y="41203"/>
                  <a:pt x="25842" y="41306"/>
                </a:cubicBezTo>
                <a:cubicBezTo>
                  <a:pt x="25827" y="41203"/>
                  <a:pt x="25754" y="41114"/>
                  <a:pt x="25695" y="41011"/>
                </a:cubicBezTo>
                <a:cubicBezTo>
                  <a:pt x="25754" y="40908"/>
                  <a:pt x="25827" y="40820"/>
                  <a:pt x="25886" y="40732"/>
                </a:cubicBezTo>
                <a:close/>
                <a:moveTo>
                  <a:pt x="26298" y="40761"/>
                </a:moveTo>
                <a:cubicBezTo>
                  <a:pt x="26343" y="40864"/>
                  <a:pt x="26387" y="40952"/>
                  <a:pt x="26431" y="41055"/>
                </a:cubicBezTo>
                <a:cubicBezTo>
                  <a:pt x="26387" y="41158"/>
                  <a:pt x="26343" y="41247"/>
                  <a:pt x="26284" y="41335"/>
                </a:cubicBezTo>
                <a:cubicBezTo>
                  <a:pt x="26254" y="41247"/>
                  <a:pt x="26195" y="41144"/>
                  <a:pt x="26166" y="41041"/>
                </a:cubicBezTo>
                <a:cubicBezTo>
                  <a:pt x="26195" y="40952"/>
                  <a:pt x="26254" y="40864"/>
                  <a:pt x="26298" y="40761"/>
                </a:cubicBezTo>
                <a:close/>
                <a:moveTo>
                  <a:pt x="26637" y="40805"/>
                </a:moveTo>
                <a:cubicBezTo>
                  <a:pt x="26681" y="40893"/>
                  <a:pt x="26696" y="40982"/>
                  <a:pt x="26725" y="41085"/>
                </a:cubicBezTo>
                <a:cubicBezTo>
                  <a:pt x="26696" y="41173"/>
                  <a:pt x="26652" y="41261"/>
                  <a:pt x="26622" y="41335"/>
                </a:cubicBezTo>
                <a:lnTo>
                  <a:pt x="26504" y="41055"/>
                </a:lnTo>
                <a:cubicBezTo>
                  <a:pt x="26549" y="40967"/>
                  <a:pt x="26607" y="40893"/>
                  <a:pt x="26637" y="40805"/>
                </a:cubicBezTo>
                <a:close/>
                <a:moveTo>
                  <a:pt x="26916" y="40835"/>
                </a:moveTo>
                <a:cubicBezTo>
                  <a:pt x="26931" y="40938"/>
                  <a:pt x="26946" y="41026"/>
                  <a:pt x="26975" y="41100"/>
                </a:cubicBezTo>
                <a:cubicBezTo>
                  <a:pt x="26931" y="41173"/>
                  <a:pt x="26916" y="41261"/>
                  <a:pt x="26872" y="41335"/>
                </a:cubicBezTo>
                <a:cubicBezTo>
                  <a:pt x="26858" y="41247"/>
                  <a:pt x="26828" y="41144"/>
                  <a:pt x="26799" y="41070"/>
                </a:cubicBezTo>
                <a:cubicBezTo>
                  <a:pt x="26858" y="41011"/>
                  <a:pt x="26902" y="40908"/>
                  <a:pt x="26916" y="40835"/>
                </a:cubicBezTo>
                <a:close/>
                <a:moveTo>
                  <a:pt x="27137" y="40893"/>
                </a:moveTo>
                <a:cubicBezTo>
                  <a:pt x="27152" y="40952"/>
                  <a:pt x="27167" y="41026"/>
                  <a:pt x="27167" y="41100"/>
                </a:cubicBezTo>
                <a:cubicBezTo>
                  <a:pt x="27152" y="41173"/>
                  <a:pt x="27137" y="41247"/>
                  <a:pt x="27122" y="41335"/>
                </a:cubicBezTo>
                <a:lnTo>
                  <a:pt x="27064" y="41114"/>
                </a:lnTo>
                <a:cubicBezTo>
                  <a:pt x="27078" y="41041"/>
                  <a:pt x="27122" y="40967"/>
                  <a:pt x="27137" y="40893"/>
                </a:cubicBezTo>
                <a:close/>
                <a:moveTo>
                  <a:pt x="25150" y="41085"/>
                </a:moveTo>
                <a:cubicBezTo>
                  <a:pt x="25180" y="41129"/>
                  <a:pt x="25224" y="41188"/>
                  <a:pt x="25283" y="41247"/>
                </a:cubicBezTo>
                <a:lnTo>
                  <a:pt x="25062" y="41512"/>
                </a:lnTo>
                <a:cubicBezTo>
                  <a:pt x="25018" y="41467"/>
                  <a:pt x="24959" y="41409"/>
                  <a:pt x="24930" y="41350"/>
                </a:cubicBezTo>
                <a:lnTo>
                  <a:pt x="25150" y="41085"/>
                </a:lnTo>
                <a:close/>
                <a:moveTo>
                  <a:pt x="27343" y="41379"/>
                </a:moveTo>
                <a:cubicBezTo>
                  <a:pt x="27343" y="41394"/>
                  <a:pt x="27343" y="41423"/>
                  <a:pt x="27358" y="41467"/>
                </a:cubicBezTo>
                <a:cubicBezTo>
                  <a:pt x="27358" y="41497"/>
                  <a:pt x="27343" y="41556"/>
                  <a:pt x="27343" y="41600"/>
                </a:cubicBezTo>
                <a:cubicBezTo>
                  <a:pt x="27343" y="41556"/>
                  <a:pt x="27343" y="41526"/>
                  <a:pt x="27314" y="41497"/>
                </a:cubicBezTo>
                <a:cubicBezTo>
                  <a:pt x="27343" y="41467"/>
                  <a:pt x="27343" y="41409"/>
                  <a:pt x="27343" y="41379"/>
                </a:cubicBezTo>
                <a:close/>
                <a:moveTo>
                  <a:pt x="25312" y="41320"/>
                </a:moveTo>
                <a:cubicBezTo>
                  <a:pt x="25327" y="41335"/>
                  <a:pt x="25327" y="41350"/>
                  <a:pt x="25357" y="41379"/>
                </a:cubicBezTo>
                <a:cubicBezTo>
                  <a:pt x="25283" y="41467"/>
                  <a:pt x="25209" y="41556"/>
                  <a:pt x="25136" y="41673"/>
                </a:cubicBezTo>
                <a:lnTo>
                  <a:pt x="25077" y="41615"/>
                </a:lnTo>
                <a:cubicBezTo>
                  <a:pt x="25165" y="41497"/>
                  <a:pt x="25239" y="41409"/>
                  <a:pt x="25312" y="41320"/>
                </a:cubicBezTo>
                <a:close/>
                <a:moveTo>
                  <a:pt x="25666" y="41100"/>
                </a:moveTo>
                <a:cubicBezTo>
                  <a:pt x="25724" y="41188"/>
                  <a:pt x="25769" y="41306"/>
                  <a:pt x="25827" y="41394"/>
                </a:cubicBezTo>
                <a:cubicBezTo>
                  <a:pt x="25769" y="41482"/>
                  <a:pt x="25695" y="41570"/>
                  <a:pt x="25651" y="41673"/>
                </a:cubicBezTo>
                <a:cubicBezTo>
                  <a:pt x="25621" y="41629"/>
                  <a:pt x="25592" y="41600"/>
                  <a:pt x="25577" y="41541"/>
                </a:cubicBezTo>
                <a:cubicBezTo>
                  <a:pt x="25607" y="41482"/>
                  <a:pt x="25651" y="41423"/>
                  <a:pt x="25695" y="41379"/>
                </a:cubicBezTo>
                <a:cubicBezTo>
                  <a:pt x="25666" y="41350"/>
                  <a:pt x="25651" y="41335"/>
                  <a:pt x="25621" y="41320"/>
                </a:cubicBezTo>
                <a:cubicBezTo>
                  <a:pt x="25592" y="41379"/>
                  <a:pt x="25548" y="41423"/>
                  <a:pt x="25518" y="41467"/>
                </a:cubicBezTo>
                <a:cubicBezTo>
                  <a:pt x="25504" y="41423"/>
                  <a:pt x="25474" y="41394"/>
                  <a:pt x="25460" y="41379"/>
                </a:cubicBezTo>
                <a:cubicBezTo>
                  <a:pt x="25533" y="41276"/>
                  <a:pt x="25592" y="41188"/>
                  <a:pt x="25666" y="41100"/>
                </a:cubicBezTo>
                <a:close/>
                <a:moveTo>
                  <a:pt x="26092" y="41114"/>
                </a:moveTo>
                <a:cubicBezTo>
                  <a:pt x="26136" y="41203"/>
                  <a:pt x="26181" y="41320"/>
                  <a:pt x="26210" y="41409"/>
                </a:cubicBezTo>
                <a:lnTo>
                  <a:pt x="26048" y="41688"/>
                </a:lnTo>
                <a:cubicBezTo>
                  <a:pt x="25989" y="41600"/>
                  <a:pt x="25960" y="41482"/>
                  <a:pt x="25901" y="41394"/>
                </a:cubicBezTo>
                <a:cubicBezTo>
                  <a:pt x="25975" y="41306"/>
                  <a:pt x="26033" y="41203"/>
                  <a:pt x="26092" y="41114"/>
                </a:cubicBezTo>
                <a:close/>
                <a:moveTo>
                  <a:pt x="26475" y="41158"/>
                </a:moveTo>
                <a:lnTo>
                  <a:pt x="26578" y="41423"/>
                </a:lnTo>
                <a:cubicBezTo>
                  <a:pt x="26534" y="41512"/>
                  <a:pt x="26475" y="41615"/>
                  <a:pt x="26431" y="41688"/>
                </a:cubicBezTo>
                <a:lnTo>
                  <a:pt x="26328" y="41409"/>
                </a:lnTo>
                <a:cubicBezTo>
                  <a:pt x="26387" y="41320"/>
                  <a:pt x="26416" y="41247"/>
                  <a:pt x="26475" y="41158"/>
                </a:cubicBezTo>
                <a:close/>
                <a:moveTo>
                  <a:pt x="27181" y="41306"/>
                </a:moveTo>
                <a:cubicBezTo>
                  <a:pt x="27211" y="41350"/>
                  <a:pt x="27225" y="41423"/>
                  <a:pt x="27225" y="41482"/>
                </a:cubicBezTo>
                <a:cubicBezTo>
                  <a:pt x="27211" y="41556"/>
                  <a:pt x="27181" y="41615"/>
                  <a:pt x="27167" y="41688"/>
                </a:cubicBezTo>
                <a:cubicBezTo>
                  <a:pt x="27152" y="41615"/>
                  <a:pt x="27152" y="41556"/>
                  <a:pt x="27137" y="41482"/>
                </a:cubicBezTo>
                <a:cubicBezTo>
                  <a:pt x="27152" y="41423"/>
                  <a:pt x="27167" y="41350"/>
                  <a:pt x="27181" y="41306"/>
                </a:cubicBezTo>
                <a:close/>
                <a:moveTo>
                  <a:pt x="26769" y="41188"/>
                </a:moveTo>
                <a:cubicBezTo>
                  <a:pt x="26784" y="41276"/>
                  <a:pt x="26813" y="41379"/>
                  <a:pt x="26843" y="41467"/>
                </a:cubicBezTo>
                <a:cubicBezTo>
                  <a:pt x="26799" y="41556"/>
                  <a:pt x="26769" y="41629"/>
                  <a:pt x="26725" y="41718"/>
                </a:cubicBezTo>
                <a:cubicBezTo>
                  <a:pt x="26696" y="41629"/>
                  <a:pt x="26681" y="41541"/>
                  <a:pt x="26637" y="41453"/>
                </a:cubicBezTo>
                <a:cubicBezTo>
                  <a:pt x="26696" y="41350"/>
                  <a:pt x="26725" y="41276"/>
                  <a:pt x="26769" y="41188"/>
                </a:cubicBezTo>
                <a:close/>
                <a:moveTo>
                  <a:pt x="27019" y="41247"/>
                </a:moveTo>
                <a:cubicBezTo>
                  <a:pt x="27034" y="41320"/>
                  <a:pt x="27034" y="41394"/>
                  <a:pt x="27064" y="41482"/>
                </a:cubicBezTo>
                <a:cubicBezTo>
                  <a:pt x="27049" y="41556"/>
                  <a:pt x="27005" y="41629"/>
                  <a:pt x="26990" y="41718"/>
                </a:cubicBezTo>
                <a:cubicBezTo>
                  <a:pt x="26975" y="41629"/>
                  <a:pt x="26946" y="41556"/>
                  <a:pt x="26931" y="41482"/>
                </a:cubicBezTo>
                <a:cubicBezTo>
                  <a:pt x="26975" y="41409"/>
                  <a:pt x="26990" y="41335"/>
                  <a:pt x="27019" y="41247"/>
                </a:cubicBezTo>
                <a:close/>
                <a:moveTo>
                  <a:pt x="25401" y="41453"/>
                </a:moveTo>
                <a:cubicBezTo>
                  <a:pt x="25430" y="41482"/>
                  <a:pt x="25445" y="41497"/>
                  <a:pt x="25460" y="41541"/>
                </a:cubicBezTo>
                <a:lnTo>
                  <a:pt x="25239" y="41821"/>
                </a:lnTo>
                <a:cubicBezTo>
                  <a:pt x="25224" y="41776"/>
                  <a:pt x="25195" y="41762"/>
                  <a:pt x="25180" y="41718"/>
                </a:cubicBezTo>
                <a:lnTo>
                  <a:pt x="25401" y="41453"/>
                </a:lnTo>
                <a:close/>
                <a:moveTo>
                  <a:pt x="25518" y="41615"/>
                </a:moveTo>
                <a:cubicBezTo>
                  <a:pt x="25533" y="41644"/>
                  <a:pt x="25563" y="41703"/>
                  <a:pt x="25592" y="41732"/>
                </a:cubicBezTo>
                <a:cubicBezTo>
                  <a:pt x="25518" y="41835"/>
                  <a:pt x="25460" y="41924"/>
                  <a:pt x="25386" y="42012"/>
                </a:cubicBezTo>
                <a:cubicBezTo>
                  <a:pt x="25357" y="41982"/>
                  <a:pt x="25327" y="41924"/>
                  <a:pt x="25298" y="41879"/>
                </a:cubicBezTo>
                <a:lnTo>
                  <a:pt x="25518" y="41615"/>
                </a:lnTo>
                <a:close/>
                <a:moveTo>
                  <a:pt x="25842" y="41453"/>
                </a:moveTo>
                <a:cubicBezTo>
                  <a:pt x="25901" y="41541"/>
                  <a:pt x="25960" y="41644"/>
                  <a:pt x="25989" y="41747"/>
                </a:cubicBezTo>
                <a:cubicBezTo>
                  <a:pt x="25960" y="41850"/>
                  <a:pt x="25901" y="41938"/>
                  <a:pt x="25842" y="42041"/>
                </a:cubicBezTo>
                <a:cubicBezTo>
                  <a:pt x="25813" y="41968"/>
                  <a:pt x="25769" y="41909"/>
                  <a:pt x="25739" y="41835"/>
                </a:cubicBezTo>
                <a:cubicBezTo>
                  <a:pt x="25798" y="41762"/>
                  <a:pt x="25842" y="41688"/>
                  <a:pt x="25886" y="41615"/>
                </a:cubicBezTo>
                <a:cubicBezTo>
                  <a:pt x="25872" y="41585"/>
                  <a:pt x="25842" y="41570"/>
                  <a:pt x="25827" y="41541"/>
                </a:cubicBezTo>
                <a:cubicBezTo>
                  <a:pt x="25769" y="41615"/>
                  <a:pt x="25739" y="41688"/>
                  <a:pt x="25680" y="41747"/>
                </a:cubicBezTo>
                <a:cubicBezTo>
                  <a:pt x="25680" y="41747"/>
                  <a:pt x="25680" y="41718"/>
                  <a:pt x="25666" y="41718"/>
                </a:cubicBezTo>
                <a:cubicBezTo>
                  <a:pt x="25724" y="41629"/>
                  <a:pt x="25798" y="41541"/>
                  <a:pt x="25842" y="41453"/>
                </a:cubicBezTo>
                <a:close/>
                <a:moveTo>
                  <a:pt x="27270" y="41718"/>
                </a:moveTo>
                <a:cubicBezTo>
                  <a:pt x="27270" y="41776"/>
                  <a:pt x="27270" y="41821"/>
                  <a:pt x="27284" y="41865"/>
                </a:cubicBezTo>
                <a:cubicBezTo>
                  <a:pt x="27270" y="41924"/>
                  <a:pt x="27270" y="41982"/>
                  <a:pt x="27240" y="42041"/>
                </a:cubicBezTo>
                <a:cubicBezTo>
                  <a:pt x="27240" y="41982"/>
                  <a:pt x="27225" y="41938"/>
                  <a:pt x="27225" y="41879"/>
                </a:cubicBezTo>
                <a:cubicBezTo>
                  <a:pt x="27240" y="41835"/>
                  <a:pt x="27270" y="41776"/>
                  <a:pt x="27270" y="41718"/>
                </a:cubicBezTo>
                <a:close/>
                <a:moveTo>
                  <a:pt x="26269" y="41497"/>
                </a:moveTo>
                <a:cubicBezTo>
                  <a:pt x="26313" y="41600"/>
                  <a:pt x="26343" y="41703"/>
                  <a:pt x="26387" y="41791"/>
                </a:cubicBezTo>
                <a:cubicBezTo>
                  <a:pt x="26328" y="41894"/>
                  <a:pt x="26284" y="41982"/>
                  <a:pt x="26239" y="42056"/>
                </a:cubicBezTo>
                <a:cubicBezTo>
                  <a:pt x="26195" y="41968"/>
                  <a:pt x="26136" y="41850"/>
                  <a:pt x="26107" y="41762"/>
                </a:cubicBezTo>
                <a:cubicBezTo>
                  <a:pt x="26166" y="41673"/>
                  <a:pt x="26210" y="41600"/>
                  <a:pt x="26269" y="41497"/>
                </a:cubicBezTo>
                <a:close/>
                <a:moveTo>
                  <a:pt x="27093" y="41629"/>
                </a:moveTo>
                <a:cubicBezTo>
                  <a:pt x="27122" y="41718"/>
                  <a:pt x="27122" y="41791"/>
                  <a:pt x="27137" y="41865"/>
                </a:cubicBezTo>
                <a:cubicBezTo>
                  <a:pt x="27122" y="41938"/>
                  <a:pt x="27093" y="42012"/>
                  <a:pt x="27078" y="42071"/>
                </a:cubicBezTo>
                <a:lnTo>
                  <a:pt x="27019" y="41850"/>
                </a:lnTo>
                <a:cubicBezTo>
                  <a:pt x="27034" y="41776"/>
                  <a:pt x="27078" y="41703"/>
                  <a:pt x="27093" y="41629"/>
                </a:cubicBezTo>
                <a:close/>
                <a:moveTo>
                  <a:pt x="26607" y="41541"/>
                </a:moveTo>
                <a:cubicBezTo>
                  <a:pt x="26637" y="41629"/>
                  <a:pt x="26652" y="41718"/>
                  <a:pt x="26696" y="41835"/>
                </a:cubicBezTo>
                <a:cubicBezTo>
                  <a:pt x="26652" y="41924"/>
                  <a:pt x="26622" y="41997"/>
                  <a:pt x="26578" y="42086"/>
                </a:cubicBezTo>
                <a:cubicBezTo>
                  <a:pt x="26549" y="41982"/>
                  <a:pt x="26504" y="41879"/>
                  <a:pt x="26475" y="41791"/>
                </a:cubicBezTo>
                <a:cubicBezTo>
                  <a:pt x="26504" y="41703"/>
                  <a:pt x="26563" y="41629"/>
                  <a:pt x="26607" y="41541"/>
                </a:cubicBezTo>
                <a:close/>
                <a:moveTo>
                  <a:pt x="26872" y="41600"/>
                </a:moveTo>
                <a:cubicBezTo>
                  <a:pt x="26902" y="41688"/>
                  <a:pt x="26916" y="41776"/>
                  <a:pt x="26931" y="41850"/>
                </a:cubicBezTo>
                <a:cubicBezTo>
                  <a:pt x="26902" y="41924"/>
                  <a:pt x="26872" y="42012"/>
                  <a:pt x="26843" y="42086"/>
                </a:cubicBezTo>
                <a:cubicBezTo>
                  <a:pt x="26828" y="41997"/>
                  <a:pt x="26784" y="41909"/>
                  <a:pt x="26769" y="41835"/>
                </a:cubicBezTo>
                <a:cubicBezTo>
                  <a:pt x="26828" y="41747"/>
                  <a:pt x="26843" y="41673"/>
                  <a:pt x="26872" y="41600"/>
                </a:cubicBezTo>
                <a:close/>
                <a:moveTo>
                  <a:pt x="25621" y="41821"/>
                </a:moveTo>
                <a:cubicBezTo>
                  <a:pt x="25621" y="41821"/>
                  <a:pt x="25621" y="41835"/>
                  <a:pt x="25651" y="41835"/>
                </a:cubicBezTo>
                <a:cubicBezTo>
                  <a:pt x="25592" y="41924"/>
                  <a:pt x="25518" y="42012"/>
                  <a:pt x="25445" y="42115"/>
                </a:cubicBezTo>
                <a:cubicBezTo>
                  <a:pt x="25445" y="42115"/>
                  <a:pt x="25445" y="42086"/>
                  <a:pt x="25430" y="42086"/>
                </a:cubicBezTo>
                <a:cubicBezTo>
                  <a:pt x="25504" y="41997"/>
                  <a:pt x="25563" y="41909"/>
                  <a:pt x="25621" y="41821"/>
                </a:cubicBezTo>
                <a:close/>
                <a:moveTo>
                  <a:pt x="26063" y="41865"/>
                </a:moveTo>
                <a:cubicBezTo>
                  <a:pt x="26107" y="41938"/>
                  <a:pt x="26122" y="42012"/>
                  <a:pt x="26166" y="42086"/>
                </a:cubicBezTo>
                <a:cubicBezTo>
                  <a:pt x="26107" y="42189"/>
                  <a:pt x="26063" y="42247"/>
                  <a:pt x="26019" y="42350"/>
                </a:cubicBezTo>
                <a:lnTo>
                  <a:pt x="25901" y="42130"/>
                </a:lnTo>
                <a:cubicBezTo>
                  <a:pt x="25960" y="42041"/>
                  <a:pt x="26019" y="41968"/>
                  <a:pt x="26063" y="41865"/>
                </a:cubicBezTo>
                <a:close/>
                <a:moveTo>
                  <a:pt x="27284" y="42159"/>
                </a:moveTo>
                <a:cubicBezTo>
                  <a:pt x="27299" y="42203"/>
                  <a:pt x="27299" y="42218"/>
                  <a:pt x="27299" y="42247"/>
                </a:cubicBezTo>
                <a:cubicBezTo>
                  <a:pt x="27299" y="42292"/>
                  <a:pt x="27284" y="42321"/>
                  <a:pt x="27284" y="42365"/>
                </a:cubicBezTo>
                <a:cubicBezTo>
                  <a:pt x="27284" y="42336"/>
                  <a:pt x="27284" y="42292"/>
                  <a:pt x="27270" y="42277"/>
                </a:cubicBezTo>
                <a:cubicBezTo>
                  <a:pt x="27270" y="42233"/>
                  <a:pt x="27284" y="42203"/>
                  <a:pt x="27284" y="42159"/>
                </a:cubicBezTo>
                <a:close/>
                <a:moveTo>
                  <a:pt x="25680" y="41909"/>
                </a:moveTo>
                <a:cubicBezTo>
                  <a:pt x="25724" y="41982"/>
                  <a:pt x="25754" y="42041"/>
                  <a:pt x="25798" y="42115"/>
                </a:cubicBezTo>
                <a:cubicBezTo>
                  <a:pt x="25739" y="42203"/>
                  <a:pt x="25666" y="42292"/>
                  <a:pt x="25607" y="42380"/>
                </a:cubicBezTo>
                <a:cubicBezTo>
                  <a:pt x="25563" y="42306"/>
                  <a:pt x="25518" y="42233"/>
                  <a:pt x="25474" y="42189"/>
                </a:cubicBezTo>
                <a:cubicBezTo>
                  <a:pt x="25548" y="42086"/>
                  <a:pt x="25621" y="41997"/>
                  <a:pt x="25680" y="41909"/>
                </a:cubicBezTo>
                <a:close/>
                <a:moveTo>
                  <a:pt x="26431" y="41894"/>
                </a:moveTo>
                <a:cubicBezTo>
                  <a:pt x="26475" y="41982"/>
                  <a:pt x="26504" y="42086"/>
                  <a:pt x="26549" y="42189"/>
                </a:cubicBezTo>
                <a:cubicBezTo>
                  <a:pt x="26504" y="42277"/>
                  <a:pt x="26460" y="42350"/>
                  <a:pt x="26416" y="42439"/>
                </a:cubicBezTo>
                <a:cubicBezTo>
                  <a:pt x="26416" y="42424"/>
                  <a:pt x="26401" y="42409"/>
                  <a:pt x="26401" y="42380"/>
                </a:cubicBezTo>
                <a:cubicBezTo>
                  <a:pt x="26401" y="42365"/>
                  <a:pt x="26416" y="42365"/>
                  <a:pt x="26416" y="42350"/>
                </a:cubicBezTo>
                <a:cubicBezTo>
                  <a:pt x="26387" y="42336"/>
                  <a:pt x="26387" y="42292"/>
                  <a:pt x="26357" y="42277"/>
                </a:cubicBezTo>
                <a:cubicBezTo>
                  <a:pt x="26357" y="42277"/>
                  <a:pt x="26357" y="42292"/>
                  <a:pt x="26343" y="42292"/>
                </a:cubicBezTo>
                <a:cubicBezTo>
                  <a:pt x="26328" y="42233"/>
                  <a:pt x="26313" y="42203"/>
                  <a:pt x="26284" y="42144"/>
                </a:cubicBezTo>
                <a:cubicBezTo>
                  <a:pt x="26343" y="42056"/>
                  <a:pt x="26387" y="41982"/>
                  <a:pt x="26431" y="41894"/>
                </a:cubicBezTo>
                <a:close/>
                <a:moveTo>
                  <a:pt x="26725" y="41938"/>
                </a:moveTo>
                <a:cubicBezTo>
                  <a:pt x="26755" y="42041"/>
                  <a:pt x="26784" y="42130"/>
                  <a:pt x="26799" y="42218"/>
                </a:cubicBezTo>
                <a:cubicBezTo>
                  <a:pt x="26769" y="42292"/>
                  <a:pt x="26725" y="42380"/>
                  <a:pt x="26710" y="42453"/>
                </a:cubicBezTo>
                <a:cubicBezTo>
                  <a:pt x="26681" y="42365"/>
                  <a:pt x="26652" y="42277"/>
                  <a:pt x="26622" y="42189"/>
                </a:cubicBezTo>
                <a:cubicBezTo>
                  <a:pt x="26652" y="42115"/>
                  <a:pt x="26696" y="42012"/>
                  <a:pt x="26725" y="41938"/>
                </a:cubicBezTo>
                <a:close/>
                <a:moveTo>
                  <a:pt x="27167" y="42071"/>
                </a:moveTo>
                <a:cubicBezTo>
                  <a:pt x="27167" y="42130"/>
                  <a:pt x="27167" y="42203"/>
                  <a:pt x="27196" y="42277"/>
                </a:cubicBezTo>
                <a:cubicBezTo>
                  <a:pt x="27167" y="42336"/>
                  <a:pt x="27152" y="42409"/>
                  <a:pt x="27152" y="42453"/>
                </a:cubicBezTo>
                <a:cubicBezTo>
                  <a:pt x="27137" y="42380"/>
                  <a:pt x="27137" y="42336"/>
                  <a:pt x="27122" y="42247"/>
                </a:cubicBezTo>
                <a:cubicBezTo>
                  <a:pt x="27137" y="42203"/>
                  <a:pt x="27152" y="42130"/>
                  <a:pt x="27167" y="42071"/>
                </a:cubicBezTo>
                <a:close/>
                <a:moveTo>
                  <a:pt x="26990" y="42012"/>
                </a:moveTo>
                <a:cubicBezTo>
                  <a:pt x="27005" y="42115"/>
                  <a:pt x="27019" y="42189"/>
                  <a:pt x="27034" y="42277"/>
                </a:cubicBezTo>
                <a:cubicBezTo>
                  <a:pt x="27005" y="42336"/>
                  <a:pt x="26975" y="42409"/>
                  <a:pt x="26946" y="42483"/>
                </a:cubicBezTo>
                <a:cubicBezTo>
                  <a:pt x="26931" y="42409"/>
                  <a:pt x="26916" y="42306"/>
                  <a:pt x="26902" y="42233"/>
                </a:cubicBezTo>
                <a:cubicBezTo>
                  <a:pt x="26931" y="42159"/>
                  <a:pt x="26946" y="42086"/>
                  <a:pt x="26990" y="42012"/>
                </a:cubicBezTo>
                <a:close/>
                <a:moveTo>
                  <a:pt x="26239" y="42233"/>
                </a:moveTo>
                <a:cubicBezTo>
                  <a:pt x="26254" y="42292"/>
                  <a:pt x="26269" y="42336"/>
                  <a:pt x="26284" y="42380"/>
                </a:cubicBezTo>
                <a:cubicBezTo>
                  <a:pt x="26254" y="42483"/>
                  <a:pt x="26195" y="42556"/>
                  <a:pt x="26136" y="42645"/>
                </a:cubicBezTo>
                <a:cubicBezTo>
                  <a:pt x="26122" y="42586"/>
                  <a:pt x="26092" y="42556"/>
                  <a:pt x="26063" y="42498"/>
                </a:cubicBezTo>
                <a:cubicBezTo>
                  <a:pt x="26136" y="42409"/>
                  <a:pt x="26181" y="42336"/>
                  <a:pt x="26239" y="42233"/>
                </a:cubicBezTo>
                <a:close/>
                <a:moveTo>
                  <a:pt x="25842" y="42203"/>
                </a:moveTo>
                <a:lnTo>
                  <a:pt x="25960" y="42424"/>
                </a:lnTo>
                <a:cubicBezTo>
                  <a:pt x="25901" y="42512"/>
                  <a:pt x="25842" y="42601"/>
                  <a:pt x="25783" y="42674"/>
                </a:cubicBezTo>
                <a:cubicBezTo>
                  <a:pt x="25754" y="42601"/>
                  <a:pt x="25710" y="42527"/>
                  <a:pt x="25666" y="42453"/>
                </a:cubicBezTo>
                <a:cubicBezTo>
                  <a:pt x="25739" y="42380"/>
                  <a:pt x="25798" y="42292"/>
                  <a:pt x="25842" y="42203"/>
                </a:cubicBezTo>
                <a:close/>
                <a:moveTo>
                  <a:pt x="26328" y="42483"/>
                </a:moveTo>
                <a:cubicBezTo>
                  <a:pt x="26328" y="42498"/>
                  <a:pt x="26343" y="42512"/>
                  <a:pt x="26343" y="42527"/>
                </a:cubicBezTo>
                <a:cubicBezTo>
                  <a:pt x="26298" y="42630"/>
                  <a:pt x="26254" y="42704"/>
                  <a:pt x="26210" y="42792"/>
                </a:cubicBezTo>
                <a:cubicBezTo>
                  <a:pt x="26210" y="42777"/>
                  <a:pt x="26195" y="42748"/>
                  <a:pt x="26195" y="42733"/>
                </a:cubicBezTo>
                <a:cubicBezTo>
                  <a:pt x="26239" y="42645"/>
                  <a:pt x="26284" y="42571"/>
                  <a:pt x="26328" y="42483"/>
                </a:cubicBezTo>
                <a:close/>
                <a:moveTo>
                  <a:pt x="26563" y="42292"/>
                </a:moveTo>
                <a:cubicBezTo>
                  <a:pt x="26607" y="42380"/>
                  <a:pt x="26622" y="42468"/>
                  <a:pt x="26652" y="42586"/>
                </a:cubicBezTo>
                <a:cubicBezTo>
                  <a:pt x="26622" y="42659"/>
                  <a:pt x="26578" y="42748"/>
                  <a:pt x="26549" y="42821"/>
                </a:cubicBezTo>
                <a:cubicBezTo>
                  <a:pt x="26534" y="42792"/>
                  <a:pt x="26504" y="42733"/>
                  <a:pt x="26490" y="42704"/>
                </a:cubicBezTo>
                <a:cubicBezTo>
                  <a:pt x="26504" y="42659"/>
                  <a:pt x="26534" y="42630"/>
                  <a:pt x="26549" y="42601"/>
                </a:cubicBezTo>
                <a:cubicBezTo>
                  <a:pt x="26534" y="42571"/>
                  <a:pt x="26504" y="42556"/>
                  <a:pt x="26490" y="42512"/>
                </a:cubicBezTo>
                <a:cubicBezTo>
                  <a:pt x="26475" y="42527"/>
                  <a:pt x="26475" y="42571"/>
                  <a:pt x="26460" y="42586"/>
                </a:cubicBezTo>
                <a:cubicBezTo>
                  <a:pt x="26460" y="42571"/>
                  <a:pt x="26431" y="42556"/>
                  <a:pt x="26431" y="42527"/>
                </a:cubicBezTo>
                <a:cubicBezTo>
                  <a:pt x="26475" y="42453"/>
                  <a:pt x="26534" y="42365"/>
                  <a:pt x="26563" y="42292"/>
                </a:cubicBezTo>
                <a:close/>
                <a:moveTo>
                  <a:pt x="27211" y="42512"/>
                </a:moveTo>
                <a:cubicBezTo>
                  <a:pt x="27225" y="42556"/>
                  <a:pt x="27225" y="42601"/>
                  <a:pt x="27225" y="42659"/>
                </a:cubicBezTo>
                <a:cubicBezTo>
                  <a:pt x="27211" y="42718"/>
                  <a:pt x="27211" y="42777"/>
                  <a:pt x="27181" y="42821"/>
                </a:cubicBezTo>
                <a:cubicBezTo>
                  <a:pt x="27181" y="42777"/>
                  <a:pt x="27167" y="42718"/>
                  <a:pt x="27167" y="42659"/>
                </a:cubicBezTo>
                <a:cubicBezTo>
                  <a:pt x="27181" y="42601"/>
                  <a:pt x="27211" y="42571"/>
                  <a:pt x="27211" y="42512"/>
                </a:cubicBezTo>
                <a:close/>
                <a:moveTo>
                  <a:pt x="26843" y="42350"/>
                </a:moveTo>
                <a:cubicBezTo>
                  <a:pt x="26858" y="42439"/>
                  <a:pt x="26872" y="42527"/>
                  <a:pt x="26902" y="42601"/>
                </a:cubicBezTo>
                <a:cubicBezTo>
                  <a:pt x="26872" y="42674"/>
                  <a:pt x="26843" y="42748"/>
                  <a:pt x="26799" y="42836"/>
                </a:cubicBezTo>
                <a:cubicBezTo>
                  <a:pt x="26784" y="42748"/>
                  <a:pt x="26755" y="42659"/>
                  <a:pt x="26725" y="42586"/>
                </a:cubicBezTo>
                <a:cubicBezTo>
                  <a:pt x="26784" y="42512"/>
                  <a:pt x="26799" y="42424"/>
                  <a:pt x="26843" y="42350"/>
                </a:cubicBezTo>
                <a:close/>
                <a:moveTo>
                  <a:pt x="27064" y="42424"/>
                </a:moveTo>
                <a:cubicBezTo>
                  <a:pt x="27064" y="42498"/>
                  <a:pt x="27078" y="42571"/>
                  <a:pt x="27093" y="42645"/>
                </a:cubicBezTo>
                <a:cubicBezTo>
                  <a:pt x="27078" y="42718"/>
                  <a:pt x="27064" y="42777"/>
                  <a:pt x="27049" y="42851"/>
                </a:cubicBezTo>
                <a:lnTo>
                  <a:pt x="26990" y="42630"/>
                </a:lnTo>
                <a:cubicBezTo>
                  <a:pt x="27005" y="42556"/>
                  <a:pt x="27049" y="42498"/>
                  <a:pt x="27064" y="42424"/>
                </a:cubicBezTo>
                <a:close/>
                <a:moveTo>
                  <a:pt x="26401" y="42645"/>
                </a:moveTo>
                <a:cubicBezTo>
                  <a:pt x="26401" y="42659"/>
                  <a:pt x="26416" y="42674"/>
                  <a:pt x="26416" y="42704"/>
                </a:cubicBezTo>
                <a:cubicBezTo>
                  <a:pt x="26372" y="42792"/>
                  <a:pt x="26328" y="42865"/>
                  <a:pt x="26284" y="42954"/>
                </a:cubicBezTo>
                <a:cubicBezTo>
                  <a:pt x="26284" y="42939"/>
                  <a:pt x="26269" y="42924"/>
                  <a:pt x="26269" y="42895"/>
                </a:cubicBezTo>
                <a:cubicBezTo>
                  <a:pt x="26298" y="42792"/>
                  <a:pt x="26343" y="42718"/>
                  <a:pt x="26401" y="42645"/>
                </a:cubicBezTo>
                <a:close/>
                <a:moveTo>
                  <a:pt x="27240" y="42939"/>
                </a:moveTo>
                <a:cubicBezTo>
                  <a:pt x="27270" y="42968"/>
                  <a:pt x="27270" y="43013"/>
                  <a:pt x="27270" y="43042"/>
                </a:cubicBezTo>
                <a:cubicBezTo>
                  <a:pt x="27270" y="43086"/>
                  <a:pt x="27270" y="43101"/>
                  <a:pt x="27240" y="43145"/>
                </a:cubicBezTo>
                <a:lnTo>
                  <a:pt x="27240" y="43160"/>
                </a:lnTo>
                <a:cubicBezTo>
                  <a:pt x="27240" y="43116"/>
                  <a:pt x="27240" y="43086"/>
                  <a:pt x="27225" y="43042"/>
                </a:cubicBezTo>
                <a:cubicBezTo>
                  <a:pt x="27225" y="43013"/>
                  <a:pt x="27240" y="42968"/>
                  <a:pt x="27240" y="42939"/>
                </a:cubicBezTo>
                <a:close/>
                <a:moveTo>
                  <a:pt x="26460" y="42807"/>
                </a:moveTo>
                <a:cubicBezTo>
                  <a:pt x="26475" y="42836"/>
                  <a:pt x="26490" y="42895"/>
                  <a:pt x="26490" y="42939"/>
                </a:cubicBezTo>
                <a:cubicBezTo>
                  <a:pt x="26460" y="43013"/>
                  <a:pt x="26416" y="43101"/>
                  <a:pt x="26387" y="43175"/>
                </a:cubicBezTo>
                <a:cubicBezTo>
                  <a:pt x="26357" y="43145"/>
                  <a:pt x="26343" y="43086"/>
                  <a:pt x="26328" y="43042"/>
                </a:cubicBezTo>
                <a:cubicBezTo>
                  <a:pt x="26357" y="42968"/>
                  <a:pt x="26416" y="42880"/>
                  <a:pt x="26460" y="42807"/>
                </a:cubicBezTo>
                <a:close/>
                <a:moveTo>
                  <a:pt x="26696" y="42704"/>
                </a:moveTo>
                <a:cubicBezTo>
                  <a:pt x="26710" y="42792"/>
                  <a:pt x="26755" y="42880"/>
                  <a:pt x="26769" y="42968"/>
                </a:cubicBezTo>
                <a:cubicBezTo>
                  <a:pt x="26769" y="42998"/>
                  <a:pt x="26769" y="42998"/>
                  <a:pt x="26755" y="43013"/>
                </a:cubicBezTo>
                <a:cubicBezTo>
                  <a:pt x="26725" y="43086"/>
                  <a:pt x="26696" y="43160"/>
                  <a:pt x="26681" y="43219"/>
                </a:cubicBezTo>
                <a:cubicBezTo>
                  <a:pt x="26652" y="43160"/>
                  <a:pt x="26637" y="43086"/>
                  <a:pt x="26622" y="43027"/>
                </a:cubicBezTo>
                <a:cubicBezTo>
                  <a:pt x="26637" y="42968"/>
                  <a:pt x="26681" y="42924"/>
                  <a:pt x="26696" y="42865"/>
                </a:cubicBezTo>
                <a:cubicBezTo>
                  <a:pt x="26666" y="42821"/>
                  <a:pt x="26652" y="42807"/>
                  <a:pt x="26652" y="42792"/>
                </a:cubicBezTo>
                <a:cubicBezTo>
                  <a:pt x="26666" y="42748"/>
                  <a:pt x="26696" y="42733"/>
                  <a:pt x="26696" y="42704"/>
                </a:cubicBezTo>
                <a:close/>
                <a:moveTo>
                  <a:pt x="26931" y="42748"/>
                </a:moveTo>
                <a:cubicBezTo>
                  <a:pt x="26946" y="42851"/>
                  <a:pt x="26975" y="42924"/>
                  <a:pt x="26990" y="43013"/>
                </a:cubicBezTo>
                <a:cubicBezTo>
                  <a:pt x="26975" y="43086"/>
                  <a:pt x="26931" y="43160"/>
                  <a:pt x="26916" y="43233"/>
                </a:cubicBezTo>
                <a:cubicBezTo>
                  <a:pt x="26902" y="43145"/>
                  <a:pt x="26872" y="43072"/>
                  <a:pt x="26858" y="42968"/>
                </a:cubicBezTo>
                <a:cubicBezTo>
                  <a:pt x="26902" y="42895"/>
                  <a:pt x="26916" y="42821"/>
                  <a:pt x="26931" y="42748"/>
                </a:cubicBezTo>
                <a:close/>
                <a:moveTo>
                  <a:pt x="27137" y="42836"/>
                </a:moveTo>
                <a:cubicBezTo>
                  <a:pt x="27137" y="42924"/>
                  <a:pt x="27137" y="42968"/>
                  <a:pt x="27152" y="43042"/>
                </a:cubicBezTo>
                <a:cubicBezTo>
                  <a:pt x="27137" y="43101"/>
                  <a:pt x="27122" y="43160"/>
                  <a:pt x="27122" y="43233"/>
                </a:cubicBezTo>
                <a:cubicBezTo>
                  <a:pt x="27093" y="43160"/>
                  <a:pt x="27093" y="43101"/>
                  <a:pt x="27078" y="43027"/>
                </a:cubicBezTo>
                <a:cubicBezTo>
                  <a:pt x="27093" y="42968"/>
                  <a:pt x="27122" y="42910"/>
                  <a:pt x="27137" y="42836"/>
                </a:cubicBezTo>
                <a:close/>
                <a:moveTo>
                  <a:pt x="26799" y="43116"/>
                </a:moveTo>
                <a:cubicBezTo>
                  <a:pt x="26813" y="43175"/>
                  <a:pt x="26813" y="43219"/>
                  <a:pt x="26843" y="43263"/>
                </a:cubicBezTo>
                <a:cubicBezTo>
                  <a:pt x="26799" y="43322"/>
                  <a:pt x="26784" y="43410"/>
                  <a:pt x="26755" y="43484"/>
                </a:cubicBezTo>
                <a:cubicBezTo>
                  <a:pt x="26725" y="43439"/>
                  <a:pt x="26710" y="43381"/>
                  <a:pt x="26710" y="43336"/>
                </a:cubicBezTo>
                <a:cubicBezTo>
                  <a:pt x="26755" y="43263"/>
                  <a:pt x="26769" y="43189"/>
                  <a:pt x="26799" y="43116"/>
                </a:cubicBezTo>
                <a:close/>
                <a:moveTo>
                  <a:pt x="26563" y="43116"/>
                </a:moveTo>
                <a:cubicBezTo>
                  <a:pt x="26578" y="43189"/>
                  <a:pt x="26607" y="43248"/>
                  <a:pt x="26622" y="43322"/>
                </a:cubicBezTo>
                <a:cubicBezTo>
                  <a:pt x="26578" y="43395"/>
                  <a:pt x="26549" y="43469"/>
                  <a:pt x="26504" y="43557"/>
                </a:cubicBezTo>
                <a:cubicBezTo>
                  <a:pt x="26490" y="43484"/>
                  <a:pt x="26460" y="43439"/>
                  <a:pt x="26431" y="43366"/>
                </a:cubicBezTo>
                <a:cubicBezTo>
                  <a:pt x="26490" y="43292"/>
                  <a:pt x="26534" y="43189"/>
                  <a:pt x="26563" y="43116"/>
                </a:cubicBezTo>
                <a:close/>
                <a:moveTo>
                  <a:pt x="27167" y="43263"/>
                </a:moveTo>
                <a:cubicBezTo>
                  <a:pt x="27167" y="43322"/>
                  <a:pt x="27196" y="43381"/>
                  <a:pt x="27196" y="43439"/>
                </a:cubicBezTo>
                <a:cubicBezTo>
                  <a:pt x="27167" y="43484"/>
                  <a:pt x="27167" y="43528"/>
                  <a:pt x="27152" y="43587"/>
                </a:cubicBezTo>
                <a:cubicBezTo>
                  <a:pt x="27152" y="43528"/>
                  <a:pt x="27137" y="43469"/>
                  <a:pt x="27137" y="43410"/>
                </a:cubicBezTo>
                <a:cubicBezTo>
                  <a:pt x="27152" y="43366"/>
                  <a:pt x="27152" y="43322"/>
                  <a:pt x="27167" y="43263"/>
                </a:cubicBezTo>
                <a:close/>
                <a:moveTo>
                  <a:pt x="27019" y="43189"/>
                </a:moveTo>
                <a:cubicBezTo>
                  <a:pt x="27019" y="43263"/>
                  <a:pt x="27034" y="43336"/>
                  <a:pt x="27064" y="43410"/>
                </a:cubicBezTo>
                <a:cubicBezTo>
                  <a:pt x="27049" y="43484"/>
                  <a:pt x="27019" y="43542"/>
                  <a:pt x="27005" y="43616"/>
                </a:cubicBezTo>
                <a:lnTo>
                  <a:pt x="27005" y="43601"/>
                </a:lnTo>
                <a:lnTo>
                  <a:pt x="27005" y="43572"/>
                </a:lnTo>
                <a:cubicBezTo>
                  <a:pt x="27005" y="43557"/>
                  <a:pt x="26990" y="43557"/>
                  <a:pt x="26990" y="43542"/>
                </a:cubicBezTo>
                <a:cubicBezTo>
                  <a:pt x="26990" y="43528"/>
                  <a:pt x="26990" y="43528"/>
                  <a:pt x="26975" y="43513"/>
                </a:cubicBezTo>
                <a:cubicBezTo>
                  <a:pt x="26975" y="43469"/>
                  <a:pt x="26946" y="43439"/>
                  <a:pt x="26946" y="43395"/>
                </a:cubicBezTo>
                <a:cubicBezTo>
                  <a:pt x="26975" y="43322"/>
                  <a:pt x="26990" y="43263"/>
                  <a:pt x="27019" y="43189"/>
                </a:cubicBezTo>
                <a:close/>
                <a:moveTo>
                  <a:pt x="26902" y="43528"/>
                </a:moveTo>
                <a:cubicBezTo>
                  <a:pt x="26902" y="43542"/>
                  <a:pt x="26902" y="43557"/>
                  <a:pt x="26916" y="43587"/>
                </a:cubicBezTo>
                <a:cubicBezTo>
                  <a:pt x="26902" y="43660"/>
                  <a:pt x="26858" y="43734"/>
                  <a:pt x="26843" y="43807"/>
                </a:cubicBezTo>
                <a:cubicBezTo>
                  <a:pt x="26843" y="43778"/>
                  <a:pt x="26813" y="43748"/>
                  <a:pt x="26813" y="43734"/>
                </a:cubicBezTo>
                <a:cubicBezTo>
                  <a:pt x="26843" y="43675"/>
                  <a:pt x="26872" y="43601"/>
                  <a:pt x="26902" y="43528"/>
                </a:cubicBezTo>
                <a:close/>
                <a:moveTo>
                  <a:pt x="27093" y="43616"/>
                </a:moveTo>
                <a:cubicBezTo>
                  <a:pt x="27093" y="43675"/>
                  <a:pt x="27093" y="43748"/>
                  <a:pt x="27122" y="43822"/>
                </a:cubicBezTo>
                <a:cubicBezTo>
                  <a:pt x="27078" y="43763"/>
                  <a:pt x="27078" y="43748"/>
                  <a:pt x="27064" y="43704"/>
                </a:cubicBezTo>
                <a:cubicBezTo>
                  <a:pt x="27078" y="43675"/>
                  <a:pt x="27078" y="43645"/>
                  <a:pt x="27093" y="43616"/>
                </a:cubicBezTo>
                <a:close/>
                <a:moveTo>
                  <a:pt x="26652" y="43454"/>
                </a:moveTo>
                <a:lnTo>
                  <a:pt x="26710" y="43616"/>
                </a:lnTo>
                <a:cubicBezTo>
                  <a:pt x="26666" y="43690"/>
                  <a:pt x="26637" y="43763"/>
                  <a:pt x="26607" y="43851"/>
                </a:cubicBezTo>
                <a:cubicBezTo>
                  <a:pt x="26578" y="43807"/>
                  <a:pt x="26563" y="43748"/>
                  <a:pt x="26549" y="43675"/>
                </a:cubicBezTo>
                <a:lnTo>
                  <a:pt x="26652" y="43454"/>
                </a:lnTo>
                <a:close/>
                <a:moveTo>
                  <a:pt x="27211" y="43719"/>
                </a:moveTo>
                <a:cubicBezTo>
                  <a:pt x="27211" y="43763"/>
                  <a:pt x="27225" y="43807"/>
                  <a:pt x="27225" y="43837"/>
                </a:cubicBezTo>
                <a:cubicBezTo>
                  <a:pt x="27225" y="43881"/>
                  <a:pt x="27211" y="43910"/>
                  <a:pt x="27211" y="43925"/>
                </a:cubicBezTo>
                <a:cubicBezTo>
                  <a:pt x="27211" y="43896"/>
                  <a:pt x="27211" y="43851"/>
                  <a:pt x="27196" y="43822"/>
                </a:cubicBezTo>
                <a:cubicBezTo>
                  <a:pt x="27196" y="43778"/>
                  <a:pt x="27211" y="43763"/>
                  <a:pt x="27211" y="43719"/>
                </a:cubicBezTo>
                <a:close/>
                <a:moveTo>
                  <a:pt x="26946" y="43763"/>
                </a:moveTo>
                <a:lnTo>
                  <a:pt x="26946" y="43778"/>
                </a:lnTo>
                <a:cubicBezTo>
                  <a:pt x="26931" y="43851"/>
                  <a:pt x="26902" y="43910"/>
                  <a:pt x="26872" y="43984"/>
                </a:cubicBezTo>
                <a:lnTo>
                  <a:pt x="26872" y="43969"/>
                </a:lnTo>
                <a:cubicBezTo>
                  <a:pt x="26902" y="43896"/>
                  <a:pt x="26931" y="43822"/>
                  <a:pt x="26946" y="43763"/>
                </a:cubicBezTo>
                <a:close/>
                <a:moveTo>
                  <a:pt x="27078" y="43822"/>
                </a:moveTo>
                <a:cubicBezTo>
                  <a:pt x="27078" y="43837"/>
                  <a:pt x="27078" y="43837"/>
                  <a:pt x="27093" y="43851"/>
                </a:cubicBezTo>
                <a:cubicBezTo>
                  <a:pt x="27078" y="43910"/>
                  <a:pt x="27078" y="43954"/>
                  <a:pt x="27064" y="43984"/>
                </a:cubicBezTo>
                <a:cubicBezTo>
                  <a:pt x="27064" y="43969"/>
                  <a:pt x="27064" y="43954"/>
                  <a:pt x="27049" y="43925"/>
                </a:cubicBezTo>
                <a:cubicBezTo>
                  <a:pt x="27064" y="43896"/>
                  <a:pt x="27064" y="43851"/>
                  <a:pt x="27078" y="43822"/>
                </a:cubicBezTo>
                <a:close/>
                <a:moveTo>
                  <a:pt x="26769" y="43851"/>
                </a:moveTo>
                <a:cubicBezTo>
                  <a:pt x="26769" y="43896"/>
                  <a:pt x="26784" y="43910"/>
                  <a:pt x="26784" y="43940"/>
                </a:cubicBezTo>
                <a:cubicBezTo>
                  <a:pt x="26769" y="44028"/>
                  <a:pt x="26725" y="44087"/>
                  <a:pt x="26710" y="44175"/>
                </a:cubicBezTo>
                <a:cubicBezTo>
                  <a:pt x="26696" y="44131"/>
                  <a:pt x="26696" y="44102"/>
                  <a:pt x="26666" y="44058"/>
                </a:cubicBezTo>
                <a:cubicBezTo>
                  <a:pt x="26710" y="43984"/>
                  <a:pt x="26725" y="43910"/>
                  <a:pt x="26769" y="43851"/>
                </a:cubicBezTo>
                <a:close/>
                <a:moveTo>
                  <a:pt x="26799" y="44116"/>
                </a:moveTo>
                <a:lnTo>
                  <a:pt x="26799" y="44146"/>
                </a:lnTo>
                <a:cubicBezTo>
                  <a:pt x="26799" y="44205"/>
                  <a:pt x="26784" y="44278"/>
                  <a:pt x="26755" y="44352"/>
                </a:cubicBezTo>
                <a:cubicBezTo>
                  <a:pt x="26755" y="44337"/>
                  <a:pt x="26755" y="44337"/>
                  <a:pt x="26725" y="44322"/>
                </a:cubicBezTo>
                <a:cubicBezTo>
                  <a:pt x="26755" y="44249"/>
                  <a:pt x="26784" y="44190"/>
                  <a:pt x="26799" y="44116"/>
                </a:cubicBezTo>
                <a:close/>
                <a:moveTo>
                  <a:pt x="27137" y="44175"/>
                </a:moveTo>
                <a:cubicBezTo>
                  <a:pt x="27152" y="44175"/>
                  <a:pt x="27152" y="44205"/>
                  <a:pt x="27152" y="44219"/>
                </a:cubicBezTo>
                <a:cubicBezTo>
                  <a:pt x="27137" y="44278"/>
                  <a:pt x="27137" y="44322"/>
                  <a:pt x="27122" y="44367"/>
                </a:cubicBezTo>
                <a:cubicBezTo>
                  <a:pt x="27122" y="44352"/>
                  <a:pt x="27122" y="44322"/>
                  <a:pt x="27093" y="44293"/>
                </a:cubicBezTo>
                <a:cubicBezTo>
                  <a:pt x="27122" y="44264"/>
                  <a:pt x="27122" y="44205"/>
                  <a:pt x="27137" y="44175"/>
                </a:cubicBezTo>
                <a:close/>
                <a:moveTo>
                  <a:pt x="26990" y="44131"/>
                </a:moveTo>
                <a:cubicBezTo>
                  <a:pt x="27005" y="44131"/>
                  <a:pt x="27005" y="44175"/>
                  <a:pt x="27005" y="44190"/>
                </a:cubicBezTo>
                <a:cubicBezTo>
                  <a:pt x="26990" y="44264"/>
                  <a:pt x="26975" y="44308"/>
                  <a:pt x="26946" y="44396"/>
                </a:cubicBezTo>
                <a:cubicBezTo>
                  <a:pt x="26946" y="44367"/>
                  <a:pt x="26931" y="44337"/>
                  <a:pt x="26931" y="44322"/>
                </a:cubicBezTo>
                <a:cubicBezTo>
                  <a:pt x="26946" y="44264"/>
                  <a:pt x="26975" y="44190"/>
                  <a:pt x="26990" y="44131"/>
                </a:cubicBezTo>
                <a:close/>
                <a:moveTo>
                  <a:pt x="26858" y="44278"/>
                </a:moveTo>
                <a:cubicBezTo>
                  <a:pt x="26843" y="44352"/>
                  <a:pt x="26813" y="44425"/>
                  <a:pt x="26784" y="44499"/>
                </a:cubicBezTo>
                <a:lnTo>
                  <a:pt x="26784" y="44484"/>
                </a:lnTo>
                <a:cubicBezTo>
                  <a:pt x="26799" y="44411"/>
                  <a:pt x="26843" y="44352"/>
                  <a:pt x="26858" y="44278"/>
                </a:cubicBezTo>
                <a:close/>
                <a:moveTo>
                  <a:pt x="27184" y="44596"/>
                </a:moveTo>
                <a:cubicBezTo>
                  <a:pt x="27188" y="44608"/>
                  <a:pt x="27196" y="44617"/>
                  <a:pt x="27196" y="44617"/>
                </a:cubicBezTo>
                <a:cubicBezTo>
                  <a:pt x="27196" y="44646"/>
                  <a:pt x="27167" y="44676"/>
                  <a:pt x="27167" y="44705"/>
                </a:cubicBezTo>
                <a:lnTo>
                  <a:pt x="27167" y="44646"/>
                </a:lnTo>
                <a:cubicBezTo>
                  <a:pt x="27167" y="44629"/>
                  <a:pt x="27176" y="44613"/>
                  <a:pt x="27184" y="44596"/>
                </a:cubicBezTo>
                <a:close/>
                <a:moveTo>
                  <a:pt x="26902" y="44455"/>
                </a:moveTo>
                <a:cubicBezTo>
                  <a:pt x="26902" y="44499"/>
                  <a:pt x="26916" y="44514"/>
                  <a:pt x="26916" y="44558"/>
                </a:cubicBezTo>
                <a:cubicBezTo>
                  <a:pt x="26902" y="44617"/>
                  <a:pt x="26858" y="44690"/>
                  <a:pt x="26843" y="44734"/>
                </a:cubicBezTo>
                <a:cubicBezTo>
                  <a:pt x="26843" y="44705"/>
                  <a:pt x="26828" y="44676"/>
                  <a:pt x="26828" y="44646"/>
                </a:cubicBezTo>
                <a:cubicBezTo>
                  <a:pt x="26843" y="44587"/>
                  <a:pt x="26872" y="44514"/>
                  <a:pt x="26902" y="44455"/>
                </a:cubicBezTo>
                <a:close/>
                <a:moveTo>
                  <a:pt x="27064" y="44484"/>
                </a:moveTo>
                <a:cubicBezTo>
                  <a:pt x="27064" y="44514"/>
                  <a:pt x="27064" y="44558"/>
                  <a:pt x="27078" y="44587"/>
                </a:cubicBezTo>
                <a:lnTo>
                  <a:pt x="27019" y="44764"/>
                </a:lnTo>
                <a:cubicBezTo>
                  <a:pt x="27019" y="44720"/>
                  <a:pt x="27005" y="44690"/>
                  <a:pt x="27005" y="44646"/>
                </a:cubicBezTo>
                <a:lnTo>
                  <a:pt x="27064" y="44484"/>
                </a:lnTo>
                <a:close/>
                <a:moveTo>
                  <a:pt x="26975" y="44808"/>
                </a:moveTo>
                <a:cubicBezTo>
                  <a:pt x="26975" y="44852"/>
                  <a:pt x="26990" y="44911"/>
                  <a:pt x="26990" y="44940"/>
                </a:cubicBezTo>
                <a:cubicBezTo>
                  <a:pt x="26975" y="45014"/>
                  <a:pt x="26946" y="45073"/>
                  <a:pt x="26931" y="45132"/>
                </a:cubicBezTo>
                <a:cubicBezTo>
                  <a:pt x="26931" y="45073"/>
                  <a:pt x="26916" y="45029"/>
                  <a:pt x="26916" y="44985"/>
                </a:cubicBezTo>
                <a:lnTo>
                  <a:pt x="26975" y="44808"/>
                </a:lnTo>
                <a:close/>
                <a:moveTo>
                  <a:pt x="27093" y="44882"/>
                </a:moveTo>
                <a:cubicBezTo>
                  <a:pt x="27093" y="44926"/>
                  <a:pt x="27093" y="44955"/>
                  <a:pt x="27122" y="44999"/>
                </a:cubicBezTo>
                <a:cubicBezTo>
                  <a:pt x="27093" y="45058"/>
                  <a:pt x="27093" y="45088"/>
                  <a:pt x="27078" y="45147"/>
                </a:cubicBezTo>
                <a:cubicBezTo>
                  <a:pt x="27078" y="45102"/>
                  <a:pt x="27064" y="45073"/>
                  <a:pt x="27064" y="45014"/>
                </a:cubicBezTo>
                <a:cubicBezTo>
                  <a:pt x="27078" y="44985"/>
                  <a:pt x="27078" y="44926"/>
                  <a:pt x="27093" y="44882"/>
                </a:cubicBezTo>
                <a:close/>
                <a:moveTo>
                  <a:pt x="27137" y="45323"/>
                </a:moveTo>
                <a:lnTo>
                  <a:pt x="27137" y="45426"/>
                </a:lnTo>
                <a:cubicBezTo>
                  <a:pt x="27137" y="45442"/>
                  <a:pt x="27133" y="45454"/>
                  <a:pt x="27129" y="45468"/>
                </a:cubicBezTo>
                <a:lnTo>
                  <a:pt x="27129" y="45468"/>
                </a:lnTo>
                <a:cubicBezTo>
                  <a:pt x="27128" y="45445"/>
                  <a:pt x="27122" y="45424"/>
                  <a:pt x="27122" y="45397"/>
                </a:cubicBezTo>
                <a:cubicBezTo>
                  <a:pt x="27122" y="45382"/>
                  <a:pt x="27137" y="45353"/>
                  <a:pt x="27137" y="45323"/>
                </a:cubicBezTo>
                <a:close/>
                <a:moveTo>
                  <a:pt x="26990" y="45220"/>
                </a:moveTo>
                <a:cubicBezTo>
                  <a:pt x="26990" y="45279"/>
                  <a:pt x="27005" y="45323"/>
                  <a:pt x="27005" y="45367"/>
                </a:cubicBezTo>
                <a:cubicBezTo>
                  <a:pt x="27019" y="45426"/>
                  <a:pt x="27005" y="45470"/>
                  <a:pt x="26990" y="45529"/>
                </a:cubicBezTo>
                <a:cubicBezTo>
                  <a:pt x="26975" y="45470"/>
                  <a:pt x="26975" y="45411"/>
                  <a:pt x="26946" y="45353"/>
                </a:cubicBezTo>
                <a:cubicBezTo>
                  <a:pt x="26961" y="45308"/>
                  <a:pt x="26990" y="45250"/>
                  <a:pt x="26990" y="45220"/>
                </a:cubicBezTo>
                <a:close/>
                <a:moveTo>
                  <a:pt x="24577" y="41085"/>
                </a:moveTo>
                <a:cubicBezTo>
                  <a:pt x="24635" y="41158"/>
                  <a:pt x="24709" y="41232"/>
                  <a:pt x="24768" y="41306"/>
                </a:cubicBezTo>
                <a:cubicBezTo>
                  <a:pt x="23855" y="42306"/>
                  <a:pt x="22855" y="43204"/>
                  <a:pt x="21854" y="44072"/>
                </a:cubicBezTo>
                <a:cubicBezTo>
                  <a:pt x="21236" y="44631"/>
                  <a:pt x="20588" y="45205"/>
                  <a:pt x="19985" y="45794"/>
                </a:cubicBezTo>
                <a:cubicBezTo>
                  <a:pt x="20691" y="45014"/>
                  <a:pt x="21457" y="44264"/>
                  <a:pt x="22207" y="43528"/>
                </a:cubicBezTo>
                <a:cubicBezTo>
                  <a:pt x="22987" y="42733"/>
                  <a:pt x="23811" y="41924"/>
                  <a:pt x="24577" y="41085"/>
                </a:cubicBezTo>
                <a:close/>
                <a:moveTo>
                  <a:pt x="27064" y="45617"/>
                </a:moveTo>
                <a:cubicBezTo>
                  <a:pt x="27064" y="45676"/>
                  <a:pt x="27078" y="45735"/>
                  <a:pt x="27078" y="45779"/>
                </a:cubicBezTo>
                <a:cubicBezTo>
                  <a:pt x="27078" y="45823"/>
                  <a:pt x="27064" y="45853"/>
                  <a:pt x="27064" y="45897"/>
                </a:cubicBezTo>
                <a:cubicBezTo>
                  <a:pt x="27034" y="45838"/>
                  <a:pt x="27034" y="45794"/>
                  <a:pt x="27019" y="45735"/>
                </a:cubicBezTo>
                <a:cubicBezTo>
                  <a:pt x="27034" y="45691"/>
                  <a:pt x="27034" y="45662"/>
                  <a:pt x="27064" y="45617"/>
                </a:cubicBezTo>
                <a:close/>
                <a:moveTo>
                  <a:pt x="27314" y="45529"/>
                </a:moveTo>
                <a:cubicBezTo>
                  <a:pt x="27314" y="45647"/>
                  <a:pt x="27299" y="45765"/>
                  <a:pt x="27284" y="45897"/>
                </a:cubicBezTo>
                <a:lnTo>
                  <a:pt x="27284" y="45823"/>
                </a:lnTo>
                <a:lnTo>
                  <a:pt x="27284" y="45735"/>
                </a:lnTo>
                <a:cubicBezTo>
                  <a:pt x="27299" y="45662"/>
                  <a:pt x="27299" y="45588"/>
                  <a:pt x="27314" y="45529"/>
                </a:cubicBezTo>
                <a:close/>
                <a:moveTo>
                  <a:pt x="27093" y="46059"/>
                </a:moveTo>
                <a:cubicBezTo>
                  <a:pt x="27093" y="46118"/>
                  <a:pt x="27093" y="46162"/>
                  <a:pt x="27122" y="46206"/>
                </a:cubicBezTo>
                <a:lnTo>
                  <a:pt x="27122" y="46250"/>
                </a:lnTo>
                <a:cubicBezTo>
                  <a:pt x="27093" y="46250"/>
                  <a:pt x="27093" y="46265"/>
                  <a:pt x="27093" y="46265"/>
                </a:cubicBezTo>
                <a:cubicBezTo>
                  <a:pt x="27093" y="46236"/>
                  <a:pt x="27078" y="46191"/>
                  <a:pt x="27078" y="46133"/>
                </a:cubicBezTo>
                <a:cubicBezTo>
                  <a:pt x="27078" y="46118"/>
                  <a:pt x="27093" y="46088"/>
                  <a:pt x="27093" y="46059"/>
                </a:cubicBezTo>
                <a:close/>
                <a:moveTo>
                  <a:pt x="24812" y="41350"/>
                </a:moveTo>
                <a:lnTo>
                  <a:pt x="24812" y="41350"/>
                </a:lnTo>
                <a:cubicBezTo>
                  <a:pt x="24797" y="41379"/>
                  <a:pt x="24783" y="41394"/>
                  <a:pt x="24768" y="41423"/>
                </a:cubicBezTo>
                <a:lnTo>
                  <a:pt x="24812" y="41482"/>
                </a:lnTo>
                <a:lnTo>
                  <a:pt x="24871" y="41423"/>
                </a:lnTo>
                <a:cubicBezTo>
                  <a:pt x="24915" y="41482"/>
                  <a:pt x="24959" y="41541"/>
                  <a:pt x="25003" y="41585"/>
                </a:cubicBezTo>
                <a:cubicBezTo>
                  <a:pt x="24003" y="42762"/>
                  <a:pt x="22869" y="43675"/>
                  <a:pt x="21648" y="44631"/>
                </a:cubicBezTo>
                <a:cubicBezTo>
                  <a:pt x="20897" y="45220"/>
                  <a:pt x="20147" y="45823"/>
                  <a:pt x="19411" y="46500"/>
                </a:cubicBezTo>
                <a:cubicBezTo>
                  <a:pt x="20206" y="45662"/>
                  <a:pt x="21059" y="44882"/>
                  <a:pt x="21913" y="44131"/>
                </a:cubicBezTo>
                <a:cubicBezTo>
                  <a:pt x="22899" y="43263"/>
                  <a:pt x="23914" y="42365"/>
                  <a:pt x="24812" y="41350"/>
                </a:cubicBezTo>
                <a:close/>
                <a:moveTo>
                  <a:pt x="27019" y="46353"/>
                </a:moveTo>
                <a:cubicBezTo>
                  <a:pt x="27019" y="46412"/>
                  <a:pt x="27019" y="46471"/>
                  <a:pt x="27034" y="46500"/>
                </a:cubicBezTo>
                <a:cubicBezTo>
                  <a:pt x="27019" y="46545"/>
                  <a:pt x="27019" y="46574"/>
                  <a:pt x="27005" y="46618"/>
                </a:cubicBezTo>
                <a:cubicBezTo>
                  <a:pt x="27005" y="46574"/>
                  <a:pt x="26990" y="46545"/>
                  <a:pt x="26990" y="46500"/>
                </a:cubicBezTo>
                <a:cubicBezTo>
                  <a:pt x="27005" y="46456"/>
                  <a:pt x="27005" y="46412"/>
                  <a:pt x="27019" y="46353"/>
                </a:cubicBezTo>
                <a:close/>
                <a:moveTo>
                  <a:pt x="27343" y="46000"/>
                </a:moveTo>
                <a:cubicBezTo>
                  <a:pt x="27343" y="46265"/>
                  <a:pt x="27299" y="46545"/>
                  <a:pt x="27240" y="46824"/>
                </a:cubicBezTo>
                <a:lnTo>
                  <a:pt x="27240" y="46633"/>
                </a:lnTo>
                <a:lnTo>
                  <a:pt x="27240" y="46515"/>
                </a:lnTo>
                <a:cubicBezTo>
                  <a:pt x="27284" y="46353"/>
                  <a:pt x="27314" y="46177"/>
                  <a:pt x="27343" y="46000"/>
                </a:cubicBezTo>
                <a:close/>
                <a:moveTo>
                  <a:pt x="27064" y="46868"/>
                </a:moveTo>
                <a:cubicBezTo>
                  <a:pt x="27064" y="46898"/>
                  <a:pt x="27078" y="46927"/>
                  <a:pt x="27078" y="46971"/>
                </a:cubicBezTo>
                <a:cubicBezTo>
                  <a:pt x="27078" y="46986"/>
                  <a:pt x="27064" y="47001"/>
                  <a:pt x="27064" y="47030"/>
                </a:cubicBezTo>
                <a:cubicBezTo>
                  <a:pt x="27064" y="47015"/>
                  <a:pt x="27064" y="46986"/>
                  <a:pt x="27049" y="46971"/>
                </a:cubicBezTo>
                <a:cubicBezTo>
                  <a:pt x="27049" y="46927"/>
                  <a:pt x="27064" y="46912"/>
                  <a:pt x="27064" y="46868"/>
                </a:cubicBezTo>
                <a:close/>
                <a:moveTo>
                  <a:pt x="25033" y="41644"/>
                </a:moveTo>
                <a:cubicBezTo>
                  <a:pt x="25062" y="41673"/>
                  <a:pt x="25077" y="41688"/>
                  <a:pt x="25092" y="41718"/>
                </a:cubicBezTo>
                <a:lnTo>
                  <a:pt x="25062" y="41762"/>
                </a:lnTo>
                <a:lnTo>
                  <a:pt x="25106" y="41821"/>
                </a:lnTo>
                <a:cubicBezTo>
                  <a:pt x="25106" y="41791"/>
                  <a:pt x="25121" y="41791"/>
                  <a:pt x="25121" y="41776"/>
                </a:cubicBezTo>
                <a:cubicBezTo>
                  <a:pt x="25150" y="41821"/>
                  <a:pt x="25165" y="41835"/>
                  <a:pt x="25180" y="41865"/>
                </a:cubicBezTo>
                <a:cubicBezTo>
                  <a:pt x="25121" y="41938"/>
                  <a:pt x="25077" y="42012"/>
                  <a:pt x="25018" y="42071"/>
                </a:cubicBezTo>
                <a:cubicBezTo>
                  <a:pt x="23988" y="43307"/>
                  <a:pt x="22737" y="44190"/>
                  <a:pt x="21427" y="45132"/>
                </a:cubicBezTo>
                <a:cubicBezTo>
                  <a:pt x="20544" y="45750"/>
                  <a:pt x="19647" y="46397"/>
                  <a:pt x="18778" y="47163"/>
                </a:cubicBezTo>
                <a:cubicBezTo>
                  <a:pt x="19720" y="46250"/>
                  <a:pt x="20721" y="45456"/>
                  <a:pt x="21692" y="44690"/>
                </a:cubicBezTo>
                <a:cubicBezTo>
                  <a:pt x="22899" y="43734"/>
                  <a:pt x="24047" y="42821"/>
                  <a:pt x="25033" y="41644"/>
                </a:cubicBezTo>
                <a:close/>
                <a:moveTo>
                  <a:pt x="25253" y="41938"/>
                </a:moveTo>
                <a:cubicBezTo>
                  <a:pt x="25298" y="41982"/>
                  <a:pt x="25312" y="42041"/>
                  <a:pt x="25342" y="42071"/>
                </a:cubicBezTo>
                <a:cubicBezTo>
                  <a:pt x="25371" y="42086"/>
                  <a:pt x="25386" y="42115"/>
                  <a:pt x="25401" y="42144"/>
                </a:cubicBezTo>
                <a:cubicBezTo>
                  <a:pt x="25401" y="42144"/>
                  <a:pt x="25401" y="42159"/>
                  <a:pt x="25415" y="42159"/>
                </a:cubicBezTo>
                <a:cubicBezTo>
                  <a:pt x="25312" y="42306"/>
                  <a:pt x="25180" y="42453"/>
                  <a:pt x="25077" y="42630"/>
                </a:cubicBezTo>
                <a:cubicBezTo>
                  <a:pt x="24003" y="43910"/>
                  <a:pt x="22678" y="44764"/>
                  <a:pt x="21280" y="45662"/>
                </a:cubicBezTo>
                <a:cubicBezTo>
                  <a:pt x="20323" y="46265"/>
                  <a:pt x="19337" y="46912"/>
                  <a:pt x="18410" y="47707"/>
                </a:cubicBezTo>
                <a:cubicBezTo>
                  <a:pt x="18396" y="47678"/>
                  <a:pt x="18410" y="47663"/>
                  <a:pt x="18440" y="47634"/>
                </a:cubicBezTo>
                <a:cubicBezTo>
                  <a:pt x="19411" y="46677"/>
                  <a:pt x="20456" y="45941"/>
                  <a:pt x="21486" y="45205"/>
                </a:cubicBezTo>
                <a:cubicBezTo>
                  <a:pt x="22811" y="44264"/>
                  <a:pt x="24047" y="43381"/>
                  <a:pt x="25092" y="42130"/>
                </a:cubicBezTo>
                <a:cubicBezTo>
                  <a:pt x="25150" y="42071"/>
                  <a:pt x="25195" y="41997"/>
                  <a:pt x="25253" y="41938"/>
                </a:cubicBezTo>
                <a:close/>
                <a:moveTo>
                  <a:pt x="25460" y="42218"/>
                </a:moveTo>
                <a:cubicBezTo>
                  <a:pt x="25518" y="42292"/>
                  <a:pt x="25548" y="42350"/>
                  <a:pt x="25607" y="42424"/>
                </a:cubicBezTo>
                <a:cubicBezTo>
                  <a:pt x="25445" y="42659"/>
                  <a:pt x="25253" y="42895"/>
                  <a:pt x="25062" y="43145"/>
                </a:cubicBezTo>
                <a:cubicBezTo>
                  <a:pt x="23958" y="44484"/>
                  <a:pt x="22575" y="45294"/>
                  <a:pt x="21089" y="46133"/>
                </a:cubicBezTo>
                <a:cubicBezTo>
                  <a:pt x="20095" y="46717"/>
                  <a:pt x="19073" y="47301"/>
                  <a:pt x="18108" y="48087"/>
                </a:cubicBezTo>
                <a:lnTo>
                  <a:pt x="18108" y="48087"/>
                </a:lnTo>
                <a:cubicBezTo>
                  <a:pt x="18130" y="48063"/>
                  <a:pt x="18153" y="48024"/>
                  <a:pt x="18175" y="48001"/>
                </a:cubicBezTo>
                <a:cubicBezTo>
                  <a:pt x="19190" y="47074"/>
                  <a:pt x="20250" y="46397"/>
                  <a:pt x="21309" y="45720"/>
                </a:cubicBezTo>
                <a:cubicBezTo>
                  <a:pt x="22708" y="44808"/>
                  <a:pt x="24032" y="43969"/>
                  <a:pt x="25106" y="42659"/>
                </a:cubicBezTo>
                <a:cubicBezTo>
                  <a:pt x="25224" y="42512"/>
                  <a:pt x="25357" y="42365"/>
                  <a:pt x="25460" y="42218"/>
                </a:cubicBezTo>
                <a:close/>
                <a:moveTo>
                  <a:pt x="25651" y="42512"/>
                </a:moveTo>
                <a:cubicBezTo>
                  <a:pt x="25695" y="42586"/>
                  <a:pt x="25739" y="42645"/>
                  <a:pt x="25769" y="42718"/>
                </a:cubicBezTo>
                <a:cubicBezTo>
                  <a:pt x="25548" y="43042"/>
                  <a:pt x="25312" y="43381"/>
                  <a:pt x="25062" y="43690"/>
                </a:cubicBezTo>
                <a:cubicBezTo>
                  <a:pt x="23929" y="45073"/>
                  <a:pt x="22457" y="45838"/>
                  <a:pt x="20897" y="46677"/>
                </a:cubicBezTo>
                <a:cubicBezTo>
                  <a:pt x="19867" y="47222"/>
                  <a:pt x="18808" y="47781"/>
                  <a:pt x="17792" y="48531"/>
                </a:cubicBezTo>
                <a:cubicBezTo>
                  <a:pt x="17836" y="48472"/>
                  <a:pt x="17881" y="48414"/>
                  <a:pt x="17925" y="48369"/>
                </a:cubicBezTo>
                <a:cubicBezTo>
                  <a:pt x="18940" y="47501"/>
                  <a:pt x="20044" y="46854"/>
                  <a:pt x="21118" y="46236"/>
                </a:cubicBezTo>
                <a:cubicBezTo>
                  <a:pt x="22605" y="45367"/>
                  <a:pt x="24003" y="44558"/>
                  <a:pt x="25106" y="43219"/>
                </a:cubicBezTo>
                <a:cubicBezTo>
                  <a:pt x="25298" y="42998"/>
                  <a:pt x="25474" y="42748"/>
                  <a:pt x="25651" y="42512"/>
                </a:cubicBezTo>
                <a:close/>
                <a:moveTo>
                  <a:pt x="17704" y="48561"/>
                </a:moveTo>
                <a:cubicBezTo>
                  <a:pt x="17675" y="48605"/>
                  <a:pt x="17645" y="48634"/>
                  <a:pt x="17630" y="48693"/>
                </a:cubicBezTo>
                <a:cubicBezTo>
                  <a:pt x="17601" y="48708"/>
                  <a:pt x="17571" y="48723"/>
                  <a:pt x="17557" y="48752"/>
                </a:cubicBezTo>
                <a:cubicBezTo>
                  <a:pt x="17571" y="48693"/>
                  <a:pt x="17601" y="48664"/>
                  <a:pt x="17630" y="48620"/>
                </a:cubicBezTo>
                <a:cubicBezTo>
                  <a:pt x="17645" y="48605"/>
                  <a:pt x="17675" y="48590"/>
                  <a:pt x="17704" y="48561"/>
                </a:cubicBezTo>
                <a:close/>
                <a:moveTo>
                  <a:pt x="26048" y="42586"/>
                </a:moveTo>
                <a:cubicBezTo>
                  <a:pt x="26063" y="42645"/>
                  <a:pt x="26107" y="42704"/>
                  <a:pt x="26122" y="42733"/>
                </a:cubicBezTo>
                <a:cubicBezTo>
                  <a:pt x="25827" y="43248"/>
                  <a:pt x="25474" y="43748"/>
                  <a:pt x="25092" y="44249"/>
                </a:cubicBezTo>
                <a:cubicBezTo>
                  <a:pt x="23929" y="45676"/>
                  <a:pt x="22413" y="46412"/>
                  <a:pt x="20765" y="47192"/>
                </a:cubicBezTo>
                <a:cubicBezTo>
                  <a:pt x="19705" y="47707"/>
                  <a:pt x="18616" y="48222"/>
                  <a:pt x="17586" y="48958"/>
                </a:cubicBezTo>
                <a:cubicBezTo>
                  <a:pt x="17586" y="48855"/>
                  <a:pt x="17645" y="48811"/>
                  <a:pt x="17675" y="48737"/>
                </a:cubicBezTo>
                <a:cubicBezTo>
                  <a:pt x="18734" y="47898"/>
                  <a:pt x="19853" y="47310"/>
                  <a:pt x="20956" y="46751"/>
                </a:cubicBezTo>
                <a:cubicBezTo>
                  <a:pt x="22516" y="45912"/>
                  <a:pt x="23988" y="45147"/>
                  <a:pt x="25136" y="43748"/>
                </a:cubicBezTo>
                <a:cubicBezTo>
                  <a:pt x="25386" y="43439"/>
                  <a:pt x="25621" y="43116"/>
                  <a:pt x="25827" y="42792"/>
                </a:cubicBezTo>
                <a:cubicBezTo>
                  <a:pt x="25872" y="42865"/>
                  <a:pt x="25901" y="42924"/>
                  <a:pt x="25960" y="42998"/>
                </a:cubicBezTo>
                <a:cubicBezTo>
                  <a:pt x="25945" y="42939"/>
                  <a:pt x="25901" y="42895"/>
                  <a:pt x="25886" y="42851"/>
                </a:cubicBezTo>
                <a:cubicBezTo>
                  <a:pt x="25930" y="42748"/>
                  <a:pt x="25989" y="42659"/>
                  <a:pt x="26048" y="42586"/>
                </a:cubicBezTo>
                <a:close/>
                <a:moveTo>
                  <a:pt x="17498" y="48870"/>
                </a:moveTo>
                <a:cubicBezTo>
                  <a:pt x="17454" y="48929"/>
                  <a:pt x="17424" y="48987"/>
                  <a:pt x="17395" y="49046"/>
                </a:cubicBezTo>
                <a:cubicBezTo>
                  <a:pt x="17365" y="49076"/>
                  <a:pt x="17321" y="49090"/>
                  <a:pt x="17292" y="49135"/>
                </a:cubicBezTo>
                <a:cubicBezTo>
                  <a:pt x="17307" y="49076"/>
                  <a:pt x="17351" y="49032"/>
                  <a:pt x="17380" y="48973"/>
                </a:cubicBezTo>
                <a:cubicBezTo>
                  <a:pt x="17424" y="48929"/>
                  <a:pt x="17454" y="48914"/>
                  <a:pt x="17498" y="48870"/>
                </a:cubicBezTo>
                <a:close/>
                <a:moveTo>
                  <a:pt x="17159" y="49149"/>
                </a:moveTo>
                <a:cubicBezTo>
                  <a:pt x="17145" y="49194"/>
                  <a:pt x="17101" y="49223"/>
                  <a:pt x="17086" y="49267"/>
                </a:cubicBezTo>
                <a:lnTo>
                  <a:pt x="17027" y="49326"/>
                </a:lnTo>
                <a:cubicBezTo>
                  <a:pt x="17056" y="49282"/>
                  <a:pt x="17071" y="49238"/>
                  <a:pt x="17101" y="49208"/>
                </a:cubicBezTo>
                <a:lnTo>
                  <a:pt x="17159" y="49149"/>
                </a:lnTo>
                <a:close/>
                <a:moveTo>
                  <a:pt x="26136" y="42836"/>
                </a:moveTo>
                <a:cubicBezTo>
                  <a:pt x="26166" y="42851"/>
                  <a:pt x="26166" y="42865"/>
                  <a:pt x="26181" y="42880"/>
                </a:cubicBezTo>
                <a:cubicBezTo>
                  <a:pt x="26122" y="42968"/>
                  <a:pt x="26092" y="43042"/>
                  <a:pt x="26033" y="43145"/>
                </a:cubicBezTo>
                <a:cubicBezTo>
                  <a:pt x="26048" y="43160"/>
                  <a:pt x="26063" y="43189"/>
                  <a:pt x="26063" y="43204"/>
                </a:cubicBezTo>
                <a:cubicBezTo>
                  <a:pt x="26122" y="43145"/>
                  <a:pt x="26166" y="43042"/>
                  <a:pt x="26210" y="42968"/>
                </a:cubicBezTo>
                <a:cubicBezTo>
                  <a:pt x="26239" y="42983"/>
                  <a:pt x="26239" y="43013"/>
                  <a:pt x="26239" y="43042"/>
                </a:cubicBezTo>
                <a:cubicBezTo>
                  <a:pt x="25916" y="43631"/>
                  <a:pt x="25533" y="44205"/>
                  <a:pt x="25077" y="44779"/>
                </a:cubicBezTo>
                <a:cubicBezTo>
                  <a:pt x="23900" y="46250"/>
                  <a:pt x="22281" y="46942"/>
                  <a:pt x="20574" y="47678"/>
                </a:cubicBezTo>
                <a:cubicBezTo>
                  <a:pt x="19485" y="48163"/>
                  <a:pt x="18381" y="48634"/>
                  <a:pt x="17307" y="49341"/>
                </a:cubicBezTo>
                <a:cubicBezTo>
                  <a:pt x="17351" y="49267"/>
                  <a:pt x="17410" y="49194"/>
                  <a:pt x="17439" y="49120"/>
                </a:cubicBezTo>
                <a:cubicBezTo>
                  <a:pt x="18528" y="48325"/>
                  <a:pt x="19661" y="47795"/>
                  <a:pt x="20765" y="47251"/>
                </a:cubicBezTo>
                <a:cubicBezTo>
                  <a:pt x="22413" y="46471"/>
                  <a:pt x="23958" y="45735"/>
                  <a:pt x="25136" y="44293"/>
                </a:cubicBezTo>
                <a:cubicBezTo>
                  <a:pt x="25518" y="43822"/>
                  <a:pt x="25842" y="43336"/>
                  <a:pt x="26136" y="42836"/>
                </a:cubicBezTo>
                <a:close/>
                <a:moveTo>
                  <a:pt x="17292" y="49223"/>
                </a:moveTo>
                <a:cubicBezTo>
                  <a:pt x="17248" y="49297"/>
                  <a:pt x="17218" y="49355"/>
                  <a:pt x="17189" y="49429"/>
                </a:cubicBezTo>
                <a:cubicBezTo>
                  <a:pt x="17130" y="49458"/>
                  <a:pt x="17086" y="49503"/>
                  <a:pt x="17042" y="49517"/>
                </a:cubicBezTo>
                <a:cubicBezTo>
                  <a:pt x="17071" y="49473"/>
                  <a:pt x="17101" y="49400"/>
                  <a:pt x="17145" y="49341"/>
                </a:cubicBezTo>
                <a:cubicBezTo>
                  <a:pt x="17189" y="49297"/>
                  <a:pt x="17233" y="49267"/>
                  <a:pt x="17292" y="49223"/>
                </a:cubicBezTo>
                <a:close/>
                <a:moveTo>
                  <a:pt x="16968" y="49488"/>
                </a:moveTo>
                <a:cubicBezTo>
                  <a:pt x="16924" y="49547"/>
                  <a:pt x="16909" y="49591"/>
                  <a:pt x="16865" y="49650"/>
                </a:cubicBezTo>
                <a:cubicBezTo>
                  <a:pt x="16836" y="49664"/>
                  <a:pt x="16792" y="49709"/>
                  <a:pt x="16777" y="49723"/>
                </a:cubicBezTo>
                <a:cubicBezTo>
                  <a:pt x="16792" y="49664"/>
                  <a:pt x="16836" y="49606"/>
                  <a:pt x="16865" y="49561"/>
                </a:cubicBezTo>
                <a:cubicBezTo>
                  <a:pt x="16909" y="49547"/>
                  <a:pt x="16924" y="49503"/>
                  <a:pt x="16968" y="49488"/>
                </a:cubicBezTo>
                <a:close/>
                <a:moveTo>
                  <a:pt x="26254" y="43145"/>
                </a:moveTo>
                <a:cubicBezTo>
                  <a:pt x="26269" y="43175"/>
                  <a:pt x="26284" y="43233"/>
                  <a:pt x="26298" y="43263"/>
                </a:cubicBezTo>
                <a:lnTo>
                  <a:pt x="26195" y="43484"/>
                </a:lnTo>
                <a:cubicBezTo>
                  <a:pt x="26210" y="43513"/>
                  <a:pt x="26210" y="43542"/>
                  <a:pt x="26225" y="43557"/>
                </a:cubicBezTo>
                <a:cubicBezTo>
                  <a:pt x="25930" y="44116"/>
                  <a:pt x="25548" y="44705"/>
                  <a:pt x="25077" y="45294"/>
                </a:cubicBezTo>
                <a:cubicBezTo>
                  <a:pt x="23855" y="46795"/>
                  <a:pt x="22178" y="47457"/>
                  <a:pt x="20397" y="48178"/>
                </a:cubicBezTo>
                <a:cubicBezTo>
                  <a:pt x="19293" y="48620"/>
                  <a:pt x="18175" y="49061"/>
                  <a:pt x="17086" y="49723"/>
                </a:cubicBezTo>
                <a:cubicBezTo>
                  <a:pt x="17130" y="49650"/>
                  <a:pt x="17174" y="49561"/>
                  <a:pt x="17218" y="49488"/>
                </a:cubicBezTo>
                <a:cubicBezTo>
                  <a:pt x="18337" y="48737"/>
                  <a:pt x="19485" y="48237"/>
                  <a:pt x="20603" y="47751"/>
                </a:cubicBezTo>
                <a:cubicBezTo>
                  <a:pt x="22310" y="47001"/>
                  <a:pt x="23929" y="46309"/>
                  <a:pt x="25121" y="44808"/>
                </a:cubicBezTo>
                <a:cubicBezTo>
                  <a:pt x="25563" y="44264"/>
                  <a:pt x="25930" y="43704"/>
                  <a:pt x="26254" y="43145"/>
                </a:cubicBezTo>
                <a:close/>
                <a:moveTo>
                  <a:pt x="16644" y="49767"/>
                </a:moveTo>
                <a:lnTo>
                  <a:pt x="16644" y="49767"/>
                </a:lnTo>
                <a:cubicBezTo>
                  <a:pt x="16630" y="49797"/>
                  <a:pt x="16600" y="49826"/>
                  <a:pt x="16571" y="49870"/>
                </a:cubicBezTo>
                <a:cubicBezTo>
                  <a:pt x="16556" y="49885"/>
                  <a:pt x="16527" y="49915"/>
                  <a:pt x="16497" y="49929"/>
                </a:cubicBezTo>
                <a:cubicBezTo>
                  <a:pt x="16541" y="49885"/>
                  <a:pt x="16556" y="49856"/>
                  <a:pt x="16571" y="49812"/>
                </a:cubicBezTo>
                <a:cubicBezTo>
                  <a:pt x="16600" y="49797"/>
                  <a:pt x="16615" y="49782"/>
                  <a:pt x="16644" y="49767"/>
                </a:cubicBezTo>
                <a:close/>
                <a:moveTo>
                  <a:pt x="17086" y="49591"/>
                </a:moveTo>
                <a:lnTo>
                  <a:pt x="16983" y="49812"/>
                </a:lnTo>
                <a:lnTo>
                  <a:pt x="16821" y="49929"/>
                </a:lnTo>
                <a:cubicBezTo>
                  <a:pt x="16836" y="49856"/>
                  <a:pt x="16895" y="49782"/>
                  <a:pt x="16924" y="49709"/>
                </a:cubicBezTo>
                <a:lnTo>
                  <a:pt x="17086" y="49591"/>
                </a:lnTo>
                <a:close/>
                <a:moveTo>
                  <a:pt x="16762" y="49812"/>
                </a:moveTo>
                <a:lnTo>
                  <a:pt x="16762" y="49812"/>
                </a:lnTo>
                <a:cubicBezTo>
                  <a:pt x="16718" y="49885"/>
                  <a:pt x="16688" y="49944"/>
                  <a:pt x="16644" y="50018"/>
                </a:cubicBezTo>
                <a:cubicBezTo>
                  <a:pt x="16615" y="50062"/>
                  <a:pt x="16556" y="50076"/>
                  <a:pt x="16527" y="50106"/>
                </a:cubicBezTo>
                <a:cubicBezTo>
                  <a:pt x="16556" y="50032"/>
                  <a:pt x="16600" y="49973"/>
                  <a:pt x="16630" y="49915"/>
                </a:cubicBezTo>
                <a:cubicBezTo>
                  <a:pt x="16674" y="49870"/>
                  <a:pt x="16718" y="49841"/>
                  <a:pt x="16762" y="49812"/>
                </a:cubicBezTo>
                <a:close/>
                <a:moveTo>
                  <a:pt x="26387" y="43454"/>
                </a:moveTo>
                <a:cubicBezTo>
                  <a:pt x="26401" y="43528"/>
                  <a:pt x="26431" y="43601"/>
                  <a:pt x="26460" y="43660"/>
                </a:cubicBezTo>
                <a:cubicBezTo>
                  <a:pt x="26122" y="44352"/>
                  <a:pt x="25680" y="45073"/>
                  <a:pt x="25092" y="45823"/>
                </a:cubicBezTo>
                <a:cubicBezTo>
                  <a:pt x="23855" y="47369"/>
                  <a:pt x="22089" y="48016"/>
                  <a:pt x="20250" y="48678"/>
                </a:cubicBezTo>
                <a:cubicBezTo>
                  <a:pt x="19146" y="49076"/>
                  <a:pt x="18013" y="49488"/>
                  <a:pt x="16909" y="50106"/>
                </a:cubicBezTo>
                <a:cubicBezTo>
                  <a:pt x="16939" y="50018"/>
                  <a:pt x="16998" y="49944"/>
                  <a:pt x="17042" y="49856"/>
                </a:cubicBezTo>
                <a:cubicBezTo>
                  <a:pt x="18160" y="49179"/>
                  <a:pt x="19308" y="48708"/>
                  <a:pt x="20441" y="48252"/>
                </a:cubicBezTo>
                <a:cubicBezTo>
                  <a:pt x="22222" y="47531"/>
                  <a:pt x="23929" y="46868"/>
                  <a:pt x="25150" y="45353"/>
                </a:cubicBezTo>
                <a:cubicBezTo>
                  <a:pt x="25666" y="44705"/>
                  <a:pt x="26063" y="44058"/>
                  <a:pt x="26387" y="43454"/>
                </a:cubicBezTo>
                <a:close/>
                <a:moveTo>
                  <a:pt x="16468" y="50062"/>
                </a:moveTo>
                <a:lnTo>
                  <a:pt x="16468" y="50062"/>
                </a:lnTo>
                <a:cubicBezTo>
                  <a:pt x="16424" y="50106"/>
                  <a:pt x="16409" y="50165"/>
                  <a:pt x="16365" y="50209"/>
                </a:cubicBezTo>
                <a:cubicBezTo>
                  <a:pt x="16335" y="50238"/>
                  <a:pt x="16291" y="50253"/>
                  <a:pt x="16262" y="50297"/>
                </a:cubicBezTo>
                <a:cubicBezTo>
                  <a:pt x="16276" y="50253"/>
                  <a:pt x="16321" y="50209"/>
                  <a:pt x="16350" y="50150"/>
                </a:cubicBezTo>
                <a:cubicBezTo>
                  <a:pt x="16394" y="50106"/>
                  <a:pt x="16424" y="50091"/>
                  <a:pt x="16468" y="50062"/>
                </a:cubicBezTo>
                <a:close/>
                <a:moveTo>
                  <a:pt x="16909" y="49929"/>
                </a:moveTo>
                <a:lnTo>
                  <a:pt x="16909" y="49929"/>
                </a:lnTo>
                <a:cubicBezTo>
                  <a:pt x="16865" y="50032"/>
                  <a:pt x="16821" y="50106"/>
                  <a:pt x="16777" y="50180"/>
                </a:cubicBezTo>
                <a:cubicBezTo>
                  <a:pt x="16718" y="50224"/>
                  <a:pt x="16644" y="50253"/>
                  <a:pt x="16600" y="50297"/>
                </a:cubicBezTo>
                <a:cubicBezTo>
                  <a:pt x="16630" y="50224"/>
                  <a:pt x="16674" y="50135"/>
                  <a:pt x="16718" y="50062"/>
                </a:cubicBezTo>
                <a:cubicBezTo>
                  <a:pt x="16777" y="50018"/>
                  <a:pt x="16850" y="49988"/>
                  <a:pt x="16909" y="49929"/>
                </a:cubicBezTo>
                <a:close/>
                <a:moveTo>
                  <a:pt x="16600" y="50150"/>
                </a:moveTo>
                <a:lnTo>
                  <a:pt x="16600" y="50150"/>
                </a:lnTo>
                <a:cubicBezTo>
                  <a:pt x="16541" y="50238"/>
                  <a:pt x="16497" y="50312"/>
                  <a:pt x="16468" y="50386"/>
                </a:cubicBezTo>
                <a:cubicBezTo>
                  <a:pt x="16409" y="50430"/>
                  <a:pt x="16350" y="50459"/>
                  <a:pt x="16321" y="50474"/>
                </a:cubicBezTo>
                <a:cubicBezTo>
                  <a:pt x="16350" y="50400"/>
                  <a:pt x="16394" y="50327"/>
                  <a:pt x="16453" y="50253"/>
                </a:cubicBezTo>
                <a:cubicBezTo>
                  <a:pt x="16497" y="50224"/>
                  <a:pt x="16541" y="50180"/>
                  <a:pt x="16600" y="50150"/>
                </a:cubicBezTo>
                <a:close/>
                <a:moveTo>
                  <a:pt x="16129" y="50327"/>
                </a:moveTo>
                <a:cubicBezTo>
                  <a:pt x="16115" y="50371"/>
                  <a:pt x="16100" y="50400"/>
                  <a:pt x="16056" y="50444"/>
                </a:cubicBezTo>
                <a:cubicBezTo>
                  <a:pt x="16041" y="50459"/>
                  <a:pt x="16012" y="50474"/>
                  <a:pt x="15982" y="50503"/>
                </a:cubicBezTo>
                <a:cubicBezTo>
                  <a:pt x="15997" y="50474"/>
                  <a:pt x="16026" y="50444"/>
                  <a:pt x="16056" y="50400"/>
                </a:cubicBezTo>
                <a:cubicBezTo>
                  <a:pt x="16085" y="50386"/>
                  <a:pt x="16115" y="50371"/>
                  <a:pt x="16129" y="50327"/>
                </a:cubicBezTo>
                <a:close/>
                <a:moveTo>
                  <a:pt x="26504" y="43763"/>
                </a:moveTo>
                <a:cubicBezTo>
                  <a:pt x="26534" y="43822"/>
                  <a:pt x="26549" y="43896"/>
                  <a:pt x="26563" y="43940"/>
                </a:cubicBezTo>
                <a:cubicBezTo>
                  <a:pt x="26195" y="44793"/>
                  <a:pt x="25724" y="45603"/>
                  <a:pt x="25106" y="46383"/>
                </a:cubicBezTo>
                <a:cubicBezTo>
                  <a:pt x="23841" y="47972"/>
                  <a:pt x="22016" y="48561"/>
                  <a:pt x="20088" y="49208"/>
                </a:cubicBezTo>
                <a:cubicBezTo>
                  <a:pt x="18970" y="49576"/>
                  <a:pt x="17822" y="49944"/>
                  <a:pt x="16718" y="50533"/>
                </a:cubicBezTo>
                <a:cubicBezTo>
                  <a:pt x="16762" y="50444"/>
                  <a:pt x="16792" y="50341"/>
                  <a:pt x="16850" y="50253"/>
                </a:cubicBezTo>
                <a:cubicBezTo>
                  <a:pt x="17969" y="49606"/>
                  <a:pt x="19146" y="49194"/>
                  <a:pt x="20294" y="48767"/>
                </a:cubicBezTo>
                <a:cubicBezTo>
                  <a:pt x="22148" y="48090"/>
                  <a:pt x="23914" y="47457"/>
                  <a:pt x="25165" y="45882"/>
                </a:cubicBezTo>
                <a:cubicBezTo>
                  <a:pt x="25695" y="45220"/>
                  <a:pt x="26107" y="44573"/>
                  <a:pt x="26416" y="43940"/>
                </a:cubicBezTo>
                <a:cubicBezTo>
                  <a:pt x="26460" y="43896"/>
                  <a:pt x="26475" y="43822"/>
                  <a:pt x="26504" y="43763"/>
                </a:cubicBezTo>
                <a:close/>
                <a:moveTo>
                  <a:pt x="16262" y="50386"/>
                </a:moveTo>
                <a:lnTo>
                  <a:pt x="16262" y="50386"/>
                </a:lnTo>
                <a:cubicBezTo>
                  <a:pt x="16232" y="50444"/>
                  <a:pt x="16188" y="50518"/>
                  <a:pt x="16159" y="50562"/>
                </a:cubicBezTo>
                <a:cubicBezTo>
                  <a:pt x="16100" y="50606"/>
                  <a:pt x="16056" y="50636"/>
                  <a:pt x="16012" y="50665"/>
                </a:cubicBezTo>
                <a:cubicBezTo>
                  <a:pt x="16041" y="50621"/>
                  <a:pt x="16085" y="50547"/>
                  <a:pt x="16115" y="50503"/>
                </a:cubicBezTo>
                <a:cubicBezTo>
                  <a:pt x="16159" y="50459"/>
                  <a:pt x="16203" y="50430"/>
                  <a:pt x="16262" y="50386"/>
                </a:cubicBezTo>
                <a:close/>
                <a:moveTo>
                  <a:pt x="16718" y="50312"/>
                </a:moveTo>
                <a:lnTo>
                  <a:pt x="16718" y="50312"/>
                </a:lnTo>
                <a:cubicBezTo>
                  <a:pt x="16688" y="50400"/>
                  <a:pt x="16644" y="50474"/>
                  <a:pt x="16615" y="50577"/>
                </a:cubicBezTo>
                <a:cubicBezTo>
                  <a:pt x="16541" y="50621"/>
                  <a:pt x="16468" y="50665"/>
                  <a:pt x="16394" y="50695"/>
                </a:cubicBezTo>
                <a:cubicBezTo>
                  <a:pt x="16424" y="50606"/>
                  <a:pt x="16468" y="50533"/>
                  <a:pt x="16527" y="50444"/>
                </a:cubicBezTo>
                <a:cubicBezTo>
                  <a:pt x="16600" y="50400"/>
                  <a:pt x="16644" y="50371"/>
                  <a:pt x="16718" y="50312"/>
                </a:cubicBezTo>
                <a:close/>
                <a:moveTo>
                  <a:pt x="15923" y="50650"/>
                </a:moveTo>
                <a:cubicBezTo>
                  <a:pt x="15894" y="50695"/>
                  <a:pt x="15879" y="50739"/>
                  <a:pt x="15835" y="50798"/>
                </a:cubicBezTo>
                <a:cubicBezTo>
                  <a:pt x="15806" y="50827"/>
                  <a:pt x="15761" y="50842"/>
                  <a:pt x="15732" y="50886"/>
                </a:cubicBezTo>
                <a:cubicBezTo>
                  <a:pt x="15761" y="50827"/>
                  <a:pt x="15806" y="50798"/>
                  <a:pt x="15820" y="50739"/>
                </a:cubicBezTo>
                <a:cubicBezTo>
                  <a:pt x="15864" y="50695"/>
                  <a:pt x="15894" y="50680"/>
                  <a:pt x="15923" y="50650"/>
                </a:cubicBezTo>
                <a:close/>
                <a:moveTo>
                  <a:pt x="16394" y="50533"/>
                </a:moveTo>
                <a:lnTo>
                  <a:pt x="16394" y="50533"/>
                </a:lnTo>
                <a:cubicBezTo>
                  <a:pt x="16350" y="50606"/>
                  <a:pt x="16321" y="50695"/>
                  <a:pt x="16276" y="50768"/>
                </a:cubicBezTo>
                <a:cubicBezTo>
                  <a:pt x="16232" y="50812"/>
                  <a:pt x="16173" y="50842"/>
                  <a:pt x="16100" y="50886"/>
                </a:cubicBezTo>
                <a:cubicBezTo>
                  <a:pt x="16129" y="50812"/>
                  <a:pt x="16173" y="50739"/>
                  <a:pt x="16232" y="50650"/>
                </a:cubicBezTo>
                <a:cubicBezTo>
                  <a:pt x="16276" y="50606"/>
                  <a:pt x="16335" y="50547"/>
                  <a:pt x="16394" y="50533"/>
                </a:cubicBezTo>
                <a:close/>
                <a:moveTo>
                  <a:pt x="26622" y="44205"/>
                </a:moveTo>
                <a:cubicBezTo>
                  <a:pt x="26637" y="44249"/>
                  <a:pt x="26637" y="44278"/>
                  <a:pt x="26652" y="44322"/>
                </a:cubicBezTo>
                <a:cubicBezTo>
                  <a:pt x="26328" y="45147"/>
                  <a:pt x="25827" y="46015"/>
                  <a:pt x="25136" y="46927"/>
                </a:cubicBezTo>
                <a:cubicBezTo>
                  <a:pt x="23841" y="48561"/>
                  <a:pt x="21942" y="49135"/>
                  <a:pt x="19941" y="49738"/>
                </a:cubicBezTo>
                <a:cubicBezTo>
                  <a:pt x="18822" y="50076"/>
                  <a:pt x="17675" y="50430"/>
                  <a:pt x="16556" y="50959"/>
                </a:cubicBezTo>
                <a:cubicBezTo>
                  <a:pt x="16600" y="50827"/>
                  <a:pt x="16630" y="50739"/>
                  <a:pt x="16674" y="50650"/>
                </a:cubicBezTo>
                <a:cubicBezTo>
                  <a:pt x="17807" y="50032"/>
                  <a:pt x="18970" y="49650"/>
                  <a:pt x="20103" y="49282"/>
                </a:cubicBezTo>
                <a:cubicBezTo>
                  <a:pt x="22060" y="48634"/>
                  <a:pt x="23885" y="48046"/>
                  <a:pt x="25165" y="46427"/>
                </a:cubicBezTo>
                <a:cubicBezTo>
                  <a:pt x="25724" y="45735"/>
                  <a:pt x="26181" y="44999"/>
                  <a:pt x="26504" y="44278"/>
                </a:cubicBezTo>
                <a:cubicBezTo>
                  <a:pt x="26534" y="44322"/>
                  <a:pt x="26534" y="44337"/>
                  <a:pt x="26549" y="44367"/>
                </a:cubicBezTo>
                <a:cubicBezTo>
                  <a:pt x="26563" y="44322"/>
                  <a:pt x="26607" y="44264"/>
                  <a:pt x="26622" y="44205"/>
                </a:cubicBezTo>
                <a:close/>
                <a:moveTo>
                  <a:pt x="15599" y="50915"/>
                </a:moveTo>
                <a:cubicBezTo>
                  <a:pt x="15585" y="50959"/>
                  <a:pt x="15570" y="50974"/>
                  <a:pt x="15541" y="51018"/>
                </a:cubicBezTo>
                <a:cubicBezTo>
                  <a:pt x="15526" y="51033"/>
                  <a:pt x="15496" y="51048"/>
                  <a:pt x="15467" y="51062"/>
                </a:cubicBezTo>
                <a:cubicBezTo>
                  <a:pt x="15496" y="51048"/>
                  <a:pt x="15511" y="51033"/>
                  <a:pt x="15526" y="50989"/>
                </a:cubicBezTo>
                <a:cubicBezTo>
                  <a:pt x="15541" y="50974"/>
                  <a:pt x="15585" y="50959"/>
                  <a:pt x="15599" y="50915"/>
                </a:cubicBezTo>
                <a:close/>
                <a:moveTo>
                  <a:pt x="16085" y="50753"/>
                </a:moveTo>
                <a:lnTo>
                  <a:pt x="16085" y="50753"/>
                </a:lnTo>
                <a:cubicBezTo>
                  <a:pt x="16041" y="50812"/>
                  <a:pt x="15997" y="50886"/>
                  <a:pt x="15967" y="50959"/>
                </a:cubicBezTo>
                <a:lnTo>
                  <a:pt x="15806" y="51062"/>
                </a:lnTo>
                <a:cubicBezTo>
                  <a:pt x="15835" y="50989"/>
                  <a:pt x="15879" y="50915"/>
                  <a:pt x="15909" y="50871"/>
                </a:cubicBezTo>
                <a:lnTo>
                  <a:pt x="16085" y="50753"/>
                </a:lnTo>
                <a:close/>
                <a:moveTo>
                  <a:pt x="16571" y="50680"/>
                </a:moveTo>
                <a:lnTo>
                  <a:pt x="16468" y="50959"/>
                </a:lnTo>
                <a:cubicBezTo>
                  <a:pt x="16365" y="51018"/>
                  <a:pt x="16306" y="51048"/>
                  <a:pt x="16232" y="51077"/>
                </a:cubicBezTo>
                <a:cubicBezTo>
                  <a:pt x="16262" y="50989"/>
                  <a:pt x="16306" y="50901"/>
                  <a:pt x="16350" y="50812"/>
                </a:cubicBezTo>
                <a:cubicBezTo>
                  <a:pt x="16424" y="50768"/>
                  <a:pt x="16497" y="50739"/>
                  <a:pt x="16571" y="50680"/>
                </a:cubicBezTo>
                <a:close/>
                <a:moveTo>
                  <a:pt x="16232" y="50886"/>
                </a:moveTo>
                <a:cubicBezTo>
                  <a:pt x="16188" y="50974"/>
                  <a:pt x="16144" y="51048"/>
                  <a:pt x="16115" y="51136"/>
                </a:cubicBezTo>
                <a:cubicBezTo>
                  <a:pt x="16041" y="51180"/>
                  <a:pt x="15967" y="51210"/>
                  <a:pt x="15909" y="51254"/>
                </a:cubicBezTo>
                <a:cubicBezTo>
                  <a:pt x="15953" y="51166"/>
                  <a:pt x="15982" y="51092"/>
                  <a:pt x="16041" y="50989"/>
                </a:cubicBezTo>
                <a:cubicBezTo>
                  <a:pt x="16100" y="50959"/>
                  <a:pt x="16173" y="50915"/>
                  <a:pt x="16232" y="50886"/>
                </a:cubicBezTo>
                <a:close/>
                <a:moveTo>
                  <a:pt x="15747" y="50974"/>
                </a:moveTo>
                <a:lnTo>
                  <a:pt x="15747" y="50974"/>
                </a:lnTo>
                <a:cubicBezTo>
                  <a:pt x="15717" y="51033"/>
                  <a:pt x="15673" y="51107"/>
                  <a:pt x="15644" y="51151"/>
                </a:cubicBezTo>
                <a:cubicBezTo>
                  <a:pt x="15585" y="51195"/>
                  <a:pt x="15541" y="51224"/>
                  <a:pt x="15496" y="51269"/>
                </a:cubicBezTo>
                <a:cubicBezTo>
                  <a:pt x="15526" y="51195"/>
                  <a:pt x="15570" y="51136"/>
                  <a:pt x="15599" y="51077"/>
                </a:cubicBezTo>
                <a:cubicBezTo>
                  <a:pt x="15658" y="51048"/>
                  <a:pt x="15688" y="51018"/>
                  <a:pt x="15747" y="50974"/>
                </a:cubicBezTo>
                <a:close/>
                <a:moveTo>
                  <a:pt x="26681" y="44425"/>
                </a:moveTo>
                <a:cubicBezTo>
                  <a:pt x="26681" y="44440"/>
                  <a:pt x="26681" y="44440"/>
                  <a:pt x="26696" y="44470"/>
                </a:cubicBezTo>
                <a:lnTo>
                  <a:pt x="26637" y="44631"/>
                </a:lnTo>
                <a:cubicBezTo>
                  <a:pt x="26652" y="44661"/>
                  <a:pt x="26652" y="44720"/>
                  <a:pt x="26681" y="44764"/>
                </a:cubicBezTo>
                <a:cubicBezTo>
                  <a:pt x="26696" y="44705"/>
                  <a:pt x="26710" y="44661"/>
                  <a:pt x="26725" y="44617"/>
                </a:cubicBezTo>
                <a:lnTo>
                  <a:pt x="26725" y="44646"/>
                </a:lnTo>
                <a:cubicBezTo>
                  <a:pt x="26416" y="45514"/>
                  <a:pt x="25901" y="46471"/>
                  <a:pt x="25136" y="47442"/>
                </a:cubicBezTo>
                <a:cubicBezTo>
                  <a:pt x="23811" y="49135"/>
                  <a:pt x="21839" y="49664"/>
                  <a:pt x="19764" y="50224"/>
                </a:cubicBezTo>
                <a:cubicBezTo>
                  <a:pt x="18631" y="50518"/>
                  <a:pt x="17513" y="50827"/>
                  <a:pt x="16394" y="51327"/>
                </a:cubicBezTo>
                <a:cubicBezTo>
                  <a:pt x="16424" y="51239"/>
                  <a:pt x="16468" y="51121"/>
                  <a:pt x="16497" y="51033"/>
                </a:cubicBezTo>
                <a:cubicBezTo>
                  <a:pt x="17645" y="50474"/>
                  <a:pt x="18808" y="50135"/>
                  <a:pt x="19941" y="49782"/>
                </a:cubicBezTo>
                <a:cubicBezTo>
                  <a:pt x="21972" y="49179"/>
                  <a:pt x="23855" y="48605"/>
                  <a:pt x="25165" y="46942"/>
                </a:cubicBezTo>
                <a:cubicBezTo>
                  <a:pt x="25813" y="46118"/>
                  <a:pt x="26313" y="45279"/>
                  <a:pt x="26681" y="44425"/>
                </a:cubicBezTo>
                <a:close/>
                <a:moveTo>
                  <a:pt x="15894" y="51077"/>
                </a:moveTo>
                <a:lnTo>
                  <a:pt x="15894" y="51077"/>
                </a:lnTo>
                <a:cubicBezTo>
                  <a:pt x="15864" y="51151"/>
                  <a:pt x="15820" y="51254"/>
                  <a:pt x="15791" y="51327"/>
                </a:cubicBezTo>
                <a:cubicBezTo>
                  <a:pt x="15717" y="51357"/>
                  <a:pt x="15658" y="51401"/>
                  <a:pt x="15585" y="51430"/>
                </a:cubicBezTo>
                <a:cubicBezTo>
                  <a:pt x="15614" y="51357"/>
                  <a:pt x="15658" y="51283"/>
                  <a:pt x="15717" y="51210"/>
                </a:cubicBezTo>
                <a:cubicBezTo>
                  <a:pt x="15761" y="51166"/>
                  <a:pt x="15835" y="51121"/>
                  <a:pt x="15894" y="51077"/>
                </a:cubicBezTo>
                <a:close/>
                <a:moveTo>
                  <a:pt x="15408" y="51239"/>
                </a:moveTo>
                <a:lnTo>
                  <a:pt x="15408" y="51239"/>
                </a:lnTo>
                <a:cubicBezTo>
                  <a:pt x="15379" y="51283"/>
                  <a:pt x="15364" y="51327"/>
                  <a:pt x="15320" y="51386"/>
                </a:cubicBezTo>
                <a:cubicBezTo>
                  <a:pt x="15290" y="51416"/>
                  <a:pt x="15246" y="51430"/>
                  <a:pt x="15187" y="51475"/>
                </a:cubicBezTo>
                <a:cubicBezTo>
                  <a:pt x="15246" y="51416"/>
                  <a:pt x="15290" y="51357"/>
                  <a:pt x="15305" y="51327"/>
                </a:cubicBezTo>
                <a:cubicBezTo>
                  <a:pt x="15349" y="51283"/>
                  <a:pt x="15379" y="51254"/>
                  <a:pt x="15408" y="51239"/>
                </a:cubicBezTo>
                <a:close/>
                <a:moveTo>
                  <a:pt x="16409" y="51092"/>
                </a:moveTo>
                <a:cubicBezTo>
                  <a:pt x="16365" y="51180"/>
                  <a:pt x="16335" y="51269"/>
                  <a:pt x="16306" y="51386"/>
                </a:cubicBezTo>
                <a:cubicBezTo>
                  <a:pt x="16232" y="51416"/>
                  <a:pt x="16129" y="51445"/>
                  <a:pt x="16056" y="51489"/>
                </a:cubicBezTo>
                <a:lnTo>
                  <a:pt x="16173" y="51210"/>
                </a:lnTo>
                <a:cubicBezTo>
                  <a:pt x="16247" y="51180"/>
                  <a:pt x="16335" y="51136"/>
                  <a:pt x="16409" y="51092"/>
                </a:cubicBezTo>
                <a:close/>
                <a:moveTo>
                  <a:pt x="15541" y="51327"/>
                </a:moveTo>
                <a:lnTo>
                  <a:pt x="15541" y="51327"/>
                </a:lnTo>
                <a:cubicBezTo>
                  <a:pt x="15526" y="51386"/>
                  <a:pt x="15496" y="51445"/>
                  <a:pt x="15452" y="51533"/>
                </a:cubicBezTo>
                <a:cubicBezTo>
                  <a:pt x="15393" y="51563"/>
                  <a:pt x="15349" y="51607"/>
                  <a:pt x="15261" y="51636"/>
                </a:cubicBezTo>
                <a:cubicBezTo>
                  <a:pt x="15305" y="51563"/>
                  <a:pt x="15349" y="51504"/>
                  <a:pt x="15379" y="51430"/>
                </a:cubicBezTo>
                <a:lnTo>
                  <a:pt x="15541" y="51327"/>
                </a:lnTo>
                <a:close/>
                <a:moveTo>
                  <a:pt x="16056" y="51269"/>
                </a:moveTo>
                <a:lnTo>
                  <a:pt x="15953" y="51548"/>
                </a:lnTo>
                <a:lnTo>
                  <a:pt x="15732" y="51651"/>
                </a:lnTo>
                <a:cubicBezTo>
                  <a:pt x="15761" y="51563"/>
                  <a:pt x="15806" y="51475"/>
                  <a:pt x="15835" y="51401"/>
                </a:cubicBezTo>
                <a:cubicBezTo>
                  <a:pt x="15909" y="51342"/>
                  <a:pt x="15982" y="51313"/>
                  <a:pt x="16056" y="51269"/>
                </a:cubicBezTo>
                <a:close/>
                <a:moveTo>
                  <a:pt x="15084" y="51504"/>
                </a:moveTo>
                <a:cubicBezTo>
                  <a:pt x="15070" y="51548"/>
                  <a:pt x="15040" y="51563"/>
                  <a:pt x="15026" y="51607"/>
                </a:cubicBezTo>
                <a:cubicBezTo>
                  <a:pt x="14996" y="51622"/>
                  <a:pt x="14981" y="51636"/>
                  <a:pt x="14937" y="51666"/>
                </a:cubicBezTo>
                <a:lnTo>
                  <a:pt x="14937" y="51666"/>
                </a:lnTo>
                <a:cubicBezTo>
                  <a:pt x="14981" y="51636"/>
                  <a:pt x="14996" y="51622"/>
                  <a:pt x="15011" y="51578"/>
                </a:cubicBezTo>
                <a:lnTo>
                  <a:pt x="15070" y="51533"/>
                </a:lnTo>
                <a:lnTo>
                  <a:pt x="15084" y="51504"/>
                </a:lnTo>
                <a:close/>
                <a:moveTo>
                  <a:pt x="26784" y="44779"/>
                </a:moveTo>
                <a:cubicBezTo>
                  <a:pt x="26784" y="44808"/>
                  <a:pt x="26799" y="44852"/>
                  <a:pt x="26799" y="44882"/>
                </a:cubicBezTo>
                <a:cubicBezTo>
                  <a:pt x="26784" y="44940"/>
                  <a:pt x="26769" y="44999"/>
                  <a:pt x="26755" y="45029"/>
                </a:cubicBezTo>
                <a:cubicBezTo>
                  <a:pt x="26755" y="45073"/>
                  <a:pt x="26769" y="45088"/>
                  <a:pt x="26769" y="45132"/>
                </a:cubicBezTo>
                <a:cubicBezTo>
                  <a:pt x="26431" y="46015"/>
                  <a:pt x="25916" y="46971"/>
                  <a:pt x="25150" y="47972"/>
                </a:cubicBezTo>
                <a:cubicBezTo>
                  <a:pt x="23782" y="49709"/>
                  <a:pt x="21766" y="50224"/>
                  <a:pt x="19617" y="50739"/>
                </a:cubicBezTo>
                <a:cubicBezTo>
                  <a:pt x="18513" y="51018"/>
                  <a:pt x="17380" y="51283"/>
                  <a:pt x="16276" y="51725"/>
                </a:cubicBezTo>
                <a:cubicBezTo>
                  <a:pt x="16321" y="51622"/>
                  <a:pt x="16335" y="51519"/>
                  <a:pt x="16379" y="51416"/>
                </a:cubicBezTo>
                <a:cubicBezTo>
                  <a:pt x="17513" y="50915"/>
                  <a:pt x="18661" y="50592"/>
                  <a:pt x="19794" y="50297"/>
                </a:cubicBezTo>
                <a:cubicBezTo>
                  <a:pt x="21898" y="49723"/>
                  <a:pt x="23855" y="49194"/>
                  <a:pt x="25209" y="47472"/>
                </a:cubicBezTo>
                <a:cubicBezTo>
                  <a:pt x="25901" y="46589"/>
                  <a:pt x="26416" y="45691"/>
                  <a:pt x="26784" y="44779"/>
                </a:cubicBezTo>
                <a:close/>
                <a:moveTo>
                  <a:pt x="15702" y="51460"/>
                </a:moveTo>
                <a:lnTo>
                  <a:pt x="15702" y="51460"/>
                </a:lnTo>
                <a:cubicBezTo>
                  <a:pt x="15688" y="51548"/>
                  <a:pt x="15658" y="51622"/>
                  <a:pt x="15614" y="51710"/>
                </a:cubicBezTo>
                <a:lnTo>
                  <a:pt x="15393" y="51828"/>
                </a:lnTo>
                <a:cubicBezTo>
                  <a:pt x="15438" y="51725"/>
                  <a:pt x="15467" y="51651"/>
                  <a:pt x="15511" y="51578"/>
                </a:cubicBezTo>
                <a:cubicBezTo>
                  <a:pt x="15585" y="51548"/>
                  <a:pt x="15629" y="51489"/>
                  <a:pt x="15702" y="51460"/>
                </a:cubicBezTo>
                <a:close/>
                <a:moveTo>
                  <a:pt x="15232" y="51548"/>
                </a:moveTo>
                <a:lnTo>
                  <a:pt x="15232" y="51548"/>
                </a:lnTo>
                <a:cubicBezTo>
                  <a:pt x="15187" y="51607"/>
                  <a:pt x="15158" y="51666"/>
                  <a:pt x="15143" y="51725"/>
                </a:cubicBezTo>
                <a:cubicBezTo>
                  <a:pt x="15084" y="51769"/>
                  <a:pt x="15026" y="51798"/>
                  <a:pt x="14996" y="51842"/>
                </a:cubicBezTo>
                <a:cubicBezTo>
                  <a:pt x="15026" y="51769"/>
                  <a:pt x="15055" y="51710"/>
                  <a:pt x="15084" y="51651"/>
                </a:cubicBezTo>
                <a:cubicBezTo>
                  <a:pt x="15143" y="51622"/>
                  <a:pt x="15173" y="51578"/>
                  <a:pt x="15232" y="51548"/>
                </a:cubicBezTo>
                <a:close/>
                <a:moveTo>
                  <a:pt x="16276" y="51489"/>
                </a:moveTo>
                <a:cubicBezTo>
                  <a:pt x="16247" y="51578"/>
                  <a:pt x="16203" y="51695"/>
                  <a:pt x="16188" y="51784"/>
                </a:cubicBezTo>
                <a:cubicBezTo>
                  <a:pt x="16100" y="51813"/>
                  <a:pt x="16026" y="51857"/>
                  <a:pt x="15938" y="51901"/>
                </a:cubicBezTo>
                <a:cubicBezTo>
                  <a:pt x="15953" y="51784"/>
                  <a:pt x="15982" y="51695"/>
                  <a:pt x="16026" y="51607"/>
                </a:cubicBezTo>
                <a:cubicBezTo>
                  <a:pt x="16115" y="51563"/>
                  <a:pt x="16188" y="51533"/>
                  <a:pt x="16276" y="51489"/>
                </a:cubicBezTo>
                <a:close/>
                <a:moveTo>
                  <a:pt x="15393" y="51651"/>
                </a:moveTo>
                <a:lnTo>
                  <a:pt x="15393" y="51651"/>
                </a:lnTo>
                <a:cubicBezTo>
                  <a:pt x="15364" y="51725"/>
                  <a:pt x="15320" y="51798"/>
                  <a:pt x="15290" y="51901"/>
                </a:cubicBezTo>
                <a:cubicBezTo>
                  <a:pt x="15217" y="51931"/>
                  <a:pt x="15158" y="51975"/>
                  <a:pt x="15084" y="52004"/>
                </a:cubicBezTo>
                <a:lnTo>
                  <a:pt x="15202" y="51784"/>
                </a:lnTo>
                <a:cubicBezTo>
                  <a:pt x="15261" y="51754"/>
                  <a:pt x="15320" y="51695"/>
                  <a:pt x="15393" y="51651"/>
                </a:cubicBezTo>
                <a:close/>
                <a:moveTo>
                  <a:pt x="14893" y="51798"/>
                </a:moveTo>
                <a:lnTo>
                  <a:pt x="14893" y="51798"/>
                </a:lnTo>
                <a:cubicBezTo>
                  <a:pt x="14864" y="51857"/>
                  <a:pt x="14849" y="51901"/>
                  <a:pt x="14820" y="51945"/>
                </a:cubicBezTo>
                <a:cubicBezTo>
                  <a:pt x="14790" y="51990"/>
                  <a:pt x="14731" y="52004"/>
                  <a:pt x="14702" y="52048"/>
                </a:cubicBezTo>
                <a:cubicBezTo>
                  <a:pt x="14731" y="51990"/>
                  <a:pt x="14761" y="51945"/>
                  <a:pt x="14790" y="51901"/>
                </a:cubicBezTo>
                <a:cubicBezTo>
                  <a:pt x="14834" y="51857"/>
                  <a:pt x="14864" y="51828"/>
                  <a:pt x="14893" y="51798"/>
                </a:cubicBezTo>
                <a:close/>
                <a:moveTo>
                  <a:pt x="15894" y="51651"/>
                </a:moveTo>
                <a:lnTo>
                  <a:pt x="15894" y="51651"/>
                </a:lnTo>
                <a:cubicBezTo>
                  <a:pt x="15864" y="51754"/>
                  <a:pt x="15820" y="51842"/>
                  <a:pt x="15806" y="51945"/>
                </a:cubicBezTo>
                <a:cubicBezTo>
                  <a:pt x="15732" y="51975"/>
                  <a:pt x="15658" y="52004"/>
                  <a:pt x="15570" y="52048"/>
                </a:cubicBezTo>
                <a:lnTo>
                  <a:pt x="15673" y="51769"/>
                </a:lnTo>
                <a:lnTo>
                  <a:pt x="15894" y="51651"/>
                </a:lnTo>
                <a:close/>
                <a:moveTo>
                  <a:pt x="26843" y="45147"/>
                </a:moveTo>
                <a:cubicBezTo>
                  <a:pt x="26858" y="45205"/>
                  <a:pt x="26858" y="45250"/>
                  <a:pt x="26872" y="45308"/>
                </a:cubicBezTo>
                <a:cubicBezTo>
                  <a:pt x="26858" y="45367"/>
                  <a:pt x="26843" y="45426"/>
                  <a:pt x="26828" y="45456"/>
                </a:cubicBezTo>
                <a:lnTo>
                  <a:pt x="26828" y="45500"/>
                </a:lnTo>
                <a:cubicBezTo>
                  <a:pt x="26490" y="46427"/>
                  <a:pt x="25960" y="47442"/>
                  <a:pt x="25136" y="48502"/>
                </a:cubicBezTo>
                <a:cubicBezTo>
                  <a:pt x="23752" y="50297"/>
                  <a:pt x="21648" y="50753"/>
                  <a:pt x="19426" y="51269"/>
                </a:cubicBezTo>
                <a:cubicBezTo>
                  <a:pt x="18381" y="51504"/>
                  <a:pt x="17262" y="51769"/>
                  <a:pt x="16129" y="52166"/>
                </a:cubicBezTo>
                <a:lnTo>
                  <a:pt x="16247" y="51842"/>
                </a:lnTo>
                <a:cubicBezTo>
                  <a:pt x="17365" y="51386"/>
                  <a:pt x="18513" y="51107"/>
                  <a:pt x="19632" y="50827"/>
                </a:cubicBezTo>
                <a:cubicBezTo>
                  <a:pt x="21795" y="50297"/>
                  <a:pt x="23841" y="49782"/>
                  <a:pt x="25209" y="48031"/>
                </a:cubicBezTo>
                <a:cubicBezTo>
                  <a:pt x="25989" y="47015"/>
                  <a:pt x="26504" y="46044"/>
                  <a:pt x="26843" y="45147"/>
                </a:cubicBezTo>
                <a:close/>
                <a:moveTo>
                  <a:pt x="15055" y="51857"/>
                </a:moveTo>
                <a:lnTo>
                  <a:pt x="15055" y="51857"/>
                </a:lnTo>
                <a:cubicBezTo>
                  <a:pt x="15026" y="51945"/>
                  <a:pt x="14996" y="52019"/>
                  <a:pt x="14952" y="52078"/>
                </a:cubicBezTo>
                <a:cubicBezTo>
                  <a:pt x="14908" y="52122"/>
                  <a:pt x="14834" y="52152"/>
                  <a:pt x="14775" y="52196"/>
                </a:cubicBezTo>
                <a:cubicBezTo>
                  <a:pt x="14805" y="52122"/>
                  <a:pt x="14849" y="52063"/>
                  <a:pt x="14878" y="51990"/>
                </a:cubicBezTo>
                <a:cubicBezTo>
                  <a:pt x="14937" y="51945"/>
                  <a:pt x="14996" y="51916"/>
                  <a:pt x="15055" y="51857"/>
                </a:cubicBezTo>
                <a:close/>
                <a:moveTo>
                  <a:pt x="15570" y="51813"/>
                </a:moveTo>
                <a:lnTo>
                  <a:pt x="15452" y="52093"/>
                </a:lnTo>
                <a:cubicBezTo>
                  <a:pt x="15379" y="52137"/>
                  <a:pt x="15290" y="52166"/>
                  <a:pt x="15217" y="52210"/>
                </a:cubicBezTo>
                <a:cubicBezTo>
                  <a:pt x="15246" y="52122"/>
                  <a:pt x="15290" y="52019"/>
                  <a:pt x="15320" y="51945"/>
                </a:cubicBezTo>
                <a:cubicBezTo>
                  <a:pt x="15423" y="51916"/>
                  <a:pt x="15496" y="51857"/>
                  <a:pt x="15570" y="51813"/>
                </a:cubicBezTo>
                <a:close/>
                <a:moveTo>
                  <a:pt x="14569" y="52093"/>
                </a:moveTo>
                <a:lnTo>
                  <a:pt x="14569" y="52093"/>
                </a:lnTo>
                <a:cubicBezTo>
                  <a:pt x="14555" y="52122"/>
                  <a:pt x="14525" y="52152"/>
                  <a:pt x="14510" y="52166"/>
                </a:cubicBezTo>
                <a:cubicBezTo>
                  <a:pt x="14481" y="52196"/>
                  <a:pt x="14466" y="52225"/>
                  <a:pt x="14422" y="52240"/>
                </a:cubicBezTo>
                <a:cubicBezTo>
                  <a:pt x="14437" y="52225"/>
                  <a:pt x="14466" y="52210"/>
                  <a:pt x="14481" y="52166"/>
                </a:cubicBezTo>
                <a:cubicBezTo>
                  <a:pt x="14510" y="52152"/>
                  <a:pt x="14525" y="52122"/>
                  <a:pt x="14569" y="52093"/>
                </a:cubicBezTo>
                <a:close/>
                <a:moveTo>
                  <a:pt x="16129" y="51872"/>
                </a:moveTo>
                <a:cubicBezTo>
                  <a:pt x="16100" y="51990"/>
                  <a:pt x="16085" y="52093"/>
                  <a:pt x="16041" y="52181"/>
                </a:cubicBezTo>
                <a:cubicBezTo>
                  <a:pt x="15967" y="52225"/>
                  <a:pt x="15879" y="52269"/>
                  <a:pt x="15791" y="52299"/>
                </a:cubicBezTo>
                <a:cubicBezTo>
                  <a:pt x="15820" y="52181"/>
                  <a:pt x="15835" y="52093"/>
                  <a:pt x="15879" y="51990"/>
                </a:cubicBezTo>
                <a:cubicBezTo>
                  <a:pt x="15967" y="51945"/>
                  <a:pt x="16056" y="51916"/>
                  <a:pt x="16129" y="51872"/>
                </a:cubicBezTo>
                <a:close/>
                <a:moveTo>
                  <a:pt x="15217" y="52004"/>
                </a:moveTo>
                <a:cubicBezTo>
                  <a:pt x="15202" y="52093"/>
                  <a:pt x="15158" y="52181"/>
                  <a:pt x="15129" y="52269"/>
                </a:cubicBezTo>
                <a:lnTo>
                  <a:pt x="14893" y="52372"/>
                </a:lnTo>
                <a:cubicBezTo>
                  <a:pt x="14937" y="52299"/>
                  <a:pt x="14981" y="52210"/>
                  <a:pt x="15011" y="52137"/>
                </a:cubicBezTo>
                <a:cubicBezTo>
                  <a:pt x="15084" y="52093"/>
                  <a:pt x="15158" y="52048"/>
                  <a:pt x="15217" y="52004"/>
                </a:cubicBezTo>
                <a:close/>
                <a:moveTo>
                  <a:pt x="14731" y="52122"/>
                </a:moveTo>
                <a:cubicBezTo>
                  <a:pt x="14702" y="52166"/>
                  <a:pt x="14658" y="52225"/>
                  <a:pt x="14643" y="52299"/>
                </a:cubicBezTo>
                <a:lnTo>
                  <a:pt x="14481" y="52416"/>
                </a:lnTo>
                <a:lnTo>
                  <a:pt x="14584" y="52240"/>
                </a:lnTo>
                <a:cubicBezTo>
                  <a:pt x="14628" y="52181"/>
                  <a:pt x="14687" y="52152"/>
                  <a:pt x="14731" y="52122"/>
                </a:cubicBezTo>
                <a:close/>
                <a:moveTo>
                  <a:pt x="15776" y="52034"/>
                </a:moveTo>
                <a:lnTo>
                  <a:pt x="15776" y="52034"/>
                </a:lnTo>
                <a:cubicBezTo>
                  <a:pt x="15747" y="52152"/>
                  <a:pt x="15732" y="52240"/>
                  <a:pt x="15688" y="52358"/>
                </a:cubicBezTo>
                <a:cubicBezTo>
                  <a:pt x="15599" y="52372"/>
                  <a:pt x="15511" y="52416"/>
                  <a:pt x="15438" y="52446"/>
                </a:cubicBezTo>
                <a:cubicBezTo>
                  <a:pt x="15467" y="52358"/>
                  <a:pt x="15511" y="52240"/>
                  <a:pt x="15541" y="52152"/>
                </a:cubicBezTo>
                <a:cubicBezTo>
                  <a:pt x="15614" y="52122"/>
                  <a:pt x="15717" y="52078"/>
                  <a:pt x="15776" y="52034"/>
                </a:cubicBezTo>
                <a:close/>
                <a:moveTo>
                  <a:pt x="14878" y="52225"/>
                </a:moveTo>
                <a:lnTo>
                  <a:pt x="14878" y="52225"/>
                </a:lnTo>
                <a:cubicBezTo>
                  <a:pt x="14849" y="52299"/>
                  <a:pt x="14805" y="52372"/>
                  <a:pt x="14775" y="52461"/>
                </a:cubicBezTo>
                <a:cubicBezTo>
                  <a:pt x="14702" y="52505"/>
                  <a:pt x="14643" y="52534"/>
                  <a:pt x="14569" y="52593"/>
                </a:cubicBezTo>
                <a:lnTo>
                  <a:pt x="14687" y="52372"/>
                </a:lnTo>
                <a:cubicBezTo>
                  <a:pt x="14761" y="52299"/>
                  <a:pt x="14834" y="52269"/>
                  <a:pt x="14878" y="52225"/>
                </a:cubicBezTo>
                <a:close/>
                <a:moveTo>
                  <a:pt x="26902" y="45529"/>
                </a:moveTo>
                <a:cubicBezTo>
                  <a:pt x="26931" y="45588"/>
                  <a:pt x="26931" y="45647"/>
                  <a:pt x="26946" y="45720"/>
                </a:cubicBezTo>
                <a:cubicBezTo>
                  <a:pt x="26946" y="45750"/>
                  <a:pt x="26931" y="45765"/>
                  <a:pt x="26931" y="45809"/>
                </a:cubicBezTo>
                <a:cubicBezTo>
                  <a:pt x="26622" y="46824"/>
                  <a:pt x="26063" y="47898"/>
                  <a:pt x="25165" y="49061"/>
                </a:cubicBezTo>
                <a:cubicBezTo>
                  <a:pt x="23752" y="50886"/>
                  <a:pt x="21574" y="51327"/>
                  <a:pt x="19279" y="51798"/>
                </a:cubicBezTo>
                <a:cubicBezTo>
                  <a:pt x="18248" y="52004"/>
                  <a:pt x="17145" y="52240"/>
                  <a:pt x="16041" y="52593"/>
                </a:cubicBezTo>
                <a:cubicBezTo>
                  <a:pt x="16056" y="52475"/>
                  <a:pt x="16100" y="52372"/>
                  <a:pt x="16115" y="52255"/>
                </a:cubicBezTo>
                <a:cubicBezTo>
                  <a:pt x="17218" y="51857"/>
                  <a:pt x="18337" y="51592"/>
                  <a:pt x="19440" y="51357"/>
                </a:cubicBezTo>
                <a:cubicBezTo>
                  <a:pt x="21692" y="50871"/>
                  <a:pt x="23811" y="50386"/>
                  <a:pt x="25209" y="48575"/>
                </a:cubicBezTo>
                <a:cubicBezTo>
                  <a:pt x="26033" y="47516"/>
                  <a:pt x="26563" y="46486"/>
                  <a:pt x="26902" y="45529"/>
                </a:cubicBezTo>
                <a:close/>
                <a:moveTo>
                  <a:pt x="14393" y="52387"/>
                </a:moveTo>
                <a:cubicBezTo>
                  <a:pt x="14363" y="52431"/>
                  <a:pt x="14334" y="52490"/>
                  <a:pt x="14304" y="52519"/>
                </a:cubicBezTo>
                <a:cubicBezTo>
                  <a:pt x="14275" y="52549"/>
                  <a:pt x="14216" y="52593"/>
                  <a:pt x="14187" y="52608"/>
                </a:cubicBezTo>
                <a:cubicBezTo>
                  <a:pt x="14201" y="52578"/>
                  <a:pt x="14246" y="52534"/>
                  <a:pt x="14260" y="52505"/>
                </a:cubicBezTo>
                <a:cubicBezTo>
                  <a:pt x="14290" y="52461"/>
                  <a:pt x="14349" y="52431"/>
                  <a:pt x="14393" y="52387"/>
                </a:cubicBezTo>
                <a:close/>
                <a:moveTo>
                  <a:pt x="15408" y="52210"/>
                </a:moveTo>
                <a:cubicBezTo>
                  <a:pt x="15379" y="52299"/>
                  <a:pt x="15335" y="52416"/>
                  <a:pt x="15320" y="52505"/>
                </a:cubicBezTo>
                <a:cubicBezTo>
                  <a:pt x="15246" y="52534"/>
                  <a:pt x="15158" y="52578"/>
                  <a:pt x="15070" y="52608"/>
                </a:cubicBezTo>
                <a:lnTo>
                  <a:pt x="15173" y="52343"/>
                </a:lnTo>
                <a:cubicBezTo>
                  <a:pt x="15246" y="52299"/>
                  <a:pt x="15349" y="52240"/>
                  <a:pt x="15408" y="52210"/>
                </a:cubicBezTo>
                <a:close/>
                <a:moveTo>
                  <a:pt x="16041" y="52299"/>
                </a:moveTo>
                <a:cubicBezTo>
                  <a:pt x="16026" y="52416"/>
                  <a:pt x="15982" y="52519"/>
                  <a:pt x="15967" y="52637"/>
                </a:cubicBezTo>
                <a:cubicBezTo>
                  <a:pt x="15864" y="52652"/>
                  <a:pt x="15761" y="52681"/>
                  <a:pt x="15673" y="52725"/>
                </a:cubicBezTo>
                <a:cubicBezTo>
                  <a:pt x="15688" y="52608"/>
                  <a:pt x="15732" y="52505"/>
                  <a:pt x="15761" y="52416"/>
                </a:cubicBezTo>
                <a:lnTo>
                  <a:pt x="16041" y="52299"/>
                </a:lnTo>
                <a:close/>
                <a:moveTo>
                  <a:pt x="14555" y="52431"/>
                </a:moveTo>
                <a:cubicBezTo>
                  <a:pt x="14510" y="52519"/>
                  <a:pt x="14481" y="52578"/>
                  <a:pt x="14437" y="52652"/>
                </a:cubicBezTo>
                <a:cubicBezTo>
                  <a:pt x="14393" y="52681"/>
                  <a:pt x="14304" y="52725"/>
                  <a:pt x="14260" y="52755"/>
                </a:cubicBezTo>
                <a:cubicBezTo>
                  <a:pt x="14290" y="52681"/>
                  <a:pt x="14334" y="52637"/>
                  <a:pt x="14363" y="52549"/>
                </a:cubicBezTo>
                <a:cubicBezTo>
                  <a:pt x="14422" y="52519"/>
                  <a:pt x="14481" y="52461"/>
                  <a:pt x="14555" y="52431"/>
                </a:cubicBezTo>
                <a:close/>
                <a:moveTo>
                  <a:pt x="14039" y="52667"/>
                </a:moveTo>
                <a:cubicBezTo>
                  <a:pt x="14025" y="52681"/>
                  <a:pt x="13995" y="52725"/>
                  <a:pt x="13981" y="52740"/>
                </a:cubicBezTo>
                <a:cubicBezTo>
                  <a:pt x="13970" y="52746"/>
                  <a:pt x="13957" y="52755"/>
                  <a:pt x="13944" y="52766"/>
                </a:cubicBezTo>
                <a:lnTo>
                  <a:pt x="13944" y="52766"/>
                </a:lnTo>
                <a:cubicBezTo>
                  <a:pt x="13946" y="52763"/>
                  <a:pt x="13949" y="52759"/>
                  <a:pt x="13951" y="52755"/>
                </a:cubicBezTo>
                <a:lnTo>
                  <a:pt x="14039" y="52667"/>
                </a:lnTo>
                <a:close/>
                <a:moveTo>
                  <a:pt x="15070" y="52387"/>
                </a:moveTo>
                <a:lnTo>
                  <a:pt x="14952" y="52667"/>
                </a:lnTo>
                <a:cubicBezTo>
                  <a:pt x="14878" y="52711"/>
                  <a:pt x="14790" y="52740"/>
                  <a:pt x="14716" y="52784"/>
                </a:cubicBezTo>
                <a:cubicBezTo>
                  <a:pt x="14761" y="52681"/>
                  <a:pt x="14790" y="52593"/>
                  <a:pt x="14834" y="52519"/>
                </a:cubicBezTo>
                <a:cubicBezTo>
                  <a:pt x="14923" y="52461"/>
                  <a:pt x="14996" y="52431"/>
                  <a:pt x="15070" y="52387"/>
                </a:cubicBezTo>
                <a:close/>
                <a:moveTo>
                  <a:pt x="15658" y="52431"/>
                </a:moveTo>
                <a:lnTo>
                  <a:pt x="15658" y="52431"/>
                </a:lnTo>
                <a:cubicBezTo>
                  <a:pt x="15614" y="52534"/>
                  <a:pt x="15599" y="52637"/>
                  <a:pt x="15585" y="52740"/>
                </a:cubicBezTo>
                <a:lnTo>
                  <a:pt x="15305" y="52858"/>
                </a:lnTo>
                <a:cubicBezTo>
                  <a:pt x="15349" y="52740"/>
                  <a:pt x="15364" y="52652"/>
                  <a:pt x="15393" y="52534"/>
                </a:cubicBezTo>
                <a:cubicBezTo>
                  <a:pt x="15496" y="52505"/>
                  <a:pt x="15585" y="52461"/>
                  <a:pt x="15658" y="52431"/>
                </a:cubicBezTo>
                <a:close/>
                <a:moveTo>
                  <a:pt x="14216" y="52681"/>
                </a:moveTo>
                <a:cubicBezTo>
                  <a:pt x="14187" y="52740"/>
                  <a:pt x="14172" y="52799"/>
                  <a:pt x="14128" y="52858"/>
                </a:cubicBezTo>
                <a:lnTo>
                  <a:pt x="13966" y="52961"/>
                </a:lnTo>
                <a:cubicBezTo>
                  <a:pt x="13995" y="52902"/>
                  <a:pt x="14025" y="52858"/>
                  <a:pt x="14054" y="52799"/>
                </a:cubicBezTo>
                <a:cubicBezTo>
                  <a:pt x="14113" y="52784"/>
                  <a:pt x="14157" y="52740"/>
                  <a:pt x="14216" y="52681"/>
                </a:cubicBezTo>
                <a:close/>
                <a:moveTo>
                  <a:pt x="14731" y="52593"/>
                </a:moveTo>
                <a:cubicBezTo>
                  <a:pt x="14687" y="52667"/>
                  <a:pt x="14658" y="52740"/>
                  <a:pt x="14628" y="52828"/>
                </a:cubicBezTo>
                <a:cubicBezTo>
                  <a:pt x="14555" y="52873"/>
                  <a:pt x="14481" y="52902"/>
                  <a:pt x="14407" y="52961"/>
                </a:cubicBezTo>
                <a:cubicBezTo>
                  <a:pt x="14437" y="52873"/>
                  <a:pt x="14481" y="52799"/>
                  <a:pt x="14510" y="52725"/>
                </a:cubicBezTo>
                <a:cubicBezTo>
                  <a:pt x="14584" y="52681"/>
                  <a:pt x="14658" y="52622"/>
                  <a:pt x="14731" y="52593"/>
                </a:cubicBezTo>
                <a:close/>
                <a:moveTo>
                  <a:pt x="15305" y="52593"/>
                </a:moveTo>
                <a:cubicBezTo>
                  <a:pt x="15261" y="52711"/>
                  <a:pt x="15246" y="52799"/>
                  <a:pt x="15217" y="52902"/>
                </a:cubicBezTo>
                <a:cubicBezTo>
                  <a:pt x="15129" y="52917"/>
                  <a:pt x="15026" y="52961"/>
                  <a:pt x="14937" y="53020"/>
                </a:cubicBezTo>
                <a:cubicBezTo>
                  <a:pt x="14981" y="52917"/>
                  <a:pt x="15011" y="52814"/>
                  <a:pt x="15040" y="52725"/>
                </a:cubicBezTo>
                <a:cubicBezTo>
                  <a:pt x="15143" y="52681"/>
                  <a:pt x="15217" y="52652"/>
                  <a:pt x="15305" y="52593"/>
                </a:cubicBezTo>
                <a:close/>
                <a:moveTo>
                  <a:pt x="26975" y="45941"/>
                </a:moveTo>
                <a:cubicBezTo>
                  <a:pt x="26990" y="45985"/>
                  <a:pt x="26990" y="46059"/>
                  <a:pt x="27005" y="46133"/>
                </a:cubicBezTo>
                <a:cubicBezTo>
                  <a:pt x="26990" y="46191"/>
                  <a:pt x="26975" y="46236"/>
                  <a:pt x="26975" y="46280"/>
                </a:cubicBezTo>
                <a:lnTo>
                  <a:pt x="26975" y="46309"/>
                </a:lnTo>
                <a:cubicBezTo>
                  <a:pt x="26652" y="47310"/>
                  <a:pt x="26092" y="48443"/>
                  <a:pt x="25180" y="49620"/>
                </a:cubicBezTo>
                <a:cubicBezTo>
                  <a:pt x="23752" y="51489"/>
                  <a:pt x="21604" y="51872"/>
                  <a:pt x="19131" y="52343"/>
                </a:cubicBezTo>
                <a:cubicBezTo>
                  <a:pt x="18116" y="52519"/>
                  <a:pt x="17071" y="52725"/>
                  <a:pt x="15982" y="53034"/>
                </a:cubicBezTo>
                <a:lnTo>
                  <a:pt x="16041" y="52711"/>
                </a:lnTo>
                <a:cubicBezTo>
                  <a:pt x="17159" y="52343"/>
                  <a:pt x="18263" y="52093"/>
                  <a:pt x="19293" y="51901"/>
                </a:cubicBezTo>
                <a:cubicBezTo>
                  <a:pt x="21619" y="51416"/>
                  <a:pt x="23811" y="50974"/>
                  <a:pt x="25224" y="49135"/>
                </a:cubicBezTo>
                <a:cubicBezTo>
                  <a:pt x="26048" y="48075"/>
                  <a:pt x="26578" y="47045"/>
                  <a:pt x="26916" y="46088"/>
                </a:cubicBezTo>
                <a:lnTo>
                  <a:pt x="26916" y="46103"/>
                </a:lnTo>
                <a:lnTo>
                  <a:pt x="26975" y="45941"/>
                </a:lnTo>
                <a:close/>
                <a:moveTo>
                  <a:pt x="15938" y="52681"/>
                </a:moveTo>
                <a:lnTo>
                  <a:pt x="15938" y="52681"/>
                </a:lnTo>
                <a:cubicBezTo>
                  <a:pt x="15909" y="52814"/>
                  <a:pt x="15894" y="52917"/>
                  <a:pt x="15879" y="53034"/>
                </a:cubicBezTo>
                <a:cubicBezTo>
                  <a:pt x="15761" y="53079"/>
                  <a:pt x="15673" y="53093"/>
                  <a:pt x="15570" y="53123"/>
                </a:cubicBezTo>
                <a:cubicBezTo>
                  <a:pt x="15585" y="53020"/>
                  <a:pt x="15599" y="52902"/>
                  <a:pt x="15644" y="52799"/>
                </a:cubicBezTo>
                <a:cubicBezTo>
                  <a:pt x="15732" y="52755"/>
                  <a:pt x="15835" y="52725"/>
                  <a:pt x="15938" y="52681"/>
                </a:cubicBezTo>
                <a:close/>
                <a:moveTo>
                  <a:pt x="14393" y="52799"/>
                </a:moveTo>
                <a:lnTo>
                  <a:pt x="14393" y="52799"/>
                </a:lnTo>
                <a:cubicBezTo>
                  <a:pt x="14349" y="52873"/>
                  <a:pt x="14304" y="52946"/>
                  <a:pt x="14275" y="53034"/>
                </a:cubicBezTo>
                <a:cubicBezTo>
                  <a:pt x="14201" y="53079"/>
                  <a:pt x="14128" y="53108"/>
                  <a:pt x="14069" y="53167"/>
                </a:cubicBezTo>
                <a:lnTo>
                  <a:pt x="14187" y="52946"/>
                </a:lnTo>
                <a:cubicBezTo>
                  <a:pt x="14246" y="52873"/>
                  <a:pt x="14319" y="52828"/>
                  <a:pt x="14393" y="52799"/>
                </a:cubicBezTo>
                <a:close/>
                <a:moveTo>
                  <a:pt x="14923" y="52755"/>
                </a:moveTo>
                <a:lnTo>
                  <a:pt x="14923" y="52755"/>
                </a:lnTo>
                <a:cubicBezTo>
                  <a:pt x="14878" y="52858"/>
                  <a:pt x="14849" y="52946"/>
                  <a:pt x="14820" y="53049"/>
                </a:cubicBezTo>
                <a:cubicBezTo>
                  <a:pt x="14761" y="53093"/>
                  <a:pt x="14658" y="53123"/>
                  <a:pt x="14569" y="53167"/>
                </a:cubicBezTo>
                <a:lnTo>
                  <a:pt x="14672" y="52887"/>
                </a:lnTo>
                <a:cubicBezTo>
                  <a:pt x="14761" y="52858"/>
                  <a:pt x="14849" y="52799"/>
                  <a:pt x="14923" y="52755"/>
                </a:cubicBezTo>
                <a:close/>
                <a:moveTo>
                  <a:pt x="13878" y="52961"/>
                </a:moveTo>
                <a:lnTo>
                  <a:pt x="13878" y="52961"/>
                </a:lnTo>
                <a:cubicBezTo>
                  <a:pt x="13848" y="53005"/>
                  <a:pt x="13819" y="53049"/>
                  <a:pt x="13804" y="53093"/>
                </a:cubicBezTo>
                <a:cubicBezTo>
                  <a:pt x="13745" y="53123"/>
                  <a:pt x="13701" y="53167"/>
                  <a:pt x="13657" y="53196"/>
                </a:cubicBezTo>
                <a:cubicBezTo>
                  <a:pt x="13672" y="53167"/>
                  <a:pt x="13701" y="53123"/>
                  <a:pt x="13730" y="53093"/>
                </a:cubicBezTo>
                <a:cubicBezTo>
                  <a:pt x="13745" y="53079"/>
                  <a:pt x="13775" y="53049"/>
                  <a:pt x="13804" y="53020"/>
                </a:cubicBezTo>
                <a:cubicBezTo>
                  <a:pt x="13819" y="53005"/>
                  <a:pt x="13833" y="52976"/>
                  <a:pt x="13878" y="52961"/>
                </a:cubicBezTo>
                <a:close/>
                <a:moveTo>
                  <a:pt x="15541" y="52858"/>
                </a:moveTo>
                <a:lnTo>
                  <a:pt x="15541" y="52858"/>
                </a:lnTo>
                <a:cubicBezTo>
                  <a:pt x="15526" y="52961"/>
                  <a:pt x="15496" y="53079"/>
                  <a:pt x="15467" y="53167"/>
                </a:cubicBezTo>
                <a:lnTo>
                  <a:pt x="15202" y="53270"/>
                </a:lnTo>
                <a:cubicBezTo>
                  <a:pt x="15217" y="53167"/>
                  <a:pt x="15246" y="53079"/>
                  <a:pt x="15276" y="52961"/>
                </a:cubicBezTo>
                <a:lnTo>
                  <a:pt x="15541" y="52858"/>
                </a:lnTo>
                <a:close/>
                <a:moveTo>
                  <a:pt x="14040" y="53020"/>
                </a:moveTo>
                <a:cubicBezTo>
                  <a:pt x="13995" y="53093"/>
                  <a:pt x="13966" y="53167"/>
                  <a:pt x="13951" y="53226"/>
                </a:cubicBezTo>
                <a:cubicBezTo>
                  <a:pt x="13878" y="53255"/>
                  <a:pt x="13819" y="53285"/>
                  <a:pt x="13745" y="53344"/>
                </a:cubicBezTo>
                <a:cubicBezTo>
                  <a:pt x="13775" y="53270"/>
                  <a:pt x="13819" y="53226"/>
                  <a:pt x="13848" y="53138"/>
                </a:cubicBezTo>
                <a:cubicBezTo>
                  <a:pt x="13907" y="53093"/>
                  <a:pt x="13981" y="53049"/>
                  <a:pt x="14040" y="53020"/>
                </a:cubicBezTo>
                <a:close/>
                <a:moveTo>
                  <a:pt x="14569" y="52946"/>
                </a:moveTo>
                <a:lnTo>
                  <a:pt x="14466" y="53226"/>
                </a:lnTo>
                <a:cubicBezTo>
                  <a:pt x="14393" y="53255"/>
                  <a:pt x="14290" y="53285"/>
                  <a:pt x="14216" y="53344"/>
                </a:cubicBezTo>
                <a:cubicBezTo>
                  <a:pt x="14260" y="53255"/>
                  <a:pt x="14290" y="53167"/>
                  <a:pt x="14334" y="53093"/>
                </a:cubicBezTo>
                <a:cubicBezTo>
                  <a:pt x="14422" y="53034"/>
                  <a:pt x="14496" y="52976"/>
                  <a:pt x="14569" y="52946"/>
                </a:cubicBezTo>
                <a:close/>
                <a:moveTo>
                  <a:pt x="15173" y="53020"/>
                </a:moveTo>
                <a:lnTo>
                  <a:pt x="15173" y="53020"/>
                </a:lnTo>
                <a:cubicBezTo>
                  <a:pt x="15143" y="53123"/>
                  <a:pt x="15129" y="53226"/>
                  <a:pt x="15099" y="53329"/>
                </a:cubicBezTo>
                <a:cubicBezTo>
                  <a:pt x="15011" y="53329"/>
                  <a:pt x="14893" y="53373"/>
                  <a:pt x="14805" y="53417"/>
                </a:cubicBezTo>
                <a:cubicBezTo>
                  <a:pt x="14849" y="53314"/>
                  <a:pt x="14864" y="53226"/>
                  <a:pt x="14893" y="53123"/>
                </a:cubicBezTo>
                <a:lnTo>
                  <a:pt x="15173" y="53020"/>
                </a:lnTo>
                <a:close/>
                <a:moveTo>
                  <a:pt x="13524" y="53270"/>
                </a:moveTo>
                <a:cubicBezTo>
                  <a:pt x="13510" y="53299"/>
                  <a:pt x="13480" y="53329"/>
                  <a:pt x="13466" y="53344"/>
                </a:cubicBezTo>
                <a:cubicBezTo>
                  <a:pt x="13421" y="53388"/>
                  <a:pt x="13392" y="53402"/>
                  <a:pt x="13363" y="53447"/>
                </a:cubicBezTo>
                <a:cubicBezTo>
                  <a:pt x="13377" y="53417"/>
                  <a:pt x="13392" y="53388"/>
                  <a:pt x="13407" y="53373"/>
                </a:cubicBezTo>
                <a:cubicBezTo>
                  <a:pt x="13451" y="53329"/>
                  <a:pt x="13480" y="53314"/>
                  <a:pt x="13524" y="53270"/>
                </a:cubicBezTo>
                <a:close/>
                <a:moveTo>
                  <a:pt x="26961" y="46456"/>
                </a:moveTo>
                <a:lnTo>
                  <a:pt x="26961" y="46471"/>
                </a:lnTo>
                <a:cubicBezTo>
                  <a:pt x="26975" y="46486"/>
                  <a:pt x="26990" y="46530"/>
                  <a:pt x="26990" y="46545"/>
                </a:cubicBezTo>
                <a:cubicBezTo>
                  <a:pt x="26990" y="46574"/>
                  <a:pt x="26990" y="46618"/>
                  <a:pt x="27005" y="46648"/>
                </a:cubicBezTo>
                <a:cubicBezTo>
                  <a:pt x="26666" y="47751"/>
                  <a:pt x="26107" y="48929"/>
                  <a:pt x="25180" y="50135"/>
                </a:cubicBezTo>
                <a:cubicBezTo>
                  <a:pt x="23708" y="52034"/>
                  <a:pt x="21501" y="52402"/>
                  <a:pt x="18940" y="52858"/>
                </a:cubicBezTo>
                <a:cubicBezTo>
                  <a:pt x="17969" y="53020"/>
                  <a:pt x="16939" y="53182"/>
                  <a:pt x="15909" y="53461"/>
                </a:cubicBezTo>
                <a:cubicBezTo>
                  <a:pt x="15923" y="53344"/>
                  <a:pt x="15953" y="53226"/>
                  <a:pt x="15953" y="53108"/>
                </a:cubicBezTo>
                <a:cubicBezTo>
                  <a:pt x="17027" y="52784"/>
                  <a:pt x="18101" y="52578"/>
                  <a:pt x="19117" y="52387"/>
                </a:cubicBezTo>
                <a:cubicBezTo>
                  <a:pt x="21501" y="51945"/>
                  <a:pt x="23752" y="51533"/>
                  <a:pt x="25224" y="49635"/>
                </a:cubicBezTo>
                <a:cubicBezTo>
                  <a:pt x="26033" y="48590"/>
                  <a:pt x="26593" y="47516"/>
                  <a:pt x="26961" y="46456"/>
                </a:cubicBezTo>
                <a:close/>
                <a:moveTo>
                  <a:pt x="14201" y="53167"/>
                </a:moveTo>
                <a:cubicBezTo>
                  <a:pt x="14187" y="53226"/>
                  <a:pt x="14143" y="53314"/>
                  <a:pt x="14113" y="53402"/>
                </a:cubicBezTo>
                <a:cubicBezTo>
                  <a:pt x="14040" y="53447"/>
                  <a:pt x="13966" y="53491"/>
                  <a:pt x="13878" y="53535"/>
                </a:cubicBezTo>
                <a:cubicBezTo>
                  <a:pt x="13907" y="53461"/>
                  <a:pt x="13951" y="53373"/>
                  <a:pt x="13981" y="53285"/>
                </a:cubicBezTo>
                <a:cubicBezTo>
                  <a:pt x="14054" y="53255"/>
                  <a:pt x="14128" y="53196"/>
                  <a:pt x="14201" y="53167"/>
                </a:cubicBezTo>
                <a:close/>
                <a:moveTo>
                  <a:pt x="14805" y="53152"/>
                </a:moveTo>
                <a:lnTo>
                  <a:pt x="14805" y="53152"/>
                </a:lnTo>
                <a:cubicBezTo>
                  <a:pt x="14775" y="53241"/>
                  <a:pt x="14761" y="53344"/>
                  <a:pt x="14716" y="53447"/>
                </a:cubicBezTo>
                <a:lnTo>
                  <a:pt x="14437" y="53550"/>
                </a:lnTo>
                <a:cubicBezTo>
                  <a:pt x="14481" y="53461"/>
                  <a:pt x="14496" y="53373"/>
                  <a:pt x="14525" y="53255"/>
                </a:cubicBezTo>
                <a:cubicBezTo>
                  <a:pt x="14628" y="53241"/>
                  <a:pt x="14716" y="53196"/>
                  <a:pt x="14805" y="53152"/>
                </a:cubicBezTo>
                <a:close/>
                <a:moveTo>
                  <a:pt x="13686" y="53270"/>
                </a:moveTo>
                <a:cubicBezTo>
                  <a:pt x="13657" y="53329"/>
                  <a:pt x="13627" y="53388"/>
                  <a:pt x="13598" y="53447"/>
                </a:cubicBezTo>
                <a:cubicBezTo>
                  <a:pt x="13539" y="53476"/>
                  <a:pt x="13480" y="53505"/>
                  <a:pt x="13407" y="53564"/>
                </a:cubicBezTo>
                <a:cubicBezTo>
                  <a:pt x="13451" y="53505"/>
                  <a:pt x="13480" y="53461"/>
                  <a:pt x="13510" y="53402"/>
                </a:cubicBezTo>
                <a:cubicBezTo>
                  <a:pt x="13583" y="53373"/>
                  <a:pt x="13627" y="53314"/>
                  <a:pt x="13686" y="53270"/>
                </a:cubicBezTo>
                <a:close/>
                <a:moveTo>
                  <a:pt x="15879" y="53138"/>
                </a:moveTo>
                <a:lnTo>
                  <a:pt x="15879" y="53138"/>
                </a:lnTo>
                <a:cubicBezTo>
                  <a:pt x="15864" y="53255"/>
                  <a:pt x="15835" y="53358"/>
                  <a:pt x="15835" y="53491"/>
                </a:cubicBezTo>
                <a:cubicBezTo>
                  <a:pt x="15717" y="53491"/>
                  <a:pt x="15599" y="53535"/>
                  <a:pt x="15511" y="53564"/>
                </a:cubicBezTo>
                <a:lnTo>
                  <a:pt x="15570" y="53241"/>
                </a:lnTo>
                <a:cubicBezTo>
                  <a:pt x="15673" y="53196"/>
                  <a:pt x="15761" y="53167"/>
                  <a:pt x="15879" y="53138"/>
                </a:cubicBezTo>
                <a:close/>
                <a:moveTo>
                  <a:pt x="13142" y="53594"/>
                </a:moveTo>
                <a:cubicBezTo>
                  <a:pt x="13142" y="53608"/>
                  <a:pt x="13112" y="53608"/>
                  <a:pt x="13112" y="53623"/>
                </a:cubicBezTo>
                <a:cubicBezTo>
                  <a:pt x="13100" y="53635"/>
                  <a:pt x="13078" y="53648"/>
                  <a:pt x="13053" y="53669"/>
                </a:cubicBezTo>
                <a:lnTo>
                  <a:pt x="13053" y="53669"/>
                </a:lnTo>
                <a:cubicBezTo>
                  <a:pt x="13054" y="53665"/>
                  <a:pt x="13054" y="53659"/>
                  <a:pt x="13054" y="53653"/>
                </a:cubicBezTo>
                <a:lnTo>
                  <a:pt x="13142" y="53594"/>
                </a:lnTo>
                <a:close/>
                <a:moveTo>
                  <a:pt x="15467" y="53255"/>
                </a:moveTo>
                <a:lnTo>
                  <a:pt x="15423" y="53594"/>
                </a:lnTo>
                <a:cubicBezTo>
                  <a:pt x="15305" y="53623"/>
                  <a:pt x="15217" y="53653"/>
                  <a:pt x="15099" y="53697"/>
                </a:cubicBezTo>
                <a:cubicBezTo>
                  <a:pt x="15129" y="53594"/>
                  <a:pt x="15143" y="53476"/>
                  <a:pt x="15173" y="53373"/>
                </a:cubicBezTo>
                <a:cubicBezTo>
                  <a:pt x="15276" y="53329"/>
                  <a:pt x="15379" y="53299"/>
                  <a:pt x="15467" y="53255"/>
                </a:cubicBezTo>
                <a:close/>
                <a:moveTo>
                  <a:pt x="13878" y="53373"/>
                </a:moveTo>
                <a:cubicBezTo>
                  <a:pt x="13833" y="53447"/>
                  <a:pt x="13789" y="53520"/>
                  <a:pt x="13760" y="53608"/>
                </a:cubicBezTo>
                <a:cubicBezTo>
                  <a:pt x="13686" y="53638"/>
                  <a:pt x="13613" y="53697"/>
                  <a:pt x="13539" y="53741"/>
                </a:cubicBezTo>
                <a:lnTo>
                  <a:pt x="13657" y="53520"/>
                </a:lnTo>
                <a:cubicBezTo>
                  <a:pt x="13730" y="53461"/>
                  <a:pt x="13789" y="53402"/>
                  <a:pt x="13878" y="53373"/>
                </a:cubicBezTo>
                <a:close/>
                <a:moveTo>
                  <a:pt x="14437" y="53329"/>
                </a:moveTo>
                <a:lnTo>
                  <a:pt x="14437" y="53329"/>
                </a:lnTo>
                <a:cubicBezTo>
                  <a:pt x="14407" y="53417"/>
                  <a:pt x="14363" y="53520"/>
                  <a:pt x="14349" y="53608"/>
                </a:cubicBezTo>
                <a:cubicBezTo>
                  <a:pt x="14260" y="53638"/>
                  <a:pt x="14157" y="53682"/>
                  <a:pt x="14069" y="53741"/>
                </a:cubicBezTo>
                <a:lnTo>
                  <a:pt x="14187" y="53461"/>
                </a:lnTo>
                <a:cubicBezTo>
                  <a:pt x="14275" y="53417"/>
                  <a:pt x="14349" y="53373"/>
                  <a:pt x="14437" y="53329"/>
                </a:cubicBezTo>
                <a:close/>
                <a:moveTo>
                  <a:pt x="13333" y="53550"/>
                </a:moveTo>
                <a:lnTo>
                  <a:pt x="13333" y="53550"/>
                </a:lnTo>
                <a:cubicBezTo>
                  <a:pt x="13318" y="53594"/>
                  <a:pt x="13289" y="53638"/>
                  <a:pt x="13260" y="53682"/>
                </a:cubicBezTo>
                <a:cubicBezTo>
                  <a:pt x="13201" y="53711"/>
                  <a:pt x="13157" y="53756"/>
                  <a:pt x="13112" y="53785"/>
                </a:cubicBezTo>
                <a:cubicBezTo>
                  <a:pt x="13127" y="53756"/>
                  <a:pt x="13171" y="53711"/>
                  <a:pt x="13186" y="53682"/>
                </a:cubicBezTo>
                <a:cubicBezTo>
                  <a:pt x="13230" y="53638"/>
                  <a:pt x="13289" y="53608"/>
                  <a:pt x="13333" y="53550"/>
                </a:cubicBezTo>
                <a:close/>
                <a:moveTo>
                  <a:pt x="15084" y="53402"/>
                </a:moveTo>
                <a:cubicBezTo>
                  <a:pt x="15070" y="53520"/>
                  <a:pt x="15040" y="53623"/>
                  <a:pt x="15011" y="53711"/>
                </a:cubicBezTo>
                <a:cubicBezTo>
                  <a:pt x="14893" y="53756"/>
                  <a:pt x="14805" y="53785"/>
                  <a:pt x="14702" y="53829"/>
                </a:cubicBezTo>
                <a:cubicBezTo>
                  <a:pt x="14731" y="53711"/>
                  <a:pt x="14761" y="53608"/>
                  <a:pt x="14790" y="53520"/>
                </a:cubicBezTo>
                <a:cubicBezTo>
                  <a:pt x="14878" y="53476"/>
                  <a:pt x="14996" y="53447"/>
                  <a:pt x="15084" y="53402"/>
                </a:cubicBezTo>
                <a:close/>
                <a:moveTo>
                  <a:pt x="14069" y="53520"/>
                </a:moveTo>
                <a:lnTo>
                  <a:pt x="14069" y="53520"/>
                </a:lnTo>
                <a:cubicBezTo>
                  <a:pt x="14040" y="53608"/>
                  <a:pt x="13995" y="53697"/>
                  <a:pt x="13981" y="53770"/>
                </a:cubicBezTo>
                <a:cubicBezTo>
                  <a:pt x="13892" y="53814"/>
                  <a:pt x="13819" y="53859"/>
                  <a:pt x="13716" y="53903"/>
                </a:cubicBezTo>
                <a:cubicBezTo>
                  <a:pt x="13760" y="53814"/>
                  <a:pt x="13789" y="53741"/>
                  <a:pt x="13833" y="53638"/>
                </a:cubicBezTo>
                <a:cubicBezTo>
                  <a:pt x="13907" y="53608"/>
                  <a:pt x="13995" y="53550"/>
                  <a:pt x="14069" y="53520"/>
                </a:cubicBezTo>
                <a:close/>
                <a:moveTo>
                  <a:pt x="27005" y="46868"/>
                </a:moveTo>
                <a:cubicBezTo>
                  <a:pt x="27005" y="46927"/>
                  <a:pt x="27019" y="46986"/>
                  <a:pt x="27019" y="47015"/>
                </a:cubicBezTo>
                <a:cubicBezTo>
                  <a:pt x="27034" y="47030"/>
                  <a:pt x="27034" y="47060"/>
                  <a:pt x="27034" y="47089"/>
                </a:cubicBezTo>
                <a:cubicBezTo>
                  <a:pt x="26710" y="48237"/>
                  <a:pt x="26122" y="49429"/>
                  <a:pt x="25180" y="50665"/>
                </a:cubicBezTo>
                <a:cubicBezTo>
                  <a:pt x="23679" y="52622"/>
                  <a:pt x="21412" y="52976"/>
                  <a:pt x="18764" y="53358"/>
                </a:cubicBezTo>
                <a:cubicBezTo>
                  <a:pt x="17822" y="53505"/>
                  <a:pt x="16850" y="53653"/>
                  <a:pt x="15864" y="53903"/>
                </a:cubicBezTo>
                <a:cubicBezTo>
                  <a:pt x="15864" y="53785"/>
                  <a:pt x="15879" y="53653"/>
                  <a:pt x="15894" y="53550"/>
                </a:cubicBezTo>
                <a:cubicBezTo>
                  <a:pt x="16939" y="53270"/>
                  <a:pt x="17969" y="53093"/>
                  <a:pt x="18940" y="52917"/>
                </a:cubicBezTo>
                <a:cubicBezTo>
                  <a:pt x="21516" y="52505"/>
                  <a:pt x="23723" y="52122"/>
                  <a:pt x="25239" y="50180"/>
                </a:cubicBezTo>
                <a:cubicBezTo>
                  <a:pt x="26107" y="49046"/>
                  <a:pt x="26666" y="47943"/>
                  <a:pt x="27005" y="46868"/>
                </a:cubicBezTo>
                <a:close/>
                <a:moveTo>
                  <a:pt x="13524" y="53564"/>
                </a:moveTo>
                <a:lnTo>
                  <a:pt x="13524" y="53564"/>
                </a:lnTo>
                <a:cubicBezTo>
                  <a:pt x="13480" y="53653"/>
                  <a:pt x="13451" y="53741"/>
                  <a:pt x="13407" y="53785"/>
                </a:cubicBezTo>
                <a:cubicBezTo>
                  <a:pt x="13333" y="53829"/>
                  <a:pt x="13289" y="53888"/>
                  <a:pt x="13215" y="53917"/>
                </a:cubicBezTo>
                <a:cubicBezTo>
                  <a:pt x="13245" y="53844"/>
                  <a:pt x="13289" y="53785"/>
                  <a:pt x="13318" y="53711"/>
                </a:cubicBezTo>
                <a:cubicBezTo>
                  <a:pt x="13392" y="53653"/>
                  <a:pt x="13451" y="53623"/>
                  <a:pt x="13524" y="53564"/>
                </a:cubicBezTo>
                <a:close/>
                <a:moveTo>
                  <a:pt x="14687" y="53550"/>
                </a:moveTo>
                <a:lnTo>
                  <a:pt x="14687" y="53550"/>
                </a:lnTo>
                <a:cubicBezTo>
                  <a:pt x="14658" y="53667"/>
                  <a:pt x="14628" y="53756"/>
                  <a:pt x="14613" y="53859"/>
                </a:cubicBezTo>
                <a:cubicBezTo>
                  <a:pt x="14510" y="53903"/>
                  <a:pt x="14422" y="53932"/>
                  <a:pt x="14319" y="53976"/>
                </a:cubicBezTo>
                <a:cubicBezTo>
                  <a:pt x="14334" y="53859"/>
                  <a:pt x="14363" y="53770"/>
                  <a:pt x="14407" y="53682"/>
                </a:cubicBezTo>
                <a:cubicBezTo>
                  <a:pt x="14496" y="53638"/>
                  <a:pt x="14584" y="53608"/>
                  <a:pt x="14687" y="53550"/>
                </a:cubicBezTo>
                <a:close/>
                <a:moveTo>
                  <a:pt x="15820" y="53564"/>
                </a:moveTo>
                <a:lnTo>
                  <a:pt x="15820" y="53564"/>
                </a:lnTo>
                <a:cubicBezTo>
                  <a:pt x="15806" y="53682"/>
                  <a:pt x="15806" y="53814"/>
                  <a:pt x="15806" y="53917"/>
                </a:cubicBezTo>
                <a:cubicBezTo>
                  <a:pt x="15673" y="53932"/>
                  <a:pt x="15570" y="53976"/>
                  <a:pt x="15452" y="54006"/>
                </a:cubicBezTo>
                <a:cubicBezTo>
                  <a:pt x="15467" y="53903"/>
                  <a:pt x="15467" y="53770"/>
                  <a:pt x="15496" y="53667"/>
                </a:cubicBezTo>
                <a:cubicBezTo>
                  <a:pt x="15599" y="53623"/>
                  <a:pt x="15717" y="53608"/>
                  <a:pt x="15820" y="53564"/>
                </a:cubicBezTo>
                <a:close/>
                <a:moveTo>
                  <a:pt x="12965" y="53859"/>
                </a:moveTo>
                <a:cubicBezTo>
                  <a:pt x="12951" y="53888"/>
                  <a:pt x="12936" y="53917"/>
                  <a:pt x="12921" y="53932"/>
                </a:cubicBezTo>
                <a:cubicBezTo>
                  <a:pt x="12877" y="53976"/>
                  <a:pt x="12818" y="54006"/>
                  <a:pt x="12789" y="54050"/>
                </a:cubicBezTo>
                <a:cubicBezTo>
                  <a:pt x="12803" y="54020"/>
                  <a:pt x="12818" y="54006"/>
                  <a:pt x="12847" y="53976"/>
                </a:cubicBezTo>
                <a:cubicBezTo>
                  <a:pt x="12877" y="53932"/>
                  <a:pt x="12936" y="53903"/>
                  <a:pt x="12965" y="53859"/>
                </a:cubicBezTo>
                <a:close/>
                <a:moveTo>
                  <a:pt x="13716" y="53697"/>
                </a:moveTo>
                <a:lnTo>
                  <a:pt x="13716" y="53697"/>
                </a:lnTo>
                <a:cubicBezTo>
                  <a:pt x="13686" y="53785"/>
                  <a:pt x="13657" y="53888"/>
                  <a:pt x="13613" y="53962"/>
                </a:cubicBezTo>
                <a:cubicBezTo>
                  <a:pt x="13539" y="53991"/>
                  <a:pt x="13451" y="54050"/>
                  <a:pt x="13377" y="54079"/>
                </a:cubicBezTo>
                <a:cubicBezTo>
                  <a:pt x="13407" y="54006"/>
                  <a:pt x="13451" y="53917"/>
                  <a:pt x="13480" y="53844"/>
                </a:cubicBezTo>
                <a:cubicBezTo>
                  <a:pt x="13554" y="53785"/>
                  <a:pt x="13657" y="53756"/>
                  <a:pt x="13716" y="53697"/>
                </a:cubicBezTo>
                <a:close/>
                <a:moveTo>
                  <a:pt x="14319" y="53711"/>
                </a:moveTo>
                <a:cubicBezTo>
                  <a:pt x="14275" y="53814"/>
                  <a:pt x="14260" y="53917"/>
                  <a:pt x="14246" y="54006"/>
                </a:cubicBezTo>
                <a:cubicBezTo>
                  <a:pt x="14143" y="54050"/>
                  <a:pt x="14054" y="54079"/>
                  <a:pt x="13951" y="54123"/>
                </a:cubicBezTo>
                <a:cubicBezTo>
                  <a:pt x="13981" y="54035"/>
                  <a:pt x="13995" y="53932"/>
                  <a:pt x="14040" y="53829"/>
                </a:cubicBezTo>
                <a:lnTo>
                  <a:pt x="14319" y="53711"/>
                </a:lnTo>
                <a:close/>
                <a:moveTo>
                  <a:pt x="15393" y="53682"/>
                </a:moveTo>
                <a:lnTo>
                  <a:pt x="15393" y="53682"/>
                </a:lnTo>
                <a:cubicBezTo>
                  <a:pt x="15379" y="53785"/>
                  <a:pt x="15364" y="53903"/>
                  <a:pt x="15364" y="54020"/>
                </a:cubicBezTo>
                <a:cubicBezTo>
                  <a:pt x="15246" y="54065"/>
                  <a:pt x="15143" y="54079"/>
                  <a:pt x="15026" y="54123"/>
                </a:cubicBezTo>
                <a:cubicBezTo>
                  <a:pt x="15055" y="54006"/>
                  <a:pt x="15070" y="53903"/>
                  <a:pt x="15084" y="53770"/>
                </a:cubicBezTo>
                <a:cubicBezTo>
                  <a:pt x="15187" y="53741"/>
                  <a:pt x="15305" y="53697"/>
                  <a:pt x="15393" y="53682"/>
                </a:cubicBezTo>
                <a:close/>
                <a:moveTo>
                  <a:pt x="13157" y="53859"/>
                </a:moveTo>
                <a:cubicBezTo>
                  <a:pt x="13112" y="53917"/>
                  <a:pt x="13098" y="53976"/>
                  <a:pt x="13054" y="54020"/>
                </a:cubicBezTo>
                <a:cubicBezTo>
                  <a:pt x="13009" y="54065"/>
                  <a:pt x="12936" y="54123"/>
                  <a:pt x="12877" y="54153"/>
                </a:cubicBezTo>
                <a:cubicBezTo>
                  <a:pt x="12921" y="54094"/>
                  <a:pt x="12936" y="54050"/>
                  <a:pt x="12965" y="54006"/>
                </a:cubicBezTo>
                <a:cubicBezTo>
                  <a:pt x="13039" y="53962"/>
                  <a:pt x="13098" y="53903"/>
                  <a:pt x="13157" y="53859"/>
                </a:cubicBezTo>
                <a:close/>
                <a:moveTo>
                  <a:pt x="14996" y="53814"/>
                </a:moveTo>
                <a:lnTo>
                  <a:pt x="14937" y="54138"/>
                </a:lnTo>
                <a:cubicBezTo>
                  <a:pt x="14849" y="54182"/>
                  <a:pt x="14731" y="54212"/>
                  <a:pt x="14628" y="54256"/>
                </a:cubicBezTo>
                <a:lnTo>
                  <a:pt x="14672" y="53917"/>
                </a:lnTo>
                <a:cubicBezTo>
                  <a:pt x="14790" y="53888"/>
                  <a:pt x="14878" y="53844"/>
                  <a:pt x="14996" y="53814"/>
                </a:cubicBezTo>
                <a:close/>
                <a:moveTo>
                  <a:pt x="13363" y="53932"/>
                </a:moveTo>
                <a:lnTo>
                  <a:pt x="13245" y="54153"/>
                </a:lnTo>
                <a:cubicBezTo>
                  <a:pt x="13171" y="54197"/>
                  <a:pt x="13098" y="54241"/>
                  <a:pt x="13009" y="54285"/>
                </a:cubicBezTo>
                <a:lnTo>
                  <a:pt x="13112" y="54065"/>
                </a:lnTo>
                <a:cubicBezTo>
                  <a:pt x="13215" y="54020"/>
                  <a:pt x="13289" y="53976"/>
                  <a:pt x="13363" y="53932"/>
                </a:cubicBezTo>
                <a:close/>
                <a:moveTo>
                  <a:pt x="13951" y="53888"/>
                </a:moveTo>
                <a:cubicBezTo>
                  <a:pt x="13907" y="53976"/>
                  <a:pt x="13878" y="54065"/>
                  <a:pt x="13848" y="54153"/>
                </a:cubicBezTo>
                <a:cubicBezTo>
                  <a:pt x="13760" y="54197"/>
                  <a:pt x="13672" y="54227"/>
                  <a:pt x="13583" y="54285"/>
                </a:cubicBezTo>
                <a:lnTo>
                  <a:pt x="13686" y="54006"/>
                </a:lnTo>
                <a:cubicBezTo>
                  <a:pt x="13775" y="53976"/>
                  <a:pt x="13878" y="53917"/>
                  <a:pt x="13951" y="53888"/>
                </a:cubicBezTo>
                <a:close/>
                <a:moveTo>
                  <a:pt x="12568" y="54197"/>
                </a:moveTo>
                <a:cubicBezTo>
                  <a:pt x="12553" y="54212"/>
                  <a:pt x="12553" y="54227"/>
                  <a:pt x="12524" y="54256"/>
                </a:cubicBezTo>
                <a:cubicBezTo>
                  <a:pt x="12509" y="54271"/>
                  <a:pt x="12494" y="54285"/>
                  <a:pt x="12450" y="54300"/>
                </a:cubicBezTo>
                <a:cubicBezTo>
                  <a:pt x="12494" y="54285"/>
                  <a:pt x="12509" y="54271"/>
                  <a:pt x="12509" y="54256"/>
                </a:cubicBezTo>
                <a:lnTo>
                  <a:pt x="12568" y="54197"/>
                </a:lnTo>
                <a:close/>
                <a:moveTo>
                  <a:pt x="27075" y="47307"/>
                </a:moveTo>
                <a:lnTo>
                  <a:pt x="27075" y="47307"/>
                </a:lnTo>
                <a:cubicBezTo>
                  <a:pt x="27064" y="47345"/>
                  <a:pt x="27065" y="47371"/>
                  <a:pt x="27078" y="47398"/>
                </a:cubicBezTo>
                <a:lnTo>
                  <a:pt x="27078" y="47457"/>
                </a:lnTo>
                <a:lnTo>
                  <a:pt x="27078" y="47531"/>
                </a:lnTo>
                <a:cubicBezTo>
                  <a:pt x="26769" y="48664"/>
                  <a:pt x="26195" y="49885"/>
                  <a:pt x="25195" y="51195"/>
                </a:cubicBezTo>
                <a:cubicBezTo>
                  <a:pt x="23649" y="53211"/>
                  <a:pt x="21324" y="53535"/>
                  <a:pt x="18616" y="53903"/>
                </a:cubicBezTo>
                <a:cubicBezTo>
                  <a:pt x="17733" y="54020"/>
                  <a:pt x="16821" y="54138"/>
                  <a:pt x="15879" y="54344"/>
                </a:cubicBezTo>
                <a:cubicBezTo>
                  <a:pt x="15879" y="54212"/>
                  <a:pt x="15879" y="54094"/>
                  <a:pt x="15894" y="53976"/>
                </a:cubicBezTo>
                <a:cubicBezTo>
                  <a:pt x="16880" y="53726"/>
                  <a:pt x="17881" y="53579"/>
                  <a:pt x="18822" y="53432"/>
                </a:cubicBezTo>
                <a:cubicBezTo>
                  <a:pt x="21471" y="53034"/>
                  <a:pt x="23752" y="52681"/>
                  <a:pt x="25268" y="50695"/>
                </a:cubicBezTo>
                <a:cubicBezTo>
                  <a:pt x="26148" y="49536"/>
                  <a:pt x="26736" y="48393"/>
                  <a:pt x="27075" y="47307"/>
                </a:cubicBezTo>
                <a:close/>
                <a:moveTo>
                  <a:pt x="14584" y="53962"/>
                </a:moveTo>
                <a:cubicBezTo>
                  <a:pt x="14569" y="54065"/>
                  <a:pt x="14555" y="54182"/>
                  <a:pt x="14525" y="54271"/>
                </a:cubicBezTo>
                <a:cubicBezTo>
                  <a:pt x="14422" y="54300"/>
                  <a:pt x="14334" y="54344"/>
                  <a:pt x="14216" y="54374"/>
                </a:cubicBezTo>
                <a:cubicBezTo>
                  <a:pt x="14246" y="54271"/>
                  <a:pt x="14275" y="54182"/>
                  <a:pt x="14290" y="54065"/>
                </a:cubicBezTo>
                <a:cubicBezTo>
                  <a:pt x="14393" y="54035"/>
                  <a:pt x="14496" y="53991"/>
                  <a:pt x="14584" y="53962"/>
                </a:cubicBezTo>
                <a:close/>
                <a:moveTo>
                  <a:pt x="12789" y="54153"/>
                </a:moveTo>
                <a:lnTo>
                  <a:pt x="12789" y="54153"/>
                </a:lnTo>
                <a:cubicBezTo>
                  <a:pt x="12774" y="54197"/>
                  <a:pt x="12730" y="54227"/>
                  <a:pt x="12715" y="54285"/>
                </a:cubicBezTo>
                <a:cubicBezTo>
                  <a:pt x="12656" y="54330"/>
                  <a:pt x="12583" y="54374"/>
                  <a:pt x="12524" y="54418"/>
                </a:cubicBezTo>
                <a:cubicBezTo>
                  <a:pt x="12538" y="54374"/>
                  <a:pt x="12583" y="54344"/>
                  <a:pt x="12597" y="54300"/>
                </a:cubicBezTo>
                <a:cubicBezTo>
                  <a:pt x="12671" y="54256"/>
                  <a:pt x="12730" y="54197"/>
                  <a:pt x="12789" y="54153"/>
                </a:cubicBezTo>
                <a:close/>
                <a:moveTo>
                  <a:pt x="15806" y="53991"/>
                </a:moveTo>
                <a:lnTo>
                  <a:pt x="15806" y="54359"/>
                </a:lnTo>
                <a:cubicBezTo>
                  <a:pt x="15673" y="54374"/>
                  <a:pt x="15570" y="54418"/>
                  <a:pt x="15438" y="54433"/>
                </a:cubicBezTo>
                <a:cubicBezTo>
                  <a:pt x="15423" y="54359"/>
                  <a:pt x="15423" y="54271"/>
                  <a:pt x="15438" y="54197"/>
                </a:cubicBezTo>
                <a:cubicBezTo>
                  <a:pt x="15438" y="54153"/>
                  <a:pt x="15438" y="54123"/>
                  <a:pt x="15452" y="54079"/>
                </a:cubicBezTo>
                <a:cubicBezTo>
                  <a:pt x="15555" y="54050"/>
                  <a:pt x="15688" y="54020"/>
                  <a:pt x="15806" y="53991"/>
                </a:cubicBezTo>
                <a:close/>
                <a:moveTo>
                  <a:pt x="13554" y="54065"/>
                </a:moveTo>
                <a:lnTo>
                  <a:pt x="13554" y="54065"/>
                </a:lnTo>
                <a:cubicBezTo>
                  <a:pt x="13524" y="54153"/>
                  <a:pt x="13480" y="54256"/>
                  <a:pt x="13466" y="54330"/>
                </a:cubicBezTo>
                <a:cubicBezTo>
                  <a:pt x="13377" y="54359"/>
                  <a:pt x="13289" y="54418"/>
                  <a:pt x="13201" y="54447"/>
                </a:cubicBezTo>
                <a:cubicBezTo>
                  <a:pt x="13245" y="54359"/>
                  <a:pt x="13289" y="54285"/>
                  <a:pt x="13318" y="54197"/>
                </a:cubicBezTo>
                <a:cubicBezTo>
                  <a:pt x="13392" y="54182"/>
                  <a:pt x="13480" y="54123"/>
                  <a:pt x="13554" y="54065"/>
                </a:cubicBezTo>
                <a:close/>
                <a:moveTo>
                  <a:pt x="12980" y="54197"/>
                </a:moveTo>
                <a:cubicBezTo>
                  <a:pt x="12951" y="54256"/>
                  <a:pt x="12921" y="54300"/>
                  <a:pt x="12892" y="54374"/>
                </a:cubicBezTo>
                <a:cubicBezTo>
                  <a:pt x="12818" y="54418"/>
                  <a:pt x="12744" y="54477"/>
                  <a:pt x="12671" y="54521"/>
                </a:cubicBezTo>
                <a:cubicBezTo>
                  <a:pt x="12715" y="54477"/>
                  <a:pt x="12744" y="54403"/>
                  <a:pt x="12789" y="54344"/>
                </a:cubicBezTo>
                <a:cubicBezTo>
                  <a:pt x="12862" y="54285"/>
                  <a:pt x="12936" y="54227"/>
                  <a:pt x="12980" y="54197"/>
                </a:cubicBezTo>
                <a:close/>
                <a:moveTo>
                  <a:pt x="14201" y="54109"/>
                </a:moveTo>
                <a:lnTo>
                  <a:pt x="14201" y="54109"/>
                </a:lnTo>
                <a:cubicBezTo>
                  <a:pt x="14187" y="54212"/>
                  <a:pt x="14143" y="54300"/>
                  <a:pt x="14128" y="54418"/>
                </a:cubicBezTo>
                <a:cubicBezTo>
                  <a:pt x="14025" y="54447"/>
                  <a:pt x="13922" y="54491"/>
                  <a:pt x="13819" y="54521"/>
                </a:cubicBezTo>
                <a:cubicBezTo>
                  <a:pt x="13848" y="54418"/>
                  <a:pt x="13892" y="54330"/>
                  <a:pt x="13907" y="54227"/>
                </a:cubicBezTo>
                <a:cubicBezTo>
                  <a:pt x="13995" y="54197"/>
                  <a:pt x="14113" y="54138"/>
                  <a:pt x="14201" y="54109"/>
                </a:cubicBezTo>
                <a:close/>
                <a:moveTo>
                  <a:pt x="15349" y="54094"/>
                </a:moveTo>
                <a:lnTo>
                  <a:pt x="15349" y="54168"/>
                </a:lnTo>
                <a:cubicBezTo>
                  <a:pt x="15349" y="54271"/>
                  <a:pt x="15320" y="54359"/>
                  <a:pt x="15320" y="54447"/>
                </a:cubicBezTo>
                <a:cubicBezTo>
                  <a:pt x="15217" y="54491"/>
                  <a:pt x="15099" y="54521"/>
                  <a:pt x="14981" y="54550"/>
                </a:cubicBezTo>
                <a:lnTo>
                  <a:pt x="14981" y="54433"/>
                </a:lnTo>
                <a:cubicBezTo>
                  <a:pt x="14981" y="54359"/>
                  <a:pt x="14996" y="54271"/>
                  <a:pt x="15011" y="54197"/>
                </a:cubicBezTo>
                <a:cubicBezTo>
                  <a:pt x="15129" y="54153"/>
                  <a:pt x="15232" y="54123"/>
                  <a:pt x="15349" y="54094"/>
                </a:cubicBezTo>
                <a:close/>
                <a:moveTo>
                  <a:pt x="14937" y="54212"/>
                </a:moveTo>
                <a:cubicBezTo>
                  <a:pt x="14937" y="54285"/>
                  <a:pt x="14923" y="54359"/>
                  <a:pt x="14923" y="54433"/>
                </a:cubicBezTo>
                <a:cubicBezTo>
                  <a:pt x="14923" y="54462"/>
                  <a:pt x="14923" y="54521"/>
                  <a:pt x="14908" y="54565"/>
                </a:cubicBezTo>
                <a:cubicBezTo>
                  <a:pt x="14790" y="54594"/>
                  <a:pt x="14687" y="54624"/>
                  <a:pt x="14555" y="54653"/>
                </a:cubicBezTo>
                <a:cubicBezTo>
                  <a:pt x="14569" y="54565"/>
                  <a:pt x="14584" y="54447"/>
                  <a:pt x="14613" y="54330"/>
                </a:cubicBezTo>
                <a:lnTo>
                  <a:pt x="14937" y="54212"/>
                </a:lnTo>
                <a:close/>
                <a:moveTo>
                  <a:pt x="12406" y="54462"/>
                </a:moveTo>
                <a:cubicBezTo>
                  <a:pt x="12377" y="54506"/>
                  <a:pt x="12362" y="54521"/>
                  <a:pt x="12347" y="54565"/>
                </a:cubicBezTo>
                <a:cubicBezTo>
                  <a:pt x="12303" y="54594"/>
                  <a:pt x="12259" y="54639"/>
                  <a:pt x="12215" y="54668"/>
                </a:cubicBezTo>
                <a:cubicBezTo>
                  <a:pt x="12229" y="54639"/>
                  <a:pt x="12259" y="54624"/>
                  <a:pt x="12274" y="54580"/>
                </a:cubicBezTo>
                <a:cubicBezTo>
                  <a:pt x="12303" y="54550"/>
                  <a:pt x="12362" y="54506"/>
                  <a:pt x="12406" y="54462"/>
                </a:cubicBezTo>
                <a:close/>
                <a:moveTo>
                  <a:pt x="13186" y="54285"/>
                </a:moveTo>
                <a:lnTo>
                  <a:pt x="13186" y="54285"/>
                </a:lnTo>
                <a:cubicBezTo>
                  <a:pt x="13157" y="54359"/>
                  <a:pt x="13112" y="54447"/>
                  <a:pt x="13098" y="54521"/>
                </a:cubicBezTo>
                <a:cubicBezTo>
                  <a:pt x="13009" y="54565"/>
                  <a:pt x="12936" y="54624"/>
                  <a:pt x="12833" y="54668"/>
                </a:cubicBezTo>
                <a:cubicBezTo>
                  <a:pt x="12877" y="54594"/>
                  <a:pt x="12921" y="54506"/>
                  <a:pt x="12951" y="54433"/>
                </a:cubicBezTo>
                <a:cubicBezTo>
                  <a:pt x="13024" y="54374"/>
                  <a:pt x="13112" y="54330"/>
                  <a:pt x="13186" y="54285"/>
                </a:cubicBezTo>
                <a:close/>
                <a:moveTo>
                  <a:pt x="13819" y="54271"/>
                </a:moveTo>
                <a:cubicBezTo>
                  <a:pt x="13775" y="54359"/>
                  <a:pt x="13760" y="54477"/>
                  <a:pt x="13745" y="54565"/>
                </a:cubicBezTo>
                <a:cubicBezTo>
                  <a:pt x="13657" y="54594"/>
                  <a:pt x="13539" y="54639"/>
                  <a:pt x="13451" y="54697"/>
                </a:cubicBezTo>
                <a:cubicBezTo>
                  <a:pt x="13480" y="54594"/>
                  <a:pt x="13510" y="54506"/>
                  <a:pt x="13539" y="54388"/>
                </a:cubicBezTo>
                <a:cubicBezTo>
                  <a:pt x="13627" y="54359"/>
                  <a:pt x="13730" y="54300"/>
                  <a:pt x="13819" y="54271"/>
                </a:cubicBezTo>
                <a:close/>
                <a:moveTo>
                  <a:pt x="12597" y="54447"/>
                </a:moveTo>
                <a:lnTo>
                  <a:pt x="12597" y="54447"/>
                </a:lnTo>
                <a:cubicBezTo>
                  <a:pt x="12568" y="54506"/>
                  <a:pt x="12553" y="54565"/>
                  <a:pt x="12509" y="54624"/>
                </a:cubicBezTo>
                <a:cubicBezTo>
                  <a:pt x="12435" y="54668"/>
                  <a:pt x="12362" y="54712"/>
                  <a:pt x="12303" y="54771"/>
                </a:cubicBezTo>
                <a:cubicBezTo>
                  <a:pt x="12347" y="54712"/>
                  <a:pt x="12362" y="54668"/>
                  <a:pt x="12406" y="54624"/>
                </a:cubicBezTo>
                <a:cubicBezTo>
                  <a:pt x="12435" y="54580"/>
                  <a:pt x="12494" y="54550"/>
                  <a:pt x="12524" y="54506"/>
                </a:cubicBezTo>
                <a:cubicBezTo>
                  <a:pt x="12553" y="54491"/>
                  <a:pt x="12583" y="54477"/>
                  <a:pt x="12597" y="54447"/>
                </a:cubicBezTo>
                <a:close/>
                <a:moveTo>
                  <a:pt x="14510" y="54359"/>
                </a:moveTo>
                <a:lnTo>
                  <a:pt x="14466" y="54697"/>
                </a:lnTo>
                <a:lnTo>
                  <a:pt x="14128" y="54800"/>
                </a:lnTo>
                <a:cubicBezTo>
                  <a:pt x="14157" y="54697"/>
                  <a:pt x="14187" y="54580"/>
                  <a:pt x="14201" y="54477"/>
                </a:cubicBezTo>
                <a:cubicBezTo>
                  <a:pt x="14304" y="54433"/>
                  <a:pt x="14422" y="54403"/>
                  <a:pt x="14510" y="54359"/>
                </a:cubicBezTo>
                <a:close/>
                <a:moveTo>
                  <a:pt x="27078" y="47737"/>
                </a:moveTo>
                <a:cubicBezTo>
                  <a:pt x="27122" y="47766"/>
                  <a:pt x="27122" y="47766"/>
                  <a:pt x="27122" y="47795"/>
                </a:cubicBezTo>
                <a:lnTo>
                  <a:pt x="27122" y="47810"/>
                </a:lnTo>
                <a:lnTo>
                  <a:pt x="27122" y="47854"/>
                </a:lnTo>
                <a:lnTo>
                  <a:pt x="27122" y="47869"/>
                </a:lnTo>
                <a:lnTo>
                  <a:pt x="27122" y="47898"/>
                </a:lnTo>
                <a:lnTo>
                  <a:pt x="27122" y="47928"/>
                </a:lnTo>
                <a:lnTo>
                  <a:pt x="27122" y="47943"/>
                </a:lnTo>
                <a:lnTo>
                  <a:pt x="27122" y="47957"/>
                </a:lnTo>
                <a:cubicBezTo>
                  <a:pt x="26828" y="49105"/>
                  <a:pt x="26210" y="50371"/>
                  <a:pt x="25180" y="51725"/>
                </a:cubicBezTo>
                <a:cubicBezTo>
                  <a:pt x="23620" y="53785"/>
                  <a:pt x="21192" y="54109"/>
                  <a:pt x="18410" y="54433"/>
                </a:cubicBezTo>
                <a:cubicBezTo>
                  <a:pt x="17586" y="54550"/>
                  <a:pt x="16718" y="54639"/>
                  <a:pt x="15864" y="54800"/>
                </a:cubicBezTo>
                <a:cubicBezTo>
                  <a:pt x="15864" y="54668"/>
                  <a:pt x="15864" y="54550"/>
                  <a:pt x="15835" y="54418"/>
                </a:cubicBezTo>
                <a:cubicBezTo>
                  <a:pt x="16777" y="54212"/>
                  <a:pt x="17719" y="54079"/>
                  <a:pt x="18602" y="53976"/>
                </a:cubicBezTo>
                <a:cubicBezTo>
                  <a:pt x="21324" y="53608"/>
                  <a:pt x="23694" y="53270"/>
                  <a:pt x="25239" y="51239"/>
                </a:cubicBezTo>
                <a:cubicBezTo>
                  <a:pt x="26195" y="49988"/>
                  <a:pt x="26769" y="48826"/>
                  <a:pt x="27078" y="47737"/>
                </a:cubicBezTo>
                <a:close/>
                <a:moveTo>
                  <a:pt x="13421" y="54447"/>
                </a:moveTo>
                <a:cubicBezTo>
                  <a:pt x="13392" y="54550"/>
                  <a:pt x="13377" y="54639"/>
                  <a:pt x="13333" y="54727"/>
                </a:cubicBezTo>
                <a:cubicBezTo>
                  <a:pt x="13245" y="54771"/>
                  <a:pt x="13157" y="54815"/>
                  <a:pt x="13054" y="54859"/>
                </a:cubicBezTo>
                <a:cubicBezTo>
                  <a:pt x="13098" y="54771"/>
                  <a:pt x="13142" y="54668"/>
                  <a:pt x="13157" y="54580"/>
                </a:cubicBezTo>
                <a:cubicBezTo>
                  <a:pt x="13245" y="54550"/>
                  <a:pt x="13333" y="54491"/>
                  <a:pt x="13421" y="54447"/>
                </a:cubicBezTo>
                <a:close/>
                <a:moveTo>
                  <a:pt x="12818" y="54506"/>
                </a:moveTo>
                <a:lnTo>
                  <a:pt x="12818" y="54506"/>
                </a:lnTo>
                <a:cubicBezTo>
                  <a:pt x="12789" y="54580"/>
                  <a:pt x="12744" y="54653"/>
                  <a:pt x="12730" y="54727"/>
                </a:cubicBezTo>
                <a:cubicBezTo>
                  <a:pt x="12656" y="54786"/>
                  <a:pt x="12568" y="54815"/>
                  <a:pt x="12494" y="54874"/>
                </a:cubicBezTo>
                <a:cubicBezTo>
                  <a:pt x="12524" y="54800"/>
                  <a:pt x="12568" y="54727"/>
                  <a:pt x="12597" y="54668"/>
                </a:cubicBezTo>
                <a:cubicBezTo>
                  <a:pt x="12656" y="54624"/>
                  <a:pt x="12744" y="54565"/>
                  <a:pt x="12818" y="54506"/>
                </a:cubicBezTo>
                <a:close/>
                <a:moveTo>
                  <a:pt x="15761" y="54447"/>
                </a:moveTo>
                <a:cubicBezTo>
                  <a:pt x="15791" y="54580"/>
                  <a:pt x="15791" y="54697"/>
                  <a:pt x="15791" y="54815"/>
                </a:cubicBezTo>
                <a:cubicBezTo>
                  <a:pt x="15658" y="54845"/>
                  <a:pt x="15526" y="54874"/>
                  <a:pt x="15393" y="54889"/>
                </a:cubicBezTo>
                <a:lnTo>
                  <a:pt x="15393" y="54521"/>
                </a:lnTo>
                <a:cubicBezTo>
                  <a:pt x="15526" y="54491"/>
                  <a:pt x="15644" y="54462"/>
                  <a:pt x="15761" y="54447"/>
                </a:cubicBezTo>
                <a:close/>
                <a:moveTo>
                  <a:pt x="12009" y="54800"/>
                </a:moveTo>
                <a:lnTo>
                  <a:pt x="12009" y="54800"/>
                </a:lnTo>
                <a:cubicBezTo>
                  <a:pt x="11994" y="54815"/>
                  <a:pt x="11994" y="54845"/>
                  <a:pt x="11979" y="54859"/>
                </a:cubicBezTo>
                <a:cubicBezTo>
                  <a:pt x="11935" y="54874"/>
                  <a:pt x="11906" y="54918"/>
                  <a:pt x="11891" y="54933"/>
                </a:cubicBezTo>
                <a:lnTo>
                  <a:pt x="11891" y="54933"/>
                </a:lnTo>
                <a:cubicBezTo>
                  <a:pt x="11906" y="54918"/>
                  <a:pt x="11920" y="54889"/>
                  <a:pt x="11920" y="54874"/>
                </a:cubicBezTo>
                <a:cubicBezTo>
                  <a:pt x="11965" y="54859"/>
                  <a:pt x="11979" y="54815"/>
                  <a:pt x="12009" y="54800"/>
                </a:cubicBezTo>
                <a:close/>
                <a:moveTo>
                  <a:pt x="14113" y="54506"/>
                </a:moveTo>
                <a:lnTo>
                  <a:pt x="14113" y="54506"/>
                </a:lnTo>
                <a:cubicBezTo>
                  <a:pt x="14098" y="54624"/>
                  <a:pt x="14069" y="54727"/>
                  <a:pt x="14054" y="54815"/>
                </a:cubicBezTo>
                <a:lnTo>
                  <a:pt x="13730" y="54933"/>
                </a:lnTo>
                <a:cubicBezTo>
                  <a:pt x="13745" y="54815"/>
                  <a:pt x="13775" y="54727"/>
                  <a:pt x="13789" y="54624"/>
                </a:cubicBezTo>
                <a:cubicBezTo>
                  <a:pt x="13907" y="54580"/>
                  <a:pt x="13995" y="54550"/>
                  <a:pt x="14113" y="54506"/>
                </a:cubicBezTo>
                <a:close/>
                <a:moveTo>
                  <a:pt x="15320" y="54550"/>
                </a:moveTo>
                <a:lnTo>
                  <a:pt x="15320" y="54918"/>
                </a:lnTo>
                <a:cubicBezTo>
                  <a:pt x="15202" y="54933"/>
                  <a:pt x="15084" y="54962"/>
                  <a:pt x="14952" y="54992"/>
                </a:cubicBezTo>
                <a:cubicBezTo>
                  <a:pt x="14952" y="54874"/>
                  <a:pt x="14981" y="54771"/>
                  <a:pt x="14981" y="54639"/>
                </a:cubicBezTo>
                <a:cubicBezTo>
                  <a:pt x="15084" y="54594"/>
                  <a:pt x="15217" y="54580"/>
                  <a:pt x="15320" y="54550"/>
                </a:cubicBezTo>
                <a:close/>
                <a:moveTo>
                  <a:pt x="12215" y="54742"/>
                </a:moveTo>
                <a:cubicBezTo>
                  <a:pt x="12200" y="54800"/>
                  <a:pt x="12185" y="54845"/>
                  <a:pt x="12141" y="54889"/>
                </a:cubicBezTo>
                <a:cubicBezTo>
                  <a:pt x="12097" y="54918"/>
                  <a:pt x="12082" y="54933"/>
                  <a:pt x="12053" y="54948"/>
                </a:cubicBezTo>
                <a:cubicBezTo>
                  <a:pt x="12009" y="54962"/>
                  <a:pt x="11979" y="55006"/>
                  <a:pt x="11935" y="55021"/>
                </a:cubicBezTo>
                <a:cubicBezTo>
                  <a:pt x="11950" y="54992"/>
                  <a:pt x="11994" y="54948"/>
                  <a:pt x="12038" y="54889"/>
                </a:cubicBezTo>
                <a:cubicBezTo>
                  <a:pt x="12082" y="54845"/>
                  <a:pt x="12141" y="54800"/>
                  <a:pt x="12215" y="54742"/>
                </a:cubicBezTo>
                <a:close/>
                <a:moveTo>
                  <a:pt x="13039" y="54639"/>
                </a:moveTo>
                <a:lnTo>
                  <a:pt x="13039" y="54639"/>
                </a:lnTo>
                <a:cubicBezTo>
                  <a:pt x="13024" y="54727"/>
                  <a:pt x="12995" y="54815"/>
                  <a:pt x="12951" y="54918"/>
                </a:cubicBezTo>
                <a:cubicBezTo>
                  <a:pt x="12862" y="54948"/>
                  <a:pt x="12774" y="55006"/>
                  <a:pt x="12671" y="55036"/>
                </a:cubicBezTo>
                <a:cubicBezTo>
                  <a:pt x="12715" y="54948"/>
                  <a:pt x="12744" y="54874"/>
                  <a:pt x="12789" y="54786"/>
                </a:cubicBezTo>
                <a:cubicBezTo>
                  <a:pt x="12877" y="54727"/>
                  <a:pt x="12965" y="54697"/>
                  <a:pt x="13039" y="54639"/>
                </a:cubicBezTo>
                <a:close/>
                <a:moveTo>
                  <a:pt x="13701" y="54653"/>
                </a:moveTo>
                <a:lnTo>
                  <a:pt x="13701" y="54653"/>
                </a:lnTo>
                <a:cubicBezTo>
                  <a:pt x="13686" y="54771"/>
                  <a:pt x="13657" y="54859"/>
                  <a:pt x="13627" y="54962"/>
                </a:cubicBezTo>
                <a:cubicBezTo>
                  <a:pt x="13524" y="55006"/>
                  <a:pt x="13421" y="55036"/>
                  <a:pt x="13318" y="55080"/>
                </a:cubicBezTo>
                <a:cubicBezTo>
                  <a:pt x="13363" y="54992"/>
                  <a:pt x="13377" y="54874"/>
                  <a:pt x="13407" y="54786"/>
                </a:cubicBezTo>
                <a:cubicBezTo>
                  <a:pt x="13510" y="54742"/>
                  <a:pt x="13613" y="54697"/>
                  <a:pt x="13701" y="54653"/>
                </a:cubicBezTo>
                <a:close/>
                <a:moveTo>
                  <a:pt x="12435" y="54771"/>
                </a:moveTo>
                <a:lnTo>
                  <a:pt x="12435" y="54771"/>
                </a:lnTo>
                <a:cubicBezTo>
                  <a:pt x="12421" y="54845"/>
                  <a:pt x="12377" y="54889"/>
                  <a:pt x="12347" y="54948"/>
                </a:cubicBezTo>
                <a:cubicBezTo>
                  <a:pt x="12274" y="55006"/>
                  <a:pt x="12185" y="55065"/>
                  <a:pt x="12112" y="55095"/>
                </a:cubicBezTo>
                <a:cubicBezTo>
                  <a:pt x="12141" y="55036"/>
                  <a:pt x="12156" y="54992"/>
                  <a:pt x="12200" y="54933"/>
                </a:cubicBezTo>
                <a:cubicBezTo>
                  <a:pt x="12274" y="54874"/>
                  <a:pt x="12362" y="54815"/>
                  <a:pt x="12435" y="54771"/>
                </a:cubicBezTo>
                <a:close/>
                <a:moveTo>
                  <a:pt x="14908" y="54653"/>
                </a:moveTo>
                <a:cubicBezTo>
                  <a:pt x="14908" y="54771"/>
                  <a:pt x="14878" y="54889"/>
                  <a:pt x="14878" y="55006"/>
                </a:cubicBezTo>
                <a:cubicBezTo>
                  <a:pt x="14761" y="55036"/>
                  <a:pt x="14643" y="55065"/>
                  <a:pt x="14510" y="55095"/>
                </a:cubicBezTo>
                <a:cubicBezTo>
                  <a:pt x="14510" y="54992"/>
                  <a:pt x="14525" y="54874"/>
                  <a:pt x="14555" y="54742"/>
                </a:cubicBezTo>
                <a:cubicBezTo>
                  <a:pt x="14658" y="54712"/>
                  <a:pt x="14790" y="54668"/>
                  <a:pt x="14908" y="54653"/>
                </a:cubicBezTo>
                <a:close/>
                <a:moveTo>
                  <a:pt x="14452" y="54786"/>
                </a:moveTo>
                <a:lnTo>
                  <a:pt x="14452" y="54786"/>
                </a:lnTo>
                <a:cubicBezTo>
                  <a:pt x="14437" y="54889"/>
                  <a:pt x="14437" y="55021"/>
                  <a:pt x="14422" y="55139"/>
                </a:cubicBezTo>
                <a:cubicBezTo>
                  <a:pt x="14304" y="55168"/>
                  <a:pt x="14187" y="55183"/>
                  <a:pt x="14069" y="55227"/>
                </a:cubicBezTo>
                <a:cubicBezTo>
                  <a:pt x="14098" y="55139"/>
                  <a:pt x="14098" y="55065"/>
                  <a:pt x="14113" y="54962"/>
                </a:cubicBezTo>
                <a:cubicBezTo>
                  <a:pt x="14113" y="54948"/>
                  <a:pt x="14113" y="54918"/>
                  <a:pt x="14128" y="54889"/>
                </a:cubicBezTo>
                <a:lnTo>
                  <a:pt x="14452" y="54786"/>
                </a:lnTo>
                <a:close/>
                <a:moveTo>
                  <a:pt x="12671" y="54859"/>
                </a:moveTo>
                <a:lnTo>
                  <a:pt x="12671" y="54859"/>
                </a:lnTo>
                <a:cubicBezTo>
                  <a:pt x="12641" y="54933"/>
                  <a:pt x="12597" y="55021"/>
                  <a:pt x="12583" y="55095"/>
                </a:cubicBezTo>
                <a:cubicBezTo>
                  <a:pt x="12494" y="55154"/>
                  <a:pt x="12406" y="55183"/>
                  <a:pt x="12303" y="55242"/>
                </a:cubicBezTo>
                <a:cubicBezTo>
                  <a:pt x="12347" y="55168"/>
                  <a:pt x="12377" y="55095"/>
                  <a:pt x="12421" y="55006"/>
                </a:cubicBezTo>
                <a:cubicBezTo>
                  <a:pt x="12494" y="54962"/>
                  <a:pt x="12583" y="54918"/>
                  <a:pt x="12671" y="54859"/>
                </a:cubicBezTo>
                <a:close/>
                <a:moveTo>
                  <a:pt x="13318" y="54845"/>
                </a:moveTo>
                <a:lnTo>
                  <a:pt x="13318" y="54845"/>
                </a:lnTo>
                <a:cubicBezTo>
                  <a:pt x="13289" y="54933"/>
                  <a:pt x="13260" y="55036"/>
                  <a:pt x="13245" y="55139"/>
                </a:cubicBezTo>
                <a:cubicBezTo>
                  <a:pt x="13142" y="55168"/>
                  <a:pt x="13039" y="55227"/>
                  <a:pt x="12936" y="55257"/>
                </a:cubicBezTo>
                <a:cubicBezTo>
                  <a:pt x="12951" y="55154"/>
                  <a:pt x="12995" y="55065"/>
                  <a:pt x="13024" y="54962"/>
                </a:cubicBezTo>
                <a:cubicBezTo>
                  <a:pt x="13112" y="54918"/>
                  <a:pt x="13230" y="54874"/>
                  <a:pt x="13318" y="54845"/>
                </a:cubicBezTo>
                <a:close/>
                <a:moveTo>
                  <a:pt x="11832" y="55065"/>
                </a:moveTo>
                <a:lnTo>
                  <a:pt x="11832" y="55065"/>
                </a:lnTo>
                <a:cubicBezTo>
                  <a:pt x="11817" y="55095"/>
                  <a:pt x="11788" y="55139"/>
                  <a:pt x="11758" y="55168"/>
                </a:cubicBezTo>
                <a:cubicBezTo>
                  <a:pt x="11714" y="55183"/>
                  <a:pt x="11700" y="55227"/>
                  <a:pt x="11655" y="55242"/>
                </a:cubicBezTo>
                <a:cubicBezTo>
                  <a:pt x="11641" y="55257"/>
                  <a:pt x="11611" y="55286"/>
                  <a:pt x="11582" y="55301"/>
                </a:cubicBezTo>
                <a:cubicBezTo>
                  <a:pt x="11626" y="55257"/>
                  <a:pt x="11670" y="55227"/>
                  <a:pt x="11685" y="55183"/>
                </a:cubicBezTo>
                <a:cubicBezTo>
                  <a:pt x="11729" y="55154"/>
                  <a:pt x="11788" y="55095"/>
                  <a:pt x="11832" y="55065"/>
                </a:cubicBezTo>
                <a:close/>
                <a:moveTo>
                  <a:pt x="14040" y="54903"/>
                </a:moveTo>
                <a:lnTo>
                  <a:pt x="14040" y="54948"/>
                </a:lnTo>
                <a:cubicBezTo>
                  <a:pt x="14025" y="55036"/>
                  <a:pt x="14025" y="55154"/>
                  <a:pt x="13995" y="55242"/>
                </a:cubicBezTo>
                <a:cubicBezTo>
                  <a:pt x="13892" y="55271"/>
                  <a:pt x="13775" y="55316"/>
                  <a:pt x="13657" y="55360"/>
                </a:cubicBezTo>
                <a:cubicBezTo>
                  <a:pt x="13657" y="55316"/>
                  <a:pt x="13672" y="55257"/>
                  <a:pt x="13672" y="55227"/>
                </a:cubicBezTo>
                <a:cubicBezTo>
                  <a:pt x="13686" y="55154"/>
                  <a:pt x="13686" y="55095"/>
                  <a:pt x="13701" y="55021"/>
                </a:cubicBezTo>
                <a:lnTo>
                  <a:pt x="14040" y="54903"/>
                </a:lnTo>
                <a:close/>
                <a:moveTo>
                  <a:pt x="12053" y="55065"/>
                </a:moveTo>
                <a:cubicBezTo>
                  <a:pt x="12009" y="55109"/>
                  <a:pt x="11994" y="55168"/>
                  <a:pt x="11950" y="55213"/>
                </a:cubicBezTo>
                <a:lnTo>
                  <a:pt x="11729" y="55374"/>
                </a:lnTo>
                <a:cubicBezTo>
                  <a:pt x="11773" y="55316"/>
                  <a:pt x="11788" y="55286"/>
                  <a:pt x="11832" y="55227"/>
                </a:cubicBezTo>
                <a:lnTo>
                  <a:pt x="12053" y="55065"/>
                </a:lnTo>
                <a:close/>
                <a:moveTo>
                  <a:pt x="12921" y="55006"/>
                </a:moveTo>
                <a:lnTo>
                  <a:pt x="12921" y="55006"/>
                </a:lnTo>
                <a:cubicBezTo>
                  <a:pt x="12877" y="55095"/>
                  <a:pt x="12862" y="55183"/>
                  <a:pt x="12818" y="55286"/>
                </a:cubicBezTo>
                <a:cubicBezTo>
                  <a:pt x="12730" y="55316"/>
                  <a:pt x="12627" y="55374"/>
                  <a:pt x="12524" y="55404"/>
                </a:cubicBezTo>
                <a:cubicBezTo>
                  <a:pt x="12568" y="55330"/>
                  <a:pt x="12597" y="55242"/>
                  <a:pt x="12641" y="55154"/>
                </a:cubicBezTo>
                <a:cubicBezTo>
                  <a:pt x="12730" y="55095"/>
                  <a:pt x="12818" y="55065"/>
                  <a:pt x="12921" y="55006"/>
                </a:cubicBezTo>
                <a:close/>
                <a:moveTo>
                  <a:pt x="12288" y="55095"/>
                </a:moveTo>
                <a:lnTo>
                  <a:pt x="12288" y="55095"/>
                </a:lnTo>
                <a:cubicBezTo>
                  <a:pt x="12259" y="55168"/>
                  <a:pt x="12215" y="55242"/>
                  <a:pt x="12200" y="55316"/>
                </a:cubicBezTo>
                <a:cubicBezTo>
                  <a:pt x="12112" y="55374"/>
                  <a:pt x="12009" y="55433"/>
                  <a:pt x="11935" y="55477"/>
                </a:cubicBezTo>
                <a:cubicBezTo>
                  <a:pt x="11979" y="55404"/>
                  <a:pt x="12009" y="55360"/>
                  <a:pt x="12053" y="55271"/>
                </a:cubicBezTo>
                <a:cubicBezTo>
                  <a:pt x="12112" y="55213"/>
                  <a:pt x="12200" y="55154"/>
                  <a:pt x="12288" y="55095"/>
                </a:cubicBezTo>
                <a:close/>
                <a:moveTo>
                  <a:pt x="13613" y="55065"/>
                </a:moveTo>
                <a:lnTo>
                  <a:pt x="13613" y="55065"/>
                </a:lnTo>
                <a:cubicBezTo>
                  <a:pt x="13598" y="55109"/>
                  <a:pt x="13598" y="55154"/>
                  <a:pt x="13583" y="55213"/>
                </a:cubicBezTo>
                <a:cubicBezTo>
                  <a:pt x="13554" y="55257"/>
                  <a:pt x="13554" y="55316"/>
                  <a:pt x="13554" y="55374"/>
                </a:cubicBezTo>
                <a:lnTo>
                  <a:pt x="13230" y="55477"/>
                </a:lnTo>
                <a:cubicBezTo>
                  <a:pt x="13245" y="55389"/>
                  <a:pt x="13260" y="55286"/>
                  <a:pt x="13304" y="55183"/>
                </a:cubicBezTo>
                <a:cubicBezTo>
                  <a:pt x="13407" y="55154"/>
                  <a:pt x="13524" y="55109"/>
                  <a:pt x="13613" y="55065"/>
                </a:cubicBezTo>
                <a:close/>
                <a:moveTo>
                  <a:pt x="11420" y="55404"/>
                </a:moveTo>
                <a:lnTo>
                  <a:pt x="11420" y="55404"/>
                </a:lnTo>
                <a:cubicBezTo>
                  <a:pt x="11405" y="55433"/>
                  <a:pt x="11391" y="55463"/>
                  <a:pt x="11376" y="55477"/>
                </a:cubicBezTo>
                <a:cubicBezTo>
                  <a:pt x="11332" y="55507"/>
                  <a:pt x="11302" y="55536"/>
                  <a:pt x="11258" y="55551"/>
                </a:cubicBezTo>
                <a:cubicBezTo>
                  <a:pt x="11317" y="55522"/>
                  <a:pt x="11317" y="55507"/>
                  <a:pt x="11332" y="55477"/>
                </a:cubicBezTo>
                <a:cubicBezTo>
                  <a:pt x="11376" y="55463"/>
                  <a:pt x="11405" y="55433"/>
                  <a:pt x="11420" y="55404"/>
                </a:cubicBezTo>
                <a:close/>
                <a:moveTo>
                  <a:pt x="12524" y="55227"/>
                </a:moveTo>
                <a:lnTo>
                  <a:pt x="12524" y="55227"/>
                </a:lnTo>
                <a:cubicBezTo>
                  <a:pt x="12494" y="55316"/>
                  <a:pt x="12465" y="55389"/>
                  <a:pt x="12435" y="55477"/>
                </a:cubicBezTo>
                <a:cubicBezTo>
                  <a:pt x="12318" y="55522"/>
                  <a:pt x="12229" y="55580"/>
                  <a:pt x="12141" y="55625"/>
                </a:cubicBezTo>
                <a:cubicBezTo>
                  <a:pt x="12185" y="55536"/>
                  <a:pt x="12215" y="55463"/>
                  <a:pt x="12244" y="55374"/>
                </a:cubicBezTo>
                <a:cubicBezTo>
                  <a:pt x="12347" y="55316"/>
                  <a:pt x="12435" y="55257"/>
                  <a:pt x="12524" y="55227"/>
                </a:cubicBezTo>
                <a:close/>
                <a:moveTo>
                  <a:pt x="11641" y="55374"/>
                </a:moveTo>
                <a:lnTo>
                  <a:pt x="11641" y="55374"/>
                </a:lnTo>
                <a:cubicBezTo>
                  <a:pt x="11626" y="55404"/>
                  <a:pt x="11582" y="55463"/>
                  <a:pt x="11567" y="55507"/>
                </a:cubicBezTo>
                <a:cubicBezTo>
                  <a:pt x="11494" y="55551"/>
                  <a:pt x="11420" y="55610"/>
                  <a:pt x="11346" y="55654"/>
                </a:cubicBezTo>
                <a:cubicBezTo>
                  <a:pt x="11391" y="55610"/>
                  <a:pt x="11405" y="55551"/>
                  <a:pt x="11449" y="55522"/>
                </a:cubicBezTo>
                <a:cubicBezTo>
                  <a:pt x="11523" y="55463"/>
                  <a:pt x="11567" y="55404"/>
                  <a:pt x="11641" y="55374"/>
                </a:cubicBezTo>
                <a:close/>
                <a:moveTo>
                  <a:pt x="13215" y="55227"/>
                </a:moveTo>
                <a:lnTo>
                  <a:pt x="13215" y="55227"/>
                </a:lnTo>
                <a:cubicBezTo>
                  <a:pt x="13186" y="55301"/>
                  <a:pt x="13171" y="55389"/>
                  <a:pt x="13157" y="55463"/>
                </a:cubicBezTo>
                <a:cubicBezTo>
                  <a:pt x="13157" y="55477"/>
                  <a:pt x="13157" y="55507"/>
                  <a:pt x="13142" y="55522"/>
                </a:cubicBezTo>
                <a:cubicBezTo>
                  <a:pt x="13024" y="55551"/>
                  <a:pt x="12921" y="55595"/>
                  <a:pt x="12803" y="55654"/>
                </a:cubicBezTo>
                <a:cubicBezTo>
                  <a:pt x="12847" y="55551"/>
                  <a:pt x="12862" y="55448"/>
                  <a:pt x="12892" y="55360"/>
                </a:cubicBezTo>
                <a:cubicBezTo>
                  <a:pt x="13009" y="55316"/>
                  <a:pt x="13098" y="55257"/>
                  <a:pt x="13215" y="55227"/>
                </a:cubicBezTo>
                <a:close/>
                <a:moveTo>
                  <a:pt x="11876" y="55374"/>
                </a:moveTo>
                <a:lnTo>
                  <a:pt x="11876" y="55374"/>
                </a:lnTo>
                <a:cubicBezTo>
                  <a:pt x="11847" y="55433"/>
                  <a:pt x="11832" y="55507"/>
                  <a:pt x="11788" y="55551"/>
                </a:cubicBezTo>
                <a:cubicBezTo>
                  <a:pt x="11700" y="55610"/>
                  <a:pt x="11626" y="55669"/>
                  <a:pt x="11538" y="55728"/>
                </a:cubicBezTo>
                <a:cubicBezTo>
                  <a:pt x="11567" y="55669"/>
                  <a:pt x="11582" y="55610"/>
                  <a:pt x="11626" y="55551"/>
                </a:cubicBezTo>
                <a:cubicBezTo>
                  <a:pt x="11641" y="55536"/>
                  <a:pt x="11670" y="55522"/>
                  <a:pt x="11685" y="55522"/>
                </a:cubicBezTo>
                <a:cubicBezTo>
                  <a:pt x="11758" y="55463"/>
                  <a:pt x="11817" y="55433"/>
                  <a:pt x="11876" y="55374"/>
                </a:cubicBezTo>
                <a:close/>
                <a:moveTo>
                  <a:pt x="12803" y="55389"/>
                </a:moveTo>
                <a:lnTo>
                  <a:pt x="12803" y="55389"/>
                </a:lnTo>
                <a:cubicBezTo>
                  <a:pt x="12774" y="55477"/>
                  <a:pt x="12744" y="55595"/>
                  <a:pt x="12730" y="55683"/>
                </a:cubicBezTo>
                <a:cubicBezTo>
                  <a:pt x="12627" y="55728"/>
                  <a:pt x="12509" y="55772"/>
                  <a:pt x="12406" y="55816"/>
                </a:cubicBezTo>
                <a:cubicBezTo>
                  <a:pt x="12435" y="55728"/>
                  <a:pt x="12450" y="55625"/>
                  <a:pt x="12494" y="55536"/>
                </a:cubicBezTo>
                <a:cubicBezTo>
                  <a:pt x="12597" y="55477"/>
                  <a:pt x="12686" y="55448"/>
                  <a:pt x="12803" y="55389"/>
                </a:cubicBezTo>
                <a:close/>
                <a:moveTo>
                  <a:pt x="12126" y="55448"/>
                </a:moveTo>
                <a:cubicBezTo>
                  <a:pt x="12082" y="55522"/>
                  <a:pt x="12053" y="55610"/>
                  <a:pt x="12038" y="55683"/>
                </a:cubicBezTo>
                <a:cubicBezTo>
                  <a:pt x="11935" y="55728"/>
                  <a:pt x="11847" y="55772"/>
                  <a:pt x="11744" y="55831"/>
                </a:cubicBezTo>
                <a:lnTo>
                  <a:pt x="11847" y="55610"/>
                </a:lnTo>
                <a:lnTo>
                  <a:pt x="12126" y="55448"/>
                </a:lnTo>
                <a:close/>
                <a:moveTo>
                  <a:pt x="11258" y="55669"/>
                </a:moveTo>
                <a:cubicBezTo>
                  <a:pt x="11243" y="55698"/>
                  <a:pt x="11199" y="55742"/>
                  <a:pt x="11185" y="55772"/>
                </a:cubicBezTo>
                <a:cubicBezTo>
                  <a:pt x="11126" y="55816"/>
                  <a:pt x="11082" y="55875"/>
                  <a:pt x="11023" y="55904"/>
                </a:cubicBezTo>
                <a:cubicBezTo>
                  <a:pt x="11037" y="55875"/>
                  <a:pt x="11052" y="55831"/>
                  <a:pt x="11096" y="55801"/>
                </a:cubicBezTo>
                <a:cubicBezTo>
                  <a:pt x="11155" y="55757"/>
                  <a:pt x="11199" y="55728"/>
                  <a:pt x="11258" y="55669"/>
                </a:cubicBezTo>
                <a:close/>
                <a:moveTo>
                  <a:pt x="11479" y="55669"/>
                </a:moveTo>
                <a:lnTo>
                  <a:pt x="11479" y="55669"/>
                </a:lnTo>
                <a:cubicBezTo>
                  <a:pt x="11449" y="55728"/>
                  <a:pt x="11420" y="55772"/>
                  <a:pt x="11391" y="55816"/>
                </a:cubicBezTo>
                <a:cubicBezTo>
                  <a:pt x="11332" y="55845"/>
                  <a:pt x="11273" y="55889"/>
                  <a:pt x="11214" y="55948"/>
                </a:cubicBezTo>
                <a:cubicBezTo>
                  <a:pt x="11199" y="55963"/>
                  <a:pt x="11170" y="55978"/>
                  <a:pt x="11140" y="55992"/>
                </a:cubicBezTo>
                <a:cubicBezTo>
                  <a:pt x="11185" y="55948"/>
                  <a:pt x="11199" y="55889"/>
                  <a:pt x="11243" y="55845"/>
                </a:cubicBezTo>
                <a:cubicBezTo>
                  <a:pt x="11317" y="55801"/>
                  <a:pt x="11391" y="55728"/>
                  <a:pt x="11479" y="55669"/>
                </a:cubicBezTo>
                <a:close/>
                <a:moveTo>
                  <a:pt x="12377" y="55595"/>
                </a:moveTo>
                <a:lnTo>
                  <a:pt x="12377" y="55595"/>
                </a:lnTo>
                <a:cubicBezTo>
                  <a:pt x="12347" y="55683"/>
                  <a:pt x="12318" y="55772"/>
                  <a:pt x="12288" y="55875"/>
                </a:cubicBezTo>
                <a:cubicBezTo>
                  <a:pt x="12185" y="55919"/>
                  <a:pt x="12082" y="55963"/>
                  <a:pt x="11979" y="56022"/>
                </a:cubicBezTo>
                <a:cubicBezTo>
                  <a:pt x="12038" y="55904"/>
                  <a:pt x="12068" y="55831"/>
                  <a:pt x="12082" y="55742"/>
                </a:cubicBezTo>
                <a:cubicBezTo>
                  <a:pt x="12185" y="55683"/>
                  <a:pt x="12288" y="55625"/>
                  <a:pt x="12377" y="55595"/>
                </a:cubicBezTo>
                <a:close/>
                <a:moveTo>
                  <a:pt x="11714" y="55683"/>
                </a:moveTo>
                <a:lnTo>
                  <a:pt x="11714" y="55683"/>
                </a:lnTo>
                <a:cubicBezTo>
                  <a:pt x="11685" y="55757"/>
                  <a:pt x="11641" y="55831"/>
                  <a:pt x="11626" y="55904"/>
                </a:cubicBezTo>
                <a:lnTo>
                  <a:pt x="11346" y="56066"/>
                </a:lnTo>
                <a:cubicBezTo>
                  <a:pt x="11391" y="55992"/>
                  <a:pt x="11420" y="55934"/>
                  <a:pt x="11449" y="55860"/>
                </a:cubicBezTo>
                <a:cubicBezTo>
                  <a:pt x="11538" y="55816"/>
                  <a:pt x="11626" y="55757"/>
                  <a:pt x="11714" y="55683"/>
                </a:cubicBezTo>
                <a:close/>
                <a:moveTo>
                  <a:pt x="10861" y="55963"/>
                </a:moveTo>
                <a:cubicBezTo>
                  <a:pt x="10831" y="55992"/>
                  <a:pt x="10817" y="56022"/>
                  <a:pt x="10802" y="56051"/>
                </a:cubicBezTo>
                <a:cubicBezTo>
                  <a:pt x="10758" y="56095"/>
                  <a:pt x="10714" y="56125"/>
                  <a:pt x="10669" y="56140"/>
                </a:cubicBezTo>
                <a:cubicBezTo>
                  <a:pt x="10684" y="56125"/>
                  <a:pt x="10714" y="56110"/>
                  <a:pt x="10728" y="56066"/>
                </a:cubicBezTo>
                <a:cubicBezTo>
                  <a:pt x="10758" y="56037"/>
                  <a:pt x="10817" y="55992"/>
                  <a:pt x="10861" y="55963"/>
                </a:cubicBezTo>
                <a:close/>
                <a:moveTo>
                  <a:pt x="11994" y="55801"/>
                </a:moveTo>
                <a:cubicBezTo>
                  <a:pt x="11950" y="55889"/>
                  <a:pt x="11935" y="55963"/>
                  <a:pt x="11906" y="56051"/>
                </a:cubicBezTo>
                <a:cubicBezTo>
                  <a:pt x="11788" y="56110"/>
                  <a:pt x="11700" y="56169"/>
                  <a:pt x="11582" y="56199"/>
                </a:cubicBezTo>
                <a:cubicBezTo>
                  <a:pt x="11626" y="56125"/>
                  <a:pt x="11670" y="56037"/>
                  <a:pt x="11700" y="55963"/>
                </a:cubicBezTo>
                <a:cubicBezTo>
                  <a:pt x="11788" y="55904"/>
                  <a:pt x="11891" y="55845"/>
                  <a:pt x="11994" y="55801"/>
                </a:cubicBezTo>
                <a:close/>
                <a:moveTo>
                  <a:pt x="11052" y="55978"/>
                </a:moveTo>
                <a:cubicBezTo>
                  <a:pt x="11023" y="56037"/>
                  <a:pt x="10993" y="56066"/>
                  <a:pt x="10964" y="56125"/>
                </a:cubicBezTo>
                <a:cubicBezTo>
                  <a:pt x="10890" y="56184"/>
                  <a:pt x="10817" y="56213"/>
                  <a:pt x="10743" y="56272"/>
                </a:cubicBezTo>
                <a:cubicBezTo>
                  <a:pt x="10787" y="56213"/>
                  <a:pt x="10817" y="56169"/>
                  <a:pt x="10846" y="56125"/>
                </a:cubicBezTo>
                <a:cubicBezTo>
                  <a:pt x="10934" y="56066"/>
                  <a:pt x="10993" y="56037"/>
                  <a:pt x="11052" y="55978"/>
                </a:cubicBezTo>
                <a:close/>
                <a:moveTo>
                  <a:pt x="11309" y="55989"/>
                </a:moveTo>
                <a:cubicBezTo>
                  <a:pt x="11271" y="56044"/>
                  <a:pt x="11255" y="56100"/>
                  <a:pt x="11214" y="56169"/>
                </a:cubicBezTo>
                <a:cubicBezTo>
                  <a:pt x="11126" y="56213"/>
                  <a:pt x="11037" y="56287"/>
                  <a:pt x="10949" y="56346"/>
                </a:cubicBezTo>
                <a:cubicBezTo>
                  <a:pt x="10964" y="56287"/>
                  <a:pt x="11008" y="56243"/>
                  <a:pt x="11037" y="56184"/>
                </a:cubicBezTo>
                <a:cubicBezTo>
                  <a:pt x="11111" y="56125"/>
                  <a:pt x="11199" y="56066"/>
                  <a:pt x="11273" y="56022"/>
                </a:cubicBezTo>
                <a:cubicBezTo>
                  <a:pt x="11283" y="56002"/>
                  <a:pt x="11299" y="55996"/>
                  <a:pt x="11309" y="55989"/>
                </a:cubicBezTo>
                <a:close/>
                <a:moveTo>
                  <a:pt x="10449" y="56316"/>
                </a:moveTo>
                <a:cubicBezTo>
                  <a:pt x="10449" y="56331"/>
                  <a:pt x="10434" y="56331"/>
                  <a:pt x="10434" y="56346"/>
                </a:cubicBezTo>
                <a:cubicBezTo>
                  <a:pt x="10419" y="56360"/>
                  <a:pt x="10390" y="56360"/>
                  <a:pt x="10375" y="56390"/>
                </a:cubicBezTo>
                <a:cubicBezTo>
                  <a:pt x="10375" y="56360"/>
                  <a:pt x="10375" y="56360"/>
                  <a:pt x="10390" y="56346"/>
                </a:cubicBezTo>
                <a:cubicBezTo>
                  <a:pt x="10405" y="56331"/>
                  <a:pt x="10434" y="56331"/>
                  <a:pt x="10449" y="56316"/>
                </a:cubicBezTo>
                <a:close/>
                <a:moveTo>
                  <a:pt x="11567" y="56037"/>
                </a:moveTo>
                <a:cubicBezTo>
                  <a:pt x="11538" y="56110"/>
                  <a:pt x="11494" y="56199"/>
                  <a:pt x="11479" y="56272"/>
                </a:cubicBezTo>
                <a:cubicBezTo>
                  <a:pt x="11376" y="56331"/>
                  <a:pt x="11273" y="56390"/>
                  <a:pt x="11170" y="56434"/>
                </a:cubicBezTo>
                <a:lnTo>
                  <a:pt x="11273" y="56213"/>
                </a:lnTo>
                <a:cubicBezTo>
                  <a:pt x="11376" y="56140"/>
                  <a:pt x="11479" y="56095"/>
                  <a:pt x="11567" y="56037"/>
                </a:cubicBezTo>
                <a:close/>
                <a:moveTo>
                  <a:pt x="10655" y="56272"/>
                </a:moveTo>
                <a:cubicBezTo>
                  <a:pt x="10611" y="56316"/>
                  <a:pt x="10596" y="56360"/>
                  <a:pt x="10566" y="56405"/>
                </a:cubicBezTo>
                <a:cubicBezTo>
                  <a:pt x="10478" y="56434"/>
                  <a:pt x="10434" y="56493"/>
                  <a:pt x="10360" y="56537"/>
                </a:cubicBezTo>
                <a:cubicBezTo>
                  <a:pt x="10390" y="56493"/>
                  <a:pt x="10434" y="56434"/>
                  <a:pt x="10463" y="56405"/>
                </a:cubicBezTo>
                <a:cubicBezTo>
                  <a:pt x="10522" y="56360"/>
                  <a:pt x="10596" y="56316"/>
                  <a:pt x="10655" y="56272"/>
                </a:cubicBezTo>
                <a:close/>
                <a:moveTo>
                  <a:pt x="10875" y="56287"/>
                </a:moveTo>
                <a:cubicBezTo>
                  <a:pt x="10831" y="56346"/>
                  <a:pt x="10817" y="56405"/>
                  <a:pt x="10787" y="56463"/>
                </a:cubicBezTo>
                <a:cubicBezTo>
                  <a:pt x="10684" y="56508"/>
                  <a:pt x="10596" y="56581"/>
                  <a:pt x="10508" y="56640"/>
                </a:cubicBezTo>
                <a:lnTo>
                  <a:pt x="10611" y="56478"/>
                </a:lnTo>
                <a:cubicBezTo>
                  <a:pt x="10714" y="56405"/>
                  <a:pt x="10802" y="56346"/>
                  <a:pt x="10875" y="56287"/>
                </a:cubicBezTo>
                <a:close/>
                <a:moveTo>
                  <a:pt x="11155" y="56287"/>
                </a:moveTo>
                <a:lnTo>
                  <a:pt x="11155" y="56287"/>
                </a:lnTo>
                <a:cubicBezTo>
                  <a:pt x="11111" y="56360"/>
                  <a:pt x="11096" y="56419"/>
                  <a:pt x="11052" y="56493"/>
                </a:cubicBezTo>
                <a:cubicBezTo>
                  <a:pt x="10949" y="56552"/>
                  <a:pt x="10861" y="56625"/>
                  <a:pt x="10743" y="56684"/>
                </a:cubicBezTo>
                <a:cubicBezTo>
                  <a:pt x="10787" y="56625"/>
                  <a:pt x="10802" y="56552"/>
                  <a:pt x="10831" y="56493"/>
                </a:cubicBezTo>
                <a:cubicBezTo>
                  <a:pt x="10949" y="56434"/>
                  <a:pt x="11052" y="56360"/>
                  <a:pt x="11155" y="56287"/>
                </a:cubicBezTo>
                <a:close/>
                <a:moveTo>
                  <a:pt x="10243" y="56552"/>
                </a:moveTo>
                <a:cubicBezTo>
                  <a:pt x="10228" y="56581"/>
                  <a:pt x="10199" y="56625"/>
                  <a:pt x="10169" y="56655"/>
                </a:cubicBezTo>
                <a:cubicBezTo>
                  <a:pt x="10140" y="56699"/>
                  <a:pt x="10081" y="56714"/>
                  <a:pt x="10037" y="56758"/>
                </a:cubicBezTo>
                <a:lnTo>
                  <a:pt x="10022" y="56772"/>
                </a:lnTo>
                <a:cubicBezTo>
                  <a:pt x="10051" y="56728"/>
                  <a:pt x="10081" y="56699"/>
                  <a:pt x="10110" y="56655"/>
                </a:cubicBezTo>
                <a:cubicBezTo>
                  <a:pt x="10154" y="56625"/>
                  <a:pt x="10213" y="56581"/>
                  <a:pt x="10243" y="56552"/>
                </a:cubicBezTo>
                <a:close/>
                <a:moveTo>
                  <a:pt x="10449" y="56581"/>
                </a:moveTo>
                <a:lnTo>
                  <a:pt x="10449" y="56581"/>
                </a:lnTo>
                <a:cubicBezTo>
                  <a:pt x="10434" y="56625"/>
                  <a:pt x="10390" y="56684"/>
                  <a:pt x="10360" y="56728"/>
                </a:cubicBezTo>
                <a:cubicBezTo>
                  <a:pt x="10287" y="56787"/>
                  <a:pt x="10199" y="56846"/>
                  <a:pt x="10096" y="56905"/>
                </a:cubicBezTo>
                <a:cubicBezTo>
                  <a:pt x="10140" y="56846"/>
                  <a:pt x="10169" y="56787"/>
                  <a:pt x="10228" y="56728"/>
                </a:cubicBezTo>
                <a:cubicBezTo>
                  <a:pt x="10302" y="56684"/>
                  <a:pt x="10375" y="56625"/>
                  <a:pt x="10449" y="56581"/>
                </a:cubicBezTo>
                <a:close/>
                <a:moveTo>
                  <a:pt x="10699" y="56581"/>
                </a:moveTo>
                <a:lnTo>
                  <a:pt x="10699" y="56581"/>
                </a:lnTo>
                <a:cubicBezTo>
                  <a:pt x="10669" y="56655"/>
                  <a:pt x="10655" y="56714"/>
                  <a:pt x="10611" y="56772"/>
                </a:cubicBezTo>
                <a:cubicBezTo>
                  <a:pt x="10522" y="56831"/>
                  <a:pt x="10449" y="56875"/>
                  <a:pt x="10360" y="56934"/>
                </a:cubicBezTo>
                <a:cubicBezTo>
                  <a:pt x="10349" y="56946"/>
                  <a:pt x="10327" y="56948"/>
                  <a:pt x="10312" y="56964"/>
                </a:cubicBezTo>
                <a:lnTo>
                  <a:pt x="10312" y="56964"/>
                </a:lnTo>
                <a:cubicBezTo>
                  <a:pt x="10350" y="56908"/>
                  <a:pt x="10378" y="56841"/>
                  <a:pt x="10405" y="56787"/>
                </a:cubicBezTo>
                <a:cubicBezTo>
                  <a:pt x="10508" y="56714"/>
                  <a:pt x="10611" y="56655"/>
                  <a:pt x="10699" y="56581"/>
                </a:cubicBezTo>
                <a:close/>
                <a:moveTo>
                  <a:pt x="9831" y="56876"/>
                </a:moveTo>
                <a:lnTo>
                  <a:pt x="9831" y="56876"/>
                </a:lnTo>
                <a:cubicBezTo>
                  <a:pt x="9801" y="56905"/>
                  <a:pt x="9786" y="56920"/>
                  <a:pt x="9786" y="56934"/>
                </a:cubicBezTo>
                <a:cubicBezTo>
                  <a:pt x="9772" y="56949"/>
                  <a:pt x="9728" y="56978"/>
                  <a:pt x="9713" y="56993"/>
                </a:cubicBezTo>
                <a:cubicBezTo>
                  <a:pt x="9728" y="56978"/>
                  <a:pt x="9728" y="56949"/>
                  <a:pt x="9742" y="56934"/>
                </a:cubicBezTo>
                <a:cubicBezTo>
                  <a:pt x="9772" y="56920"/>
                  <a:pt x="9801" y="56905"/>
                  <a:pt x="9831" y="56876"/>
                </a:cubicBezTo>
                <a:close/>
                <a:moveTo>
                  <a:pt x="10037" y="56861"/>
                </a:moveTo>
                <a:cubicBezTo>
                  <a:pt x="10007" y="56920"/>
                  <a:pt x="9963" y="56949"/>
                  <a:pt x="9948" y="57008"/>
                </a:cubicBezTo>
                <a:cubicBezTo>
                  <a:pt x="9875" y="57052"/>
                  <a:pt x="9801" y="57096"/>
                  <a:pt x="9728" y="57140"/>
                </a:cubicBezTo>
                <a:cubicBezTo>
                  <a:pt x="9772" y="57081"/>
                  <a:pt x="9801" y="57052"/>
                  <a:pt x="9845" y="56993"/>
                </a:cubicBezTo>
                <a:cubicBezTo>
                  <a:pt x="9919" y="56949"/>
                  <a:pt x="9978" y="56905"/>
                  <a:pt x="10037" y="56861"/>
                </a:cubicBezTo>
                <a:close/>
                <a:moveTo>
                  <a:pt x="10272" y="56905"/>
                </a:moveTo>
                <a:cubicBezTo>
                  <a:pt x="10228" y="56949"/>
                  <a:pt x="10199" y="57023"/>
                  <a:pt x="10169" y="57081"/>
                </a:cubicBezTo>
                <a:cubicBezTo>
                  <a:pt x="10081" y="57140"/>
                  <a:pt x="9978" y="57214"/>
                  <a:pt x="9875" y="57273"/>
                </a:cubicBezTo>
                <a:cubicBezTo>
                  <a:pt x="9919" y="57199"/>
                  <a:pt x="9978" y="57140"/>
                  <a:pt x="10007" y="57067"/>
                </a:cubicBezTo>
                <a:cubicBezTo>
                  <a:pt x="10081" y="57008"/>
                  <a:pt x="10169" y="56949"/>
                  <a:pt x="10272" y="56905"/>
                </a:cubicBezTo>
                <a:close/>
                <a:moveTo>
                  <a:pt x="9639" y="57140"/>
                </a:moveTo>
                <a:lnTo>
                  <a:pt x="9639" y="57140"/>
                </a:lnTo>
                <a:cubicBezTo>
                  <a:pt x="9610" y="57170"/>
                  <a:pt x="9580" y="57214"/>
                  <a:pt x="9551" y="57258"/>
                </a:cubicBezTo>
                <a:lnTo>
                  <a:pt x="9374" y="57376"/>
                </a:lnTo>
                <a:cubicBezTo>
                  <a:pt x="9404" y="57317"/>
                  <a:pt x="9433" y="57288"/>
                  <a:pt x="9477" y="57243"/>
                </a:cubicBezTo>
                <a:lnTo>
                  <a:pt x="9639" y="57140"/>
                </a:lnTo>
                <a:close/>
                <a:moveTo>
                  <a:pt x="9831" y="57170"/>
                </a:moveTo>
                <a:cubicBezTo>
                  <a:pt x="9801" y="57229"/>
                  <a:pt x="9772" y="57288"/>
                  <a:pt x="9728" y="57346"/>
                </a:cubicBezTo>
                <a:lnTo>
                  <a:pt x="9463" y="57508"/>
                </a:lnTo>
                <a:cubicBezTo>
                  <a:pt x="9492" y="57449"/>
                  <a:pt x="9551" y="57376"/>
                  <a:pt x="9580" y="57317"/>
                </a:cubicBezTo>
                <a:cubicBezTo>
                  <a:pt x="9654" y="57258"/>
                  <a:pt x="9757" y="57229"/>
                  <a:pt x="9831" y="57170"/>
                </a:cubicBezTo>
                <a:close/>
                <a:moveTo>
                  <a:pt x="9170" y="57449"/>
                </a:moveTo>
                <a:cubicBezTo>
                  <a:pt x="9159" y="57462"/>
                  <a:pt x="9147" y="57478"/>
                  <a:pt x="9139" y="57494"/>
                </a:cubicBezTo>
                <a:cubicBezTo>
                  <a:pt x="9126" y="57500"/>
                  <a:pt x="9111" y="57506"/>
                  <a:pt x="9097" y="57512"/>
                </a:cubicBezTo>
                <a:lnTo>
                  <a:pt x="9097" y="57512"/>
                </a:lnTo>
                <a:cubicBezTo>
                  <a:pt x="9101" y="57507"/>
                  <a:pt x="9106" y="57501"/>
                  <a:pt x="9110" y="57494"/>
                </a:cubicBezTo>
                <a:cubicBezTo>
                  <a:pt x="9128" y="57475"/>
                  <a:pt x="9151" y="57463"/>
                  <a:pt x="9170" y="57449"/>
                </a:cubicBezTo>
                <a:close/>
                <a:moveTo>
                  <a:pt x="9408" y="57434"/>
                </a:moveTo>
                <a:lnTo>
                  <a:pt x="9301" y="57582"/>
                </a:lnTo>
                <a:cubicBezTo>
                  <a:pt x="9227" y="57611"/>
                  <a:pt x="9154" y="57670"/>
                  <a:pt x="9065" y="57714"/>
                </a:cubicBezTo>
                <a:cubicBezTo>
                  <a:pt x="9124" y="57670"/>
                  <a:pt x="9168" y="57611"/>
                  <a:pt x="9198" y="57567"/>
                </a:cubicBezTo>
                <a:cubicBezTo>
                  <a:pt x="9271" y="57523"/>
                  <a:pt x="9330" y="57494"/>
                  <a:pt x="9404" y="57435"/>
                </a:cubicBezTo>
                <a:cubicBezTo>
                  <a:pt x="9404" y="57435"/>
                  <a:pt x="9406" y="57435"/>
                  <a:pt x="9408" y="57434"/>
                </a:cubicBezTo>
                <a:close/>
                <a:moveTo>
                  <a:pt x="8992" y="57685"/>
                </a:moveTo>
                <a:lnTo>
                  <a:pt x="8992" y="57685"/>
                </a:lnTo>
                <a:cubicBezTo>
                  <a:pt x="8962" y="57729"/>
                  <a:pt x="8918" y="57773"/>
                  <a:pt x="8889" y="57832"/>
                </a:cubicBezTo>
                <a:cubicBezTo>
                  <a:pt x="8830" y="57876"/>
                  <a:pt x="8771" y="57891"/>
                  <a:pt x="8742" y="57935"/>
                </a:cubicBezTo>
                <a:cubicBezTo>
                  <a:pt x="8727" y="57935"/>
                  <a:pt x="8727" y="57950"/>
                  <a:pt x="8697" y="57950"/>
                </a:cubicBezTo>
                <a:cubicBezTo>
                  <a:pt x="8756" y="57876"/>
                  <a:pt x="8800" y="57832"/>
                  <a:pt x="8830" y="57803"/>
                </a:cubicBezTo>
                <a:lnTo>
                  <a:pt x="8992" y="57685"/>
                </a:lnTo>
                <a:close/>
                <a:moveTo>
                  <a:pt x="8565" y="57950"/>
                </a:moveTo>
                <a:cubicBezTo>
                  <a:pt x="8550" y="57979"/>
                  <a:pt x="8521" y="58009"/>
                  <a:pt x="8491" y="58038"/>
                </a:cubicBezTo>
                <a:cubicBezTo>
                  <a:pt x="8462" y="58053"/>
                  <a:pt x="8418" y="58082"/>
                  <a:pt x="8374" y="58112"/>
                </a:cubicBezTo>
                <a:cubicBezTo>
                  <a:pt x="8403" y="58082"/>
                  <a:pt x="8447" y="58053"/>
                  <a:pt x="8462" y="58023"/>
                </a:cubicBezTo>
                <a:cubicBezTo>
                  <a:pt x="8506" y="58009"/>
                  <a:pt x="8536" y="57964"/>
                  <a:pt x="8565" y="57950"/>
                </a:cubicBezTo>
                <a:close/>
                <a:moveTo>
                  <a:pt x="15791" y="54903"/>
                </a:moveTo>
                <a:cubicBezTo>
                  <a:pt x="15879" y="56493"/>
                  <a:pt x="16335" y="58038"/>
                  <a:pt x="16777" y="59554"/>
                </a:cubicBezTo>
                <a:cubicBezTo>
                  <a:pt x="17277" y="61246"/>
                  <a:pt x="17792" y="62968"/>
                  <a:pt x="17778" y="64734"/>
                </a:cubicBezTo>
                <a:cubicBezTo>
                  <a:pt x="17778" y="67736"/>
                  <a:pt x="16188" y="70635"/>
                  <a:pt x="13701" y="72313"/>
                </a:cubicBezTo>
                <a:cubicBezTo>
                  <a:pt x="15864" y="70562"/>
                  <a:pt x="17159" y="67766"/>
                  <a:pt x="17145" y="64808"/>
                </a:cubicBezTo>
                <a:cubicBezTo>
                  <a:pt x="17145" y="63100"/>
                  <a:pt x="16688" y="61408"/>
                  <a:pt x="16262" y="59789"/>
                </a:cubicBezTo>
                <a:cubicBezTo>
                  <a:pt x="15835" y="58215"/>
                  <a:pt x="15423" y="56596"/>
                  <a:pt x="15393" y="54977"/>
                </a:cubicBezTo>
                <a:cubicBezTo>
                  <a:pt x="15526" y="54962"/>
                  <a:pt x="15658" y="54933"/>
                  <a:pt x="15791" y="54903"/>
                </a:cubicBezTo>
                <a:close/>
                <a:moveTo>
                  <a:pt x="15320" y="55006"/>
                </a:moveTo>
                <a:cubicBezTo>
                  <a:pt x="15335" y="56640"/>
                  <a:pt x="15776" y="58244"/>
                  <a:pt x="16188" y="59819"/>
                </a:cubicBezTo>
                <a:cubicBezTo>
                  <a:pt x="16630" y="61438"/>
                  <a:pt x="17071" y="63130"/>
                  <a:pt x="17071" y="64822"/>
                </a:cubicBezTo>
                <a:cubicBezTo>
                  <a:pt x="17086" y="67927"/>
                  <a:pt x="15629" y="70856"/>
                  <a:pt x="13260" y="72548"/>
                </a:cubicBezTo>
                <a:cubicBezTo>
                  <a:pt x="15320" y="70782"/>
                  <a:pt x="16497" y="67972"/>
                  <a:pt x="16468" y="64881"/>
                </a:cubicBezTo>
                <a:cubicBezTo>
                  <a:pt x="16453" y="63248"/>
                  <a:pt x="16056" y="61629"/>
                  <a:pt x="15688" y="60069"/>
                </a:cubicBezTo>
                <a:cubicBezTo>
                  <a:pt x="15305" y="58421"/>
                  <a:pt x="14893" y="56758"/>
                  <a:pt x="14952" y="55080"/>
                </a:cubicBezTo>
                <a:cubicBezTo>
                  <a:pt x="15084" y="55036"/>
                  <a:pt x="15217" y="55021"/>
                  <a:pt x="15320" y="55006"/>
                </a:cubicBezTo>
                <a:close/>
                <a:moveTo>
                  <a:pt x="14864" y="55095"/>
                </a:moveTo>
                <a:lnTo>
                  <a:pt x="14864" y="55095"/>
                </a:lnTo>
                <a:cubicBezTo>
                  <a:pt x="14834" y="56772"/>
                  <a:pt x="15217" y="58450"/>
                  <a:pt x="15614" y="60084"/>
                </a:cubicBezTo>
                <a:cubicBezTo>
                  <a:pt x="15982" y="61644"/>
                  <a:pt x="16365" y="63248"/>
                  <a:pt x="16394" y="64881"/>
                </a:cubicBezTo>
                <a:cubicBezTo>
                  <a:pt x="16424" y="68119"/>
                  <a:pt x="15099" y="71062"/>
                  <a:pt x="12862" y="72799"/>
                </a:cubicBezTo>
                <a:cubicBezTo>
                  <a:pt x="14790" y="71003"/>
                  <a:pt x="15820" y="68251"/>
                  <a:pt x="15761" y="64955"/>
                </a:cubicBezTo>
                <a:cubicBezTo>
                  <a:pt x="15747" y="63395"/>
                  <a:pt x="15408" y="61864"/>
                  <a:pt x="15099" y="60378"/>
                </a:cubicBezTo>
                <a:cubicBezTo>
                  <a:pt x="14731" y="58597"/>
                  <a:pt x="14363" y="56905"/>
                  <a:pt x="14496" y="55183"/>
                </a:cubicBezTo>
                <a:cubicBezTo>
                  <a:pt x="14628" y="55154"/>
                  <a:pt x="14731" y="55139"/>
                  <a:pt x="14864" y="55095"/>
                </a:cubicBezTo>
                <a:close/>
                <a:moveTo>
                  <a:pt x="14407" y="55213"/>
                </a:moveTo>
                <a:lnTo>
                  <a:pt x="14407" y="55213"/>
                </a:lnTo>
                <a:cubicBezTo>
                  <a:pt x="14290" y="56934"/>
                  <a:pt x="14643" y="58627"/>
                  <a:pt x="15011" y="60393"/>
                </a:cubicBezTo>
                <a:cubicBezTo>
                  <a:pt x="15320" y="61864"/>
                  <a:pt x="15644" y="63395"/>
                  <a:pt x="15673" y="64955"/>
                </a:cubicBezTo>
                <a:cubicBezTo>
                  <a:pt x="15747" y="68398"/>
                  <a:pt x="14613" y="71253"/>
                  <a:pt x="12480" y="73019"/>
                </a:cubicBezTo>
                <a:cubicBezTo>
                  <a:pt x="14246" y="71224"/>
                  <a:pt x="15143" y="68472"/>
                  <a:pt x="15070" y="65028"/>
                </a:cubicBezTo>
                <a:cubicBezTo>
                  <a:pt x="15026" y="63557"/>
                  <a:pt x="14775" y="62129"/>
                  <a:pt x="14510" y="60731"/>
                </a:cubicBezTo>
                <a:cubicBezTo>
                  <a:pt x="14157" y="58862"/>
                  <a:pt x="13848" y="57096"/>
                  <a:pt x="14054" y="55301"/>
                </a:cubicBezTo>
                <a:cubicBezTo>
                  <a:pt x="14157" y="55257"/>
                  <a:pt x="14290" y="55227"/>
                  <a:pt x="14407" y="55213"/>
                </a:cubicBezTo>
                <a:close/>
                <a:moveTo>
                  <a:pt x="13995" y="55316"/>
                </a:moveTo>
                <a:lnTo>
                  <a:pt x="13995" y="55316"/>
                </a:lnTo>
                <a:cubicBezTo>
                  <a:pt x="13804" y="57096"/>
                  <a:pt x="14128" y="58862"/>
                  <a:pt x="14466" y="60716"/>
                </a:cubicBezTo>
                <a:cubicBezTo>
                  <a:pt x="14716" y="62100"/>
                  <a:pt x="14981" y="63557"/>
                  <a:pt x="15011" y="65014"/>
                </a:cubicBezTo>
                <a:cubicBezTo>
                  <a:pt x="15084" y="68546"/>
                  <a:pt x="14128" y="71342"/>
                  <a:pt x="12274" y="73108"/>
                </a:cubicBezTo>
                <a:cubicBezTo>
                  <a:pt x="12229" y="73122"/>
                  <a:pt x="12215" y="73137"/>
                  <a:pt x="12200" y="73137"/>
                </a:cubicBezTo>
                <a:cubicBezTo>
                  <a:pt x="13775" y="71342"/>
                  <a:pt x="14481" y="68766"/>
                  <a:pt x="14393" y="65087"/>
                </a:cubicBezTo>
                <a:cubicBezTo>
                  <a:pt x="14349" y="63719"/>
                  <a:pt x="14143" y="62394"/>
                  <a:pt x="13951" y="61114"/>
                </a:cubicBezTo>
                <a:cubicBezTo>
                  <a:pt x="13627" y="59156"/>
                  <a:pt x="13363" y="57302"/>
                  <a:pt x="13657" y="55433"/>
                </a:cubicBezTo>
                <a:cubicBezTo>
                  <a:pt x="13760" y="55389"/>
                  <a:pt x="13892" y="55360"/>
                  <a:pt x="13995" y="55316"/>
                </a:cubicBezTo>
                <a:close/>
                <a:moveTo>
                  <a:pt x="13524" y="55477"/>
                </a:moveTo>
                <a:lnTo>
                  <a:pt x="13524" y="55477"/>
                </a:lnTo>
                <a:cubicBezTo>
                  <a:pt x="13245" y="57346"/>
                  <a:pt x="13524" y="59201"/>
                  <a:pt x="13833" y="61143"/>
                </a:cubicBezTo>
                <a:cubicBezTo>
                  <a:pt x="14040" y="62438"/>
                  <a:pt x="14246" y="63763"/>
                  <a:pt x="14275" y="65117"/>
                </a:cubicBezTo>
                <a:cubicBezTo>
                  <a:pt x="14407" y="68840"/>
                  <a:pt x="13672" y="71430"/>
                  <a:pt x="12009" y="73211"/>
                </a:cubicBezTo>
                <a:cubicBezTo>
                  <a:pt x="11979" y="73240"/>
                  <a:pt x="11965" y="73240"/>
                  <a:pt x="11920" y="73255"/>
                </a:cubicBezTo>
                <a:cubicBezTo>
                  <a:pt x="13613" y="71047"/>
                  <a:pt x="13760" y="68060"/>
                  <a:pt x="13672" y="65161"/>
                </a:cubicBezTo>
                <a:cubicBezTo>
                  <a:pt x="13627" y="63925"/>
                  <a:pt x="13466" y="62733"/>
                  <a:pt x="13318" y="61570"/>
                </a:cubicBezTo>
                <a:cubicBezTo>
                  <a:pt x="13039" y="59495"/>
                  <a:pt x="12803" y="57538"/>
                  <a:pt x="13186" y="55595"/>
                </a:cubicBezTo>
                <a:lnTo>
                  <a:pt x="13524" y="55477"/>
                </a:lnTo>
                <a:close/>
                <a:moveTo>
                  <a:pt x="13112" y="55610"/>
                </a:moveTo>
                <a:cubicBezTo>
                  <a:pt x="12730" y="57567"/>
                  <a:pt x="12980" y="59510"/>
                  <a:pt x="13260" y="61570"/>
                </a:cubicBezTo>
                <a:cubicBezTo>
                  <a:pt x="13407" y="62733"/>
                  <a:pt x="13569" y="63939"/>
                  <a:pt x="13613" y="65161"/>
                </a:cubicBezTo>
                <a:cubicBezTo>
                  <a:pt x="13701" y="68104"/>
                  <a:pt x="13539" y="71121"/>
                  <a:pt x="11788" y="73314"/>
                </a:cubicBezTo>
                <a:cubicBezTo>
                  <a:pt x="11744" y="73343"/>
                  <a:pt x="11700" y="73343"/>
                  <a:pt x="11670" y="73358"/>
                </a:cubicBezTo>
                <a:cubicBezTo>
                  <a:pt x="13083" y="71209"/>
                  <a:pt x="13112" y="68501"/>
                  <a:pt x="12995" y="65234"/>
                </a:cubicBezTo>
                <a:cubicBezTo>
                  <a:pt x="12951" y="64160"/>
                  <a:pt x="12847" y="63115"/>
                  <a:pt x="12730" y="62100"/>
                </a:cubicBezTo>
                <a:cubicBezTo>
                  <a:pt x="12509" y="59878"/>
                  <a:pt x="12288" y="57803"/>
                  <a:pt x="12789" y="55742"/>
                </a:cubicBezTo>
                <a:cubicBezTo>
                  <a:pt x="12892" y="55698"/>
                  <a:pt x="13009" y="55654"/>
                  <a:pt x="13112" y="55610"/>
                </a:cubicBezTo>
                <a:close/>
                <a:moveTo>
                  <a:pt x="11881" y="73374"/>
                </a:moveTo>
                <a:cubicBezTo>
                  <a:pt x="11888" y="73374"/>
                  <a:pt x="11881" y="73387"/>
                  <a:pt x="11861" y="73387"/>
                </a:cubicBezTo>
                <a:cubicBezTo>
                  <a:pt x="11871" y="73377"/>
                  <a:pt x="11878" y="73374"/>
                  <a:pt x="11881" y="73374"/>
                </a:cubicBezTo>
                <a:close/>
                <a:moveTo>
                  <a:pt x="11861" y="73387"/>
                </a:moveTo>
                <a:lnTo>
                  <a:pt x="11861" y="73387"/>
                </a:lnTo>
                <a:cubicBezTo>
                  <a:pt x="11847" y="73402"/>
                  <a:pt x="11832" y="73402"/>
                  <a:pt x="11817" y="73417"/>
                </a:cubicBezTo>
                <a:lnTo>
                  <a:pt x="11832" y="73402"/>
                </a:lnTo>
                <a:cubicBezTo>
                  <a:pt x="11847" y="73387"/>
                  <a:pt x="11861" y="73387"/>
                  <a:pt x="11861" y="73387"/>
                </a:cubicBezTo>
                <a:close/>
                <a:moveTo>
                  <a:pt x="12686" y="55801"/>
                </a:moveTo>
                <a:lnTo>
                  <a:pt x="12686" y="55801"/>
                </a:lnTo>
                <a:cubicBezTo>
                  <a:pt x="12215" y="57861"/>
                  <a:pt x="12421" y="59936"/>
                  <a:pt x="12656" y="62144"/>
                </a:cubicBezTo>
                <a:cubicBezTo>
                  <a:pt x="12759" y="63159"/>
                  <a:pt x="12877" y="64204"/>
                  <a:pt x="12906" y="65249"/>
                </a:cubicBezTo>
                <a:cubicBezTo>
                  <a:pt x="13039" y="68560"/>
                  <a:pt x="13009" y="71283"/>
                  <a:pt x="11538" y="73431"/>
                </a:cubicBezTo>
                <a:cubicBezTo>
                  <a:pt x="11494" y="73461"/>
                  <a:pt x="11435" y="73476"/>
                  <a:pt x="11405" y="73490"/>
                </a:cubicBezTo>
                <a:cubicBezTo>
                  <a:pt x="12568" y="71401"/>
                  <a:pt x="12450" y="68869"/>
                  <a:pt x="12318" y="66000"/>
                </a:cubicBezTo>
                <a:cubicBezTo>
                  <a:pt x="12303" y="65764"/>
                  <a:pt x="12303" y="65543"/>
                  <a:pt x="12288" y="65308"/>
                </a:cubicBezTo>
                <a:cubicBezTo>
                  <a:pt x="12244" y="64454"/>
                  <a:pt x="12185" y="63616"/>
                  <a:pt x="12126" y="62791"/>
                </a:cubicBezTo>
                <a:cubicBezTo>
                  <a:pt x="11935" y="60407"/>
                  <a:pt x="11758" y="58171"/>
                  <a:pt x="12347" y="55992"/>
                </a:cubicBezTo>
                <a:cubicBezTo>
                  <a:pt x="12347" y="55978"/>
                  <a:pt x="12362" y="55948"/>
                  <a:pt x="12362" y="55919"/>
                </a:cubicBezTo>
                <a:cubicBezTo>
                  <a:pt x="12465" y="55875"/>
                  <a:pt x="12583" y="55831"/>
                  <a:pt x="12686" y="55801"/>
                </a:cubicBezTo>
                <a:close/>
                <a:moveTo>
                  <a:pt x="11660" y="73469"/>
                </a:moveTo>
                <a:cubicBezTo>
                  <a:pt x="11649" y="73474"/>
                  <a:pt x="11641" y="73482"/>
                  <a:pt x="11641" y="73490"/>
                </a:cubicBezTo>
                <a:cubicBezTo>
                  <a:pt x="11611" y="73505"/>
                  <a:pt x="11597" y="73505"/>
                  <a:pt x="11552" y="73534"/>
                </a:cubicBezTo>
                <a:cubicBezTo>
                  <a:pt x="11567" y="73505"/>
                  <a:pt x="11567" y="73490"/>
                  <a:pt x="11597" y="73490"/>
                </a:cubicBezTo>
                <a:cubicBezTo>
                  <a:pt x="11620" y="73479"/>
                  <a:pt x="11634" y="73476"/>
                  <a:pt x="11660" y="73469"/>
                </a:cubicBezTo>
                <a:close/>
                <a:moveTo>
                  <a:pt x="12288" y="55963"/>
                </a:moveTo>
                <a:lnTo>
                  <a:pt x="12288" y="55978"/>
                </a:lnTo>
                <a:cubicBezTo>
                  <a:pt x="11685" y="58171"/>
                  <a:pt x="11861" y="60407"/>
                  <a:pt x="12053" y="62806"/>
                </a:cubicBezTo>
                <a:cubicBezTo>
                  <a:pt x="12126" y="63616"/>
                  <a:pt x="12185" y="64454"/>
                  <a:pt x="12215" y="65323"/>
                </a:cubicBezTo>
                <a:cubicBezTo>
                  <a:pt x="12229" y="65558"/>
                  <a:pt x="12229" y="65779"/>
                  <a:pt x="12259" y="66029"/>
                </a:cubicBezTo>
                <a:cubicBezTo>
                  <a:pt x="12377" y="68928"/>
                  <a:pt x="12494" y="71445"/>
                  <a:pt x="11302" y="73534"/>
                </a:cubicBezTo>
                <a:cubicBezTo>
                  <a:pt x="11243" y="73549"/>
                  <a:pt x="11199" y="73564"/>
                  <a:pt x="11155" y="73579"/>
                </a:cubicBezTo>
                <a:cubicBezTo>
                  <a:pt x="12009" y="71665"/>
                  <a:pt x="11861" y="69517"/>
                  <a:pt x="11700" y="67074"/>
                </a:cubicBezTo>
                <a:cubicBezTo>
                  <a:pt x="11670" y="66515"/>
                  <a:pt x="11626" y="65970"/>
                  <a:pt x="11597" y="65382"/>
                </a:cubicBezTo>
                <a:cubicBezTo>
                  <a:pt x="11552" y="64808"/>
                  <a:pt x="11523" y="64219"/>
                  <a:pt x="11494" y="63674"/>
                </a:cubicBezTo>
                <a:cubicBezTo>
                  <a:pt x="11332" y="61055"/>
                  <a:pt x="11170" y="58597"/>
                  <a:pt x="11920" y="56257"/>
                </a:cubicBezTo>
                <a:cubicBezTo>
                  <a:pt x="11935" y="56199"/>
                  <a:pt x="11965" y="56169"/>
                  <a:pt x="11979" y="56110"/>
                </a:cubicBezTo>
                <a:cubicBezTo>
                  <a:pt x="12082" y="56051"/>
                  <a:pt x="12185" y="56022"/>
                  <a:pt x="12288" y="55963"/>
                </a:cubicBezTo>
                <a:close/>
                <a:moveTo>
                  <a:pt x="11449" y="73549"/>
                </a:moveTo>
                <a:cubicBezTo>
                  <a:pt x="11420" y="73564"/>
                  <a:pt x="11420" y="73579"/>
                  <a:pt x="11405" y="73608"/>
                </a:cubicBezTo>
                <a:cubicBezTo>
                  <a:pt x="11376" y="73608"/>
                  <a:pt x="11332" y="73623"/>
                  <a:pt x="11302" y="73637"/>
                </a:cubicBezTo>
                <a:cubicBezTo>
                  <a:pt x="11317" y="73623"/>
                  <a:pt x="11317" y="73608"/>
                  <a:pt x="11332" y="73579"/>
                </a:cubicBezTo>
                <a:cubicBezTo>
                  <a:pt x="11376" y="73564"/>
                  <a:pt x="11405" y="73549"/>
                  <a:pt x="11449" y="73549"/>
                </a:cubicBezTo>
                <a:close/>
                <a:moveTo>
                  <a:pt x="11861" y="56169"/>
                </a:moveTo>
                <a:cubicBezTo>
                  <a:pt x="11861" y="56184"/>
                  <a:pt x="11847" y="56213"/>
                  <a:pt x="11847" y="56243"/>
                </a:cubicBezTo>
                <a:cubicBezTo>
                  <a:pt x="11111" y="58568"/>
                  <a:pt x="11258" y="61055"/>
                  <a:pt x="11420" y="63689"/>
                </a:cubicBezTo>
                <a:cubicBezTo>
                  <a:pt x="11464" y="64234"/>
                  <a:pt x="11494" y="64822"/>
                  <a:pt x="11523" y="65396"/>
                </a:cubicBezTo>
                <a:cubicBezTo>
                  <a:pt x="11552" y="65970"/>
                  <a:pt x="11597" y="66544"/>
                  <a:pt x="11626" y="67089"/>
                </a:cubicBezTo>
                <a:cubicBezTo>
                  <a:pt x="11788" y="69576"/>
                  <a:pt x="11935" y="71724"/>
                  <a:pt x="11023" y="73623"/>
                </a:cubicBezTo>
                <a:cubicBezTo>
                  <a:pt x="10964" y="73623"/>
                  <a:pt x="10905" y="73637"/>
                  <a:pt x="10846" y="73652"/>
                </a:cubicBezTo>
                <a:cubicBezTo>
                  <a:pt x="11508" y="71916"/>
                  <a:pt x="11332" y="70017"/>
                  <a:pt x="11111" y="67839"/>
                </a:cubicBezTo>
                <a:cubicBezTo>
                  <a:pt x="11037" y="67074"/>
                  <a:pt x="10949" y="66265"/>
                  <a:pt x="10905" y="65440"/>
                </a:cubicBezTo>
                <a:lnTo>
                  <a:pt x="10875" y="64881"/>
                </a:lnTo>
                <a:cubicBezTo>
                  <a:pt x="10714" y="61908"/>
                  <a:pt x="10537" y="59083"/>
                  <a:pt x="11479" y="56508"/>
                </a:cubicBezTo>
                <a:cubicBezTo>
                  <a:pt x="11494" y="56463"/>
                  <a:pt x="11538" y="56390"/>
                  <a:pt x="11552" y="56331"/>
                </a:cubicBezTo>
                <a:cubicBezTo>
                  <a:pt x="11670" y="56272"/>
                  <a:pt x="11758" y="56213"/>
                  <a:pt x="11861" y="56169"/>
                </a:cubicBezTo>
                <a:close/>
                <a:moveTo>
                  <a:pt x="11491" y="73646"/>
                </a:moveTo>
                <a:cubicBezTo>
                  <a:pt x="11493" y="73646"/>
                  <a:pt x="11494" y="73648"/>
                  <a:pt x="11494" y="73652"/>
                </a:cubicBezTo>
                <a:cubicBezTo>
                  <a:pt x="11479" y="73682"/>
                  <a:pt x="11464" y="73682"/>
                  <a:pt x="11449" y="73696"/>
                </a:cubicBezTo>
                <a:lnTo>
                  <a:pt x="11464" y="73682"/>
                </a:lnTo>
                <a:cubicBezTo>
                  <a:pt x="11475" y="73660"/>
                  <a:pt x="11486" y="73646"/>
                  <a:pt x="11491" y="73646"/>
                </a:cubicBezTo>
                <a:close/>
                <a:moveTo>
                  <a:pt x="11199" y="73623"/>
                </a:moveTo>
                <a:lnTo>
                  <a:pt x="11199" y="73623"/>
                </a:lnTo>
                <a:cubicBezTo>
                  <a:pt x="11185" y="73637"/>
                  <a:pt x="11170" y="73682"/>
                  <a:pt x="11170" y="73696"/>
                </a:cubicBezTo>
                <a:cubicBezTo>
                  <a:pt x="11126" y="73711"/>
                  <a:pt x="11082" y="73726"/>
                  <a:pt x="11037" y="73755"/>
                </a:cubicBezTo>
                <a:cubicBezTo>
                  <a:pt x="11052" y="73726"/>
                  <a:pt x="11052" y="73696"/>
                  <a:pt x="11082" y="73682"/>
                </a:cubicBezTo>
                <a:cubicBezTo>
                  <a:pt x="11111" y="73652"/>
                  <a:pt x="11170" y="73637"/>
                  <a:pt x="11199" y="73623"/>
                </a:cubicBezTo>
                <a:close/>
                <a:moveTo>
                  <a:pt x="11449" y="56375"/>
                </a:moveTo>
                <a:lnTo>
                  <a:pt x="11449" y="56375"/>
                </a:lnTo>
                <a:cubicBezTo>
                  <a:pt x="11420" y="56419"/>
                  <a:pt x="11420" y="56449"/>
                  <a:pt x="11405" y="56493"/>
                </a:cubicBezTo>
                <a:cubicBezTo>
                  <a:pt x="10463" y="59083"/>
                  <a:pt x="10625" y="61923"/>
                  <a:pt x="10802" y="64896"/>
                </a:cubicBezTo>
                <a:lnTo>
                  <a:pt x="10831" y="65455"/>
                </a:lnTo>
                <a:cubicBezTo>
                  <a:pt x="10875" y="66294"/>
                  <a:pt x="10964" y="67089"/>
                  <a:pt x="11037" y="67869"/>
                </a:cubicBezTo>
                <a:cubicBezTo>
                  <a:pt x="11258" y="70032"/>
                  <a:pt x="11464" y="71945"/>
                  <a:pt x="10758" y="73696"/>
                </a:cubicBezTo>
                <a:cubicBezTo>
                  <a:pt x="10684" y="73711"/>
                  <a:pt x="10640" y="73726"/>
                  <a:pt x="10581" y="73770"/>
                </a:cubicBezTo>
                <a:cubicBezTo>
                  <a:pt x="11082" y="72136"/>
                  <a:pt x="10817" y="70415"/>
                  <a:pt x="10537" y="68487"/>
                </a:cubicBezTo>
                <a:cubicBezTo>
                  <a:pt x="10405" y="67545"/>
                  <a:pt x="10257" y="66574"/>
                  <a:pt x="10213" y="65529"/>
                </a:cubicBezTo>
                <a:cubicBezTo>
                  <a:pt x="10022" y="62453"/>
                  <a:pt x="9948" y="59480"/>
                  <a:pt x="11037" y="56772"/>
                </a:cubicBezTo>
                <a:cubicBezTo>
                  <a:pt x="11082" y="56699"/>
                  <a:pt x="11096" y="56625"/>
                  <a:pt x="11126" y="56566"/>
                </a:cubicBezTo>
                <a:cubicBezTo>
                  <a:pt x="11243" y="56508"/>
                  <a:pt x="11332" y="56434"/>
                  <a:pt x="11449" y="56375"/>
                </a:cubicBezTo>
                <a:close/>
                <a:moveTo>
                  <a:pt x="11296" y="73750"/>
                </a:moveTo>
                <a:cubicBezTo>
                  <a:pt x="11291" y="73757"/>
                  <a:pt x="11284" y="73764"/>
                  <a:pt x="11273" y="73770"/>
                </a:cubicBezTo>
                <a:cubicBezTo>
                  <a:pt x="11258" y="73785"/>
                  <a:pt x="11229" y="73799"/>
                  <a:pt x="11199" y="73799"/>
                </a:cubicBezTo>
                <a:cubicBezTo>
                  <a:pt x="11214" y="73785"/>
                  <a:pt x="11214" y="73770"/>
                  <a:pt x="11243" y="73770"/>
                </a:cubicBezTo>
                <a:cubicBezTo>
                  <a:pt x="11261" y="73761"/>
                  <a:pt x="11279" y="73757"/>
                  <a:pt x="11296" y="73750"/>
                </a:cubicBezTo>
                <a:close/>
                <a:moveTo>
                  <a:pt x="11008" y="56625"/>
                </a:moveTo>
                <a:lnTo>
                  <a:pt x="10949" y="56728"/>
                </a:lnTo>
                <a:cubicBezTo>
                  <a:pt x="9860" y="59436"/>
                  <a:pt x="9934" y="62438"/>
                  <a:pt x="10125" y="65514"/>
                </a:cubicBezTo>
                <a:cubicBezTo>
                  <a:pt x="10169" y="66559"/>
                  <a:pt x="10316" y="67530"/>
                  <a:pt x="10449" y="68472"/>
                </a:cubicBezTo>
                <a:cubicBezTo>
                  <a:pt x="10728" y="70415"/>
                  <a:pt x="10978" y="72136"/>
                  <a:pt x="10463" y="73770"/>
                </a:cubicBezTo>
                <a:cubicBezTo>
                  <a:pt x="10419" y="73785"/>
                  <a:pt x="10346" y="73799"/>
                  <a:pt x="10287" y="73829"/>
                </a:cubicBezTo>
                <a:cubicBezTo>
                  <a:pt x="10640" y="72254"/>
                  <a:pt x="10316" y="70635"/>
                  <a:pt x="9992" y="68928"/>
                </a:cubicBezTo>
                <a:cubicBezTo>
                  <a:pt x="9786" y="67869"/>
                  <a:pt x="9566" y="66735"/>
                  <a:pt x="9492" y="65543"/>
                </a:cubicBezTo>
                <a:cubicBezTo>
                  <a:pt x="9242" y="61776"/>
                  <a:pt x="9566" y="59215"/>
                  <a:pt x="10581" y="56993"/>
                </a:cubicBezTo>
                <a:cubicBezTo>
                  <a:pt x="10611" y="56920"/>
                  <a:pt x="10640" y="56861"/>
                  <a:pt x="10669" y="56787"/>
                </a:cubicBezTo>
                <a:cubicBezTo>
                  <a:pt x="10802" y="56758"/>
                  <a:pt x="10890" y="56699"/>
                  <a:pt x="11008" y="56625"/>
                </a:cubicBezTo>
                <a:close/>
                <a:moveTo>
                  <a:pt x="10964" y="73711"/>
                </a:moveTo>
                <a:cubicBezTo>
                  <a:pt x="10949" y="73755"/>
                  <a:pt x="10934" y="73770"/>
                  <a:pt x="10934" y="73799"/>
                </a:cubicBezTo>
                <a:cubicBezTo>
                  <a:pt x="10875" y="73829"/>
                  <a:pt x="10831" y="73843"/>
                  <a:pt x="10787" y="73858"/>
                </a:cubicBezTo>
                <a:cubicBezTo>
                  <a:pt x="10787" y="73829"/>
                  <a:pt x="10802" y="73785"/>
                  <a:pt x="10817" y="73770"/>
                </a:cubicBezTo>
                <a:cubicBezTo>
                  <a:pt x="10875" y="73755"/>
                  <a:pt x="10934" y="73726"/>
                  <a:pt x="10964" y="73711"/>
                </a:cubicBezTo>
                <a:close/>
                <a:moveTo>
                  <a:pt x="10558" y="56925"/>
                </a:moveTo>
                <a:lnTo>
                  <a:pt x="10558" y="56925"/>
                </a:lnTo>
                <a:cubicBezTo>
                  <a:pt x="10537" y="56943"/>
                  <a:pt x="10536" y="56980"/>
                  <a:pt x="10522" y="56993"/>
                </a:cubicBezTo>
                <a:cubicBezTo>
                  <a:pt x="9507" y="59230"/>
                  <a:pt x="9183" y="61805"/>
                  <a:pt x="9433" y="65588"/>
                </a:cubicBezTo>
                <a:cubicBezTo>
                  <a:pt x="9507" y="66780"/>
                  <a:pt x="9728" y="67898"/>
                  <a:pt x="9934" y="68972"/>
                </a:cubicBezTo>
                <a:cubicBezTo>
                  <a:pt x="10272" y="70679"/>
                  <a:pt x="10581" y="72298"/>
                  <a:pt x="10213" y="73858"/>
                </a:cubicBezTo>
                <a:cubicBezTo>
                  <a:pt x="10140" y="73873"/>
                  <a:pt x="10081" y="73902"/>
                  <a:pt x="10007" y="73917"/>
                </a:cubicBezTo>
                <a:cubicBezTo>
                  <a:pt x="10228" y="72445"/>
                  <a:pt x="9860" y="70959"/>
                  <a:pt x="9492" y="69370"/>
                </a:cubicBezTo>
                <a:cubicBezTo>
                  <a:pt x="9213" y="68192"/>
                  <a:pt x="8918" y="66986"/>
                  <a:pt x="8830" y="65661"/>
                </a:cubicBezTo>
                <a:cubicBezTo>
                  <a:pt x="8594" y="62291"/>
                  <a:pt x="9021" y="59554"/>
                  <a:pt x="10169" y="57288"/>
                </a:cubicBezTo>
                <a:cubicBezTo>
                  <a:pt x="10199" y="57229"/>
                  <a:pt x="10228" y="57170"/>
                  <a:pt x="10243" y="57140"/>
                </a:cubicBezTo>
                <a:cubicBezTo>
                  <a:pt x="10302" y="57096"/>
                  <a:pt x="10375" y="57052"/>
                  <a:pt x="10434" y="57008"/>
                </a:cubicBezTo>
                <a:cubicBezTo>
                  <a:pt x="10462" y="56980"/>
                  <a:pt x="10515" y="56953"/>
                  <a:pt x="10558" y="56925"/>
                </a:cubicBezTo>
                <a:close/>
                <a:moveTo>
                  <a:pt x="11096" y="73799"/>
                </a:moveTo>
                <a:cubicBezTo>
                  <a:pt x="11082" y="73829"/>
                  <a:pt x="11052" y="73843"/>
                  <a:pt x="11052" y="73858"/>
                </a:cubicBezTo>
                <a:cubicBezTo>
                  <a:pt x="11023" y="73902"/>
                  <a:pt x="10978" y="73917"/>
                  <a:pt x="10949" y="73932"/>
                </a:cubicBezTo>
                <a:cubicBezTo>
                  <a:pt x="10964" y="73917"/>
                  <a:pt x="10964" y="73902"/>
                  <a:pt x="10978" y="73858"/>
                </a:cubicBezTo>
                <a:lnTo>
                  <a:pt x="11096" y="73799"/>
                </a:lnTo>
                <a:close/>
                <a:moveTo>
                  <a:pt x="10714" y="73799"/>
                </a:moveTo>
                <a:lnTo>
                  <a:pt x="10714" y="73799"/>
                </a:lnTo>
                <a:cubicBezTo>
                  <a:pt x="10684" y="73843"/>
                  <a:pt x="10669" y="73873"/>
                  <a:pt x="10669" y="73902"/>
                </a:cubicBezTo>
                <a:cubicBezTo>
                  <a:pt x="10611" y="73917"/>
                  <a:pt x="10566" y="73932"/>
                  <a:pt x="10508" y="73976"/>
                </a:cubicBezTo>
                <a:cubicBezTo>
                  <a:pt x="10522" y="73932"/>
                  <a:pt x="10522" y="73902"/>
                  <a:pt x="10537" y="73858"/>
                </a:cubicBezTo>
                <a:lnTo>
                  <a:pt x="10714" y="73799"/>
                </a:lnTo>
                <a:close/>
                <a:moveTo>
                  <a:pt x="11136" y="73926"/>
                </a:moveTo>
                <a:cubicBezTo>
                  <a:pt x="11140" y="73926"/>
                  <a:pt x="11146" y="73927"/>
                  <a:pt x="11155" y="73932"/>
                </a:cubicBezTo>
                <a:cubicBezTo>
                  <a:pt x="11126" y="73946"/>
                  <a:pt x="11111" y="73946"/>
                  <a:pt x="11096" y="73976"/>
                </a:cubicBezTo>
                <a:lnTo>
                  <a:pt x="11111" y="73946"/>
                </a:lnTo>
                <a:cubicBezTo>
                  <a:pt x="11121" y="73936"/>
                  <a:pt x="11124" y="73926"/>
                  <a:pt x="11136" y="73926"/>
                </a:cubicBezTo>
                <a:close/>
                <a:moveTo>
                  <a:pt x="10096" y="57214"/>
                </a:moveTo>
                <a:cubicBezTo>
                  <a:pt x="10096" y="57229"/>
                  <a:pt x="10081" y="57229"/>
                  <a:pt x="10081" y="57243"/>
                </a:cubicBezTo>
                <a:cubicBezTo>
                  <a:pt x="8918" y="59524"/>
                  <a:pt x="8506" y="62276"/>
                  <a:pt x="8742" y="65661"/>
                </a:cubicBezTo>
                <a:cubicBezTo>
                  <a:pt x="8830" y="66971"/>
                  <a:pt x="9124" y="68192"/>
                  <a:pt x="9419" y="69370"/>
                </a:cubicBezTo>
                <a:cubicBezTo>
                  <a:pt x="9801" y="70959"/>
                  <a:pt x="10154" y="72460"/>
                  <a:pt x="9934" y="73946"/>
                </a:cubicBezTo>
                <a:cubicBezTo>
                  <a:pt x="9860" y="73961"/>
                  <a:pt x="9801" y="73991"/>
                  <a:pt x="9728" y="74020"/>
                </a:cubicBezTo>
                <a:cubicBezTo>
                  <a:pt x="9845" y="72593"/>
                  <a:pt x="9433" y="71165"/>
                  <a:pt x="8992" y="69679"/>
                </a:cubicBezTo>
                <a:cubicBezTo>
                  <a:pt x="8624" y="68428"/>
                  <a:pt x="8241" y="67147"/>
                  <a:pt x="8138" y="65705"/>
                </a:cubicBezTo>
                <a:cubicBezTo>
                  <a:pt x="7888" y="62585"/>
                  <a:pt x="8433" y="59833"/>
                  <a:pt x="9713" y="57523"/>
                </a:cubicBezTo>
                <a:cubicBezTo>
                  <a:pt x="9728" y="57479"/>
                  <a:pt x="9772" y="57435"/>
                  <a:pt x="9786" y="57391"/>
                </a:cubicBezTo>
                <a:cubicBezTo>
                  <a:pt x="9904" y="57346"/>
                  <a:pt x="9992" y="57288"/>
                  <a:pt x="10096" y="57214"/>
                </a:cubicBezTo>
                <a:close/>
                <a:moveTo>
                  <a:pt x="10861" y="73917"/>
                </a:moveTo>
                <a:cubicBezTo>
                  <a:pt x="10861" y="73917"/>
                  <a:pt x="10861" y="73932"/>
                  <a:pt x="10831" y="73932"/>
                </a:cubicBezTo>
                <a:cubicBezTo>
                  <a:pt x="10817" y="73946"/>
                  <a:pt x="10817" y="73976"/>
                  <a:pt x="10802" y="73991"/>
                </a:cubicBezTo>
                <a:cubicBezTo>
                  <a:pt x="10787" y="74005"/>
                  <a:pt x="10728" y="74020"/>
                  <a:pt x="10684" y="74049"/>
                </a:cubicBezTo>
                <a:cubicBezTo>
                  <a:pt x="10714" y="74020"/>
                  <a:pt x="10714" y="73991"/>
                  <a:pt x="10728" y="73976"/>
                </a:cubicBezTo>
                <a:cubicBezTo>
                  <a:pt x="10758" y="73946"/>
                  <a:pt x="10817" y="73932"/>
                  <a:pt x="10861" y="73917"/>
                </a:cubicBezTo>
                <a:close/>
                <a:moveTo>
                  <a:pt x="10463" y="73873"/>
                </a:moveTo>
                <a:lnTo>
                  <a:pt x="10463" y="73873"/>
                </a:lnTo>
                <a:cubicBezTo>
                  <a:pt x="10449" y="73917"/>
                  <a:pt x="10449" y="73946"/>
                  <a:pt x="10434" y="73991"/>
                </a:cubicBezTo>
                <a:cubicBezTo>
                  <a:pt x="10360" y="74020"/>
                  <a:pt x="10302" y="74049"/>
                  <a:pt x="10243" y="74064"/>
                </a:cubicBezTo>
                <a:cubicBezTo>
                  <a:pt x="10257" y="74020"/>
                  <a:pt x="10257" y="73991"/>
                  <a:pt x="10287" y="73932"/>
                </a:cubicBezTo>
                <a:cubicBezTo>
                  <a:pt x="10346" y="73917"/>
                  <a:pt x="10419" y="73902"/>
                  <a:pt x="10463" y="73873"/>
                </a:cubicBezTo>
                <a:close/>
                <a:moveTo>
                  <a:pt x="10949" y="73991"/>
                </a:moveTo>
                <a:cubicBezTo>
                  <a:pt x="10949" y="74020"/>
                  <a:pt x="10949" y="74049"/>
                  <a:pt x="10934" y="74049"/>
                </a:cubicBezTo>
                <a:cubicBezTo>
                  <a:pt x="10905" y="74064"/>
                  <a:pt x="10875" y="74079"/>
                  <a:pt x="10831" y="74079"/>
                </a:cubicBezTo>
                <a:cubicBezTo>
                  <a:pt x="10831" y="74064"/>
                  <a:pt x="10846" y="74049"/>
                  <a:pt x="10846" y="74020"/>
                </a:cubicBezTo>
                <a:cubicBezTo>
                  <a:pt x="10890" y="74005"/>
                  <a:pt x="10905" y="74005"/>
                  <a:pt x="10949" y="73991"/>
                </a:cubicBezTo>
                <a:close/>
                <a:moveTo>
                  <a:pt x="9639" y="57494"/>
                </a:moveTo>
                <a:lnTo>
                  <a:pt x="9639" y="57494"/>
                </a:lnTo>
                <a:cubicBezTo>
                  <a:pt x="8315" y="59819"/>
                  <a:pt x="7785" y="62585"/>
                  <a:pt x="8035" y="65735"/>
                </a:cubicBezTo>
                <a:cubicBezTo>
                  <a:pt x="8153" y="67162"/>
                  <a:pt x="8536" y="68472"/>
                  <a:pt x="8903" y="69723"/>
                </a:cubicBezTo>
                <a:cubicBezTo>
                  <a:pt x="9345" y="71209"/>
                  <a:pt x="9742" y="72622"/>
                  <a:pt x="9639" y="74064"/>
                </a:cubicBezTo>
                <a:cubicBezTo>
                  <a:pt x="9610" y="74079"/>
                  <a:pt x="9580" y="74079"/>
                  <a:pt x="9551" y="74094"/>
                </a:cubicBezTo>
                <a:cubicBezTo>
                  <a:pt x="9507" y="74123"/>
                  <a:pt x="9477" y="74123"/>
                  <a:pt x="9419" y="74138"/>
                </a:cubicBezTo>
                <a:cubicBezTo>
                  <a:pt x="9433" y="72740"/>
                  <a:pt x="8977" y="71401"/>
                  <a:pt x="8477" y="69973"/>
                </a:cubicBezTo>
                <a:cubicBezTo>
                  <a:pt x="8020" y="68663"/>
                  <a:pt x="7564" y="67309"/>
                  <a:pt x="7432" y="65808"/>
                </a:cubicBezTo>
                <a:cubicBezTo>
                  <a:pt x="7196" y="62880"/>
                  <a:pt x="7814" y="60113"/>
                  <a:pt x="9271" y="57803"/>
                </a:cubicBezTo>
                <a:cubicBezTo>
                  <a:pt x="9316" y="57744"/>
                  <a:pt x="9330" y="57714"/>
                  <a:pt x="9360" y="57655"/>
                </a:cubicBezTo>
                <a:lnTo>
                  <a:pt x="9639" y="57494"/>
                </a:lnTo>
                <a:close/>
                <a:moveTo>
                  <a:pt x="10611" y="74005"/>
                </a:moveTo>
                <a:lnTo>
                  <a:pt x="10611" y="74005"/>
                </a:lnTo>
                <a:cubicBezTo>
                  <a:pt x="10596" y="74020"/>
                  <a:pt x="10596" y="74064"/>
                  <a:pt x="10581" y="74079"/>
                </a:cubicBezTo>
                <a:lnTo>
                  <a:pt x="10581" y="74094"/>
                </a:lnTo>
                <a:cubicBezTo>
                  <a:pt x="10522" y="74123"/>
                  <a:pt x="10478" y="74138"/>
                  <a:pt x="10434" y="74152"/>
                </a:cubicBezTo>
                <a:cubicBezTo>
                  <a:pt x="10449" y="74138"/>
                  <a:pt x="10463" y="74094"/>
                  <a:pt x="10463" y="74064"/>
                </a:cubicBezTo>
                <a:cubicBezTo>
                  <a:pt x="10522" y="74049"/>
                  <a:pt x="10566" y="74020"/>
                  <a:pt x="10611" y="74005"/>
                </a:cubicBezTo>
                <a:close/>
                <a:moveTo>
                  <a:pt x="10169" y="73991"/>
                </a:moveTo>
                <a:cubicBezTo>
                  <a:pt x="10154" y="74020"/>
                  <a:pt x="10154" y="74079"/>
                  <a:pt x="10140" y="74123"/>
                </a:cubicBezTo>
                <a:cubicBezTo>
                  <a:pt x="10081" y="74123"/>
                  <a:pt x="10022" y="74138"/>
                  <a:pt x="9978" y="74167"/>
                </a:cubicBezTo>
                <a:cubicBezTo>
                  <a:pt x="9978" y="74138"/>
                  <a:pt x="9992" y="74079"/>
                  <a:pt x="9992" y="74049"/>
                </a:cubicBezTo>
                <a:cubicBezTo>
                  <a:pt x="10037" y="74020"/>
                  <a:pt x="10110" y="74005"/>
                  <a:pt x="10169" y="73991"/>
                </a:cubicBezTo>
                <a:close/>
                <a:moveTo>
                  <a:pt x="9198" y="57758"/>
                </a:moveTo>
                <a:lnTo>
                  <a:pt x="9198" y="57758"/>
                </a:lnTo>
                <a:cubicBezTo>
                  <a:pt x="7726" y="60098"/>
                  <a:pt x="7079" y="62880"/>
                  <a:pt x="7344" y="65808"/>
                </a:cubicBezTo>
                <a:cubicBezTo>
                  <a:pt x="7476" y="67324"/>
                  <a:pt x="7947" y="68693"/>
                  <a:pt x="8403" y="70002"/>
                </a:cubicBezTo>
                <a:cubicBezTo>
                  <a:pt x="8903" y="71415"/>
                  <a:pt x="9360" y="72754"/>
                  <a:pt x="9345" y="74152"/>
                </a:cubicBezTo>
                <a:cubicBezTo>
                  <a:pt x="9271" y="74167"/>
                  <a:pt x="9198" y="74211"/>
                  <a:pt x="9124" y="74226"/>
                </a:cubicBezTo>
                <a:cubicBezTo>
                  <a:pt x="9051" y="72872"/>
                  <a:pt x="8536" y="71577"/>
                  <a:pt x="7976" y="70223"/>
                </a:cubicBezTo>
                <a:cubicBezTo>
                  <a:pt x="7432" y="68855"/>
                  <a:pt x="6858" y="67457"/>
                  <a:pt x="6711" y="65867"/>
                </a:cubicBezTo>
                <a:cubicBezTo>
                  <a:pt x="6461" y="63100"/>
                  <a:pt x="7196" y="60393"/>
                  <a:pt x="8815" y="58053"/>
                </a:cubicBezTo>
                <a:cubicBezTo>
                  <a:pt x="8845" y="57994"/>
                  <a:pt x="8903" y="57950"/>
                  <a:pt x="8933" y="57891"/>
                </a:cubicBezTo>
                <a:cubicBezTo>
                  <a:pt x="9036" y="57832"/>
                  <a:pt x="9124" y="57788"/>
                  <a:pt x="9198" y="57758"/>
                </a:cubicBezTo>
                <a:close/>
                <a:moveTo>
                  <a:pt x="10743" y="74094"/>
                </a:moveTo>
                <a:lnTo>
                  <a:pt x="10743" y="74094"/>
                </a:lnTo>
                <a:cubicBezTo>
                  <a:pt x="10728" y="74123"/>
                  <a:pt x="10728" y="74138"/>
                  <a:pt x="10714" y="74152"/>
                </a:cubicBezTo>
                <a:cubicBezTo>
                  <a:pt x="10669" y="74197"/>
                  <a:pt x="10640" y="74211"/>
                  <a:pt x="10596" y="74226"/>
                </a:cubicBezTo>
                <a:cubicBezTo>
                  <a:pt x="10611" y="74211"/>
                  <a:pt x="10611" y="74197"/>
                  <a:pt x="10640" y="74152"/>
                </a:cubicBezTo>
                <a:lnTo>
                  <a:pt x="10743" y="74094"/>
                </a:lnTo>
                <a:close/>
                <a:moveTo>
                  <a:pt x="10798" y="74220"/>
                </a:moveTo>
                <a:cubicBezTo>
                  <a:pt x="10801" y="74220"/>
                  <a:pt x="10802" y="74222"/>
                  <a:pt x="10802" y="74226"/>
                </a:cubicBezTo>
                <a:cubicBezTo>
                  <a:pt x="10788" y="74240"/>
                  <a:pt x="10760" y="74241"/>
                  <a:pt x="10758" y="74267"/>
                </a:cubicBezTo>
                <a:lnTo>
                  <a:pt x="10758" y="74267"/>
                </a:lnTo>
                <a:cubicBezTo>
                  <a:pt x="10758" y="74259"/>
                  <a:pt x="10761" y="74241"/>
                  <a:pt x="10772" y="74241"/>
                </a:cubicBezTo>
                <a:cubicBezTo>
                  <a:pt x="10783" y="74230"/>
                  <a:pt x="10793" y="74220"/>
                  <a:pt x="10798" y="74220"/>
                </a:cubicBezTo>
                <a:close/>
                <a:moveTo>
                  <a:pt x="9904" y="74064"/>
                </a:moveTo>
                <a:cubicBezTo>
                  <a:pt x="9904" y="74094"/>
                  <a:pt x="9875" y="74152"/>
                  <a:pt x="9875" y="74197"/>
                </a:cubicBezTo>
                <a:cubicBezTo>
                  <a:pt x="9831" y="74211"/>
                  <a:pt x="9757" y="74241"/>
                  <a:pt x="9698" y="74270"/>
                </a:cubicBezTo>
                <a:cubicBezTo>
                  <a:pt x="9698" y="74211"/>
                  <a:pt x="9713" y="74167"/>
                  <a:pt x="9713" y="74123"/>
                </a:cubicBezTo>
                <a:cubicBezTo>
                  <a:pt x="9772" y="74094"/>
                  <a:pt x="9845" y="74079"/>
                  <a:pt x="9904" y="74064"/>
                </a:cubicBezTo>
                <a:close/>
                <a:moveTo>
                  <a:pt x="10375" y="74094"/>
                </a:moveTo>
                <a:lnTo>
                  <a:pt x="10375" y="74094"/>
                </a:lnTo>
                <a:cubicBezTo>
                  <a:pt x="10360" y="74138"/>
                  <a:pt x="10360" y="74167"/>
                  <a:pt x="10346" y="74211"/>
                </a:cubicBezTo>
                <a:cubicBezTo>
                  <a:pt x="10287" y="74226"/>
                  <a:pt x="10228" y="74241"/>
                  <a:pt x="10199" y="74285"/>
                </a:cubicBezTo>
                <a:cubicBezTo>
                  <a:pt x="10199" y="74226"/>
                  <a:pt x="10213" y="74197"/>
                  <a:pt x="10213" y="74152"/>
                </a:cubicBezTo>
                <a:lnTo>
                  <a:pt x="10375" y="74094"/>
                </a:lnTo>
                <a:close/>
                <a:moveTo>
                  <a:pt x="8756" y="57979"/>
                </a:moveTo>
                <a:cubicBezTo>
                  <a:pt x="8771" y="57979"/>
                  <a:pt x="8771" y="58009"/>
                  <a:pt x="8756" y="58023"/>
                </a:cubicBezTo>
                <a:cubicBezTo>
                  <a:pt x="7123" y="60363"/>
                  <a:pt x="6387" y="63086"/>
                  <a:pt x="6637" y="65882"/>
                </a:cubicBezTo>
                <a:cubicBezTo>
                  <a:pt x="6784" y="67471"/>
                  <a:pt x="7358" y="68869"/>
                  <a:pt x="7917" y="70253"/>
                </a:cubicBezTo>
                <a:cubicBezTo>
                  <a:pt x="8462" y="71621"/>
                  <a:pt x="8977" y="72902"/>
                  <a:pt x="9036" y="74270"/>
                </a:cubicBezTo>
                <a:cubicBezTo>
                  <a:pt x="8962" y="74285"/>
                  <a:pt x="8889" y="74314"/>
                  <a:pt x="8815" y="74344"/>
                </a:cubicBezTo>
                <a:cubicBezTo>
                  <a:pt x="8668" y="72990"/>
                  <a:pt x="8094" y="71739"/>
                  <a:pt x="7491" y="70444"/>
                </a:cubicBezTo>
                <a:cubicBezTo>
                  <a:pt x="6843" y="69046"/>
                  <a:pt x="6181" y="67589"/>
                  <a:pt x="6019" y="65955"/>
                </a:cubicBezTo>
                <a:cubicBezTo>
                  <a:pt x="5754" y="63321"/>
                  <a:pt x="6608" y="60613"/>
                  <a:pt x="8374" y="58332"/>
                </a:cubicBezTo>
                <a:lnTo>
                  <a:pt x="8536" y="58112"/>
                </a:lnTo>
                <a:cubicBezTo>
                  <a:pt x="8609" y="58082"/>
                  <a:pt x="8683" y="58023"/>
                  <a:pt x="8756" y="57979"/>
                </a:cubicBezTo>
                <a:close/>
                <a:moveTo>
                  <a:pt x="10522" y="74211"/>
                </a:moveTo>
                <a:cubicBezTo>
                  <a:pt x="10508" y="74226"/>
                  <a:pt x="10508" y="74270"/>
                  <a:pt x="10493" y="74285"/>
                </a:cubicBezTo>
                <a:cubicBezTo>
                  <a:pt x="10449" y="74300"/>
                  <a:pt x="10390" y="74344"/>
                  <a:pt x="10360" y="74359"/>
                </a:cubicBezTo>
                <a:cubicBezTo>
                  <a:pt x="10375" y="74314"/>
                  <a:pt x="10375" y="74300"/>
                  <a:pt x="10390" y="74270"/>
                </a:cubicBezTo>
                <a:cubicBezTo>
                  <a:pt x="10434" y="74241"/>
                  <a:pt x="10463" y="74226"/>
                  <a:pt x="10522" y="74211"/>
                </a:cubicBezTo>
                <a:close/>
                <a:moveTo>
                  <a:pt x="9625" y="74152"/>
                </a:moveTo>
                <a:cubicBezTo>
                  <a:pt x="9625" y="74211"/>
                  <a:pt x="9610" y="74241"/>
                  <a:pt x="9610" y="74300"/>
                </a:cubicBezTo>
                <a:cubicBezTo>
                  <a:pt x="9551" y="74314"/>
                  <a:pt x="9477" y="74344"/>
                  <a:pt x="9419" y="74373"/>
                </a:cubicBezTo>
                <a:lnTo>
                  <a:pt x="9419" y="74226"/>
                </a:lnTo>
                <a:cubicBezTo>
                  <a:pt x="9477" y="74211"/>
                  <a:pt x="9507" y="74197"/>
                  <a:pt x="9566" y="74167"/>
                </a:cubicBezTo>
                <a:cubicBezTo>
                  <a:pt x="9580" y="74167"/>
                  <a:pt x="9610" y="74152"/>
                  <a:pt x="9625" y="74152"/>
                </a:cubicBezTo>
                <a:close/>
                <a:moveTo>
                  <a:pt x="10096" y="74197"/>
                </a:moveTo>
                <a:lnTo>
                  <a:pt x="10096" y="74197"/>
                </a:lnTo>
                <a:cubicBezTo>
                  <a:pt x="10081" y="74226"/>
                  <a:pt x="10081" y="74270"/>
                  <a:pt x="10066" y="74300"/>
                </a:cubicBezTo>
                <a:cubicBezTo>
                  <a:pt x="10022" y="74344"/>
                  <a:pt x="9978" y="74359"/>
                  <a:pt x="9919" y="74373"/>
                </a:cubicBezTo>
                <a:cubicBezTo>
                  <a:pt x="9934" y="74344"/>
                  <a:pt x="9934" y="74300"/>
                  <a:pt x="9934" y="74241"/>
                </a:cubicBezTo>
                <a:lnTo>
                  <a:pt x="10096" y="74197"/>
                </a:lnTo>
                <a:close/>
                <a:moveTo>
                  <a:pt x="10611" y="74314"/>
                </a:moveTo>
                <a:cubicBezTo>
                  <a:pt x="10611" y="74314"/>
                  <a:pt x="10596" y="74344"/>
                  <a:pt x="10596" y="74359"/>
                </a:cubicBezTo>
                <a:cubicBezTo>
                  <a:pt x="10581" y="74373"/>
                  <a:pt x="10537" y="74388"/>
                  <a:pt x="10522" y="74388"/>
                </a:cubicBezTo>
                <a:cubicBezTo>
                  <a:pt x="10522" y="74373"/>
                  <a:pt x="10537" y="74359"/>
                  <a:pt x="10537" y="74359"/>
                </a:cubicBezTo>
                <a:cubicBezTo>
                  <a:pt x="10552" y="74329"/>
                  <a:pt x="10596" y="74329"/>
                  <a:pt x="10611" y="74314"/>
                </a:cubicBezTo>
                <a:close/>
                <a:moveTo>
                  <a:pt x="8374" y="58200"/>
                </a:moveTo>
                <a:lnTo>
                  <a:pt x="8315" y="58259"/>
                </a:lnTo>
                <a:cubicBezTo>
                  <a:pt x="6534" y="60555"/>
                  <a:pt x="5681" y="63277"/>
                  <a:pt x="5945" y="65926"/>
                </a:cubicBezTo>
                <a:cubicBezTo>
                  <a:pt x="6107" y="67589"/>
                  <a:pt x="6770" y="69031"/>
                  <a:pt x="7417" y="70444"/>
                </a:cubicBezTo>
                <a:cubicBezTo>
                  <a:pt x="8020" y="71739"/>
                  <a:pt x="8594" y="72990"/>
                  <a:pt x="8742" y="74329"/>
                </a:cubicBezTo>
                <a:cubicBezTo>
                  <a:pt x="8668" y="74359"/>
                  <a:pt x="8594" y="74388"/>
                  <a:pt x="8521" y="74403"/>
                </a:cubicBezTo>
                <a:cubicBezTo>
                  <a:pt x="8300" y="73078"/>
                  <a:pt x="7667" y="71871"/>
                  <a:pt x="7005" y="70576"/>
                </a:cubicBezTo>
                <a:cubicBezTo>
                  <a:pt x="6269" y="69149"/>
                  <a:pt x="5519" y="67677"/>
                  <a:pt x="5327" y="65985"/>
                </a:cubicBezTo>
                <a:cubicBezTo>
                  <a:pt x="5077" y="63424"/>
                  <a:pt x="5990" y="60790"/>
                  <a:pt x="7947" y="58553"/>
                </a:cubicBezTo>
                <a:lnTo>
                  <a:pt x="8182" y="58318"/>
                </a:lnTo>
                <a:cubicBezTo>
                  <a:pt x="8241" y="58274"/>
                  <a:pt x="8315" y="58244"/>
                  <a:pt x="8374" y="58200"/>
                </a:cubicBezTo>
                <a:close/>
                <a:moveTo>
                  <a:pt x="9330" y="74226"/>
                </a:moveTo>
                <a:lnTo>
                  <a:pt x="9330" y="74388"/>
                </a:lnTo>
                <a:lnTo>
                  <a:pt x="9316" y="74388"/>
                </a:lnTo>
                <a:cubicBezTo>
                  <a:pt x="9257" y="74432"/>
                  <a:pt x="9183" y="74447"/>
                  <a:pt x="9124" y="74462"/>
                </a:cubicBezTo>
                <a:lnTo>
                  <a:pt x="9124" y="74300"/>
                </a:lnTo>
                <a:cubicBezTo>
                  <a:pt x="9198" y="74285"/>
                  <a:pt x="9271" y="74270"/>
                  <a:pt x="9330" y="74226"/>
                </a:cubicBezTo>
                <a:close/>
                <a:moveTo>
                  <a:pt x="10287" y="74314"/>
                </a:moveTo>
                <a:lnTo>
                  <a:pt x="10287" y="74314"/>
                </a:lnTo>
                <a:cubicBezTo>
                  <a:pt x="10257" y="74359"/>
                  <a:pt x="10257" y="74373"/>
                  <a:pt x="10243" y="74417"/>
                </a:cubicBezTo>
                <a:cubicBezTo>
                  <a:pt x="10213" y="74432"/>
                  <a:pt x="10154" y="74447"/>
                  <a:pt x="10110" y="74462"/>
                </a:cubicBezTo>
                <a:cubicBezTo>
                  <a:pt x="10110" y="74447"/>
                  <a:pt x="10140" y="74417"/>
                  <a:pt x="10140" y="74388"/>
                </a:cubicBezTo>
                <a:lnTo>
                  <a:pt x="10140" y="74373"/>
                </a:lnTo>
                <a:cubicBezTo>
                  <a:pt x="10184" y="74359"/>
                  <a:pt x="10228" y="74344"/>
                  <a:pt x="10287" y="74314"/>
                </a:cubicBezTo>
                <a:close/>
                <a:moveTo>
                  <a:pt x="9860" y="74285"/>
                </a:moveTo>
                <a:cubicBezTo>
                  <a:pt x="9860" y="74314"/>
                  <a:pt x="9845" y="74373"/>
                  <a:pt x="9816" y="74417"/>
                </a:cubicBezTo>
                <a:cubicBezTo>
                  <a:pt x="9772" y="74447"/>
                  <a:pt x="9713" y="74462"/>
                  <a:pt x="9654" y="74491"/>
                </a:cubicBezTo>
                <a:cubicBezTo>
                  <a:pt x="9654" y="74447"/>
                  <a:pt x="9669" y="74388"/>
                  <a:pt x="9669" y="74359"/>
                </a:cubicBezTo>
                <a:cubicBezTo>
                  <a:pt x="9728" y="74344"/>
                  <a:pt x="9801" y="74314"/>
                  <a:pt x="9860" y="74285"/>
                </a:cubicBezTo>
                <a:close/>
                <a:moveTo>
                  <a:pt x="7947" y="58450"/>
                </a:moveTo>
                <a:cubicBezTo>
                  <a:pt x="7932" y="58465"/>
                  <a:pt x="7903" y="58494"/>
                  <a:pt x="7873" y="58509"/>
                </a:cubicBezTo>
                <a:cubicBezTo>
                  <a:pt x="5901" y="60775"/>
                  <a:pt x="4959" y="63424"/>
                  <a:pt x="5239" y="66000"/>
                </a:cubicBezTo>
                <a:cubicBezTo>
                  <a:pt x="5430" y="67692"/>
                  <a:pt x="6181" y="69178"/>
                  <a:pt x="6917" y="70621"/>
                </a:cubicBezTo>
                <a:cubicBezTo>
                  <a:pt x="7579" y="71886"/>
                  <a:pt x="8197" y="73122"/>
                  <a:pt x="8418" y="74432"/>
                </a:cubicBezTo>
                <a:cubicBezTo>
                  <a:pt x="8344" y="74447"/>
                  <a:pt x="8271" y="74491"/>
                  <a:pt x="8197" y="74506"/>
                </a:cubicBezTo>
                <a:cubicBezTo>
                  <a:pt x="7903" y="73181"/>
                  <a:pt x="7226" y="71974"/>
                  <a:pt x="6505" y="70724"/>
                </a:cubicBezTo>
                <a:cubicBezTo>
                  <a:pt x="5681" y="69281"/>
                  <a:pt x="4812" y="67766"/>
                  <a:pt x="4636" y="66058"/>
                </a:cubicBezTo>
                <a:cubicBezTo>
                  <a:pt x="4268" y="62718"/>
                  <a:pt x="6269" y="60084"/>
                  <a:pt x="7505" y="58818"/>
                </a:cubicBezTo>
                <a:lnTo>
                  <a:pt x="7814" y="58494"/>
                </a:lnTo>
                <a:cubicBezTo>
                  <a:pt x="7859" y="58494"/>
                  <a:pt x="7903" y="58480"/>
                  <a:pt x="7947" y="58450"/>
                </a:cubicBezTo>
                <a:close/>
                <a:moveTo>
                  <a:pt x="10419" y="74388"/>
                </a:moveTo>
                <a:cubicBezTo>
                  <a:pt x="10390" y="74417"/>
                  <a:pt x="10390" y="74432"/>
                  <a:pt x="10375" y="74447"/>
                </a:cubicBezTo>
                <a:cubicBezTo>
                  <a:pt x="10346" y="74506"/>
                  <a:pt x="10316" y="74520"/>
                  <a:pt x="10287" y="74520"/>
                </a:cubicBezTo>
                <a:cubicBezTo>
                  <a:pt x="10302" y="74506"/>
                  <a:pt x="10302" y="74491"/>
                  <a:pt x="10316" y="74447"/>
                </a:cubicBezTo>
                <a:cubicBezTo>
                  <a:pt x="10360" y="74432"/>
                  <a:pt x="10390" y="74417"/>
                  <a:pt x="10419" y="74388"/>
                </a:cubicBezTo>
                <a:close/>
                <a:moveTo>
                  <a:pt x="10455" y="74549"/>
                </a:moveTo>
                <a:cubicBezTo>
                  <a:pt x="10450" y="74556"/>
                  <a:pt x="10445" y="74561"/>
                  <a:pt x="10441" y="74565"/>
                </a:cubicBezTo>
                <a:lnTo>
                  <a:pt x="10441" y="74565"/>
                </a:lnTo>
                <a:lnTo>
                  <a:pt x="10449" y="74550"/>
                </a:lnTo>
                <a:cubicBezTo>
                  <a:pt x="10451" y="74550"/>
                  <a:pt x="10453" y="74550"/>
                  <a:pt x="10455" y="74549"/>
                </a:cubicBezTo>
                <a:close/>
                <a:moveTo>
                  <a:pt x="9051" y="74344"/>
                </a:moveTo>
                <a:lnTo>
                  <a:pt x="9051" y="74506"/>
                </a:lnTo>
                <a:cubicBezTo>
                  <a:pt x="8977" y="74520"/>
                  <a:pt x="8918" y="74565"/>
                  <a:pt x="8845" y="74579"/>
                </a:cubicBezTo>
                <a:cubicBezTo>
                  <a:pt x="8845" y="74520"/>
                  <a:pt x="8845" y="74462"/>
                  <a:pt x="8830" y="74417"/>
                </a:cubicBezTo>
                <a:cubicBezTo>
                  <a:pt x="8903" y="74373"/>
                  <a:pt x="8977" y="74359"/>
                  <a:pt x="9051" y="74344"/>
                </a:cubicBezTo>
                <a:close/>
                <a:moveTo>
                  <a:pt x="9580" y="74373"/>
                </a:moveTo>
                <a:cubicBezTo>
                  <a:pt x="9580" y="74432"/>
                  <a:pt x="9566" y="74462"/>
                  <a:pt x="9566" y="74520"/>
                </a:cubicBezTo>
                <a:cubicBezTo>
                  <a:pt x="9507" y="74535"/>
                  <a:pt x="9463" y="74579"/>
                  <a:pt x="9389" y="74594"/>
                </a:cubicBezTo>
                <a:cubicBezTo>
                  <a:pt x="9404" y="74565"/>
                  <a:pt x="9404" y="74506"/>
                  <a:pt x="9404" y="74447"/>
                </a:cubicBezTo>
                <a:cubicBezTo>
                  <a:pt x="9463" y="74432"/>
                  <a:pt x="9536" y="74417"/>
                  <a:pt x="9580" y="74373"/>
                </a:cubicBezTo>
                <a:close/>
                <a:moveTo>
                  <a:pt x="10037" y="74417"/>
                </a:moveTo>
                <a:lnTo>
                  <a:pt x="10037" y="74417"/>
                </a:lnTo>
                <a:cubicBezTo>
                  <a:pt x="10022" y="74447"/>
                  <a:pt x="10022" y="74491"/>
                  <a:pt x="10007" y="74520"/>
                </a:cubicBezTo>
                <a:cubicBezTo>
                  <a:pt x="9948" y="74535"/>
                  <a:pt x="9919" y="74579"/>
                  <a:pt x="9860" y="74594"/>
                </a:cubicBezTo>
                <a:cubicBezTo>
                  <a:pt x="9875" y="74579"/>
                  <a:pt x="9875" y="74565"/>
                  <a:pt x="9875" y="74520"/>
                </a:cubicBezTo>
                <a:cubicBezTo>
                  <a:pt x="9875" y="74506"/>
                  <a:pt x="9875" y="74491"/>
                  <a:pt x="9889" y="74462"/>
                </a:cubicBezTo>
                <a:cubicBezTo>
                  <a:pt x="9948" y="74447"/>
                  <a:pt x="10007" y="74432"/>
                  <a:pt x="10037" y="74417"/>
                </a:cubicBezTo>
                <a:close/>
                <a:moveTo>
                  <a:pt x="7440" y="58780"/>
                </a:moveTo>
                <a:lnTo>
                  <a:pt x="7440" y="58780"/>
                </a:lnTo>
                <a:cubicBezTo>
                  <a:pt x="6204" y="60048"/>
                  <a:pt x="4195" y="62694"/>
                  <a:pt x="4562" y="66073"/>
                </a:cubicBezTo>
                <a:cubicBezTo>
                  <a:pt x="4739" y="67810"/>
                  <a:pt x="5607" y="69340"/>
                  <a:pt x="6461" y="70782"/>
                </a:cubicBezTo>
                <a:cubicBezTo>
                  <a:pt x="7167" y="72033"/>
                  <a:pt x="7859" y="73240"/>
                  <a:pt x="8153" y="74535"/>
                </a:cubicBezTo>
                <a:cubicBezTo>
                  <a:pt x="8079" y="74565"/>
                  <a:pt x="8006" y="74594"/>
                  <a:pt x="7932" y="74609"/>
                </a:cubicBezTo>
                <a:cubicBezTo>
                  <a:pt x="7564" y="73270"/>
                  <a:pt x="6799" y="72063"/>
                  <a:pt x="6048" y="70856"/>
                </a:cubicBezTo>
                <a:cubicBezTo>
                  <a:pt x="5136" y="69384"/>
                  <a:pt x="4179" y="67869"/>
                  <a:pt x="3973" y="66117"/>
                </a:cubicBezTo>
                <a:cubicBezTo>
                  <a:pt x="3694" y="63704"/>
                  <a:pt x="4842" y="61128"/>
                  <a:pt x="7093" y="59053"/>
                </a:cubicBezTo>
                <a:cubicBezTo>
                  <a:pt x="7185" y="58975"/>
                  <a:pt x="7310" y="58874"/>
                  <a:pt x="7440" y="58780"/>
                </a:cubicBezTo>
                <a:close/>
                <a:moveTo>
                  <a:pt x="8756" y="74417"/>
                </a:moveTo>
                <a:lnTo>
                  <a:pt x="8756" y="74594"/>
                </a:lnTo>
                <a:cubicBezTo>
                  <a:pt x="8683" y="74609"/>
                  <a:pt x="8609" y="74653"/>
                  <a:pt x="8550" y="74668"/>
                </a:cubicBezTo>
                <a:cubicBezTo>
                  <a:pt x="8550" y="74609"/>
                  <a:pt x="8536" y="74550"/>
                  <a:pt x="8536" y="74491"/>
                </a:cubicBezTo>
                <a:cubicBezTo>
                  <a:pt x="8609" y="74462"/>
                  <a:pt x="8683" y="74432"/>
                  <a:pt x="8756" y="74417"/>
                </a:cubicBezTo>
                <a:close/>
                <a:moveTo>
                  <a:pt x="10199" y="74520"/>
                </a:moveTo>
                <a:cubicBezTo>
                  <a:pt x="10169" y="74535"/>
                  <a:pt x="10169" y="74579"/>
                  <a:pt x="10154" y="74594"/>
                </a:cubicBezTo>
                <a:cubicBezTo>
                  <a:pt x="10110" y="74609"/>
                  <a:pt x="10081" y="74653"/>
                  <a:pt x="10051" y="74668"/>
                </a:cubicBezTo>
                <a:cubicBezTo>
                  <a:pt x="10066" y="74638"/>
                  <a:pt x="10066" y="74609"/>
                  <a:pt x="10081" y="74579"/>
                </a:cubicBezTo>
                <a:lnTo>
                  <a:pt x="10199" y="74520"/>
                </a:lnTo>
                <a:close/>
                <a:moveTo>
                  <a:pt x="9330" y="74491"/>
                </a:moveTo>
                <a:cubicBezTo>
                  <a:pt x="9330" y="74535"/>
                  <a:pt x="9316" y="74579"/>
                  <a:pt x="9316" y="74638"/>
                </a:cubicBezTo>
                <a:cubicBezTo>
                  <a:pt x="9257" y="74668"/>
                  <a:pt x="9183" y="74682"/>
                  <a:pt x="9124" y="74712"/>
                </a:cubicBezTo>
                <a:lnTo>
                  <a:pt x="9124" y="74565"/>
                </a:lnTo>
                <a:cubicBezTo>
                  <a:pt x="9198" y="74535"/>
                  <a:pt x="9257" y="74506"/>
                  <a:pt x="9330" y="74491"/>
                </a:cubicBezTo>
                <a:close/>
                <a:moveTo>
                  <a:pt x="9801" y="74506"/>
                </a:moveTo>
                <a:lnTo>
                  <a:pt x="9801" y="74506"/>
                </a:lnTo>
                <a:cubicBezTo>
                  <a:pt x="9786" y="74535"/>
                  <a:pt x="9786" y="74579"/>
                  <a:pt x="9772" y="74609"/>
                </a:cubicBezTo>
                <a:cubicBezTo>
                  <a:pt x="9728" y="74653"/>
                  <a:pt x="9683" y="74682"/>
                  <a:pt x="9625" y="74712"/>
                </a:cubicBezTo>
                <a:lnTo>
                  <a:pt x="9625" y="74668"/>
                </a:lnTo>
                <a:cubicBezTo>
                  <a:pt x="9625" y="74638"/>
                  <a:pt x="9639" y="74609"/>
                  <a:pt x="9639" y="74579"/>
                </a:cubicBezTo>
                <a:cubicBezTo>
                  <a:pt x="9698" y="74565"/>
                  <a:pt x="9742" y="74535"/>
                  <a:pt x="9801" y="74506"/>
                </a:cubicBezTo>
                <a:close/>
                <a:moveTo>
                  <a:pt x="10287" y="74638"/>
                </a:moveTo>
                <a:cubicBezTo>
                  <a:pt x="10287" y="74638"/>
                  <a:pt x="10287" y="74653"/>
                  <a:pt x="10272" y="74668"/>
                </a:cubicBezTo>
                <a:cubicBezTo>
                  <a:pt x="10243" y="74682"/>
                  <a:pt x="10213" y="74712"/>
                  <a:pt x="10199" y="74726"/>
                </a:cubicBezTo>
                <a:cubicBezTo>
                  <a:pt x="10199" y="74712"/>
                  <a:pt x="10213" y="74682"/>
                  <a:pt x="10213" y="74668"/>
                </a:cubicBezTo>
                <a:cubicBezTo>
                  <a:pt x="10228" y="74653"/>
                  <a:pt x="10257" y="74653"/>
                  <a:pt x="10287" y="74638"/>
                </a:cubicBezTo>
                <a:close/>
                <a:moveTo>
                  <a:pt x="6887" y="59142"/>
                </a:moveTo>
                <a:cubicBezTo>
                  <a:pt x="4680" y="61217"/>
                  <a:pt x="3576" y="63777"/>
                  <a:pt x="3841" y="66176"/>
                </a:cubicBezTo>
                <a:cubicBezTo>
                  <a:pt x="4047" y="67942"/>
                  <a:pt x="5018" y="69458"/>
                  <a:pt x="5945" y="70959"/>
                </a:cubicBezTo>
                <a:cubicBezTo>
                  <a:pt x="6681" y="72122"/>
                  <a:pt x="7447" y="73358"/>
                  <a:pt x="7814" y="74682"/>
                </a:cubicBezTo>
                <a:cubicBezTo>
                  <a:pt x="7741" y="74726"/>
                  <a:pt x="7667" y="74741"/>
                  <a:pt x="7594" y="74785"/>
                </a:cubicBezTo>
                <a:cubicBezTo>
                  <a:pt x="7167" y="73402"/>
                  <a:pt x="6343" y="72210"/>
                  <a:pt x="5533" y="71033"/>
                </a:cubicBezTo>
                <a:cubicBezTo>
                  <a:pt x="4533" y="69532"/>
                  <a:pt x="3458" y="68016"/>
                  <a:pt x="3238" y="66220"/>
                </a:cubicBezTo>
                <a:cubicBezTo>
                  <a:pt x="2943" y="63895"/>
                  <a:pt x="4209" y="61335"/>
                  <a:pt x="6608" y="59363"/>
                </a:cubicBezTo>
                <a:lnTo>
                  <a:pt x="6887" y="59142"/>
                </a:lnTo>
                <a:close/>
                <a:moveTo>
                  <a:pt x="8447" y="74520"/>
                </a:moveTo>
                <a:cubicBezTo>
                  <a:pt x="8462" y="74594"/>
                  <a:pt x="8462" y="74653"/>
                  <a:pt x="8477" y="74712"/>
                </a:cubicBezTo>
                <a:cubicBezTo>
                  <a:pt x="8403" y="74726"/>
                  <a:pt x="8330" y="74756"/>
                  <a:pt x="8256" y="74785"/>
                </a:cubicBezTo>
                <a:cubicBezTo>
                  <a:pt x="8241" y="74726"/>
                  <a:pt x="8241" y="74653"/>
                  <a:pt x="8227" y="74594"/>
                </a:cubicBezTo>
                <a:cubicBezTo>
                  <a:pt x="8300" y="74579"/>
                  <a:pt x="8374" y="74535"/>
                  <a:pt x="8447" y="74520"/>
                </a:cubicBezTo>
                <a:close/>
                <a:moveTo>
                  <a:pt x="9978" y="74653"/>
                </a:moveTo>
                <a:lnTo>
                  <a:pt x="9978" y="74653"/>
                </a:lnTo>
                <a:cubicBezTo>
                  <a:pt x="9948" y="74682"/>
                  <a:pt x="9948" y="74712"/>
                  <a:pt x="9934" y="74741"/>
                </a:cubicBezTo>
                <a:cubicBezTo>
                  <a:pt x="9904" y="74741"/>
                  <a:pt x="9860" y="74756"/>
                  <a:pt x="9801" y="74800"/>
                </a:cubicBezTo>
                <a:cubicBezTo>
                  <a:pt x="9831" y="74756"/>
                  <a:pt x="9831" y="74726"/>
                  <a:pt x="9845" y="74712"/>
                </a:cubicBezTo>
                <a:cubicBezTo>
                  <a:pt x="9875" y="74682"/>
                  <a:pt x="9934" y="74668"/>
                  <a:pt x="9978" y="74653"/>
                </a:cubicBezTo>
                <a:close/>
                <a:moveTo>
                  <a:pt x="9051" y="74579"/>
                </a:moveTo>
                <a:lnTo>
                  <a:pt x="9051" y="74741"/>
                </a:lnTo>
                <a:cubicBezTo>
                  <a:pt x="8992" y="74756"/>
                  <a:pt x="8918" y="74800"/>
                  <a:pt x="8874" y="74815"/>
                </a:cubicBezTo>
                <a:lnTo>
                  <a:pt x="8874" y="74653"/>
                </a:lnTo>
                <a:cubicBezTo>
                  <a:pt x="8903" y="74638"/>
                  <a:pt x="8977" y="74609"/>
                  <a:pt x="9051" y="74579"/>
                </a:cubicBezTo>
                <a:close/>
                <a:moveTo>
                  <a:pt x="9551" y="74609"/>
                </a:moveTo>
                <a:lnTo>
                  <a:pt x="9551" y="74653"/>
                </a:lnTo>
                <a:cubicBezTo>
                  <a:pt x="9551" y="74682"/>
                  <a:pt x="9536" y="74712"/>
                  <a:pt x="9536" y="74741"/>
                </a:cubicBezTo>
                <a:cubicBezTo>
                  <a:pt x="9477" y="74785"/>
                  <a:pt x="9419" y="74800"/>
                  <a:pt x="9360" y="74815"/>
                </a:cubicBezTo>
                <a:cubicBezTo>
                  <a:pt x="9360" y="74756"/>
                  <a:pt x="9374" y="74726"/>
                  <a:pt x="9374" y="74682"/>
                </a:cubicBezTo>
                <a:cubicBezTo>
                  <a:pt x="9433" y="74668"/>
                  <a:pt x="9492" y="74638"/>
                  <a:pt x="9551" y="74609"/>
                </a:cubicBezTo>
                <a:close/>
                <a:moveTo>
                  <a:pt x="10096" y="74726"/>
                </a:moveTo>
                <a:cubicBezTo>
                  <a:pt x="10081" y="74741"/>
                  <a:pt x="10081" y="74785"/>
                  <a:pt x="10066" y="74800"/>
                </a:cubicBezTo>
                <a:cubicBezTo>
                  <a:pt x="10022" y="74815"/>
                  <a:pt x="10007" y="74829"/>
                  <a:pt x="9978" y="74859"/>
                </a:cubicBezTo>
                <a:cubicBezTo>
                  <a:pt x="9992" y="74829"/>
                  <a:pt x="9992" y="74800"/>
                  <a:pt x="10007" y="74785"/>
                </a:cubicBezTo>
                <a:cubicBezTo>
                  <a:pt x="10051" y="74756"/>
                  <a:pt x="10066" y="74741"/>
                  <a:pt x="10096" y="74726"/>
                </a:cubicBezTo>
                <a:close/>
                <a:moveTo>
                  <a:pt x="8138" y="74653"/>
                </a:moveTo>
                <a:cubicBezTo>
                  <a:pt x="8168" y="74682"/>
                  <a:pt x="8168" y="74756"/>
                  <a:pt x="8182" y="74815"/>
                </a:cubicBezTo>
                <a:cubicBezTo>
                  <a:pt x="8109" y="74829"/>
                  <a:pt x="8035" y="74874"/>
                  <a:pt x="7962" y="74903"/>
                </a:cubicBezTo>
                <a:cubicBezTo>
                  <a:pt x="7947" y="74859"/>
                  <a:pt x="7932" y="74785"/>
                  <a:pt x="7903" y="74726"/>
                </a:cubicBezTo>
                <a:cubicBezTo>
                  <a:pt x="7991" y="74697"/>
                  <a:pt x="8050" y="74668"/>
                  <a:pt x="8138" y="74653"/>
                </a:cubicBezTo>
                <a:close/>
                <a:moveTo>
                  <a:pt x="9742" y="74726"/>
                </a:moveTo>
                <a:cubicBezTo>
                  <a:pt x="9728" y="74756"/>
                  <a:pt x="9728" y="74800"/>
                  <a:pt x="9713" y="74829"/>
                </a:cubicBezTo>
                <a:cubicBezTo>
                  <a:pt x="9669" y="74859"/>
                  <a:pt x="9625" y="74888"/>
                  <a:pt x="9580" y="74903"/>
                </a:cubicBezTo>
                <a:cubicBezTo>
                  <a:pt x="9580" y="74888"/>
                  <a:pt x="9580" y="74859"/>
                  <a:pt x="9610" y="74800"/>
                </a:cubicBezTo>
                <a:cubicBezTo>
                  <a:pt x="9654" y="74785"/>
                  <a:pt x="9698" y="74756"/>
                  <a:pt x="9742" y="74726"/>
                </a:cubicBezTo>
                <a:close/>
                <a:moveTo>
                  <a:pt x="8771" y="74682"/>
                </a:moveTo>
                <a:lnTo>
                  <a:pt x="8771" y="74859"/>
                </a:lnTo>
                <a:cubicBezTo>
                  <a:pt x="8727" y="74874"/>
                  <a:pt x="8639" y="74903"/>
                  <a:pt x="8580" y="74918"/>
                </a:cubicBezTo>
                <a:cubicBezTo>
                  <a:pt x="8580" y="74874"/>
                  <a:pt x="8550" y="74815"/>
                  <a:pt x="8550" y="74756"/>
                </a:cubicBezTo>
                <a:cubicBezTo>
                  <a:pt x="8624" y="74741"/>
                  <a:pt x="8697" y="74712"/>
                  <a:pt x="8771" y="74682"/>
                </a:cubicBezTo>
                <a:close/>
                <a:moveTo>
                  <a:pt x="9286" y="74726"/>
                </a:moveTo>
                <a:lnTo>
                  <a:pt x="9286" y="74800"/>
                </a:lnTo>
                <a:cubicBezTo>
                  <a:pt x="9286" y="74815"/>
                  <a:pt x="9286" y="74829"/>
                  <a:pt x="9271" y="74874"/>
                </a:cubicBezTo>
                <a:cubicBezTo>
                  <a:pt x="9213" y="74888"/>
                  <a:pt x="9168" y="74918"/>
                  <a:pt x="9110" y="74947"/>
                </a:cubicBezTo>
                <a:lnTo>
                  <a:pt x="9110" y="74800"/>
                </a:lnTo>
                <a:cubicBezTo>
                  <a:pt x="9183" y="74785"/>
                  <a:pt x="9242" y="74741"/>
                  <a:pt x="9286" y="74726"/>
                </a:cubicBezTo>
                <a:close/>
                <a:moveTo>
                  <a:pt x="9889" y="74859"/>
                </a:moveTo>
                <a:lnTo>
                  <a:pt x="9889" y="74859"/>
                </a:lnTo>
                <a:cubicBezTo>
                  <a:pt x="9875" y="74888"/>
                  <a:pt x="9875" y="74903"/>
                  <a:pt x="9860" y="74947"/>
                </a:cubicBezTo>
                <a:cubicBezTo>
                  <a:pt x="9831" y="74947"/>
                  <a:pt x="9786" y="74962"/>
                  <a:pt x="9742" y="75006"/>
                </a:cubicBezTo>
                <a:cubicBezTo>
                  <a:pt x="9772" y="74962"/>
                  <a:pt x="9772" y="74947"/>
                  <a:pt x="9786" y="74903"/>
                </a:cubicBezTo>
                <a:lnTo>
                  <a:pt x="9889" y="74859"/>
                </a:lnTo>
                <a:close/>
                <a:moveTo>
                  <a:pt x="7844" y="74741"/>
                </a:moveTo>
                <a:cubicBezTo>
                  <a:pt x="7859" y="74800"/>
                  <a:pt x="7873" y="74874"/>
                  <a:pt x="7888" y="74932"/>
                </a:cubicBezTo>
                <a:cubicBezTo>
                  <a:pt x="7814" y="74962"/>
                  <a:pt x="7741" y="74977"/>
                  <a:pt x="7667" y="75021"/>
                </a:cubicBezTo>
                <a:cubicBezTo>
                  <a:pt x="7653" y="74947"/>
                  <a:pt x="7638" y="74888"/>
                  <a:pt x="7623" y="74829"/>
                </a:cubicBezTo>
                <a:cubicBezTo>
                  <a:pt x="7697" y="74800"/>
                  <a:pt x="7770" y="74785"/>
                  <a:pt x="7844" y="74741"/>
                </a:cubicBezTo>
                <a:close/>
                <a:moveTo>
                  <a:pt x="9992" y="74932"/>
                </a:moveTo>
                <a:lnTo>
                  <a:pt x="9992" y="74932"/>
                </a:lnTo>
                <a:cubicBezTo>
                  <a:pt x="9978" y="74962"/>
                  <a:pt x="9978" y="74962"/>
                  <a:pt x="9948" y="74977"/>
                </a:cubicBezTo>
                <a:cubicBezTo>
                  <a:pt x="9934" y="75006"/>
                  <a:pt x="9919" y="75021"/>
                  <a:pt x="9904" y="75021"/>
                </a:cubicBezTo>
                <a:cubicBezTo>
                  <a:pt x="9904" y="75006"/>
                  <a:pt x="9919" y="74977"/>
                  <a:pt x="9919" y="74962"/>
                </a:cubicBezTo>
                <a:cubicBezTo>
                  <a:pt x="9934" y="74947"/>
                  <a:pt x="9948" y="74947"/>
                  <a:pt x="9992" y="74932"/>
                </a:cubicBezTo>
                <a:close/>
                <a:moveTo>
                  <a:pt x="8477" y="74800"/>
                </a:moveTo>
                <a:cubicBezTo>
                  <a:pt x="8477" y="74859"/>
                  <a:pt x="8506" y="74903"/>
                  <a:pt x="8506" y="74962"/>
                </a:cubicBezTo>
                <a:cubicBezTo>
                  <a:pt x="8418" y="74977"/>
                  <a:pt x="8374" y="75021"/>
                  <a:pt x="8300" y="75035"/>
                </a:cubicBezTo>
                <a:cubicBezTo>
                  <a:pt x="8300" y="74977"/>
                  <a:pt x="8285" y="74918"/>
                  <a:pt x="8256" y="74859"/>
                </a:cubicBezTo>
                <a:cubicBezTo>
                  <a:pt x="8359" y="74859"/>
                  <a:pt x="8403" y="74815"/>
                  <a:pt x="8477" y="74800"/>
                </a:cubicBezTo>
                <a:close/>
                <a:moveTo>
                  <a:pt x="9492" y="74829"/>
                </a:moveTo>
                <a:lnTo>
                  <a:pt x="9492" y="74829"/>
                </a:lnTo>
                <a:cubicBezTo>
                  <a:pt x="9477" y="74874"/>
                  <a:pt x="9477" y="74903"/>
                  <a:pt x="9448" y="74962"/>
                </a:cubicBezTo>
                <a:cubicBezTo>
                  <a:pt x="9433" y="75006"/>
                  <a:pt x="9374" y="75021"/>
                  <a:pt x="9330" y="75035"/>
                </a:cubicBezTo>
                <a:cubicBezTo>
                  <a:pt x="9330" y="75006"/>
                  <a:pt x="9345" y="74962"/>
                  <a:pt x="9345" y="74903"/>
                </a:cubicBezTo>
                <a:cubicBezTo>
                  <a:pt x="9404" y="74888"/>
                  <a:pt x="9448" y="74859"/>
                  <a:pt x="9492" y="74829"/>
                </a:cubicBezTo>
                <a:close/>
                <a:moveTo>
                  <a:pt x="9036" y="74829"/>
                </a:moveTo>
                <a:lnTo>
                  <a:pt x="9036" y="74947"/>
                </a:lnTo>
                <a:lnTo>
                  <a:pt x="9036" y="74977"/>
                </a:lnTo>
                <a:cubicBezTo>
                  <a:pt x="8977" y="75006"/>
                  <a:pt x="8918" y="75035"/>
                  <a:pt x="8874" y="75050"/>
                </a:cubicBezTo>
                <a:lnTo>
                  <a:pt x="8874" y="74903"/>
                </a:lnTo>
                <a:cubicBezTo>
                  <a:pt x="8918" y="74888"/>
                  <a:pt x="8977" y="74859"/>
                  <a:pt x="9036" y="74829"/>
                </a:cubicBezTo>
                <a:close/>
                <a:moveTo>
                  <a:pt x="9698" y="74947"/>
                </a:moveTo>
                <a:lnTo>
                  <a:pt x="9698" y="74947"/>
                </a:lnTo>
                <a:cubicBezTo>
                  <a:pt x="9683" y="74977"/>
                  <a:pt x="9683" y="75021"/>
                  <a:pt x="9654" y="75035"/>
                </a:cubicBezTo>
                <a:cubicBezTo>
                  <a:pt x="9610" y="75080"/>
                  <a:pt x="9566" y="75109"/>
                  <a:pt x="9536" y="75124"/>
                </a:cubicBezTo>
                <a:cubicBezTo>
                  <a:pt x="9551" y="75094"/>
                  <a:pt x="9551" y="75050"/>
                  <a:pt x="9566" y="75021"/>
                </a:cubicBezTo>
                <a:cubicBezTo>
                  <a:pt x="9610" y="75006"/>
                  <a:pt x="9654" y="74977"/>
                  <a:pt x="9698" y="74947"/>
                </a:cubicBezTo>
                <a:close/>
                <a:moveTo>
                  <a:pt x="9271" y="74962"/>
                </a:moveTo>
                <a:cubicBezTo>
                  <a:pt x="9271" y="75006"/>
                  <a:pt x="9257" y="75050"/>
                  <a:pt x="9257" y="75094"/>
                </a:cubicBezTo>
                <a:cubicBezTo>
                  <a:pt x="9198" y="75109"/>
                  <a:pt x="9139" y="75153"/>
                  <a:pt x="9095" y="75168"/>
                </a:cubicBezTo>
                <a:cubicBezTo>
                  <a:pt x="9095" y="75124"/>
                  <a:pt x="9095" y="75080"/>
                  <a:pt x="9110" y="75035"/>
                </a:cubicBezTo>
                <a:cubicBezTo>
                  <a:pt x="9154" y="75021"/>
                  <a:pt x="9213" y="74977"/>
                  <a:pt x="9271" y="74962"/>
                </a:cubicBezTo>
                <a:close/>
                <a:moveTo>
                  <a:pt x="8182" y="74903"/>
                </a:moveTo>
                <a:cubicBezTo>
                  <a:pt x="8197" y="74962"/>
                  <a:pt x="8197" y="75021"/>
                  <a:pt x="8197" y="75094"/>
                </a:cubicBezTo>
                <a:cubicBezTo>
                  <a:pt x="8124" y="75124"/>
                  <a:pt x="8079" y="75153"/>
                  <a:pt x="8006" y="75183"/>
                </a:cubicBezTo>
                <a:cubicBezTo>
                  <a:pt x="8020" y="75109"/>
                  <a:pt x="8006" y="75035"/>
                  <a:pt x="7991" y="74977"/>
                </a:cubicBezTo>
                <a:cubicBezTo>
                  <a:pt x="8065" y="74947"/>
                  <a:pt x="8138" y="74932"/>
                  <a:pt x="8182" y="74903"/>
                </a:cubicBezTo>
                <a:close/>
                <a:moveTo>
                  <a:pt x="8771" y="74947"/>
                </a:moveTo>
                <a:lnTo>
                  <a:pt x="8771" y="75094"/>
                </a:lnTo>
                <a:lnTo>
                  <a:pt x="8771" y="75109"/>
                </a:lnTo>
                <a:cubicBezTo>
                  <a:pt x="8727" y="75124"/>
                  <a:pt x="8639" y="75168"/>
                  <a:pt x="8594" y="75183"/>
                </a:cubicBezTo>
                <a:cubicBezTo>
                  <a:pt x="8594" y="75124"/>
                  <a:pt x="8594" y="75080"/>
                  <a:pt x="8580" y="75021"/>
                </a:cubicBezTo>
                <a:cubicBezTo>
                  <a:pt x="8639" y="75006"/>
                  <a:pt x="8697" y="74962"/>
                  <a:pt x="8771" y="74947"/>
                </a:cubicBezTo>
                <a:close/>
                <a:moveTo>
                  <a:pt x="9786" y="75050"/>
                </a:moveTo>
                <a:cubicBezTo>
                  <a:pt x="9786" y="75080"/>
                  <a:pt x="9772" y="75109"/>
                  <a:pt x="9772" y="75124"/>
                </a:cubicBezTo>
                <a:cubicBezTo>
                  <a:pt x="9728" y="75153"/>
                  <a:pt x="9713" y="75168"/>
                  <a:pt x="9683" y="75183"/>
                </a:cubicBezTo>
                <a:cubicBezTo>
                  <a:pt x="9683" y="75168"/>
                  <a:pt x="9698" y="75124"/>
                  <a:pt x="9698" y="75109"/>
                </a:cubicBezTo>
                <a:cubicBezTo>
                  <a:pt x="9728" y="75094"/>
                  <a:pt x="9742" y="75080"/>
                  <a:pt x="9786" y="75050"/>
                </a:cubicBezTo>
                <a:close/>
                <a:moveTo>
                  <a:pt x="9433" y="75080"/>
                </a:moveTo>
                <a:lnTo>
                  <a:pt x="9433" y="75080"/>
                </a:lnTo>
                <a:cubicBezTo>
                  <a:pt x="9419" y="75109"/>
                  <a:pt x="9419" y="75153"/>
                  <a:pt x="9404" y="75183"/>
                </a:cubicBezTo>
                <a:cubicBezTo>
                  <a:pt x="9360" y="75197"/>
                  <a:pt x="9316" y="75241"/>
                  <a:pt x="9271" y="75256"/>
                </a:cubicBezTo>
                <a:cubicBezTo>
                  <a:pt x="9316" y="75227"/>
                  <a:pt x="9316" y="75183"/>
                  <a:pt x="9316" y="75153"/>
                </a:cubicBezTo>
                <a:cubicBezTo>
                  <a:pt x="9345" y="75124"/>
                  <a:pt x="9404" y="75094"/>
                  <a:pt x="9433" y="75080"/>
                </a:cubicBezTo>
                <a:close/>
                <a:moveTo>
                  <a:pt x="7903" y="75006"/>
                </a:moveTo>
                <a:cubicBezTo>
                  <a:pt x="7932" y="75050"/>
                  <a:pt x="7932" y="75124"/>
                  <a:pt x="7947" y="75183"/>
                </a:cubicBezTo>
                <a:cubicBezTo>
                  <a:pt x="7873" y="75227"/>
                  <a:pt x="7814" y="75241"/>
                  <a:pt x="7741" y="75271"/>
                </a:cubicBezTo>
                <a:cubicBezTo>
                  <a:pt x="7726" y="75227"/>
                  <a:pt x="7711" y="75168"/>
                  <a:pt x="7711" y="75094"/>
                </a:cubicBezTo>
                <a:cubicBezTo>
                  <a:pt x="7785" y="75050"/>
                  <a:pt x="7859" y="75035"/>
                  <a:pt x="7903" y="75006"/>
                </a:cubicBezTo>
                <a:close/>
                <a:moveTo>
                  <a:pt x="9006" y="75080"/>
                </a:moveTo>
                <a:cubicBezTo>
                  <a:pt x="9006" y="75124"/>
                  <a:pt x="8992" y="75168"/>
                  <a:pt x="8992" y="75227"/>
                </a:cubicBezTo>
                <a:cubicBezTo>
                  <a:pt x="8948" y="75241"/>
                  <a:pt x="8889" y="75271"/>
                  <a:pt x="8830" y="75300"/>
                </a:cubicBezTo>
                <a:lnTo>
                  <a:pt x="8830" y="75153"/>
                </a:lnTo>
                <a:cubicBezTo>
                  <a:pt x="8903" y="75124"/>
                  <a:pt x="8962" y="75094"/>
                  <a:pt x="9006" y="75080"/>
                </a:cubicBezTo>
                <a:close/>
                <a:moveTo>
                  <a:pt x="8506" y="75050"/>
                </a:moveTo>
                <a:cubicBezTo>
                  <a:pt x="8506" y="75109"/>
                  <a:pt x="8506" y="75168"/>
                  <a:pt x="8521" y="75227"/>
                </a:cubicBezTo>
                <a:cubicBezTo>
                  <a:pt x="8462" y="75256"/>
                  <a:pt x="8388" y="75271"/>
                  <a:pt x="8330" y="75315"/>
                </a:cubicBezTo>
                <a:cubicBezTo>
                  <a:pt x="8330" y="75256"/>
                  <a:pt x="8315" y="75197"/>
                  <a:pt x="8315" y="75153"/>
                </a:cubicBezTo>
                <a:cubicBezTo>
                  <a:pt x="8374" y="75109"/>
                  <a:pt x="8447" y="75080"/>
                  <a:pt x="8506" y="75050"/>
                </a:cubicBezTo>
                <a:close/>
                <a:moveTo>
                  <a:pt x="9580" y="75183"/>
                </a:moveTo>
                <a:lnTo>
                  <a:pt x="9580" y="75183"/>
                </a:lnTo>
                <a:cubicBezTo>
                  <a:pt x="9566" y="75227"/>
                  <a:pt x="9566" y="75241"/>
                  <a:pt x="9551" y="75256"/>
                </a:cubicBezTo>
                <a:cubicBezTo>
                  <a:pt x="9536" y="75271"/>
                  <a:pt x="9492" y="75315"/>
                  <a:pt x="9463" y="75330"/>
                </a:cubicBezTo>
                <a:cubicBezTo>
                  <a:pt x="9477" y="75300"/>
                  <a:pt x="9477" y="75271"/>
                  <a:pt x="9477" y="75241"/>
                </a:cubicBezTo>
                <a:lnTo>
                  <a:pt x="9580" y="75183"/>
                </a:lnTo>
                <a:close/>
                <a:moveTo>
                  <a:pt x="9669" y="75256"/>
                </a:moveTo>
                <a:cubicBezTo>
                  <a:pt x="9683" y="75300"/>
                  <a:pt x="9683" y="75300"/>
                  <a:pt x="9654" y="75315"/>
                </a:cubicBezTo>
                <a:cubicBezTo>
                  <a:pt x="9639" y="75330"/>
                  <a:pt x="9625" y="75345"/>
                  <a:pt x="9610" y="75345"/>
                </a:cubicBezTo>
                <a:cubicBezTo>
                  <a:pt x="9610" y="75330"/>
                  <a:pt x="9625" y="75315"/>
                  <a:pt x="9625" y="75300"/>
                </a:cubicBezTo>
                <a:cubicBezTo>
                  <a:pt x="9639" y="75271"/>
                  <a:pt x="9654" y="75256"/>
                  <a:pt x="9669" y="75256"/>
                </a:cubicBezTo>
                <a:close/>
                <a:moveTo>
                  <a:pt x="9242" y="75183"/>
                </a:moveTo>
                <a:cubicBezTo>
                  <a:pt x="9242" y="75227"/>
                  <a:pt x="9213" y="75271"/>
                  <a:pt x="9198" y="75315"/>
                </a:cubicBezTo>
                <a:cubicBezTo>
                  <a:pt x="9139" y="75345"/>
                  <a:pt x="9110" y="75374"/>
                  <a:pt x="9065" y="75389"/>
                </a:cubicBezTo>
                <a:cubicBezTo>
                  <a:pt x="9065" y="75345"/>
                  <a:pt x="9095" y="75300"/>
                  <a:pt x="9095" y="75256"/>
                </a:cubicBezTo>
                <a:cubicBezTo>
                  <a:pt x="9139" y="75241"/>
                  <a:pt x="9183" y="75197"/>
                  <a:pt x="9242" y="75183"/>
                </a:cubicBezTo>
                <a:close/>
                <a:moveTo>
                  <a:pt x="8241" y="75168"/>
                </a:moveTo>
                <a:cubicBezTo>
                  <a:pt x="8241" y="75227"/>
                  <a:pt x="8256" y="75271"/>
                  <a:pt x="8256" y="75330"/>
                </a:cubicBezTo>
                <a:cubicBezTo>
                  <a:pt x="8212" y="75374"/>
                  <a:pt x="8138" y="75389"/>
                  <a:pt x="8079" y="75418"/>
                </a:cubicBezTo>
                <a:cubicBezTo>
                  <a:pt x="8079" y="75374"/>
                  <a:pt x="8065" y="75315"/>
                  <a:pt x="8065" y="75241"/>
                </a:cubicBezTo>
                <a:cubicBezTo>
                  <a:pt x="8109" y="75227"/>
                  <a:pt x="8168" y="75183"/>
                  <a:pt x="8241" y="75168"/>
                </a:cubicBezTo>
                <a:close/>
                <a:moveTo>
                  <a:pt x="8756" y="75197"/>
                </a:moveTo>
                <a:lnTo>
                  <a:pt x="8756" y="75345"/>
                </a:lnTo>
                <a:cubicBezTo>
                  <a:pt x="8697" y="75374"/>
                  <a:pt x="8639" y="75389"/>
                  <a:pt x="8594" y="75418"/>
                </a:cubicBezTo>
                <a:lnTo>
                  <a:pt x="8594" y="75271"/>
                </a:lnTo>
                <a:cubicBezTo>
                  <a:pt x="8639" y="75256"/>
                  <a:pt x="8697" y="75227"/>
                  <a:pt x="8756" y="75197"/>
                </a:cubicBezTo>
                <a:close/>
                <a:moveTo>
                  <a:pt x="9360" y="75315"/>
                </a:moveTo>
                <a:lnTo>
                  <a:pt x="9360" y="75315"/>
                </a:lnTo>
                <a:cubicBezTo>
                  <a:pt x="9345" y="75345"/>
                  <a:pt x="9345" y="75389"/>
                  <a:pt x="9330" y="75403"/>
                </a:cubicBezTo>
                <a:cubicBezTo>
                  <a:pt x="9316" y="75418"/>
                  <a:pt x="9271" y="75448"/>
                  <a:pt x="9242" y="75477"/>
                </a:cubicBezTo>
                <a:cubicBezTo>
                  <a:pt x="9242" y="75448"/>
                  <a:pt x="9257" y="75403"/>
                  <a:pt x="9257" y="75389"/>
                </a:cubicBezTo>
                <a:cubicBezTo>
                  <a:pt x="9286" y="75374"/>
                  <a:pt x="9330" y="75345"/>
                  <a:pt x="9360" y="75315"/>
                </a:cubicBezTo>
                <a:close/>
                <a:moveTo>
                  <a:pt x="9492" y="75389"/>
                </a:moveTo>
                <a:cubicBezTo>
                  <a:pt x="9492" y="75418"/>
                  <a:pt x="9477" y="75448"/>
                  <a:pt x="9477" y="75462"/>
                </a:cubicBezTo>
                <a:cubicBezTo>
                  <a:pt x="9463" y="75477"/>
                  <a:pt x="9419" y="75492"/>
                  <a:pt x="9404" y="75521"/>
                </a:cubicBezTo>
                <a:cubicBezTo>
                  <a:pt x="9404" y="75492"/>
                  <a:pt x="9419" y="75462"/>
                  <a:pt x="9419" y="75448"/>
                </a:cubicBezTo>
                <a:cubicBezTo>
                  <a:pt x="9433" y="75418"/>
                  <a:pt x="9477" y="75403"/>
                  <a:pt x="9492" y="75389"/>
                </a:cubicBezTo>
                <a:close/>
                <a:moveTo>
                  <a:pt x="8992" y="75330"/>
                </a:moveTo>
                <a:cubicBezTo>
                  <a:pt x="8992" y="75374"/>
                  <a:pt x="8977" y="75418"/>
                  <a:pt x="8977" y="75462"/>
                </a:cubicBezTo>
                <a:cubicBezTo>
                  <a:pt x="8918" y="75477"/>
                  <a:pt x="8874" y="75492"/>
                  <a:pt x="8830" y="75536"/>
                </a:cubicBezTo>
                <a:cubicBezTo>
                  <a:pt x="8830" y="75492"/>
                  <a:pt x="8830" y="75448"/>
                  <a:pt x="8845" y="75403"/>
                </a:cubicBezTo>
                <a:cubicBezTo>
                  <a:pt x="8903" y="75389"/>
                  <a:pt x="8962" y="75345"/>
                  <a:pt x="8992" y="75330"/>
                </a:cubicBezTo>
                <a:close/>
                <a:moveTo>
                  <a:pt x="7962" y="75271"/>
                </a:moveTo>
                <a:cubicBezTo>
                  <a:pt x="7976" y="75330"/>
                  <a:pt x="7976" y="75389"/>
                  <a:pt x="7976" y="75462"/>
                </a:cubicBezTo>
                <a:cubicBezTo>
                  <a:pt x="7932" y="75492"/>
                  <a:pt x="7859" y="75521"/>
                  <a:pt x="7800" y="75551"/>
                </a:cubicBezTo>
                <a:cubicBezTo>
                  <a:pt x="7785" y="75477"/>
                  <a:pt x="7785" y="75418"/>
                  <a:pt x="7770" y="75374"/>
                </a:cubicBezTo>
                <a:cubicBezTo>
                  <a:pt x="7844" y="75330"/>
                  <a:pt x="7888" y="75315"/>
                  <a:pt x="7962" y="75271"/>
                </a:cubicBezTo>
                <a:close/>
                <a:moveTo>
                  <a:pt x="8521" y="75300"/>
                </a:moveTo>
                <a:lnTo>
                  <a:pt x="8521" y="75462"/>
                </a:lnTo>
                <a:cubicBezTo>
                  <a:pt x="8462" y="75492"/>
                  <a:pt x="8403" y="75521"/>
                  <a:pt x="8359" y="75551"/>
                </a:cubicBezTo>
                <a:lnTo>
                  <a:pt x="8359" y="75389"/>
                </a:lnTo>
                <a:cubicBezTo>
                  <a:pt x="8388" y="75345"/>
                  <a:pt x="8462" y="75330"/>
                  <a:pt x="8521" y="75300"/>
                </a:cubicBezTo>
                <a:close/>
                <a:moveTo>
                  <a:pt x="9183" y="75418"/>
                </a:moveTo>
                <a:lnTo>
                  <a:pt x="9183" y="75418"/>
                </a:lnTo>
                <a:cubicBezTo>
                  <a:pt x="9168" y="75462"/>
                  <a:pt x="9168" y="75492"/>
                  <a:pt x="9139" y="75536"/>
                </a:cubicBezTo>
                <a:cubicBezTo>
                  <a:pt x="9110" y="75551"/>
                  <a:pt x="9065" y="75595"/>
                  <a:pt x="9036" y="75609"/>
                </a:cubicBezTo>
                <a:cubicBezTo>
                  <a:pt x="9036" y="75565"/>
                  <a:pt x="9036" y="75536"/>
                  <a:pt x="9051" y="75492"/>
                </a:cubicBezTo>
                <a:cubicBezTo>
                  <a:pt x="9095" y="75477"/>
                  <a:pt x="9139" y="75448"/>
                  <a:pt x="9183" y="75418"/>
                </a:cubicBezTo>
                <a:close/>
                <a:moveTo>
                  <a:pt x="8756" y="75418"/>
                </a:moveTo>
                <a:cubicBezTo>
                  <a:pt x="8756" y="75477"/>
                  <a:pt x="8756" y="75521"/>
                  <a:pt x="8742" y="75565"/>
                </a:cubicBezTo>
                <a:cubicBezTo>
                  <a:pt x="8683" y="75609"/>
                  <a:pt x="8653" y="75624"/>
                  <a:pt x="8594" y="75668"/>
                </a:cubicBezTo>
                <a:lnTo>
                  <a:pt x="8594" y="75521"/>
                </a:lnTo>
                <a:cubicBezTo>
                  <a:pt x="8639" y="75477"/>
                  <a:pt x="8697" y="75462"/>
                  <a:pt x="8756" y="75418"/>
                </a:cubicBezTo>
                <a:close/>
                <a:moveTo>
                  <a:pt x="8256" y="75418"/>
                </a:moveTo>
                <a:lnTo>
                  <a:pt x="8256" y="75595"/>
                </a:lnTo>
                <a:cubicBezTo>
                  <a:pt x="8212" y="75624"/>
                  <a:pt x="8153" y="75639"/>
                  <a:pt x="8094" y="75683"/>
                </a:cubicBezTo>
                <a:cubicBezTo>
                  <a:pt x="8094" y="75624"/>
                  <a:pt x="8079" y="75565"/>
                  <a:pt x="8079" y="75521"/>
                </a:cubicBezTo>
                <a:cubicBezTo>
                  <a:pt x="8138" y="75477"/>
                  <a:pt x="8212" y="75448"/>
                  <a:pt x="8256" y="75418"/>
                </a:cubicBezTo>
                <a:close/>
                <a:moveTo>
                  <a:pt x="9286" y="75536"/>
                </a:moveTo>
                <a:cubicBezTo>
                  <a:pt x="9271" y="75551"/>
                  <a:pt x="9271" y="75595"/>
                  <a:pt x="9257" y="75609"/>
                </a:cubicBezTo>
                <a:cubicBezTo>
                  <a:pt x="9257" y="75624"/>
                  <a:pt x="9213" y="75639"/>
                  <a:pt x="9183" y="75683"/>
                </a:cubicBezTo>
                <a:cubicBezTo>
                  <a:pt x="9183" y="75639"/>
                  <a:pt x="9198" y="75624"/>
                  <a:pt x="9198" y="75595"/>
                </a:cubicBezTo>
                <a:cubicBezTo>
                  <a:pt x="9242" y="75565"/>
                  <a:pt x="9271" y="75551"/>
                  <a:pt x="9286" y="75536"/>
                </a:cubicBezTo>
                <a:close/>
                <a:moveTo>
                  <a:pt x="9404" y="75609"/>
                </a:moveTo>
                <a:lnTo>
                  <a:pt x="9404" y="75609"/>
                </a:lnTo>
                <a:cubicBezTo>
                  <a:pt x="9374" y="75624"/>
                  <a:pt x="9374" y="75639"/>
                  <a:pt x="9374" y="75668"/>
                </a:cubicBezTo>
                <a:cubicBezTo>
                  <a:pt x="9360" y="75683"/>
                  <a:pt x="9345" y="75683"/>
                  <a:pt x="9330" y="75698"/>
                </a:cubicBezTo>
                <a:cubicBezTo>
                  <a:pt x="9330" y="75683"/>
                  <a:pt x="9345" y="75668"/>
                  <a:pt x="9345" y="75639"/>
                </a:cubicBezTo>
                <a:cubicBezTo>
                  <a:pt x="9360" y="75624"/>
                  <a:pt x="9374" y="75624"/>
                  <a:pt x="9404" y="75609"/>
                </a:cubicBezTo>
                <a:close/>
                <a:moveTo>
                  <a:pt x="8948" y="75551"/>
                </a:moveTo>
                <a:cubicBezTo>
                  <a:pt x="8948" y="75595"/>
                  <a:pt x="8918" y="75624"/>
                  <a:pt x="8918" y="75683"/>
                </a:cubicBezTo>
                <a:cubicBezTo>
                  <a:pt x="8889" y="75698"/>
                  <a:pt x="8845" y="75712"/>
                  <a:pt x="8800" y="75757"/>
                </a:cubicBezTo>
                <a:cubicBezTo>
                  <a:pt x="8800" y="75712"/>
                  <a:pt x="8815" y="75668"/>
                  <a:pt x="8815" y="75624"/>
                </a:cubicBezTo>
                <a:cubicBezTo>
                  <a:pt x="8845" y="75609"/>
                  <a:pt x="8903" y="75565"/>
                  <a:pt x="8948" y="75551"/>
                </a:cubicBezTo>
                <a:close/>
                <a:moveTo>
                  <a:pt x="8006" y="75536"/>
                </a:moveTo>
                <a:cubicBezTo>
                  <a:pt x="8006" y="75595"/>
                  <a:pt x="8020" y="75639"/>
                  <a:pt x="8020" y="75698"/>
                </a:cubicBezTo>
                <a:cubicBezTo>
                  <a:pt x="7962" y="75727"/>
                  <a:pt x="7903" y="75757"/>
                  <a:pt x="7829" y="75786"/>
                </a:cubicBezTo>
                <a:cubicBezTo>
                  <a:pt x="7844" y="75757"/>
                  <a:pt x="7844" y="75698"/>
                  <a:pt x="7814" y="75639"/>
                </a:cubicBezTo>
                <a:cubicBezTo>
                  <a:pt x="7873" y="75595"/>
                  <a:pt x="7947" y="75565"/>
                  <a:pt x="8006" y="75536"/>
                </a:cubicBezTo>
                <a:close/>
                <a:moveTo>
                  <a:pt x="8521" y="75565"/>
                </a:moveTo>
                <a:lnTo>
                  <a:pt x="8521" y="75712"/>
                </a:lnTo>
                <a:cubicBezTo>
                  <a:pt x="8462" y="75742"/>
                  <a:pt x="8403" y="75757"/>
                  <a:pt x="8359" y="75786"/>
                </a:cubicBezTo>
                <a:lnTo>
                  <a:pt x="8359" y="75639"/>
                </a:lnTo>
                <a:cubicBezTo>
                  <a:pt x="8403" y="75624"/>
                  <a:pt x="8462" y="75595"/>
                  <a:pt x="8521" y="75565"/>
                </a:cubicBezTo>
                <a:close/>
                <a:moveTo>
                  <a:pt x="9110" y="75668"/>
                </a:moveTo>
                <a:lnTo>
                  <a:pt x="9110" y="75668"/>
                </a:lnTo>
                <a:cubicBezTo>
                  <a:pt x="9095" y="75698"/>
                  <a:pt x="9095" y="75742"/>
                  <a:pt x="9065" y="75757"/>
                </a:cubicBezTo>
                <a:cubicBezTo>
                  <a:pt x="9051" y="75771"/>
                  <a:pt x="9006" y="75786"/>
                  <a:pt x="8977" y="75830"/>
                </a:cubicBezTo>
                <a:cubicBezTo>
                  <a:pt x="8977" y="75786"/>
                  <a:pt x="8992" y="75757"/>
                  <a:pt x="8992" y="75742"/>
                </a:cubicBezTo>
                <a:cubicBezTo>
                  <a:pt x="9036" y="75712"/>
                  <a:pt x="9065" y="75683"/>
                  <a:pt x="9110" y="75668"/>
                </a:cubicBezTo>
                <a:close/>
                <a:moveTo>
                  <a:pt x="9213" y="75742"/>
                </a:moveTo>
                <a:cubicBezTo>
                  <a:pt x="9213" y="75771"/>
                  <a:pt x="9198" y="75786"/>
                  <a:pt x="9198" y="75815"/>
                </a:cubicBezTo>
                <a:cubicBezTo>
                  <a:pt x="9183" y="75830"/>
                  <a:pt x="9139" y="75845"/>
                  <a:pt x="9124" y="75860"/>
                </a:cubicBezTo>
                <a:cubicBezTo>
                  <a:pt x="9124" y="75845"/>
                  <a:pt x="9139" y="75830"/>
                  <a:pt x="9139" y="75786"/>
                </a:cubicBezTo>
                <a:cubicBezTo>
                  <a:pt x="9154" y="75771"/>
                  <a:pt x="9198" y="75757"/>
                  <a:pt x="9213" y="75742"/>
                </a:cubicBezTo>
                <a:close/>
                <a:moveTo>
                  <a:pt x="8742" y="75683"/>
                </a:moveTo>
                <a:cubicBezTo>
                  <a:pt x="8742" y="75712"/>
                  <a:pt x="8727" y="75771"/>
                  <a:pt x="8727" y="75815"/>
                </a:cubicBezTo>
                <a:cubicBezTo>
                  <a:pt x="8668" y="75830"/>
                  <a:pt x="8624" y="75860"/>
                  <a:pt x="8580" y="75889"/>
                </a:cubicBezTo>
                <a:cubicBezTo>
                  <a:pt x="8580" y="75845"/>
                  <a:pt x="8580" y="75786"/>
                  <a:pt x="8594" y="75757"/>
                </a:cubicBezTo>
                <a:cubicBezTo>
                  <a:pt x="8639" y="75742"/>
                  <a:pt x="8683" y="75698"/>
                  <a:pt x="8742" y="75683"/>
                </a:cubicBezTo>
                <a:close/>
                <a:moveTo>
                  <a:pt x="8271" y="75683"/>
                </a:moveTo>
                <a:lnTo>
                  <a:pt x="8271" y="75845"/>
                </a:lnTo>
                <a:cubicBezTo>
                  <a:pt x="8256" y="75860"/>
                  <a:pt x="8241" y="75860"/>
                  <a:pt x="8227" y="75889"/>
                </a:cubicBezTo>
                <a:lnTo>
                  <a:pt x="8109" y="75933"/>
                </a:lnTo>
                <a:cubicBezTo>
                  <a:pt x="8109" y="75889"/>
                  <a:pt x="8109" y="75830"/>
                  <a:pt x="8094" y="75771"/>
                </a:cubicBezTo>
                <a:cubicBezTo>
                  <a:pt x="8168" y="75742"/>
                  <a:pt x="8227" y="75698"/>
                  <a:pt x="8271" y="75683"/>
                </a:cubicBezTo>
                <a:close/>
                <a:moveTo>
                  <a:pt x="8903" y="75786"/>
                </a:moveTo>
                <a:cubicBezTo>
                  <a:pt x="8903" y="75830"/>
                  <a:pt x="8889" y="75860"/>
                  <a:pt x="8889" y="75904"/>
                </a:cubicBezTo>
                <a:cubicBezTo>
                  <a:pt x="8845" y="75918"/>
                  <a:pt x="8815" y="75963"/>
                  <a:pt x="8771" y="75977"/>
                </a:cubicBezTo>
                <a:lnTo>
                  <a:pt x="8771" y="75860"/>
                </a:lnTo>
                <a:cubicBezTo>
                  <a:pt x="8815" y="75845"/>
                  <a:pt x="8845" y="75815"/>
                  <a:pt x="8903" y="75786"/>
                </a:cubicBezTo>
                <a:close/>
                <a:moveTo>
                  <a:pt x="8506" y="75815"/>
                </a:moveTo>
                <a:cubicBezTo>
                  <a:pt x="8506" y="75860"/>
                  <a:pt x="8506" y="75904"/>
                  <a:pt x="8477" y="75963"/>
                </a:cubicBezTo>
                <a:cubicBezTo>
                  <a:pt x="8447" y="75977"/>
                  <a:pt x="8388" y="75992"/>
                  <a:pt x="8359" y="76036"/>
                </a:cubicBezTo>
                <a:lnTo>
                  <a:pt x="8359" y="75889"/>
                </a:lnTo>
                <a:cubicBezTo>
                  <a:pt x="8403" y="75860"/>
                  <a:pt x="8447" y="75830"/>
                  <a:pt x="8506" y="75815"/>
                </a:cubicBezTo>
                <a:close/>
                <a:moveTo>
                  <a:pt x="9036" y="75889"/>
                </a:moveTo>
                <a:lnTo>
                  <a:pt x="9036" y="75889"/>
                </a:lnTo>
                <a:cubicBezTo>
                  <a:pt x="9006" y="75918"/>
                  <a:pt x="9006" y="75933"/>
                  <a:pt x="8992" y="75977"/>
                </a:cubicBezTo>
                <a:cubicBezTo>
                  <a:pt x="8977" y="75977"/>
                  <a:pt x="8962" y="76007"/>
                  <a:pt x="8918" y="76036"/>
                </a:cubicBezTo>
                <a:cubicBezTo>
                  <a:pt x="8918" y="75992"/>
                  <a:pt x="8933" y="75977"/>
                  <a:pt x="8933" y="75933"/>
                </a:cubicBezTo>
                <a:cubicBezTo>
                  <a:pt x="8977" y="75918"/>
                  <a:pt x="8992" y="75904"/>
                  <a:pt x="9036" y="75889"/>
                </a:cubicBezTo>
                <a:close/>
                <a:moveTo>
                  <a:pt x="8020" y="75786"/>
                </a:moveTo>
                <a:lnTo>
                  <a:pt x="8020" y="75963"/>
                </a:lnTo>
                <a:cubicBezTo>
                  <a:pt x="7962" y="75992"/>
                  <a:pt x="7917" y="76007"/>
                  <a:pt x="7859" y="76051"/>
                </a:cubicBezTo>
                <a:cubicBezTo>
                  <a:pt x="7859" y="75992"/>
                  <a:pt x="7844" y="75933"/>
                  <a:pt x="7844" y="75889"/>
                </a:cubicBezTo>
                <a:cubicBezTo>
                  <a:pt x="7903" y="75860"/>
                  <a:pt x="7962" y="75830"/>
                  <a:pt x="8020" y="75786"/>
                </a:cubicBezTo>
                <a:close/>
                <a:moveTo>
                  <a:pt x="9124" y="75977"/>
                </a:moveTo>
                <a:lnTo>
                  <a:pt x="9124" y="75977"/>
                </a:lnTo>
                <a:cubicBezTo>
                  <a:pt x="9124" y="75978"/>
                  <a:pt x="9110" y="75992"/>
                  <a:pt x="9110" y="76007"/>
                </a:cubicBezTo>
                <a:cubicBezTo>
                  <a:pt x="9095" y="76036"/>
                  <a:pt x="9065" y="76051"/>
                  <a:pt x="9051" y="76051"/>
                </a:cubicBezTo>
                <a:cubicBezTo>
                  <a:pt x="9051" y="76021"/>
                  <a:pt x="9065" y="76007"/>
                  <a:pt x="9065" y="76007"/>
                </a:cubicBezTo>
                <a:cubicBezTo>
                  <a:pt x="9080" y="75992"/>
                  <a:pt x="9109" y="75992"/>
                  <a:pt x="9124" y="75977"/>
                </a:cubicBezTo>
                <a:close/>
                <a:moveTo>
                  <a:pt x="8697" y="75918"/>
                </a:moveTo>
                <a:cubicBezTo>
                  <a:pt x="8697" y="75963"/>
                  <a:pt x="8683" y="75992"/>
                  <a:pt x="8683" y="76051"/>
                </a:cubicBezTo>
                <a:cubicBezTo>
                  <a:pt x="8624" y="76066"/>
                  <a:pt x="8594" y="76080"/>
                  <a:pt x="8550" y="76124"/>
                </a:cubicBezTo>
                <a:cubicBezTo>
                  <a:pt x="8550" y="76080"/>
                  <a:pt x="8565" y="76036"/>
                  <a:pt x="8565" y="75992"/>
                </a:cubicBezTo>
                <a:cubicBezTo>
                  <a:pt x="8609" y="75977"/>
                  <a:pt x="8668" y="75933"/>
                  <a:pt x="8697" y="75918"/>
                </a:cubicBezTo>
                <a:close/>
                <a:moveTo>
                  <a:pt x="8271" y="75933"/>
                </a:moveTo>
                <a:lnTo>
                  <a:pt x="8271" y="76080"/>
                </a:lnTo>
                <a:cubicBezTo>
                  <a:pt x="8227" y="76110"/>
                  <a:pt x="8168" y="76139"/>
                  <a:pt x="8109" y="76154"/>
                </a:cubicBezTo>
                <a:lnTo>
                  <a:pt x="8109" y="76007"/>
                </a:lnTo>
                <a:cubicBezTo>
                  <a:pt x="8168" y="75992"/>
                  <a:pt x="8212" y="75963"/>
                  <a:pt x="8256" y="75933"/>
                </a:cubicBezTo>
                <a:close/>
                <a:moveTo>
                  <a:pt x="8845" y="76007"/>
                </a:moveTo>
                <a:cubicBezTo>
                  <a:pt x="8845" y="76051"/>
                  <a:pt x="8830" y="76080"/>
                  <a:pt x="8830" y="76110"/>
                </a:cubicBezTo>
                <a:cubicBezTo>
                  <a:pt x="8800" y="76139"/>
                  <a:pt x="8756" y="76154"/>
                  <a:pt x="8727" y="76183"/>
                </a:cubicBezTo>
                <a:cubicBezTo>
                  <a:pt x="8727" y="76139"/>
                  <a:pt x="8742" y="76110"/>
                  <a:pt x="8742" y="76080"/>
                </a:cubicBezTo>
                <a:cubicBezTo>
                  <a:pt x="8771" y="76066"/>
                  <a:pt x="8815" y="76036"/>
                  <a:pt x="8845" y="76007"/>
                </a:cubicBezTo>
                <a:close/>
                <a:moveTo>
                  <a:pt x="8962" y="76110"/>
                </a:moveTo>
                <a:lnTo>
                  <a:pt x="8962" y="76110"/>
                </a:lnTo>
                <a:cubicBezTo>
                  <a:pt x="8948" y="76124"/>
                  <a:pt x="8948" y="76139"/>
                  <a:pt x="8918" y="76183"/>
                </a:cubicBezTo>
                <a:lnTo>
                  <a:pt x="8874" y="76227"/>
                </a:lnTo>
                <a:cubicBezTo>
                  <a:pt x="8874" y="76213"/>
                  <a:pt x="8889" y="76198"/>
                  <a:pt x="8889" y="76154"/>
                </a:cubicBezTo>
                <a:cubicBezTo>
                  <a:pt x="8903" y="76139"/>
                  <a:pt x="8918" y="76124"/>
                  <a:pt x="8962" y="76110"/>
                </a:cubicBezTo>
                <a:close/>
                <a:moveTo>
                  <a:pt x="8477" y="76051"/>
                </a:moveTo>
                <a:cubicBezTo>
                  <a:pt x="8477" y="76080"/>
                  <a:pt x="8462" y="76139"/>
                  <a:pt x="8462" y="76183"/>
                </a:cubicBezTo>
                <a:cubicBezTo>
                  <a:pt x="8433" y="76213"/>
                  <a:pt x="8374" y="76227"/>
                  <a:pt x="8330" y="76272"/>
                </a:cubicBezTo>
                <a:cubicBezTo>
                  <a:pt x="8330" y="76213"/>
                  <a:pt x="8359" y="76183"/>
                  <a:pt x="8359" y="76124"/>
                </a:cubicBezTo>
                <a:cubicBezTo>
                  <a:pt x="8388" y="76110"/>
                  <a:pt x="8447" y="76066"/>
                  <a:pt x="8477" y="76051"/>
                </a:cubicBezTo>
                <a:close/>
                <a:moveTo>
                  <a:pt x="8035" y="76051"/>
                </a:moveTo>
                <a:lnTo>
                  <a:pt x="8035" y="76213"/>
                </a:lnTo>
                <a:cubicBezTo>
                  <a:pt x="8006" y="76227"/>
                  <a:pt x="7947" y="76272"/>
                  <a:pt x="7903" y="76286"/>
                </a:cubicBezTo>
                <a:lnTo>
                  <a:pt x="7888" y="76286"/>
                </a:lnTo>
                <a:cubicBezTo>
                  <a:pt x="7888" y="76227"/>
                  <a:pt x="7888" y="76169"/>
                  <a:pt x="7873" y="76124"/>
                </a:cubicBezTo>
                <a:cubicBezTo>
                  <a:pt x="7932" y="76124"/>
                  <a:pt x="7991" y="76080"/>
                  <a:pt x="8035" y="76051"/>
                </a:cubicBezTo>
                <a:close/>
                <a:moveTo>
                  <a:pt x="8639" y="76154"/>
                </a:moveTo>
                <a:cubicBezTo>
                  <a:pt x="8639" y="76198"/>
                  <a:pt x="8624" y="76227"/>
                  <a:pt x="8624" y="76272"/>
                </a:cubicBezTo>
                <a:cubicBezTo>
                  <a:pt x="8594" y="76286"/>
                  <a:pt x="8550" y="76301"/>
                  <a:pt x="8521" y="76345"/>
                </a:cubicBezTo>
                <a:cubicBezTo>
                  <a:pt x="8521" y="76301"/>
                  <a:pt x="8536" y="76272"/>
                  <a:pt x="8536" y="76227"/>
                </a:cubicBezTo>
                <a:cubicBezTo>
                  <a:pt x="8580" y="76213"/>
                  <a:pt x="8609" y="76169"/>
                  <a:pt x="8639" y="76154"/>
                </a:cubicBezTo>
                <a:close/>
                <a:moveTo>
                  <a:pt x="8771" y="76227"/>
                </a:moveTo>
                <a:cubicBezTo>
                  <a:pt x="8771" y="76257"/>
                  <a:pt x="8756" y="76286"/>
                  <a:pt x="8756" y="76301"/>
                </a:cubicBezTo>
                <a:lnTo>
                  <a:pt x="8668" y="76404"/>
                </a:lnTo>
                <a:cubicBezTo>
                  <a:pt x="8668" y="76360"/>
                  <a:pt x="8683" y="76345"/>
                  <a:pt x="8683" y="76301"/>
                </a:cubicBezTo>
                <a:cubicBezTo>
                  <a:pt x="8727" y="76286"/>
                  <a:pt x="8742" y="76272"/>
                  <a:pt x="8771" y="76227"/>
                </a:cubicBezTo>
                <a:close/>
                <a:moveTo>
                  <a:pt x="8256" y="76183"/>
                </a:moveTo>
                <a:cubicBezTo>
                  <a:pt x="8256" y="76227"/>
                  <a:pt x="8256" y="76272"/>
                  <a:pt x="8241" y="76331"/>
                </a:cubicBezTo>
                <a:cubicBezTo>
                  <a:pt x="8212" y="76360"/>
                  <a:pt x="8153" y="76375"/>
                  <a:pt x="8109" y="76419"/>
                </a:cubicBezTo>
                <a:lnTo>
                  <a:pt x="8109" y="76272"/>
                </a:lnTo>
                <a:cubicBezTo>
                  <a:pt x="8168" y="76227"/>
                  <a:pt x="8227" y="76198"/>
                  <a:pt x="8256" y="76183"/>
                </a:cubicBezTo>
                <a:close/>
                <a:moveTo>
                  <a:pt x="8845" y="76365"/>
                </a:moveTo>
                <a:cubicBezTo>
                  <a:pt x="8845" y="76368"/>
                  <a:pt x="8845" y="76371"/>
                  <a:pt x="8845" y="76375"/>
                </a:cubicBezTo>
                <a:lnTo>
                  <a:pt x="8815" y="76419"/>
                </a:lnTo>
                <a:cubicBezTo>
                  <a:pt x="8815" y="76389"/>
                  <a:pt x="8830" y="76375"/>
                  <a:pt x="8830" y="76375"/>
                </a:cubicBezTo>
                <a:lnTo>
                  <a:pt x="8845" y="76365"/>
                </a:lnTo>
                <a:close/>
                <a:moveTo>
                  <a:pt x="8447" y="76286"/>
                </a:moveTo>
                <a:cubicBezTo>
                  <a:pt x="8447" y="76331"/>
                  <a:pt x="8418" y="76360"/>
                  <a:pt x="8418" y="76419"/>
                </a:cubicBezTo>
                <a:cubicBezTo>
                  <a:pt x="8388" y="76434"/>
                  <a:pt x="8359" y="76448"/>
                  <a:pt x="8315" y="76492"/>
                </a:cubicBezTo>
                <a:cubicBezTo>
                  <a:pt x="8315" y="76448"/>
                  <a:pt x="8330" y="76404"/>
                  <a:pt x="8330" y="76360"/>
                </a:cubicBezTo>
                <a:cubicBezTo>
                  <a:pt x="8374" y="76345"/>
                  <a:pt x="8403" y="76301"/>
                  <a:pt x="8447" y="76286"/>
                </a:cubicBezTo>
                <a:close/>
                <a:moveTo>
                  <a:pt x="8035" y="76301"/>
                </a:moveTo>
                <a:lnTo>
                  <a:pt x="8035" y="76448"/>
                </a:lnTo>
                <a:cubicBezTo>
                  <a:pt x="8006" y="76492"/>
                  <a:pt x="7947" y="76507"/>
                  <a:pt x="7903" y="76551"/>
                </a:cubicBezTo>
                <a:lnTo>
                  <a:pt x="7903" y="76404"/>
                </a:lnTo>
                <a:cubicBezTo>
                  <a:pt x="7903" y="76375"/>
                  <a:pt x="7932" y="76375"/>
                  <a:pt x="7947" y="76360"/>
                </a:cubicBezTo>
                <a:cubicBezTo>
                  <a:pt x="7991" y="76345"/>
                  <a:pt x="8006" y="76331"/>
                  <a:pt x="8035" y="76301"/>
                </a:cubicBezTo>
                <a:close/>
                <a:moveTo>
                  <a:pt x="8594" y="76375"/>
                </a:moveTo>
                <a:cubicBezTo>
                  <a:pt x="8594" y="76419"/>
                  <a:pt x="8580" y="76448"/>
                  <a:pt x="8580" y="76478"/>
                </a:cubicBezTo>
                <a:cubicBezTo>
                  <a:pt x="8536" y="76492"/>
                  <a:pt x="8521" y="76522"/>
                  <a:pt x="8477" y="76551"/>
                </a:cubicBezTo>
                <a:cubicBezTo>
                  <a:pt x="8477" y="76522"/>
                  <a:pt x="8506" y="76492"/>
                  <a:pt x="8506" y="76448"/>
                </a:cubicBezTo>
                <a:cubicBezTo>
                  <a:pt x="8536" y="76434"/>
                  <a:pt x="8550" y="76404"/>
                  <a:pt x="8594" y="76375"/>
                </a:cubicBezTo>
                <a:close/>
                <a:moveTo>
                  <a:pt x="8727" y="76448"/>
                </a:moveTo>
                <a:cubicBezTo>
                  <a:pt x="8697" y="76492"/>
                  <a:pt x="8683" y="76507"/>
                  <a:pt x="8683" y="76522"/>
                </a:cubicBezTo>
                <a:lnTo>
                  <a:pt x="8624" y="76581"/>
                </a:lnTo>
                <a:cubicBezTo>
                  <a:pt x="8624" y="76566"/>
                  <a:pt x="8639" y="76551"/>
                  <a:pt x="8639" y="76507"/>
                </a:cubicBezTo>
                <a:cubicBezTo>
                  <a:pt x="8668" y="76492"/>
                  <a:pt x="8683" y="76478"/>
                  <a:pt x="8727" y="76448"/>
                </a:cubicBezTo>
                <a:close/>
                <a:moveTo>
                  <a:pt x="8241" y="76419"/>
                </a:moveTo>
                <a:cubicBezTo>
                  <a:pt x="8241" y="76448"/>
                  <a:pt x="8227" y="76507"/>
                  <a:pt x="8227" y="76551"/>
                </a:cubicBezTo>
                <a:cubicBezTo>
                  <a:pt x="8182" y="76581"/>
                  <a:pt x="8153" y="76625"/>
                  <a:pt x="8109" y="76640"/>
                </a:cubicBezTo>
                <a:lnTo>
                  <a:pt x="8109" y="76507"/>
                </a:lnTo>
                <a:cubicBezTo>
                  <a:pt x="8153" y="76478"/>
                  <a:pt x="8212" y="76448"/>
                  <a:pt x="8241" y="76419"/>
                </a:cubicBezTo>
                <a:close/>
                <a:moveTo>
                  <a:pt x="8388" y="76522"/>
                </a:moveTo>
                <a:cubicBezTo>
                  <a:pt x="8388" y="76566"/>
                  <a:pt x="8374" y="76595"/>
                  <a:pt x="8374" y="76640"/>
                </a:cubicBezTo>
                <a:cubicBezTo>
                  <a:pt x="8330" y="76654"/>
                  <a:pt x="8315" y="76698"/>
                  <a:pt x="8285" y="76713"/>
                </a:cubicBezTo>
                <a:cubicBezTo>
                  <a:pt x="8300" y="76669"/>
                  <a:pt x="8300" y="76640"/>
                  <a:pt x="8300" y="76595"/>
                </a:cubicBezTo>
                <a:cubicBezTo>
                  <a:pt x="8330" y="76581"/>
                  <a:pt x="8374" y="76551"/>
                  <a:pt x="8388" y="76522"/>
                </a:cubicBezTo>
                <a:close/>
                <a:moveTo>
                  <a:pt x="8521" y="76625"/>
                </a:moveTo>
                <a:cubicBezTo>
                  <a:pt x="8521" y="76640"/>
                  <a:pt x="8506" y="76669"/>
                  <a:pt x="8506" y="76698"/>
                </a:cubicBezTo>
                <a:cubicBezTo>
                  <a:pt x="8477" y="76728"/>
                  <a:pt x="8462" y="76743"/>
                  <a:pt x="8433" y="76772"/>
                </a:cubicBezTo>
                <a:cubicBezTo>
                  <a:pt x="8433" y="76728"/>
                  <a:pt x="8447" y="76713"/>
                  <a:pt x="8447" y="76669"/>
                </a:cubicBezTo>
                <a:cubicBezTo>
                  <a:pt x="8462" y="76654"/>
                  <a:pt x="8506" y="76640"/>
                  <a:pt x="8521" y="76625"/>
                </a:cubicBezTo>
                <a:close/>
                <a:moveTo>
                  <a:pt x="8609" y="76731"/>
                </a:moveTo>
                <a:cubicBezTo>
                  <a:pt x="8609" y="76735"/>
                  <a:pt x="8609" y="76739"/>
                  <a:pt x="8609" y="76743"/>
                </a:cubicBezTo>
                <a:lnTo>
                  <a:pt x="8580" y="76787"/>
                </a:lnTo>
                <a:cubicBezTo>
                  <a:pt x="8580" y="76757"/>
                  <a:pt x="8594" y="76743"/>
                  <a:pt x="8594" y="76743"/>
                </a:cubicBezTo>
                <a:cubicBezTo>
                  <a:pt x="8600" y="76737"/>
                  <a:pt x="8605" y="76734"/>
                  <a:pt x="8609" y="76731"/>
                </a:cubicBezTo>
                <a:close/>
                <a:moveTo>
                  <a:pt x="8035" y="76566"/>
                </a:moveTo>
                <a:cubicBezTo>
                  <a:pt x="8035" y="76625"/>
                  <a:pt x="8035" y="76654"/>
                  <a:pt x="8020" y="76713"/>
                </a:cubicBezTo>
                <a:cubicBezTo>
                  <a:pt x="7991" y="76743"/>
                  <a:pt x="7947" y="76772"/>
                  <a:pt x="7888" y="76801"/>
                </a:cubicBezTo>
                <a:lnTo>
                  <a:pt x="7888" y="76654"/>
                </a:lnTo>
                <a:cubicBezTo>
                  <a:pt x="7947" y="76625"/>
                  <a:pt x="7991" y="76581"/>
                  <a:pt x="8035" y="76566"/>
                </a:cubicBezTo>
                <a:close/>
                <a:moveTo>
                  <a:pt x="8227" y="76669"/>
                </a:moveTo>
                <a:cubicBezTo>
                  <a:pt x="8227" y="76713"/>
                  <a:pt x="8197" y="76743"/>
                  <a:pt x="8197" y="76801"/>
                </a:cubicBezTo>
                <a:cubicBezTo>
                  <a:pt x="8168" y="76816"/>
                  <a:pt x="8138" y="76846"/>
                  <a:pt x="8094" y="76875"/>
                </a:cubicBezTo>
                <a:cubicBezTo>
                  <a:pt x="8094" y="76846"/>
                  <a:pt x="8094" y="76801"/>
                  <a:pt x="8109" y="76743"/>
                </a:cubicBezTo>
                <a:cubicBezTo>
                  <a:pt x="8153" y="76728"/>
                  <a:pt x="8182" y="76698"/>
                  <a:pt x="8227" y="76669"/>
                </a:cubicBezTo>
                <a:close/>
                <a:moveTo>
                  <a:pt x="8359" y="76772"/>
                </a:moveTo>
                <a:cubicBezTo>
                  <a:pt x="8359" y="76801"/>
                  <a:pt x="8330" y="76846"/>
                  <a:pt x="8330" y="76860"/>
                </a:cubicBezTo>
                <a:cubicBezTo>
                  <a:pt x="8300" y="76875"/>
                  <a:pt x="8271" y="76890"/>
                  <a:pt x="8256" y="76934"/>
                </a:cubicBezTo>
                <a:cubicBezTo>
                  <a:pt x="8256" y="76890"/>
                  <a:pt x="8271" y="76860"/>
                  <a:pt x="8271" y="76846"/>
                </a:cubicBezTo>
                <a:cubicBezTo>
                  <a:pt x="8300" y="76816"/>
                  <a:pt x="8330" y="76801"/>
                  <a:pt x="8359" y="76772"/>
                </a:cubicBezTo>
                <a:close/>
                <a:moveTo>
                  <a:pt x="8447" y="76846"/>
                </a:moveTo>
                <a:cubicBezTo>
                  <a:pt x="8447" y="76875"/>
                  <a:pt x="8447" y="76890"/>
                  <a:pt x="8433" y="76919"/>
                </a:cubicBezTo>
                <a:lnTo>
                  <a:pt x="8374" y="76963"/>
                </a:lnTo>
                <a:cubicBezTo>
                  <a:pt x="8374" y="76949"/>
                  <a:pt x="8388" y="76934"/>
                  <a:pt x="8388" y="76890"/>
                </a:cubicBezTo>
                <a:lnTo>
                  <a:pt x="8447" y="76846"/>
                </a:lnTo>
                <a:close/>
                <a:moveTo>
                  <a:pt x="8006" y="76801"/>
                </a:moveTo>
                <a:cubicBezTo>
                  <a:pt x="8006" y="76846"/>
                  <a:pt x="7991" y="76890"/>
                  <a:pt x="7991" y="76934"/>
                </a:cubicBezTo>
                <a:cubicBezTo>
                  <a:pt x="7962" y="76963"/>
                  <a:pt x="7932" y="77007"/>
                  <a:pt x="7888" y="77022"/>
                </a:cubicBezTo>
                <a:lnTo>
                  <a:pt x="7888" y="76890"/>
                </a:lnTo>
                <a:cubicBezTo>
                  <a:pt x="7932" y="76860"/>
                  <a:pt x="7962" y="76846"/>
                  <a:pt x="8006" y="76801"/>
                </a:cubicBezTo>
                <a:close/>
                <a:moveTo>
                  <a:pt x="8168" y="76919"/>
                </a:moveTo>
                <a:cubicBezTo>
                  <a:pt x="8168" y="76949"/>
                  <a:pt x="8153" y="76993"/>
                  <a:pt x="8153" y="77022"/>
                </a:cubicBezTo>
                <a:cubicBezTo>
                  <a:pt x="8109" y="77037"/>
                  <a:pt x="8094" y="77081"/>
                  <a:pt x="8065" y="77096"/>
                </a:cubicBezTo>
                <a:cubicBezTo>
                  <a:pt x="8079" y="77066"/>
                  <a:pt x="8079" y="77022"/>
                  <a:pt x="8079" y="76993"/>
                </a:cubicBezTo>
                <a:cubicBezTo>
                  <a:pt x="8109" y="76963"/>
                  <a:pt x="8153" y="76934"/>
                  <a:pt x="8168" y="76919"/>
                </a:cubicBezTo>
                <a:close/>
                <a:moveTo>
                  <a:pt x="8271" y="77007"/>
                </a:moveTo>
                <a:cubicBezTo>
                  <a:pt x="8271" y="77022"/>
                  <a:pt x="8271" y="77066"/>
                  <a:pt x="8256" y="77081"/>
                </a:cubicBezTo>
                <a:lnTo>
                  <a:pt x="8212" y="77140"/>
                </a:lnTo>
                <a:cubicBezTo>
                  <a:pt x="8212" y="77110"/>
                  <a:pt x="8227" y="77081"/>
                  <a:pt x="8227" y="77066"/>
                </a:cubicBezTo>
                <a:lnTo>
                  <a:pt x="8271" y="77007"/>
                </a:lnTo>
                <a:close/>
                <a:moveTo>
                  <a:pt x="8374" y="77096"/>
                </a:moveTo>
                <a:cubicBezTo>
                  <a:pt x="8374" y="77110"/>
                  <a:pt x="8359" y="77110"/>
                  <a:pt x="8359" y="77140"/>
                </a:cubicBezTo>
                <a:cubicBezTo>
                  <a:pt x="8359" y="77155"/>
                  <a:pt x="8330" y="77155"/>
                  <a:pt x="8330" y="77169"/>
                </a:cubicBezTo>
                <a:cubicBezTo>
                  <a:pt x="8330" y="77155"/>
                  <a:pt x="8330" y="77140"/>
                  <a:pt x="8359" y="77140"/>
                </a:cubicBezTo>
                <a:cubicBezTo>
                  <a:pt x="8359" y="77110"/>
                  <a:pt x="8359" y="77096"/>
                  <a:pt x="8374" y="77096"/>
                </a:cubicBezTo>
                <a:close/>
                <a:moveTo>
                  <a:pt x="8006" y="77066"/>
                </a:moveTo>
                <a:cubicBezTo>
                  <a:pt x="8006" y="77096"/>
                  <a:pt x="7991" y="77140"/>
                  <a:pt x="7991" y="77184"/>
                </a:cubicBezTo>
                <a:cubicBezTo>
                  <a:pt x="7932" y="77213"/>
                  <a:pt x="7903" y="77228"/>
                  <a:pt x="7873" y="77258"/>
                </a:cubicBezTo>
                <a:cubicBezTo>
                  <a:pt x="7873" y="77228"/>
                  <a:pt x="7873" y="77184"/>
                  <a:pt x="7888" y="77140"/>
                </a:cubicBezTo>
                <a:cubicBezTo>
                  <a:pt x="7932" y="77110"/>
                  <a:pt x="7962" y="77081"/>
                  <a:pt x="8006" y="77066"/>
                </a:cubicBezTo>
                <a:close/>
                <a:moveTo>
                  <a:pt x="8109" y="77155"/>
                </a:moveTo>
                <a:cubicBezTo>
                  <a:pt x="8109" y="77184"/>
                  <a:pt x="8094" y="77213"/>
                  <a:pt x="8094" y="77243"/>
                </a:cubicBezTo>
                <a:lnTo>
                  <a:pt x="8020" y="77317"/>
                </a:lnTo>
                <a:cubicBezTo>
                  <a:pt x="8020" y="77287"/>
                  <a:pt x="8035" y="77243"/>
                  <a:pt x="8035" y="77228"/>
                </a:cubicBezTo>
                <a:lnTo>
                  <a:pt x="8109" y="77155"/>
                </a:lnTo>
                <a:close/>
                <a:moveTo>
                  <a:pt x="8227" y="77243"/>
                </a:moveTo>
                <a:cubicBezTo>
                  <a:pt x="8212" y="77258"/>
                  <a:pt x="8212" y="77287"/>
                  <a:pt x="8212" y="77302"/>
                </a:cubicBezTo>
                <a:lnTo>
                  <a:pt x="8168" y="77331"/>
                </a:lnTo>
                <a:cubicBezTo>
                  <a:pt x="8168" y="77317"/>
                  <a:pt x="8168" y="77302"/>
                  <a:pt x="8182" y="77272"/>
                </a:cubicBezTo>
                <a:lnTo>
                  <a:pt x="8227" y="77243"/>
                </a:lnTo>
                <a:close/>
                <a:moveTo>
                  <a:pt x="7947" y="77302"/>
                </a:moveTo>
                <a:cubicBezTo>
                  <a:pt x="7947" y="77331"/>
                  <a:pt x="7932" y="77375"/>
                  <a:pt x="7932" y="77405"/>
                </a:cubicBezTo>
                <a:cubicBezTo>
                  <a:pt x="7917" y="77434"/>
                  <a:pt x="7873" y="77464"/>
                  <a:pt x="7844" y="77478"/>
                </a:cubicBezTo>
                <a:cubicBezTo>
                  <a:pt x="7844" y="77449"/>
                  <a:pt x="7859" y="77405"/>
                  <a:pt x="7859" y="77375"/>
                </a:cubicBezTo>
                <a:cubicBezTo>
                  <a:pt x="7888" y="77361"/>
                  <a:pt x="7932" y="77317"/>
                  <a:pt x="7947" y="77302"/>
                </a:cubicBezTo>
                <a:close/>
                <a:moveTo>
                  <a:pt x="8094" y="77390"/>
                </a:moveTo>
                <a:lnTo>
                  <a:pt x="8094" y="77390"/>
                </a:lnTo>
                <a:cubicBezTo>
                  <a:pt x="8065" y="77405"/>
                  <a:pt x="8065" y="77434"/>
                  <a:pt x="8065" y="77464"/>
                </a:cubicBezTo>
                <a:lnTo>
                  <a:pt x="8006" y="77523"/>
                </a:lnTo>
                <a:cubicBezTo>
                  <a:pt x="8006" y="77508"/>
                  <a:pt x="8020" y="77464"/>
                  <a:pt x="8020" y="77449"/>
                </a:cubicBezTo>
                <a:cubicBezTo>
                  <a:pt x="8035" y="77434"/>
                  <a:pt x="8065" y="77405"/>
                  <a:pt x="8094" y="77390"/>
                </a:cubicBezTo>
                <a:close/>
                <a:moveTo>
                  <a:pt x="7903" y="77537"/>
                </a:moveTo>
                <a:cubicBezTo>
                  <a:pt x="7888" y="77581"/>
                  <a:pt x="7888" y="77596"/>
                  <a:pt x="7888" y="77626"/>
                </a:cubicBezTo>
                <a:cubicBezTo>
                  <a:pt x="7873" y="77655"/>
                  <a:pt x="7859" y="77684"/>
                  <a:pt x="7814" y="77699"/>
                </a:cubicBezTo>
                <a:cubicBezTo>
                  <a:pt x="7814" y="77670"/>
                  <a:pt x="7829" y="77626"/>
                  <a:pt x="7829" y="77611"/>
                </a:cubicBezTo>
                <a:cubicBezTo>
                  <a:pt x="7859" y="77596"/>
                  <a:pt x="7888" y="77581"/>
                  <a:pt x="7903" y="77537"/>
                </a:cubicBezTo>
                <a:close/>
                <a:moveTo>
                  <a:pt x="8020" y="77611"/>
                </a:moveTo>
                <a:cubicBezTo>
                  <a:pt x="8006" y="77655"/>
                  <a:pt x="8006" y="77655"/>
                  <a:pt x="7991" y="77670"/>
                </a:cubicBezTo>
                <a:cubicBezTo>
                  <a:pt x="7962" y="77684"/>
                  <a:pt x="7947" y="77699"/>
                  <a:pt x="7947" y="77729"/>
                </a:cubicBezTo>
                <a:cubicBezTo>
                  <a:pt x="7947" y="77699"/>
                  <a:pt x="7947" y="77684"/>
                  <a:pt x="7962" y="77670"/>
                </a:cubicBezTo>
                <a:lnTo>
                  <a:pt x="8020" y="77611"/>
                </a:lnTo>
                <a:close/>
                <a:moveTo>
                  <a:pt x="7859" y="77773"/>
                </a:moveTo>
                <a:lnTo>
                  <a:pt x="7859" y="77773"/>
                </a:lnTo>
                <a:cubicBezTo>
                  <a:pt x="7844" y="77817"/>
                  <a:pt x="7844" y="77832"/>
                  <a:pt x="7844" y="77846"/>
                </a:cubicBezTo>
                <a:lnTo>
                  <a:pt x="7785" y="77905"/>
                </a:lnTo>
                <a:cubicBezTo>
                  <a:pt x="7785" y="77890"/>
                  <a:pt x="7800" y="77846"/>
                  <a:pt x="7800" y="77832"/>
                </a:cubicBezTo>
                <a:lnTo>
                  <a:pt x="7859" y="77773"/>
                </a:lnTo>
                <a:close/>
                <a:moveTo>
                  <a:pt x="7800" y="78023"/>
                </a:moveTo>
                <a:cubicBezTo>
                  <a:pt x="7785" y="78038"/>
                  <a:pt x="7785" y="78052"/>
                  <a:pt x="7785" y="78067"/>
                </a:cubicBezTo>
                <a:cubicBezTo>
                  <a:pt x="7770" y="78096"/>
                  <a:pt x="7770" y="78111"/>
                  <a:pt x="7741" y="78111"/>
                </a:cubicBezTo>
                <a:cubicBezTo>
                  <a:pt x="7741" y="78096"/>
                  <a:pt x="7741" y="78067"/>
                  <a:pt x="7770" y="78052"/>
                </a:cubicBezTo>
                <a:cubicBezTo>
                  <a:pt x="7785" y="78038"/>
                  <a:pt x="7785" y="78023"/>
                  <a:pt x="7800" y="78023"/>
                </a:cubicBezTo>
                <a:close/>
                <a:moveTo>
                  <a:pt x="7535" y="74859"/>
                </a:moveTo>
                <a:cubicBezTo>
                  <a:pt x="7564" y="74918"/>
                  <a:pt x="7579" y="74977"/>
                  <a:pt x="7594" y="75050"/>
                </a:cubicBezTo>
                <a:cubicBezTo>
                  <a:pt x="7064" y="75271"/>
                  <a:pt x="6534" y="75521"/>
                  <a:pt x="6019" y="75815"/>
                </a:cubicBezTo>
                <a:cubicBezTo>
                  <a:pt x="3723" y="77110"/>
                  <a:pt x="1987" y="79392"/>
                  <a:pt x="1266" y="81893"/>
                </a:cubicBezTo>
                <a:cubicBezTo>
                  <a:pt x="1913" y="79230"/>
                  <a:pt x="3694" y="76816"/>
                  <a:pt x="6107" y="75521"/>
                </a:cubicBezTo>
                <a:cubicBezTo>
                  <a:pt x="6564" y="75256"/>
                  <a:pt x="7049" y="75050"/>
                  <a:pt x="7535" y="74859"/>
                </a:cubicBezTo>
                <a:close/>
                <a:moveTo>
                  <a:pt x="7638" y="75109"/>
                </a:moveTo>
                <a:cubicBezTo>
                  <a:pt x="7638" y="75183"/>
                  <a:pt x="7653" y="75256"/>
                  <a:pt x="7667" y="75315"/>
                </a:cubicBezTo>
                <a:cubicBezTo>
                  <a:pt x="7108" y="75565"/>
                  <a:pt x="6519" y="75845"/>
                  <a:pt x="5975" y="76183"/>
                </a:cubicBezTo>
                <a:cubicBezTo>
                  <a:pt x="3738" y="77508"/>
                  <a:pt x="2075" y="79642"/>
                  <a:pt x="1339" y="82026"/>
                </a:cubicBezTo>
                <a:cubicBezTo>
                  <a:pt x="2016" y="79495"/>
                  <a:pt x="3753" y="77184"/>
                  <a:pt x="6063" y="75860"/>
                </a:cubicBezTo>
                <a:cubicBezTo>
                  <a:pt x="6564" y="75565"/>
                  <a:pt x="7093" y="75330"/>
                  <a:pt x="7638" y="75109"/>
                </a:cubicBezTo>
                <a:close/>
                <a:moveTo>
                  <a:pt x="7682" y="75403"/>
                </a:moveTo>
                <a:cubicBezTo>
                  <a:pt x="7711" y="75462"/>
                  <a:pt x="7711" y="75536"/>
                  <a:pt x="7726" y="75595"/>
                </a:cubicBezTo>
                <a:cubicBezTo>
                  <a:pt x="7123" y="75889"/>
                  <a:pt x="6519" y="76198"/>
                  <a:pt x="5931" y="76537"/>
                </a:cubicBezTo>
                <a:cubicBezTo>
                  <a:pt x="3635" y="77964"/>
                  <a:pt x="1957" y="80201"/>
                  <a:pt x="1251" y="82629"/>
                </a:cubicBezTo>
                <a:cubicBezTo>
                  <a:pt x="1884" y="80039"/>
                  <a:pt x="3606" y="77670"/>
                  <a:pt x="6019" y="76257"/>
                </a:cubicBezTo>
                <a:cubicBezTo>
                  <a:pt x="6549" y="75933"/>
                  <a:pt x="7123" y="75668"/>
                  <a:pt x="7682" y="75403"/>
                </a:cubicBezTo>
                <a:close/>
                <a:moveTo>
                  <a:pt x="7741" y="75668"/>
                </a:moveTo>
                <a:cubicBezTo>
                  <a:pt x="7770" y="75712"/>
                  <a:pt x="7770" y="75771"/>
                  <a:pt x="7770" y="75845"/>
                </a:cubicBezTo>
                <a:cubicBezTo>
                  <a:pt x="7123" y="76183"/>
                  <a:pt x="6490" y="76522"/>
                  <a:pt x="5872" y="76919"/>
                </a:cubicBezTo>
                <a:cubicBezTo>
                  <a:pt x="3606" y="78361"/>
                  <a:pt x="1913" y="80628"/>
                  <a:pt x="1221" y="83041"/>
                </a:cubicBezTo>
                <a:cubicBezTo>
                  <a:pt x="1854" y="80466"/>
                  <a:pt x="3591" y="78096"/>
                  <a:pt x="5960" y="76625"/>
                </a:cubicBezTo>
                <a:cubicBezTo>
                  <a:pt x="6534" y="76272"/>
                  <a:pt x="7137" y="75963"/>
                  <a:pt x="7741" y="75668"/>
                </a:cubicBezTo>
                <a:close/>
                <a:moveTo>
                  <a:pt x="7785" y="75933"/>
                </a:moveTo>
                <a:cubicBezTo>
                  <a:pt x="7785" y="75992"/>
                  <a:pt x="7800" y="76051"/>
                  <a:pt x="7800" y="76110"/>
                </a:cubicBezTo>
                <a:cubicBezTo>
                  <a:pt x="7137" y="76478"/>
                  <a:pt x="6475" y="76860"/>
                  <a:pt x="5828" y="77272"/>
                </a:cubicBezTo>
                <a:cubicBezTo>
                  <a:pt x="3591" y="78788"/>
                  <a:pt x="1943" y="80981"/>
                  <a:pt x="1236" y="83321"/>
                </a:cubicBezTo>
                <a:cubicBezTo>
                  <a:pt x="1884" y="80834"/>
                  <a:pt x="3591" y="78494"/>
                  <a:pt x="5931" y="76993"/>
                </a:cubicBezTo>
                <a:cubicBezTo>
                  <a:pt x="6534" y="76595"/>
                  <a:pt x="7152" y="76257"/>
                  <a:pt x="7785" y="75933"/>
                </a:cubicBezTo>
                <a:close/>
                <a:moveTo>
                  <a:pt x="7800" y="76198"/>
                </a:moveTo>
                <a:cubicBezTo>
                  <a:pt x="7800" y="76257"/>
                  <a:pt x="7800" y="76301"/>
                  <a:pt x="7814" y="76360"/>
                </a:cubicBezTo>
                <a:cubicBezTo>
                  <a:pt x="7137" y="76757"/>
                  <a:pt x="6461" y="77184"/>
                  <a:pt x="5784" y="77670"/>
                </a:cubicBezTo>
                <a:cubicBezTo>
                  <a:pt x="3517" y="79244"/>
                  <a:pt x="1884" y="81496"/>
                  <a:pt x="1177" y="83836"/>
                </a:cubicBezTo>
                <a:cubicBezTo>
                  <a:pt x="1781" y="81305"/>
                  <a:pt x="3473" y="78950"/>
                  <a:pt x="5872" y="77361"/>
                </a:cubicBezTo>
                <a:cubicBezTo>
                  <a:pt x="6490" y="76934"/>
                  <a:pt x="7152" y="76551"/>
                  <a:pt x="7800" y="76198"/>
                </a:cubicBezTo>
                <a:close/>
                <a:moveTo>
                  <a:pt x="7800" y="76448"/>
                </a:moveTo>
                <a:lnTo>
                  <a:pt x="7800" y="76625"/>
                </a:lnTo>
                <a:cubicBezTo>
                  <a:pt x="7726" y="76669"/>
                  <a:pt x="7638" y="76728"/>
                  <a:pt x="7564" y="76787"/>
                </a:cubicBezTo>
                <a:cubicBezTo>
                  <a:pt x="6961" y="77184"/>
                  <a:pt x="6313" y="77596"/>
                  <a:pt x="5710" y="78052"/>
                </a:cubicBezTo>
                <a:cubicBezTo>
                  <a:pt x="3458" y="79701"/>
                  <a:pt x="1854" y="81864"/>
                  <a:pt x="1163" y="84145"/>
                </a:cubicBezTo>
                <a:cubicBezTo>
                  <a:pt x="1825" y="81673"/>
                  <a:pt x="3473" y="79362"/>
                  <a:pt x="5813" y="77729"/>
                </a:cubicBezTo>
                <a:cubicBezTo>
                  <a:pt x="6475" y="77258"/>
                  <a:pt x="7152" y="76846"/>
                  <a:pt x="7800" y="76448"/>
                </a:cubicBezTo>
                <a:close/>
                <a:moveTo>
                  <a:pt x="7829" y="76698"/>
                </a:moveTo>
                <a:lnTo>
                  <a:pt x="7829" y="76846"/>
                </a:lnTo>
                <a:cubicBezTo>
                  <a:pt x="7653" y="76963"/>
                  <a:pt x="7447" y="77110"/>
                  <a:pt x="7270" y="77243"/>
                </a:cubicBezTo>
                <a:cubicBezTo>
                  <a:pt x="6755" y="77611"/>
                  <a:pt x="6210" y="77979"/>
                  <a:pt x="5695" y="78391"/>
                </a:cubicBezTo>
                <a:cubicBezTo>
                  <a:pt x="3414" y="80113"/>
                  <a:pt x="1825" y="82335"/>
                  <a:pt x="1148" y="84616"/>
                </a:cubicBezTo>
                <a:cubicBezTo>
                  <a:pt x="1737" y="82188"/>
                  <a:pt x="3370" y="79833"/>
                  <a:pt x="5784" y="78096"/>
                </a:cubicBezTo>
                <a:cubicBezTo>
                  <a:pt x="6387" y="77655"/>
                  <a:pt x="7005" y="77228"/>
                  <a:pt x="7638" y="76816"/>
                </a:cubicBezTo>
                <a:cubicBezTo>
                  <a:pt x="7711" y="76787"/>
                  <a:pt x="7770" y="76728"/>
                  <a:pt x="7829" y="76698"/>
                </a:cubicBezTo>
                <a:close/>
                <a:moveTo>
                  <a:pt x="7800" y="76949"/>
                </a:moveTo>
                <a:lnTo>
                  <a:pt x="7800" y="77096"/>
                </a:lnTo>
                <a:cubicBezTo>
                  <a:pt x="7505" y="77331"/>
                  <a:pt x="7196" y="77552"/>
                  <a:pt x="6902" y="77802"/>
                </a:cubicBezTo>
                <a:cubicBezTo>
                  <a:pt x="6475" y="78111"/>
                  <a:pt x="6048" y="78435"/>
                  <a:pt x="5622" y="78773"/>
                </a:cubicBezTo>
                <a:cubicBezTo>
                  <a:pt x="4253" y="79862"/>
                  <a:pt x="2016" y="81996"/>
                  <a:pt x="1118" y="84910"/>
                </a:cubicBezTo>
                <a:cubicBezTo>
                  <a:pt x="1751" y="82541"/>
                  <a:pt x="3385" y="80245"/>
                  <a:pt x="5725" y="78464"/>
                </a:cubicBezTo>
                <a:cubicBezTo>
                  <a:pt x="6240" y="78067"/>
                  <a:pt x="6770" y="77684"/>
                  <a:pt x="7285" y="77317"/>
                </a:cubicBezTo>
                <a:cubicBezTo>
                  <a:pt x="7476" y="77184"/>
                  <a:pt x="7638" y="77081"/>
                  <a:pt x="7800" y="76949"/>
                </a:cubicBezTo>
                <a:close/>
                <a:moveTo>
                  <a:pt x="7785" y="77213"/>
                </a:moveTo>
                <a:cubicBezTo>
                  <a:pt x="7785" y="77243"/>
                  <a:pt x="7785" y="77302"/>
                  <a:pt x="7770" y="77331"/>
                </a:cubicBezTo>
                <a:cubicBezTo>
                  <a:pt x="7358" y="77670"/>
                  <a:pt x="6946" y="78008"/>
                  <a:pt x="6534" y="78347"/>
                </a:cubicBezTo>
                <a:cubicBezTo>
                  <a:pt x="6210" y="78597"/>
                  <a:pt x="5887" y="78862"/>
                  <a:pt x="5578" y="79141"/>
                </a:cubicBezTo>
                <a:cubicBezTo>
                  <a:pt x="3355" y="80981"/>
                  <a:pt x="1795" y="83129"/>
                  <a:pt x="1104" y="85278"/>
                </a:cubicBezTo>
                <a:lnTo>
                  <a:pt x="1104" y="85263"/>
                </a:lnTo>
                <a:cubicBezTo>
                  <a:pt x="1928" y="82188"/>
                  <a:pt x="4268" y="79965"/>
                  <a:pt x="5666" y="78832"/>
                </a:cubicBezTo>
                <a:cubicBezTo>
                  <a:pt x="6093" y="78494"/>
                  <a:pt x="6505" y="78170"/>
                  <a:pt x="6931" y="77846"/>
                </a:cubicBezTo>
                <a:cubicBezTo>
                  <a:pt x="7226" y="77626"/>
                  <a:pt x="7505" y="77405"/>
                  <a:pt x="7785" y="77213"/>
                </a:cubicBezTo>
                <a:close/>
                <a:moveTo>
                  <a:pt x="7770" y="77449"/>
                </a:moveTo>
                <a:cubicBezTo>
                  <a:pt x="7770" y="77478"/>
                  <a:pt x="7741" y="77523"/>
                  <a:pt x="7741" y="77581"/>
                </a:cubicBezTo>
                <a:cubicBezTo>
                  <a:pt x="7255" y="78038"/>
                  <a:pt x="6711" y="78494"/>
                  <a:pt x="6181" y="78950"/>
                </a:cubicBezTo>
                <a:cubicBezTo>
                  <a:pt x="5960" y="79141"/>
                  <a:pt x="5739" y="79318"/>
                  <a:pt x="5519" y="79524"/>
                </a:cubicBezTo>
                <a:cubicBezTo>
                  <a:pt x="3959" y="80869"/>
                  <a:pt x="2107" y="82854"/>
                  <a:pt x="1194" y="85316"/>
                </a:cubicBezTo>
                <a:lnTo>
                  <a:pt x="1194" y="85316"/>
                </a:lnTo>
                <a:cubicBezTo>
                  <a:pt x="1869" y="83161"/>
                  <a:pt x="3422" y="81026"/>
                  <a:pt x="5636" y="79200"/>
                </a:cubicBezTo>
                <a:cubicBezTo>
                  <a:pt x="5945" y="78935"/>
                  <a:pt x="6269" y="78656"/>
                  <a:pt x="6593" y="78406"/>
                </a:cubicBezTo>
                <a:cubicBezTo>
                  <a:pt x="6990" y="78067"/>
                  <a:pt x="7373" y="77758"/>
                  <a:pt x="7770" y="77449"/>
                </a:cubicBezTo>
                <a:close/>
                <a:moveTo>
                  <a:pt x="7726" y="77684"/>
                </a:moveTo>
                <a:cubicBezTo>
                  <a:pt x="7726" y="77714"/>
                  <a:pt x="7711" y="77758"/>
                  <a:pt x="7711" y="77802"/>
                </a:cubicBezTo>
                <a:cubicBezTo>
                  <a:pt x="7123" y="78376"/>
                  <a:pt x="6475" y="78965"/>
                  <a:pt x="5813" y="79568"/>
                </a:cubicBezTo>
                <a:lnTo>
                  <a:pt x="5460" y="79877"/>
                </a:lnTo>
                <a:cubicBezTo>
                  <a:pt x="3318" y="81799"/>
                  <a:pt x="1892" y="83751"/>
                  <a:pt x="1169" y="85702"/>
                </a:cubicBezTo>
                <a:lnTo>
                  <a:pt x="1169" y="85702"/>
                </a:lnTo>
                <a:cubicBezTo>
                  <a:pt x="1168" y="85693"/>
                  <a:pt x="1163" y="85684"/>
                  <a:pt x="1163" y="85675"/>
                </a:cubicBezTo>
                <a:cubicBezTo>
                  <a:pt x="2001" y="83071"/>
                  <a:pt x="3959" y="80951"/>
                  <a:pt x="5578" y="79568"/>
                </a:cubicBezTo>
                <a:cubicBezTo>
                  <a:pt x="5798" y="79377"/>
                  <a:pt x="6019" y="79200"/>
                  <a:pt x="6240" y="78994"/>
                </a:cubicBezTo>
                <a:cubicBezTo>
                  <a:pt x="6755" y="78553"/>
                  <a:pt x="7255" y="78126"/>
                  <a:pt x="7726" y="77684"/>
                </a:cubicBezTo>
                <a:close/>
                <a:moveTo>
                  <a:pt x="7711" y="77964"/>
                </a:moveTo>
                <a:cubicBezTo>
                  <a:pt x="7697" y="77979"/>
                  <a:pt x="7697" y="77993"/>
                  <a:pt x="7667" y="78038"/>
                </a:cubicBezTo>
                <a:cubicBezTo>
                  <a:pt x="6990" y="78788"/>
                  <a:pt x="6210" y="79509"/>
                  <a:pt x="5460" y="80216"/>
                </a:cubicBezTo>
                <a:lnTo>
                  <a:pt x="5430" y="80260"/>
                </a:lnTo>
                <a:cubicBezTo>
                  <a:pt x="3296" y="82246"/>
                  <a:pt x="1928" y="84101"/>
                  <a:pt x="1192" y="85940"/>
                </a:cubicBezTo>
                <a:lnTo>
                  <a:pt x="1192" y="85881"/>
                </a:lnTo>
                <a:cubicBezTo>
                  <a:pt x="1898" y="83895"/>
                  <a:pt x="3355" y="81893"/>
                  <a:pt x="5533" y="79951"/>
                </a:cubicBezTo>
                <a:lnTo>
                  <a:pt x="5887" y="79627"/>
                </a:lnTo>
                <a:cubicBezTo>
                  <a:pt x="6519" y="79068"/>
                  <a:pt x="7137" y="78509"/>
                  <a:pt x="7711" y="77964"/>
                </a:cubicBezTo>
                <a:close/>
                <a:moveTo>
                  <a:pt x="7638" y="78199"/>
                </a:moveTo>
                <a:lnTo>
                  <a:pt x="7638" y="78258"/>
                </a:lnTo>
                <a:cubicBezTo>
                  <a:pt x="6990" y="79024"/>
                  <a:pt x="6210" y="79804"/>
                  <a:pt x="5386" y="80613"/>
                </a:cubicBezTo>
                <a:cubicBezTo>
                  <a:pt x="3900" y="82070"/>
                  <a:pt x="2193" y="83939"/>
                  <a:pt x="1251" y="86161"/>
                </a:cubicBezTo>
                <a:cubicBezTo>
                  <a:pt x="1251" y="86146"/>
                  <a:pt x="1236" y="86117"/>
                  <a:pt x="1236" y="86087"/>
                </a:cubicBezTo>
                <a:cubicBezTo>
                  <a:pt x="1928" y="84218"/>
                  <a:pt x="3311" y="82335"/>
                  <a:pt x="5475" y="80319"/>
                </a:cubicBezTo>
                <a:lnTo>
                  <a:pt x="5519" y="80274"/>
                </a:lnTo>
                <a:cubicBezTo>
                  <a:pt x="6240" y="79598"/>
                  <a:pt x="6976" y="78921"/>
                  <a:pt x="7638" y="78199"/>
                </a:cubicBezTo>
                <a:close/>
                <a:moveTo>
                  <a:pt x="7579" y="78435"/>
                </a:moveTo>
                <a:cubicBezTo>
                  <a:pt x="7579" y="78464"/>
                  <a:pt x="7579" y="78464"/>
                  <a:pt x="7564" y="78479"/>
                </a:cubicBezTo>
                <a:cubicBezTo>
                  <a:pt x="6902" y="79347"/>
                  <a:pt x="6107" y="80171"/>
                  <a:pt x="5342" y="80981"/>
                </a:cubicBezTo>
                <a:cubicBezTo>
                  <a:pt x="3738" y="82600"/>
                  <a:pt x="2193" y="84366"/>
                  <a:pt x="1310" y="86367"/>
                </a:cubicBezTo>
                <a:cubicBezTo>
                  <a:pt x="1310" y="86352"/>
                  <a:pt x="1295" y="86308"/>
                  <a:pt x="1295" y="86293"/>
                </a:cubicBezTo>
                <a:cubicBezTo>
                  <a:pt x="2207" y="84027"/>
                  <a:pt x="3944" y="82143"/>
                  <a:pt x="5445" y="80672"/>
                </a:cubicBezTo>
                <a:cubicBezTo>
                  <a:pt x="6225" y="79907"/>
                  <a:pt x="6961" y="79171"/>
                  <a:pt x="7579" y="78435"/>
                </a:cubicBezTo>
                <a:close/>
                <a:moveTo>
                  <a:pt x="1118" y="86382"/>
                </a:moveTo>
                <a:cubicBezTo>
                  <a:pt x="1118" y="86411"/>
                  <a:pt x="1118" y="86426"/>
                  <a:pt x="1148" y="86441"/>
                </a:cubicBezTo>
                <a:lnTo>
                  <a:pt x="1148" y="86455"/>
                </a:lnTo>
                <a:cubicBezTo>
                  <a:pt x="1118" y="86441"/>
                  <a:pt x="1118" y="86426"/>
                  <a:pt x="1118" y="86411"/>
                </a:cubicBezTo>
                <a:lnTo>
                  <a:pt x="1118" y="86382"/>
                </a:lnTo>
                <a:close/>
                <a:moveTo>
                  <a:pt x="1221" y="86455"/>
                </a:moveTo>
                <a:cubicBezTo>
                  <a:pt x="1236" y="86455"/>
                  <a:pt x="1236" y="86500"/>
                  <a:pt x="1236" y="86514"/>
                </a:cubicBezTo>
                <a:lnTo>
                  <a:pt x="1236" y="86529"/>
                </a:lnTo>
                <a:cubicBezTo>
                  <a:pt x="1236" y="86500"/>
                  <a:pt x="1236" y="86485"/>
                  <a:pt x="1221" y="86455"/>
                </a:cubicBezTo>
                <a:close/>
                <a:moveTo>
                  <a:pt x="7478" y="78754"/>
                </a:moveTo>
                <a:lnTo>
                  <a:pt x="7478" y="78754"/>
                </a:lnTo>
                <a:cubicBezTo>
                  <a:pt x="6821" y="79681"/>
                  <a:pt x="6038" y="80551"/>
                  <a:pt x="5298" y="81349"/>
                </a:cubicBezTo>
                <a:cubicBezTo>
                  <a:pt x="3797" y="82953"/>
                  <a:pt x="2281" y="84660"/>
                  <a:pt x="1369" y="86603"/>
                </a:cubicBezTo>
                <a:cubicBezTo>
                  <a:pt x="1369" y="86573"/>
                  <a:pt x="1339" y="86558"/>
                  <a:pt x="1339" y="86514"/>
                </a:cubicBezTo>
                <a:cubicBezTo>
                  <a:pt x="2222" y="84454"/>
                  <a:pt x="3797" y="82688"/>
                  <a:pt x="5416" y="81040"/>
                </a:cubicBezTo>
                <a:cubicBezTo>
                  <a:pt x="6135" y="80292"/>
                  <a:pt x="6854" y="79543"/>
                  <a:pt x="7478" y="78754"/>
                </a:cubicBezTo>
                <a:close/>
                <a:moveTo>
                  <a:pt x="1177" y="86588"/>
                </a:moveTo>
                <a:cubicBezTo>
                  <a:pt x="1177" y="86603"/>
                  <a:pt x="1177" y="86632"/>
                  <a:pt x="1192" y="86647"/>
                </a:cubicBezTo>
                <a:cubicBezTo>
                  <a:pt x="1192" y="86661"/>
                  <a:pt x="1192" y="86661"/>
                  <a:pt x="1177" y="86676"/>
                </a:cubicBezTo>
                <a:cubicBezTo>
                  <a:pt x="1163" y="86661"/>
                  <a:pt x="1163" y="86647"/>
                  <a:pt x="1163" y="86632"/>
                </a:cubicBezTo>
                <a:cubicBezTo>
                  <a:pt x="1163" y="86603"/>
                  <a:pt x="1163" y="86603"/>
                  <a:pt x="1177" y="86588"/>
                </a:cubicBezTo>
                <a:close/>
                <a:moveTo>
                  <a:pt x="1280" y="86647"/>
                </a:moveTo>
                <a:cubicBezTo>
                  <a:pt x="1280" y="86661"/>
                  <a:pt x="1310" y="86706"/>
                  <a:pt x="1310" y="86720"/>
                </a:cubicBezTo>
                <a:cubicBezTo>
                  <a:pt x="1310" y="86720"/>
                  <a:pt x="1310" y="86735"/>
                  <a:pt x="1280" y="86735"/>
                </a:cubicBezTo>
                <a:cubicBezTo>
                  <a:pt x="1280" y="86720"/>
                  <a:pt x="1266" y="86676"/>
                  <a:pt x="1266" y="86661"/>
                </a:cubicBezTo>
                <a:cubicBezTo>
                  <a:pt x="1266" y="86661"/>
                  <a:pt x="1266" y="86647"/>
                  <a:pt x="1280" y="86647"/>
                </a:cubicBezTo>
                <a:close/>
                <a:moveTo>
                  <a:pt x="7299" y="79141"/>
                </a:moveTo>
                <a:lnTo>
                  <a:pt x="7299" y="79141"/>
                </a:lnTo>
                <a:cubicBezTo>
                  <a:pt x="6681" y="80054"/>
                  <a:pt x="5960" y="80922"/>
                  <a:pt x="5239" y="81717"/>
                </a:cubicBezTo>
                <a:cubicBezTo>
                  <a:pt x="3885" y="83218"/>
                  <a:pt x="2369" y="84895"/>
                  <a:pt x="1413" y="86809"/>
                </a:cubicBezTo>
                <a:cubicBezTo>
                  <a:pt x="1413" y="86779"/>
                  <a:pt x="1398" y="86750"/>
                  <a:pt x="1398" y="86720"/>
                </a:cubicBezTo>
                <a:cubicBezTo>
                  <a:pt x="2296" y="84748"/>
                  <a:pt x="3826" y="83012"/>
                  <a:pt x="5357" y="81408"/>
                </a:cubicBezTo>
                <a:cubicBezTo>
                  <a:pt x="6019" y="80701"/>
                  <a:pt x="6696" y="79951"/>
                  <a:pt x="7299" y="79141"/>
                </a:cubicBezTo>
                <a:close/>
                <a:moveTo>
                  <a:pt x="1104" y="86794"/>
                </a:moveTo>
                <a:cubicBezTo>
                  <a:pt x="1104" y="86809"/>
                  <a:pt x="1104" y="86823"/>
                  <a:pt x="1118" y="86853"/>
                </a:cubicBezTo>
                <a:cubicBezTo>
                  <a:pt x="1118" y="86853"/>
                  <a:pt x="1118" y="86867"/>
                  <a:pt x="1104" y="86867"/>
                </a:cubicBezTo>
                <a:lnTo>
                  <a:pt x="1104" y="86809"/>
                </a:lnTo>
                <a:lnTo>
                  <a:pt x="1104" y="86794"/>
                </a:lnTo>
                <a:close/>
                <a:moveTo>
                  <a:pt x="1207" y="86794"/>
                </a:moveTo>
                <a:cubicBezTo>
                  <a:pt x="1207" y="86809"/>
                  <a:pt x="1236" y="86853"/>
                  <a:pt x="1236" y="86867"/>
                </a:cubicBezTo>
                <a:cubicBezTo>
                  <a:pt x="1236" y="86882"/>
                  <a:pt x="1207" y="86897"/>
                  <a:pt x="1207" y="86897"/>
                </a:cubicBezTo>
                <a:cubicBezTo>
                  <a:pt x="1221" y="86882"/>
                  <a:pt x="1192" y="86867"/>
                  <a:pt x="1192" y="86823"/>
                </a:cubicBezTo>
                <a:cubicBezTo>
                  <a:pt x="1192" y="86809"/>
                  <a:pt x="1207" y="86794"/>
                  <a:pt x="1207" y="86794"/>
                </a:cubicBezTo>
                <a:close/>
                <a:moveTo>
                  <a:pt x="1339" y="86823"/>
                </a:moveTo>
                <a:cubicBezTo>
                  <a:pt x="1339" y="86867"/>
                  <a:pt x="1354" y="86882"/>
                  <a:pt x="1354" y="86926"/>
                </a:cubicBezTo>
                <a:cubicBezTo>
                  <a:pt x="1354" y="86941"/>
                  <a:pt x="1339" y="86941"/>
                  <a:pt x="1339" y="86956"/>
                </a:cubicBezTo>
                <a:cubicBezTo>
                  <a:pt x="1324" y="86941"/>
                  <a:pt x="1324" y="86897"/>
                  <a:pt x="1324" y="86867"/>
                </a:cubicBezTo>
                <a:cubicBezTo>
                  <a:pt x="1324" y="86838"/>
                  <a:pt x="1324" y="86838"/>
                  <a:pt x="1339" y="86823"/>
                </a:cubicBezTo>
                <a:close/>
                <a:moveTo>
                  <a:pt x="7137" y="79480"/>
                </a:moveTo>
                <a:cubicBezTo>
                  <a:pt x="6564" y="80451"/>
                  <a:pt x="5857" y="81334"/>
                  <a:pt x="5195" y="82085"/>
                </a:cubicBezTo>
                <a:lnTo>
                  <a:pt x="4930" y="82379"/>
                </a:lnTo>
                <a:cubicBezTo>
                  <a:pt x="3664" y="83851"/>
                  <a:pt x="2340" y="85352"/>
                  <a:pt x="1457" y="87044"/>
                </a:cubicBezTo>
                <a:cubicBezTo>
                  <a:pt x="1428" y="87015"/>
                  <a:pt x="1428" y="86970"/>
                  <a:pt x="1413" y="86941"/>
                </a:cubicBezTo>
                <a:cubicBezTo>
                  <a:pt x="2355" y="84984"/>
                  <a:pt x="3885" y="83291"/>
                  <a:pt x="5283" y="81761"/>
                </a:cubicBezTo>
                <a:cubicBezTo>
                  <a:pt x="5916" y="81054"/>
                  <a:pt x="6564" y="80289"/>
                  <a:pt x="7137" y="79480"/>
                </a:cubicBezTo>
                <a:close/>
                <a:moveTo>
                  <a:pt x="1148" y="86970"/>
                </a:moveTo>
                <a:cubicBezTo>
                  <a:pt x="1148" y="87000"/>
                  <a:pt x="1163" y="87015"/>
                  <a:pt x="1163" y="87044"/>
                </a:cubicBezTo>
                <a:cubicBezTo>
                  <a:pt x="1163" y="87073"/>
                  <a:pt x="1148" y="87073"/>
                  <a:pt x="1148" y="87088"/>
                </a:cubicBezTo>
                <a:cubicBezTo>
                  <a:pt x="1148" y="87044"/>
                  <a:pt x="1148" y="87029"/>
                  <a:pt x="1118" y="87015"/>
                </a:cubicBezTo>
                <a:cubicBezTo>
                  <a:pt x="1118" y="87000"/>
                  <a:pt x="1118" y="87000"/>
                  <a:pt x="1148" y="86970"/>
                </a:cubicBezTo>
                <a:close/>
                <a:moveTo>
                  <a:pt x="1266" y="87000"/>
                </a:moveTo>
                <a:cubicBezTo>
                  <a:pt x="1266" y="87029"/>
                  <a:pt x="1280" y="87044"/>
                  <a:pt x="1280" y="87088"/>
                </a:cubicBezTo>
                <a:cubicBezTo>
                  <a:pt x="1280" y="87103"/>
                  <a:pt x="1266" y="87118"/>
                  <a:pt x="1266" y="87147"/>
                </a:cubicBezTo>
                <a:cubicBezTo>
                  <a:pt x="1251" y="87103"/>
                  <a:pt x="1251" y="87073"/>
                  <a:pt x="1251" y="87044"/>
                </a:cubicBezTo>
                <a:cubicBezTo>
                  <a:pt x="1251" y="87029"/>
                  <a:pt x="1266" y="87015"/>
                  <a:pt x="1266" y="87000"/>
                </a:cubicBezTo>
                <a:close/>
                <a:moveTo>
                  <a:pt x="1383" y="87044"/>
                </a:moveTo>
                <a:cubicBezTo>
                  <a:pt x="1383" y="87088"/>
                  <a:pt x="1398" y="87118"/>
                  <a:pt x="1413" y="87147"/>
                </a:cubicBezTo>
                <a:cubicBezTo>
                  <a:pt x="1413" y="87162"/>
                  <a:pt x="1398" y="87162"/>
                  <a:pt x="1398" y="87176"/>
                </a:cubicBezTo>
                <a:cubicBezTo>
                  <a:pt x="1383" y="87162"/>
                  <a:pt x="1383" y="87118"/>
                  <a:pt x="1369" y="87088"/>
                </a:cubicBezTo>
                <a:cubicBezTo>
                  <a:pt x="1369" y="87073"/>
                  <a:pt x="1383" y="87073"/>
                  <a:pt x="1383" y="87044"/>
                </a:cubicBezTo>
                <a:close/>
                <a:moveTo>
                  <a:pt x="7005" y="79848"/>
                </a:moveTo>
                <a:lnTo>
                  <a:pt x="7005" y="79848"/>
                </a:lnTo>
                <a:cubicBezTo>
                  <a:pt x="6461" y="80819"/>
                  <a:pt x="5784" y="81673"/>
                  <a:pt x="5136" y="82453"/>
                </a:cubicBezTo>
                <a:cubicBezTo>
                  <a:pt x="4945" y="82673"/>
                  <a:pt x="4783" y="82879"/>
                  <a:pt x="4592" y="83100"/>
                </a:cubicBezTo>
                <a:cubicBezTo>
                  <a:pt x="3488" y="84425"/>
                  <a:pt x="2355" y="85764"/>
                  <a:pt x="1531" y="87265"/>
                </a:cubicBezTo>
                <a:cubicBezTo>
                  <a:pt x="1516" y="87235"/>
                  <a:pt x="1516" y="87191"/>
                  <a:pt x="1486" y="87162"/>
                </a:cubicBezTo>
                <a:cubicBezTo>
                  <a:pt x="2369" y="85425"/>
                  <a:pt x="3694" y="83924"/>
                  <a:pt x="4989" y="82423"/>
                </a:cubicBezTo>
                <a:lnTo>
                  <a:pt x="5239" y="82129"/>
                </a:lnTo>
                <a:cubicBezTo>
                  <a:pt x="5828" y="81452"/>
                  <a:pt x="6461" y="80687"/>
                  <a:pt x="7005" y="79848"/>
                </a:cubicBezTo>
                <a:close/>
                <a:moveTo>
                  <a:pt x="1192" y="87176"/>
                </a:moveTo>
                <a:cubicBezTo>
                  <a:pt x="1192" y="87191"/>
                  <a:pt x="1207" y="87235"/>
                  <a:pt x="1207" y="87250"/>
                </a:cubicBezTo>
                <a:cubicBezTo>
                  <a:pt x="1207" y="87265"/>
                  <a:pt x="1192" y="87294"/>
                  <a:pt x="1192" y="87294"/>
                </a:cubicBezTo>
                <a:cubicBezTo>
                  <a:pt x="1177" y="87265"/>
                  <a:pt x="1177" y="87250"/>
                  <a:pt x="1177" y="87221"/>
                </a:cubicBezTo>
                <a:cubicBezTo>
                  <a:pt x="1177" y="87191"/>
                  <a:pt x="1192" y="87176"/>
                  <a:pt x="1192" y="87176"/>
                </a:cubicBezTo>
                <a:close/>
                <a:moveTo>
                  <a:pt x="1310" y="87191"/>
                </a:moveTo>
                <a:cubicBezTo>
                  <a:pt x="1310" y="87235"/>
                  <a:pt x="1324" y="87250"/>
                  <a:pt x="1324" y="87294"/>
                </a:cubicBezTo>
                <a:cubicBezTo>
                  <a:pt x="1324" y="87309"/>
                  <a:pt x="1310" y="87324"/>
                  <a:pt x="1310" y="87338"/>
                </a:cubicBezTo>
                <a:cubicBezTo>
                  <a:pt x="1310" y="87324"/>
                  <a:pt x="1310" y="87294"/>
                  <a:pt x="1280" y="87250"/>
                </a:cubicBezTo>
                <a:cubicBezTo>
                  <a:pt x="1280" y="87235"/>
                  <a:pt x="1310" y="87221"/>
                  <a:pt x="1310" y="87191"/>
                </a:cubicBezTo>
                <a:close/>
                <a:moveTo>
                  <a:pt x="1457" y="87265"/>
                </a:moveTo>
                <a:cubicBezTo>
                  <a:pt x="1472" y="87309"/>
                  <a:pt x="1472" y="87338"/>
                  <a:pt x="1486" y="87383"/>
                </a:cubicBezTo>
                <a:cubicBezTo>
                  <a:pt x="1486" y="87397"/>
                  <a:pt x="1472" y="87412"/>
                  <a:pt x="1472" y="87412"/>
                </a:cubicBezTo>
                <a:cubicBezTo>
                  <a:pt x="1457" y="87383"/>
                  <a:pt x="1442" y="87338"/>
                  <a:pt x="1442" y="87309"/>
                </a:cubicBezTo>
                <a:cubicBezTo>
                  <a:pt x="1442" y="87294"/>
                  <a:pt x="1457" y="87294"/>
                  <a:pt x="1457" y="87265"/>
                </a:cubicBezTo>
                <a:close/>
                <a:moveTo>
                  <a:pt x="1118" y="87368"/>
                </a:moveTo>
                <a:lnTo>
                  <a:pt x="1118" y="87368"/>
                </a:lnTo>
                <a:cubicBezTo>
                  <a:pt x="1148" y="87383"/>
                  <a:pt x="1148" y="87397"/>
                  <a:pt x="1148" y="87412"/>
                </a:cubicBezTo>
                <a:lnTo>
                  <a:pt x="1148" y="87441"/>
                </a:lnTo>
                <a:cubicBezTo>
                  <a:pt x="1118" y="87412"/>
                  <a:pt x="1118" y="87397"/>
                  <a:pt x="1118" y="87368"/>
                </a:cubicBezTo>
                <a:close/>
                <a:moveTo>
                  <a:pt x="6755" y="80436"/>
                </a:moveTo>
                <a:lnTo>
                  <a:pt x="6755" y="80436"/>
                </a:lnTo>
                <a:cubicBezTo>
                  <a:pt x="6240" y="81349"/>
                  <a:pt x="5636" y="82158"/>
                  <a:pt x="5092" y="82835"/>
                </a:cubicBezTo>
                <a:cubicBezTo>
                  <a:pt x="4842" y="83144"/>
                  <a:pt x="4577" y="83483"/>
                  <a:pt x="4327" y="83792"/>
                </a:cubicBezTo>
                <a:cubicBezTo>
                  <a:pt x="3355" y="84969"/>
                  <a:pt x="2369" y="86190"/>
                  <a:pt x="1619" y="87515"/>
                </a:cubicBezTo>
                <a:cubicBezTo>
                  <a:pt x="1604" y="87471"/>
                  <a:pt x="1604" y="87441"/>
                  <a:pt x="1575" y="87397"/>
                </a:cubicBezTo>
                <a:cubicBezTo>
                  <a:pt x="2414" y="85867"/>
                  <a:pt x="3547" y="84513"/>
                  <a:pt x="4665" y="83159"/>
                </a:cubicBezTo>
                <a:cubicBezTo>
                  <a:pt x="4856" y="82953"/>
                  <a:pt x="5033" y="82747"/>
                  <a:pt x="5210" y="82526"/>
                </a:cubicBezTo>
                <a:cubicBezTo>
                  <a:pt x="5725" y="81893"/>
                  <a:pt x="6269" y="81202"/>
                  <a:pt x="6755" y="80436"/>
                </a:cubicBezTo>
                <a:close/>
                <a:moveTo>
                  <a:pt x="1236" y="87383"/>
                </a:moveTo>
                <a:cubicBezTo>
                  <a:pt x="1236" y="87412"/>
                  <a:pt x="1251" y="87441"/>
                  <a:pt x="1251" y="87471"/>
                </a:cubicBezTo>
                <a:cubicBezTo>
                  <a:pt x="1251" y="87486"/>
                  <a:pt x="1236" y="87515"/>
                  <a:pt x="1236" y="87530"/>
                </a:cubicBezTo>
                <a:cubicBezTo>
                  <a:pt x="1236" y="87486"/>
                  <a:pt x="1221" y="87456"/>
                  <a:pt x="1221" y="87441"/>
                </a:cubicBezTo>
                <a:cubicBezTo>
                  <a:pt x="1221" y="87412"/>
                  <a:pt x="1236" y="87397"/>
                  <a:pt x="1236" y="87383"/>
                </a:cubicBezTo>
                <a:close/>
                <a:moveTo>
                  <a:pt x="1383" y="87412"/>
                </a:moveTo>
                <a:cubicBezTo>
                  <a:pt x="1398" y="87456"/>
                  <a:pt x="1398" y="87486"/>
                  <a:pt x="1413" y="87515"/>
                </a:cubicBezTo>
                <a:cubicBezTo>
                  <a:pt x="1398" y="87530"/>
                  <a:pt x="1398" y="87544"/>
                  <a:pt x="1383" y="87559"/>
                </a:cubicBezTo>
                <a:cubicBezTo>
                  <a:pt x="1369" y="87544"/>
                  <a:pt x="1369" y="87515"/>
                  <a:pt x="1339" y="87471"/>
                </a:cubicBezTo>
                <a:cubicBezTo>
                  <a:pt x="1369" y="87456"/>
                  <a:pt x="1369" y="87441"/>
                  <a:pt x="1383" y="87412"/>
                </a:cubicBezTo>
                <a:close/>
                <a:moveTo>
                  <a:pt x="1045" y="87530"/>
                </a:moveTo>
                <a:cubicBezTo>
                  <a:pt x="1045" y="87544"/>
                  <a:pt x="1045" y="87559"/>
                  <a:pt x="1060" y="87589"/>
                </a:cubicBezTo>
                <a:lnTo>
                  <a:pt x="1060" y="87603"/>
                </a:lnTo>
                <a:cubicBezTo>
                  <a:pt x="1045" y="87589"/>
                  <a:pt x="1045" y="87559"/>
                  <a:pt x="1045" y="87544"/>
                </a:cubicBezTo>
                <a:lnTo>
                  <a:pt x="1045" y="87530"/>
                </a:lnTo>
                <a:close/>
                <a:moveTo>
                  <a:pt x="1163" y="87559"/>
                </a:moveTo>
                <a:cubicBezTo>
                  <a:pt x="1163" y="87589"/>
                  <a:pt x="1177" y="87618"/>
                  <a:pt x="1177" y="87633"/>
                </a:cubicBezTo>
                <a:cubicBezTo>
                  <a:pt x="1177" y="87633"/>
                  <a:pt x="1177" y="87662"/>
                  <a:pt x="1163" y="87662"/>
                </a:cubicBezTo>
                <a:lnTo>
                  <a:pt x="1163" y="87589"/>
                </a:lnTo>
                <a:lnTo>
                  <a:pt x="1163" y="87559"/>
                </a:lnTo>
                <a:close/>
                <a:moveTo>
                  <a:pt x="1516" y="87486"/>
                </a:moveTo>
                <a:cubicBezTo>
                  <a:pt x="1531" y="87530"/>
                  <a:pt x="1531" y="87559"/>
                  <a:pt x="1545" y="87603"/>
                </a:cubicBezTo>
                <a:cubicBezTo>
                  <a:pt x="1545" y="87618"/>
                  <a:pt x="1531" y="87633"/>
                  <a:pt x="1531" y="87662"/>
                </a:cubicBezTo>
                <a:cubicBezTo>
                  <a:pt x="1516" y="87603"/>
                  <a:pt x="1516" y="87559"/>
                  <a:pt x="1486" y="87530"/>
                </a:cubicBezTo>
                <a:cubicBezTo>
                  <a:pt x="1486" y="87515"/>
                  <a:pt x="1516" y="87486"/>
                  <a:pt x="1516" y="87486"/>
                </a:cubicBezTo>
                <a:close/>
                <a:moveTo>
                  <a:pt x="1280" y="87589"/>
                </a:moveTo>
                <a:cubicBezTo>
                  <a:pt x="1280" y="87618"/>
                  <a:pt x="1310" y="87633"/>
                  <a:pt x="1310" y="87677"/>
                </a:cubicBezTo>
                <a:cubicBezTo>
                  <a:pt x="1280" y="87692"/>
                  <a:pt x="1280" y="87706"/>
                  <a:pt x="1266" y="87736"/>
                </a:cubicBezTo>
                <a:cubicBezTo>
                  <a:pt x="1280" y="87706"/>
                  <a:pt x="1266" y="87677"/>
                  <a:pt x="1266" y="87633"/>
                </a:cubicBezTo>
                <a:cubicBezTo>
                  <a:pt x="1266" y="87618"/>
                  <a:pt x="1280" y="87603"/>
                  <a:pt x="1280" y="87589"/>
                </a:cubicBezTo>
                <a:close/>
                <a:moveTo>
                  <a:pt x="6534" y="80996"/>
                </a:moveTo>
                <a:cubicBezTo>
                  <a:pt x="6107" y="81702"/>
                  <a:pt x="5636" y="82438"/>
                  <a:pt x="5048" y="83203"/>
                </a:cubicBezTo>
                <a:cubicBezTo>
                  <a:pt x="4724" y="83630"/>
                  <a:pt x="4386" y="84057"/>
                  <a:pt x="4062" y="84454"/>
                </a:cubicBezTo>
                <a:cubicBezTo>
                  <a:pt x="3223" y="85499"/>
                  <a:pt x="2369" y="86573"/>
                  <a:pt x="1692" y="87736"/>
                </a:cubicBezTo>
                <a:cubicBezTo>
                  <a:pt x="1678" y="87692"/>
                  <a:pt x="1648" y="87662"/>
                  <a:pt x="1648" y="87603"/>
                </a:cubicBezTo>
                <a:cubicBezTo>
                  <a:pt x="2414" y="86264"/>
                  <a:pt x="3414" y="85043"/>
                  <a:pt x="4400" y="83851"/>
                </a:cubicBezTo>
                <a:cubicBezTo>
                  <a:pt x="4650" y="83542"/>
                  <a:pt x="4915" y="83203"/>
                  <a:pt x="5165" y="82894"/>
                </a:cubicBezTo>
                <a:cubicBezTo>
                  <a:pt x="5607" y="82335"/>
                  <a:pt x="6093" y="81702"/>
                  <a:pt x="6534" y="80996"/>
                </a:cubicBezTo>
                <a:close/>
                <a:moveTo>
                  <a:pt x="1442" y="87618"/>
                </a:moveTo>
                <a:cubicBezTo>
                  <a:pt x="1457" y="87662"/>
                  <a:pt x="1457" y="87692"/>
                  <a:pt x="1472" y="87736"/>
                </a:cubicBezTo>
                <a:cubicBezTo>
                  <a:pt x="1457" y="87750"/>
                  <a:pt x="1457" y="87765"/>
                  <a:pt x="1442" y="87809"/>
                </a:cubicBezTo>
                <a:cubicBezTo>
                  <a:pt x="1413" y="87765"/>
                  <a:pt x="1413" y="87736"/>
                  <a:pt x="1398" y="87692"/>
                </a:cubicBezTo>
                <a:cubicBezTo>
                  <a:pt x="1413" y="87677"/>
                  <a:pt x="1413" y="87662"/>
                  <a:pt x="1442" y="87618"/>
                </a:cubicBezTo>
                <a:close/>
                <a:moveTo>
                  <a:pt x="1104" y="87706"/>
                </a:moveTo>
                <a:cubicBezTo>
                  <a:pt x="1104" y="87736"/>
                  <a:pt x="1104" y="87750"/>
                  <a:pt x="1118" y="87780"/>
                </a:cubicBezTo>
                <a:cubicBezTo>
                  <a:pt x="1118" y="87809"/>
                  <a:pt x="1118" y="87809"/>
                  <a:pt x="1104" y="87824"/>
                </a:cubicBezTo>
                <a:cubicBezTo>
                  <a:pt x="1104" y="87809"/>
                  <a:pt x="1089" y="87765"/>
                  <a:pt x="1089" y="87750"/>
                </a:cubicBezTo>
                <a:cubicBezTo>
                  <a:pt x="1089" y="87736"/>
                  <a:pt x="1089" y="87736"/>
                  <a:pt x="1104" y="87706"/>
                </a:cubicBezTo>
                <a:close/>
                <a:moveTo>
                  <a:pt x="1575" y="87692"/>
                </a:moveTo>
                <a:cubicBezTo>
                  <a:pt x="1604" y="87736"/>
                  <a:pt x="1604" y="87765"/>
                  <a:pt x="1619" y="87809"/>
                </a:cubicBezTo>
                <a:cubicBezTo>
                  <a:pt x="1619" y="87824"/>
                  <a:pt x="1604" y="87839"/>
                  <a:pt x="1604" y="87853"/>
                </a:cubicBezTo>
                <a:cubicBezTo>
                  <a:pt x="1589" y="87824"/>
                  <a:pt x="1589" y="87780"/>
                  <a:pt x="1560" y="87750"/>
                </a:cubicBezTo>
                <a:cubicBezTo>
                  <a:pt x="1560" y="87736"/>
                  <a:pt x="1575" y="87706"/>
                  <a:pt x="1575" y="87692"/>
                </a:cubicBezTo>
                <a:close/>
                <a:moveTo>
                  <a:pt x="1207" y="87750"/>
                </a:moveTo>
                <a:cubicBezTo>
                  <a:pt x="1207" y="87780"/>
                  <a:pt x="1236" y="87809"/>
                  <a:pt x="1236" y="87839"/>
                </a:cubicBezTo>
                <a:cubicBezTo>
                  <a:pt x="1236" y="87848"/>
                  <a:pt x="1223" y="87852"/>
                  <a:pt x="1215" y="87861"/>
                </a:cubicBezTo>
                <a:lnTo>
                  <a:pt x="1215" y="87861"/>
                </a:lnTo>
                <a:cubicBezTo>
                  <a:pt x="1220" y="87838"/>
                  <a:pt x="1214" y="87813"/>
                  <a:pt x="1192" y="87780"/>
                </a:cubicBezTo>
                <a:cubicBezTo>
                  <a:pt x="1192" y="87765"/>
                  <a:pt x="1192" y="87765"/>
                  <a:pt x="1207" y="87750"/>
                </a:cubicBezTo>
                <a:close/>
                <a:moveTo>
                  <a:pt x="1369" y="87809"/>
                </a:moveTo>
                <a:cubicBezTo>
                  <a:pt x="1383" y="87839"/>
                  <a:pt x="1383" y="87883"/>
                  <a:pt x="1398" y="87912"/>
                </a:cubicBezTo>
                <a:cubicBezTo>
                  <a:pt x="1383" y="87927"/>
                  <a:pt x="1383" y="87956"/>
                  <a:pt x="1369" y="87971"/>
                </a:cubicBezTo>
                <a:cubicBezTo>
                  <a:pt x="1339" y="87927"/>
                  <a:pt x="1324" y="87898"/>
                  <a:pt x="1324" y="87853"/>
                </a:cubicBezTo>
                <a:cubicBezTo>
                  <a:pt x="1339" y="87839"/>
                  <a:pt x="1339" y="87824"/>
                  <a:pt x="1369" y="87809"/>
                </a:cubicBezTo>
                <a:close/>
                <a:moveTo>
                  <a:pt x="1148" y="87912"/>
                </a:moveTo>
                <a:cubicBezTo>
                  <a:pt x="1148" y="87927"/>
                  <a:pt x="1163" y="87971"/>
                  <a:pt x="1163" y="87986"/>
                </a:cubicBezTo>
                <a:cubicBezTo>
                  <a:pt x="1163" y="88001"/>
                  <a:pt x="1148" y="88001"/>
                  <a:pt x="1148" y="88030"/>
                </a:cubicBezTo>
                <a:cubicBezTo>
                  <a:pt x="1148" y="88001"/>
                  <a:pt x="1148" y="87986"/>
                  <a:pt x="1118" y="87956"/>
                </a:cubicBezTo>
                <a:cubicBezTo>
                  <a:pt x="1118" y="87927"/>
                  <a:pt x="1148" y="87927"/>
                  <a:pt x="1148" y="87912"/>
                </a:cubicBezTo>
                <a:close/>
                <a:moveTo>
                  <a:pt x="1516" y="87839"/>
                </a:moveTo>
                <a:cubicBezTo>
                  <a:pt x="1531" y="87883"/>
                  <a:pt x="1531" y="87912"/>
                  <a:pt x="1545" y="87956"/>
                </a:cubicBezTo>
                <a:cubicBezTo>
                  <a:pt x="1531" y="87971"/>
                  <a:pt x="1516" y="88001"/>
                  <a:pt x="1516" y="88030"/>
                </a:cubicBezTo>
                <a:cubicBezTo>
                  <a:pt x="1486" y="87986"/>
                  <a:pt x="1486" y="87956"/>
                  <a:pt x="1472" y="87912"/>
                </a:cubicBezTo>
                <a:cubicBezTo>
                  <a:pt x="1486" y="87898"/>
                  <a:pt x="1486" y="87853"/>
                  <a:pt x="1516" y="87839"/>
                </a:cubicBezTo>
                <a:close/>
                <a:moveTo>
                  <a:pt x="1266" y="87971"/>
                </a:moveTo>
                <a:cubicBezTo>
                  <a:pt x="1266" y="88001"/>
                  <a:pt x="1280" y="88030"/>
                  <a:pt x="1280" y="88059"/>
                </a:cubicBezTo>
                <a:cubicBezTo>
                  <a:pt x="1280" y="88074"/>
                  <a:pt x="1266" y="88074"/>
                  <a:pt x="1266" y="88104"/>
                </a:cubicBezTo>
                <a:cubicBezTo>
                  <a:pt x="1266" y="88059"/>
                  <a:pt x="1266" y="88045"/>
                  <a:pt x="1251" y="88001"/>
                </a:cubicBezTo>
                <a:cubicBezTo>
                  <a:pt x="1251" y="87986"/>
                  <a:pt x="1266" y="87986"/>
                  <a:pt x="1266" y="87971"/>
                </a:cubicBezTo>
                <a:close/>
                <a:moveTo>
                  <a:pt x="1089" y="88104"/>
                </a:moveTo>
                <a:cubicBezTo>
                  <a:pt x="1089" y="88118"/>
                  <a:pt x="1104" y="88148"/>
                  <a:pt x="1104" y="88162"/>
                </a:cubicBezTo>
                <a:cubicBezTo>
                  <a:pt x="1104" y="88162"/>
                  <a:pt x="1104" y="88192"/>
                  <a:pt x="1089" y="88192"/>
                </a:cubicBezTo>
                <a:cubicBezTo>
                  <a:pt x="1089" y="88177"/>
                  <a:pt x="1074" y="88133"/>
                  <a:pt x="1074" y="88118"/>
                </a:cubicBezTo>
                <a:cubicBezTo>
                  <a:pt x="1074" y="88118"/>
                  <a:pt x="1074" y="88104"/>
                  <a:pt x="1089" y="88104"/>
                </a:cubicBezTo>
                <a:close/>
                <a:moveTo>
                  <a:pt x="1413" y="88001"/>
                </a:moveTo>
                <a:cubicBezTo>
                  <a:pt x="1428" y="88045"/>
                  <a:pt x="1428" y="88074"/>
                  <a:pt x="1457" y="88118"/>
                </a:cubicBezTo>
                <a:cubicBezTo>
                  <a:pt x="1442" y="88133"/>
                  <a:pt x="1413" y="88148"/>
                  <a:pt x="1413" y="88192"/>
                </a:cubicBezTo>
                <a:cubicBezTo>
                  <a:pt x="1398" y="88148"/>
                  <a:pt x="1398" y="88118"/>
                  <a:pt x="1383" y="88074"/>
                </a:cubicBezTo>
                <a:cubicBezTo>
                  <a:pt x="1398" y="88059"/>
                  <a:pt x="1398" y="88045"/>
                  <a:pt x="1413" y="88001"/>
                </a:cubicBezTo>
                <a:close/>
                <a:moveTo>
                  <a:pt x="1192" y="88133"/>
                </a:moveTo>
                <a:cubicBezTo>
                  <a:pt x="1192" y="88177"/>
                  <a:pt x="1207" y="88192"/>
                  <a:pt x="1207" y="88221"/>
                </a:cubicBezTo>
                <a:cubicBezTo>
                  <a:pt x="1207" y="88251"/>
                  <a:pt x="1192" y="88265"/>
                  <a:pt x="1192" y="88265"/>
                </a:cubicBezTo>
                <a:cubicBezTo>
                  <a:pt x="1192" y="88221"/>
                  <a:pt x="1177" y="88207"/>
                  <a:pt x="1177" y="88177"/>
                </a:cubicBezTo>
                <a:cubicBezTo>
                  <a:pt x="1177" y="88148"/>
                  <a:pt x="1192" y="88133"/>
                  <a:pt x="1192" y="88133"/>
                </a:cubicBezTo>
                <a:close/>
                <a:moveTo>
                  <a:pt x="1324" y="88177"/>
                </a:moveTo>
                <a:cubicBezTo>
                  <a:pt x="1339" y="88207"/>
                  <a:pt x="1339" y="88251"/>
                  <a:pt x="1369" y="88280"/>
                </a:cubicBezTo>
                <a:cubicBezTo>
                  <a:pt x="1339" y="88295"/>
                  <a:pt x="1339" y="88324"/>
                  <a:pt x="1339" y="88324"/>
                </a:cubicBezTo>
                <a:cubicBezTo>
                  <a:pt x="1324" y="88280"/>
                  <a:pt x="1324" y="88251"/>
                  <a:pt x="1310" y="88207"/>
                </a:cubicBezTo>
                <a:cubicBezTo>
                  <a:pt x="1310" y="88192"/>
                  <a:pt x="1324" y="88192"/>
                  <a:pt x="1324" y="88177"/>
                </a:cubicBezTo>
                <a:close/>
                <a:moveTo>
                  <a:pt x="1001" y="88251"/>
                </a:moveTo>
                <a:cubicBezTo>
                  <a:pt x="1015" y="88280"/>
                  <a:pt x="1030" y="88295"/>
                  <a:pt x="1030" y="88324"/>
                </a:cubicBezTo>
                <a:cubicBezTo>
                  <a:pt x="1030" y="88324"/>
                  <a:pt x="1030" y="88339"/>
                  <a:pt x="1015" y="88339"/>
                </a:cubicBezTo>
                <a:cubicBezTo>
                  <a:pt x="1015" y="88324"/>
                  <a:pt x="1015" y="88295"/>
                  <a:pt x="1001" y="88265"/>
                </a:cubicBezTo>
                <a:lnTo>
                  <a:pt x="1001" y="88251"/>
                </a:lnTo>
                <a:close/>
                <a:moveTo>
                  <a:pt x="1118" y="88280"/>
                </a:moveTo>
                <a:cubicBezTo>
                  <a:pt x="1118" y="88295"/>
                  <a:pt x="1133" y="88339"/>
                  <a:pt x="1133" y="88354"/>
                </a:cubicBezTo>
                <a:cubicBezTo>
                  <a:pt x="1133" y="88368"/>
                  <a:pt x="1118" y="88368"/>
                  <a:pt x="1118" y="88398"/>
                </a:cubicBezTo>
                <a:cubicBezTo>
                  <a:pt x="1118" y="88368"/>
                  <a:pt x="1118" y="88354"/>
                  <a:pt x="1104" y="88324"/>
                </a:cubicBezTo>
                <a:cubicBezTo>
                  <a:pt x="1104" y="88295"/>
                  <a:pt x="1104" y="88295"/>
                  <a:pt x="1118" y="88280"/>
                </a:cubicBezTo>
                <a:close/>
                <a:moveTo>
                  <a:pt x="1251" y="88339"/>
                </a:moveTo>
                <a:cubicBezTo>
                  <a:pt x="1251" y="88368"/>
                  <a:pt x="1266" y="88413"/>
                  <a:pt x="1295" y="88427"/>
                </a:cubicBezTo>
                <a:cubicBezTo>
                  <a:pt x="1266" y="88442"/>
                  <a:pt x="1266" y="88472"/>
                  <a:pt x="1251" y="88486"/>
                </a:cubicBezTo>
                <a:cubicBezTo>
                  <a:pt x="1251" y="88442"/>
                  <a:pt x="1236" y="88413"/>
                  <a:pt x="1236" y="88398"/>
                </a:cubicBezTo>
                <a:cubicBezTo>
                  <a:pt x="1236" y="88368"/>
                  <a:pt x="1251" y="88354"/>
                  <a:pt x="1251" y="88339"/>
                </a:cubicBezTo>
                <a:close/>
                <a:moveTo>
                  <a:pt x="1060" y="88442"/>
                </a:moveTo>
                <a:cubicBezTo>
                  <a:pt x="1060" y="88472"/>
                  <a:pt x="1089" y="88501"/>
                  <a:pt x="1089" y="88516"/>
                </a:cubicBezTo>
                <a:cubicBezTo>
                  <a:pt x="1089" y="88545"/>
                  <a:pt x="1060" y="88545"/>
                  <a:pt x="1060" y="88560"/>
                </a:cubicBezTo>
                <a:cubicBezTo>
                  <a:pt x="1045" y="88545"/>
                  <a:pt x="1045" y="88516"/>
                  <a:pt x="1045" y="88486"/>
                </a:cubicBezTo>
                <a:cubicBezTo>
                  <a:pt x="1045" y="88472"/>
                  <a:pt x="1045" y="88472"/>
                  <a:pt x="1060" y="88442"/>
                </a:cubicBezTo>
                <a:close/>
                <a:moveTo>
                  <a:pt x="1177" y="88501"/>
                </a:moveTo>
                <a:cubicBezTo>
                  <a:pt x="1177" y="88545"/>
                  <a:pt x="1192" y="88560"/>
                  <a:pt x="1192" y="88589"/>
                </a:cubicBezTo>
                <a:cubicBezTo>
                  <a:pt x="1192" y="88619"/>
                  <a:pt x="1192" y="88619"/>
                  <a:pt x="1177" y="88633"/>
                </a:cubicBezTo>
                <a:cubicBezTo>
                  <a:pt x="1177" y="88589"/>
                  <a:pt x="1163" y="88575"/>
                  <a:pt x="1163" y="88545"/>
                </a:cubicBezTo>
                <a:cubicBezTo>
                  <a:pt x="1163" y="88516"/>
                  <a:pt x="1177" y="88516"/>
                  <a:pt x="1177" y="88501"/>
                </a:cubicBezTo>
                <a:close/>
                <a:moveTo>
                  <a:pt x="957" y="88633"/>
                </a:moveTo>
                <a:cubicBezTo>
                  <a:pt x="1001" y="88663"/>
                  <a:pt x="1001" y="88678"/>
                  <a:pt x="1001" y="88707"/>
                </a:cubicBezTo>
                <a:cubicBezTo>
                  <a:pt x="1001" y="88707"/>
                  <a:pt x="1001" y="88722"/>
                  <a:pt x="971" y="88722"/>
                </a:cubicBezTo>
                <a:cubicBezTo>
                  <a:pt x="971" y="88707"/>
                  <a:pt x="971" y="88678"/>
                  <a:pt x="957" y="88648"/>
                </a:cubicBezTo>
                <a:lnTo>
                  <a:pt x="957" y="88633"/>
                </a:lnTo>
                <a:close/>
                <a:moveTo>
                  <a:pt x="1104" y="88663"/>
                </a:moveTo>
                <a:cubicBezTo>
                  <a:pt x="1104" y="88707"/>
                  <a:pt x="1118" y="88722"/>
                  <a:pt x="1118" y="88751"/>
                </a:cubicBezTo>
                <a:cubicBezTo>
                  <a:pt x="1118" y="88766"/>
                  <a:pt x="1104" y="88781"/>
                  <a:pt x="1104" y="88795"/>
                </a:cubicBezTo>
                <a:cubicBezTo>
                  <a:pt x="1104" y="88751"/>
                  <a:pt x="1089" y="88736"/>
                  <a:pt x="1089" y="88707"/>
                </a:cubicBezTo>
                <a:cubicBezTo>
                  <a:pt x="1089" y="88678"/>
                  <a:pt x="1104" y="88663"/>
                  <a:pt x="1104" y="88663"/>
                </a:cubicBezTo>
                <a:close/>
                <a:moveTo>
                  <a:pt x="1030" y="88854"/>
                </a:moveTo>
                <a:cubicBezTo>
                  <a:pt x="1030" y="88869"/>
                  <a:pt x="1030" y="88884"/>
                  <a:pt x="1045" y="88928"/>
                </a:cubicBezTo>
                <a:cubicBezTo>
                  <a:pt x="1045" y="88942"/>
                  <a:pt x="1030" y="88942"/>
                  <a:pt x="1030" y="88957"/>
                </a:cubicBezTo>
                <a:cubicBezTo>
                  <a:pt x="1030" y="88942"/>
                  <a:pt x="1015" y="88913"/>
                  <a:pt x="1015" y="88884"/>
                </a:cubicBezTo>
                <a:cubicBezTo>
                  <a:pt x="1015" y="88869"/>
                  <a:pt x="1015" y="88869"/>
                  <a:pt x="1030" y="88854"/>
                </a:cubicBezTo>
                <a:close/>
                <a:moveTo>
                  <a:pt x="957" y="89001"/>
                </a:moveTo>
                <a:cubicBezTo>
                  <a:pt x="957" y="89031"/>
                  <a:pt x="971" y="89045"/>
                  <a:pt x="971" y="89075"/>
                </a:cubicBezTo>
                <a:cubicBezTo>
                  <a:pt x="957" y="89075"/>
                  <a:pt x="957" y="89031"/>
                  <a:pt x="957" y="89016"/>
                </a:cubicBezTo>
                <a:lnTo>
                  <a:pt x="957" y="89001"/>
                </a:lnTo>
                <a:close/>
                <a:moveTo>
                  <a:pt x="883" y="89178"/>
                </a:moveTo>
                <a:cubicBezTo>
                  <a:pt x="898" y="89207"/>
                  <a:pt x="898" y="89222"/>
                  <a:pt x="898" y="89237"/>
                </a:cubicBezTo>
                <a:cubicBezTo>
                  <a:pt x="898" y="89237"/>
                  <a:pt x="898" y="89251"/>
                  <a:pt x="883" y="89251"/>
                </a:cubicBezTo>
                <a:lnTo>
                  <a:pt x="883" y="89207"/>
                </a:lnTo>
                <a:lnTo>
                  <a:pt x="883" y="89178"/>
                </a:lnTo>
                <a:close/>
                <a:moveTo>
                  <a:pt x="9151" y="1"/>
                </a:moveTo>
                <a:cubicBezTo>
                  <a:pt x="8699" y="1"/>
                  <a:pt x="8245" y="78"/>
                  <a:pt x="7800" y="247"/>
                </a:cubicBezTo>
                <a:lnTo>
                  <a:pt x="7844" y="320"/>
                </a:lnTo>
                <a:cubicBezTo>
                  <a:pt x="8284" y="155"/>
                  <a:pt x="8730" y="79"/>
                  <a:pt x="9173" y="79"/>
                </a:cubicBezTo>
                <a:cubicBezTo>
                  <a:pt x="10580" y="79"/>
                  <a:pt x="11953" y="849"/>
                  <a:pt x="12995" y="1969"/>
                </a:cubicBezTo>
                <a:cubicBezTo>
                  <a:pt x="12597" y="1601"/>
                  <a:pt x="12185" y="1248"/>
                  <a:pt x="11714" y="997"/>
                </a:cubicBezTo>
                <a:cubicBezTo>
                  <a:pt x="10828" y="465"/>
                  <a:pt x="9902" y="191"/>
                  <a:pt x="9007" y="191"/>
                </a:cubicBezTo>
                <a:cubicBezTo>
                  <a:pt x="8565" y="191"/>
                  <a:pt x="8130" y="258"/>
                  <a:pt x="7711" y="394"/>
                </a:cubicBezTo>
                <a:lnTo>
                  <a:pt x="7726" y="468"/>
                </a:lnTo>
                <a:cubicBezTo>
                  <a:pt x="8149" y="330"/>
                  <a:pt x="8578" y="266"/>
                  <a:pt x="9006" y="266"/>
                </a:cubicBezTo>
                <a:cubicBezTo>
                  <a:pt x="10494" y="266"/>
                  <a:pt x="11959" y="1043"/>
                  <a:pt x="13068" y="2175"/>
                </a:cubicBezTo>
                <a:cubicBezTo>
                  <a:pt x="11931" y="1095"/>
                  <a:pt x="10445" y="356"/>
                  <a:pt x="8903" y="356"/>
                </a:cubicBezTo>
                <a:cubicBezTo>
                  <a:pt x="8469" y="356"/>
                  <a:pt x="8030" y="415"/>
                  <a:pt x="7594" y="541"/>
                </a:cubicBezTo>
                <a:lnTo>
                  <a:pt x="7623" y="615"/>
                </a:lnTo>
                <a:cubicBezTo>
                  <a:pt x="8046" y="495"/>
                  <a:pt x="8471" y="439"/>
                  <a:pt x="8892" y="439"/>
                </a:cubicBezTo>
                <a:cubicBezTo>
                  <a:pt x="10538" y="439"/>
                  <a:pt x="12123" y="1291"/>
                  <a:pt x="13260" y="2498"/>
                </a:cubicBezTo>
                <a:cubicBezTo>
                  <a:pt x="12818" y="2086"/>
                  <a:pt x="12332" y="1719"/>
                  <a:pt x="11817" y="1424"/>
                </a:cubicBezTo>
                <a:cubicBezTo>
                  <a:pt x="10796" y="845"/>
                  <a:pt x="9729" y="545"/>
                  <a:pt x="8698" y="545"/>
                </a:cubicBezTo>
                <a:cubicBezTo>
                  <a:pt x="8288" y="545"/>
                  <a:pt x="7884" y="592"/>
                  <a:pt x="7491" y="688"/>
                </a:cubicBezTo>
                <a:lnTo>
                  <a:pt x="7505" y="762"/>
                </a:lnTo>
                <a:cubicBezTo>
                  <a:pt x="7888" y="668"/>
                  <a:pt x="8283" y="623"/>
                  <a:pt x="8681" y="623"/>
                </a:cubicBezTo>
                <a:cubicBezTo>
                  <a:pt x="10351" y="623"/>
                  <a:pt x="12097" y="1412"/>
                  <a:pt x="13392" y="2719"/>
                </a:cubicBezTo>
                <a:cubicBezTo>
                  <a:pt x="12043" y="1478"/>
                  <a:pt x="10270" y="721"/>
                  <a:pt x="8541" y="721"/>
                </a:cubicBezTo>
                <a:cubicBezTo>
                  <a:pt x="8157" y="721"/>
                  <a:pt x="7776" y="758"/>
                  <a:pt x="7402" y="836"/>
                </a:cubicBezTo>
                <a:lnTo>
                  <a:pt x="7417" y="909"/>
                </a:lnTo>
                <a:cubicBezTo>
                  <a:pt x="7782" y="835"/>
                  <a:pt x="8155" y="799"/>
                  <a:pt x="8531" y="799"/>
                </a:cubicBezTo>
                <a:cubicBezTo>
                  <a:pt x="10386" y="799"/>
                  <a:pt x="12316" y="1673"/>
                  <a:pt x="13686" y="3117"/>
                </a:cubicBezTo>
                <a:cubicBezTo>
                  <a:pt x="13157" y="2616"/>
                  <a:pt x="12568" y="2175"/>
                  <a:pt x="11906" y="1822"/>
                </a:cubicBezTo>
                <a:cubicBezTo>
                  <a:pt x="10775" y="1206"/>
                  <a:pt x="9550" y="888"/>
                  <a:pt x="8374" y="888"/>
                </a:cubicBezTo>
                <a:cubicBezTo>
                  <a:pt x="8005" y="888"/>
                  <a:pt x="7640" y="919"/>
                  <a:pt x="7285" y="983"/>
                </a:cubicBezTo>
                <a:lnTo>
                  <a:pt x="7299" y="1056"/>
                </a:lnTo>
                <a:cubicBezTo>
                  <a:pt x="7645" y="995"/>
                  <a:pt x="7996" y="966"/>
                  <a:pt x="8349" y="966"/>
                </a:cubicBezTo>
                <a:cubicBezTo>
                  <a:pt x="10296" y="966"/>
                  <a:pt x="12300" y="1861"/>
                  <a:pt x="13745" y="3293"/>
                </a:cubicBezTo>
                <a:cubicBezTo>
                  <a:pt x="12225" y="1900"/>
                  <a:pt x="10172" y="1063"/>
                  <a:pt x="8146" y="1063"/>
                </a:cubicBezTo>
                <a:cubicBezTo>
                  <a:pt x="7818" y="1063"/>
                  <a:pt x="7491" y="1085"/>
                  <a:pt x="7167" y="1130"/>
                </a:cubicBezTo>
                <a:lnTo>
                  <a:pt x="7196" y="1203"/>
                </a:lnTo>
                <a:cubicBezTo>
                  <a:pt x="7513" y="1158"/>
                  <a:pt x="7833" y="1137"/>
                  <a:pt x="8155" y="1137"/>
                </a:cubicBezTo>
                <a:cubicBezTo>
                  <a:pt x="10254" y="1137"/>
                  <a:pt x="12405" y="2069"/>
                  <a:pt x="13937" y="3587"/>
                </a:cubicBezTo>
                <a:cubicBezTo>
                  <a:pt x="12339" y="2133"/>
                  <a:pt x="10145" y="1228"/>
                  <a:pt x="7952" y="1228"/>
                </a:cubicBezTo>
                <a:cubicBezTo>
                  <a:pt x="7660" y="1228"/>
                  <a:pt x="7369" y="1244"/>
                  <a:pt x="7079" y="1277"/>
                </a:cubicBezTo>
                <a:lnTo>
                  <a:pt x="7079" y="1351"/>
                </a:lnTo>
                <a:cubicBezTo>
                  <a:pt x="7363" y="1320"/>
                  <a:pt x="7648" y="1305"/>
                  <a:pt x="7934" y="1305"/>
                </a:cubicBezTo>
                <a:cubicBezTo>
                  <a:pt x="10237" y="1305"/>
                  <a:pt x="12545" y="2286"/>
                  <a:pt x="14143" y="3897"/>
                </a:cubicBezTo>
                <a:cubicBezTo>
                  <a:pt x="13539" y="3337"/>
                  <a:pt x="12818" y="2852"/>
                  <a:pt x="12038" y="2454"/>
                </a:cubicBezTo>
                <a:cubicBezTo>
                  <a:pt x="10678" y="1762"/>
                  <a:pt x="9157" y="1392"/>
                  <a:pt x="7695" y="1392"/>
                </a:cubicBezTo>
                <a:cubicBezTo>
                  <a:pt x="7448" y="1392"/>
                  <a:pt x="7203" y="1403"/>
                  <a:pt x="6961" y="1424"/>
                </a:cubicBezTo>
                <a:lnTo>
                  <a:pt x="6961" y="1498"/>
                </a:lnTo>
                <a:cubicBezTo>
                  <a:pt x="7195" y="1478"/>
                  <a:pt x="7429" y="1469"/>
                  <a:pt x="7664" y="1469"/>
                </a:cubicBezTo>
                <a:cubicBezTo>
                  <a:pt x="10108" y="1469"/>
                  <a:pt x="12583" y="2497"/>
                  <a:pt x="14275" y="4161"/>
                </a:cubicBezTo>
                <a:cubicBezTo>
                  <a:pt x="12492" y="2542"/>
                  <a:pt x="9992" y="1552"/>
                  <a:pt x="7460" y="1552"/>
                </a:cubicBezTo>
                <a:cubicBezTo>
                  <a:pt x="7255" y="1552"/>
                  <a:pt x="7049" y="1558"/>
                  <a:pt x="6843" y="1571"/>
                </a:cubicBezTo>
                <a:lnTo>
                  <a:pt x="6843" y="1645"/>
                </a:lnTo>
                <a:cubicBezTo>
                  <a:pt x="7017" y="1636"/>
                  <a:pt x="7190" y="1631"/>
                  <a:pt x="7363" y="1631"/>
                </a:cubicBezTo>
                <a:cubicBezTo>
                  <a:pt x="9997" y="1631"/>
                  <a:pt x="12584" y="2670"/>
                  <a:pt x="14393" y="4382"/>
                </a:cubicBezTo>
                <a:cubicBezTo>
                  <a:pt x="12488" y="2690"/>
                  <a:pt x="9800" y="1685"/>
                  <a:pt x="7032" y="1685"/>
                </a:cubicBezTo>
                <a:cubicBezTo>
                  <a:pt x="6935" y="1685"/>
                  <a:pt x="6838" y="1687"/>
                  <a:pt x="6740" y="1689"/>
                </a:cubicBezTo>
                <a:lnTo>
                  <a:pt x="6740" y="1763"/>
                </a:lnTo>
                <a:cubicBezTo>
                  <a:pt x="6853" y="1759"/>
                  <a:pt x="6966" y="1758"/>
                  <a:pt x="7078" y="1758"/>
                </a:cubicBezTo>
                <a:cubicBezTo>
                  <a:pt x="9873" y="1758"/>
                  <a:pt x="12570" y="2803"/>
                  <a:pt x="14437" y="4529"/>
                </a:cubicBezTo>
                <a:lnTo>
                  <a:pt x="14437" y="4544"/>
                </a:lnTo>
                <a:cubicBezTo>
                  <a:pt x="13760" y="3970"/>
                  <a:pt x="13009" y="3484"/>
                  <a:pt x="12141" y="3072"/>
                </a:cubicBezTo>
                <a:cubicBezTo>
                  <a:pt x="10518" y="2289"/>
                  <a:pt x="8632" y="1864"/>
                  <a:pt x="6805" y="1864"/>
                </a:cubicBezTo>
                <a:cubicBezTo>
                  <a:pt x="6744" y="1864"/>
                  <a:pt x="6683" y="1865"/>
                  <a:pt x="6622" y="1866"/>
                </a:cubicBezTo>
                <a:lnTo>
                  <a:pt x="6622" y="1939"/>
                </a:lnTo>
                <a:cubicBezTo>
                  <a:pt x="6665" y="1939"/>
                  <a:pt x="6707" y="1939"/>
                  <a:pt x="6749" y="1939"/>
                </a:cubicBezTo>
                <a:cubicBezTo>
                  <a:pt x="9733" y="1939"/>
                  <a:pt x="12522" y="2964"/>
                  <a:pt x="14496" y="4691"/>
                </a:cubicBezTo>
                <a:cubicBezTo>
                  <a:pt x="14496" y="4706"/>
                  <a:pt x="14496" y="4706"/>
                  <a:pt x="14510" y="4735"/>
                </a:cubicBezTo>
                <a:cubicBezTo>
                  <a:pt x="13833" y="4176"/>
                  <a:pt x="13054" y="3676"/>
                  <a:pt x="12200" y="3278"/>
                </a:cubicBezTo>
                <a:cubicBezTo>
                  <a:pt x="10463" y="2469"/>
                  <a:pt x="8521" y="2028"/>
                  <a:pt x="6534" y="1983"/>
                </a:cubicBezTo>
                <a:lnTo>
                  <a:pt x="6534" y="2057"/>
                </a:lnTo>
                <a:cubicBezTo>
                  <a:pt x="9625" y="2116"/>
                  <a:pt x="12524" y="3161"/>
                  <a:pt x="14569" y="4883"/>
                </a:cubicBezTo>
                <a:lnTo>
                  <a:pt x="14569" y="4897"/>
                </a:lnTo>
                <a:cubicBezTo>
                  <a:pt x="13892" y="4367"/>
                  <a:pt x="13112" y="3882"/>
                  <a:pt x="12259" y="3484"/>
                </a:cubicBezTo>
                <a:cubicBezTo>
                  <a:pt x="10508" y="2675"/>
                  <a:pt x="8506" y="2204"/>
                  <a:pt x="6416" y="2131"/>
                </a:cubicBezTo>
                <a:lnTo>
                  <a:pt x="6416" y="2204"/>
                </a:lnTo>
                <a:cubicBezTo>
                  <a:pt x="9051" y="2307"/>
                  <a:pt x="12229" y="3131"/>
                  <a:pt x="14613" y="5030"/>
                </a:cubicBezTo>
                <a:cubicBezTo>
                  <a:pt x="14613" y="5044"/>
                  <a:pt x="14613" y="5044"/>
                  <a:pt x="14628" y="5059"/>
                </a:cubicBezTo>
                <a:cubicBezTo>
                  <a:pt x="13951" y="4544"/>
                  <a:pt x="13171" y="4088"/>
                  <a:pt x="12303" y="3676"/>
                </a:cubicBezTo>
                <a:cubicBezTo>
                  <a:pt x="10537" y="2896"/>
                  <a:pt x="8477" y="2395"/>
                  <a:pt x="6328" y="2263"/>
                </a:cubicBezTo>
                <a:lnTo>
                  <a:pt x="6328" y="2337"/>
                </a:lnTo>
                <a:cubicBezTo>
                  <a:pt x="9639" y="2528"/>
                  <a:pt x="12568" y="3558"/>
                  <a:pt x="14658" y="5192"/>
                </a:cubicBezTo>
                <a:cubicBezTo>
                  <a:pt x="14658" y="5206"/>
                  <a:pt x="14658" y="5221"/>
                  <a:pt x="14687" y="5250"/>
                </a:cubicBezTo>
                <a:cubicBezTo>
                  <a:pt x="12553" y="3676"/>
                  <a:pt x="9625" y="2690"/>
                  <a:pt x="6240" y="2425"/>
                </a:cubicBezTo>
                <a:lnTo>
                  <a:pt x="6240" y="2498"/>
                </a:lnTo>
                <a:cubicBezTo>
                  <a:pt x="9654" y="2763"/>
                  <a:pt x="12597" y="3764"/>
                  <a:pt x="14716" y="5368"/>
                </a:cubicBezTo>
                <a:cubicBezTo>
                  <a:pt x="14716" y="5383"/>
                  <a:pt x="14716" y="5412"/>
                  <a:pt x="14731" y="5427"/>
                </a:cubicBezTo>
                <a:cubicBezTo>
                  <a:pt x="11935" y="3440"/>
                  <a:pt x="8374" y="2793"/>
                  <a:pt x="6137" y="2572"/>
                </a:cubicBezTo>
                <a:lnTo>
                  <a:pt x="6137" y="2646"/>
                </a:lnTo>
                <a:cubicBezTo>
                  <a:pt x="8388" y="2866"/>
                  <a:pt x="11994" y="3514"/>
                  <a:pt x="14775" y="5530"/>
                </a:cubicBezTo>
                <a:cubicBezTo>
                  <a:pt x="14775" y="5559"/>
                  <a:pt x="14775" y="5574"/>
                  <a:pt x="14790" y="5589"/>
                </a:cubicBezTo>
                <a:cubicBezTo>
                  <a:pt x="14084" y="5118"/>
                  <a:pt x="13318" y="4691"/>
                  <a:pt x="12465" y="4323"/>
                </a:cubicBezTo>
                <a:cubicBezTo>
                  <a:pt x="10669" y="3529"/>
                  <a:pt x="8506" y="2999"/>
                  <a:pt x="6048" y="2719"/>
                </a:cubicBezTo>
                <a:lnTo>
                  <a:pt x="6048" y="2793"/>
                </a:lnTo>
                <a:cubicBezTo>
                  <a:pt x="8786" y="3102"/>
                  <a:pt x="12200" y="3867"/>
                  <a:pt x="14820" y="5707"/>
                </a:cubicBezTo>
                <a:lnTo>
                  <a:pt x="14820" y="5751"/>
                </a:lnTo>
                <a:cubicBezTo>
                  <a:pt x="12656" y="4309"/>
                  <a:pt x="9713" y="3352"/>
                  <a:pt x="5960" y="2866"/>
                </a:cubicBezTo>
                <a:lnTo>
                  <a:pt x="5945" y="2940"/>
                </a:lnTo>
                <a:cubicBezTo>
                  <a:pt x="9728" y="3440"/>
                  <a:pt x="12671" y="4397"/>
                  <a:pt x="14849" y="5869"/>
                </a:cubicBezTo>
                <a:cubicBezTo>
                  <a:pt x="14849" y="5883"/>
                  <a:pt x="14864" y="5927"/>
                  <a:pt x="14864" y="5942"/>
                </a:cubicBezTo>
                <a:cubicBezTo>
                  <a:pt x="12068" y="4117"/>
                  <a:pt x="8550" y="3396"/>
                  <a:pt x="5842" y="3014"/>
                </a:cubicBezTo>
                <a:lnTo>
                  <a:pt x="5828" y="3087"/>
                </a:lnTo>
                <a:cubicBezTo>
                  <a:pt x="8550" y="3470"/>
                  <a:pt x="12068" y="4206"/>
                  <a:pt x="14878" y="6045"/>
                </a:cubicBezTo>
                <a:cubicBezTo>
                  <a:pt x="14878" y="6089"/>
                  <a:pt x="14893" y="6104"/>
                  <a:pt x="14893" y="6148"/>
                </a:cubicBezTo>
                <a:cubicBezTo>
                  <a:pt x="12141" y="4412"/>
                  <a:pt x="8727" y="3646"/>
                  <a:pt x="5739" y="3161"/>
                </a:cubicBezTo>
                <a:lnTo>
                  <a:pt x="5725" y="3234"/>
                </a:lnTo>
                <a:cubicBezTo>
                  <a:pt x="8697" y="3720"/>
                  <a:pt x="12156" y="4485"/>
                  <a:pt x="14908" y="6236"/>
                </a:cubicBezTo>
                <a:cubicBezTo>
                  <a:pt x="14908" y="6251"/>
                  <a:pt x="14908" y="6266"/>
                  <a:pt x="14923" y="6295"/>
                </a:cubicBezTo>
                <a:cubicBezTo>
                  <a:pt x="12274" y="4676"/>
                  <a:pt x="8962" y="3882"/>
                  <a:pt x="5636" y="3308"/>
                </a:cubicBezTo>
                <a:lnTo>
                  <a:pt x="5607" y="3381"/>
                </a:lnTo>
                <a:cubicBezTo>
                  <a:pt x="8948" y="3970"/>
                  <a:pt x="12274" y="4765"/>
                  <a:pt x="14923" y="6398"/>
                </a:cubicBezTo>
                <a:cubicBezTo>
                  <a:pt x="15129" y="7737"/>
                  <a:pt x="15129" y="9136"/>
                  <a:pt x="15129" y="10504"/>
                </a:cubicBezTo>
                <a:cubicBezTo>
                  <a:pt x="15129" y="11019"/>
                  <a:pt x="15129" y="11564"/>
                  <a:pt x="15143" y="12079"/>
                </a:cubicBezTo>
                <a:cubicBezTo>
                  <a:pt x="15173" y="13668"/>
                  <a:pt x="15364" y="15022"/>
                  <a:pt x="15702" y="16199"/>
                </a:cubicBezTo>
                <a:cubicBezTo>
                  <a:pt x="15747" y="16376"/>
                  <a:pt x="15776" y="16523"/>
                  <a:pt x="15820" y="16670"/>
                </a:cubicBezTo>
                <a:cubicBezTo>
                  <a:pt x="15850" y="16862"/>
                  <a:pt x="15909" y="17068"/>
                  <a:pt x="15967" y="17274"/>
                </a:cubicBezTo>
                <a:cubicBezTo>
                  <a:pt x="15982" y="17377"/>
                  <a:pt x="15997" y="17480"/>
                  <a:pt x="16041" y="17583"/>
                </a:cubicBezTo>
                <a:lnTo>
                  <a:pt x="16100" y="17921"/>
                </a:lnTo>
                <a:cubicBezTo>
                  <a:pt x="16115" y="18113"/>
                  <a:pt x="16144" y="18319"/>
                  <a:pt x="16188" y="18525"/>
                </a:cubicBezTo>
                <a:cubicBezTo>
                  <a:pt x="16203" y="18657"/>
                  <a:pt x="16218" y="18775"/>
                  <a:pt x="16247" y="18893"/>
                </a:cubicBezTo>
                <a:lnTo>
                  <a:pt x="16291" y="19393"/>
                </a:lnTo>
                <a:cubicBezTo>
                  <a:pt x="16291" y="19496"/>
                  <a:pt x="16321" y="19614"/>
                  <a:pt x="16321" y="19731"/>
                </a:cubicBezTo>
                <a:cubicBezTo>
                  <a:pt x="16321" y="19908"/>
                  <a:pt x="16335" y="20085"/>
                  <a:pt x="16335" y="20246"/>
                </a:cubicBezTo>
                <a:lnTo>
                  <a:pt x="16335" y="20688"/>
                </a:lnTo>
                <a:cubicBezTo>
                  <a:pt x="16335" y="20850"/>
                  <a:pt x="16321" y="21012"/>
                  <a:pt x="16321" y="21159"/>
                </a:cubicBezTo>
                <a:cubicBezTo>
                  <a:pt x="16291" y="21306"/>
                  <a:pt x="16291" y="21424"/>
                  <a:pt x="16291" y="21586"/>
                </a:cubicBezTo>
                <a:cubicBezTo>
                  <a:pt x="16276" y="21733"/>
                  <a:pt x="16262" y="21880"/>
                  <a:pt x="16262" y="22027"/>
                </a:cubicBezTo>
                <a:lnTo>
                  <a:pt x="16203" y="22469"/>
                </a:lnTo>
                <a:cubicBezTo>
                  <a:pt x="16173" y="22616"/>
                  <a:pt x="16144" y="22763"/>
                  <a:pt x="16129" y="22910"/>
                </a:cubicBezTo>
                <a:cubicBezTo>
                  <a:pt x="16100" y="23057"/>
                  <a:pt x="16056" y="23204"/>
                  <a:pt x="16041" y="23352"/>
                </a:cubicBezTo>
                <a:lnTo>
                  <a:pt x="15923" y="23793"/>
                </a:lnTo>
                <a:cubicBezTo>
                  <a:pt x="15894" y="23940"/>
                  <a:pt x="15835" y="24087"/>
                  <a:pt x="15806" y="24205"/>
                </a:cubicBezTo>
                <a:cubicBezTo>
                  <a:pt x="15747" y="24352"/>
                  <a:pt x="15702" y="24499"/>
                  <a:pt x="15658" y="24647"/>
                </a:cubicBezTo>
                <a:lnTo>
                  <a:pt x="15482" y="25088"/>
                </a:lnTo>
                <a:lnTo>
                  <a:pt x="15379" y="25368"/>
                </a:lnTo>
                <a:cubicBezTo>
                  <a:pt x="14201" y="28385"/>
                  <a:pt x="14746" y="31961"/>
                  <a:pt x="16762" y="34477"/>
                </a:cubicBezTo>
                <a:cubicBezTo>
                  <a:pt x="17866" y="35860"/>
                  <a:pt x="19367" y="36905"/>
                  <a:pt x="20809" y="37921"/>
                </a:cubicBezTo>
                <a:cubicBezTo>
                  <a:pt x="22089" y="38818"/>
                  <a:pt x="23414" y="39731"/>
                  <a:pt x="24488" y="40908"/>
                </a:cubicBezTo>
                <a:cubicBezTo>
                  <a:pt x="24459" y="40952"/>
                  <a:pt x="24429" y="40967"/>
                  <a:pt x="24415" y="41011"/>
                </a:cubicBezTo>
                <a:cubicBezTo>
                  <a:pt x="23679" y="41821"/>
                  <a:pt x="22884" y="42601"/>
                  <a:pt x="22104" y="43366"/>
                </a:cubicBezTo>
                <a:cubicBezTo>
                  <a:pt x="21133" y="44337"/>
                  <a:pt x="20117" y="45323"/>
                  <a:pt x="19205" y="46397"/>
                </a:cubicBezTo>
                <a:cubicBezTo>
                  <a:pt x="19087" y="46530"/>
                  <a:pt x="18984" y="46648"/>
                  <a:pt x="18867" y="46795"/>
                </a:cubicBezTo>
                <a:lnTo>
                  <a:pt x="18778" y="46898"/>
                </a:lnTo>
                <a:cubicBezTo>
                  <a:pt x="18616" y="47074"/>
                  <a:pt x="18469" y="47266"/>
                  <a:pt x="18322" y="47442"/>
                </a:cubicBezTo>
                <a:cubicBezTo>
                  <a:pt x="18131" y="47648"/>
                  <a:pt x="17954" y="47869"/>
                  <a:pt x="17763" y="48075"/>
                </a:cubicBezTo>
                <a:cubicBezTo>
                  <a:pt x="17586" y="48252"/>
                  <a:pt x="17424" y="48472"/>
                  <a:pt x="17233" y="48693"/>
                </a:cubicBezTo>
                <a:cubicBezTo>
                  <a:pt x="17056" y="48870"/>
                  <a:pt x="16880" y="49090"/>
                  <a:pt x="16703" y="49297"/>
                </a:cubicBezTo>
                <a:cubicBezTo>
                  <a:pt x="16512" y="49503"/>
                  <a:pt x="16321" y="49723"/>
                  <a:pt x="16144" y="49929"/>
                </a:cubicBezTo>
                <a:cubicBezTo>
                  <a:pt x="15967" y="50106"/>
                  <a:pt x="15806" y="50312"/>
                  <a:pt x="15629" y="50503"/>
                </a:cubicBezTo>
                <a:cubicBezTo>
                  <a:pt x="15452" y="50695"/>
                  <a:pt x="15290" y="50886"/>
                  <a:pt x="15114" y="51077"/>
                </a:cubicBezTo>
                <a:lnTo>
                  <a:pt x="14569" y="51695"/>
                </a:lnTo>
                <a:lnTo>
                  <a:pt x="14069" y="52240"/>
                </a:lnTo>
                <a:cubicBezTo>
                  <a:pt x="13848" y="52461"/>
                  <a:pt x="13642" y="52681"/>
                  <a:pt x="13466" y="52902"/>
                </a:cubicBezTo>
                <a:cubicBezTo>
                  <a:pt x="13274" y="53093"/>
                  <a:pt x="13112" y="53270"/>
                  <a:pt x="12951" y="53461"/>
                </a:cubicBezTo>
                <a:cubicBezTo>
                  <a:pt x="12730" y="53682"/>
                  <a:pt x="12524" y="53903"/>
                  <a:pt x="12318" y="54123"/>
                </a:cubicBezTo>
                <a:cubicBezTo>
                  <a:pt x="12141" y="54300"/>
                  <a:pt x="11979" y="54477"/>
                  <a:pt x="11832" y="54639"/>
                </a:cubicBezTo>
                <a:cubicBezTo>
                  <a:pt x="11611" y="54845"/>
                  <a:pt x="11391" y="55065"/>
                  <a:pt x="11185" y="55301"/>
                </a:cubicBezTo>
                <a:cubicBezTo>
                  <a:pt x="10978" y="55507"/>
                  <a:pt x="10772" y="55683"/>
                  <a:pt x="10581" y="55904"/>
                </a:cubicBezTo>
                <a:cubicBezTo>
                  <a:pt x="10360" y="56095"/>
                  <a:pt x="10154" y="56287"/>
                  <a:pt x="9963" y="56478"/>
                </a:cubicBezTo>
                <a:cubicBezTo>
                  <a:pt x="9742" y="56655"/>
                  <a:pt x="9551" y="56846"/>
                  <a:pt x="9345" y="57052"/>
                </a:cubicBezTo>
                <a:cubicBezTo>
                  <a:pt x="9124" y="57229"/>
                  <a:pt x="8903" y="57420"/>
                  <a:pt x="8697" y="57597"/>
                </a:cubicBezTo>
                <a:cubicBezTo>
                  <a:pt x="8477" y="57758"/>
                  <a:pt x="8256" y="57935"/>
                  <a:pt x="8050" y="58112"/>
                </a:cubicBezTo>
                <a:cubicBezTo>
                  <a:pt x="7829" y="58259"/>
                  <a:pt x="7608" y="58421"/>
                  <a:pt x="7417" y="58597"/>
                </a:cubicBezTo>
                <a:cubicBezTo>
                  <a:pt x="7123" y="58774"/>
                  <a:pt x="6828" y="58980"/>
                  <a:pt x="6549" y="59201"/>
                </a:cubicBezTo>
                <a:cubicBezTo>
                  <a:pt x="5445" y="60098"/>
                  <a:pt x="4562" y="61143"/>
                  <a:pt x="3959" y="62276"/>
                </a:cubicBezTo>
                <a:cubicBezTo>
                  <a:pt x="3252" y="63557"/>
                  <a:pt x="2973" y="64866"/>
                  <a:pt x="3149" y="66147"/>
                </a:cubicBezTo>
                <a:cubicBezTo>
                  <a:pt x="3370" y="67957"/>
                  <a:pt x="4430" y="69502"/>
                  <a:pt x="5445" y="70988"/>
                </a:cubicBezTo>
                <a:cubicBezTo>
                  <a:pt x="6255" y="72166"/>
                  <a:pt x="7079" y="73358"/>
                  <a:pt x="7505" y="74712"/>
                </a:cubicBezTo>
                <a:cubicBezTo>
                  <a:pt x="7005" y="74888"/>
                  <a:pt x="6505" y="75109"/>
                  <a:pt x="6048" y="75374"/>
                </a:cubicBezTo>
                <a:cubicBezTo>
                  <a:pt x="3149" y="76949"/>
                  <a:pt x="1133" y="80098"/>
                  <a:pt x="957" y="83409"/>
                </a:cubicBezTo>
                <a:cubicBezTo>
                  <a:pt x="957" y="83483"/>
                  <a:pt x="957" y="83556"/>
                  <a:pt x="942" y="83615"/>
                </a:cubicBezTo>
                <a:lnTo>
                  <a:pt x="942" y="83718"/>
                </a:lnTo>
                <a:cubicBezTo>
                  <a:pt x="942" y="83792"/>
                  <a:pt x="942" y="83880"/>
                  <a:pt x="912" y="83954"/>
                </a:cubicBezTo>
                <a:lnTo>
                  <a:pt x="912" y="84027"/>
                </a:lnTo>
                <a:cubicBezTo>
                  <a:pt x="912" y="84130"/>
                  <a:pt x="898" y="84233"/>
                  <a:pt x="898" y="84321"/>
                </a:cubicBezTo>
                <a:lnTo>
                  <a:pt x="898" y="84351"/>
                </a:lnTo>
                <a:cubicBezTo>
                  <a:pt x="883" y="84469"/>
                  <a:pt x="883" y="84601"/>
                  <a:pt x="883" y="84734"/>
                </a:cubicBezTo>
                <a:cubicBezTo>
                  <a:pt x="868" y="84837"/>
                  <a:pt x="868" y="84969"/>
                  <a:pt x="868" y="85087"/>
                </a:cubicBezTo>
                <a:cubicBezTo>
                  <a:pt x="839" y="85204"/>
                  <a:pt x="839" y="85352"/>
                  <a:pt x="839" y="85484"/>
                </a:cubicBezTo>
                <a:cubicBezTo>
                  <a:pt x="824" y="85602"/>
                  <a:pt x="824" y="85705"/>
                  <a:pt x="824" y="85823"/>
                </a:cubicBezTo>
                <a:cubicBezTo>
                  <a:pt x="809" y="85940"/>
                  <a:pt x="809" y="86073"/>
                  <a:pt x="809" y="86205"/>
                </a:cubicBezTo>
                <a:cubicBezTo>
                  <a:pt x="795" y="86308"/>
                  <a:pt x="795" y="86441"/>
                  <a:pt x="795" y="86558"/>
                </a:cubicBezTo>
                <a:cubicBezTo>
                  <a:pt x="780" y="86676"/>
                  <a:pt x="780" y="86809"/>
                  <a:pt x="751" y="86956"/>
                </a:cubicBezTo>
                <a:cubicBezTo>
                  <a:pt x="736" y="87088"/>
                  <a:pt x="736" y="87221"/>
                  <a:pt x="721" y="87324"/>
                </a:cubicBezTo>
                <a:cubicBezTo>
                  <a:pt x="706" y="87456"/>
                  <a:pt x="706" y="87559"/>
                  <a:pt x="677" y="87692"/>
                </a:cubicBezTo>
                <a:cubicBezTo>
                  <a:pt x="662" y="87809"/>
                  <a:pt x="662" y="87912"/>
                  <a:pt x="648" y="88045"/>
                </a:cubicBezTo>
                <a:cubicBezTo>
                  <a:pt x="633" y="88192"/>
                  <a:pt x="603" y="88324"/>
                  <a:pt x="603" y="88472"/>
                </a:cubicBezTo>
                <a:cubicBezTo>
                  <a:pt x="589" y="88589"/>
                  <a:pt x="589" y="88707"/>
                  <a:pt x="574" y="88839"/>
                </a:cubicBezTo>
                <a:cubicBezTo>
                  <a:pt x="545" y="88942"/>
                  <a:pt x="545" y="89075"/>
                  <a:pt x="530" y="89178"/>
                </a:cubicBezTo>
                <a:cubicBezTo>
                  <a:pt x="515" y="89310"/>
                  <a:pt x="515" y="89428"/>
                  <a:pt x="500" y="89546"/>
                </a:cubicBezTo>
                <a:cubicBezTo>
                  <a:pt x="471" y="89693"/>
                  <a:pt x="456" y="89840"/>
                  <a:pt x="456" y="89987"/>
                </a:cubicBezTo>
                <a:cubicBezTo>
                  <a:pt x="441" y="90105"/>
                  <a:pt x="441" y="90193"/>
                  <a:pt x="427" y="90311"/>
                </a:cubicBezTo>
                <a:cubicBezTo>
                  <a:pt x="397" y="90414"/>
                  <a:pt x="397" y="90502"/>
                  <a:pt x="383" y="90620"/>
                </a:cubicBezTo>
                <a:cubicBezTo>
                  <a:pt x="368" y="90753"/>
                  <a:pt x="353" y="90900"/>
                  <a:pt x="353" y="91017"/>
                </a:cubicBezTo>
                <a:cubicBezTo>
                  <a:pt x="0" y="93490"/>
                  <a:pt x="986" y="96271"/>
                  <a:pt x="3326" y="97051"/>
                </a:cubicBezTo>
                <a:lnTo>
                  <a:pt x="3341" y="96978"/>
                </a:lnTo>
                <a:cubicBezTo>
                  <a:pt x="1486" y="96359"/>
                  <a:pt x="515" y="94461"/>
                  <a:pt x="383" y="92460"/>
                </a:cubicBezTo>
                <a:lnTo>
                  <a:pt x="383" y="92460"/>
                </a:lnTo>
                <a:cubicBezTo>
                  <a:pt x="441" y="92989"/>
                  <a:pt x="574" y="93519"/>
                  <a:pt x="751" y="94020"/>
                </a:cubicBezTo>
                <a:cubicBezTo>
                  <a:pt x="1280" y="95477"/>
                  <a:pt x="2266" y="96536"/>
                  <a:pt x="3517" y="97007"/>
                </a:cubicBezTo>
                <a:lnTo>
                  <a:pt x="3547" y="96933"/>
                </a:lnTo>
                <a:cubicBezTo>
                  <a:pt x="1692" y="96212"/>
                  <a:pt x="662" y="94255"/>
                  <a:pt x="471" y="92254"/>
                </a:cubicBezTo>
                <a:lnTo>
                  <a:pt x="471" y="92254"/>
                </a:lnTo>
                <a:cubicBezTo>
                  <a:pt x="751" y="94240"/>
                  <a:pt x="1795" y="96153"/>
                  <a:pt x="3694" y="96963"/>
                </a:cubicBezTo>
                <a:lnTo>
                  <a:pt x="3738" y="96889"/>
                </a:lnTo>
                <a:cubicBezTo>
                  <a:pt x="1751" y="96050"/>
                  <a:pt x="692" y="93961"/>
                  <a:pt x="515" y="91871"/>
                </a:cubicBezTo>
                <a:lnTo>
                  <a:pt x="515" y="91871"/>
                </a:lnTo>
                <a:cubicBezTo>
                  <a:pt x="589" y="92474"/>
                  <a:pt x="751" y="93063"/>
                  <a:pt x="971" y="93637"/>
                </a:cubicBezTo>
                <a:cubicBezTo>
                  <a:pt x="1560" y="95138"/>
                  <a:pt x="2605" y="96301"/>
                  <a:pt x="3885" y="96904"/>
                </a:cubicBezTo>
                <a:lnTo>
                  <a:pt x="3915" y="96830"/>
                </a:lnTo>
                <a:cubicBezTo>
                  <a:pt x="2060" y="95977"/>
                  <a:pt x="809" y="93872"/>
                  <a:pt x="574" y="91606"/>
                </a:cubicBezTo>
                <a:lnTo>
                  <a:pt x="574" y="91606"/>
                </a:lnTo>
                <a:cubicBezTo>
                  <a:pt x="898" y="93843"/>
                  <a:pt x="2193" y="95903"/>
                  <a:pt x="4062" y="96860"/>
                </a:cubicBezTo>
                <a:lnTo>
                  <a:pt x="4106" y="96786"/>
                </a:lnTo>
                <a:cubicBezTo>
                  <a:pt x="2119" y="95771"/>
                  <a:pt x="809" y="93505"/>
                  <a:pt x="589" y="91120"/>
                </a:cubicBezTo>
                <a:lnTo>
                  <a:pt x="589" y="91120"/>
                </a:lnTo>
                <a:cubicBezTo>
                  <a:pt x="677" y="91827"/>
                  <a:pt x="883" y="92548"/>
                  <a:pt x="1163" y="93225"/>
                </a:cubicBezTo>
                <a:cubicBezTo>
                  <a:pt x="1825" y="94800"/>
                  <a:pt x="2899" y="96050"/>
                  <a:pt x="4224" y="96786"/>
                </a:cubicBezTo>
                <a:lnTo>
                  <a:pt x="4268" y="96713"/>
                </a:lnTo>
                <a:cubicBezTo>
                  <a:pt x="2281" y="95609"/>
                  <a:pt x="912" y="93328"/>
                  <a:pt x="648" y="90929"/>
                </a:cubicBezTo>
                <a:lnTo>
                  <a:pt x="648" y="90929"/>
                </a:lnTo>
                <a:cubicBezTo>
                  <a:pt x="1015" y="93298"/>
                  <a:pt x="2384" y="95535"/>
                  <a:pt x="4400" y="96727"/>
                </a:cubicBezTo>
                <a:lnTo>
                  <a:pt x="4430" y="96654"/>
                </a:lnTo>
                <a:cubicBezTo>
                  <a:pt x="2355" y="95418"/>
                  <a:pt x="957" y="93034"/>
                  <a:pt x="677" y="90561"/>
                </a:cubicBezTo>
                <a:lnTo>
                  <a:pt x="677" y="90561"/>
                </a:lnTo>
                <a:cubicBezTo>
                  <a:pt x="1060" y="93004"/>
                  <a:pt x="2487" y="95329"/>
                  <a:pt x="4577" y="96669"/>
                </a:cubicBezTo>
                <a:lnTo>
                  <a:pt x="4621" y="96595"/>
                </a:lnTo>
                <a:cubicBezTo>
                  <a:pt x="2443" y="95197"/>
                  <a:pt x="986" y="92739"/>
                  <a:pt x="721" y="90179"/>
                </a:cubicBezTo>
                <a:lnTo>
                  <a:pt x="721" y="90179"/>
                </a:lnTo>
                <a:cubicBezTo>
                  <a:pt x="839" y="91003"/>
                  <a:pt x="1089" y="91812"/>
                  <a:pt x="1457" y="92622"/>
                </a:cubicBezTo>
                <a:cubicBezTo>
                  <a:pt x="2193" y="94240"/>
                  <a:pt x="3370" y="95653"/>
                  <a:pt x="4768" y="96610"/>
                </a:cubicBezTo>
                <a:lnTo>
                  <a:pt x="4798" y="96536"/>
                </a:lnTo>
                <a:cubicBezTo>
                  <a:pt x="2575" y="95035"/>
                  <a:pt x="1089" y="92460"/>
                  <a:pt x="765" y="89870"/>
                </a:cubicBezTo>
                <a:lnTo>
                  <a:pt x="765" y="89870"/>
                </a:lnTo>
                <a:cubicBezTo>
                  <a:pt x="1177" y="92415"/>
                  <a:pt x="2708" y="94947"/>
                  <a:pt x="4930" y="96536"/>
                </a:cubicBezTo>
                <a:lnTo>
                  <a:pt x="4989" y="96463"/>
                </a:lnTo>
                <a:cubicBezTo>
                  <a:pt x="2708" y="94829"/>
                  <a:pt x="1177" y="92224"/>
                  <a:pt x="809" y="89605"/>
                </a:cubicBezTo>
                <a:lnTo>
                  <a:pt x="809" y="89605"/>
                </a:lnTo>
                <a:cubicBezTo>
                  <a:pt x="1251" y="92195"/>
                  <a:pt x="2796" y="94755"/>
                  <a:pt x="5092" y="96492"/>
                </a:cubicBezTo>
                <a:lnTo>
                  <a:pt x="5151" y="96433"/>
                </a:lnTo>
                <a:cubicBezTo>
                  <a:pt x="2811" y="94667"/>
                  <a:pt x="1266" y="92077"/>
                  <a:pt x="868" y="89458"/>
                </a:cubicBezTo>
                <a:lnTo>
                  <a:pt x="868" y="89443"/>
                </a:lnTo>
                <a:cubicBezTo>
                  <a:pt x="1030" y="90311"/>
                  <a:pt x="1324" y="91165"/>
                  <a:pt x="1722" y="92033"/>
                </a:cubicBezTo>
                <a:cubicBezTo>
                  <a:pt x="2531" y="93711"/>
                  <a:pt x="3782" y="95270"/>
                  <a:pt x="5254" y="96448"/>
                </a:cubicBezTo>
                <a:lnTo>
                  <a:pt x="5313" y="96389"/>
                </a:lnTo>
                <a:cubicBezTo>
                  <a:pt x="2943" y="94520"/>
                  <a:pt x="1383" y="91930"/>
                  <a:pt x="912" y="89310"/>
                </a:cubicBezTo>
                <a:cubicBezTo>
                  <a:pt x="912" y="89296"/>
                  <a:pt x="912" y="89296"/>
                  <a:pt x="942" y="89281"/>
                </a:cubicBezTo>
                <a:cubicBezTo>
                  <a:pt x="1118" y="90134"/>
                  <a:pt x="1413" y="91003"/>
                  <a:pt x="1840" y="91856"/>
                </a:cubicBezTo>
                <a:cubicBezTo>
                  <a:pt x="2664" y="93563"/>
                  <a:pt x="3915" y="95138"/>
                  <a:pt x="5460" y="96418"/>
                </a:cubicBezTo>
                <a:lnTo>
                  <a:pt x="5519" y="96359"/>
                </a:lnTo>
                <a:cubicBezTo>
                  <a:pt x="3149" y="94387"/>
                  <a:pt x="1531" y="91739"/>
                  <a:pt x="1015" y="89148"/>
                </a:cubicBezTo>
                <a:cubicBezTo>
                  <a:pt x="1015" y="89148"/>
                  <a:pt x="1015" y="89134"/>
                  <a:pt x="1030" y="89134"/>
                </a:cubicBezTo>
                <a:cubicBezTo>
                  <a:pt x="1236" y="89973"/>
                  <a:pt x="1531" y="90841"/>
                  <a:pt x="1943" y="91680"/>
                </a:cubicBezTo>
                <a:cubicBezTo>
                  <a:pt x="2796" y="93401"/>
                  <a:pt x="4076" y="95035"/>
                  <a:pt x="5651" y="96374"/>
                </a:cubicBezTo>
                <a:lnTo>
                  <a:pt x="5695" y="96315"/>
                </a:lnTo>
                <a:cubicBezTo>
                  <a:pt x="3709" y="94594"/>
                  <a:pt x="1722" y="91959"/>
                  <a:pt x="1089" y="89016"/>
                </a:cubicBezTo>
                <a:cubicBezTo>
                  <a:pt x="1089" y="89001"/>
                  <a:pt x="1104" y="89001"/>
                  <a:pt x="1104" y="88987"/>
                </a:cubicBezTo>
                <a:cubicBezTo>
                  <a:pt x="1310" y="89811"/>
                  <a:pt x="1619" y="90650"/>
                  <a:pt x="2060" y="91503"/>
                </a:cubicBezTo>
                <a:cubicBezTo>
                  <a:pt x="2929" y="93225"/>
                  <a:pt x="4224" y="94903"/>
                  <a:pt x="5828" y="96345"/>
                </a:cubicBezTo>
                <a:lnTo>
                  <a:pt x="5887" y="96286"/>
                </a:lnTo>
                <a:cubicBezTo>
                  <a:pt x="3414" y="94064"/>
                  <a:pt x="1781" y="91430"/>
                  <a:pt x="1177" y="88854"/>
                </a:cubicBezTo>
                <a:cubicBezTo>
                  <a:pt x="1177" y="88839"/>
                  <a:pt x="1192" y="88810"/>
                  <a:pt x="1192" y="88810"/>
                </a:cubicBezTo>
                <a:cubicBezTo>
                  <a:pt x="1869" y="91371"/>
                  <a:pt x="3532" y="93990"/>
                  <a:pt x="6019" y="96301"/>
                </a:cubicBezTo>
                <a:lnTo>
                  <a:pt x="6063" y="96242"/>
                </a:lnTo>
                <a:cubicBezTo>
                  <a:pt x="3561" y="93887"/>
                  <a:pt x="1913" y="91282"/>
                  <a:pt x="1251" y="88707"/>
                </a:cubicBezTo>
                <a:cubicBezTo>
                  <a:pt x="1251" y="88692"/>
                  <a:pt x="1266" y="88663"/>
                  <a:pt x="1266" y="88648"/>
                </a:cubicBezTo>
                <a:cubicBezTo>
                  <a:pt x="2207" y="91945"/>
                  <a:pt x="4577" y="94682"/>
                  <a:pt x="6181" y="96242"/>
                </a:cubicBezTo>
                <a:lnTo>
                  <a:pt x="6240" y="96198"/>
                </a:lnTo>
                <a:cubicBezTo>
                  <a:pt x="4621" y="94623"/>
                  <a:pt x="2222" y="91856"/>
                  <a:pt x="1324" y="88545"/>
                </a:cubicBezTo>
                <a:cubicBezTo>
                  <a:pt x="1324" y="88516"/>
                  <a:pt x="1339" y="88501"/>
                  <a:pt x="1339" y="88486"/>
                </a:cubicBezTo>
                <a:cubicBezTo>
                  <a:pt x="1575" y="89296"/>
                  <a:pt x="1913" y="90105"/>
                  <a:pt x="2355" y="90929"/>
                </a:cubicBezTo>
                <a:cubicBezTo>
                  <a:pt x="3267" y="92680"/>
                  <a:pt x="4621" y="94446"/>
                  <a:pt x="6358" y="96198"/>
                </a:cubicBezTo>
                <a:lnTo>
                  <a:pt x="6416" y="96139"/>
                </a:lnTo>
                <a:cubicBezTo>
                  <a:pt x="4474" y="94181"/>
                  <a:pt x="2310" y="91459"/>
                  <a:pt x="1413" y="88368"/>
                </a:cubicBezTo>
                <a:cubicBezTo>
                  <a:pt x="1413" y="88354"/>
                  <a:pt x="1428" y="88339"/>
                  <a:pt x="1428" y="88339"/>
                </a:cubicBezTo>
                <a:cubicBezTo>
                  <a:pt x="2222" y="90826"/>
                  <a:pt x="3900" y="93416"/>
                  <a:pt x="6549" y="96153"/>
                </a:cubicBezTo>
                <a:lnTo>
                  <a:pt x="6608" y="96095"/>
                </a:lnTo>
                <a:cubicBezTo>
                  <a:pt x="3959" y="93343"/>
                  <a:pt x="2266" y="90753"/>
                  <a:pt x="1486" y="88251"/>
                </a:cubicBezTo>
                <a:cubicBezTo>
                  <a:pt x="1501" y="88221"/>
                  <a:pt x="1501" y="88192"/>
                  <a:pt x="1531" y="88177"/>
                </a:cubicBezTo>
                <a:cubicBezTo>
                  <a:pt x="2575" y="91356"/>
                  <a:pt x="4856" y="94093"/>
                  <a:pt x="6711" y="96095"/>
                </a:cubicBezTo>
                <a:lnTo>
                  <a:pt x="6770" y="96050"/>
                </a:lnTo>
                <a:cubicBezTo>
                  <a:pt x="4886" y="94034"/>
                  <a:pt x="2590" y="91268"/>
                  <a:pt x="1575" y="88074"/>
                </a:cubicBezTo>
                <a:cubicBezTo>
                  <a:pt x="1604" y="88059"/>
                  <a:pt x="1604" y="88030"/>
                  <a:pt x="1619" y="88001"/>
                </a:cubicBezTo>
                <a:cubicBezTo>
                  <a:pt x="2678" y="91076"/>
                  <a:pt x="4871" y="93843"/>
                  <a:pt x="6902" y="96050"/>
                </a:cubicBezTo>
                <a:lnTo>
                  <a:pt x="6946" y="95992"/>
                </a:lnTo>
                <a:cubicBezTo>
                  <a:pt x="4930" y="93769"/>
                  <a:pt x="2723" y="90988"/>
                  <a:pt x="1678" y="87898"/>
                </a:cubicBezTo>
                <a:cubicBezTo>
                  <a:pt x="1692" y="87883"/>
                  <a:pt x="1692" y="87853"/>
                  <a:pt x="1707" y="87839"/>
                </a:cubicBezTo>
                <a:cubicBezTo>
                  <a:pt x="2752" y="90767"/>
                  <a:pt x="4856" y="93446"/>
                  <a:pt x="7079" y="95992"/>
                </a:cubicBezTo>
                <a:lnTo>
                  <a:pt x="7137" y="95933"/>
                </a:lnTo>
                <a:cubicBezTo>
                  <a:pt x="4915" y="93401"/>
                  <a:pt x="2796" y="90694"/>
                  <a:pt x="1766" y="87750"/>
                </a:cubicBezTo>
                <a:cubicBezTo>
                  <a:pt x="2458" y="86573"/>
                  <a:pt x="3326" y="85484"/>
                  <a:pt x="4179" y="84439"/>
                </a:cubicBezTo>
                <a:cubicBezTo>
                  <a:pt x="4503" y="84027"/>
                  <a:pt x="4842" y="83615"/>
                  <a:pt x="5151" y="83188"/>
                </a:cubicBezTo>
                <a:cubicBezTo>
                  <a:pt x="6107" y="81937"/>
                  <a:pt x="6828" y="80745"/>
                  <a:pt x="7285" y="79612"/>
                </a:cubicBezTo>
                <a:cubicBezTo>
                  <a:pt x="7358" y="79465"/>
                  <a:pt x="7417" y="79318"/>
                  <a:pt x="7491" y="79171"/>
                </a:cubicBezTo>
                <a:cubicBezTo>
                  <a:pt x="7579" y="78994"/>
                  <a:pt x="7667" y="78788"/>
                  <a:pt x="7756" y="78612"/>
                </a:cubicBezTo>
                <a:cubicBezTo>
                  <a:pt x="7814" y="78509"/>
                  <a:pt x="7859" y="78420"/>
                  <a:pt x="7903" y="78317"/>
                </a:cubicBezTo>
                <a:cubicBezTo>
                  <a:pt x="7962" y="78214"/>
                  <a:pt x="8020" y="78111"/>
                  <a:pt x="8079" y="78023"/>
                </a:cubicBezTo>
                <a:cubicBezTo>
                  <a:pt x="8182" y="77832"/>
                  <a:pt x="8271" y="77670"/>
                  <a:pt x="8374" y="77478"/>
                </a:cubicBezTo>
                <a:cubicBezTo>
                  <a:pt x="8447" y="77375"/>
                  <a:pt x="8491" y="77258"/>
                  <a:pt x="8565" y="77155"/>
                </a:cubicBezTo>
                <a:cubicBezTo>
                  <a:pt x="8668" y="77007"/>
                  <a:pt x="8756" y="76875"/>
                  <a:pt x="8845" y="76728"/>
                </a:cubicBezTo>
                <a:cubicBezTo>
                  <a:pt x="8918" y="76640"/>
                  <a:pt x="8977" y="76551"/>
                  <a:pt x="9051" y="76448"/>
                </a:cubicBezTo>
                <a:cubicBezTo>
                  <a:pt x="9154" y="76331"/>
                  <a:pt x="9257" y="76183"/>
                  <a:pt x="9345" y="76051"/>
                </a:cubicBezTo>
                <a:cubicBezTo>
                  <a:pt x="9433" y="75933"/>
                  <a:pt x="9522" y="75815"/>
                  <a:pt x="9625" y="75698"/>
                </a:cubicBezTo>
                <a:lnTo>
                  <a:pt x="9889" y="75374"/>
                </a:lnTo>
                <a:cubicBezTo>
                  <a:pt x="10007" y="75256"/>
                  <a:pt x="10096" y="75153"/>
                  <a:pt x="10184" y="75035"/>
                </a:cubicBezTo>
                <a:lnTo>
                  <a:pt x="10508" y="74726"/>
                </a:lnTo>
                <a:cubicBezTo>
                  <a:pt x="10611" y="74638"/>
                  <a:pt x="10728" y="74520"/>
                  <a:pt x="10817" y="74417"/>
                </a:cubicBezTo>
                <a:cubicBezTo>
                  <a:pt x="10920" y="74314"/>
                  <a:pt x="11052" y="74211"/>
                  <a:pt x="11170" y="74123"/>
                </a:cubicBezTo>
                <a:cubicBezTo>
                  <a:pt x="11288" y="74020"/>
                  <a:pt x="11405" y="73932"/>
                  <a:pt x="11508" y="73829"/>
                </a:cubicBezTo>
                <a:cubicBezTo>
                  <a:pt x="11641" y="73726"/>
                  <a:pt x="11758" y="73637"/>
                  <a:pt x="11861" y="73549"/>
                </a:cubicBezTo>
                <a:cubicBezTo>
                  <a:pt x="11994" y="73461"/>
                  <a:pt x="12097" y="73387"/>
                  <a:pt x="12229" y="73284"/>
                </a:cubicBezTo>
                <a:cubicBezTo>
                  <a:pt x="12362" y="73211"/>
                  <a:pt x="12494" y="73122"/>
                  <a:pt x="12612" y="73034"/>
                </a:cubicBezTo>
                <a:cubicBezTo>
                  <a:pt x="12744" y="72960"/>
                  <a:pt x="12892" y="72872"/>
                  <a:pt x="13024" y="72799"/>
                </a:cubicBezTo>
                <a:cubicBezTo>
                  <a:pt x="13112" y="72740"/>
                  <a:pt x="13201" y="72696"/>
                  <a:pt x="13304" y="72651"/>
                </a:cubicBezTo>
                <a:cubicBezTo>
                  <a:pt x="16100" y="71047"/>
                  <a:pt x="17910" y="67898"/>
                  <a:pt x="17939" y="64675"/>
                </a:cubicBezTo>
                <a:cubicBezTo>
                  <a:pt x="17939" y="62894"/>
                  <a:pt x="17424" y="61143"/>
                  <a:pt x="16924" y="59480"/>
                </a:cubicBezTo>
                <a:cubicBezTo>
                  <a:pt x="16482" y="57964"/>
                  <a:pt x="16026" y="56405"/>
                  <a:pt x="15953" y="54845"/>
                </a:cubicBezTo>
                <a:cubicBezTo>
                  <a:pt x="16836" y="54668"/>
                  <a:pt x="17689" y="54565"/>
                  <a:pt x="18499" y="54477"/>
                </a:cubicBezTo>
                <a:cubicBezTo>
                  <a:pt x="21324" y="54123"/>
                  <a:pt x="23752" y="53829"/>
                  <a:pt x="25327" y="51725"/>
                </a:cubicBezTo>
                <a:cubicBezTo>
                  <a:pt x="26210" y="50577"/>
                  <a:pt x="26813" y="49414"/>
                  <a:pt x="27167" y="48237"/>
                </a:cubicBezTo>
                <a:cubicBezTo>
                  <a:pt x="27167" y="48193"/>
                  <a:pt x="27167" y="48178"/>
                  <a:pt x="27181" y="48163"/>
                </a:cubicBezTo>
                <a:cubicBezTo>
                  <a:pt x="27211" y="48105"/>
                  <a:pt x="27225" y="48031"/>
                  <a:pt x="27240" y="47972"/>
                </a:cubicBezTo>
                <a:cubicBezTo>
                  <a:pt x="27240" y="47957"/>
                  <a:pt x="27255" y="47957"/>
                  <a:pt x="27255" y="47943"/>
                </a:cubicBezTo>
                <a:cubicBezTo>
                  <a:pt x="27314" y="47737"/>
                  <a:pt x="27358" y="47516"/>
                  <a:pt x="27387" y="47310"/>
                </a:cubicBezTo>
                <a:cubicBezTo>
                  <a:pt x="27432" y="47045"/>
                  <a:pt x="27432" y="46780"/>
                  <a:pt x="27432" y="46500"/>
                </a:cubicBezTo>
                <a:lnTo>
                  <a:pt x="27432" y="46486"/>
                </a:lnTo>
                <a:cubicBezTo>
                  <a:pt x="27402" y="46839"/>
                  <a:pt x="27358" y="47207"/>
                  <a:pt x="27255" y="47575"/>
                </a:cubicBezTo>
                <a:lnTo>
                  <a:pt x="27255" y="47428"/>
                </a:lnTo>
                <a:cubicBezTo>
                  <a:pt x="27255" y="47369"/>
                  <a:pt x="27255" y="47310"/>
                  <a:pt x="27284" y="47266"/>
                </a:cubicBezTo>
                <a:cubicBezTo>
                  <a:pt x="27358" y="46986"/>
                  <a:pt x="27387" y="46721"/>
                  <a:pt x="27432" y="46471"/>
                </a:cubicBezTo>
                <a:cubicBezTo>
                  <a:pt x="27432" y="46118"/>
                  <a:pt x="27446" y="45765"/>
                  <a:pt x="27446" y="45426"/>
                </a:cubicBezTo>
                <a:cubicBezTo>
                  <a:pt x="27446" y="45102"/>
                  <a:pt x="27387" y="44852"/>
                  <a:pt x="27402" y="44558"/>
                </a:cubicBezTo>
                <a:cubicBezTo>
                  <a:pt x="27402" y="44543"/>
                  <a:pt x="27402" y="44543"/>
                  <a:pt x="27387" y="44514"/>
                </a:cubicBezTo>
                <a:cubicBezTo>
                  <a:pt x="27387" y="44411"/>
                  <a:pt x="27387" y="44293"/>
                  <a:pt x="27402" y="44190"/>
                </a:cubicBezTo>
                <a:cubicBezTo>
                  <a:pt x="27432" y="43925"/>
                  <a:pt x="27446" y="43660"/>
                  <a:pt x="27446" y="43395"/>
                </a:cubicBezTo>
                <a:cubicBezTo>
                  <a:pt x="27461" y="43116"/>
                  <a:pt x="27476" y="42851"/>
                  <a:pt x="27476" y="42571"/>
                </a:cubicBezTo>
                <a:cubicBezTo>
                  <a:pt x="27505" y="42336"/>
                  <a:pt x="27520" y="42071"/>
                  <a:pt x="27520" y="41835"/>
                </a:cubicBezTo>
                <a:cubicBezTo>
                  <a:pt x="27549" y="41526"/>
                  <a:pt x="27579" y="41232"/>
                  <a:pt x="27579" y="40938"/>
                </a:cubicBezTo>
                <a:cubicBezTo>
                  <a:pt x="27593" y="40673"/>
                  <a:pt x="27608" y="40437"/>
                  <a:pt x="27623" y="40172"/>
                </a:cubicBezTo>
                <a:cubicBezTo>
                  <a:pt x="27667" y="39863"/>
                  <a:pt x="27682" y="39569"/>
                  <a:pt x="27696" y="39275"/>
                </a:cubicBezTo>
                <a:cubicBezTo>
                  <a:pt x="27726" y="39039"/>
                  <a:pt x="27755" y="38804"/>
                  <a:pt x="27755" y="38554"/>
                </a:cubicBezTo>
                <a:cubicBezTo>
                  <a:pt x="27799" y="38259"/>
                  <a:pt x="27829" y="37950"/>
                  <a:pt x="27844" y="37641"/>
                </a:cubicBezTo>
                <a:cubicBezTo>
                  <a:pt x="27888" y="37362"/>
                  <a:pt x="27917" y="37067"/>
                  <a:pt x="27947" y="36788"/>
                </a:cubicBezTo>
                <a:cubicBezTo>
                  <a:pt x="27991" y="36523"/>
                  <a:pt x="28035" y="36243"/>
                  <a:pt x="28050" y="35963"/>
                </a:cubicBezTo>
                <a:cubicBezTo>
                  <a:pt x="28108" y="35684"/>
                  <a:pt x="28138" y="35419"/>
                  <a:pt x="28182" y="35139"/>
                </a:cubicBezTo>
                <a:lnTo>
                  <a:pt x="28344" y="34315"/>
                </a:lnTo>
                <a:cubicBezTo>
                  <a:pt x="28418" y="34036"/>
                  <a:pt x="28476" y="33771"/>
                  <a:pt x="28535" y="33506"/>
                </a:cubicBezTo>
                <a:cubicBezTo>
                  <a:pt x="28609" y="33241"/>
                  <a:pt x="28682" y="32991"/>
                  <a:pt x="28727" y="32726"/>
                </a:cubicBezTo>
                <a:cubicBezTo>
                  <a:pt x="28844" y="32402"/>
                  <a:pt x="28947" y="32049"/>
                  <a:pt x="29021" y="31710"/>
                </a:cubicBezTo>
                <a:cubicBezTo>
                  <a:pt x="29315" y="30342"/>
                  <a:pt x="29359" y="28944"/>
                  <a:pt x="29124" y="27708"/>
                </a:cubicBezTo>
                <a:cubicBezTo>
                  <a:pt x="28844" y="26310"/>
                  <a:pt x="28241" y="25118"/>
                  <a:pt x="27314" y="24205"/>
                </a:cubicBezTo>
                <a:cubicBezTo>
                  <a:pt x="26019" y="22940"/>
                  <a:pt x="24223" y="22410"/>
                  <a:pt x="22502" y="21895"/>
                </a:cubicBezTo>
                <a:cubicBezTo>
                  <a:pt x="21133" y="21483"/>
                  <a:pt x="19735" y="21071"/>
                  <a:pt x="18557" y="20291"/>
                </a:cubicBezTo>
                <a:cubicBezTo>
                  <a:pt x="18837" y="19834"/>
                  <a:pt x="19073" y="19349"/>
                  <a:pt x="19279" y="18863"/>
                </a:cubicBezTo>
                <a:cubicBezTo>
                  <a:pt x="20559" y="15802"/>
                  <a:pt x="20147" y="12094"/>
                  <a:pt x="18204" y="9400"/>
                </a:cubicBezTo>
                <a:cubicBezTo>
                  <a:pt x="18175" y="9371"/>
                  <a:pt x="18131" y="9312"/>
                  <a:pt x="18116" y="9268"/>
                </a:cubicBezTo>
                <a:cubicBezTo>
                  <a:pt x="18087" y="9239"/>
                  <a:pt x="18072" y="9180"/>
                  <a:pt x="18028" y="9150"/>
                </a:cubicBezTo>
                <a:lnTo>
                  <a:pt x="17925" y="8974"/>
                </a:lnTo>
                <a:cubicBezTo>
                  <a:pt x="17895" y="8944"/>
                  <a:pt x="17881" y="8900"/>
                  <a:pt x="17836" y="8885"/>
                </a:cubicBezTo>
                <a:cubicBezTo>
                  <a:pt x="17792" y="8812"/>
                  <a:pt x="17733" y="8723"/>
                  <a:pt x="17675" y="8650"/>
                </a:cubicBezTo>
                <a:cubicBezTo>
                  <a:pt x="17675" y="8650"/>
                  <a:pt x="17675" y="8635"/>
                  <a:pt x="17660" y="8635"/>
                </a:cubicBezTo>
                <a:cubicBezTo>
                  <a:pt x="17586" y="8517"/>
                  <a:pt x="17513" y="8429"/>
                  <a:pt x="17439" y="8311"/>
                </a:cubicBezTo>
                <a:cubicBezTo>
                  <a:pt x="17365" y="8223"/>
                  <a:pt x="17307" y="8120"/>
                  <a:pt x="17233" y="8017"/>
                </a:cubicBezTo>
                <a:cubicBezTo>
                  <a:pt x="17159" y="7914"/>
                  <a:pt x="17086" y="7796"/>
                  <a:pt x="16998" y="7693"/>
                </a:cubicBezTo>
                <a:cubicBezTo>
                  <a:pt x="16939" y="7605"/>
                  <a:pt x="16865" y="7502"/>
                  <a:pt x="16792" y="7414"/>
                </a:cubicBezTo>
                <a:cubicBezTo>
                  <a:pt x="16718" y="7311"/>
                  <a:pt x="16644" y="7193"/>
                  <a:pt x="16571" y="7105"/>
                </a:cubicBezTo>
                <a:cubicBezTo>
                  <a:pt x="16497" y="7016"/>
                  <a:pt x="16453" y="6899"/>
                  <a:pt x="16379" y="6810"/>
                </a:cubicBezTo>
                <a:lnTo>
                  <a:pt x="16159" y="6472"/>
                </a:lnTo>
                <a:cubicBezTo>
                  <a:pt x="16085" y="6369"/>
                  <a:pt x="16012" y="6281"/>
                  <a:pt x="15938" y="6163"/>
                </a:cubicBezTo>
                <a:cubicBezTo>
                  <a:pt x="15864" y="6060"/>
                  <a:pt x="15806" y="5957"/>
                  <a:pt x="15732" y="5869"/>
                </a:cubicBezTo>
                <a:cubicBezTo>
                  <a:pt x="15673" y="5780"/>
                  <a:pt x="15599" y="5692"/>
                  <a:pt x="15526" y="5574"/>
                </a:cubicBezTo>
                <a:cubicBezTo>
                  <a:pt x="15452" y="5471"/>
                  <a:pt x="15379" y="5339"/>
                  <a:pt x="15290" y="5221"/>
                </a:cubicBezTo>
                <a:cubicBezTo>
                  <a:pt x="15217" y="5118"/>
                  <a:pt x="15158" y="5030"/>
                  <a:pt x="15084" y="4927"/>
                </a:cubicBezTo>
                <a:cubicBezTo>
                  <a:pt x="15026" y="4838"/>
                  <a:pt x="14952" y="4735"/>
                  <a:pt x="14878" y="4632"/>
                </a:cubicBezTo>
                <a:cubicBezTo>
                  <a:pt x="14805" y="4529"/>
                  <a:pt x="14761" y="4441"/>
                  <a:pt x="14687" y="4323"/>
                </a:cubicBezTo>
                <a:cubicBezTo>
                  <a:pt x="14613" y="4191"/>
                  <a:pt x="14510" y="4073"/>
                  <a:pt x="14437" y="3955"/>
                </a:cubicBezTo>
                <a:cubicBezTo>
                  <a:pt x="14393" y="3867"/>
                  <a:pt x="14334" y="3794"/>
                  <a:pt x="14275" y="3705"/>
                </a:cubicBezTo>
                <a:lnTo>
                  <a:pt x="14113" y="3426"/>
                </a:lnTo>
                <a:cubicBezTo>
                  <a:pt x="14040" y="3308"/>
                  <a:pt x="13966" y="3190"/>
                  <a:pt x="13892" y="3072"/>
                </a:cubicBezTo>
                <a:cubicBezTo>
                  <a:pt x="12872" y="1341"/>
                  <a:pt x="11030" y="1"/>
                  <a:pt x="9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9"/>
          <p:cNvSpPr/>
          <p:nvPr/>
        </p:nvSpPr>
        <p:spPr>
          <a:xfrm flipH="1">
            <a:off x="6234709" y="12588"/>
            <a:ext cx="2957675" cy="1737700"/>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9"/>
          <p:cNvSpPr/>
          <p:nvPr/>
        </p:nvSpPr>
        <p:spPr>
          <a:xfrm flipH="1">
            <a:off x="7021309" y="12588"/>
            <a:ext cx="2171075" cy="1177250"/>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9"/>
          <p:cNvSpPr/>
          <p:nvPr/>
        </p:nvSpPr>
        <p:spPr>
          <a:xfrm flipH="1" rot="10800000">
            <a:off x="-7873" y="3451033"/>
            <a:ext cx="2957675" cy="1737700"/>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9"/>
          <p:cNvSpPr/>
          <p:nvPr/>
        </p:nvSpPr>
        <p:spPr>
          <a:xfrm flipH="1" rot="10800000">
            <a:off x="-7873" y="4011483"/>
            <a:ext cx="2171075" cy="1177250"/>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9"/>
          <p:cNvSpPr/>
          <p:nvPr/>
        </p:nvSpPr>
        <p:spPr>
          <a:xfrm rot="5400000">
            <a:off x="8559252" y="-280168"/>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9"/>
          <p:cNvSpPr/>
          <p:nvPr/>
        </p:nvSpPr>
        <p:spPr>
          <a:xfrm rot="5400000">
            <a:off x="7840252" y="-280168"/>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9"/>
          <p:cNvSpPr/>
          <p:nvPr/>
        </p:nvSpPr>
        <p:spPr>
          <a:xfrm rot="5400000">
            <a:off x="891094" y="4892953"/>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9"/>
          <p:cNvSpPr/>
          <p:nvPr/>
        </p:nvSpPr>
        <p:spPr>
          <a:xfrm rot="5400000">
            <a:off x="172094" y="4892953"/>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9"/>
          <p:cNvSpPr/>
          <p:nvPr/>
        </p:nvSpPr>
        <p:spPr>
          <a:xfrm rot="5400000">
            <a:off x="172073" y="4064176"/>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9"/>
          <p:cNvSpPr/>
          <p:nvPr/>
        </p:nvSpPr>
        <p:spPr>
          <a:xfrm rot="5400000">
            <a:off x="6831393" y="244255"/>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9"/>
          <p:cNvSpPr/>
          <p:nvPr/>
        </p:nvSpPr>
        <p:spPr>
          <a:xfrm flipH="1">
            <a:off x="5601935" y="-58550"/>
            <a:ext cx="3737924" cy="1319560"/>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9"/>
          <p:cNvSpPr/>
          <p:nvPr/>
        </p:nvSpPr>
        <p:spPr>
          <a:xfrm rot="5400000">
            <a:off x="8595122" y="1560248"/>
            <a:ext cx="450000" cy="450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9"/>
          <p:cNvSpPr/>
          <p:nvPr/>
        </p:nvSpPr>
        <p:spPr>
          <a:xfrm rot="5400000">
            <a:off x="5601923" y="4513376"/>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9"/>
          <p:cNvSpPr/>
          <p:nvPr/>
        </p:nvSpPr>
        <p:spPr>
          <a:xfrm rot="5400000">
            <a:off x="1076047" y="114048"/>
            <a:ext cx="450000" cy="450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8">
    <p:spTree>
      <p:nvGrpSpPr>
        <p:cNvPr id="787" name="Shape 787"/>
        <p:cNvGrpSpPr/>
        <p:nvPr/>
      </p:nvGrpSpPr>
      <p:grpSpPr>
        <a:xfrm>
          <a:off x="0" y="0"/>
          <a:ext cx="0" cy="0"/>
          <a:chOff x="0" y="0"/>
          <a:chExt cx="0" cy="0"/>
        </a:xfrm>
      </p:grpSpPr>
      <p:sp>
        <p:nvSpPr>
          <p:cNvPr id="788" name="Google Shape;788;p30"/>
          <p:cNvSpPr txBox="1"/>
          <p:nvPr>
            <p:ph type="title"/>
          </p:nvPr>
        </p:nvSpPr>
        <p:spPr>
          <a:xfrm>
            <a:off x="732300" y="445025"/>
            <a:ext cx="7679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89" name="Google Shape;789;p30"/>
          <p:cNvSpPr txBox="1"/>
          <p:nvPr>
            <p:ph idx="1" type="subTitle"/>
          </p:nvPr>
        </p:nvSpPr>
        <p:spPr>
          <a:xfrm>
            <a:off x="2189400" y="2119350"/>
            <a:ext cx="4765200" cy="9048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2"/>
              </a:buClr>
              <a:buSzPts val="1200"/>
              <a:buChar char="●"/>
              <a:defRPr sz="1200"/>
            </a:lvl1pPr>
            <a:lvl2pPr lvl="1" rtl="0">
              <a:spcBef>
                <a:spcPts val="0"/>
              </a:spcBef>
              <a:spcAft>
                <a:spcPts val="0"/>
              </a:spcAft>
              <a:buSzPts val="1400"/>
              <a:buChar char="○"/>
              <a:defRPr/>
            </a:lvl2pPr>
            <a:lvl3pPr lvl="2" rtl="0">
              <a:spcBef>
                <a:spcPts val="0"/>
              </a:spcBef>
              <a:spcAft>
                <a:spcPts val="0"/>
              </a:spcAft>
              <a:buSzPts val="1400"/>
              <a:buChar char="■"/>
              <a:defRPr/>
            </a:lvl3pPr>
            <a:lvl4pPr lvl="3" rtl="0">
              <a:spcBef>
                <a:spcPts val="0"/>
              </a:spcBef>
              <a:spcAft>
                <a:spcPts val="0"/>
              </a:spcAft>
              <a:buSzPts val="1400"/>
              <a:buChar char="●"/>
              <a:defRPr/>
            </a:lvl4pPr>
            <a:lvl5pPr lvl="4" rtl="0">
              <a:spcBef>
                <a:spcPts val="0"/>
              </a:spcBef>
              <a:spcAft>
                <a:spcPts val="0"/>
              </a:spcAft>
              <a:buSzPts val="1400"/>
              <a:buChar char="○"/>
              <a:defRPr/>
            </a:lvl5pPr>
            <a:lvl6pPr lvl="5" rtl="0">
              <a:spcBef>
                <a:spcPts val="0"/>
              </a:spcBef>
              <a:spcAft>
                <a:spcPts val="0"/>
              </a:spcAft>
              <a:buSzPts val="1400"/>
              <a:buChar char="■"/>
              <a:defRPr/>
            </a:lvl6pPr>
            <a:lvl7pPr lvl="6" rtl="0">
              <a:spcBef>
                <a:spcPts val="0"/>
              </a:spcBef>
              <a:spcAft>
                <a:spcPts val="0"/>
              </a:spcAft>
              <a:buSzPts val="1400"/>
              <a:buChar char="●"/>
              <a:defRPr/>
            </a:lvl7pPr>
            <a:lvl8pPr lvl="7" rtl="0">
              <a:spcBef>
                <a:spcPts val="0"/>
              </a:spcBef>
              <a:spcAft>
                <a:spcPts val="0"/>
              </a:spcAft>
              <a:buSzPts val="1400"/>
              <a:buChar char="○"/>
              <a:defRPr/>
            </a:lvl8pPr>
            <a:lvl9pPr lvl="8" rtl="0">
              <a:spcBef>
                <a:spcPts val="0"/>
              </a:spcBef>
              <a:spcAft>
                <a:spcPts val="0"/>
              </a:spcAft>
              <a:buSzPts val="1400"/>
              <a:buChar char="■"/>
              <a:defRPr/>
            </a:lvl9pPr>
          </a:lstStyle>
          <a:p/>
        </p:txBody>
      </p:sp>
      <p:sp>
        <p:nvSpPr>
          <p:cNvPr id="790" name="Google Shape;790;p30"/>
          <p:cNvSpPr/>
          <p:nvPr/>
        </p:nvSpPr>
        <p:spPr>
          <a:xfrm flipH="1" rot="5400000">
            <a:off x="7150042" y="3167138"/>
            <a:ext cx="2668377" cy="1324155"/>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0"/>
          <p:cNvSpPr/>
          <p:nvPr/>
        </p:nvSpPr>
        <p:spPr>
          <a:xfrm flipH="1" rot="5400000">
            <a:off x="8420331" y="4436934"/>
            <a:ext cx="1033594" cy="418359"/>
          </a:xfrm>
          <a:custGeom>
            <a:rect b="b" l="l" r="r" t="t"/>
            <a:pathLst>
              <a:path extrusionOk="0" h="12718" w="31421">
                <a:moveTo>
                  <a:pt x="0" y="1"/>
                </a:moveTo>
                <a:lnTo>
                  <a:pt x="15" y="11318"/>
                </a:lnTo>
                <a:cubicBezTo>
                  <a:pt x="714" y="12333"/>
                  <a:pt x="1913" y="12717"/>
                  <a:pt x="3174" y="12717"/>
                </a:cubicBezTo>
                <a:cubicBezTo>
                  <a:pt x="3905" y="12717"/>
                  <a:pt x="4656" y="12588"/>
                  <a:pt x="5342" y="12377"/>
                </a:cubicBezTo>
                <a:cubicBezTo>
                  <a:pt x="7024" y="11870"/>
                  <a:pt x="8681" y="11024"/>
                  <a:pt x="10412" y="11024"/>
                </a:cubicBezTo>
                <a:cubicBezTo>
                  <a:pt x="10590" y="11024"/>
                  <a:pt x="10769" y="11033"/>
                  <a:pt x="10949" y="11053"/>
                </a:cubicBezTo>
                <a:cubicBezTo>
                  <a:pt x="12370" y="11196"/>
                  <a:pt x="13772" y="11959"/>
                  <a:pt x="15138" y="11959"/>
                </a:cubicBezTo>
                <a:cubicBezTo>
                  <a:pt x="15456" y="11959"/>
                  <a:pt x="15772" y="11918"/>
                  <a:pt x="16086" y="11818"/>
                </a:cubicBezTo>
                <a:cubicBezTo>
                  <a:pt x="18411" y="11067"/>
                  <a:pt x="18808" y="7683"/>
                  <a:pt x="20942" y="6491"/>
                </a:cubicBezTo>
                <a:cubicBezTo>
                  <a:pt x="21681" y="6076"/>
                  <a:pt x="22511" y="5989"/>
                  <a:pt x="23370" y="5989"/>
                </a:cubicBezTo>
                <a:cubicBezTo>
                  <a:pt x="23993" y="5989"/>
                  <a:pt x="24631" y="6035"/>
                  <a:pt x="25262" y="6035"/>
                </a:cubicBezTo>
                <a:cubicBezTo>
                  <a:pt x="25616" y="6035"/>
                  <a:pt x="25968" y="6020"/>
                  <a:pt x="26313" y="5976"/>
                </a:cubicBezTo>
                <a:cubicBezTo>
                  <a:pt x="29124" y="5608"/>
                  <a:pt x="31420" y="2826"/>
                  <a:pt x="31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0"/>
          <p:cNvSpPr/>
          <p:nvPr/>
        </p:nvSpPr>
        <p:spPr>
          <a:xfrm flipH="1" rot="-5400000">
            <a:off x="-708508" y="672113"/>
            <a:ext cx="2668377" cy="1324155"/>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0"/>
          <p:cNvSpPr/>
          <p:nvPr/>
        </p:nvSpPr>
        <p:spPr>
          <a:xfrm flipH="1" rot="-5400000">
            <a:off x="-344015" y="308114"/>
            <a:ext cx="1033594" cy="418359"/>
          </a:xfrm>
          <a:custGeom>
            <a:rect b="b" l="l" r="r" t="t"/>
            <a:pathLst>
              <a:path extrusionOk="0" h="12718" w="31421">
                <a:moveTo>
                  <a:pt x="0" y="1"/>
                </a:moveTo>
                <a:lnTo>
                  <a:pt x="15" y="11318"/>
                </a:lnTo>
                <a:cubicBezTo>
                  <a:pt x="714" y="12333"/>
                  <a:pt x="1913" y="12717"/>
                  <a:pt x="3174" y="12717"/>
                </a:cubicBezTo>
                <a:cubicBezTo>
                  <a:pt x="3905" y="12717"/>
                  <a:pt x="4656" y="12588"/>
                  <a:pt x="5342" y="12377"/>
                </a:cubicBezTo>
                <a:cubicBezTo>
                  <a:pt x="7024" y="11870"/>
                  <a:pt x="8681" y="11024"/>
                  <a:pt x="10412" y="11024"/>
                </a:cubicBezTo>
                <a:cubicBezTo>
                  <a:pt x="10590" y="11024"/>
                  <a:pt x="10769" y="11033"/>
                  <a:pt x="10949" y="11053"/>
                </a:cubicBezTo>
                <a:cubicBezTo>
                  <a:pt x="12370" y="11196"/>
                  <a:pt x="13772" y="11959"/>
                  <a:pt x="15138" y="11959"/>
                </a:cubicBezTo>
                <a:cubicBezTo>
                  <a:pt x="15456" y="11959"/>
                  <a:pt x="15772" y="11918"/>
                  <a:pt x="16086" y="11818"/>
                </a:cubicBezTo>
                <a:cubicBezTo>
                  <a:pt x="18411" y="11067"/>
                  <a:pt x="18808" y="7683"/>
                  <a:pt x="20942" y="6491"/>
                </a:cubicBezTo>
                <a:cubicBezTo>
                  <a:pt x="21681" y="6076"/>
                  <a:pt x="22511" y="5989"/>
                  <a:pt x="23370" y="5989"/>
                </a:cubicBezTo>
                <a:cubicBezTo>
                  <a:pt x="23993" y="5989"/>
                  <a:pt x="24631" y="6035"/>
                  <a:pt x="25262" y="6035"/>
                </a:cubicBezTo>
                <a:cubicBezTo>
                  <a:pt x="25616" y="6035"/>
                  <a:pt x="25968" y="6020"/>
                  <a:pt x="26313" y="5976"/>
                </a:cubicBezTo>
                <a:cubicBezTo>
                  <a:pt x="29124" y="5608"/>
                  <a:pt x="31420" y="2826"/>
                  <a:pt x="31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0"/>
          <p:cNvSpPr/>
          <p:nvPr/>
        </p:nvSpPr>
        <p:spPr>
          <a:xfrm flipH="1" rot="4825246">
            <a:off x="6961702" y="2792242"/>
            <a:ext cx="3747720" cy="1323018"/>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0"/>
          <p:cNvSpPr/>
          <p:nvPr/>
        </p:nvSpPr>
        <p:spPr>
          <a:xfrm flipH="1" rot="5400000">
            <a:off x="-1282648" y="1115166"/>
            <a:ext cx="3747660" cy="1322997"/>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0"/>
          <p:cNvSpPr/>
          <p:nvPr/>
        </p:nvSpPr>
        <p:spPr>
          <a:xfrm rot="10800000">
            <a:off x="8829421" y="4509924"/>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0"/>
          <p:cNvSpPr/>
          <p:nvPr/>
        </p:nvSpPr>
        <p:spPr>
          <a:xfrm rot="10800000">
            <a:off x="-281921" y="162235"/>
            <a:ext cx="483505" cy="483542"/>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0"/>
          <p:cNvSpPr/>
          <p:nvPr/>
        </p:nvSpPr>
        <p:spPr>
          <a:xfrm rot="10800000">
            <a:off x="305327" y="4428558"/>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0"/>
          <p:cNvSpPr/>
          <p:nvPr/>
        </p:nvSpPr>
        <p:spPr>
          <a:xfrm rot="10800000">
            <a:off x="558582" y="4693233"/>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0"/>
          <p:cNvSpPr/>
          <p:nvPr/>
        </p:nvSpPr>
        <p:spPr>
          <a:xfrm rot="10800000">
            <a:off x="809085" y="162236"/>
            <a:ext cx="138900" cy="138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0"/>
          <p:cNvSpPr/>
          <p:nvPr/>
        </p:nvSpPr>
        <p:spPr>
          <a:xfrm rot="10800000">
            <a:off x="8476233" y="4386549"/>
            <a:ext cx="194700" cy="194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0"/>
          <p:cNvSpPr/>
          <p:nvPr/>
        </p:nvSpPr>
        <p:spPr>
          <a:xfrm rot="10800000">
            <a:off x="8575901" y="109430"/>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5">
    <p:spTree>
      <p:nvGrpSpPr>
        <p:cNvPr id="803" name="Shape 803"/>
        <p:cNvGrpSpPr/>
        <p:nvPr/>
      </p:nvGrpSpPr>
      <p:grpSpPr>
        <a:xfrm>
          <a:off x="0" y="0"/>
          <a:ext cx="0" cy="0"/>
          <a:chOff x="0" y="0"/>
          <a:chExt cx="0" cy="0"/>
        </a:xfrm>
      </p:grpSpPr>
      <p:sp>
        <p:nvSpPr>
          <p:cNvPr id="804" name="Google Shape;804;p31"/>
          <p:cNvSpPr txBox="1"/>
          <p:nvPr>
            <p:ph type="ctrTitle"/>
          </p:nvPr>
        </p:nvSpPr>
        <p:spPr>
          <a:xfrm>
            <a:off x="2653700" y="538000"/>
            <a:ext cx="3852300" cy="1008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200"/>
              <a:buNone/>
              <a:defRPr sz="69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805" name="Google Shape;805;p31"/>
          <p:cNvSpPr txBox="1"/>
          <p:nvPr>
            <p:ph idx="1" type="subTitle"/>
          </p:nvPr>
        </p:nvSpPr>
        <p:spPr>
          <a:xfrm>
            <a:off x="2641400" y="1645625"/>
            <a:ext cx="38646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806" name="Google Shape;806;p31"/>
          <p:cNvSpPr/>
          <p:nvPr/>
        </p:nvSpPr>
        <p:spPr>
          <a:xfrm rot="-7529078">
            <a:off x="597695" y="-2253262"/>
            <a:ext cx="1791979" cy="5879087"/>
          </a:xfrm>
          <a:custGeom>
            <a:rect b="b" l="l" r="r" t="t"/>
            <a:pathLst>
              <a:path extrusionOk="0" h="97052" w="29581">
                <a:moveTo>
                  <a:pt x="14658" y="4824"/>
                </a:moveTo>
                <a:cubicBezTo>
                  <a:pt x="14687" y="4838"/>
                  <a:pt x="14687" y="4853"/>
                  <a:pt x="14702" y="4883"/>
                </a:cubicBezTo>
                <a:lnTo>
                  <a:pt x="14702" y="4897"/>
                </a:lnTo>
                <a:cubicBezTo>
                  <a:pt x="14687" y="4883"/>
                  <a:pt x="14658" y="4883"/>
                  <a:pt x="14658" y="4853"/>
                </a:cubicBezTo>
                <a:lnTo>
                  <a:pt x="14658" y="4824"/>
                </a:lnTo>
                <a:close/>
                <a:moveTo>
                  <a:pt x="14716" y="5015"/>
                </a:moveTo>
                <a:lnTo>
                  <a:pt x="14775" y="5074"/>
                </a:lnTo>
                <a:cubicBezTo>
                  <a:pt x="14761" y="5059"/>
                  <a:pt x="14731" y="5044"/>
                  <a:pt x="14716" y="5044"/>
                </a:cubicBezTo>
                <a:lnTo>
                  <a:pt x="14716" y="5015"/>
                </a:lnTo>
                <a:close/>
                <a:moveTo>
                  <a:pt x="14761" y="5147"/>
                </a:moveTo>
                <a:lnTo>
                  <a:pt x="14805" y="5206"/>
                </a:lnTo>
                <a:lnTo>
                  <a:pt x="14805" y="5250"/>
                </a:lnTo>
                <a:lnTo>
                  <a:pt x="14761" y="5192"/>
                </a:lnTo>
                <a:lnTo>
                  <a:pt x="14761" y="5147"/>
                </a:lnTo>
                <a:close/>
                <a:moveTo>
                  <a:pt x="14923" y="5309"/>
                </a:moveTo>
                <a:cubicBezTo>
                  <a:pt x="14937" y="5324"/>
                  <a:pt x="14952" y="5339"/>
                  <a:pt x="14981" y="5353"/>
                </a:cubicBezTo>
                <a:lnTo>
                  <a:pt x="14981" y="5368"/>
                </a:lnTo>
                <a:cubicBezTo>
                  <a:pt x="14952" y="5353"/>
                  <a:pt x="14937" y="5353"/>
                  <a:pt x="14923" y="5339"/>
                </a:cubicBezTo>
                <a:lnTo>
                  <a:pt x="14923" y="5309"/>
                </a:lnTo>
                <a:close/>
                <a:moveTo>
                  <a:pt x="14789" y="5352"/>
                </a:moveTo>
                <a:cubicBezTo>
                  <a:pt x="14801" y="5364"/>
                  <a:pt x="14818" y="5377"/>
                  <a:pt x="14849" y="5398"/>
                </a:cubicBezTo>
                <a:cubicBezTo>
                  <a:pt x="14864" y="5412"/>
                  <a:pt x="14864" y="5427"/>
                  <a:pt x="14864" y="5427"/>
                </a:cubicBezTo>
                <a:cubicBezTo>
                  <a:pt x="14849" y="5412"/>
                  <a:pt x="14834" y="5398"/>
                  <a:pt x="14790" y="5368"/>
                </a:cubicBezTo>
                <a:cubicBezTo>
                  <a:pt x="14790" y="5363"/>
                  <a:pt x="14790" y="5357"/>
                  <a:pt x="14789" y="5352"/>
                </a:cubicBezTo>
                <a:close/>
                <a:moveTo>
                  <a:pt x="14981" y="5486"/>
                </a:moveTo>
                <a:lnTo>
                  <a:pt x="15026" y="5530"/>
                </a:lnTo>
                <a:lnTo>
                  <a:pt x="15026" y="5559"/>
                </a:lnTo>
                <a:cubicBezTo>
                  <a:pt x="15011" y="5545"/>
                  <a:pt x="14996" y="5515"/>
                  <a:pt x="14981" y="5515"/>
                </a:cubicBezTo>
                <a:lnTo>
                  <a:pt x="14981" y="5486"/>
                </a:lnTo>
                <a:close/>
                <a:moveTo>
                  <a:pt x="14848" y="5535"/>
                </a:moveTo>
                <a:cubicBezTo>
                  <a:pt x="14863" y="5552"/>
                  <a:pt x="14886" y="5563"/>
                  <a:pt x="14908" y="5574"/>
                </a:cubicBezTo>
                <a:cubicBezTo>
                  <a:pt x="14893" y="5574"/>
                  <a:pt x="14923" y="5589"/>
                  <a:pt x="14923" y="5618"/>
                </a:cubicBezTo>
                <a:cubicBezTo>
                  <a:pt x="14908" y="5589"/>
                  <a:pt x="14864" y="5574"/>
                  <a:pt x="14849" y="5559"/>
                </a:cubicBezTo>
                <a:cubicBezTo>
                  <a:pt x="14849" y="5553"/>
                  <a:pt x="14849" y="5543"/>
                  <a:pt x="14848" y="5535"/>
                </a:cubicBezTo>
                <a:close/>
                <a:moveTo>
                  <a:pt x="15143" y="5633"/>
                </a:moveTo>
                <a:cubicBezTo>
                  <a:pt x="15158" y="5648"/>
                  <a:pt x="15173" y="5662"/>
                  <a:pt x="15202" y="5662"/>
                </a:cubicBezTo>
                <a:lnTo>
                  <a:pt x="15202" y="5692"/>
                </a:lnTo>
                <a:cubicBezTo>
                  <a:pt x="15173" y="5662"/>
                  <a:pt x="15158" y="5662"/>
                  <a:pt x="15143" y="5648"/>
                </a:cubicBezTo>
                <a:lnTo>
                  <a:pt x="15143" y="5633"/>
                </a:lnTo>
                <a:close/>
                <a:moveTo>
                  <a:pt x="15008" y="5661"/>
                </a:moveTo>
                <a:cubicBezTo>
                  <a:pt x="15020" y="5676"/>
                  <a:pt x="15037" y="5696"/>
                  <a:pt x="15070" y="5707"/>
                </a:cubicBezTo>
                <a:cubicBezTo>
                  <a:pt x="15084" y="5707"/>
                  <a:pt x="15084" y="5721"/>
                  <a:pt x="15084" y="5736"/>
                </a:cubicBezTo>
                <a:cubicBezTo>
                  <a:pt x="15070" y="5721"/>
                  <a:pt x="15040" y="5707"/>
                  <a:pt x="15011" y="5692"/>
                </a:cubicBezTo>
                <a:cubicBezTo>
                  <a:pt x="15011" y="5674"/>
                  <a:pt x="15011" y="5667"/>
                  <a:pt x="15008" y="5661"/>
                </a:cubicBezTo>
                <a:close/>
                <a:moveTo>
                  <a:pt x="14864" y="5663"/>
                </a:moveTo>
                <a:cubicBezTo>
                  <a:pt x="14878" y="5692"/>
                  <a:pt x="14923" y="5707"/>
                  <a:pt x="14937" y="5721"/>
                </a:cubicBezTo>
                <a:cubicBezTo>
                  <a:pt x="14952" y="5736"/>
                  <a:pt x="14952" y="5766"/>
                  <a:pt x="14952" y="5780"/>
                </a:cubicBezTo>
                <a:cubicBezTo>
                  <a:pt x="14937" y="5766"/>
                  <a:pt x="14908" y="5736"/>
                  <a:pt x="14878" y="5721"/>
                </a:cubicBezTo>
                <a:cubicBezTo>
                  <a:pt x="14878" y="5707"/>
                  <a:pt x="14878" y="5692"/>
                  <a:pt x="14864" y="5663"/>
                </a:cubicBezTo>
                <a:close/>
                <a:moveTo>
                  <a:pt x="15202" y="5810"/>
                </a:moveTo>
                <a:lnTo>
                  <a:pt x="15246" y="5869"/>
                </a:lnTo>
                <a:cubicBezTo>
                  <a:pt x="15232" y="5854"/>
                  <a:pt x="15217" y="5839"/>
                  <a:pt x="15202" y="5839"/>
                </a:cubicBezTo>
                <a:lnTo>
                  <a:pt x="15202" y="5810"/>
                </a:lnTo>
                <a:close/>
                <a:moveTo>
                  <a:pt x="15055" y="5795"/>
                </a:moveTo>
                <a:cubicBezTo>
                  <a:pt x="15070" y="5810"/>
                  <a:pt x="15099" y="5839"/>
                  <a:pt x="15129" y="5854"/>
                </a:cubicBezTo>
                <a:cubicBezTo>
                  <a:pt x="15129" y="5883"/>
                  <a:pt x="15129" y="5883"/>
                  <a:pt x="15143" y="5913"/>
                </a:cubicBezTo>
                <a:cubicBezTo>
                  <a:pt x="15129" y="5883"/>
                  <a:pt x="15084" y="5869"/>
                  <a:pt x="15070" y="5854"/>
                </a:cubicBezTo>
                <a:cubicBezTo>
                  <a:pt x="15070" y="5839"/>
                  <a:pt x="15070" y="5810"/>
                  <a:pt x="15055" y="5795"/>
                </a:cubicBezTo>
                <a:close/>
                <a:moveTo>
                  <a:pt x="14893" y="5854"/>
                </a:moveTo>
                <a:cubicBezTo>
                  <a:pt x="14937" y="5869"/>
                  <a:pt x="14952" y="5883"/>
                  <a:pt x="14996" y="5913"/>
                </a:cubicBezTo>
                <a:lnTo>
                  <a:pt x="14996" y="5942"/>
                </a:lnTo>
                <a:cubicBezTo>
                  <a:pt x="14952" y="5927"/>
                  <a:pt x="14937" y="5913"/>
                  <a:pt x="14893" y="5883"/>
                </a:cubicBezTo>
                <a:lnTo>
                  <a:pt x="14893" y="5854"/>
                </a:lnTo>
                <a:close/>
                <a:moveTo>
                  <a:pt x="15231" y="5958"/>
                </a:moveTo>
                <a:cubicBezTo>
                  <a:pt x="15243" y="5973"/>
                  <a:pt x="15259" y="5991"/>
                  <a:pt x="15290" y="6001"/>
                </a:cubicBezTo>
                <a:cubicBezTo>
                  <a:pt x="15290" y="6016"/>
                  <a:pt x="15305" y="6030"/>
                  <a:pt x="15305" y="6030"/>
                </a:cubicBezTo>
                <a:cubicBezTo>
                  <a:pt x="15290" y="6016"/>
                  <a:pt x="15261" y="6001"/>
                  <a:pt x="15232" y="5986"/>
                </a:cubicBezTo>
                <a:cubicBezTo>
                  <a:pt x="15232" y="5975"/>
                  <a:pt x="15232" y="5965"/>
                  <a:pt x="15231" y="5958"/>
                </a:cubicBezTo>
                <a:close/>
                <a:moveTo>
                  <a:pt x="15099" y="5986"/>
                </a:moveTo>
                <a:cubicBezTo>
                  <a:pt x="15114" y="6001"/>
                  <a:pt x="15158" y="6016"/>
                  <a:pt x="15173" y="6030"/>
                </a:cubicBezTo>
                <a:lnTo>
                  <a:pt x="15173" y="6075"/>
                </a:lnTo>
                <a:cubicBezTo>
                  <a:pt x="15158" y="6060"/>
                  <a:pt x="15129" y="6030"/>
                  <a:pt x="15099" y="6016"/>
                </a:cubicBezTo>
                <a:lnTo>
                  <a:pt x="15099" y="5986"/>
                </a:lnTo>
                <a:close/>
                <a:moveTo>
                  <a:pt x="14937" y="6001"/>
                </a:moveTo>
                <a:lnTo>
                  <a:pt x="14937" y="6001"/>
                </a:lnTo>
                <a:cubicBezTo>
                  <a:pt x="14981" y="6016"/>
                  <a:pt x="14996" y="6030"/>
                  <a:pt x="15026" y="6075"/>
                </a:cubicBezTo>
                <a:cubicBezTo>
                  <a:pt x="15026" y="6089"/>
                  <a:pt x="15040" y="6133"/>
                  <a:pt x="15040" y="6148"/>
                </a:cubicBezTo>
                <a:cubicBezTo>
                  <a:pt x="15011" y="6133"/>
                  <a:pt x="14996" y="6104"/>
                  <a:pt x="14952" y="6089"/>
                </a:cubicBezTo>
                <a:cubicBezTo>
                  <a:pt x="14937" y="6045"/>
                  <a:pt x="14937" y="6030"/>
                  <a:pt x="14937" y="6001"/>
                </a:cubicBezTo>
                <a:close/>
                <a:moveTo>
                  <a:pt x="15408" y="6104"/>
                </a:moveTo>
                <a:lnTo>
                  <a:pt x="15452" y="6148"/>
                </a:lnTo>
                <a:cubicBezTo>
                  <a:pt x="15452" y="6163"/>
                  <a:pt x="15452" y="6163"/>
                  <a:pt x="15467" y="6178"/>
                </a:cubicBezTo>
                <a:cubicBezTo>
                  <a:pt x="15452" y="6163"/>
                  <a:pt x="15438" y="6148"/>
                  <a:pt x="15408" y="6148"/>
                </a:cubicBezTo>
                <a:lnTo>
                  <a:pt x="15408" y="6104"/>
                </a:lnTo>
                <a:close/>
                <a:moveTo>
                  <a:pt x="15261" y="6104"/>
                </a:moveTo>
                <a:cubicBezTo>
                  <a:pt x="15290" y="6133"/>
                  <a:pt x="15320" y="6148"/>
                  <a:pt x="15349" y="6163"/>
                </a:cubicBezTo>
                <a:lnTo>
                  <a:pt x="15349" y="6207"/>
                </a:lnTo>
                <a:cubicBezTo>
                  <a:pt x="15320" y="6178"/>
                  <a:pt x="15290" y="6163"/>
                  <a:pt x="15261" y="6148"/>
                </a:cubicBezTo>
                <a:lnTo>
                  <a:pt x="15261" y="6104"/>
                </a:lnTo>
                <a:close/>
                <a:moveTo>
                  <a:pt x="15099" y="6148"/>
                </a:moveTo>
                <a:cubicBezTo>
                  <a:pt x="15143" y="6163"/>
                  <a:pt x="15158" y="6178"/>
                  <a:pt x="15202" y="6192"/>
                </a:cubicBezTo>
                <a:cubicBezTo>
                  <a:pt x="15217" y="6222"/>
                  <a:pt x="15217" y="6236"/>
                  <a:pt x="15217" y="6281"/>
                </a:cubicBezTo>
                <a:cubicBezTo>
                  <a:pt x="15173" y="6251"/>
                  <a:pt x="15158" y="6236"/>
                  <a:pt x="15129" y="6222"/>
                </a:cubicBezTo>
                <a:cubicBezTo>
                  <a:pt x="15129" y="6207"/>
                  <a:pt x="15129" y="6163"/>
                  <a:pt x="15099" y="6148"/>
                </a:cubicBezTo>
                <a:close/>
                <a:moveTo>
                  <a:pt x="15585" y="6236"/>
                </a:moveTo>
                <a:cubicBezTo>
                  <a:pt x="15585" y="6251"/>
                  <a:pt x="15599" y="6251"/>
                  <a:pt x="15614" y="6281"/>
                </a:cubicBezTo>
                <a:lnTo>
                  <a:pt x="15614" y="6295"/>
                </a:lnTo>
                <a:cubicBezTo>
                  <a:pt x="15599" y="6281"/>
                  <a:pt x="15585" y="6281"/>
                  <a:pt x="15585" y="6251"/>
                </a:cubicBezTo>
                <a:lnTo>
                  <a:pt x="15585" y="6236"/>
                </a:lnTo>
                <a:close/>
                <a:moveTo>
                  <a:pt x="14952" y="6178"/>
                </a:moveTo>
                <a:lnTo>
                  <a:pt x="14952" y="6178"/>
                </a:lnTo>
                <a:cubicBezTo>
                  <a:pt x="14996" y="6192"/>
                  <a:pt x="15026" y="6222"/>
                  <a:pt x="15055" y="6251"/>
                </a:cubicBezTo>
                <a:cubicBezTo>
                  <a:pt x="15055" y="6281"/>
                  <a:pt x="15070" y="6310"/>
                  <a:pt x="15070" y="6325"/>
                </a:cubicBezTo>
                <a:cubicBezTo>
                  <a:pt x="15026" y="6310"/>
                  <a:pt x="14996" y="6295"/>
                  <a:pt x="14981" y="6251"/>
                </a:cubicBezTo>
                <a:cubicBezTo>
                  <a:pt x="14981" y="6236"/>
                  <a:pt x="14981" y="6222"/>
                  <a:pt x="14952" y="6178"/>
                </a:cubicBezTo>
                <a:close/>
                <a:moveTo>
                  <a:pt x="15452" y="6251"/>
                </a:moveTo>
                <a:cubicBezTo>
                  <a:pt x="15467" y="6281"/>
                  <a:pt x="15496" y="6295"/>
                  <a:pt x="15511" y="6325"/>
                </a:cubicBezTo>
                <a:lnTo>
                  <a:pt x="15452" y="6281"/>
                </a:lnTo>
                <a:lnTo>
                  <a:pt x="15452" y="6251"/>
                </a:lnTo>
                <a:close/>
                <a:moveTo>
                  <a:pt x="15305" y="6281"/>
                </a:moveTo>
                <a:cubicBezTo>
                  <a:pt x="15320" y="6295"/>
                  <a:pt x="15364" y="6310"/>
                  <a:pt x="15379" y="6325"/>
                </a:cubicBezTo>
                <a:cubicBezTo>
                  <a:pt x="15379" y="6354"/>
                  <a:pt x="15393" y="6369"/>
                  <a:pt x="15393" y="6384"/>
                </a:cubicBezTo>
                <a:cubicBezTo>
                  <a:pt x="15379" y="6369"/>
                  <a:pt x="15349" y="6354"/>
                  <a:pt x="15320" y="6325"/>
                </a:cubicBezTo>
                <a:cubicBezTo>
                  <a:pt x="15320" y="6310"/>
                  <a:pt x="15320" y="6295"/>
                  <a:pt x="15305" y="6281"/>
                </a:cubicBezTo>
                <a:close/>
                <a:moveTo>
                  <a:pt x="15158" y="6310"/>
                </a:moveTo>
                <a:lnTo>
                  <a:pt x="15158" y="6310"/>
                </a:lnTo>
                <a:cubicBezTo>
                  <a:pt x="15202" y="6325"/>
                  <a:pt x="15217" y="6354"/>
                  <a:pt x="15246" y="6369"/>
                </a:cubicBezTo>
                <a:cubicBezTo>
                  <a:pt x="15246" y="6384"/>
                  <a:pt x="15261" y="6413"/>
                  <a:pt x="15261" y="6442"/>
                </a:cubicBezTo>
                <a:cubicBezTo>
                  <a:pt x="15232" y="6428"/>
                  <a:pt x="15217" y="6398"/>
                  <a:pt x="15173" y="6384"/>
                </a:cubicBezTo>
                <a:cubicBezTo>
                  <a:pt x="15158" y="6369"/>
                  <a:pt x="15158" y="6354"/>
                  <a:pt x="15158" y="6310"/>
                </a:cubicBezTo>
                <a:close/>
                <a:moveTo>
                  <a:pt x="14996" y="6369"/>
                </a:moveTo>
                <a:cubicBezTo>
                  <a:pt x="15026" y="6384"/>
                  <a:pt x="15070" y="6398"/>
                  <a:pt x="15099" y="6442"/>
                </a:cubicBezTo>
                <a:cubicBezTo>
                  <a:pt x="15099" y="6457"/>
                  <a:pt x="15099" y="6472"/>
                  <a:pt x="15114" y="6501"/>
                </a:cubicBezTo>
                <a:cubicBezTo>
                  <a:pt x="15084" y="6472"/>
                  <a:pt x="15040" y="6457"/>
                  <a:pt x="15011" y="6413"/>
                </a:cubicBezTo>
                <a:cubicBezTo>
                  <a:pt x="14996" y="6398"/>
                  <a:pt x="14996" y="6384"/>
                  <a:pt x="14996" y="6369"/>
                </a:cubicBezTo>
                <a:close/>
                <a:moveTo>
                  <a:pt x="15467" y="6398"/>
                </a:moveTo>
                <a:cubicBezTo>
                  <a:pt x="15496" y="6413"/>
                  <a:pt x="15511" y="6442"/>
                  <a:pt x="15541" y="6457"/>
                </a:cubicBezTo>
                <a:cubicBezTo>
                  <a:pt x="15570" y="6472"/>
                  <a:pt x="15570" y="6501"/>
                  <a:pt x="15570" y="6516"/>
                </a:cubicBezTo>
                <a:cubicBezTo>
                  <a:pt x="15541" y="6501"/>
                  <a:pt x="15511" y="6472"/>
                  <a:pt x="15496" y="6457"/>
                </a:cubicBezTo>
                <a:cubicBezTo>
                  <a:pt x="15496" y="6442"/>
                  <a:pt x="15496" y="6413"/>
                  <a:pt x="15467" y="6398"/>
                </a:cubicBezTo>
                <a:close/>
                <a:moveTo>
                  <a:pt x="15349" y="6457"/>
                </a:moveTo>
                <a:lnTo>
                  <a:pt x="15349" y="6457"/>
                </a:lnTo>
                <a:cubicBezTo>
                  <a:pt x="15379" y="6472"/>
                  <a:pt x="15393" y="6501"/>
                  <a:pt x="15438" y="6516"/>
                </a:cubicBezTo>
                <a:cubicBezTo>
                  <a:pt x="15438" y="6531"/>
                  <a:pt x="15438" y="6545"/>
                  <a:pt x="15452" y="6590"/>
                </a:cubicBezTo>
                <a:cubicBezTo>
                  <a:pt x="15408" y="6575"/>
                  <a:pt x="15393" y="6545"/>
                  <a:pt x="15364" y="6531"/>
                </a:cubicBezTo>
                <a:cubicBezTo>
                  <a:pt x="15364" y="6516"/>
                  <a:pt x="15349" y="6472"/>
                  <a:pt x="15349" y="6457"/>
                </a:cubicBezTo>
                <a:close/>
                <a:moveTo>
                  <a:pt x="15202" y="6501"/>
                </a:moveTo>
                <a:cubicBezTo>
                  <a:pt x="15232" y="6516"/>
                  <a:pt x="15276" y="6531"/>
                  <a:pt x="15290" y="6575"/>
                </a:cubicBezTo>
                <a:cubicBezTo>
                  <a:pt x="15290" y="6590"/>
                  <a:pt x="15290" y="6604"/>
                  <a:pt x="15305" y="6619"/>
                </a:cubicBezTo>
                <a:cubicBezTo>
                  <a:pt x="15261" y="6604"/>
                  <a:pt x="15232" y="6590"/>
                  <a:pt x="15217" y="6575"/>
                </a:cubicBezTo>
                <a:cubicBezTo>
                  <a:pt x="15202" y="6531"/>
                  <a:pt x="15202" y="6516"/>
                  <a:pt x="15202" y="6501"/>
                </a:cubicBezTo>
                <a:close/>
                <a:moveTo>
                  <a:pt x="15658" y="6531"/>
                </a:moveTo>
                <a:lnTo>
                  <a:pt x="15717" y="6590"/>
                </a:lnTo>
                <a:cubicBezTo>
                  <a:pt x="15732" y="6619"/>
                  <a:pt x="15732" y="6619"/>
                  <a:pt x="15732" y="6648"/>
                </a:cubicBezTo>
                <a:lnTo>
                  <a:pt x="15673" y="6590"/>
                </a:lnTo>
                <a:cubicBezTo>
                  <a:pt x="15673" y="6575"/>
                  <a:pt x="15673" y="6546"/>
                  <a:pt x="15658" y="6531"/>
                </a:cubicBezTo>
                <a:close/>
                <a:moveTo>
                  <a:pt x="15526" y="6604"/>
                </a:moveTo>
                <a:cubicBezTo>
                  <a:pt x="15541" y="6619"/>
                  <a:pt x="15585" y="6648"/>
                  <a:pt x="15599" y="6663"/>
                </a:cubicBezTo>
                <a:cubicBezTo>
                  <a:pt x="15614" y="6663"/>
                  <a:pt x="15614" y="6678"/>
                  <a:pt x="15614" y="6722"/>
                </a:cubicBezTo>
                <a:cubicBezTo>
                  <a:pt x="15599" y="6693"/>
                  <a:pt x="15570" y="6678"/>
                  <a:pt x="15541" y="6663"/>
                </a:cubicBezTo>
                <a:cubicBezTo>
                  <a:pt x="15541" y="6648"/>
                  <a:pt x="15526" y="6619"/>
                  <a:pt x="15526" y="6604"/>
                </a:cubicBezTo>
                <a:close/>
                <a:moveTo>
                  <a:pt x="15393" y="6648"/>
                </a:moveTo>
                <a:cubicBezTo>
                  <a:pt x="15438" y="6663"/>
                  <a:pt x="15452" y="6678"/>
                  <a:pt x="15496" y="6693"/>
                </a:cubicBezTo>
                <a:cubicBezTo>
                  <a:pt x="15481" y="6708"/>
                  <a:pt x="15473" y="6720"/>
                  <a:pt x="15474" y="6727"/>
                </a:cubicBezTo>
                <a:lnTo>
                  <a:pt x="15474" y="6727"/>
                </a:lnTo>
                <a:cubicBezTo>
                  <a:pt x="15446" y="6712"/>
                  <a:pt x="15429" y="6690"/>
                  <a:pt x="15393" y="6678"/>
                </a:cubicBezTo>
                <a:lnTo>
                  <a:pt x="15393" y="6648"/>
                </a:lnTo>
                <a:close/>
                <a:moveTo>
                  <a:pt x="15836" y="6693"/>
                </a:moveTo>
                <a:cubicBezTo>
                  <a:pt x="15865" y="6722"/>
                  <a:pt x="15879" y="6737"/>
                  <a:pt x="15894" y="6737"/>
                </a:cubicBezTo>
                <a:cubicBezTo>
                  <a:pt x="15894" y="6752"/>
                  <a:pt x="15894" y="6752"/>
                  <a:pt x="15909" y="6766"/>
                </a:cubicBezTo>
                <a:cubicBezTo>
                  <a:pt x="15894" y="6752"/>
                  <a:pt x="15879" y="6737"/>
                  <a:pt x="15864" y="6737"/>
                </a:cubicBezTo>
                <a:cubicBezTo>
                  <a:pt x="15864" y="6722"/>
                  <a:pt x="15864" y="6722"/>
                  <a:pt x="15836" y="6693"/>
                </a:cubicBezTo>
                <a:close/>
                <a:moveTo>
                  <a:pt x="15688" y="6737"/>
                </a:moveTo>
                <a:lnTo>
                  <a:pt x="15688" y="6737"/>
                </a:lnTo>
                <a:cubicBezTo>
                  <a:pt x="15717" y="6752"/>
                  <a:pt x="15732" y="6766"/>
                  <a:pt x="15761" y="6796"/>
                </a:cubicBezTo>
                <a:cubicBezTo>
                  <a:pt x="15791" y="6810"/>
                  <a:pt x="15791" y="6825"/>
                  <a:pt x="15791" y="6840"/>
                </a:cubicBezTo>
                <a:cubicBezTo>
                  <a:pt x="15761" y="6825"/>
                  <a:pt x="15747" y="6810"/>
                  <a:pt x="15717" y="6796"/>
                </a:cubicBezTo>
                <a:cubicBezTo>
                  <a:pt x="15717" y="6766"/>
                  <a:pt x="15688" y="6752"/>
                  <a:pt x="15688" y="6737"/>
                </a:cubicBezTo>
                <a:close/>
                <a:moveTo>
                  <a:pt x="15585" y="6766"/>
                </a:moveTo>
                <a:cubicBezTo>
                  <a:pt x="15614" y="6781"/>
                  <a:pt x="15629" y="6810"/>
                  <a:pt x="15658" y="6825"/>
                </a:cubicBezTo>
                <a:lnTo>
                  <a:pt x="15658" y="6869"/>
                </a:lnTo>
                <a:cubicBezTo>
                  <a:pt x="15644" y="6840"/>
                  <a:pt x="15599" y="6825"/>
                  <a:pt x="15585" y="6810"/>
                </a:cubicBezTo>
                <a:lnTo>
                  <a:pt x="15585" y="6766"/>
                </a:lnTo>
                <a:close/>
                <a:moveTo>
                  <a:pt x="15997" y="6825"/>
                </a:moveTo>
                <a:cubicBezTo>
                  <a:pt x="16026" y="6869"/>
                  <a:pt x="16026" y="6869"/>
                  <a:pt x="16041" y="6884"/>
                </a:cubicBezTo>
                <a:lnTo>
                  <a:pt x="16041" y="6899"/>
                </a:lnTo>
                <a:lnTo>
                  <a:pt x="15997" y="6855"/>
                </a:lnTo>
                <a:lnTo>
                  <a:pt x="15997" y="6825"/>
                </a:lnTo>
                <a:close/>
                <a:moveTo>
                  <a:pt x="15892" y="6879"/>
                </a:moveTo>
                <a:lnTo>
                  <a:pt x="15938" y="6913"/>
                </a:lnTo>
                <a:cubicBezTo>
                  <a:pt x="15953" y="6943"/>
                  <a:pt x="15953" y="6958"/>
                  <a:pt x="15953" y="6958"/>
                </a:cubicBezTo>
                <a:lnTo>
                  <a:pt x="15894" y="6899"/>
                </a:lnTo>
                <a:cubicBezTo>
                  <a:pt x="15894" y="6892"/>
                  <a:pt x="15894" y="6884"/>
                  <a:pt x="15892" y="6879"/>
                </a:cubicBezTo>
                <a:close/>
                <a:moveTo>
                  <a:pt x="15761" y="6899"/>
                </a:moveTo>
                <a:cubicBezTo>
                  <a:pt x="15776" y="6913"/>
                  <a:pt x="15820" y="6943"/>
                  <a:pt x="15835" y="6958"/>
                </a:cubicBezTo>
                <a:cubicBezTo>
                  <a:pt x="15820" y="6972"/>
                  <a:pt x="15835" y="6987"/>
                  <a:pt x="15835" y="6987"/>
                </a:cubicBezTo>
                <a:cubicBezTo>
                  <a:pt x="15820" y="6972"/>
                  <a:pt x="15791" y="6958"/>
                  <a:pt x="15761" y="6943"/>
                </a:cubicBezTo>
                <a:lnTo>
                  <a:pt x="15761" y="6899"/>
                </a:lnTo>
                <a:close/>
                <a:moveTo>
                  <a:pt x="16041" y="7016"/>
                </a:moveTo>
                <a:cubicBezTo>
                  <a:pt x="16056" y="7031"/>
                  <a:pt x="16085" y="7031"/>
                  <a:pt x="16085" y="7046"/>
                </a:cubicBezTo>
                <a:cubicBezTo>
                  <a:pt x="16115" y="7061"/>
                  <a:pt x="16115" y="7090"/>
                  <a:pt x="16115" y="7090"/>
                </a:cubicBezTo>
                <a:cubicBezTo>
                  <a:pt x="16100" y="7061"/>
                  <a:pt x="16085" y="7061"/>
                  <a:pt x="16056" y="7046"/>
                </a:cubicBezTo>
                <a:cubicBezTo>
                  <a:pt x="16056" y="7031"/>
                  <a:pt x="16056" y="7031"/>
                  <a:pt x="16041" y="7016"/>
                </a:cubicBezTo>
                <a:close/>
                <a:moveTo>
                  <a:pt x="15923" y="7046"/>
                </a:moveTo>
                <a:cubicBezTo>
                  <a:pt x="15953" y="7061"/>
                  <a:pt x="15967" y="7090"/>
                  <a:pt x="15997" y="7105"/>
                </a:cubicBezTo>
                <a:lnTo>
                  <a:pt x="15997" y="7119"/>
                </a:lnTo>
                <a:cubicBezTo>
                  <a:pt x="15982" y="7105"/>
                  <a:pt x="15967" y="7090"/>
                  <a:pt x="15923" y="7061"/>
                </a:cubicBezTo>
                <a:lnTo>
                  <a:pt x="15923" y="7046"/>
                </a:lnTo>
                <a:close/>
                <a:moveTo>
                  <a:pt x="16232" y="7149"/>
                </a:moveTo>
                <a:lnTo>
                  <a:pt x="16262" y="7193"/>
                </a:lnTo>
                <a:lnTo>
                  <a:pt x="16262" y="7208"/>
                </a:lnTo>
                <a:cubicBezTo>
                  <a:pt x="16247" y="7193"/>
                  <a:pt x="16232" y="7193"/>
                  <a:pt x="16232" y="7178"/>
                </a:cubicBezTo>
                <a:lnTo>
                  <a:pt x="16232" y="7149"/>
                </a:lnTo>
                <a:close/>
                <a:moveTo>
                  <a:pt x="16115" y="7193"/>
                </a:moveTo>
                <a:cubicBezTo>
                  <a:pt x="16129" y="7208"/>
                  <a:pt x="16159" y="7208"/>
                  <a:pt x="16173" y="7252"/>
                </a:cubicBezTo>
                <a:cubicBezTo>
                  <a:pt x="16159" y="7237"/>
                  <a:pt x="16129" y="7208"/>
                  <a:pt x="16115" y="7208"/>
                </a:cubicBezTo>
                <a:lnTo>
                  <a:pt x="16115" y="7193"/>
                </a:lnTo>
                <a:close/>
                <a:moveTo>
                  <a:pt x="15011" y="6531"/>
                </a:moveTo>
                <a:lnTo>
                  <a:pt x="15011" y="6531"/>
                </a:lnTo>
                <a:cubicBezTo>
                  <a:pt x="15055" y="6545"/>
                  <a:pt x="15084" y="6590"/>
                  <a:pt x="15129" y="6604"/>
                </a:cubicBezTo>
                <a:cubicBezTo>
                  <a:pt x="15379" y="8120"/>
                  <a:pt x="15364" y="9695"/>
                  <a:pt x="15349" y="11240"/>
                </a:cubicBezTo>
                <a:lnTo>
                  <a:pt x="15349" y="12476"/>
                </a:lnTo>
                <a:cubicBezTo>
                  <a:pt x="15349" y="13168"/>
                  <a:pt x="15364" y="13977"/>
                  <a:pt x="15467" y="14787"/>
                </a:cubicBezTo>
                <a:cubicBezTo>
                  <a:pt x="15320" y="14007"/>
                  <a:pt x="15246" y="13124"/>
                  <a:pt x="15232" y="12167"/>
                </a:cubicBezTo>
                <a:cubicBezTo>
                  <a:pt x="15217" y="11623"/>
                  <a:pt x="15217" y="11093"/>
                  <a:pt x="15217" y="10578"/>
                </a:cubicBezTo>
                <a:cubicBezTo>
                  <a:pt x="15217" y="9239"/>
                  <a:pt x="15217" y="7870"/>
                  <a:pt x="15011" y="6531"/>
                </a:cubicBezTo>
                <a:close/>
                <a:moveTo>
                  <a:pt x="15232" y="6678"/>
                </a:moveTo>
                <a:lnTo>
                  <a:pt x="15232" y="6678"/>
                </a:lnTo>
                <a:cubicBezTo>
                  <a:pt x="15246" y="6678"/>
                  <a:pt x="15290" y="6722"/>
                  <a:pt x="15320" y="6737"/>
                </a:cubicBezTo>
                <a:cubicBezTo>
                  <a:pt x="15644" y="8429"/>
                  <a:pt x="15599" y="10225"/>
                  <a:pt x="15570" y="11976"/>
                </a:cubicBezTo>
                <a:cubicBezTo>
                  <a:pt x="15570" y="12255"/>
                  <a:pt x="15541" y="12535"/>
                  <a:pt x="15541" y="12800"/>
                </a:cubicBezTo>
                <a:cubicBezTo>
                  <a:pt x="15526" y="13609"/>
                  <a:pt x="15541" y="14492"/>
                  <a:pt x="15644" y="15405"/>
                </a:cubicBezTo>
                <a:cubicBezTo>
                  <a:pt x="15467" y="14375"/>
                  <a:pt x="15438" y="13359"/>
                  <a:pt x="15438" y="12491"/>
                </a:cubicBezTo>
                <a:lnTo>
                  <a:pt x="15438" y="11255"/>
                </a:lnTo>
                <a:cubicBezTo>
                  <a:pt x="15452" y="9739"/>
                  <a:pt x="15452" y="8164"/>
                  <a:pt x="15232" y="6678"/>
                </a:cubicBezTo>
                <a:close/>
                <a:moveTo>
                  <a:pt x="15408" y="6810"/>
                </a:moveTo>
                <a:cubicBezTo>
                  <a:pt x="15438" y="6810"/>
                  <a:pt x="15467" y="6840"/>
                  <a:pt x="15511" y="6869"/>
                </a:cubicBezTo>
                <a:cubicBezTo>
                  <a:pt x="15894" y="8753"/>
                  <a:pt x="15820" y="10769"/>
                  <a:pt x="15747" y="12726"/>
                </a:cubicBezTo>
                <a:lnTo>
                  <a:pt x="15732" y="13124"/>
                </a:lnTo>
                <a:cubicBezTo>
                  <a:pt x="15688" y="14021"/>
                  <a:pt x="15688" y="15007"/>
                  <a:pt x="15791" y="16008"/>
                </a:cubicBezTo>
                <a:cubicBezTo>
                  <a:pt x="15614" y="14904"/>
                  <a:pt x="15599" y="13801"/>
                  <a:pt x="15614" y="12800"/>
                </a:cubicBezTo>
                <a:cubicBezTo>
                  <a:pt x="15614" y="12535"/>
                  <a:pt x="15629" y="12255"/>
                  <a:pt x="15629" y="11976"/>
                </a:cubicBezTo>
                <a:cubicBezTo>
                  <a:pt x="15673" y="10254"/>
                  <a:pt x="15717" y="8488"/>
                  <a:pt x="15408" y="6810"/>
                </a:cubicBezTo>
                <a:close/>
                <a:moveTo>
                  <a:pt x="15599" y="6913"/>
                </a:moveTo>
                <a:cubicBezTo>
                  <a:pt x="15644" y="6928"/>
                  <a:pt x="15658" y="6958"/>
                  <a:pt x="15688" y="6972"/>
                </a:cubicBezTo>
                <a:cubicBezTo>
                  <a:pt x="16173" y="9091"/>
                  <a:pt x="16041" y="11358"/>
                  <a:pt x="15938" y="13418"/>
                </a:cubicBezTo>
                <a:cubicBezTo>
                  <a:pt x="15879" y="14375"/>
                  <a:pt x="15835" y="15361"/>
                  <a:pt x="15909" y="16332"/>
                </a:cubicBezTo>
                <a:cubicBezTo>
                  <a:pt x="15791" y="15228"/>
                  <a:pt x="15791" y="14110"/>
                  <a:pt x="15820" y="13080"/>
                </a:cubicBezTo>
                <a:lnTo>
                  <a:pt x="15835" y="12697"/>
                </a:lnTo>
                <a:cubicBezTo>
                  <a:pt x="15894" y="10799"/>
                  <a:pt x="15967" y="8797"/>
                  <a:pt x="15599" y="6913"/>
                </a:cubicBezTo>
                <a:close/>
                <a:moveTo>
                  <a:pt x="15791" y="7061"/>
                </a:moveTo>
                <a:cubicBezTo>
                  <a:pt x="15806" y="7075"/>
                  <a:pt x="15835" y="7105"/>
                  <a:pt x="15864" y="7119"/>
                </a:cubicBezTo>
                <a:cubicBezTo>
                  <a:pt x="16394" y="9239"/>
                  <a:pt x="16276" y="11534"/>
                  <a:pt x="16100" y="13742"/>
                </a:cubicBezTo>
                <a:cubicBezTo>
                  <a:pt x="16026" y="14698"/>
                  <a:pt x="15953" y="15728"/>
                  <a:pt x="15982" y="16729"/>
                </a:cubicBezTo>
                <a:cubicBezTo>
                  <a:pt x="15894" y="15640"/>
                  <a:pt x="15909" y="14492"/>
                  <a:pt x="15982" y="13433"/>
                </a:cubicBezTo>
                <a:cubicBezTo>
                  <a:pt x="16115" y="11402"/>
                  <a:pt x="16247" y="9165"/>
                  <a:pt x="15791" y="7061"/>
                </a:cubicBezTo>
                <a:close/>
                <a:moveTo>
                  <a:pt x="15967" y="7193"/>
                </a:moveTo>
                <a:cubicBezTo>
                  <a:pt x="15982" y="7208"/>
                  <a:pt x="16026" y="7237"/>
                  <a:pt x="16041" y="7252"/>
                </a:cubicBezTo>
                <a:cubicBezTo>
                  <a:pt x="16630" y="9400"/>
                  <a:pt x="16541" y="11770"/>
                  <a:pt x="16306" y="14051"/>
                </a:cubicBezTo>
                <a:cubicBezTo>
                  <a:pt x="16188" y="15108"/>
                  <a:pt x="16100" y="16165"/>
                  <a:pt x="16114" y="17208"/>
                </a:cubicBezTo>
                <a:lnTo>
                  <a:pt x="16114" y="17208"/>
                </a:lnTo>
                <a:cubicBezTo>
                  <a:pt x="16114" y="17200"/>
                  <a:pt x="16112" y="17197"/>
                  <a:pt x="16100" y="17185"/>
                </a:cubicBezTo>
                <a:cubicBezTo>
                  <a:pt x="16026" y="16038"/>
                  <a:pt x="16100" y="14860"/>
                  <a:pt x="16173" y="13742"/>
                </a:cubicBezTo>
                <a:cubicBezTo>
                  <a:pt x="16365" y="11578"/>
                  <a:pt x="16482" y="9297"/>
                  <a:pt x="15967" y="7193"/>
                </a:cubicBezTo>
                <a:close/>
                <a:moveTo>
                  <a:pt x="16159" y="7340"/>
                </a:moveTo>
                <a:lnTo>
                  <a:pt x="16203" y="7399"/>
                </a:lnTo>
                <a:cubicBezTo>
                  <a:pt x="16909" y="9739"/>
                  <a:pt x="16747" y="12314"/>
                  <a:pt x="16497" y="14389"/>
                </a:cubicBezTo>
                <a:cubicBezTo>
                  <a:pt x="16365" y="15478"/>
                  <a:pt x="16262" y="16508"/>
                  <a:pt x="16232" y="17480"/>
                </a:cubicBezTo>
                <a:cubicBezTo>
                  <a:pt x="16232" y="17465"/>
                  <a:pt x="16203" y="17436"/>
                  <a:pt x="16203" y="17421"/>
                </a:cubicBezTo>
                <a:cubicBezTo>
                  <a:pt x="16188" y="16332"/>
                  <a:pt x="16276" y="15199"/>
                  <a:pt x="16394" y="14066"/>
                </a:cubicBezTo>
                <a:cubicBezTo>
                  <a:pt x="16615" y="11814"/>
                  <a:pt x="16718" y="9474"/>
                  <a:pt x="16159" y="7340"/>
                </a:cubicBezTo>
                <a:close/>
                <a:moveTo>
                  <a:pt x="16321" y="7487"/>
                </a:moveTo>
                <a:lnTo>
                  <a:pt x="16365" y="7546"/>
                </a:lnTo>
                <a:cubicBezTo>
                  <a:pt x="16998" y="9459"/>
                  <a:pt x="17086" y="11770"/>
                  <a:pt x="16688" y="14713"/>
                </a:cubicBezTo>
                <a:lnTo>
                  <a:pt x="16688" y="14757"/>
                </a:lnTo>
                <a:cubicBezTo>
                  <a:pt x="16541" y="15743"/>
                  <a:pt x="16409" y="16744"/>
                  <a:pt x="16335" y="17715"/>
                </a:cubicBezTo>
                <a:cubicBezTo>
                  <a:pt x="16321" y="17700"/>
                  <a:pt x="16321" y="17686"/>
                  <a:pt x="16291" y="17642"/>
                </a:cubicBezTo>
                <a:cubicBezTo>
                  <a:pt x="16321" y="16626"/>
                  <a:pt x="16424" y="15537"/>
                  <a:pt x="16571" y="14404"/>
                </a:cubicBezTo>
                <a:cubicBezTo>
                  <a:pt x="16836" y="12329"/>
                  <a:pt x="16998" y="9813"/>
                  <a:pt x="16321" y="7487"/>
                </a:cubicBezTo>
                <a:close/>
                <a:moveTo>
                  <a:pt x="16306" y="17803"/>
                </a:moveTo>
                <a:cubicBezTo>
                  <a:pt x="16306" y="17818"/>
                  <a:pt x="16321" y="17848"/>
                  <a:pt x="16321" y="17862"/>
                </a:cubicBezTo>
                <a:lnTo>
                  <a:pt x="16321" y="17921"/>
                </a:lnTo>
                <a:cubicBezTo>
                  <a:pt x="16321" y="17907"/>
                  <a:pt x="16306" y="17877"/>
                  <a:pt x="16306" y="17862"/>
                </a:cubicBezTo>
                <a:lnTo>
                  <a:pt x="16306" y="17803"/>
                </a:lnTo>
                <a:close/>
                <a:moveTo>
                  <a:pt x="16510" y="7643"/>
                </a:moveTo>
                <a:cubicBezTo>
                  <a:pt x="16528" y="7643"/>
                  <a:pt x="16531" y="7657"/>
                  <a:pt x="16541" y="7679"/>
                </a:cubicBezTo>
                <a:cubicBezTo>
                  <a:pt x="17233" y="9665"/>
                  <a:pt x="17365" y="12123"/>
                  <a:pt x="16895" y="15037"/>
                </a:cubicBezTo>
                <a:lnTo>
                  <a:pt x="16821" y="15493"/>
                </a:lnTo>
                <a:cubicBezTo>
                  <a:pt x="16688" y="16317"/>
                  <a:pt x="16541" y="17141"/>
                  <a:pt x="16453" y="17936"/>
                </a:cubicBezTo>
                <a:cubicBezTo>
                  <a:pt x="16424" y="17921"/>
                  <a:pt x="16409" y="17877"/>
                  <a:pt x="16409" y="17862"/>
                </a:cubicBezTo>
                <a:cubicBezTo>
                  <a:pt x="16468" y="16847"/>
                  <a:pt x="16615" y="15802"/>
                  <a:pt x="16762" y="14772"/>
                </a:cubicBezTo>
                <a:lnTo>
                  <a:pt x="16762" y="14742"/>
                </a:lnTo>
                <a:cubicBezTo>
                  <a:pt x="17159" y="11843"/>
                  <a:pt x="17086" y="9548"/>
                  <a:pt x="16482" y="7649"/>
                </a:cubicBezTo>
                <a:cubicBezTo>
                  <a:pt x="16494" y="7645"/>
                  <a:pt x="16503" y="7643"/>
                  <a:pt x="16510" y="7643"/>
                </a:cubicBezTo>
                <a:close/>
                <a:moveTo>
                  <a:pt x="16644" y="7767"/>
                </a:moveTo>
                <a:lnTo>
                  <a:pt x="16644" y="7767"/>
                </a:lnTo>
                <a:cubicBezTo>
                  <a:pt x="16674" y="7782"/>
                  <a:pt x="16688" y="7796"/>
                  <a:pt x="16703" y="7796"/>
                </a:cubicBezTo>
                <a:cubicBezTo>
                  <a:pt x="17675" y="10357"/>
                  <a:pt x="17483" y="13227"/>
                  <a:pt x="17086" y="15331"/>
                </a:cubicBezTo>
                <a:cubicBezTo>
                  <a:pt x="17042" y="15596"/>
                  <a:pt x="16983" y="15890"/>
                  <a:pt x="16924" y="16170"/>
                </a:cubicBezTo>
                <a:cubicBezTo>
                  <a:pt x="16792" y="16832"/>
                  <a:pt x="16659" y="17494"/>
                  <a:pt x="16571" y="18113"/>
                </a:cubicBezTo>
                <a:cubicBezTo>
                  <a:pt x="16556" y="18083"/>
                  <a:pt x="16541" y="18068"/>
                  <a:pt x="16512" y="18024"/>
                </a:cubicBezTo>
                <a:cubicBezTo>
                  <a:pt x="16615" y="17200"/>
                  <a:pt x="16733" y="16332"/>
                  <a:pt x="16880" y="15464"/>
                </a:cubicBezTo>
                <a:lnTo>
                  <a:pt x="16968" y="15007"/>
                </a:lnTo>
                <a:cubicBezTo>
                  <a:pt x="17424" y="12152"/>
                  <a:pt x="17336" y="9724"/>
                  <a:pt x="16644" y="7767"/>
                </a:cubicBezTo>
                <a:close/>
                <a:moveTo>
                  <a:pt x="16394" y="18010"/>
                </a:moveTo>
                <a:cubicBezTo>
                  <a:pt x="16409" y="18024"/>
                  <a:pt x="16409" y="18039"/>
                  <a:pt x="16424" y="18083"/>
                </a:cubicBezTo>
                <a:lnTo>
                  <a:pt x="16424" y="18157"/>
                </a:lnTo>
                <a:cubicBezTo>
                  <a:pt x="16409" y="18113"/>
                  <a:pt x="16409" y="18098"/>
                  <a:pt x="16394" y="18083"/>
                </a:cubicBezTo>
                <a:lnTo>
                  <a:pt x="16394" y="18010"/>
                </a:lnTo>
                <a:close/>
                <a:moveTo>
                  <a:pt x="16394" y="18230"/>
                </a:moveTo>
                <a:cubicBezTo>
                  <a:pt x="16394" y="18274"/>
                  <a:pt x="16409" y="18289"/>
                  <a:pt x="16409" y="18289"/>
                </a:cubicBezTo>
                <a:lnTo>
                  <a:pt x="16409" y="18363"/>
                </a:lnTo>
                <a:cubicBezTo>
                  <a:pt x="16409" y="18348"/>
                  <a:pt x="16394" y="18319"/>
                  <a:pt x="16394" y="18304"/>
                </a:cubicBezTo>
                <a:lnTo>
                  <a:pt x="16394" y="18230"/>
                </a:lnTo>
                <a:close/>
                <a:moveTo>
                  <a:pt x="16512" y="18171"/>
                </a:moveTo>
                <a:cubicBezTo>
                  <a:pt x="16541" y="18216"/>
                  <a:pt x="16556" y="18230"/>
                  <a:pt x="16571" y="18274"/>
                </a:cubicBezTo>
                <a:cubicBezTo>
                  <a:pt x="16541" y="18304"/>
                  <a:pt x="16541" y="18348"/>
                  <a:pt x="16541" y="18363"/>
                </a:cubicBezTo>
                <a:cubicBezTo>
                  <a:pt x="16527" y="18319"/>
                  <a:pt x="16497" y="18304"/>
                  <a:pt x="16497" y="18274"/>
                </a:cubicBezTo>
                <a:cubicBezTo>
                  <a:pt x="16497" y="18230"/>
                  <a:pt x="16497" y="18201"/>
                  <a:pt x="16512" y="18171"/>
                </a:cubicBezTo>
                <a:close/>
                <a:moveTo>
                  <a:pt x="16904" y="8079"/>
                </a:moveTo>
                <a:lnTo>
                  <a:pt x="16904" y="8079"/>
                </a:lnTo>
                <a:cubicBezTo>
                  <a:pt x="17725" y="10191"/>
                  <a:pt x="17853" y="12831"/>
                  <a:pt x="17277" y="15655"/>
                </a:cubicBezTo>
                <a:cubicBezTo>
                  <a:pt x="17189" y="16067"/>
                  <a:pt x="17101" y="16479"/>
                  <a:pt x="17012" y="16876"/>
                </a:cubicBezTo>
                <a:cubicBezTo>
                  <a:pt x="16909" y="17362"/>
                  <a:pt x="16792" y="17862"/>
                  <a:pt x="16703" y="18363"/>
                </a:cubicBezTo>
                <a:lnTo>
                  <a:pt x="16644" y="18245"/>
                </a:lnTo>
                <a:cubicBezTo>
                  <a:pt x="16733" y="17583"/>
                  <a:pt x="16880" y="16891"/>
                  <a:pt x="17012" y="16185"/>
                </a:cubicBezTo>
                <a:cubicBezTo>
                  <a:pt x="17071" y="15920"/>
                  <a:pt x="17130" y="15625"/>
                  <a:pt x="17189" y="15346"/>
                </a:cubicBezTo>
                <a:cubicBezTo>
                  <a:pt x="17564" y="13326"/>
                  <a:pt x="17769" y="10558"/>
                  <a:pt x="16904" y="8079"/>
                </a:cubicBezTo>
                <a:close/>
                <a:moveTo>
                  <a:pt x="16998" y="8091"/>
                </a:moveTo>
                <a:cubicBezTo>
                  <a:pt x="18263" y="11005"/>
                  <a:pt x="17866" y="14198"/>
                  <a:pt x="17454" y="15964"/>
                </a:cubicBezTo>
                <a:cubicBezTo>
                  <a:pt x="17351" y="16508"/>
                  <a:pt x="17204" y="17024"/>
                  <a:pt x="17086" y="17539"/>
                </a:cubicBezTo>
                <a:cubicBezTo>
                  <a:pt x="16998" y="17877"/>
                  <a:pt x="16924" y="18230"/>
                  <a:pt x="16836" y="18569"/>
                </a:cubicBezTo>
                <a:cubicBezTo>
                  <a:pt x="16821" y="18525"/>
                  <a:pt x="16777" y="18480"/>
                  <a:pt x="16762" y="18451"/>
                </a:cubicBezTo>
                <a:cubicBezTo>
                  <a:pt x="16850" y="17936"/>
                  <a:pt x="16983" y="17421"/>
                  <a:pt x="17086" y="16891"/>
                </a:cubicBezTo>
                <a:cubicBezTo>
                  <a:pt x="17174" y="16479"/>
                  <a:pt x="17277" y="16082"/>
                  <a:pt x="17351" y="15670"/>
                </a:cubicBezTo>
                <a:cubicBezTo>
                  <a:pt x="17939" y="12829"/>
                  <a:pt x="17807" y="10195"/>
                  <a:pt x="16998" y="8091"/>
                </a:cubicBezTo>
                <a:close/>
                <a:moveTo>
                  <a:pt x="16615" y="18377"/>
                </a:moveTo>
                <a:cubicBezTo>
                  <a:pt x="16630" y="18407"/>
                  <a:pt x="16644" y="18436"/>
                  <a:pt x="16659" y="18466"/>
                </a:cubicBezTo>
                <a:cubicBezTo>
                  <a:pt x="16674" y="18510"/>
                  <a:pt x="16674" y="18539"/>
                  <a:pt x="16644" y="18583"/>
                </a:cubicBezTo>
                <a:cubicBezTo>
                  <a:pt x="16630" y="18539"/>
                  <a:pt x="16615" y="18510"/>
                  <a:pt x="16600" y="18480"/>
                </a:cubicBezTo>
                <a:cubicBezTo>
                  <a:pt x="16600" y="18451"/>
                  <a:pt x="16615" y="18407"/>
                  <a:pt x="16615" y="18377"/>
                </a:cubicBezTo>
                <a:close/>
                <a:moveTo>
                  <a:pt x="16482" y="18436"/>
                </a:moveTo>
                <a:cubicBezTo>
                  <a:pt x="16497" y="18451"/>
                  <a:pt x="16497" y="18495"/>
                  <a:pt x="16527" y="18510"/>
                </a:cubicBezTo>
                <a:cubicBezTo>
                  <a:pt x="16527" y="18539"/>
                  <a:pt x="16527" y="18569"/>
                  <a:pt x="16497" y="18598"/>
                </a:cubicBezTo>
                <a:cubicBezTo>
                  <a:pt x="16482" y="18583"/>
                  <a:pt x="16482" y="18539"/>
                  <a:pt x="16468" y="18525"/>
                </a:cubicBezTo>
                <a:cubicBezTo>
                  <a:pt x="16482" y="18480"/>
                  <a:pt x="16482" y="18451"/>
                  <a:pt x="16482" y="18436"/>
                </a:cubicBezTo>
                <a:close/>
                <a:moveTo>
                  <a:pt x="17218" y="8370"/>
                </a:moveTo>
                <a:cubicBezTo>
                  <a:pt x="18190" y="10592"/>
                  <a:pt x="18381" y="13433"/>
                  <a:pt x="17660" y="16288"/>
                </a:cubicBezTo>
                <a:cubicBezTo>
                  <a:pt x="17513" y="16906"/>
                  <a:pt x="17336" y="17539"/>
                  <a:pt x="17145" y="18142"/>
                </a:cubicBezTo>
                <a:cubicBezTo>
                  <a:pt x="17086" y="18348"/>
                  <a:pt x="17042" y="18539"/>
                  <a:pt x="16968" y="18760"/>
                </a:cubicBezTo>
                <a:cubicBezTo>
                  <a:pt x="16924" y="18731"/>
                  <a:pt x="16909" y="18686"/>
                  <a:pt x="16880" y="18657"/>
                </a:cubicBezTo>
                <a:lnTo>
                  <a:pt x="17159" y="17553"/>
                </a:lnTo>
                <a:cubicBezTo>
                  <a:pt x="17292" y="17038"/>
                  <a:pt x="17424" y="16523"/>
                  <a:pt x="17542" y="15993"/>
                </a:cubicBezTo>
                <a:cubicBezTo>
                  <a:pt x="17939" y="14272"/>
                  <a:pt x="18337" y="11225"/>
                  <a:pt x="17218" y="8370"/>
                </a:cubicBezTo>
                <a:close/>
                <a:moveTo>
                  <a:pt x="16468" y="18686"/>
                </a:moveTo>
                <a:cubicBezTo>
                  <a:pt x="16468" y="18716"/>
                  <a:pt x="16482" y="18731"/>
                  <a:pt x="16482" y="18745"/>
                </a:cubicBezTo>
                <a:lnTo>
                  <a:pt x="16482" y="18804"/>
                </a:lnTo>
                <a:cubicBezTo>
                  <a:pt x="16482" y="18789"/>
                  <a:pt x="16468" y="18760"/>
                  <a:pt x="16468" y="18745"/>
                </a:cubicBezTo>
                <a:lnTo>
                  <a:pt x="16468" y="18686"/>
                </a:lnTo>
                <a:close/>
                <a:moveTo>
                  <a:pt x="16733" y="18569"/>
                </a:moveTo>
                <a:cubicBezTo>
                  <a:pt x="16762" y="18598"/>
                  <a:pt x="16777" y="18642"/>
                  <a:pt x="16821" y="18672"/>
                </a:cubicBezTo>
                <a:cubicBezTo>
                  <a:pt x="16792" y="18716"/>
                  <a:pt x="16792" y="18745"/>
                  <a:pt x="16777" y="18804"/>
                </a:cubicBezTo>
                <a:lnTo>
                  <a:pt x="16718" y="18686"/>
                </a:lnTo>
                <a:cubicBezTo>
                  <a:pt x="16718" y="18657"/>
                  <a:pt x="16733" y="18598"/>
                  <a:pt x="16733" y="18569"/>
                </a:cubicBezTo>
                <a:close/>
                <a:moveTo>
                  <a:pt x="16571" y="18613"/>
                </a:moveTo>
                <a:cubicBezTo>
                  <a:pt x="16600" y="18657"/>
                  <a:pt x="16615" y="18672"/>
                  <a:pt x="16630" y="18716"/>
                </a:cubicBezTo>
                <a:cubicBezTo>
                  <a:pt x="16630" y="18745"/>
                  <a:pt x="16615" y="18789"/>
                  <a:pt x="16615" y="18819"/>
                </a:cubicBezTo>
                <a:cubicBezTo>
                  <a:pt x="16600" y="18789"/>
                  <a:pt x="16571" y="18760"/>
                  <a:pt x="16571" y="18731"/>
                </a:cubicBezTo>
                <a:lnTo>
                  <a:pt x="16571" y="18613"/>
                </a:lnTo>
                <a:close/>
                <a:moveTo>
                  <a:pt x="17395" y="8562"/>
                </a:moveTo>
                <a:cubicBezTo>
                  <a:pt x="18454" y="10872"/>
                  <a:pt x="18616" y="13727"/>
                  <a:pt x="17866" y="16597"/>
                </a:cubicBezTo>
                <a:cubicBezTo>
                  <a:pt x="17660" y="17333"/>
                  <a:pt x="17439" y="18054"/>
                  <a:pt x="17218" y="18731"/>
                </a:cubicBezTo>
                <a:cubicBezTo>
                  <a:pt x="17204" y="18804"/>
                  <a:pt x="17159" y="18878"/>
                  <a:pt x="17145" y="18951"/>
                </a:cubicBezTo>
                <a:cubicBezTo>
                  <a:pt x="17101" y="18907"/>
                  <a:pt x="17086" y="18878"/>
                  <a:pt x="17056" y="18834"/>
                </a:cubicBezTo>
                <a:cubicBezTo>
                  <a:pt x="17101" y="18613"/>
                  <a:pt x="17189" y="18392"/>
                  <a:pt x="17233" y="18157"/>
                </a:cubicBezTo>
                <a:cubicBezTo>
                  <a:pt x="17410" y="17553"/>
                  <a:pt x="17586" y="16921"/>
                  <a:pt x="17748" y="16288"/>
                </a:cubicBezTo>
                <a:cubicBezTo>
                  <a:pt x="18440" y="13506"/>
                  <a:pt x="18307" y="10769"/>
                  <a:pt x="17395" y="8562"/>
                </a:cubicBezTo>
                <a:close/>
                <a:moveTo>
                  <a:pt x="16453" y="18966"/>
                </a:moveTo>
                <a:cubicBezTo>
                  <a:pt x="16468" y="18981"/>
                  <a:pt x="16468" y="18981"/>
                  <a:pt x="16468" y="19010"/>
                </a:cubicBezTo>
                <a:cubicBezTo>
                  <a:pt x="16453" y="18981"/>
                  <a:pt x="16453" y="18966"/>
                  <a:pt x="16453" y="18966"/>
                </a:cubicBezTo>
                <a:close/>
                <a:moveTo>
                  <a:pt x="16865" y="18760"/>
                </a:moveTo>
                <a:cubicBezTo>
                  <a:pt x="16880" y="18804"/>
                  <a:pt x="16924" y="18834"/>
                  <a:pt x="16939" y="18878"/>
                </a:cubicBezTo>
                <a:cubicBezTo>
                  <a:pt x="16939" y="18907"/>
                  <a:pt x="16924" y="18966"/>
                  <a:pt x="16909" y="19010"/>
                </a:cubicBezTo>
                <a:cubicBezTo>
                  <a:pt x="16895" y="18966"/>
                  <a:pt x="16850" y="18937"/>
                  <a:pt x="16836" y="18893"/>
                </a:cubicBezTo>
                <a:cubicBezTo>
                  <a:pt x="16850" y="18863"/>
                  <a:pt x="16850" y="18804"/>
                  <a:pt x="16865" y="18760"/>
                </a:cubicBezTo>
                <a:close/>
                <a:moveTo>
                  <a:pt x="16541" y="18878"/>
                </a:moveTo>
                <a:cubicBezTo>
                  <a:pt x="16556" y="18893"/>
                  <a:pt x="16556" y="18937"/>
                  <a:pt x="16571" y="18951"/>
                </a:cubicBezTo>
                <a:cubicBezTo>
                  <a:pt x="16600" y="18966"/>
                  <a:pt x="16571" y="19010"/>
                  <a:pt x="16571" y="19025"/>
                </a:cubicBezTo>
                <a:cubicBezTo>
                  <a:pt x="16556" y="19010"/>
                  <a:pt x="16556" y="18966"/>
                  <a:pt x="16541" y="18951"/>
                </a:cubicBezTo>
                <a:lnTo>
                  <a:pt x="16541" y="18878"/>
                </a:lnTo>
                <a:close/>
                <a:moveTo>
                  <a:pt x="16688" y="18819"/>
                </a:moveTo>
                <a:cubicBezTo>
                  <a:pt x="16703" y="18848"/>
                  <a:pt x="16718" y="18878"/>
                  <a:pt x="16733" y="18907"/>
                </a:cubicBezTo>
                <a:cubicBezTo>
                  <a:pt x="16733" y="18951"/>
                  <a:pt x="16733" y="18981"/>
                  <a:pt x="16718" y="19025"/>
                </a:cubicBezTo>
                <a:cubicBezTo>
                  <a:pt x="16703" y="18981"/>
                  <a:pt x="16688" y="18951"/>
                  <a:pt x="16674" y="18937"/>
                </a:cubicBezTo>
                <a:cubicBezTo>
                  <a:pt x="16674" y="18893"/>
                  <a:pt x="16688" y="18848"/>
                  <a:pt x="16688" y="18819"/>
                </a:cubicBezTo>
                <a:close/>
                <a:moveTo>
                  <a:pt x="17675" y="9018"/>
                </a:moveTo>
                <a:cubicBezTo>
                  <a:pt x="18690" y="11314"/>
                  <a:pt x="18837" y="14183"/>
                  <a:pt x="18042" y="16921"/>
                </a:cubicBezTo>
                <a:cubicBezTo>
                  <a:pt x="17822" y="17700"/>
                  <a:pt x="17557" y="18436"/>
                  <a:pt x="17292" y="19172"/>
                </a:cubicBezTo>
                <a:cubicBezTo>
                  <a:pt x="17262" y="19128"/>
                  <a:pt x="17218" y="19099"/>
                  <a:pt x="17204" y="19040"/>
                </a:cubicBezTo>
                <a:cubicBezTo>
                  <a:pt x="17233" y="18951"/>
                  <a:pt x="17262" y="18863"/>
                  <a:pt x="17292" y="18760"/>
                </a:cubicBezTo>
                <a:cubicBezTo>
                  <a:pt x="17513" y="18068"/>
                  <a:pt x="17748" y="17347"/>
                  <a:pt x="17954" y="16611"/>
                </a:cubicBezTo>
                <a:cubicBezTo>
                  <a:pt x="18675" y="13933"/>
                  <a:pt x="18587" y="11240"/>
                  <a:pt x="17675" y="9018"/>
                </a:cubicBezTo>
                <a:close/>
                <a:moveTo>
                  <a:pt x="17012" y="18951"/>
                </a:moveTo>
                <a:cubicBezTo>
                  <a:pt x="17056" y="18981"/>
                  <a:pt x="17071" y="19025"/>
                  <a:pt x="17101" y="19054"/>
                </a:cubicBezTo>
                <a:cubicBezTo>
                  <a:pt x="17086" y="19113"/>
                  <a:pt x="17071" y="19157"/>
                  <a:pt x="17056" y="19202"/>
                </a:cubicBezTo>
                <a:cubicBezTo>
                  <a:pt x="17012" y="19172"/>
                  <a:pt x="16998" y="19128"/>
                  <a:pt x="16983" y="19099"/>
                </a:cubicBezTo>
                <a:cubicBezTo>
                  <a:pt x="16998" y="19040"/>
                  <a:pt x="16998" y="19010"/>
                  <a:pt x="17012" y="18951"/>
                </a:cubicBezTo>
                <a:close/>
                <a:moveTo>
                  <a:pt x="16527" y="19113"/>
                </a:moveTo>
                <a:cubicBezTo>
                  <a:pt x="16527" y="19128"/>
                  <a:pt x="16541" y="19143"/>
                  <a:pt x="16541" y="19172"/>
                </a:cubicBezTo>
                <a:lnTo>
                  <a:pt x="16541" y="19246"/>
                </a:lnTo>
                <a:cubicBezTo>
                  <a:pt x="16541" y="19231"/>
                  <a:pt x="16527" y="19202"/>
                  <a:pt x="16527" y="19187"/>
                </a:cubicBezTo>
                <a:lnTo>
                  <a:pt x="16527" y="19113"/>
                </a:lnTo>
                <a:close/>
                <a:moveTo>
                  <a:pt x="16659" y="19054"/>
                </a:moveTo>
                <a:cubicBezTo>
                  <a:pt x="16688" y="19099"/>
                  <a:pt x="16703" y="19113"/>
                  <a:pt x="16718" y="19157"/>
                </a:cubicBezTo>
                <a:cubicBezTo>
                  <a:pt x="16688" y="19187"/>
                  <a:pt x="16688" y="19216"/>
                  <a:pt x="16688" y="19246"/>
                </a:cubicBezTo>
                <a:cubicBezTo>
                  <a:pt x="16674" y="19202"/>
                  <a:pt x="16644" y="19187"/>
                  <a:pt x="16644" y="19157"/>
                </a:cubicBezTo>
                <a:cubicBezTo>
                  <a:pt x="16644" y="19113"/>
                  <a:pt x="16659" y="19084"/>
                  <a:pt x="16659" y="19054"/>
                </a:cubicBezTo>
                <a:close/>
                <a:moveTo>
                  <a:pt x="16836" y="19010"/>
                </a:moveTo>
                <a:cubicBezTo>
                  <a:pt x="16850" y="19040"/>
                  <a:pt x="16895" y="19084"/>
                  <a:pt x="16909" y="19113"/>
                </a:cubicBezTo>
                <a:cubicBezTo>
                  <a:pt x="16865" y="19157"/>
                  <a:pt x="16850" y="19187"/>
                  <a:pt x="16850" y="19246"/>
                </a:cubicBezTo>
                <a:lnTo>
                  <a:pt x="16792" y="19128"/>
                </a:lnTo>
                <a:cubicBezTo>
                  <a:pt x="16821" y="19099"/>
                  <a:pt x="16821" y="19040"/>
                  <a:pt x="16836" y="19010"/>
                </a:cubicBezTo>
                <a:close/>
                <a:moveTo>
                  <a:pt x="17866" y="9239"/>
                </a:moveTo>
                <a:cubicBezTo>
                  <a:pt x="18940" y="11593"/>
                  <a:pt x="19102" y="14492"/>
                  <a:pt x="18248" y="17244"/>
                </a:cubicBezTo>
                <a:cubicBezTo>
                  <a:pt x="18028" y="17951"/>
                  <a:pt x="17748" y="18672"/>
                  <a:pt x="17468" y="19349"/>
                </a:cubicBezTo>
                <a:cubicBezTo>
                  <a:pt x="17439" y="19319"/>
                  <a:pt x="17395" y="19275"/>
                  <a:pt x="17365" y="19231"/>
                </a:cubicBezTo>
                <a:cubicBezTo>
                  <a:pt x="17645" y="18495"/>
                  <a:pt x="17925" y="17715"/>
                  <a:pt x="18145" y="16921"/>
                </a:cubicBezTo>
                <a:cubicBezTo>
                  <a:pt x="18911" y="14257"/>
                  <a:pt x="18808" y="11505"/>
                  <a:pt x="17866" y="9239"/>
                </a:cubicBezTo>
                <a:close/>
                <a:moveTo>
                  <a:pt x="17159" y="19128"/>
                </a:moveTo>
                <a:cubicBezTo>
                  <a:pt x="17204" y="19172"/>
                  <a:pt x="17233" y="19202"/>
                  <a:pt x="17248" y="19246"/>
                </a:cubicBezTo>
                <a:cubicBezTo>
                  <a:pt x="17262" y="19260"/>
                  <a:pt x="17233" y="19275"/>
                  <a:pt x="17233" y="19305"/>
                </a:cubicBezTo>
                <a:cubicBezTo>
                  <a:pt x="17218" y="19334"/>
                  <a:pt x="17218" y="19378"/>
                  <a:pt x="17204" y="19408"/>
                </a:cubicBezTo>
                <a:cubicBezTo>
                  <a:pt x="17159" y="19378"/>
                  <a:pt x="17145" y="19334"/>
                  <a:pt x="17101" y="19275"/>
                </a:cubicBezTo>
                <a:cubicBezTo>
                  <a:pt x="17130" y="19216"/>
                  <a:pt x="17145" y="19172"/>
                  <a:pt x="17159" y="19128"/>
                </a:cubicBezTo>
                <a:close/>
                <a:moveTo>
                  <a:pt x="16497" y="19349"/>
                </a:moveTo>
                <a:cubicBezTo>
                  <a:pt x="16497" y="19378"/>
                  <a:pt x="16512" y="19378"/>
                  <a:pt x="16512" y="19393"/>
                </a:cubicBezTo>
                <a:lnTo>
                  <a:pt x="16512" y="19452"/>
                </a:lnTo>
                <a:cubicBezTo>
                  <a:pt x="16512" y="19422"/>
                  <a:pt x="16512" y="19422"/>
                  <a:pt x="16497" y="19408"/>
                </a:cubicBezTo>
                <a:lnTo>
                  <a:pt x="16497" y="19349"/>
                </a:lnTo>
                <a:close/>
                <a:moveTo>
                  <a:pt x="16762" y="19246"/>
                </a:moveTo>
                <a:cubicBezTo>
                  <a:pt x="16777" y="19275"/>
                  <a:pt x="16792" y="19319"/>
                  <a:pt x="16821" y="19334"/>
                </a:cubicBezTo>
                <a:cubicBezTo>
                  <a:pt x="16792" y="19378"/>
                  <a:pt x="16792" y="19408"/>
                  <a:pt x="16777" y="19452"/>
                </a:cubicBezTo>
                <a:cubicBezTo>
                  <a:pt x="16762" y="19408"/>
                  <a:pt x="16733" y="19378"/>
                  <a:pt x="16718" y="19349"/>
                </a:cubicBezTo>
                <a:cubicBezTo>
                  <a:pt x="16733" y="19334"/>
                  <a:pt x="16762" y="19305"/>
                  <a:pt x="16762" y="19246"/>
                </a:cubicBezTo>
                <a:close/>
                <a:moveTo>
                  <a:pt x="16939" y="19187"/>
                </a:moveTo>
                <a:cubicBezTo>
                  <a:pt x="16968" y="19216"/>
                  <a:pt x="16998" y="19260"/>
                  <a:pt x="17012" y="19305"/>
                </a:cubicBezTo>
                <a:cubicBezTo>
                  <a:pt x="16998" y="19349"/>
                  <a:pt x="16998" y="19408"/>
                  <a:pt x="16983" y="19452"/>
                </a:cubicBezTo>
                <a:cubicBezTo>
                  <a:pt x="16968" y="19408"/>
                  <a:pt x="16924" y="19378"/>
                  <a:pt x="16909" y="19334"/>
                </a:cubicBezTo>
                <a:cubicBezTo>
                  <a:pt x="16924" y="19275"/>
                  <a:pt x="16924" y="19246"/>
                  <a:pt x="16939" y="19187"/>
                </a:cubicBezTo>
                <a:close/>
                <a:moveTo>
                  <a:pt x="16615" y="19305"/>
                </a:moveTo>
                <a:cubicBezTo>
                  <a:pt x="16630" y="19319"/>
                  <a:pt x="16630" y="19349"/>
                  <a:pt x="16644" y="19378"/>
                </a:cubicBezTo>
                <a:cubicBezTo>
                  <a:pt x="16644" y="19408"/>
                  <a:pt x="16630" y="19422"/>
                  <a:pt x="16630" y="19466"/>
                </a:cubicBezTo>
                <a:cubicBezTo>
                  <a:pt x="16615" y="19452"/>
                  <a:pt x="16615" y="19408"/>
                  <a:pt x="16600" y="19393"/>
                </a:cubicBezTo>
                <a:cubicBezTo>
                  <a:pt x="16600" y="19349"/>
                  <a:pt x="16615" y="19334"/>
                  <a:pt x="16615" y="19305"/>
                </a:cubicBezTo>
                <a:close/>
                <a:moveTo>
                  <a:pt x="18101" y="9680"/>
                </a:moveTo>
                <a:lnTo>
                  <a:pt x="18101" y="9680"/>
                </a:lnTo>
                <a:cubicBezTo>
                  <a:pt x="19176" y="12020"/>
                  <a:pt x="19308" y="14919"/>
                  <a:pt x="18440" y="17553"/>
                </a:cubicBezTo>
                <a:cubicBezTo>
                  <a:pt x="18204" y="18230"/>
                  <a:pt x="17939" y="18893"/>
                  <a:pt x="17645" y="19540"/>
                </a:cubicBezTo>
                <a:lnTo>
                  <a:pt x="17513" y="19408"/>
                </a:lnTo>
                <a:cubicBezTo>
                  <a:pt x="17792" y="18716"/>
                  <a:pt x="18087" y="17995"/>
                  <a:pt x="18307" y="17259"/>
                </a:cubicBezTo>
                <a:cubicBezTo>
                  <a:pt x="19117" y="14669"/>
                  <a:pt x="19028" y="11946"/>
                  <a:pt x="18101" y="9680"/>
                </a:cubicBezTo>
                <a:close/>
                <a:moveTo>
                  <a:pt x="17336" y="19319"/>
                </a:moveTo>
                <a:lnTo>
                  <a:pt x="17439" y="19422"/>
                </a:lnTo>
                <a:cubicBezTo>
                  <a:pt x="17410" y="19496"/>
                  <a:pt x="17380" y="19555"/>
                  <a:pt x="17365" y="19614"/>
                </a:cubicBezTo>
                <a:cubicBezTo>
                  <a:pt x="17336" y="19569"/>
                  <a:pt x="17292" y="19540"/>
                  <a:pt x="17277" y="19481"/>
                </a:cubicBezTo>
                <a:cubicBezTo>
                  <a:pt x="17292" y="19422"/>
                  <a:pt x="17307" y="19393"/>
                  <a:pt x="17336" y="19334"/>
                </a:cubicBezTo>
                <a:lnTo>
                  <a:pt x="17336" y="19319"/>
                </a:lnTo>
                <a:close/>
                <a:moveTo>
                  <a:pt x="17086" y="19393"/>
                </a:moveTo>
                <a:cubicBezTo>
                  <a:pt x="17130" y="19422"/>
                  <a:pt x="17145" y="19466"/>
                  <a:pt x="17174" y="19496"/>
                </a:cubicBezTo>
                <a:cubicBezTo>
                  <a:pt x="17145" y="19555"/>
                  <a:pt x="17130" y="19584"/>
                  <a:pt x="17101" y="19643"/>
                </a:cubicBezTo>
                <a:cubicBezTo>
                  <a:pt x="17086" y="19614"/>
                  <a:pt x="17056" y="19569"/>
                  <a:pt x="17027" y="19540"/>
                </a:cubicBezTo>
                <a:cubicBezTo>
                  <a:pt x="17056" y="19481"/>
                  <a:pt x="17071" y="19422"/>
                  <a:pt x="17086" y="19393"/>
                </a:cubicBezTo>
                <a:close/>
                <a:moveTo>
                  <a:pt x="16895" y="19452"/>
                </a:moveTo>
                <a:cubicBezTo>
                  <a:pt x="16909" y="19481"/>
                  <a:pt x="16924" y="19525"/>
                  <a:pt x="16968" y="19555"/>
                </a:cubicBezTo>
                <a:cubicBezTo>
                  <a:pt x="16924" y="19584"/>
                  <a:pt x="16924" y="19628"/>
                  <a:pt x="16909" y="19687"/>
                </a:cubicBezTo>
                <a:lnTo>
                  <a:pt x="16850" y="19569"/>
                </a:lnTo>
                <a:cubicBezTo>
                  <a:pt x="16865" y="19540"/>
                  <a:pt x="16865" y="19481"/>
                  <a:pt x="16895" y="19452"/>
                </a:cubicBezTo>
                <a:close/>
                <a:moveTo>
                  <a:pt x="16571" y="19555"/>
                </a:moveTo>
                <a:cubicBezTo>
                  <a:pt x="16571" y="19569"/>
                  <a:pt x="16600" y="19584"/>
                  <a:pt x="16600" y="19614"/>
                </a:cubicBezTo>
                <a:cubicBezTo>
                  <a:pt x="16600" y="19643"/>
                  <a:pt x="16571" y="19672"/>
                  <a:pt x="16571" y="19702"/>
                </a:cubicBezTo>
                <a:cubicBezTo>
                  <a:pt x="16571" y="19687"/>
                  <a:pt x="16556" y="19672"/>
                  <a:pt x="16556" y="19643"/>
                </a:cubicBezTo>
                <a:cubicBezTo>
                  <a:pt x="16556" y="19614"/>
                  <a:pt x="16556" y="19584"/>
                  <a:pt x="16571" y="19555"/>
                </a:cubicBezTo>
                <a:close/>
                <a:moveTo>
                  <a:pt x="16703" y="19496"/>
                </a:moveTo>
                <a:cubicBezTo>
                  <a:pt x="16718" y="19540"/>
                  <a:pt x="16747" y="19555"/>
                  <a:pt x="16762" y="19584"/>
                </a:cubicBezTo>
                <a:cubicBezTo>
                  <a:pt x="16747" y="19628"/>
                  <a:pt x="16747" y="19672"/>
                  <a:pt x="16718" y="19702"/>
                </a:cubicBezTo>
                <a:cubicBezTo>
                  <a:pt x="16703" y="19672"/>
                  <a:pt x="16688" y="19643"/>
                  <a:pt x="16688" y="19614"/>
                </a:cubicBezTo>
                <a:cubicBezTo>
                  <a:pt x="16688" y="19569"/>
                  <a:pt x="16703" y="19540"/>
                  <a:pt x="16703" y="19496"/>
                </a:cubicBezTo>
                <a:close/>
                <a:moveTo>
                  <a:pt x="18322" y="9886"/>
                </a:moveTo>
                <a:lnTo>
                  <a:pt x="18322" y="9886"/>
                </a:lnTo>
                <a:cubicBezTo>
                  <a:pt x="19426" y="12285"/>
                  <a:pt x="19573" y="15228"/>
                  <a:pt x="18631" y="17862"/>
                </a:cubicBezTo>
                <a:cubicBezTo>
                  <a:pt x="18410" y="18510"/>
                  <a:pt x="18145" y="19113"/>
                  <a:pt x="17851" y="19717"/>
                </a:cubicBezTo>
                <a:cubicBezTo>
                  <a:pt x="17807" y="19687"/>
                  <a:pt x="17748" y="19643"/>
                  <a:pt x="17719" y="19599"/>
                </a:cubicBezTo>
                <a:cubicBezTo>
                  <a:pt x="18013" y="18937"/>
                  <a:pt x="18293" y="18274"/>
                  <a:pt x="18528" y="17568"/>
                </a:cubicBezTo>
                <a:cubicBezTo>
                  <a:pt x="19367" y="15007"/>
                  <a:pt x="19279" y="12197"/>
                  <a:pt x="18322" y="9886"/>
                </a:cubicBezTo>
                <a:close/>
                <a:moveTo>
                  <a:pt x="17498" y="19496"/>
                </a:moveTo>
                <a:lnTo>
                  <a:pt x="17630" y="19628"/>
                </a:lnTo>
                <a:cubicBezTo>
                  <a:pt x="17586" y="19687"/>
                  <a:pt x="17571" y="19746"/>
                  <a:pt x="17527" y="19790"/>
                </a:cubicBezTo>
                <a:cubicBezTo>
                  <a:pt x="17498" y="19761"/>
                  <a:pt x="17454" y="19717"/>
                  <a:pt x="17424" y="19672"/>
                </a:cubicBezTo>
                <a:cubicBezTo>
                  <a:pt x="17439" y="19614"/>
                  <a:pt x="17483" y="19555"/>
                  <a:pt x="17498" y="19496"/>
                </a:cubicBezTo>
                <a:close/>
                <a:moveTo>
                  <a:pt x="17233" y="19555"/>
                </a:moveTo>
                <a:cubicBezTo>
                  <a:pt x="17277" y="19584"/>
                  <a:pt x="17307" y="19628"/>
                  <a:pt x="17336" y="19672"/>
                </a:cubicBezTo>
                <a:cubicBezTo>
                  <a:pt x="17307" y="19746"/>
                  <a:pt x="17292" y="19790"/>
                  <a:pt x="17277" y="19834"/>
                </a:cubicBezTo>
                <a:cubicBezTo>
                  <a:pt x="17233" y="19820"/>
                  <a:pt x="17204" y="19775"/>
                  <a:pt x="17189" y="19717"/>
                </a:cubicBezTo>
                <a:lnTo>
                  <a:pt x="17233" y="19555"/>
                </a:lnTo>
                <a:close/>
                <a:moveTo>
                  <a:pt x="17277" y="19834"/>
                </a:moveTo>
                <a:cubicBezTo>
                  <a:pt x="17277" y="19842"/>
                  <a:pt x="17273" y="19845"/>
                  <a:pt x="17272" y="19845"/>
                </a:cubicBezTo>
                <a:cubicBezTo>
                  <a:pt x="17270" y="19845"/>
                  <a:pt x="17270" y="19842"/>
                  <a:pt x="17277" y="19834"/>
                </a:cubicBezTo>
                <a:close/>
                <a:moveTo>
                  <a:pt x="16998" y="19628"/>
                </a:moveTo>
                <a:cubicBezTo>
                  <a:pt x="17012" y="19672"/>
                  <a:pt x="17056" y="19702"/>
                  <a:pt x="17071" y="19746"/>
                </a:cubicBezTo>
                <a:cubicBezTo>
                  <a:pt x="17071" y="19790"/>
                  <a:pt x="17056" y="19849"/>
                  <a:pt x="17042" y="19893"/>
                </a:cubicBezTo>
                <a:cubicBezTo>
                  <a:pt x="17012" y="19849"/>
                  <a:pt x="16983" y="19820"/>
                  <a:pt x="16968" y="19775"/>
                </a:cubicBezTo>
                <a:cubicBezTo>
                  <a:pt x="16983" y="19717"/>
                  <a:pt x="16998" y="19687"/>
                  <a:pt x="16998" y="19628"/>
                </a:cubicBezTo>
                <a:close/>
                <a:moveTo>
                  <a:pt x="16541" y="19820"/>
                </a:moveTo>
                <a:cubicBezTo>
                  <a:pt x="16541" y="19834"/>
                  <a:pt x="16556" y="19849"/>
                  <a:pt x="16556" y="19849"/>
                </a:cubicBezTo>
                <a:cubicBezTo>
                  <a:pt x="16556" y="19864"/>
                  <a:pt x="16556" y="19879"/>
                  <a:pt x="16541" y="19908"/>
                </a:cubicBezTo>
                <a:cubicBezTo>
                  <a:pt x="16541" y="19893"/>
                  <a:pt x="16541" y="19864"/>
                  <a:pt x="16527" y="19864"/>
                </a:cubicBezTo>
                <a:cubicBezTo>
                  <a:pt x="16541" y="19849"/>
                  <a:pt x="16541" y="19834"/>
                  <a:pt x="16541" y="19820"/>
                </a:cubicBezTo>
                <a:close/>
                <a:moveTo>
                  <a:pt x="16821" y="19672"/>
                </a:moveTo>
                <a:cubicBezTo>
                  <a:pt x="16836" y="19702"/>
                  <a:pt x="16850" y="19746"/>
                  <a:pt x="16865" y="19761"/>
                </a:cubicBezTo>
                <a:cubicBezTo>
                  <a:pt x="16850" y="19834"/>
                  <a:pt x="16850" y="19864"/>
                  <a:pt x="16836" y="19908"/>
                </a:cubicBezTo>
                <a:lnTo>
                  <a:pt x="16777" y="19790"/>
                </a:lnTo>
                <a:cubicBezTo>
                  <a:pt x="16792" y="19761"/>
                  <a:pt x="16792" y="19702"/>
                  <a:pt x="16821" y="19672"/>
                </a:cubicBezTo>
                <a:close/>
                <a:moveTo>
                  <a:pt x="18543" y="10210"/>
                </a:moveTo>
                <a:cubicBezTo>
                  <a:pt x="19676" y="12638"/>
                  <a:pt x="19808" y="15567"/>
                  <a:pt x="18822" y="18201"/>
                </a:cubicBezTo>
                <a:cubicBezTo>
                  <a:pt x="18602" y="18775"/>
                  <a:pt x="18322" y="19349"/>
                  <a:pt x="18042" y="19908"/>
                </a:cubicBezTo>
                <a:cubicBezTo>
                  <a:pt x="17998" y="19864"/>
                  <a:pt x="17954" y="19834"/>
                  <a:pt x="17895" y="19775"/>
                </a:cubicBezTo>
                <a:cubicBezTo>
                  <a:pt x="18190" y="19172"/>
                  <a:pt x="18469" y="18539"/>
                  <a:pt x="18705" y="17907"/>
                </a:cubicBezTo>
                <a:cubicBezTo>
                  <a:pt x="19617" y="15361"/>
                  <a:pt x="19514" y="12564"/>
                  <a:pt x="18543" y="10210"/>
                </a:cubicBezTo>
                <a:close/>
                <a:moveTo>
                  <a:pt x="16674" y="19746"/>
                </a:moveTo>
                <a:cubicBezTo>
                  <a:pt x="16688" y="19761"/>
                  <a:pt x="16688" y="19790"/>
                  <a:pt x="16703" y="19820"/>
                </a:cubicBezTo>
                <a:cubicBezTo>
                  <a:pt x="16703" y="19849"/>
                  <a:pt x="16688" y="19893"/>
                  <a:pt x="16688" y="19923"/>
                </a:cubicBezTo>
                <a:cubicBezTo>
                  <a:pt x="16674" y="19908"/>
                  <a:pt x="16674" y="19864"/>
                  <a:pt x="16644" y="19849"/>
                </a:cubicBezTo>
                <a:cubicBezTo>
                  <a:pt x="16644" y="19820"/>
                  <a:pt x="16644" y="19775"/>
                  <a:pt x="16674" y="19746"/>
                </a:cubicBezTo>
                <a:close/>
                <a:moveTo>
                  <a:pt x="17660" y="19672"/>
                </a:moveTo>
                <a:lnTo>
                  <a:pt x="17778" y="19775"/>
                </a:lnTo>
                <a:lnTo>
                  <a:pt x="17792" y="19790"/>
                </a:lnTo>
                <a:cubicBezTo>
                  <a:pt x="17778" y="19864"/>
                  <a:pt x="17748" y="19923"/>
                  <a:pt x="17719" y="19982"/>
                </a:cubicBezTo>
                <a:lnTo>
                  <a:pt x="17586" y="19849"/>
                </a:lnTo>
                <a:cubicBezTo>
                  <a:pt x="17601" y="19790"/>
                  <a:pt x="17645" y="19746"/>
                  <a:pt x="17660" y="19672"/>
                </a:cubicBezTo>
                <a:close/>
                <a:moveTo>
                  <a:pt x="17365" y="19761"/>
                </a:moveTo>
                <a:cubicBezTo>
                  <a:pt x="17410" y="19790"/>
                  <a:pt x="17439" y="19834"/>
                  <a:pt x="17468" y="19879"/>
                </a:cubicBezTo>
                <a:cubicBezTo>
                  <a:pt x="17468" y="19937"/>
                  <a:pt x="17439" y="19996"/>
                  <a:pt x="17424" y="20055"/>
                </a:cubicBezTo>
                <a:cubicBezTo>
                  <a:pt x="17380" y="20011"/>
                  <a:pt x="17351" y="19982"/>
                  <a:pt x="17307" y="19923"/>
                </a:cubicBezTo>
                <a:cubicBezTo>
                  <a:pt x="17307" y="19908"/>
                  <a:pt x="17336" y="19893"/>
                  <a:pt x="17336" y="19864"/>
                </a:cubicBezTo>
                <a:cubicBezTo>
                  <a:pt x="17351" y="19834"/>
                  <a:pt x="17365" y="19790"/>
                  <a:pt x="17365" y="19761"/>
                </a:cubicBezTo>
                <a:close/>
                <a:moveTo>
                  <a:pt x="18852" y="10769"/>
                </a:moveTo>
                <a:cubicBezTo>
                  <a:pt x="19911" y="13153"/>
                  <a:pt x="20000" y="16023"/>
                  <a:pt x="19028" y="18510"/>
                </a:cubicBezTo>
                <a:cubicBezTo>
                  <a:pt x="18808" y="19040"/>
                  <a:pt x="18543" y="19555"/>
                  <a:pt x="18263" y="20070"/>
                </a:cubicBezTo>
                <a:cubicBezTo>
                  <a:pt x="18219" y="20040"/>
                  <a:pt x="18160" y="19996"/>
                  <a:pt x="18116" y="19967"/>
                </a:cubicBezTo>
                <a:cubicBezTo>
                  <a:pt x="18410" y="19393"/>
                  <a:pt x="18690" y="18819"/>
                  <a:pt x="18911" y="18230"/>
                </a:cubicBezTo>
                <a:cubicBezTo>
                  <a:pt x="19838" y="15787"/>
                  <a:pt x="19794" y="13080"/>
                  <a:pt x="18852" y="10769"/>
                </a:cubicBezTo>
                <a:close/>
                <a:moveTo>
                  <a:pt x="17145" y="19834"/>
                </a:moveTo>
                <a:cubicBezTo>
                  <a:pt x="17189" y="19864"/>
                  <a:pt x="17204" y="19908"/>
                  <a:pt x="17233" y="19937"/>
                </a:cubicBezTo>
                <a:cubicBezTo>
                  <a:pt x="17204" y="19996"/>
                  <a:pt x="17189" y="20040"/>
                  <a:pt x="17159" y="20085"/>
                </a:cubicBezTo>
                <a:cubicBezTo>
                  <a:pt x="17145" y="20055"/>
                  <a:pt x="17115" y="20011"/>
                  <a:pt x="17086" y="19982"/>
                </a:cubicBezTo>
                <a:cubicBezTo>
                  <a:pt x="17101" y="19923"/>
                  <a:pt x="17130" y="19864"/>
                  <a:pt x="17145" y="19834"/>
                </a:cubicBezTo>
                <a:close/>
                <a:moveTo>
                  <a:pt x="16615" y="19996"/>
                </a:moveTo>
                <a:cubicBezTo>
                  <a:pt x="16615" y="20011"/>
                  <a:pt x="16630" y="20040"/>
                  <a:pt x="16630" y="20070"/>
                </a:cubicBezTo>
                <a:cubicBezTo>
                  <a:pt x="16630" y="20085"/>
                  <a:pt x="16615" y="20129"/>
                  <a:pt x="16615" y="20143"/>
                </a:cubicBezTo>
                <a:cubicBezTo>
                  <a:pt x="16615" y="20129"/>
                  <a:pt x="16600" y="20114"/>
                  <a:pt x="16600" y="20070"/>
                </a:cubicBezTo>
                <a:cubicBezTo>
                  <a:pt x="16600" y="20055"/>
                  <a:pt x="16615" y="20011"/>
                  <a:pt x="16615" y="19996"/>
                </a:cubicBezTo>
                <a:close/>
                <a:moveTo>
                  <a:pt x="16762" y="19923"/>
                </a:moveTo>
                <a:cubicBezTo>
                  <a:pt x="16762" y="19952"/>
                  <a:pt x="16777" y="19996"/>
                  <a:pt x="16792" y="20011"/>
                </a:cubicBezTo>
                <a:cubicBezTo>
                  <a:pt x="16777" y="20055"/>
                  <a:pt x="16777" y="20085"/>
                  <a:pt x="16762" y="20143"/>
                </a:cubicBezTo>
                <a:cubicBezTo>
                  <a:pt x="16747" y="20114"/>
                  <a:pt x="16747" y="20085"/>
                  <a:pt x="16718" y="20055"/>
                </a:cubicBezTo>
                <a:cubicBezTo>
                  <a:pt x="16733" y="20011"/>
                  <a:pt x="16733" y="19982"/>
                  <a:pt x="16762" y="19923"/>
                </a:cubicBezTo>
                <a:close/>
                <a:moveTo>
                  <a:pt x="16924" y="19893"/>
                </a:moveTo>
                <a:cubicBezTo>
                  <a:pt x="16939" y="19923"/>
                  <a:pt x="16968" y="19967"/>
                  <a:pt x="16998" y="19996"/>
                </a:cubicBezTo>
                <a:cubicBezTo>
                  <a:pt x="16983" y="20055"/>
                  <a:pt x="16968" y="20085"/>
                  <a:pt x="16939" y="20143"/>
                </a:cubicBezTo>
                <a:lnTo>
                  <a:pt x="16895" y="20040"/>
                </a:lnTo>
                <a:cubicBezTo>
                  <a:pt x="16909" y="19982"/>
                  <a:pt x="16909" y="19923"/>
                  <a:pt x="16924" y="19893"/>
                </a:cubicBezTo>
                <a:close/>
                <a:moveTo>
                  <a:pt x="17881" y="19849"/>
                </a:moveTo>
                <a:cubicBezTo>
                  <a:pt x="17939" y="19893"/>
                  <a:pt x="17969" y="19923"/>
                  <a:pt x="18028" y="19967"/>
                </a:cubicBezTo>
                <a:cubicBezTo>
                  <a:pt x="17969" y="20040"/>
                  <a:pt x="17939" y="20114"/>
                  <a:pt x="17925" y="20158"/>
                </a:cubicBezTo>
                <a:cubicBezTo>
                  <a:pt x="17881" y="20129"/>
                  <a:pt x="17822" y="20085"/>
                  <a:pt x="17792" y="20040"/>
                </a:cubicBezTo>
                <a:cubicBezTo>
                  <a:pt x="17822" y="19982"/>
                  <a:pt x="17836" y="19908"/>
                  <a:pt x="17881" y="19849"/>
                </a:cubicBezTo>
                <a:close/>
                <a:moveTo>
                  <a:pt x="17557" y="19923"/>
                </a:moveTo>
                <a:cubicBezTo>
                  <a:pt x="17586" y="19952"/>
                  <a:pt x="17630" y="19996"/>
                  <a:pt x="17660" y="20055"/>
                </a:cubicBezTo>
                <a:cubicBezTo>
                  <a:pt x="17645" y="20129"/>
                  <a:pt x="17630" y="20188"/>
                  <a:pt x="17586" y="20232"/>
                </a:cubicBezTo>
                <a:cubicBezTo>
                  <a:pt x="17557" y="20202"/>
                  <a:pt x="17513" y="20158"/>
                  <a:pt x="17483" y="20114"/>
                </a:cubicBezTo>
                <a:cubicBezTo>
                  <a:pt x="17498" y="20055"/>
                  <a:pt x="17527" y="19996"/>
                  <a:pt x="17557" y="19923"/>
                </a:cubicBezTo>
                <a:close/>
                <a:moveTo>
                  <a:pt x="18940" y="10813"/>
                </a:moveTo>
                <a:cubicBezTo>
                  <a:pt x="20162" y="13300"/>
                  <a:pt x="20279" y="16288"/>
                  <a:pt x="19205" y="18819"/>
                </a:cubicBezTo>
                <a:cubicBezTo>
                  <a:pt x="18999" y="19305"/>
                  <a:pt x="18764" y="19775"/>
                  <a:pt x="18484" y="20232"/>
                </a:cubicBezTo>
                <a:lnTo>
                  <a:pt x="18322" y="20129"/>
                </a:lnTo>
                <a:cubicBezTo>
                  <a:pt x="18602" y="19614"/>
                  <a:pt x="18867" y="19099"/>
                  <a:pt x="19073" y="18539"/>
                </a:cubicBezTo>
                <a:cubicBezTo>
                  <a:pt x="20044" y="16096"/>
                  <a:pt x="19970" y="13227"/>
                  <a:pt x="18940" y="10813"/>
                </a:cubicBezTo>
                <a:close/>
                <a:moveTo>
                  <a:pt x="17292" y="19996"/>
                </a:moveTo>
                <a:cubicBezTo>
                  <a:pt x="17336" y="20040"/>
                  <a:pt x="17365" y="20070"/>
                  <a:pt x="17380" y="20129"/>
                </a:cubicBezTo>
                <a:cubicBezTo>
                  <a:pt x="17365" y="20188"/>
                  <a:pt x="17336" y="20232"/>
                  <a:pt x="17307" y="20291"/>
                </a:cubicBezTo>
                <a:cubicBezTo>
                  <a:pt x="17277" y="20261"/>
                  <a:pt x="17262" y="20217"/>
                  <a:pt x="17218" y="20158"/>
                </a:cubicBezTo>
                <a:cubicBezTo>
                  <a:pt x="17233" y="20114"/>
                  <a:pt x="17262" y="20055"/>
                  <a:pt x="17292" y="19996"/>
                </a:cubicBezTo>
                <a:close/>
                <a:moveTo>
                  <a:pt x="17056" y="20070"/>
                </a:moveTo>
                <a:cubicBezTo>
                  <a:pt x="17071" y="20099"/>
                  <a:pt x="17101" y="20143"/>
                  <a:pt x="17130" y="20173"/>
                </a:cubicBezTo>
                <a:cubicBezTo>
                  <a:pt x="17101" y="20232"/>
                  <a:pt x="17086" y="20291"/>
                  <a:pt x="17071" y="20320"/>
                </a:cubicBezTo>
                <a:cubicBezTo>
                  <a:pt x="17056" y="20291"/>
                  <a:pt x="17012" y="20246"/>
                  <a:pt x="16998" y="20217"/>
                </a:cubicBezTo>
                <a:cubicBezTo>
                  <a:pt x="17012" y="20158"/>
                  <a:pt x="17042" y="20129"/>
                  <a:pt x="17056" y="20070"/>
                </a:cubicBezTo>
                <a:close/>
                <a:moveTo>
                  <a:pt x="18087" y="20011"/>
                </a:moveTo>
                <a:cubicBezTo>
                  <a:pt x="18131" y="20055"/>
                  <a:pt x="18190" y="20085"/>
                  <a:pt x="18234" y="20129"/>
                </a:cubicBezTo>
                <a:cubicBezTo>
                  <a:pt x="18190" y="20202"/>
                  <a:pt x="18160" y="20246"/>
                  <a:pt x="18116" y="20320"/>
                </a:cubicBezTo>
                <a:cubicBezTo>
                  <a:pt x="18072" y="20291"/>
                  <a:pt x="18013" y="20261"/>
                  <a:pt x="17969" y="20217"/>
                </a:cubicBezTo>
                <a:cubicBezTo>
                  <a:pt x="18013" y="20143"/>
                  <a:pt x="18042" y="20085"/>
                  <a:pt x="18087" y="20011"/>
                </a:cubicBezTo>
                <a:close/>
                <a:moveTo>
                  <a:pt x="16571" y="20261"/>
                </a:moveTo>
                <a:cubicBezTo>
                  <a:pt x="16571" y="20276"/>
                  <a:pt x="16600" y="20291"/>
                  <a:pt x="16600" y="20291"/>
                </a:cubicBezTo>
                <a:cubicBezTo>
                  <a:pt x="16600" y="20305"/>
                  <a:pt x="16571" y="20320"/>
                  <a:pt x="16571" y="20349"/>
                </a:cubicBezTo>
                <a:cubicBezTo>
                  <a:pt x="16571" y="20335"/>
                  <a:pt x="16571" y="20305"/>
                  <a:pt x="16556" y="20305"/>
                </a:cubicBezTo>
                <a:cubicBezTo>
                  <a:pt x="16556" y="20291"/>
                  <a:pt x="16556" y="20276"/>
                  <a:pt x="16571" y="20261"/>
                </a:cubicBezTo>
                <a:close/>
                <a:moveTo>
                  <a:pt x="16836" y="20129"/>
                </a:moveTo>
                <a:cubicBezTo>
                  <a:pt x="16865" y="20158"/>
                  <a:pt x="16895" y="20202"/>
                  <a:pt x="16909" y="20232"/>
                </a:cubicBezTo>
                <a:cubicBezTo>
                  <a:pt x="16895" y="20276"/>
                  <a:pt x="16865" y="20320"/>
                  <a:pt x="16850" y="20364"/>
                </a:cubicBezTo>
                <a:lnTo>
                  <a:pt x="16792" y="20246"/>
                </a:lnTo>
                <a:cubicBezTo>
                  <a:pt x="16821" y="20217"/>
                  <a:pt x="16821" y="20158"/>
                  <a:pt x="16836" y="20129"/>
                </a:cubicBezTo>
                <a:close/>
                <a:moveTo>
                  <a:pt x="16659" y="20188"/>
                </a:moveTo>
                <a:cubicBezTo>
                  <a:pt x="16703" y="20217"/>
                  <a:pt x="16718" y="20232"/>
                  <a:pt x="16718" y="20276"/>
                </a:cubicBezTo>
                <a:cubicBezTo>
                  <a:pt x="16703" y="20305"/>
                  <a:pt x="16703" y="20349"/>
                  <a:pt x="16688" y="20379"/>
                </a:cubicBezTo>
                <a:cubicBezTo>
                  <a:pt x="16674" y="20349"/>
                  <a:pt x="16674" y="20320"/>
                  <a:pt x="16644" y="20291"/>
                </a:cubicBezTo>
                <a:cubicBezTo>
                  <a:pt x="16644" y="20261"/>
                  <a:pt x="16659" y="20217"/>
                  <a:pt x="16659" y="20188"/>
                </a:cubicBezTo>
                <a:close/>
                <a:moveTo>
                  <a:pt x="17733" y="20129"/>
                </a:moveTo>
                <a:cubicBezTo>
                  <a:pt x="17778" y="20158"/>
                  <a:pt x="17822" y="20202"/>
                  <a:pt x="17866" y="20246"/>
                </a:cubicBezTo>
                <a:cubicBezTo>
                  <a:pt x="17822" y="20305"/>
                  <a:pt x="17792" y="20379"/>
                  <a:pt x="17778" y="20438"/>
                </a:cubicBezTo>
                <a:cubicBezTo>
                  <a:pt x="17733" y="20379"/>
                  <a:pt x="17675" y="20349"/>
                  <a:pt x="17645" y="20305"/>
                </a:cubicBezTo>
                <a:cubicBezTo>
                  <a:pt x="17675" y="20246"/>
                  <a:pt x="17704" y="20188"/>
                  <a:pt x="17733" y="20129"/>
                </a:cubicBezTo>
                <a:close/>
                <a:moveTo>
                  <a:pt x="18293" y="20188"/>
                </a:moveTo>
                <a:lnTo>
                  <a:pt x="18454" y="20291"/>
                </a:lnTo>
                <a:cubicBezTo>
                  <a:pt x="18410" y="20364"/>
                  <a:pt x="18381" y="20438"/>
                  <a:pt x="18322" y="20497"/>
                </a:cubicBezTo>
                <a:cubicBezTo>
                  <a:pt x="18293" y="20482"/>
                  <a:pt x="18234" y="20438"/>
                  <a:pt x="18175" y="20379"/>
                </a:cubicBezTo>
                <a:cubicBezTo>
                  <a:pt x="18219" y="20305"/>
                  <a:pt x="18248" y="20261"/>
                  <a:pt x="18293" y="20188"/>
                </a:cubicBezTo>
                <a:close/>
                <a:moveTo>
                  <a:pt x="17439" y="20202"/>
                </a:moveTo>
                <a:cubicBezTo>
                  <a:pt x="17483" y="20232"/>
                  <a:pt x="17513" y="20276"/>
                  <a:pt x="17557" y="20320"/>
                </a:cubicBezTo>
                <a:cubicBezTo>
                  <a:pt x="17513" y="20379"/>
                  <a:pt x="17498" y="20438"/>
                  <a:pt x="17454" y="20511"/>
                </a:cubicBezTo>
                <a:cubicBezTo>
                  <a:pt x="17424" y="20452"/>
                  <a:pt x="17410" y="20408"/>
                  <a:pt x="17365" y="20364"/>
                </a:cubicBezTo>
                <a:cubicBezTo>
                  <a:pt x="17380" y="20305"/>
                  <a:pt x="17424" y="20261"/>
                  <a:pt x="17439" y="20202"/>
                </a:cubicBezTo>
                <a:close/>
                <a:moveTo>
                  <a:pt x="17189" y="20261"/>
                </a:moveTo>
                <a:cubicBezTo>
                  <a:pt x="17218" y="20291"/>
                  <a:pt x="17233" y="20335"/>
                  <a:pt x="17277" y="20364"/>
                </a:cubicBezTo>
                <a:cubicBezTo>
                  <a:pt x="17262" y="20423"/>
                  <a:pt x="17218" y="20482"/>
                  <a:pt x="17204" y="20526"/>
                </a:cubicBezTo>
                <a:cubicBezTo>
                  <a:pt x="17189" y="20497"/>
                  <a:pt x="17145" y="20452"/>
                  <a:pt x="17130" y="20408"/>
                </a:cubicBezTo>
                <a:cubicBezTo>
                  <a:pt x="17145" y="20364"/>
                  <a:pt x="17159" y="20305"/>
                  <a:pt x="17189" y="20261"/>
                </a:cubicBezTo>
                <a:close/>
                <a:moveTo>
                  <a:pt x="16968" y="20305"/>
                </a:moveTo>
                <a:cubicBezTo>
                  <a:pt x="16983" y="20349"/>
                  <a:pt x="16998" y="20379"/>
                  <a:pt x="17042" y="20423"/>
                </a:cubicBezTo>
                <a:cubicBezTo>
                  <a:pt x="17012" y="20482"/>
                  <a:pt x="16983" y="20526"/>
                  <a:pt x="16968" y="20570"/>
                </a:cubicBezTo>
                <a:lnTo>
                  <a:pt x="16909" y="20452"/>
                </a:lnTo>
                <a:cubicBezTo>
                  <a:pt x="16924" y="20408"/>
                  <a:pt x="16939" y="20364"/>
                  <a:pt x="16968" y="20305"/>
                </a:cubicBezTo>
                <a:close/>
                <a:moveTo>
                  <a:pt x="16630" y="20438"/>
                </a:moveTo>
                <a:cubicBezTo>
                  <a:pt x="16630" y="20452"/>
                  <a:pt x="16644" y="20482"/>
                  <a:pt x="16644" y="20511"/>
                </a:cubicBezTo>
                <a:cubicBezTo>
                  <a:pt x="16644" y="20555"/>
                  <a:pt x="16630" y="20570"/>
                  <a:pt x="16630" y="20600"/>
                </a:cubicBezTo>
                <a:cubicBezTo>
                  <a:pt x="16630" y="20585"/>
                  <a:pt x="16615" y="20570"/>
                  <a:pt x="16615" y="20526"/>
                </a:cubicBezTo>
                <a:cubicBezTo>
                  <a:pt x="16615" y="20497"/>
                  <a:pt x="16630" y="20452"/>
                  <a:pt x="16630" y="20438"/>
                </a:cubicBezTo>
                <a:close/>
                <a:moveTo>
                  <a:pt x="16792" y="20408"/>
                </a:moveTo>
                <a:lnTo>
                  <a:pt x="16836" y="20482"/>
                </a:lnTo>
                <a:cubicBezTo>
                  <a:pt x="16821" y="20511"/>
                  <a:pt x="16792" y="20555"/>
                  <a:pt x="16792" y="20600"/>
                </a:cubicBezTo>
                <a:cubicBezTo>
                  <a:pt x="16777" y="20570"/>
                  <a:pt x="16777" y="20541"/>
                  <a:pt x="16762" y="20511"/>
                </a:cubicBezTo>
                <a:cubicBezTo>
                  <a:pt x="16777" y="20482"/>
                  <a:pt x="16777" y="20438"/>
                  <a:pt x="16792" y="20408"/>
                </a:cubicBezTo>
                <a:close/>
                <a:moveTo>
                  <a:pt x="17939" y="20291"/>
                </a:moveTo>
                <a:cubicBezTo>
                  <a:pt x="17984" y="20320"/>
                  <a:pt x="18028" y="20364"/>
                  <a:pt x="18087" y="20408"/>
                </a:cubicBezTo>
                <a:cubicBezTo>
                  <a:pt x="18042" y="20482"/>
                  <a:pt x="18013" y="20526"/>
                  <a:pt x="17969" y="20600"/>
                </a:cubicBezTo>
                <a:cubicBezTo>
                  <a:pt x="17925" y="20570"/>
                  <a:pt x="17866" y="20526"/>
                  <a:pt x="17822" y="20482"/>
                </a:cubicBezTo>
                <a:cubicBezTo>
                  <a:pt x="17866" y="20423"/>
                  <a:pt x="17895" y="20349"/>
                  <a:pt x="17939" y="20291"/>
                </a:cubicBezTo>
                <a:close/>
                <a:moveTo>
                  <a:pt x="17601" y="20379"/>
                </a:moveTo>
                <a:lnTo>
                  <a:pt x="17733" y="20511"/>
                </a:lnTo>
                <a:cubicBezTo>
                  <a:pt x="17704" y="20570"/>
                  <a:pt x="17660" y="20644"/>
                  <a:pt x="17645" y="20688"/>
                </a:cubicBezTo>
                <a:lnTo>
                  <a:pt x="17513" y="20570"/>
                </a:lnTo>
                <a:cubicBezTo>
                  <a:pt x="17557" y="20511"/>
                  <a:pt x="17571" y="20438"/>
                  <a:pt x="17601" y="20379"/>
                </a:cubicBezTo>
                <a:close/>
                <a:moveTo>
                  <a:pt x="17336" y="20452"/>
                </a:moveTo>
                <a:cubicBezTo>
                  <a:pt x="17365" y="20497"/>
                  <a:pt x="17380" y="20526"/>
                  <a:pt x="17424" y="20570"/>
                </a:cubicBezTo>
                <a:cubicBezTo>
                  <a:pt x="17380" y="20629"/>
                  <a:pt x="17365" y="20673"/>
                  <a:pt x="17336" y="20732"/>
                </a:cubicBezTo>
                <a:cubicBezTo>
                  <a:pt x="17292" y="20703"/>
                  <a:pt x="17277" y="20658"/>
                  <a:pt x="17233" y="20600"/>
                </a:cubicBezTo>
                <a:cubicBezTo>
                  <a:pt x="17277" y="20570"/>
                  <a:pt x="17292" y="20511"/>
                  <a:pt x="17336" y="20452"/>
                </a:cubicBezTo>
                <a:close/>
                <a:moveTo>
                  <a:pt x="17071" y="20511"/>
                </a:moveTo>
                <a:cubicBezTo>
                  <a:pt x="17086" y="20541"/>
                  <a:pt x="17130" y="20585"/>
                  <a:pt x="17145" y="20614"/>
                </a:cubicBezTo>
                <a:cubicBezTo>
                  <a:pt x="17130" y="20673"/>
                  <a:pt x="17086" y="20732"/>
                  <a:pt x="17071" y="20776"/>
                </a:cubicBezTo>
                <a:cubicBezTo>
                  <a:pt x="17056" y="20732"/>
                  <a:pt x="17042" y="20688"/>
                  <a:pt x="16998" y="20658"/>
                </a:cubicBezTo>
                <a:cubicBezTo>
                  <a:pt x="17042" y="20629"/>
                  <a:pt x="17056" y="20570"/>
                  <a:pt x="17071" y="20511"/>
                </a:cubicBezTo>
                <a:close/>
                <a:moveTo>
                  <a:pt x="18131" y="20452"/>
                </a:moveTo>
                <a:cubicBezTo>
                  <a:pt x="18190" y="20497"/>
                  <a:pt x="18248" y="20526"/>
                  <a:pt x="18278" y="20570"/>
                </a:cubicBezTo>
                <a:cubicBezTo>
                  <a:pt x="18248" y="20644"/>
                  <a:pt x="18190" y="20688"/>
                  <a:pt x="18160" y="20776"/>
                </a:cubicBezTo>
                <a:cubicBezTo>
                  <a:pt x="18116" y="20747"/>
                  <a:pt x="18072" y="20688"/>
                  <a:pt x="18028" y="20658"/>
                </a:cubicBezTo>
                <a:cubicBezTo>
                  <a:pt x="18072" y="20585"/>
                  <a:pt x="18101" y="20526"/>
                  <a:pt x="18131" y="20452"/>
                </a:cubicBezTo>
                <a:close/>
                <a:moveTo>
                  <a:pt x="16600" y="20688"/>
                </a:moveTo>
                <a:cubicBezTo>
                  <a:pt x="16600" y="20717"/>
                  <a:pt x="16615" y="20732"/>
                  <a:pt x="16615" y="20747"/>
                </a:cubicBezTo>
                <a:cubicBezTo>
                  <a:pt x="16615" y="20776"/>
                  <a:pt x="16600" y="20791"/>
                  <a:pt x="16600" y="20806"/>
                </a:cubicBezTo>
                <a:cubicBezTo>
                  <a:pt x="16571" y="20791"/>
                  <a:pt x="16571" y="20776"/>
                  <a:pt x="16571" y="20747"/>
                </a:cubicBezTo>
                <a:cubicBezTo>
                  <a:pt x="16571" y="20732"/>
                  <a:pt x="16571" y="20717"/>
                  <a:pt x="16600" y="20688"/>
                </a:cubicBezTo>
                <a:close/>
                <a:moveTo>
                  <a:pt x="16850" y="20570"/>
                </a:moveTo>
                <a:cubicBezTo>
                  <a:pt x="16895" y="20600"/>
                  <a:pt x="16909" y="20644"/>
                  <a:pt x="16924" y="20673"/>
                </a:cubicBezTo>
                <a:cubicBezTo>
                  <a:pt x="16909" y="20717"/>
                  <a:pt x="16880" y="20776"/>
                  <a:pt x="16865" y="20806"/>
                </a:cubicBezTo>
                <a:lnTo>
                  <a:pt x="16821" y="20688"/>
                </a:lnTo>
                <a:cubicBezTo>
                  <a:pt x="16836" y="20658"/>
                  <a:pt x="16850" y="20600"/>
                  <a:pt x="16850" y="20570"/>
                </a:cubicBezTo>
                <a:close/>
                <a:moveTo>
                  <a:pt x="16703" y="20629"/>
                </a:moveTo>
                <a:cubicBezTo>
                  <a:pt x="16718" y="20658"/>
                  <a:pt x="16733" y="20673"/>
                  <a:pt x="16733" y="20717"/>
                </a:cubicBezTo>
                <a:cubicBezTo>
                  <a:pt x="16718" y="20747"/>
                  <a:pt x="16718" y="20791"/>
                  <a:pt x="16703" y="20820"/>
                </a:cubicBezTo>
                <a:cubicBezTo>
                  <a:pt x="16688" y="20791"/>
                  <a:pt x="16688" y="20776"/>
                  <a:pt x="16659" y="20732"/>
                </a:cubicBezTo>
                <a:cubicBezTo>
                  <a:pt x="16688" y="20703"/>
                  <a:pt x="16688" y="20658"/>
                  <a:pt x="16703" y="20629"/>
                </a:cubicBezTo>
                <a:close/>
                <a:moveTo>
                  <a:pt x="17792" y="20570"/>
                </a:moveTo>
                <a:cubicBezTo>
                  <a:pt x="17822" y="20600"/>
                  <a:pt x="17881" y="20644"/>
                  <a:pt x="17925" y="20673"/>
                </a:cubicBezTo>
                <a:cubicBezTo>
                  <a:pt x="17881" y="20732"/>
                  <a:pt x="17836" y="20806"/>
                  <a:pt x="17807" y="20865"/>
                </a:cubicBezTo>
                <a:cubicBezTo>
                  <a:pt x="17778" y="20820"/>
                  <a:pt x="17733" y="20791"/>
                  <a:pt x="17675" y="20747"/>
                </a:cubicBezTo>
                <a:cubicBezTo>
                  <a:pt x="17719" y="20688"/>
                  <a:pt x="17748" y="20629"/>
                  <a:pt x="17792" y="20570"/>
                </a:cubicBezTo>
                <a:close/>
                <a:moveTo>
                  <a:pt x="17483" y="20644"/>
                </a:moveTo>
                <a:cubicBezTo>
                  <a:pt x="17513" y="20673"/>
                  <a:pt x="17557" y="20717"/>
                  <a:pt x="17586" y="20776"/>
                </a:cubicBezTo>
                <a:cubicBezTo>
                  <a:pt x="17557" y="20820"/>
                  <a:pt x="17513" y="20879"/>
                  <a:pt x="17498" y="20953"/>
                </a:cubicBezTo>
                <a:cubicBezTo>
                  <a:pt x="17454" y="20894"/>
                  <a:pt x="17424" y="20865"/>
                  <a:pt x="17410" y="20820"/>
                </a:cubicBezTo>
                <a:cubicBezTo>
                  <a:pt x="17424" y="20747"/>
                  <a:pt x="17454" y="20703"/>
                  <a:pt x="17483" y="20644"/>
                </a:cubicBezTo>
                <a:close/>
                <a:moveTo>
                  <a:pt x="17218" y="20717"/>
                </a:moveTo>
                <a:cubicBezTo>
                  <a:pt x="17262" y="20747"/>
                  <a:pt x="17277" y="20791"/>
                  <a:pt x="17307" y="20820"/>
                </a:cubicBezTo>
                <a:cubicBezTo>
                  <a:pt x="17277" y="20879"/>
                  <a:pt x="17233" y="20938"/>
                  <a:pt x="17218" y="20997"/>
                </a:cubicBezTo>
                <a:cubicBezTo>
                  <a:pt x="17204" y="20953"/>
                  <a:pt x="17159" y="20923"/>
                  <a:pt x="17145" y="20879"/>
                </a:cubicBezTo>
                <a:cubicBezTo>
                  <a:pt x="17159" y="20820"/>
                  <a:pt x="17204" y="20776"/>
                  <a:pt x="17218" y="20717"/>
                </a:cubicBezTo>
                <a:close/>
                <a:moveTo>
                  <a:pt x="16983" y="20776"/>
                </a:moveTo>
                <a:cubicBezTo>
                  <a:pt x="16998" y="20806"/>
                  <a:pt x="17012" y="20850"/>
                  <a:pt x="17056" y="20879"/>
                </a:cubicBezTo>
                <a:cubicBezTo>
                  <a:pt x="17042" y="20938"/>
                  <a:pt x="17012" y="20968"/>
                  <a:pt x="16983" y="21026"/>
                </a:cubicBezTo>
                <a:lnTo>
                  <a:pt x="16924" y="20923"/>
                </a:lnTo>
                <a:cubicBezTo>
                  <a:pt x="16939" y="20865"/>
                  <a:pt x="16968" y="20820"/>
                  <a:pt x="16983" y="20776"/>
                </a:cubicBezTo>
                <a:close/>
                <a:moveTo>
                  <a:pt x="16644" y="20879"/>
                </a:moveTo>
                <a:cubicBezTo>
                  <a:pt x="16644" y="20894"/>
                  <a:pt x="16659" y="20938"/>
                  <a:pt x="16659" y="20953"/>
                </a:cubicBezTo>
                <a:cubicBezTo>
                  <a:pt x="16644" y="20982"/>
                  <a:pt x="16644" y="21012"/>
                  <a:pt x="16630" y="21041"/>
                </a:cubicBezTo>
                <a:cubicBezTo>
                  <a:pt x="16630" y="21026"/>
                  <a:pt x="16615" y="21012"/>
                  <a:pt x="16615" y="20968"/>
                </a:cubicBezTo>
                <a:cubicBezTo>
                  <a:pt x="16630" y="20938"/>
                  <a:pt x="16630" y="20894"/>
                  <a:pt x="16644" y="20879"/>
                </a:cubicBezTo>
                <a:close/>
                <a:moveTo>
                  <a:pt x="16792" y="20820"/>
                </a:moveTo>
                <a:cubicBezTo>
                  <a:pt x="16821" y="20865"/>
                  <a:pt x="16836" y="20879"/>
                  <a:pt x="16836" y="20923"/>
                </a:cubicBezTo>
                <a:cubicBezTo>
                  <a:pt x="16821" y="20953"/>
                  <a:pt x="16792" y="21012"/>
                  <a:pt x="16777" y="21041"/>
                </a:cubicBezTo>
                <a:cubicBezTo>
                  <a:pt x="16762" y="21012"/>
                  <a:pt x="16762" y="20982"/>
                  <a:pt x="16747" y="20953"/>
                </a:cubicBezTo>
                <a:cubicBezTo>
                  <a:pt x="16762" y="20894"/>
                  <a:pt x="16777" y="20865"/>
                  <a:pt x="16792" y="20820"/>
                </a:cubicBezTo>
                <a:close/>
                <a:moveTo>
                  <a:pt x="17969" y="20732"/>
                </a:moveTo>
                <a:cubicBezTo>
                  <a:pt x="18028" y="20776"/>
                  <a:pt x="18072" y="20806"/>
                  <a:pt x="18116" y="20865"/>
                </a:cubicBezTo>
                <a:cubicBezTo>
                  <a:pt x="18087" y="20938"/>
                  <a:pt x="18028" y="20982"/>
                  <a:pt x="17984" y="21056"/>
                </a:cubicBezTo>
                <a:cubicBezTo>
                  <a:pt x="17954" y="21012"/>
                  <a:pt x="17925" y="20968"/>
                  <a:pt x="17866" y="20938"/>
                </a:cubicBezTo>
                <a:cubicBezTo>
                  <a:pt x="17895" y="20865"/>
                  <a:pt x="17939" y="20806"/>
                  <a:pt x="17969" y="20732"/>
                </a:cubicBezTo>
                <a:close/>
                <a:moveTo>
                  <a:pt x="17645" y="20820"/>
                </a:moveTo>
                <a:lnTo>
                  <a:pt x="17778" y="20953"/>
                </a:lnTo>
                <a:cubicBezTo>
                  <a:pt x="17733" y="21012"/>
                  <a:pt x="17704" y="21085"/>
                  <a:pt x="17660" y="21144"/>
                </a:cubicBezTo>
                <a:cubicBezTo>
                  <a:pt x="17630" y="21085"/>
                  <a:pt x="17586" y="21041"/>
                  <a:pt x="17557" y="21012"/>
                </a:cubicBezTo>
                <a:cubicBezTo>
                  <a:pt x="17586" y="20953"/>
                  <a:pt x="17630" y="20879"/>
                  <a:pt x="17645" y="20820"/>
                </a:cubicBezTo>
                <a:close/>
                <a:moveTo>
                  <a:pt x="17351" y="20894"/>
                </a:moveTo>
                <a:cubicBezTo>
                  <a:pt x="17380" y="20938"/>
                  <a:pt x="17410" y="20968"/>
                  <a:pt x="17439" y="21012"/>
                </a:cubicBezTo>
                <a:cubicBezTo>
                  <a:pt x="17410" y="21071"/>
                  <a:pt x="17365" y="21115"/>
                  <a:pt x="17351" y="21174"/>
                </a:cubicBezTo>
                <a:cubicBezTo>
                  <a:pt x="17336" y="21144"/>
                  <a:pt x="17307" y="21115"/>
                  <a:pt x="17277" y="21085"/>
                </a:cubicBezTo>
                <a:cubicBezTo>
                  <a:pt x="17277" y="21071"/>
                  <a:pt x="17262" y="21071"/>
                  <a:pt x="17262" y="21041"/>
                </a:cubicBezTo>
                <a:cubicBezTo>
                  <a:pt x="17292" y="21012"/>
                  <a:pt x="17336" y="20953"/>
                  <a:pt x="17351" y="20894"/>
                </a:cubicBezTo>
                <a:close/>
                <a:moveTo>
                  <a:pt x="17115" y="20968"/>
                </a:moveTo>
                <a:cubicBezTo>
                  <a:pt x="17130" y="21012"/>
                  <a:pt x="17159" y="21041"/>
                  <a:pt x="17189" y="21085"/>
                </a:cubicBezTo>
                <a:cubicBezTo>
                  <a:pt x="17145" y="21115"/>
                  <a:pt x="17130" y="21174"/>
                  <a:pt x="17086" y="21232"/>
                </a:cubicBezTo>
                <a:lnTo>
                  <a:pt x="17042" y="21115"/>
                </a:lnTo>
                <a:cubicBezTo>
                  <a:pt x="17056" y="21056"/>
                  <a:pt x="17086" y="21012"/>
                  <a:pt x="17115" y="20968"/>
                </a:cubicBezTo>
                <a:close/>
                <a:moveTo>
                  <a:pt x="16571" y="21115"/>
                </a:moveTo>
                <a:cubicBezTo>
                  <a:pt x="16571" y="21144"/>
                  <a:pt x="16571" y="21159"/>
                  <a:pt x="16585" y="21174"/>
                </a:cubicBezTo>
                <a:cubicBezTo>
                  <a:pt x="16585" y="21188"/>
                  <a:pt x="16571" y="21232"/>
                  <a:pt x="16571" y="21247"/>
                </a:cubicBezTo>
                <a:cubicBezTo>
                  <a:pt x="16571" y="21232"/>
                  <a:pt x="16556" y="21218"/>
                  <a:pt x="16556" y="21188"/>
                </a:cubicBezTo>
                <a:cubicBezTo>
                  <a:pt x="16556" y="21174"/>
                  <a:pt x="16571" y="21144"/>
                  <a:pt x="16571" y="21115"/>
                </a:cubicBezTo>
                <a:close/>
                <a:moveTo>
                  <a:pt x="16718" y="21056"/>
                </a:moveTo>
                <a:cubicBezTo>
                  <a:pt x="16718" y="21100"/>
                  <a:pt x="16733" y="21115"/>
                  <a:pt x="16733" y="21159"/>
                </a:cubicBezTo>
                <a:cubicBezTo>
                  <a:pt x="16718" y="21188"/>
                  <a:pt x="16703" y="21232"/>
                  <a:pt x="16703" y="21262"/>
                </a:cubicBezTo>
                <a:cubicBezTo>
                  <a:pt x="16703" y="21232"/>
                  <a:pt x="16688" y="21203"/>
                  <a:pt x="16688" y="21174"/>
                </a:cubicBezTo>
                <a:cubicBezTo>
                  <a:pt x="16703" y="21144"/>
                  <a:pt x="16703" y="21100"/>
                  <a:pt x="16718" y="21056"/>
                </a:cubicBezTo>
                <a:close/>
                <a:moveTo>
                  <a:pt x="16895" y="21012"/>
                </a:moveTo>
                <a:lnTo>
                  <a:pt x="16939" y="21115"/>
                </a:lnTo>
                <a:cubicBezTo>
                  <a:pt x="16924" y="21174"/>
                  <a:pt x="16909" y="21218"/>
                  <a:pt x="16895" y="21262"/>
                </a:cubicBezTo>
                <a:cubicBezTo>
                  <a:pt x="16865" y="21232"/>
                  <a:pt x="16850" y="21188"/>
                  <a:pt x="16850" y="21159"/>
                </a:cubicBezTo>
                <a:cubicBezTo>
                  <a:pt x="16850" y="21100"/>
                  <a:pt x="16865" y="21056"/>
                  <a:pt x="16895" y="21012"/>
                </a:cubicBezTo>
                <a:close/>
                <a:moveTo>
                  <a:pt x="17822" y="21012"/>
                </a:moveTo>
                <a:cubicBezTo>
                  <a:pt x="17866" y="21041"/>
                  <a:pt x="17925" y="21085"/>
                  <a:pt x="17954" y="21144"/>
                </a:cubicBezTo>
                <a:cubicBezTo>
                  <a:pt x="17925" y="21218"/>
                  <a:pt x="17866" y="21262"/>
                  <a:pt x="17822" y="21335"/>
                </a:cubicBezTo>
                <a:cubicBezTo>
                  <a:pt x="17792" y="21262"/>
                  <a:pt x="17748" y="21232"/>
                  <a:pt x="17719" y="21188"/>
                </a:cubicBezTo>
                <a:cubicBezTo>
                  <a:pt x="17748" y="21144"/>
                  <a:pt x="17792" y="21071"/>
                  <a:pt x="17822" y="21012"/>
                </a:cubicBezTo>
                <a:close/>
                <a:moveTo>
                  <a:pt x="17498" y="21056"/>
                </a:moveTo>
                <a:cubicBezTo>
                  <a:pt x="17527" y="21100"/>
                  <a:pt x="17571" y="21144"/>
                  <a:pt x="17601" y="21188"/>
                </a:cubicBezTo>
                <a:cubicBezTo>
                  <a:pt x="17571" y="21247"/>
                  <a:pt x="17527" y="21321"/>
                  <a:pt x="17498" y="21380"/>
                </a:cubicBezTo>
                <a:cubicBezTo>
                  <a:pt x="17454" y="21335"/>
                  <a:pt x="17439" y="21306"/>
                  <a:pt x="17410" y="21247"/>
                </a:cubicBezTo>
                <a:cubicBezTo>
                  <a:pt x="17439" y="21188"/>
                  <a:pt x="17483" y="21144"/>
                  <a:pt x="17498" y="21056"/>
                </a:cubicBezTo>
                <a:close/>
                <a:moveTo>
                  <a:pt x="17218" y="21144"/>
                </a:moveTo>
                <a:cubicBezTo>
                  <a:pt x="17233" y="21174"/>
                  <a:pt x="17277" y="21218"/>
                  <a:pt x="17307" y="21247"/>
                </a:cubicBezTo>
                <a:cubicBezTo>
                  <a:pt x="17277" y="21306"/>
                  <a:pt x="17262" y="21350"/>
                  <a:pt x="17218" y="21409"/>
                </a:cubicBezTo>
                <a:cubicBezTo>
                  <a:pt x="17204" y="21394"/>
                  <a:pt x="17204" y="21380"/>
                  <a:pt x="17189" y="21350"/>
                </a:cubicBezTo>
                <a:cubicBezTo>
                  <a:pt x="17159" y="21335"/>
                  <a:pt x="17159" y="21321"/>
                  <a:pt x="17145" y="21306"/>
                </a:cubicBezTo>
                <a:cubicBezTo>
                  <a:pt x="17159" y="21247"/>
                  <a:pt x="17204" y="21188"/>
                  <a:pt x="17218" y="21144"/>
                </a:cubicBezTo>
                <a:close/>
                <a:moveTo>
                  <a:pt x="16983" y="21218"/>
                </a:moveTo>
                <a:lnTo>
                  <a:pt x="17042" y="21321"/>
                </a:lnTo>
                <a:cubicBezTo>
                  <a:pt x="17012" y="21380"/>
                  <a:pt x="16983" y="21424"/>
                  <a:pt x="16968" y="21468"/>
                </a:cubicBezTo>
                <a:lnTo>
                  <a:pt x="16909" y="21365"/>
                </a:lnTo>
                <a:cubicBezTo>
                  <a:pt x="16939" y="21306"/>
                  <a:pt x="16968" y="21247"/>
                  <a:pt x="16983" y="21218"/>
                </a:cubicBezTo>
                <a:close/>
                <a:moveTo>
                  <a:pt x="16644" y="21321"/>
                </a:moveTo>
                <a:cubicBezTo>
                  <a:pt x="16644" y="21335"/>
                  <a:pt x="16674" y="21380"/>
                  <a:pt x="16674" y="21394"/>
                </a:cubicBezTo>
                <a:cubicBezTo>
                  <a:pt x="16644" y="21424"/>
                  <a:pt x="16644" y="21468"/>
                  <a:pt x="16630" y="21483"/>
                </a:cubicBezTo>
                <a:cubicBezTo>
                  <a:pt x="16615" y="21453"/>
                  <a:pt x="16615" y="21424"/>
                  <a:pt x="16615" y="21409"/>
                </a:cubicBezTo>
                <a:cubicBezTo>
                  <a:pt x="16630" y="21380"/>
                  <a:pt x="16630" y="21335"/>
                  <a:pt x="16644" y="21321"/>
                </a:cubicBezTo>
                <a:close/>
                <a:moveTo>
                  <a:pt x="16792" y="21262"/>
                </a:moveTo>
                <a:cubicBezTo>
                  <a:pt x="16806" y="21306"/>
                  <a:pt x="16836" y="21335"/>
                  <a:pt x="16836" y="21365"/>
                </a:cubicBezTo>
                <a:cubicBezTo>
                  <a:pt x="16821" y="21394"/>
                  <a:pt x="16792" y="21453"/>
                  <a:pt x="16777" y="21483"/>
                </a:cubicBezTo>
                <a:cubicBezTo>
                  <a:pt x="16762" y="21453"/>
                  <a:pt x="16762" y="21409"/>
                  <a:pt x="16733" y="21394"/>
                </a:cubicBezTo>
                <a:cubicBezTo>
                  <a:pt x="16762" y="21365"/>
                  <a:pt x="16777" y="21306"/>
                  <a:pt x="16792" y="21262"/>
                </a:cubicBezTo>
                <a:close/>
                <a:moveTo>
                  <a:pt x="17660" y="21262"/>
                </a:moveTo>
                <a:cubicBezTo>
                  <a:pt x="17704" y="21306"/>
                  <a:pt x="17733" y="21365"/>
                  <a:pt x="17763" y="21394"/>
                </a:cubicBezTo>
                <a:cubicBezTo>
                  <a:pt x="17733" y="21453"/>
                  <a:pt x="17675" y="21527"/>
                  <a:pt x="17645" y="21586"/>
                </a:cubicBezTo>
                <a:cubicBezTo>
                  <a:pt x="17630" y="21541"/>
                  <a:pt x="17586" y="21483"/>
                  <a:pt x="17557" y="21453"/>
                </a:cubicBezTo>
                <a:cubicBezTo>
                  <a:pt x="17586" y="21394"/>
                  <a:pt x="17630" y="21321"/>
                  <a:pt x="17660" y="21262"/>
                </a:cubicBezTo>
                <a:close/>
                <a:moveTo>
                  <a:pt x="17365" y="21335"/>
                </a:moveTo>
                <a:cubicBezTo>
                  <a:pt x="17410" y="21380"/>
                  <a:pt x="17424" y="21409"/>
                  <a:pt x="17454" y="21468"/>
                </a:cubicBezTo>
                <a:lnTo>
                  <a:pt x="17351" y="21630"/>
                </a:lnTo>
                <a:cubicBezTo>
                  <a:pt x="17307" y="21600"/>
                  <a:pt x="17292" y="21541"/>
                  <a:pt x="17277" y="21512"/>
                </a:cubicBezTo>
                <a:cubicBezTo>
                  <a:pt x="17307" y="21453"/>
                  <a:pt x="17336" y="21394"/>
                  <a:pt x="17365" y="21335"/>
                </a:cubicBezTo>
                <a:close/>
                <a:moveTo>
                  <a:pt x="17086" y="21394"/>
                </a:moveTo>
                <a:cubicBezTo>
                  <a:pt x="17096" y="21394"/>
                  <a:pt x="17099" y="21401"/>
                  <a:pt x="17096" y="21401"/>
                </a:cubicBezTo>
                <a:cubicBezTo>
                  <a:pt x="17094" y="21401"/>
                  <a:pt x="17091" y="21399"/>
                  <a:pt x="17086" y="21394"/>
                </a:cubicBezTo>
                <a:lnTo>
                  <a:pt x="17086" y="21394"/>
                </a:lnTo>
                <a:cubicBezTo>
                  <a:pt x="17130" y="21453"/>
                  <a:pt x="17145" y="21468"/>
                  <a:pt x="17159" y="21512"/>
                </a:cubicBezTo>
                <a:cubicBezTo>
                  <a:pt x="17130" y="21556"/>
                  <a:pt x="17115" y="21615"/>
                  <a:pt x="17071" y="21674"/>
                </a:cubicBezTo>
                <a:cubicBezTo>
                  <a:pt x="17071" y="21659"/>
                  <a:pt x="17056" y="21659"/>
                  <a:pt x="17056" y="21630"/>
                </a:cubicBezTo>
                <a:cubicBezTo>
                  <a:pt x="17042" y="21600"/>
                  <a:pt x="17012" y="21586"/>
                  <a:pt x="17012" y="21541"/>
                </a:cubicBezTo>
                <a:cubicBezTo>
                  <a:pt x="17042" y="21512"/>
                  <a:pt x="17071" y="21453"/>
                  <a:pt x="17086" y="21394"/>
                </a:cubicBezTo>
                <a:close/>
                <a:moveTo>
                  <a:pt x="16556" y="21556"/>
                </a:moveTo>
                <a:cubicBezTo>
                  <a:pt x="16556" y="21586"/>
                  <a:pt x="16556" y="21600"/>
                  <a:pt x="16571" y="21615"/>
                </a:cubicBezTo>
                <a:cubicBezTo>
                  <a:pt x="16571" y="21630"/>
                  <a:pt x="16556" y="21674"/>
                  <a:pt x="16556" y="21689"/>
                </a:cubicBezTo>
                <a:cubicBezTo>
                  <a:pt x="16541" y="21674"/>
                  <a:pt x="16541" y="21659"/>
                  <a:pt x="16541" y="21630"/>
                </a:cubicBezTo>
                <a:cubicBezTo>
                  <a:pt x="16541" y="21615"/>
                  <a:pt x="16556" y="21586"/>
                  <a:pt x="16556" y="21556"/>
                </a:cubicBezTo>
                <a:close/>
                <a:moveTo>
                  <a:pt x="16688" y="21512"/>
                </a:moveTo>
                <a:cubicBezTo>
                  <a:pt x="16703" y="21541"/>
                  <a:pt x="16718" y="21556"/>
                  <a:pt x="16718" y="21600"/>
                </a:cubicBezTo>
                <a:lnTo>
                  <a:pt x="16674" y="21703"/>
                </a:lnTo>
                <a:cubicBezTo>
                  <a:pt x="16674" y="21674"/>
                  <a:pt x="16644" y="21644"/>
                  <a:pt x="16644" y="21615"/>
                </a:cubicBezTo>
                <a:cubicBezTo>
                  <a:pt x="16674" y="21586"/>
                  <a:pt x="16688" y="21541"/>
                  <a:pt x="16688" y="21512"/>
                </a:cubicBezTo>
                <a:close/>
                <a:moveTo>
                  <a:pt x="16865" y="21453"/>
                </a:moveTo>
                <a:lnTo>
                  <a:pt x="16924" y="21556"/>
                </a:lnTo>
                <a:cubicBezTo>
                  <a:pt x="16909" y="21615"/>
                  <a:pt x="16865" y="21659"/>
                  <a:pt x="16850" y="21703"/>
                </a:cubicBezTo>
                <a:cubicBezTo>
                  <a:pt x="16836" y="21674"/>
                  <a:pt x="16836" y="21630"/>
                  <a:pt x="16806" y="21600"/>
                </a:cubicBezTo>
                <a:cubicBezTo>
                  <a:pt x="16836" y="21541"/>
                  <a:pt x="16850" y="21512"/>
                  <a:pt x="16865" y="21453"/>
                </a:cubicBezTo>
                <a:close/>
                <a:moveTo>
                  <a:pt x="17513" y="21527"/>
                </a:moveTo>
                <a:cubicBezTo>
                  <a:pt x="17557" y="21556"/>
                  <a:pt x="17586" y="21615"/>
                  <a:pt x="17616" y="21644"/>
                </a:cubicBezTo>
                <a:cubicBezTo>
                  <a:pt x="17586" y="21703"/>
                  <a:pt x="17542" y="21777"/>
                  <a:pt x="17498" y="21836"/>
                </a:cubicBezTo>
                <a:cubicBezTo>
                  <a:pt x="17454" y="21777"/>
                  <a:pt x="17424" y="21747"/>
                  <a:pt x="17410" y="21689"/>
                </a:cubicBezTo>
                <a:lnTo>
                  <a:pt x="17513" y="21527"/>
                </a:lnTo>
                <a:close/>
                <a:moveTo>
                  <a:pt x="17218" y="21586"/>
                </a:moveTo>
                <a:cubicBezTo>
                  <a:pt x="17233" y="21615"/>
                  <a:pt x="17277" y="21659"/>
                  <a:pt x="17292" y="21703"/>
                </a:cubicBezTo>
                <a:cubicBezTo>
                  <a:pt x="17262" y="21762"/>
                  <a:pt x="17233" y="21821"/>
                  <a:pt x="17204" y="21880"/>
                </a:cubicBezTo>
                <a:cubicBezTo>
                  <a:pt x="17189" y="21836"/>
                  <a:pt x="17145" y="21792"/>
                  <a:pt x="17130" y="21747"/>
                </a:cubicBezTo>
                <a:cubicBezTo>
                  <a:pt x="17159" y="21689"/>
                  <a:pt x="17174" y="21630"/>
                  <a:pt x="17218" y="21586"/>
                </a:cubicBezTo>
                <a:close/>
                <a:moveTo>
                  <a:pt x="16497" y="21836"/>
                </a:moveTo>
                <a:lnTo>
                  <a:pt x="16497" y="21850"/>
                </a:lnTo>
                <a:cubicBezTo>
                  <a:pt x="16497" y="21880"/>
                  <a:pt x="16482" y="21895"/>
                  <a:pt x="16482" y="21895"/>
                </a:cubicBezTo>
                <a:lnTo>
                  <a:pt x="16482" y="21880"/>
                </a:lnTo>
                <a:cubicBezTo>
                  <a:pt x="16482" y="21850"/>
                  <a:pt x="16482" y="21836"/>
                  <a:pt x="16497" y="21836"/>
                </a:cubicBezTo>
                <a:close/>
                <a:moveTo>
                  <a:pt x="16983" y="21659"/>
                </a:moveTo>
                <a:cubicBezTo>
                  <a:pt x="16983" y="21674"/>
                  <a:pt x="16998" y="21674"/>
                  <a:pt x="16998" y="21689"/>
                </a:cubicBezTo>
                <a:cubicBezTo>
                  <a:pt x="17012" y="21703"/>
                  <a:pt x="17042" y="21747"/>
                  <a:pt x="17042" y="21762"/>
                </a:cubicBezTo>
                <a:cubicBezTo>
                  <a:pt x="16998" y="21821"/>
                  <a:pt x="16983" y="21880"/>
                  <a:pt x="16939" y="21909"/>
                </a:cubicBezTo>
                <a:lnTo>
                  <a:pt x="16895" y="21806"/>
                </a:lnTo>
                <a:cubicBezTo>
                  <a:pt x="16924" y="21747"/>
                  <a:pt x="16939" y="21689"/>
                  <a:pt x="16983" y="21659"/>
                </a:cubicBezTo>
                <a:close/>
                <a:moveTo>
                  <a:pt x="16615" y="21762"/>
                </a:moveTo>
                <a:cubicBezTo>
                  <a:pt x="16615" y="21777"/>
                  <a:pt x="16630" y="21821"/>
                  <a:pt x="16630" y="21836"/>
                </a:cubicBezTo>
                <a:cubicBezTo>
                  <a:pt x="16615" y="21880"/>
                  <a:pt x="16615" y="21909"/>
                  <a:pt x="16600" y="21924"/>
                </a:cubicBezTo>
                <a:cubicBezTo>
                  <a:pt x="16600" y="21909"/>
                  <a:pt x="16571" y="21880"/>
                  <a:pt x="16571" y="21850"/>
                </a:cubicBezTo>
                <a:cubicBezTo>
                  <a:pt x="16600" y="21821"/>
                  <a:pt x="16600" y="21777"/>
                  <a:pt x="16615" y="21762"/>
                </a:cubicBezTo>
                <a:close/>
                <a:moveTo>
                  <a:pt x="16777" y="21703"/>
                </a:moveTo>
                <a:cubicBezTo>
                  <a:pt x="16777" y="21733"/>
                  <a:pt x="16792" y="21762"/>
                  <a:pt x="16821" y="21792"/>
                </a:cubicBezTo>
                <a:cubicBezTo>
                  <a:pt x="16792" y="21836"/>
                  <a:pt x="16777" y="21895"/>
                  <a:pt x="16762" y="21924"/>
                </a:cubicBezTo>
                <a:cubicBezTo>
                  <a:pt x="16747" y="21895"/>
                  <a:pt x="16747" y="21865"/>
                  <a:pt x="16718" y="21836"/>
                </a:cubicBezTo>
                <a:cubicBezTo>
                  <a:pt x="16733" y="21792"/>
                  <a:pt x="16762" y="21747"/>
                  <a:pt x="16777" y="21703"/>
                </a:cubicBezTo>
                <a:close/>
                <a:moveTo>
                  <a:pt x="17351" y="21777"/>
                </a:moveTo>
                <a:cubicBezTo>
                  <a:pt x="17380" y="21821"/>
                  <a:pt x="17410" y="21880"/>
                  <a:pt x="17439" y="21909"/>
                </a:cubicBezTo>
                <a:cubicBezTo>
                  <a:pt x="17410" y="21939"/>
                  <a:pt x="17380" y="21998"/>
                  <a:pt x="17351" y="22042"/>
                </a:cubicBezTo>
                <a:cubicBezTo>
                  <a:pt x="17336" y="22057"/>
                  <a:pt x="17336" y="22071"/>
                  <a:pt x="17307" y="22086"/>
                </a:cubicBezTo>
                <a:cubicBezTo>
                  <a:pt x="17292" y="22057"/>
                  <a:pt x="17262" y="22012"/>
                  <a:pt x="17233" y="21968"/>
                </a:cubicBezTo>
                <a:cubicBezTo>
                  <a:pt x="17277" y="21895"/>
                  <a:pt x="17307" y="21836"/>
                  <a:pt x="17351" y="21777"/>
                </a:cubicBezTo>
                <a:close/>
                <a:moveTo>
                  <a:pt x="17086" y="21836"/>
                </a:moveTo>
                <a:cubicBezTo>
                  <a:pt x="17101" y="21880"/>
                  <a:pt x="17130" y="21909"/>
                  <a:pt x="17159" y="21954"/>
                </a:cubicBezTo>
                <a:cubicBezTo>
                  <a:pt x="17130" y="21998"/>
                  <a:pt x="17086" y="22057"/>
                  <a:pt x="17071" y="22115"/>
                </a:cubicBezTo>
                <a:cubicBezTo>
                  <a:pt x="17042" y="22071"/>
                  <a:pt x="17012" y="22042"/>
                  <a:pt x="16998" y="21998"/>
                </a:cubicBezTo>
                <a:cubicBezTo>
                  <a:pt x="17042" y="21954"/>
                  <a:pt x="17056" y="21895"/>
                  <a:pt x="17086" y="21836"/>
                </a:cubicBezTo>
                <a:close/>
                <a:moveTo>
                  <a:pt x="16512" y="22027"/>
                </a:moveTo>
                <a:cubicBezTo>
                  <a:pt x="16512" y="22042"/>
                  <a:pt x="16512" y="22057"/>
                  <a:pt x="16541" y="22071"/>
                </a:cubicBezTo>
                <a:cubicBezTo>
                  <a:pt x="16512" y="22101"/>
                  <a:pt x="16512" y="22130"/>
                  <a:pt x="16497" y="22145"/>
                </a:cubicBezTo>
                <a:lnTo>
                  <a:pt x="16497" y="22101"/>
                </a:lnTo>
                <a:cubicBezTo>
                  <a:pt x="16497" y="22071"/>
                  <a:pt x="16512" y="22042"/>
                  <a:pt x="16512" y="22027"/>
                </a:cubicBezTo>
                <a:close/>
                <a:moveTo>
                  <a:pt x="16674" y="21954"/>
                </a:moveTo>
                <a:cubicBezTo>
                  <a:pt x="16688" y="21983"/>
                  <a:pt x="16688" y="21998"/>
                  <a:pt x="16703" y="22042"/>
                </a:cubicBezTo>
                <a:lnTo>
                  <a:pt x="16644" y="22145"/>
                </a:lnTo>
                <a:cubicBezTo>
                  <a:pt x="16644" y="22115"/>
                  <a:pt x="16630" y="22086"/>
                  <a:pt x="16630" y="22057"/>
                </a:cubicBezTo>
                <a:cubicBezTo>
                  <a:pt x="16630" y="22042"/>
                  <a:pt x="16644" y="21983"/>
                  <a:pt x="16674" y="21954"/>
                </a:cubicBezTo>
                <a:close/>
                <a:moveTo>
                  <a:pt x="16850" y="21895"/>
                </a:moveTo>
                <a:cubicBezTo>
                  <a:pt x="16865" y="21909"/>
                  <a:pt x="16865" y="21924"/>
                  <a:pt x="16865" y="21954"/>
                </a:cubicBezTo>
                <a:cubicBezTo>
                  <a:pt x="16865" y="21968"/>
                  <a:pt x="16880" y="21983"/>
                  <a:pt x="16880" y="21998"/>
                </a:cubicBezTo>
                <a:cubicBezTo>
                  <a:pt x="16865" y="22057"/>
                  <a:pt x="16836" y="22101"/>
                  <a:pt x="16806" y="22145"/>
                </a:cubicBezTo>
                <a:cubicBezTo>
                  <a:pt x="16792" y="22115"/>
                  <a:pt x="16792" y="22071"/>
                  <a:pt x="16777" y="22042"/>
                </a:cubicBezTo>
                <a:cubicBezTo>
                  <a:pt x="16792" y="21983"/>
                  <a:pt x="16836" y="21954"/>
                  <a:pt x="16850" y="21895"/>
                </a:cubicBezTo>
                <a:close/>
                <a:moveTo>
                  <a:pt x="16453" y="22263"/>
                </a:moveTo>
                <a:lnTo>
                  <a:pt x="16453" y="22292"/>
                </a:lnTo>
                <a:cubicBezTo>
                  <a:pt x="16453" y="22307"/>
                  <a:pt x="16424" y="22336"/>
                  <a:pt x="16424" y="22336"/>
                </a:cubicBezTo>
                <a:lnTo>
                  <a:pt x="16424" y="22321"/>
                </a:lnTo>
                <a:cubicBezTo>
                  <a:pt x="16424" y="22292"/>
                  <a:pt x="16453" y="22277"/>
                  <a:pt x="16453" y="22263"/>
                </a:cubicBezTo>
                <a:close/>
                <a:moveTo>
                  <a:pt x="17204" y="22042"/>
                </a:moveTo>
                <a:cubicBezTo>
                  <a:pt x="17218" y="22071"/>
                  <a:pt x="17248" y="22115"/>
                  <a:pt x="17277" y="22160"/>
                </a:cubicBezTo>
                <a:lnTo>
                  <a:pt x="17159" y="22336"/>
                </a:lnTo>
                <a:cubicBezTo>
                  <a:pt x="17145" y="22292"/>
                  <a:pt x="17130" y="22263"/>
                  <a:pt x="17086" y="22204"/>
                </a:cubicBezTo>
                <a:lnTo>
                  <a:pt x="17204" y="22042"/>
                </a:lnTo>
                <a:close/>
                <a:moveTo>
                  <a:pt x="16556" y="22189"/>
                </a:moveTo>
                <a:cubicBezTo>
                  <a:pt x="16556" y="22204"/>
                  <a:pt x="16571" y="22248"/>
                  <a:pt x="16571" y="22263"/>
                </a:cubicBezTo>
                <a:lnTo>
                  <a:pt x="16538" y="22340"/>
                </a:lnTo>
                <a:cubicBezTo>
                  <a:pt x="16538" y="22329"/>
                  <a:pt x="16534" y="22314"/>
                  <a:pt x="16527" y="22292"/>
                </a:cubicBezTo>
                <a:cubicBezTo>
                  <a:pt x="16541" y="22263"/>
                  <a:pt x="16541" y="22218"/>
                  <a:pt x="16556" y="22189"/>
                </a:cubicBezTo>
                <a:close/>
                <a:moveTo>
                  <a:pt x="16718" y="22145"/>
                </a:moveTo>
                <a:cubicBezTo>
                  <a:pt x="16733" y="22160"/>
                  <a:pt x="16762" y="22204"/>
                  <a:pt x="16762" y="22218"/>
                </a:cubicBezTo>
                <a:lnTo>
                  <a:pt x="16762" y="22248"/>
                </a:lnTo>
                <a:cubicBezTo>
                  <a:pt x="16747" y="22277"/>
                  <a:pt x="16703" y="22336"/>
                  <a:pt x="16688" y="22366"/>
                </a:cubicBezTo>
                <a:cubicBezTo>
                  <a:pt x="16674" y="22336"/>
                  <a:pt x="16674" y="22292"/>
                  <a:pt x="16674" y="22277"/>
                </a:cubicBezTo>
                <a:cubicBezTo>
                  <a:pt x="16688" y="22248"/>
                  <a:pt x="16703" y="22189"/>
                  <a:pt x="16718" y="22145"/>
                </a:cubicBezTo>
                <a:close/>
                <a:moveTo>
                  <a:pt x="16968" y="22101"/>
                </a:moveTo>
                <a:cubicBezTo>
                  <a:pt x="16968" y="22130"/>
                  <a:pt x="16983" y="22160"/>
                  <a:pt x="16998" y="22204"/>
                </a:cubicBezTo>
                <a:cubicBezTo>
                  <a:pt x="16968" y="22263"/>
                  <a:pt x="16939" y="22321"/>
                  <a:pt x="16909" y="22366"/>
                </a:cubicBezTo>
                <a:cubicBezTo>
                  <a:pt x="16895" y="22336"/>
                  <a:pt x="16865" y="22292"/>
                  <a:pt x="16865" y="22263"/>
                </a:cubicBezTo>
                <a:cubicBezTo>
                  <a:pt x="16909" y="22204"/>
                  <a:pt x="16924" y="22145"/>
                  <a:pt x="16968" y="22101"/>
                </a:cubicBezTo>
                <a:close/>
                <a:moveTo>
                  <a:pt x="17042" y="22277"/>
                </a:moveTo>
                <a:cubicBezTo>
                  <a:pt x="17056" y="22321"/>
                  <a:pt x="17071" y="22351"/>
                  <a:pt x="17115" y="22395"/>
                </a:cubicBezTo>
                <a:lnTo>
                  <a:pt x="16998" y="22557"/>
                </a:lnTo>
                <a:lnTo>
                  <a:pt x="16939" y="22439"/>
                </a:lnTo>
                <a:cubicBezTo>
                  <a:pt x="16983" y="22395"/>
                  <a:pt x="17012" y="22336"/>
                  <a:pt x="17042" y="22277"/>
                </a:cubicBezTo>
                <a:close/>
                <a:moveTo>
                  <a:pt x="16482" y="22454"/>
                </a:moveTo>
                <a:cubicBezTo>
                  <a:pt x="16482" y="22483"/>
                  <a:pt x="16482" y="22498"/>
                  <a:pt x="16497" y="22513"/>
                </a:cubicBezTo>
                <a:cubicBezTo>
                  <a:pt x="16482" y="22527"/>
                  <a:pt x="16482" y="22572"/>
                  <a:pt x="16468" y="22586"/>
                </a:cubicBezTo>
                <a:cubicBezTo>
                  <a:pt x="16453" y="22572"/>
                  <a:pt x="16453" y="22557"/>
                  <a:pt x="16453" y="22527"/>
                </a:cubicBezTo>
                <a:cubicBezTo>
                  <a:pt x="16468" y="22513"/>
                  <a:pt x="16468" y="22483"/>
                  <a:pt x="16482" y="22454"/>
                </a:cubicBezTo>
                <a:close/>
                <a:moveTo>
                  <a:pt x="16792" y="22336"/>
                </a:moveTo>
                <a:cubicBezTo>
                  <a:pt x="16836" y="22366"/>
                  <a:pt x="16836" y="22410"/>
                  <a:pt x="16850" y="22439"/>
                </a:cubicBezTo>
                <a:cubicBezTo>
                  <a:pt x="16821" y="22498"/>
                  <a:pt x="16792" y="22527"/>
                  <a:pt x="16762" y="22586"/>
                </a:cubicBezTo>
                <a:cubicBezTo>
                  <a:pt x="16747" y="22557"/>
                  <a:pt x="16747" y="22513"/>
                  <a:pt x="16718" y="22483"/>
                </a:cubicBezTo>
                <a:cubicBezTo>
                  <a:pt x="16733" y="22424"/>
                  <a:pt x="16777" y="22395"/>
                  <a:pt x="16792" y="22336"/>
                </a:cubicBezTo>
                <a:close/>
                <a:moveTo>
                  <a:pt x="16615" y="22395"/>
                </a:moveTo>
                <a:cubicBezTo>
                  <a:pt x="16615" y="22424"/>
                  <a:pt x="16630" y="22439"/>
                  <a:pt x="16630" y="22483"/>
                </a:cubicBezTo>
                <a:cubicBezTo>
                  <a:pt x="16615" y="22513"/>
                  <a:pt x="16585" y="22557"/>
                  <a:pt x="16571" y="22616"/>
                </a:cubicBezTo>
                <a:cubicBezTo>
                  <a:pt x="16571" y="22572"/>
                  <a:pt x="16571" y="22527"/>
                  <a:pt x="16556" y="22513"/>
                </a:cubicBezTo>
                <a:cubicBezTo>
                  <a:pt x="16571" y="22483"/>
                  <a:pt x="16600" y="22439"/>
                  <a:pt x="16615" y="22395"/>
                </a:cubicBezTo>
                <a:close/>
                <a:moveTo>
                  <a:pt x="16365" y="22704"/>
                </a:moveTo>
                <a:lnTo>
                  <a:pt x="16365" y="22719"/>
                </a:lnTo>
                <a:cubicBezTo>
                  <a:pt x="16365" y="22733"/>
                  <a:pt x="16350" y="22748"/>
                  <a:pt x="16350" y="22778"/>
                </a:cubicBezTo>
                <a:lnTo>
                  <a:pt x="16350" y="22763"/>
                </a:lnTo>
                <a:cubicBezTo>
                  <a:pt x="16350" y="22733"/>
                  <a:pt x="16365" y="22719"/>
                  <a:pt x="16365" y="22704"/>
                </a:cubicBezTo>
                <a:close/>
                <a:moveTo>
                  <a:pt x="16497" y="22630"/>
                </a:moveTo>
                <a:cubicBezTo>
                  <a:pt x="16497" y="22645"/>
                  <a:pt x="16512" y="22689"/>
                  <a:pt x="16512" y="22704"/>
                </a:cubicBezTo>
                <a:lnTo>
                  <a:pt x="16468" y="22807"/>
                </a:lnTo>
                <a:lnTo>
                  <a:pt x="16468" y="22733"/>
                </a:lnTo>
                <a:cubicBezTo>
                  <a:pt x="16482" y="22704"/>
                  <a:pt x="16497" y="22660"/>
                  <a:pt x="16497" y="22630"/>
                </a:cubicBezTo>
                <a:close/>
                <a:moveTo>
                  <a:pt x="16688" y="22586"/>
                </a:moveTo>
                <a:cubicBezTo>
                  <a:pt x="16703" y="22630"/>
                  <a:pt x="16703" y="22660"/>
                  <a:pt x="16718" y="22689"/>
                </a:cubicBezTo>
                <a:cubicBezTo>
                  <a:pt x="16703" y="22719"/>
                  <a:pt x="16674" y="22778"/>
                  <a:pt x="16644" y="22807"/>
                </a:cubicBezTo>
                <a:cubicBezTo>
                  <a:pt x="16644" y="22792"/>
                  <a:pt x="16630" y="22748"/>
                  <a:pt x="16630" y="22733"/>
                </a:cubicBezTo>
                <a:cubicBezTo>
                  <a:pt x="16615" y="22733"/>
                  <a:pt x="16615" y="22733"/>
                  <a:pt x="16615" y="22719"/>
                </a:cubicBezTo>
                <a:cubicBezTo>
                  <a:pt x="16630" y="22689"/>
                  <a:pt x="16674" y="22630"/>
                  <a:pt x="16688" y="22586"/>
                </a:cubicBezTo>
                <a:close/>
                <a:moveTo>
                  <a:pt x="16895" y="22542"/>
                </a:moveTo>
                <a:lnTo>
                  <a:pt x="16939" y="22645"/>
                </a:lnTo>
                <a:lnTo>
                  <a:pt x="16836" y="22807"/>
                </a:lnTo>
                <a:cubicBezTo>
                  <a:pt x="16821" y="22778"/>
                  <a:pt x="16821" y="22733"/>
                  <a:pt x="16792" y="22704"/>
                </a:cubicBezTo>
                <a:cubicBezTo>
                  <a:pt x="16836" y="22645"/>
                  <a:pt x="16850" y="22586"/>
                  <a:pt x="16895" y="22542"/>
                </a:cubicBezTo>
                <a:close/>
                <a:moveTo>
                  <a:pt x="16409" y="22881"/>
                </a:moveTo>
                <a:lnTo>
                  <a:pt x="16409" y="22940"/>
                </a:lnTo>
                <a:cubicBezTo>
                  <a:pt x="16394" y="22984"/>
                  <a:pt x="16394" y="22998"/>
                  <a:pt x="16365" y="23028"/>
                </a:cubicBezTo>
                <a:lnTo>
                  <a:pt x="16365" y="22984"/>
                </a:lnTo>
                <a:cubicBezTo>
                  <a:pt x="16394" y="22940"/>
                  <a:pt x="16394" y="22925"/>
                  <a:pt x="16409" y="22881"/>
                </a:cubicBezTo>
                <a:close/>
                <a:moveTo>
                  <a:pt x="16762" y="22778"/>
                </a:moveTo>
                <a:cubicBezTo>
                  <a:pt x="16762" y="22836"/>
                  <a:pt x="16777" y="22851"/>
                  <a:pt x="16792" y="22881"/>
                </a:cubicBezTo>
                <a:cubicBezTo>
                  <a:pt x="16762" y="22940"/>
                  <a:pt x="16747" y="22984"/>
                  <a:pt x="16703" y="23028"/>
                </a:cubicBezTo>
                <a:cubicBezTo>
                  <a:pt x="16688" y="22998"/>
                  <a:pt x="16688" y="22954"/>
                  <a:pt x="16674" y="22925"/>
                </a:cubicBezTo>
                <a:cubicBezTo>
                  <a:pt x="16703" y="22866"/>
                  <a:pt x="16718" y="22836"/>
                  <a:pt x="16762" y="22778"/>
                </a:cubicBezTo>
                <a:close/>
                <a:moveTo>
                  <a:pt x="16556" y="22836"/>
                </a:moveTo>
                <a:cubicBezTo>
                  <a:pt x="16556" y="22866"/>
                  <a:pt x="16571" y="22881"/>
                  <a:pt x="16571" y="22925"/>
                </a:cubicBezTo>
                <a:cubicBezTo>
                  <a:pt x="16556" y="22954"/>
                  <a:pt x="16512" y="22998"/>
                  <a:pt x="16497" y="23057"/>
                </a:cubicBezTo>
                <a:lnTo>
                  <a:pt x="16497" y="23013"/>
                </a:lnTo>
                <a:lnTo>
                  <a:pt x="16497" y="22954"/>
                </a:lnTo>
                <a:cubicBezTo>
                  <a:pt x="16512" y="22925"/>
                  <a:pt x="16541" y="22881"/>
                  <a:pt x="16556" y="22836"/>
                </a:cubicBezTo>
                <a:close/>
                <a:moveTo>
                  <a:pt x="16291" y="23146"/>
                </a:moveTo>
                <a:lnTo>
                  <a:pt x="16291" y="23160"/>
                </a:lnTo>
                <a:cubicBezTo>
                  <a:pt x="16291" y="23175"/>
                  <a:pt x="16276" y="23190"/>
                  <a:pt x="16276" y="23219"/>
                </a:cubicBezTo>
                <a:lnTo>
                  <a:pt x="16276" y="23204"/>
                </a:lnTo>
                <a:cubicBezTo>
                  <a:pt x="16276" y="23175"/>
                  <a:pt x="16291" y="23160"/>
                  <a:pt x="16291" y="23146"/>
                </a:cubicBezTo>
                <a:close/>
                <a:moveTo>
                  <a:pt x="16615" y="23057"/>
                </a:moveTo>
                <a:cubicBezTo>
                  <a:pt x="16630" y="23087"/>
                  <a:pt x="16630" y="23131"/>
                  <a:pt x="16644" y="23146"/>
                </a:cubicBezTo>
                <a:cubicBezTo>
                  <a:pt x="16615" y="23175"/>
                  <a:pt x="16600" y="23234"/>
                  <a:pt x="16556" y="23263"/>
                </a:cubicBezTo>
                <a:cubicBezTo>
                  <a:pt x="16541" y="23234"/>
                  <a:pt x="16541" y="23204"/>
                  <a:pt x="16541" y="23175"/>
                </a:cubicBezTo>
                <a:cubicBezTo>
                  <a:pt x="16556" y="23116"/>
                  <a:pt x="16600" y="23087"/>
                  <a:pt x="16615" y="23057"/>
                </a:cubicBezTo>
                <a:close/>
                <a:moveTo>
                  <a:pt x="16424" y="23087"/>
                </a:moveTo>
                <a:cubicBezTo>
                  <a:pt x="16424" y="23101"/>
                  <a:pt x="16424" y="23146"/>
                  <a:pt x="16438" y="23160"/>
                </a:cubicBezTo>
                <a:lnTo>
                  <a:pt x="16394" y="23278"/>
                </a:lnTo>
                <a:cubicBezTo>
                  <a:pt x="16394" y="23234"/>
                  <a:pt x="16394" y="23219"/>
                  <a:pt x="16365" y="23204"/>
                </a:cubicBezTo>
                <a:lnTo>
                  <a:pt x="16424" y="23087"/>
                </a:lnTo>
                <a:close/>
                <a:moveTo>
                  <a:pt x="16321" y="23322"/>
                </a:moveTo>
                <a:lnTo>
                  <a:pt x="16321" y="23381"/>
                </a:lnTo>
                <a:cubicBezTo>
                  <a:pt x="16306" y="23425"/>
                  <a:pt x="16276" y="23440"/>
                  <a:pt x="16276" y="23469"/>
                </a:cubicBezTo>
                <a:lnTo>
                  <a:pt x="16276" y="23425"/>
                </a:lnTo>
                <a:cubicBezTo>
                  <a:pt x="16291" y="23381"/>
                  <a:pt x="16291" y="23366"/>
                  <a:pt x="16321" y="23322"/>
                </a:cubicBezTo>
                <a:close/>
                <a:moveTo>
                  <a:pt x="16482" y="23278"/>
                </a:moveTo>
                <a:cubicBezTo>
                  <a:pt x="16482" y="23307"/>
                  <a:pt x="16497" y="23322"/>
                  <a:pt x="16497" y="23366"/>
                </a:cubicBezTo>
                <a:cubicBezTo>
                  <a:pt x="16482" y="23396"/>
                  <a:pt x="16453" y="23440"/>
                  <a:pt x="16424" y="23499"/>
                </a:cubicBezTo>
                <a:cubicBezTo>
                  <a:pt x="16409" y="23455"/>
                  <a:pt x="16409" y="23440"/>
                  <a:pt x="16409" y="23396"/>
                </a:cubicBezTo>
                <a:cubicBezTo>
                  <a:pt x="16424" y="23366"/>
                  <a:pt x="16453" y="23322"/>
                  <a:pt x="16482" y="23278"/>
                </a:cubicBezTo>
                <a:close/>
                <a:moveTo>
                  <a:pt x="16188" y="23587"/>
                </a:moveTo>
                <a:lnTo>
                  <a:pt x="16188" y="23602"/>
                </a:lnTo>
                <a:cubicBezTo>
                  <a:pt x="16188" y="23616"/>
                  <a:pt x="16173" y="23631"/>
                  <a:pt x="16173" y="23661"/>
                </a:cubicBezTo>
                <a:lnTo>
                  <a:pt x="16173" y="23631"/>
                </a:lnTo>
                <a:cubicBezTo>
                  <a:pt x="16173" y="23616"/>
                  <a:pt x="16188" y="23602"/>
                  <a:pt x="16188" y="23587"/>
                </a:cubicBezTo>
                <a:close/>
                <a:moveTo>
                  <a:pt x="16335" y="23528"/>
                </a:moveTo>
                <a:cubicBezTo>
                  <a:pt x="16335" y="23543"/>
                  <a:pt x="16335" y="23587"/>
                  <a:pt x="16350" y="23602"/>
                </a:cubicBezTo>
                <a:lnTo>
                  <a:pt x="16291" y="23719"/>
                </a:lnTo>
                <a:cubicBezTo>
                  <a:pt x="16276" y="23675"/>
                  <a:pt x="16276" y="23661"/>
                  <a:pt x="16276" y="23631"/>
                </a:cubicBezTo>
                <a:lnTo>
                  <a:pt x="16335" y="23528"/>
                </a:lnTo>
                <a:close/>
                <a:moveTo>
                  <a:pt x="16203" y="23764"/>
                </a:moveTo>
                <a:lnTo>
                  <a:pt x="16203" y="23822"/>
                </a:lnTo>
                <a:cubicBezTo>
                  <a:pt x="16193" y="23832"/>
                  <a:pt x="16183" y="23855"/>
                  <a:pt x="16173" y="23874"/>
                </a:cubicBezTo>
                <a:lnTo>
                  <a:pt x="16173" y="23874"/>
                </a:lnTo>
                <a:cubicBezTo>
                  <a:pt x="16173" y="23871"/>
                  <a:pt x="16173" y="23869"/>
                  <a:pt x="16173" y="23867"/>
                </a:cubicBezTo>
                <a:cubicBezTo>
                  <a:pt x="16188" y="23822"/>
                  <a:pt x="16203" y="23808"/>
                  <a:pt x="16203" y="23764"/>
                </a:cubicBezTo>
                <a:close/>
                <a:moveTo>
                  <a:pt x="16085" y="24043"/>
                </a:moveTo>
                <a:lnTo>
                  <a:pt x="16085" y="24058"/>
                </a:lnTo>
                <a:cubicBezTo>
                  <a:pt x="16085" y="24087"/>
                  <a:pt x="16056" y="24102"/>
                  <a:pt x="16056" y="24102"/>
                </a:cubicBezTo>
                <a:cubicBezTo>
                  <a:pt x="16056" y="24087"/>
                  <a:pt x="16085" y="24058"/>
                  <a:pt x="16085" y="24043"/>
                </a:cubicBezTo>
                <a:close/>
                <a:moveTo>
                  <a:pt x="18528" y="20364"/>
                </a:moveTo>
                <a:cubicBezTo>
                  <a:pt x="19705" y="21144"/>
                  <a:pt x="21103" y="21556"/>
                  <a:pt x="22457" y="21983"/>
                </a:cubicBezTo>
                <a:cubicBezTo>
                  <a:pt x="24194" y="22498"/>
                  <a:pt x="25975" y="23057"/>
                  <a:pt x="27270" y="24279"/>
                </a:cubicBezTo>
                <a:cubicBezTo>
                  <a:pt x="28962" y="25897"/>
                  <a:pt x="29580" y="28694"/>
                  <a:pt x="28933" y="31740"/>
                </a:cubicBezTo>
                <a:cubicBezTo>
                  <a:pt x="28918" y="31843"/>
                  <a:pt x="28888" y="31975"/>
                  <a:pt x="28844" y="32078"/>
                </a:cubicBezTo>
                <a:cubicBezTo>
                  <a:pt x="29271" y="29062"/>
                  <a:pt x="28535" y="26383"/>
                  <a:pt x="26828" y="24705"/>
                </a:cubicBezTo>
                <a:cubicBezTo>
                  <a:pt x="25548" y="23455"/>
                  <a:pt x="23841" y="22866"/>
                  <a:pt x="22192" y="22292"/>
                </a:cubicBezTo>
                <a:cubicBezTo>
                  <a:pt x="20868" y="21836"/>
                  <a:pt x="19499" y="21380"/>
                  <a:pt x="18396" y="20570"/>
                </a:cubicBezTo>
                <a:cubicBezTo>
                  <a:pt x="18440" y="20497"/>
                  <a:pt x="18484" y="20423"/>
                  <a:pt x="18528" y="20364"/>
                </a:cubicBezTo>
                <a:close/>
                <a:moveTo>
                  <a:pt x="18351" y="20644"/>
                </a:moveTo>
                <a:cubicBezTo>
                  <a:pt x="19485" y="21453"/>
                  <a:pt x="20839" y="21924"/>
                  <a:pt x="22163" y="22395"/>
                </a:cubicBezTo>
                <a:cubicBezTo>
                  <a:pt x="23811" y="22954"/>
                  <a:pt x="25518" y="23543"/>
                  <a:pt x="26769" y="24779"/>
                </a:cubicBezTo>
                <a:cubicBezTo>
                  <a:pt x="28491" y="26471"/>
                  <a:pt x="29212" y="29194"/>
                  <a:pt x="28756" y="32226"/>
                </a:cubicBezTo>
                <a:cubicBezTo>
                  <a:pt x="28712" y="32402"/>
                  <a:pt x="28697" y="32579"/>
                  <a:pt x="28638" y="32770"/>
                </a:cubicBezTo>
                <a:lnTo>
                  <a:pt x="28638" y="32711"/>
                </a:lnTo>
                <a:cubicBezTo>
                  <a:pt x="28815" y="30945"/>
                  <a:pt x="28741" y="27619"/>
                  <a:pt x="26298" y="25206"/>
                </a:cubicBezTo>
                <a:cubicBezTo>
                  <a:pt x="25077" y="23970"/>
                  <a:pt x="23458" y="23322"/>
                  <a:pt x="21883" y="22719"/>
                </a:cubicBezTo>
                <a:cubicBezTo>
                  <a:pt x="20544" y="22189"/>
                  <a:pt x="19264" y="21689"/>
                  <a:pt x="18234" y="20850"/>
                </a:cubicBezTo>
                <a:cubicBezTo>
                  <a:pt x="18263" y="20776"/>
                  <a:pt x="18322" y="20688"/>
                  <a:pt x="18351" y="20644"/>
                </a:cubicBezTo>
                <a:close/>
                <a:moveTo>
                  <a:pt x="18160" y="20923"/>
                </a:moveTo>
                <a:cubicBezTo>
                  <a:pt x="19205" y="21762"/>
                  <a:pt x="20485" y="22277"/>
                  <a:pt x="21839" y="22792"/>
                </a:cubicBezTo>
                <a:cubicBezTo>
                  <a:pt x="23399" y="23396"/>
                  <a:pt x="25003" y="24043"/>
                  <a:pt x="26225" y="25265"/>
                </a:cubicBezTo>
                <a:cubicBezTo>
                  <a:pt x="28624" y="27649"/>
                  <a:pt x="28697" y="30945"/>
                  <a:pt x="28535" y="32711"/>
                </a:cubicBezTo>
                <a:cubicBezTo>
                  <a:pt x="28550" y="32844"/>
                  <a:pt x="28535" y="32991"/>
                  <a:pt x="28506" y="33138"/>
                </a:cubicBezTo>
                <a:cubicBezTo>
                  <a:pt x="28491" y="33182"/>
                  <a:pt x="28476" y="33226"/>
                  <a:pt x="28462" y="33285"/>
                </a:cubicBezTo>
                <a:lnTo>
                  <a:pt x="28462" y="33182"/>
                </a:lnTo>
                <a:cubicBezTo>
                  <a:pt x="28565" y="30195"/>
                  <a:pt x="27638" y="27546"/>
                  <a:pt x="25813" y="25706"/>
                </a:cubicBezTo>
                <a:cubicBezTo>
                  <a:pt x="24606" y="24485"/>
                  <a:pt x="23090" y="23808"/>
                  <a:pt x="21589" y="23160"/>
                </a:cubicBezTo>
                <a:cubicBezTo>
                  <a:pt x="20294" y="22572"/>
                  <a:pt x="19043" y="22027"/>
                  <a:pt x="18028" y="21115"/>
                </a:cubicBezTo>
                <a:cubicBezTo>
                  <a:pt x="18057" y="21041"/>
                  <a:pt x="18116" y="20997"/>
                  <a:pt x="18160" y="20923"/>
                </a:cubicBezTo>
                <a:close/>
                <a:moveTo>
                  <a:pt x="18028" y="21174"/>
                </a:moveTo>
                <a:cubicBezTo>
                  <a:pt x="19043" y="22071"/>
                  <a:pt x="20294" y="22630"/>
                  <a:pt x="21604" y="23219"/>
                </a:cubicBezTo>
                <a:cubicBezTo>
                  <a:pt x="23075" y="23867"/>
                  <a:pt x="24591" y="24544"/>
                  <a:pt x="25769" y="25750"/>
                </a:cubicBezTo>
                <a:cubicBezTo>
                  <a:pt x="27579" y="27575"/>
                  <a:pt x="28521" y="30224"/>
                  <a:pt x="28388" y="33182"/>
                </a:cubicBezTo>
                <a:cubicBezTo>
                  <a:pt x="28388" y="33300"/>
                  <a:pt x="28373" y="33403"/>
                  <a:pt x="28373" y="33521"/>
                </a:cubicBezTo>
                <a:cubicBezTo>
                  <a:pt x="28344" y="33594"/>
                  <a:pt x="28315" y="33653"/>
                  <a:pt x="28285" y="33727"/>
                </a:cubicBezTo>
                <a:lnTo>
                  <a:pt x="28285" y="33653"/>
                </a:lnTo>
                <a:cubicBezTo>
                  <a:pt x="28256" y="30739"/>
                  <a:pt x="27211" y="28090"/>
                  <a:pt x="25327" y="26177"/>
                </a:cubicBezTo>
                <a:cubicBezTo>
                  <a:pt x="24179" y="24985"/>
                  <a:pt x="22737" y="24279"/>
                  <a:pt x="21354" y="23587"/>
                </a:cubicBezTo>
                <a:cubicBezTo>
                  <a:pt x="20073" y="22940"/>
                  <a:pt x="18837" y="22336"/>
                  <a:pt x="17895" y="21380"/>
                </a:cubicBezTo>
                <a:cubicBezTo>
                  <a:pt x="17939" y="21306"/>
                  <a:pt x="17998" y="21247"/>
                  <a:pt x="18028" y="21174"/>
                </a:cubicBezTo>
                <a:close/>
                <a:moveTo>
                  <a:pt x="28344" y="33815"/>
                </a:moveTo>
                <a:cubicBezTo>
                  <a:pt x="28329" y="33844"/>
                  <a:pt x="28329" y="33889"/>
                  <a:pt x="28329" y="33918"/>
                </a:cubicBezTo>
                <a:cubicBezTo>
                  <a:pt x="28315" y="33962"/>
                  <a:pt x="28285" y="34021"/>
                  <a:pt x="28285" y="34050"/>
                </a:cubicBezTo>
                <a:lnTo>
                  <a:pt x="28285" y="33947"/>
                </a:lnTo>
                <a:cubicBezTo>
                  <a:pt x="28314" y="33903"/>
                  <a:pt x="28329" y="33844"/>
                  <a:pt x="28344" y="33815"/>
                </a:cubicBezTo>
                <a:close/>
                <a:moveTo>
                  <a:pt x="17866" y="21453"/>
                </a:moveTo>
                <a:cubicBezTo>
                  <a:pt x="18822" y="22410"/>
                  <a:pt x="20059" y="23013"/>
                  <a:pt x="21339" y="23661"/>
                </a:cubicBezTo>
                <a:cubicBezTo>
                  <a:pt x="22722" y="24338"/>
                  <a:pt x="24135" y="25059"/>
                  <a:pt x="25298" y="26236"/>
                </a:cubicBezTo>
                <a:cubicBezTo>
                  <a:pt x="27152" y="28134"/>
                  <a:pt x="28182" y="30754"/>
                  <a:pt x="28241" y="33653"/>
                </a:cubicBezTo>
                <a:cubicBezTo>
                  <a:pt x="28197" y="33741"/>
                  <a:pt x="28197" y="33830"/>
                  <a:pt x="28197" y="33918"/>
                </a:cubicBezTo>
                <a:cubicBezTo>
                  <a:pt x="28167" y="33992"/>
                  <a:pt x="28123" y="34095"/>
                  <a:pt x="28108" y="34168"/>
                </a:cubicBezTo>
                <a:lnTo>
                  <a:pt x="28108" y="34124"/>
                </a:lnTo>
                <a:cubicBezTo>
                  <a:pt x="27932" y="31269"/>
                  <a:pt x="26784" y="28694"/>
                  <a:pt x="24841" y="26677"/>
                </a:cubicBezTo>
                <a:cubicBezTo>
                  <a:pt x="23738" y="25515"/>
                  <a:pt x="22384" y="24779"/>
                  <a:pt x="21118" y="24058"/>
                </a:cubicBezTo>
                <a:cubicBezTo>
                  <a:pt x="19853" y="23352"/>
                  <a:pt x="18631" y="22660"/>
                  <a:pt x="17733" y="21659"/>
                </a:cubicBezTo>
                <a:cubicBezTo>
                  <a:pt x="17778" y="21586"/>
                  <a:pt x="17822" y="21527"/>
                  <a:pt x="17866" y="21453"/>
                </a:cubicBezTo>
                <a:close/>
                <a:moveTo>
                  <a:pt x="28197" y="34168"/>
                </a:moveTo>
                <a:lnTo>
                  <a:pt x="28197" y="34168"/>
                </a:lnTo>
                <a:cubicBezTo>
                  <a:pt x="28197" y="34212"/>
                  <a:pt x="28182" y="34271"/>
                  <a:pt x="28182" y="34345"/>
                </a:cubicBezTo>
                <a:cubicBezTo>
                  <a:pt x="28167" y="34404"/>
                  <a:pt x="28138" y="34477"/>
                  <a:pt x="28108" y="34536"/>
                </a:cubicBezTo>
                <a:lnTo>
                  <a:pt x="28108" y="34359"/>
                </a:lnTo>
                <a:cubicBezTo>
                  <a:pt x="28123" y="34315"/>
                  <a:pt x="28138" y="34256"/>
                  <a:pt x="28182" y="34198"/>
                </a:cubicBezTo>
                <a:cubicBezTo>
                  <a:pt x="28182" y="34183"/>
                  <a:pt x="28197" y="34183"/>
                  <a:pt x="28197" y="34168"/>
                </a:cubicBezTo>
                <a:close/>
                <a:moveTo>
                  <a:pt x="17660" y="21703"/>
                </a:moveTo>
                <a:cubicBezTo>
                  <a:pt x="18557" y="22733"/>
                  <a:pt x="19779" y="23425"/>
                  <a:pt x="21059" y="24117"/>
                </a:cubicBezTo>
                <a:cubicBezTo>
                  <a:pt x="22354" y="24838"/>
                  <a:pt x="23664" y="25574"/>
                  <a:pt x="24768" y="26707"/>
                </a:cubicBezTo>
                <a:cubicBezTo>
                  <a:pt x="26696" y="28723"/>
                  <a:pt x="27829" y="31269"/>
                  <a:pt x="28020" y="34109"/>
                </a:cubicBezTo>
                <a:cubicBezTo>
                  <a:pt x="28020" y="34183"/>
                  <a:pt x="28020" y="34256"/>
                  <a:pt x="28035" y="34330"/>
                </a:cubicBezTo>
                <a:lnTo>
                  <a:pt x="27932" y="34610"/>
                </a:lnTo>
                <a:lnTo>
                  <a:pt x="27932" y="34580"/>
                </a:lnTo>
                <a:cubicBezTo>
                  <a:pt x="27593" y="31858"/>
                  <a:pt x="26357" y="29282"/>
                  <a:pt x="24326" y="27148"/>
                </a:cubicBezTo>
                <a:cubicBezTo>
                  <a:pt x="23267" y="26045"/>
                  <a:pt x="22031" y="25279"/>
                  <a:pt x="20868" y="24544"/>
                </a:cubicBezTo>
                <a:cubicBezTo>
                  <a:pt x="19588" y="23749"/>
                  <a:pt x="18381" y="22998"/>
                  <a:pt x="17527" y="21895"/>
                </a:cubicBezTo>
                <a:cubicBezTo>
                  <a:pt x="17571" y="21836"/>
                  <a:pt x="17630" y="21762"/>
                  <a:pt x="17660" y="21703"/>
                </a:cubicBezTo>
                <a:close/>
                <a:moveTo>
                  <a:pt x="28138" y="34654"/>
                </a:moveTo>
                <a:cubicBezTo>
                  <a:pt x="28167" y="34698"/>
                  <a:pt x="28167" y="34713"/>
                  <a:pt x="28138" y="34757"/>
                </a:cubicBezTo>
                <a:cubicBezTo>
                  <a:pt x="28123" y="34786"/>
                  <a:pt x="28123" y="34830"/>
                  <a:pt x="28108" y="34860"/>
                </a:cubicBezTo>
                <a:lnTo>
                  <a:pt x="28108" y="34771"/>
                </a:lnTo>
                <a:cubicBezTo>
                  <a:pt x="28123" y="34727"/>
                  <a:pt x="28123" y="34698"/>
                  <a:pt x="28138" y="34654"/>
                </a:cubicBezTo>
                <a:close/>
                <a:moveTo>
                  <a:pt x="28035" y="34551"/>
                </a:moveTo>
                <a:lnTo>
                  <a:pt x="28035" y="34757"/>
                </a:lnTo>
                <a:cubicBezTo>
                  <a:pt x="28020" y="34830"/>
                  <a:pt x="27976" y="34904"/>
                  <a:pt x="27961" y="34978"/>
                </a:cubicBezTo>
                <a:lnTo>
                  <a:pt x="27961" y="34992"/>
                </a:lnTo>
                <a:cubicBezTo>
                  <a:pt x="27961" y="34919"/>
                  <a:pt x="27947" y="34860"/>
                  <a:pt x="27947" y="34786"/>
                </a:cubicBezTo>
                <a:cubicBezTo>
                  <a:pt x="27976" y="34698"/>
                  <a:pt x="28020" y="34624"/>
                  <a:pt x="28035" y="34551"/>
                </a:cubicBezTo>
                <a:close/>
                <a:moveTo>
                  <a:pt x="17498" y="21968"/>
                </a:moveTo>
                <a:cubicBezTo>
                  <a:pt x="18351" y="23072"/>
                  <a:pt x="19558" y="23822"/>
                  <a:pt x="20824" y="24617"/>
                </a:cubicBezTo>
                <a:cubicBezTo>
                  <a:pt x="22001" y="25353"/>
                  <a:pt x="23208" y="26104"/>
                  <a:pt x="24267" y="27207"/>
                </a:cubicBezTo>
                <a:cubicBezTo>
                  <a:pt x="26284" y="29326"/>
                  <a:pt x="27520" y="31887"/>
                  <a:pt x="27829" y="34610"/>
                </a:cubicBezTo>
                <a:cubicBezTo>
                  <a:pt x="27829" y="34654"/>
                  <a:pt x="27844" y="34713"/>
                  <a:pt x="27844" y="34771"/>
                </a:cubicBezTo>
                <a:cubicBezTo>
                  <a:pt x="27814" y="34860"/>
                  <a:pt x="27770" y="34978"/>
                  <a:pt x="27741" y="35066"/>
                </a:cubicBezTo>
                <a:lnTo>
                  <a:pt x="27741" y="35051"/>
                </a:lnTo>
                <a:cubicBezTo>
                  <a:pt x="27299" y="32432"/>
                  <a:pt x="25989" y="29945"/>
                  <a:pt x="23826" y="27649"/>
                </a:cubicBezTo>
                <a:cubicBezTo>
                  <a:pt x="22825" y="26604"/>
                  <a:pt x="21722" y="25824"/>
                  <a:pt x="20662" y="25073"/>
                </a:cubicBezTo>
                <a:cubicBezTo>
                  <a:pt x="19382" y="24190"/>
                  <a:pt x="18175" y="23352"/>
                  <a:pt x="17365" y="22145"/>
                </a:cubicBezTo>
                <a:cubicBezTo>
                  <a:pt x="17380" y="22130"/>
                  <a:pt x="17395" y="22086"/>
                  <a:pt x="17424" y="22071"/>
                </a:cubicBezTo>
                <a:cubicBezTo>
                  <a:pt x="17439" y="22042"/>
                  <a:pt x="17468" y="21998"/>
                  <a:pt x="17498" y="21968"/>
                </a:cubicBezTo>
                <a:close/>
                <a:moveTo>
                  <a:pt x="28050" y="35022"/>
                </a:moveTo>
                <a:cubicBezTo>
                  <a:pt x="28035" y="35066"/>
                  <a:pt x="28035" y="35125"/>
                  <a:pt x="28035" y="35169"/>
                </a:cubicBezTo>
                <a:cubicBezTo>
                  <a:pt x="28020" y="35228"/>
                  <a:pt x="28005" y="35301"/>
                  <a:pt x="27976" y="35360"/>
                </a:cubicBezTo>
                <a:lnTo>
                  <a:pt x="27976" y="35213"/>
                </a:lnTo>
                <a:cubicBezTo>
                  <a:pt x="28005" y="35154"/>
                  <a:pt x="28020" y="35081"/>
                  <a:pt x="28050" y="35022"/>
                </a:cubicBezTo>
                <a:close/>
                <a:moveTo>
                  <a:pt x="27873" y="34948"/>
                </a:moveTo>
                <a:cubicBezTo>
                  <a:pt x="27873" y="35022"/>
                  <a:pt x="27888" y="35095"/>
                  <a:pt x="27888" y="35169"/>
                </a:cubicBezTo>
                <a:cubicBezTo>
                  <a:pt x="27858" y="35287"/>
                  <a:pt x="27829" y="35375"/>
                  <a:pt x="27799" y="35448"/>
                </a:cubicBezTo>
                <a:cubicBezTo>
                  <a:pt x="27799" y="35375"/>
                  <a:pt x="27785" y="35301"/>
                  <a:pt x="27755" y="35242"/>
                </a:cubicBezTo>
                <a:cubicBezTo>
                  <a:pt x="27799" y="35154"/>
                  <a:pt x="27829" y="35051"/>
                  <a:pt x="27873" y="34948"/>
                </a:cubicBezTo>
                <a:close/>
                <a:moveTo>
                  <a:pt x="17307" y="22218"/>
                </a:moveTo>
                <a:cubicBezTo>
                  <a:pt x="18116" y="23425"/>
                  <a:pt x="19337" y="24264"/>
                  <a:pt x="20603" y="25147"/>
                </a:cubicBezTo>
                <a:cubicBezTo>
                  <a:pt x="21677" y="25883"/>
                  <a:pt x="22781" y="26663"/>
                  <a:pt x="23767" y="27708"/>
                </a:cubicBezTo>
                <a:cubicBezTo>
                  <a:pt x="25916" y="29989"/>
                  <a:pt x="27225" y="32476"/>
                  <a:pt x="27652" y="35081"/>
                </a:cubicBezTo>
                <a:cubicBezTo>
                  <a:pt x="27652" y="35139"/>
                  <a:pt x="27667" y="35198"/>
                  <a:pt x="27667" y="35228"/>
                </a:cubicBezTo>
                <a:cubicBezTo>
                  <a:pt x="27638" y="35360"/>
                  <a:pt x="27593" y="35463"/>
                  <a:pt x="27564" y="35581"/>
                </a:cubicBezTo>
                <a:lnTo>
                  <a:pt x="27564" y="35537"/>
                </a:lnTo>
                <a:cubicBezTo>
                  <a:pt x="27019" y="33035"/>
                  <a:pt x="25651" y="30636"/>
                  <a:pt x="23326" y="28149"/>
                </a:cubicBezTo>
                <a:cubicBezTo>
                  <a:pt x="22428" y="27163"/>
                  <a:pt x="21427" y="26398"/>
                  <a:pt x="20471" y="25662"/>
                </a:cubicBezTo>
                <a:cubicBezTo>
                  <a:pt x="19190" y="24676"/>
                  <a:pt x="17954" y="23719"/>
                  <a:pt x="17204" y="22410"/>
                </a:cubicBezTo>
                <a:cubicBezTo>
                  <a:pt x="17233" y="22351"/>
                  <a:pt x="17277" y="22292"/>
                  <a:pt x="17307" y="22218"/>
                </a:cubicBezTo>
                <a:close/>
                <a:moveTo>
                  <a:pt x="28020" y="35508"/>
                </a:moveTo>
                <a:lnTo>
                  <a:pt x="28020" y="35508"/>
                </a:lnTo>
                <a:cubicBezTo>
                  <a:pt x="28005" y="35537"/>
                  <a:pt x="28005" y="35566"/>
                  <a:pt x="28005" y="35581"/>
                </a:cubicBezTo>
                <a:cubicBezTo>
                  <a:pt x="28005" y="35610"/>
                  <a:pt x="27976" y="35640"/>
                  <a:pt x="27976" y="35669"/>
                </a:cubicBezTo>
                <a:lnTo>
                  <a:pt x="27976" y="35596"/>
                </a:lnTo>
                <a:cubicBezTo>
                  <a:pt x="28005" y="35566"/>
                  <a:pt x="28005" y="35537"/>
                  <a:pt x="28020" y="35508"/>
                </a:cubicBezTo>
                <a:close/>
                <a:moveTo>
                  <a:pt x="27902" y="35390"/>
                </a:moveTo>
                <a:cubicBezTo>
                  <a:pt x="27888" y="35463"/>
                  <a:pt x="27902" y="35537"/>
                  <a:pt x="27902" y="35596"/>
                </a:cubicBezTo>
                <a:cubicBezTo>
                  <a:pt x="27888" y="35669"/>
                  <a:pt x="27858" y="35743"/>
                  <a:pt x="27829" y="35816"/>
                </a:cubicBezTo>
                <a:cubicBezTo>
                  <a:pt x="27829" y="35757"/>
                  <a:pt x="27814" y="35684"/>
                  <a:pt x="27814" y="35625"/>
                </a:cubicBezTo>
                <a:cubicBezTo>
                  <a:pt x="27858" y="35551"/>
                  <a:pt x="27873" y="35463"/>
                  <a:pt x="27902" y="35390"/>
                </a:cubicBezTo>
                <a:close/>
                <a:moveTo>
                  <a:pt x="27711" y="35419"/>
                </a:moveTo>
                <a:cubicBezTo>
                  <a:pt x="27726" y="35493"/>
                  <a:pt x="27726" y="35566"/>
                  <a:pt x="27726" y="35654"/>
                </a:cubicBezTo>
                <a:cubicBezTo>
                  <a:pt x="27682" y="35743"/>
                  <a:pt x="27652" y="35860"/>
                  <a:pt x="27608" y="35949"/>
                </a:cubicBezTo>
                <a:cubicBezTo>
                  <a:pt x="27593" y="35875"/>
                  <a:pt x="27593" y="35816"/>
                  <a:pt x="27579" y="35743"/>
                </a:cubicBezTo>
                <a:cubicBezTo>
                  <a:pt x="27638" y="35640"/>
                  <a:pt x="27667" y="35522"/>
                  <a:pt x="27711" y="35419"/>
                </a:cubicBezTo>
                <a:close/>
                <a:moveTo>
                  <a:pt x="17145" y="22483"/>
                </a:moveTo>
                <a:cubicBezTo>
                  <a:pt x="17925" y="23793"/>
                  <a:pt x="19131" y="24720"/>
                  <a:pt x="20412" y="25721"/>
                </a:cubicBezTo>
                <a:cubicBezTo>
                  <a:pt x="21383" y="26457"/>
                  <a:pt x="22369" y="27222"/>
                  <a:pt x="23267" y="28179"/>
                </a:cubicBezTo>
                <a:cubicBezTo>
                  <a:pt x="25563" y="30666"/>
                  <a:pt x="26946" y="33064"/>
                  <a:pt x="27490" y="35537"/>
                </a:cubicBezTo>
                <a:cubicBezTo>
                  <a:pt x="27505" y="35596"/>
                  <a:pt x="27505" y="35654"/>
                  <a:pt x="27520" y="35713"/>
                </a:cubicBezTo>
                <a:cubicBezTo>
                  <a:pt x="27490" y="35802"/>
                  <a:pt x="27461" y="35875"/>
                  <a:pt x="27446" y="35949"/>
                </a:cubicBezTo>
                <a:cubicBezTo>
                  <a:pt x="27432" y="36008"/>
                  <a:pt x="27402" y="36052"/>
                  <a:pt x="27387" y="36096"/>
                </a:cubicBezTo>
                <a:cubicBezTo>
                  <a:pt x="27387" y="36052"/>
                  <a:pt x="27373" y="36037"/>
                  <a:pt x="27373" y="36008"/>
                </a:cubicBezTo>
                <a:cubicBezTo>
                  <a:pt x="26769" y="33609"/>
                  <a:pt x="25401" y="31401"/>
                  <a:pt x="22825" y="28620"/>
                </a:cubicBezTo>
                <a:cubicBezTo>
                  <a:pt x="22016" y="27737"/>
                  <a:pt x="21162" y="27001"/>
                  <a:pt x="20323" y="26295"/>
                </a:cubicBezTo>
                <a:cubicBezTo>
                  <a:pt x="18999" y="25162"/>
                  <a:pt x="17733" y="24087"/>
                  <a:pt x="17042" y="22645"/>
                </a:cubicBezTo>
                <a:lnTo>
                  <a:pt x="17145" y="22483"/>
                </a:lnTo>
                <a:close/>
                <a:moveTo>
                  <a:pt x="27902" y="35907"/>
                </a:moveTo>
                <a:cubicBezTo>
                  <a:pt x="27899" y="35942"/>
                  <a:pt x="27888" y="35971"/>
                  <a:pt x="27888" y="36022"/>
                </a:cubicBezTo>
                <a:cubicBezTo>
                  <a:pt x="27873" y="36081"/>
                  <a:pt x="27858" y="36125"/>
                  <a:pt x="27858" y="36184"/>
                </a:cubicBezTo>
                <a:lnTo>
                  <a:pt x="27858" y="36052"/>
                </a:lnTo>
                <a:cubicBezTo>
                  <a:pt x="27873" y="36008"/>
                  <a:pt x="27887" y="35951"/>
                  <a:pt x="27902" y="35907"/>
                </a:cubicBezTo>
                <a:close/>
                <a:moveTo>
                  <a:pt x="27755" y="35831"/>
                </a:moveTo>
                <a:lnTo>
                  <a:pt x="27755" y="36037"/>
                </a:lnTo>
                <a:cubicBezTo>
                  <a:pt x="27741" y="36125"/>
                  <a:pt x="27711" y="36228"/>
                  <a:pt x="27682" y="36302"/>
                </a:cubicBezTo>
                <a:cubicBezTo>
                  <a:pt x="27682" y="36228"/>
                  <a:pt x="27667" y="36170"/>
                  <a:pt x="27667" y="36111"/>
                </a:cubicBezTo>
                <a:cubicBezTo>
                  <a:pt x="27711" y="36022"/>
                  <a:pt x="27726" y="35934"/>
                  <a:pt x="27755" y="35831"/>
                </a:cubicBezTo>
                <a:close/>
                <a:moveTo>
                  <a:pt x="27535" y="35905"/>
                </a:moveTo>
                <a:cubicBezTo>
                  <a:pt x="27549" y="35978"/>
                  <a:pt x="27549" y="36052"/>
                  <a:pt x="27579" y="36111"/>
                </a:cubicBezTo>
                <a:lnTo>
                  <a:pt x="27461" y="36449"/>
                </a:lnTo>
                <a:cubicBezTo>
                  <a:pt x="27446" y="36376"/>
                  <a:pt x="27446" y="36317"/>
                  <a:pt x="27432" y="36258"/>
                </a:cubicBezTo>
                <a:cubicBezTo>
                  <a:pt x="27461" y="36170"/>
                  <a:pt x="27490" y="36081"/>
                  <a:pt x="27520" y="35978"/>
                </a:cubicBezTo>
                <a:cubicBezTo>
                  <a:pt x="27520" y="35949"/>
                  <a:pt x="27535" y="35934"/>
                  <a:pt x="27535" y="35905"/>
                </a:cubicBezTo>
                <a:close/>
                <a:moveTo>
                  <a:pt x="27873" y="36390"/>
                </a:moveTo>
                <a:lnTo>
                  <a:pt x="27873" y="36449"/>
                </a:lnTo>
                <a:cubicBezTo>
                  <a:pt x="27873" y="36464"/>
                  <a:pt x="27858" y="36479"/>
                  <a:pt x="27858" y="36493"/>
                </a:cubicBezTo>
                <a:lnTo>
                  <a:pt x="27858" y="36464"/>
                </a:lnTo>
                <a:cubicBezTo>
                  <a:pt x="27858" y="36449"/>
                  <a:pt x="27873" y="36420"/>
                  <a:pt x="27873" y="36390"/>
                </a:cubicBezTo>
                <a:close/>
                <a:moveTo>
                  <a:pt x="16998" y="22748"/>
                </a:moveTo>
                <a:cubicBezTo>
                  <a:pt x="17719" y="24190"/>
                  <a:pt x="18970" y="25250"/>
                  <a:pt x="20294" y="26383"/>
                </a:cubicBezTo>
                <a:cubicBezTo>
                  <a:pt x="21118" y="27090"/>
                  <a:pt x="21986" y="27811"/>
                  <a:pt x="22796" y="28694"/>
                </a:cubicBezTo>
                <a:cubicBezTo>
                  <a:pt x="25342" y="31475"/>
                  <a:pt x="26710" y="33682"/>
                  <a:pt x="27314" y="36052"/>
                </a:cubicBezTo>
                <a:lnTo>
                  <a:pt x="27373" y="36273"/>
                </a:lnTo>
                <a:cubicBezTo>
                  <a:pt x="27299" y="36376"/>
                  <a:pt x="27270" y="36479"/>
                  <a:pt x="27225" y="36611"/>
                </a:cubicBezTo>
                <a:cubicBezTo>
                  <a:pt x="27211" y="36567"/>
                  <a:pt x="27211" y="36537"/>
                  <a:pt x="27181" y="36493"/>
                </a:cubicBezTo>
                <a:cubicBezTo>
                  <a:pt x="26343" y="33697"/>
                  <a:pt x="24415" y="31416"/>
                  <a:pt x="22325" y="29135"/>
                </a:cubicBezTo>
                <a:cubicBezTo>
                  <a:pt x="21633" y="28370"/>
                  <a:pt x="20912" y="27693"/>
                  <a:pt x="20220" y="27045"/>
                </a:cubicBezTo>
                <a:cubicBezTo>
                  <a:pt x="18764" y="25691"/>
                  <a:pt x="17513" y="24529"/>
                  <a:pt x="16880" y="22925"/>
                </a:cubicBezTo>
                <a:lnTo>
                  <a:pt x="16998" y="22748"/>
                </a:lnTo>
                <a:close/>
                <a:moveTo>
                  <a:pt x="27785" y="36302"/>
                </a:moveTo>
                <a:lnTo>
                  <a:pt x="27770" y="36464"/>
                </a:lnTo>
                <a:lnTo>
                  <a:pt x="27726" y="36685"/>
                </a:lnTo>
                <a:cubicBezTo>
                  <a:pt x="27726" y="36626"/>
                  <a:pt x="27711" y="36567"/>
                  <a:pt x="27711" y="36523"/>
                </a:cubicBezTo>
                <a:cubicBezTo>
                  <a:pt x="27726" y="36449"/>
                  <a:pt x="27755" y="36361"/>
                  <a:pt x="27785" y="36302"/>
                </a:cubicBezTo>
                <a:close/>
                <a:moveTo>
                  <a:pt x="27593" y="36302"/>
                </a:moveTo>
                <a:cubicBezTo>
                  <a:pt x="27593" y="36376"/>
                  <a:pt x="27608" y="36420"/>
                  <a:pt x="27608" y="36493"/>
                </a:cubicBezTo>
                <a:cubicBezTo>
                  <a:pt x="27593" y="36596"/>
                  <a:pt x="27564" y="36699"/>
                  <a:pt x="27535" y="36788"/>
                </a:cubicBezTo>
                <a:cubicBezTo>
                  <a:pt x="27520" y="36729"/>
                  <a:pt x="27520" y="36670"/>
                  <a:pt x="27505" y="36611"/>
                </a:cubicBezTo>
                <a:cubicBezTo>
                  <a:pt x="27535" y="36493"/>
                  <a:pt x="27549" y="36405"/>
                  <a:pt x="27593" y="36302"/>
                </a:cubicBezTo>
                <a:close/>
                <a:moveTo>
                  <a:pt x="27387" y="36405"/>
                </a:moveTo>
                <a:cubicBezTo>
                  <a:pt x="27402" y="36479"/>
                  <a:pt x="27432" y="36537"/>
                  <a:pt x="27432" y="36611"/>
                </a:cubicBezTo>
                <a:cubicBezTo>
                  <a:pt x="27387" y="36714"/>
                  <a:pt x="27358" y="36846"/>
                  <a:pt x="27314" y="36964"/>
                </a:cubicBezTo>
                <a:lnTo>
                  <a:pt x="27270" y="36743"/>
                </a:lnTo>
                <a:cubicBezTo>
                  <a:pt x="27299" y="36626"/>
                  <a:pt x="27343" y="36523"/>
                  <a:pt x="27387" y="36405"/>
                </a:cubicBezTo>
                <a:close/>
                <a:moveTo>
                  <a:pt x="27770" y="36758"/>
                </a:moveTo>
                <a:lnTo>
                  <a:pt x="27770" y="36861"/>
                </a:lnTo>
                <a:cubicBezTo>
                  <a:pt x="27755" y="36920"/>
                  <a:pt x="27755" y="36979"/>
                  <a:pt x="27741" y="37038"/>
                </a:cubicBezTo>
                <a:lnTo>
                  <a:pt x="27741" y="36920"/>
                </a:lnTo>
                <a:cubicBezTo>
                  <a:pt x="27755" y="36861"/>
                  <a:pt x="27770" y="36817"/>
                  <a:pt x="27770" y="36758"/>
                </a:cubicBezTo>
                <a:close/>
                <a:moveTo>
                  <a:pt x="16821" y="22954"/>
                </a:moveTo>
                <a:cubicBezTo>
                  <a:pt x="17454" y="24573"/>
                  <a:pt x="18734" y="25736"/>
                  <a:pt x="20162" y="27075"/>
                </a:cubicBezTo>
                <a:cubicBezTo>
                  <a:pt x="20868" y="27722"/>
                  <a:pt x="21574" y="28399"/>
                  <a:pt x="22281" y="29179"/>
                </a:cubicBezTo>
                <a:cubicBezTo>
                  <a:pt x="24356" y="31460"/>
                  <a:pt x="26269" y="33741"/>
                  <a:pt x="27122" y="36523"/>
                </a:cubicBezTo>
                <a:lnTo>
                  <a:pt x="27167" y="36743"/>
                </a:lnTo>
                <a:cubicBezTo>
                  <a:pt x="27137" y="36846"/>
                  <a:pt x="27078" y="36964"/>
                  <a:pt x="27034" y="37067"/>
                </a:cubicBezTo>
                <a:cubicBezTo>
                  <a:pt x="27019" y="37038"/>
                  <a:pt x="27019" y="36994"/>
                  <a:pt x="27005" y="36964"/>
                </a:cubicBezTo>
                <a:cubicBezTo>
                  <a:pt x="26107" y="34345"/>
                  <a:pt x="24209" y="32255"/>
                  <a:pt x="22207" y="30018"/>
                </a:cubicBezTo>
                <a:lnTo>
                  <a:pt x="21839" y="29606"/>
                </a:lnTo>
                <a:cubicBezTo>
                  <a:pt x="21280" y="28973"/>
                  <a:pt x="20721" y="28399"/>
                  <a:pt x="20162" y="27855"/>
                </a:cubicBezTo>
                <a:cubicBezTo>
                  <a:pt x="18616" y="26295"/>
                  <a:pt x="17277" y="24926"/>
                  <a:pt x="16718" y="23131"/>
                </a:cubicBezTo>
                <a:cubicBezTo>
                  <a:pt x="16762" y="23072"/>
                  <a:pt x="16792" y="23013"/>
                  <a:pt x="16821" y="22954"/>
                </a:cubicBezTo>
                <a:close/>
                <a:moveTo>
                  <a:pt x="27638" y="36743"/>
                </a:moveTo>
                <a:cubicBezTo>
                  <a:pt x="27652" y="36773"/>
                  <a:pt x="27652" y="36846"/>
                  <a:pt x="27652" y="36905"/>
                </a:cubicBezTo>
                <a:cubicBezTo>
                  <a:pt x="27638" y="36979"/>
                  <a:pt x="27608" y="37067"/>
                  <a:pt x="27579" y="37156"/>
                </a:cubicBezTo>
                <a:cubicBezTo>
                  <a:pt x="27579" y="37111"/>
                  <a:pt x="27564" y="37053"/>
                  <a:pt x="27564" y="36994"/>
                </a:cubicBezTo>
                <a:cubicBezTo>
                  <a:pt x="27579" y="36905"/>
                  <a:pt x="27608" y="36817"/>
                  <a:pt x="27638" y="36743"/>
                </a:cubicBezTo>
                <a:close/>
                <a:moveTo>
                  <a:pt x="27446" y="36788"/>
                </a:moveTo>
                <a:cubicBezTo>
                  <a:pt x="27461" y="36846"/>
                  <a:pt x="27461" y="36920"/>
                  <a:pt x="27490" y="36979"/>
                </a:cubicBezTo>
                <a:cubicBezTo>
                  <a:pt x="27461" y="37067"/>
                  <a:pt x="27432" y="37156"/>
                  <a:pt x="27402" y="37259"/>
                </a:cubicBezTo>
                <a:cubicBezTo>
                  <a:pt x="27402" y="37273"/>
                  <a:pt x="27387" y="37288"/>
                  <a:pt x="27387" y="37303"/>
                </a:cubicBezTo>
                <a:cubicBezTo>
                  <a:pt x="27373" y="37229"/>
                  <a:pt x="27373" y="37185"/>
                  <a:pt x="27358" y="37111"/>
                </a:cubicBezTo>
                <a:cubicBezTo>
                  <a:pt x="27387" y="36994"/>
                  <a:pt x="27432" y="36891"/>
                  <a:pt x="27446" y="36788"/>
                </a:cubicBezTo>
                <a:close/>
                <a:moveTo>
                  <a:pt x="27211" y="36861"/>
                </a:moveTo>
                <a:cubicBezTo>
                  <a:pt x="27225" y="36935"/>
                  <a:pt x="27240" y="37023"/>
                  <a:pt x="27270" y="37097"/>
                </a:cubicBezTo>
                <a:lnTo>
                  <a:pt x="27152" y="37435"/>
                </a:lnTo>
                <a:cubicBezTo>
                  <a:pt x="27137" y="37362"/>
                  <a:pt x="27093" y="37273"/>
                  <a:pt x="27078" y="37200"/>
                </a:cubicBezTo>
                <a:cubicBezTo>
                  <a:pt x="27122" y="37082"/>
                  <a:pt x="27167" y="36979"/>
                  <a:pt x="27211" y="36861"/>
                </a:cubicBezTo>
                <a:close/>
                <a:moveTo>
                  <a:pt x="16674" y="23234"/>
                </a:moveTo>
                <a:cubicBezTo>
                  <a:pt x="17233" y="25015"/>
                  <a:pt x="18587" y="26383"/>
                  <a:pt x="20103" y="27928"/>
                </a:cubicBezTo>
                <a:cubicBezTo>
                  <a:pt x="20662" y="28473"/>
                  <a:pt x="21236" y="29047"/>
                  <a:pt x="21780" y="29680"/>
                </a:cubicBezTo>
                <a:lnTo>
                  <a:pt x="22148" y="30092"/>
                </a:lnTo>
                <a:cubicBezTo>
                  <a:pt x="24150" y="32329"/>
                  <a:pt x="26033" y="34418"/>
                  <a:pt x="26931" y="36994"/>
                </a:cubicBezTo>
                <a:cubicBezTo>
                  <a:pt x="26946" y="37053"/>
                  <a:pt x="26975" y="37126"/>
                  <a:pt x="26990" y="37185"/>
                </a:cubicBezTo>
                <a:cubicBezTo>
                  <a:pt x="26931" y="37288"/>
                  <a:pt x="26902" y="37406"/>
                  <a:pt x="26843" y="37509"/>
                </a:cubicBezTo>
                <a:cubicBezTo>
                  <a:pt x="26843" y="37494"/>
                  <a:pt x="26828" y="37450"/>
                  <a:pt x="26828" y="37435"/>
                </a:cubicBezTo>
                <a:cubicBezTo>
                  <a:pt x="25945" y="35139"/>
                  <a:pt x="24267" y="33315"/>
                  <a:pt x="22487" y="31372"/>
                </a:cubicBezTo>
                <a:cubicBezTo>
                  <a:pt x="22119" y="30960"/>
                  <a:pt x="21707" y="30518"/>
                  <a:pt x="21339" y="30092"/>
                </a:cubicBezTo>
                <a:cubicBezTo>
                  <a:pt x="20956" y="29650"/>
                  <a:pt x="20574" y="29253"/>
                  <a:pt x="20206" y="28841"/>
                </a:cubicBezTo>
                <a:cubicBezTo>
                  <a:pt x="18513" y="27031"/>
                  <a:pt x="17042" y="25427"/>
                  <a:pt x="16571" y="23366"/>
                </a:cubicBezTo>
                <a:cubicBezTo>
                  <a:pt x="16615" y="23322"/>
                  <a:pt x="16630" y="23293"/>
                  <a:pt x="16674" y="23234"/>
                </a:cubicBezTo>
                <a:close/>
                <a:moveTo>
                  <a:pt x="27652" y="37156"/>
                </a:moveTo>
                <a:cubicBezTo>
                  <a:pt x="27667" y="37214"/>
                  <a:pt x="27667" y="37259"/>
                  <a:pt x="27667" y="37303"/>
                </a:cubicBezTo>
                <a:cubicBezTo>
                  <a:pt x="27652" y="37376"/>
                  <a:pt x="27638" y="37435"/>
                  <a:pt x="27608" y="37509"/>
                </a:cubicBezTo>
                <a:cubicBezTo>
                  <a:pt x="27608" y="37450"/>
                  <a:pt x="27608" y="37420"/>
                  <a:pt x="27593" y="37362"/>
                </a:cubicBezTo>
                <a:cubicBezTo>
                  <a:pt x="27608" y="37288"/>
                  <a:pt x="27638" y="37229"/>
                  <a:pt x="27652" y="37156"/>
                </a:cubicBezTo>
                <a:close/>
                <a:moveTo>
                  <a:pt x="27505" y="37156"/>
                </a:moveTo>
                <a:cubicBezTo>
                  <a:pt x="27505" y="37214"/>
                  <a:pt x="27520" y="37288"/>
                  <a:pt x="27520" y="37347"/>
                </a:cubicBezTo>
                <a:cubicBezTo>
                  <a:pt x="27505" y="37450"/>
                  <a:pt x="27490" y="37553"/>
                  <a:pt x="27461" y="37641"/>
                </a:cubicBezTo>
                <a:cubicBezTo>
                  <a:pt x="27446" y="37582"/>
                  <a:pt x="27446" y="37523"/>
                  <a:pt x="27432" y="37450"/>
                </a:cubicBezTo>
                <a:cubicBezTo>
                  <a:pt x="27446" y="37376"/>
                  <a:pt x="27461" y="37332"/>
                  <a:pt x="27490" y="37259"/>
                </a:cubicBezTo>
                <a:cubicBezTo>
                  <a:pt x="27490" y="37214"/>
                  <a:pt x="27505" y="37200"/>
                  <a:pt x="27505" y="37156"/>
                </a:cubicBezTo>
                <a:close/>
                <a:moveTo>
                  <a:pt x="27299" y="37259"/>
                </a:moveTo>
                <a:cubicBezTo>
                  <a:pt x="27314" y="37332"/>
                  <a:pt x="27343" y="37406"/>
                  <a:pt x="27343" y="37479"/>
                </a:cubicBezTo>
                <a:cubicBezTo>
                  <a:pt x="27314" y="37582"/>
                  <a:pt x="27284" y="37671"/>
                  <a:pt x="27240" y="37788"/>
                </a:cubicBezTo>
                <a:lnTo>
                  <a:pt x="27196" y="37568"/>
                </a:lnTo>
                <a:cubicBezTo>
                  <a:pt x="27225" y="37479"/>
                  <a:pt x="27270" y="37362"/>
                  <a:pt x="27299" y="37259"/>
                </a:cubicBezTo>
                <a:close/>
                <a:moveTo>
                  <a:pt x="27684" y="37684"/>
                </a:moveTo>
                <a:cubicBezTo>
                  <a:pt x="27682" y="37697"/>
                  <a:pt x="27682" y="37709"/>
                  <a:pt x="27682" y="37715"/>
                </a:cubicBezTo>
                <a:cubicBezTo>
                  <a:pt x="27682" y="37744"/>
                  <a:pt x="27667" y="37803"/>
                  <a:pt x="27667" y="37832"/>
                </a:cubicBezTo>
                <a:lnTo>
                  <a:pt x="27667" y="37744"/>
                </a:lnTo>
                <a:cubicBezTo>
                  <a:pt x="27674" y="37729"/>
                  <a:pt x="27678" y="37707"/>
                  <a:pt x="27684" y="37684"/>
                </a:cubicBezTo>
                <a:close/>
                <a:moveTo>
                  <a:pt x="27034" y="37303"/>
                </a:moveTo>
                <a:cubicBezTo>
                  <a:pt x="27064" y="37406"/>
                  <a:pt x="27093" y="37479"/>
                  <a:pt x="27122" y="37568"/>
                </a:cubicBezTo>
                <a:cubicBezTo>
                  <a:pt x="27064" y="37656"/>
                  <a:pt x="27019" y="37774"/>
                  <a:pt x="26990" y="37877"/>
                </a:cubicBezTo>
                <a:cubicBezTo>
                  <a:pt x="26946" y="37788"/>
                  <a:pt x="26931" y="37715"/>
                  <a:pt x="26902" y="37626"/>
                </a:cubicBezTo>
                <a:cubicBezTo>
                  <a:pt x="26946" y="37509"/>
                  <a:pt x="26990" y="37420"/>
                  <a:pt x="27034" y="37303"/>
                </a:cubicBezTo>
                <a:close/>
                <a:moveTo>
                  <a:pt x="16527" y="23499"/>
                </a:moveTo>
                <a:cubicBezTo>
                  <a:pt x="17012" y="25530"/>
                  <a:pt x="18469" y="27119"/>
                  <a:pt x="20147" y="28914"/>
                </a:cubicBezTo>
                <a:cubicBezTo>
                  <a:pt x="20515" y="29326"/>
                  <a:pt x="20897" y="29724"/>
                  <a:pt x="21280" y="30165"/>
                </a:cubicBezTo>
                <a:cubicBezTo>
                  <a:pt x="21677" y="30607"/>
                  <a:pt x="22060" y="31034"/>
                  <a:pt x="22443" y="31446"/>
                </a:cubicBezTo>
                <a:cubicBezTo>
                  <a:pt x="24209" y="33373"/>
                  <a:pt x="25886" y="35198"/>
                  <a:pt x="26769" y="37479"/>
                </a:cubicBezTo>
                <a:cubicBezTo>
                  <a:pt x="26784" y="37523"/>
                  <a:pt x="26799" y="37568"/>
                  <a:pt x="26828" y="37626"/>
                </a:cubicBezTo>
                <a:cubicBezTo>
                  <a:pt x="26769" y="37729"/>
                  <a:pt x="26710" y="37818"/>
                  <a:pt x="26681" y="37935"/>
                </a:cubicBezTo>
                <a:lnTo>
                  <a:pt x="26681" y="37921"/>
                </a:lnTo>
                <a:cubicBezTo>
                  <a:pt x="25798" y="35831"/>
                  <a:pt x="24223" y="34198"/>
                  <a:pt x="22590" y="32446"/>
                </a:cubicBezTo>
                <a:cubicBezTo>
                  <a:pt x="22016" y="31858"/>
                  <a:pt x="21457" y="31240"/>
                  <a:pt x="20883" y="30592"/>
                </a:cubicBezTo>
                <a:cubicBezTo>
                  <a:pt x="20736" y="30415"/>
                  <a:pt x="20574" y="30239"/>
                  <a:pt x="20426" y="30077"/>
                </a:cubicBezTo>
                <a:cubicBezTo>
                  <a:pt x="18454" y="27884"/>
                  <a:pt x="16792" y="26001"/>
                  <a:pt x="16424" y="23616"/>
                </a:cubicBezTo>
                <a:cubicBezTo>
                  <a:pt x="16468" y="23558"/>
                  <a:pt x="16482" y="23528"/>
                  <a:pt x="16527" y="23499"/>
                </a:cubicBezTo>
                <a:close/>
                <a:moveTo>
                  <a:pt x="27579" y="37582"/>
                </a:moveTo>
                <a:lnTo>
                  <a:pt x="27579" y="37582"/>
                </a:lnTo>
                <a:cubicBezTo>
                  <a:pt x="27564" y="37641"/>
                  <a:pt x="27564" y="37700"/>
                  <a:pt x="27579" y="37744"/>
                </a:cubicBezTo>
                <a:cubicBezTo>
                  <a:pt x="27564" y="37818"/>
                  <a:pt x="27535" y="37921"/>
                  <a:pt x="27520" y="37994"/>
                </a:cubicBezTo>
                <a:cubicBezTo>
                  <a:pt x="27520" y="37935"/>
                  <a:pt x="27505" y="37877"/>
                  <a:pt x="27505" y="37847"/>
                </a:cubicBezTo>
                <a:cubicBezTo>
                  <a:pt x="27520" y="37744"/>
                  <a:pt x="27535" y="37671"/>
                  <a:pt x="27579" y="37582"/>
                </a:cubicBezTo>
                <a:close/>
                <a:moveTo>
                  <a:pt x="27373" y="37656"/>
                </a:moveTo>
                <a:cubicBezTo>
                  <a:pt x="27387" y="37715"/>
                  <a:pt x="27387" y="37788"/>
                  <a:pt x="27417" y="37847"/>
                </a:cubicBezTo>
                <a:cubicBezTo>
                  <a:pt x="27417" y="37862"/>
                  <a:pt x="27387" y="37877"/>
                  <a:pt x="27387" y="37921"/>
                </a:cubicBezTo>
                <a:cubicBezTo>
                  <a:pt x="27373" y="37994"/>
                  <a:pt x="27358" y="38068"/>
                  <a:pt x="27343" y="38156"/>
                </a:cubicBezTo>
                <a:cubicBezTo>
                  <a:pt x="27314" y="38083"/>
                  <a:pt x="27314" y="38024"/>
                  <a:pt x="27299" y="37950"/>
                </a:cubicBezTo>
                <a:cubicBezTo>
                  <a:pt x="27314" y="37847"/>
                  <a:pt x="27343" y="37744"/>
                  <a:pt x="27373" y="37656"/>
                </a:cubicBezTo>
                <a:close/>
                <a:moveTo>
                  <a:pt x="27152" y="37715"/>
                </a:moveTo>
                <a:cubicBezTo>
                  <a:pt x="27167" y="37788"/>
                  <a:pt x="27196" y="37877"/>
                  <a:pt x="27211" y="37950"/>
                </a:cubicBezTo>
                <a:cubicBezTo>
                  <a:pt x="27167" y="38039"/>
                  <a:pt x="27137" y="38142"/>
                  <a:pt x="27093" y="38245"/>
                </a:cubicBezTo>
                <a:cubicBezTo>
                  <a:pt x="27078" y="38156"/>
                  <a:pt x="27049" y="38083"/>
                  <a:pt x="27019" y="38009"/>
                </a:cubicBezTo>
                <a:cubicBezTo>
                  <a:pt x="27064" y="37921"/>
                  <a:pt x="27122" y="37803"/>
                  <a:pt x="27152" y="37715"/>
                </a:cubicBezTo>
                <a:close/>
                <a:moveTo>
                  <a:pt x="26843" y="37715"/>
                </a:moveTo>
                <a:cubicBezTo>
                  <a:pt x="26872" y="37803"/>
                  <a:pt x="26902" y="37891"/>
                  <a:pt x="26931" y="37994"/>
                </a:cubicBezTo>
                <a:cubicBezTo>
                  <a:pt x="26902" y="38097"/>
                  <a:pt x="26843" y="38186"/>
                  <a:pt x="26799" y="38303"/>
                </a:cubicBezTo>
                <a:lnTo>
                  <a:pt x="26696" y="38024"/>
                </a:lnTo>
                <a:cubicBezTo>
                  <a:pt x="26755" y="37935"/>
                  <a:pt x="26799" y="37818"/>
                  <a:pt x="26843" y="37715"/>
                </a:cubicBezTo>
                <a:close/>
                <a:moveTo>
                  <a:pt x="16365" y="23734"/>
                </a:moveTo>
                <a:cubicBezTo>
                  <a:pt x="16762" y="26089"/>
                  <a:pt x="18410" y="27987"/>
                  <a:pt x="20323" y="30136"/>
                </a:cubicBezTo>
                <a:cubicBezTo>
                  <a:pt x="20471" y="30298"/>
                  <a:pt x="20647" y="30489"/>
                  <a:pt x="20780" y="30651"/>
                </a:cubicBezTo>
                <a:cubicBezTo>
                  <a:pt x="21354" y="31298"/>
                  <a:pt x="21928" y="31902"/>
                  <a:pt x="22502" y="32505"/>
                </a:cubicBezTo>
                <a:cubicBezTo>
                  <a:pt x="24135" y="34242"/>
                  <a:pt x="25680" y="35875"/>
                  <a:pt x="26578" y="37950"/>
                </a:cubicBezTo>
                <a:cubicBezTo>
                  <a:pt x="26593" y="37965"/>
                  <a:pt x="26593" y="38009"/>
                  <a:pt x="26622" y="38024"/>
                </a:cubicBezTo>
                <a:cubicBezTo>
                  <a:pt x="26563" y="38142"/>
                  <a:pt x="26504" y="38230"/>
                  <a:pt x="26446" y="38333"/>
                </a:cubicBezTo>
                <a:cubicBezTo>
                  <a:pt x="25548" y="36420"/>
                  <a:pt x="24076" y="34948"/>
                  <a:pt x="22516" y="33373"/>
                </a:cubicBezTo>
                <a:cubicBezTo>
                  <a:pt x="21795" y="32652"/>
                  <a:pt x="21059" y="31902"/>
                  <a:pt x="20368" y="31107"/>
                </a:cubicBezTo>
                <a:cubicBezTo>
                  <a:pt x="18190" y="28605"/>
                  <a:pt x="16497" y="26457"/>
                  <a:pt x="16321" y="23881"/>
                </a:cubicBezTo>
                <a:cubicBezTo>
                  <a:pt x="16321" y="23808"/>
                  <a:pt x="16335" y="23764"/>
                  <a:pt x="16365" y="23734"/>
                </a:cubicBezTo>
                <a:close/>
                <a:moveTo>
                  <a:pt x="27593" y="38024"/>
                </a:moveTo>
                <a:lnTo>
                  <a:pt x="27593" y="38156"/>
                </a:lnTo>
                <a:cubicBezTo>
                  <a:pt x="27579" y="38230"/>
                  <a:pt x="27549" y="38289"/>
                  <a:pt x="27549" y="38362"/>
                </a:cubicBezTo>
                <a:cubicBezTo>
                  <a:pt x="27549" y="38318"/>
                  <a:pt x="27549" y="38289"/>
                  <a:pt x="27535" y="38230"/>
                </a:cubicBezTo>
                <a:cubicBezTo>
                  <a:pt x="27549" y="38186"/>
                  <a:pt x="27549" y="38156"/>
                  <a:pt x="27579" y="38112"/>
                </a:cubicBezTo>
                <a:cubicBezTo>
                  <a:pt x="27579" y="38083"/>
                  <a:pt x="27593" y="38068"/>
                  <a:pt x="27593" y="38024"/>
                </a:cubicBezTo>
                <a:close/>
                <a:moveTo>
                  <a:pt x="27432" y="38068"/>
                </a:moveTo>
                <a:cubicBezTo>
                  <a:pt x="27432" y="38112"/>
                  <a:pt x="27446" y="38171"/>
                  <a:pt x="27446" y="38230"/>
                </a:cubicBezTo>
                <a:cubicBezTo>
                  <a:pt x="27432" y="38303"/>
                  <a:pt x="27402" y="38392"/>
                  <a:pt x="27387" y="38480"/>
                </a:cubicBezTo>
                <a:cubicBezTo>
                  <a:pt x="27373" y="38436"/>
                  <a:pt x="27373" y="38377"/>
                  <a:pt x="27358" y="38318"/>
                </a:cubicBezTo>
                <a:cubicBezTo>
                  <a:pt x="27373" y="38230"/>
                  <a:pt x="27402" y="38142"/>
                  <a:pt x="27432" y="38068"/>
                </a:cubicBezTo>
                <a:close/>
                <a:moveTo>
                  <a:pt x="27240" y="38068"/>
                </a:moveTo>
                <a:cubicBezTo>
                  <a:pt x="27270" y="38142"/>
                  <a:pt x="27284" y="38215"/>
                  <a:pt x="27284" y="38289"/>
                </a:cubicBezTo>
                <a:cubicBezTo>
                  <a:pt x="27240" y="38406"/>
                  <a:pt x="27211" y="38509"/>
                  <a:pt x="27196" y="38598"/>
                </a:cubicBezTo>
                <a:cubicBezTo>
                  <a:pt x="27167" y="38524"/>
                  <a:pt x="27152" y="38451"/>
                  <a:pt x="27137" y="38362"/>
                </a:cubicBezTo>
                <a:cubicBezTo>
                  <a:pt x="27167" y="38259"/>
                  <a:pt x="27211" y="38171"/>
                  <a:pt x="27240" y="38068"/>
                </a:cubicBezTo>
                <a:close/>
                <a:moveTo>
                  <a:pt x="26975" y="38097"/>
                </a:moveTo>
                <a:cubicBezTo>
                  <a:pt x="26990" y="38186"/>
                  <a:pt x="27019" y="38259"/>
                  <a:pt x="27049" y="38362"/>
                </a:cubicBezTo>
                <a:cubicBezTo>
                  <a:pt x="27005" y="38451"/>
                  <a:pt x="26975" y="38554"/>
                  <a:pt x="26931" y="38657"/>
                </a:cubicBezTo>
                <a:cubicBezTo>
                  <a:pt x="26902" y="38554"/>
                  <a:pt x="26872" y="38480"/>
                  <a:pt x="26843" y="38392"/>
                </a:cubicBezTo>
                <a:cubicBezTo>
                  <a:pt x="26872" y="38303"/>
                  <a:pt x="26931" y="38215"/>
                  <a:pt x="26975" y="38097"/>
                </a:cubicBezTo>
                <a:close/>
                <a:moveTo>
                  <a:pt x="26637" y="38112"/>
                </a:moveTo>
                <a:lnTo>
                  <a:pt x="26755" y="38392"/>
                </a:lnTo>
                <a:cubicBezTo>
                  <a:pt x="26696" y="38509"/>
                  <a:pt x="26652" y="38598"/>
                  <a:pt x="26607" y="38686"/>
                </a:cubicBezTo>
                <a:cubicBezTo>
                  <a:pt x="26563" y="38598"/>
                  <a:pt x="26504" y="38509"/>
                  <a:pt x="26475" y="38406"/>
                </a:cubicBezTo>
                <a:cubicBezTo>
                  <a:pt x="26534" y="38318"/>
                  <a:pt x="26578" y="38215"/>
                  <a:pt x="26637" y="38112"/>
                </a:cubicBezTo>
                <a:close/>
                <a:moveTo>
                  <a:pt x="27593" y="38480"/>
                </a:moveTo>
                <a:lnTo>
                  <a:pt x="27593" y="38554"/>
                </a:lnTo>
                <a:cubicBezTo>
                  <a:pt x="27593" y="38598"/>
                  <a:pt x="27579" y="38627"/>
                  <a:pt x="27579" y="38686"/>
                </a:cubicBezTo>
                <a:lnTo>
                  <a:pt x="27579" y="38612"/>
                </a:lnTo>
                <a:cubicBezTo>
                  <a:pt x="27593" y="38583"/>
                  <a:pt x="27593" y="38539"/>
                  <a:pt x="27593" y="38480"/>
                </a:cubicBezTo>
                <a:close/>
                <a:moveTo>
                  <a:pt x="16232" y="23970"/>
                </a:moveTo>
                <a:cubicBezTo>
                  <a:pt x="16468" y="26530"/>
                  <a:pt x="18145" y="28664"/>
                  <a:pt x="20294" y="31151"/>
                </a:cubicBezTo>
                <a:cubicBezTo>
                  <a:pt x="20986" y="31961"/>
                  <a:pt x="21722" y="32696"/>
                  <a:pt x="22443" y="33432"/>
                </a:cubicBezTo>
                <a:cubicBezTo>
                  <a:pt x="24003" y="35007"/>
                  <a:pt x="25489" y="36523"/>
                  <a:pt x="26401" y="38436"/>
                </a:cubicBezTo>
                <a:cubicBezTo>
                  <a:pt x="26343" y="38539"/>
                  <a:pt x="26284" y="38627"/>
                  <a:pt x="26210" y="38745"/>
                </a:cubicBezTo>
                <a:cubicBezTo>
                  <a:pt x="25298" y="36994"/>
                  <a:pt x="23870" y="35610"/>
                  <a:pt x="22369" y="34183"/>
                </a:cubicBezTo>
                <a:cubicBezTo>
                  <a:pt x="21516" y="33373"/>
                  <a:pt x="20662" y="32520"/>
                  <a:pt x="19853" y="31607"/>
                </a:cubicBezTo>
                <a:cubicBezTo>
                  <a:pt x="17939" y="29371"/>
                  <a:pt x="16173" y="26913"/>
                  <a:pt x="16173" y="24102"/>
                </a:cubicBezTo>
                <a:cubicBezTo>
                  <a:pt x="16188" y="24043"/>
                  <a:pt x="16203" y="23999"/>
                  <a:pt x="16232" y="23970"/>
                </a:cubicBezTo>
                <a:close/>
                <a:moveTo>
                  <a:pt x="27461" y="38436"/>
                </a:moveTo>
                <a:cubicBezTo>
                  <a:pt x="27490" y="38509"/>
                  <a:pt x="27490" y="38554"/>
                  <a:pt x="27490" y="38598"/>
                </a:cubicBezTo>
                <a:lnTo>
                  <a:pt x="27432" y="38818"/>
                </a:lnTo>
                <a:cubicBezTo>
                  <a:pt x="27432" y="38760"/>
                  <a:pt x="27417" y="38730"/>
                  <a:pt x="27417" y="38671"/>
                </a:cubicBezTo>
                <a:cubicBezTo>
                  <a:pt x="27417" y="38627"/>
                  <a:pt x="27432" y="38598"/>
                  <a:pt x="27432" y="38554"/>
                </a:cubicBezTo>
                <a:cubicBezTo>
                  <a:pt x="27446" y="38524"/>
                  <a:pt x="27446" y="38465"/>
                  <a:pt x="27461" y="38436"/>
                </a:cubicBezTo>
                <a:close/>
                <a:moveTo>
                  <a:pt x="27299" y="38480"/>
                </a:moveTo>
                <a:cubicBezTo>
                  <a:pt x="27314" y="38554"/>
                  <a:pt x="27314" y="38612"/>
                  <a:pt x="27343" y="38686"/>
                </a:cubicBezTo>
                <a:cubicBezTo>
                  <a:pt x="27314" y="38774"/>
                  <a:pt x="27284" y="38877"/>
                  <a:pt x="27270" y="38966"/>
                </a:cubicBezTo>
                <a:cubicBezTo>
                  <a:pt x="27240" y="38892"/>
                  <a:pt x="27225" y="38818"/>
                  <a:pt x="27225" y="38760"/>
                </a:cubicBezTo>
                <a:cubicBezTo>
                  <a:pt x="27240" y="38671"/>
                  <a:pt x="27284" y="38583"/>
                  <a:pt x="27299" y="38480"/>
                </a:cubicBezTo>
                <a:close/>
                <a:moveTo>
                  <a:pt x="27078" y="38509"/>
                </a:moveTo>
                <a:cubicBezTo>
                  <a:pt x="27093" y="38598"/>
                  <a:pt x="27108" y="38671"/>
                  <a:pt x="27137" y="38760"/>
                </a:cubicBezTo>
                <a:cubicBezTo>
                  <a:pt x="27093" y="38833"/>
                  <a:pt x="27064" y="38921"/>
                  <a:pt x="27034" y="39039"/>
                </a:cubicBezTo>
                <a:cubicBezTo>
                  <a:pt x="27019" y="38951"/>
                  <a:pt x="26990" y="38877"/>
                  <a:pt x="26961" y="38774"/>
                </a:cubicBezTo>
                <a:lnTo>
                  <a:pt x="27078" y="38509"/>
                </a:lnTo>
                <a:close/>
                <a:moveTo>
                  <a:pt x="26784" y="38509"/>
                </a:moveTo>
                <a:cubicBezTo>
                  <a:pt x="26828" y="38598"/>
                  <a:pt x="26843" y="38686"/>
                  <a:pt x="26872" y="38774"/>
                </a:cubicBezTo>
                <a:cubicBezTo>
                  <a:pt x="26843" y="38877"/>
                  <a:pt x="26784" y="38980"/>
                  <a:pt x="26755" y="39069"/>
                </a:cubicBezTo>
                <a:lnTo>
                  <a:pt x="26637" y="38804"/>
                </a:lnTo>
                <a:cubicBezTo>
                  <a:pt x="26696" y="38701"/>
                  <a:pt x="26725" y="38598"/>
                  <a:pt x="26784" y="38509"/>
                </a:cubicBezTo>
                <a:close/>
                <a:moveTo>
                  <a:pt x="26416" y="38524"/>
                </a:moveTo>
                <a:cubicBezTo>
                  <a:pt x="26460" y="38612"/>
                  <a:pt x="26504" y="38701"/>
                  <a:pt x="26549" y="38804"/>
                </a:cubicBezTo>
                <a:cubicBezTo>
                  <a:pt x="26490" y="38892"/>
                  <a:pt x="26431" y="38980"/>
                  <a:pt x="26387" y="39098"/>
                </a:cubicBezTo>
                <a:lnTo>
                  <a:pt x="26269" y="38877"/>
                </a:lnTo>
                <a:cubicBezTo>
                  <a:pt x="26254" y="38848"/>
                  <a:pt x="26254" y="38833"/>
                  <a:pt x="26239" y="38818"/>
                </a:cubicBezTo>
                <a:cubicBezTo>
                  <a:pt x="26284" y="38730"/>
                  <a:pt x="26343" y="38612"/>
                  <a:pt x="26416" y="38524"/>
                </a:cubicBezTo>
                <a:close/>
                <a:moveTo>
                  <a:pt x="16085" y="24235"/>
                </a:moveTo>
                <a:cubicBezTo>
                  <a:pt x="16159" y="27001"/>
                  <a:pt x="17881" y="29429"/>
                  <a:pt x="19779" y="31637"/>
                </a:cubicBezTo>
                <a:cubicBezTo>
                  <a:pt x="20559" y="32579"/>
                  <a:pt x="21442" y="33403"/>
                  <a:pt x="22295" y="34242"/>
                </a:cubicBezTo>
                <a:cubicBezTo>
                  <a:pt x="23811" y="35684"/>
                  <a:pt x="25224" y="37053"/>
                  <a:pt x="26136" y="38818"/>
                </a:cubicBezTo>
                <a:cubicBezTo>
                  <a:pt x="26092" y="38921"/>
                  <a:pt x="26019" y="39025"/>
                  <a:pt x="25960" y="39113"/>
                </a:cubicBezTo>
                <a:cubicBezTo>
                  <a:pt x="25003" y="37465"/>
                  <a:pt x="23620" y="36228"/>
                  <a:pt x="22163" y="34889"/>
                </a:cubicBezTo>
                <a:cubicBezTo>
                  <a:pt x="21206" y="34006"/>
                  <a:pt x="20220" y="33109"/>
                  <a:pt x="19337" y="32078"/>
                </a:cubicBezTo>
                <a:cubicBezTo>
                  <a:pt x="16909" y="29209"/>
                  <a:pt x="15864" y="26751"/>
                  <a:pt x="16026" y="24323"/>
                </a:cubicBezTo>
                <a:cubicBezTo>
                  <a:pt x="16041" y="24279"/>
                  <a:pt x="16056" y="24249"/>
                  <a:pt x="16085" y="24235"/>
                </a:cubicBezTo>
                <a:close/>
                <a:moveTo>
                  <a:pt x="27505" y="38892"/>
                </a:moveTo>
                <a:cubicBezTo>
                  <a:pt x="27520" y="38921"/>
                  <a:pt x="27520" y="38966"/>
                  <a:pt x="27520" y="38995"/>
                </a:cubicBezTo>
                <a:cubicBezTo>
                  <a:pt x="27505" y="39054"/>
                  <a:pt x="27505" y="39113"/>
                  <a:pt x="27490" y="39172"/>
                </a:cubicBezTo>
                <a:cubicBezTo>
                  <a:pt x="27490" y="39128"/>
                  <a:pt x="27490" y="39098"/>
                  <a:pt x="27461" y="39054"/>
                </a:cubicBezTo>
                <a:cubicBezTo>
                  <a:pt x="27490" y="38995"/>
                  <a:pt x="27490" y="38951"/>
                  <a:pt x="27505" y="38892"/>
                </a:cubicBezTo>
                <a:close/>
                <a:moveTo>
                  <a:pt x="27373" y="38877"/>
                </a:moveTo>
                <a:cubicBezTo>
                  <a:pt x="27373" y="38951"/>
                  <a:pt x="27387" y="38995"/>
                  <a:pt x="27387" y="39054"/>
                </a:cubicBezTo>
                <a:cubicBezTo>
                  <a:pt x="27373" y="39113"/>
                  <a:pt x="27373" y="39172"/>
                  <a:pt x="27358" y="39216"/>
                </a:cubicBezTo>
                <a:cubicBezTo>
                  <a:pt x="27358" y="39260"/>
                  <a:pt x="27343" y="39289"/>
                  <a:pt x="27343" y="39319"/>
                </a:cubicBezTo>
                <a:cubicBezTo>
                  <a:pt x="27314" y="39260"/>
                  <a:pt x="27314" y="39201"/>
                  <a:pt x="27299" y="39128"/>
                </a:cubicBezTo>
                <a:cubicBezTo>
                  <a:pt x="27314" y="39054"/>
                  <a:pt x="27358" y="38966"/>
                  <a:pt x="27373" y="38877"/>
                </a:cubicBezTo>
                <a:close/>
                <a:moveTo>
                  <a:pt x="27167" y="38892"/>
                </a:moveTo>
                <a:cubicBezTo>
                  <a:pt x="27181" y="38966"/>
                  <a:pt x="27211" y="39039"/>
                  <a:pt x="27225" y="39128"/>
                </a:cubicBezTo>
                <a:cubicBezTo>
                  <a:pt x="27196" y="39216"/>
                  <a:pt x="27152" y="39319"/>
                  <a:pt x="27137" y="39407"/>
                </a:cubicBezTo>
                <a:cubicBezTo>
                  <a:pt x="27122" y="39334"/>
                  <a:pt x="27093" y="39245"/>
                  <a:pt x="27078" y="39172"/>
                </a:cubicBezTo>
                <a:cubicBezTo>
                  <a:pt x="27122" y="39069"/>
                  <a:pt x="27152" y="38980"/>
                  <a:pt x="27167" y="38892"/>
                </a:cubicBezTo>
                <a:close/>
                <a:moveTo>
                  <a:pt x="26916" y="38892"/>
                </a:moveTo>
                <a:cubicBezTo>
                  <a:pt x="26931" y="38980"/>
                  <a:pt x="26975" y="39069"/>
                  <a:pt x="26990" y="39142"/>
                </a:cubicBezTo>
                <a:lnTo>
                  <a:pt x="26872" y="39422"/>
                </a:lnTo>
                <a:cubicBezTo>
                  <a:pt x="26843" y="39334"/>
                  <a:pt x="26828" y="39245"/>
                  <a:pt x="26784" y="39172"/>
                </a:cubicBezTo>
                <a:cubicBezTo>
                  <a:pt x="26828" y="39069"/>
                  <a:pt x="26872" y="38980"/>
                  <a:pt x="26916" y="38892"/>
                </a:cubicBezTo>
                <a:close/>
                <a:moveTo>
                  <a:pt x="26195" y="38892"/>
                </a:moveTo>
                <a:lnTo>
                  <a:pt x="26195" y="38907"/>
                </a:lnTo>
                <a:cubicBezTo>
                  <a:pt x="26254" y="38980"/>
                  <a:pt x="26284" y="39069"/>
                  <a:pt x="26343" y="39172"/>
                </a:cubicBezTo>
                <a:cubicBezTo>
                  <a:pt x="26284" y="39260"/>
                  <a:pt x="26239" y="39363"/>
                  <a:pt x="26181" y="39466"/>
                </a:cubicBezTo>
                <a:cubicBezTo>
                  <a:pt x="26166" y="39422"/>
                  <a:pt x="26136" y="39363"/>
                  <a:pt x="26107" y="39334"/>
                </a:cubicBezTo>
                <a:cubicBezTo>
                  <a:pt x="26063" y="39275"/>
                  <a:pt x="26048" y="39245"/>
                  <a:pt x="26004" y="39186"/>
                </a:cubicBezTo>
                <a:cubicBezTo>
                  <a:pt x="26078" y="39098"/>
                  <a:pt x="26136" y="38980"/>
                  <a:pt x="26195" y="38892"/>
                </a:cubicBezTo>
                <a:close/>
                <a:moveTo>
                  <a:pt x="26578" y="38892"/>
                </a:moveTo>
                <a:lnTo>
                  <a:pt x="26696" y="39172"/>
                </a:lnTo>
                <a:cubicBezTo>
                  <a:pt x="26637" y="39260"/>
                  <a:pt x="26593" y="39363"/>
                  <a:pt x="26549" y="39466"/>
                </a:cubicBezTo>
                <a:cubicBezTo>
                  <a:pt x="26504" y="39363"/>
                  <a:pt x="26475" y="39275"/>
                  <a:pt x="26416" y="39186"/>
                </a:cubicBezTo>
                <a:cubicBezTo>
                  <a:pt x="26490" y="39069"/>
                  <a:pt x="26534" y="38980"/>
                  <a:pt x="26578" y="38892"/>
                </a:cubicBezTo>
                <a:close/>
                <a:moveTo>
                  <a:pt x="15953" y="24485"/>
                </a:moveTo>
                <a:lnTo>
                  <a:pt x="15953" y="24485"/>
                </a:lnTo>
                <a:cubicBezTo>
                  <a:pt x="15835" y="26883"/>
                  <a:pt x="16909" y="29326"/>
                  <a:pt x="19293" y="32123"/>
                </a:cubicBezTo>
                <a:cubicBezTo>
                  <a:pt x="20176" y="33153"/>
                  <a:pt x="21177" y="34065"/>
                  <a:pt x="22134" y="34948"/>
                </a:cubicBezTo>
                <a:cubicBezTo>
                  <a:pt x="23605" y="36302"/>
                  <a:pt x="24989" y="37553"/>
                  <a:pt x="25916" y="39186"/>
                </a:cubicBezTo>
                <a:cubicBezTo>
                  <a:pt x="25842" y="39289"/>
                  <a:pt x="25798" y="39392"/>
                  <a:pt x="25724" y="39481"/>
                </a:cubicBezTo>
                <a:cubicBezTo>
                  <a:pt x="24738" y="37950"/>
                  <a:pt x="23399" y="36788"/>
                  <a:pt x="21972" y="35551"/>
                </a:cubicBezTo>
                <a:cubicBezTo>
                  <a:pt x="20897" y="34639"/>
                  <a:pt x="19794" y="33682"/>
                  <a:pt x="18852" y="32564"/>
                </a:cubicBezTo>
                <a:cubicBezTo>
                  <a:pt x="16571" y="29856"/>
                  <a:pt x="15585" y="27075"/>
                  <a:pt x="15909" y="24544"/>
                </a:cubicBezTo>
                <a:cubicBezTo>
                  <a:pt x="15909" y="24529"/>
                  <a:pt x="15923" y="24499"/>
                  <a:pt x="15953" y="24485"/>
                </a:cubicBezTo>
                <a:close/>
                <a:moveTo>
                  <a:pt x="27520" y="39348"/>
                </a:moveTo>
                <a:lnTo>
                  <a:pt x="27520" y="39407"/>
                </a:lnTo>
                <a:cubicBezTo>
                  <a:pt x="27520" y="39437"/>
                  <a:pt x="27505" y="39466"/>
                  <a:pt x="27505" y="39495"/>
                </a:cubicBezTo>
                <a:lnTo>
                  <a:pt x="27505" y="39437"/>
                </a:lnTo>
                <a:cubicBezTo>
                  <a:pt x="27505" y="39407"/>
                  <a:pt x="27520" y="39392"/>
                  <a:pt x="27520" y="39348"/>
                </a:cubicBezTo>
                <a:close/>
                <a:moveTo>
                  <a:pt x="27417" y="39275"/>
                </a:moveTo>
                <a:cubicBezTo>
                  <a:pt x="27432" y="39334"/>
                  <a:pt x="27432" y="39392"/>
                  <a:pt x="27432" y="39422"/>
                </a:cubicBezTo>
                <a:lnTo>
                  <a:pt x="27373" y="39643"/>
                </a:lnTo>
                <a:cubicBezTo>
                  <a:pt x="27373" y="39584"/>
                  <a:pt x="27358" y="39554"/>
                  <a:pt x="27358" y="39495"/>
                </a:cubicBezTo>
                <a:lnTo>
                  <a:pt x="27417" y="39275"/>
                </a:lnTo>
                <a:close/>
                <a:moveTo>
                  <a:pt x="27240" y="39289"/>
                </a:moveTo>
                <a:cubicBezTo>
                  <a:pt x="27270" y="39363"/>
                  <a:pt x="27270" y="39437"/>
                  <a:pt x="27284" y="39495"/>
                </a:cubicBezTo>
                <a:cubicBezTo>
                  <a:pt x="27270" y="39584"/>
                  <a:pt x="27240" y="39657"/>
                  <a:pt x="27211" y="39760"/>
                </a:cubicBezTo>
                <a:lnTo>
                  <a:pt x="27152" y="39540"/>
                </a:lnTo>
                <a:cubicBezTo>
                  <a:pt x="27196" y="39466"/>
                  <a:pt x="27225" y="39392"/>
                  <a:pt x="27240" y="39289"/>
                </a:cubicBezTo>
                <a:close/>
                <a:moveTo>
                  <a:pt x="27019" y="39289"/>
                </a:moveTo>
                <a:cubicBezTo>
                  <a:pt x="27034" y="39392"/>
                  <a:pt x="27064" y="39466"/>
                  <a:pt x="27078" y="39554"/>
                </a:cubicBezTo>
                <a:cubicBezTo>
                  <a:pt x="27034" y="39643"/>
                  <a:pt x="27019" y="39731"/>
                  <a:pt x="26990" y="39804"/>
                </a:cubicBezTo>
                <a:cubicBezTo>
                  <a:pt x="26975" y="39716"/>
                  <a:pt x="26931" y="39643"/>
                  <a:pt x="26916" y="39554"/>
                </a:cubicBezTo>
                <a:cubicBezTo>
                  <a:pt x="26946" y="39466"/>
                  <a:pt x="26990" y="39363"/>
                  <a:pt x="27019" y="39289"/>
                </a:cubicBezTo>
                <a:close/>
                <a:moveTo>
                  <a:pt x="26725" y="39275"/>
                </a:moveTo>
                <a:cubicBezTo>
                  <a:pt x="26769" y="39363"/>
                  <a:pt x="26784" y="39466"/>
                  <a:pt x="26813" y="39554"/>
                </a:cubicBezTo>
                <a:cubicBezTo>
                  <a:pt x="26784" y="39643"/>
                  <a:pt x="26725" y="39731"/>
                  <a:pt x="26696" y="39834"/>
                </a:cubicBezTo>
                <a:lnTo>
                  <a:pt x="26578" y="39554"/>
                </a:lnTo>
                <a:cubicBezTo>
                  <a:pt x="26637" y="39466"/>
                  <a:pt x="26666" y="39363"/>
                  <a:pt x="26725" y="39275"/>
                </a:cubicBezTo>
                <a:close/>
                <a:moveTo>
                  <a:pt x="15806" y="24764"/>
                </a:moveTo>
                <a:lnTo>
                  <a:pt x="15806" y="24764"/>
                </a:lnTo>
                <a:cubicBezTo>
                  <a:pt x="15541" y="27266"/>
                  <a:pt x="16571" y="29974"/>
                  <a:pt x="18778" y="32623"/>
                </a:cubicBezTo>
                <a:cubicBezTo>
                  <a:pt x="19720" y="33741"/>
                  <a:pt x="20824" y="34698"/>
                  <a:pt x="21913" y="35610"/>
                </a:cubicBezTo>
                <a:cubicBezTo>
                  <a:pt x="23340" y="36846"/>
                  <a:pt x="24709" y="38024"/>
                  <a:pt x="25666" y="39554"/>
                </a:cubicBezTo>
                <a:cubicBezTo>
                  <a:pt x="25592" y="39657"/>
                  <a:pt x="25518" y="39760"/>
                  <a:pt x="25445" y="39849"/>
                </a:cubicBezTo>
                <a:cubicBezTo>
                  <a:pt x="24444" y="38436"/>
                  <a:pt x="23120" y="37332"/>
                  <a:pt x="21707" y="36184"/>
                </a:cubicBezTo>
                <a:cubicBezTo>
                  <a:pt x="20529" y="35228"/>
                  <a:pt x="19337" y="34242"/>
                  <a:pt x="18337" y="33035"/>
                </a:cubicBezTo>
                <a:cubicBezTo>
                  <a:pt x="16159" y="30386"/>
                  <a:pt x="15246" y="27472"/>
                  <a:pt x="15806" y="24764"/>
                </a:cubicBezTo>
                <a:close/>
                <a:moveTo>
                  <a:pt x="25975" y="39260"/>
                </a:moveTo>
                <a:cubicBezTo>
                  <a:pt x="25989" y="39289"/>
                  <a:pt x="26019" y="39334"/>
                  <a:pt x="26048" y="39363"/>
                </a:cubicBezTo>
                <a:cubicBezTo>
                  <a:pt x="26048" y="39422"/>
                  <a:pt x="26092" y="39495"/>
                  <a:pt x="26122" y="39554"/>
                </a:cubicBezTo>
                <a:cubicBezTo>
                  <a:pt x="26063" y="39643"/>
                  <a:pt x="25989" y="39760"/>
                  <a:pt x="25930" y="39849"/>
                </a:cubicBezTo>
                <a:cubicBezTo>
                  <a:pt x="25930" y="39834"/>
                  <a:pt x="25916" y="39834"/>
                  <a:pt x="25916" y="39804"/>
                </a:cubicBezTo>
                <a:cubicBezTo>
                  <a:pt x="25872" y="39716"/>
                  <a:pt x="25813" y="39643"/>
                  <a:pt x="25769" y="39554"/>
                </a:cubicBezTo>
                <a:cubicBezTo>
                  <a:pt x="25842" y="39466"/>
                  <a:pt x="25901" y="39348"/>
                  <a:pt x="25975" y="39260"/>
                </a:cubicBezTo>
                <a:close/>
                <a:moveTo>
                  <a:pt x="26387" y="39275"/>
                </a:moveTo>
                <a:cubicBezTo>
                  <a:pt x="26416" y="39363"/>
                  <a:pt x="26460" y="39466"/>
                  <a:pt x="26504" y="39569"/>
                </a:cubicBezTo>
                <a:cubicBezTo>
                  <a:pt x="26460" y="39643"/>
                  <a:pt x="26401" y="39731"/>
                  <a:pt x="26343" y="39849"/>
                </a:cubicBezTo>
                <a:cubicBezTo>
                  <a:pt x="26298" y="39760"/>
                  <a:pt x="26254" y="39657"/>
                  <a:pt x="26210" y="39569"/>
                </a:cubicBezTo>
                <a:cubicBezTo>
                  <a:pt x="26269" y="39481"/>
                  <a:pt x="26328" y="39392"/>
                  <a:pt x="26387" y="39275"/>
                </a:cubicBezTo>
                <a:close/>
                <a:moveTo>
                  <a:pt x="27432" y="39701"/>
                </a:moveTo>
                <a:cubicBezTo>
                  <a:pt x="27446" y="39760"/>
                  <a:pt x="27446" y="39790"/>
                  <a:pt x="27446" y="39804"/>
                </a:cubicBezTo>
                <a:cubicBezTo>
                  <a:pt x="27432" y="39863"/>
                  <a:pt x="27432" y="39922"/>
                  <a:pt x="27402" y="39981"/>
                </a:cubicBezTo>
                <a:cubicBezTo>
                  <a:pt x="27402" y="39937"/>
                  <a:pt x="27402" y="39922"/>
                  <a:pt x="27387" y="39878"/>
                </a:cubicBezTo>
                <a:lnTo>
                  <a:pt x="27387" y="39863"/>
                </a:lnTo>
                <a:cubicBezTo>
                  <a:pt x="27402" y="39804"/>
                  <a:pt x="27402" y="39760"/>
                  <a:pt x="27432" y="39701"/>
                </a:cubicBezTo>
                <a:close/>
                <a:moveTo>
                  <a:pt x="27314" y="39701"/>
                </a:moveTo>
                <a:cubicBezTo>
                  <a:pt x="27314" y="39775"/>
                  <a:pt x="27314" y="39834"/>
                  <a:pt x="27343" y="39878"/>
                </a:cubicBezTo>
                <a:lnTo>
                  <a:pt x="27284" y="40099"/>
                </a:lnTo>
                <a:cubicBezTo>
                  <a:pt x="27270" y="40040"/>
                  <a:pt x="27270" y="39981"/>
                  <a:pt x="27240" y="39922"/>
                </a:cubicBezTo>
                <a:cubicBezTo>
                  <a:pt x="27270" y="39849"/>
                  <a:pt x="27284" y="39775"/>
                  <a:pt x="27314" y="39701"/>
                </a:cubicBezTo>
                <a:close/>
                <a:moveTo>
                  <a:pt x="27122" y="39672"/>
                </a:moveTo>
                <a:cubicBezTo>
                  <a:pt x="27137" y="39760"/>
                  <a:pt x="27152" y="39849"/>
                  <a:pt x="27167" y="39922"/>
                </a:cubicBezTo>
                <a:cubicBezTo>
                  <a:pt x="27137" y="40010"/>
                  <a:pt x="27122" y="40084"/>
                  <a:pt x="27078" y="40172"/>
                </a:cubicBezTo>
                <a:cubicBezTo>
                  <a:pt x="27064" y="40099"/>
                  <a:pt x="27034" y="40010"/>
                  <a:pt x="27019" y="39937"/>
                </a:cubicBezTo>
                <a:cubicBezTo>
                  <a:pt x="27064" y="39849"/>
                  <a:pt x="27078" y="39775"/>
                  <a:pt x="27122" y="39672"/>
                </a:cubicBezTo>
                <a:close/>
                <a:moveTo>
                  <a:pt x="15658" y="25162"/>
                </a:moveTo>
                <a:lnTo>
                  <a:pt x="15658" y="25162"/>
                </a:lnTo>
                <a:cubicBezTo>
                  <a:pt x="15276" y="27781"/>
                  <a:pt x="16203" y="30563"/>
                  <a:pt x="18293" y="33094"/>
                </a:cubicBezTo>
                <a:cubicBezTo>
                  <a:pt x="19279" y="34286"/>
                  <a:pt x="20500" y="35287"/>
                  <a:pt x="21677" y="36243"/>
                </a:cubicBezTo>
                <a:cubicBezTo>
                  <a:pt x="23075" y="37406"/>
                  <a:pt x="24415" y="38480"/>
                  <a:pt x="25401" y="39907"/>
                </a:cubicBezTo>
                <a:cubicBezTo>
                  <a:pt x="25327" y="39996"/>
                  <a:pt x="25253" y="40099"/>
                  <a:pt x="25180" y="40202"/>
                </a:cubicBezTo>
                <a:cubicBezTo>
                  <a:pt x="24179" y="38848"/>
                  <a:pt x="22811" y="37803"/>
                  <a:pt x="21486" y="36773"/>
                </a:cubicBezTo>
                <a:cubicBezTo>
                  <a:pt x="20220" y="35802"/>
                  <a:pt x="18911" y="34786"/>
                  <a:pt x="17881" y="33521"/>
                </a:cubicBezTo>
                <a:cubicBezTo>
                  <a:pt x="15806" y="31034"/>
                  <a:pt x="14981" y="27928"/>
                  <a:pt x="15658" y="25162"/>
                </a:cubicBezTo>
                <a:close/>
                <a:moveTo>
                  <a:pt x="26858" y="39657"/>
                </a:moveTo>
                <a:cubicBezTo>
                  <a:pt x="26872" y="39760"/>
                  <a:pt x="26916" y="39849"/>
                  <a:pt x="26931" y="39922"/>
                </a:cubicBezTo>
                <a:lnTo>
                  <a:pt x="26828" y="40202"/>
                </a:lnTo>
                <a:cubicBezTo>
                  <a:pt x="26784" y="40099"/>
                  <a:pt x="26769" y="40010"/>
                  <a:pt x="26725" y="39922"/>
                </a:cubicBezTo>
                <a:cubicBezTo>
                  <a:pt x="26784" y="39849"/>
                  <a:pt x="26828" y="39760"/>
                  <a:pt x="26858" y="39657"/>
                </a:cubicBezTo>
                <a:close/>
                <a:moveTo>
                  <a:pt x="25724" y="39628"/>
                </a:moveTo>
                <a:cubicBezTo>
                  <a:pt x="25754" y="39701"/>
                  <a:pt x="25798" y="39775"/>
                  <a:pt x="25842" y="39849"/>
                </a:cubicBezTo>
                <a:cubicBezTo>
                  <a:pt x="25857" y="39863"/>
                  <a:pt x="25857" y="39907"/>
                  <a:pt x="25886" y="39922"/>
                </a:cubicBezTo>
                <a:cubicBezTo>
                  <a:pt x="25813" y="40010"/>
                  <a:pt x="25754" y="40128"/>
                  <a:pt x="25680" y="40217"/>
                </a:cubicBezTo>
                <a:cubicBezTo>
                  <a:pt x="25621" y="40128"/>
                  <a:pt x="25548" y="40010"/>
                  <a:pt x="25504" y="39922"/>
                </a:cubicBezTo>
                <a:cubicBezTo>
                  <a:pt x="25577" y="39834"/>
                  <a:pt x="25651" y="39716"/>
                  <a:pt x="25724" y="39628"/>
                </a:cubicBezTo>
                <a:close/>
                <a:moveTo>
                  <a:pt x="26181" y="39628"/>
                </a:moveTo>
                <a:cubicBezTo>
                  <a:pt x="26210" y="39731"/>
                  <a:pt x="26254" y="39834"/>
                  <a:pt x="26298" y="39922"/>
                </a:cubicBezTo>
                <a:cubicBezTo>
                  <a:pt x="26254" y="40010"/>
                  <a:pt x="26195" y="40099"/>
                  <a:pt x="26136" y="40217"/>
                </a:cubicBezTo>
                <a:cubicBezTo>
                  <a:pt x="26078" y="40128"/>
                  <a:pt x="26048" y="40025"/>
                  <a:pt x="25989" y="39922"/>
                </a:cubicBezTo>
                <a:cubicBezTo>
                  <a:pt x="26048" y="39834"/>
                  <a:pt x="26122" y="39731"/>
                  <a:pt x="26181" y="39628"/>
                </a:cubicBezTo>
                <a:close/>
                <a:moveTo>
                  <a:pt x="26534" y="39657"/>
                </a:moveTo>
                <a:lnTo>
                  <a:pt x="26637" y="39937"/>
                </a:lnTo>
                <a:cubicBezTo>
                  <a:pt x="26593" y="40025"/>
                  <a:pt x="26549" y="40128"/>
                  <a:pt x="26490" y="40217"/>
                </a:cubicBezTo>
                <a:cubicBezTo>
                  <a:pt x="26475" y="40128"/>
                  <a:pt x="26431" y="40025"/>
                  <a:pt x="26387" y="39937"/>
                </a:cubicBezTo>
                <a:cubicBezTo>
                  <a:pt x="26431" y="39849"/>
                  <a:pt x="26490" y="39760"/>
                  <a:pt x="26534" y="39657"/>
                </a:cubicBezTo>
                <a:close/>
                <a:moveTo>
                  <a:pt x="27461" y="40172"/>
                </a:moveTo>
                <a:lnTo>
                  <a:pt x="27461" y="40202"/>
                </a:lnTo>
                <a:cubicBezTo>
                  <a:pt x="27461" y="40231"/>
                  <a:pt x="27446" y="40275"/>
                  <a:pt x="27446" y="40305"/>
                </a:cubicBezTo>
                <a:lnTo>
                  <a:pt x="27446" y="40275"/>
                </a:lnTo>
                <a:cubicBezTo>
                  <a:pt x="27446" y="40231"/>
                  <a:pt x="27461" y="40217"/>
                  <a:pt x="27461" y="40172"/>
                </a:cubicBezTo>
                <a:close/>
                <a:moveTo>
                  <a:pt x="27373" y="40128"/>
                </a:moveTo>
                <a:lnTo>
                  <a:pt x="27373" y="40128"/>
                </a:lnTo>
                <a:cubicBezTo>
                  <a:pt x="27358" y="40172"/>
                  <a:pt x="27373" y="40217"/>
                  <a:pt x="27373" y="40275"/>
                </a:cubicBezTo>
                <a:cubicBezTo>
                  <a:pt x="27358" y="40320"/>
                  <a:pt x="27358" y="40393"/>
                  <a:pt x="27343" y="40452"/>
                </a:cubicBezTo>
                <a:cubicBezTo>
                  <a:pt x="27343" y="40393"/>
                  <a:pt x="27314" y="40364"/>
                  <a:pt x="27314" y="40305"/>
                </a:cubicBezTo>
                <a:cubicBezTo>
                  <a:pt x="27343" y="40246"/>
                  <a:pt x="27358" y="40172"/>
                  <a:pt x="27373" y="40128"/>
                </a:cubicBezTo>
                <a:close/>
                <a:moveTo>
                  <a:pt x="27167" y="40084"/>
                </a:moveTo>
                <a:cubicBezTo>
                  <a:pt x="27211" y="40158"/>
                  <a:pt x="27211" y="40231"/>
                  <a:pt x="27225" y="40305"/>
                </a:cubicBezTo>
                <a:cubicBezTo>
                  <a:pt x="27211" y="40378"/>
                  <a:pt x="27181" y="40467"/>
                  <a:pt x="27152" y="40540"/>
                </a:cubicBezTo>
                <a:lnTo>
                  <a:pt x="27093" y="40320"/>
                </a:lnTo>
                <a:cubicBezTo>
                  <a:pt x="27108" y="40246"/>
                  <a:pt x="27152" y="40172"/>
                  <a:pt x="27167" y="40084"/>
                </a:cubicBezTo>
                <a:close/>
                <a:moveTo>
                  <a:pt x="15467" y="25633"/>
                </a:moveTo>
                <a:cubicBezTo>
                  <a:pt x="14996" y="28296"/>
                  <a:pt x="15820" y="31225"/>
                  <a:pt x="17792" y="33594"/>
                </a:cubicBezTo>
                <a:cubicBezTo>
                  <a:pt x="18837" y="34860"/>
                  <a:pt x="20147" y="35890"/>
                  <a:pt x="21412" y="36861"/>
                </a:cubicBezTo>
                <a:cubicBezTo>
                  <a:pt x="22737" y="37891"/>
                  <a:pt x="24091" y="38951"/>
                  <a:pt x="25106" y="40290"/>
                </a:cubicBezTo>
                <a:cubicBezTo>
                  <a:pt x="25033" y="40378"/>
                  <a:pt x="24944" y="40496"/>
                  <a:pt x="24871" y="40584"/>
                </a:cubicBezTo>
                <a:cubicBezTo>
                  <a:pt x="23826" y="39334"/>
                  <a:pt x="22487" y="38333"/>
                  <a:pt x="21177" y="37376"/>
                </a:cubicBezTo>
                <a:cubicBezTo>
                  <a:pt x="19808" y="36390"/>
                  <a:pt x="18410" y="35360"/>
                  <a:pt x="17351" y="34036"/>
                </a:cubicBezTo>
                <a:cubicBezTo>
                  <a:pt x="15393" y="31622"/>
                  <a:pt x="14702" y="28429"/>
                  <a:pt x="15467" y="25633"/>
                </a:cubicBezTo>
                <a:close/>
                <a:moveTo>
                  <a:pt x="25445" y="39996"/>
                </a:moveTo>
                <a:cubicBezTo>
                  <a:pt x="25518" y="40084"/>
                  <a:pt x="25563" y="40172"/>
                  <a:pt x="25621" y="40290"/>
                </a:cubicBezTo>
                <a:cubicBezTo>
                  <a:pt x="25548" y="40378"/>
                  <a:pt x="25474" y="40496"/>
                  <a:pt x="25430" y="40584"/>
                </a:cubicBezTo>
                <a:cubicBezTo>
                  <a:pt x="25357" y="40496"/>
                  <a:pt x="25298" y="40378"/>
                  <a:pt x="25224" y="40290"/>
                </a:cubicBezTo>
                <a:cubicBezTo>
                  <a:pt x="25298" y="40202"/>
                  <a:pt x="25371" y="40084"/>
                  <a:pt x="25445" y="39996"/>
                </a:cubicBezTo>
                <a:close/>
                <a:moveTo>
                  <a:pt x="25930" y="39996"/>
                </a:moveTo>
                <a:cubicBezTo>
                  <a:pt x="25975" y="40099"/>
                  <a:pt x="26033" y="40202"/>
                  <a:pt x="26092" y="40290"/>
                </a:cubicBezTo>
                <a:cubicBezTo>
                  <a:pt x="26033" y="40378"/>
                  <a:pt x="25975" y="40467"/>
                  <a:pt x="25901" y="40584"/>
                </a:cubicBezTo>
                <a:cubicBezTo>
                  <a:pt x="25842" y="40496"/>
                  <a:pt x="25798" y="40378"/>
                  <a:pt x="25739" y="40290"/>
                </a:cubicBezTo>
                <a:cubicBezTo>
                  <a:pt x="25813" y="40202"/>
                  <a:pt x="25872" y="40099"/>
                  <a:pt x="25930" y="39996"/>
                </a:cubicBezTo>
                <a:close/>
                <a:moveTo>
                  <a:pt x="26343" y="40025"/>
                </a:moveTo>
                <a:cubicBezTo>
                  <a:pt x="26387" y="40128"/>
                  <a:pt x="26416" y="40217"/>
                  <a:pt x="26475" y="40320"/>
                </a:cubicBezTo>
                <a:cubicBezTo>
                  <a:pt x="26416" y="40393"/>
                  <a:pt x="26357" y="40496"/>
                  <a:pt x="26298" y="40584"/>
                </a:cubicBezTo>
                <a:cubicBezTo>
                  <a:pt x="26269" y="40496"/>
                  <a:pt x="26210" y="40393"/>
                  <a:pt x="26181" y="40305"/>
                </a:cubicBezTo>
                <a:lnTo>
                  <a:pt x="26343" y="40025"/>
                </a:lnTo>
                <a:close/>
                <a:moveTo>
                  <a:pt x="26681" y="40025"/>
                </a:moveTo>
                <a:cubicBezTo>
                  <a:pt x="26710" y="40128"/>
                  <a:pt x="26725" y="40217"/>
                  <a:pt x="26769" y="40305"/>
                </a:cubicBezTo>
                <a:cubicBezTo>
                  <a:pt x="26725" y="40393"/>
                  <a:pt x="26696" y="40496"/>
                  <a:pt x="26637" y="40584"/>
                </a:cubicBezTo>
                <a:cubicBezTo>
                  <a:pt x="26622" y="40496"/>
                  <a:pt x="26578" y="40393"/>
                  <a:pt x="26549" y="40305"/>
                </a:cubicBezTo>
                <a:cubicBezTo>
                  <a:pt x="26607" y="40217"/>
                  <a:pt x="26637" y="40128"/>
                  <a:pt x="26681" y="40025"/>
                </a:cubicBezTo>
                <a:close/>
                <a:moveTo>
                  <a:pt x="26975" y="40069"/>
                </a:moveTo>
                <a:cubicBezTo>
                  <a:pt x="26990" y="40158"/>
                  <a:pt x="27005" y="40231"/>
                  <a:pt x="27019" y="40320"/>
                </a:cubicBezTo>
                <a:cubicBezTo>
                  <a:pt x="26990" y="40423"/>
                  <a:pt x="26975" y="40496"/>
                  <a:pt x="26931" y="40584"/>
                </a:cubicBezTo>
                <a:cubicBezTo>
                  <a:pt x="26916" y="40496"/>
                  <a:pt x="26872" y="40423"/>
                  <a:pt x="26858" y="40320"/>
                </a:cubicBezTo>
                <a:cubicBezTo>
                  <a:pt x="26902" y="40231"/>
                  <a:pt x="26931" y="40158"/>
                  <a:pt x="26975" y="40069"/>
                </a:cubicBezTo>
                <a:close/>
                <a:moveTo>
                  <a:pt x="27387" y="40584"/>
                </a:moveTo>
                <a:lnTo>
                  <a:pt x="27387" y="40658"/>
                </a:lnTo>
                <a:cubicBezTo>
                  <a:pt x="27387" y="40717"/>
                  <a:pt x="27373" y="40746"/>
                  <a:pt x="27373" y="40805"/>
                </a:cubicBezTo>
                <a:cubicBezTo>
                  <a:pt x="27373" y="40761"/>
                  <a:pt x="27373" y="40732"/>
                  <a:pt x="27358" y="40717"/>
                </a:cubicBezTo>
                <a:cubicBezTo>
                  <a:pt x="27373" y="40673"/>
                  <a:pt x="27373" y="40614"/>
                  <a:pt x="27387" y="40584"/>
                </a:cubicBezTo>
                <a:close/>
                <a:moveTo>
                  <a:pt x="25165" y="40364"/>
                </a:moveTo>
                <a:cubicBezTo>
                  <a:pt x="25239" y="40452"/>
                  <a:pt x="25312" y="40540"/>
                  <a:pt x="25371" y="40658"/>
                </a:cubicBezTo>
                <a:cubicBezTo>
                  <a:pt x="25312" y="40732"/>
                  <a:pt x="25239" y="40820"/>
                  <a:pt x="25180" y="40893"/>
                </a:cubicBezTo>
                <a:cubicBezTo>
                  <a:pt x="25165" y="40879"/>
                  <a:pt x="25150" y="40879"/>
                  <a:pt x="25150" y="40864"/>
                </a:cubicBezTo>
                <a:lnTo>
                  <a:pt x="25106" y="40893"/>
                </a:lnTo>
                <a:cubicBezTo>
                  <a:pt x="25062" y="40820"/>
                  <a:pt x="24974" y="40732"/>
                  <a:pt x="24930" y="40658"/>
                </a:cubicBezTo>
                <a:cubicBezTo>
                  <a:pt x="25003" y="40570"/>
                  <a:pt x="25092" y="40452"/>
                  <a:pt x="25165" y="40364"/>
                </a:cubicBezTo>
                <a:close/>
                <a:moveTo>
                  <a:pt x="27240" y="40511"/>
                </a:moveTo>
                <a:cubicBezTo>
                  <a:pt x="27270" y="40570"/>
                  <a:pt x="27270" y="40643"/>
                  <a:pt x="27284" y="40687"/>
                </a:cubicBezTo>
                <a:lnTo>
                  <a:pt x="27225" y="40908"/>
                </a:lnTo>
                <a:cubicBezTo>
                  <a:pt x="27211" y="40835"/>
                  <a:pt x="27211" y="40790"/>
                  <a:pt x="27196" y="40717"/>
                </a:cubicBezTo>
                <a:cubicBezTo>
                  <a:pt x="27211" y="40643"/>
                  <a:pt x="27225" y="40584"/>
                  <a:pt x="27240" y="40511"/>
                </a:cubicBezTo>
                <a:close/>
                <a:moveTo>
                  <a:pt x="15261" y="26074"/>
                </a:moveTo>
                <a:lnTo>
                  <a:pt x="15261" y="26074"/>
                </a:lnTo>
                <a:cubicBezTo>
                  <a:pt x="14672" y="28767"/>
                  <a:pt x="15408" y="31769"/>
                  <a:pt x="17277" y="34065"/>
                </a:cubicBezTo>
                <a:cubicBezTo>
                  <a:pt x="18366" y="35390"/>
                  <a:pt x="19764" y="36449"/>
                  <a:pt x="21118" y="37435"/>
                </a:cubicBezTo>
                <a:cubicBezTo>
                  <a:pt x="22428" y="38392"/>
                  <a:pt x="23767" y="39392"/>
                  <a:pt x="24797" y="40643"/>
                </a:cubicBezTo>
                <a:cubicBezTo>
                  <a:pt x="24709" y="40746"/>
                  <a:pt x="24635" y="40835"/>
                  <a:pt x="24547" y="40938"/>
                </a:cubicBezTo>
                <a:cubicBezTo>
                  <a:pt x="23517" y="39775"/>
                  <a:pt x="22192" y="38833"/>
                  <a:pt x="20883" y="37935"/>
                </a:cubicBezTo>
                <a:cubicBezTo>
                  <a:pt x="19440" y="36920"/>
                  <a:pt x="17954" y="35890"/>
                  <a:pt x="16850" y="34507"/>
                </a:cubicBezTo>
                <a:cubicBezTo>
                  <a:pt x="14967" y="32181"/>
                  <a:pt x="14378" y="28914"/>
                  <a:pt x="15261" y="26074"/>
                </a:cubicBezTo>
                <a:close/>
                <a:moveTo>
                  <a:pt x="25680" y="40349"/>
                </a:moveTo>
                <a:cubicBezTo>
                  <a:pt x="25739" y="40452"/>
                  <a:pt x="25798" y="40540"/>
                  <a:pt x="25842" y="40658"/>
                </a:cubicBezTo>
                <a:cubicBezTo>
                  <a:pt x="25798" y="40746"/>
                  <a:pt x="25710" y="40835"/>
                  <a:pt x="25666" y="40938"/>
                </a:cubicBezTo>
                <a:cubicBezTo>
                  <a:pt x="25621" y="40879"/>
                  <a:pt x="25592" y="40805"/>
                  <a:pt x="25548" y="40746"/>
                </a:cubicBezTo>
                <a:cubicBezTo>
                  <a:pt x="25533" y="40717"/>
                  <a:pt x="25504" y="40673"/>
                  <a:pt x="25474" y="40643"/>
                </a:cubicBezTo>
                <a:cubicBezTo>
                  <a:pt x="25548" y="40540"/>
                  <a:pt x="25621" y="40452"/>
                  <a:pt x="25680" y="40349"/>
                </a:cubicBezTo>
                <a:close/>
                <a:moveTo>
                  <a:pt x="26136" y="40378"/>
                </a:moveTo>
                <a:cubicBezTo>
                  <a:pt x="26195" y="40467"/>
                  <a:pt x="26239" y="40584"/>
                  <a:pt x="26269" y="40673"/>
                </a:cubicBezTo>
                <a:lnTo>
                  <a:pt x="26107" y="40952"/>
                </a:lnTo>
                <a:cubicBezTo>
                  <a:pt x="26048" y="40864"/>
                  <a:pt x="26019" y="40746"/>
                  <a:pt x="25960" y="40658"/>
                </a:cubicBezTo>
                <a:cubicBezTo>
                  <a:pt x="26019" y="40570"/>
                  <a:pt x="26063" y="40467"/>
                  <a:pt x="26136" y="40378"/>
                </a:cubicBezTo>
                <a:close/>
                <a:moveTo>
                  <a:pt x="26490" y="40393"/>
                </a:moveTo>
                <a:lnTo>
                  <a:pt x="26593" y="40673"/>
                </a:lnTo>
                <a:cubicBezTo>
                  <a:pt x="26563" y="40761"/>
                  <a:pt x="26504" y="40864"/>
                  <a:pt x="26475" y="40952"/>
                </a:cubicBezTo>
                <a:cubicBezTo>
                  <a:pt x="26431" y="40864"/>
                  <a:pt x="26401" y="40761"/>
                  <a:pt x="26343" y="40673"/>
                </a:cubicBezTo>
                <a:cubicBezTo>
                  <a:pt x="26401" y="40584"/>
                  <a:pt x="26431" y="40496"/>
                  <a:pt x="26490" y="40393"/>
                </a:cubicBezTo>
                <a:close/>
                <a:moveTo>
                  <a:pt x="27078" y="40467"/>
                </a:moveTo>
                <a:cubicBezTo>
                  <a:pt x="27078" y="40540"/>
                  <a:pt x="27093" y="40643"/>
                  <a:pt x="27122" y="40717"/>
                </a:cubicBezTo>
                <a:cubicBezTo>
                  <a:pt x="27093" y="40790"/>
                  <a:pt x="27064" y="40879"/>
                  <a:pt x="27034" y="40952"/>
                </a:cubicBezTo>
                <a:cubicBezTo>
                  <a:pt x="27019" y="40879"/>
                  <a:pt x="27005" y="40790"/>
                  <a:pt x="26990" y="40717"/>
                </a:cubicBezTo>
                <a:cubicBezTo>
                  <a:pt x="27019" y="40643"/>
                  <a:pt x="27034" y="40540"/>
                  <a:pt x="27078" y="40467"/>
                </a:cubicBezTo>
                <a:close/>
                <a:moveTo>
                  <a:pt x="26799" y="40437"/>
                </a:moveTo>
                <a:cubicBezTo>
                  <a:pt x="26813" y="40526"/>
                  <a:pt x="26858" y="40614"/>
                  <a:pt x="26872" y="40717"/>
                </a:cubicBezTo>
                <a:cubicBezTo>
                  <a:pt x="26843" y="40805"/>
                  <a:pt x="26799" y="40879"/>
                  <a:pt x="26769" y="40967"/>
                </a:cubicBezTo>
                <a:cubicBezTo>
                  <a:pt x="26725" y="40879"/>
                  <a:pt x="26710" y="40790"/>
                  <a:pt x="26681" y="40687"/>
                </a:cubicBezTo>
                <a:cubicBezTo>
                  <a:pt x="26725" y="40599"/>
                  <a:pt x="26769" y="40526"/>
                  <a:pt x="26799" y="40437"/>
                </a:cubicBezTo>
                <a:close/>
                <a:moveTo>
                  <a:pt x="24871" y="40717"/>
                </a:moveTo>
                <a:cubicBezTo>
                  <a:pt x="24944" y="40805"/>
                  <a:pt x="25003" y="40879"/>
                  <a:pt x="25062" y="40952"/>
                </a:cubicBezTo>
                <a:lnTo>
                  <a:pt x="25003" y="41011"/>
                </a:lnTo>
                <a:cubicBezTo>
                  <a:pt x="24944" y="41085"/>
                  <a:pt x="24871" y="41158"/>
                  <a:pt x="24797" y="41232"/>
                </a:cubicBezTo>
                <a:cubicBezTo>
                  <a:pt x="24738" y="41158"/>
                  <a:pt x="24665" y="41085"/>
                  <a:pt x="24621" y="41011"/>
                </a:cubicBezTo>
                <a:cubicBezTo>
                  <a:pt x="24709" y="40908"/>
                  <a:pt x="24783" y="40820"/>
                  <a:pt x="24871" y="40717"/>
                </a:cubicBezTo>
                <a:close/>
                <a:moveTo>
                  <a:pt x="27299" y="40938"/>
                </a:moveTo>
                <a:cubicBezTo>
                  <a:pt x="27314" y="40967"/>
                  <a:pt x="27314" y="41026"/>
                  <a:pt x="27314" y="41085"/>
                </a:cubicBezTo>
                <a:cubicBezTo>
                  <a:pt x="27314" y="41114"/>
                  <a:pt x="27299" y="41158"/>
                  <a:pt x="27299" y="41173"/>
                </a:cubicBezTo>
                <a:cubicBezTo>
                  <a:pt x="27299" y="41188"/>
                  <a:pt x="27284" y="41232"/>
                  <a:pt x="27284" y="41247"/>
                </a:cubicBezTo>
                <a:cubicBezTo>
                  <a:pt x="27284" y="41188"/>
                  <a:pt x="27270" y="41129"/>
                  <a:pt x="27270" y="41100"/>
                </a:cubicBezTo>
                <a:cubicBezTo>
                  <a:pt x="27284" y="41041"/>
                  <a:pt x="27299" y="40982"/>
                  <a:pt x="27299" y="40938"/>
                </a:cubicBezTo>
                <a:close/>
                <a:moveTo>
                  <a:pt x="25430" y="40717"/>
                </a:moveTo>
                <a:cubicBezTo>
                  <a:pt x="25445" y="40746"/>
                  <a:pt x="25460" y="40761"/>
                  <a:pt x="25474" y="40805"/>
                </a:cubicBezTo>
                <a:cubicBezTo>
                  <a:pt x="25518" y="40879"/>
                  <a:pt x="25563" y="40952"/>
                  <a:pt x="25607" y="41011"/>
                </a:cubicBezTo>
                <a:cubicBezTo>
                  <a:pt x="25533" y="41100"/>
                  <a:pt x="25474" y="41188"/>
                  <a:pt x="25401" y="41276"/>
                </a:cubicBezTo>
                <a:cubicBezTo>
                  <a:pt x="25386" y="41261"/>
                  <a:pt x="25386" y="41247"/>
                  <a:pt x="25371" y="41232"/>
                </a:cubicBezTo>
                <a:cubicBezTo>
                  <a:pt x="25401" y="41188"/>
                  <a:pt x="25430" y="41158"/>
                  <a:pt x="25460" y="41114"/>
                </a:cubicBezTo>
                <a:cubicBezTo>
                  <a:pt x="25445" y="41114"/>
                  <a:pt x="25430" y="41100"/>
                  <a:pt x="25401" y="41085"/>
                </a:cubicBezTo>
                <a:cubicBezTo>
                  <a:pt x="25386" y="41114"/>
                  <a:pt x="25357" y="41129"/>
                  <a:pt x="25327" y="41173"/>
                </a:cubicBezTo>
                <a:cubicBezTo>
                  <a:pt x="25298" y="41114"/>
                  <a:pt x="25253" y="41055"/>
                  <a:pt x="25195" y="41011"/>
                </a:cubicBezTo>
                <a:cubicBezTo>
                  <a:pt x="25283" y="40908"/>
                  <a:pt x="25342" y="40820"/>
                  <a:pt x="25430" y="40717"/>
                </a:cubicBezTo>
                <a:close/>
                <a:moveTo>
                  <a:pt x="25886" y="40732"/>
                </a:moveTo>
                <a:cubicBezTo>
                  <a:pt x="25930" y="40820"/>
                  <a:pt x="25989" y="40938"/>
                  <a:pt x="26033" y="41026"/>
                </a:cubicBezTo>
                <a:cubicBezTo>
                  <a:pt x="25975" y="41114"/>
                  <a:pt x="25916" y="41203"/>
                  <a:pt x="25842" y="41306"/>
                </a:cubicBezTo>
                <a:cubicBezTo>
                  <a:pt x="25827" y="41203"/>
                  <a:pt x="25754" y="41114"/>
                  <a:pt x="25695" y="41011"/>
                </a:cubicBezTo>
                <a:cubicBezTo>
                  <a:pt x="25754" y="40908"/>
                  <a:pt x="25827" y="40820"/>
                  <a:pt x="25886" y="40732"/>
                </a:cubicBezTo>
                <a:close/>
                <a:moveTo>
                  <a:pt x="26298" y="40761"/>
                </a:moveTo>
                <a:cubicBezTo>
                  <a:pt x="26343" y="40864"/>
                  <a:pt x="26387" y="40952"/>
                  <a:pt x="26431" y="41055"/>
                </a:cubicBezTo>
                <a:cubicBezTo>
                  <a:pt x="26387" y="41158"/>
                  <a:pt x="26343" y="41247"/>
                  <a:pt x="26284" y="41335"/>
                </a:cubicBezTo>
                <a:cubicBezTo>
                  <a:pt x="26254" y="41247"/>
                  <a:pt x="26195" y="41144"/>
                  <a:pt x="26166" y="41041"/>
                </a:cubicBezTo>
                <a:cubicBezTo>
                  <a:pt x="26195" y="40952"/>
                  <a:pt x="26254" y="40864"/>
                  <a:pt x="26298" y="40761"/>
                </a:cubicBezTo>
                <a:close/>
                <a:moveTo>
                  <a:pt x="26637" y="40805"/>
                </a:moveTo>
                <a:cubicBezTo>
                  <a:pt x="26681" y="40893"/>
                  <a:pt x="26696" y="40982"/>
                  <a:pt x="26725" y="41085"/>
                </a:cubicBezTo>
                <a:cubicBezTo>
                  <a:pt x="26696" y="41173"/>
                  <a:pt x="26652" y="41261"/>
                  <a:pt x="26622" y="41335"/>
                </a:cubicBezTo>
                <a:lnTo>
                  <a:pt x="26504" y="41055"/>
                </a:lnTo>
                <a:cubicBezTo>
                  <a:pt x="26549" y="40967"/>
                  <a:pt x="26607" y="40893"/>
                  <a:pt x="26637" y="40805"/>
                </a:cubicBezTo>
                <a:close/>
                <a:moveTo>
                  <a:pt x="26916" y="40835"/>
                </a:moveTo>
                <a:cubicBezTo>
                  <a:pt x="26931" y="40938"/>
                  <a:pt x="26946" y="41026"/>
                  <a:pt x="26975" y="41100"/>
                </a:cubicBezTo>
                <a:cubicBezTo>
                  <a:pt x="26931" y="41173"/>
                  <a:pt x="26916" y="41261"/>
                  <a:pt x="26872" y="41335"/>
                </a:cubicBezTo>
                <a:cubicBezTo>
                  <a:pt x="26858" y="41247"/>
                  <a:pt x="26828" y="41144"/>
                  <a:pt x="26799" y="41070"/>
                </a:cubicBezTo>
                <a:cubicBezTo>
                  <a:pt x="26858" y="41011"/>
                  <a:pt x="26902" y="40908"/>
                  <a:pt x="26916" y="40835"/>
                </a:cubicBezTo>
                <a:close/>
                <a:moveTo>
                  <a:pt x="27137" y="40893"/>
                </a:moveTo>
                <a:cubicBezTo>
                  <a:pt x="27152" y="40952"/>
                  <a:pt x="27167" y="41026"/>
                  <a:pt x="27167" y="41100"/>
                </a:cubicBezTo>
                <a:cubicBezTo>
                  <a:pt x="27152" y="41173"/>
                  <a:pt x="27137" y="41247"/>
                  <a:pt x="27122" y="41335"/>
                </a:cubicBezTo>
                <a:lnTo>
                  <a:pt x="27064" y="41114"/>
                </a:lnTo>
                <a:cubicBezTo>
                  <a:pt x="27078" y="41041"/>
                  <a:pt x="27122" y="40967"/>
                  <a:pt x="27137" y="40893"/>
                </a:cubicBezTo>
                <a:close/>
                <a:moveTo>
                  <a:pt x="25150" y="41085"/>
                </a:moveTo>
                <a:cubicBezTo>
                  <a:pt x="25180" y="41129"/>
                  <a:pt x="25224" y="41188"/>
                  <a:pt x="25283" y="41247"/>
                </a:cubicBezTo>
                <a:lnTo>
                  <a:pt x="25062" y="41512"/>
                </a:lnTo>
                <a:cubicBezTo>
                  <a:pt x="25018" y="41467"/>
                  <a:pt x="24959" y="41409"/>
                  <a:pt x="24930" y="41350"/>
                </a:cubicBezTo>
                <a:lnTo>
                  <a:pt x="25150" y="41085"/>
                </a:lnTo>
                <a:close/>
                <a:moveTo>
                  <a:pt x="27343" y="41379"/>
                </a:moveTo>
                <a:cubicBezTo>
                  <a:pt x="27343" y="41394"/>
                  <a:pt x="27343" y="41423"/>
                  <a:pt x="27358" y="41467"/>
                </a:cubicBezTo>
                <a:cubicBezTo>
                  <a:pt x="27358" y="41497"/>
                  <a:pt x="27343" y="41556"/>
                  <a:pt x="27343" y="41600"/>
                </a:cubicBezTo>
                <a:cubicBezTo>
                  <a:pt x="27343" y="41556"/>
                  <a:pt x="27343" y="41526"/>
                  <a:pt x="27314" y="41497"/>
                </a:cubicBezTo>
                <a:cubicBezTo>
                  <a:pt x="27343" y="41467"/>
                  <a:pt x="27343" y="41409"/>
                  <a:pt x="27343" y="41379"/>
                </a:cubicBezTo>
                <a:close/>
                <a:moveTo>
                  <a:pt x="25312" y="41320"/>
                </a:moveTo>
                <a:cubicBezTo>
                  <a:pt x="25327" y="41335"/>
                  <a:pt x="25327" y="41350"/>
                  <a:pt x="25357" y="41379"/>
                </a:cubicBezTo>
                <a:cubicBezTo>
                  <a:pt x="25283" y="41467"/>
                  <a:pt x="25209" y="41556"/>
                  <a:pt x="25136" y="41673"/>
                </a:cubicBezTo>
                <a:lnTo>
                  <a:pt x="25077" y="41615"/>
                </a:lnTo>
                <a:cubicBezTo>
                  <a:pt x="25165" y="41497"/>
                  <a:pt x="25239" y="41409"/>
                  <a:pt x="25312" y="41320"/>
                </a:cubicBezTo>
                <a:close/>
                <a:moveTo>
                  <a:pt x="25666" y="41100"/>
                </a:moveTo>
                <a:cubicBezTo>
                  <a:pt x="25724" y="41188"/>
                  <a:pt x="25769" y="41306"/>
                  <a:pt x="25827" y="41394"/>
                </a:cubicBezTo>
                <a:cubicBezTo>
                  <a:pt x="25769" y="41482"/>
                  <a:pt x="25695" y="41570"/>
                  <a:pt x="25651" y="41673"/>
                </a:cubicBezTo>
                <a:cubicBezTo>
                  <a:pt x="25621" y="41629"/>
                  <a:pt x="25592" y="41600"/>
                  <a:pt x="25577" y="41541"/>
                </a:cubicBezTo>
                <a:cubicBezTo>
                  <a:pt x="25607" y="41482"/>
                  <a:pt x="25651" y="41423"/>
                  <a:pt x="25695" y="41379"/>
                </a:cubicBezTo>
                <a:cubicBezTo>
                  <a:pt x="25666" y="41350"/>
                  <a:pt x="25651" y="41335"/>
                  <a:pt x="25621" y="41320"/>
                </a:cubicBezTo>
                <a:cubicBezTo>
                  <a:pt x="25592" y="41379"/>
                  <a:pt x="25548" y="41423"/>
                  <a:pt x="25518" y="41467"/>
                </a:cubicBezTo>
                <a:cubicBezTo>
                  <a:pt x="25504" y="41423"/>
                  <a:pt x="25474" y="41394"/>
                  <a:pt x="25460" y="41379"/>
                </a:cubicBezTo>
                <a:cubicBezTo>
                  <a:pt x="25533" y="41276"/>
                  <a:pt x="25592" y="41188"/>
                  <a:pt x="25666" y="41100"/>
                </a:cubicBezTo>
                <a:close/>
                <a:moveTo>
                  <a:pt x="26092" y="41114"/>
                </a:moveTo>
                <a:cubicBezTo>
                  <a:pt x="26136" y="41203"/>
                  <a:pt x="26181" y="41320"/>
                  <a:pt x="26210" y="41409"/>
                </a:cubicBezTo>
                <a:lnTo>
                  <a:pt x="26048" y="41688"/>
                </a:lnTo>
                <a:cubicBezTo>
                  <a:pt x="25989" y="41600"/>
                  <a:pt x="25960" y="41482"/>
                  <a:pt x="25901" y="41394"/>
                </a:cubicBezTo>
                <a:cubicBezTo>
                  <a:pt x="25975" y="41306"/>
                  <a:pt x="26033" y="41203"/>
                  <a:pt x="26092" y="41114"/>
                </a:cubicBezTo>
                <a:close/>
                <a:moveTo>
                  <a:pt x="26475" y="41158"/>
                </a:moveTo>
                <a:lnTo>
                  <a:pt x="26578" y="41423"/>
                </a:lnTo>
                <a:cubicBezTo>
                  <a:pt x="26534" y="41512"/>
                  <a:pt x="26475" y="41615"/>
                  <a:pt x="26431" y="41688"/>
                </a:cubicBezTo>
                <a:lnTo>
                  <a:pt x="26328" y="41409"/>
                </a:lnTo>
                <a:cubicBezTo>
                  <a:pt x="26387" y="41320"/>
                  <a:pt x="26416" y="41247"/>
                  <a:pt x="26475" y="41158"/>
                </a:cubicBezTo>
                <a:close/>
                <a:moveTo>
                  <a:pt x="27181" y="41306"/>
                </a:moveTo>
                <a:cubicBezTo>
                  <a:pt x="27211" y="41350"/>
                  <a:pt x="27225" y="41423"/>
                  <a:pt x="27225" y="41482"/>
                </a:cubicBezTo>
                <a:cubicBezTo>
                  <a:pt x="27211" y="41556"/>
                  <a:pt x="27181" y="41615"/>
                  <a:pt x="27167" y="41688"/>
                </a:cubicBezTo>
                <a:cubicBezTo>
                  <a:pt x="27152" y="41615"/>
                  <a:pt x="27152" y="41556"/>
                  <a:pt x="27137" y="41482"/>
                </a:cubicBezTo>
                <a:cubicBezTo>
                  <a:pt x="27152" y="41423"/>
                  <a:pt x="27167" y="41350"/>
                  <a:pt x="27181" y="41306"/>
                </a:cubicBezTo>
                <a:close/>
                <a:moveTo>
                  <a:pt x="26769" y="41188"/>
                </a:moveTo>
                <a:cubicBezTo>
                  <a:pt x="26784" y="41276"/>
                  <a:pt x="26813" y="41379"/>
                  <a:pt x="26843" y="41467"/>
                </a:cubicBezTo>
                <a:cubicBezTo>
                  <a:pt x="26799" y="41556"/>
                  <a:pt x="26769" y="41629"/>
                  <a:pt x="26725" y="41718"/>
                </a:cubicBezTo>
                <a:cubicBezTo>
                  <a:pt x="26696" y="41629"/>
                  <a:pt x="26681" y="41541"/>
                  <a:pt x="26637" y="41453"/>
                </a:cubicBezTo>
                <a:cubicBezTo>
                  <a:pt x="26696" y="41350"/>
                  <a:pt x="26725" y="41276"/>
                  <a:pt x="26769" y="41188"/>
                </a:cubicBezTo>
                <a:close/>
                <a:moveTo>
                  <a:pt x="27019" y="41247"/>
                </a:moveTo>
                <a:cubicBezTo>
                  <a:pt x="27034" y="41320"/>
                  <a:pt x="27034" y="41394"/>
                  <a:pt x="27064" y="41482"/>
                </a:cubicBezTo>
                <a:cubicBezTo>
                  <a:pt x="27049" y="41556"/>
                  <a:pt x="27005" y="41629"/>
                  <a:pt x="26990" y="41718"/>
                </a:cubicBezTo>
                <a:cubicBezTo>
                  <a:pt x="26975" y="41629"/>
                  <a:pt x="26946" y="41556"/>
                  <a:pt x="26931" y="41482"/>
                </a:cubicBezTo>
                <a:cubicBezTo>
                  <a:pt x="26975" y="41409"/>
                  <a:pt x="26990" y="41335"/>
                  <a:pt x="27019" y="41247"/>
                </a:cubicBezTo>
                <a:close/>
                <a:moveTo>
                  <a:pt x="25401" y="41453"/>
                </a:moveTo>
                <a:cubicBezTo>
                  <a:pt x="25430" y="41482"/>
                  <a:pt x="25445" y="41497"/>
                  <a:pt x="25460" y="41541"/>
                </a:cubicBezTo>
                <a:lnTo>
                  <a:pt x="25239" y="41821"/>
                </a:lnTo>
                <a:cubicBezTo>
                  <a:pt x="25224" y="41776"/>
                  <a:pt x="25195" y="41762"/>
                  <a:pt x="25180" y="41718"/>
                </a:cubicBezTo>
                <a:lnTo>
                  <a:pt x="25401" y="41453"/>
                </a:lnTo>
                <a:close/>
                <a:moveTo>
                  <a:pt x="25518" y="41615"/>
                </a:moveTo>
                <a:cubicBezTo>
                  <a:pt x="25533" y="41644"/>
                  <a:pt x="25563" y="41703"/>
                  <a:pt x="25592" y="41732"/>
                </a:cubicBezTo>
                <a:cubicBezTo>
                  <a:pt x="25518" y="41835"/>
                  <a:pt x="25460" y="41924"/>
                  <a:pt x="25386" y="42012"/>
                </a:cubicBezTo>
                <a:cubicBezTo>
                  <a:pt x="25357" y="41982"/>
                  <a:pt x="25327" y="41924"/>
                  <a:pt x="25298" y="41879"/>
                </a:cubicBezTo>
                <a:lnTo>
                  <a:pt x="25518" y="41615"/>
                </a:lnTo>
                <a:close/>
                <a:moveTo>
                  <a:pt x="25842" y="41453"/>
                </a:moveTo>
                <a:cubicBezTo>
                  <a:pt x="25901" y="41541"/>
                  <a:pt x="25960" y="41644"/>
                  <a:pt x="25989" y="41747"/>
                </a:cubicBezTo>
                <a:cubicBezTo>
                  <a:pt x="25960" y="41850"/>
                  <a:pt x="25901" y="41938"/>
                  <a:pt x="25842" y="42041"/>
                </a:cubicBezTo>
                <a:cubicBezTo>
                  <a:pt x="25813" y="41968"/>
                  <a:pt x="25769" y="41909"/>
                  <a:pt x="25739" y="41835"/>
                </a:cubicBezTo>
                <a:cubicBezTo>
                  <a:pt x="25798" y="41762"/>
                  <a:pt x="25842" y="41688"/>
                  <a:pt x="25886" y="41615"/>
                </a:cubicBezTo>
                <a:cubicBezTo>
                  <a:pt x="25872" y="41585"/>
                  <a:pt x="25842" y="41570"/>
                  <a:pt x="25827" y="41541"/>
                </a:cubicBezTo>
                <a:cubicBezTo>
                  <a:pt x="25769" y="41615"/>
                  <a:pt x="25739" y="41688"/>
                  <a:pt x="25680" y="41747"/>
                </a:cubicBezTo>
                <a:cubicBezTo>
                  <a:pt x="25680" y="41747"/>
                  <a:pt x="25680" y="41718"/>
                  <a:pt x="25666" y="41718"/>
                </a:cubicBezTo>
                <a:cubicBezTo>
                  <a:pt x="25724" y="41629"/>
                  <a:pt x="25798" y="41541"/>
                  <a:pt x="25842" y="41453"/>
                </a:cubicBezTo>
                <a:close/>
                <a:moveTo>
                  <a:pt x="27270" y="41718"/>
                </a:moveTo>
                <a:cubicBezTo>
                  <a:pt x="27270" y="41776"/>
                  <a:pt x="27270" y="41821"/>
                  <a:pt x="27284" y="41865"/>
                </a:cubicBezTo>
                <a:cubicBezTo>
                  <a:pt x="27270" y="41924"/>
                  <a:pt x="27270" y="41982"/>
                  <a:pt x="27240" y="42041"/>
                </a:cubicBezTo>
                <a:cubicBezTo>
                  <a:pt x="27240" y="41982"/>
                  <a:pt x="27225" y="41938"/>
                  <a:pt x="27225" y="41879"/>
                </a:cubicBezTo>
                <a:cubicBezTo>
                  <a:pt x="27240" y="41835"/>
                  <a:pt x="27270" y="41776"/>
                  <a:pt x="27270" y="41718"/>
                </a:cubicBezTo>
                <a:close/>
                <a:moveTo>
                  <a:pt x="26269" y="41497"/>
                </a:moveTo>
                <a:cubicBezTo>
                  <a:pt x="26313" y="41600"/>
                  <a:pt x="26343" y="41703"/>
                  <a:pt x="26387" y="41791"/>
                </a:cubicBezTo>
                <a:cubicBezTo>
                  <a:pt x="26328" y="41894"/>
                  <a:pt x="26284" y="41982"/>
                  <a:pt x="26239" y="42056"/>
                </a:cubicBezTo>
                <a:cubicBezTo>
                  <a:pt x="26195" y="41968"/>
                  <a:pt x="26136" y="41850"/>
                  <a:pt x="26107" y="41762"/>
                </a:cubicBezTo>
                <a:cubicBezTo>
                  <a:pt x="26166" y="41673"/>
                  <a:pt x="26210" y="41600"/>
                  <a:pt x="26269" y="41497"/>
                </a:cubicBezTo>
                <a:close/>
                <a:moveTo>
                  <a:pt x="27093" y="41629"/>
                </a:moveTo>
                <a:cubicBezTo>
                  <a:pt x="27122" y="41718"/>
                  <a:pt x="27122" y="41791"/>
                  <a:pt x="27137" y="41865"/>
                </a:cubicBezTo>
                <a:cubicBezTo>
                  <a:pt x="27122" y="41938"/>
                  <a:pt x="27093" y="42012"/>
                  <a:pt x="27078" y="42071"/>
                </a:cubicBezTo>
                <a:lnTo>
                  <a:pt x="27019" y="41850"/>
                </a:lnTo>
                <a:cubicBezTo>
                  <a:pt x="27034" y="41776"/>
                  <a:pt x="27078" y="41703"/>
                  <a:pt x="27093" y="41629"/>
                </a:cubicBezTo>
                <a:close/>
                <a:moveTo>
                  <a:pt x="26607" y="41541"/>
                </a:moveTo>
                <a:cubicBezTo>
                  <a:pt x="26637" y="41629"/>
                  <a:pt x="26652" y="41718"/>
                  <a:pt x="26696" y="41835"/>
                </a:cubicBezTo>
                <a:cubicBezTo>
                  <a:pt x="26652" y="41924"/>
                  <a:pt x="26622" y="41997"/>
                  <a:pt x="26578" y="42086"/>
                </a:cubicBezTo>
                <a:cubicBezTo>
                  <a:pt x="26549" y="41982"/>
                  <a:pt x="26504" y="41879"/>
                  <a:pt x="26475" y="41791"/>
                </a:cubicBezTo>
                <a:cubicBezTo>
                  <a:pt x="26504" y="41703"/>
                  <a:pt x="26563" y="41629"/>
                  <a:pt x="26607" y="41541"/>
                </a:cubicBezTo>
                <a:close/>
                <a:moveTo>
                  <a:pt x="26872" y="41600"/>
                </a:moveTo>
                <a:cubicBezTo>
                  <a:pt x="26902" y="41688"/>
                  <a:pt x="26916" y="41776"/>
                  <a:pt x="26931" y="41850"/>
                </a:cubicBezTo>
                <a:cubicBezTo>
                  <a:pt x="26902" y="41924"/>
                  <a:pt x="26872" y="42012"/>
                  <a:pt x="26843" y="42086"/>
                </a:cubicBezTo>
                <a:cubicBezTo>
                  <a:pt x="26828" y="41997"/>
                  <a:pt x="26784" y="41909"/>
                  <a:pt x="26769" y="41835"/>
                </a:cubicBezTo>
                <a:cubicBezTo>
                  <a:pt x="26828" y="41747"/>
                  <a:pt x="26843" y="41673"/>
                  <a:pt x="26872" y="41600"/>
                </a:cubicBezTo>
                <a:close/>
                <a:moveTo>
                  <a:pt x="25621" y="41821"/>
                </a:moveTo>
                <a:cubicBezTo>
                  <a:pt x="25621" y="41821"/>
                  <a:pt x="25621" y="41835"/>
                  <a:pt x="25651" y="41835"/>
                </a:cubicBezTo>
                <a:cubicBezTo>
                  <a:pt x="25592" y="41924"/>
                  <a:pt x="25518" y="42012"/>
                  <a:pt x="25445" y="42115"/>
                </a:cubicBezTo>
                <a:cubicBezTo>
                  <a:pt x="25445" y="42115"/>
                  <a:pt x="25445" y="42086"/>
                  <a:pt x="25430" y="42086"/>
                </a:cubicBezTo>
                <a:cubicBezTo>
                  <a:pt x="25504" y="41997"/>
                  <a:pt x="25563" y="41909"/>
                  <a:pt x="25621" y="41821"/>
                </a:cubicBezTo>
                <a:close/>
                <a:moveTo>
                  <a:pt x="26063" y="41865"/>
                </a:moveTo>
                <a:cubicBezTo>
                  <a:pt x="26107" y="41938"/>
                  <a:pt x="26122" y="42012"/>
                  <a:pt x="26166" y="42086"/>
                </a:cubicBezTo>
                <a:cubicBezTo>
                  <a:pt x="26107" y="42189"/>
                  <a:pt x="26063" y="42247"/>
                  <a:pt x="26019" y="42350"/>
                </a:cubicBezTo>
                <a:lnTo>
                  <a:pt x="25901" y="42130"/>
                </a:lnTo>
                <a:cubicBezTo>
                  <a:pt x="25960" y="42041"/>
                  <a:pt x="26019" y="41968"/>
                  <a:pt x="26063" y="41865"/>
                </a:cubicBezTo>
                <a:close/>
                <a:moveTo>
                  <a:pt x="27284" y="42159"/>
                </a:moveTo>
                <a:cubicBezTo>
                  <a:pt x="27299" y="42203"/>
                  <a:pt x="27299" y="42218"/>
                  <a:pt x="27299" y="42247"/>
                </a:cubicBezTo>
                <a:cubicBezTo>
                  <a:pt x="27299" y="42292"/>
                  <a:pt x="27284" y="42321"/>
                  <a:pt x="27284" y="42365"/>
                </a:cubicBezTo>
                <a:cubicBezTo>
                  <a:pt x="27284" y="42336"/>
                  <a:pt x="27284" y="42292"/>
                  <a:pt x="27270" y="42277"/>
                </a:cubicBezTo>
                <a:cubicBezTo>
                  <a:pt x="27270" y="42233"/>
                  <a:pt x="27284" y="42203"/>
                  <a:pt x="27284" y="42159"/>
                </a:cubicBezTo>
                <a:close/>
                <a:moveTo>
                  <a:pt x="25680" y="41909"/>
                </a:moveTo>
                <a:cubicBezTo>
                  <a:pt x="25724" y="41982"/>
                  <a:pt x="25754" y="42041"/>
                  <a:pt x="25798" y="42115"/>
                </a:cubicBezTo>
                <a:cubicBezTo>
                  <a:pt x="25739" y="42203"/>
                  <a:pt x="25666" y="42292"/>
                  <a:pt x="25607" y="42380"/>
                </a:cubicBezTo>
                <a:cubicBezTo>
                  <a:pt x="25563" y="42306"/>
                  <a:pt x="25518" y="42233"/>
                  <a:pt x="25474" y="42189"/>
                </a:cubicBezTo>
                <a:cubicBezTo>
                  <a:pt x="25548" y="42086"/>
                  <a:pt x="25621" y="41997"/>
                  <a:pt x="25680" y="41909"/>
                </a:cubicBezTo>
                <a:close/>
                <a:moveTo>
                  <a:pt x="26431" y="41894"/>
                </a:moveTo>
                <a:cubicBezTo>
                  <a:pt x="26475" y="41982"/>
                  <a:pt x="26504" y="42086"/>
                  <a:pt x="26549" y="42189"/>
                </a:cubicBezTo>
                <a:cubicBezTo>
                  <a:pt x="26504" y="42277"/>
                  <a:pt x="26460" y="42350"/>
                  <a:pt x="26416" y="42439"/>
                </a:cubicBezTo>
                <a:cubicBezTo>
                  <a:pt x="26416" y="42424"/>
                  <a:pt x="26401" y="42409"/>
                  <a:pt x="26401" y="42380"/>
                </a:cubicBezTo>
                <a:cubicBezTo>
                  <a:pt x="26401" y="42365"/>
                  <a:pt x="26416" y="42365"/>
                  <a:pt x="26416" y="42350"/>
                </a:cubicBezTo>
                <a:cubicBezTo>
                  <a:pt x="26387" y="42336"/>
                  <a:pt x="26387" y="42292"/>
                  <a:pt x="26357" y="42277"/>
                </a:cubicBezTo>
                <a:cubicBezTo>
                  <a:pt x="26357" y="42277"/>
                  <a:pt x="26357" y="42292"/>
                  <a:pt x="26343" y="42292"/>
                </a:cubicBezTo>
                <a:cubicBezTo>
                  <a:pt x="26328" y="42233"/>
                  <a:pt x="26313" y="42203"/>
                  <a:pt x="26284" y="42144"/>
                </a:cubicBezTo>
                <a:cubicBezTo>
                  <a:pt x="26343" y="42056"/>
                  <a:pt x="26387" y="41982"/>
                  <a:pt x="26431" y="41894"/>
                </a:cubicBezTo>
                <a:close/>
                <a:moveTo>
                  <a:pt x="26725" y="41938"/>
                </a:moveTo>
                <a:cubicBezTo>
                  <a:pt x="26755" y="42041"/>
                  <a:pt x="26784" y="42130"/>
                  <a:pt x="26799" y="42218"/>
                </a:cubicBezTo>
                <a:cubicBezTo>
                  <a:pt x="26769" y="42292"/>
                  <a:pt x="26725" y="42380"/>
                  <a:pt x="26710" y="42453"/>
                </a:cubicBezTo>
                <a:cubicBezTo>
                  <a:pt x="26681" y="42365"/>
                  <a:pt x="26652" y="42277"/>
                  <a:pt x="26622" y="42189"/>
                </a:cubicBezTo>
                <a:cubicBezTo>
                  <a:pt x="26652" y="42115"/>
                  <a:pt x="26696" y="42012"/>
                  <a:pt x="26725" y="41938"/>
                </a:cubicBezTo>
                <a:close/>
                <a:moveTo>
                  <a:pt x="27167" y="42071"/>
                </a:moveTo>
                <a:cubicBezTo>
                  <a:pt x="27167" y="42130"/>
                  <a:pt x="27167" y="42203"/>
                  <a:pt x="27196" y="42277"/>
                </a:cubicBezTo>
                <a:cubicBezTo>
                  <a:pt x="27167" y="42336"/>
                  <a:pt x="27152" y="42409"/>
                  <a:pt x="27152" y="42453"/>
                </a:cubicBezTo>
                <a:cubicBezTo>
                  <a:pt x="27137" y="42380"/>
                  <a:pt x="27137" y="42336"/>
                  <a:pt x="27122" y="42247"/>
                </a:cubicBezTo>
                <a:cubicBezTo>
                  <a:pt x="27137" y="42203"/>
                  <a:pt x="27152" y="42130"/>
                  <a:pt x="27167" y="42071"/>
                </a:cubicBezTo>
                <a:close/>
                <a:moveTo>
                  <a:pt x="26990" y="42012"/>
                </a:moveTo>
                <a:cubicBezTo>
                  <a:pt x="27005" y="42115"/>
                  <a:pt x="27019" y="42189"/>
                  <a:pt x="27034" y="42277"/>
                </a:cubicBezTo>
                <a:cubicBezTo>
                  <a:pt x="27005" y="42336"/>
                  <a:pt x="26975" y="42409"/>
                  <a:pt x="26946" y="42483"/>
                </a:cubicBezTo>
                <a:cubicBezTo>
                  <a:pt x="26931" y="42409"/>
                  <a:pt x="26916" y="42306"/>
                  <a:pt x="26902" y="42233"/>
                </a:cubicBezTo>
                <a:cubicBezTo>
                  <a:pt x="26931" y="42159"/>
                  <a:pt x="26946" y="42086"/>
                  <a:pt x="26990" y="42012"/>
                </a:cubicBezTo>
                <a:close/>
                <a:moveTo>
                  <a:pt x="26239" y="42233"/>
                </a:moveTo>
                <a:cubicBezTo>
                  <a:pt x="26254" y="42292"/>
                  <a:pt x="26269" y="42336"/>
                  <a:pt x="26284" y="42380"/>
                </a:cubicBezTo>
                <a:cubicBezTo>
                  <a:pt x="26254" y="42483"/>
                  <a:pt x="26195" y="42556"/>
                  <a:pt x="26136" y="42645"/>
                </a:cubicBezTo>
                <a:cubicBezTo>
                  <a:pt x="26122" y="42586"/>
                  <a:pt x="26092" y="42556"/>
                  <a:pt x="26063" y="42498"/>
                </a:cubicBezTo>
                <a:cubicBezTo>
                  <a:pt x="26136" y="42409"/>
                  <a:pt x="26181" y="42336"/>
                  <a:pt x="26239" y="42233"/>
                </a:cubicBezTo>
                <a:close/>
                <a:moveTo>
                  <a:pt x="25842" y="42203"/>
                </a:moveTo>
                <a:lnTo>
                  <a:pt x="25960" y="42424"/>
                </a:lnTo>
                <a:cubicBezTo>
                  <a:pt x="25901" y="42512"/>
                  <a:pt x="25842" y="42601"/>
                  <a:pt x="25783" y="42674"/>
                </a:cubicBezTo>
                <a:cubicBezTo>
                  <a:pt x="25754" y="42601"/>
                  <a:pt x="25710" y="42527"/>
                  <a:pt x="25666" y="42453"/>
                </a:cubicBezTo>
                <a:cubicBezTo>
                  <a:pt x="25739" y="42380"/>
                  <a:pt x="25798" y="42292"/>
                  <a:pt x="25842" y="42203"/>
                </a:cubicBezTo>
                <a:close/>
                <a:moveTo>
                  <a:pt x="26328" y="42483"/>
                </a:moveTo>
                <a:cubicBezTo>
                  <a:pt x="26328" y="42498"/>
                  <a:pt x="26343" y="42512"/>
                  <a:pt x="26343" y="42527"/>
                </a:cubicBezTo>
                <a:cubicBezTo>
                  <a:pt x="26298" y="42630"/>
                  <a:pt x="26254" y="42704"/>
                  <a:pt x="26210" y="42792"/>
                </a:cubicBezTo>
                <a:cubicBezTo>
                  <a:pt x="26210" y="42777"/>
                  <a:pt x="26195" y="42748"/>
                  <a:pt x="26195" y="42733"/>
                </a:cubicBezTo>
                <a:cubicBezTo>
                  <a:pt x="26239" y="42645"/>
                  <a:pt x="26284" y="42571"/>
                  <a:pt x="26328" y="42483"/>
                </a:cubicBezTo>
                <a:close/>
                <a:moveTo>
                  <a:pt x="26563" y="42292"/>
                </a:moveTo>
                <a:cubicBezTo>
                  <a:pt x="26607" y="42380"/>
                  <a:pt x="26622" y="42468"/>
                  <a:pt x="26652" y="42586"/>
                </a:cubicBezTo>
                <a:cubicBezTo>
                  <a:pt x="26622" y="42659"/>
                  <a:pt x="26578" y="42748"/>
                  <a:pt x="26549" y="42821"/>
                </a:cubicBezTo>
                <a:cubicBezTo>
                  <a:pt x="26534" y="42792"/>
                  <a:pt x="26504" y="42733"/>
                  <a:pt x="26490" y="42704"/>
                </a:cubicBezTo>
                <a:cubicBezTo>
                  <a:pt x="26504" y="42659"/>
                  <a:pt x="26534" y="42630"/>
                  <a:pt x="26549" y="42601"/>
                </a:cubicBezTo>
                <a:cubicBezTo>
                  <a:pt x="26534" y="42571"/>
                  <a:pt x="26504" y="42556"/>
                  <a:pt x="26490" y="42512"/>
                </a:cubicBezTo>
                <a:cubicBezTo>
                  <a:pt x="26475" y="42527"/>
                  <a:pt x="26475" y="42571"/>
                  <a:pt x="26460" y="42586"/>
                </a:cubicBezTo>
                <a:cubicBezTo>
                  <a:pt x="26460" y="42571"/>
                  <a:pt x="26431" y="42556"/>
                  <a:pt x="26431" y="42527"/>
                </a:cubicBezTo>
                <a:cubicBezTo>
                  <a:pt x="26475" y="42453"/>
                  <a:pt x="26534" y="42365"/>
                  <a:pt x="26563" y="42292"/>
                </a:cubicBezTo>
                <a:close/>
                <a:moveTo>
                  <a:pt x="27211" y="42512"/>
                </a:moveTo>
                <a:cubicBezTo>
                  <a:pt x="27225" y="42556"/>
                  <a:pt x="27225" y="42601"/>
                  <a:pt x="27225" y="42659"/>
                </a:cubicBezTo>
                <a:cubicBezTo>
                  <a:pt x="27211" y="42718"/>
                  <a:pt x="27211" y="42777"/>
                  <a:pt x="27181" y="42821"/>
                </a:cubicBezTo>
                <a:cubicBezTo>
                  <a:pt x="27181" y="42777"/>
                  <a:pt x="27167" y="42718"/>
                  <a:pt x="27167" y="42659"/>
                </a:cubicBezTo>
                <a:cubicBezTo>
                  <a:pt x="27181" y="42601"/>
                  <a:pt x="27211" y="42571"/>
                  <a:pt x="27211" y="42512"/>
                </a:cubicBezTo>
                <a:close/>
                <a:moveTo>
                  <a:pt x="26843" y="42350"/>
                </a:moveTo>
                <a:cubicBezTo>
                  <a:pt x="26858" y="42439"/>
                  <a:pt x="26872" y="42527"/>
                  <a:pt x="26902" y="42601"/>
                </a:cubicBezTo>
                <a:cubicBezTo>
                  <a:pt x="26872" y="42674"/>
                  <a:pt x="26843" y="42748"/>
                  <a:pt x="26799" y="42836"/>
                </a:cubicBezTo>
                <a:cubicBezTo>
                  <a:pt x="26784" y="42748"/>
                  <a:pt x="26755" y="42659"/>
                  <a:pt x="26725" y="42586"/>
                </a:cubicBezTo>
                <a:cubicBezTo>
                  <a:pt x="26784" y="42512"/>
                  <a:pt x="26799" y="42424"/>
                  <a:pt x="26843" y="42350"/>
                </a:cubicBezTo>
                <a:close/>
                <a:moveTo>
                  <a:pt x="27064" y="42424"/>
                </a:moveTo>
                <a:cubicBezTo>
                  <a:pt x="27064" y="42498"/>
                  <a:pt x="27078" y="42571"/>
                  <a:pt x="27093" y="42645"/>
                </a:cubicBezTo>
                <a:cubicBezTo>
                  <a:pt x="27078" y="42718"/>
                  <a:pt x="27064" y="42777"/>
                  <a:pt x="27049" y="42851"/>
                </a:cubicBezTo>
                <a:lnTo>
                  <a:pt x="26990" y="42630"/>
                </a:lnTo>
                <a:cubicBezTo>
                  <a:pt x="27005" y="42556"/>
                  <a:pt x="27049" y="42498"/>
                  <a:pt x="27064" y="42424"/>
                </a:cubicBezTo>
                <a:close/>
                <a:moveTo>
                  <a:pt x="26401" y="42645"/>
                </a:moveTo>
                <a:cubicBezTo>
                  <a:pt x="26401" y="42659"/>
                  <a:pt x="26416" y="42674"/>
                  <a:pt x="26416" y="42704"/>
                </a:cubicBezTo>
                <a:cubicBezTo>
                  <a:pt x="26372" y="42792"/>
                  <a:pt x="26328" y="42865"/>
                  <a:pt x="26284" y="42954"/>
                </a:cubicBezTo>
                <a:cubicBezTo>
                  <a:pt x="26284" y="42939"/>
                  <a:pt x="26269" y="42924"/>
                  <a:pt x="26269" y="42895"/>
                </a:cubicBezTo>
                <a:cubicBezTo>
                  <a:pt x="26298" y="42792"/>
                  <a:pt x="26343" y="42718"/>
                  <a:pt x="26401" y="42645"/>
                </a:cubicBezTo>
                <a:close/>
                <a:moveTo>
                  <a:pt x="27240" y="42939"/>
                </a:moveTo>
                <a:cubicBezTo>
                  <a:pt x="27270" y="42968"/>
                  <a:pt x="27270" y="43013"/>
                  <a:pt x="27270" y="43042"/>
                </a:cubicBezTo>
                <a:cubicBezTo>
                  <a:pt x="27270" y="43086"/>
                  <a:pt x="27270" y="43101"/>
                  <a:pt x="27240" y="43145"/>
                </a:cubicBezTo>
                <a:lnTo>
                  <a:pt x="27240" y="43160"/>
                </a:lnTo>
                <a:cubicBezTo>
                  <a:pt x="27240" y="43116"/>
                  <a:pt x="27240" y="43086"/>
                  <a:pt x="27225" y="43042"/>
                </a:cubicBezTo>
                <a:cubicBezTo>
                  <a:pt x="27225" y="43013"/>
                  <a:pt x="27240" y="42968"/>
                  <a:pt x="27240" y="42939"/>
                </a:cubicBezTo>
                <a:close/>
                <a:moveTo>
                  <a:pt x="26460" y="42807"/>
                </a:moveTo>
                <a:cubicBezTo>
                  <a:pt x="26475" y="42836"/>
                  <a:pt x="26490" y="42895"/>
                  <a:pt x="26490" y="42939"/>
                </a:cubicBezTo>
                <a:cubicBezTo>
                  <a:pt x="26460" y="43013"/>
                  <a:pt x="26416" y="43101"/>
                  <a:pt x="26387" y="43175"/>
                </a:cubicBezTo>
                <a:cubicBezTo>
                  <a:pt x="26357" y="43145"/>
                  <a:pt x="26343" y="43086"/>
                  <a:pt x="26328" y="43042"/>
                </a:cubicBezTo>
                <a:cubicBezTo>
                  <a:pt x="26357" y="42968"/>
                  <a:pt x="26416" y="42880"/>
                  <a:pt x="26460" y="42807"/>
                </a:cubicBezTo>
                <a:close/>
                <a:moveTo>
                  <a:pt x="26696" y="42704"/>
                </a:moveTo>
                <a:cubicBezTo>
                  <a:pt x="26710" y="42792"/>
                  <a:pt x="26755" y="42880"/>
                  <a:pt x="26769" y="42968"/>
                </a:cubicBezTo>
                <a:cubicBezTo>
                  <a:pt x="26769" y="42998"/>
                  <a:pt x="26769" y="42998"/>
                  <a:pt x="26755" y="43013"/>
                </a:cubicBezTo>
                <a:cubicBezTo>
                  <a:pt x="26725" y="43086"/>
                  <a:pt x="26696" y="43160"/>
                  <a:pt x="26681" y="43219"/>
                </a:cubicBezTo>
                <a:cubicBezTo>
                  <a:pt x="26652" y="43160"/>
                  <a:pt x="26637" y="43086"/>
                  <a:pt x="26622" y="43027"/>
                </a:cubicBezTo>
                <a:cubicBezTo>
                  <a:pt x="26637" y="42968"/>
                  <a:pt x="26681" y="42924"/>
                  <a:pt x="26696" y="42865"/>
                </a:cubicBezTo>
                <a:cubicBezTo>
                  <a:pt x="26666" y="42821"/>
                  <a:pt x="26652" y="42807"/>
                  <a:pt x="26652" y="42792"/>
                </a:cubicBezTo>
                <a:cubicBezTo>
                  <a:pt x="26666" y="42748"/>
                  <a:pt x="26696" y="42733"/>
                  <a:pt x="26696" y="42704"/>
                </a:cubicBezTo>
                <a:close/>
                <a:moveTo>
                  <a:pt x="26931" y="42748"/>
                </a:moveTo>
                <a:cubicBezTo>
                  <a:pt x="26946" y="42851"/>
                  <a:pt x="26975" y="42924"/>
                  <a:pt x="26990" y="43013"/>
                </a:cubicBezTo>
                <a:cubicBezTo>
                  <a:pt x="26975" y="43086"/>
                  <a:pt x="26931" y="43160"/>
                  <a:pt x="26916" y="43233"/>
                </a:cubicBezTo>
                <a:cubicBezTo>
                  <a:pt x="26902" y="43145"/>
                  <a:pt x="26872" y="43072"/>
                  <a:pt x="26858" y="42968"/>
                </a:cubicBezTo>
                <a:cubicBezTo>
                  <a:pt x="26902" y="42895"/>
                  <a:pt x="26916" y="42821"/>
                  <a:pt x="26931" y="42748"/>
                </a:cubicBezTo>
                <a:close/>
                <a:moveTo>
                  <a:pt x="27137" y="42836"/>
                </a:moveTo>
                <a:cubicBezTo>
                  <a:pt x="27137" y="42924"/>
                  <a:pt x="27137" y="42968"/>
                  <a:pt x="27152" y="43042"/>
                </a:cubicBezTo>
                <a:cubicBezTo>
                  <a:pt x="27137" y="43101"/>
                  <a:pt x="27122" y="43160"/>
                  <a:pt x="27122" y="43233"/>
                </a:cubicBezTo>
                <a:cubicBezTo>
                  <a:pt x="27093" y="43160"/>
                  <a:pt x="27093" y="43101"/>
                  <a:pt x="27078" y="43027"/>
                </a:cubicBezTo>
                <a:cubicBezTo>
                  <a:pt x="27093" y="42968"/>
                  <a:pt x="27122" y="42910"/>
                  <a:pt x="27137" y="42836"/>
                </a:cubicBezTo>
                <a:close/>
                <a:moveTo>
                  <a:pt x="26799" y="43116"/>
                </a:moveTo>
                <a:cubicBezTo>
                  <a:pt x="26813" y="43175"/>
                  <a:pt x="26813" y="43219"/>
                  <a:pt x="26843" y="43263"/>
                </a:cubicBezTo>
                <a:cubicBezTo>
                  <a:pt x="26799" y="43322"/>
                  <a:pt x="26784" y="43410"/>
                  <a:pt x="26755" y="43484"/>
                </a:cubicBezTo>
                <a:cubicBezTo>
                  <a:pt x="26725" y="43439"/>
                  <a:pt x="26710" y="43381"/>
                  <a:pt x="26710" y="43336"/>
                </a:cubicBezTo>
                <a:cubicBezTo>
                  <a:pt x="26755" y="43263"/>
                  <a:pt x="26769" y="43189"/>
                  <a:pt x="26799" y="43116"/>
                </a:cubicBezTo>
                <a:close/>
                <a:moveTo>
                  <a:pt x="26563" y="43116"/>
                </a:moveTo>
                <a:cubicBezTo>
                  <a:pt x="26578" y="43189"/>
                  <a:pt x="26607" y="43248"/>
                  <a:pt x="26622" y="43322"/>
                </a:cubicBezTo>
                <a:cubicBezTo>
                  <a:pt x="26578" y="43395"/>
                  <a:pt x="26549" y="43469"/>
                  <a:pt x="26504" y="43557"/>
                </a:cubicBezTo>
                <a:cubicBezTo>
                  <a:pt x="26490" y="43484"/>
                  <a:pt x="26460" y="43439"/>
                  <a:pt x="26431" y="43366"/>
                </a:cubicBezTo>
                <a:cubicBezTo>
                  <a:pt x="26490" y="43292"/>
                  <a:pt x="26534" y="43189"/>
                  <a:pt x="26563" y="43116"/>
                </a:cubicBezTo>
                <a:close/>
                <a:moveTo>
                  <a:pt x="27167" y="43263"/>
                </a:moveTo>
                <a:cubicBezTo>
                  <a:pt x="27167" y="43322"/>
                  <a:pt x="27196" y="43381"/>
                  <a:pt x="27196" y="43439"/>
                </a:cubicBezTo>
                <a:cubicBezTo>
                  <a:pt x="27167" y="43484"/>
                  <a:pt x="27167" y="43528"/>
                  <a:pt x="27152" y="43587"/>
                </a:cubicBezTo>
                <a:cubicBezTo>
                  <a:pt x="27152" y="43528"/>
                  <a:pt x="27137" y="43469"/>
                  <a:pt x="27137" y="43410"/>
                </a:cubicBezTo>
                <a:cubicBezTo>
                  <a:pt x="27152" y="43366"/>
                  <a:pt x="27152" y="43322"/>
                  <a:pt x="27167" y="43263"/>
                </a:cubicBezTo>
                <a:close/>
                <a:moveTo>
                  <a:pt x="27019" y="43189"/>
                </a:moveTo>
                <a:cubicBezTo>
                  <a:pt x="27019" y="43263"/>
                  <a:pt x="27034" y="43336"/>
                  <a:pt x="27064" y="43410"/>
                </a:cubicBezTo>
                <a:cubicBezTo>
                  <a:pt x="27049" y="43484"/>
                  <a:pt x="27019" y="43542"/>
                  <a:pt x="27005" y="43616"/>
                </a:cubicBezTo>
                <a:lnTo>
                  <a:pt x="27005" y="43601"/>
                </a:lnTo>
                <a:lnTo>
                  <a:pt x="27005" y="43572"/>
                </a:lnTo>
                <a:cubicBezTo>
                  <a:pt x="27005" y="43557"/>
                  <a:pt x="26990" y="43557"/>
                  <a:pt x="26990" y="43542"/>
                </a:cubicBezTo>
                <a:cubicBezTo>
                  <a:pt x="26990" y="43528"/>
                  <a:pt x="26990" y="43528"/>
                  <a:pt x="26975" y="43513"/>
                </a:cubicBezTo>
                <a:cubicBezTo>
                  <a:pt x="26975" y="43469"/>
                  <a:pt x="26946" y="43439"/>
                  <a:pt x="26946" y="43395"/>
                </a:cubicBezTo>
                <a:cubicBezTo>
                  <a:pt x="26975" y="43322"/>
                  <a:pt x="26990" y="43263"/>
                  <a:pt x="27019" y="43189"/>
                </a:cubicBezTo>
                <a:close/>
                <a:moveTo>
                  <a:pt x="26902" y="43528"/>
                </a:moveTo>
                <a:cubicBezTo>
                  <a:pt x="26902" y="43542"/>
                  <a:pt x="26902" y="43557"/>
                  <a:pt x="26916" y="43587"/>
                </a:cubicBezTo>
                <a:cubicBezTo>
                  <a:pt x="26902" y="43660"/>
                  <a:pt x="26858" y="43734"/>
                  <a:pt x="26843" y="43807"/>
                </a:cubicBezTo>
                <a:cubicBezTo>
                  <a:pt x="26843" y="43778"/>
                  <a:pt x="26813" y="43748"/>
                  <a:pt x="26813" y="43734"/>
                </a:cubicBezTo>
                <a:cubicBezTo>
                  <a:pt x="26843" y="43675"/>
                  <a:pt x="26872" y="43601"/>
                  <a:pt x="26902" y="43528"/>
                </a:cubicBezTo>
                <a:close/>
                <a:moveTo>
                  <a:pt x="27093" y="43616"/>
                </a:moveTo>
                <a:cubicBezTo>
                  <a:pt x="27093" y="43675"/>
                  <a:pt x="27093" y="43748"/>
                  <a:pt x="27122" y="43822"/>
                </a:cubicBezTo>
                <a:cubicBezTo>
                  <a:pt x="27078" y="43763"/>
                  <a:pt x="27078" y="43748"/>
                  <a:pt x="27064" y="43704"/>
                </a:cubicBezTo>
                <a:cubicBezTo>
                  <a:pt x="27078" y="43675"/>
                  <a:pt x="27078" y="43645"/>
                  <a:pt x="27093" y="43616"/>
                </a:cubicBezTo>
                <a:close/>
                <a:moveTo>
                  <a:pt x="26652" y="43454"/>
                </a:moveTo>
                <a:lnTo>
                  <a:pt x="26710" y="43616"/>
                </a:lnTo>
                <a:cubicBezTo>
                  <a:pt x="26666" y="43690"/>
                  <a:pt x="26637" y="43763"/>
                  <a:pt x="26607" y="43851"/>
                </a:cubicBezTo>
                <a:cubicBezTo>
                  <a:pt x="26578" y="43807"/>
                  <a:pt x="26563" y="43748"/>
                  <a:pt x="26549" y="43675"/>
                </a:cubicBezTo>
                <a:lnTo>
                  <a:pt x="26652" y="43454"/>
                </a:lnTo>
                <a:close/>
                <a:moveTo>
                  <a:pt x="27211" y="43719"/>
                </a:moveTo>
                <a:cubicBezTo>
                  <a:pt x="27211" y="43763"/>
                  <a:pt x="27225" y="43807"/>
                  <a:pt x="27225" y="43837"/>
                </a:cubicBezTo>
                <a:cubicBezTo>
                  <a:pt x="27225" y="43881"/>
                  <a:pt x="27211" y="43910"/>
                  <a:pt x="27211" y="43925"/>
                </a:cubicBezTo>
                <a:cubicBezTo>
                  <a:pt x="27211" y="43896"/>
                  <a:pt x="27211" y="43851"/>
                  <a:pt x="27196" y="43822"/>
                </a:cubicBezTo>
                <a:cubicBezTo>
                  <a:pt x="27196" y="43778"/>
                  <a:pt x="27211" y="43763"/>
                  <a:pt x="27211" y="43719"/>
                </a:cubicBezTo>
                <a:close/>
                <a:moveTo>
                  <a:pt x="26946" y="43763"/>
                </a:moveTo>
                <a:lnTo>
                  <a:pt x="26946" y="43778"/>
                </a:lnTo>
                <a:cubicBezTo>
                  <a:pt x="26931" y="43851"/>
                  <a:pt x="26902" y="43910"/>
                  <a:pt x="26872" y="43984"/>
                </a:cubicBezTo>
                <a:lnTo>
                  <a:pt x="26872" y="43969"/>
                </a:lnTo>
                <a:cubicBezTo>
                  <a:pt x="26902" y="43896"/>
                  <a:pt x="26931" y="43822"/>
                  <a:pt x="26946" y="43763"/>
                </a:cubicBezTo>
                <a:close/>
                <a:moveTo>
                  <a:pt x="27078" y="43822"/>
                </a:moveTo>
                <a:cubicBezTo>
                  <a:pt x="27078" y="43837"/>
                  <a:pt x="27078" y="43837"/>
                  <a:pt x="27093" y="43851"/>
                </a:cubicBezTo>
                <a:cubicBezTo>
                  <a:pt x="27078" y="43910"/>
                  <a:pt x="27078" y="43954"/>
                  <a:pt x="27064" y="43984"/>
                </a:cubicBezTo>
                <a:cubicBezTo>
                  <a:pt x="27064" y="43969"/>
                  <a:pt x="27064" y="43954"/>
                  <a:pt x="27049" y="43925"/>
                </a:cubicBezTo>
                <a:cubicBezTo>
                  <a:pt x="27064" y="43896"/>
                  <a:pt x="27064" y="43851"/>
                  <a:pt x="27078" y="43822"/>
                </a:cubicBezTo>
                <a:close/>
                <a:moveTo>
                  <a:pt x="26769" y="43851"/>
                </a:moveTo>
                <a:cubicBezTo>
                  <a:pt x="26769" y="43896"/>
                  <a:pt x="26784" y="43910"/>
                  <a:pt x="26784" y="43940"/>
                </a:cubicBezTo>
                <a:cubicBezTo>
                  <a:pt x="26769" y="44028"/>
                  <a:pt x="26725" y="44087"/>
                  <a:pt x="26710" y="44175"/>
                </a:cubicBezTo>
                <a:cubicBezTo>
                  <a:pt x="26696" y="44131"/>
                  <a:pt x="26696" y="44102"/>
                  <a:pt x="26666" y="44058"/>
                </a:cubicBezTo>
                <a:cubicBezTo>
                  <a:pt x="26710" y="43984"/>
                  <a:pt x="26725" y="43910"/>
                  <a:pt x="26769" y="43851"/>
                </a:cubicBezTo>
                <a:close/>
                <a:moveTo>
                  <a:pt x="26799" y="44116"/>
                </a:moveTo>
                <a:lnTo>
                  <a:pt x="26799" y="44146"/>
                </a:lnTo>
                <a:cubicBezTo>
                  <a:pt x="26799" y="44205"/>
                  <a:pt x="26784" y="44278"/>
                  <a:pt x="26755" y="44352"/>
                </a:cubicBezTo>
                <a:cubicBezTo>
                  <a:pt x="26755" y="44337"/>
                  <a:pt x="26755" y="44337"/>
                  <a:pt x="26725" y="44322"/>
                </a:cubicBezTo>
                <a:cubicBezTo>
                  <a:pt x="26755" y="44249"/>
                  <a:pt x="26784" y="44190"/>
                  <a:pt x="26799" y="44116"/>
                </a:cubicBezTo>
                <a:close/>
                <a:moveTo>
                  <a:pt x="27137" y="44175"/>
                </a:moveTo>
                <a:cubicBezTo>
                  <a:pt x="27152" y="44175"/>
                  <a:pt x="27152" y="44205"/>
                  <a:pt x="27152" y="44219"/>
                </a:cubicBezTo>
                <a:cubicBezTo>
                  <a:pt x="27137" y="44278"/>
                  <a:pt x="27137" y="44322"/>
                  <a:pt x="27122" y="44367"/>
                </a:cubicBezTo>
                <a:cubicBezTo>
                  <a:pt x="27122" y="44352"/>
                  <a:pt x="27122" y="44322"/>
                  <a:pt x="27093" y="44293"/>
                </a:cubicBezTo>
                <a:cubicBezTo>
                  <a:pt x="27122" y="44264"/>
                  <a:pt x="27122" y="44205"/>
                  <a:pt x="27137" y="44175"/>
                </a:cubicBezTo>
                <a:close/>
                <a:moveTo>
                  <a:pt x="26990" y="44131"/>
                </a:moveTo>
                <a:cubicBezTo>
                  <a:pt x="27005" y="44131"/>
                  <a:pt x="27005" y="44175"/>
                  <a:pt x="27005" y="44190"/>
                </a:cubicBezTo>
                <a:cubicBezTo>
                  <a:pt x="26990" y="44264"/>
                  <a:pt x="26975" y="44308"/>
                  <a:pt x="26946" y="44396"/>
                </a:cubicBezTo>
                <a:cubicBezTo>
                  <a:pt x="26946" y="44367"/>
                  <a:pt x="26931" y="44337"/>
                  <a:pt x="26931" y="44322"/>
                </a:cubicBezTo>
                <a:cubicBezTo>
                  <a:pt x="26946" y="44264"/>
                  <a:pt x="26975" y="44190"/>
                  <a:pt x="26990" y="44131"/>
                </a:cubicBezTo>
                <a:close/>
                <a:moveTo>
                  <a:pt x="26858" y="44278"/>
                </a:moveTo>
                <a:cubicBezTo>
                  <a:pt x="26843" y="44352"/>
                  <a:pt x="26813" y="44425"/>
                  <a:pt x="26784" y="44499"/>
                </a:cubicBezTo>
                <a:lnTo>
                  <a:pt x="26784" y="44484"/>
                </a:lnTo>
                <a:cubicBezTo>
                  <a:pt x="26799" y="44411"/>
                  <a:pt x="26843" y="44352"/>
                  <a:pt x="26858" y="44278"/>
                </a:cubicBezTo>
                <a:close/>
                <a:moveTo>
                  <a:pt x="27184" y="44596"/>
                </a:moveTo>
                <a:cubicBezTo>
                  <a:pt x="27188" y="44608"/>
                  <a:pt x="27196" y="44617"/>
                  <a:pt x="27196" y="44617"/>
                </a:cubicBezTo>
                <a:cubicBezTo>
                  <a:pt x="27196" y="44646"/>
                  <a:pt x="27167" y="44676"/>
                  <a:pt x="27167" y="44705"/>
                </a:cubicBezTo>
                <a:lnTo>
                  <a:pt x="27167" y="44646"/>
                </a:lnTo>
                <a:cubicBezTo>
                  <a:pt x="27167" y="44629"/>
                  <a:pt x="27176" y="44613"/>
                  <a:pt x="27184" y="44596"/>
                </a:cubicBezTo>
                <a:close/>
                <a:moveTo>
                  <a:pt x="26902" y="44455"/>
                </a:moveTo>
                <a:cubicBezTo>
                  <a:pt x="26902" y="44499"/>
                  <a:pt x="26916" y="44514"/>
                  <a:pt x="26916" y="44558"/>
                </a:cubicBezTo>
                <a:cubicBezTo>
                  <a:pt x="26902" y="44617"/>
                  <a:pt x="26858" y="44690"/>
                  <a:pt x="26843" y="44734"/>
                </a:cubicBezTo>
                <a:cubicBezTo>
                  <a:pt x="26843" y="44705"/>
                  <a:pt x="26828" y="44676"/>
                  <a:pt x="26828" y="44646"/>
                </a:cubicBezTo>
                <a:cubicBezTo>
                  <a:pt x="26843" y="44587"/>
                  <a:pt x="26872" y="44514"/>
                  <a:pt x="26902" y="44455"/>
                </a:cubicBezTo>
                <a:close/>
                <a:moveTo>
                  <a:pt x="27064" y="44484"/>
                </a:moveTo>
                <a:cubicBezTo>
                  <a:pt x="27064" y="44514"/>
                  <a:pt x="27064" y="44558"/>
                  <a:pt x="27078" y="44587"/>
                </a:cubicBezTo>
                <a:lnTo>
                  <a:pt x="27019" y="44764"/>
                </a:lnTo>
                <a:cubicBezTo>
                  <a:pt x="27019" y="44720"/>
                  <a:pt x="27005" y="44690"/>
                  <a:pt x="27005" y="44646"/>
                </a:cubicBezTo>
                <a:lnTo>
                  <a:pt x="27064" y="44484"/>
                </a:lnTo>
                <a:close/>
                <a:moveTo>
                  <a:pt x="26975" y="44808"/>
                </a:moveTo>
                <a:cubicBezTo>
                  <a:pt x="26975" y="44852"/>
                  <a:pt x="26990" y="44911"/>
                  <a:pt x="26990" y="44940"/>
                </a:cubicBezTo>
                <a:cubicBezTo>
                  <a:pt x="26975" y="45014"/>
                  <a:pt x="26946" y="45073"/>
                  <a:pt x="26931" y="45132"/>
                </a:cubicBezTo>
                <a:cubicBezTo>
                  <a:pt x="26931" y="45073"/>
                  <a:pt x="26916" y="45029"/>
                  <a:pt x="26916" y="44985"/>
                </a:cubicBezTo>
                <a:lnTo>
                  <a:pt x="26975" y="44808"/>
                </a:lnTo>
                <a:close/>
                <a:moveTo>
                  <a:pt x="27093" y="44882"/>
                </a:moveTo>
                <a:cubicBezTo>
                  <a:pt x="27093" y="44926"/>
                  <a:pt x="27093" y="44955"/>
                  <a:pt x="27122" y="44999"/>
                </a:cubicBezTo>
                <a:cubicBezTo>
                  <a:pt x="27093" y="45058"/>
                  <a:pt x="27093" y="45088"/>
                  <a:pt x="27078" y="45147"/>
                </a:cubicBezTo>
                <a:cubicBezTo>
                  <a:pt x="27078" y="45102"/>
                  <a:pt x="27064" y="45073"/>
                  <a:pt x="27064" y="45014"/>
                </a:cubicBezTo>
                <a:cubicBezTo>
                  <a:pt x="27078" y="44985"/>
                  <a:pt x="27078" y="44926"/>
                  <a:pt x="27093" y="44882"/>
                </a:cubicBezTo>
                <a:close/>
                <a:moveTo>
                  <a:pt x="27137" y="45323"/>
                </a:moveTo>
                <a:lnTo>
                  <a:pt x="27137" y="45426"/>
                </a:lnTo>
                <a:cubicBezTo>
                  <a:pt x="27137" y="45442"/>
                  <a:pt x="27133" y="45454"/>
                  <a:pt x="27129" y="45468"/>
                </a:cubicBezTo>
                <a:lnTo>
                  <a:pt x="27129" y="45468"/>
                </a:lnTo>
                <a:cubicBezTo>
                  <a:pt x="27128" y="45445"/>
                  <a:pt x="27122" y="45424"/>
                  <a:pt x="27122" y="45397"/>
                </a:cubicBezTo>
                <a:cubicBezTo>
                  <a:pt x="27122" y="45382"/>
                  <a:pt x="27137" y="45353"/>
                  <a:pt x="27137" y="45323"/>
                </a:cubicBezTo>
                <a:close/>
                <a:moveTo>
                  <a:pt x="26990" y="45220"/>
                </a:moveTo>
                <a:cubicBezTo>
                  <a:pt x="26990" y="45279"/>
                  <a:pt x="27005" y="45323"/>
                  <a:pt x="27005" y="45367"/>
                </a:cubicBezTo>
                <a:cubicBezTo>
                  <a:pt x="27019" y="45426"/>
                  <a:pt x="27005" y="45470"/>
                  <a:pt x="26990" y="45529"/>
                </a:cubicBezTo>
                <a:cubicBezTo>
                  <a:pt x="26975" y="45470"/>
                  <a:pt x="26975" y="45411"/>
                  <a:pt x="26946" y="45353"/>
                </a:cubicBezTo>
                <a:cubicBezTo>
                  <a:pt x="26961" y="45308"/>
                  <a:pt x="26990" y="45250"/>
                  <a:pt x="26990" y="45220"/>
                </a:cubicBezTo>
                <a:close/>
                <a:moveTo>
                  <a:pt x="24577" y="41085"/>
                </a:moveTo>
                <a:cubicBezTo>
                  <a:pt x="24635" y="41158"/>
                  <a:pt x="24709" y="41232"/>
                  <a:pt x="24768" y="41306"/>
                </a:cubicBezTo>
                <a:cubicBezTo>
                  <a:pt x="23855" y="42306"/>
                  <a:pt x="22855" y="43204"/>
                  <a:pt x="21854" y="44072"/>
                </a:cubicBezTo>
                <a:cubicBezTo>
                  <a:pt x="21236" y="44631"/>
                  <a:pt x="20588" y="45205"/>
                  <a:pt x="19985" y="45794"/>
                </a:cubicBezTo>
                <a:cubicBezTo>
                  <a:pt x="20691" y="45014"/>
                  <a:pt x="21457" y="44264"/>
                  <a:pt x="22207" y="43528"/>
                </a:cubicBezTo>
                <a:cubicBezTo>
                  <a:pt x="22987" y="42733"/>
                  <a:pt x="23811" y="41924"/>
                  <a:pt x="24577" y="41085"/>
                </a:cubicBezTo>
                <a:close/>
                <a:moveTo>
                  <a:pt x="27064" y="45617"/>
                </a:moveTo>
                <a:cubicBezTo>
                  <a:pt x="27064" y="45676"/>
                  <a:pt x="27078" y="45735"/>
                  <a:pt x="27078" y="45779"/>
                </a:cubicBezTo>
                <a:cubicBezTo>
                  <a:pt x="27078" y="45823"/>
                  <a:pt x="27064" y="45853"/>
                  <a:pt x="27064" y="45897"/>
                </a:cubicBezTo>
                <a:cubicBezTo>
                  <a:pt x="27034" y="45838"/>
                  <a:pt x="27034" y="45794"/>
                  <a:pt x="27019" y="45735"/>
                </a:cubicBezTo>
                <a:cubicBezTo>
                  <a:pt x="27034" y="45691"/>
                  <a:pt x="27034" y="45662"/>
                  <a:pt x="27064" y="45617"/>
                </a:cubicBezTo>
                <a:close/>
                <a:moveTo>
                  <a:pt x="27314" y="45529"/>
                </a:moveTo>
                <a:cubicBezTo>
                  <a:pt x="27314" y="45647"/>
                  <a:pt x="27299" y="45765"/>
                  <a:pt x="27284" y="45897"/>
                </a:cubicBezTo>
                <a:lnTo>
                  <a:pt x="27284" y="45823"/>
                </a:lnTo>
                <a:lnTo>
                  <a:pt x="27284" y="45735"/>
                </a:lnTo>
                <a:cubicBezTo>
                  <a:pt x="27299" y="45662"/>
                  <a:pt x="27299" y="45588"/>
                  <a:pt x="27314" y="45529"/>
                </a:cubicBezTo>
                <a:close/>
                <a:moveTo>
                  <a:pt x="27093" y="46059"/>
                </a:moveTo>
                <a:cubicBezTo>
                  <a:pt x="27093" y="46118"/>
                  <a:pt x="27093" y="46162"/>
                  <a:pt x="27122" y="46206"/>
                </a:cubicBezTo>
                <a:lnTo>
                  <a:pt x="27122" y="46250"/>
                </a:lnTo>
                <a:cubicBezTo>
                  <a:pt x="27093" y="46250"/>
                  <a:pt x="27093" y="46265"/>
                  <a:pt x="27093" y="46265"/>
                </a:cubicBezTo>
                <a:cubicBezTo>
                  <a:pt x="27093" y="46236"/>
                  <a:pt x="27078" y="46191"/>
                  <a:pt x="27078" y="46133"/>
                </a:cubicBezTo>
                <a:cubicBezTo>
                  <a:pt x="27078" y="46118"/>
                  <a:pt x="27093" y="46088"/>
                  <a:pt x="27093" y="46059"/>
                </a:cubicBezTo>
                <a:close/>
                <a:moveTo>
                  <a:pt x="24812" y="41350"/>
                </a:moveTo>
                <a:lnTo>
                  <a:pt x="24812" y="41350"/>
                </a:lnTo>
                <a:cubicBezTo>
                  <a:pt x="24797" y="41379"/>
                  <a:pt x="24783" y="41394"/>
                  <a:pt x="24768" y="41423"/>
                </a:cubicBezTo>
                <a:lnTo>
                  <a:pt x="24812" y="41482"/>
                </a:lnTo>
                <a:lnTo>
                  <a:pt x="24871" y="41423"/>
                </a:lnTo>
                <a:cubicBezTo>
                  <a:pt x="24915" y="41482"/>
                  <a:pt x="24959" y="41541"/>
                  <a:pt x="25003" y="41585"/>
                </a:cubicBezTo>
                <a:cubicBezTo>
                  <a:pt x="24003" y="42762"/>
                  <a:pt x="22869" y="43675"/>
                  <a:pt x="21648" y="44631"/>
                </a:cubicBezTo>
                <a:cubicBezTo>
                  <a:pt x="20897" y="45220"/>
                  <a:pt x="20147" y="45823"/>
                  <a:pt x="19411" y="46500"/>
                </a:cubicBezTo>
                <a:cubicBezTo>
                  <a:pt x="20206" y="45662"/>
                  <a:pt x="21059" y="44882"/>
                  <a:pt x="21913" y="44131"/>
                </a:cubicBezTo>
                <a:cubicBezTo>
                  <a:pt x="22899" y="43263"/>
                  <a:pt x="23914" y="42365"/>
                  <a:pt x="24812" y="41350"/>
                </a:cubicBezTo>
                <a:close/>
                <a:moveTo>
                  <a:pt x="27019" y="46353"/>
                </a:moveTo>
                <a:cubicBezTo>
                  <a:pt x="27019" y="46412"/>
                  <a:pt x="27019" y="46471"/>
                  <a:pt x="27034" y="46500"/>
                </a:cubicBezTo>
                <a:cubicBezTo>
                  <a:pt x="27019" y="46545"/>
                  <a:pt x="27019" y="46574"/>
                  <a:pt x="27005" y="46618"/>
                </a:cubicBezTo>
                <a:cubicBezTo>
                  <a:pt x="27005" y="46574"/>
                  <a:pt x="26990" y="46545"/>
                  <a:pt x="26990" y="46500"/>
                </a:cubicBezTo>
                <a:cubicBezTo>
                  <a:pt x="27005" y="46456"/>
                  <a:pt x="27005" y="46412"/>
                  <a:pt x="27019" y="46353"/>
                </a:cubicBezTo>
                <a:close/>
                <a:moveTo>
                  <a:pt x="27343" y="46000"/>
                </a:moveTo>
                <a:cubicBezTo>
                  <a:pt x="27343" y="46265"/>
                  <a:pt x="27299" y="46545"/>
                  <a:pt x="27240" y="46824"/>
                </a:cubicBezTo>
                <a:lnTo>
                  <a:pt x="27240" y="46633"/>
                </a:lnTo>
                <a:lnTo>
                  <a:pt x="27240" y="46515"/>
                </a:lnTo>
                <a:cubicBezTo>
                  <a:pt x="27284" y="46353"/>
                  <a:pt x="27314" y="46177"/>
                  <a:pt x="27343" y="46000"/>
                </a:cubicBezTo>
                <a:close/>
                <a:moveTo>
                  <a:pt x="27064" y="46868"/>
                </a:moveTo>
                <a:cubicBezTo>
                  <a:pt x="27064" y="46898"/>
                  <a:pt x="27078" y="46927"/>
                  <a:pt x="27078" y="46971"/>
                </a:cubicBezTo>
                <a:cubicBezTo>
                  <a:pt x="27078" y="46986"/>
                  <a:pt x="27064" y="47001"/>
                  <a:pt x="27064" y="47030"/>
                </a:cubicBezTo>
                <a:cubicBezTo>
                  <a:pt x="27064" y="47015"/>
                  <a:pt x="27064" y="46986"/>
                  <a:pt x="27049" y="46971"/>
                </a:cubicBezTo>
                <a:cubicBezTo>
                  <a:pt x="27049" y="46927"/>
                  <a:pt x="27064" y="46912"/>
                  <a:pt x="27064" y="46868"/>
                </a:cubicBezTo>
                <a:close/>
                <a:moveTo>
                  <a:pt x="25033" y="41644"/>
                </a:moveTo>
                <a:cubicBezTo>
                  <a:pt x="25062" y="41673"/>
                  <a:pt x="25077" y="41688"/>
                  <a:pt x="25092" y="41718"/>
                </a:cubicBezTo>
                <a:lnTo>
                  <a:pt x="25062" y="41762"/>
                </a:lnTo>
                <a:lnTo>
                  <a:pt x="25106" y="41821"/>
                </a:lnTo>
                <a:cubicBezTo>
                  <a:pt x="25106" y="41791"/>
                  <a:pt x="25121" y="41791"/>
                  <a:pt x="25121" y="41776"/>
                </a:cubicBezTo>
                <a:cubicBezTo>
                  <a:pt x="25150" y="41821"/>
                  <a:pt x="25165" y="41835"/>
                  <a:pt x="25180" y="41865"/>
                </a:cubicBezTo>
                <a:cubicBezTo>
                  <a:pt x="25121" y="41938"/>
                  <a:pt x="25077" y="42012"/>
                  <a:pt x="25018" y="42071"/>
                </a:cubicBezTo>
                <a:cubicBezTo>
                  <a:pt x="23988" y="43307"/>
                  <a:pt x="22737" y="44190"/>
                  <a:pt x="21427" y="45132"/>
                </a:cubicBezTo>
                <a:cubicBezTo>
                  <a:pt x="20544" y="45750"/>
                  <a:pt x="19647" y="46397"/>
                  <a:pt x="18778" y="47163"/>
                </a:cubicBezTo>
                <a:cubicBezTo>
                  <a:pt x="19720" y="46250"/>
                  <a:pt x="20721" y="45456"/>
                  <a:pt x="21692" y="44690"/>
                </a:cubicBezTo>
                <a:cubicBezTo>
                  <a:pt x="22899" y="43734"/>
                  <a:pt x="24047" y="42821"/>
                  <a:pt x="25033" y="41644"/>
                </a:cubicBezTo>
                <a:close/>
                <a:moveTo>
                  <a:pt x="25253" y="41938"/>
                </a:moveTo>
                <a:cubicBezTo>
                  <a:pt x="25298" y="41982"/>
                  <a:pt x="25312" y="42041"/>
                  <a:pt x="25342" y="42071"/>
                </a:cubicBezTo>
                <a:cubicBezTo>
                  <a:pt x="25371" y="42086"/>
                  <a:pt x="25386" y="42115"/>
                  <a:pt x="25401" y="42144"/>
                </a:cubicBezTo>
                <a:cubicBezTo>
                  <a:pt x="25401" y="42144"/>
                  <a:pt x="25401" y="42159"/>
                  <a:pt x="25415" y="42159"/>
                </a:cubicBezTo>
                <a:cubicBezTo>
                  <a:pt x="25312" y="42306"/>
                  <a:pt x="25180" y="42453"/>
                  <a:pt x="25077" y="42630"/>
                </a:cubicBezTo>
                <a:cubicBezTo>
                  <a:pt x="24003" y="43910"/>
                  <a:pt x="22678" y="44764"/>
                  <a:pt x="21280" y="45662"/>
                </a:cubicBezTo>
                <a:cubicBezTo>
                  <a:pt x="20323" y="46265"/>
                  <a:pt x="19337" y="46912"/>
                  <a:pt x="18410" y="47707"/>
                </a:cubicBezTo>
                <a:cubicBezTo>
                  <a:pt x="18396" y="47678"/>
                  <a:pt x="18410" y="47663"/>
                  <a:pt x="18440" y="47634"/>
                </a:cubicBezTo>
                <a:cubicBezTo>
                  <a:pt x="19411" y="46677"/>
                  <a:pt x="20456" y="45941"/>
                  <a:pt x="21486" y="45205"/>
                </a:cubicBezTo>
                <a:cubicBezTo>
                  <a:pt x="22811" y="44264"/>
                  <a:pt x="24047" y="43381"/>
                  <a:pt x="25092" y="42130"/>
                </a:cubicBezTo>
                <a:cubicBezTo>
                  <a:pt x="25150" y="42071"/>
                  <a:pt x="25195" y="41997"/>
                  <a:pt x="25253" y="41938"/>
                </a:cubicBezTo>
                <a:close/>
                <a:moveTo>
                  <a:pt x="25460" y="42218"/>
                </a:moveTo>
                <a:cubicBezTo>
                  <a:pt x="25518" y="42292"/>
                  <a:pt x="25548" y="42350"/>
                  <a:pt x="25607" y="42424"/>
                </a:cubicBezTo>
                <a:cubicBezTo>
                  <a:pt x="25445" y="42659"/>
                  <a:pt x="25253" y="42895"/>
                  <a:pt x="25062" y="43145"/>
                </a:cubicBezTo>
                <a:cubicBezTo>
                  <a:pt x="23958" y="44484"/>
                  <a:pt x="22575" y="45294"/>
                  <a:pt x="21089" y="46133"/>
                </a:cubicBezTo>
                <a:cubicBezTo>
                  <a:pt x="20095" y="46717"/>
                  <a:pt x="19073" y="47301"/>
                  <a:pt x="18108" y="48087"/>
                </a:cubicBezTo>
                <a:lnTo>
                  <a:pt x="18108" y="48087"/>
                </a:lnTo>
                <a:cubicBezTo>
                  <a:pt x="18130" y="48063"/>
                  <a:pt x="18153" y="48024"/>
                  <a:pt x="18175" y="48001"/>
                </a:cubicBezTo>
                <a:cubicBezTo>
                  <a:pt x="19190" y="47074"/>
                  <a:pt x="20250" y="46397"/>
                  <a:pt x="21309" y="45720"/>
                </a:cubicBezTo>
                <a:cubicBezTo>
                  <a:pt x="22708" y="44808"/>
                  <a:pt x="24032" y="43969"/>
                  <a:pt x="25106" y="42659"/>
                </a:cubicBezTo>
                <a:cubicBezTo>
                  <a:pt x="25224" y="42512"/>
                  <a:pt x="25357" y="42365"/>
                  <a:pt x="25460" y="42218"/>
                </a:cubicBezTo>
                <a:close/>
                <a:moveTo>
                  <a:pt x="25651" y="42512"/>
                </a:moveTo>
                <a:cubicBezTo>
                  <a:pt x="25695" y="42586"/>
                  <a:pt x="25739" y="42645"/>
                  <a:pt x="25769" y="42718"/>
                </a:cubicBezTo>
                <a:cubicBezTo>
                  <a:pt x="25548" y="43042"/>
                  <a:pt x="25312" y="43381"/>
                  <a:pt x="25062" y="43690"/>
                </a:cubicBezTo>
                <a:cubicBezTo>
                  <a:pt x="23929" y="45073"/>
                  <a:pt x="22457" y="45838"/>
                  <a:pt x="20897" y="46677"/>
                </a:cubicBezTo>
                <a:cubicBezTo>
                  <a:pt x="19867" y="47222"/>
                  <a:pt x="18808" y="47781"/>
                  <a:pt x="17792" y="48531"/>
                </a:cubicBezTo>
                <a:cubicBezTo>
                  <a:pt x="17836" y="48472"/>
                  <a:pt x="17881" y="48414"/>
                  <a:pt x="17925" y="48369"/>
                </a:cubicBezTo>
                <a:cubicBezTo>
                  <a:pt x="18940" y="47501"/>
                  <a:pt x="20044" y="46854"/>
                  <a:pt x="21118" y="46236"/>
                </a:cubicBezTo>
                <a:cubicBezTo>
                  <a:pt x="22605" y="45367"/>
                  <a:pt x="24003" y="44558"/>
                  <a:pt x="25106" y="43219"/>
                </a:cubicBezTo>
                <a:cubicBezTo>
                  <a:pt x="25298" y="42998"/>
                  <a:pt x="25474" y="42748"/>
                  <a:pt x="25651" y="42512"/>
                </a:cubicBezTo>
                <a:close/>
                <a:moveTo>
                  <a:pt x="17704" y="48561"/>
                </a:moveTo>
                <a:cubicBezTo>
                  <a:pt x="17675" y="48605"/>
                  <a:pt x="17645" y="48634"/>
                  <a:pt x="17630" y="48693"/>
                </a:cubicBezTo>
                <a:cubicBezTo>
                  <a:pt x="17601" y="48708"/>
                  <a:pt x="17571" y="48723"/>
                  <a:pt x="17557" y="48752"/>
                </a:cubicBezTo>
                <a:cubicBezTo>
                  <a:pt x="17571" y="48693"/>
                  <a:pt x="17601" y="48664"/>
                  <a:pt x="17630" y="48620"/>
                </a:cubicBezTo>
                <a:cubicBezTo>
                  <a:pt x="17645" y="48605"/>
                  <a:pt x="17675" y="48590"/>
                  <a:pt x="17704" y="48561"/>
                </a:cubicBezTo>
                <a:close/>
                <a:moveTo>
                  <a:pt x="26048" y="42586"/>
                </a:moveTo>
                <a:cubicBezTo>
                  <a:pt x="26063" y="42645"/>
                  <a:pt x="26107" y="42704"/>
                  <a:pt x="26122" y="42733"/>
                </a:cubicBezTo>
                <a:cubicBezTo>
                  <a:pt x="25827" y="43248"/>
                  <a:pt x="25474" y="43748"/>
                  <a:pt x="25092" y="44249"/>
                </a:cubicBezTo>
                <a:cubicBezTo>
                  <a:pt x="23929" y="45676"/>
                  <a:pt x="22413" y="46412"/>
                  <a:pt x="20765" y="47192"/>
                </a:cubicBezTo>
                <a:cubicBezTo>
                  <a:pt x="19705" y="47707"/>
                  <a:pt x="18616" y="48222"/>
                  <a:pt x="17586" y="48958"/>
                </a:cubicBezTo>
                <a:cubicBezTo>
                  <a:pt x="17586" y="48855"/>
                  <a:pt x="17645" y="48811"/>
                  <a:pt x="17675" y="48737"/>
                </a:cubicBezTo>
                <a:cubicBezTo>
                  <a:pt x="18734" y="47898"/>
                  <a:pt x="19853" y="47310"/>
                  <a:pt x="20956" y="46751"/>
                </a:cubicBezTo>
                <a:cubicBezTo>
                  <a:pt x="22516" y="45912"/>
                  <a:pt x="23988" y="45147"/>
                  <a:pt x="25136" y="43748"/>
                </a:cubicBezTo>
                <a:cubicBezTo>
                  <a:pt x="25386" y="43439"/>
                  <a:pt x="25621" y="43116"/>
                  <a:pt x="25827" y="42792"/>
                </a:cubicBezTo>
                <a:cubicBezTo>
                  <a:pt x="25872" y="42865"/>
                  <a:pt x="25901" y="42924"/>
                  <a:pt x="25960" y="42998"/>
                </a:cubicBezTo>
                <a:cubicBezTo>
                  <a:pt x="25945" y="42939"/>
                  <a:pt x="25901" y="42895"/>
                  <a:pt x="25886" y="42851"/>
                </a:cubicBezTo>
                <a:cubicBezTo>
                  <a:pt x="25930" y="42748"/>
                  <a:pt x="25989" y="42659"/>
                  <a:pt x="26048" y="42586"/>
                </a:cubicBezTo>
                <a:close/>
                <a:moveTo>
                  <a:pt x="17498" y="48870"/>
                </a:moveTo>
                <a:cubicBezTo>
                  <a:pt x="17454" y="48929"/>
                  <a:pt x="17424" y="48987"/>
                  <a:pt x="17395" y="49046"/>
                </a:cubicBezTo>
                <a:cubicBezTo>
                  <a:pt x="17365" y="49076"/>
                  <a:pt x="17321" y="49090"/>
                  <a:pt x="17292" y="49135"/>
                </a:cubicBezTo>
                <a:cubicBezTo>
                  <a:pt x="17307" y="49076"/>
                  <a:pt x="17351" y="49032"/>
                  <a:pt x="17380" y="48973"/>
                </a:cubicBezTo>
                <a:cubicBezTo>
                  <a:pt x="17424" y="48929"/>
                  <a:pt x="17454" y="48914"/>
                  <a:pt x="17498" y="48870"/>
                </a:cubicBezTo>
                <a:close/>
                <a:moveTo>
                  <a:pt x="17159" y="49149"/>
                </a:moveTo>
                <a:cubicBezTo>
                  <a:pt x="17145" y="49194"/>
                  <a:pt x="17101" y="49223"/>
                  <a:pt x="17086" y="49267"/>
                </a:cubicBezTo>
                <a:lnTo>
                  <a:pt x="17027" y="49326"/>
                </a:lnTo>
                <a:cubicBezTo>
                  <a:pt x="17056" y="49282"/>
                  <a:pt x="17071" y="49238"/>
                  <a:pt x="17101" y="49208"/>
                </a:cubicBezTo>
                <a:lnTo>
                  <a:pt x="17159" y="49149"/>
                </a:lnTo>
                <a:close/>
                <a:moveTo>
                  <a:pt x="26136" y="42836"/>
                </a:moveTo>
                <a:cubicBezTo>
                  <a:pt x="26166" y="42851"/>
                  <a:pt x="26166" y="42865"/>
                  <a:pt x="26181" y="42880"/>
                </a:cubicBezTo>
                <a:cubicBezTo>
                  <a:pt x="26122" y="42968"/>
                  <a:pt x="26092" y="43042"/>
                  <a:pt x="26033" y="43145"/>
                </a:cubicBezTo>
                <a:cubicBezTo>
                  <a:pt x="26048" y="43160"/>
                  <a:pt x="26063" y="43189"/>
                  <a:pt x="26063" y="43204"/>
                </a:cubicBezTo>
                <a:cubicBezTo>
                  <a:pt x="26122" y="43145"/>
                  <a:pt x="26166" y="43042"/>
                  <a:pt x="26210" y="42968"/>
                </a:cubicBezTo>
                <a:cubicBezTo>
                  <a:pt x="26239" y="42983"/>
                  <a:pt x="26239" y="43013"/>
                  <a:pt x="26239" y="43042"/>
                </a:cubicBezTo>
                <a:cubicBezTo>
                  <a:pt x="25916" y="43631"/>
                  <a:pt x="25533" y="44205"/>
                  <a:pt x="25077" y="44779"/>
                </a:cubicBezTo>
                <a:cubicBezTo>
                  <a:pt x="23900" y="46250"/>
                  <a:pt x="22281" y="46942"/>
                  <a:pt x="20574" y="47678"/>
                </a:cubicBezTo>
                <a:cubicBezTo>
                  <a:pt x="19485" y="48163"/>
                  <a:pt x="18381" y="48634"/>
                  <a:pt x="17307" y="49341"/>
                </a:cubicBezTo>
                <a:cubicBezTo>
                  <a:pt x="17351" y="49267"/>
                  <a:pt x="17410" y="49194"/>
                  <a:pt x="17439" y="49120"/>
                </a:cubicBezTo>
                <a:cubicBezTo>
                  <a:pt x="18528" y="48325"/>
                  <a:pt x="19661" y="47795"/>
                  <a:pt x="20765" y="47251"/>
                </a:cubicBezTo>
                <a:cubicBezTo>
                  <a:pt x="22413" y="46471"/>
                  <a:pt x="23958" y="45735"/>
                  <a:pt x="25136" y="44293"/>
                </a:cubicBezTo>
                <a:cubicBezTo>
                  <a:pt x="25518" y="43822"/>
                  <a:pt x="25842" y="43336"/>
                  <a:pt x="26136" y="42836"/>
                </a:cubicBezTo>
                <a:close/>
                <a:moveTo>
                  <a:pt x="17292" y="49223"/>
                </a:moveTo>
                <a:cubicBezTo>
                  <a:pt x="17248" y="49297"/>
                  <a:pt x="17218" y="49355"/>
                  <a:pt x="17189" y="49429"/>
                </a:cubicBezTo>
                <a:cubicBezTo>
                  <a:pt x="17130" y="49458"/>
                  <a:pt x="17086" y="49503"/>
                  <a:pt x="17042" y="49517"/>
                </a:cubicBezTo>
                <a:cubicBezTo>
                  <a:pt x="17071" y="49473"/>
                  <a:pt x="17101" y="49400"/>
                  <a:pt x="17145" y="49341"/>
                </a:cubicBezTo>
                <a:cubicBezTo>
                  <a:pt x="17189" y="49297"/>
                  <a:pt x="17233" y="49267"/>
                  <a:pt x="17292" y="49223"/>
                </a:cubicBezTo>
                <a:close/>
                <a:moveTo>
                  <a:pt x="16968" y="49488"/>
                </a:moveTo>
                <a:cubicBezTo>
                  <a:pt x="16924" y="49547"/>
                  <a:pt x="16909" y="49591"/>
                  <a:pt x="16865" y="49650"/>
                </a:cubicBezTo>
                <a:cubicBezTo>
                  <a:pt x="16836" y="49664"/>
                  <a:pt x="16792" y="49709"/>
                  <a:pt x="16777" y="49723"/>
                </a:cubicBezTo>
                <a:cubicBezTo>
                  <a:pt x="16792" y="49664"/>
                  <a:pt x="16836" y="49606"/>
                  <a:pt x="16865" y="49561"/>
                </a:cubicBezTo>
                <a:cubicBezTo>
                  <a:pt x="16909" y="49547"/>
                  <a:pt x="16924" y="49503"/>
                  <a:pt x="16968" y="49488"/>
                </a:cubicBezTo>
                <a:close/>
                <a:moveTo>
                  <a:pt x="26254" y="43145"/>
                </a:moveTo>
                <a:cubicBezTo>
                  <a:pt x="26269" y="43175"/>
                  <a:pt x="26284" y="43233"/>
                  <a:pt x="26298" y="43263"/>
                </a:cubicBezTo>
                <a:lnTo>
                  <a:pt x="26195" y="43484"/>
                </a:lnTo>
                <a:cubicBezTo>
                  <a:pt x="26210" y="43513"/>
                  <a:pt x="26210" y="43542"/>
                  <a:pt x="26225" y="43557"/>
                </a:cubicBezTo>
                <a:cubicBezTo>
                  <a:pt x="25930" y="44116"/>
                  <a:pt x="25548" y="44705"/>
                  <a:pt x="25077" y="45294"/>
                </a:cubicBezTo>
                <a:cubicBezTo>
                  <a:pt x="23855" y="46795"/>
                  <a:pt x="22178" y="47457"/>
                  <a:pt x="20397" y="48178"/>
                </a:cubicBezTo>
                <a:cubicBezTo>
                  <a:pt x="19293" y="48620"/>
                  <a:pt x="18175" y="49061"/>
                  <a:pt x="17086" y="49723"/>
                </a:cubicBezTo>
                <a:cubicBezTo>
                  <a:pt x="17130" y="49650"/>
                  <a:pt x="17174" y="49561"/>
                  <a:pt x="17218" y="49488"/>
                </a:cubicBezTo>
                <a:cubicBezTo>
                  <a:pt x="18337" y="48737"/>
                  <a:pt x="19485" y="48237"/>
                  <a:pt x="20603" y="47751"/>
                </a:cubicBezTo>
                <a:cubicBezTo>
                  <a:pt x="22310" y="47001"/>
                  <a:pt x="23929" y="46309"/>
                  <a:pt x="25121" y="44808"/>
                </a:cubicBezTo>
                <a:cubicBezTo>
                  <a:pt x="25563" y="44264"/>
                  <a:pt x="25930" y="43704"/>
                  <a:pt x="26254" y="43145"/>
                </a:cubicBezTo>
                <a:close/>
                <a:moveTo>
                  <a:pt x="16644" y="49767"/>
                </a:moveTo>
                <a:lnTo>
                  <a:pt x="16644" y="49767"/>
                </a:lnTo>
                <a:cubicBezTo>
                  <a:pt x="16630" y="49797"/>
                  <a:pt x="16600" y="49826"/>
                  <a:pt x="16571" y="49870"/>
                </a:cubicBezTo>
                <a:cubicBezTo>
                  <a:pt x="16556" y="49885"/>
                  <a:pt x="16527" y="49915"/>
                  <a:pt x="16497" y="49929"/>
                </a:cubicBezTo>
                <a:cubicBezTo>
                  <a:pt x="16541" y="49885"/>
                  <a:pt x="16556" y="49856"/>
                  <a:pt x="16571" y="49812"/>
                </a:cubicBezTo>
                <a:cubicBezTo>
                  <a:pt x="16600" y="49797"/>
                  <a:pt x="16615" y="49782"/>
                  <a:pt x="16644" y="49767"/>
                </a:cubicBezTo>
                <a:close/>
                <a:moveTo>
                  <a:pt x="17086" y="49591"/>
                </a:moveTo>
                <a:lnTo>
                  <a:pt x="16983" y="49812"/>
                </a:lnTo>
                <a:lnTo>
                  <a:pt x="16821" y="49929"/>
                </a:lnTo>
                <a:cubicBezTo>
                  <a:pt x="16836" y="49856"/>
                  <a:pt x="16895" y="49782"/>
                  <a:pt x="16924" y="49709"/>
                </a:cubicBezTo>
                <a:lnTo>
                  <a:pt x="17086" y="49591"/>
                </a:lnTo>
                <a:close/>
                <a:moveTo>
                  <a:pt x="16762" y="49812"/>
                </a:moveTo>
                <a:lnTo>
                  <a:pt x="16762" y="49812"/>
                </a:lnTo>
                <a:cubicBezTo>
                  <a:pt x="16718" y="49885"/>
                  <a:pt x="16688" y="49944"/>
                  <a:pt x="16644" y="50018"/>
                </a:cubicBezTo>
                <a:cubicBezTo>
                  <a:pt x="16615" y="50062"/>
                  <a:pt x="16556" y="50076"/>
                  <a:pt x="16527" y="50106"/>
                </a:cubicBezTo>
                <a:cubicBezTo>
                  <a:pt x="16556" y="50032"/>
                  <a:pt x="16600" y="49973"/>
                  <a:pt x="16630" y="49915"/>
                </a:cubicBezTo>
                <a:cubicBezTo>
                  <a:pt x="16674" y="49870"/>
                  <a:pt x="16718" y="49841"/>
                  <a:pt x="16762" y="49812"/>
                </a:cubicBezTo>
                <a:close/>
                <a:moveTo>
                  <a:pt x="26387" y="43454"/>
                </a:moveTo>
                <a:cubicBezTo>
                  <a:pt x="26401" y="43528"/>
                  <a:pt x="26431" y="43601"/>
                  <a:pt x="26460" y="43660"/>
                </a:cubicBezTo>
                <a:cubicBezTo>
                  <a:pt x="26122" y="44352"/>
                  <a:pt x="25680" y="45073"/>
                  <a:pt x="25092" y="45823"/>
                </a:cubicBezTo>
                <a:cubicBezTo>
                  <a:pt x="23855" y="47369"/>
                  <a:pt x="22089" y="48016"/>
                  <a:pt x="20250" y="48678"/>
                </a:cubicBezTo>
                <a:cubicBezTo>
                  <a:pt x="19146" y="49076"/>
                  <a:pt x="18013" y="49488"/>
                  <a:pt x="16909" y="50106"/>
                </a:cubicBezTo>
                <a:cubicBezTo>
                  <a:pt x="16939" y="50018"/>
                  <a:pt x="16998" y="49944"/>
                  <a:pt x="17042" y="49856"/>
                </a:cubicBezTo>
                <a:cubicBezTo>
                  <a:pt x="18160" y="49179"/>
                  <a:pt x="19308" y="48708"/>
                  <a:pt x="20441" y="48252"/>
                </a:cubicBezTo>
                <a:cubicBezTo>
                  <a:pt x="22222" y="47531"/>
                  <a:pt x="23929" y="46868"/>
                  <a:pt x="25150" y="45353"/>
                </a:cubicBezTo>
                <a:cubicBezTo>
                  <a:pt x="25666" y="44705"/>
                  <a:pt x="26063" y="44058"/>
                  <a:pt x="26387" y="43454"/>
                </a:cubicBezTo>
                <a:close/>
                <a:moveTo>
                  <a:pt x="16468" y="50062"/>
                </a:moveTo>
                <a:lnTo>
                  <a:pt x="16468" y="50062"/>
                </a:lnTo>
                <a:cubicBezTo>
                  <a:pt x="16424" y="50106"/>
                  <a:pt x="16409" y="50165"/>
                  <a:pt x="16365" y="50209"/>
                </a:cubicBezTo>
                <a:cubicBezTo>
                  <a:pt x="16335" y="50238"/>
                  <a:pt x="16291" y="50253"/>
                  <a:pt x="16262" y="50297"/>
                </a:cubicBezTo>
                <a:cubicBezTo>
                  <a:pt x="16276" y="50253"/>
                  <a:pt x="16321" y="50209"/>
                  <a:pt x="16350" y="50150"/>
                </a:cubicBezTo>
                <a:cubicBezTo>
                  <a:pt x="16394" y="50106"/>
                  <a:pt x="16424" y="50091"/>
                  <a:pt x="16468" y="50062"/>
                </a:cubicBezTo>
                <a:close/>
                <a:moveTo>
                  <a:pt x="16909" y="49929"/>
                </a:moveTo>
                <a:lnTo>
                  <a:pt x="16909" y="49929"/>
                </a:lnTo>
                <a:cubicBezTo>
                  <a:pt x="16865" y="50032"/>
                  <a:pt x="16821" y="50106"/>
                  <a:pt x="16777" y="50180"/>
                </a:cubicBezTo>
                <a:cubicBezTo>
                  <a:pt x="16718" y="50224"/>
                  <a:pt x="16644" y="50253"/>
                  <a:pt x="16600" y="50297"/>
                </a:cubicBezTo>
                <a:cubicBezTo>
                  <a:pt x="16630" y="50224"/>
                  <a:pt x="16674" y="50135"/>
                  <a:pt x="16718" y="50062"/>
                </a:cubicBezTo>
                <a:cubicBezTo>
                  <a:pt x="16777" y="50018"/>
                  <a:pt x="16850" y="49988"/>
                  <a:pt x="16909" y="49929"/>
                </a:cubicBezTo>
                <a:close/>
                <a:moveTo>
                  <a:pt x="16600" y="50150"/>
                </a:moveTo>
                <a:lnTo>
                  <a:pt x="16600" y="50150"/>
                </a:lnTo>
                <a:cubicBezTo>
                  <a:pt x="16541" y="50238"/>
                  <a:pt x="16497" y="50312"/>
                  <a:pt x="16468" y="50386"/>
                </a:cubicBezTo>
                <a:cubicBezTo>
                  <a:pt x="16409" y="50430"/>
                  <a:pt x="16350" y="50459"/>
                  <a:pt x="16321" y="50474"/>
                </a:cubicBezTo>
                <a:cubicBezTo>
                  <a:pt x="16350" y="50400"/>
                  <a:pt x="16394" y="50327"/>
                  <a:pt x="16453" y="50253"/>
                </a:cubicBezTo>
                <a:cubicBezTo>
                  <a:pt x="16497" y="50224"/>
                  <a:pt x="16541" y="50180"/>
                  <a:pt x="16600" y="50150"/>
                </a:cubicBezTo>
                <a:close/>
                <a:moveTo>
                  <a:pt x="16129" y="50327"/>
                </a:moveTo>
                <a:cubicBezTo>
                  <a:pt x="16115" y="50371"/>
                  <a:pt x="16100" y="50400"/>
                  <a:pt x="16056" y="50444"/>
                </a:cubicBezTo>
                <a:cubicBezTo>
                  <a:pt x="16041" y="50459"/>
                  <a:pt x="16012" y="50474"/>
                  <a:pt x="15982" y="50503"/>
                </a:cubicBezTo>
                <a:cubicBezTo>
                  <a:pt x="15997" y="50474"/>
                  <a:pt x="16026" y="50444"/>
                  <a:pt x="16056" y="50400"/>
                </a:cubicBezTo>
                <a:cubicBezTo>
                  <a:pt x="16085" y="50386"/>
                  <a:pt x="16115" y="50371"/>
                  <a:pt x="16129" y="50327"/>
                </a:cubicBezTo>
                <a:close/>
                <a:moveTo>
                  <a:pt x="26504" y="43763"/>
                </a:moveTo>
                <a:cubicBezTo>
                  <a:pt x="26534" y="43822"/>
                  <a:pt x="26549" y="43896"/>
                  <a:pt x="26563" y="43940"/>
                </a:cubicBezTo>
                <a:cubicBezTo>
                  <a:pt x="26195" y="44793"/>
                  <a:pt x="25724" y="45603"/>
                  <a:pt x="25106" y="46383"/>
                </a:cubicBezTo>
                <a:cubicBezTo>
                  <a:pt x="23841" y="47972"/>
                  <a:pt x="22016" y="48561"/>
                  <a:pt x="20088" y="49208"/>
                </a:cubicBezTo>
                <a:cubicBezTo>
                  <a:pt x="18970" y="49576"/>
                  <a:pt x="17822" y="49944"/>
                  <a:pt x="16718" y="50533"/>
                </a:cubicBezTo>
                <a:cubicBezTo>
                  <a:pt x="16762" y="50444"/>
                  <a:pt x="16792" y="50341"/>
                  <a:pt x="16850" y="50253"/>
                </a:cubicBezTo>
                <a:cubicBezTo>
                  <a:pt x="17969" y="49606"/>
                  <a:pt x="19146" y="49194"/>
                  <a:pt x="20294" y="48767"/>
                </a:cubicBezTo>
                <a:cubicBezTo>
                  <a:pt x="22148" y="48090"/>
                  <a:pt x="23914" y="47457"/>
                  <a:pt x="25165" y="45882"/>
                </a:cubicBezTo>
                <a:cubicBezTo>
                  <a:pt x="25695" y="45220"/>
                  <a:pt x="26107" y="44573"/>
                  <a:pt x="26416" y="43940"/>
                </a:cubicBezTo>
                <a:cubicBezTo>
                  <a:pt x="26460" y="43896"/>
                  <a:pt x="26475" y="43822"/>
                  <a:pt x="26504" y="43763"/>
                </a:cubicBezTo>
                <a:close/>
                <a:moveTo>
                  <a:pt x="16262" y="50386"/>
                </a:moveTo>
                <a:lnTo>
                  <a:pt x="16262" y="50386"/>
                </a:lnTo>
                <a:cubicBezTo>
                  <a:pt x="16232" y="50444"/>
                  <a:pt x="16188" y="50518"/>
                  <a:pt x="16159" y="50562"/>
                </a:cubicBezTo>
                <a:cubicBezTo>
                  <a:pt x="16100" y="50606"/>
                  <a:pt x="16056" y="50636"/>
                  <a:pt x="16012" y="50665"/>
                </a:cubicBezTo>
                <a:cubicBezTo>
                  <a:pt x="16041" y="50621"/>
                  <a:pt x="16085" y="50547"/>
                  <a:pt x="16115" y="50503"/>
                </a:cubicBezTo>
                <a:cubicBezTo>
                  <a:pt x="16159" y="50459"/>
                  <a:pt x="16203" y="50430"/>
                  <a:pt x="16262" y="50386"/>
                </a:cubicBezTo>
                <a:close/>
                <a:moveTo>
                  <a:pt x="16718" y="50312"/>
                </a:moveTo>
                <a:lnTo>
                  <a:pt x="16718" y="50312"/>
                </a:lnTo>
                <a:cubicBezTo>
                  <a:pt x="16688" y="50400"/>
                  <a:pt x="16644" y="50474"/>
                  <a:pt x="16615" y="50577"/>
                </a:cubicBezTo>
                <a:cubicBezTo>
                  <a:pt x="16541" y="50621"/>
                  <a:pt x="16468" y="50665"/>
                  <a:pt x="16394" y="50695"/>
                </a:cubicBezTo>
                <a:cubicBezTo>
                  <a:pt x="16424" y="50606"/>
                  <a:pt x="16468" y="50533"/>
                  <a:pt x="16527" y="50444"/>
                </a:cubicBezTo>
                <a:cubicBezTo>
                  <a:pt x="16600" y="50400"/>
                  <a:pt x="16644" y="50371"/>
                  <a:pt x="16718" y="50312"/>
                </a:cubicBezTo>
                <a:close/>
                <a:moveTo>
                  <a:pt x="15923" y="50650"/>
                </a:moveTo>
                <a:cubicBezTo>
                  <a:pt x="15894" y="50695"/>
                  <a:pt x="15879" y="50739"/>
                  <a:pt x="15835" y="50798"/>
                </a:cubicBezTo>
                <a:cubicBezTo>
                  <a:pt x="15806" y="50827"/>
                  <a:pt x="15761" y="50842"/>
                  <a:pt x="15732" y="50886"/>
                </a:cubicBezTo>
                <a:cubicBezTo>
                  <a:pt x="15761" y="50827"/>
                  <a:pt x="15806" y="50798"/>
                  <a:pt x="15820" y="50739"/>
                </a:cubicBezTo>
                <a:cubicBezTo>
                  <a:pt x="15864" y="50695"/>
                  <a:pt x="15894" y="50680"/>
                  <a:pt x="15923" y="50650"/>
                </a:cubicBezTo>
                <a:close/>
                <a:moveTo>
                  <a:pt x="16394" y="50533"/>
                </a:moveTo>
                <a:lnTo>
                  <a:pt x="16394" y="50533"/>
                </a:lnTo>
                <a:cubicBezTo>
                  <a:pt x="16350" y="50606"/>
                  <a:pt x="16321" y="50695"/>
                  <a:pt x="16276" y="50768"/>
                </a:cubicBezTo>
                <a:cubicBezTo>
                  <a:pt x="16232" y="50812"/>
                  <a:pt x="16173" y="50842"/>
                  <a:pt x="16100" y="50886"/>
                </a:cubicBezTo>
                <a:cubicBezTo>
                  <a:pt x="16129" y="50812"/>
                  <a:pt x="16173" y="50739"/>
                  <a:pt x="16232" y="50650"/>
                </a:cubicBezTo>
                <a:cubicBezTo>
                  <a:pt x="16276" y="50606"/>
                  <a:pt x="16335" y="50547"/>
                  <a:pt x="16394" y="50533"/>
                </a:cubicBezTo>
                <a:close/>
                <a:moveTo>
                  <a:pt x="26622" y="44205"/>
                </a:moveTo>
                <a:cubicBezTo>
                  <a:pt x="26637" y="44249"/>
                  <a:pt x="26637" y="44278"/>
                  <a:pt x="26652" y="44322"/>
                </a:cubicBezTo>
                <a:cubicBezTo>
                  <a:pt x="26328" y="45147"/>
                  <a:pt x="25827" y="46015"/>
                  <a:pt x="25136" y="46927"/>
                </a:cubicBezTo>
                <a:cubicBezTo>
                  <a:pt x="23841" y="48561"/>
                  <a:pt x="21942" y="49135"/>
                  <a:pt x="19941" y="49738"/>
                </a:cubicBezTo>
                <a:cubicBezTo>
                  <a:pt x="18822" y="50076"/>
                  <a:pt x="17675" y="50430"/>
                  <a:pt x="16556" y="50959"/>
                </a:cubicBezTo>
                <a:cubicBezTo>
                  <a:pt x="16600" y="50827"/>
                  <a:pt x="16630" y="50739"/>
                  <a:pt x="16674" y="50650"/>
                </a:cubicBezTo>
                <a:cubicBezTo>
                  <a:pt x="17807" y="50032"/>
                  <a:pt x="18970" y="49650"/>
                  <a:pt x="20103" y="49282"/>
                </a:cubicBezTo>
                <a:cubicBezTo>
                  <a:pt x="22060" y="48634"/>
                  <a:pt x="23885" y="48046"/>
                  <a:pt x="25165" y="46427"/>
                </a:cubicBezTo>
                <a:cubicBezTo>
                  <a:pt x="25724" y="45735"/>
                  <a:pt x="26181" y="44999"/>
                  <a:pt x="26504" y="44278"/>
                </a:cubicBezTo>
                <a:cubicBezTo>
                  <a:pt x="26534" y="44322"/>
                  <a:pt x="26534" y="44337"/>
                  <a:pt x="26549" y="44367"/>
                </a:cubicBezTo>
                <a:cubicBezTo>
                  <a:pt x="26563" y="44322"/>
                  <a:pt x="26607" y="44264"/>
                  <a:pt x="26622" y="44205"/>
                </a:cubicBezTo>
                <a:close/>
                <a:moveTo>
                  <a:pt x="15599" y="50915"/>
                </a:moveTo>
                <a:cubicBezTo>
                  <a:pt x="15585" y="50959"/>
                  <a:pt x="15570" y="50974"/>
                  <a:pt x="15541" y="51018"/>
                </a:cubicBezTo>
                <a:cubicBezTo>
                  <a:pt x="15526" y="51033"/>
                  <a:pt x="15496" y="51048"/>
                  <a:pt x="15467" y="51062"/>
                </a:cubicBezTo>
                <a:cubicBezTo>
                  <a:pt x="15496" y="51048"/>
                  <a:pt x="15511" y="51033"/>
                  <a:pt x="15526" y="50989"/>
                </a:cubicBezTo>
                <a:cubicBezTo>
                  <a:pt x="15541" y="50974"/>
                  <a:pt x="15585" y="50959"/>
                  <a:pt x="15599" y="50915"/>
                </a:cubicBezTo>
                <a:close/>
                <a:moveTo>
                  <a:pt x="16085" y="50753"/>
                </a:moveTo>
                <a:lnTo>
                  <a:pt x="16085" y="50753"/>
                </a:lnTo>
                <a:cubicBezTo>
                  <a:pt x="16041" y="50812"/>
                  <a:pt x="15997" y="50886"/>
                  <a:pt x="15967" y="50959"/>
                </a:cubicBezTo>
                <a:lnTo>
                  <a:pt x="15806" y="51062"/>
                </a:lnTo>
                <a:cubicBezTo>
                  <a:pt x="15835" y="50989"/>
                  <a:pt x="15879" y="50915"/>
                  <a:pt x="15909" y="50871"/>
                </a:cubicBezTo>
                <a:lnTo>
                  <a:pt x="16085" y="50753"/>
                </a:lnTo>
                <a:close/>
                <a:moveTo>
                  <a:pt x="16571" y="50680"/>
                </a:moveTo>
                <a:lnTo>
                  <a:pt x="16468" y="50959"/>
                </a:lnTo>
                <a:cubicBezTo>
                  <a:pt x="16365" y="51018"/>
                  <a:pt x="16306" y="51048"/>
                  <a:pt x="16232" y="51077"/>
                </a:cubicBezTo>
                <a:cubicBezTo>
                  <a:pt x="16262" y="50989"/>
                  <a:pt x="16306" y="50901"/>
                  <a:pt x="16350" y="50812"/>
                </a:cubicBezTo>
                <a:cubicBezTo>
                  <a:pt x="16424" y="50768"/>
                  <a:pt x="16497" y="50739"/>
                  <a:pt x="16571" y="50680"/>
                </a:cubicBezTo>
                <a:close/>
                <a:moveTo>
                  <a:pt x="16232" y="50886"/>
                </a:moveTo>
                <a:cubicBezTo>
                  <a:pt x="16188" y="50974"/>
                  <a:pt x="16144" y="51048"/>
                  <a:pt x="16115" y="51136"/>
                </a:cubicBezTo>
                <a:cubicBezTo>
                  <a:pt x="16041" y="51180"/>
                  <a:pt x="15967" y="51210"/>
                  <a:pt x="15909" y="51254"/>
                </a:cubicBezTo>
                <a:cubicBezTo>
                  <a:pt x="15953" y="51166"/>
                  <a:pt x="15982" y="51092"/>
                  <a:pt x="16041" y="50989"/>
                </a:cubicBezTo>
                <a:cubicBezTo>
                  <a:pt x="16100" y="50959"/>
                  <a:pt x="16173" y="50915"/>
                  <a:pt x="16232" y="50886"/>
                </a:cubicBezTo>
                <a:close/>
                <a:moveTo>
                  <a:pt x="15747" y="50974"/>
                </a:moveTo>
                <a:lnTo>
                  <a:pt x="15747" y="50974"/>
                </a:lnTo>
                <a:cubicBezTo>
                  <a:pt x="15717" y="51033"/>
                  <a:pt x="15673" y="51107"/>
                  <a:pt x="15644" y="51151"/>
                </a:cubicBezTo>
                <a:cubicBezTo>
                  <a:pt x="15585" y="51195"/>
                  <a:pt x="15541" y="51224"/>
                  <a:pt x="15496" y="51269"/>
                </a:cubicBezTo>
                <a:cubicBezTo>
                  <a:pt x="15526" y="51195"/>
                  <a:pt x="15570" y="51136"/>
                  <a:pt x="15599" y="51077"/>
                </a:cubicBezTo>
                <a:cubicBezTo>
                  <a:pt x="15658" y="51048"/>
                  <a:pt x="15688" y="51018"/>
                  <a:pt x="15747" y="50974"/>
                </a:cubicBezTo>
                <a:close/>
                <a:moveTo>
                  <a:pt x="26681" y="44425"/>
                </a:moveTo>
                <a:cubicBezTo>
                  <a:pt x="26681" y="44440"/>
                  <a:pt x="26681" y="44440"/>
                  <a:pt x="26696" y="44470"/>
                </a:cubicBezTo>
                <a:lnTo>
                  <a:pt x="26637" y="44631"/>
                </a:lnTo>
                <a:cubicBezTo>
                  <a:pt x="26652" y="44661"/>
                  <a:pt x="26652" y="44720"/>
                  <a:pt x="26681" y="44764"/>
                </a:cubicBezTo>
                <a:cubicBezTo>
                  <a:pt x="26696" y="44705"/>
                  <a:pt x="26710" y="44661"/>
                  <a:pt x="26725" y="44617"/>
                </a:cubicBezTo>
                <a:lnTo>
                  <a:pt x="26725" y="44646"/>
                </a:lnTo>
                <a:cubicBezTo>
                  <a:pt x="26416" y="45514"/>
                  <a:pt x="25901" y="46471"/>
                  <a:pt x="25136" y="47442"/>
                </a:cubicBezTo>
                <a:cubicBezTo>
                  <a:pt x="23811" y="49135"/>
                  <a:pt x="21839" y="49664"/>
                  <a:pt x="19764" y="50224"/>
                </a:cubicBezTo>
                <a:cubicBezTo>
                  <a:pt x="18631" y="50518"/>
                  <a:pt x="17513" y="50827"/>
                  <a:pt x="16394" y="51327"/>
                </a:cubicBezTo>
                <a:cubicBezTo>
                  <a:pt x="16424" y="51239"/>
                  <a:pt x="16468" y="51121"/>
                  <a:pt x="16497" y="51033"/>
                </a:cubicBezTo>
                <a:cubicBezTo>
                  <a:pt x="17645" y="50474"/>
                  <a:pt x="18808" y="50135"/>
                  <a:pt x="19941" y="49782"/>
                </a:cubicBezTo>
                <a:cubicBezTo>
                  <a:pt x="21972" y="49179"/>
                  <a:pt x="23855" y="48605"/>
                  <a:pt x="25165" y="46942"/>
                </a:cubicBezTo>
                <a:cubicBezTo>
                  <a:pt x="25813" y="46118"/>
                  <a:pt x="26313" y="45279"/>
                  <a:pt x="26681" y="44425"/>
                </a:cubicBezTo>
                <a:close/>
                <a:moveTo>
                  <a:pt x="15894" y="51077"/>
                </a:moveTo>
                <a:lnTo>
                  <a:pt x="15894" y="51077"/>
                </a:lnTo>
                <a:cubicBezTo>
                  <a:pt x="15864" y="51151"/>
                  <a:pt x="15820" y="51254"/>
                  <a:pt x="15791" y="51327"/>
                </a:cubicBezTo>
                <a:cubicBezTo>
                  <a:pt x="15717" y="51357"/>
                  <a:pt x="15658" y="51401"/>
                  <a:pt x="15585" y="51430"/>
                </a:cubicBezTo>
                <a:cubicBezTo>
                  <a:pt x="15614" y="51357"/>
                  <a:pt x="15658" y="51283"/>
                  <a:pt x="15717" y="51210"/>
                </a:cubicBezTo>
                <a:cubicBezTo>
                  <a:pt x="15761" y="51166"/>
                  <a:pt x="15835" y="51121"/>
                  <a:pt x="15894" y="51077"/>
                </a:cubicBezTo>
                <a:close/>
                <a:moveTo>
                  <a:pt x="15408" y="51239"/>
                </a:moveTo>
                <a:lnTo>
                  <a:pt x="15408" y="51239"/>
                </a:lnTo>
                <a:cubicBezTo>
                  <a:pt x="15379" y="51283"/>
                  <a:pt x="15364" y="51327"/>
                  <a:pt x="15320" y="51386"/>
                </a:cubicBezTo>
                <a:cubicBezTo>
                  <a:pt x="15290" y="51416"/>
                  <a:pt x="15246" y="51430"/>
                  <a:pt x="15187" y="51475"/>
                </a:cubicBezTo>
                <a:cubicBezTo>
                  <a:pt x="15246" y="51416"/>
                  <a:pt x="15290" y="51357"/>
                  <a:pt x="15305" y="51327"/>
                </a:cubicBezTo>
                <a:cubicBezTo>
                  <a:pt x="15349" y="51283"/>
                  <a:pt x="15379" y="51254"/>
                  <a:pt x="15408" y="51239"/>
                </a:cubicBezTo>
                <a:close/>
                <a:moveTo>
                  <a:pt x="16409" y="51092"/>
                </a:moveTo>
                <a:cubicBezTo>
                  <a:pt x="16365" y="51180"/>
                  <a:pt x="16335" y="51269"/>
                  <a:pt x="16306" y="51386"/>
                </a:cubicBezTo>
                <a:cubicBezTo>
                  <a:pt x="16232" y="51416"/>
                  <a:pt x="16129" y="51445"/>
                  <a:pt x="16056" y="51489"/>
                </a:cubicBezTo>
                <a:lnTo>
                  <a:pt x="16173" y="51210"/>
                </a:lnTo>
                <a:cubicBezTo>
                  <a:pt x="16247" y="51180"/>
                  <a:pt x="16335" y="51136"/>
                  <a:pt x="16409" y="51092"/>
                </a:cubicBezTo>
                <a:close/>
                <a:moveTo>
                  <a:pt x="15541" y="51327"/>
                </a:moveTo>
                <a:lnTo>
                  <a:pt x="15541" y="51327"/>
                </a:lnTo>
                <a:cubicBezTo>
                  <a:pt x="15526" y="51386"/>
                  <a:pt x="15496" y="51445"/>
                  <a:pt x="15452" y="51533"/>
                </a:cubicBezTo>
                <a:cubicBezTo>
                  <a:pt x="15393" y="51563"/>
                  <a:pt x="15349" y="51607"/>
                  <a:pt x="15261" y="51636"/>
                </a:cubicBezTo>
                <a:cubicBezTo>
                  <a:pt x="15305" y="51563"/>
                  <a:pt x="15349" y="51504"/>
                  <a:pt x="15379" y="51430"/>
                </a:cubicBezTo>
                <a:lnTo>
                  <a:pt x="15541" y="51327"/>
                </a:lnTo>
                <a:close/>
                <a:moveTo>
                  <a:pt x="16056" y="51269"/>
                </a:moveTo>
                <a:lnTo>
                  <a:pt x="15953" y="51548"/>
                </a:lnTo>
                <a:lnTo>
                  <a:pt x="15732" y="51651"/>
                </a:lnTo>
                <a:cubicBezTo>
                  <a:pt x="15761" y="51563"/>
                  <a:pt x="15806" y="51475"/>
                  <a:pt x="15835" y="51401"/>
                </a:cubicBezTo>
                <a:cubicBezTo>
                  <a:pt x="15909" y="51342"/>
                  <a:pt x="15982" y="51313"/>
                  <a:pt x="16056" y="51269"/>
                </a:cubicBezTo>
                <a:close/>
                <a:moveTo>
                  <a:pt x="15084" y="51504"/>
                </a:moveTo>
                <a:cubicBezTo>
                  <a:pt x="15070" y="51548"/>
                  <a:pt x="15040" y="51563"/>
                  <a:pt x="15026" y="51607"/>
                </a:cubicBezTo>
                <a:cubicBezTo>
                  <a:pt x="14996" y="51622"/>
                  <a:pt x="14981" y="51636"/>
                  <a:pt x="14937" y="51666"/>
                </a:cubicBezTo>
                <a:lnTo>
                  <a:pt x="14937" y="51666"/>
                </a:lnTo>
                <a:cubicBezTo>
                  <a:pt x="14981" y="51636"/>
                  <a:pt x="14996" y="51622"/>
                  <a:pt x="15011" y="51578"/>
                </a:cubicBezTo>
                <a:lnTo>
                  <a:pt x="15070" y="51533"/>
                </a:lnTo>
                <a:lnTo>
                  <a:pt x="15084" y="51504"/>
                </a:lnTo>
                <a:close/>
                <a:moveTo>
                  <a:pt x="26784" y="44779"/>
                </a:moveTo>
                <a:cubicBezTo>
                  <a:pt x="26784" y="44808"/>
                  <a:pt x="26799" y="44852"/>
                  <a:pt x="26799" y="44882"/>
                </a:cubicBezTo>
                <a:cubicBezTo>
                  <a:pt x="26784" y="44940"/>
                  <a:pt x="26769" y="44999"/>
                  <a:pt x="26755" y="45029"/>
                </a:cubicBezTo>
                <a:cubicBezTo>
                  <a:pt x="26755" y="45073"/>
                  <a:pt x="26769" y="45088"/>
                  <a:pt x="26769" y="45132"/>
                </a:cubicBezTo>
                <a:cubicBezTo>
                  <a:pt x="26431" y="46015"/>
                  <a:pt x="25916" y="46971"/>
                  <a:pt x="25150" y="47972"/>
                </a:cubicBezTo>
                <a:cubicBezTo>
                  <a:pt x="23782" y="49709"/>
                  <a:pt x="21766" y="50224"/>
                  <a:pt x="19617" y="50739"/>
                </a:cubicBezTo>
                <a:cubicBezTo>
                  <a:pt x="18513" y="51018"/>
                  <a:pt x="17380" y="51283"/>
                  <a:pt x="16276" y="51725"/>
                </a:cubicBezTo>
                <a:cubicBezTo>
                  <a:pt x="16321" y="51622"/>
                  <a:pt x="16335" y="51519"/>
                  <a:pt x="16379" y="51416"/>
                </a:cubicBezTo>
                <a:cubicBezTo>
                  <a:pt x="17513" y="50915"/>
                  <a:pt x="18661" y="50592"/>
                  <a:pt x="19794" y="50297"/>
                </a:cubicBezTo>
                <a:cubicBezTo>
                  <a:pt x="21898" y="49723"/>
                  <a:pt x="23855" y="49194"/>
                  <a:pt x="25209" y="47472"/>
                </a:cubicBezTo>
                <a:cubicBezTo>
                  <a:pt x="25901" y="46589"/>
                  <a:pt x="26416" y="45691"/>
                  <a:pt x="26784" y="44779"/>
                </a:cubicBezTo>
                <a:close/>
                <a:moveTo>
                  <a:pt x="15702" y="51460"/>
                </a:moveTo>
                <a:lnTo>
                  <a:pt x="15702" y="51460"/>
                </a:lnTo>
                <a:cubicBezTo>
                  <a:pt x="15688" y="51548"/>
                  <a:pt x="15658" y="51622"/>
                  <a:pt x="15614" y="51710"/>
                </a:cubicBezTo>
                <a:lnTo>
                  <a:pt x="15393" y="51828"/>
                </a:lnTo>
                <a:cubicBezTo>
                  <a:pt x="15438" y="51725"/>
                  <a:pt x="15467" y="51651"/>
                  <a:pt x="15511" y="51578"/>
                </a:cubicBezTo>
                <a:cubicBezTo>
                  <a:pt x="15585" y="51548"/>
                  <a:pt x="15629" y="51489"/>
                  <a:pt x="15702" y="51460"/>
                </a:cubicBezTo>
                <a:close/>
                <a:moveTo>
                  <a:pt x="15232" y="51548"/>
                </a:moveTo>
                <a:lnTo>
                  <a:pt x="15232" y="51548"/>
                </a:lnTo>
                <a:cubicBezTo>
                  <a:pt x="15187" y="51607"/>
                  <a:pt x="15158" y="51666"/>
                  <a:pt x="15143" y="51725"/>
                </a:cubicBezTo>
                <a:cubicBezTo>
                  <a:pt x="15084" y="51769"/>
                  <a:pt x="15026" y="51798"/>
                  <a:pt x="14996" y="51842"/>
                </a:cubicBezTo>
                <a:cubicBezTo>
                  <a:pt x="15026" y="51769"/>
                  <a:pt x="15055" y="51710"/>
                  <a:pt x="15084" y="51651"/>
                </a:cubicBezTo>
                <a:cubicBezTo>
                  <a:pt x="15143" y="51622"/>
                  <a:pt x="15173" y="51578"/>
                  <a:pt x="15232" y="51548"/>
                </a:cubicBezTo>
                <a:close/>
                <a:moveTo>
                  <a:pt x="16276" y="51489"/>
                </a:moveTo>
                <a:cubicBezTo>
                  <a:pt x="16247" y="51578"/>
                  <a:pt x="16203" y="51695"/>
                  <a:pt x="16188" y="51784"/>
                </a:cubicBezTo>
                <a:cubicBezTo>
                  <a:pt x="16100" y="51813"/>
                  <a:pt x="16026" y="51857"/>
                  <a:pt x="15938" y="51901"/>
                </a:cubicBezTo>
                <a:cubicBezTo>
                  <a:pt x="15953" y="51784"/>
                  <a:pt x="15982" y="51695"/>
                  <a:pt x="16026" y="51607"/>
                </a:cubicBezTo>
                <a:cubicBezTo>
                  <a:pt x="16115" y="51563"/>
                  <a:pt x="16188" y="51533"/>
                  <a:pt x="16276" y="51489"/>
                </a:cubicBezTo>
                <a:close/>
                <a:moveTo>
                  <a:pt x="15393" y="51651"/>
                </a:moveTo>
                <a:lnTo>
                  <a:pt x="15393" y="51651"/>
                </a:lnTo>
                <a:cubicBezTo>
                  <a:pt x="15364" y="51725"/>
                  <a:pt x="15320" y="51798"/>
                  <a:pt x="15290" y="51901"/>
                </a:cubicBezTo>
                <a:cubicBezTo>
                  <a:pt x="15217" y="51931"/>
                  <a:pt x="15158" y="51975"/>
                  <a:pt x="15084" y="52004"/>
                </a:cubicBezTo>
                <a:lnTo>
                  <a:pt x="15202" y="51784"/>
                </a:lnTo>
                <a:cubicBezTo>
                  <a:pt x="15261" y="51754"/>
                  <a:pt x="15320" y="51695"/>
                  <a:pt x="15393" y="51651"/>
                </a:cubicBezTo>
                <a:close/>
                <a:moveTo>
                  <a:pt x="14893" y="51798"/>
                </a:moveTo>
                <a:lnTo>
                  <a:pt x="14893" y="51798"/>
                </a:lnTo>
                <a:cubicBezTo>
                  <a:pt x="14864" y="51857"/>
                  <a:pt x="14849" y="51901"/>
                  <a:pt x="14820" y="51945"/>
                </a:cubicBezTo>
                <a:cubicBezTo>
                  <a:pt x="14790" y="51990"/>
                  <a:pt x="14731" y="52004"/>
                  <a:pt x="14702" y="52048"/>
                </a:cubicBezTo>
                <a:cubicBezTo>
                  <a:pt x="14731" y="51990"/>
                  <a:pt x="14761" y="51945"/>
                  <a:pt x="14790" y="51901"/>
                </a:cubicBezTo>
                <a:cubicBezTo>
                  <a:pt x="14834" y="51857"/>
                  <a:pt x="14864" y="51828"/>
                  <a:pt x="14893" y="51798"/>
                </a:cubicBezTo>
                <a:close/>
                <a:moveTo>
                  <a:pt x="15894" y="51651"/>
                </a:moveTo>
                <a:lnTo>
                  <a:pt x="15894" y="51651"/>
                </a:lnTo>
                <a:cubicBezTo>
                  <a:pt x="15864" y="51754"/>
                  <a:pt x="15820" y="51842"/>
                  <a:pt x="15806" y="51945"/>
                </a:cubicBezTo>
                <a:cubicBezTo>
                  <a:pt x="15732" y="51975"/>
                  <a:pt x="15658" y="52004"/>
                  <a:pt x="15570" y="52048"/>
                </a:cubicBezTo>
                <a:lnTo>
                  <a:pt x="15673" y="51769"/>
                </a:lnTo>
                <a:lnTo>
                  <a:pt x="15894" y="51651"/>
                </a:lnTo>
                <a:close/>
                <a:moveTo>
                  <a:pt x="26843" y="45147"/>
                </a:moveTo>
                <a:cubicBezTo>
                  <a:pt x="26858" y="45205"/>
                  <a:pt x="26858" y="45250"/>
                  <a:pt x="26872" y="45308"/>
                </a:cubicBezTo>
                <a:cubicBezTo>
                  <a:pt x="26858" y="45367"/>
                  <a:pt x="26843" y="45426"/>
                  <a:pt x="26828" y="45456"/>
                </a:cubicBezTo>
                <a:lnTo>
                  <a:pt x="26828" y="45500"/>
                </a:lnTo>
                <a:cubicBezTo>
                  <a:pt x="26490" y="46427"/>
                  <a:pt x="25960" y="47442"/>
                  <a:pt x="25136" y="48502"/>
                </a:cubicBezTo>
                <a:cubicBezTo>
                  <a:pt x="23752" y="50297"/>
                  <a:pt x="21648" y="50753"/>
                  <a:pt x="19426" y="51269"/>
                </a:cubicBezTo>
                <a:cubicBezTo>
                  <a:pt x="18381" y="51504"/>
                  <a:pt x="17262" y="51769"/>
                  <a:pt x="16129" y="52166"/>
                </a:cubicBezTo>
                <a:lnTo>
                  <a:pt x="16247" y="51842"/>
                </a:lnTo>
                <a:cubicBezTo>
                  <a:pt x="17365" y="51386"/>
                  <a:pt x="18513" y="51107"/>
                  <a:pt x="19632" y="50827"/>
                </a:cubicBezTo>
                <a:cubicBezTo>
                  <a:pt x="21795" y="50297"/>
                  <a:pt x="23841" y="49782"/>
                  <a:pt x="25209" y="48031"/>
                </a:cubicBezTo>
                <a:cubicBezTo>
                  <a:pt x="25989" y="47015"/>
                  <a:pt x="26504" y="46044"/>
                  <a:pt x="26843" y="45147"/>
                </a:cubicBezTo>
                <a:close/>
                <a:moveTo>
                  <a:pt x="15055" y="51857"/>
                </a:moveTo>
                <a:lnTo>
                  <a:pt x="15055" y="51857"/>
                </a:lnTo>
                <a:cubicBezTo>
                  <a:pt x="15026" y="51945"/>
                  <a:pt x="14996" y="52019"/>
                  <a:pt x="14952" y="52078"/>
                </a:cubicBezTo>
                <a:cubicBezTo>
                  <a:pt x="14908" y="52122"/>
                  <a:pt x="14834" y="52152"/>
                  <a:pt x="14775" y="52196"/>
                </a:cubicBezTo>
                <a:cubicBezTo>
                  <a:pt x="14805" y="52122"/>
                  <a:pt x="14849" y="52063"/>
                  <a:pt x="14878" y="51990"/>
                </a:cubicBezTo>
                <a:cubicBezTo>
                  <a:pt x="14937" y="51945"/>
                  <a:pt x="14996" y="51916"/>
                  <a:pt x="15055" y="51857"/>
                </a:cubicBezTo>
                <a:close/>
                <a:moveTo>
                  <a:pt x="15570" y="51813"/>
                </a:moveTo>
                <a:lnTo>
                  <a:pt x="15452" y="52093"/>
                </a:lnTo>
                <a:cubicBezTo>
                  <a:pt x="15379" y="52137"/>
                  <a:pt x="15290" y="52166"/>
                  <a:pt x="15217" y="52210"/>
                </a:cubicBezTo>
                <a:cubicBezTo>
                  <a:pt x="15246" y="52122"/>
                  <a:pt x="15290" y="52019"/>
                  <a:pt x="15320" y="51945"/>
                </a:cubicBezTo>
                <a:cubicBezTo>
                  <a:pt x="15423" y="51916"/>
                  <a:pt x="15496" y="51857"/>
                  <a:pt x="15570" y="51813"/>
                </a:cubicBezTo>
                <a:close/>
                <a:moveTo>
                  <a:pt x="14569" y="52093"/>
                </a:moveTo>
                <a:lnTo>
                  <a:pt x="14569" y="52093"/>
                </a:lnTo>
                <a:cubicBezTo>
                  <a:pt x="14555" y="52122"/>
                  <a:pt x="14525" y="52152"/>
                  <a:pt x="14510" y="52166"/>
                </a:cubicBezTo>
                <a:cubicBezTo>
                  <a:pt x="14481" y="52196"/>
                  <a:pt x="14466" y="52225"/>
                  <a:pt x="14422" y="52240"/>
                </a:cubicBezTo>
                <a:cubicBezTo>
                  <a:pt x="14437" y="52225"/>
                  <a:pt x="14466" y="52210"/>
                  <a:pt x="14481" y="52166"/>
                </a:cubicBezTo>
                <a:cubicBezTo>
                  <a:pt x="14510" y="52152"/>
                  <a:pt x="14525" y="52122"/>
                  <a:pt x="14569" y="52093"/>
                </a:cubicBezTo>
                <a:close/>
                <a:moveTo>
                  <a:pt x="16129" y="51872"/>
                </a:moveTo>
                <a:cubicBezTo>
                  <a:pt x="16100" y="51990"/>
                  <a:pt x="16085" y="52093"/>
                  <a:pt x="16041" y="52181"/>
                </a:cubicBezTo>
                <a:cubicBezTo>
                  <a:pt x="15967" y="52225"/>
                  <a:pt x="15879" y="52269"/>
                  <a:pt x="15791" y="52299"/>
                </a:cubicBezTo>
                <a:cubicBezTo>
                  <a:pt x="15820" y="52181"/>
                  <a:pt x="15835" y="52093"/>
                  <a:pt x="15879" y="51990"/>
                </a:cubicBezTo>
                <a:cubicBezTo>
                  <a:pt x="15967" y="51945"/>
                  <a:pt x="16056" y="51916"/>
                  <a:pt x="16129" y="51872"/>
                </a:cubicBezTo>
                <a:close/>
                <a:moveTo>
                  <a:pt x="15217" y="52004"/>
                </a:moveTo>
                <a:cubicBezTo>
                  <a:pt x="15202" y="52093"/>
                  <a:pt x="15158" y="52181"/>
                  <a:pt x="15129" y="52269"/>
                </a:cubicBezTo>
                <a:lnTo>
                  <a:pt x="14893" y="52372"/>
                </a:lnTo>
                <a:cubicBezTo>
                  <a:pt x="14937" y="52299"/>
                  <a:pt x="14981" y="52210"/>
                  <a:pt x="15011" y="52137"/>
                </a:cubicBezTo>
                <a:cubicBezTo>
                  <a:pt x="15084" y="52093"/>
                  <a:pt x="15158" y="52048"/>
                  <a:pt x="15217" y="52004"/>
                </a:cubicBezTo>
                <a:close/>
                <a:moveTo>
                  <a:pt x="14731" y="52122"/>
                </a:moveTo>
                <a:cubicBezTo>
                  <a:pt x="14702" y="52166"/>
                  <a:pt x="14658" y="52225"/>
                  <a:pt x="14643" y="52299"/>
                </a:cubicBezTo>
                <a:lnTo>
                  <a:pt x="14481" y="52416"/>
                </a:lnTo>
                <a:lnTo>
                  <a:pt x="14584" y="52240"/>
                </a:lnTo>
                <a:cubicBezTo>
                  <a:pt x="14628" y="52181"/>
                  <a:pt x="14687" y="52152"/>
                  <a:pt x="14731" y="52122"/>
                </a:cubicBezTo>
                <a:close/>
                <a:moveTo>
                  <a:pt x="15776" y="52034"/>
                </a:moveTo>
                <a:lnTo>
                  <a:pt x="15776" y="52034"/>
                </a:lnTo>
                <a:cubicBezTo>
                  <a:pt x="15747" y="52152"/>
                  <a:pt x="15732" y="52240"/>
                  <a:pt x="15688" y="52358"/>
                </a:cubicBezTo>
                <a:cubicBezTo>
                  <a:pt x="15599" y="52372"/>
                  <a:pt x="15511" y="52416"/>
                  <a:pt x="15438" y="52446"/>
                </a:cubicBezTo>
                <a:cubicBezTo>
                  <a:pt x="15467" y="52358"/>
                  <a:pt x="15511" y="52240"/>
                  <a:pt x="15541" y="52152"/>
                </a:cubicBezTo>
                <a:cubicBezTo>
                  <a:pt x="15614" y="52122"/>
                  <a:pt x="15717" y="52078"/>
                  <a:pt x="15776" y="52034"/>
                </a:cubicBezTo>
                <a:close/>
                <a:moveTo>
                  <a:pt x="14878" y="52225"/>
                </a:moveTo>
                <a:lnTo>
                  <a:pt x="14878" y="52225"/>
                </a:lnTo>
                <a:cubicBezTo>
                  <a:pt x="14849" y="52299"/>
                  <a:pt x="14805" y="52372"/>
                  <a:pt x="14775" y="52461"/>
                </a:cubicBezTo>
                <a:cubicBezTo>
                  <a:pt x="14702" y="52505"/>
                  <a:pt x="14643" y="52534"/>
                  <a:pt x="14569" y="52593"/>
                </a:cubicBezTo>
                <a:lnTo>
                  <a:pt x="14687" y="52372"/>
                </a:lnTo>
                <a:cubicBezTo>
                  <a:pt x="14761" y="52299"/>
                  <a:pt x="14834" y="52269"/>
                  <a:pt x="14878" y="52225"/>
                </a:cubicBezTo>
                <a:close/>
                <a:moveTo>
                  <a:pt x="26902" y="45529"/>
                </a:moveTo>
                <a:cubicBezTo>
                  <a:pt x="26931" y="45588"/>
                  <a:pt x="26931" y="45647"/>
                  <a:pt x="26946" y="45720"/>
                </a:cubicBezTo>
                <a:cubicBezTo>
                  <a:pt x="26946" y="45750"/>
                  <a:pt x="26931" y="45765"/>
                  <a:pt x="26931" y="45809"/>
                </a:cubicBezTo>
                <a:cubicBezTo>
                  <a:pt x="26622" y="46824"/>
                  <a:pt x="26063" y="47898"/>
                  <a:pt x="25165" y="49061"/>
                </a:cubicBezTo>
                <a:cubicBezTo>
                  <a:pt x="23752" y="50886"/>
                  <a:pt x="21574" y="51327"/>
                  <a:pt x="19279" y="51798"/>
                </a:cubicBezTo>
                <a:cubicBezTo>
                  <a:pt x="18248" y="52004"/>
                  <a:pt x="17145" y="52240"/>
                  <a:pt x="16041" y="52593"/>
                </a:cubicBezTo>
                <a:cubicBezTo>
                  <a:pt x="16056" y="52475"/>
                  <a:pt x="16100" y="52372"/>
                  <a:pt x="16115" y="52255"/>
                </a:cubicBezTo>
                <a:cubicBezTo>
                  <a:pt x="17218" y="51857"/>
                  <a:pt x="18337" y="51592"/>
                  <a:pt x="19440" y="51357"/>
                </a:cubicBezTo>
                <a:cubicBezTo>
                  <a:pt x="21692" y="50871"/>
                  <a:pt x="23811" y="50386"/>
                  <a:pt x="25209" y="48575"/>
                </a:cubicBezTo>
                <a:cubicBezTo>
                  <a:pt x="26033" y="47516"/>
                  <a:pt x="26563" y="46486"/>
                  <a:pt x="26902" y="45529"/>
                </a:cubicBezTo>
                <a:close/>
                <a:moveTo>
                  <a:pt x="14393" y="52387"/>
                </a:moveTo>
                <a:cubicBezTo>
                  <a:pt x="14363" y="52431"/>
                  <a:pt x="14334" y="52490"/>
                  <a:pt x="14304" y="52519"/>
                </a:cubicBezTo>
                <a:cubicBezTo>
                  <a:pt x="14275" y="52549"/>
                  <a:pt x="14216" y="52593"/>
                  <a:pt x="14187" y="52608"/>
                </a:cubicBezTo>
                <a:cubicBezTo>
                  <a:pt x="14201" y="52578"/>
                  <a:pt x="14246" y="52534"/>
                  <a:pt x="14260" y="52505"/>
                </a:cubicBezTo>
                <a:cubicBezTo>
                  <a:pt x="14290" y="52461"/>
                  <a:pt x="14349" y="52431"/>
                  <a:pt x="14393" y="52387"/>
                </a:cubicBezTo>
                <a:close/>
                <a:moveTo>
                  <a:pt x="15408" y="52210"/>
                </a:moveTo>
                <a:cubicBezTo>
                  <a:pt x="15379" y="52299"/>
                  <a:pt x="15335" y="52416"/>
                  <a:pt x="15320" y="52505"/>
                </a:cubicBezTo>
                <a:cubicBezTo>
                  <a:pt x="15246" y="52534"/>
                  <a:pt x="15158" y="52578"/>
                  <a:pt x="15070" y="52608"/>
                </a:cubicBezTo>
                <a:lnTo>
                  <a:pt x="15173" y="52343"/>
                </a:lnTo>
                <a:cubicBezTo>
                  <a:pt x="15246" y="52299"/>
                  <a:pt x="15349" y="52240"/>
                  <a:pt x="15408" y="52210"/>
                </a:cubicBezTo>
                <a:close/>
                <a:moveTo>
                  <a:pt x="16041" y="52299"/>
                </a:moveTo>
                <a:cubicBezTo>
                  <a:pt x="16026" y="52416"/>
                  <a:pt x="15982" y="52519"/>
                  <a:pt x="15967" y="52637"/>
                </a:cubicBezTo>
                <a:cubicBezTo>
                  <a:pt x="15864" y="52652"/>
                  <a:pt x="15761" y="52681"/>
                  <a:pt x="15673" y="52725"/>
                </a:cubicBezTo>
                <a:cubicBezTo>
                  <a:pt x="15688" y="52608"/>
                  <a:pt x="15732" y="52505"/>
                  <a:pt x="15761" y="52416"/>
                </a:cubicBezTo>
                <a:lnTo>
                  <a:pt x="16041" y="52299"/>
                </a:lnTo>
                <a:close/>
                <a:moveTo>
                  <a:pt x="14555" y="52431"/>
                </a:moveTo>
                <a:cubicBezTo>
                  <a:pt x="14510" y="52519"/>
                  <a:pt x="14481" y="52578"/>
                  <a:pt x="14437" y="52652"/>
                </a:cubicBezTo>
                <a:cubicBezTo>
                  <a:pt x="14393" y="52681"/>
                  <a:pt x="14304" y="52725"/>
                  <a:pt x="14260" y="52755"/>
                </a:cubicBezTo>
                <a:cubicBezTo>
                  <a:pt x="14290" y="52681"/>
                  <a:pt x="14334" y="52637"/>
                  <a:pt x="14363" y="52549"/>
                </a:cubicBezTo>
                <a:cubicBezTo>
                  <a:pt x="14422" y="52519"/>
                  <a:pt x="14481" y="52461"/>
                  <a:pt x="14555" y="52431"/>
                </a:cubicBezTo>
                <a:close/>
                <a:moveTo>
                  <a:pt x="14039" y="52667"/>
                </a:moveTo>
                <a:cubicBezTo>
                  <a:pt x="14025" y="52681"/>
                  <a:pt x="13995" y="52725"/>
                  <a:pt x="13981" y="52740"/>
                </a:cubicBezTo>
                <a:cubicBezTo>
                  <a:pt x="13970" y="52746"/>
                  <a:pt x="13957" y="52755"/>
                  <a:pt x="13944" y="52766"/>
                </a:cubicBezTo>
                <a:lnTo>
                  <a:pt x="13944" y="52766"/>
                </a:lnTo>
                <a:cubicBezTo>
                  <a:pt x="13946" y="52763"/>
                  <a:pt x="13949" y="52759"/>
                  <a:pt x="13951" y="52755"/>
                </a:cubicBezTo>
                <a:lnTo>
                  <a:pt x="14039" y="52667"/>
                </a:lnTo>
                <a:close/>
                <a:moveTo>
                  <a:pt x="15070" y="52387"/>
                </a:moveTo>
                <a:lnTo>
                  <a:pt x="14952" y="52667"/>
                </a:lnTo>
                <a:cubicBezTo>
                  <a:pt x="14878" y="52711"/>
                  <a:pt x="14790" y="52740"/>
                  <a:pt x="14716" y="52784"/>
                </a:cubicBezTo>
                <a:cubicBezTo>
                  <a:pt x="14761" y="52681"/>
                  <a:pt x="14790" y="52593"/>
                  <a:pt x="14834" y="52519"/>
                </a:cubicBezTo>
                <a:cubicBezTo>
                  <a:pt x="14923" y="52461"/>
                  <a:pt x="14996" y="52431"/>
                  <a:pt x="15070" y="52387"/>
                </a:cubicBezTo>
                <a:close/>
                <a:moveTo>
                  <a:pt x="15658" y="52431"/>
                </a:moveTo>
                <a:lnTo>
                  <a:pt x="15658" y="52431"/>
                </a:lnTo>
                <a:cubicBezTo>
                  <a:pt x="15614" y="52534"/>
                  <a:pt x="15599" y="52637"/>
                  <a:pt x="15585" y="52740"/>
                </a:cubicBezTo>
                <a:lnTo>
                  <a:pt x="15305" y="52858"/>
                </a:lnTo>
                <a:cubicBezTo>
                  <a:pt x="15349" y="52740"/>
                  <a:pt x="15364" y="52652"/>
                  <a:pt x="15393" y="52534"/>
                </a:cubicBezTo>
                <a:cubicBezTo>
                  <a:pt x="15496" y="52505"/>
                  <a:pt x="15585" y="52461"/>
                  <a:pt x="15658" y="52431"/>
                </a:cubicBezTo>
                <a:close/>
                <a:moveTo>
                  <a:pt x="14216" y="52681"/>
                </a:moveTo>
                <a:cubicBezTo>
                  <a:pt x="14187" y="52740"/>
                  <a:pt x="14172" y="52799"/>
                  <a:pt x="14128" y="52858"/>
                </a:cubicBezTo>
                <a:lnTo>
                  <a:pt x="13966" y="52961"/>
                </a:lnTo>
                <a:cubicBezTo>
                  <a:pt x="13995" y="52902"/>
                  <a:pt x="14025" y="52858"/>
                  <a:pt x="14054" y="52799"/>
                </a:cubicBezTo>
                <a:cubicBezTo>
                  <a:pt x="14113" y="52784"/>
                  <a:pt x="14157" y="52740"/>
                  <a:pt x="14216" y="52681"/>
                </a:cubicBezTo>
                <a:close/>
                <a:moveTo>
                  <a:pt x="14731" y="52593"/>
                </a:moveTo>
                <a:cubicBezTo>
                  <a:pt x="14687" y="52667"/>
                  <a:pt x="14658" y="52740"/>
                  <a:pt x="14628" y="52828"/>
                </a:cubicBezTo>
                <a:cubicBezTo>
                  <a:pt x="14555" y="52873"/>
                  <a:pt x="14481" y="52902"/>
                  <a:pt x="14407" y="52961"/>
                </a:cubicBezTo>
                <a:cubicBezTo>
                  <a:pt x="14437" y="52873"/>
                  <a:pt x="14481" y="52799"/>
                  <a:pt x="14510" y="52725"/>
                </a:cubicBezTo>
                <a:cubicBezTo>
                  <a:pt x="14584" y="52681"/>
                  <a:pt x="14658" y="52622"/>
                  <a:pt x="14731" y="52593"/>
                </a:cubicBezTo>
                <a:close/>
                <a:moveTo>
                  <a:pt x="15305" y="52593"/>
                </a:moveTo>
                <a:cubicBezTo>
                  <a:pt x="15261" y="52711"/>
                  <a:pt x="15246" y="52799"/>
                  <a:pt x="15217" y="52902"/>
                </a:cubicBezTo>
                <a:cubicBezTo>
                  <a:pt x="15129" y="52917"/>
                  <a:pt x="15026" y="52961"/>
                  <a:pt x="14937" y="53020"/>
                </a:cubicBezTo>
                <a:cubicBezTo>
                  <a:pt x="14981" y="52917"/>
                  <a:pt x="15011" y="52814"/>
                  <a:pt x="15040" y="52725"/>
                </a:cubicBezTo>
                <a:cubicBezTo>
                  <a:pt x="15143" y="52681"/>
                  <a:pt x="15217" y="52652"/>
                  <a:pt x="15305" y="52593"/>
                </a:cubicBezTo>
                <a:close/>
                <a:moveTo>
                  <a:pt x="26975" y="45941"/>
                </a:moveTo>
                <a:cubicBezTo>
                  <a:pt x="26990" y="45985"/>
                  <a:pt x="26990" y="46059"/>
                  <a:pt x="27005" y="46133"/>
                </a:cubicBezTo>
                <a:cubicBezTo>
                  <a:pt x="26990" y="46191"/>
                  <a:pt x="26975" y="46236"/>
                  <a:pt x="26975" y="46280"/>
                </a:cubicBezTo>
                <a:lnTo>
                  <a:pt x="26975" y="46309"/>
                </a:lnTo>
                <a:cubicBezTo>
                  <a:pt x="26652" y="47310"/>
                  <a:pt x="26092" y="48443"/>
                  <a:pt x="25180" y="49620"/>
                </a:cubicBezTo>
                <a:cubicBezTo>
                  <a:pt x="23752" y="51489"/>
                  <a:pt x="21604" y="51872"/>
                  <a:pt x="19131" y="52343"/>
                </a:cubicBezTo>
                <a:cubicBezTo>
                  <a:pt x="18116" y="52519"/>
                  <a:pt x="17071" y="52725"/>
                  <a:pt x="15982" y="53034"/>
                </a:cubicBezTo>
                <a:lnTo>
                  <a:pt x="16041" y="52711"/>
                </a:lnTo>
                <a:cubicBezTo>
                  <a:pt x="17159" y="52343"/>
                  <a:pt x="18263" y="52093"/>
                  <a:pt x="19293" y="51901"/>
                </a:cubicBezTo>
                <a:cubicBezTo>
                  <a:pt x="21619" y="51416"/>
                  <a:pt x="23811" y="50974"/>
                  <a:pt x="25224" y="49135"/>
                </a:cubicBezTo>
                <a:cubicBezTo>
                  <a:pt x="26048" y="48075"/>
                  <a:pt x="26578" y="47045"/>
                  <a:pt x="26916" y="46088"/>
                </a:cubicBezTo>
                <a:lnTo>
                  <a:pt x="26916" y="46103"/>
                </a:lnTo>
                <a:lnTo>
                  <a:pt x="26975" y="45941"/>
                </a:lnTo>
                <a:close/>
                <a:moveTo>
                  <a:pt x="15938" y="52681"/>
                </a:moveTo>
                <a:lnTo>
                  <a:pt x="15938" y="52681"/>
                </a:lnTo>
                <a:cubicBezTo>
                  <a:pt x="15909" y="52814"/>
                  <a:pt x="15894" y="52917"/>
                  <a:pt x="15879" y="53034"/>
                </a:cubicBezTo>
                <a:cubicBezTo>
                  <a:pt x="15761" y="53079"/>
                  <a:pt x="15673" y="53093"/>
                  <a:pt x="15570" y="53123"/>
                </a:cubicBezTo>
                <a:cubicBezTo>
                  <a:pt x="15585" y="53020"/>
                  <a:pt x="15599" y="52902"/>
                  <a:pt x="15644" y="52799"/>
                </a:cubicBezTo>
                <a:cubicBezTo>
                  <a:pt x="15732" y="52755"/>
                  <a:pt x="15835" y="52725"/>
                  <a:pt x="15938" y="52681"/>
                </a:cubicBezTo>
                <a:close/>
                <a:moveTo>
                  <a:pt x="14393" y="52799"/>
                </a:moveTo>
                <a:lnTo>
                  <a:pt x="14393" y="52799"/>
                </a:lnTo>
                <a:cubicBezTo>
                  <a:pt x="14349" y="52873"/>
                  <a:pt x="14304" y="52946"/>
                  <a:pt x="14275" y="53034"/>
                </a:cubicBezTo>
                <a:cubicBezTo>
                  <a:pt x="14201" y="53079"/>
                  <a:pt x="14128" y="53108"/>
                  <a:pt x="14069" y="53167"/>
                </a:cubicBezTo>
                <a:lnTo>
                  <a:pt x="14187" y="52946"/>
                </a:lnTo>
                <a:cubicBezTo>
                  <a:pt x="14246" y="52873"/>
                  <a:pt x="14319" y="52828"/>
                  <a:pt x="14393" y="52799"/>
                </a:cubicBezTo>
                <a:close/>
                <a:moveTo>
                  <a:pt x="14923" y="52755"/>
                </a:moveTo>
                <a:lnTo>
                  <a:pt x="14923" y="52755"/>
                </a:lnTo>
                <a:cubicBezTo>
                  <a:pt x="14878" y="52858"/>
                  <a:pt x="14849" y="52946"/>
                  <a:pt x="14820" y="53049"/>
                </a:cubicBezTo>
                <a:cubicBezTo>
                  <a:pt x="14761" y="53093"/>
                  <a:pt x="14658" y="53123"/>
                  <a:pt x="14569" y="53167"/>
                </a:cubicBezTo>
                <a:lnTo>
                  <a:pt x="14672" y="52887"/>
                </a:lnTo>
                <a:cubicBezTo>
                  <a:pt x="14761" y="52858"/>
                  <a:pt x="14849" y="52799"/>
                  <a:pt x="14923" y="52755"/>
                </a:cubicBezTo>
                <a:close/>
                <a:moveTo>
                  <a:pt x="13878" y="52961"/>
                </a:moveTo>
                <a:lnTo>
                  <a:pt x="13878" y="52961"/>
                </a:lnTo>
                <a:cubicBezTo>
                  <a:pt x="13848" y="53005"/>
                  <a:pt x="13819" y="53049"/>
                  <a:pt x="13804" y="53093"/>
                </a:cubicBezTo>
                <a:cubicBezTo>
                  <a:pt x="13745" y="53123"/>
                  <a:pt x="13701" y="53167"/>
                  <a:pt x="13657" y="53196"/>
                </a:cubicBezTo>
                <a:cubicBezTo>
                  <a:pt x="13672" y="53167"/>
                  <a:pt x="13701" y="53123"/>
                  <a:pt x="13730" y="53093"/>
                </a:cubicBezTo>
                <a:cubicBezTo>
                  <a:pt x="13745" y="53079"/>
                  <a:pt x="13775" y="53049"/>
                  <a:pt x="13804" y="53020"/>
                </a:cubicBezTo>
                <a:cubicBezTo>
                  <a:pt x="13819" y="53005"/>
                  <a:pt x="13833" y="52976"/>
                  <a:pt x="13878" y="52961"/>
                </a:cubicBezTo>
                <a:close/>
                <a:moveTo>
                  <a:pt x="15541" y="52858"/>
                </a:moveTo>
                <a:lnTo>
                  <a:pt x="15541" y="52858"/>
                </a:lnTo>
                <a:cubicBezTo>
                  <a:pt x="15526" y="52961"/>
                  <a:pt x="15496" y="53079"/>
                  <a:pt x="15467" y="53167"/>
                </a:cubicBezTo>
                <a:lnTo>
                  <a:pt x="15202" y="53270"/>
                </a:lnTo>
                <a:cubicBezTo>
                  <a:pt x="15217" y="53167"/>
                  <a:pt x="15246" y="53079"/>
                  <a:pt x="15276" y="52961"/>
                </a:cubicBezTo>
                <a:lnTo>
                  <a:pt x="15541" y="52858"/>
                </a:lnTo>
                <a:close/>
                <a:moveTo>
                  <a:pt x="14040" y="53020"/>
                </a:moveTo>
                <a:cubicBezTo>
                  <a:pt x="13995" y="53093"/>
                  <a:pt x="13966" y="53167"/>
                  <a:pt x="13951" y="53226"/>
                </a:cubicBezTo>
                <a:cubicBezTo>
                  <a:pt x="13878" y="53255"/>
                  <a:pt x="13819" y="53285"/>
                  <a:pt x="13745" y="53344"/>
                </a:cubicBezTo>
                <a:cubicBezTo>
                  <a:pt x="13775" y="53270"/>
                  <a:pt x="13819" y="53226"/>
                  <a:pt x="13848" y="53138"/>
                </a:cubicBezTo>
                <a:cubicBezTo>
                  <a:pt x="13907" y="53093"/>
                  <a:pt x="13981" y="53049"/>
                  <a:pt x="14040" y="53020"/>
                </a:cubicBezTo>
                <a:close/>
                <a:moveTo>
                  <a:pt x="14569" y="52946"/>
                </a:moveTo>
                <a:lnTo>
                  <a:pt x="14466" y="53226"/>
                </a:lnTo>
                <a:cubicBezTo>
                  <a:pt x="14393" y="53255"/>
                  <a:pt x="14290" y="53285"/>
                  <a:pt x="14216" y="53344"/>
                </a:cubicBezTo>
                <a:cubicBezTo>
                  <a:pt x="14260" y="53255"/>
                  <a:pt x="14290" y="53167"/>
                  <a:pt x="14334" y="53093"/>
                </a:cubicBezTo>
                <a:cubicBezTo>
                  <a:pt x="14422" y="53034"/>
                  <a:pt x="14496" y="52976"/>
                  <a:pt x="14569" y="52946"/>
                </a:cubicBezTo>
                <a:close/>
                <a:moveTo>
                  <a:pt x="15173" y="53020"/>
                </a:moveTo>
                <a:lnTo>
                  <a:pt x="15173" y="53020"/>
                </a:lnTo>
                <a:cubicBezTo>
                  <a:pt x="15143" y="53123"/>
                  <a:pt x="15129" y="53226"/>
                  <a:pt x="15099" y="53329"/>
                </a:cubicBezTo>
                <a:cubicBezTo>
                  <a:pt x="15011" y="53329"/>
                  <a:pt x="14893" y="53373"/>
                  <a:pt x="14805" y="53417"/>
                </a:cubicBezTo>
                <a:cubicBezTo>
                  <a:pt x="14849" y="53314"/>
                  <a:pt x="14864" y="53226"/>
                  <a:pt x="14893" y="53123"/>
                </a:cubicBezTo>
                <a:lnTo>
                  <a:pt x="15173" y="53020"/>
                </a:lnTo>
                <a:close/>
                <a:moveTo>
                  <a:pt x="13524" y="53270"/>
                </a:moveTo>
                <a:cubicBezTo>
                  <a:pt x="13510" y="53299"/>
                  <a:pt x="13480" y="53329"/>
                  <a:pt x="13466" y="53344"/>
                </a:cubicBezTo>
                <a:cubicBezTo>
                  <a:pt x="13421" y="53388"/>
                  <a:pt x="13392" y="53402"/>
                  <a:pt x="13363" y="53447"/>
                </a:cubicBezTo>
                <a:cubicBezTo>
                  <a:pt x="13377" y="53417"/>
                  <a:pt x="13392" y="53388"/>
                  <a:pt x="13407" y="53373"/>
                </a:cubicBezTo>
                <a:cubicBezTo>
                  <a:pt x="13451" y="53329"/>
                  <a:pt x="13480" y="53314"/>
                  <a:pt x="13524" y="53270"/>
                </a:cubicBezTo>
                <a:close/>
                <a:moveTo>
                  <a:pt x="26961" y="46456"/>
                </a:moveTo>
                <a:lnTo>
                  <a:pt x="26961" y="46471"/>
                </a:lnTo>
                <a:cubicBezTo>
                  <a:pt x="26975" y="46486"/>
                  <a:pt x="26990" y="46530"/>
                  <a:pt x="26990" y="46545"/>
                </a:cubicBezTo>
                <a:cubicBezTo>
                  <a:pt x="26990" y="46574"/>
                  <a:pt x="26990" y="46618"/>
                  <a:pt x="27005" y="46648"/>
                </a:cubicBezTo>
                <a:cubicBezTo>
                  <a:pt x="26666" y="47751"/>
                  <a:pt x="26107" y="48929"/>
                  <a:pt x="25180" y="50135"/>
                </a:cubicBezTo>
                <a:cubicBezTo>
                  <a:pt x="23708" y="52034"/>
                  <a:pt x="21501" y="52402"/>
                  <a:pt x="18940" y="52858"/>
                </a:cubicBezTo>
                <a:cubicBezTo>
                  <a:pt x="17969" y="53020"/>
                  <a:pt x="16939" y="53182"/>
                  <a:pt x="15909" y="53461"/>
                </a:cubicBezTo>
                <a:cubicBezTo>
                  <a:pt x="15923" y="53344"/>
                  <a:pt x="15953" y="53226"/>
                  <a:pt x="15953" y="53108"/>
                </a:cubicBezTo>
                <a:cubicBezTo>
                  <a:pt x="17027" y="52784"/>
                  <a:pt x="18101" y="52578"/>
                  <a:pt x="19117" y="52387"/>
                </a:cubicBezTo>
                <a:cubicBezTo>
                  <a:pt x="21501" y="51945"/>
                  <a:pt x="23752" y="51533"/>
                  <a:pt x="25224" y="49635"/>
                </a:cubicBezTo>
                <a:cubicBezTo>
                  <a:pt x="26033" y="48590"/>
                  <a:pt x="26593" y="47516"/>
                  <a:pt x="26961" y="46456"/>
                </a:cubicBezTo>
                <a:close/>
                <a:moveTo>
                  <a:pt x="14201" y="53167"/>
                </a:moveTo>
                <a:cubicBezTo>
                  <a:pt x="14187" y="53226"/>
                  <a:pt x="14143" y="53314"/>
                  <a:pt x="14113" y="53402"/>
                </a:cubicBezTo>
                <a:cubicBezTo>
                  <a:pt x="14040" y="53447"/>
                  <a:pt x="13966" y="53491"/>
                  <a:pt x="13878" y="53535"/>
                </a:cubicBezTo>
                <a:cubicBezTo>
                  <a:pt x="13907" y="53461"/>
                  <a:pt x="13951" y="53373"/>
                  <a:pt x="13981" y="53285"/>
                </a:cubicBezTo>
                <a:cubicBezTo>
                  <a:pt x="14054" y="53255"/>
                  <a:pt x="14128" y="53196"/>
                  <a:pt x="14201" y="53167"/>
                </a:cubicBezTo>
                <a:close/>
                <a:moveTo>
                  <a:pt x="14805" y="53152"/>
                </a:moveTo>
                <a:lnTo>
                  <a:pt x="14805" y="53152"/>
                </a:lnTo>
                <a:cubicBezTo>
                  <a:pt x="14775" y="53241"/>
                  <a:pt x="14761" y="53344"/>
                  <a:pt x="14716" y="53447"/>
                </a:cubicBezTo>
                <a:lnTo>
                  <a:pt x="14437" y="53550"/>
                </a:lnTo>
                <a:cubicBezTo>
                  <a:pt x="14481" y="53461"/>
                  <a:pt x="14496" y="53373"/>
                  <a:pt x="14525" y="53255"/>
                </a:cubicBezTo>
                <a:cubicBezTo>
                  <a:pt x="14628" y="53241"/>
                  <a:pt x="14716" y="53196"/>
                  <a:pt x="14805" y="53152"/>
                </a:cubicBezTo>
                <a:close/>
                <a:moveTo>
                  <a:pt x="13686" y="53270"/>
                </a:moveTo>
                <a:cubicBezTo>
                  <a:pt x="13657" y="53329"/>
                  <a:pt x="13627" y="53388"/>
                  <a:pt x="13598" y="53447"/>
                </a:cubicBezTo>
                <a:cubicBezTo>
                  <a:pt x="13539" y="53476"/>
                  <a:pt x="13480" y="53505"/>
                  <a:pt x="13407" y="53564"/>
                </a:cubicBezTo>
                <a:cubicBezTo>
                  <a:pt x="13451" y="53505"/>
                  <a:pt x="13480" y="53461"/>
                  <a:pt x="13510" y="53402"/>
                </a:cubicBezTo>
                <a:cubicBezTo>
                  <a:pt x="13583" y="53373"/>
                  <a:pt x="13627" y="53314"/>
                  <a:pt x="13686" y="53270"/>
                </a:cubicBezTo>
                <a:close/>
                <a:moveTo>
                  <a:pt x="15879" y="53138"/>
                </a:moveTo>
                <a:lnTo>
                  <a:pt x="15879" y="53138"/>
                </a:lnTo>
                <a:cubicBezTo>
                  <a:pt x="15864" y="53255"/>
                  <a:pt x="15835" y="53358"/>
                  <a:pt x="15835" y="53491"/>
                </a:cubicBezTo>
                <a:cubicBezTo>
                  <a:pt x="15717" y="53491"/>
                  <a:pt x="15599" y="53535"/>
                  <a:pt x="15511" y="53564"/>
                </a:cubicBezTo>
                <a:lnTo>
                  <a:pt x="15570" y="53241"/>
                </a:lnTo>
                <a:cubicBezTo>
                  <a:pt x="15673" y="53196"/>
                  <a:pt x="15761" y="53167"/>
                  <a:pt x="15879" y="53138"/>
                </a:cubicBezTo>
                <a:close/>
                <a:moveTo>
                  <a:pt x="13142" y="53594"/>
                </a:moveTo>
                <a:cubicBezTo>
                  <a:pt x="13142" y="53608"/>
                  <a:pt x="13112" y="53608"/>
                  <a:pt x="13112" y="53623"/>
                </a:cubicBezTo>
                <a:cubicBezTo>
                  <a:pt x="13100" y="53635"/>
                  <a:pt x="13078" y="53648"/>
                  <a:pt x="13053" y="53669"/>
                </a:cubicBezTo>
                <a:lnTo>
                  <a:pt x="13053" y="53669"/>
                </a:lnTo>
                <a:cubicBezTo>
                  <a:pt x="13054" y="53665"/>
                  <a:pt x="13054" y="53659"/>
                  <a:pt x="13054" y="53653"/>
                </a:cubicBezTo>
                <a:lnTo>
                  <a:pt x="13142" y="53594"/>
                </a:lnTo>
                <a:close/>
                <a:moveTo>
                  <a:pt x="15467" y="53255"/>
                </a:moveTo>
                <a:lnTo>
                  <a:pt x="15423" y="53594"/>
                </a:lnTo>
                <a:cubicBezTo>
                  <a:pt x="15305" y="53623"/>
                  <a:pt x="15217" y="53653"/>
                  <a:pt x="15099" y="53697"/>
                </a:cubicBezTo>
                <a:cubicBezTo>
                  <a:pt x="15129" y="53594"/>
                  <a:pt x="15143" y="53476"/>
                  <a:pt x="15173" y="53373"/>
                </a:cubicBezTo>
                <a:cubicBezTo>
                  <a:pt x="15276" y="53329"/>
                  <a:pt x="15379" y="53299"/>
                  <a:pt x="15467" y="53255"/>
                </a:cubicBezTo>
                <a:close/>
                <a:moveTo>
                  <a:pt x="13878" y="53373"/>
                </a:moveTo>
                <a:cubicBezTo>
                  <a:pt x="13833" y="53447"/>
                  <a:pt x="13789" y="53520"/>
                  <a:pt x="13760" y="53608"/>
                </a:cubicBezTo>
                <a:cubicBezTo>
                  <a:pt x="13686" y="53638"/>
                  <a:pt x="13613" y="53697"/>
                  <a:pt x="13539" y="53741"/>
                </a:cubicBezTo>
                <a:lnTo>
                  <a:pt x="13657" y="53520"/>
                </a:lnTo>
                <a:cubicBezTo>
                  <a:pt x="13730" y="53461"/>
                  <a:pt x="13789" y="53402"/>
                  <a:pt x="13878" y="53373"/>
                </a:cubicBezTo>
                <a:close/>
                <a:moveTo>
                  <a:pt x="14437" y="53329"/>
                </a:moveTo>
                <a:lnTo>
                  <a:pt x="14437" y="53329"/>
                </a:lnTo>
                <a:cubicBezTo>
                  <a:pt x="14407" y="53417"/>
                  <a:pt x="14363" y="53520"/>
                  <a:pt x="14349" y="53608"/>
                </a:cubicBezTo>
                <a:cubicBezTo>
                  <a:pt x="14260" y="53638"/>
                  <a:pt x="14157" y="53682"/>
                  <a:pt x="14069" y="53741"/>
                </a:cubicBezTo>
                <a:lnTo>
                  <a:pt x="14187" y="53461"/>
                </a:lnTo>
                <a:cubicBezTo>
                  <a:pt x="14275" y="53417"/>
                  <a:pt x="14349" y="53373"/>
                  <a:pt x="14437" y="53329"/>
                </a:cubicBezTo>
                <a:close/>
                <a:moveTo>
                  <a:pt x="13333" y="53550"/>
                </a:moveTo>
                <a:lnTo>
                  <a:pt x="13333" y="53550"/>
                </a:lnTo>
                <a:cubicBezTo>
                  <a:pt x="13318" y="53594"/>
                  <a:pt x="13289" y="53638"/>
                  <a:pt x="13260" y="53682"/>
                </a:cubicBezTo>
                <a:cubicBezTo>
                  <a:pt x="13201" y="53711"/>
                  <a:pt x="13157" y="53756"/>
                  <a:pt x="13112" y="53785"/>
                </a:cubicBezTo>
                <a:cubicBezTo>
                  <a:pt x="13127" y="53756"/>
                  <a:pt x="13171" y="53711"/>
                  <a:pt x="13186" y="53682"/>
                </a:cubicBezTo>
                <a:cubicBezTo>
                  <a:pt x="13230" y="53638"/>
                  <a:pt x="13289" y="53608"/>
                  <a:pt x="13333" y="53550"/>
                </a:cubicBezTo>
                <a:close/>
                <a:moveTo>
                  <a:pt x="15084" y="53402"/>
                </a:moveTo>
                <a:cubicBezTo>
                  <a:pt x="15070" y="53520"/>
                  <a:pt x="15040" y="53623"/>
                  <a:pt x="15011" y="53711"/>
                </a:cubicBezTo>
                <a:cubicBezTo>
                  <a:pt x="14893" y="53756"/>
                  <a:pt x="14805" y="53785"/>
                  <a:pt x="14702" y="53829"/>
                </a:cubicBezTo>
                <a:cubicBezTo>
                  <a:pt x="14731" y="53711"/>
                  <a:pt x="14761" y="53608"/>
                  <a:pt x="14790" y="53520"/>
                </a:cubicBezTo>
                <a:cubicBezTo>
                  <a:pt x="14878" y="53476"/>
                  <a:pt x="14996" y="53447"/>
                  <a:pt x="15084" y="53402"/>
                </a:cubicBezTo>
                <a:close/>
                <a:moveTo>
                  <a:pt x="14069" y="53520"/>
                </a:moveTo>
                <a:lnTo>
                  <a:pt x="14069" y="53520"/>
                </a:lnTo>
                <a:cubicBezTo>
                  <a:pt x="14040" y="53608"/>
                  <a:pt x="13995" y="53697"/>
                  <a:pt x="13981" y="53770"/>
                </a:cubicBezTo>
                <a:cubicBezTo>
                  <a:pt x="13892" y="53814"/>
                  <a:pt x="13819" y="53859"/>
                  <a:pt x="13716" y="53903"/>
                </a:cubicBezTo>
                <a:cubicBezTo>
                  <a:pt x="13760" y="53814"/>
                  <a:pt x="13789" y="53741"/>
                  <a:pt x="13833" y="53638"/>
                </a:cubicBezTo>
                <a:cubicBezTo>
                  <a:pt x="13907" y="53608"/>
                  <a:pt x="13995" y="53550"/>
                  <a:pt x="14069" y="53520"/>
                </a:cubicBezTo>
                <a:close/>
                <a:moveTo>
                  <a:pt x="27005" y="46868"/>
                </a:moveTo>
                <a:cubicBezTo>
                  <a:pt x="27005" y="46927"/>
                  <a:pt x="27019" y="46986"/>
                  <a:pt x="27019" y="47015"/>
                </a:cubicBezTo>
                <a:cubicBezTo>
                  <a:pt x="27034" y="47030"/>
                  <a:pt x="27034" y="47060"/>
                  <a:pt x="27034" y="47089"/>
                </a:cubicBezTo>
                <a:cubicBezTo>
                  <a:pt x="26710" y="48237"/>
                  <a:pt x="26122" y="49429"/>
                  <a:pt x="25180" y="50665"/>
                </a:cubicBezTo>
                <a:cubicBezTo>
                  <a:pt x="23679" y="52622"/>
                  <a:pt x="21412" y="52976"/>
                  <a:pt x="18764" y="53358"/>
                </a:cubicBezTo>
                <a:cubicBezTo>
                  <a:pt x="17822" y="53505"/>
                  <a:pt x="16850" y="53653"/>
                  <a:pt x="15864" y="53903"/>
                </a:cubicBezTo>
                <a:cubicBezTo>
                  <a:pt x="15864" y="53785"/>
                  <a:pt x="15879" y="53653"/>
                  <a:pt x="15894" y="53550"/>
                </a:cubicBezTo>
                <a:cubicBezTo>
                  <a:pt x="16939" y="53270"/>
                  <a:pt x="17969" y="53093"/>
                  <a:pt x="18940" y="52917"/>
                </a:cubicBezTo>
                <a:cubicBezTo>
                  <a:pt x="21516" y="52505"/>
                  <a:pt x="23723" y="52122"/>
                  <a:pt x="25239" y="50180"/>
                </a:cubicBezTo>
                <a:cubicBezTo>
                  <a:pt x="26107" y="49046"/>
                  <a:pt x="26666" y="47943"/>
                  <a:pt x="27005" y="46868"/>
                </a:cubicBezTo>
                <a:close/>
                <a:moveTo>
                  <a:pt x="13524" y="53564"/>
                </a:moveTo>
                <a:lnTo>
                  <a:pt x="13524" y="53564"/>
                </a:lnTo>
                <a:cubicBezTo>
                  <a:pt x="13480" y="53653"/>
                  <a:pt x="13451" y="53741"/>
                  <a:pt x="13407" y="53785"/>
                </a:cubicBezTo>
                <a:cubicBezTo>
                  <a:pt x="13333" y="53829"/>
                  <a:pt x="13289" y="53888"/>
                  <a:pt x="13215" y="53917"/>
                </a:cubicBezTo>
                <a:cubicBezTo>
                  <a:pt x="13245" y="53844"/>
                  <a:pt x="13289" y="53785"/>
                  <a:pt x="13318" y="53711"/>
                </a:cubicBezTo>
                <a:cubicBezTo>
                  <a:pt x="13392" y="53653"/>
                  <a:pt x="13451" y="53623"/>
                  <a:pt x="13524" y="53564"/>
                </a:cubicBezTo>
                <a:close/>
                <a:moveTo>
                  <a:pt x="14687" y="53550"/>
                </a:moveTo>
                <a:lnTo>
                  <a:pt x="14687" y="53550"/>
                </a:lnTo>
                <a:cubicBezTo>
                  <a:pt x="14658" y="53667"/>
                  <a:pt x="14628" y="53756"/>
                  <a:pt x="14613" y="53859"/>
                </a:cubicBezTo>
                <a:cubicBezTo>
                  <a:pt x="14510" y="53903"/>
                  <a:pt x="14422" y="53932"/>
                  <a:pt x="14319" y="53976"/>
                </a:cubicBezTo>
                <a:cubicBezTo>
                  <a:pt x="14334" y="53859"/>
                  <a:pt x="14363" y="53770"/>
                  <a:pt x="14407" y="53682"/>
                </a:cubicBezTo>
                <a:cubicBezTo>
                  <a:pt x="14496" y="53638"/>
                  <a:pt x="14584" y="53608"/>
                  <a:pt x="14687" y="53550"/>
                </a:cubicBezTo>
                <a:close/>
                <a:moveTo>
                  <a:pt x="15820" y="53564"/>
                </a:moveTo>
                <a:lnTo>
                  <a:pt x="15820" y="53564"/>
                </a:lnTo>
                <a:cubicBezTo>
                  <a:pt x="15806" y="53682"/>
                  <a:pt x="15806" y="53814"/>
                  <a:pt x="15806" y="53917"/>
                </a:cubicBezTo>
                <a:cubicBezTo>
                  <a:pt x="15673" y="53932"/>
                  <a:pt x="15570" y="53976"/>
                  <a:pt x="15452" y="54006"/>
                </a:cubicBezTo>
                <a:cubicBezTo>
                  <a:pt x="15467" y="53903"/>
                  <a:pt x="15467" y="53770"/>
                  <a:pt x="15496" y="53667"/>
                </a:cubicBezTo>
                <a:cubicBezTo>
                  <a:pt x="15599" y="53623"/>
                  <a:pt x="15717" y="53608"/>
                  <a:pt x="15820" y="53564"/>
                </a:cubicBezTo>
                <a:close/>
                <a:moveTo>
                  <a:pt x="12965" y="53859"/>
                </a:moveTo>
                <a:cubicBezTo>
                  <a:pt x="12951" y="53888"/>
                  <a:pt x="12936" y="53917"/>
                  <a:pt x="12921" y="53932"/>
                </a:cubicBezTo>
                <a:cubicBezTo>
                  <a:pt x="12877" y="53976"/>
                  <a:pt x="12818" y="54006"/>
                  <a:pt x="12789" y="54050"/>
                </a:cubicBezTo>
                <a:cubicBezTo>
                  <a:pt x="12803" y="54020"/>
                  <a:pt x="12818" y="54006"/>
                  <a:pt x="12847" y="53976"/>
                </a:cubicBezTo>
                <a:cubicBezTo>
                  <a:pt x="12877" y="53932"/>
                  <a:pt x="12936" y="53903"/>
                  <a:pt x="12965" y="53859"/>
                </a:cubicBezTo>
                <a:close/>
                <a:moveTo>
                  <a:pt x="13716" y="53697"/>
                </a:moveTo>
                <a:lnTo>
                  <a:pt x="13716" y="53697"/>
                </a:lnTo>
                <a:cubicBezTo>
                  <a:pt x="13686" y="53785"/>
                  <a:pt x="13657" y="53888"/>
                  <a:pt x="13613" y="53962"/>
                </a:cubicBezTo>
                <a:cubicBezTo>
                  <a:pt x="13539" y="53991"/>
                  <a:pt x="13451" y="54050"/>
                  <a:pt x="13377" y="54079"/>
                </a:cubicBezTo>
                <a:cubicBezTo>
                  <a:pt x="13407" y="54006"/>
                  <a:pt x="13451" y="53917"/>
                  <a:pt x="13480" y="53844"/>
                </a:cubicBezTo>
                <a:cubicBezTo>
                  <a:pt x="13554" y="53785"/>
                  <a:pt x="13657" y="53756"/>
                  <a:pt x="13716" y="53697"/>
                </a:cubicBezTo>
                <a:close/>
                <a:moveTo>
                  <a:pt x="14319" y="53711"/>
                </a:moveTo>
                <a:cubicBezTo>
                  <a:pt x="14275" y="53814"/>
                  <a:pt x="14260" y="53917"/>
                  <a:pt x="14246" y="54006"/>
                </a:cubicBezTo>
                <a:cubicBezTo>
                  <a:pt x="14143" y="54050"/>
                  <a:pt x="14054" y="54079"/>
                  <a:pt x="13951" y="54123"/>
                </a:cubicBezTo>
                <a:cubicBezTo>
                  <a:pt x="13981" y="54035"/>
                  <a:pt x="13995" y="53932"/>
                  <a:pt x="14040" y="53829"/>
                </a:cubicBezTo>
                <a:lnTo>
                  <a:pt x="14319" y="53711"/>
                </a:lnTo>
                <a:close/>
                <a:moveTo>
                  <a:pt x="15393" y="53682"/>
                </a:moveTo>
                <a:lnTo>
                  <a:pt x="15393" y="53682"/>
                </a:lnTo>
                <a:cubicBezTo>
                  <a:pt x="15379" y="53785"/>
                  <a:pt x="15364" y="53903"/>
                  <a:pt x="15364" y="54020"/>
                </a:cubicBezTo>
                <a:cubicBezTo>
                  <a:pt x="15246" y="54065"/>
                  <a:pt x="15143" y="54079"/>
                  <a:pt x="15026" y="54123"/>
                </a:cubicBezTo>
                <a:cubicBezTo>
                  <a:pt x="15055" y="54006"/>
                  <a:pt x="15070" y="53903"/>
                  <a:pt x="15084" y="53770"/>
                </a:cubicBezTo>
                <a:cubicBezTo>
                  <a:pt x="15187" y="53741"/>
                  <a:pt x="15305" y="53697"/>
                  <a:pt x="15393" y="53682"/>
                </a:cubicBezTo>
                <a:close/>
                <a:moveTo>
                  <a:pt x="13157" y="53859"/>
                </a:moveTo>
                <a:cubicBezTo>
                  <a:pt x="13112" y="53917"/>
                  <a:pt x="13098" y="53976"/>
                  <a:pt x="13054" y="54020"/>
                </a:cubicBezTo>
                <a:cubicBezTo>
                  <a:pt x="13009" y="54065"/>
                  <a:pt x="12936" y="54123"/>
                  <a:pt x="12877" y="54153"/>
                </a:cubicBezTo>
                <a:cubicBezTo>
                  <a:pt x="12921" y="54094"/>
                  <a:pt x="12936" y="54050"/>
                  <a:pt x="12965" y="54006"/>
                </a:cubicBezTo>
                <a:cubicBezTo>
                  <a:pt x="13039" y="53962"/>
                  <a:pt x="13098" y="53903"/>
                  <a:pt x="13157" y="53859"/>
                </a:cubicBezTo>
                <a:close/>
                <a:moveTo>
                  <a:pt x="14996" y="53814"/>
                </a:moveTo>
                <a:lnTo>
                  <a:pt x="14937" y="54138"/>
                </a:lnTo>
                <a:cubicBezTo>
                  <a:pt x="14849" y="54182"/>
                  <a:pt x="14731" y="54212"/>
                  <a:pt x="14628" y="54256"/>
                </a:cubicBezTo>
                <a:lnTo>
                  <a:pt x="14672" y="53917"/>
                </a:lnTo>
                <a:cubicBezTo>
                  <a:pt x="14790" y="53888"/>
                  <a:pt x="14878" y="53844"/>
                  <a:pt x="14996" y="53814"/>
                </a:cubicBezTo>
                <a:close/>
                <a:moveTo>
                  <a:pt x="13363" y="53932"/>
                </a:moveTo>
                <a:lnTo>
                  <a:pt x="13245" y="54153"/>
                </a:lnTo>
                <a:cubicBezTo>
                  <a:pt x="13171" y="54197"/>
                  <a:pt x="13098" y="54241"/>
                  <a:pt x="13009" y="54285"/>
                </a:cubicBezTo>
                <a:lnTo>
                  <a:pt x="13112" y="54065"/>
                </a:lnTo>
                <a:cubicBezTo>
                  <a:pt x="13215" y="54020"/>
                  <a:pt x="13289" y="53976"/>
                  <a:pt x="13363" y="53932"/>
                </a:cubicBezTo>
                <a:close/>
                <a:moveTo>
                  <a:pt x="13951" y="53888"/>
                </a:moveTo>
                <a:cubicBezTo>
                  <a:pt x="13907" y="53976"/>
                  <a:pt x="13878" y="54065"/>
                  <a:pt x="13848" y="54153"/>
                </a:cubicBezTo>
                <a:cubicBezTo>
                  <a:pt x="13760" y="54197"/>
                  <a:pt x="13672" y="54227"/>
                  <a:pt x="13583" y="54285"/>
                </a:cubicBezTo>
                <a:lnTo>
                  <a:pt x="13686" y="54006"/>
                </a:lnTo>
                <a:cubicBezTo>
                  <a:pt x="13775" y="53976"/>
                  <a:pt x="13878" y="53917"/>
                  <a:pt x="13951" y="53888"/>
                </a:cubicBezTo>
                <a:close/>
                <a:moveTo>
                  <a:pt x="12568" y="54197"/>
                </a:moveTo>
                <a:cubicBezTo>
                  <a:pt x="12553" y="54212"/>
                  <a:pt x="12553" y="54227"/>
                  <a:pt x="12524" y="54256"/>
                </a:cubicBezTo>
                <a:cubicBezTo>
                  <a:pt x="12509" y="54271"/>
                  <a:pt x="12494" y="54285"/>
                  <a:pt x="12450" y="54300"/>
                </a:cubicBezTo>
                <a:cubicBezTo>
                  <a:pt x="12494" y="54285"/>
                  <a:pt x="12509" y="54271"/>
                  <a:pt x="12509" y="54256"/>
                </a:cubicBezTo>
                <a:lnTo>
                  <a:pt x="12568" y="54197"/>
                </a:lnTo>
                <a:close/>
                <a:moveTo>
                  <a:pt x="27075" y="47307"/>
                </a:moveTo>
                <a:lnTo>
                  <a:pt x="27075" y="47307"/>
                </a:lnTo>
                <a:cubicBezTo>
                  <a:pt x="27064" y="47345"/>
                  <a:pt x="27065" y="47371"/>
                  <a:pt x="27078" y="47398"/>
                </a:cubicBezTo>
                <a:lnTo>
                  <a:pt x="27078" y="47457"/>
                </a:lnTo>
                <a:lnTo>
                  <a:pt x="27078" y="47531"/>
                </a:lnTo>
                <a:cubicBezTo>
                  <a:pt x="26769" y="48664"/>
                  <a:pt x="26195" y="49885"/>
                  <a:pt x="25195" y="51195"/>
                </a:cubicBezTo>
                <a:cubicBezTo>
                  <a:pt x="23649" y="53211"/>
                  <a:pt x="21324" y="53535"/>
                  <a:pt x="18616" y="53903"/>
                </a:cubicBezTo>
                <a:cubicBezTo>
                  <a:pt x="17733" y="54020"/>
                  <a:pt x="16821" y="54138"/>
                  <a:pt x="15879" y="54344"/>
                </a:cubicBezTo>
                <a:cubicBezTo>
                  <a:pt x="15879" y="54212"/>
                  <a:pt x="15879" y="54094"/>
                  <a:pt x="15894" y="53976"/>
                </a:cubicBezTo>
                <a:cubicBezTo>
                  <a:pt x="16880" y="53726"/>
                  <a:pt x="17881" y="53579"/>
                  <a:pt x="18822" y="53432"/>
                </a:cubicBezTo>
                <a:cubicBezTo>
                  <a:pt x="21471" y="53034"/>
                  <a:pt x="23752" y="52681"/>
                  <a:pt x="25268" y="50695"/>
                </a:cubicBezTo>
                <a:cubicBezTo>
                  <a:pt x="26148" y="49536"/>
                  <a:pt x="26736" y="48393"/>
                  <a:pt x="27075" y="47307"/>
                </a:cubicBezTo>
                <a:close/>
                <a:moveTo>
                  <a:pt x="14584" y="53962"/>
                </a:moveTo>
                <a:cubicBezTo>
                  <a:pt x="14569" y="54065"/>
                  <a:pt x="14555" y="54182"/>
                  <a:pt x="14525" y="54271"/>
                </a:cubicBezTo>
                <a:cubicBezTo>
                  <a:pt x="14422" y="54300"/>
                  <a:pt x="14334" y="54344"/>
                  <a:pt x="14216" y="54374"/>
                </a:cubicBezTo>
                <a:cubicBezTo>
                  <a:pt x="14246" y="54271"/>
                  <a:pt x="14275" y="54182"/>
                  <a:pt x="14290" y="54065"/>
                </a:cubicBezTo>
                <a:cubicBezTo>
                  <a:pt x="14393" y="54035"/>
                  <a:pt x="14496" y="53991"/>
                  <a:pt x="14584" y="53962"/>
                </a:cubicBezTo>
                <a:close/>
                <a:moveTo>
                  <a:pt x="12789" y="54153"/>
                </a:moveTo>
                <a:lnTo>
                  <a:pt x="12789" y="54153"/>
                </a:lnTo>
                <a:cubicBezTo>
                  <a:pt x="12774" y="54197"/>
                  <a:pt x="12730" y="54227"/>
                  <a:pt x="12715" y="54285"/>
                </a:cubicBezTo>
                <a:cubicBezTo>
                  <a:pt x="12656" y="54330"/>
                  <a:pt x="12583" y="54374"/>
                  <a:pt x="12524" y="54418"/>
                </a:cubicBezTo>
                <a:cubicBezTo>
                  <a:pt x="12538" y="54374"/>
                  <a:pt x="12583" y="54344"/>
                  <a:pt x="12597" y="54300"/>
                </a:cubicBezTo>
                <a:cubicBezTo>
                  <a:pt x="12671" y="54256"/>
                  <a:pt x="12730" y="54197"/>
                  <a:pt x="12789" y="54153"/>
                </a:cubicBezTo>
                <a:close/>
                <a:moveTo>
                  <a:pt x="15806" y="53991"/>
                </a:moveTo>
                <a:lnTo>
                  <a:pt x="15806" y="54359"/>
                </a:lnTo>
                <a:cubicBezTo>
                  <a:pt x="15673" y="54374"/>
                  <a:pt x="15570" y="54418"/>
                  <a:pt x="15438" y="54433"/>
                </a:cubicBezTo>
                <a:cubicBezTo>
                  <a:pt x="15423" y="54359"/>
                  <a:pt x="15423" y="54271"/>
                  <a:pt x="15438" y="54197"/>
                </a:cubicBezTo>
                <a:cubicBezTo>
                  <a:pt x="15438" y="54153"/>
                  <a:pt x="15438" y="54123"/>
                  <a:pt x="15452" y="54079"/>
                </a:cubicBezTo>
                <a:cubicBezTo>
                  <a:pt x="15555" y="54050"/>
                  <a:pt x="15688" y="54020"/>
                  <a:pt x="15806" y="53991"/>
                </a:cubicBezTo>
                <a:close/>
                <a:moveTo>
                  <a:pt x="13554" y="54065"/>
                </a:moveTo>
                <a:lnTo>
                  <a:pt x="13554" y="54065"/>
                </a:lnTo>
                <a:cubicBezTo>
                  <a:pt x="13524" y="54153"/>
                  <a:pt x="13480" y="54256"/>
                  <a:pt x="13466" y="54330"/>
                </a:cubicBezTo>
                <a:cubicBezTo>
                  <a:pt x="13377" y="54359"/>
                  <a:pt x="13289" y="54418"/>
                  <a:pt x="13201" y="54447"/>
                </a:cubicBezTo>
                <a:cubicBezTo>
                  <a:pt x="13245" y="54359"/>
                  <a:pt x="13289" y="54285"/>
                  <a:pt x="13318" y="54197"/>
                </a:cubicBezTo>
                <a:cubicBezTo>
                  <a:pt x="13392" y="54182"/>
                  <a:pt x="13480" y="54123"/>
                  <a:pt x="13554" y="54065"/>
                </a:cubicBezTo>
                <a:close/>
                <a:moveTo>
                  <a:pt x="12980" y="54197"/>
                </a:moveTo>
                <a:cubicBezTo>
                  <a:pt x="12951" y="54256"/>
                  <a:pt x="12921" y="54300"/>
                  <a:pt x="12892" y="54374"/>
                </a:cubicBezTo>
                <a:cubicBezTo>
                  <a:pt x="12818" y="54418"/>
                  <a:pt x="12744" y="54477"/>
                  <a:pt x="12671" y="54521"/>
                </a:cubicBezTo>
                <a:cubicBezTo>
                  <a:pt x="12715" y="54477"/>
                  <a:pt x="12744" y="54403"/>
                  <a:pt x="12789" y="54344"/>
                </a:cubicBezTo>
                <a:cubicBezTo>
                  <a:pt x="12862" y="54285"/>
                  <a:pt x="12936" y="54227"/>
                  <a:pt x="12980" y="54197"/>
                </a:cubicBezTo>
                <a:close/>
                <a:moveTo>
                  <a:pt x="14201" y="54109"/>
                </a:moveTo>
                <a:lnTo>
                  <a:pt x="14201" y="54109"/>
                </a:lnTo>
                <a:cubicBezTo>
                  <a:pt x="14187" y="54212"/>
                  <a:pt x="14143" y="54300"/>
                  <a:pt x="14128" y="54418"/>
                </a:cubicBezTo>
                <a:cubicBezTo>
                  <a:pt x="14025" y="54447"/>
                  <a:pt x="13922" y="54491"/>
                  <a:pt x="13819" y="54521"/>
                </a:cubicBezTo>
                <a:cubicBezTo>
                  <a:pt x="13848" y="54418"/>
                  <a:pt x="13892" y="54330"/>
                  <a:pt x="13907" y="54227"/>
                </a:cubicBezTo>
                <a:cubicBezTo>
                  <a:pt x="13995" y="54197"/>
                  <a:pt x="14113" y="54138"/>
                  <a:pt x="14201" y="54109"/>
                </a:cubicBezTo>
                <a:close/>
                <a:moveTo>
                  <a:pt x="15349" y="54094"/>
                </a:moveTo>
                <a:lnTo>
                  <a:pt x="15349" y="54168"/>
                </a:lnTo>
                <a:cubicBezTo>
                  <a:pt x="15349" y="54271"/>
                  <a:pt x="15320" y="54359"/>
                  <a:pt x="15320" y="54447"/>
                </a:cubicBezTo>
                <a:cubicBezTo>
                  <a:pt x="15217" y="54491"/>
                  <a:pt x="15099" y="54521"/>
                  <a:pt x="14981" y="54550"/>
                </a:cubicBezTo>
                <a:lnTo>
                  <a:pt x="14981" y="54433"/>
                </a:lnTo>
                <a:cubicBezTo>
                  <a:pt x="14981" y="54359"/>
                  <a:pt x="14996" y="54271"/>
                  <a:pt x="15011" y="54197"/>
                </a:cubicBezTo>
                <a:cubicBezTo>
                  <a:pt x="15129" y="54153"/>
                  <a:pt x="15232" y="54123"/>
                  <a:pt x="15349" y="54094"/>
                </a:cubicBezTo>
                <a:close/>
                <a:moveTo>
                  <a:pt x="14937" y="54212"/>
                </a:moveTo>
                <a:cubicBezTo>
                  <a:pt x="14937" y="54285"/>
                  <a:pt x="14923" y="54359"/>
                  <a:pt x="14923" y="54433"/>
                </a:cubicBezTo>
                <a:cubicBezTo>
                  <a:pt x="14923" y="54462"/>
                  <a:pt x="14923" y="54521"/>
                  <a:pt x="14908" y="54565"/>
                </a:cubicBezTo>
                <a:cubicBezTo>
                  <a:pt x="14790" y="54594"/>
                  <a:pt x="14687" y="54624"/>
                  <a:pt x="14555" y="54653"/>
                </a:cubicBezTo>
                <a:cubicBezTo>
                  <a:pt x="14569" y="54565"/>
                  <a:pt x="14584" y="54447"/>
                  <a:pt x="14613" y="54330"/>
                </a:cubicBezTo>
                <a:lnTo>
                  <a:pt x="14937" y="54212"/>
                </a:lnTo>
                <a:close/>
                <a:moveTo>
                  <a:pt x="12406" y="54462"/>
                </a:moveTo>
                <a:cubicBezTo>
                  <a:pt x="12377" y="54506"/>
                  <a:pt x="12362" y="54521"/>
                  <a:pt x="12347" y="54565"/>
                </a:cubicBezTo>
                <a:cubicBezTo>
                  <a:pt x="12303" y="54594"/>
                  <a:pt x="12259" y="54639"/>
                  <a:pt x="12215" y="54668"/>
                </a:cubicBezTo>
                <a:cubicBezTo>
                  <a:pt x="12229" y="54639"/>
                  <a:pt x="12259" y="54624"/>
                  <a:pt x="12274" y="54580"/>
                </a:cubicBezTo>
                <a:cubicBezTo>
                  <a:pt x="12303" y="54550"/>
                  <a:pt x="12362" y="54506"/>
                  <a:pt x="12406" y="54462"/>
                </a:cubicBezTo>
                <a:close/>
                <a:moveTo>
                  <a:pt x="13186" y="54285"/>
                </a:moveTo>
                <a:lnTo>
                  <a:pt x="13186" y="54285"/>
                </a:lnTo>
                <a:cubicBezTo>
                  <a:pt x="13157" y="54359"/>
                  <a:pt x="13112" y="54447"/>
                  <a:pt x="13098" y="54521"/>
                </a:cubicBezTo>
                <a:cubicBezTo>
                  <a:pt x="13009" y="54565"/>
                  <a:pt x="12936" y="54624"/>
                  <a:pt x="12833" y="54668"/>
                </a:cubicBezTo>
                <a:cubicBezTo>
                  <a:pt x="12877" y="54594"/>
                  <a:pt x="12921" y="54506"/>
                  <a:pt x="12951" y="54433"/>
                </a:cubicBezTo>
                <a:cubicBezTo>
                  <a:pt x="13024" y="54374"/>
                  <a:pt x="13112" y="54330"/>
                  <a:pt x="13186" y="54285"/>
                </a:cubicBezTo>
                <a:close/>
                <a:moveTo>
                  <a:pt x="13819" y="54271"/>
                </a:moveTo>
                <a:cubicBezTo>
                  <a:pt x="13775" y="54359"/>
                  <a:pt x="13760" y="54477"/>
                  <a:pt x="13745" y="54565"/>
                </a:cubicBezTo>
                <a:cubicBezTo>
                  <a:pt x="13657" y="54594"/>
                  <a:pt x="13539" y="54639"/>
                  <a:pt x="13451" y="54697"/>
                </a:cubicBezTo>
                <a:cubicBezTo>
                  <a:pt x="13480" y="54594"/>
                  <a:pt x="13510" y="54506"/>
                  <a:pt x="13539" y="54388"/>
                </a:cubicBezTo>
                <a:cubicBezTo>
                  <a:pt x="13627" y="54359"/>
                  <a:pt x="13730" y="54300"/>
                  <a:pt x="13819" y="54271"/>
                </a:cubicBezTo>
                <a:close/>
                <a:moveTo>
                  <a:pt x="12597" y="54447"/>
                </a:moveTo>
                <a:lnTo>
                  <a:pt x="12597" y="54447"/>
                </a:lnTo>
                <a:cubicBezTo>
                  <a:pt x="12568" y="54506"/>
                  <a:pt x="12553" y="54565"/>
                  <a:pt x="12509" y="54624"/>
                </a:cubicBezTo>
                <a:cubicBezTo>
                  <a:pt x="12435" y="54668"/>
                  <a:pt x="12362" y="54712"/>
                  <a:pt x="12303" y="54771"/>
                </a:cubicBezTo>
                <a:cubicBezTo>
                  <a:pt x="12347" y="54712"/>
                  <a:pt x="12362" y="54668"/>
                  <a:pt x="12406" y="54624"/>
                </a:cubicBezTo>
                <a:cubicBezTo>
                  <a:pt x="12435" y="54580"/>
                  <a:pt x="12494" y="54550"/>
                  <a:pt x="12524" y="54506"/>
                </a:cubicBezTo>
                <a:cubicBezTo>
                  <a:pt x="12553" y="54491"/>
                  <a:pt x="12583" y="54477"/>
                  <a:pt x="12597" y="54447"/>
                </a:cubicBezTo>
                <a:close/>
                <a:moveTo>
                  <a:pt x="14510" y="54359"/>
                </a:moveTo>
                <a:lnTo>
                  <a:pt x="14466" y="54697"/>
                </a:lnTo>
                <a:lnTo>
                  <a:pt x="14128" y="54800"/>
                </a:lnTo>
                <a:cubicBezTo>
                  <a:pt x="14157" y="54697"/>
                  <a:pt x="14187" y="54580"/>
                  <a:pt x="14201" y="54477"/>
                </a:cubicBezTo>
                <a:cubicBezTo>
                  <a:pt x="14304" y="54433"/>
                  <a:pt x="14422" y="54403"/>
                  <a:pt x="14510" y="54359"/>
                </a:cubicBezTo>
                <a:close/>
                <a:moveTo>
                  <a:pt x="27078" y="47737"/>
                </a:moveTo>
                <a:cubicBezTo>
                  <a:pt x="27122" y="47766"/>
                  <a:pt x="27122" y="47766"/>
                  <a:pt x="27122" y="47795"/>
                </a:cubicBezTo>
                <a:lnTo>
                  <a:pt x="27122" y="47810"/>
                </a:lnTo>
                <a:lnTo>
                  <a:pt x="27122" y="47854"/>
                </a:lnTo>
                <a:lnTo>
                  <a:pt x="27122" y="47869"/>
                </a:lnTo>
                <a:lnTo>
                  <a:pt x="27122" y="47898"/>
                </a:lnTo>
                <a:lnTo>
                  <a:pt x="27122" y="47928"/>
                </a:lnTo>
                <a:lnTo>
                  <a:pt x="27122" y="47943"/>
                </a:lnTo>
                <a:lnTo>
                  <a:pt x="27122" y="47957"/>
                </a:lnTo>
                <a:cubicBezTo>
                  <a:pt x="26828" y="49105"/>
                  <a:pt x="26210" y="50371"/>
                  <a:pt x="25180" y="51725"/>
                </a:cubicBezTo>
                <a:cubicBezTo>
                  <a:pt x="23620" y="53785"/>
                  <a:pt x="21192" y="54109"/>
                  <a:pt x="18410" y="54433"/>
                </a:cubicBezTo>
                <a:cubicBezTo>
                  <a:pt x="17586" y="54550"/>
                  <a:pt x="16718" y="54639"/>
                  <a:pt x="15864" y="54800"/>
                </a:cubicBezTo>
                <a:cubicBezTo>
                  <a:pt x="15864" y="54668"/>
                  <a:pt x="15864" y="54550"/>
                  <a:pt x="15835" y="54418"/>
                </a:cubicBezTo>
                <a:cubicBezTo>
                  <a:pt x="16777" y="54212"/>
                  <a:pt x="17719" y="54079"/>
                  <a:pt x="18602" y="53976"/>
                </a:cubicBezTo>
                <a:cubicBezTo>
                  <a:pt x="21324" y="53608"/>
                  <a:pt x="23694" y="53270"/>
                  <a:pt x="25239" y="51239"/>
                </a:cubicBezTo>
                <a:cubicBezTo>
                  <a:pt x="26195" y="49988"/>
                  <a:pt x="26769" y="48826"/>
                  <a:pt x="27078" y="47737"/>
                </a:cubicBezTo>
                <a:close/>
                <a:moveTo>
                  <a:pt x="13421" y="54447"/>
                </a:moveTo>
                <a:cubicBezTo>
                  <a:pt x="13392" y="54550"/>
                  <a:pt x="13377" y="54639"/>
                  <a:pt x="13333" y="54727"/>
                </a:cubicBezTo>
                <a:cubicBezTo>
                  <a:pt x="13245" y="54771"/>
                  <a:pt x="13157" y="54815"/>
                  <a:pt x="13054" y="54859"/>
                </a:cubicBezTo>
                <a:cubicBezTo>
                  <a:pt x="13098" y="54771"/>
                  <a:pt x="13142" y="54668"/>
                  <a:pt x="13157" y="54580"/>
                </a:cubicBezTo>
                <a:cubicBezTo>
                  <a:pt x="13245" y="54550"/>
                  <a:pt x="13333" y="54491"/>
                  <a:pt x="13421" y="54447"/>
                </a:cubicBezTo>
                <a:close/>
                <a:moveTo>
                  <a:pt x="12818" y="54506"/>
                </a:moveTo>
                <a:lnTo>
                  <a:pt x="12818" y="54506"/>
                </a:lnTo>
                <a:cubicBezTo>
                  <a:pt x="12789" y="54580"/>
                  <a:pt x="12744" y="54653"/>
                  <a:pt x="12730" y="54727"/>
                </a:cubicBezTo>
                <a:cubicBezTo>
                  <a:pt x="12656" y="54786"/>
                  <a:pt x="12568" y="54815"/>
                  <a:pt x="12494" y="54874"/>
                </a:cubicBezTo>
                <a:cubicBezTo>
                  <a:pt x="12524" y="54800"/>
                  <a:pt x="12568" y="54727"/>
                  <a:pt x="12597" y="54668"/>
                </a:cubicBezTo>
                <a:cubicBezTo>
                  <a:pt x="12656" y="54624"/>
                  <a:pt x="12744" y="54565"/>
                  <a:pt x="12818" y="54506"/>
                </a:cubicBezTo>
                <a:close/>
                <a:moveTo>
                  <a:pt x="15761" y="54447"/>
                </a:moveTo>
                <a:cubicBezTo>
                  <a:pt x="15791" y="54580"/>
                  <a:pt x="15791" y="54697"/>
                  <a:pt x="15791" y="54815"/>
                </a:cubicBezTo>
                <a:cubicBezTo>
                  <a:pt x="15658" y="54845"/>
                  <a:pt x="15526" y="54874"/>
                  <a:pt x="15393" y="54889"/>
                </a:cubicBezTo>
                <a:lnTo>
                  <a:pt x="15393" y="54521"/>
                </a:lnTo>
                <a:cubicBezTo>
                  <a:pt x="15526" y="54491"/>
                  <a:pt x="15644" y="54462"/>
                  <a:pt x="15761" y="54447"/>
                </a:cubicBezTo>
                <a:close/>
                <a:moveTo>
                  <a:pt x="12009" y="54800"/>
                </a:moveTo>
                <a:lnTo>
                  <a:pt x="12009" y="54800"/>
                </a:lnTo>
                <a:cubicBezTo>
                  <a:pt x="11994" y="54815"/>
                  <a:pt x="11994" y="54845"/>
                  <a:pt x="11979" y="54859"/>
                </a:cubicBezTo>
                <a:cubicBezTo>
                  <a:pt x="11935" y="54874"/>
                  <a:pt x="11906" y="54918"/>
                  <a:pt x="11891" y="54933"/>
                </a:cubicBezTo>
                <a:lnTo>
                  <a:pt x="11891" y="54933"/>
                </a:lnTo>
                <a:cubicBezTo>
                  <a:pt x="11906" y="54918"/>
                  <a:pt x="11920" y="54889"/>
                  <a:pt x="11920" y="54874"/>
                </a:cubicBezTo>
                <a:cubicBezTo>
                  <a:pt x="11965" y="54859"/>
                  <a:pt x="11979" y="54815"/>
                  <a:pt x="12009" y="54800"/>
                </a:cubicBezTo>
                <a:close/>
                <a:moveTo>
                  <a:pt x="14113" y="54506"/>
                </a:moveTo>
                <a:lnTo>
                  <a:pt x="14113" y="54506"/>
                </a:lnTo>
                <a:cubicBezTo>
                  <a:pt x="14098" y="54624"/>
                  <a:pt x="14069" y="54727"/>
                  <a:pt x="14054" y="54815"/>
                </a:cubicBezTo>
                <a:lnTo>
                  <a:pt x="13730" y="54933"/>
                </a:lnTo>
                <a:cubicBezTo>
                  <a:pt x="13745" y="54815"/>
                  <a:pt x="13775" y="54727"/>
                  <a:pt x="13789" y="54624"/>
                </a:cubicBezTo>
                <a:cubicBezTo>
                  <a:pt x="13907" y="54580"/>
                  <a:pt x="13995" y="54550"/>
                  <a:pt x="14113" y="54506"/>
                </a:cubicBezTo>
                <a:close/>
                <a:moveTo>
                  <a:pt x="15320" y="54550"/>
                </a:moveTo>
                <a:lnTo>
                  <a:pt x="15320" y="54918"/>
                </a:lnTo>
                <a:cubicBezTo>
                  <a:pt x="15202" y="54933"/>
                  <a:pt x="15084" y="54962"/>
                  <a:pt x="14952" y="54992"/>
                </a:cubicBezTo>
                <a:cubicBezTo>
                  <a:pt x="14952" y="54874"/>
                  <a:pt x="14981" y="54771"/>
                  <a:pt x="14981" y="54639"/>
                </a:cubicBezTo>
                <a:cubicBezTo>
                  <a:pt x="15084" y="54594"/>
                  <a:pt x="15217" y="54580"/>
                  <a:pt x="15320" y="54550"/>
                </a:cubicBezTo>
                <a:close/>
                <a:moveTo>
                  <a:pt x="12215" y="54742"/>
                </a:moveTo>
                <a:cubicBezTo>
                  <a:pt x="12200" y="54800"/>
                  <a:pt x="12185" y="54845"/>
                  <a:pt x="12141" y="54889"/>
                </a:cubicBezTo>
                <a:cubicBezTo>
                  <a:pt x="12097" y="54918"/>
                  <a:pt x="12082" y="54933"/>
                  <a:pt x="12053" y="54948"/>
                </a:cubicBezTo>
                <a:cubicBezTo>
                  <a:pt x="12009" y="54962"/>
                  <a:pt x="11979" y="55006"/>
                  <a:pt x="11935" y="55021"/>
                </a:cubicBezTo>
                <a:cubicBezTo>
                  <a:pt x="11950" y="54992"/>
                  <a:pt x="11994" y="54948"/>
                  <a:pt x="12038" y="54889"/>
                </a:cubicBezTo>
                <a:cubicBezTo>
                  <a:pt x="12082" y="54845"/>
                  <a:pt x="12141" y="54800"/>
                  <a:pt x="12215" y="54742"/>
                </a:cubicBezTo>
                <a:close/>
                <a:moveTo>
                  <a:pt x="13039" y="54639"/>
                </a:moveTo>
                <a:lnTo>
                  <a:pt x="13039" y="54639"/>
                </a:lnTo>
                <a:cubicBezTo>
                  <a:pt x="13024" y="54727"/>
                  <a:pt x="12995" y="54815"/>
                  <a:pt x="12951" y="54918"/>
                </a:cubicBezTo>
                <a:cubicBezTo>
                  <a:pt x="12862" y="54948"/>
                  <a:pt x="12774" y="55006"/>
                  <a:pt x="12671" y="55036"/>
                </a:cubicBezTo>
                <a:cubicBezTo>
                  <a:pt x="12715" y="54948"/>
                  <a:pt x="12744" y="54874"/>
                  <a:pt x="12789" y="54786"/>
                </a:cubicBezTo>
                <a:cubicBezTo>
                  <a:pt x="12877" y="54727"/>
                  <a:pt x="12965" y="54697"/>
                  <a:pt x="13039" y="54639"/>
                </a:cubicBezTo>
                <a:close/>
                <a:moveTo>
                  <a:pt x="13701" y="54653"/>
                </a:moveTo>
                <a:lnTo>
                  <a:pt x="13701" y="54653"/>
                </a:lnTo>
                <a:cubicBezTo>
                  <a:pt x="13686" y="54771"/>
                  <a:pt x="13657" y="54859"/>
                  <a:pt x="13627" y="54962"/>
                </a:cubicBezTo>
                <a:cubicBezTo>
                  <a:pt x="13524" y="55006"/>
                  <a:pt x="13421" y="55036"/>
                  <a:pt x="13318" y="55080"/>
                </a:cubicBezTo>
                <a:cubicBezTo>
                  <a:pt x="13363" y="54992"/>
                  <a:pt x="13377" y="54874"/>
                  <a:pt x="13407" y="54786"/>
                </a:cubicBezTo>
                <a:cubicBezTo>
                  <a:pt x="13510" y="54742"/>
                  <a:pt x="13613" y="54697"/>
                  <a:pt x="13701" y="54653"/>
                </a:cubicBezTo>
                <a:close/>
                <a:moveTo>
                  <a:pt x="12435" y="54771"/>
                </a:moveTo>
                <a:lnTo>
                  <a:pt x="12435" y="54771"/>
                </a:lnTo>
                <a:cubicBezTo>
                  <a:pt x="12421" y="54845"/>
                  <a:pt x="12377" y="54889"/>
                  <a:pt x="12347" y="54948"/>
                </a:cubicBezTo>
                <a:cubicBezTo>
                  <a:pt x="12274" y="55006"/>
                  <a:pt x="12185" y="55065"/>
                  <a:pt x="12112" y="55095"/>
                </a:cubicBezTo>
                <a:cubicBezTo>
                  <a:pt x="12141" y="55036"/>
                  <a:pt x="12156" y="54992"/>
                  <a:pt x="12200" y="54933"/>
                </a:cubicBezTo>
                <a:cubicBezTo>
                  <a:pt x="12274" y="54874"/>
                  <a:pt x="12362" y="54815"/>
                  <a:pt x="12435" y="54771"/>
                </a:cubicBezTo>
                <a:close/>
                <a:moveTo>
                  <a:pt x="14908" y="54653"/>
                </a:moveTo>
                <a:cubicBezTo>
                  <a:pt x="14908" y="54771"/>
                  <a:pt x="14878" y="54889"/>
                  <a:pt x="14878" y="55006"/>
                </a:cubicBezTo>
                <a:cubicBezTo>
                  <a:pt x="14761" y="55036"/>
                  <a:pt x="14643" y="55065"/>
                  <a:pt x="14510" y="55095"/>
                </a:cubicBezTo>
                <a:cubicBezTo>
                  <a:pt x="14510" y="54992"/>
                  <a:pt x="14525" y="54874"/>
                  <a:pt x="14555" y="54742"/>
                </a:cubicBezTo>
                <a:cubicBezTo>
                  <a:pt x="14658" y="54712"/>
                  <a:pt x="14790" y="54668"/>
                  <a:pt x="14908" y="54653"/>
                </a:cubicBezTo>
                <a:close/>
                <a:moveTo>
                  <a:pt x="14452" y="54786"/>
                </a:moveTo>
                <a:lnTo>
                  <a:pt x="14452" y="54786"/>
                </a:lnTo>
                <a:cubicBezTo>
                  <a:pt x="14437" y="54889"/>
                  <a:pt x="14437" y="55021"/>
                  <a:pt x="14422" y="55139"/>
                </a:cubicBezTo>
                <a:cubicBezTo>
                  <a:pt x="14304" y="55168"/>
                  <a:pt x="14187" y="55183"/>
                  <a:pt x="14069" y="55227"/>
                </a:cubicBezTo>
                <a:cubicBezTo>
                  <a:pt x="14098" y="55139"/>
                  <a:pt x="14098" y="55065"/>
                  <a:pt x="14113" y="54962"/>
                </a:cubicBezTo>
                <a:cubicBezTo>
                  <a:pt x="14113" y="54948"/>
                  <a:pt x="14113" y="54918"/>
                  <a:pt x="14128" y="54889"/>
                </a:cubicBezTo>
                <a:lnTo>
                  <a:pt x="14452" y="54786"/>
                </a:lnTo>
                <a:close/>
                <a:moveTo>
                  <a:pt x="12671" y="54859"/>
                </a:moveTo>
                <a:lnTo>
                  <a:pt x="12671" y="54859"/>
                </a:lnTo>
                <a:cubicBezTo>
                  <a:pt x="12641" y="54933"/>
                  <a:pt x="12597" y="55021"/>
                  <a:pt x="12583" y="55095"/>
                </a:cubicBezTo>
                <a:cubicBezTo>
                  <a:pt x="12494" y="55154"/>
                  <a:pt x="12406" y="55183"/>
                  <a:pt x="12303" y="55242"/>
                </a:cubicBezTo>
                <a:cubicBezTo>
                  <a:pt x="12347" y="55168"/>
                  <a:pt x="12377" y="55095"/>
                  <a:pt x="12421" y="55006"/>
                </a:cubicBezTo>
                <a:cubicBezTo>
                  <a:pt x="12494" y="54962"/>
                  <a:pt x="12583" y="54918"/>
                  <a:pt x="12671" y="54859"/>
                </a:cubicBezTo>
                <a:close/>
                <a:moveTo>
                  <a:pt x="13318" y="54845"/>
                </a:moveTo>
                <a:lnTo>
                  <a:pt x="13318" y="54845"/>
                </a:lnTo>
                <a:cubicBezTo>
                  <a:pt x="13289" y="54933"/>
                  <a:pt x="13260" y="55036"/>
                  <a:pt x="13245" y="55139"/>
                </a:cubicBezTo>
                <a:cubicBezTo>
                  <a:pt x="13142" y="55168"/>
                  <a:pt x="13039" y="55227"/>
                  <a:pt x="12936" y="55257"/>
                </a:cubicBezTo>
                <a:cubicBezTo>
                  <a:pt x="12951" y="55154"/>
                  <a:pt x="12995" y="55065"/>
                  <a:pt x="13024" y="54962"/>
                </a:cubicBezTo>
                <a:cubicBezTo>
                  <a:pt x="13112" y="54918"/>
                  <a:pt x="13230" y="54874"/>
                  <a:pt x="13318" y="54845"/>
                </a:cubicBezTo>
                <a:close/>
                <a:moveTo>
                  <a:pt x="11832" y="55065"/>
                </a:moveTo>
                <a:lnTo>
                  <a:pt x="11832" y="55065"/>
                </a:lnTo>
                <a:cubicBezTo>
                  <a:pt x="11817" y="55095"/>
                  <a:pt x="11788" y="55139"/>
                  <a:pt x="11758" y="55168"/>
                </a:cubicBezTo>
                <a:cubicBezTo>
                  <a:pt x="11714" y="55183"/>
                  <a:pt x="11700" y="55227"/>
                  <a:pt x="11655" y="55242"/>
                </a:cubicBezTo>
                <a:cubicBezTo>
                  <a:pt x="11641" y="55257"/>
                  <a:pt x="11611" y="55286"/>
                  <a:pt x="11582" y="55301"/>
                </a:cubicBezTo>
                <a:cubicBezTo>
                  <a:pt x="11626" y="55257"/>
                  <a:pt x="11670" y="55227"/>
                  <a:pt x="11685" y="55183"/>
                </a:cubicBezTo>
                <a:cubicBezTo>
                  <a:pt x="11729" y="55154"/>
                  <a:pt x="11788" y="55095"/>
                  <a:pt x="11832" y="55065"/>
                </a:cubicBezTo>
                <a:close/>
                <a:moveTo>
                  <a:pt x="14040" y="54903"/>
                </a:moveTo>
                <a:lnTo>
                  <a:pt x="14040" y="54948"/>
                </a:lnTo>
                <a:cubicBezTo>
                  <a:pt x="14025" y="55036"/>
                  <a:pt x="14025" y="55154"/>
                  <a:pt x="13995" y="55242"/>
                </a:cubicBezTo>
                <a:cubicBezTo>
                  <a:pt x="13892" y="55271"/>
                  <a:pt x="13775" y="55316"/>
                  <a:pt x="13657" y="55360"/>
                </a:cubicBezTo>
                <a:cubicBezTo>
                  <a:pt x="13657" y="55316"/>
                  <a:pt x="13672" y="55257"/>
                  <a:pt x="13672" y="55227"/>
                </a:cubicBezTo>
                <a:cubicBezTo>
                  <a:pt x="13686" y="55154"/>
                  <a:pt x="13686" y="55095"/>
                  <a:pt x="13701" y="55021"/>
                </a:cubicBezTo>
                <a:lnTo>
                  <a:pt x="14040" y="54903"/>
                </a:lnTo>
                <a:close/>
                <a:moveTo>
                  <a:pt x="12053" y="55065"/>
                </a:moveTo>
                <a:cubicBezTo>
                  <a:pt x="12009" y="55109"/>
                  <a:pt x="11994" y="55168"/>
                  <a:pt x="11950" y="55213"/>
                </a:cubicBezTo>
                <a:lnTo>
                  <a:pt x="11729" y="55374"/>
                </a:lnTo>
                <a:cubicBezTo>
                  <a:pt x="11773" y="55316"/>
                  <a:pt x="11788" y="55286"/>
                  <a:pt x="11832" y="55227"/>
                </a:cubicBezTo>
                <a:lnTo>
                  <a:pt x="12053" y="55065"/>
                </a:lnTo>
                <a:close/>
                <a:moveTo>
                  <a:pt x="12921" y="55006"/>
                </a:moveTo>
                <a:lnTo>
                  <a:pt x="12921" y="55006"/>
                </a:lnTo>
                <a:cubicBezTo>
                  <a:pt x="12877" y="55095"/>
                  <a:pt x="12862" y="55183"/>
                  <a:pt x="12818" y="55286"/>
                </a:cubicBezTo>
                <a:cubicBezTo>
                  <a:pt x="12730" y="55316"/>
                  <a:pt x="12627" y="55374"/>
                  <a:pt x="12524" y="55404"/>
                </a:cubicBezTo>
                <a:cubicBezTo>
                  <a:pt x="12568" y="55330"/>
                  <a:pt x="12597" y="55242"/>
                  <a:pt x="12641" y="55154"/>
                </a:cubicBezTo>
                <a:cubicBezTo>
                  <a:pt x="12730" y="55095"/>
                  <a:pt x="12818" y="55065"/>
                  <a:pt x="12921" y="55006"/>
                </a:cubicBezTo>
                <a:close/>
                <a:moveTo>
                  <a:pt x="12288" y="55095"/>
                </a:moveTo>
                <a:lnTo>
                  <a:pt x="12288" y="55095"/>
                </a:lnTo>
                <a:cubicBezTo>
                  <a:pt x="12259" y="55168"/>
                  <a:pt x="12215" y="55242"/>
                  <a:pt x="12200" y="55316"/>
                </a:cubicBezTo>
                <a:cubicBezTo>
                  <a:pt x="12112" y="55374"/>
                  <a:pt x="12009" y="55433"/>
                  <a:pt x="11935" y="55477"/>
                </a:cubicBezTo>
                <a:cubicBezTo>
                  <a:pt x="11979" y="55404"/>
                  <a:pt x="12009" y="55360"/>
                  <a:pt x="12053" y="55271"/>
                </a:cubicBezTo>
                <a:cubicBezTo>
                  <a:pt x="12112" y="55213"/>
                  <a:pt x="12200" y="55154"/>
                  <a:pt x="12288" y="55095"/>
                </a:cubicBezTo>
                <a:close/>
                <a:moveTo>
                  <a:pt x="13613" y="55065"/>
                </a:moveTo>
                <a:lnTo>
                  <a:pt x="13613" y="55065"/>
                </a:lnTo>
                <a:cubicBezTo>
                  <a:pt x="13598" y="55109"/>
                  <a:pt x="13598" y="55154"/>
                  <a:pt x="13583" y="55213"/>
                </a:cubicBezTo>
                <a:cubicBezTo>
                  <a:pt x="13554" y="55257"/>
                  <a:pt x="13554" y="55316"/>
                  <a:pt x="13554" y="55374"/>
                </a:cubicBezTo>
                <a:lnTo>
                  <a:pt x="13230" y="55477"/>
                </a:lnTo>
                <a:cubicBezTo>
                  <a:pt x="13245" y="55389"/>
                  <a:pt x="13260" y="55286"/>
                  <a:pt x="13304" y="55183"/>
                </a:cubicBezTo>
                <a:cubicBezTo>
                  <a:pt x="13407" y="55154"/>
                  <a:pt x="13524" y="55109"/>
                  <a:pt x="13613" y="55065"/>
                </a:cubicBezTo>
                <a:close/>
                <a:moveTo>
                  <a:pt x="11420" y="55404"/>
                </a:moveTo>
                <a:lnTo>
                  <a:pt x="11420" y="55404"/>
                </a:lnTo>
                <a:cubicBezTo>
                  <a:pt x="11405" y="55433"/>
                  <a:pt x="11391" y="55463"/>
                  <a:pt x="11376" y="55477"/>
                </a:cubicBezTo>
                <a:cubicBezTo>
                  <a:pt x="11332" y="55507"/>
                  <a:pt x="11302" y="55536"/>
                  <a:pt x="11258" y="55551"/>
                </a:cubicBezTo>
                <a:cubicBezTo>
                  <a:pt x="11317" y="55522"/>
                  <a:pt x="11317" y="55507"/>
                  <a:pt x="11332" y="55477"/>
                </a:cubicBezTo>
                <a:cubicBezTo>
                  <a:pt x="11376" y="55463"/>
                  <a:pt x="11405" y="55433"/>
                  <a:pt x="11420" y="55404"/>
                </a:cubicBezTo>
                <a:close/>
                <a:moveTo>
                  <a:pt x="12524" y="55227"/>
                </a:moveTo>
                <a:lnTo>
                  <a:pt x="12524" y="55227"/>
                </a:lnTo>
                <a:cubicBezTo>
                  <a:pt x="12494" y="55316"/>
                  <a:pt x="12465" y="55389"/>
                  <a:pt x="12435" y="55477"/>
                </a:cubicBezTo>
                <a:cubicBezTo>
                  <a:pt x="12318" y="55522"/>
                  <a:pt x="12229" y="55580"/>
                  <a:pt x="12141" y="55625"/>
                </a:cubicBezTo>
                <a:cubicBezTo>
                  <a:pt x="12185" y="55536"/>
                  <a:pt x="12215" y="55463"/>
                  <a:pt x="12244" y="55374"/>
                </a:cubicBezTo>
                <a:cubicBezTo>
                  <a:pt x="12347" y="55316"/>
                  <a:pt x="12435" y="55257"/>
                  <a:pt x="12524" y="55227"/>
                </a:cubicBezTo>
                <a:close/>
                <a:moveTo>
                  <a:pt x="11641" y="55374"/>
                </a:moveTo>
                <a:lnTo>
                  <a:pt x="11641" y="55374"/>
                </a:lnTo>
                <a:cubicBezTo>
                  <a:pt x="11626" y="55404"/>
                  <a:pt x="11582" y="55463"/>
                  <a:pt x="11567" y="55507"/>
                </a:cubicBezTo>
                <a:cubicBezTo>
                  <a:pt x="11494" y="55551"/>
                  <a:pt x="11420" y="55610"/>
                  <a:pt x="11346" y="55654"/>
                </a:cubicBezTo>
                <a:cubicBezTo>
                  <a:pt x="11391" y="55610"/>
                  <a:pt x="11405" y="55551"/>
                  <a:pt x="11449" y="55522"/>
                </a:cubicBezTo>
                <a:cubicBezTo>
                  <a:pt x="11523" y="55463"/>
                  <a:pt x="11567" y="55404"/>
                  <a:pt x="11641" y="55374"/>
                </a:cubicBezTo>
                <a:close/>
                <a:moveTo>
                  <a:pt x="13215" y="55227"/>
                </a:moveTo>
                <a:lnTo>
                  <a:pt x="13215" y="55227"/>
                </a:lnTo>
                <a:cubicBezTo>
                  <a:pt x="13186" y="55301"/>
                  <a:pt x="13171" y="55389"/>
                  <a:pt x="13157" y="55463"/>
                </a:cubicBezTo>
                <a:cubicBezTo>
                  <a:pt x="13157" y="55477"/>
                  <a:pt x="13157" y="55507"/>
                  <a:pt x="13142" y="55522"/>
                </a:cubicBezTo>
                <a:cubicBezTo>
                  <a:pt x="13024" y="55551"/>
                  <a:pt x="12921" y="55595"/>
                  <a:pt x="12803" y="55654"/>
                </a:cubicBezTo>
                <a:cubicBezTo>
                  <a:pt x="12847" y="55551"/>
                  <a:pt x="12862" y="55448"/>
                  <a:pt x="12892" y="55360"/>
                </a:cubicBezTo>
                <a:cubicBezTo>
                  <a:pt x="13009" y="55316"/>
                  <a:pt x="13098" y="55257"/>
                  <a:pt x="13215" y="55227"/>
                </a:cubicBezTo>
                <a:close/>
                <a:moveTo>
                  <a:pt x="11876" y="55374"/>
                </a:moveTo>
                <a:lnTo>
                  <a:pt x="11876" y="55374"/>
                </a:lnTo>
                <a:cubicBezTo>
                  <a:pt x="11847" y="55433"/>
                  <a:pt x="11832" y="55507"/>
                  <a:pt x="11788" y="55551"/>
                </a:cubicBezTo>
                <a:cubicBezTo>
                  <a:pt x="11700" y="55610"/>
                  <a:pt x="11626" y="55669"/>
                  <a:pt x="11538" y="55728"/>
                </a:cubicBezTo>
                <a:cubicBezTo>
                  <a:pt x="11567" y="55669"/>
                  <a:pt x="11582" y="55610"/>
                  <a:pt x="11626" y="55551"/>
                </a:cubicBezTo>
                <a:cubicBezTo>
                  <a:pt x="11641" y="55536"/>
                  <a:pt x="11670" y="55522"/>
                  <a:pt x="11685" y="55522"/>
                </a:cubicBezTo>
                <a:cubicBezTo>
                  <a:pt x="11758" y="55463"/>
                  <a:pt x="11817" y="55433"/>
                  <a:pt x="11876" y="55374"/>
                </a:cubicBezTo>
                <a:close/>
                <a:moveTo>
                  <a:pt x="12803" y="55389"/>
                </a:moveTo>
                <a:lnTo>
                  <a:pt x="12803" y="55389"/>
                </a:lnTo>
                <a:cubicBezTo>
                  <a:pt x="12774" y="55477"/>
                  <a:pt x="12744" y="55595"/>
                  <a:pt x="12730" y="55683"/>
                </a:cubicBezTo>
                <a:cubicBezTo>
                  <a:pt x="12627" y="55728"/>
                  <a:pt x="12509" y="55772"/>
                  <a:pt x="12406" y="55816"/>
                </a:cubicBezTo>
                <a:cubicBezTo>
                  <a:pt x="12435" y="55728"/>
                  <a:pt x="12450" y="55625"/>
                  <a:pt x="12494" y="55536"/>
                </a:cubicBezTo>
                <a:cubicBezTo>
                  <a:pt x="12597" y="55477"/>
                  <a:pt x="12686" y="55448"/>
                  <a:pt x="12803" y="55389"/>
                </a:cubicBezTo>
                <a:close/>
                <a:moveTo>
                  <a:pt x="12126" y="55448"/>
                </a:moveTo>
                <a:cubicBezTo>
                  <a:pt x="12082" y="55522"/>
                  <a:pt x="12053" y="55610"/>
                  <a:pt x="12038" y="55683"/>
                </a:cubicBezTo>
                <a:cubicBezTo>
                  <a:pt x="11935" y="55728"/>
                  <a:pt x="11847" y="55772"/>
                  <a:pt x="11744" y="55831"/>
                </a:cubicBezTo>
                <a:lnTo>
                  <a:pt x="11847" y="55610"/>
                </a:lnTo>
                <a:lnTo>
                  <a:pt x="12126" y="55448"/>
                </a:lnTo>
                <a:close/>
                <a:moveTo>
                  <a:pt x="11258" y="55669"/>
                </a:moveTo>
                <a:cubicBezTo>
                  <a:pt x="11243" y="55698"/>
                  <a:pt x="11199" y="55742"/>
                  <a:pt x="11185" y="55772"/>
                </a:cubicBezTo>
                <a:cubicBezTo>
                  <a:pt x="11126" y="55816"/>
                  <a:pt x="11082" y="55875"/>
                  <a:pt x="11023" y="55904"/>
                </a:cubicBezTo>
                <a:cubicBezTo>
                  <a:pt x="11037" y="55875"/>
                  <a:pt x="11052" y="55831"/>
                  <a:pt x="11096" y="55801"/>
                </a:cubicBezTo>
                <a:cubicBezTo>
                  <a:pt x="11155" y="55757"/>
                  <a:pt x="11199" y="55728"/>
                  <a:pt x="11258" y="55669"/>
                </a:cubicBezTo>
                <a:close/>
                <a:moveTo>
                  <a:pt x="11479" y="55669"/>
                </a:moveTo>
                <a:lnTo>
                  <a:pt x="11479" y="55669"/>
                </a:lnTo>
                <a:cubicBezTo>
                  <a:pt x="11449" y="55728"/>
                  <a:pt x="11420" y="55772"/>
                  <a:pt x="11391" y="55816"/>
                </a:cubicBezTo>
                <a:cubicBezTo>
                  <a:pt x="11332" y="55845"/>
                  <a:pt x="11273" y="55889"/>
                  <a:pt x="11214" y="55948"/>
                </a:cubicBezTo>
                <a:cubicBezTo>
                  <a:pt x="11199" y="55963"/>
                  <a:pt x="11170" y="55978"/>
                  <a:pt x="11140" y="55992"/>
                </a:cubicBezTo>
                <a:cubicBezTo>
                  <a:pt x="11185" y="55948"/>
                  <a:pt x="11199" y="55889"/>
                  <a:pt x="11243" y="55845"/>
                </a:cubicBezTo>
                <a:cubicBezTo>
                  <a:pt x="11317" y="55801"/>
                  <a:pt x="11391" y="55728"/>
                  <a:pt x="11479" y="55669"/>
                </a:cubicBezTo>
                <a:close/>
                <a:moveTo>
                  <a:pt x="12377" y="55595"/>
                </a:moveTo>
                <a:lnTo>
                  <a:pt x="12377" y="55595"/>
                </a:lnTo>
                <a:cubicBezTo>
                  <a:pt x="12347" y="55683"/>
                  <a:pt x="12318" y="55772"/>
                  <a:pt x="12288" y="55875"/>
                </a:cubicBezTo>
                <a:cubicBezTo>
                  <a:pt x="12185" y="55919"/>
                  <a:pt x="12082" y="55963"/>
                  <a:pt x="11979" y="56022"/>
                </a:cubicBezTo>
                <a:cubicBezTo>
                  <a:pt x="12038" y="55904"/>
                  <a:pt x="12068" y="55831"/>
                  <a:pt x="12082" y="55742"/>
                </a:cubicBezTo>
                <a:cubicBezTo>
                  <a:pt x="12185" y="55683"/>
                  <a:pt x="12288" y="55625"/>
                  <a:pt x="12377" y="55595"/>
                </a:cubicBezTo>
                <a:close/>
                <a:moveTo>
                  <a:pt x="11714" y="55683"/>
                </a:moveTo>
                <a:lnTo>
                  <a:pt x="11714" y="55683"/>
                </a:lnTo>
                <a:cubicBezTo>
                  <a:pt x="11685" y="55757"/>
                  <a:pt x="11641" y="55831"/>
                  <a:pt x="11626" y="55904"/>
                </a:cubicBezTo>
                <a:lnTo>
                  <a:pt x="11346" y="56066"/>
                </a:lnTo>
                <a:cubicBezTo>
                  <a:pt x="11391" y="55992"/>
                  <a:pt x="11420" y="55934"/>
                  <a:pt x="11449" y="55860"/>
                </a:cubicBezTo>
                <a:cubicBezTo>
                  <a:pt x="11538" y="55816"/>
                  <a:pt x="11626" y="55757"/>
                  <a:pt x="11714" y="55683"/>
                </a:cubicBezTo>
                <a:close/>
                <a:moveTo>
                  <a:pt x="10861" y="55963"/>
                </a:moveTo>
                <a:cubicBezTo>
                  <a:pt x="10831" y="55992"/>
                  <a:pt x="10817" y="56022"/>
                  <a:pt x="10802" y="56051"/>
                </a:cubicBezTo>
                <a:cubicBezTo>
                  <a:pt x="10758" y="56095"/>
                  <a:pt x="10714" y="56125"/>
                  <a:pt x="10669" y="56140"/>
                </a:cubicBezTo>
                <a:cubicBezTo>
                  <a:pt x="10684" y="56125"/>
                  <a:pt x="10714" y="56110"/>
                  <a:pt x="10728" y="56066"/>
                </a:cubicBezTo>
                <a:cubicBezTo>
                  <a:pt x="10758" y="56037"/>
                  <a:pt x="10817" y="55992"/>
                  <a:pt x="10861" y="55963"/>
                </a:cubicBezTo>
                <a:close/>
                <a:moveTo>
                  <a:pt x="11994" y="55801"/>
                </a:moveTo>
                <a:cubicBezTo>
                  <a:pt x="11950" y="55889"/>
                  <a:pt x="11935" y="55963"/>
                  <a:pt x="11906" y="56051"/>
                </a:cubicBezTo>
                <a:cubicBezTo>
                  <a:pt x="11788" y="56110"/>
                  <a:pt x="11700" y="56169"/>
                  <a:pt x="11582" y="56199"/>
                </a:cubicBezTo>
                <a:cubicBezTo>
                  <a:pt x="11626" y="56125"/>
                  <a:pt x="11670" y="56037"/>
                  <a:pt x="11700" y="55963"/>
                </a:cubicBezTo>
                <a:cubicBezTo>
                  <a:pt x="11788" y="55904"/>
                  <a:pt x="11891" y="55845"/>
                  <a:pt x="11994" y="55801"/>
                </a:cubicBezTo>
                <a:close/>
                <a:moveTo>
                  <a:pt x="11052" y="55978"/>
                </a:moveTo>
                <a:cubicBezTo>
                  <a:pt x="11023" y="56037"/>
                  <a:pt x="10993" y="56066"/>
                  <a:pt x="10964" y="56125"/>
                </a:cubicBezTo>
                <a:cubicBezTo>
                  <a:pt x="10890" y="56184"/>
                  <a:pt x="10817" y="56213"/>
                  <a:pt x="10743" y="56272"/>
                </a:cubicBezTo>
                <a:cubicBezTo>
                  <a:pt x="10787" y="56213"/>
                  <a:pt x="10817" y="56169"/>
                  <a:pt x="10846" y="56125"/>
                </a:cubicBezTo>
                <a:cubicBezTo>
                  <a:pt x="10934" y="56066"/>
                  <a:pt x="10993" y="56037"/>
                  <a:pt x="11052" y="55978"/>
                </a:cubicBezTo>
                <a:close/>
                <a:moveTo>
                  <a:pt x="11309" y="55989"/>
                </a:moveTo>
                <a:cubicBezTo>
                  <a:pt x="11271" y="56044"/>
                  <a:pt x="11255" y="56100"/>
                  <a:pt x="11214" y="56169"/>
                </a:cubicBezTo>
                <a:cubicBezTo>
                  <a:pt x="11126" y="56213"/>
                  <a:pt x="11037" y="56287"/>
                  <a:pt x="10949" y="56346"/>
                </a:cubicBezTo>
                <a:cubicBezTo>
                  <a:pt x="10964" y="56287"/>
                  <a:pt x="11008" y="56243"/>
                  <a:pt x="11037" y="56184"/>
                </a:cubicBezTo>
                <a:cubicBezTo>
                  <a:pt x="11111" y="56125"/>
                  <a:pt x="11199" y="56066"/>
                  <a:pt x="11273" y="56022"/>
                </a:cubicBezTo>
                <a:cubicBezTo>
                  <a:pt x="11283" y="56002"/>
                  <a:pt x="11299" y="55996"/>
                  <a:pt x="11309" y="55989"/>
                </a:cubicBezTo>
                <a:close/>
                <a:moveTo>
                  <a:pt x="10449" y="56316"/>
                </a:moveTo>
                <a:cubicBezTo>
                  <a:pt x="10449" y="56331"/>
                  <a:pt x="10434" y="56331"/>
                  <a:pt x="10434" y="56346"/>
                </a:cubicBezTo>
                <a:cubicBezTo>
                  <a:pt x="10419" y="56360"/>
                  <a:pt x="10390" y="56360"/>
                  <a:pt x="10375" y="56390"/>
                </a:cubicBezTo>
                <a:cubicBezTo>
                  <a:pt x="10375" y="56360"/>
                  <a:pt x="10375" y="56360"/>
                  <a:pt x="10390" y="56346"/>
                </a:cubicBezTo>
                <a:cubicBezTo>
                  <a:pt x="10405" y="56331"/>
                  <a:pt x="10434" y="56331"/>
                  <a:pt x="10449" y="56316"/>
                </a:cubicBezTo>
                <a:close/>
                <a:moveTo>
                  <a:pt x="11567" y="56037"/>
                </a:moveTo>
                <a:cubicBezTo>
                  <a:pt x="11538" y="56110"/>
                  <a:pt x="11494" y="56199"/>
                  <a:pt x="11479" y="56272"/>
                </a:cubicBezTo>
                <a:cubicBezTo>
                  <a:pt x="11376" y="56331"/>
                  <a:pt x="11273" y="56390"/>
                  <a:pt x="11170" y="56434"/>
                </a:cubicBezTo>
                <a:lnTo>
                  <a:pt x="11273" y="56213"/>
                </a:lnTo>
                <a:cubicBezTo>
                  <a:pt x="11376" y="56140"/>
                  <a:pt x="11479" y="56095"/>
                  <a:pt x="11567" y="56037"/>
                </a:cubicBezTo>
                <a:close/>
                <a:moveTo>
                  <a:pt x="10655" y="56272"/>
                </a:moveTo>
                <a:cubicBezTo>
                  <a:pt x="10611" y="56316"/>
                  <a:pt x="10596" y="56360"/>
                  <a:pt x="10566" y="56405"/>
                </a:cubicBezTo>
                <a:cubicBezTo>
                  <a:pt x="10478" y="56434"/>
                  <a:pt x="10434" y="56493"/>
                  <a:pt x="10360" y="56537"/>
                </a:cubicBezTo>
                <a:cubicBezTo>
                  <a:pt x="10390" y="56493"/>
                  <a:pt x="10434" y="56434"/>
                  <a:pt x="10463" y="56405"/>
                </a:cubicBezTo>
                <a:cubicBezTo>
                  <a:pt x="10522" y="56360"/>
                  <a:pt x="10596" y="56316"/>
                  <a:pt x="10655" y="56272"/>
                </a:cubicBezTo>
                <a:close/>
                <a:moveTo>
                  <a:pt x="10875" y="56287"/>
                </a:moveTo>
                <a:cubicBezTo>
                  <a:pt x="10831" y="56346"/>
                  <a:pt x="10817" y="56405"/>
                  <a:pt x="10787" y="56463"/>
                </a:cubicBezTo>
                <a:cubicBezTo>
                  <a:pt x="10684" y="56508"/>
                  <a:pt x="10596" y="56581"/>
                  <a:pt x="10508" y="56640"/>
                </a:cubicBezTo>
                <a:lnTo>
                  <a:pt x="10611" y="56478"/>
                </a:lnTo>
                <a:cubicBezTo>
                  <a:pt x="10714" y="56405"/>
                  <a:pt x="10802" y="56346"/>
                  <a:pt x="10875" y="56287"/>
                </a:cubicBezTo>
                <a:close/>
                <a:moveTo>
                  <a:pt x="11155" y="56287"/>
                </a:moveTo>
                <a:lnTo>
                  <a:pt x="11155" y="56287"/>
                </a:lnTo>
                <a:cubicBezTo>
                  <a:pt x="11111" y="56360"/>
                  <a:pt x="11096" y="56419"/>
                  <a:pt x="11052" y="56493"/>
                </a:cubicBezTo>
                <a:cubicBezTo>
                  <a:pt x="10949" y="56552"/>
                  <a:pt x="10861" y="56625"/>
                  <a:pt x="10743" y="56684"/>
                </a:cubicBezTo>
                <a:cubicBezTo>
                  <a:pt x="10787" y="56625"/>
                  <a:pt x="10802" y="56552"/>
                  <a:pt x="10831" y="56493"/>
                </a:cubicBezTo>
                <a:cubicBezTo>
                  <a:pt x="10949" y="56434"/>
                  <a:pt x="11052" y="56360"/>
                  <a:pt x="11155" y="56287"/>
                </a:cubicBezTo>
                <a:close/>
                <a:moveTo>
                  <a:pt x="10243" y="56552"/>
                </a:moveTo>
                <a:cubicBezTo>
                  <a:pt x="10228" y="56581"/>
                  <a:pt x="10199" y="56625"/>
                  <a:pt x="10169" y="56655"/>
                </a:cubicBezTo>
                <a:cubicBezTo>
                  <a:pt x="10140" y="56699"/>
                  <a:pt x="10081" y="56714"/>
                  <a:pt x="10037" y="56758"/>
                </a:cubicBezTo>
                <a:lnTo>
                  <a:pt x="10022" y="56772"/>
                </a:lnTo>
                <a:cubicBezTo>
                  <a:pt x="10051" y="56728"/>
                  <a:pt x="10081" y="56699"/>
                  <a:pt x="10110" y="56655"/>
                </a:cubicBezTo>
                <a:cubicBezTo>
                  <a:pt x="10154" y="56625"/>
                  <a:pt x="10213" y="56581"/>
                  <a:pt x="10243" y="56552"/>
                </a:cubicBezTo>
                <a:close/>
                <a:moveTo>
                  <a:pt x="10449" y="56581"/>
                </a:moveTo>
                <a:lnTo>
                  <a:pt x="10449" y="56581"/>
                </a:lnTo>
                <a:cubicBezTo>
                  <a:pt x="10434" y="56625"/>
                  <a:pt x="10390" y="56684"/>
                  <a:pt x="10360" y="56728"/>
                </a:cubicBezTo>
                <a:cubicBezTo>
                  <a:pt x="10287" y="56787"/>
                  <a:pt x="10199" y="56846"/>
                  <a:pt x="10096" y="56905"/>
                </a:cubicBezTo>
                <a:cubicBezTo>
                  <a:pt x="10140" y="56846"/>
                  <a:pt x="10169" y="56787"/>
                  <a:pt x="10228" y="56728"/>
                </a:cubicBezTo>
                <a:cubicBezTo>
                  <a:pt x="10302" y="56684"/>
                  <a:pt x="10375" y="56625"/>
                  <a:pt x="10449" y="56581"/>
                </a:cubicBezTo>
                <a:close/>
                <a:moveTo>
                  <a:pt x="10699" y="56581"/>
                </a:moveTo>
                <a:lnTo>
                  <a:pt x="10699" y="56581"/>
                </a:lnTo>
                <a:cubicBezTo>
                  <a:pt x="10669" y="56655"/>
                  <a:pt x="10655" y="56714"/>
                  <a:pt x="10611" y="56772"/>
                </a:cubicBezTo>
                <a:cubicBezTo>
                  <a:pt x="10522" y="56831"/>
                  <a:pt x="10449" y="56875"/>
                  <a:pt x="10360" y="56934"/>
                </a:cubicBezTo>
                <a:cubicBezTo>
                  <a:pt x="10349" y="56946"/>
                  <a:pt x="10327" y="56948"/>
                  <a:pt x="10312" y="56964"/>
                </a:cubicBezTo>
                <a:lnTo>
                  <a:pt x="10312" y="56964"/>
                </a:lnTo>
                <a:cubicBezTo>
                  <a:pt x="10350" y="56908"/>
                  <a:pt x="10378" y="56841"/>
                  <a:pt x="10405" y="56787"/>
                </a:cubicBezTo>
                <a:cubicBezTo>
                  <a:pt x="10508" y="56714"/>
                  <a:pt x="10611" y="56655"/>
                  <a:pt x="10699" y="56581"/>
                </a:cubicBezTo>
                <a:close/>
                <a:moveTo>
                  <a:pt x="9831" y="56876"/>
                </a:moveTo>
                <a:lnTo>
                  <a:pt x="9831" y="56876"/>
                </a:lnTo>
                <a:cubicBezTo>
                  <a:pt x="9801" y="56905"/>
                  <a:pt x="9786" y="56920"/>
                  <a:pt x="9786" y="56934"/>
                </a:cubicBezTo>
                <a:cubicBezTo>
                  <a:pt x="9772" y="56949"/>
                  <a:pt x="9728" y="56978"/>
                  <a:pt x="9713" y="56993"/>
                </a:cubicBezTo>
                <a:cubicBezTo>
                  <a:pt x="9728" y="56978"/>
                  <a:pt x="9728" y="56949"/>
                  <a:pt x="9742" y="56934"/>
                </a:cubicBezTo>
                <a:cubicBezTo>
                  <a:pt x="9772" y="56920"/>
                  <a:pt x="9801" y="56905"/>
                  <a:pt x="9831" y="56876"/>
                </a:cubicBezTo>
                <a:close/>
                <a:moveTo>
                  <a:pt x="10037" y="56861"/>
                </a:moveTo>
                <a:cubicBezTo>
                  <a:pt x="10007" y="56920"/>
                  <a:pt x="9963" y="56949"/>
                  <a:pt x="9948" y="57008"/>
                </a:cubicBezTo>
                <a:cubicBezTo>
                  <a:pt x="9875" y="57052"/>
                  <a:pt x="9801" y="57096"/>
                  <a:pt x="9728" y="57140"/>
                </a:cubicBezTo>
                <a:cubicBezTo>
                  <a:pt x="9772" y="57081"/>
                  <a:pt x="9801" y="57052"/>
                  <a:pt x="9845" y="56993"/>
                </a:cubicBezTo>
                <a:cubicBezTo>
                  <a:pt x="9919" y="56949"/>
                  <a:pt x="9978" y="56905"/>
                  <a:pt x="10037" y="56861"/>
                </a:cubicBezTo>
                <a:close/>
                <a:moveTo>
                  <a:pt x="10272" y="56905"/>
                </a:moveTo>
                <a:cubicBezTo>
                  <a:pt x="10228" y="56949"/>
                  <a:pt x="10199" y="57023"/>
                  <a:pt x="10169" y="57081"/>
                </a:cubicBezTo>
                <a:cubicBezTo>
                  <a:pt x="10081" y="57140"/>
                  <a:pt x="9978" y="57214"/>
                  <a:pt x="9875" y="57273"/>
                </a:cubicBezTo>
                <a:cubicBezTo>
                  <a:pt x="9919" y="57199"/>
                  <a:pt x="9978" y="57140"/>
                  <a:pt x="10007" y="57067"/>
                </a:cubicBezTo>
                <a:cubicBezTo>
                  <a:pt x="10081" y="57008"/>
                  <a:pt x="10169" y="56949"/>
                  <a:pt x="10272" y="56905"/>
                </a:cubicBezTo>
                <a:close/>
                <a:moveTo>
                  <a:pt x="9639" y="57140"/>
                </a:moveTo>
                <a:lnTo>
                  <a:pt x="9639" y="57140"/>
                </a:lnTo>
                <a:cubicBezTo>
                  <a:pt x="9610" y="57170"/>
                  <a:pt x="9580" y="57214"/>
                  <a:pt x="9551" y="57258"/>
                </a:cubicBezTo>
                <a:lnTo>
                  <a:pt x="9374" y="57376"/>
                </a:lnTo>
                <a:cubicBezTo>
                  <a:pt x="9404" y="57317"/>
                  <a:pt x="9433" y="57288"/>
                  <a:pt x="9477" y="57243"/>
                </a:cubicBezTo>
                <a:lnTo>
                  <a:pt x="9639" y="57140"/>
                </a:lnTo>
                <a:close/>
                <a:moveTo>
                  <a:pt x="9831" y="57170"/>
                </a:moveTo>
                <a:cubicBezTo>
                  <a:pt x="9801" y="57229"/>
                  <a:pt x="9772" y="57288"/>
                  <a:pt x="9728" y="57346"/>
                </a:cubicBezTo>
                <a:lnTo>
                  <a:pt x="9463" y="57508"/>
                </a:lnTo>
                <a:cubicBezTo>
                  <a:pt x="9492" y="57449"/>
                  <a:pt x="9551" y="57376"/>
                  <a:pt x="9580" y="57317"/>
                </a:cubicBezTo>
                <a:cubicBezTo>
                  <a:pt x="9654" y="57258"/>
                  <a:pt x="9757" y="57229"/>
                  <a:pt x="9831" y="57170"/>
                </a:cubicBezTo>
                <a:close/>
                <a:moveTo>
                  <a:pt x="9170" y="57449"/>
                </a:moveTo>
                <a:cubicBezTo>
                  <a:pt x="9159" y="57462"/>
                  <a:pt x="9147" y="57478"/>
                  <a:pt x="9139" y="57494"/>
                </a:cubicBezTo>
                <a:cubicBezTo>
                  <a:pt x="9126" y="57500"/>
                  <a:pt x="9111" y="57506"/>
                  <a:pt x="9097" y="57512"/>
                </a:cubicBezTo>
                <a:lnTo>
                  <a:pt x="9097" y="57512"/>
                </a:lnTo>
                <a:cubicBezTo>
                  <a:pt x="9101" y="57507"/>
                  <a:pt x="9106" y="57501"/>
                  <a:pt x="9110" y="57494"/>
                </a:cubicBezTo>
                <a:cubicBezTo>
                  <a:pt x="9128" y="57475"/>
                  <a:pt x="9151" y="57463"/>
                  <a:pt x="9170" y="57449"/>
                </a:cubicBezTo>
                <a:close/>
                <a:moveTo>
                  <a:pt x="9408" y="57434"/>
                </a:moveTo>
                <a:lnTo>
                  <a:pt x="9301" y="57582"/>
                </a:lnTo>
                <a:cubicBezTo>
                  <a:pt x="9227" y="57611"/>
                  <a:pt x="9154" y="57670"/>
                  <a:pt x="9065" y="57714"/>
                </a:cubicBezTo>
                <a:cubicBezTo>
                  <a:pt x="9124" y="57670"/>
                  <a:pt x="9168" y="57611"/>
                  <a:pt x="9198" y="57567"/>
                </a:cubicBezTo>
                <a:cubicBezTo>
                  <a:pt x="9271" y="57523"/>
                  <a:pt x="9330" y="57494"/>
                  <a:pt x="9404" y="57435"/>
                </a:cubicBezTo>
                <a:cubicBezTo>
                  <a:pt x="9404" y="57435"/>
                  <a:pt x="9406" y="57435"/>
                  <a:pt x="9408" y="57434"/>
                </a:cubicBezTo>
                <a:close/>
                <a:moveTo>
                  <a:pt x="8992" y="57685"/>
                </a:moveTo>
                <a:lnTo>
                  <a:pt x="8992" y="57685"/>
                </a:lnTo>
                <a:cubicBezTo>
                  <a:pt x="8962" y="57729"/>
                  <a:pt x="8918" y="57773"/>
                  <a:pt x="8889" y="57832"/>
                </a:cubicBezTo>
                <a:cubicBezTo>
                  <a:pt x="8830" y="57876"/>
                  <a:pt x="8771" y="57891"/>
                  <a:pt x="8742" y="57935"/>
                </a:cubicBezTo>
                <a:cubicBezTo>
                  <a:pt x="8727" y="57935"/>
                  <a:pt x="8727" y="57950"/>
                  <a:pt x="8697" y="57950"/>
                </a:cubicBezTo>
                <a:cubicBezTo>
                  <a:pt x="8756" y="57876"/>
                  <a:pt x="8800" y="57832"/>
                  <a:pt x="8830" y="57803"/>
                </a:cubicBezTo>
                <a:lnTo>
                  <a:pt x="8992" y="57685"/>
                </a:lnTo>
                <a:close/>
                <a:moveTo>
                  <a:pt x="8565" y="57950"/>
                </a:moveTo>
                <a:cubicBezTo>
                  <a:pt x="8550" y="57979"/>
                  <a:pt x="8521" y="58009"/>
                  <a:pt x="8491" y="58038"/>
                </a:cubicBezTo>
                <a:cubicBezTo>
                  <a:pt x="8462" y="58053"/>
                  <a:pt x="8418" y="58082"/>
                  <a:pt x="8374" y="58112"/>
                </a:cubicBezTo>
                <a:cubicBezTo>
                  <a:pt x="8403" y="58082"/>
                  <a:pt x="8447" y="58053"/>
                  <a:pt x="8462" y="58023"/>
                </a:cubicBezTo>
                <a:cubicBezTo>
                  <a:pt x="8506" y="58009"/>
                  <a:pt x="8536" y="57964"/>
                  <a:pt x="8565" y="57950"/>
                </a:cubicBezTo>
                <a:close/>
                <a:moveTo>
                  <a:pt x="15791" y="54903"/>
                </a:moveTo>
                <a:cubicBezTo>
                  <a:pt x="15879" y="56493"/>
                  <a:pt x="16335" y="58038"/>
                  <a:pt x="16777" y="59554"/>
                </a:cubicBezTo>
                <a:cubicBezTo>
                  <a:pt x="17277" y="61246"/>
                  <a:pt x="17792" y="62968"/>
                  <a:pt x="17778" y="64734"/>
                </a:cubicBezTo>
                <a:cubicBezTo>
                  <a:pt x="17778" y="67736"/>
                  <a:pt x="16188" y="70635"/>
                  <a:pt x="13701" y="72313"/>
                </a:cubicBezTo>
                <a:cubicBezTo>
                  <a:pt x="15864" y="70562"/>
                  <a:pt x="17159" y="67766"/>
                  <a:pt x="17145" y="64808"/>
                </a:cubicBezTo>
                <a:cubicBezTo>
                  <a:pt x="17145" y="63100"/>
                  <a:pt x="16688" y="61408"/>
                  <a:pt x="16262" y="59789"/>
                </a:cubicBezTo>
                <a:cubicBezTo>
                  <a:pt x="15835" y="58215"/>
                  <a:pt x="15423" y="56596"/>
                  <a:pt x="15393" y="54977"/>
                </a:cubicBezTo>
                <a:cubicBezTo>
                  <a:pt x="15526" y="54962"/>
                  <a:pt x="15658" y="54933"/>
                  <a:pt x="15791" y="54903"/>
                </a:cubicBezTo>
                <a:close/>
                <a:moveTo>
                  <a:pt x="15320" y="55006"/>
                </a:moveTo>
                <a:cubicBezTo>
                  <a:pt x="15335" y="56640"/>
                  <a:pt x="15776" y="58244"/>
                  <a:pt x="16188" y="59819"/>
                </a:cubicBezTo>
                <a:cubicBezTo>
                  <a:pt x="16630" y="61438"/>
                  <a:pt x="17071" y="63130"/>
                  <a:pt x="17071" y="64822"/>
                </a:cubicBezTo>
                <a:cubicBezTo>
                  <a:pt x="17086" y="67927"/>
                  <a:pt x="15629" y="70856"/>
                  <a:pt x="13260" y="72548"/>
                </a:cubicBezTo>
                <a:cubicBezTo>
                  <a:pt x="15320" y="70782"/>
                  <a:pt x="16497" y="67972"/>
                  <a:pt x="16468" y="64881"/>
                </a:cubicBezTo>
                <a:cubicBezTo>
                  <a:pt x="16453" y="63248"/>
                  <a:pt x="16056" y="61629"/>
                  <a:pt x="15688" y="60069"/>
                </a:cubicBezTo>
                <a:cubicBezTo>
                  <a:pt x="15305" y="58421"/>
                  <a:pt x="14893" y="56758"/>
                  <a:pt x="14952" y="55080"/>
                </a:cubicBezTo>
                <a:cubicBezTo>
                  <a:pt x="15084" y="55036"/>
                  <a:pt x="15217" y="55021"/>
                  <a:pt x="15320" y="55006"/>
                </a:cubicBezTo>
                <a:close/>
                <a:moveTo>
                  <a:pt x="14864" y="55095"/>
                </a:moveTo>
                <a:lnTo>
                  <a:pt x="14864" y="55095"/>
                </a:lnTo>
                <a:cubicBezTo>
                  <a:pt x="14834" y="56772"/>
                  <a:pt x="15217" y="58450"/>
                  <a:pt x="15614" y="60084"/>
                </a:cubicBezTo>
                <a:cubicBezTo>
                  <a:pt x="15982" y="61644"/>
                  <a:pt x="16365" y="63248"/>
                  <a:pt x="16394" y="64881"/>
                </a:cubicBezTo>
                <a:cubicBezTo>
                  <a:pt x="16424" y="68119"/>
                  <a:pt x="15099" y="71062"/>
                  <a:pt x="12862" y="72799"/>
                </a:cubicBezTo>
                <a:cubicBezTo>
                  <a:pt x="14790" y="71003"/>
                  <a:pt x="15820" y="68251"/>
                  <a:pt x="15761" y="64955"/>
                </a:cubicBezTo>
                <a:cubicBezTo>
                  <a:pt x="15747" y="63395"/>
                  <a:pt x="15408" y="61864"/>
                  <a:pt x="15099" y="60378"/>
                </a:cubicBezTo>
                <a:cubicBezTo>
                  <a:pt x="14731" y="58597"/>
                  <a:pt x="14363" y="56905"/>
                  <a:pt x="14496" y="55183"/>
                </a:cubicBezTo>
                <a:cubicBezTo>
                  <a:pt x="14628" y="55154"/>
                  <a:pt x="14731" y="55139"/>
                  <a:pt x="14864" y="55095"/>
                </a:cubicBezTo>
                <a:close/>
                <a:moveTo>
                  <a:pt x="14407" y="55213"/>
                </a:moveTo>
                <a:lnTo>
                  <a:pt x="14407" y="55213"/>
                </a:lnTo>
                <a:cubicBezTo>
                  <a:pt x="14290" y="56934"/>
                  <a:pt x="14643" y="58627"/>
                  <a:pt x="15011" y="60393"/>
                </a:cubicBezTo>
                <a:cubicBezTo>
                  <a:pt x="15320" y="61864"/>
                  <a:pt x="15644" y="63395"/>
                  <a:pt x="15673" y="64955"/>
                </a:cubicBezTo>
                <a:cubicBezTo>
                  <a:pt x="15747" y="68398"/>
                  <a:pt x="14613" y="71253"/>
                  <a:pt x="12480" y="73019"/>
                </a:cubicBezTo>
                <a:cubicBezTo>
                  <a:pt x="14246" y="71224"/>
                  <a:pt x="15143" y="68472"/>
                  <a:pt x="15070" y="65028"/>
                </a:cubicBezTo>
                <a:cubicBezTo>
                  <a:pt x="15026" y="63557"/>
                  <a:pt x="14775" y="62129"/>
                  <a:pt x="14510" y="60731"/>
                </a:cubicBezTo>
                <a:cubicBezTo>
                  <a:pt x="14157" y="58862"/>
                  <a:pt x="13848" y="57096"/>
                  <a:pt x="14054" y="55301"/>
                </a:cubicBezTo>
                <a:cubicBezTo>
                  <a:pt x="14157" y="55257"/>
                  <a:pt x="14290" y="55227"/>
                  <a:pt x="14407" y="55213"/>
                </a:cubicBezTo>
                <a:close/>
                <a:moveTo>
                  <a:pt x="13995" y="55316"/>
                </a:moveTo>
                <a:lnTo>
                  <a:pt x="13995" y="55316"/>
                </a:lnTo>
                <a:cubicBezTo>
                  <a:pt x="13804" y="57096"/>
                  <a:pt x="14128" y="58862"/>
                  <a:pt x="14466" y="60716"/>
                </a:cubicBezTo>
                <a:cubicBezTo>
                  <a:pt x="14716" y="62100"/>
                  <a:pt x="14981" y="63557"/>
                  <a:pt x="15011" y="65014"/>
                </a:cubicBezTo>
                <a:cubicBezTo>
                  <a:pt x="15084" y="68546"/>
                  <a:pt x="14128" y="71342"/>
                  <a:pt x="12274" y="73108"/>
                </a:cubicBezTo>
                <a:cubicBezTo>
                  <a:pt x="12229" y="73122"/>
                  <a:pt x="12215" y="73137"/>
                  <a:pt x="12200" y="73137"/>
                </a:cubicBezTo>
                <a:cubicBezTo>
                  <a:pt x="13775" y="71342"/>
                  <a:pt x="14481" y="68766"/>
                  <a:pt x="14393" y="65087"/>
                </a:cubicBezTo>
                <a:cubicBezTo>
                  <a:pt x="14349" y="63719"/>
                  <a:pt x="14143" y="62394"/>
                  <a:pt x="13951" y="61114"/>
                </a:cubicBezTo>
                <a:cubicBezTo>
                  <a:pt x="13627" y="59156"/>
                  <a:pt x="13363" y="57302"/>
                  <a:pt x="13657" y="55433"/>
                </a:cubicBezTo>
                <a:cubicBezTo>
                  <a:pt x="13760" y="55389"/>
                  <a:pt x="13892" y="55360"/>
                  <a:pt x="13995" y="55316"/>
                </a:cubicBezTo>
                <a:close/>
                <a:moveTo>
                  <a:pt x="13524" y="55477"/>
                </a:moveTo>
                <a:lnTo>
                  <a:pt x="13524" y="55477"/>
                </a:lnTo>
                <a:cubicBezTo>
                  <a:pt x="13245" y="57346"/>
                  <a:pt x="13524" y="59201"/>
                  <a:pt x="13833" y="61143"/>
                </a:cubicBezTo>
                <a:cubicBezTo>
                  <a:pt x="14040" y="62438"/>
                  <a:pt x="14246" y="63763"/>
                  <a:pt x="14275" y="65117"/>
                </a:cubicBezTo>
                <a:cubicBezTo>
                  <a:pt x="14407" y="68840"/>
                  <a:pt x="13672" y="71430"/>
                  <a:pt x="12009" y="73211"/>
                </a:cubicBezTo>
                <a:cubicBezTo>
                  <a:pt x="11979" y="73240"/>
                  <a:pt x="11965" y="73240"/>
                  <a:pt x="11920" y="73255"/>
                </a:cubicBezTo>
                <a:cubicBezTo>
                  <a:pt x="13613" y="71047"/>
                  <a:pt x="13760" y="68060"/>
                  <a:pt x="13672" y="65161"/>
                </a:cubicBezTo>
                <a:cubicBezTo>
                  <a:pt x="13627" y="63925"/>
                  <a:pt x="13466" y="62733"/>
                  <a:pt x="13318" y="61570"/>
                </a:cubicBezTo>
                <a:cubicBezTo>
                  <a:pt x="13039" y="59495"/>
                  <a:pt x="12803" y="57538"/>
                  <a:pt x="13186" y="55595"/>
                </a:cubicBezTo>
                <a:lnTo>
                  <a:pt x="13524" y="55477"/>
                </a:lnTo>
                <a:close/>
                <a:moveTo>
                  <a:pt x="13112" y="55610"/>
                </a:moveTo>
                <a:cubicBezTo>
                  <a:pt x="12730" y="57567"/>
                  <a:pt x="12980" y="59510"/>
                  <a:pt x="13260" y="61570"/>
                </a:cubicBezTo>
                <a:cubicBezTo>
                  <a:pt x="13407" y="62733"/>
                  <a:pt x="13569" y="63939"/>
                  <a:pt x="13613" y="65161"/>
                </a:cubicBezTo>
                <a:cubicBezTo>
                  <a:pt x="13701" y="68104"/>
                  <a:pt x="13539" y="71121"/>
                  <a:pt x="11788" y="73314"/>
                </a:cubicBezTo>
                <a:cubicBezTo>
                  <a:pt x="11744" y="73343"/>
                  <a:pt x="11700" y="73343"/>
                  <a:pt x="11670" y="73358"/>
                </a:cubicBezTo>
                <a:cubicBezTo>
                  <a:pt x="13083" y="71209"/>
                  <a:pt x="13112" y="68501"/>
                  <a:pt x="12995" y="65234"/>
                </a:cubicBezTo>
                <a:cubicBezTo>
                  <a:pt x="12951" y="64160"/>
                  <a:pt x="12847" y="63115"/>
                  <a:pt x="12730" y="62100"/>
                </a:cubicBezTo>
                <a:cubicBezTo>
                  <a:pt x="12509" y="59878"/>
                  <a:pt x="12288" y="57803"/>
                  <a:pt x="12789" y="55742"/>
                </a:cubicBezTo>
                <a:cubicBezTo>
                  <a:pt x="12892" y="55698"/>
                  <a:pt x="13009" y="55654"/>
                  <a:pt x="13112" y="55610"/>
                </a:cubicBezTo>
                <a:close/>
                <a:moveTo>
                  <a:pt x="11881" y="73374"/>
                </a:moveTo>
                <a:cubicBezTo>
                  <a:pt x="11888" y="73374"/>
                  <a:pt x="11881" y="73387"/>
                  <a:pt x="11861" y="73387"/>
                </a:cubicBezTo>
                <a:cubicBezTo>
                  <a:pt x="11871" y="73377"/>
                  <a:pt x="11878" y="73374"/>
                  <a:pt x="11881" y="73374"/>
                </a:cubicBezTo>
                <a:close/>
                <a:moveTo>
                  <a:pt x="11861" y="73387"/>
                </a:moveTo>
                <a:lnTo>
                  <a:pt x="11861" y="73387"/>
                </a:lnTo>
                <a:cubicBezTo>
                  <a:pt x="11847" y="73402"/>
                  <a:pt x="11832" y="73402"/>
                  <a:pt x="11817" y="73417"/>
                </a:cubicBezTo>
                <a:lnTo>
                  <a:pt x="11832" y="73402"/>
                </a:lnTo>
                <a:cubicBezTo>
                  <a:pt x="11847" y="73387"/>
                  <a:pt x="11861" y="73387"/>
                  <a:pt x="11861" y="73387"/>
                </a:cubicBezTo>
                <a:close/>
                <a:moveTo>
                  <a:pt x="12686" y="55801"/>
                </a:moveTo>
                <a:lnTo>
                  <a:pt x="12686" y="55801"/>
                </a:lnTo>
                <a:cubicBezTo>
                  <a:pt x="12215" y="57861"/>
                  <a:pt x="12421" y="59936"/>
                  <a:pt x="12656" y="62144"/>
                </a:cubicBezTo>
                <a:cubicBezTo>
                  <a:pt x="12759" y="63159"/>
                  <a:pt x="12877" y="64204"/>
                  <a:pt x="12906" y="65249"/>
                </a:cubicBezTo>
                <a:cubicBezTo>
                  <a:pt x="13039" y="68560"/>
                  <a:pt x="13009" y="71283"/>
                  <a:pt x="11538" y="73431"/>
                </a:cubicBezTo>
                <a:cubicBezTo>
                  <a:pt x="11494" y="73461"/>
                  <a:pt x="11435" y="73476"/>
                  <a:pt x="11405" y="73490"/>
                </a:cubicBezTo>
                <a:cubicBezTo>
                  <a:pt x="12568" y="71401"/>
                  <a:pt x="12450" y="68869"/>
                  <a:pt x="12318" y="66000"/>
                </a:cubicBezTo>
                <a:cubicBezTo>
                  <a:pt x="12303" y="65764"/>
                  <a:pt x="12303" y="65543"/>
                  <a:pt x="12288" y="65308"/>
                </a:cubicBezTo>
                <a:cubicBezTo>
                  <a:pt x="12244" y="64454"/>
                  <a:pt x="12185" y="63616"/>
                  <a:pt x="12126" y="62791"/>
                </a:cubicBezTo>
                <a:cubicBezTo>
                  <a:pt x="11935" y="60407"/>
                  <a:pt x="11758" y="58171"/>
                  <a:pt x="12347" y="55992"/>
                </a:cubicBezTo>
                <a:cubicBezTo>
                  <a:pt x="12347" y="55978"/>
                  <a:pt x="12362" y="55948"/>
                  <a:pt x="12362" y="55919"/>
                </a:cubicBezTo>
                <a:cubicBezTo>
                  <a:pt x="12465" y="55875"/>
                  <a:pt x="12583" y="55831"/>
                  <a:pt x="12686" y="55801"/>
                </a:cubicBezTo>
                <a:close/>
                <a:moveTo>
                  <a:pt x="11660" y="73469"/>
                </a:moveTo>
                <a:cubicBezTo>
                  <a:pt x="11649" y="73474"/>
                  <a:pt x="11641" y="73482"/>
                  <a:pt x="11641" y="73490"/>
                </a:cubicBezTo>
                <a:cubicBezTo>
                  <a:pt x="11611" y="73505"/>
                  <a:pt x="11597" y="73505"/>
                  <a:pt x="11552" y="73534"/>
                </a:cubicBezTo>
                <a:cubicBezTo>
                  <a:pt x="11567" y="73505"/>
                  <a:pt x="11567" y="73490"/>
                  <a:pt x="11597" y="73490"/>
                </a:cubicBezTo>
                <a:cubicBezTo>
                  <a:pt x="11620" y="73479"/>
                  <a:pt x="11634" y="73476"/>
                  <a:pt x="11660" y="73469"/>
                </a:cubicBezTo>
                <a:close/>
                <a:moveTo>
                  <a:pt x="12288" y="55963"/>
                </a:moveTo>
                <a:lnTo>
                  <a:pt x="12288" y="55978"/>
                </a:lnTo>
                <a:cubicBezTo>
                  <a:pt x="11685" y="58171"/>
                  <a:pt x="11861" y="60407"/>
                  <a:pt x="12053" y="62806"/>
                </a:cubicBezTo>
                <a:cubicBezTo>
                  <a:pt x="12126" y="63616"/>
                  <a:pt x="12185" y="64454"/>
                  <a:pt x="12215" y="65323"/>
                </a:cubicBezTo>
                <a:cubicBezTo>
                  <a:pt x="12229" y="65558"/>
                  <a:pt x="12229" y="65779"/>
                  <a:pt x="12259" y="66029"/>
                </a:cubicBezTo>
                <a:cubicBezTo>
                  <a:pt x="12377" y="68928"/>
                  <a:pt x="12494" y="71445"/>
                  <a:pt x="11302" y="73534"/>
                </a:cubicBezTo>
                <a:cubicBezTo>
                  <a:pt x="11243" y="73549"/>
                  <a:pt x="11199" y="73564"/>
                  <a:pt x="11155" y="73579"/>
                </a:cubicBezTo>
                <a:cubicBezTo>
                  <a:pt x="12009" y="71665"/>
                  <a:pt x="11861" y="69517"/>
                  <a:pt x="11700" y="67074"/>
                </a:cubicBezTo>
                <a:cubicBezTo>
                  <a:pt x="11670" y="66515"/>
                  <a:pt x="11626" y="65970"/>
                  <a:pt x="11597" y="65382"/>
                </a:cubicBezTo>
                <a:cubicBezTo>
                  <a:pt x="11552" y="64808"/>
                  <a:pt x="11523" y="64219"/>
                  <a:pt x="11494" y="63674"/>
                </a:cubicBezTo>
                <a:cubicBezTo>
                  <a:pt x="11332" y="61055"/>
                  <a:pt x="11170" y="58597"/>
                  <a:pt x="11920" y="56257"/>
                </a:cubicBezTo>
                <a:cubicBezTo>
                  <a:pt x="11935" y="56199"/>
                  <a:pt x="11965" y="56169"/>
                  <a:pt x="11979" y="56110"/>
                </a:cubicBezTo>
                <a:cubicBezTo>
                  <a:pt x="12082" y="56051"/>
                  <a:pt x="12185" y="56022"/>
                  <a:pt x="12288" y="55963"/>
                </a:cubicBezTo>
                <a:close/>
                <a:moveTo>
                  <a:pt x="11449" y="73549"/>
                </a:moveTo>
                <a:cubicBezTo>
                  <a:pt x="11420" y="73564"/>
                  <a:pt x="11420" y="73579"/>
                  <a:pt x="11405" y="73608"/>
                </a:cubicBezTo>
                <a:cubicBezTo>
                  <a:pt x="11376" y="73608"/>
                  <a:pt x="11332" y="73623"/>
                  <a:pt x="11302" y="73637"/>
                </a:cubicBezTo>
                <a:cubicBezTo>
                  <a:pt x="11317" y="73623"/>
                  <a:pt x="11317" y="73608"/>
                  <a:pt x="11332" y="73579"/>
                </a:cubicBezTo>
                <a:cubicBezTo>
                  <a:pt x="11376" y="73564"/>
                  <a:pt x="11405" y="73549"/>
                  <a:pt x="11449" y="73549"/>
                </a:cubicBezTo>
                <a:close/>
                <a:moveTo>
                  <a:pt x="11861" y="56169"/>
                </a:moveTo>
                <a:cubicBezTo>
                  <a:pt x="11861" y="56184"/>
                  <a:pt x="11847" y="56213"/>
                  <a:pt x="11847" y="56243"/>
                </a:cubicBezTo>
                <a:cubicBezTo>
                  <a:pt x="11111" y="58568"/>
                  <a:pt x="11258" y="61055"/>
                  <a:pt x="11420" y="63689"/>
                </a:cubicBezTo>
                <a:cubicBezTo>
                  <a:pt x="11464" y="64234"/>
                  <a:pt x="11494" y="64822"/>
                  <a:pt x="11523" y="65396"/>
                </a:cubicBezTo>
                <a:cubicBezTo>
                  <a:pt x="11552" y="65970"/>
                  <a:pt x="11597" y="66544"/>
                  <a:pt x="11626" y="67089"/>
                </a:cubicBezTo>
                <a:cubicBezTo>
                  <a:pt x="11788" y="69576"/>
                  <a:pt x="11935" y="71724"/>
                  <a:pt x="11023" y="73623"/>
                </a:cubicBezTo>
                <a:cubicBezTo>
                  <a:pt x="10964" y="73623"/>
                  <a:pt x="10905" y="73637"/>
                  <a:pt x="10846" y="73652"/>
                </a:cubicBezTo>
                <a:cubicBezTo>
                  <a:pt x="11508" y="71916"/>
                  <a:pt x="11332" y="70017"/>
                  <a:pt x="11111" y="67839"/>
                </a:cubicBezTo>
                <a:cubicBezTo>
                  <a:pt x="11037" y="67074"/>
                  <a:pt x="10949" y="66265"/>
                  <a:pt x="10905" y="65440"/>
                </a:cubicBezTo>
                <a:lnTo>
                  <a:pt x="10875" y="64881"/>
                </a:lnTo>
                <a:cubicBezTo>
                  <a:pt x="10714" y="61908"/>
                  <a:pt x="10537" y="59083"/>
                  <a:pt x="11479" y="56508"/>
                </a:cubicBezTo>
                <a:cubicBezTo>
                  <a:pt x="11494" y="56463"/>
                  <a:pt x="11538" y="56390"/>
                  <a:pt x="11552" y="56331"/>
                </a:cubicBezTo>
                <a:cubicBezTo>
                  <a:pt x="11670" y="56272"/>
                  <a:pt x="11758" y="56213"/>
                  <a:pt x="11861" y="56169"/>
                </a:cubicBezTo>
                <a:close/>
                <a:moveTo>
                  <a:pt x="11491" y="73646"/>
                </a:moveTo>
                <a:cubicBezTo>
                  <a:pt x="11493" y="73646"/>
                  <a:pt x="11494" y="73648"/>
                  <a:pt x="11494" y="73652"/>
                </a:cubicBezTo>
                <a:cubicBezTo>
                  <a:pt x="11479" y="73682"/>
                  <a:pt x="11464" y="73682"/>
                  <a:pt x="11449" y="73696"/>
                </a:cubicBezTo>
                <a:lnTo>
                  <a:pt x="11464" y="73682"/>
                </a:lnTo>
                <a:cubicBezTo>
                  <a:pt x="11475" y="73660"/>
                  <a:pt x="11486" y="73646"/>
                  <a:pt x="11491" y="73646"/>
                </a:cubicBezTo>
                <a:close/>
                <a:moveTo>
                  <a:pt x="11199" y="73623"/>
                </a:moveTo>
                <a:lnTo>
                  <a:pt x="11199" y="73623"/>
                </a:lnTo>
                <a:cubicBezTo>
                  <a:pt x="11185" y="73637"/>
                  <a:pt x="11170" y="73682"/>
                  <a:pt x="11170" y="73696"/>
                </a:cubicBezTo>
                <a:cubicBezTo>
                  <a:pt x="11126" y="73711"/>
                  <a:pt x="11082" y="73726"/>
                  <a:pt x="11037" y="73755"/>
                </a:cubicBezTo>
                <a:cubicBezTo>
                  <a:pt x="11052" y="73726"/>
                  <a:pt x="11052" y="73696"/>
                  <a:pt x="11082" y="73682"/>
                </a:cubicBezTo>
                <a:cubicBezTo>
                  <a:pt x="11111" y="73652"/>
                  <a:pt x="11170" y="73637"/>
                  <a:pt x="11199" y="73623"/>
                </a:cubicBezTo>
                <a:close/>
                <a:moveTo>
                  <a:pt x="11449" y="56375"/>
                </a:moveTo>
                <a:lnTo>
                  <a:pt x="11449" y="56375"/>
                </a:lnTo>
                <a:cubicBezTo>
                  <a:pt x="11420" y="56419"/>
                  <a:pt x="11420" y="56449"/>
                  <a:pt x="11405" y="56493"/>
                </a:cubicBezTo>
                <a:cubicBezTo>
                  <a:pt x="10463" y="59083"/>
                  <a:pt x="10625" y="61923"/>
                  <a:pt x="10802" y="64896"/>
                </a:cubicBezTo>
                <a:lnTo>
                  <a:pt x="10831" y="65455"/>
                </a:lnTo>
                <a:cubicBezTo>
                  <a:pt x="10875" y="66294"/>
                  <a:pt x="10964" y="67089"/>
                  <a:pt x="11037" y="67869"/>
                </a:cubicBezTo>
                <a:cubicBezTo>
                  <a:pt x="11258" y="70032"/>
                  <a:pt x="11464" y="71945"/>
                  <a:pt x="10758" y="73696"/>
                </a:cubicBezTo>
                <a:cubicBezTo>
                  <a:pt x="10684" y="73711"/>
                  <a:pt x="10640" y="73726"/>
                  <a:pt x="10581" y="73770"/>
                </a:cubicBezTo>
                <a:cubicBezTo>
                  <a:pt x="11082" y="72136"/>
                  <a:pt x="10817" y="70415"/>
                  <a:pt x="10537" y="68487"/>
                </a:cubicBezTo>
                <a:cubicBezTo>
                  <a:pt x="10405" y="67545"/>
                  <a:pt x="10257" y="66574"/>
                  <a:pt x="10213" y="65529"/>
                </a:cubicBezTo>
                <a:cubicBezTo>
                  <a:pt x="10022" y="62453"/>
                  <a:pt x="9948" y="59480"/>
                  <a:pt x="11037" y="56772"/>
                </a:cubicBezTo>
                <a:cubicBezTo>
                  <a:pt x="11082" y="56699"/>
                  <a:pt x="11096" y="56625"/>
                  <a:pt x="11126" y="56566"/>
                </a:cubicBezTo>
                <a:cubicBezTo>
                  <a:pt x="11243" y="56508"/>
                  <a:pt x="11332" y="56434"/>
                  <a:pt x="11449" y="56375"/>
                </a:cubicBezTo>
                <a:close/>
                <a:moveTo>
                  <a:pt x="11296" y="73750"/>
                </a:moveTo>
                <a:cubicBezTo>
                  <a:pt x="11291" y="73757"/>
                  <a:pt x="11284" y="73764"/>
                  <a:pt x="11273" y="73770"/>
                </a:cubicBezTo>
                <a:cubicBezTo>
                  <a:pt x="11258" y="73785"/>
                  <a:pt x="11229" y="73799"/>
                  <a:pt x="11199" y="73799"/>
                </a:cubicBezTo>
                <a:cubicBezTo>
                  <a:pt x="11214" y="73785"/>
                  <a:pt x="11214" y="73770"/>
                  <a:pt x="11243" y="73770"/>
                </a:cubicBezTo>
                <a:cubicBezTo>
                  <a:pt x="11261" y="73761"/>
                  <a:pt x="11279" y="73757"/>
                  <a:pt x="11296" y="73750"/>
                </a:cubicBezTo>
                <a:close/>
                <a:moveTo>
                  <a:pt x="11008" y="56625"/>
                </a:moveTo>
                <a:lnTo>
                  <a:pt x="10949" y="56728"/>
                </a:lnTo>
                <a:cubicBezTo>
                  <a:pt x="9860" y="59436"/>
                  <a:pt x="9934" y="62438"/>
                  <a:pt x="10125" y="65514"/>
                </a:cubicBezTo>
                <a:cubicBezTo>
                  <a:pt x="10169" y="66559"/>
                  <a:pt x="10316" y="67530"/>
                  <a:pt x="10449" y="68472"/>
                </a:cubicBezTo>
                <a:cubicBezTo>
                  <a:pt x="10728" y="70415"/>
                  <a:pt x="10978" y="72136"/>
                  <a:pt x="10463" y="73770"/>
                </a:cubicBezTo>
                <a:cubicBezTo>
                  <a:pt x="10419" y="73785"/>
                  <a:pt x="10346" y="73799"/>
                  <a:pt x="10287" y="73829"/>
                </a:cubicBezTo>
                <a:cubicBezTo>
                  <a:pt x="10640" y="72254"/>
                  <a:pt x="10316" y="70635"/>
                  <a:pt x="9992" y="68928"/>
                </a:cubicBezTo>
                <a:cubicBezTo>
                  <a:pt x="9786" y="67869"/>
                  <a:pt x="9566" y="66735"/>
                  <a:pt x="9492" y="65543"/>
                </a:cubicBezTo>
                <a:cubicBezTo>
                  <a:pt x="9242" y="61776"/>
                  <a:pt x="9566" y="59215"/>
                  <a:pt x="10581" y="56993"/>
                </a:cubicBezTo>
                <a:cubicBezTo>
                  <a:pt x="10611" y="56920"/>
                  <a:pt x="10640" y="56861"/>
                  <a:pt x="10669" y="56787"/>
                </a:cubicBezTo>
                <a:cubicBezTo>
                  <a:pt x="10802" y="56758"/>
                  <a:pt x="10890" y="56699"/>
                  <a:pt x="11008" y="56625"/>
                </a:cubicBezTo>
                <a:close/>
                <a:moveTo>
                  <a:pt x="10964" y="73711"/>
                </a:moveTo>
                <a:cubicBezTo>
                  <a:pt x="10949" y="73755"/>
                  <a:pt x="10934" y="73770"/>
                  <a:pt x="10934" y="73799"/>
                </a:cubicBezTo>
                <a:cubicBezTo>
                  <a:pt x="10875" y="73829"/>
                  <a:pt x="10831" y="73843"/>
                  <a:pt x="10787" y="73858"/>
                </a:cubicBezTo>
                <a:cubicBezTo>
                  <a:pt x="10787" y="73829"/>
                  <a:pt x="10802" y="73785"/>
                  <a:pt x="10817" y="73770"/>
                </a:cubicBezTo>
                <a:cubicBezTo>
                  <a:pt x="10875" y="73755"/>
                  <a:pt x="10934" y="73726"/>
                  <a:pt x="10964" y="73711"/>
                </a:cubicBezTo>
                <a:close/>
                <a:moveTo>
                  <a:pt x="10558" y="56925"/>
                </a:moveTo>
                <a:lnTo>
                  <a:pt x="10558" y="56925"/>
                </a:lnTo>
                <a:cubicBezTo>
                  <a:pt x="10537" y="56943"/>
                  <a:pt x="10536" y="56980"/>
                  <a:pt x="10522" y="56993"/>
                </a:cubicBezTo>
                <a:cubicBezTo>
                  <a:pt x="9507" y="59230"/>
                  <a:pt x="9183" y="61805"/>
                  <a:pt x="9433" y="65588"/>
                </a:cubicBezTo>
                <a:cubicBezTo>
                  <a:pt x="9507" y="66780"/>
                  <a:pt x="9728" y="67898"/>
                  <a:pt x="9934" y="68972"/>
                </a:cubicBezTo>
                <a:cubicBezTo>
                  <a:pt x="10272" y="70679"/>
                  <a:pt x="10581" y="72298"/>
                  <a:pt x="10213" y="73858"/>
                </a:cubicBezTo>
                <a:cubicBezTo>
                  <a:pt x="10140" y="73873"/>
                  <a:pt x="10081" y="73902"/>
                  <a:pt x="10007" y="73917"/>
                </a:cubicBezTo>
                <a:cubicBezTo>
                  <a:pt x="10228" y="72445"/>
                  <a:pt x="9860" y="70959"/>
                  <a:pt x="9492" y="69370"/>
                </a:cubicBezTo>
                <a:cubicBezTo>
                  <a:pt x="9213" y="68192"/>
                  <a:pt x="8918" y="66986"/>
                  <a:pt x="8830" y="65661"/>
                </a:cubicBezTo>
                <a:cubicBezTo>
                  <a:pt x="8594" y="62291"/>
                  <a:pt x="9021" y="59554"/>
                  <a:pt x="10169" y="57288"/>
                </a:cubicBezTo>
                <a:cubicBezTo>
                  <a:pt x="10199" y="57229"/>
                  <a:pt x="10228" y="57170"/>
                  <a:pt x="10243" y="57140"/>
                </a:cubicBezTo>
                <a:cubicBezTo>
                  <a:pt x="10302" y="57096"/>
                  <a:pt x="10375" y="57052"/>
                  <a:pt x="10434" y="57008"/>
                </a:cubicBezTo>
                <a:cubicBezTo>
                  <a:pt x="10462" y="56980"/>
                  <a:pt x="10515" y="56953"/>
                  <a:pt x="10558" y="56925"/>
                </a:cubicBezTo>
                <a:close/>
                <a:moveTo>
                  <a:pt x="11096" y="73799"/>
                </a:moveTo>
                <a:cubicBezTo>
                  <a:pt x="11082" y="73829"/>
                  <a:pt x="11052" y="73843"/>
                  <a:pt x="11052" y="73858"/>
                </a:cubicBezTo>
                <a:cubicBezTo>
                  <a:pt x="11023" y="73902"/>
                  <a:pt x="10978" y="73917"/>
                  <a:pt x="10949" y="73932"/>
                </a:cubicBezTo>
                <a:cubicBezTo>
                  <a:pt x="10964" y="73917"/>
                  <a:pt x="10964" y="73902"/>
                  <a:pt x="10978" y="73858"/>
                </a:cubicBezTo>
                <a:lnTo>
                  <a:pt x="11096" y="73799"/>
                </a:lnTo>
                <a:close/>
                <a:moveTo>
                  <a:pt x="10714" y="73799"/>
                </a:moveTo>
                <a:lnTo>
                  <a:pt x="10714" y="73799"/>
                </a:lnTo>
                <a:cubicBezTo>
                  <a:pt x="10684" y="73843"/>
                  <a:pt x="10669" y="73873"/>
                  <a:pt x="10669" y="73902"/>
                </a:cubicBezTo>
                <a:cubicBezTo>
                  <a:pt x="10611" y="73917"/>
                  <a:pt x="10566" y="73932"/>
                  <a:pt x="10508" y="73976"/>
                </a:cubicBezTo>
                <a:cubicBezTo>
                  <a:pt x="10522" y="73932"/>
                  <a:pt x="10522" y="73902"/>
                  <a:pt x="10537" y="73858"/>
                </a:cubicBezTo>
                <a:lnTo>
                  <a:pt x="10714" y="73799"/>
                </a:lnTo>
                <a:close/>
                <a:moveTo>
                  <a:pt x="11136" y="73926"/>
                </a:moveTo>
                <a:cubicBezTo>
                  <a:pt x="11140" y="73926"/>
                  <a:pt x="11146" y="73927"/>
                  <a:pt x="11155" y="73932"/>
                </a:cubicBezTo>
                <a:cubicBezTo>
                  <a:pt x="11126" y="73946"/>
                  <a:pt x="11111" y="73946"/>
                  <a:pt x="11096" y="73976"/>
                </a:cubicBezTo>
                <a:lnTo>
                  <a:pt x="11111" y="73946"/>
                </a:lnTo>
                <a:cubicBezTo>
                  <a:pt x="11121" y="73936"/>
                  <a:pt x="11124" y="73926"/>
                  <a:pt x="11136" y="73926"/>
                </a:cubicBezTo>
                <a:close/>
                <a:moveTo>
                  <a:pt x="10096" y="57214"/>
                </a:moveTo>
                <a:cubicBezTo>
                  <a:pt x="10096" y="57229"/>
                  <a:pt x="10081" y="57229"/>
                  <a:pt x="10081" y="57243"/>
                </a:cubicBezTo>
                <a:cubicBezTo>
                  <a:pt x="8918" y="59524"/>
                  <a:pt x="8506" y="62276"/>
                  <a:pt x="8742" y="65661"/>
                </a:cubicBezTo>
                <a:cubicBezTo>
                  <a:pt x="8830" y="66971"/>
                  <a:pt x="9124" y="68192"/>
                  <a:pt x="9419" y="69370"/>
                </a:cubicBezTo>
                <a:cubicBezTo>
                  <a:pt x="9801" y="70959"/>
                  <a:pt x="10154" y="72460"/>
                  <a:pt x="9934" y="73946"/>
                </a:cubicBezTo>
                <a:cubicBezTo>
                  <a:pt x="9860" y="73961"/>
                  <a:pt x="9801" y="73991"/>
                  <a:pt x="9728" y="74020"/>
                </a:cubicBezTo>
                <a:cubicBezTo>
                  <a:pt x="9845" y="72593"/>
                  <a:pt x="9433" y="71165"/>
                  <a:pt x="8992" y="69679"/>
                </a:cubicBezTo>
                <a:cubicBezTo>
                  <a:pt x="8624" y="68428"/>
                  <a:pt x="8241" y="67147"/>
                  <a:pt x="8138" y="65705"/>
                </a:cubicBezTo>
                <a:cubicBezTo>
                  <a:pt x="7888" y="62585"/>
                  <a:pt x="8433" y="59833"/>
                  <a:pt x="9713" y="57523"/>
                </a:cubicBezTo>
                <a:cubicBezTo>
                  <a:pt x="9728" y="57479"/>
                  <a:pt x="9772" y="57435"/>
                  <a:pt x="9786" y="57391"/>
                </a:cubicBezTo>
                <a:cubicBezTo>
                  <a:pt x="9904" y="57346"/>
                  <a:pt x="9992" y="57288"/>
                  <a:pt x="10096" y="57214"/>
                </a:cubicBezTo>
                <a:close/>
                <a:moveTo>
                  <a:pt x="10861" y="73917"/>
                </a:moveTo>
                <a:cubicBezTo>
                  <a:pt x="10861" y="73917"/>
                  <a:pt x="10861" y="73932"/>
                  <a:pt x="10831" y="73932"/>
                </a:cubicBezTo>
                <a:cubicBezTo>
                  <a:pt x="10817" y="73946"/>
                  <a:pt x="10817" y="73976"/>
                  <a:pt x="10802" y="73991"/>
                </a:cubicBezTo>
                <a:cubicBezTo>
                  <a:pt x="10787" y="74005"/>
                  <a:pt x="10728" y="74020"/>
                  <a:pt x="10684" y="74049"/>
                </a:cubicBezTo>
                <a:cubicBezTo>
                  <a:pt x="10714" y="74020"/>
                  <a:pt x="10714" y="73991"/>
                  <a:pt x="10728" y="73976"/>
                </a:cubicBezTo>
                <a:cubicBezTo>
                  <a:pt x="10758" y="73946"/>
                  <a:pt x="10817" y="73932"/>
                  <a:pt x="10861" y="73917"/>
                </a:cubicBezTo>
                <a:close/>
                <a:moveTo>
                  <a:pt x="10463" y="73873"/>
                </a:moveTo>
                <a:lnTo>
                  <a:pt x="10463" y="73873"/>
                </a:lnTo>
                <a:cubicBezTo>
                  <a:pt x="10449" y="73917"/>
                  <a:pt x="10449" y="73946"/>
                  <a:pt x="10434" y="73991"/>
                </a:cubicBezTo>
                <a:cubicBezTo>
                  <a:pt x="10360" y="74020"/>
                  <a:pt x="10302" y="74049"/>
                  <a:pt x="10243" y="74064"/>
                </a:cubicBezTo>
                <a:cubicBezTo>
                  <a:pt x="10257" y="74020"/>
                  <a:pt x="10257" y="73991"/>
                  <a:pt x="10287" y="73932"/>
                </a:cubicBezTo>
                <a:cubicBezTo>
                  <a:pt x="10346" y="73917"/>
                  <a:pt x="10419" y="73902"/>
                  <a:pt x="10463" y="73873"/>
                </a:cubicBezTo>
                <a:close/>
                <a:moveTo>
                  <a:pt x="10949" y="73991"/>
                </a:moveTo>
                <a:cubicBezTo>
                  <a:pt x="10949" y="74020"/>
                  <a:pt x="10949" y="74049"/>
                  <a:pt x="10934" y="74049"/>
                </a:cubicBezTo>
                <a:cubicBezTo>
                  <a:pt x="10905" y="74064"/>
                  <a:pt x="10875" y="74079"/>
                  <a:pt x="10831" y="74079"/>
                </a:cubicBezTo>
                <a:cubicBezTo>
                  <a:pt x="10831" y="74064"/>
                  <a:pt x="10846" y="74049"/>
                  <a:pt x="10846" y="74020"/>
                </a:cubicBezTo>
                <a:cubicBezTo>
                  <a:pt x="10890" y="74005"/>
                  <a:pt x="10905" y="74005"/>
                  <a:pt x="10949" y="73991"/>
                </a:cubicBezTo>
                <a:close/>
                <a:moveTo>
                  <a:pt x="9639" y="57494"/>
                </a:moveTo>
                <a:lnTo>
                  <a:pt x="9639" y="57494"/>
                </a:lnTo>
                <a:cubicBezTo>
                  <a:pt x="8315" y="59819"/>
                  <a:pt x="7785" y="62585"/>
                  <a:pt x="8035" y="65735"/>
                </a:cubicBezTo>
                <a:cubicBezTo>
                  <a:pt x="8153" y="67162"/>
                  <a:pt x="8536" y="68472"/>
                  <a:pt x="8903" y="69723"/>
                </a:cubicBezTo>
                <a:cubicBezTo>
                  <a:pt x="9345" y="71209"/>
                  <a:pt x="9742" y="72622"/>
                  <a:pt x="9639" y="74064"/>
                </a:cubicBezTo>
                <a:cubicBezTo>
                  <a:pt x="9610" y="74079"/>
                  <a:pt x="9580" y="74079"/>
                  <a:pt x="9551" y="74094"/>
                </a:cubicBezTo>
                <a:cubicBezTo>
                  <a:pt x="9507" y="74123"/>
                  <a:pt x="9477" y="74123"/>
                  <a:pt x="9419" y="74138"/>
                </a:cubicBezTo>
                <a:cubicBezTo>
                  <a:pt x="9433" y="72740"/>
                  <a:pt x="8977" y="71401"/>
                  <a:pt x="8477" y="69973"/>
                </a:cubicBezTo>
                <a:cubicBezTo>
                  <a:pt x="8020" y="68663"/>
                  <a:pt x="7564" y="67309"/>
                  <a:pt x="7432" y="65808"/>
                </a:cubicBezTo>
                <a:cubicBezTo>
                  <a:pt x="7196" y="62880"/>
                  <a:pt x="7814" y="60113"/>
                  <a:pt x="9271" y="57803"/>
                </a:cubicBezTo>
                <a:cubicBezTo>
                  <a:pt x="9316" y="57744"/>
                  <a:pt x="9330" y="57714"/>
                  <a:pt x="9360" y="57655"/>
                </a:cubicBezTo>
                <a:lnTo>
                  <a:pt x="9639" y="57494"/>
                </a:lnTo>
                <a:close/>
                <a:moveTo>
                  <a:pt x="10611" y="74005"/>
                </a:moveTo>
                <a:lnTo>
                  <a:pt x="10611" y="74005"/>
                </a:lnTo>
                <a:cubicBezTo>
                  <a:pt x="10596" y="74020"/>
                  <a:pt x="10596" y="74064"/>
                  <a:pt x="10581" y="74079"/>
                </a:cubicBezTo>
                <a:lnTo>
                  <a:pt x="10581" y="74094"/>
                </a:lnTo>
                <a:cubicBezTo>
                  <a:pt x="10522" y="74123"/>
                  <a:pt x="10478" y="74138"/>
                  <a:pt x="10434" y="74152"/>
                </a:cubicBezTo>
                <a:cubicBezTo>
                  <a:pt x="10449" y="74138"/>
                  <a:pt x="10463" y="74094"/>
                  <a:pt x="10463" y="74064"/>
                </a:cubicBezTo>
                <a:cubicBezTo>
                  <a:pt x="10522" y="74049"/>
                  <a:pt x="10566" y="74020"/>
                  <a:pt x="10611" y="74005"/>
                </a:cubicBezTo>
                <a:close/>
                <a:moveTo>
                  <a:pt x="10169" y="73991"/>
                </a:moveTo>
                <a:cubicBezTo>
                  <a:pt x="10154" y="74020"/>
                  <a:pt x="10154" y="74079"/>
                  <a:pt x="10140" y="74123"/>
                </a:cubicBezTo>
                <a:cubicBezTo>
                  <a:pt x="10081" y="74123"/>
                  <a:pt x="10022" y="74138"/>
                  <a:pt x="9978" y="74167"/>
                </a:cubicBezTo>
                <a:cubicBezTo>
                  <a:pt x="9978" y="74138"/>
                  <a:pt x="9992" y="74079"/>
                  <a:pt x="9992" y="74049"/>
                </a:cubicBezTo>
                <a:cubicBezTo>
                  <a:pt x="10037" y="74020"/>
                  <a:pt x="10110" y="74005"/>
                  <a:pt x="10169" y="73991"/>
                </a:cubicBezTo>
                <a:close/>
                <a:moveTo>
                  <a:pt x="9198" y="57758"/>
                </a:moveTo>
                <a:lnTo>
                  <a:pt x="9198" y="57758"/>
                </a:lnTo>
                <a:cubicBezTo>
                  <a:pt x="7726" y="60098"/>
                  <a:pt x="7079" y="62880"/>
                  <a:pt x="7344" y="65808"/>
                </a:cubicBezTo>
                <a:cubicBezTo>
                  <a:pt x="7476" y="67324"/>
                  <a:pt x="7947" y="68693"/>
                  <a:pt x="8403" y="70002"/>
                </a:cubicBezTo>
                <a:cubicBezTo>
                  <a:pt x="8903" y="71415"/>
                  <a:pt x="9360" y="72754"/>
                  <a:pt x="9345" y="74152"/>
                </a:cubicBezTo>
                <a:cubicBezTo>
                  <a:pt x="9271" y="74167"/>
                  <a:pt x="9198" y="74211"/>
                  <a:pt x="9124" y="74226"/>
                </a:cubicBezTo>
                <a:cubicBezTo>
                  <a:pt x="9051" y="72872"/>
                  <a:pt x="8536" y="71577"/>
                  <a:pt x="7976" y="70223"/>
                </a:cubicBezTo>
                <a:cubicBezTo>
                  <a:pt x="7432" y="68855"/>
                  <a:pt x="6858" y="67457"/>
                  <a:pt x="6711" y="65867"/>
                </a:cubicBezTo>
                <a:cubicBezTo>
                  <a:pt x="6461" y="63100"/>
                  <a:pt x="7196" y="60393"/>
                  <a:pt x="8815" y="58053"/>
                </a:cubicBezTo>
                <a:cubicBezTo>
                  <a:pt x="8845" y="57994"/>
                  <a:pt x="8903" y="57950"/>
                  <a:pt x="8933" y="57891"/>
                </a:cubicBezTo>
                <a:cubicBezTo>
                  <a:pt x="9036" y="57832"/>
                  <a:pt x="9124" y="57788"/>
                  <a:pt x="9198" y="57758"/>
                </a:cubicBezTo>
                <a:close/>
                <a:moveTo>
                  <a:pt x="10743" y="74094"/>
                </a:moveTo>
                <a:lnTo>
                  <a:pt x="10743" y="74094"/>
                </a:lnTo>
                <a:cubicBezTo>
                  <a:pt x="10728" y="74123"/>
                  <a:pt x="10728" y="74138"/>
                  <a:pt x="10714" y="74152"/>
                </a:cubicBezTo>
                <a:cubicBezTo>
                  <a:pt x="10669" y="74197"/>
                  <a:pt x="10640" y="74211"/>
                  <a:pt x="10596" y="74226"/>
                </a:cubicBezTo>
                <a:cubicBezTo>
                  <a:pt x="10611" y="74211"/>
                  <a:pt x="10611" y="74197"/>
                  <a:pt x="10640" y="74152"/>
                </a:cubicBezTo>
                <a:lnTo>
                  <a:pt x="10743" y="74094"/>
                </a:lnTo>
                <a:close/>
                <a:moveTo>
                  <a:pt x="10798" y="74220"/>
                </a:moveTo>
                <a:cubicBezTo>
                  <a:pt x="10801" y="74220"/>
                  <a:pt x="10802" y="74222"/>
                  <a:pt x="10802" y="74226"/>
                </a:cubicBezTo>
                <a:cubicBezTo>
                  <a:pt x="10788" y="74240"/>
                  <a:pt x="10760" y="74241"/>
                  <a:pt x="10758" y="74267"/>
                </a:cubicBezTo>
                <a:lnTo>
                  <a:pt x="10758" y="74267"/>
                </a:lnTo>
                <a:cubicBezTo>
                  <a:pt x="10758" y="74259"/>
                  <a:pt x="10761" y="74241"/>
                  <a:pt x="10772" y="74241"/>
                </a:cubicBezTo>
                <a:cubicBezTo>
                  <a:pt x="10783" y="74230"/>
                  <a:pt x="10793" y="74220"/>
                  <a:pt x="10798" y="74220"/>
                </a:cubicBezTo>
                <a:close/>
                <a:moveTo>
                  <a:pt x="9904" y="74064"/>
                </a:moveTo>
                <a:cubicBezTo>
                  <a:pt x="9904" y="74094"/>
                  <a:pt x="9875" y="74152"/>
                  <a:pt x="9875" y="74197"/>
                </a:cubicBezTo>
                <a:cubicBezTo>
                  <a:pt x="9831" y="74211"/>
                  <a:pt x="9757" y="74241"/>
                  <a:pt x="9698" y="74270"/>
                </a:cubicBezTo>
                <a:cubicBezTo>
                  <a:pt x="9698" y="74211"/>
                  <a:pt x="9713" y="74167"/>
                  <a:pt x="9713" y="74123"/>
                </a:cubicBezTo>
                <a:cubicBezTo>
                  <a:pt x="9772" y="74094"/>
                  <a:pt x="9845" y="74079"/>
                  <a:pt x="9904" y="74064"/>
                </a:cubicBezTo>
                <a:close/>
                <a:moveTo>
                  <a:pt x="10375" y="74094"/>
                </a:moveTo>
                <a:lnTo>
                  <a:pt x="10375" y="74094"/>
                </a:lnTo>
                <a:cubicBezTo>
                  <a:pt x="10360" y="74138"/>
                  <a:pt x="10360" y="74167"/>
                  <a:pt x="10346" y="74211"/>
                </a:cubicBezTo>
                <a:cubicBezTo>
                  <a:pt x="10287" y="74226"/>
                  <a:pt x="10228" y="74241"/>
                  <a:pt x="10199" y="74285"/>
                </a:cubicBezTo>
                <a:cubicBezTo>
                  <a:pt x="10199" y="74226"/>
                  <a:pt x="10213" y="74197"/>
                  <a:pt x="10213" y="74152"/>
                </a:cubicBezTo>
                <a:lnTo>
                  <a:pt x="10375" y="74094"/>
                </a:lnTo>
                <a:close/>
                <a:moveTo>
                  <a:pt x="8756" y="57979"/>
                </a:moveTo>
                <a:cubicBezTo>
                  <a:pt x="8771" y="57979"/>
                  <a:pt x="8771" y="58009"/>
                  <a:pt x="8756" y="58023"/>
                </a:cubicBezTo>
                <a:cubicBezTo>
                  <a:pt x="7123" y="60363"/>
                  <a:pt x="6387" y="63086"/>
                  <a:pt x="6637" y="65882"/>
                </a:cubicBezTo>
                <a:cubicBezTo>
                  <a:pt x="6784" y="67471"/>
                  <a:pt x="7358" y="68869"/>
                  <a:pt x="7917" y="70253"/>
                </a:cubicBezTo>
                <a:cubicBezTo>
                  <a:pt x="8462" y="71621"/>
                  <a:pt x="8977" y="72902"/>
                  <a:pt x="9036" y="74270"/>
                </a:cubicBezTo>
                <a:cubicBezTo>
                  <a:pt x="8962" y="74285"/>
                  <a:pt x="8889" y="74314"/>
                  <a:pt x="8815" y="74344"/>
                </a:cubicBezTo>
                <a:cubicBezTo>
                  <a:pt x="8668" y="72990"/>
                  <a:pt x="8094" y="71739"/>
                  <a:pt x="7491" y="70444"/>
                </a:cubicBezTo>
                <a:cubicBezTo>
                  <a:pt x="6843" y="69046"/>
                  <a:pt x="6181" y="67589"/>
                  <a:pt x="6019" y="65955"/>
                </a:cubicBezTo>
                <a:cubicBezTo>
                  <a:pt x="5754" y="63321"/>
                  <a:pt x="6608" y="60613"/>
                  <a:pt x="8374" y="58332"/>
                </a:cubicBezTo>
                <a:lnTo>
                  <a:pt x="8536" y="58112"/>
                </a:lnTo>
                <a:cubicBezTo>
                  <a:pt x="8609" y="58082"/>
                  <a:pt x="8683" y="58023"/>
                  <a:pt x="8756" y="57979"/>
                </a:cubicBezTo>
                <a:close/>
                <a:moveTo>
                  <a:pt x="10522" y="74211"/>
                </a:moveTo>
                <a:cubicBezTo>
                  <a:pt x="10508" y="74226"/>
                  <a:pt x="10508" y="74270"/>
                  <a:pt x="10493" y="74285"/>
                </a:cubicBezTo>
                <a:cubicBezTo>
                  <a:pt x="10449" y="74300"/>
                  <a:pt x="10390" y="74344"/>
                  <a:pt x="10360" y="74359"/>
                </a:cubicBezTo>
                <a:cubicBezTo>
                  <a:pt x="10375" y="74314"/>
                  <a:pt x="10375" y="74300"/>
                  <a:pt x="10390" y="74270"/>
                </a:cubicBezTo>
                <a:cubicBezTo>
                  <a:pt x="10434" y="74241"/>
                  <a:pt x="10463" y="74226"/>
                  <a:pt x="10522" y="74211"/>
                </a:cubicBezTo>
                <a:close/>
                <a:moveTo>
                  <a:pt x="9625" y="74152"/>
                </a:moveTo>
                <a:cubicBezTo>
                  <a:pt x="9625" y="74211"/>
                  <a:pt x="9610" y="74241"/>
                  <a:pt x="9610" y="74300"/>
                </a:cubicBezTo>
                <a:cubicBezTo>
                  <a:pt x="9551" y="74314"/>
                  <a:pt x="9477" y="74344"/>
                  <a:pt x="9419" y="74373"/>
                </a:cubicBezTo>
                <a:lnTo>
                  <a:pt x="9419" y="74226"/>
                </a:lnTo>
                <a:cubicBezTo>
                  <a:pt x="9477" y="74211"/>
                  <a:pt x="9507" y="74197"/>
                  <a:pt x="9566" y="74167"/>
                </a:cubicBezTo>
                <a:cubicBezTo>
                  <a:pt x="9580" y="74167"/>
                  <a:pt x="9610" y="74152"/>
                  <a:pt x="9625" y="74152"/>
                </a:cubicBezTo>
                <a:close/>
                <a:moveTo>
                  <a:pt x="10096" y="74197"/>
                </a:moveTo>
                <a:lnTo>
                  <a:pt x="10096" y="74197"/>
                </a:lnTo>
                <a:cubicBezTo>
                  <a:pt x="10081" y="74226"/>
                  <a:pt x="10081" y="74270"/>
                  <a:pt x="10066" y="74300"/>
                </a:cubicBezTo>
                <a:cubicBezTo>
                  <a:pt x="10022" y="74344"/>
                  <a:pt x="9978" y="74359"/>
                  <a:pt x="9919" y="74373"/>
                </a:cubicBezTo>
                <a:cubicBezTo>
                  <a:pt x="9934" y="74344"/>
                  <a:pt x="9934" y="74300"/>
                  <a:pt x="9934" y="74241"/>
                </a:cubicBezTo>
                <a:lnTo>
                  <a:pt x="10096" y="74197"/>
                </a:lnTo>
                <a:close/>
                <a:moveTo>
                  <a:pt x="10611" y="74314"/>
                </a:moveTo>
                <a:cubicBezTo>
                  <a:pt x="10611" y="74314"/>
                  <a:pt x="10596" y="74344"/>
                  <a:pt x="10596" y="74359"/>
                </a:cubicBezTo>
                <a:cubicBezTo>
                  <a:pt x="10581" y="74373"/>
                  <a:pt x="10537" y="74388"/>
                  <a:pt x="10522" y="74388"/>
                </a:cubicBezTo>
                <a:cubicBezTo>
                  <a:pt x="10522" y="74373"/>
                  <a:pt x="10537" y="74359"/>
                  <a:pt x="10537" y="74359"/>
                </a:cubicBezTo>
                <a:cubicBezTo>
                  <a:pt x="10552" y="74329"/>
                  <a:pt x="10596" y="74329"/>
                  <a:pt x="10611" y="74314"/>
                </a:cubicBezTo>
                <a:close/>
                <a:moveTo>
                  <a:pt x="8374" y="58200"/>
                </a:moveTo>
                <a:lnTo>
                  <a:pt x="8315" y="58259"/>
                </a:lnTo>
                <a:cubicBezTo>
                  <a:pt x="6534" y="60555"/>
                  <a:pt x="5681" y="63277"/>
                  <a:pt x="5945" y="65926"/>
                </a:cubicBezTo>
                <a:cubicBezTo>
                  <a:pt x="6107" y="67589"/>
                  <a:pt x="6770" y="69031"/>
                  <a:pt x="7417" y="70444"/>
                </a:cubicBezTo>
                <a:cubicBezTo>
                  <a:pt x="8020" y="71739"/>
                  <a:pt x="8594" y="72990"/>
                  <a:pt x="8742" y="74329"/>
                </a:cubicBezTo>
                <a:cubicBezTo>
                  <a:pt x="8668" y="74359"/>
                  <a:pt x="8594" y="74388"/>
                  <a:pt x="8521" y="74403"/>
                </a:cubicBezTo>
                <a:cubicBezTo>
                  <a:pt x="8300" y="73078"/>
                  <a:pt x="7667" y="71871"/>
                  <a:pt x="7005" y="70576"/>
                </a:cubicBezTo>
                <a:cubicBezTo>
                  <a:pt x="6269" y="69149"/>
                  <a:pt x="5519" y="67677"/>
                  <a:pt x="5327" y="65985"/>
                </a:cubicBezTo>
                <a:cubicBezTo>
                  <a:pt x="5077" y="63424"/>
                  <a:pt x="5990" y="60790"/>
                  <a:pt x="7947" y="58553"/>
                </a:cubicBezTo>
                <a:lnTo>
                  <a:pt x="8182" y="58318"/>
                </a:lnTo>
                <a:cubicBezTo>
                  <a:pt x="8241" y="58274"/>
                  <a:pt x="8315" y="58244"/>
                  <a:pt x="8374" y="58200"/>
                </a:cubicBezTo>
                <a:close/>
                <a:moveTo>
                  <a:pt x="9330" y="74226"/>
                </a:moveTo>
                <a:lnTo>
                  <a:pt x="9330" y="74388"/>
                </a:lnTo>
                <a:lnTo>
                  <a:pt x="9316" y="74388"/>
                </a:lnTo>
                <a:cubicBezTo>
                  <a:pt x="9257" y="74432"/>
                  <a:pt x="9183" y="74447"/>
                  <a:pt x="9124" y="74462"/>
                </a:cubicBezTo>
                <a:lnTo>
                  <a:pt x="9124" y="74300"/>
                </a:lnTo>
                <a:cubicBezTo>
                  <a:pt x="9198" y="74285"/>
                  <a:pt x="9271" y="74270"/>
                  <a:pt x="9330" y="74226"/>
                </a:cubicBezTo>
                <a:close/>
                <a:moveTo>
                  <a:pt x="10287" y="74314"/>
                </a:moveTo>
                <a:lnTo>
                  <a:pt x="10287" y="74314"/>
                </a:lnTo>
                <a:cubicBezTo>
                  <a:pt x="10257" y="74359"/>
                  <a:pt x="10257" y="74373"/>
                  <a:pt x="10243" y="74417"/>
                </a:cubicBezTo>
                <a:cubicBezTo>
                  <a:pt x="10213" y="74432"/>
                  <a:pt x="10154" y="74447"/>
                  <a:pt x="10110" y="74462"/>
                </a:cubicBezTo>
                <a:cubicBezTo>
                  <a:pt x="10110" y="74447"/>
                  <a:pt x="10140" y="74417"/>
                  <a:pt x="10140" y="74388"/>
                </a:cubicBezTo>
                <a:lnTo>
                  <a:pt x="10140" y="74373"/>
                </a:lnTo>
                <a:cubicBezTo>
                  <a:pt x="10184" y="74359"/>
                  <a:pt x="10228" y="74344"/>
                  <a:pt x="10287" y="74314"/>
                </a:cubicBezTo>
                <a:close/>
                <a:moveTo>
                  <a:pt x="9860" y="74285"/>
                </a:moveTo>
                <a:cubicBezTo>
                  <a:pt x="9860" y="74314"/>
                  <a:pt x="9845" y="74373"/>
                  <a:pt x="9816" y="74417"/>
                </a:cubicBezTo>
                <a:cubicBezTo>
                  <a:pt x="9772" y="74447"/>
                  <a:pt x="9713" y="74462"/>
                  <a:pt x="9654" y="74491"/>
                </a:cubicBezTo>
                <a:cubicBezTo>
                  <a:pt x="9654" y="74447"/>
                  <a:pt x="9669" y="74388"/>
                  <a:pt x="9669" y="74359"/>
                </a:cubicBezTo>
                <a:cubicBezTo>
                  <a:pt x="9728" y="74344"/>
                  <a:pt x="9801" y="74314"/>
                  <a:pt x="9860" y="74285"/>
                </a:cubicBezTo>
                <a:close/>
                <a:moveTo>
                  <a:pt x="7947" y="58450"/>
                </a:moveTo>
                <a:cubicBezTo>
                  <a:pt x="7932" y="58465"/>
                  <a:pt x="7903" y="58494"/>
                  <a:pt x="7873" y="58509"/>
                </a:cubicBezTo>
                <a:cubicBezTo>
                  <a:pt x="5901" y="60775"/>
                  <a:pt x="4959" y="63424"/>
                  <a:pt x="5239" y="66000"/>
                </a:cubicBezTo>
                <a:cubicBezTo>
                  <a:pt x="5430" y="67692"/>
                  <a:pt x="6181" y="69178"/>
                  <a:pt x="6917" y="70621"/>
                </a:cubicBezTo>
                <a:cubicBezTo>
                  <a:pt x="7579" y="71886"/>
                  <a:pt x="8197" y="73122"/>
                  <a:pt x="8418" y="74432"/>
                </a:cubicBezTo>
                <a:cubicBezTo>
                  <a:pt x="8344" y="74447"/>
                  <a:pt x="8271" y="74491"/>
                  <a:pt x="8197" y="74506"/>
                </a:cubicBezTo>
                <a:cubicBezTo>
                  <a:pt x="7903" y="73181"/>
                  <a:pt x="7226" y="71974"/>
                  <a:pt x="6505" y="70724"/>
                </a:cubicBezTo>
                <a:cubicBezTo>
                  <a:pt x="5681" y="69281"/>
                  <a:pt x="4812" y="67766"/>
                  <a:pt x="4636" y="66058"/>
                </a:cubicBezTo>
                <a:cubicBezTo>
                  <a:pt x="4268" y="62718"/>
                  <a:pt x="6269" y="60084"/>
                  <a:pt x="7505" y="58818"/>
                </a:cubicBezTo>
                <a:lnTo>
                  <a:pt x="7814" y="58494"/>
                </a:lnTo>
                <a:cubicBezTo>
                  <a:pt x="7859" y="58494"/>
                  <a:pt x="7903" y="58480"/>
                  <a:pt x="7947" y="58450"/>
                </a:cubicBezTo>
                <a:close/>
                <a:moveTo>
                  <a:pt x="10419" y="74388"/>
                </a:moveTo>
                <a:cubicBezTo>
                  <a:pt x="10390" y="74417"/>
                  <a:pt x="10390" y="74432"/>
                  <a:pt x="10375" y="74447"/>
                </a:cubicBezTo>
                <a:cubicBezTo>
                  <a:pt x="10346" y="74506"/>
                  <a:pt x="10316" y="74520"/>
                  <a:pt x="10287" y="74520"/>
                </a:cubicBezTo>
                <a:cubicBezTo>
                  <a:pt x="10302" y="74506"/>
                  <a:pt x="10302" y="74491"/>
                  <a:pt x="10316" y="74447"/>
                </a:cubicBezTo>
                <a:cubicBezTo>
                  <a:pt x="10360" y="74432"/>
                  <a:pt x="10390" y="74417"/>
                  <a:pt x="10419" y="74388"/>
                </a:cubicBezTo>
                <a:close/>
                <a:moveTo>
                  <a:pt x="10455" y="74549"/>
                </a:moveTo>
                <a:cubicBezTo>
                  <a:pt x="10450" y="74556"/>
                  <a:pt x="10445" y="74561"/>
                  <a:pt x="10441" y="74565"/>
                </a:cubicBezTo>
                <a:lnTo>
                  <a:pt x="10441" y="74565"/>
                </a:lnTo>
                <a:lnTo>
                  <a:pt x="10449" y="74550"/>
                </a:lnTo>
                <a:cubicBezTo>
                  <a:pt x="10451" y="74550"/>
                  <a:pt x="10453" y="74550"/>
                  <a:pt x="10455" y="74549"/>
                </a:cubicBezTo>
                <a:close/>
                <a:moveTo>
                  <a:pt x="9051" y="74344"/>
                </a:moveTo>
                <a:lnTo>
                  <a:pt x="9051" y="74506"/>
                </a:lnTo>
                <a:cubicBezTo>
                  <a:pt x="8977" y="74520"/>
                  <a:pt x="8918" y="74565"/>
                  <a:pt x="8845" y="74579"/>
                </a:cubicBezTo>
                <a:cubicBezTo>
                  <a:pt x="8845" y="74520"/>
                  <a:pt x="8845" y="74462"/>
                  <a:pt x="8830" y="74417"/>
                </a:cubicBezTo>
                <a:cubicBezTo>
                  <a:pt x="8903" y="74373"/>
                  <a:pt x="8977" y="74359"/>
                  <a:pt x="9051" y="74344"/>
                </a:cubicBezTo>
                <a:close/>
                <a:moveTo>
                  <a:pt x="9580" y="74373"/>
                </a:moveTo>
                <a:cubicBezTo>
                  <a:pt x="9580" y="74432"/>
                  <a:pt x="9566" y="74462"/>
                  <a:pt x="9566" y="74520"/>
                </a:cubicBezTo>
                <a:cubicBezTo>
                  <a:pt x="9507" y="74535"/>
                  <a:pt x="9463" y="74579"/>
                  <a:pt x="9389" y="74594"/>
                </a:cubicBezTo>
                <a:cubicBezTo>
                  <a:pt x="9404" y="74565"/>
                  <a:pt x="9404" y="74506"/>
                  <a:pt x="9404" y="74447"/>
                </a:cubicBezTo>
                <a:cubicBezTo>
                  <a:pt x="9463" y="74432"/>
                  <a:pt x="9536" y="74417"/>
                  <a:pt x="9580" y="74373"/>
                </a:cubicBezTo>
                <a:close/>
                <a:moveTo>
                  <a:pt x="10037" y="74417"/>
                </a:moveTo>
                <a:lnTo>
                  <a:pt x="10037" y="74417"/>
                </a:lnTo>
                <a:cubicBezTo>
                  <a:pt x="10022" y="74447"/>
                  <a:pt x="10022" y="74491"/>
                  <a:pt x="10007" y="74520"/>
                </a:cubicBezTo>
                <a:cubicBezTo>
                  <a:pt x="9948" y="74535"/>
                  <a:pt x="9919" y="74579"/>
                  <a:pt x="9860" y="74594"/>
                </a:cubicBezTo>
                <a:cubicBezTo>
                  <a:pt x="9875" y="74579"/>
                  <a:pt x="9875" y="74565"/>
                  <a:pt x="9875" y="74520"/>
                </a:cubicBezTo>
                <a:cubicBezTo>
                  <a:pt x="9875" y="74506"/>
                  <a:pt x="9875" y="74491"/>
                  <a:pt x="9889" y="74462"/>
                </a:cubicBezTo>
                <a:cubicBezTo>
                  <a:pt x="9948" y="74447"/>
                  <a:pt x="10007" y="74432"/>
                  <a:pt x="10037" y="74417"/>
                </a:cubicBezTo>
                <a:close/>
                <a:moveTo>
                  <a:pt x="7440" y="58780"/>
                </a:moveTo>
                <a:lnTo>
                  <a:pt x="7440" y="58780"/>
                </a:lnTo>
                <a:cubicBezTo>
                  <a:pt x="6204" y="60048"/>
                  <a:pt x="4195" y="62694"/>
                  <a:pt x="4562" y="66073"/>
                </a:cubicBezTo>
                <a:cubicBezTo>
                  <a:pt x="4739" y="67810"/>
                  <a:pt x="5607" y="69340"/>
                  <a:pt x="6461" y="70782"/>
                </a:cubicBezTo>
                <a:cubicBezTo>
                  <a:pt x="7167" y="72033"/>
                  <a:pt x="7859" y="73240"/>
                  <a:pt x="8153" y="74535"/>
                </a:cubicBezTo>
                <a:cubicBezTo>
                  <a:pt x="8079" y="74565"/>
                  <a:pt x="8006" y="74594"/>
                  <a:pt x="7932" y="74609"/>
                </a:cubicBezTo>
                <a:cubicBezTo>
                  <a:pt x="7564" y="73270"/>
                  <a:pt x="6799" y="72063"/>
                  <a:pt x="6048" y="70856"/>
                </a:cubicBezTo>
                <a:cubicBezTo>
                  <a:pt x="5136" y="69384"/>
                  <a:pt x="4179" y="67869"/>
                  <a:pt x="3973" y="66117"/>
                </a:cubicBezTo>
                <a:cubicBezTo>
                  <a:pt x="3694" y="63704"/>
                  <a:pt x="4842" y="61128"/>
                  <a:pt x="7093" y="59053"/>
                </a:cubicBezTo>
                <a:cubicBezTo>
                  <a:pt x="7185" y="58975"/>
                  <a:pt x="7310" y="58874"/>
                  <a:pt x="7440" y="58780"/>
                </a:cubicBezTo>
                <a:close/>
                <a:moveTo>
                  <a:pt x="8756" y="74417"/>
                </a:moveTo>
                <a:lnTo>
                  <a:pt x="8756" y="74594"/>
                </a:lnTo>
                <a:cubicBezTo>
                  <a:pt x="8683" y="74609"/>
                  <a:pt x="8609" y="74653"/>
                  <a:pt x="8550" y="74668"/>
                </a:cubicBezTo>
                <a:cubicBezTo>
                  <a:pt x="8550" y="74609"/>
                  <a:pt x="8536" y="74550"/>
                  <a:pt x="8536" y="74491"/>
                </a:cubicBezTo>
                <a:cubicBezTo>
                  <a:pt x="8609" y="74462"/>
                  <a:pt x="8683" y="74432"/>
                  <a:pt x="8756" y="74417"/>
                </a:cubicBezTo>
                <a:close/>
                <a:moveTo>
                  <a:pt x="10199" y="74520"/>
                </a:moveTo>
                <a:cubicBezTo>
                  <a:pt x="10169" y="74535"/>
                  <a:pt x="10169" y="74579"/>
                  <a:pt x="10154" y="74594"/>
                </a:cubicBezTo>
                <a:cubicBezTo>
                  <a:pt x="10110" y="74609"/>
                  <a:pt x="10081" y="74653"/>
                  <a:pt x="10051" y="74668"/>
                </a:cubicBezTo>
                <a:cubicBezTo>
                  <a:pt x="10066" y="74638"/>
                  <a:pt x="10066" y="74609"/>
                  <a:pt x="10081" y="74579"/>
                </a:cubicBezTo>
                <a:lnTo>
                  <a:pt x="10199" y="74520"/>
                </a:lnTo>
                <a:close/>
                <a:moveTo>
                  <a:pt x="9330" y="74491"/>
                </a:moveTo>
                <a:cubicBezTo>
                  <a:pt x="9330" y="74535"/>
                  <a:pt x="9316" y="74579"/>
                  <a:pt x="9316" y="74638"/>
                </a:cubicBezTo>
                <a:cubicBezTo>
                  <a:pt x="9257" y="74668"/>
                  <a:pt x="9183" y="74682"/>
                  <a:pt x="9124" y="74712"/>
                </a:cubicBezTo>
                <a:lnTo>
                  <a:pt x="9124" y="74565"/>
                </a:lnTo>
                <a:cubicBezTo>
                  <a:pt x="9198" y="74535"/>
                  <a:pt x="9257" y="74506"/>
                  <a:pt x="9330" y="74491"/>
                </a:cubicBezTo>
                <a:close/>
                <a:moveTo>
                  <a:pt x="9801" y="74506"/>
                </a:moveTo>
                <a:lnTo>
                  <a:pt x="9801" y="74506"/>
                </a:lnTo>
                <a:cubicBezTo>
                  <a:pt x="9786" y="74535"/>
                  <a:pt x="9786" y="74579"/>
                  <a:pt x="9772" y="74609"/>
                </a:cubicBezTo>
                <a:cubicBezTo>
                  <a:pt x="9728" y="74653"/>
                  <a:pt x="9683" y="74682"/>
                  <a:pt x="9625" y="74712"/>
                </a:cubicBezTo>
                <a:lnTo>
                  <a:pt x="9625" y="74668"/>
                </a:lnTo>
                <a:cubicBezTo>
                  <a:pt x="9625" y="74638"/>
                  <a:pt x="9639" y="74609"/>
                  <a:pt x="9639" y="74579"/>
                </a:cubicBezTo>
                <a:cubicBezTo>
                  <a:pt x="9698" y="74565"/>
                  <a:pt x="9742" y="74535"/>
                  <a:pt x="9801" y="74506"/>
                </a:cubicBezTo>
                <a:close/>
                <a:moveTo>
                  <a:pt x="10287" y="74638"/>
                </a:moveTo>
                <a:cubicBezTo>
                  <a:pt x="10287" y="74638"/>
                  <a:pt x="10287" y="74653"/>
                  <a:pt x="10272" y="74668"/>
                </a:cubicBezTo>
                <a:cubicBezTo>
                  <a:pt x="10243" y="74682"/>
                  <a:pt x="10213" y="74712"/>
                  <a:pt x="10199" y="74726"/>
                </a:cubicBezTo>
                <a:cubicBezTo>
                  <a:pt x="10199" y="74712"/>
                  <a:pt x="10213" y="74682"/>
                  <a:pt x="10213" y="74668"/>
                </a:cubicBezTo>
                <a:cubicBezTo>
                  <a:pt x="10228" y="74653"/>
                  <a:pt x="10257" y="74653"/>
                  <a:pt x="10287" y="74638"/>
                </a:cubicBezTo>
                <a:close/>
                <a:moveTo>
                  <a:pt x="6887" y="59142"/>
                </a:moveTo>
                <a:cubicBezTo>
                  <a:pt x="4680" y="61217"/>
                  <a:pt x="3576" y="63777"/>
                  <a:pt x="3841" y="66176"/>
                </a:cubicBezTo>
                <a:cubicBezTo>
                  <a:pt x="4047" y="67942"/>
                  <a:pt x="5018" y="69458"/>
                  <a:pt x="5945" y="70959"/>
                </a:cubicBezTo>
                <a:cubicBezTo>
                  <a:pt x="6681" y="72122"/>
                  <a:pt x="7447" y="73358"/>
                  <a:pt x="7814" y="74682"/>
                </a:cubicBezTo>
                <a:cubicBezTo>
                  <a:pt x="7741" y="74726"/>
                  <a:pt x="7667" y="74741"/>
                  <a:pt x="7594" y="74785"/>
                </a:cubicBezTo>
                <a:cubicBezTo>
                  <a:pt x="7167" y="73402"/>
                  <a:pt x="6343" y="72210"/>
                  <a:pt x="5533" y="71033"/>
                </a:cubicBezTo>
                <a:cubicBezTo>
                  <a:pt x="4533" y="69532"/>
                  <a:pt x="3458" y="68016"/>
                  <a:pt x="3238" y="66220"/>
                </a:cubicBezTo>
                <a:cubicBezTo>
                  <a:pt x="2943" y="63895"/>
                  <a:pt x="4209" y="61335"/>
                  <a:pt x="6608" y="59363"/>
                </a:cubicBezTo>
                <a:lnTo>
                  <a:pt x="6887" y="59142"/>
                </a:lnTo>
                <a:close/>
                <a:moveTo>
                  <a:pt x="8447" y="74520"/>
                </a:moveTo>
                <a:cubicBezTo>
                  <a:pt x="8462" y="74594"/>
                  <a:pt x="8462" y="74653"/>
                  <a:pt x="8477" y="74712"/>
                </a:cubicBezTo>
                <a:cubicBezTo>
                  <a:pt x="8403" y="74726"/>
                  <a:pt x="8330" y="74756"/>
                  <a:pt x="8256" y="74785"/>
                </a:cubicBezTo>
                <a:cubicBezTo>
                  <a:pt x="8241" y="74726"/>
                  <a:pt x="8241" y="74653"/>
                  <a:pt x="8227" y="74594"/>
                </a:cubicBezTo>
                <a:cubicBezTo>
                  <a:pt x="8300" y="74579"/>
                  <a:pt x="8374" y="74535"/>
                  <a:pt x="8447" y="74520"/>
                </a:cubicBezTo>
                <a:close/>
                <a:moveTo>
                  <a:pt x="9978" y="74653"/>
                </a:moveTo>
                <a:lnTo>
                  <a:pt x="9978" y="74653"/>
                </a:lnTo>
                <a:cubicBezTo>
                  <a:pt x="9948" y="74682"/>
                  <a:pt x="9948" y="74712"/>
                  <a:pt x="9934" y="74741"/>
                </a:cubicBezTo>
                <a:cubicBezTo>
                  <a:pt x="9904" y="74741"/>
                  <a:pt x="9860" y="74756"/>
                  <a:pt x="9801" y="74800"/>
                </a:cubicBezTo>
                <a:cubicBezTo>
                  <a:pt x="9831" y="74756"/>
                  <a:pt x="9831" y="74726"/>
                  <a:pt x="9845" y="74712"/>
                </a:cubicBezTo>
                <a:cubicBezTo>
                  <a:pt x="9875" y="74682"/>
                  <a:pt x="9934" y="74668"/>
                  <a:pt x="9978" y="74653"/>
                </a:cubicBezTo>
                <a:close/>
                <a:moveTo>
                  <a:pt x="9051" y="74579"/>
                </a:moveTo>
                <a:lnTo>
                  <a:pt x="9051" y="74741"/>
                </a:lnTo>
                <a:cubicBezTo>
                  <a:pt x="8992" y="74756"/>
                  <a:pt x="8918" y="74800"/>
                  <a:pt x="8874" y="74815"/>
                </a:cubicBezTo>
                <a:lnTo>
                  <a:pt x="8874" y="74653"/>
                </a:lnTo>
                <a:cubicBezTo>
                  <a:pt x="8903" y="74638"/>
                  <a:pt x="8977" y="74609"/>
                  <a:pt x="9051" y="74579"/>
                </a:cubicBezTo>
                <a:close/>
                <a:moveTo>
                  <a:pt x="9551" y="74609"/>
                </a:moveTo>
                <a:lnTo>
                  <a:pt x="9551" y="74653"/>
                </a:lnTo>
                <a:cubicBezTo>
                  <a:pt x="9551" y="74682"/>
                  <a:pt x="9536" y="74712"/>
                  <a:pt x="9536" y="74741"/>
                </a:cubicBezTo>
                <a:cubicBezTo>
                  <a:pt x="9477" y="74785"/>
                  <a:pt x="9419" y="74800"/>
                  <a:pt x="9360" y="74815"/>
                </a:cubicBezTo>
                <a:cubicBezTo>
                  <a:pt x="9360" y="74756"/>
                  <a:pt x="9374" y="74726"/>
                  <a:pt x="9374" y="74682"/>
                </a:cubicBezTo>
                <a:cubicBezTo>
                  <a:pt x="9433" y="74668"/>
                  <a:pt x="9492" y="74638"/>
                  <a:pt x="9551" y="74609"/>
                </a:cubicBezTo>
                <a:close/>
                <a:moveTo>
                  <a:pt x="10096" y="74726"/>
                </a:moveTo>
                <a:cubicBezTo>
                  <a:pt x="10081" y="74741"/>
                  <a:pt x="10081" y="74785"/>
                  <a:pt x="10066" y="74800"/>
                </a:cubicBezTo>
                <a:cubicBezTo>
                  <a:pt x="10022" y="74815"/>
                  <a:pt x="10007" y="74829"/>
                  <a:pt x="9978" y="74859"/>
                </a:cubicBezTo>
                <a:cubicBezTo>
                  <a:pt x="9992" y="74829"/>
                  <a:pt x="9992" y="74800"/>
                  <a:pt x="10007" y="74785"/>
                </a:cubicBezTo>
                <a:cubicBezTo>
                  <a:pt x="10051" y="74756"/>
                  <a:pt x="10066" y="74741"/>
                  <a:pt x="10096" y="74726"/>
                </a:cubicBezTo>
                <a:close/>
                <a:moveTo>
                  <a:pt x="8138" y="74653"/>
                </a:moveTo>
                <a:cubicBezTo>
                  <a:pt x="8168" y="74682"/>
                  <a:pt x="8168" y="74756"/>
                  <a:pt x="8182" y="74815"/>
                </a:cubicBezTo>
                <a:cubicBezTo>
                  <a:pt x="8109" y="74829"/>
                  <a:pt x="8035" y="74874"/>
                  <a:pt x="7962" y="74903"/>
                </a:cubicBezTo>
                <a:cubicBezTo>
                  <a:pt x="7947" y="74859"/>
                  <a:pt x="7932" y="74785"/>
                  <a:pt x="7903" y="74726"/>
                </a:cubicBezTo>
                <a:cubicBezTo>
                  <a:pt x="7991" y="74697"/>
                  <a:pt x="8050" y="74668"/>
                  <a:pt x="8138" y="74653"/>
                </a:cubicBezTo>
                <a:close/>
                <a:moveTo>
                  <a:pt x="9742" y="74726"/>
                </a:moveTo>
                <a:cubicBezTo>
                  <a:pt x="9728" y="74756"/>
                  <a:pt x="9728" y="74800"/>
                  <a:pt x="9713" y="74829"/>
                </a:cubicBezTo>
                <a:cubicBezTo>
                  <a:pt x="9669" y="74859"/>
                  <a:pt x="9625" y="74888"/>
                  <a:pt x="9580" y="74903"/>
                </a:cubicBezTo>
                <a:cubicBezTo>
                  <a:pt x="9580" y="74888"/>
                  <a:pt x="9580" y="74859"/>
                  <a:pt x="9610" y="74800"/>
                </a:cubicBezTo>
                <a:cubicBezTo>
                  <a:pt x="9654" y="74785"/>
                  <a:pt x="9698" y="74756"/>
                  <a:pt x="9742" y="74726"/>
                </a:cubicBezTo>
                <a:close/>
                <a:moveTo>
                  <a:pt x="8771" y="74682"/>
                </a:moveTo>
                <a:lnTo>
                  <a:pt x="8771" y="74859"/>
                </a:lnTo>
                <a:cubicBezTo>
                  <a:pt x="8727" y="74874"/>
                  <a:pt x="8639" y="74903"/>
                  <a:pt x="8580" y="74918"/>
                </a:cubicBezTo>
                <a:cubicBezTo>
                  <a:pt x="8580" y="74874"/>
                  <a:pt x="8550" y="74815"/>
                  <a:pt x="8550" y="74756"/>
                </a:cubicBezTo>
                <a:cubicBezTo>
                  <a:pt x="8624" y="74741"/>
                  <a:pt x="8697" y="74712"/>
                  <a:pt x="8771" y="74682"/>
                </a:cubicBezTo>
                <a:close/>
                <a:moveTo>
                  <a:pt x="9286" y="74726"/>
                </a:moveTo>
                <a:lnTo>
                  <a:pt x="9286" y="74800"/>
                </a:lnTo>
                <a:cubicBezTo>
                  <a:pt x="9286" y="74815"/>
                  <a:pt x="9286" y="74829"/>
                  <a:pt x="9271" y="74874"/>
                </a:cubicBezTo>
                <a:cubicBezTo>
                  <a:pt x="9213" y="74888"/>
                  <a:pt x="9168" y="74918"/>
                  <a:pt x="9110" y="74947"/>
                </a:cubicBezTo>
                <a:lnTo>
                  <a:pt x="9110" y="74800"/>
                </a:lnTo>
                <a:cubicBezTo>
                  <a:pt x="9183" y="74785"/>
                  <a:pt x="9242" y="74741"/>
                  <a:pt x="9286" y="74726"/>
                </a:cubicBezTo>
                <a:close/>
                <a:moveTo>
                  <a:pt x="9889" y="74859"/>
                </a:moveTo>
                <a:lnTo>
                  <a:pt x="9889" y="74859"/>
                </a:lnTo>
                <a:cubicBezTo>
                  <a:pt x="9875" y="74888"/>
                  <a:pt x="9875" y="74903"/>
                  <a:pt x="9860" y="74947"/>
                </a:cubicBezTo>
                <a:cubicBezTo>
                  <a:pt x="9831" y="74947"/>
                  <a:pt x="9786" y="74962"/>
                  <a:pt x="9742" y="75006"/>
                </a:cubicBezTo>
                <a:cubicBezTo>
                  <a:pt x="9772" y="74962"/>
                  <a:pt x="9772" y="74947"/>
                  <a:pt x="9786" y="74903"/>
                </a:cubicBezTo>
                <a:lnTo>
                  <a:pt x="9889" y="74859"/>
                </a:lnTo>
                <a:close/>
                <a:moveTo>
                  <a:pt x="7844" y="74741"/>
                </a:moveTo>
                <a:cubicBezTo>
                  <a:pt x="7859" y="74800"/>
                  <a:pt x="7873" y="74874"/>
                  <a:pt x="7888" y="74932"/>
                </a:cubicBezTo>
                <a:cubicBezTo>
                  <a:pt x="7814" y="74962"/>
                  <a:pt x="7741" y="74977"/>
                  <a:pt x="7667" y="75021"/>
                </a:cubicBezTo>
                <a:cubicBezTo>
                  <a:pt x="7653" y="74947"/>
                  <a:pt x="7638" y="74888"/>
                  <a:pt x="7623" y="74829"/>
                </a:cubicBezTo>
                <a:cubicBezTo>
                  <a:pt x="7697" y="74800"/>
                  <a:pt x="7770" y="74785"/>
                  <a:pt x="7844" y="74741"/>
                </a:cubicBezTo>
                <a:close/>
                <a:moveTo>
                  <a:pt x="9992" y="74932"/>
                </a:moveTo>
                <a:lnTo>
                  <a:pt x="9992" y="74932"/>
                </a:lnTo>
                <a:cubicBezTo>
                  <a:pt x="9978" y="74962"/>
                  <a:pt x="9978" y="74962"/>
                  <a:pt x="9948" y="74977"/>
                </a:cubicBezTo>
                <a:cubicBezTo>
                  <a:pt x="9934" y="75006"/>
                  <a:pt x="9919" y="75021"/>
                  <a:pt x="9904" y="75021"/>
                </a:cubicBezTo>
                <a:cubicBezTo>
                  <a:pt x="9904" y="75006"/>
                  <a:pt x="9919" y="74977"/>
                  <a:pt x="9919" y="74962"/>
                </a:cubicBezTo>
                <a:cubicBezTo>
                  <a:pt x="9934" y="74947"/>
                  <a:pt x="9948" y="74947"/>
                  <a:pt x="9992" y="74932"/>
                </a:cubicBezTo>
                <a:close/>
                <a:moveTo>
                  <a:pt x="8477" y="74800"/>
                </a:moveTo>
                <a:cubicBezTo>
                  <a:pt x="8477" y="74859"/>
                  <a:pt x="8506" y="74903"/>
                  <a:pt x="8506" y="74962"/>
                </a:cubicBezTo>
                <a:cubicBezTo>
                  <a:pt x="8418" y="74977"/>
                  <a:pt x="8374" y="75021"/>
                  <a:pt x="8300" y="75035"/>
                </a:cubicBezTo>
                <a:cubicBezTo>
                  <a:pt x="8300" y="74977"/>
                  <a:pt x="8285" y="74918"/>
                  <a:pt x="8256" y="74859"/>
                </a:cubicBezTo>
                <a:cubicBezTo>
                  <a:pt x="8359" y="74859"/>
                  <a:pt x="8403" y="74815"/>
                  <a:pt x="8477" y="74800"/>
                </a:cubicBezTo>
                <a:close/>
                <a:moveTo>
                  <a:pt x="9492" y="74829"/>
                </a:moveTo>
                <a:lnTo>
                  <a:pt x="9492" y="74829"/>
                </a:lnTo>
                <a:cubicBezTo>
                  <a:pt x="9477" y="74874"/>
                  <a:pt x="9477" y="74903"/>
                  <a:pt x="9448" y="74962"/>
                </a:cubicBezTo>
                <a:cubicBezTo>
                  <a:pt x="9433" y="75006"/>
                  <a:pt x="9374" y="75021"/>
                  <a:pt x="9330" y="75035"/>
                </a:cubicBezTo>
                <a:cubicBezTo>
                  <a:pt x="9330" y="75006"/>
                  <a:pt x="9345" y="74962"/>
                  <a:pt x="9345" y="74903"/>
                </a:cubicBezTo>
                <a:cubicBezTo>
                  <a:pt x="9404" y="74888"/>
                  <a:pt x="9448" y="74859"/>
                  <a:pt x="9492" y="74829"/>
                </a:cubicBezTo>
                <a:close/>
                <a:moveTo>
                  <a:pt x="9036" y="74829"/>
                </a:moveTo>
                <a:lnTo>
                  <a:pt x="9036" y="74947"/>
                </a:lnTo>
                <a:lnTo>
                  <a:pt x="9036" y="74977"/>
                </a:lnTo>
                <a:cubicBezTo>
                  <a:pt x="8977" y="75006"/>
                  <a:pt x="8918" y="75035"/>
                  <a:pt x="8874" y="75050"/>
                </a:cubicBezTo>
                <a:lnTo>
                  <a:pt x="8874" y="74903"/>
                </a:lnTo>
                <a:cubicBezTo>
                  <a:pt x="8918" y="74888"/>
                  <a:pt x="8977" y="74859"/>
                  <a:pt x="9036" y="74829"/>
                </a:cubicBezTo>
                <a:close/>
                <a:moveTo>
                  <a:pt x="9698" y="74947"/>
                </a:moveTo>
                <a:lnTo>
                  <a:pt x="9698" y="74947"/>
                </a:lnTo>
                <a:cubicBezTo>
                  <a:pt x="9683" y="74977"/>
                  <a:pt x="9683" y="75021"/>
                  <a:pt x="9654" y="75035"/>
                </a:cubicBezTo>
                <a:cubicBezTo>
                  <a:pt x="9610" y="75080"/>
                  <a:pt x="9566" y="75109"/>
                  <a:pt x="9536" y="75124"/>
                </a:cubicBezTo>
                <a:cubicBezTo>
                  <a:pt x="9551" y="75094"/>
                  <a:pt x="9551" y="75050"/>
                  <a:pt x="9566" y="75021"/>
                </a:cubicBezTo>
                <a:cubicBezTo>
                  <a:pt x="9610" y="75006"/>
                  <a:pt x="9654" y="74977"/>
                  <a:pt x="9698" y="74947"/>
                </a:cubicBezTo>
                <a:close/>
                <a:moveTo>
                  <a:pt x="9271" y="74962"/>
                </a:moveTo>
                <a:cubicBezTo>
                  <a:pt x="9271" y="75006"/>
                  <a:pt x="9257" y="75050"/>
                  <a:pt x="9257" y="75094"/>
                </a:cubicBezTo>
                <a:cubicBezTo>
                  <a:pt x="9198" y="75109"/>
                  <a:pt x="9139" y="75153"/>
                  <a:pt x="9095" y="75168"/>
                </a:cubicBezTo>
                <a:cubicBezTo>
                  <a:pt x="9095" y="75124"/>
                  <a:pt x="9095" y="75080"/>
                  <a:pt x="9110" y="75035"/>
                </a:cubicBezTo>
                <a:cubicBezTo>
                  <a:pt x="9154" y="75021"/>
                  <a:pt x="9213" y="74977"/>
                  <a:pt x="9271" y="74962"/>
                </a:cubicBezTo>
                <a:close/>
                <a:moveTo>
                  <a:pt x="8182" y="74903"/>
                </a:moveTo>
                <a:cubicBezTo>
                  <a:pt x="8197" y="74962"/>
                  <a:pt x="8197" y="75021"/>
                  <a:pt x="8197" y="75094"/>
                </a:cubicBezTo>
                <a:cubicBezTo>
                  <a:pt x="8124" y="75124"/>
                  <a:pt x="8079" y="75153"/>
                  <a:pt x="8006" y="75183"/>
                </a:cubicBezTo>
                <a:cubicBezTo>
                  <a:pt x="8020" y="75109"/>
                  <a:pt x="8006" y="75035"/>
                  <a:pt x="7991" y="74977"/>
                </a:cubicBezTo>
                <a:cubicBezTo>
                  <a:pt x="8065" y="74947"/>
                  <a:pt x="8138" y="74932"/>
                  <a:pt x="8182" y="74903"/>
                </a:cubicBezTo>
                <a:close/>
                <a:moveTo>
                  <a:pt x="8771" y="74947"/>
                </a:moveTo>
                <a:lnTo>
                  <a:pt x="8771" y="75094"/>
                </a:lnTo>
                <a:lnTo>
                  <a:pt x="8771" y="75109"/>
                </a:lnTo>
                <a:cubicBezTo>
                  <a:pt x="8727" y="75124"/>
                  <a:pt x="8639" y="75168"/>
                  <a:pt x="8594" y="75183"/>
                </a:cubicBezTo>
                <a:cubicBezTo>
                  <a:pt x="8594" y="75124"/>
                  <a:pt x="8594" y="75080"/>
                  <a:pt x="8580" y="75021"/>
                </a:cubicBezTo>
                <a:cubicBezTo>
                  <a:pt x="8639" y="75006"/>
                  <a:pt x="8697" y="74962"/>
                  <a:pt x="8771" y="74947"/>
                </a:cubicBezTo>
                <a:close/>
                <a:moveTo>
                  <a:pt x="9786" y="75050"/>
                </a:moveTo>
                <a:cubicBezTo>
                  <a:pt x="9786" y="75080"/>
                  <a:pt x="9772" y="75109"/>
                  <a:pt x="9772" y="75124"/>
                </a:cubicBezTo>
                <a:cubicBezTo>
                  <a:pt x="9728" y="75153"/>
                  <a:pt x="9713" y="75168"/>
                  <a:pt x="9683" y="75183"/>
                </a:cubicBezTo>
                <a:cubicBezTo>
                  <a:pt x="9683" y="75168"/>
                  <a:pt x="9698" y="75124"/>
                  <a:pt x="9698" y="75109"/>
                </a:cubicBezTo>
                <a:cubicBezTo>
                  <a:pt x="9728" y="75094"/>
                  <a:pt x="9742" y="75080"/>
                  <a:pt x="9786" y="75050"/>
                </a:cubicBezTo>
                <a:close/>
                <a:moveTo>
                  <a:pt x="9433" y="75080"/>
                </a:moveTo>
                <a:lnTo>
                  <a:pt x="9433" y="75080"/>
                </a:lnTo>
                <a:cubicBezTo>
                  <a:pt x="9419" y="75109"/>
                  <a:pt x="9419" y="75153"/>
                  <a:pt x="9404" y="75183"/>
                </a:cubicBezTo>
                <a:cubicBezTo>
                  <a:pt x="9360" y="75197"/>
                  <a:pt x="9316" y="75241"/>
                  <a:pt x="9271" y="75256"/>
                </a:cubicBezTo>
                <a:cubicBezTo>
                  <a:pt x="9316" y="75227"/>
                  <a:pt x="9316" y="75183"/>
                  <a:pt x="9316" y="75153"/>
                </a:cubicBezTo>
                <a:cubicBezTo>
                  <a:pt x="9345" y="75124"/>
                  <a:pt x="9404" y="75094"/>
                  <a:pt x="9433" y="75080"/>
                </a:cubicBezTo>
                <a:close/>
                <a:moveTo>
                  <a:pt x="7903" y="75006"/>
                </a:moveTo>
                <a:cubicBezTo>
                  <a:pt x="7932" y="75050"/>
                  <a:pt x="7932" y="75124"/>
                  <a:pt x="7947" y="75183"/>
                </a:cubicBezTo>
                <a:cubicBezTo>
                  <a:pt x="7873" y="75227"/>
                  <a:pt x="7814" y="75241"/>
                  <a:pt x="7741" y="75271"/>
                </a:cubicBezTo>
                <a:cubicBezTo>
                  <a:pt x="7726" y="75227"/>
                  <a:pt x="7711" y="75168"/>
                  <a:pt x="7711" y="75094"/>
                </a:cubicBezTo>
                <a:cubicBezTo>
                  <a:pt x="7785" y="75050"/>
                  <a:pt x="7859" y="75035"/>
                  <a:pt x="7903" y="75006"/>
                </a:cubicBezTo>
                <a:close/>
                <a:moveTo>
                  <a:pt x="9006" y="75080"/>
                </a:moveTo>
                <a:cubicBezTo>
                  <a:pt x="9006" y="75124"/>
                  <a:pt x="8992" y="75168"/>
                  <a:pt x="8992" y="75227"/>
                </a:cubicBezTo>
                <a:cubicBezTo>
                  <a:pt x="8948" y="75241"/>
                  <a:pt x="8889" y="75271"/>
                  <a:pt x="8830" y="75300"/>
                </a:cubicBezTo>
                <a:lnTo>
                  <a:pt x="8830" y="75153"/>
                </a:lnTo>
                <a:cubicBezTo>
                  <a:pt x="8903" y="75124"/>
                  <a:pt x="8962" y="75094"/>
                  <a:pt x="9006" y="75080"/>
                </a:cubicBezTo>
                <a:close/>
                <a:moveTo>
                  <a:pt x="8506" y="75050"/>
                </a:moveTo>
                <a:cubicBezTo>
                  <a:pt x="8506" y="75109"/>
                  <a:pt x="8506" y="75168"/>
                  <a:pt x="8521" y="75227"/>
                </a:cubicBezTo>
                <a:cubicBezTo>
                  <a:pt x="8462" y="75256"/>
                  <a:pt x="8388" y="75271"/>
                  <a:pt x="8330" y="75315"/>
                </a:cubicBezTo>
                <a:cubicBezTo>
                  <a:pt x="8330" y="75256"/>
                  <a:pt x="8315" y="75197"/>
                  <a:pt x="8315" y="75153"/>
                </a:cubicBezTo>
                <a:cubicBezTo>
                  <a:pt x="8374" y="75109"/>
                  <a:pt x="8447" y="75080"/>
                  <a:pt x="8506" y="75050"/>
                </a:cubicBezTo>
                <a:close/>
                <a:moveTo>
                  <a:pt x="9580" y="75183"/>
                </a:moveTo>
                <a:lnTo>
                  <a:pt x="9580" y="75183"/>
                </a:lnTo>
                <a:cubicBezTo>
                  <a:pt x="9566" y="75227"/>
                  <a:pt x="9566" y="75241"/>
                  <a:pt x="9551" y="75256"/>
                </a:cubicBezTo>
                <a:cubicBezTo>
                  <a:pt x="9536" y="75271"/>
                  <a:pt x="9492" y="75315"/>
                  <a:pt x="9463" y="75330"/>
                </a:cubicBezTo>
                <a:cubicBezTo>
                  <a:pt x="9477" y="75300"/>
                  <a:pt x="9477" y="75271"/>
                  <a:pt x="9477" y="75241"/>
                </a:cubicBezTo>
                <a:lnTo>
                  <a:pt x="9580" y="75183"/>
                </a:lnTo>
                <a:close/>
                <a:moveTo>
                  <a:pt x="9669" y="75256"/>
                </a:moveTo>
                <a:cubicBezTo>
                  <a:pt x="9683" y="75300"/>
                  <a:pt x="9683" y="75300"/>
                  <a:pt x="9654" y="75315"/>
                </a:cubicBezTo>
                <a:cubicBezTo>
                  <a:pt x="9639" y="75330"/>
                  <a:pt x="9625" y="75345"/>
                  <a:pt x="9610" y="75345"/>
                </a:cubicBezTo>
                <a:cubicBezTo>
                  <a:pt x="9610" y="75330"/>
                  <a:pt x="9625" y="75315"/>
                  <a:pt x="9625" y="75300"/>
                </a:cubicBezTo>
                <a:cubicBezTo>
                  <a:pt x="9639" y="75271"/>
                  <a:pt x="9654" y="75256"/>
                  <a:pt x="9669" y="75256"/>
                </a:cubicBezTo>
                <a:close/>
                <a:moveTo>
                  <a:pt x="9242" y="75183"/>
                </a:moveTo>
                <a:cubicBezTo>
                  <a:pt x="9242" y="75227"/>
                  <a:pt x="9213" y="75271"/>
                  <a:pt x="9198" y="75315"/>
                </a:cubicBezTo>
                <a:cubicBezTo>
                  <a:pt x="9139" y="75345"/>
                  <a:pt x="9110" y="75374"/>
                  <a:pt x="9065" y="75389"/>
                </a:cubicBezTo>
                <a:cubicBezTo>
                  <a:pt x="9065" y="75345"/>
                  <a:pt x="9095" y="75300"/>
                  <a:pt x="9095" y="75256"/>
                </a:cubicBezTo>
                <a:cubicBezTo>
                  <a:pt x="9139" y="75241"/>
                  <a:pt x="9183" y="75197"/>
                  <a:pt x="9242" y="75183"/>
                </a:cubicBezTo>
                <a:close/>
                <a:moveTo>
                  <a:pt x="8241" y="75168"/>
                </a:moveTo>
                <a:cubicBezTo>
                  <a:pt x="8241" y="75227"/>
                  <a:pt x="8256" y="75271"/>
                  <a:pt x="8256" y="75330"/>
                </a:cubicBezTo>
                <a:cubicBezTo>
                  <a:pt x="8212" y="75374"/>
                  <a:pt x="8138" y="75389"/>
                  <a:pt x="8079" y="75418"/>
                </a:cubicBezTo>
                <a:cubicBezTo>
                  <a:pt x="8079" y="75374"/>
                  <a:pt x="8065" y="75315"/>
                  <a:pt x="8065" y="75241"/>
                </a:cubicBezTo>
                <a:cubicBezTo>
                  <a:pt x="8109" y="75227"/>
                  <a:pt x="8168" y="75183"/>
                  <a:pt x="8241" y="75168"/>
                </a:cubicBezTo>
                <a:close/>
                <a:moveTo>
                  <a:pt x="8756" y="75197"/>
                </a:moveTo>
                <a:lnTo>
                  <a:pt x="8756" y="75345"/>
                </a:lnTo>
                <a:cubicBezTo>
                  <a:pt x="8697" y="75374"/>
                  <a:pt x="8639" y="75389"/>
                  <a:pt x="8594" y="75418"/>
                </a:cubicBezTo>
                <a:lnTo>
                  <a:pt x="8594" y="75271"/>
                </a:lnTo>
                <a:cubicBezTo>
                  <a:pt x="8639" y="75256"/>
                  <a:pt x="8697" y="75227"/>
                  <a:pt x="8756" y="75197"/>
                </a:cubicBezTo>
                <a:close/>
                <a:moveTo>
                  <a:pt x="9360" y="75315"/>
                </a:moveTo>
                <a:lnTo>
                  <a:pt x="9360" y="75315"/>
                </a:lnTo>
                <a:cubicBezTo>
                  <a:pt x="9345" y="75345"/>
                  <a:pt x="9345" y="75389"/>
                  <a:pt x="9330" y="75403"/>
                </a:cubicBezTo>
                <a:cubicBezTo>
                  <a:pt x="9316" y="75418"/>
                  <a:pt x="9271" y="75448"/>
                  <a:pt x="9242" y="75477"/>
                </a:cubicBezTo>
                <a:cubicBezTo>
                  <a:pt x="9242" y="75448"/>
                  <a:pt x="9257" y="75403"/>
                  <a:pt x="9257" y="75389"/>
                </a:cubicBezTo>
                <a:cubicBezTo>
                  <a:pt x="9286" y="75374"/>
                  <a:pt x="9330" y="75345"/>
                  <a:pt x="9360" y="75315"/>
                </a:cubicBezTo>
                <a:close/>
                <a:moveTo>
                  <a:pt x="9492" y="75389"/>
                </a:moveTo>
                <a:cubicBezTo>
                  <a:pt x="9492" y="75418"/>
                  <a:pt x="9477" y="75448"/>
                  <a:pt x="9477" y="75462"/>
                </a:cubicBezTo>
                <a:cubicBezTo>
                  <a:pt x="9463" y="75477"/>
                  <a:pt x="9419" y="75492"/>
                  <a:pt x="9404" y="75521"/>
                </a:cubicBezTo>
                <a:cubicBezTo>
                  <a:pt x="9404" y="75492"/>
                  <a:pt x="9419" y="75462"/>
                  <a:pt x="9419" y="75448"/>
                </a:cubicBezTo>
                <a:cubicBezTo>
                  <a:pt x="9433" y="75418"/>
                  <a:pt x="9477" y="75403"/>
                  <a:pt x="9492" y="75389"/>
                </a:cubicBezTo>
                <a:close/>
                <a:moveTo>
                  <a:pt x="8992" y="75330"/>
                </a:moveTo>
                <a:cubicBezTo>
                  <a:pt x="8992" y="75374"/>
                  <a:pt x="8977" y="75418"/>
                  <a:pt x="8977" y="75462"/>
                </a:cubicBezTo>
                <a:cubicBezTo>
                  <a:pt x="8918" y="75477"/>
                  <a:pt x="8874" y="75492"/>
                  <a:pt x="8830" y="75536"/>
                </a:cubicBezTo>
                <a:cubicBezTo>
                  <a:pt x="8830" y="75492"/>
                  <a:pt x="8830" y="75448"/>
                  <a:pt x="8845" y="75403"/>
                </a:cubicBezTo>
                <a:cubicBezTo>
                  <a:pt x="8903" y="75389"/>
                  <a:pt x="8962" y="75345"/>
                  <a:pt x="8992" y="75330"/>
                </a:cubicBezTo>
                <a:close/>
                <a:moveTo>
                  <a:pt x="7962" y="75271"/>
                </a:moveTo>
                <a:cubicBezTo>
                  <a:pt x="7976" y="75330"/>
                  <a:pt x="7976" y="75389"/>
                  <a:pt x="7976" y="75462"/>
                </a:cubicBezTo>
                <a:cubicBezTo>
                  <a:pt x="7932" y="75492"/>
                  <a:pt x="7859" y="75521"/>
                  <a:pt x="7800" y="75551"/>
                </a:cubicBezTo>
                <a:cubicBezTo>
                  <a:pt x="7785" y="75477"/>
                  <a:pt x="7785" y="75418"/>
                  <a:pt x="7770" y="75374"/>
                </a:cubicBezTo>
                <a:cubicBezTo>
                  <a:pt x="7844" y="75330"/>
                  <a:pt x="7888" y="75315"/>
                  <a:pt x="7962" y="75271"/>
                </a:cubicBezTo>
                <a:close/>
                <a:moveTo>
                  <a:pt x="8521" y="75300"/>
                </a:moveTo>
                <a:lnTo>
                  <a:pt x="8521" y="75462"/>
                </a:lnTo>
                <a:cubicBezTo>
                  <a:pt x="8462" y="75492"/>
                  <a:pt x="8403" y="75521"/>
                  <a:pt x="8359" y="75551"/>
                </a:cubicBezTo>
                <a:lnTo>
                  <a:pt x="8359" y="75389"/>
                </a:lnTo>
                <a:cubicBezTo>
                  <a:pt x="8388" y="75345"/>
                  <a:pt x="8462" y="75330"/>
                  <a:pt x="8521" y="75300"/>
                </a:cubicBezTo>
                <a:close/>
                <a:moveTo>
                  <a:pt x="9183" y="75418"/>
                </a:moveTo>
                <a:lnTo>
                  <a:pt x="9183" y="75418"/>
                </a:lnTo>
                <a:cubicBezTo>
                  <a:pt x="9168" y="75462"/>
                  <a:pt x="9168" y="75492"/>
                  <a:pt x="9139" y="75536"/>
                </a:cubicBezTo>
                <a:cubicBezTo>
                  <a:pt x="9110" y="75551"/>
                  <a:pt x="9065" y="75595"/>
                  <a:pt x="9036" y="75609"/>
                </a:cubicBezTo>
                <a:cubicBezTo>
                  <a:pt x="9036" y="75565"/>
                  <a:pt x="9036" y="75536"/>
                  <a:pt x="9051" y="75492"/>
                </a:cubicBezTo>
                <a:cubicBezTo>
                  <a:pt x="9095" y="75477"/>
                  <a:pt x="9139" y="75448"/>
                  <a:pt x="9183" y="75418"/>
                </a:cubicBezTo>
                <a:close/>
                <a:moveTo>
                  <a:pt x="8756" y="75418"/>
                </a:moveTo>
                <a:cubicBezTo>
                  <a:pt x="8756" y="75477"/>
                  <a:pt x="8756" y="75521"/>
                  <a:pt x="8742" y="75565"/>
                </a:cubicBezTo>
                <a:cubicBezTo>
                  <a:pt x="8683" y="75609"/>
                  <a:pt x="8653" y="75624"/>
                  <a:pt x="8594" y="75668"/>
                </a:cubicBezTo>
                <a:lnTo>
                  <a:pt x="8594" y="75521"/>
                </a:lnTo>
                <a:cubicBezTo>
                  <a:pt x="8639" y="75477"/>
                  <a:pt x="8697" y="75462"/>
                  <a:pt x="8756" y="75418"/>
                </a:cubicBezTo>
                <a:close/>
                <a:moveTo>
                  <a:pt x="8256" y="75418"/>
                </a:moveTo>
                <a:lnTo>
                  <a:pt x="8256" y="75595"/>
                </a:lnTo>
                <a:cubicBezTo>
                  <a:pt x="8212" y="75624"/>
                  <a:pt x="8153" y="75639"/>
                  <a:pt x="8094" y="75683"/>
                </a:cubicBezTo>
                <a:cubicBezTo>
                  <a:pt x="8094" y="75624"/>
                  <a:pt x="8079" y="75565"/>
                  <a:pt x="8079" y="75521"/>
                </a:cubicBezTo>
                <a:cubicBezTo>
                  <a:pt x="8138" y="75477"/>
                  <a:pt x="8212" y="75448"/>
                  <a:pt x="8256" y="75418"/>
                </a:cubicBezTo>
                <a:close/>
                <a:moveTo>
                  <a:pt x="9286" y="75536"/>
                </a:moveTo>
                <a:cubicBezTo>
                  <a:pt x="9271" y="75551"/>
                  <a:pt x="9271" y="75595"/>
                  <a:pt x="9257" y="75609"/>
                </a:cubicBezTo>
                <a:cubicBezTo>
                  <a:pt x="9257" y="75624"/>
                  <a:pt x="9213" y="75639"/>
                  <a:pt x="9183" y="75683"/>
                </a:cubicBezTo>
                <a:cubicBezTo>
                  <a:pt x="9183" y="75639"/>
                  <a:pt x="9198" y="75624"/>
                  <a:pt x="9198" y="75595"/>
                </a:cubicBezTo>
                <a:cubicBezTo>
                  <a:pt x="9242" y="75565"/>
                  <a:pt x="9271" y="75551"/>
                  <a:pt x="9286" y="75536"/>
                </a:cubicBezTo>
                <a:close/>
                <a:moveTo>
                  <a:pt x="9404" y="75609"/>
                </a:moveTo>
                <a:lnTo>
                  <a:pt x="9404" y="75609"/>
                </a:lnTo>
                <a:cubicBezTo>
                  <a:pt x="9374" y="75624"/>
                  <a:pt x="9374" y="75639"/>
                  <a:pt x="9374" y="75668"/>
                </a:cubicBezTo>
                <a:cubicBezTo>
                  <a:pt x="9360" y="75683"/>
                  <a:pt x="9345" y="75683"/>
                  <a:pt x="9330" y="75698"/>
                </a:cubicBezTo>
                <a:cubicBezTo>
                  <a:pt x="9330" y="75683"/>
                  <a:pt x="9345" y="75668"/>
                  <a:pt x="9345" y="75639"/>
                </a:cubicBezTo>
                <a:cubicBezTo>
                  <a:pt x="9360" y="75624"/>
                  <a:pt x="9374" y="75624"/>
                  <a:pt x="9404" y="75609"/>
                </a:cubicBezTo>
                <a:close/>
                <a:moveTo>
                  <a:pt x="8948" y="75551"/>
                </a:moveTo>
                <a:cubicBezTo>
                  <a:pt x="8948" y="75595"/>
                  <a:pt x="8918" y="75624"/>
                  <a:pt x="8918" y="75683"/>
                </a:cubicBezTo>
                <a:cubicBezTo>
                  <a:pt x="8889" y="75698"/>
                  <a:pt x="8845" y="75712"/>
                  <a:pt x="8800" y="75757"/>
                </a:cubicBezTo>
                <a:cubicBezTo>
                  <a:pt x="8800" y="75712"/>
                  <a:pt x="8815" y="75668"/>
                  <a:pt x="8815" y="75624"/>
                </a:cubicBezTo>
                <a:cubicBezTo>
                  <a:pt x="8845" y="75609"/>
                  <a:pt x="8903" y="75565"/>
                  <a:pt x="8948" y="75551"/>
                </a:cubicBezTo>
                <a:close/>
                <a:moveTo>
                  <a:pt x="8006" y="75536"/>
                </a:moveTo>
                <a:cubicBezTo>
                  <a:pt x="8006" y="75595"/>
                  <a:pt x="8020" y="75639"/>
                  <a:pt x="8020" y="75698"/>
                </a:cubicBezTo>
                <a:cubicBezTo>
                  <a:pt x="7962" y="75727"/>
                  <a:pt x="7903" y="75757"/>
                  <a:pt x="7829" y="75786"/>
                </a:cubicBezTo>
                <a:cubicBezTo>
                  <a:pt x="7844" y="75757"/>
                  <a:pt x="7844" y="75698"/>
                  <a:pt x="7814" y="75639"/>
                </a:cubicBezTo>
                <a:cubicBezTo>
                  <a:pt x="7873" y="75595"/>
                  <a:pt x="7947" y="75565"/>
                  <a:pt x="8006" y="75536"/>
                </a:cubicBezTo>
                <a:close/>
                <a:moveTo>
                  <a:pt x="8521" y="75565"/>
                </a:moveTo>
                <a:lnTo>
                  <a:pt x="8521" y="75712"/>
                </a:lnTo>
                <a:cubicBezTo>
                  <a:pt x="8462" y="75742"/>
                  <a:pt x="8403" y="75757"/>
                  <a:pt x="8359" y="75786"/>
                </a:cubicBezTo>
                <a:lnTo>
                  <a:pt x="8359" y="75639"/>
                </a:lnTo>
                <a:cubicBezTo>
                  <a:pt x="8403" y="75624"/>
                  <a:pt x="8462" y="75595"/>
                  <a:pt x="8521" y="75565"/>
                </a:cubicBezTo>
                <a:close/>
                <a:moveTo>
                  <a:pt x="9110" y="75668"/>
                </a:moveTo>
                <a:lnTo>
                  <a:pt x="9110" y="75668"/>
                </a:lnTo>
                <a:cubicBezTo>
                  <a:pt x="9095" y="75698"/>
                  <a:pt x="9095" y="75742"/>
                  <a:pt x="9065" y="75757"/>
                </a:cubicBezTo>
                <a:cubicBezTo>
                  <a:pt x="9051" y="75771"/>
                  <a:pt x="9006" y="75786"/>
                  <a:pt x="8977" y="75830"/>
                </a:cubicBezTo>
                <a:cubicBezTo>
                  <a:pt x="8977" y="75786"/>
                  <a:pt x="8992" y="75757"/>
                  <a:pt x="8992" y="75742"/>
                </a:cubicBezTo>
                <a:cubicBezTo>
                  <a:pt x="9036" y="75712"/>
                  <a:pt x="9065" y="75683"/>
                  <a:pt x="9110" y="75668"/>
                </a:cubicBezTo>
                <a:close/>
                <a:moveTo>
                  <a:pt x="9213" y="75742"/>
                </a:moveTo>
                <a:cubicBezTo>
                  <a:pt x="9213" y="75771"/>
                  <a:pt x="9198" y="75786"/>
                  <a:pt x="9198" y="75815"/>
                </a:cubicBezTo>
                <a:cubicBezTo>
                  <a:pt x="9183" y="75830"/>
                  <a:pt x="9139" y="75845"/>
                  <a:pt x="9124" y="75860"/>
                </a:cubicBezTo>
                <a:cubicBezTo>
                  <a:pt x="9124" y="75845"/>
                  <a:pt x="9139" y="75830"/>
                  <a:pt x="9139" y="75786"/>
                </a:cubicBezTo>
                <a:cubicBezTo>
                  <a:pt x="9154" y="75771"/>
                  <a:pt x="9198" y="75757"/>
                  <a:pt x="9213" y="75742"/>
                </a:cubicBezTo>
                <a:close/>
                <a:moveTo>
                  <a:pt x="8742" y="75683"/>
                </a:moveTo>
                <a:cubicBezTo>
                  <a:pt x="8742" y="75712"/>
                  <a:pt x="8727" y="75771"/>
                  <a:pt x="8727" y="75815"/>
                </a:cubicBezTo>
                <a:cubicBezTo>
                  <a:pt x="8668" y="75830"/>
                  <a:pt x="8624" y="75860"/>
                  <a:pt x="8580" y="75889"/>
                </a:cubicBezTo>
                <a:cubicBezTo>
                  <a:pt x="8580" y="75845"/>
                  <a:pt x="8580" y="75786"/>
                  <a:pt x="8594" y="75757"/>
                </a:cubicBezTo>
                <a:cubicBezTo>
                  <a:pt x="8639" y="75742"/>
                  <a:pt x="8683" y="75698"/>
                  <a:pt x="8742" y="75683"/>
                </a:cubicBezTo>
                <a:close/>
                <a:moveTo>
                  <a:pt x="8271" y="75683"/>
                </a:moveTo>
                <a:lnTo>
                  <a:pt x="8271" y="75845"/>
                </a:lnTo>
                <a:cubicBezTo>
                  <a:pt x="8256" y="75860"/>
                  <a:pt x="8241" y="75860"/>
                  <a:pt x="8227" y="75889"/>
                </a:cubicBezTo>
                <a:lnTo>
                  <a:pt x="8109" y="75933"/>
                </a:lnTo>
                <a:cubicBezTo>
                  <a:pt x="8109" y="75889"/>
                  <a:pt x="8109" y="75830"/>
                  <a:pt x="8094" y="75771"/>
                </a:cubicBezTo>
                <a:cubicBezTo>
                  <a:pt x="8168" y="75742"/>
                  <a:pt x="8227" y="75698"/>
                  <a:pt x="8271" y="75683"/>
                </a:cubicBezTo>
                <a:close/>
                <a:moveTo>
                  <a:pt x="8903" y="75786"/>
                </a:moveTo>
                <a:cubicBezTo>
                  <a:pt x="8903" y="75830"/>
                  <a:pt x="8889" y="75860"/>
                  <a:pt x="8889" y="75904"/>
                </a:cubicBezTo>
                <a:cubicBezTo>
                  <a:pt x="8845" y="75918"/>
                  <a:pt x="8815" y="75963"/>
                  <a:pt x="8771" y="75977"/>
                </a:cubicBezTo>
                <a:lnTo>
                  <a:pt x="8771" y="75860"/>
                </a:lnTo>
                <a:cubicBezTo>
                  <a:pt x="8815" y="75845"/>
                  <a:pt x="8845" y="75815"/>
                  <a:pt x="8903" y="75786"/>
                </a:cubicBezTo>
                <a:close/>
                <a:moveTo>
                  <a:pt x="8506" y="75815"/>
                </a:moveTo>
                <a:cubicBezTo>
                  <a:pt x="8506" y="75860"/>
                  <a:pt x="8506" y="75904"/>
                  <a:pt x="8477" y="75963"/>
                </a:cubicBezTo>
                <a:cubicBezTo>
                  <a:pt x="8447" y="75977"/>
                  <a:pt x="8388" y="75992"/>
                  <a:pt x="8359" y="76036"/>
                </a:cubicBezTo>
                <a:lnTo>
                  <a:pt x="8359" y="75889"/>
                </a:lnTo>
                <a:cubicBezTo>
                  <a:pt x="8403" y="75860"/>
                  <a:pt x="8447" y="75830"/>
                  <a:pt x="8506" y="75815"/>
                </a:cubicBezTo>
                <a:close/>
                <a:moveTo>
                  <a:pt x="9036" y="75889"/>
                </a:moveTo>
                <a:lnTo>
                  <a:pt x="9036" y="75889"/>
                </a:lnTo>
                <a:cubicBezTo>
                  <a:pt x="9006" y="75918"/>
                  <a:pt x="9006" y="75933"/>
                  <a:pt x="8992" y="75977"/>
                </a:cubicBezTo>
                <a:cubicBezTo>
                  <a:pt x="8977" y="75977"/>
                  <a:pt x="8962" y="76007"/>
                  <a:pt x="8918" y="76036"/>
                </a:cubicBezTo>
                <a:cubicBezTo>
                  <a:pt x="8918" y="75992"/>
                  <a:pt x="8933" y="75977"/>
                  <a:pt x="8933" y="75933"/>
                </a:cubicBezTo>
                <a:cubicBezTo>
                  <a:pt x="8977" y="75918"/>
                  <a:pt x="8992" y="75904"/>
                  <a:pt x="9036" y="75889"/>
                </a:cubicBezTo>
                <a:close/>
                <a:moveTo>
                  <a:pt x="8020" y="75786"/>
                </a:moveTo>
                <a:lnTo>
                  <a:pt x="8020" y="75963"/>
                </a:lnTo>
                <a:cubicBezTo>
                  <a:pt x="7962" y="75992"/>
                  <a:pt x="7917" y="76007"/>
                  <a:pt x="7859" y="76051"/>
                </a:cubicBezTo>
                <a:cubicBezTo>
                  <a:pt x="7859" y="75992"/>
                  <a:pt x="7844" y="75933"/>
                  <a:pt x="7844" y="75889"/>
                </a:cubicBezTo>
                <a:cubicBezTo>
                  <a:pt x="7903" y="75860"/>
                  <a:pt x="7962" y="75830"/>
                  <a:pt x="8020" y="75786"/>
                </a:cubicBezTo>
                <a:close/>
                <a:moveTo>
                  <a:pt x="9124" y="75977"/>
                </a:moveTo>
                <a:lnTo>
                  <a:pt x="9124" y="75977"/>
                </a:lnTo>
                <a:cubicBezTo>
                  <a:pt x="9124" y="75978"/>
                  <a:pt x="9110" y="75992"/>
                  <a:pt x="9110" y="76007"/>
                </a:cubicBezTo>
                <a:cubicBezTo>
                  <a:pt x="9095" y="76036"/>
                  <a:pt x="9065" y="76051"/>
                  <a:pt x="9051" y="76051"/>
                </a:cubicBezTo>
                <a:cubicBezTo>
                  <a:pt x="9051" y="76021"/>
                  <a:pt x="9065" y="76007"/>
                  <a:pt x="9065" y="76007"/>
                </a:cubicBezTo>
                <a:cubicBezTo>
                  <a:pt x="9080" y="75992"/>
                  <a:pt x="9109" y="75992"/>
                  <a:pt x="9124" y="75977"/>
                </a:cubicBezTo>
                <a:close/>
                <a:moveTo>
                  <a:pt x="8697" y="75918"/>
                </a:moveTo>
                <a:cubicBezTo>
                  <a:pt x="8697" y="75963"/>
                  <a:pt x="8683" y="75992"/>
                  <a:pt x="8683" y="76051"/>
                </a:cubicBezTo>
                <a:cubicBezTo>
                  <a:pt x="8624" y="76066"/>
                  <a:pt x="8594" y="76080"/>
                  <a:pt x="8550" y="76124"/>
                </a:cubicBezTo>
                <a:cubicBezTo>
                  <a:pt x="8550" y="76080"/>
                  <a:pt x="8565" y="76036"/>
                  <a:pt x="8565" y="75992"/>
                </a:cubicBezTo>
                <a:cubicBezTo>
                  <a:pt x="8609" y="75977"/>
                  <a:pt x="8668" y="75933"/>
                  <a:pt x="8697" y="75918"/>
                </a:cubicBezTo>
                <a:close/>
                <a:moveTo>
                  <a:pt x="8271" y="75933"/>
                </a:moveTo>
                <a:lnTo>
                  <a:pt x="8271" y="76080"/>
                </a:lnTo>
                <a:cubicBezTo>
                  <a:pt x="8227" y="76110"/>
                  <a:pt x="8168" y="76139"/>
                  <a:pt x="8109" y="76154"/>
                </a:cubicBezTo>
                <a:lnTo>
                  <a:pt x="8109" y="76007"/>
                </a:lnTo>
                <a:cubicBezTo>
                  <a:pt x="8168" y="75992"/>
                  <a:pt x="8212" y="75963"/>
                  <a:pt x="8256" y="75933"/>
                </a:cubicBezTo>
                <a:close/>
                <a:moveTo>
                  <a:pt x="8845" y="76007"/>
                </a:moveTo>
                <a:cubicBezTo>
                  <a:pt x="8845" y="76051"/>
                  <a:pt x="8830" y="76080"/>
                  <a:pt x="8830" y="76110"/>
                </a:cubicBezTo>
                <a:cubicBezTo>
                  <a:pt x="8800" y="76139"/>
                  <a:pt x="8756" y="76154"/>
                  <a:pt x="8727" y="76183"/>
                </a:cubicBezTo>
                <a:cubicBezTo>
                  <a:pt x="8727" y="76139"/>
                  <a:pt x="8742" y="76110"/>
                  <a:pt x="8742" y="76080"/>
                </a:cubicBezTo>
                <a:cubicBezTo>
                  <a:pt x="8771" y="76066"/>
                  <a:pt x="8815" y="76036"/>
                  <a:pt x="8845" y="76007"/>
                </a:cubicBezTo>
                <a:close/>
                <a:moveTo>
                  <a:pt x="8962" y="76110"/>
                </a:moveTo>
                <a:lnTo>
                  <a:pt x="8962" y="76110"/>
                </a:lnTo>
                <a:cubicBezTo>
                  <a:pt x="8948" y="76124"/>
                  <a:pt x="8948" y="76139"/>
                  <a:pt x="8918" y="76183"/>
                </a:cubicBezTo>
                <a:lnTo>
                  <a:pt x="8874" y="76227"/>
                </a:lnTo>
                <a:cubicBezTo>
                  <a:pt x="8874" y="76213"/>
                  <a:pt x="8889" y="76198"/>
                  <a:pt x="8889" y="76154"/>
                </a:cubicBezTo>
                <a:cubicBezTo>
                  <a:pt x="8903" y="76139"/>
                  <a:pt x="8918" y="76124"/>
                  <a:pt x="8962" y="76110"/>
                </a:cubicBezTo>
                <a:close/>
                <a:moveTo>
                  <a:pt x="8477" y="76051"/>
                </a:moveTo>
                <a:cubicBezTo>
                  <a:pt x="8477" y="76080"/>
                  <a:pt x="8462" y="76139"/>
                  <a:pt x="8462" y="76183"/>
                </a:cubicBezTo>
                <a:cubicBezTo>
                  <a:pt x="8433" y="76213"/>
                  <a:pt x="8374" y="76227"/>
                  <a:pt x="8330" y="76272"/>
                </a:cubicBezTo>
                <a:cubicBezTo>
                  <a:pt x="8330" y="76213"/>
                  <a:pt x="8359" y="76183"/>
                  <a:pt x="8359" y="76124"/>
                </a:cubicBezTo>
                <a:cubicBezTo>
                  <a:pt x="8388" y="76110"/>
                  <a:pt x="8447" y="76066"/>
                  <a:pt x="8477" y="76051"/>
                </a:cubicBezTo>
                <a:close/>
                <a:moveTo>
                  <a:pt x="8035" y="76051"/>
                </a:moveTo>
                <a:lnTo>
                  <a:pt x="8035" y="76213"/>
                </a:lnTo>
                <a:cubicBezTo>
                  <a:pt x="8006" y="76227"/>
                  <a:pt x="7947" y="76272"/>
                  <a:pt x="7903" y="76286"/>
                </a:cubicBezTo>
                <a:lnTo>
                  <a:pt x="7888" y="76286"/>
                </a:lnTo>
                <a:cubicBezTo>
                  <a:pt x="7888" y="76227"/>
                  <a:pt x="7888" y="76169"/>
                  <a:pt x="7873" y="76124"/>
                </a:cubicBezTo>
                <a:cubicBezTo>
                  <a:pt x="7932" y="76124"/>
                  <a:pt x="7991" y="76080"/>
                  <a:pt x="8035" y="76051"/>
                </a:cubicBezTo>
                <a:close/>
                <a:moveTo>
                  <a:pt x="8639" y="76154"/>
                </a:moveTo>
                <a:cubicBezTo>
                  <a:pt x="8639" y="76198"/>
                  <a:pt x="8624" y="76227"/>
                  <a:pt x="8624" y="76272"/>
                </a:cubicBezTo>
                <a:cubicBezTo>
                  <a:pt x="8594" y="76286"/>
                  <a:pt x="8550" y="76301"/>
                  <a:pt x="8521" y="76345"/>
                </a:cubicBezTo>
                <a:cubicBezTo>
                  <a:pt x="8521" y="76301"/>
                  <a:pt x="8536" y="76272"/>
                  <a:pt x="8536" y="76227"/>
                </a:cubicBezTo>
                <a:cubicBezTo>
                  <a:pt x="8580" y="76213"/>
                  <a:pt x="8609" y="76169"/>
                  <a:pt x="8639" y="76154"/>
                </a:cubicBezTo>
                <a:close/>
                <a:moveTo>
                  <a:pt x="8771" y="76227"/>
                </a:moveTo>
                <a:cubicBezTo>
                  <a:pt x="8771" y="76257"/>
                  <a:pt x="8756" y="76286"/>
                  <a:pt x="8756" y="76301"/>
                </a:cubicBezTo>
                <a:lnTo>
                  <a:pt x="8668" y="76404"/>
                </a:lnTo>
                <a:cubicBezTo>
                  <a:pt x="8668" y="76360"/>
                  <a:pt x="8683" y="76345"/>
                  <a:pt x="8683" y="76301"/>
                </a:cubicBezTo>
                <a:cubicBezTo>
                  <a:pt x="8727" y="76286"/>
                  <a:pt x="8742" y="76272"/>
                  <a:pt x="8771" y="76227"/>
                </a:cubicBezTo>
                <a:close/>
                <a:moveTo>
                  <a:pt x="8256" y="76183"/>
                </a:moveTo>
                <a:cubicBezTo>
                  <a:pt x="8256" y="76227"/>
                  <a:pt x="8256" y="76272"/>
                  <a:pt x="8241" y="76331"/>
                </a:cubicBezTo>
                <a:cubicBezTo>
                  <a:pt x="8212" y="76360"/>
                  <a:pt x="8153" y="76375"/>
                  <a:pt x="8109" y="76419"/>
                </a:cubicBezTo>
                <a:lnTo>
                  <a:pt x="8109" y="76272"/>
                </a:lnTo>
                <a:cubicBezTo>
                  <a:pt x="8168" y="76227"/>
                  <a:pt x="8227" y="76198"/>
                  <a:pt x="8256" y="76183"/>
                </a:cubicBezTo>
                <a:close/>
                <a:moveTo>
                  <a:pt x="8845" y="76365"/>
                </a:moveTo>
                <a:cubicBezTo>
                  <a:pt x="8845" y="76368"/>
                  <a:pt x="8845" y="76371"/>
                  <a:pt x="8845" y="76375"/>
                </a:cubicBezTo>
                <a:lnTo>
                  <a:pt x="8815" y="76419"/>
                </a:lnTo>
                <a:cubicBezTo>
                  <a:pt x="8815" y="76389"/>
                  <a:pt x="8830" y="76375"/>
                  <a:pt x="8830" y="76375"/>
                </a:cubicBezTo>
                <a:lnTo>
                  <a:pt x="8845" y="76365"/>
                </a:lnTo>
                <a:close/>
                <a:moveTo>
                  <a:pt x="8447" y="76286"/>
                </a:moveTo>
                <a:cubicBezTo>
                  <a:pt x="8447" y="76331"/>
                  <a:pt x="8418" y="76360"/>
                  <a:pt x="8418" y="76419"/>
                </a:cubicBezTo>
                <a:cubicBezTo>
                  <a:pt x="8388" y="76434"/>
                  <a:pt x="8359" y="76448"/>
                  <a:pt x="8315" y="76492"/>
                </a:cubicBezTo>
                <a:cubicBezTo>
                  <a:pt x="8315" y="76448"/>
                  <a:pt x="8330" y="76404"/>
                  <a:pt x="8330" y="76360"/>
                </a:cubicBezTo>
                <a:cubicBezTo>
                  <a:pt x="8374" y="76345"/>
                  <a:pt x="8403" y="76301"/>
                  <a:pt x="8447" y="76286"/>
                </a:cubicBezTo>
                <a:close/>
                <a:moveTo>
                  <a:pt x="8035" y="76301"/>
                </a:moveTo>
                <a:lnTo>
                  <a:pt x="8035" y="76448"/>
                </a:lnTo>
                <a:cubicBezTo>
                  <a:pt x="8006" y="76492"/>
                  <a:pt x="7947" y="76507"/>
                  <a:pt x="7903" y="76551"/>
                </a:cubicBezTo>
                <a:lnTo>
                  <a:pt x="7903" y="76404"/>
                </a:lnTo>
                <a:cubicBezTo>
                  <a:pt x="7903" y="76375"/>
                  <a:pt x="7932" y="76375"/>
                  <a:pt x="7947" y="76360"/>
                </a:cubicBezTo>
                <a:cubicBezTo>
                  <a:pt x="7991" y="76345"/>
                  <a:pt x="8006" y="76331"/>
                  <a:pt x="8035" y="76301"/>
                </a:cubicBezTo>
                <a:close/>
                <a:moveTo>
                  <a:pt x="8594" y="76375"/>
                </a:moveTo>
                <a:cubicBezTo>
                  <a:pt x="8594" y="76419"/>
                  <a:pt x="8580" y="76448"/>
                  <a:pt x="8580" y="76478"/>
                </a:cubicBezTo>
                <a:cubicBezTo>
                  <a:pt x="8536" y="76492"/>
                  <a:pt x="8521" y="76522"/>
                  <a:pt x="8477" y="76551"/>
                </a:cubicBezTo>
                <a:cubicBezTo>
                  <a:pt x="8477" y="76522"/>
                  <a:pt x="8506" y="76492"/>
                  <a:pt x="8506" y="76448"/>
                </a:cubicBezTo>
                <a:cubicBezTo>
                  <a:pt x="8536" y="76434"/>
                  <a:pt x="8550" y="76404"/>
                  <a:pt x="8594" y="76375"/>
                </a:cubicBezTo>
                <a:close/>
                <a:moveTo>
                  <a:pt x="8727" y="76448"/>
                </a:moveTo>
                <a:cubicBezTo>
                  <a:pt x="8697" y="76492"/>
                  <a:pt x="8683" y="76507"/>
                  <a:pt x="8683" y="76522"/>
                </a:cubicBezTo>
                <a:lnTo>
                  <a:pt x="8624" y="76581"/>
                </a:lnTo>
                <a:cubicBezTo>
                  <a:pt x="8624" y="76566"/>
                  <a:pt x="8639" y="76551"/>
                  <a:pt x="8639" y="76507"/>
                </a:cubicBezTo>
                <a:cubicBezTo>
                  <a:pt x="8668" y="76492"/>
                  <a:pt x="8683" y="76478"/>
                  <a:pt x="8727" y="76448"/>
                </a:cubicBezTo>
                <a:close/>
                <a:moveTo>
                  <a:pt x="8241" y="76419"/>
                </a:moveTo>
                <a:cubicBezTo>
                  <a:pt x="8241" y="76448"/>
                  <a:pt x="8227" y="76507"/>
                  <a:pt x="8227" y="76551"/>
                </a:cubicBezTo>
                <a:cubicBezTo>
                  <a:pt x="8182" y="76581"/>
                  <a:pt x="8153" y="76625"/>
                  <a:pt x="8109" y="76640"/>
                </a:cubicBezTo>
                <a:lnTo>
                  <a:pt x="8109" y="76507"/>
                </a:lnTo>
                <a:cubicBezTo>
                  <a:pt x="8153" y="76478"/>
                  <a:pt x="8212" y="76448"/>
                  <a:pt x="8241" y="76419"/>
                </a:cubicBezTo>
                <a:close/>
                <a:moveTo>
                  <a:pt x="8388" y="76522"/>
                </a:moveTo>
                <a:cubicBezTo>
                  <a:pt x="8388" y="76566"/>
                  <a:pt x="8374" y="76595"/>
                  <a:pt x="8374" y="76640"/>
                </a:cubicBezTo>
                <a:cubicBezTo>
                  <a:pt x="8330" y="76654"/>
                  <a:pt x="8315" y="76698"/>
                  <a:pt x="8285" y="76713"/>
                </a:cubicBezTo>
                <a:cubicBezTo>
                  <a:pt x="8300" y="76669"/>
                  <a:pt x="8300" y="76640"/>
                  <a:pt x="8300" y="76595"/>
                </a:cubicBezTo>
                <a:cubicBezTo>
                  <a:pt x="8330" y="76581"/>
                  <a:pt x="8374" y="76551"/>
                  <a:pt x="8388" y="76522"/>
                </a:cubicBezTo>
                <a:close/>
                <a:moveTo>
                  <a:pt x="8521" y="76625"/>
                </a:moveTo>
                <a:cubicBezTo>
                  <a:pt x="8521" y="76640"/>
                  <a:pt x="8506" y="76669"/>
                  <a:pt x="8506" y="76698"/>
                </a:cubicBezTo>
                <a:cubicBezTo>
                  <a:pt x="8477" y="76728"/>
                  <a:pt x="8462" y="76743"/>
                  <a:pt x="8433" y="76772"/>
                </a:cubicBezTo>
                <a:cubicBezTo>
                  <a:pt x="8433" y="76728"/>
                  <a:pt x="8447" y="76713"/>
                  <a:pt x="8447" y="76669"/>
                </a:cubicBezTo>
                <a:cubicBezTo>
                  <a:pt x="8462" y="76654"/>
                  <a:pt x="8506" y="76640"/>
                  <a:pt x="8521" y="76625"/>
                </a:cubicBezTo>
                <a:close/>
                <a:moveTo>
                  <a:pt x="8609" y="76731"/>
                </a:moveTo>
                <a:cubicBezTo>
                  <a:pt x="8609" y="76735"/>
                  <a:pt x="8609" y="76739"/>
                  <a:pt x="8609" y="76743"/>
                </a:cubicBezTo>
                <a:lnTo>
                  <a:pt x="8580" y="76787"/>
                </a:lnTo>
                <a:cubicBezTo>
                  <a:pt x="8580" y="76757"/>
                  <a:pt x="8594" y="76743"/>
                  <a:pt x="8594" y="76743"/>
                </a:cubicBezTo>
                <a:cubicBezTo>
                  <a:pt x="8600" y="76737"/>
                  <a:pt x="8605" y="76734"/>
                  <a:pt x="8609" y="76731"/>
                </a:cubicBezTo>
                <a:close/>
                <a:moveTo>
                  <a:pt x="8035" y="76566"/>
                </a:moveTo>
                <a:cubicBezTo>
                  <a:pt x="8035" y="76625"/>
                  <a:pt x="8035" y="76654"/>
                  <a:pt x="8020" y="76713"/>
                </a:cubicBezTo>
                <a:cubicBezTo>
                  <a:pt x="7991" y="76743"/>
                  <a:pt x="7947" y="76772"/>
                  <a:pt x="7888" y="76801"/>
                </a:cubicBezTo>
                <a:lnTo>
                  <a:pt x="7888" y="76654"/>
                </a:lnTo>
                <a:cubicBezTo>
                  <a:pt x="7947" y="76625"/>
                  <a:pt x="7991" y="76581"/>
                  <a:pt x="8035" y="76566"/>
                </a:cubicBezTo>
                <a:close/>
                <a:moveTo>
                  <a:pt x="8227" y="76669"/>
                </a:moveTo>
                <a:cubicBezTo>
                  <a:pt x="8227" y="76713"/>
                  <a:pt x="8197" y="76743"/>
                  <a:pt x="8197" y="76801"/>
                </a:cubicBezTo>
                <a:cubicBezTo>
                  <a:pt x="8168" y="76816"/>
                  <a:pt x="8138" y="76846"/>
                  <a:pt x="8094" y="76875"/>
                </a:cubicBezTo>
                <a:cubicBezTo>
                  <a:pt x="8094" y="76846"/>
                  <a:pt x="8094" y="76801"/>
                  <a:pt x="8109" y="76743"/>
                </a:cubicBezTo>
                <a:cubicBezTo>
                  <a:pt x="8153" y="76728"/>
                  <a:pt x="8182" y="76698"/>
                  <a:pt x="8227" y="76669"/>
                </a:cubicBezTo>
                <a:close/>
                <a:moveTo>
                  <a:pt x="8359" y="76772"/>
                </a:moveTo>
                <a:cubicBezTo>
                  <a:pt x="8359" y="76801"/>
                  <a:pt x="8330" y="76846"/>
                  <a:pt x="8330" y="76860"/>
                </a:cubicBezTo>
                <a:cubicBezTo>
                  <a:pt x="8300" y="76875"/>
                  <a:pt x="8271" y="76890"/>
                  <a:pt x="8256" y="76934"/>
                </a:cubicBezTo>
                <a:cubicBezTo>
                  <a:pt x="8256" y="76890"/>
                  <a:pt x="8271" y="76860"/>
                  <a:pt x="8271" y="76846"/>
                </a:cubicBezTo>
                <a:cubicBezTo>
                  <a:pt x="8300" y="76816"/>
                  <a:pt x="8330" y="76801"/>
                  <a:pt x="8359" y="76772"/>
                </a:cubicBezTo>
                <a:close/>
                <a:moveTo>
                  <a:pt x="8447" y="76846"/>
                </a:moveTo>
                <a:cubicBezTo>
                  <a:pt x="8447" y="76875"/>
                  <a:pt x="8447" y="76890"/>
                  <a:pt x="8433" y="76919"/>
                </a:cubicBezTo>
                <a:lnTo>
                  <a:pt x="8374" y="76963"/>
                </a:lnTo>
                <a:cubicBezTo>
                  <a:pt x="8374" y="76949"/>
                  <a:pt x="8388" y="76934"/>
                  <a:pt x="8388" y="76890"/>
                </a:cubicBezTo>
                <a:lnTo>
                  <a:pt x="8447" y="76846"/>
                </a:lnTo>
                <a:close/>
                <a:moveTo>
                  <a:pt x="8006" y="76801"/>
                </a:moveTo>
                <a:cubicBezTo>
                  <a:pt x="8006" y="76846"/>
                  <a:pt x="7991" y="76890"/>
                  <a:pt x="7991" y="76934"/>
                </a:cubicBezTo>
                <a:cubicBezTo>
                  <a:pt x="7962" y="76963"/>
                  <a:pt x="7932" y="77007"/>
                  <a:pt x="7888" y="77022"/>
                </a:cubicBezTo>
                <a:lnTo>
                  <a:pt x="7888" y="76890"/>
                </a:lnTo>
                <a:cubicBezTo>
                  <a:pt x="7932" y="76860"/>
                  <a:pt x="7962" y="76846"/>
                  <a:pt x="8006" y="76801"/>
                </a:cubicBezTo>
                <a:close/>
                <a:moveTo>
                  <a:pt x="8168" y="76919"/>
                </a:moveTo>
                <a:cubicBezTo>
                  <a:pt x="8168" y="76949"/>
                  <a:pt x="8153" y="76993"/>
                  <a:pt x="8153" y="77022"/>
                </a:cubicBezTo>
                <a:cubicBezTo>
                  <a:pt x="8109" y="77037"/>
                  <a:pt x="8094" y="77081"/>
                  <a:pt x="8065" y="77096"/>
                </a:cubicBezTo>
                <a:cubicBezTo>
                  <a:pt x="8079" y="77066"/>
                  <a:pt x="8079" y="77022"/>
                  <a:pt x="8079" y="76993"/>
                </a:cubicBezTo>
                <a:cubicBezTo>
                  <a:pt x="8109" y="76963"/>
                  <a:pt x="8153" y="76934"/>
                  <a:pt x="8168" y="76919"/>
                </a:cubicBezTo>
                <a:close/>
                <a:moveTo>
                  <a:pt x="8271" y="77007"/>
                </a:moveTo>
                <a:cubicBezTo>
                  <a:pt x="8271" y="77022"/>
                  <a:pt x="8271" y="77066"/>
                  <a:pt x="8256" y="77081"/>
                </a:cubicBezTo>
                <a:lnTo>
                  <a:pt x="8212" y="77140"/>
                </a:lnTo>
                <a:cubicBezTo>
                  <a:pt x="8212" y="77110"/>
                  <a:pt x="8227" y="77081"/>
                  <a:pt x="8227" y="77066"/>
                </a:cubicBezTo>
                <a:lnTo>
                  <a:pt x="8271" y="77007"/>
                </a:lnTo>
                <a:close/>
                <a:moveTo>
                  <a:pt x="8374" y="77096"/>
                </a:moveTo>
                <a:cubicBezTo>
                  <a:pt x="8374" y="77110"/>
                  <a:pt x="8359" y="77110"/>
                  <a:pt x="8359" y="77140"/>
                </a:cubicBezTo>
                <a:cubicBezTo>
                  <a:pt x="8359" y="77155"/>
                  <a:pt x="8330" y="77155"/>
                  <a:pt x="8330" y="77169"/>
                </a:cubicBezTo>
                <a:cubicBezTo>
                  <a:pt x="8330" y="77155"/>
                  <a:pt x="8330" y="77140"/>
                  <a:pt x="8359" y="77140"/>
                </a:cubicBezTo>
                <a:cubicBezTo>
                  <a:pt x="8359" y="77110"/>
                  <a:pt x="8359" y="77096"/>
                  <a:pt x="8374" y="77096"/>
                </a:cubicBezTo>
                <a:close/>
                <a:moveTo>
                  <a:pt x="8006" y="77066"/>
                </a:moveTo>
                <a:cubicBezTo>
                  <a:pt x="8006" y="77096"/>
                  <a:pt x="7991" y="77140"/>
                  <a:pt x="7991" y="77184"/>
                </a:cubicBezTo>
                <a:cubicBezTo>
                  <a:pt x="7932" y="77213"/>
                  <a:pt x="7903" y="77228"/>
                  <a:pt x="7873" y="77258"/>
                </a:cubicBezTo>
                <a:cubicBezTo>
                  <a:pt x="7873" y="77228"/>
                  <a:pt x="7873" y="77184"/>
                  <a:pt x="7888" y="77140"/>
                </a:cubicBezTo>
                <a:cubicBezTo>
                  <a:pt x="7932" y="77110"/>
                  <a:pt x="7962" y="77081"/>
                  <a:pt x="8006" y="77066"/>
                </a:cubicBezTo>
                <a:close/>
                <a:moveTo>
                  <a:pt x="8109" y="77155"/>
                </a:moveTo>
                <a:cubicBezTo>
                  <a:pt x="8109" y="77184"/>
                  <a:pt x="8094" y="77213"/>
                  <a:pt x="8094" y="77243"/>
                </a:cubicBezTo>
                <a:lnTo>
                  <a:pt x="8020" y="77317"/>
                </a:lnTo>
                <a:cubicBezTo>
                  <a:pt x="8020" y="77287"/>
                  <a:pt x="8035" y="77243"/>
                  <a:pt x="8035" y="77228"/>
                </a:cubicBezTo>
                <a:lnTo>
                  <a:pt x="8109" y="77155"/>
                </a:lnTo>
                <a:close/>
                <a:moveTo>
                  <a:pt x="8227" y="77243"/>
                </a:moveTo>
                <a:cubicBezTo>
                  <a:pt x="8212" y="77258"/>
                  <a:pt x="8212" y="77287"/>
                  <a:pt x="8212" y="77302"/>
                </a:cubicBezTo>
                <a:lnTo>
                  <a:pt x="8168" y="77331"/>
                </a:lnTo>
                <a:cubicBezTo>
                  <a:pt x="8168" y="77317"/>
                  <a:pt x="8168" y="77302"/>
                  <a:pt x="8182" y="77272"/>
                </a:cubicBezTo>
                <a:lnTo>
                  <a:pt x="8227" y="77243"/>
                </a:lnTo>
                <a:close/>
                <a:moveTo>
                  <a:pt x="7947" y="77302"/>
                </a:moveTo>
                <a:cubicBezTo>
                  <a:pt x="7947" y="77331"/>
                  <a:pt x="7932" y="77375"/>
                  <a:pt x="7932" y="77405"/>
                </a:cubicBezTo>
                <a:cubicBezTo>
                  <a:pt x="7917" y="77434"/>
                  <a:pt x="7873" y="77464"/>
                  <a:pt x="7844" y="77478"/>
                </a:cubicBezTo>
                <a:cubicBezTo>
                  <a:pt x="7844" y="77449"/>
                  <a:pt x="7859" y="77405"/>
                  <a:pt x="7859" y="77375"/>
                </a:cubicBezTo>
                <a:cubicBezTo>
                  <a:pt x="7888" y="77361"/>
                  <a:pt x="7932" y="77317"/>
                  <a:pt x="7947" y="77302"/>
                </a:cubicBezTo>
                <a:close/>
                <a:moveTo>
                  <a:pt x="8094" y="77390"/>
                </a:moveTo>
                <a:lnTo>
                  <a:pt x="8094" y="77390"/>
                </a:lnTo>
                <a:cubicBezTo>
                  <a:pt x="8065" y="77405"/>
                  <a:pt x="8065" y="77434"/>
                  <a:pt x="8065" y="77464"/>
                </a:cubicBezTo>
                <a:lnTo>
                  <a:pt x="8006" y="77523"/>
                </a:lnTo>
                <a:cubicBezTo>
                  <a:pt x="8006" y="77508"/>
                  <a:pt x="8020" y="77464"/>
                  <a:pt x="8020" y="77449"/>
                </a:cubicBezTo>
                <a:cubicBezTo>
                  <a:pt x="8035" y="77434"/>
                  <a:pt x="8065" y="77405"/>
                  <a:pt x="8094" y="77390"/>
                </a:cubicBezTo>
                <a:close/>
                <a:moveTo>
                  <a:pt x="7903" y="77537"/>
                </a:moveTo>
                <a:cubicBezTo>
                  <a:pt x="7888" y="77581"/>
                  <a:pt x="7888" y="77596"/>
                  <a:pt x="7888" y="77626"/>
                </a:cubicBezTo>
                <a:cubicBezTo>
                  <a:pt x="7873" y="77655"/>
                  <a:pt x="7859" y="77684"/>
                  <a:pt x="7814" y="77699"/>
                </a:cubicBezTo>
                <a:cubicBezTo>
                  <a:pt x="7814" y="77670"/>
                  <a:pt x="7829" y="77626"/>
                  <a:pt x="7829" y="77611"/>
                </a:cubicBezTo>
                <a:cubicBezTo>
                  <a:pt x="7859" y="77596"/>
                  <a:pt x="7888" y="77581"/>
                  <a:pt x="7903" y="77537"/>
                </a:cubicBezTo>
                <a:close/>
                <a:moveTo>
                  <a:pt x="8020" y="77611"/>
                </a:moveTo>
                <a:cubicBezTo>
                  <a:pt x="8006" y="77655"/>
                  <a:pt x="8006" y="77655"/>
                  <a:pt x="7991" y="77670"/>
                </a:cubicBezTo>
                <a:cubicBezTo>
                  <a:pt x="7962" y="77684"/>
                  <a:pt x="7947" y="77699"/>
                  <a:pt x="7947" y="77729"/>
                </a:cubicBezTo>
                <a:cubicBezTo>
                  <a:pt x="7947" y="77699"/>
                  <a:pt x="7947" y="77684"/>
                  <a:pt x="7962" y="77670"/>
                </a:cubicBezTo>
                <a:lnTo>
                  <a:pt x="8020" y="77611"/>
                </a:lnTo>
                <a:close/>
                <a:moveTo>
                  <a:pt x="7859" y="77773"/>
                </a:moveTo>
                <a:lnTo>
                  <a:pt x="7859" y="77773"/>
                </a:lnTo>
                <a:cubicBezTo>
                  <a:pt x="7844" y="77817"/>
                  <a:pt x="7844" y="77832"/>
                  <a:pt x="7844" y="77846"/>
                </a:cubicBezTo>
                <a:lnTo>
                  <a:pt x="7785" y="77905"/>
                </a:lnTo>
                <a:cubicBezTo>
                  <a:pt x="7785" y="77890"/>
                  <a:pt x="7800" y="77846"/>
                  <a:pt x="7800" y="77832"/>
                </a:cubicBezTo>
                <a:lnTo>
                  <a:pt x="7859" y="77773"/>
                </a:lnTo>
                <a:close/>
                <a:moveTo>
                  <a:pt x="7800" y="78023"/>
                </a:moveTo>
                <a:cubicBezTo>
                  <a:pt x="7785" y="78038"/>
                  <a:pt x="7785" y="78052"/>
                  <a:pt x="7785" y="78067"/>
                </a:cubicBezTo>
                <a:cubicBezTo>
                  <a:pt x="7770" y="78096"/>
                  <a:pt x="7770" y="78111"/>
                  <a:pt x="7741" y="78111"/>
                </a:cubicBezTo>
                <a:cubicBezTo>
                  <a:pt x="7741" y="78096"/>
                  <a:pt x="7741" y="78067"/>
                  <a:pt x="7770" y="78052"/>
                </a:cubicBezTo>
                <a:cubicBezTo>
                  <a:pt x="7785" y="78038"/>
                  <a:pt x="7785" y="78023"/>
                  <a:pt x="7800" y="78023"/>
                </a:cubicBezTo>
                <a:close/>
                <a:moveTo>
                  <a:pt x="7535" y="74859"/>
                </a:moveTo>
                <a:cubicBezTo>
                  <a:pt x="7564" y="74918"/>
                  <a:pt x="7579" y="74977"/>
                  <a:pt x="7594" y="75050"/>
                </a:cubicBezTo>
                <a:cubicBezTo>
                  <a:pt x="7064" y="75271"/>
                  <a:pt x="6534" y="75521"/>
                  <a:pt x="6019" y="75815"/>
                </a:cubicBezTo>
                <a:cubicBezTo>
                  <a:pt x="3723" y="77110"/>
                  <a:pt x="1987" y="79392"/>
                  <a:pt x="1266" y="81893"/>
                </a:cubicBezTo>
                <a:cubicBezTo>
                  <a:pt x="1913" y="79230"/>
                  <a:pt x="3694" y="76816"/>
                  <a:pt x="6107" y="75521"/>
                </a:cubicBezTo>
                <a:cubicBezTo>
                  <a:pt x="6564" y="75256"/>
                  <a:pt x="7049" y="75050"/>
                  <a:pt x="7535" y="74859"/>
                </a:cubicBezTo>
                <a:close/>
                <a:moveTo>
                  <a:pt x="7638" y="75109"/>
                </a:moveTo>
                <a:cubicBezTo>
                  <a:pt x="7638" y="75183"/>
                  <a:pt x="7653" y="75256"/>
                  <a:pt x="7667" y="75315"/>
                </a:cubicBezTo>
                <a:cubicBezTo>
                  <a:pt x="7108" y="75565"/>
                  <a:pt x="6519" y="75845"/>
                  <a:pt x="5975" y="76183"/>
                </a:cubicBezTo>
                <a:cubicBezTo>
                  <a:pt x="3738" y="77508"/>
                  <a:pt x="2075" y="79642"/>
                  <a:pt x="1339" y="82026"/>
                </a:cubicBezTo>
                <a:cubicBezTo>
                  <a:pt x="2016" y="79495"/>
                  <a:pt x="3753" y="77184"/>
                  <a:pt x="6063" y="75860"/>
                </a:cubicBezTo>
                <a:cubicBezTo>
                  <a:pt x="6564" y="75565"/>
                  <a:pt x="7093" y="75330"/>
                  <a:pt x="7638" y="75109"/>
                </a:cubicBezTo>
                <a:close/>
                <a:moveTo>
                  <a:pt x="7682" y="75403"/>
                </a:moveTo>
                <a:cubicBezTo>
                  <a:pt x="7711" y="75462"/>
                  <a:pt x="7711" y="75536"/>
                  <a:pt x="7726" y="75595"/>
                </a:cubicBezTo>
                <a:cubicBezTo>
                  <a:pt x="7123" y="75889"/>
                  <a:pt x="6519" y="76198"/>
                  <a:pt x="5931" y="76537"/>
                </a:cubicBezTo>
                <a:cubicBezTo>
                  <a:pt x="3635" y="77964"/>
                  <a:pt x="1957" y="80201"/>
                  <a:pt x="1251" y="82629"/>
                </a:cubicBezTo>
                <a:cubicBezTo>
                  <a:pt x="1884" y="80039"/>
                  <a:pt x="3606" y="77670"/>
                  <a:pt x="6019" y="76257"/>
                </a:cubicBezTo>
                <a:cubicBezTo>
                  <a:pt x="6549" y="75933"/>
                  <a:pt x="7123" y="75668"/>
                  <a:pt x="7682" y="75403"/>
                </a:cubicBezTo>
                <a:close/>
                <a:moveTo>
                  <a:pt x="7741" y="75668"/>
                </a:moveTo>
                <a:cubicBezTo>
                  <a:pt x="7770" y="75712"/>
                  <a:pt x="7770" y="75771"/>
                  <a:pt x="7770" y="75845"/>
                </a:cubicBezTo>
                <a:cubicBezTo>
                  <a:pt x="7123" y="76183"/>
                  <a:pt x="6490" y="76522"/>
                  <a:pt x="5872" y="76919"/>
                </a:cubicBezTo>
                <a:cubicBezTo>
                  <a:pt x="3606" y="78361"/>
                  <a:pt x="1913" y="80628"/>
                  <a:pt x="1221" y="83041"/>
                </a:cubicBezTo>
                <a:cubicBezTo>
                  <a:pt x="1854" y="80466"/>
                  <a:pt x="3591" y="78096"/>
                  <a:pt x="5960" y="76625"/>
                </a:cubicBezTo>
                <a:cubicBezTo>
                  <a:pt x="6534" y="76272"/>
                  <a:pt x="7137" y="75963"/>
                  <a:pt x="7741" y="75668"/>
                </a:cubicBezTo>
                <a:close/>
                <a:moveTo>
                  <a:pt x="7785" y="75933"/>
                </a:moveTo>
                <a:cubicBezTo>
                  <a:pt x="7785" y="75992"/>
                  <a:pt x="7800" y="76051"/>
                  <a:pt x="7800" y="76110"/>
                </a:cubicBezTo>
                <a:cubicBezTo>
                  <a:pt x="7137" y="76478"/>
                  <a:pt x="6475" y="76860"/>
                  <a:pt x="5828" y="77272"/>
                </a:cubicBezTo>
                <a:cubicBezTo>
                  <a:pt x="3591" y="78788"/>
                  <a:pt x="1943" y="80981"/>
                  <a:pt x="1236" y="83321"/>
                </a:cubicBezTo>
                <a:cubicBezTo>
                  <a:pt x="1884" y="80834"/>
                  <a:pt x="3591" y="78494"/>
                  <a:pt x="5931" y="76993"/>
                </a:cubicBezTo>
                <a:cubicBezTo>
                  <a:pt x="6534" y="76595"/>
                  <a:pt x="7152" y="76257"/>
                  <a:pt x="7785" y="75933"/>
                </a:cubicBezTo>
                <a:close/>
                <a:moveTo>
                  <a:pt x="7800" y="76198"/>
                </a:moveTo>
                <a:cubicBezTo>
                  <a:pt x="7800" y="76257"/>
                  <a:pt x="7800" y="76301"/>
                  <a:pt x="7814" y="76360"/>
                </a:cubicBezTo>
                <a:cubicBezTo>
                  <a:pt x="7137" y="76757"/>
                  <a:pt x="6461" y="77184"/>
                  <a:pt x="5784" y="77670"/>
                </a:cubicBezTo>
                <a:cubicBezTo>
                  <a:pt x="3517" y="79244"/>
                  <a:pt x="1884" y="81496"/>
                  <a:pt x="1177" y="83836"/>
                </a:cubicBezTo>
                <a:cubicBezTo>
                  <a:pt x="1781" y="81305"/>
                  <a:pt x="3473" y="78950"/>
                  <a:pt x="5872" y="77361"/>
                </a:cubicBezTo>
                <a:cubicBezTo>
                  <a:pt x="6490" y="76934"/>
                  <a:pt x="7152" y="76551"/>
                  <a:pt x="7800" y="76198"/>
                </a:cubicBezTo>
                <a:close/>
                <a:moveTo>
                  <a:pt x="7800" y="76448"/>
                </a:moveTo>
                <a:lnTo>
                  <a:pt x="7800" y="76625"/>
                </a:lnTo>
                <a:cubicBezTo>
                  <a:pt x="7726" y="76669"/>
                  <a:pt x="7638" y="76728"/>
                  <a:pt x="7564" y="76787"/>
                </a:cubicBezTo>
                <a:cubicBezTo>
                  <a:pt x="6961" y="77184"/>
                  <a:pt x="6313" y="77596"/>
                  <a:pt x="5710" y="78052"/>
                </a:cubicBezTo>
                <a:cubicBezTo>
                  <a:pt x="3458" y="79701"/>
                  <a:pt x="1854" y="81864"/>
                  <a:pt x="1163" y="84145"/>
                </a:cubicBezTo>
                <a:cubicBezTo>
                  <a:pt x="1825" y="81673"/>
                  <a:pt x="3473" y="79362"/>
                  <a:pt x="5813" y="77729"/>
                </a:cubicBezTo>
                <a:cubicBezTo>
                  <a:pt x="6475" y="77258"/>
                  <a:pt x="7152" y="76846"/>
                  <a:pt x="7800" y="76448"/>
                </a:cubicBezTo>
                <a:close/>
                <a:moveTo>
                  <a:pt x="7829" y="76698"/>
                </a:moveTo>
                <a:lnTo>
                  <a:pt x="7829" y="76846"/>
                </a:lnTo>
                <a:cubicBezTo>
                  <a:pt x="7653" y="76963"/>
                  <a:pt x="7447" y="77110"/>
                  <a:pt x="7270" y="77243"/>
                </a:cubicBezTo>
                <a:cubicBezTo>
                  <a:pt x="6755" y="77611"/>
                  <a:pt x="6210" y="77979"/>
                  <a:pt x="5695" y="78391"/>
                </a:cubicBezTo>
                <a:cubicBezTo>
                  <a:pt x="3414" y="80113"/>
                  <a:pt x="1825" y="82335"/>
                  <a:pt x="1148" y="84616"/>
                </a:cubicBezTo>
                <a:cubicBezTo>
                  <a:pt x="1737" y="82188"/>
                  <a:pt x="3370" y="79833"/>
                  <a:pt x="5784" y="78096"/>
                </a:cubicBezTo>
                <a:cubicBezTo>
                  <a:pt x="6387" y="77655"/>
                  <a:pt x="7005" y="77228"/>
                  <a:pt x="7638" y="76816"/>
                </a:cubicBezTo>
                <a:cubicBezTo>
                  <a:pt x="7711" y="76787"/>
                  <a:pt x="7770" y="76728"/>
                  <a:pt x="7829" y="76698"/>
                </a:cubicBezTo>
                <a:close/>
                <a:moveTo>
                  <a:pt x="7800" y="76949"/>
                </a:moveTo>
                <a:lnTo>
                  <a:pt x="7800" y="77096"/>
                </a:lnTo>
                <a:cubicBezTo>
                  <a:pt x="7505" y="77331"/>
                  <a:pt x="7196" y="77552"/>
                  <a:pt x="6902" y="77802"/>
                </a:cubicBezTo>
                <a:cubicBezTo>
                  <a:pt x="6475" y="78111"/>
                  <a:pt x="6048" y="78435"/>
                  <a:pt x="5622" y="78773"/>
                </a:cubicBezTo>
                <a:cubicBezTo>
                  <a:pt x="4253" y="79862"/>
                  <a:pt x="2016" y="81996"/>
                  <a:pt x="1118" y="84910"/>
                </a:cubicBezTo>
                <a:cubicBezTo>
                  <a:pt x="1751" y="82541"/>
                  <a:pt x="3385" y="80245"/>
                  <a:pt x="5725" y="78464"/>
                </a:cubicBezTo>
                <a:cubicBezTo>
                  <a:pt x="6240" y="78067"/>
                  <a:pt x="6770" y="77684"/>
                  <a:pt x="7285" y="77317"/>
                </a:cubicBezTo>
                <a:cubicBezTo>
                  <a:pt x="7476" y="77184"/>
                  <a:pt x="7638" y="77081"/>
                  <a:pt x="7800" y="76949"/>
                </a:cubicBezTo>
                <a:close/>
                <a:moveTo>
                  <a:pt x="7785" y="77213"/>
                </a:moveTo>
                <a:cubicBezTo>
                  <a:pt x="7785" y="77243"/>
                  <a:pt x="7785" y="77302"/>
                  <a:pt x="7770" y="77331"/>
                </a:cubicBezTo>
                <a:cubicBezTo>
                  <a:pt x="7358" y="77670"/>
                  <a:pt x="6946" y="78008"/>
                  <a:pt x="6534" y="78347"/>
                </a:cubicBezTo>
                <a:cubicBezTo>
                  <a:pt x="6210" y="78597"/>
                  <a:pt x="5887" y="78862"/>
                  <a:pt x="5578" y="79141"/>
                </a:cubicBezTo>
                <a:cubicBezTo>
                  <a:pt x="3355" y="80981"/>
                  <a:pt x="1795" y="83129"/>
                  <a:pt x="1104" y="85278"/>
                </a:cubicBezTo>
                <a:lnTo>
                  <a:pt x="1104" y="85263"/>
                </a:lnTo>
                <a:cubicBezTo>
                  <a:pt x="1928" y="82188"/>
                  <a:pt x="4268" y="79965"/>
                  <a:pt x="5666" y="78832"/>
                </a:cubicBezTo>
                <a:cubicBezTo>
                  <a:pt x="6093" y="78494"/>
                  <a:pt x="6505" y="78170"/>
                  <a:pt x="6931" y="77846"/>
                </a:cubicBezTo>
                <a:cubicBezTo>
                  <a:pt x="7226" y="77626"/>
                  <a:pt x="7505" y="77405"/>
                  <a:pt x="7785" y="77213"/>
                </a:cubicBezTo>
                <a:close/>
                <a:moveTo>
                  <a:pt x="7770" y="77449"/>
                </a:moveTo>
                <a:cubicBezTo>
                  <a:pt x="7770" y="77478"/>
                  <a:pt x="7741" y="77523"/>
                  <a:pt x="7741" y="77581"/>
                </a:cubicBezTo>
                <a:cubicBezTo>
                  <a:pt x="7255" y="78038"/>
                  <a:pt x="6711" y="78494"/>
                  <a:pt x="6181" y="78950"/>
                </a:cubicBezTo>
                <a:cubicBezTo>
                  <a:pt x="5960" y="79141"/>
                  <a:pt x="5739" y="79318"/>
                  <a:pt x="5519" y="79524"/>
                </a:cubicBezTo>
                <a:cubicBezTo>
                  <a:pt x="3959" y="80869"/>
                  <a:pt x="2107" y="82854"/>
                  <a:pt x="1194" y="85316"/>
                </a:cubicBezTo>
                <a:lnTo>
                  <a:pt x="1194" y="85316"/>
                </a:lnTo>
                <a:cubicBezTo>
                  <a:pt x="1869" y="83161"/>
                  <a:pt x="3422" y="81026"/>
                  <a:pt x="5636" y="79200"/>
                </a:cubicBezTo>
                <a:cubicBezTo>
                  <a:pt x="5945" y="78935"/>
                  <a:pt x="6269" y="78656"/>
                  <a:pt x="6593" y="78406"/>
                </a:cubicBezTo>
                <a:cubicBezTo>
                  <a:pt x="6990" y="78067"/>
                  <a:pt x="7373" y="77758"/>
                  <a:pt x="7770" y="77449"/>
                </a:cubicBezTo>
                <a:close/>
                <a:moveTo>
                  <a:pt x="7726" y="77684"/>
                </a:moveTo>
                <a:cubicBezTo>
                  <a:pt x="7726" y="77714"/>
                  <a:pt x="7711" y="77758"/>
                  <a:pt x="7711" y="77802"/>
                </a:cubicBezTo>
                <a:cubicBezTo>
                  <a:pt x="7123" y="78376"/>
                  <a:pt x="6475" y="78965"/>
                  <a:pt x="5813" y="79568"/>
                </a:cubicBezTo>
                <a:lnTo>
                  <a:pt x="5460" y="79877"/>
                </a:lnTo>
                <a:cubicBezTo>
                  <a:pt x="3318" y="81799"/>
                  <a:pt x="1892" y="83751"/>
                  <a:pt x="1169" y="85702"/>
                </a:cubicBezTo>
                <a:lnTo>
                  <a:pt x="1169" y="85702"/>
                </a:lnTo>
                <a:cubicBezTo>
                  <a:pt x="1168" y="85693"/>
                  <a:pt x="1163" y="85684"/>
                  <a:pt x="1163" y="85675"/>
                </a:cubicBezTo>
                <a:cubicBezTo>
                  <a:pt x="2001" y="83071"/>
                  <a:pt x="3959" y="80951"/>
                  <a:pt x="5578" y="79568"/>
                </a:cubicBezTo>
                <a:cubicBezTo>
                  <a:pt x="5798" y="79377"/>
                  <a:pt x="6019" y="79200"/>
                  <a:pt x="6240" y="78994"/>
                </a:cubicBezTo>
                <a:cubicBezTo>
                  <a:pt x="6755" y="78553"/>
                  <a:pt x="7255" y="78126"/>
                  <a:pt x="7726" y="77684"/>
                </a:cubicBezTo>
                <a:close/>
                <a:moveTo>
                  <a:pt x="7711" y="77964"/>
                </a:moveTo>
                <a:cubicBezTo>
                  <a:pt x="7697" y="77979"/>
                  <a:pt x="7697" y="77993"/>
                  <a:pt x="7667" y="78038"/>
                </a:cubicBezTo>
                <a:cubicBezTo>
                  <a:pt x="6990" y="78788"/>
                  <a:pt x="6210" y="79509"/>
                  <a:pt x="5460" y="80216"/>
                </a:cubicBezTo>
                <a:lnTo>
                  <a:pt x="5430" y="80260"/>
                </a:lnTo>
                <a:cubicBezTo>
                  <a:pt x="3296" y="82246"/>
                  <a:pt x="1928" y="84101"/>
                  <a:pt x="1192" y="85940"/>
                </a:cubicBezTo>
                <a:lnTo>
                  <a:pt x="1192" y="85881"/>
                </a:lnTo>
                <a:cubicBezTo>
                  <a:pt x="1898" y="83895"/>
                  <a:pt x="3355" y="81893"/>
                  <a:pt x="5533" y="79951"/>
                </a:cubicBezTo>
                <a:lnTo>
                  <a:pt x="5887" y="79627"/>
                </a:lnTo>
                <a:cubicBezTo>
                  <a:pt x="6519" y="79068"/>
                  <a:pt x="7137" y="78509"/>
                  <a:pt x="7711" y="77964"/>
                </a:cubicBezTo>
                <a:close/>
                <a:moveTo>
                  <a:pt x="7638" y="78199"/>
                </a:moveTo>
                <a:lnTo>
                  <a:pt x="7638" y="78258"/>
                </a:lnTo>
                <a:cubicBezTo>
                  <a:pt x="6990" y="79024"/>
                  <a:pt x="6210" y="79804"/>
                  <a:pt x="5386" y="80613"/>
                </a:cubicBezTo>
                <a:cubicBezTo>
                  <a:pt x="3900" y="82070"/>
                  <a:pt x="2193" y="83939"/>
                  <a:pt x="1251" y="86161"/>
                </a:cubicBezTo>
                <a:cubicBezTo>
                  <a:pt x="1251" y="86146"/>
                  <a:pt x="1236" y="86117"/>
                  <a:pt x="1236" y="86087"/>
                </a:cubicBezTo>
                <a:cubicBezTo>
                  <a:pt x="1928" y="84218"/>
                  <a:pt x="3311" y="82335"/>
                  <a:pt x="5475" y="80319"/>
                </a:cubicBezTo>
                <a:lnTo>
                  <a:pt x="5519" y="80274"/>
                </a:lnTo>
                <a:cubicBezTo>
                  <a:pt x="6240" y="79598"/>
                  <a:pt x="6976" y="78921"/>
                  <a:pt x="7638" y="78199"/>
                </a:cubicBezTo>
                <a:close/>
                <a:moveTo>
                  <a:pt x="7579" y="78435"/>
                </a:moveTo>
                <a:cubicBezTo>
                  <a:pt x="7579" y="78464"/>
                  <a:pt x="7579" y="78464"/>
                  <a:pt x="7564" y="78479"/>
                </a:cubicBezTo>
                <a:cubicBezTo>
                  <a:pt x="6902" y="79347"/>
                  <a:pt x="6107" y="80171"/>
                  <a:pt x="5342" y="80981"/>
                </a:cubicBezTo>
                <a:cubicBezTo>
                  <a:pt x="3738" y="82600"/>
                  <a:pt x="2193" y="84366"/>
                  <a:pt x="1310" y="86367"/>
                </a:cubicBezTo>
                <a:cubicBezTo>
                  <a:pt x="1310" y="86352"/>
                  <a:pt x="1295" y="86308"/>
                  <a:pt x="1295" y="86293"/>
                </a:cubicBezTo>
                <a:cubicBezTo>
                  <a:pt x="2207" y="84027"/>
                  <a:pt x="3944" y="82143"/>
                  <a:pt x="5445" y="80672"/>
                </a:cubicBezTo>
                <a:cubicBezTo>
                  <a:pt x="6225" y="79907"/>
                  <a:pt x="6961" y="79171"/>
                  <a:pt x="7579" y="78435"/>
                </a:cubicBezTo>
                <a:close/>
                <a:moveTo>
                  <a:pt x="1118" y="86382"/>
                </a:moveTo>
                <a:cubicBezTo>
                  <a:pt x="1118" y="86411"/>
                  <a:pt x="1118" y="86426"/>
                  <a:pt x="1148" y="86441"/>
                </a:cubicBezTo>
                <a:lnTo>
                  <a:pt x="1148" y="86455"/>
                </a:lnTo>
                <a:cubicBezTo>
                  <a:pt x="1118" y="86441"/>
                  <a:pt x="1118" y="86426"/>
                  <a:pt x="1118" y="86411"/>
                </a:cubicBezTo>
                <a:lnTo>
                  <a:pt x="1118" y="86382"/>
                </a:lnTo>
                <a:close/>
                <a:moveTo>
                  <a:pt x="1221" y="86455"/>
                </a:moveTo>
                <a:cubicBezTo>
                  <a:pt x="1236" y="86455"/>
                  <a:pt x="1236" y="86500"/>
                  <a:pt x="1236" y="86514"/>
                </a:cubicBezTo>
                <a:lnTo>
                  <a:pt x="1236" y="86529"/>
                </a:lnTo>
                <a:cubicBezTo>
                  <a:pt x="1236" y="86500"/>
                  <a:pt x="1236" y="86485"/>
                  <a:pt x="1221" y="86455"/>
                </a:cubicBezTo>
                <a:close/>
                <a:moveTo>
                  <a:pt x="7478" y="78754"/>
                </a:moveTo>
                <a:lnTo>
                  <a:pt x="7478" y="78754"/>
                </a:lnTo>
                <a:cubicBezTo>
                  <a:pt x="6821" y="79681"/>
                  <a:pt x="6038" y="80551"/>
                  <a:pt x="5298" y="81349"/>
                </a:cubicBezTo>
                <a:cubicBezTo>
                  <a:pt x="3797" y="82953"/>
                  <a:pt x="2281" y="84660"/>
                  <a:pt x="1369" y="86603"/>
                </a:cubicBezTo>
                <a:cubicBezTo>
                  <a:pt x="1369" y="86573"/>
                  <a:pt x="1339" y="86558"/>
                  <a:pt x="1339" y="86514"/>
                </a:cubicBezTo>
                <a:cubicBezTo>
                  <a:pt x="2222" y="84454"/>
                  <a:pt x="3797" y="82688"/>
                  <a:pt x="5416" y="81040"/>
                </a:cubicBezTo>
                <a:cubicBezTo>
                  <a:pt x="6135" y="80292"/>
                  <a:pt x="6854" y="79543"/>
                  <a:pt x="7478" y="78754"/>
                </a:cubicBezTo>
                <a:close/>
                <a:moveTo>
                  <a:pt x="1177" y="86588"/>
                </a:moveTo>
                <a:cubicBezTo>
                  <a:pt x="1177" y="86603"/>
                  <a:pt x="1177" y="86632"/>
                  <a:pt x="1192" y="86647"/>
                </a:cubicBezTo>
                <a:cubicBezTo>
                  <a:pt x="1192" y="86661"/>
                  <a:pt x="1192" y="86661"/>
                  <a:pt x="1177" y="86676"/>
                </a:cubicBezTo>
                <a:cubicBezTo>
                  <a:pt x="1163" y="86661"/>
                  <a:pt x="1163" y="86647"/>
                  <a:pt x="1163" y="86632"/>
                </a:cubicBezTo>
                <a:cubicBezTo>
                  <a:pt x="1163" y="86603"/>
                  <a:pt x="1163" y="86603"/>
                  <a:pt x="1177" y="86588"/>
                </a:cubicBezTo>
                <a:close/>
                <a:moveTo>
                  <a:pt x="1280" y="86647"/>
                </a:moveTo>
                <a:cubicBezTo>
                  <a:pt x="1280" y="86661"/>
                  <a:pt x="1310" y="86706"/>
                  <a:pt x="1310" y="86720"/>
                </a:cubicBezTo>
                <a:cubicBezTo>
                  <a:pt x="1310" y="86720"/>
                  <a:pt x="1310" y="86735"/>
                  <a:pt x="1280" y="86735"/>
                </a:cubicBezTo>
                <a:cubicBezTo>
                  <a:pt x="1280" y="86720"/>
                  <a:pt x="1266" y="86676"/>
                  <a:pt x="1266" y="86661"/>
                </a:cubicBezTo>
                <a:cubicBezTo>
                  <a:pt x="1266" y="86661"/>
                  <a:pt x="1266" y="86647"/>
                  <a:pt x="1280" y="86647"/>
                </a:cubicBezTo>
                <a:close/>
                <a:moveTo>
                  <a:pt x="7299" y="79141"/>
                </a:moveTo>
                <a:lnTo>
                  <a:pt x="7299" y="79141"/>
                </a:lnTo>
                <a:cubicBezTo>
                  <a:pt x="6681" y="80054"/>
                  <a:pt x="5960" y="80922"/>
                  <a:pt x="5239" y="81717"/>
                </a:cubicBezTo>
                <a:cubicBezTo>
                  <a:pt x="3885" y="83218"/>
                  <a:pt x="2369" y="84895"/>
                  <a:pt x="1413" y="86809"/>
                </a:cubicBezTo>
                <a:cubicBezTo>
                  <a:pt x="1413" y="86779"/>
                  <a:pt x="1398" y="86750"/>
                  <a:pt x="1398" y="86720"/>
                </a:cubicBezTo>
                <a:cubicBezTo>
                  <a:pt x="2296" y="84748"/>
                  <a:pt x="3826" y="83012"/>
                  <a:pt x="5357" y="81408"/>
                </a:cubicBezTo>
                <a:cubicBezTo>
                  <a:pt x="6019" y="80701"/>
                  <a:pt x="6696" y="79951"/>
                  <a:pt x="7299" y="79141"/>
                </a:cubicBezTo>
                <a:close/>
                <a:moveTo>
                  <a:pt x="1104" y="86794"/>
                </a:moveTo>
                <a:cubicBezTo>
                  <a:pt x="1104" y="86809"/>
                  <a:pt x="1104" y="86823"/>
                  <a:pt x="1118" y="86853"/>
                </a:cubicBezTo>
                <a:cubicBezTo>
                  <a:pt x="1118" y="86853"/>
                  <a:pt x="1118" y="86867"/>
                  <a:pt x="1104" y="86867"/>
                </a:cubicBezTo>
                <a:lnTo>
                  <a:pt x="1104" y="86809"/>
                </a:lnTo>
                <a:lnTo>
                  <a:pt x="1104" y="86794"/>
                </a:lnTo>
                <a:close/>
                <a:moveTo>
                  <a:pt x="1207" y="86794"/>
                </a:moveTo>
                <a:cubicBezTo>
                  <a:pt x="1207" y="86809"/>
                  <a:pt x="1236" y="86853"/>
                  <a:pt x="1236" y="86867"/>
                </a:cubicBezTo>
                <a:cubicBezTo>
                  <a:pt x="1236" y="86882"/>
                  <a:pt x="1207" y="86897"/>
                  <a:pt x="1207" y="86897"/>
                </a:cubicBezTo>
                <a:cubicBezTo>
                  <a:pt x="1221" y="86882"/>
                  <a:pt x="1192" y="86867"/>
                  <a:pt x="1192" y="86823"/>
                </a:cubicBezTo>
                <a:cubicBezTo>
                  <a:pt x="1192" y="86809"/>
                  <a:pt x="1207" y="86794"/>
                  <a:pt x="1207" y="86794"/>
                </a:cubicBezTo>
                <a:close/>
                <a:moveTo>
                  <a:pt x="1339" y="86823"/>
                </a:moveTo>
                <a:cubicBezTo>
                  <a:pt x="1339" y="86867"/>
                  <a:pt x="1354" y="86882"/>
                  <a:pt x="1354" y="86926"/>
                </a:cubicBezTo>
                <a:cubicBezTo>
                  <a:pt x="1354" y="86941"/>
                  <a:pt x="1339" y="86941"/>
                  <a:pt x="1339" y="86956"/>
                </a:cubicBezTo>
                <a:cubicBezTo>
                  <a:pt x="1324" y="86941"/>
                  <a:pt x="1324" y="86897"/>
                  <a:pt x="1324" y="86867"/>
                </a:cubicBezTo>
                <a:cubicBezTo>
                  <a:pt x="1324" y="86838"/>
                  <a:pt x="1324" y="86838"/>
                  <a:pt x="1339" y="86823"/>
                </a:cubicBezTo>
                <a:close/>
                <a:moveTo>
                  <a:pt x="7137" y="79480"/>
                </a:moveTo>
                <a:cubicBezTo>
                  <a:pt x="6564" y="80451"/>
                  <a:pt x="5857" y="81334"/>
                  <a:pt x="5195" y="82085"/>
                </a:cubicBezTo>
                <a:lnTo>
                  <a:pt x="4930" y="82379"/>
                </a:lnTo>
                <a:cubicBezTo>
                  <a:pt x="3664" y="83851"/>
                  <a:pt x="2340" y="85352"/>
                  <a:pt x="1457" y="87044"/>
                </a:cubicBezTo>
                <a:cubicBezTo>
                  <a:pt x="1428" y="87015"/>
                  <a:pt x="1428" y="86970"/>
                  <a:pt x="1413" y="86941"/>
                </a:cubicBezTo>
                <a:cubicBezTo>
                  <a:pt x="2355" y="84984"/>
                  <a:pt x="3885" y="83291"/>
                  <a:pt x="5283" y="81761"/>
                </a:cubicBezTo>
                <a:cubicBezTo>
                  <a:pt x="5916" y="81054"/>
                  <a:pt x="6564" y="80289"/>
                  <a:pt x="7137" y="79480"/>
                </a:cubicBezTo>
                <a:close/>
                <a:moveTo>
                  <a:pt x="1148" y="86970"/>
                </a:moveTo>
                <a:cubicBezTo>
                  <a:pt x="1148" y="87000"/>
                  <a:pt x="1163" y="87015"/>
                  <a:pt x="1163" y="87044"/>
                </a:cubicBezTo>
                <a:cubicBezTo>
                  <a:pt x="1163" y="87073"/>
                  <a:pt x="1148" y="87073"/>
                  <a:pt x="1148" y="87088"/>
                </a:cubicBezTo>
                <a:cubicBezTo>
                  <a:pt x="1148" y="87044"/>
                  <a:pt x="1148" y="87029"/>
                  <a:pt x="1118" y="87015"/>
                </a:cubicBezTo>
                <a:cubicBezTo>
                  <a:pt x="1118" y="87000"/>
                  <a:pt x="1118" y="87000"/>
                  <a:pt x="1148" y="86970"/>
                </a:cubicBezTo>
                <a:close/>
                <a:moveTo>
                  <a:pt x="1266" y="87000"/>
                </a:moveTo>
                <a:cubicBezTo>
                  <a:pt x="1266" y="87029"/>
                  <a:pt x="1280" y="87044"/>
                  <a:pt x="1280" y="87088"/>
                </a:cubicBezTo>
                <a:cubicBezTo>
                  <a:pt x="1280" y="87103"/>
                  <a:pt x="1266" y="87118"/>
                  <a:pt x="1266" y="87147"/>
                </a:cubicBezTo>
                <a:cubicBezTo>
                  <a:pt x="1251" y="87103"/>
                  <a:pt x="1251" y="87073"/>
                  <a:pt x="1251" y="87044"/>
                </a:cubicBezTo>
                <a:cubicBezTo>
                  <a:pt x="1251" y="87029"/>
                  <a:pt x="1266" y="87015"/>
                  <a:pt x="1266" y="87000"/>
                </a:cubicBezTo>
                <a:close/>
                <a:moveTo>
                  <a:pt x="1383" y="87044"/>
                </a:moveTo>
                <a:cubicBezTo>
                  <a:pt x="1383" y="87088"/>
                  <a:pt x="1398" y="87118"/>
                  <a:pt x="1413" y="87147"/>
                </a:cubicBezTo>
                <a:cubicBezTo>
                  <a:pt x="1413" y="87162"/>
                  <a:pt x="1398" y="87162"/>
                  <a:pt x="1398" y="87176"/>
                </a:cubicBezTo>
                <a:cubicBezTo>
                  <a:pt x="1383" y="87162"/>
                  <a:pt x="1383" y="87118"/>
                  <a:pt x="1369" y="87088"/>
                </a:cubicBezTo>
                <a:cubicBezTo>
                  <a:pt x="1369" y="87073"/>
                  <a:pt x="1383" y="87073"/>
                  <a:pt x="1383" y="87044"/>
                </a:cubicBezTo>
                <a:close/>
                <a:moveTo>
                  <a:pt x="7005" y="79848"/>
                </a:moveTo>
                <a:lnTo>
                  <a:pt x="7005" y="79848"/>
                </a:lnTo>
                <a:cubicBezTo>
                  <a:pt x="6461" y="80819"/>
                  <a:pt x="5784" y="81673"/>
                  <a:pt x="5136" y="82453"/>
                </a:cubicBezTo>
                <a:cubicBezTo>
                  <a:pt x="4945" y="82673"/>
                  <a:pt x="4783" y="82879"/>
                  <a:pt x="4592" y="83100"/>
                </a:cubicBezTo>
                <a:cubicBezTo>
                  <a:pt x="3488" y="84425"/>
                  <a:pt x="2355" y="85764"/>
                  <a:pt x="1531" y="87265"/>
                </a:cubicBezTo>
                <a:cubicBezTo>
                  <a:pt x="1516" y="87235"/>
                  <a:pt x="1516" y="87191"/>
                  <a:pt x="1486" y="87162"/>
                </a:cubicBezTo>
                <a:cubicBezTo>
                  <a:pt x="2369" y="85425"/>
                  <a:pt x="3694" y="83924"/>
                  <a:pt x="4989" y="82423"/>
                </a:cubicBezTo>
                <a:lnTo>
                  <a:pt x="5239" y="82129"/>
                </a:lnTo>
                <a:cubicBezTo>
                  <a:pt x="5828" y="81452"/>
                  <a:pt x="6461" y="80687"/>
                  <a:pt x="7005" y="79848"/>
                </a:cubicBezTo>
                <a:close/>
                <a:moveTo>
                  <a:pt x="1192" y="87176"/>
                </a:moveTo>
                <a:cubicBezTo>
                  <a:pt x="1192" y="87191"/>
                  <a:pt x="1207" y="87235"/>
                  <a:pt x="1207" y="87250"/>
                </a:cubicBezTo>
                <a:cubicBezTo>
                  <a:pt x="1207" y="87265"/>
                  <a:pt x="1192" y="87294"/>
                  <a:pt x="1192" y="87294"/>
                </a:cubicBezTo>
                <a:cubicBezTo>
                  <a:pt x="1177" y="87265"/>
                  <a:pt x="1177" y="87250"/>
                  <a:pt x="1177" y="87221"/>
                </a:cubicBezTo>
                <a:cubicBezTo>
                  <a:pt x="1177" y="87191"/>
                  <a:pt x="1192" y="87176"/>
                  <a:pt x="1192" y="87176"/>
                </a:cubicBezTo>
                <a:close/>
                <a:moveTo>
                  <a:pt x="1310" y="87191"/>
                </a:moveTo>
                <a:cubicBezTo>
                  <a:pt x="1310" y="87235"/>
                  <a:pt x="1324" y="87250"/>
                  <a:pt x="1324" y="87294"/>
                </a:cubicBezTo>
                <a:cubicBezTo>
                  <a:pt x="1324" y="87309"/>
                  <a:pt x="1310" y="87324"/>
                  <a:pt x="1310" y="87338"/>
                </a:cubicBezTo>
                <a:cubicBezTo>
                  <a:pt x="1310" y="87324"/>
                  <a:pt x="1310" y="87294"/>
                  <a:pt x="1280" y="87250"/>
                </a:cubicBezTo>
                <a:cubicBezTo>
                  <a:pt x="1280" y="87235"/>
                  <a:pt x="1310" y="87221"/>
                  <a:pt x="1310" y="87191"/>
                </a:cubicBezTo>
                <a:close/>
                <a:moveTo>
                  <a:pt x="1457" y="87265"/>
                </a:moveTo>
                <a:cubicBezTo>
                  <a:pt x="1472" y="87309"/>
                  <a:pt x="1472" y="87338"/>
                  <a:pt x="1486" y="87383"/>
                </a:cubicBezTo>
                <a:cubicBezTo>
                  <a:pt x="1486" y="87397"/>
                  <a:pt x="1472" y="87412"/>
                  <a:pt x="1472" y="87412"/>
                </a:cubicBezTo>
                <a:cubicBezTo>
                  <a:pt x="1457" y="87383"/>
                  <a:pt x="1442" y="87338"/>
                  <a:pt x="1442" y="87309"/>
                </a:cubicBezTo>
                <a:cubicBezTo>
                  <a:pt x="1442" y="87294"/>
                  <a:pt x="1457" y="87294"/>
                  <a:pt x="1457" y="87265"/>
                </a:cubicBezTo>
                <a:close/>
                <a:moveTo>
                  <a:pt x="1118" y="87368"/>
                </a:moveTo>
                <a:lnTo>
                  <a:pt x="1118" y="87368"/>
                </a:lnTo>
                <a:cubicBezTo>
                  <a:pt x="1148" y="87383"/>
                  <a:pt x="1148" y="87397"/>
                  <a:pt x="1148" y="87412"/>
                </a:cubicBezTo>
                <a:lnTo>
                  <a:pt x="1148" y="87441"/>
                </a:lnTo>
                <a:cubicBezTo>
                  <a:pt x="1118" y="87412"/>
                  <a:pt x="1118" y="87397"/>
                  <a:pt x="1118" y="87368"/>
                </a:cubicBezTo>
                <a:close/>
                <a:moveTo>
                  <a:pt x="6755" y="80436"/>
                </a:moveTo>
                <a:lnTo>
                  <a:pt x="6755" y="80436"/>
                </a:lnTo>
                <a:cubicBezTo>
                  <a:pt x="6240" y="81349"/>
                  <a:pt x="5636" y="82158"/>
                  <a:pt x="5092" y="82835"/>
                </a:cubicBezTo>
                <a:cubicBezTo>
                  <a:pt x="4842" y="83144"/>
                  <a:pt x="4577" y="83483"/>
                  <a:pt x="4327" y="83792"/>
                </a:cubicBezTo>
                <a:cubicBezTo>
                  <a:pt x="3355" y="84969"/>
                  <a:pt x="2369" y="86190"/>
                  <a:pt x="1619" y="87515"/>
                </a:cubicBezTo>
                <a:cubicBezTo>
                  <a:pt x="1604" y="87471"/>
                  <a:pt x="1604" y="87441"/>
                  <a:pt x="1575" y="87397"/>
                </a:cubicBezTo>
                <a:cubicBezTo>
                  <a:pt x="2414" y="85867"/>
                  <a:pt x="3547" y="84513"/>
                  <a:pt x="4665" y="83159"/>
                </a:cubicBezTo>
                <a:cubicBezTo>
                  <a:pt x="4856" y="82953"/>
                  <a:pt x="5033" y="82747"/>
                  <a:pt x="5210" y="82526"/>
                </a:cubicBezTo>
                <a:cubicBezTo>
                  <a:pt x="5725" y="81893"/>
                  <a:pt x="6269" y="81202"/>
                  <a:pt x="6755" y="80436"/>
                </a:cubicBezTo>
                <a:close/>
                <a:moveTo>
                  <a:pt x="1236" y="87383"/>
                </a:moveTo>
                <a:cubicBezTo>
                  <a:pt x="1236" y="87412"/>
                  <a:pt x="1251" y="87441"/>
                  <a:pt x="1251" y="87471"/>
                </a:cubicBezTo>
                <a:cubicBezTo>
                  <a:pt x="1251" y="87486"/>
                  <a:pt x="1236" y="87515"/>
                  <a:pt x="1236" y="87530"/>
                </a:cubicBezTo>
                <a:cubicBezTo>
                  <a:pt x="1236" y="87486"/>
                  <a:pt x="1221" y="87456"/>
                  <a:pt x="1221" y="87441"/>
                </a:cubicBezTo>
                <a:cubicBezTo>
                  <a:pt x="1221" y="87412"/>
                  <a:pt x="1236" y="87397"/>
                  <a:pt x="1236" y="87383"/>
                </a:cubicBezTo>
                <a:close/>
                <a:moveTo>
                  <a:pt x="1383" y="87412"/>
                </a:moveTo>
                <a:cubicBezTo>
                  <a:pt x="1398" y="87456"/>
                  <a:pt x="1398" y="87486"/>
                  <a:pt x="1413" y="87515"/>
                </a:cubicBezTo>
                <a:cubicBezTo>
                  <a:pt x="1398" y="87530"/>
                  <a:pt x="1398" y="87544"/>
                  <a:pt x="1383" y="87559"/>
                </a:cubicBezTo>
                <a:cubicBezTo>
                  <a:pt x="1369" y="87544"/>
                  <a:pt x="1369" y="87515"/>
                  <a:pt x="1339" y="87471"/>
                </a:cubicBezTo>
                <a:cubicBezTo>
                  <a:pt x="1369" y="87456"/>
                  <a:pt x="1369" y="87441"/>
                  <a:pt x="1383" y="87412"/>
                </a:cubicBezTo>
                <a:close/>
                <a:moveTo>
                  <a:pt x="1045" y="87530"/>
                </a:moveTo>
                <a:cubicBezTo>
                  <a:pt x="1045" y="87544"/>
                  <a:pt x="1045" y="87559"/>
                  <a:pt x="1060" y="87589"/>
                </a:cubicBezTo>
                <a:lnTo>
                  <a:pt x="1060" y="87603"/>
                </a:lnTo>
                <a:cubicBezTo>
                  <a:pt x="1045" y="87589"/>
                  <a:pt x="1045" y="87559"/>
                  <a:pt x="1045" y="87544"/>
                </a:cubicBezTo>
                <a:lnTo>
                  <a:pt x="1045" y="87530"/>
                </a:lnTo>
                <a:close/>
                <a:moveTo>
                  <a:pt x="1163" y="87559"/>
                </a:moveTo>
                <a:cubicBezTo>
                  <a:pt x="1163" y="87589"/>
                  <a:pt x="1177" y="87618"/>
                  <a:pt x="1177" y="87633"/>
                </a:cubicBezTo>
                <a:cubicBezTo>
                  <a:pt x="1177" y="87633"/>
                  <a:pt x="1177" y="87662"/>
                  <a:pt x="1163" y="87662"/>
                </a:cubicBezTo>
                <a:lnTo>
                  <a:pt x="1163" y="87589"/>
                </a:lnTo>
                <a:lnTo>
                  <a:pt x="1163" y="87559"/>
                </a:lnTo>
                <a:close/>
                <a:moveTo>
                  <a:pt x="1516" y="87486"/>
                </a:moveTo>
                <a:cubicBezTo>
                  <a:pt x="1531" y="87530"/>
                  <a:pt x="1531" y="87559"/>
                  <a:pt x="1545" y="87603"/>
                </a:cubicBezTo>
                <a:cubicBezTo>
                  <a:pt x="1545" y="87618"/>
                  <a:pt x="1531" y="87633"/>
                  <a:pt x="1531" y="87662"/>
                </a:cubicBezTo>
                <a:cubicBezTo>
                  <a:pt x="1516" y="87603"/>
                  <a:pt x="1516" y="87559"/>
                  <a:pt x="1486" y="87530"/>
                </a:cubicBezTo>
                <a:cubicBezTo>
                  <a:pt x="1486" y="87515"/>
                  <a:pt x="1516" y="87486"/>
                  <a:pt x="1516" y="87486"/>
                </a:cubicBezTo>
                <a:close/>
                <a:moveTo>
                  <a:pt x="1280" y="87589"/>
                </a:moveTo>
                <a:cubicBezTo>
                  <a:pt x="1280" y="87618"/>
                  <a:pt x="1310" y="87633"/>
                  <a:pt x="1310" y="87677"/>
                </a:cubicBezTo>
                <a:cubicBezTo>
                  <a:pt x="1280" y="87692"/>
                  <a:pt x="1280" y="87706"/>
                  <a:pt x="1266" y="87736"/>
                </a:cubicBezTo>
                <a:cubicBezTo>
                  <a:pt x="1280" y="87706"/>
                  <a:pt x="1266" y="87677"/>
                  <a:pt x="1266" y="87633"/>
                </a:cubicBezTo>
                <a:cubicBezTo>
                  <a:pt x="1266" y="87618"/>
                  <a:pt x="1280" y="87603"/>
                  <a:pt x="1280" y="87589"/>
                </a:cubicBezTo>
                <a:close/>
                <a:moveTo>
                  <a:pt x="6534" y="80996"/>
                </a:moveTo>
                <a:cubicBezTo>
                  <a:pt x="6107" y="81702"/>
                  <a:pt x="5636" y="82438"/>
                  <a:pt x="5048" y="83203"/>
                </a:cubicBezTo>
                <a:cubicBezTo>
                  <a:pt x="4724" y="83630"/>
                  <a:pt x="4386" y="84057"/>
                  <a:pt x="4062" y="84454"/>
                </a:cubicBezTo>
                <a:cubicBezTo>
                  <a:pt x="3223" y="85499"/>
                  <a:pt x="2369" y="86573"/>
                  <a:pt x="1692" y="87736"/>
                </a:cubicBezTo>
                <a:cubicBezTo>
                  <a:pt x="1678" y="87692"/>
                  <a:pt x="1648" y="87662"/>
                  <a:pt x="1648" y="87603"/>
                </a:cubicBezTo>
                <a:cubicBezTo>
                  <a:pt x="2414" y="86264"/>
                  <a:pt x="3414" y="85043"/>
                  <a:pt x="4400" y="83851"/>
                </a:cubicBezTo>
                <a:cubicBezTo>
                  <a:pt x="4650" y="83542"/>
                  <a:pt x="4915" y="83203"/>
                  <a:pt x="5165" y="82894"/>
                </a:cubicBezTo>
                <a:cubicBezTo>
                  <a:pt x="5607" y="82335"/>
                  <a:pt x="6093" y="81702"/>
                  <a:pt x="6534" y="80996"/>
                </a:cubicBezTo>
                <a:close/>
                <a:moveTo>
                  <a:pt x="1442" y="87618"/>
                </a:moveTo>
                <a:cubicBezTo>
                  <a:pt x="1457" y="87662"/>
                  <a:pt x="1457" y="87692"/>
                  <a:pt x="1472" y="87736"/>
                </a:cubicBezTo>
                <a:cubicBezTo>
                  <a:pt x="1457" y="87750"/>
                  <a:pt x="1457" y="87765"/>
                  <a:pt x="1442" y="87809"/>
                </a:cubicBezTo>
                <a:cubicBezTo>
                  <a:pt x="1413" y="87765"/>
                  <a:pt x="1413" y="87736"/>
                  <a:pt x="1398" y="87692"/>
                </a:cubicBezTo>
                <a:cubicBezTo>
                  <a:pt x="1413" y="87677"/>
                  <a:pt x="1413" y="87662"/>
                  <a:pt x="1442" y="87618"/>
                </a:cubicBezTo>
                <a:close/>
                <a:moveTo>
                  <a:pt x="1104" y="87706"/>
                </a:moveTo>
                <a:cubicBezTo>
                  <a:pt x="1104" y="87736"/>
                  <a:pt x="1104" y="87750"/>
                  <a:pt x="1118" y="87780"/>
                </a:cubicBezTo>
                <a:cubicBezTo>
                  <a:pt x="1118" y="87809"/>
                  <a:pt x="1118" y="87809"/>
                  <a:pt x="1104" y="87824"/>
                </a:cubicBezTo>
                <a:cubicBezTo>
                  <a:pt x="1104" y="87809"/>
                  <a:pt x="1089" y="87765"/>
                  <a:pt x="1089" y="87750"/>
                </a:cubicBezTo>
                <a:cubicBezTo>
                  <a:pt x="1089" y="87736"/>
                  <a:pt x="1089" y="87736"/>
                  <a:pt x="1104" y="87706"/>
                </a:cubicBezTo>
                <a:close/>
                <a:moveTo>
                  <a:pt x="1575" y="87692"/>
                </a:moveTo>
                <a:cubicBezTo>
                  <a:pt x="1604" y="87736"/>
                  <a:pt x="1604" y="87765"/>
                  <a:pt x="1619" y="87809"/>
                </a:cubicBezTo>
                <a:cubicBezTo>
                  <a:pt x="1619" y="87824"/>
                  <a:pt x="1604" y="87839"/>
                  <a:pt x="1604" y="87853"/>
                </a:cubicBezTo>
                <a:cubicBezTo>
                  <a:pt x="1589" y="87824"/>
                  <a:pt x="1589" y="87780"/>
                  <a:pt x="1560" y="87750"/>
                </a:cubicBezTo>
                <a:cubicBezTo>
                  <a:pt x="1560" y="87736"/>
                  <a:pt x="1575" y="87706"/>
                  <a:pt x="1575" y="87692"/>
                </a:cubicBezTo>
                <a:close/>
                <a:moveTo>
                  <a:pt x="1207" y="87750"/>
                </a:moveTo>
                <a:cubicBezTo>
                  <a:pt x="1207" y="87780"/>
                  <a:pt x="1236" y="87809"/>
                  <a:pt x="1236" y="87839"/>
                </a:cubicBezTo>
                <a:cubicBezTo>
                  <a:pt x="1236" y="87848"/>
                  <a:pt x="1223" y="87852"/>
                  <a:pt x="1215" y="87861"/>
                </a:cubicBezTo>
                <a:lnTo>
                  <a:pt x="1215" y="87861"/>
                </a:lnTo>
                <a:cubicBezTo>
                  <a:pt x="1220" y="87838"/>
                  <a:pt x="1214" y="87813"/>
                  <a:pt x="1192" y="87780"/>
                </a:cubicBezTo>
                <a:cubicBezTo>
                  <a:pt x="1192" y="87765"/>
                  <a:pt x="1192" y="87765"/>
                  <a:pt x="1207" y="87750"/>
                </a:cubicBezTo>
                <a:close/>
                <a:moveTo>
                  <a:pt x="1369" y="87809"/>
                </a:moveTo>
                <a:cubicBezTo>
                  <a:pt x="1383" y="87839"/>
                  <a:pt x="1383" y="87883"/>
                  <a:pt x="1398" y="87912"/>
                </a:cubicBezTo>
                <a:cubicBezTo>
                  <a:pt x="1383" y="87927"/>
                  <a:pt x="1383" y="87956"/>
                  <a:pt x="1369" y="87971"/>
                </a:cubicBezTo>
                <a:cubicBezTo>
                  <a:pt x="1339" y="87927"/>
                  <a:pt x="1324" y="87898"/>
                  <a:pt x="1324" y="87853"/>
                </a:cubicBezTo>
                <a:cubicBezTo>
                  <a:pt x="1339" y="87839"/>
                  <a:pt x="1339" y="87824"/>
                  <a:pt x="1369" y="87809"/>
                </a:cubicBezTo>
                <a:close/>
                <a:moveTo>
                  <a:pt x="1148" y="87912"/>
                </a:moveTo>
                <a:cubicBezTo>
                  <a:pt x="1148" y="87927"/>
                  <a:pt x="1163" y="87971"/>
                  <a:pt x="1163" y="87986"/>
                </a:cubicBezTo>
                <a:cubicBezTo>
                  <a:pt x="1163" y="88001"/>
                  <a:pt x="1148" y="88001"/>
                  <a:pt x="1148" y="88030"/>
                </a:cubicBezTo>
                <a:cubicBezTo>
                  <a:pt x="1148" y="88001"/>
                  <a:pt x="1148" y="87986"/>
                  <a:pt x="1118" y="87956"/>
                </a:cubicBezTo>
                <a:cubicBezTo>
                  <a:pt x="1118" y="87927"/>
                  <a:pt x="1148" y="87927"/>
                  <a:pt x="1148" y="87912"/>
                </a:cubicBezTo>
                <a:close/>
                <a:moveTo>
                  <a:pt x="1516" y="87839"/>
                </a:moveTo>
                <a:cubicBezTo>
                  <a:pt x="1531" y="87883"/>
                  <a:pt x="1531" y="87912"/>
                  <a:pt x="1545" y="87956"/>
                </a:cubicBezTo>
                <a:cubicBezTo>
                  <a:pt x="1531" y="87971"/>
                  <a:pt x="1516" y="88001"/>
                  <a:pt x="1516" y="88030"/>
                </a:cubicBezTo>
                <a:cubicBezTo>
                  <a:pt x="1486" y="87986"/>
                  <a:pt x="1486" y="87956"/>
                  <a:pt x="1472" y="87912"/>
                </a:cubicBezTo>
                <a:cubicBezTo>
                  <a:pt x="1486" y="87898"/>
                  <a:pt x="1486" y="87853"/>
                  <a:pt x="1516" y="87839"/>
                </a:cubicBezTo>
                <a:close/>
                <a:moveTo>
                  <a:pt x="1266" y="87971"/>
                </a:moveTo>
                <a:cubicBezTo>
                  <a:pt x="1266" y="88001"/>
                  <a:pt x="1280" y="88030"/>
                  <a:pt x="1280" y="88059"/>
                </a:cubicBezTo>
                <a:cubicBezTo>
                  <a:pt x="1280" y="88074"/>
                  <a:pt x="1266" y="88074"/>
                  <a:pt x="1266" y="88104"/>
                </a:cubicBezTo>
                <a:cubicBezTo>
                  <a:pt x="1266" y="88059"/>
                  <a:pt x="1266" y="88045"/>
                  <a:pt x="1251" y="88001"/>
                </a:cubicBezTo>
                <a:cubicBezTo>
                  <a:pt x="1251" y="87986"/>
                  <a:pt x="1266" y="87986"/>
                  <a:pt x="1266" y="87971"/>
                </a:cubicBezTo>
                <a:close/>
                <a:moveTo>
                  <a:pt x="1089" y="88104"/>
                </a:moveTo>
                <a:cubicBezTo>
                  <a:pt x="1089" y="88118"/>
                  <a:pt x="1104" y="88148"/>
                  <a:pt x="1104" y="88162"/>
                </a:cubicBezTo>
                <a:cubicBezTo>
                  <a:pt x="1104" y="88162"/>
                  <a:pt x="1104" y="88192"/>
                  <a:pt x="1089" y="88192"/>
                </a:cubicBezTo>
                <a:cubicBezTo>
                  <a:pt x="1089" y="88177"/>
                  <a:pt x="1074" y="88133"/>
                  <a:pt x="1074" y="88118"/>
                </a:cubicBezTo>
                <a:cubicBezTo>
                  <a:pt x="1074" y="88118"/>
                  <a:pt x="1074" y="88104"/>
                  <a:pt x="1089" y="88104"/>
                </a:cubicBezTo>
                <a:close/>
                <a:moveTo>
                  <a:pt x="1413" y="88001"/>
                </a:moveTo>
                <a:cubicBezTo>
                  <a:pt x="1428" y="88045"/>
                  <a:pt x="1428" y="88074"/>
                  <a:pt x="1457" y="88118"/>
                </a:cubicBezTo>
                <a:cubicBezTo>
                  <a:pt x="1442" y="88133"/>
                  <a:pt x="1413" y="88148"/>
                  <a:pt x="1413" y="88192"/>
                </a:cubicBezTo>
                <a:cubicBezTo>
                  <a:pt x="1398" y="88148"/>
                  <a:pt x="1398" y="88118"/>
                  <a:pt x="1383" y="88074"/>
                </a:cubicBezTo>
                <a:cubicBezTo>
                  <a:pt x="1398" y="88059"/>
                  <a:pt x="1398" y="88045"/>
                  <a:pt x="1413" y="88001"/>
                </a:cubicBezTo>
                <a:close/>
                <a:moveTo>
                  <a:pt x="1192" y="88133"/>
                </a:moveTo>
                <a:cubicBezTo>
                  <a:pt x="1192" y="88177"/>
                  <a:pt x="1207" y="88192"/>
                  <a:pt x="1207" y="88221"/>
                </a:cubicBezTo>
                <a:cubicBezTo>
                  <a:pt x="1207" y="88251"/>
                  <a:pt x="1192" y="88265"/>
                  <a:pt x="1192" y="88265"/>
                </a:cubicBezTo>
                <a:cubicBezTo>
                  <a:pt x="1192" y="88221"/>
                  <a:pt x="1177" y="88207"/>
                  <a:pt x="1177" y="88177"/>
                </a:cubicBezTo>
                <a:cubicBezTo>
                  <a:pt x="1177" y="88148"/>
                  <a:pt x="1192" y="88133"/>
                  <a:pt x="1192" y="88133"/>
                </a:cubicBezTo>
                <a:close/>
                <a:moveTo>
                  <a:pt x="1324" y="88177"/>
                </a:moveTo>
                <a:cubicBezTo>
                  <a:pt x="1339" y="88207"/>
                  <a:pt x="1339" y="88251"/>
                  <a:pt x="1369" y="88280"/>
                </a:cubicBezTo>
                <a:cubicBezTo>
                  <a:pt x="1339" y="88295"/>
                  <a:pt x="1339" y="88324"/>
                  <a:pt x="1339" y="88324"/>
                </a:cubicBezTo>
                <a:cubicBezTo>
                  <a:pt x="1324" y="88280"/>
                  <a:pt x="1324" y="88251"/>
                  <a:pt x="1310" y="88207"/>
                </a:cubicBezTo>
                <a:cubicBezTo>
                  <a:pt x="1310" y="88192"/>
                  <a:pt x="1324" y="88192"/>
                  <a:pt x="1324" y="88177"/>
                </a:cubicBezTo>
                <a:close/>
                <a:moveTo>
                  <a:pt x="1001" y="88251"/>
                </a:moveTo>
                <a:cubicBezTo>
                  <a:pt x="1015" y="88280"/>
                  <a:pt x="1030" y="88295"/>
                  <a:pt x="1030" y="88324"/>
                </a:cubicBezTo>
                <a:cubicBezTo>
                  <a:pt x="1030" y="88324"/>
                  <a:pt x="1030" y="88339"/>
                  <a:pt x="1015" y="88339"/>
                </a:cubicBezTo>
                <a:cubicBezTo>
                  <a:pt x="1015" y="88324"/>
                  <a:pt x="1015" y="88295"/>
                  <a:pt x="1001" y="88265"/>
                </a:cubicBezTo>
                <a:lnTo>
                  <a:pt x="1001" y="88251"/>
                </a:lnTo>
                <a:close/>
                <a:moveTo>
                  <a:pt x="1118" y="88280"/>
                </a:moveTo>
                <a:cubicBezTo>
                  <a:pt x="1118" y="88295"/>
                  <a:pt x="1133" y="88339"/>
                  <a:pt x="1133" y="88354"/>
                </a:cubicBezTo>
                <a:cubicBezTo>
                  <a:pt x="1133" y="88368"/>
                  <a:pt x="1118" y="88368"/>
                  <a:pt x="1118" y="88398"/>
                </a:cubicBezTo>
                <a:cubicBezTo>
                  <a:pt x="1118" y="88368"/>
                  <a:pt x="1118" y="88354"/>
                  <a:pt x="1104" y="88324"/>
                </a:cubicBezTo>
                <a:cubicBezTo>
                  <a:pt x="1104" y="88295"/>
                  <a:pt x="1104" y="88295"/>
                  <a:pt x="1118" y="88280"/>
                </a:cubicBezTo>
                <a:close/>
                <a:moveTo>
                  <a:pt x="1251" y="88339"/>
                </a:moveTo>
                <a:cubicBezTo>
                  <a:pt x="1251" y="88368"/>
                  <a:pt x="1266" y="88413"/>
                  <a:pt x="1295" y="88427"/>
                </a:cubicBezTo>
                <a:cubicBezTo>
                  <a:pt x="1266" y="88442"/>
                  <a:pt x="1266" y="88472"/>
                  <a:pt x="1251" y="88486"/>
                </a:cubicBezTo>
                <a:cubicBezTo>
                  <a:pt x="1251" y="88442"/>
                  <a:pt x="1236" y="88413"/>
                  <a:pt x="1236" y="88398"/>
                </a:cubicBezTo>
                <a:cubicBezTo>
                  <a:pt x="1236" y="88368"/>
                  <a:pt x="1251" y="88354"/>
                  <a:pt x="1251" y="88339"/>
                </a:cubicBezTo>
                <a:close/>
                <a:moveTo>
                  <a:pt x="1060" y="88442"/>
                </a:moveTo>
                <a:cubicBezTo>
                  <a:pt x="1060" y="88472"/>
                  <a:pt x="1089" y="88501"/>
                  <a:pt x="1089" y="88516"/>
                </a:cubicBezTo>
                <a:cubicBezTo>
                  <a:pt x="1089" y="88545"/>
                  <a:pt x="1060" y="88545"/>
                  <a:pt x="1060" y="88560"/>
                </a:cubicBezTo>
                <a:cubicBezTo>
                  <a:pt x="1045" y="88545"/>
                  <a:pt x="1045" y="88516"/>
                  <a:pt x="1045" y="88486"/>
                </a:cubicBezTo>
                <a:cubicBezTo>
                  <a:pt x="1045" y="88472"/>
                  <a:pt x="1045" y="88472"/>
                  <a:pt x="1060" y="88442"/>
                </a:cubicBezTo>
                <a:close/>
                <a:moveTo>
                  <a:pt x="1177" y="88501"/>
                </a:moveTo>
                <a:cubicBezTo>
                  <a:pt x="1177" y="88545"/>
                  <a:pt x="1192" y="88560"/>
                  <a:pt x="1192" y="88589"/>
                </a:cubicBezTo>
                <a:cubicBezTo>
                  <a:pt x="1192" y="88619"/>
                  <a:pt x="1192" y="88619"/>
                  <a:pt x="1177" y="88633"/>
                </a:cubicBezTo>
                <a:cubicBezTo>
                  <a:pt x="1177" y="88589"/>
                  <a:pt x="1163" y="88575"/>
                  <a:pt x="1163" y="88545"/>
                </a:cubicBezTo>
                <a:cubicBezTo>
                  <a:pt x="1163" y="88516"/>
                  <a:pt x="1177" y="88516"/>
                  <a:pt x="1177" y="88501"/>
                </a:cubicBezTo>
                <a:close/>
                <a:moveTo>
                  <a:pt x="957" y="88633"/>
                </a:moveTo>
                <a:cubicBezTo>
                  <a:pt x="1001" y="88663"/>
                  <a:pt x="1001" y="88678"/>
                  <a:pt x="1001" y="88707"/>
                </a:cubicBezTo>
                <a:cubicBezTo>
                  <a:pt x="1001" y="88707"/>
                  <a:pt x="1001" y="88722"/>
                  <a:pt x="971" y="88722"/>
                </a:cubicBezTo>
                <a:cubicBezTo>
                  <a:pt x="971" y="88707"/>
                  <a:pt x="971" y="88678"/>
                  <a:pt x="957" y="88648"/>
                </a:cubicBezTo>
                <a:lnTo>
                  <a:pt x="957" y="88633"/>
                </a:lnTo>
                <a:close/>
                <a:moveTo>
                  <a:pt x="1104" y="88663"/>
                </a:moveTo>
                <a:cubicBezTo>
                  <a:pt x="1104" y="88707"/>
                  <a:pt x="1118" y="88722"/>
                  <a:pt x="1118" y="88751"/>
                </a:cubicBezTo>
                <a:cubicBezTo>
                  <a:pt x="1118" y="88766"/>
                  <a:pt x="1104" y="88781"/>
                  <a:pt x="1104" y="88795"/>
                </a:cubicBezTo>
                <a:cubicBezTo>
                  <a:pt x="1104" y="88751"/>
                  <a:pt x="1089" y="88736"/>
                  <a:pt x="1089" y="88707"/>
                </a:cubicBezTo>
                <a:cubicBezTo>
                  <a:pt x="1089" y="88678"/>
                  <a:pt x="1104" y="88663"/>
                  <a:pt x="1104" y="88663"/>
                </a:cubicBezTo>
                <a:close/>
                <a:moveTo>
                  <a:pt x="1030" y="88854"/>
                </a:moveTo>
                <a:cubicBezTo>
                  <a:pt x="1030" y="88869"/>
                  <a:pt x="1030" y="88884"/>
                  <a:pt x="1045" y="88928"/>
                </a:cubicBezTo>
                <a:cubicBezTo>
                  <a:pt x="1045" y="88942"/>
                  <a:pt x="1030" y="88942"/>
                  <a:pt x="1030" y="88957"/>
                </a:cubicBezTo>
                <a:cubicBezTo>
                  <a:pt x="1030" y="88942"/>
                  <a:pt x="1015" y="88913"/>
                  <a:pt x="1015" y="88884"/>
                </a:cubicBezTo>
                <a:cubicBezTo>
                  <a:pt x="1015" y="88869"/>
                  <a:pt x="1015" y="88869"/>
                  <a:pt x="1030" y="88854"/>
                </a:cubicBezTo>
                <a:close/>
                <a:moveTo>
                  <a:pt x="957" y="89001"/>
                </a:moveTo>
                <a:cubicBezTo>
                  <a:pt x="957" y="89031"/>
                  <a:pt x="971" y="89045"/>
                  <a:pt x="971" y="89075"/>
                </a:cubicBezTo>
                <a:cubicBezTo>
                  <a:pt x="957" y="89075"/>
                  <a:pt x="957" y="89031"/>
                  <a:pt x="957" y="89016"/>
                </a:cubicBezTo>
                <a:lnTo>
                  <a:pt x="957" y="89001"/>
                </a:lnTo>
                <a:close/>
                <a:moveTo>
                  <a:pt x="883" y="89178"/>
                </a:moveTo>
                <a:cubicBezTo>
                  <a:pt x="898" y="89207"/>
                  <a:pt x="898" y="89222"/>
                  <a:pt x="898" y="89237"/>
                </a:cubicBezTo>
                <a:cubicBezTo>
                  <a:pt x="898" y="89237"/>
                  <a:pt x="898" y="89251"/>
                  <a:pt x="883" y="89251"/>
                </a:cubicBezTo>
                <a:lnTo>
                  <a:pt x="883" y="89207"/>
                </a:lnTo>
                <a:lnTo>
                  <a:pt x="883" y="89178"/>
                </a:lnTo>
                <a:close/>
                <a:moveTo>
                  <a:pt x="9151" y="1"/>
                </a:moveTo>
                <a:cubicBezTo>
                  <a:pt x="8699" y="1"/>
                  <a:pt x="8245" y="78"/>
                  <a:pt x="7800" y="247"/>
                </a:cubicBezTo>
                <a:lnTo>
                  <a:pt x="7844" y="320"/>
                </a:lnTo>
                <a:cubicBezTo>
                  <a:pt x="8284" y="155"/>
                  <a:pt x="8730" y="79"/>
                  <a:pt x="9173" y="79"/>
                </a:cubicBezTo>
                <a:cubicBezTo>
                  <a:pt x="10580" y="79"/>
                  <a:pt x="11953" y="849"/>
                  <a:pt x="12995" y="1969"/>
                </a:cubicBezTo>
                <a:cubicBezTo>
                  <a:pt x="12597" y="1601"/>
                  <a:pt x="12185" y="1248"/>
                  <a:pt x="11714" y="997"/>
                </a:cubicBezTo>
                <a:cubicBezTo>
                  <a:pt x="10828" y="465"/>
                  <a:pt x="9902" y="191"/>
                  <a:pt x="9007" y="191"/>
                </a:cubicBezTo>
                <a:cubicBezTo>
                  <a:pt x="8565" y="191"/>
                  <a:pt x="8130" y="258"/>
                  <a:pt x="7711" y="394"/>
                </a:cubicBezTo>
                <a:lnTo>
                  <a:pt x="7726" y="468"/>
                </a:lnTo>
                <a:cubicBezTo>
                  <a:pt x="8149" y="330"/>
                  <a:pt x="8578" y="266"/>
                  <a:pt x="9006" y="266"/>
                </a:cubicBezTo>
                <a:cubicBezTo>
                  <a:pt x="10494" y="266"/>
                  <a:pt x="11959" y="1043"/>
                  <a:pt x="13068" y="2175"/>
                </a:cubicBezTo>
                <a:cubicBezTo>
                  <a:pt x="11931" y="1095"/>
                  <a:pt x="10445" y="356"/>
                  <a:pt x="8903" y="356"/>
                </a:cubicBezTo>
                <a:cubicBezTo>
                  <a:pt x="8469" y="356"/>
                  <a:pt x="8030" y="415"/>
                  <a:pt x="7594" y="541"/>
                </a:cubicBezTo>
                <a:lnTo>
                  <a:pt x="7623" y="615"/>
                </a:lnTo>
                <a:cubicBezTo>
                  <a:pt x="8046" y="495"/>
                  <a:pt x="8471" y="439"/>
                  <a:pt x="8892" y="439"/>
                </a:cubicBezTo>
                <a:cubicBezTo>
                  <a:pt x="10538" y="439"/>
                  <a:pt x="12123" y="1291"/>
                  <a:pt x="13260" y="2498"/>
                </a:cubicBezTo>
                <a:cubicBezTo>
                  <a:pt x="12818" y="2086"/>
                  <a:pt x="12332" y="1719"/>
                  <a:pt x="11817" y="1424"/>
                </a:cubicBezTo>
                <a:cubicBezTo>
                  <a:pt x="10796" y="845"/>
                  <a:pt x="9729" y="545"/>
                  <a:pt x="8698" y="545"/>
                </a:cubicBezTo>
                <a:cubicBezTo>
                  <a:pt x="8288" y="545"/>
                  <a:pt x="7884" y="592"/>
                  <a:pt x="7491" y="688"/>
                </a:cubicBezTo>
                <a:lnTo>
                  <a:pt x="7505" y="762"/>
                </a:lnTo>
                <a:cubicBezTo>
                  <a:pt x="7888" y="668"/>
                  <a:pt x="8283" y="623"/>
                  <a:pt x="8681" y="623"/>
                </a:cubicBezTo>
                <a:cubicBezTo>
                  <a:pt x="10351" y="623"/>
                  <a:pt x="12097" y="1412"/>
                  <a:pt x="13392" y="2719"/>
                </a:cubicBezTo>
                <a:cubicBezTo>
                  <a:pt x="12043" y="1478"/>
                  <a:pt x="10270" y="721"/>
                  <a:pt x="8541" y="721"/>
                </a:cubicBezTo>
                <a:cubicBezTo>
                  <a:pt x="8157" y="721"/>
                  <a:pt x="7776" y="758"/>
                  <a:pt x="7402" y="836"/>
                </a:cubicBezTo>
                <a:lnTo>
                  <a:pt x="7417" y="909"/>
                </a:lnTo>
                <a:cubicBezTo>
                  <a:pt x="7782" y="835"/>
                  <a:pt x="8155" y="799"/>
                  <a:pt x="8531" y="799"/>
                </a:cubicBezTo>
                <a:cubicBezTo>
                  <a:pt x="10386" y="799"/>
                  <a:pt x="12316" y="1673"/>
                  <a:pt x="13686" y="3117"/>
                </a:cubicBezTo>
                <a:cubicBezTo>
                  <a:pt x="13157" y="2616"/>
                  <a:pt x="12568" y="2175"/>
                  <a:pt x="11906" y="1822"/>
                </a:cubicBezTo>
                <a:cubicBezTo>
                  <a:pt x="10775" y="1206"/>
                  <a:pt x="9550" y="888"/>
                  <a:pt x="8374" y="888"/>
                </a:cubicBezTo>
                <a:cubicBezTo>
                  <a:pt x="8005" y="888"/>
                  <a:pt x="7640" y="919"/>
                  <a:pt x="7285" y="983"/>
                </a:cubicBezTo>
                <a:lnTo>
                  <a:pt x="7299" y="1056"/>
                </a:lnTo>
                <a:cubicBezTo>
                  <a:pt x="7645" y="995"/>
                  <a:pt x="7996" y="966"/>
                  <a:pt x="8349" y="966"/>
                </a:cubicBezTo>
                <a:cubicBezTo>
                  <a:pt x="10296" y="966"/>
                  <a:pt x="12300" y="1861"/>
                  <a:pt x="13745" y="3293"/>
                </a:cubicBezTo>
                <a:cubicBezTo>
                  <a:pt x="12225" y="1900"/>
                  <a:pt x="10172" y="1063"/>
                  <a:pt x="8146" y="1063"/>
                </a:cubicBezTo>
                <a:cubicBezTo>
                  <a:pt x="7818" y="1063"/>
                  <a:pt x="7491" y="1085"/>
                  <a:pt x="7167" y="1130"/>
                </a:cubicBezTo>
                <a:lnTo>
                  <a:pt x="7196" y="1203"/>
                </a:lnTo>
                <a:cubicBezTo>
                  <a:pt x="7513" y="1158"/>
                  <a:pt x="7833" y="1137"/>
                  <a:pt x="8155" y="1137"/>
                </a:cubicBezTo>
                <a:cubicBezTo>
                  <a:pt x="10254" y="1137"/>
                  <a:pt x="12405" y="2069"/>
                  <a:pt x="13937" y="3587"/>
                </a:cubicBezTo>
                <a:cubicBezTo>
                  <a:pt x="12339" y="2133"/>
                  <a:pt x="10145" y="1228"/>
                  <a:pt x="7952" y="1228"/>
                </a:cubicBezTo>
                <a:cubicBezTo>
                  <a:pt x="7660" y="1228"/>
                  <a:pt x="7369" y="1244"/>
                  <a:pt x="7079" y="1277"/>
                </a:cubicBezTo>
                <a:lnTo>
                  <a:pt x="7079" y="1351"/>
                </a:lnTo>
                <a:cubicBezTo>
                  <a:pt x="7363" y="1320"/>
                  <a:pt x="7648" y="1305"/>
                  <a:pt x="7934" y="1305"/>
                </a:cubicBezTo>
                <a:cubicBezTo>
                  <a:pt x="10237" y="1305"/>
                  <a:pt x="12545" y="2286"/>
                  <a:pt x="14143" y="3897"/>
                </a:cubicBezTo>
                <a:cubicBezTo>
                  <a:pt x="13539" y="3337"/>
                  <a:pt x="12818" y="2852"/>
                  <a:pt x="12038" y="2454"/>
                </a:cubicBezTo>
                <a:cubicBezTo>
                  <a:pt x="10678" y="1762"/>
                  <a:pt x="9157" y="1392"/>
                  <a:pt x="7695" y="1392"/>
                </a:cubicBezTo>
                <a:cubicBezTo>
                  <a:pt x="7448" y="1392"/>
                  <a:pt x="7203" y="1403"/>
                  <a:pt x="6961" y="1424"/>
                </a:cubicBezTo>
                <a:lnTo>
                  <a:pt x="6961" y="1498"/>
                </a:lnTo>
                <a:cubicBezTo>
                  <a:pt x="7195" y="1478"/>
                  <a:pt x="7429" y="1469"/>
                  <a:pt x="7664" y="1469"/>
                </a:cubicBezTo>
                <a:cubicBezTo>
                  <a:pt x="10108" y="1469"/>
                  <a:pt x="12583" y="2497"/>
                  <a:pt x="14275" y="4161"/>
                </a:cubicBezTo>
                <a:cubicBezTo>
                  <a:pt x="12492" y="2542"/>
                  <a:pt x="9992" y="1552"/>
                  <a:pt x="7460" y="1552"/>
                </a:cubicBezTo>
                <a:cubicBezTo>
                  <a:pt x="7255" y="1552"/>
                  <a:pt x="7049" y="1558"/>
                  <a:pt x="6843" y="1571"/>
                </a:cubicBezTo>
                <a:lnTo>
                  <a:pt x="6843" y="1645"/>
                </a:lnTo>
                <a:cubicBezTo>
                  <a:pt x="7017" y="1636"/>
                  <a:pt x="7190" y="1631"/>
                  <a:pt x="7363" y="1631"/>
                </a:cubicBezTo>
                <a:cubicBezTo>
                  <a:pt x="9997" y="1631"/>
                  <a:pt x="12584" y="2670"/>
                  <a:pt x="14393" y="4382"/>
                </a:cubicBezTo>
                <a:cubicBezTo>
                  <a:pt x="12488" y="2690"/>
                  <a:pt x="9800" y="1685"/>
                  <a:pt x="7032" y="1685"/>
                </a:cubicBezTo>
                <a:cubicBezTo>
                  <a:pt x="6935" y="1685"/>
                  <a:pt x="6838" y="1687"/>
                  <a:pt x="6740" y="1689"/>
                </a:cubicBezTo>
                <a:lnTo>
                  <a:pt x="6740" y="1763"/>
                </a:lnTo>
                <a:cubicBezTo>
                  <a:pt x="6853" y="1759"/>
                  <a:pt x="6966" y="1758"/>
                  <a:pt x="7078" y="1758"/>
                </a:cubicBezTo>
                <a:cubicBezTo>
                  <a:pt x="9873" y="1758"/>
                  <a:pt x="12570" y="2803"/>
                  <a:pt x="14437" y="4529"/>
                </a:cubicBezTo>
                <a:lnTo>
                  <a:pt x="14437" y="4544"/>
                </a:lnTo>
                <a:cubicBezTo>
                  <a:pt x="13760" y="3970"/>
                  <a:pt x="13009" y="3484"/>
                  <a:pt x="12141" y="3072"/>
                </a:cubicBezTo>
                <a:cubicBezTo>
                  <a:pt x="10518" y="2289"/>
                  <a:pt x="8632" y="1864"/>
                  <a:pt x="6805" y="1864"/>
                </a:cubicBezTo>
                <a:cubicBezTo>
                  <a:pt x="6744" y="1864"/>
                  <a:pt x="6683" y="1865"/>
                  <a:pt x="6622" y="1866"/>
                </a:cubicBezTo>
                <a:lnTo>
                  <a:pt x="6622" y="1939"/>
                </a:lnTo>
                <a:cubicBezTo>
                  <a:pt x="6665" y="1939"/>
                  <a:pt x="6707" y="1939"/>
                  <a:pt x="6749" y="1939"/>
                </a:cubicBezTo>
                <a:cubicBezTo>
                  <a:pt x="9733" y="1939"/>
                  <a:pt x="12522" y="2964"/>
                  <a:pt x="14496" y="4691"/>
                </a:cubicBezTo>
                <a:cubicBezTo>
                  <a:pt x="14496" y="4706"/>
                  <a:pt x="14496" y="4706"/>
                  <a:pt x="14510" y="4735"/>
                </a:cubicBezTo>
                <a:cubicBezTo>
                  <a:pt x="13833" y="4176"/>
                  <a:pt x="13054" y="3676"/>
                  <a:pt x="12200" y="3278"/>
                </a:cubicBezTo>
                <a:cubicBezTo>
                  <a:pt x="10463" y="2469"/>
                  <a:pt x="8521" y="2028"/>
                  <a:pt x="6534" y="1983"/>
                </a:cubicBezTo>
                <a:lnTo>
                  <a:pt x="6534" y="2057"/>
                </a:lnTo>
                <a:cubicBezTo>
                  <a:pt x="9625" y="2116"/>
                  <a:pt x="12524" y="3161"/>
                  <a:pt x="14569" y="4883"/>
                </a:cubicBezTo>
                <a:lnTo>
                  <a:pt x="14569" y="4897"/>
                </a:lnTo>
                <a:cubicBezTo>
                  <a:pt x="13892" y="4367"/>
                  <a:pt x="13112" y="3882"/>
                  <a:pt x="12259" y="3484"/>
                </a:cubicBezTo>
                <a:cubicBezTo>
                  <a:pt x="10508" y="2675"/>
                  <a:pt x="8506" y="2204"/>
                  <a:pt x="6416" y="2131"/>
                </a:cubicBezTo>
                <a:lnTo>
                  <a:pt x="6416" y="2204"/>
                </a:lnTo>
                <a:cubicBezTo>
                  <a:pt x="9051" y="2307"/>
                  <a:pt x="12229" y="3131"/>
                  <a:pt x="14613" y="5030"/>
                </a:cubicBezTo>
                <a:cubicBezTo>
                  <a:pt x="14613" y="5044"/>
                  <a:pt x="14613" y="5044"/>
                  <a:pt x="14628" y="5059"/>
                </a:cubicBezTo>
                <a:cubicBezTo>
                  <a:pt x="13951" y="4544"/>
                  <a:pt x="13171" y="4088"/>
                  <a:pt x="12303" y="3676"/>
                </a:cubicBezTo>
                <a:cubicBezTo>
                  <a:pt x="10537" y="2896"/>
                  <a:pt x="8477" y="2395"/>
                  <a:pt x="6328" y="2263"/>
                </a:cubicBezTo>
                <a:lnTo>
                  <a:pt x="6328" y="2337"/>
                </a:lnTo>
                <a:cubicBezTo>
                  <a:pt x="9639" y="2528"/>
                  <a:pt x="12568" y="3558"/>
                  <a:pt x="14658" y="5192"/>
                </a:cubicBezTo>
                <a:cubicBezTo>
                  <a:pt x="14658" y="5206"/>
                  <a:pt x="14658" y="5221"/>
                  <a:pt x="14687" y="5250"/>
                </a:cubicBezTo>
                <a:cubicBezTo>
                  <a:pt x="12553" y="3676"/>
                  <a:pt x="9625" y="2690"/>
                  <a:pt x="6240" y="2425"/>
                </a:cubicBezTo>
                <a:lnTo>
                  <a:pt x="6240" y="2498"/>
                </a:lnTo>
                <a:cubicBezTo>
                  <a:pt x="9654" y="2763"/>
                  <a:pt x="12597" y="3764"/>
                  <a:pt x="14716" y="5368"/>
                </a:cubicBezTo>
                <a:cubicBezTo>
                  <a:pt x="14716" y="5383"/>
                  <a:pt x="14716" y="5412"/>
                  <a:pt x="14731" y="5427"/>
                </a:cubicBezTo>
                <a:cubicBezTo>
                  <a:pt x="11935" y="3440"/>
                  <a:pt x="8374" y="2793"/>
                  <a:pt x="6137" y="2572"/>
                </a:cubicBezTo>
                <a:lnTo>
                  <a:pt x="6137" y="2646"/>
                </a:lnTo>
                <a:cubicBezTo>
                  <a:pt x="8388" y="2866"/>
                  <a:pt x="11994" y="3514"/>
                  <a:pt x="14775" y="5530"/>
                </a:cubicBezTo>
                <a:cubicBezTo>
                  <a:pt x="14775" y="5559"/>
                  <a:pt x="14775" y="5574"/>
                  <a:pt x="14790" y="5589"/>
                </a:cubicBezTo>
                <a:cubicBezTo>
                  <a:pt x="14084" y="5118"/>
                  <a:pt x="13318" y="4691"/>
                  <a:pt x="12465" y="4323"/>
                </a:cubicBezTo>
                <a:cubicBezTo>
                  <a:pt x="10669" y="3529"/>
                  <a:pt x="8506" y="2999"/>
                  <a:pt x="6048" y="2719"/>
                </a:cubicBezTo>
                <a:lnTo>
                  <a:pt x="6048" y="2793"/>
                </a:lnTo>
                <a:cubicBezTo>
                  <a:pt x="8786" y="3102"/>
                  <a:pt x="12200" y="3867"/>
                  <a:pt x="14820" y="5707"/>
                </a:cubicBezTo>
                <a:lnTo>
                  <a:pt x="14820" y="5751"/>
                </a:lnTo>
                <a:cubicBezTo>
                  <a:pt x="12656" y="4309"/>
                  <a:pt x="9713" y="3352"/>
                  <a:pt x="5960" y="2866"/>
                </a:cubicBezTo>
                <a:lnTo>
                  <a:pt x="5945" y="2940"/>
                </a:lnTo>
                <a:cubicBezTo>
                  <a:pt x="9728" y="3440"/>
                  <a:pt x="12671" y="4397"/>
                  <a:pt x="14849" y="5869"/>
                </a:cubicBezTo>
                <a:cubicBezTo>
                  <a:pt x="14849" y="5883"/>
                  <a:pt x="14864" y="5927"/>
                  <a:pt x="14864" y="5942"/>
                </a:cubicBezTo>
                <a:cubicBezTo>
                  <a:pt x="12068" y="4117"/>
                  <a:pt x="8550" y="3396"/>
                  <a:pt x="5842" y="3014"/>
                </a:cubicBezTo>
                <a:lnTo>
                  <a:pt x="5828" y="3087"/>
                </a:lnTo>
                <a:cubicBezTo>
                  <a:pt x="8550" y="3470"/>
                  <a:pt x="12068" y="4206"/>
                  <a:pt x="14878" y="6045"/>
                </a:cubicBezTo>
                <a:cubicBezTo>
                  <a:pt x="14878" y="6089"/>
                  <a:pt x="14893" y="6104"/>
                  <a:pt x="14893" y="6148"/>
                </a:cubicBezTo>
                <a:cubicBezTo>
                  <a:pt x="12141" y="4412"/>
                  <a:pt x="8727" y="3646"/>
                  <a:pt x="5739" y="3161"/>
                </a:cubicBezTo>
                <a:lnTo>
                  <a:pt x="5725" y="3234"/>
                </a:lnTo>
                <a:cubicBezTo>
                  <a:pt x="8697" y="3720"/>
                  <a:pt x="12156" y="4485"/>
                  <a:pt x="14908" y="6236"/>
                </a:cubicBezTo>
                <a:cubicBezTo>
                  <a:pt x="14908" y="6251"/>
                  <a:pt x="14908" y="6266"/>
                  <a:pt x="14923" y="6295"/>
                </a:cubicBezTo>
                <a:cubicBezTo>
                  <a:pt x="12274" y="4676"/>
                  <a:pt x="8962" y="3882"/>
                  <a:pt x="5636" y="3308"/>
                </a:cubicBezTo>
                <a:lnTo>
                  <a:pt x="5607" y="3381"/>
                </a:lnTo>
                <a:cubicBezTo>
                  <a:pt x="8948" y="3970"/>
                  <a:pt x="12274" y="4765"/>
                  <a:pt x="14923" y="6398"/>
                </a:cubicBezTo>
                <a:cubicBezTo>
                  <a:pt x="15129" y="7737"/>
                  <a:pt x="15129" y="9136"/>
                  <a:pt x="15129" y="10504"/>
                </a:cubicBezTo>
                <a:cubicBezTo>
                  <a:pt x="15129" y="11019"/>
                  <a:pt x="15129" y="11564"/>
                  <a:pt x="15143" y="12079"/>
                </a:cubicBezTo>
                <a:cubicBezTo>
                  <a:pt x="15173" y="13668"/>
                  <a:pt x="15364" y="15022"/>
                  <a:pt x="15702" y="16199"/>
                </a:cubicBezTo>
                <a:cubicBezTo>
                  <a:pt x="15747" y="16376"/>
                  <a:pt x="15776" y="16523"/>
                  <a:pt x="15820" y="16670"/>
                </a:cubicBezTo>
                <a:cubicBezTo>
                  <a:pt x="15850" y="16862"/>
                  <a:pt x="15909" y="17068"/>
                  <a:pt x="15967" y="17274"/>
                </a:cubicBezTo>
                <a:cubicBezTo>
                  <a:pt x="15982" y="17377"/>
                  <a:pt x="15997" y="17480"/>
                  <a:pt x="16041" y="17583"/>
                </a:cubicBezTo>
                <a:lnTo>
                  <a:pt x="16100" y="17921"/>
                </a:lnTo>
                <a:cubicBezTo>
                  <a:pt x="16115" y="18113"/>
                  <a:pt x="16144" y="18319"/>
                  <a:pt x="16188" y="18525"/>
                </a:cubicBezTo>
                <a:cubicBezTo>
                  <a:pt x="16203" y="18657"/>
                  <a:pt x="16218" y="18775"/>
                  <a:pt x="16247" y="18893"/>
                </a:cubicBezTo>
                <a:lnTo>
                  <a:pt x="16291" y="19393"/>
                </a:lnTo>
                <a:cubicBezTo>
                  <a:pt x="16291" y="19496"/>
                  <a:pt x="16321" y="19614"/>
                  <a:pt x="16321" y="19731"/>
                </a:cubicBezTo>
                <a:cubicBezTo>
                  <a:pt x="16321" y="19908"/>
                  <a:pt x="16335" y="20085"/>
                  <a:pt x="16335" y="20246"/>
                </a:cubicBezTo>
                <a:lnTo>
                  <a:pt x="16335" y="20688"/>
                </a:lnTo>
                <a:cubicBezTo>
                  <a:pt x="16335" y="20850"/>
                  <a:pt x="16321" y="21012"/>
                  <a:pt x="16321" y="21159"/>
                </a:cubicBezTo>
                <a:cubicBezTo>
                  <a:pt x="16291" y="21306"/>
                  <a:pt x="16291" y="21424"/>
                  <a:pt x="16291" y="21586"/>
                </a:cubicBezTo>
                <a:cubicBezTo>
                  <a:pt x="16276" y="21733"/>
                  <a:pt x="16262" y="21880"/>
                  <a:pt x="16262" y="22027"/>
                </a:cubicBezTo>
                <a:lnTo>
                  <a:pt x="16203" y="22469"/>
                </a:lnTo>
                <a:cubicBezTo>
                  <a:pt x="16173" y="22616"/>
                  <a:pt x="16144" y="22763"/>
                  <a:pt x="16129" y="22910"/>
                </a:cubicBezTo>
                <a:cubicBezTo>
                  <a:pt x="16100" y="23057"/>
                  <a:pt x="16056" y="23204"/>
                  <a:pt x="16041" y="23352"/>
                </a:cubicBezTo>
                <a:lnTo>
                  <a:pt x="15923" y="23793"/>
                </a:lnTo>
                <a:cubicBezTo>
                  <a:pt x="15894" y="23940"/>
                  <a:pt x="15835" y="24087"/>
                  <a:pt x="15806" y="24205"/>
                </a:cubicBezTo>
                <a:cubicBezTo>
                  <a:pt x="15747" y="24352"/>
                  <a:pt x="15702" y="24499"/>
                  <a:pt x="15658" y="24647"/>
                </a:cubicBezTo>
                <a:lnTo>
                  <a:pt x="15482" y="25088"/>
                </a:lnTo>
                <a:lnTo>
                  <a:pt x="15379" y="25368"/>
                </a:lnTo>
                <a:cubicBezTo>
                  <a:pt x="14201" y="28385"/>
                  <a:pt x="14746" y="31961"/>
                  <a:pt x="16762" y="34477"/>
                </a:cubicBezTo>
                <a:cubicBezTo>
                  <a:pt x="17866" y="35860"/>
                  <a:pt x="19367" y="36905"/>
                  <a:pt x="20809" y="37921"/>
                </a:cubicBezTo>
                <a:cubicBezTo>
                  <a:pt x="22089" y="38818"/>
                  <a:pt x="23414" y="39731"/>
                  <a:pt x="24488" y="40908"/>
                </a:cubicBezTo>
                <a:cubicBezTo>
                  <a:pt x="24459" y="40952"/>
                  <a:pt x="24429" y="40967"/>
                  <a:pt x="24415" y="41011"/>
                </a:cubicBezTo>
                <a:cubicBezTo>
                  <a:pt x="23679" y="41821"/>
                  <a:pt x="22884" y="42601"/>
                  <a:pt x="22104" y="43366"/>
                </a:cubicBezTo>
                <a:cubicBezTo>
                  <a:pt x="21133" y="44337"/>
                  <a:pt x="20117" y="45323"/>
                  <a:pt x="19205" y="46397"/>
                </a:cubicBezTo>
                <a:cubicBezTo>
                  <a:pt x="19087" y="46530"/>
                  <a:pt x="18984" y="46648"/>
                  <a:pt x="18867" y="46795"/>
                </a:cubicBezTo>
                <a:lnTo>
                  <a:pt x="18778" y="46898"/>
                </a:lnTo>
                <a:cubicBezTo>
                  <a:pt x="18616" y="47074"/>
                  <a:pt x="18469" y="47266"/>
                  <a:pt x="18322" y="47442"/>
                </a:cubicBezTo>
                <a:cubicBezTo>
                  <a:pt x="18131" y="47648"/>
                  <a:pt x="17954" y="47869"/>
                  <a:pt x="17763" y="48075"/>
                </a:cubicBezTo>
                <a:cubicBezTo>
                  <a:pt x="17586" y="48252"/>
                  <a:pt x="17424" y="48472"/>
                  <a:pt x="17233" y="48693"/>
                </a:cubicBezTo>
                <a:cubicBezTo>
                  <a:pt x="17056" y="48870"/>
                  <a:pt x="16880" y="49090"/>
                  <a:pt x="16703" y="49297"/>
                </a:cubicBezTo>
                <a:cubicBezTo>
                  <a:pt x="16512" y="49503"/>
                  <a:pt x="16321" y="49723"/>
                  <a:pt x="16144" y="49929"/>
                </a:cubicBezTo>
                <a:cubicBezTo>
                  <a:pt x="15967" y="50106"/>
                  <a:pt x="15806" y="50312"/>
                  <a:pt x="15629" y="50503"/>
                </a:cubicBezTo>
                <a:cubicBezTo>
                  <a:pt x="15452" y="50695"/>
                  <a:pt x="15290" y="50886"/>
                  <a:pt x="15114" y="51077"/>
                </a:cubicBezTo>
                <a:lnTo>
                  <a:pt x="14569" y="51695"/>
                </a:lnTo>
                <a:lnTo>
                  <a:pt x="14069" y="52240"/>
                </a:lnTo>
                <a:cubicBezTo>
                  <a:pt x="13848" y="52461"/>
                  <a:pt x="13642" y="52681"/>
                  <a:pt x="13466" y="52902"/>
                </a:cubicBezTo>
                <a:cubicBezTo>
                  <a:pt x="13274" y="53093"/>
                  <a:pt x="13112" y="53270"/>
                  <a:pt x="12951" y="53461"/>
                </a:cubicBezTo>
                <a:cubicBezTo>
                  <a:pt x="12730" y="53682"/>
                  <a:pt x="12524" y="53903"/>
                  <a:pt x="12318" y="54123"/>
                </a:cubicBezTo>
                <a:cubicBezTo>
                  <a:pt x="12141" y="54300"/>
                  <a:pt x="11979" y="54477"/>
                  <a:pt x="11832" y="54639"/>
                </a:cubicBezTo>
                <a:cubicBezTo>
                  <a:pt x="11611" y="54845"/>
                  <a:pt x="11391" y="55065"/>
                  <a:pt x="11185" y="55301"/>
                </a:cubicBezTo>
                <a:cubicBezTo>
                  <a:pt x="10978" y="55507"/>
                  <a:pt x="10772" y="55683"/>
                  <a:pt x="10581" y="55904"/>
                </a:cubicBezTo>
                <a:cubicBezTo>
                  <a:pt x="10360" y="56095"/>
                  <a:pt x="10154" y="56287"/>
                  <a:pt x="9963" y="56478"/>
                </a:cubicBezTo>
                <a:cubicBezTo>
                  <a:pt x="9742" y="56655"/>
                  <a:pt x="9551" y="56846"/>
                  <a:pt x="9345" y="57052"/>
                </a:cubicBezTo>
                <a:cubicBezTo>
                  <a:pt x="9124" y="57229"/>
                  <a:pt x="8903" y="57420"/>
                  <a:pt x="8697" y="57597"/>
                </a:cubicBezTo>
                <a:cubicBezTo>
                  <a:pt x="8477" y="57758"/>
                  <a:pt x="8256" y="57935"/>
                  <a:pt x="8050" y="58112"/>
                </a:cubicBezTo>
                <a:cubicBezTo>
                  <a:pt x="7829" y="58259"/>
                  <a:pt x="7608" y="58421"/>
                  <a:pt x="7417" y="58597"/>
                </a:cubicBezTo>
                <a:cubicBezTo>
                  <a:pt x="7123" y="58774"/>
                  <a:pt x="6828" y="58980"/>
                  <a:pt x="6549" y="59201"/>
                </a:cubicBezTo>
                <a:cubicBezTo>
                  <a:pt x="5445" y="60098"/>
                  <a:pt x="4562" y="61143"/>
                  <a:pt x="3959" y="62276"/>
                </a:cubicBezTo>
                <a:cubicBezTo>
                  <a:pt x="3252" y="63557"/>
                  <a:pt x="2973" y="64866"/>
                  <a:pt x="3149" y="66147"/>
                </a:cubicBezTo>
                <a:cubicBezTo>
                  <a:pt x="3370" y="67957"/>
                  <a:pt x="4430" y="69502"/>
                  <a:pt x="5445" y="70988"/>
                </a:cubicBezTo>
                <a:cubicBezTo>
                  <a:pt x="6255" y="72166"/>
                  <a:pt x="7079" y="73358"/>
                  <a:pt x="7505" y="74712"/>
                </a:cubicBezTo>
                <a:cubicBezTo>
                  <a:pt x="7005" y="74888"/>
                  <a:pt x="6505" y="75109"/>
                  <a:pt x="6048" y="75374"/>
                </a:cubicBezTo>
                <a:cubicBezTo>
                  <a:pt x="3149" y="76949"/>
                  <a:pt x="1133" y="80098"/>
                  <a:pt x="957" y="83409"/>
                </a:cubicBezTo>
                <a:cubicBezTo>
                  <a:pt x="957" y="83483"/>
                  <a:pt x="957" y="83556"/>
                  <a:pt x="942" y="83615"/>
                </a:cubicBezTo>
                <a:lnTo>
                  <a:pt x="942" y="83718"/>
                </a:lnTo>
                <a:cubicBezTo>
                  <a:pt x="942" y="83792"/>
                  <a:pt x="942" y="83880"/>
                  <a:pt x="912" y="83954"/>
                </a:cubicBezTo>
                <a:lnTo>
                  <a:pt x="912" y="84027"/>
                </a:lnTo>
                <a:cubicBezTo>
                  <a:pt x="912" y="84130"/>
                  <a:pt x="898" y="84233"/>
                  <a:pt x="898" y="84321"/>
                </a:cubicBezTo>
                <a:lnTo>
                  <a:pt x="898" y="84351"/>
                </a:lnTo>
                <a:cubicBezTo>
                  <a:pt x="883" y="84469"/>
                  <a:pt x="883" y="84601"/>
                  <a:pt x="883" y="84734"/>
                </a:cubicBezTo>
                <a:cubicBezTo>
                  <a:pt x="868" y="84837"/>
                  <a:pt x="868" y="84969"/>
                  <a:pt x="868" y="85087"/>
                </a:cubicBezTo>
                <a:cubicBezTo>
                  <a:pt x="839" y="85204"/>
                  <a:pt x="839" y="85352"/>
                  <a:pt x="839" y="85484"/>
                </a:cubicBezTo>
                <a:cubicBezTo>
                  <a:pt x="824" y="85602"/>
                  <a:pt x="824" y="85705"/>
                  <a:pt x="824" y="85823"/>
                </a:cubicBezTo>
                <a:cubicBezTo>
                  <a:pt x="809" y="85940"/>
                  <a:pt x="809" y="86073"/>
                  <a:pt x="809" y="86205"/>
                </a:cubicBezTo>
                <a:cubicBezTo>
                  <a:pt x="795" y="86308"/>
                  <a:pt x="795" y="86441"/>
                  <a:pt x="795" y="86558"/>
                </a:cubicBezTo>
                <a:cubicBezTo>
                  <a:pt x="780" y="86676"/>
                  <a:pt x="780" y="86809"/>
                  <a:pt x="751" y="86956"/>
                </a:cubicBezTo>
                <a:cubicBezTo>
                  <a:pt x="736" y="87088"/>
                  <a:pt x="736" y="87221"/>
                  <a:pt x="721" y="87324"/>
                </a:cubicBezTo>
                <a:cubicBezTo>
                  <a:pt x="706" y="87456"/>
                  <a:pt x="706" y="87559"/>
                  <a:pt x="677" y="87692"/>
                </a:cubicBezTo>
                <a:cubicBezTo>
                  <a:pt x="662" y="87809"/>
                  <a:pt x="662" y="87912"/>
                  <a:pt x="648" y="88045"/>
                </a:cubicBezTo>
                <a:cubicBezTo>
                  <a:pt x="633" y="88192"/>
                  <a:pt x="603" y="88324"/>
                  <a:pt x="603" y="88472"/>
                </a:cubicBezTo>
                <a:cubicBezTo>
                  <a:pt x="589" y="88589"/>
                  <a:pt x="589" y="88707"/>
                  <a:pt x="574" y="88839"/>
                </a:cubicBezTo>
                <a:cubicBezTo>
                  <a:pt x="545" y="88942"/>
                  <a:pt x="545" y="89075"/>
                  <a:pt x="530" y="89178"/>
                </a:cubicBezTo>
                <a:cubicBezTo>
                  <a:pt x="515" y="89310"/>
                  <a:pt x="515" y="89428"/>
                  <a:pt x="500" y="89546"/>
                </a:cubicBezTo>
                <a:cubicBezTo>
                  <a:pt x="471" y="89693"/>
                  <a:pt x="456" y="89840"/>
                  <a:pt x="456" y="89987"/>
                </a:cubicBezTo>
                <a:cubicBezTo>
                  <a:pt x="441" y="90105"/>
                  <a:pt x="441" y="90193"/>
                  <a:pt x="427" y="90311"/>
                </a:cubicBezTo>
                <a:cubicBezTo>
                  <a:pt x="397" y="90414"/>
                  <a:pt x="397" y="90502"/>
                  <a:pt x="383" y="90620"/>
                </a:cubicBezTo>
                <a:cubicBezTo>
                  <a:pt x="368" y="90753"/>
                  <a:pt x="353" y="90900"/>
                  <a:pt x="353" y="91017"/>
                </a:cubicBezTo>
                <a:cubicBezTo>
                  <a:pt x="0" y="93490"/>
                  <a:pt x="986" y="96271"/>
                  <a:pt x="3326" y="97051"/>
                </a:cubicBezTo>
                <a:lnTo>
                  <a:pt x="3341" y="96978"/>
                </a:lnTo>
                <a:cubicBezTo>
                  <a:pt x="1486" y="96359"/>
                  <a:pt x="515" y="94461"/>
                  <a:pt x="383" y="92460"/>
                </a:cubicBezTo>
                <a:lnTo>
                  <a:pt x="383" y="92460"/>
                </a:lnTo>
                <a:cubicBezTo>
                  <a:pt x="441" y="92989"/>
                  <a:pt x="574" y="93519"/>
                  <a:pt x="751" y="94020"/>
                </a:cubicBezTo>
                <a:cubicBezTo>
                  <a:pt x="1280" y="95477"/>
                  <a:pt x="2266" y="96536"/>
                  <a:pt x="3517" y="97007"/>
                </a:cubicBezTo>
                <a:lnTo>
                  <a:pt x="3547" y="96933"/>
                </a:lnTo>
                <a:cubicBezTo>
                  <a:pt x="1692" y="96212"/>
                  <a:pt x="662" y="94255"/>
                  <a:pt x="471" y="92254"/>
                </a:cubicBezTo>
                <a:lnTo>
                  <a:pt x="471" y="92254"/>
                </a:lnTo>
                <a:cubicBezTo>
                  <a:pt x="751" y="94240"/>
                  <a:pt x="1795" y="96153"/>
                  <a:pt x="3694" y="96963"/>
                </a:cubicBezTo>
                <a:lnTo>
                  <a:pt x="3738" y="96889"/>
                </a:lnTo>
                <a:cubicBezTo>
                  <a:pt x="1751" y="96050"/>
                  <a:pt x="692" y="93961"/>
                  <a:pt x="515" y="91871"/>
                </a:cubicBezTo>
                <a:lnTo>
                  <a:pt x="515" y="91871"/>
                </a:lnTo>
                <a:cubicBezTo>
                  <a:pt x="589" y="92474"/>
                  <a:pt x="751" y="93063"/>
                  <a:pt x="971" y="93637"/>
                </a:cubicBezTo>
                <a:cubicBezTo>
                  <a:pt x="1560" y="95138"/>
                  <a:pt x="2605" y="96301"/>
                  <a:pt x="3885" y="96904"/>
                </a:cubicBezTo>
                <a:lnTo>
                  <a:pt x="3915" y="96830"/>
                </a:lnTo>
                <a:cubicBezTo>
                  <a:pt x="2060" y="95977"/>
                  <a:pt x="809" y="93872"/>
                  <a:pt x="574" y="91606"/>
                </a:cubicBezTo>
                <a:lnTo>
                  <a:pt x="574" y="91606"/>
                </a:lnTo>
                <a:cubicBezTo>
                  <a:pt x="898" y="93843"/>
                  <a:pt x="2193" y="95903"/>
                  <a:pt x="4062" y="96860"/>
                </a:cubicBezTo>
                <a:lnTo>
                  <a:pt x="4106" y="96786"/>
                </a:lnTo>
                <a:cubicBezTo>
                  <a:pt x="2119" y="95771"/>
                  <a:pt x="809" y="93505"/>
                  <a:pt x="589" y="91120"/>
                </a:cubicBezTo>
                <a:lnTo>
                  <a:pt x="589" y="91120"/>
                </a:lnTo>
                <a:cubicBezTo>
                  <a:pt x="677" y="91827"/>
                  <a:pt x="883" y="92548"/>
                  <a:pt x="1163" y="93225"/>
                </a:cubicBezTo>
                <a:cubicBezTo>
                  <a:pt x="1825" y="94800"/>
                  <a:pt x="2899" y="96050"/>
                  <a:pt x="4224" y="96786"/>
                </a:cubicBezTo>
                <a:lnTo>
                  <a:pt x="4268" y="96713"/>
                </a:lnTo>
                <a:cubicBezTo>
                  <a:pt x="2281" y="95609"/>
                  <a:pt x="912" y="93328"/>
                  <a:pt x="648" y="90929"/>
                </a:cubicBezTo>
                <a:lnTo>
                  <a:pt x="648" y="90929"/>
                </a:lnTo>
                <a:cubicBezTo>
                  <a:pt x="1015" y="93298"/>
                  <a:pt x="2384" y="95535"/>
                  <a:pt x="4400" y="96727"/>
                </a:cubicBezTo>
                <a:lnTo>
                  <a:pt x="4430" y="96654"/>
                </a:lnTo>
                <a:cubicBezTo>
                  <a:pt x="2355" y="95418"/>
                  <a:pt x="957" y="93034"/>
                  <a:pt x="677" y="90561"/>
                </a:cubicBezTo>
                <a:lnTo>
                  <a:pt x="677" y="90561"/>
                </a:lnTo>
                <a:cubicBezTo>
                  <a:pt x="1060" y="93004"/>
                  <a:pt x="2487" y="95329"/>
                  <a:pt x="4577" y="96669"/>
                </a:cubicBezTo>
                <a:lnTo>
                  <a:pt x="4621" y="96595"/>
                </a:lnTo>
                <a:cubicBezTo>
                  <a:pt x="2443" y="95197"/>
                  <a:pt x="986" y="92739"/>
                  <a:pt x="721" y="90179"/>
                </a:cubicBezTo>
                <a:lnTo>
                  <a:pt x="721" y="90179"/>
                </a:lnTo>
                <a:cubicBezTo>
                  <a:pt x="839" y="91003"/>
                  <a:pt x="1089" y="91812"/>
                  <a:pt x="1457" y="92622"/>
                </a:cubicBezTo>
                <a:cubicBezTo>
                  <a:pt x="2193" y="94240"/>
                  <a:pt x="3370" y="95653"/>
                  <a:pt x="4768" y="96610"/>
                </a:cubicBezTo>
                <a:lnTo>
                  <a:pt x="4798" y="96536"/>
                </a:lnTo>
                <a:cubicBezTo>
                  <a:pt x="2575" y="95035"/>
                  <a:pt x="1089" y="92460"/>
                  <a:pt x="765" y="89870"/>
                </a:cubicBezTo>
                <a:lnTo>
                  <a:pt x="765" y="89870"/>
                </a:lnTo>
                <a:cubicBezTo>
                  <a:pt x="1177" y="92415"/>
                  <a:pt x="2708" y="94947"/>
                  <a:pt x="4930" y="96536"/>
                </a:cubicBezTo>
                <a:lnTo>
                  <a:pt x="4989" y="96463"/>
                </a:lnTo>
                <a:cubicBezTo>
                  <a:pt x="2708" y="94829"/>
                  <a:pt x="1177" y="92224"/>
                  <a:pt x="809" y="89605"/>
                </a:cubicBezTo>
                <a:lnTo>
                  <a:pt x="809" y="89605"/>
                </a:lnTo>
                <a:cubicBezTo>
                  <a:pt x="1251" y="92195"/>
                  <a:pt x="2796" y="94755"/>
                  <a:pt x="5092" y="96492"/>
                </a:cubicBezTo>
                <a:lnTo>
                  <a:pt x="5151" y="96433"/>
                </a:lnTo>
                <a:cubicBezTo>
                  <a:pt x="2811" y="94667"/>
                  <a:pt x="1266" y="92077"/>
                  <a:pt x="868" y="89458"/>
                </a:cubicBezTo>
                <a:lnTo>
                  <a:pt x="868" y="89443"/>
                </a:lnTo>
                <a:cubicBezTo>
                  <a:pt x="1030" y="90311"/>
                  <a:pt x="1324" y="91165"/>
                  <a:pt x="1722" y="92033"/>
                </a:cubicBezTo>
                <a:cubicBezTo>
                  <a:pt x="2531" y="93711"/>
                  <a:pt x="3782" y="95270"/>
                  <a:pt x="5254" y="96448"/>
                </a:cubicBezTo>
                <a:lnTo>
                  <a:pt x="5313" y="96389"/>
                </a:lnTo>
                <a:cubicBezTo>
                  <a:pt x="2943" y="94520"/>
                  <a:pt x="1383" y="91930"/>
                  <a:pt x="912" y="89310"/>
                </a:cubicBezTo>
                <a:cubicBezTo>
                  <a:pt x="912" y="89296"/>
                  <a:pt x="912" y="89296"/>
                  <a:pt x="942" y="89281"/>
                </a:cubicBezTo>
                <a:cubicBezTo>
                  <a:pt x="1118" y="90134"/>
                  <a:pt x="1413" y="91003"/>
                  <a:pt x="1840" y="91856"/>
                </a:cubicBezTo>
                <a:cubicBezTo>
                  <a:pt x="2664" y="93563"/>
                  <a:pt x="3915" y="95138"/>
                  <a:pt x="5460" y="96418"/>
                </a:cubicBezTo>
                <a:lnTo>
                  <a:pt x="5519" y="96359"/>
                </a:lnTo>
                <a:cubicBezTo>
                  <a:pt x="3149" y="94387"/>
                  <a:pt x="1531" y="91739"/>
                  <a:pt x="1015" y="89148"/>
                </a:cubicBezTo>
                <a:cubicBezTo>
                  <a:pt x="1015" y="89148"/>
                  <a:pt x="1015" y="89134"/>
                  <a:pt x="1030" y="89134"/>
                </a:cubicBezTo>
                <a:cubicBezTo>
                  <a:pt x="1236" y="89973"/>
                  <a:pt x="1531" y="90841"/>
                  <a:pt x="1943" y="91680"/>
                </a:cubicBezTo>
                <a:cubicBezTo>
                  <a:pt x="2796" y="93401"/>
                  <a:pt x="4076" y="95035"/>
                  <a:pt x="5651" y="96374"/>
                </a:cubicBezTo>
                <a:lnTo>
                  <a:pt x="5695" y="96315"/>
                </a:lnTo>
                <a:cubicBezTo>
                  <a:pt x="3709" y="94594"/>
                  <a:pt x="1722" y="91959"/>
                  <a:pt x="1089" y="89016"/>
                </a:cubicBezTo>
                <a:cubicBezTo>
                  <a:pt x="1089" y="89001"/>
                  <a:pt x="1104" y="89001"/>
                  <a:pt x="1104" y="88987"/>
                </a:cubicBezTo>
                <a:cubicBezTo>
                  <a:pt x="1310" y="89811"/>
                  <a:pt x="1619" y="90650"/>
                  <a:pt x="2060" y="91503"/>
                </a:cubicBezTo>
                <a:cubicBezTo>
                  <a:pt x="2929" y="93225"/>
                  <a:pt x="4224" y="94903"/>
                  <a:pt x="5828" y="96345"/>
                </a:cubicBezTo>
                <a:lnTo>
                  <a:pt x="5887" y="96286"/>
                </a:lnTo>
                <a:cubicBezTo>
                  <a:pt x="3414" y="94064"/>
                  <a:pt x="1781" y="91430"/>
                  <a:pt x="1177" y="88854"/>
                </a:cubicBezTo>
                <a:cubicBezTo>
                  <a:pt x="1177" y="88839"/>
                  <a:pt x="1192" y="88810"/>
                  <a:pt x="1192" y="88810"/>
                </a:cubicBezTo>
                <a:cubicBezTo>
                  <a:pt x="1869" y="91371"/>
                  <a:pt x="3532" y="93990"/>
                  <a:pt x="6019" y="96301"/>
                </a:cubicBezTo>
                <a:lnTo>
                  <a:pt x="6063" y="96242"/>
                </a:lnTo>
                <a:cubicBezTo>
                  <a:pt x="3561" y="93887"/>
                  <a:pt x="1913" y="91282"/>
                  <a:pt x="1251" y="88707"/>
                </a:cubicBezTo>
                <a:cubicBezTo>
                  <a:pt x="1251" y="88692"/>
                  <a:pt x="1266" y="88663"/>
                  <a:pt x="1266" y="88648"/>
                </a:cubicBezTo>
                <a:cubicBezTo>
                  <a:pt x="2207" y="91945"/>
                  <a:pt x="4577" y="94682"/>
                  <a:pt x="6181" y="96242"/>
                </a:cubicBezTo>
                <a:lnTo>
                  <a:pt x="6240" y="96198"/>
                </a:lnTo>
                <a:cubicBezTo>
                  <a:pt x="4621" y="94623"/>
                  <a:pt x="2222" y="91856"/>
                  <a:pt x="1324" y="88545"/>
                </a:cubicBezTo>
                <a:cubicBezTo>
                  <a:pt x="1324" y="88516"/>
                  <a:pt x="1339" y="88501"/>
                  <a:pt x="1339" y="88486"/>
                </a:cubicBezTo>
                <a:cubicBezTo>
                  <a:pt x="1575" y="89296"/>
                  <a:pt x="1913" y="90105"/>
                  <a:pt x="2355" y="90929"/>
                </a:cubicBezTo>
                <a:cubicBezTo>
                  <a:pt x="3267" y="92680"/>
                  <a:pt x="4621" y="94446"/>
                  <a:pt x="6358" y="96198"/>
                </a:cubicBezTo>
                <a:lnTo>
                  <a:pt x="6416" y="96139"/>
                </a:lnTo>
                <a:cubicBezTo>
                  <a:pt x="4474" y="94181"/>
                  <a:pt x="2310" y="91459"/>
                  <a:pt x="1413" y="88368"/>
                </a:cubicBezTo>
                <a:cubicBezTo>
                  <a:pt x="1413" y="88354"/>
                  <a:pt x="1428" y="88339"/>
                  <a:pt x="1428" y="88339"/>
                </a:cubicBezTo>
                <a:cubicBezTo>
                  <a:pt x="2222" y="90826"/>
                  <a:pt x="3900" y="93416"/>
                  <a:pt x="6549" y="96153"/>
                </a:cubicBezTo>
                <a:lnTo>
                  <a:pt x="6608" y="96095"/>
                </a:lnTo>
                <a:cubicBezTo>
                  <a:pt x="3959" y="93343"/>
                  <a:pt x="2266" y="90753"/>
                  <a:pt x="1486" y="88251"/>
                </a:cubicBezTo>
                <a:cubicBezTo>
                  <a:pt x="1501" y="88221"/>
                  <a:pt x="1501" y="88192"/>
                  <a:pt x="1531" y="88177"/>
                </a:cubicBezTo>
                <a:cubicBezTo>
                  <a:pt x="2575" y="91356"/>
                  <a:pt x="4856" y="94093"/>
                  <a:pt x="6711" y="96095"/>
                </a:cubicBezTo>
                <a:lnTo>
                  <a:pt x="6770" y="96050"/>
                </a:lnTo>
                <a:cubicBezTo>
                  <a:pt x="4886" y="94034"/>
                  <a:pt x="2590" y="91268"/>
                  <a:pt x="1575" y="88074"/>
                </a:cubicBezTo>
                <a:cubicBezTo>
                  <a:pt x="1604" y="88059"/>
                  <a:pt x="1604" y="88030"/>
                  <a:pt x="1619" y="88001"/>
                </a:cubicBezTo>
                <a:cubicBezTo>
                  <a:pt x="2678" y="91076"/>
                  <a:pt x="4871" y="93843"/>
                  <a:pt x="6902" y="96050"/>
                </a:cubicBezTo>
                <a:lnTo>
                  <a:pt x="6946" y="95992"/>
                </a:lnTo>
                <a:cubicBezTo>
                  <a:pt x="4930" y="93769"/>
                  <a:pt x="2723" y="90988"/>
                  <a:pt x="1678" y="87898"/>
                </a:cubicBezTo>
                <a:cubicBezTo>
                  <a:pt x="1692" y="87883"/>
                  <a:pt x="1692" y="87853"/>
                  <a:pt x="1707" y="87839"/>
                </a:cubicBezTo>
                <a:cubicBezTo>
                  <a:pt x="2752" y="90767"/>
                  <a:pt x="4856" y="93446"/>
                  <a:pt x="7079" y="95992"/>
                </a:cubicBezTo>
                <a:lnTo>
                  <a:pt x="7137" y="95933"/>
                </a:lnTo>
                <a:cubicBezTo>
                  <a:pt x="4915" y="93401"/>
                  <a:pt x="2796" y="90694"/>
                  <a:pt x="1766" y="87750"/>
                </a:cubicBezTo>
                <a:cubicBezTo>
                  <a:pt x="2458" y="86573"/>
                  <a:pt x="3326" y="85484"/>
                  <a:pt x="4179" y="84439"/>
                </a:cubicBezTo>
                <a:cubicBezTo>
                  <a:pt x="4503" y="84027"/>
                  <a:pt x="4842" y="83615"/>
                  <a:pt x="5151" y="83188"/>
                </a:cubicBezTo>
                <a:cubicBezTo>
                  <a:pt x="6107" y="81937"/>
                  <a:pt x="6828" y="80745"/>
                  <a:pt x="7285" y="79612"/>
                </a:cubicBezTo>
                <a:cubicBezTo>
                  <a:pt x="7358" y="79465"/>
                  <a:pt x="7417" y="79318"/>
                  <a:pt x="7491" y="79171"/>
                </a:cubicBezTo>
                <a:cubicBezTo>
                  <a:pt x="7579" y="78994"/>
                  <a:pt x="7667" y="78788"/>
                  <a:pt x="7756" y="78612"/>
                </a:cubicBezTo>
                <a:cubicBezTo>
                  <a:pt x="7814" y="78509"/>
                  <a:pt x="7859" y="78420"/>
                  <a:pt x="7903" y="78317"/>
                </a:cubicBezTo>
                <a:cubicBezTo>
                  <a:pt x="7962" y="78214"/>
                  <a:pt x="8020" y="78111"/>
                  <a:pt x="8079" y="78023"/>
                </a:cubicBezTo>
                <a:cubicBezTo>
                  <a:pt x="8182" y="77832"/>
                  <a:pt x="8271" y="77670"/>
                  <a:pt x="8374" y="77478"/>
                </a:cubicBezTo>
                <a:cubicBezTo>
                  <a:pt x="8447" y="77375"/>
                  <a:pt x="8491" y="77258"/>
                  <a:pt x="8565" y="77155"/>
                </a:cubicBezTo>
                <a:cubicBezTo>
                  <a:pt x="8668" y="77007"/>
                  <a:pt x="8756" y="76875"/>
                  <a:pt x="8845" y="76728"/>
                </a:cubicBezTo>
                <a:cubicBezTo>
                  <a:pt x="8918" y="76640"/>
                  <a:pt x="8977" y="76551"/>
                  <a:pt x="9051" y="76448"/>
                </a:cubicBezTo>
                <a:cubicBezTo>
                  <a:pt x="9154" y="76331"/>
                  <a:pt x="9257" y="76183"/>
                  <a:pt x="9345" y="76051"/>
                </a:cubicBezTo>
                <a:cubicBezTo>
                  <a:pt x="9433" y="75933"/>
                  <a:pt x="9522" y="75815"/>
                  <a:pt x="9625" y="75698"/>
                </a:cubicBezTo>
                <a:lnTo>
                  <a:pt x="9889" y="75374"/>
                </a:lnTo>
                <a:cubicBezTo>
                  <a:pt x="10007" y="75256"/>
                  <a:pt x="10096" y="75153"/>
                  <a:pt x="10184" y="75035"/>
                </a:cubicBezTo>
                <a:lnTo>
                  <a:pt x="10508" y="74726"/>
                </a:lnTo>
                <a:cubicBezTo>
                  <a:pt x="10611" y="74638"/>
                  <a:pt x="10728" y="74520"/>
                  <a:pt x="10817" y="74417"/>
                </a:cubicBezTo>
                <a:cubicBezTo>
                  <a:pt x="10920" y="74314"/>
                  <a:pt x="11052" y="74211"/>
                  <a:pt x="11170" y="74123"/>
                </a:cubicBezTo>
                <a:cubicBezTo>
                  <a:pt x="11288" y="74020"/>
                  <a:pt x="11405" y="73932"/>
                  <a:pt x="11508" y="73829"/>
                </a:cubicBezTo>
                <a:cubicBezTo>
                  <a:pt x="11641" y="73726"/>
                  <a:pt x="11758" y="73637"/>
                  <a:pt x="11861" y="73549"/>
                </a:cubicBezTo>
                <a:cubicBezTo>
                  <a:pt x="11994" y="73461"/>
                  <a:pt x="12097" y="73387"/>
                  <a:pt x="12229" y="73284"/>
                </a:cubicBezTo>
                <a:cubicBezTo>
                  <a:pt x="12362" y="73211"/>
                  <a:pt x="12494" y="73122"/>
                  <a:pt x="12612" y="73034"/>
                </a:cubicBezTo>
                <a:cubicBezTo>
                  <a:pt x="12744" y="72960"/>
                  <a:pt x="12892" y="72872"/>
                  <a:pt x="13024" y="72799"/>
                </a:cubicBezTo>
                <a:cubicBezTo>
                  <a:pt x="13112" y="72740"/>
                  <a:pt x="13201" y="72696"/>
                  <a:pt x="13304" y="72651"/>
                </a:cubicBezTo>
                <a:cubicBezTo>
                  <a:pt x="16100" y="71047"/>
                  <a:pt x="17910" y="67898"/>
                  <a:pt x="17939" y="64675"/>
                </a:cubicBezTo>
                <a:cubicBezTo>
                  <a:pt x="17939" y="62894"/>
                  <a:pt x="17424" y="61143"/>
                  <a:pt x="16924" y="59480"/>
                </a:cubicBezTo>
                <a:cubicBezTo>
                  <a:pt x="16482" y="57964"/>
                  <a:pt x="16026" y="56405"/>
                  <a:pt x="15953" y="54845"/>
                </a:cubicBezTo>
                <a:cubicBezTo>
                  <a:pt x="16836" y="54668"/>
                  <a:pt x="17689" y="54565"/>
                  <a:pt x="18499" y="54477"/>
                </a:cubicBezTo>
                <a:cubicBezTo>
                  <a:pt x="21324" y="54123"/>
                  <a:pt x="23752" y="53829"/>
                  <a:pt x="25327" y="51725"/>
                </a:cubicBezTo>
                <a:cubicBezTo>
                  <a:pt x="26210" y="50577"/>
                  <a:pt x="26813" y="49414"/>
                  <a:pt x="27167" y="48237"/>
                </a:cubicBezTo>
                <a:cubicBezTo>
                  <a:pt x="27167" y="48193"/>
                  <a:pt x="27167" y="48178"/>
                  <a:pt x="27181" y="48163"/>
                </a:cubicBezTo>
                <a:cubicBezTo>
                  <a:pt x="27211" y="48105"/>
                  <a:pt x="27225" y="48031"/>
                  <a:pt x="27240" y="47972"/>
                </a:cubicBezTo>
                <a:cubicBezTo>
                  <a:pt x="27240" y="47957"/>
                  <a:pt x="27255" y="47957"/>
                  <a:pt x="27255" y="47943"/>
                </a:cubicBezTo>
                <a:cubicBezTo>
                  <a:pt x="27314" y="47737"/>
                  <a:pt x="27358" y="47516"/>
                  <a:pt x="27387" y="47310"/>
                </a:cubicBezTo>
                <a:cubicBezTo>
                  <a:pt x="27432" y="47045"/>
                  <a:pt x="27432" y="46780"/>
                  <a:pt x="27432" y="46500"/>
                </a:cubicBezTo>
                <a:lnTo>
                  <a:pt x="27432" y="46486"/>
                </a:lnTo>
                <a:cubicBezTo>
                  <a:pt x="27402" y="46839"/>
                  <a:pt x="27358" y="47207"/>
                  <a:pt x="27255" y="47575"/>
                </a:cubicBezTo>
                <a:lnTo>
                  <a:pt x="27255" y="47428"/>
                </a:lnTo>
                <a:cubicBezTo>
                  <a:pt x="27255" y="47369"/>
                  <a:pt x="27255" y="47310"/>
                  <a:pt x="27284" y="47266"/>
                </a:cubicBezTo>
                <a:cubicBezTo>
                  <a:pt x="27358" y="46986"/>
                  <a:pt x="27387" y="46721"/>
                  <a:pt x="27432" y="46471"/>
                </a:cubicBezTo>
                <a:cubicBezTo>
                  <a:pt x="27432" y="46118"/>
                  <a:pt x="27446" y="45765"/>
                  <a:pt x="27446" y="45426"/>
                </a:cubicBezTo>
                <a:cubicBezTo>
                  <a:pt x="27446" y="45102"/>
                  <a:pt x="27387" y="44852"/>
                  <a:pt x="27402" y="44558"/>
                </a:cubicBezTo>
                <a:cubicBezTo>
                  <a:pt x="27402" y="44543"/>
                  <a:pt x="27402" y="44543"/>
                  <a:pt x="27387" y="44514"/>
                </a:cubicBezTo>
                <a:cubicBezTo>
                  <a:pt x="27387" y="44411"/>
                  <a:pt x="27387" y="44293"/>
                  <a:pt x="27402" y="44190"/>
                </a:cubicBezTo>
                <a:cubicBezTo>
                  <a:pt x="27432" y="43925"/>
                  <a:pt x="27446" y="43660"/>
                  <a:pt x="27446" y="43395"/>
                </a:cubicBezTo>
                <a:cubicBezTo>
                  <a:pt x="27461" y="43116"/>
                  <a:pt x="27476" y="42851"/>
                  <a:pt x="27476" y="42571"/>
                </a:cubicBezTo>
                <a:cubicBezTo>
                  <a:pt x="27505" y="42336"/>
                  <a:pt x="27520" y="42071"/>
                  <a:pt x="27520" y="41835"/>
                </a:cubicBezTo>
                <a:cubicBezTo>
                  <a:pt x="27549" y="41526"/>
                  <a:pt x="27579" y="41232"/>
                  <a:pt x="27579" y="40938"/>
                </a:cubicBezTo>
                <a:cubicBezTo>
                  <a:pt x="27593" y="40673"/>
                  <a:pt x="27608" y="40437"/>
                  <a:pt x="27623" y="40172"/>
                </a:cubicBezTo>
                <a:cubicBezTo>
                  <a:pt x="27667" y="39863"/>
                  <a:pt x="27682" y="39569"/>
                  <a:pt x="27696" y="39275"/>
                </a:cubicBezTo>
                <a:cubicBezTo>
                  <a:pt x="27726" y="39039"/>
                  <a:pt x="27755" y="38804"/>
                  <a:pt x="27755" y="38554"/>
                </a:cubicBezTo>
                <a:cubicBezTo>
                  <a:pt x="27799" y="38259"/>
                  <a:pt x="27829" y="37950"/>
                  <a:pt x="27844" y="37641"/>
                </a:cubicBezTo>
                <a:cubicBezTo>
                  <a:pt x="27888" y="37362"/>
                  <a:pt x="27917" y="37067"/>
                  <a:pt x="27947" y="36788"/>
                </a:cubicBezTo>
                <a:cubicBezTo>
                  <a:pt x="27991" y="36523"/>
                  <a:pt x="28035" y="36243"/>
                  <a:pt x="28050" y="35963"/>
                </a:cubicBezTo>
                <a:cubicBezTo>
                  <a:pt x="28108" y="35684"/>
                  <a:pt x="28138" y="35419"/>
                  <a:pt x="28182" y="35139"/>
                </a:cubicBezTo>
                <a:lnTo>
                  <a:pt x="28344" y="34315"/>
                </a:lnTo>
                <a:cubicBezTo>
                  <a:pt x="28418" y="34036"/>
                  <a:pt x="28476" y="33771"/>
                  <a:pt x="28535" y="33506"/>
                </a:cubicBezTo>
                <a:cubicBezTo>
                  <a:pt x="28609" y="33241"/>
                  <a:pt x="28682" y="32991"/>
                  <a:pt x="28727" y="32726"/>
                </a:cubicBezTo>
                <a:cubicBezTo>
                  <a:pt x="28844" y="32402"/>
                  <a:pt x="28947" y="32049"/>
                  <a:pt x="29021" y="31710"/>
                </a:cubicBezTo>
                <a:cubicBezTo>
                  <a:pt x="29315" y="30342"/>
                  <a:pt x="29359" y="28944"/>
                  <a:pt x="29124" y="27708"/>
                </a:cubicBezTo>
                <a:cubicBezTo>
                  <a:pt x="28844" y="26310"/>
                  <a:pt x="28241" y="25118"/>
                  <a:pt x="27314" y="24205"/>
                </a:cubicBezTo>
                <a:cubicBezTo>
                  <a:pt x="26019" y="22940"/>
                  <a:pt x="24223" y="22410"/>
                  <a:pt x="22502" y="21895"/>
                </a:cubicBezTo>
                <a:cubicBezTo>
                  <a:pt x="21133" y="21483"/>
                  <a:pt x="19735" y="21071"/>
                  <a:pt x="18557" y="20291"/>
                </a:cubicBezTo>
                <a:cubicBezTo>
                  <a:pt x="18837" y="19834"/>
                  <a:pt x="19073" y="19349"/>
                  <a:pt x="19279" y="18863"/>
                </a:cubicBezTo>
                <a:cubicBezTo>
                  <a:pt x="20559" y="15802"/>
                  <a:pt x="20147" y="12094"/>
                  <a:pt x="18204" y="9400"/>
                </a:cubicBezTo>
                <a:cubicBezTo>
                  <a:pt x="18175" y="9371"/>
                  <a:pt x="18131" y="9312"/>
                  <a:pt x="18116" y="9268"/>
                </a:cubicBezTo>
                <a:cubicBezTo>
                  <a:pt x="18087" y="9239"/>
                  <a:pt x="18072" y="9180"/>
                  <a:pt x="18028" y="9150"/>
                </a:cubicBezTo>
                <a:lnTo>
                  <a:pt x="17925" y="8974"/>
                </a:lnTo>
                <a:cubicBezTo>
                  <a:pt x="17895" y="8944"/>
                  <a:pt x="17881" y="8900"/>
                  <a:pt x="17836" y="8885"/>
                </a:cubicBezTo>
                <a:cubicBezTo>
                  <a:pt x="17792" y="8812"/>
                  <a:pt x="17733" y="8723"/>
                  <a:pt x="17675" y="8650"/>
                </a:cubicBezTo>
                <a:cubicBezTo>
                  <a:pt x="17675" y="8650"/>
                  <a:pt x="17675" y="8635"/>
                  <a:pt x="17660" y="8635"/>
                </a:cubicBezTo>
                <a:cubicBezTo>
                  <a:pt x="17586" y="8517"/>
                  <a:pt x="17513" y="8429"/>
                  <a:pt x="17439" y="8311"/>
                </a:cubicBezTo>
                <a:cubicBezTo>
                  <a:pt x="17365" y="8223"/>
                  <a:pt x="17307" y="8120"/>
                  <a:pt x="17233" y="8017"/>
                </a:cubicBezTo>
                <a:cubicBezTo>
                  <a:pt x="17159" y="7914"/>
                  <a:pt x="17086" y="7796"/>
                  <a:pt x="16998" y="7693"/>
                </a:cubicBezTo>
                <a:cubicBezTo>
                  <a:pt x="16939" y="7605"/>
                  <a:pt x="16865" y="7502"/>
                  <a:pt x="16792" y="7414"/>
                </a:cubicBezTo>
                <a:cubicBezTo>
                  <a:pt x="16718" y="7311"/>
                  <a:pt x="16644" y="7193"/>
                  <a:pt x="16571" y="7105"/>
                </a:cubicBezTo>
                <a:cubicBezTo>
                  <a:pt x="16497" y="7016"/>
                  <a:pt x="16453" y="6899"/>
                  <a:pt x="16379" y="6810"/>
                </a:cubicBezTo>
                <a:lnTo>
                  <a:pt x="16159" y="6472"/>
                </a:lnTo>
                <a:cubicBezTo>
                  <a:pt x="16085" y="6369"/>
                  <a:pt x="16012" y="6281"/>
                  <a:pt x="15938" y="6163"/>
                </a:cubicBezTo>
                <a:cubicBezTo>
                  <a:pt x="15864" y="6060"/>
                  <a:pt x="15806" y="5957"/>
                  <a:pt x="15732" y="5869"/>
                </a:cubicBezTo>
                <a:cubicBezTo>
                  <a:pt x="15673" y="5780"/>
                  <a:pt x="15599" y="5692"/>
                  <a:pt x="15526" y="5574"/>
                </a:cubicBezTo>
                <a:cubicBezTo>
                  <a:pt x="15452" y="5471"/>
                  <a:pt x="15379" y="5339"/>
                  <a:pt x="15290" y="5221"/>
                </a:cubicBezTo>
                <a:cubicBezTo>
                  <a:pt x="15217" y="5118"/>
                  <a:pt x="15158" y="5030"/>
                  <a:pt x="15084" y="4927"/>
                </a:cubicBezTo>
                <a:cubicBezTo>
                  <a:pt x="15026" y="4838"/>
                  <a:pt x="14952" y="4735"/>
                  <a:pt x="14878" y="4632"/>
                </a:cubicBezTo>
                <a:cubicBezTo>
                  <a:pt x="14805" y="4529"/>
                  <a:pt x="14761" y="4441"/>
                  <a:pt x="14687" y="4323"/>
                </a:cubicBezTo>
                <a:cubicBezTo>
                  <a:pt x="14613" y="4191"/>
                  <a:pt x="14510" y="4073"/>
                  <a:pt x="14437" y="3955"/>
                </a:cubicBezTo>
                <a:cubicBezTo>
                  <a:pt x="14393" y="3867"/>
                  <a:pt x="14334" y="3794"/>
                  <a:pt x="14275" y="3705"/>
                </a:cubicBezTo>
                <a:lnTo>
                  <a:pt x="14113" y="3426"/>
                </a:lnTo>
                <a:cubicBezTo>
                  <a:pt x="14040" y="3308"/>
                  <a:pt x="13966" y="3190"/>
                  <a:pt x="13892" y="3072"/>
                </a:cubicBezTo>
                <a:cubicBezTo>
                  <a:pt x="12872" y="1341"/>
                  <a:pt x="11030" y="1"/>
                  <a:pt x="9151" y="1"/>
                </a:cubicBezTo>
                <a:close/>
              </a:path>
            </a:pathLst>
          </a:custGeom>
          <a:gradFill>
            <a:gsLst>
              <a:gs pos="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1"/>
          <p:cNvSpPr/>
          <p:nvPr/>
        </p:nvSpPr>
        <p:spPr>
          <a:xfrm rot="3468536">
            <a:off x="6438118" y="1669092"/>
            <a:ext cx="1790010" cy="5872825"/>
          </a:xfrm>
          <a:custGeom>
            <a:rect b="b" l="l" r="r" t="t"/>
            <a:pathLst>
              <a:path extrusionOk="0" h="97052" w="29581">
                <a:moveTo>
                  <a:pt x="14658" y="4824"/>
                </a:moveTo>
                <a:cubicBezTo>
                  <a:pt x="14687" y="4838"/>
                  <a:pt x="14687" y="4853"/>
                  <a:pt x="14702" y="4883"/>
                </a:cubicBezTo>
                <a:lnTo>
                  <a:pt x="14702" y="4897"/>
                </a:lnTo>
                <a:cubicBezTo>
                  <a:pt x="14687" y="4883"/>
                  <a:pt x="14658" y="4883"/>
                  <a:pt x="14658" y="4853"/>
                </a:cubicBezTo>
                <a:lnTo>
                  <a:pt x="14658" y="4824"/>
                </a:lnTo>
                <a:close/>
                <a:moveTo>
                  <a:pt x="14716" y="5015"/>
                </a:moveTo>
                <a:lnTo>
                  <a:pt x="14775" y="5074"/>
                </a:lnTo>
                <a:cubicBezTo>
                  <a:pt x="14761" y="5059"/>
                  <a:pt x="14731" y="5044"/>
                  <a:pt x="14716" y="5044"/>
                </a:cubicBezTo>
                <a:lnTo>
                  <a:pt x="14716" y="5015"/>
                </a:lnTo>
                <a:close/>
                <a:moveTo>
                  <a:pt x="14761" y="5147"/>
                </a:moveTo>
                <a:lnTo>
                  <a:pt x="14805" y="5206"/>
                </a:lnTo>
                <a:lnTo>
                  <a:pt x="14805" y="5250"/>
                </a:lnTo>
                <a:lnTo>
                  <a:pt x="14761" y="5192"/>
                </a:lnTo>
                <a:lnTo>
                  <a:pt x="14761" y="5147"/>
                </a:lnTo>
                <a:close/>
                <a:moveTo>
                  <a:pt x="14923" y="5309"/>
                </a:moveTo>
                <a:cubicBezTo>
                  <a:pt x="14937" y="5324"/>
                  <a:pt x="14952" y="5339"/>
                  <a:pt x="14981" y="5353"/>
                </a:cubicBezTo>
                <a:lnTo>
                  <a:pt x="14981" y="5368"/>
                </a:lnTo>
                <a:cubicBezTo>
                  <a:pt x="14952" y="5353"/>
                  <a:pt x="14937" y="5353"/>
                  <a:pt x="14923" y="5339"/>
                </a:cubicBezTo>
                <a:lnTo>
                  <a:pt x="14923" y="5309"/>
                </a:lnTo>
                <a:close/>
                <a:moveTo>
                  <a:pt x="14789" y="5352"/>
                </a:moveTo>
                <a:cubicBezTo>
                  <a:pt x="14801" y="5364"/>
                  <a:pt x="14818" y="5377"/>
                  <a:pt x="14849" y="5398"/>
                </a:cubicBezTo>
                <a:cubicBezTo>
                  <a:pt x="14864" y="5412"/>
                  <a:pt x="14864" y="5427"/>
                  <a:pt x="14864" y="5427"/>
                </a:cubicBezTo>
                <a:cubicBezTo>
                  <a:pt x="14849" y="5412"/>
                  <a:pt x="14834" y="5398"/>
                  <a:pt x="14790" y="5368"/>
                </a:cubicBezTo>
                <a:cubicBezTo>
                  <a:pt x="14790" y="5363"/>
                  <a:pt x="14790" y="5357"/>
                  <a:pt x="14789" y="5352"/>
                </a:cubicBezTo>
                <a:close/>
                <a:moveTo>
                  <a:pt x="14981" y="5486"/>
                </a:moveTo>
                <a:lnTo>
                  <a:pt x="15026" y="5530"/>
                </a:lnTo>
                <a:lnTo>
                  <a:pt x="15026" y="5559"/>
                </a:lnTo>
                <a:cubicBezTo>
                  <a:pt x="15011" y="5545"/>
                  <a:pt x="14996" y="5515"/>
                  <a:pt x="14981" y="5515"/>
                </a:cubicBezTo>
                <a:lnTo>
                  <a:pt x="14981" y="5486"/>
                </a:lnTo>
                <a:close/>
                <a:moveTo>
                  <a:pt x="14848" y="5535"/>
                </a:moveTo>
                <a:cubicBezTo>
                  <a:pt x="14863" y="5552"/>
                  <a:pt x="14886" y="5563"/>
                  <a:pt x="14908" y="5574"/>
                </a:cubicBezTo>
                <a:cubicBezTo>
                  <a:pt x="14893" y="5574"/>
                  <a:pt x="14923" y="5589"/>
                  <a:pt x="14923" y="5618"/>
                </a:cubicBezTo>
                <a:cubicBezTo>
                  <a:pt x="14908" y="5589"/>
                  <a:pt x="14864" y="5574"/>
                  <a:pt x="14849" y="5559"/>
                </a:cubicBezTo>
                <a:cubicBezTo>
                  <a:pt x="14849" y="5553"/>
                  <a:pt x="14849" y="5543"/>
                  <a:pt x="14848" y="5535"/>
                </a:cubicBezTo>
                <a:close/>
                <a:moveTo>
                  <a:pt x="15143" y="5633"/>
                </a:moveTo>
                <a:cubicBezTo>
                  <a:pt x="15158" y="5648"/>
                  <a:pt x="15173" y="5662"/>
                  <a:pt x="15202" y="5662"/>
                </a:cubicBezTo>
                <a:lnTo>
                  <a:pt x="15202" y="5692"/>
                </a:lnTo>
                <a:cubicBezTo>
                  <a:pt x="15173" y="5662"/>
                  <a:pt x="15158" y="5662"/>
                  <a:pt x="15143" y="5648"/>
                </a:cubicBezTo>
                <a:lnTo>
                  <a:pt x="15143" y="5633"/>
                </a:lnTo>
                <a:close/>
                <a:moveTo>
                  <a:pt x="15008" y="5661"/>
                </a:moveTo>
                <a:cubicBezTo>
                  <a:pt x="15020" y="5676"/>
                  <a:pt x="15037" y="5696"/>
                  <a:pt x="15070" y="5707"/>
                </a:cubicBezTo>
                <a:cubicBezTo>
                  <a:pt x="15084" y="5707"/>
                  <a:pt x="15084" y="5721"/>
                  <a:pt x="15084" y="5736"/>
                </a:cubicBezTo>
                <a:cubicBezTo>
                  <a:pt x="15070" y="5721"/>
                  <a:pt x="15040" y="5707"/>
                  <a:pt x="15011" y="5692"/>
                </a:cubicBezTo>
                <a:cubicBezTo>
                  <a:pt x="15011" y="5674"/>
                  <a:pt x="15011" y="5667"/>
                  <a:pt x="15008" y="5661"/>
                </a:cubicBezTo>
                <a:close/>
                <a:moveTo>
                  <a:pt x="14864" y="5663"/>
                </a:moveTo>
                <a:cubicBezTo>
                  <a:pt x="14878" y="5692"/>
                  <a:pt x="14923" y="5707"/>
                  <a:pt x="14937" y="5721"/>
                </a:cubicBezTo>
                <a:cubicBezTo>
                  <a:pt x="14952" y="5736"/>
                  <a:pt x="14952" y="5766"/>
                  <a:pt x="14952" y="5780"/>
                </a:cubicBezTo>
                <a:cubicBezTo>
                  <a:pt x="14937" y="5766"/>
                  <a:pt x="14908" y="5736"/>
                  <a:pt x="14878" y="5721"/>
                </a:cubicBezTo>
                <a:cubicBezTo>
                  <a:pt x="14878" y="5707"/>
                  <a:pt x="14878" y="5692"/>
                  <a:pt x="14864" y="5663"/>
                </a:cubicBezTo>
                <a:close/>
                <a:moveTo>
                  <a:pt x="15202" y="5810"/>
                </a:moveTo>
                <a:lnTo>
                  <a:pt x="15246" y="5869"/>
                </a:lnTo>
                <a:cubicBezTo>
                  <a:pt x="15232" y="5854"/>
                  <a:pt x="15217" y="5839"/>
                  <a:pt x="15202" y="5839"/>
                </a:cubicBezTo>
                <a:lnTo>
                  <a:pt x="15202" y="5810"/>
                </a:lnTo>
                <a:close/>
                <a:moveTo>
                  <a:pt x="15055" y="5795"/>
                </a:moveTo>
                <a:cubicBezTo>
                  <a:pt x="15070" y="5810"/>
                  <a:pt x="15099" y="5839"/>
                  <a:pt x="15129" y="5854"/>
                </a:cubicBezTo>
                <a:cubicBezTo>
                  <a:pt x="15129" y="5883"/>
                  <a:pt x="15129" y="5883"/>
                  <a:pt x="15143" y="5913"/>
                </a:cubicBezTo>
                <a:cubicBezTo>
                  <a:pt x="15129" y="5883"/>
                  <a:pt x="15084" y="5869"/>
                  <a:pt x="15070" y="5854"/>
                </a:cubicBezTo>
                <a:cubicBezTo>
                  <a:pt x="15070" y="5839"/>
                  <a:pt x="15070" y="5810"/>
                  <a:pt x="15055" y="5795"/>
                </a:cubicBezTo>
                <a:close/>
                <a:moveTo>
                  <a:pt x="14893" y="5854"/>
                </a:moveTo>
                <a:cubicBezTo>
                  <a:pt x="14937" y="5869"/>
                  <a:pt x="14952" y="5883"/>
                  <a:pt x="14996" y="5913"/>
                </a:cubicBezTo>
                <a:lnTo>
                  <a:pt x="14996" y="5942"/>
                </a:lnTo>
                <a:cubicBezTo>
                  <a:pt x="14952" y="5927"/>
                  <a:pt x="14937" y="5913"/>
                  <a:pt x="14893" y="5883"/>
                </a:cubicBezTo>
                <a:lnTo>
                  <a:pt x="14893" y="5854"/>
                </a:lnTo>
                <a:close/>
                <a:moveTo>
                  <a:pt x="15231" y="5958"/>
                </a:moveTo>
                <a:cubicBezTo>
                  <a:pt x="15243" y="5973"/>
                  <a:pt x="15259" y="5991"/>
                  <a:pt x="15290" y="6001"/>
                </a:cubicBezTo>
                <a:cubicBezTo>
                  <a:pt x="15290" y="6016"/>
                  <a:pt x="15305" y="6030"/>
                  <a:pt x="15305" y="6030"/>
                </a:cubicBezTo>
                <a:cubicBezTo>
                  <a:pt x="15290" y="6016"/>
                  <a:pt x="15261" y="6001"/>
                  <a:pt x="15232" y="5986"/>
                </a:cubicBezTo>
                <a:cubicBezTo>
                  <a:pt x="15232" y="5975"/>
                  <a:pt x="15232" y="5965"/>
                  <a:pt x="15231" y="5958"/>
                </a:cubicBezTo>
                <a:close/>
                <a:moveTo>
                  <a:pt x="15099" y="5986"/>
                </a:moveTo>
                <a:cubicBezTo>
                  <a:pt x="15114" y="6001"/>
                  <a:pt x="15158" y="6016"/>
                  <a:pt x="15173" y="6030"/>
                </a:cubicBezTo>
                <a:lnTo>
                  <a:pt x="15173" y="6075"/>
                </a:lnTo>
                <a:cubicBezTo>
                  <a:pt x="15158" y="6060"/>
                  <a:pt x="15129" y="6030"/>
                  <a:pt x="15099" y="6016"/>
                </a:cubicBezTo>
                <a:lnTo>
                  <a:pt x="15099" y="5986"/>
                </a:lnTo>
                <a:close/>
                <a:moveTo>
                  <a:pt x="14937" y="6001"/>
                </a:moveTo>
                <a:lnTo>
                  <a:pt x="14937" y="6001"/>
                </a:lnTo>
                <a:cubicBezTo>
                  <a:pt x="14981" y="6016"/>
                  <a:pt x="14996" y="6030"/>
                  <a:pt x="15026" y="6075"/>
                </a:cubicBezTo>
                <a:cubicBezTo>
                  <a:pt x="15026" y="6089"/>
                  <a:pt x="15040" y="6133"/>
                  <a:pt x="15040" y="6148"/>
                </a:cubicBezTo>
                <a:cubicBezTo>
                  <a:pt x="15011" y="6133"/>
                  <a:pt x="14996" y="6104"/>
                  <a:pt x="14952" y="6089"/>
                </a:cubicBezTo>
                <a:cubicBezTo>
                  <a:pt x="14937" y="6045"/>
                  <a:pt x="14937" y="6030"/>
                  <a:pt x="14937" y="6001"/>
                </a:cubicBezTo>
                <a:close/>
                <a:moveTo>
                  <a:pt x="15408" y="6104"/>
                </a:moveTo>
                <a:lnTo>
                  <a:pt x="15452" y="6148"/>
                </a:lnTo>
                <a:cubicBezTo>
                  <a:pt x="15452" y="6163"/>
                  <a:pt x="15452" y="6163"/>
                  <a:pt x="15467" y="6178"/>
                </a:cubicBezTo>
                <a:cubicBezTo>
                  <a:pt x="15452" y="6163"/>
                  <a:pt x="15438" y="6148"/>
                  <a:pt x="15408" y="6148"/>
                </a:cubicBezTo>
                <a:lnTo>
                  <a:pt x="15408" y="6104"/>
                </a:lnTo>
                <a:close/>
                <a:moveTo>
                  <a:pt x="15261" y="6104"/>
                </a:moveTo>
                <a:cubicBezTo>
                  <a:pt x="15290" y="6133"/>
                  <a:pt x="15320" y="6148"/>
                  <a:pt x="15349" y="6163"/>
                </a:cubicBezTo>
                <a:lnTo>
                  <a:pt x="15349" y="6207"/>
                </a:lnTo>
                <a:cubicBezTo>
                  <a:pt x="15320" y="6178"/>
                  <a:pt x="15290" y="6163"/>
                  <a:pt x="15261" y="6148"/>
                </a:cubicBezTo>
                <a:lnTo>
                  <a:pt x="15261" y="6104"/>
                </a:lnTo>
                <a:close/>
                <a:moveTo>
                  <a:pt x="15099" y="6148"/>
                </a:moveTo>
                <a:cubicBezTo>
                  <a:pt x="15143" y="6163"/>
                  <a:pt x="15158" y="6178"/>
                  <a:pt x="15202" y="6192"/>
                </a:cubicBezTo>
                <a:cubicBezTo>
                  <a:pt x="15217" y="6222"/>
                  <a:pt x="15217" y="6236"/>
                  <a:pt x="15217" y="6281"/>
                </a:cubicBezTo>
                <a:cubicBezTo>
                  <a:pt x="15173" y="6251"/>
                  <a:pt x="15158" y="6236"/>
                  <a:pt x="15129" y="6222"/>
                </a:cubicBezTo>
                <a:cubicBezTo>
                  <a:pt x="15129" y="6207"/>
                  <a:pt x="15129" y="6163"/>
                  <a:pt x="15099" y="6148"/>
                </a:cubicBezTo>
                <a:close/>
                <a:moveTo>
                  <a:pt x="15585" y="6236"/>
                </a:moveTo>
                <a:cubicBezTo>
                  <a:pt x="15585" y="6251"/>
                  <a:pt x="15599" y="6251"/>
                  <a:pt x="15614" y="6281"/>
                </a:cubicBezTo>
                <a:lnTo>
                  <a:pt x="15614" y="6295"/>
                </a:lnTo>
                <a:cubicBezTo>
                  <a:pt x="15599" y="6281"/>
                  <a:pt x="15585" y="6281"/>
                  <a:pt x="15585" y="6251"/>
                </a:cubicBezTo>
                <a:lnTo>
                  <a:pt x="15585" y="6236"/>
                </a:lnTo>
                <a:close/>
                <a:moveTo>
                  <a:pt x="14952" y="6178"/>
                </a:moveTo>
                <a:lnTo>
                  <a:pt x="14952" y="6178"/>
                </a:lnTo>
                <a:cubicBezTo>
                  <a:pt x="14996" y="6192"/>
                  <a:pt x="15026" y="6222"/>
                  <a:pt x="15055" y="6251"/>
                </a:cubicBezTo>
                <a:cubicBezTo>
                  <a:pt x="15055" y="6281"/>
                  <a:pt x="15070" y="6310"/>
                  <a:pt x="15070" y="6325"/>
                </a:cubicBezTo>
                <a:cubicBezTo>
                  <a:pt x="15026" y="6310"/>
                  <a:pt x="14996" y="6295"/>
                  <a:pt x="14981" y="6251"/>
                </a:cubicBezTo>
                <a:cubicBezTo>
                  <a:pt x="14981" y="6236"/>
                  <a:pt x="14981" y="6222"/>
                  <a:pt x="14952" y="6178"/>
                </a:cubicBezTo>
                <a:close/>
                <a:moveTo>
                  <a:pt x="15452" y="6251"/>
                </a:moveTo>
                <a:cubicBezTo>
                  <a:pt x="15467" y="6281"/>
                  <a:pt x="15496" y="6295"/>
                  <a:pt x="15511" y="6325"/>
                </a:cubicBezTo>
                <a:lnTo>
                  <a:pt x="15452" y="6281"/>
                </a:lnTo>
                <a:lnTo>
                  <a:pt x="15452" y="6251"/>
                </a:lnTo>
                <a:close/>
                <a:moveTo>
                  <a:pt x="15305" y="6281"/>
                </a:moveTo>
                <a:cubicBezTo>
                  <a:pt x="15320" y="6295"/>
                  <a:pt x="15364" y="6310"/>
                  <a:pt x="15379" y="6325"/>
                </a:cubicBezTo>
                <a:cubicBezTo>
                  <a:pt x="15379" y="6354"/>
                  <a:pt x="15393" y="6369"/>
                  <a:pt x="15393" y="6384"/>
                </a:cubicBezTo>
                <a:cubicBezTo>
                  <a:pt x="15379" y="6369"/>
                  <a:pt x="15349" y="6354"/>
                  <a:pt x="15320" y="6325"/>
                </a:cubicBezTo>
                <a:cubicBezTo>
                  <a:pt x="15320" y="6310"/>
                  <a:pt x="15320" y="6295"/>
                  <a:pt x="15305" y="6281"/>
                </a:cubicBezTo>
                <a:close/>
                <a:moveTo>
                  <a:pt x="15158" y="6310"/>
                </a:moveTo>
                <a:lnTo>
                  <a:pt x="15158" y="6310"/>
                </a:lnTo>
                <a:cubicBezTo>
                  <a:pt x="15202" y="6325"/>
                  <a:pt x="15217" y="6354"/>
                  <a:pt x="15246" y="6369"/>
                </a:cubicBezTo>
                <a:cubicBezTo>
                  <a:pt x="15246" y="6384"/>
                  <a:pt x="15261" y="6413"/>
                  <a:pt x="15261" y="6442"/>
                </a:cubicBezTo>
                <a:cubicBezTo>
                  <a:pt x="15232" y="6428"/>
                  <a:pt x="15217" y="6398"/>
                  <a:pt x="15173" y="6384"/>
                </a:cubicBezTo>
                <a:cubicBezTo>
                  <a:pt x="15158" y="6369"/>
                  <a:pt x="15158" y="6354"/>
                  <a:pt x="15158" y="6310"/>
                </a:cubicBezTo>
                <a:close/>
                <a:moveTo>
                  <a:pt x="14996" y="6369"/>
                </a:moveTo>
                <a:cubicBezTo>
                  <a:pt x="15026" y="6384"/>
                  <a:pt x="15070" y="6398"/>
                  <a:pt x="15099" y="6442"/>
                </a:cubicBezTo>
                <a:cubicBezTo>
                  <a:pt x="15099" y="6457"/>
                  <a:pt x="15099" y="6472"/>
                  <a:pt x="15114" y="6501"/>
                </a:cubicBezTo>
                <a:cubicBezTo>
                  <a:pt x="15084" y="6472"/>
                  <a:pt x="15040" y="6457"/>
                  <a:pt x="15011" y="6413"/>
                </a:cubicBezTo>
                <a:cubicBezTo>
                  <a:pt x="14996" y="6398"/>
                  <a:pt x="14996" y="6384"/>
                  <a:pt x="14996" y="6369"/>
                </a:cubicBezTo>
                <a:close/>
                <a:moveTo>
                  <a:pt x="15467" y="6398"/>
                </a:moveTo>
                <a:cubicBezTo>
                  <a:pt x="15496" y="6413"/>
                  <a:pt x="15511" y="6442"/>
                  <a:pt x="15541" y="6457"/>
                </a:cubicBezTo>
                <a:cubicBezTo>
                  <a:pt x="15570" y="6472"/>
                  <a:pt x="15570" y="6501"/>
                  <a:pt x="15570" y="6516"/>
                </a:cubicBezTo>
                <a:cubicBezTo>
                  <a:pt x="15541" y="6501"/>
                  <a:pt x="15511" y="6472"/>
                  <a:pt x="15496" y="6457"/>
                </a:cubicBezTo>
                <a:cubicBezTo>
                  <a:pt x="15496" y="6442"/>
                  <a:pt x="15496" y="6413"/>
                  <a:pt x="15467" y="6398"/>
                </a:cubicBezTo>
                <a:close/>
                <a:moveTo>
                  <a:pt x="15349" y="6457"/>
                </a:moveTo>
                <a:lnTo>
                  <a:pt x="15349" y="6457"/>
                </a:lnTo>
                <a:cubicBezTo>
                  <a:pt x="15379" y="6472"/>
                  <a:pt x="15393" y="6501"/>
                  <a:pt x="15438" y="6516"/>
                </a:cubicBezTo>
                <a:cubicBezTo>
                  <a:pt x="15438" y="6531"/>
                  <a:pt x="15438" y="6545"/>
                  <a:pt x="15452" y="6590"/>
                </a:cubicBezTo>
                <a:cubicBezTo>
                  <a:pt x="15408" y="6575"/>
                  <a:pt x="15393" y="6545"/>
                  <a:pt x="15364" y="6531"/>
                </a:cubicBezTo>
                <a:cubicBezTo>
                  <a:pt x="15364" y="6516"/>
                  <a:pt x="15349" y="6472"/>
                  <a:pt x="15349" y="6457"/>
                </a:cubicBezTo>
                <a:close/>
                <a:moveTo>
                  <a:pt x="15202" y="6501"/>
                </a:moveTo>
                <a:cubicBezTo>
                  <a:pt x="15232" y="6516"/>
                  <a:pt x="15276" y="6531"/>
                  <a:pt x="15290" y="6575"/>
                </a:cubicBezTo>
                <a:cubicBezTo>
                  <a:pt x="15290" y="6590"/>
                  <a:pt x="15290" y="6604"/>
                  <a:pt x="15305" y="6619"/>
                </a:cubicBezTo>
                <a:cubicBezTo>
                  <a:pt x="15261" y="6604"/>
                  <a:pt x="15232" y="6590"/>
                  <a:pt x="15217" y="6575"/>
                </a:cubicBezTo>
                <a:cubicBezTo>
                  <a:pt x="15202" y="6531"/>
                  <a:pt x="15202" y="6516"/>
                  <a:pt x="15202" y="6501"/>
                </a:cubicBezTo>
                <a:close/>
                <a:moveTo>
                  <a:pt x="15658" y="6531"/>
                </a:moveTo>
                <a:lnTo>
                  <a:pt x="15717" y="6590"/>
                </a:lnTo>
                <a:cubicBezTo>
                  <a:pt x="15732" y="6619"/>
                  <a:pt x="15732" y="6619"/>
                  <a:pt x="15732" y="6648"/>
                </a:cubicBezTo>
                <a:lnTo>
                  <a:pt x="15673" y="6590"/>
                </a:lnTo>
                <a:cubicBezTo>
                  <a:pt x="15673" y="6575"/>
                  <a:pt x="15673" y="6546"/>
                  <a:pt x="15658" y="6531"/>
                </a:cubicBezTo>
                <a:close/>
                <a:moveTo>
                  <a:pt x="15526" y="6604"/>
                </a:moveTo>
                <a:cubicBezTo>
                  <a:pt x="15541" y="6619"/>
                  <a:pt x="15585" y="6648"/>
                  <a:pt x="15599" y="6663"/>
                </a:cubicBezTo>
                <a:cubicBezTo>
                  <a:pt x="15614" y="6663"/>
                  <a:pt x="15614" y="6678"/>
                  <a:pt x="15614" y="6722"/>
                </a:cubicBezTo>
                <a:cubicBezTo>
                  <a:pt x="15599" y="6693"/>
                  <a:pt x="15570" y="6678"/>
                  <a:pt x="15541" y="6663"/>
                </a:cubicBezTo>
                <a:cubicBezTo>
                  <a:pt x="15541" y="6648"/>
                  <a:pt x="15526" y="6619"/>
                  <a:pt x="15526" y="6604"/>
                </a:cubicBezTo>
                <a:close/>
                <a:moveTo>
                  <a:pt x="15393" y="6648"/>
                </a:moveTo>
                <a:cubicBezTo>
                  <a:pt x="15438" y="6663"/>
                  <a:pt x="15452" y="6678"/>
                  <a:pt x="15496" y="6693"/>
                </a:cubicBezTo>
                <a:cubicBezTo>
                  <a:pt x="15481" y="6708"/>
                  <a:pt x="15473" y="6720"/>
                  <a:pt x="15474" y="6727"/>
                </a:cubicBezTo>
                <a:lnTo>
                  <a:pt x="15474" y="6727"/>
                </a:lnTo>
                <a:cubicBezTo>
                  <a:pt x="15446" y="6712"/>
                  <a:pt x="15429" y="6690"/>
                  <a:pt x="15393" y="6678"/>
                </a:cubicBezTo>
                <a:lnTo>
                  <a:pt x="15393" y="6648"/>
                </a:lnTo>
                <a:close/>
                <a:moveTo>
                  <a:pt x="15836" y="6693"/>
                </a:moveTo>
                <a:cubicBezTo>
                  <a:pt x="15865" y="6722"/>
                  <a:pt x="15879" y="6737"/>
                  <a:pt x="15894" y="6737"/>
                </a:cubicBezTo>
                <a:cubicBezTo>
                  <a:pt x="15894" y="6752"/>
                  <a:pt x="15894" y="6752"/>
                  <a:pt x="15909" y="6766"/>
                </a:cubicBezTo>
                <a:cubicBezTo>
                  <a:pt x="15894" y="6752"/>
                  <a:pt x="15879" y="6737"/>
                  <a:pt x="15864" y="6737"/>
                </a:cubicBezTo>
                <a:cubicBezTo>
                  <a:pt x="15864" y="6722"/>
                  <a:pt x="15864" y="6722"/>
                  <a:pt x="15836" y="6693"/>
                </a:cubicBezTo>
                <a:close/>
                <a:moveTo>
                  <a:pt x="15688" y="6737"/>
                </a:moveTo>
                <a:lnTo>
                  <a:pt x="15688" y="6737"/>
                </a:lnTo>
                <a:cubicBezTo>
                  <a:pt x="15717" y="6752"/>
                  <a:pt x="15732" y="6766"/>
                  <a:pt x="15761" y="6796"/>
                </a:cubicBezTo>
                <a:cubicBezTo>
                  <a:pt x="15791" y="6810"/>
                  <a:pt x="15791" y="6825"/>
                  <a:pt x="15791" y="6840"/>
                </a:cubicBezTo>
                <a:cubicBezTo>
                  <a:pt x="15761" y="6825"/>
                  <a:pt x="15747" y="6810"/>
                  <a:pt x="15717" y="6796"/>
                </a:cubicBezTo>
                <a:cubicBezTo>
                  <a:pt x="15717" y="6766"/>
                  <a:pt x="15688" y="6752"/>
                  <a:pt x="15688" y="6737"/>
                </a:cubicBezTo>
                <a:close/>
                <a:moveTo>
                  <a:pt x="15585" y="6766"/>
                </a:moveTo>
                <a:cubicBezTo>
                  <a:pt x="15614" y="6781"/>
                  <a:pt x="15629" y="6810"/>
                  <a:pt x="15658" y="6825"/>
                </a:cubicBezTo>
                <a:lnTo>
                  <a:pt x="15658" y="6869"/>
                </a:lnTo>
                <a:cubicBezTo>
                  <a:pt x="15644" y="6840"/>
                  <a:pt x="15599" y="6825"/>
                  <a:pt x="15585" y="6810"/>
                </a:cubicBezTo>
                <a:lnTo>
                  <a:pt x="15585" y="6766"/>
                </a:lnTo>
                <a:close/>
                <a:moveTo>
                  <a:pt x="15997" y="6825"/>
                </a:moveTo>
                <a:cubicBezTo>
                  <a:pt x="16026" y="6869"/>
                  <a:pt x="16026" y="6869"/>
                  <a:pt x="16041" y="6884"/>
                </a:cubicBezTo>
                <a:lnTo>
                  <a:pt x="16041" y="6899"/>
                </a:lnTo>
                <a:lnTo>
                  <a:pt x="15997" y="6855"/>
                </a:lnTo>
                <a:lnTo>
                  <a:pt x="15997" y="6825"/>
                </a:lnTo>
                <a:close/>
                <a:moveTo>
                  <a:pt x="15892" y="6879"/>
                </a:moveTo>
                <a:lnTo>
                  <a:pt x="15938" y="6913"/>
                </a:lnTo>
                <a:cubicBezTo>
                  <a:pt x="15953" y="6943"/>
                  <a:pt x="15953" y="6958"/>
                  <a:pt x="15953" y="6958"/>
                </a:cubicBezTo>
                <a:lnTo>
                  <a:pt x="15894" y="6899"/>
                </a:lnTo>
                <a:cubicBezTo>
                  <a:pt x="15894" y="6892"/>
                  <a:pt x="15894" y="6884"/>
                  <a:pt x="15892" y="6879"/>
                </a:cubicBezTo>
                <a:close/>
                <a:moveTo>
                  <a:pt x="15761" y="6899"/>
                </a:moveTo>
                <a:cubicBezTo>
                  <a:pt x="15776" y="6913"/>
                  <a:pt x="15820" y="6943"/>
                  <a:pt x="15835" y="6958"/>
                </a:cubicBezTo>
                <a:cubicBezTo>
                  <a:pt x="15820" y="6972"/>
                  <a:pt x="15835" y="6987"/>
                  <a:pt x="15835" y="6987"/>
                </a:cubicBezTo>
                <a:cubicBezTo>
                  <a:pt x="15820" y="6972"/>
                  <a:pt x="15791" y="6958"/>
                  <a:pt x="15761" y="6943"/>
                </a:cubicBezTo>
                <a:lnTo>
                  <a:pt x="15761" y="6899"/>
                </a:lnTo>
                <a:close/>
                <a:moveTo>
                  <a:pt x="16041" y="7016"/>
                </a:moveTo>
                <a:cubicBezTo>
                  <a:pt x="16056" y="7031"/>
                  <a:pt x="16085" y="7031"/>
                  <a:pt x="16085" y="7046"/>
                </a:cubicBezTo>
                <a:cubicBezTo>
                  <a:pt x="16115" y="7061"/>
                  <a:pt x="16115" y="7090"/>
                  <a:pt x="16115" y="7090"/>
                </a:cubicBezTo>
                <a:cubicBezTo>
                  <a:pt x="16100" y="7061"/>
                  <a:pt x="16085" y="7061"/>
                  <a:pt x="16056" y="7046"/>
                </a:cubicBezTo>
                <a:cubicBezTo>
                  <a:pt x="16056" y="7031"/>
                  <a:pt x="16056" y="7031"/>
                  <a:pt x="16041" y="7016"/>
                </a:cubicBezTo>
                <a:close/>
                <a:moveTo>
                  <a:pt x="15923" y="7046"/>
                </a:moveTo>
                <a:cubicBezTo>
                  <a:pt x="15953" y="7061"/>
                  <a:pt x="15967" y="7090"/>
                  <a:pt x="15997" y="7105"/>
                </a:cubicBezTo>
                <a:lnTo>
                  <a:pt x="15997" y="7119"/>
                </a:lnTo>
                <a:cubicBezTo>
                  <a:pt x="15982" y="7105"/>
                  <a:pt x="15967" y="7090"/>
                  <a:pt x="15923" y="7061"/>
                </a:cubicBezTo>
                <a:lnTo>
                  <a:pt x="15923" y="7046"/>
                </a:lnTo>
                <a:close/>
                <a:moveTo>
                  <a:pt x="16232" y="7149"/>
                </a:moveTo>
                <a:lnTo>
                  <a:pt x="16262" y="7193"/>
                </a:lnTo>
                <a:lnTo>
                  <a:pt x="16262" y="7208"/>
                </a:lnTo>
                <a:cubicBezTo>
                  <a:pt x="16247" y="7193"/>
                  <a:pt x="16232" y="7193"/>
                  <a:pt x="16232" y="7178"/>
                </a:cubicBezTo>
                <a:lnTo>
                  <a:pt x="16232" y="7149"/>
                </a:lnTo>
                <a:close/>
                <a:moveTo>
                  <a:pt x="16115" y="7193"/>
                </a:moveTo>
                <a:cubicBezTo>
                  <a:pt x="16129" y="7208"/>
                  <a:pt x="16159" y="7208"/>
                  <a:pt x="16173" y="7252"/>
                </a:cubicBezTo>
                <a:cubicBezTo>
                  <a:pt x="16159" y="7237"/>
                  <a:pt x="16129" y="7208"/>
                  <a:pt x="16115" y="7208"/>
                </a:cubicBezTo>
                <a:lnTo>
                  <a:pt x="16115" y="7193"/>
                </a:lnTo>
                <a:close/>
                <a:moveTo>
                  <a:pt x="15011" y="6531"/>
                </a:moveTo>
                <a:lnTo>
                  <a:pt x="15011" y="6531"/>
                </a:lnTo>
                <a:cubicBezTo>
                  <a:pt x="15055" y="6545"/>
                  <a:pt x="15084" y="6590"/>
                  <a:pt x="15129" y="6604"/>
                </a:cubicBezTo>
                <a:cubicBezTo>
                  <a:pt x="15379" y="8120"/>
                  <a:pt x="15364" y="9695"/>
                  <a:pt x="15349" y="11240"/>
                </a:cubicBezTo>
                <a:lnTo>
                  <a:pt x="15349" y="12476"/>
                </a:lnTo>
                <a:cubicBezTo>
                  <a:pt x="15349" y="13168"/>
                  <a:pt x="15364" y="13977"/>
                  <a:pt x="15467" y="14787"/>
                </a:cubicBezTo>
                <a:cubicBezTo>
                  <a:pt x="15320" y="14007"/>
                  <a:pt x="15246" y="13124"/>
                  <a:pt x="15232" y="12167"/>
                </a:cubicBezTo>
                <a:cubicBezTo>
                  <a:pt x="15217" y="11623"/>
                  <a:pt x="15217" y="11093"/>
                  <a:pt x="15217" y="10578"/>
                </a:cubicBezTo>
                <a:cubicBezTo>
                  <a:pt x="15217" y="9239"/>
                  <a:pt x="15217" y="7870"/>
                  <a:pt x="15011" y="6531"/>
                </a:cubicBezTo>
                <a:close/>
                <a:moveTo>
                  <a:pt x="15232" y="6678"/>
                </a:moveTo>
                <a:lnTo>
                  <a:pt x="15232" y="6678"/>
                </a:lnTo>
                <a:cubicBezTo>
                  <a:pt x="15246" y="6678"/>
                  <a:pt x="15290" y="6722"/>
                  <a:pt x="15320" y="6737"/>
                </a:cubicBezTo>
                <a:cubicBezTo>
                  <a:pt x="15644" y="8429"/>
                  <a:pt x="15599" y="10225"/>
                  <a:pt x="15570" y="11976"/>
                </a:cubicBezTo>
                <a:cubicBezTo>
                  <a:pt x="15570" y="12255"/>
                  <a:pt x="15541" y="12535"/>
                  <a:pt x="15541" y="12800"/>
                </a:cubicBezTo>
                <a:cubicBezTo>
                  <a:pt x="15526" y="13609"/>
                  <a:pt x="15541" y="14492"/>
                  <a:pt x="15644" y="15405"/>
                </a:cubicBezTo>
                <a:cubicBezTo>
                  <a:pt x="15467" y="14375"/>
                  <a:pt x="15438" y="13359"/>
                  <a:pt x="15438" y="12491"/>
                </a:cubicBezTo>
                <a:lnTo>
                  <a:pt x="15438" y="11255"/>
                </a:lnTo>
                <a:cubicBezTo>
                  <a:pt x="15452" y="9739"/>
                  <a:pt x="15452" y="8164"/>
                  <a:pt x="15232" y="6678"/>
                </a:cubicBezTo>
                <a:close/>
                <a:moveTo>
                  <a:pt x="15408" y="6810"/>
                </a:moveTo>
                <a:cubicBezTo>
                  <a:pt x="15438" y="6810"/>
                  <a:pt x="15467" y="6840"/>
                  <a:pt x="15511" y="6869"/>
                </a:cubicBezTo>
                <a:cubicBezTo>
                  <a:pt x="15894" y="8753"/>
                  <a:pt x="15820" y="10769"/>
                  <a:pt x="15747" y="12726"/>
                </a:cubicBezTo>
                <a:lnTo>
                  <a:pt x="15732" y="13124"/>
                </a:lnTo>
                <a:cubicBezTo>
                  <a:pt x="15688" y="14021"/>
                  <a:pt x="15688" y="15007"/>
                  <a:pt x="15791" y="16008"/>
                </a:cubicBezTo>
                <a:cubicBezTo>
                  <a:pt x="15614" y="14904"/>
                  <a:pt x="15599" y="13801"/>
                  <a:pt x="15614" y="12800"/>
                </a:cubicBezTo>
                <a:cubicBezTo>
                  <a:pt x="15614" y="12535"/>
                  <a:pt x="15629" y="12255"/>
                  <a:pt x="15629" y="11976"/>
                </a:cubicBezTo>
                <a:cubicBezTo>
                  <a:pt x="15673" y="10254"/>
                  <a:pt x="15717" y="8488"/>
                  <a:pt x="15408" y="6810"/>
                </a:cubicBezTo>
                <a:close/>
                <a:moveTo>
                  <a:pt x="15599" y="6913"/>
                </a:moveTo>
                <a:cubicBezTo>
                  <a:pt x="15644" y="6928"/>
                  <a:pt x="15658" y="6958"/>
                  <a:pt x="15688" y="6972"/>
                </a:cubicBezTo>
                <a:cubicBezTo>
                  <a:pt x="16173" y="9091"/>
                  <a:pt x="16041" y="11358"/>
                  <a:pt x="15938" y="13418"/>
                </a:cubicBezTo>
                <a:cubicBezTo>
                  <a:pt x="15879" y="14375"/>
                  <a:pt x="15835" y="15361"/>
                  <a:pt x="15909" y="16332"/>
                </a:cubicBezTo>
                <a:cubicBezTo>
                  <a:pt x="15791" y="15228"/>
                  <a:pt x="15791" y="14110"/>
                  <a:pt x="15820" y="13080"/>
                </a:cubicBezTo>
                <a:lnTo>
                  <a:pt x="15835" y="12697"/>
                </a:lnTo>
                <a:cubicBezTo>
                  <a:pt x="15894" y="10799"/>
                  <a:pt x="15967" y="8797"/>
                  <a:pt x="15599" y="6913"/>
                </a:cubicBezTo>
                <a:close/>
                <a:moveTo>
                  <a:pt x="15791" y="7061"/>
                </a:moveTo>
                <a:cubicBezTo>
                  <a:pt x="15806" y="7075"/>
                  <a:pt x="15835" y="7105"/>
                  <a:pt x="15864" y="7119"/>
                </a:cubicBezTo>
                <a:cubicBezTo>
                  <a:pt x="16394" y="9239"/>
                  <a:pt x="16276" y="11534"/>
                  <a:pt x="16100" y="13742"/>
                </a:cubicBezTo>
                <a:cubicBezTo>
                  <a:pt x="16026" y="14698"/>
                  <a:pt x="15953" y="15728"/>
                  <a:pt x="15982" y="16729"/>
                </a:cubicBezTo>
                <a:cubicBezTo>
                  <a:pt x="15894" y="15640"/>
                  <a:pt x="15909" y="14492"/>
                  <a:pt x="15982" y="13433"/>
                </a:cubicBezTo>
                <a:cubicBezTo>
                  <a:pt x="16115" y="11402"/>
                  <a:pt x="16247" y="9165"/>
                  <a:pt x="15791" y="7061"/>
                </a:cubicBezTo>
                <a:close/>
                <a:moveTo>
                  <a:pt x="15967" y="7193"/>
                </a:moveTo>
                <a:cubicBezTo>
                  <a:pt x="15982" y="7208"/>
                  <a:pt x="16026" y="7237"/>
                  <a:pt x="16041" y="7252"/>
                </a:cubicBezTo>
                <a:cubicBezTo>
                  <a:pt x="16630" y="9400"/>
                  <a:pt x="16541" y="11770"/>
                  <a:pt x="16306" y="14051"/>
                </a:cubicBezTo>
                <a:cubicBezTo>
                  <a:pt x="16188" y="15108"/>
                  <a:pt x="16100" y="16165"/>
                  <a:pt x="16114" y="17208"/>
                </a:cubicBezTo>
                <a:lnTo>
                  <a:pt x="16114" y="17208"/>
                </a:lnTo>
                <a:cubicBezTo>
                  <a:pt x="16114" y="17200"/>
                  <a:pt x="16112" y="17197"/>
                  <a:pt x="16100" y="17185"/>
                </a:cubicBezTo>
                <a:cubicBezTo>
                  <a:pt x="16026" y="16038"/>
                  <a:pt x="16100" y="14860"/>
                  <a:pt x="16173" y="13742"/>
                </a:cubicBezTo>
                <a:cubicBezTo>
                  <a:pt x="16365" y="11578"/>
                  <a:pt x="16482" y="9297"/>
                  <a:pt x="15967" y="7193"/>
                </a:cubicBezTo>
                <a:close/>
                <a:moveTo>
                  <a:pt x="16159" y="7340"/>
                </a:moveTo>
                <a:lnTo>
                  <a:pt x="16203" y="7399"/>
                </a:lnTo>
                <a:cubicBezTo>
                  <a:pt x="16909" y="9739"/>
                  <a:pt x="16747" y="12314"/>
                  <a:pt x="16497" y="14389"/>
                </a:cubicBezTo>
                <a:cubicBezTo>
                  <a:pt x="16365" y="15478"/>
                  <a:pt x="16262" y="16508"/>
                  <a:pt x="16232" y="17480"/>
                </a:cubicBezTo>
                <a:cubicBezTo>
                  <a:pt x="16232" y="17465"/>
                  <a:pt x="16203" y="17436"/>
                  <a:pt x="16203" y="17421"/>
                </a:cubicBezTo>
                <a:cubicBezTo>
                  <a:pt x="16188" y="16332"/>
                  <a:pt x="16276" y="15199"/>
                  <a:pt x="16394" y="14066"/>
                </a:cubicBezTo>
                <a:cubicBezTo>
                  <a:pt x="16615" y="11814"/>
                  <a:pt x="16718" y="9474"/>
                  <a:pt x="16159" y="7340"/>
                </a:cubicBezTo>
                <a:close/>
                <a:moveTo>
                  <a:pt x="16321" y="7487"/>
                </a:moveTo>
                <a:lnTo>
                  <a:pt x="16365" y="7546"/>
                </a:lnTo>
                <a:cubicBezTo>
                  <a:pt x="16998" y="9459"/>
                  <a:pt x="17086" y="11770"/>
                  <a:pt x="16688" y="14713"/>
                </a:cubicBezTo>
                <a:lnTo>
                  <a:pt x="16688" y="14757"/>
                </a:lnTo>
                <a:cubicBezTo>
                  <a:pt x="16541" y="15743"/>
                  <a:pt x="16409" y="16744"/>
                  <a:pt x="16335" y="17715"/>
                </a:cubicBezTo>
                <a:cubicBezTo>
                  <a:pt x="16321" y="17700"/>
                  <a:pt x="16321" y="17686"/>
                  <a:pt x="16291" y="17642"/>
                </a:cubicBezTo>
                <a:cubicBezTo>
                  <a:pt x="16321" y="16626"/>
                  <a:pt x="16424" y="15537"/>
                  <a:pt x="16571" y="14404"/>
                </a:cubicBezTo>
                <a:cubicBezTo>
                  <a:pt x="16836" y="12329"/>
                  <a:pt x="16998" y="9813"/>
                  <a:pt x="16321" y="7487"/>
                </a:cubicBezTo>
                <a:close/>
                <a:moveTo>
                  <a:pt x="16306" y="17803"/>
                </a:moveTo>
                <a:cubicBezTo>
                  <a:pt x="16306" y="17818"/>
                  <a:pt x="16321" y="17848"/>
                  <a:pt x="16321" y="17862"/>
                </a:cubicBezTo>
                <a:lnTo>
                  <a:pt x="16321" y="17921"/>
                </a:lnTo>
                <a:cubicBezTo>
                  <a:pt x="16321" y="17907"/>
                  <a:pt x="16306" y="17877"/>
                  <a:pt x="16306" y="17862"/>
                </a:cubicBezTo>
                <a:lnTo>
                  <a:pt x="16306" y="17803"/>
                </a:lnTo>
                <a:close/>
                <a:moveTo>
                  <a:pt x="16510" y="7643"/>
                </a:moveTo>
                <a:cubicBezTo>
                  <a:pt x="16528" y="7643"/>
                  <a:pt x="16531" y="7657"/>
                  <a:pt x="16541" y="7679"/>
                </a:cubicBezTo>
                <a:cubicBezTo>
                  <a:pt x="17233" y="9665"/>
                  <a:pt x="17365" y="12123"/>
                  <a:pt x="16895" y="15037"/>
                </a:cubicBezTo>
                <a:lnTo>
                  <a:pt x="16821" y="15493"/>
                </a:lnTo>
                <a:cubicBezTo>
                  <a:pt x="16688" y="16317"/>
                  <a:pt x="16541" y="17141"/>
                  <a:pt x="16453" y="17936"/>
                </a:cubicBezTo>
                <a:cubicBezTo>
                  <a:pt x="16424" y="17921"/>
                  <a:pt x="16409" y="17877"/>
                  <a:pt x="16409" y="17862"/>
                </a:cubicBezTo>
                <a:cubicBezTo>
                  <a:pt x="16468" y="16847"/>
                  <a:pt x="16615" y="15802"/>
                  <a:pt x="16762" y="14772"/>
                </a:cubicBezTo>
                <a:lnTo>
                  <a:pt x="16762" y="14742"/>
                </a:lnTo>
                <a:cubicBezTo>
                  <a:pt x="17159" y="11843"/>
                  <a:pt x="17086" y="9548"/>
                  <a:pt x="16482" y="7649"/>
                </a:cubicBezTo>
                <a:cubicBezTo>
                  <a:pt x="16494" y="7645"/>
                  <a:pt x="16503" y="7643"/>
                  <a:pt x="16510" y="7643"/>
                </a:cubicBezTo>
                <a:close/>
                <a:moveTo>
                  <a:pt x="16644" y="7767"/>
                </a:moveTo>
                <a:lnTo>
                  <a:pt x="16644" y="7767"/>
                </a:lnTo>
                <a:cubicBezTo>
                  <a:pt x="16674" y="7782"/>
                  <a:pt x="16688" y="7796"/>
                  <a:pt x="16703" y="7796"/>
                </a:cubicBezTo>
                <a:cubicBezTo>
                  <a:pt x="17675" y="10357"/>
                  <a:pt x="17483" y="13227"/>
                  <a:pt x="17086" y="15331"/>
                </a:cubicBezTo>
                <a:cubicBezTo>
                  <a:pt x="17042" y="15596"/>
                  <a:pt x="16983" y="15890"/>
                  <a:pt x="16924" y="16170"/>
                </a:cubicBezTo>
                <a:cubicBezTo>
                  <a:pt x="16792" y="16832"/>
                  <a:pt x="16659" y="17494"/>
                  <a:pt x="16571" y="18113"/>
                </a:cubicBezTo>
                <a:cubicBezTo>
                  <a:pt x="16556" y="18083"/>
                  <a:pt x="16541" y="18068"/>
                  <a:pt x="16512" y="18024"/>
                </a:cubicBezTo>
                <a:cubicBezTo>
                  <a:pt x="16615" y="17200"/>
                  <a:pt x="16733" y="16332"/>
                  <a:pt x="16880" y="15464"/>
                </a:cubicBezTo>
                <a:lnTo>
                  <a:pt x="16968" y="15007"/>
                </a:lnTo>
                <a:cubicBezTo>
                  <a:pt x="17424" y="12152"/>
                  <a:pt x="17336" y="9724"/>
                  <a:pt x="16644" y="7767"/>
                </a:cubicBezTo>
                <a:close/>
                <a:moveTo>
                  <a:pt x="16394" y="18010"/>
                </a:moveTo>
                <a:cubicBezTo>
                  <a:pt x="16409" y="18024"/>
                  <a:pt x="16409" y="18039"/>
                  <a:pt x="16424" y="18083"/>
                </a:cubicBezTo>
                <a:lnTo>
                  <a:pt x="16424" y="18157"/>
                </a:lnTo>
                <a:cubicBezTo>
                  <a:pt x="16409" y="18113"/>
                  <a:pt x="16409" y="18098"/>
                  <a:pt x="16394" y="18083"/>
                </a:cubicBezTo>
                <a:lnTo>
                  <a:pt x="16394" y="18010"/>
                </a:lnTo>
                <a:close/>
                <a:moveTo>
                  <a:pt x="16394" y="18230"/>
                </a:moveTo>
                <a:cubicBezTo>
                  <a:pt x="16394" y="18274"/>
                  <a:pt x="16409" y="18289"/>
                  <a:pt x="16409" y="18289"/>
                </a:cubicBezTo>
                <a:lnTo>
                  <a:pt x="16409" y="18363"/>
                </a:lnTo>
                <a:cubicBezTo>
                  <a:pt x="16409" y="18348"/>
                  <a:pt x="16394" y="18319"/>
                  <a:pt x="16394" y="18304"/>
                </a:cubicBezTo>
                <a:lnTo>
                  <a:pt x="16394" y="18230"/>
                </a:lnTo>
                <a:close/>
                <a:moveTo>
                  <a:pt x="16512" y="18171"/>
                </a:moveTo>
                <a:cubicBezTo>
                  <a:pt x="16541" y="18216"/>
                  <a:pt x="16556" y="18230"/>
                  <a:pt x="16571" y="18274"/>
                </a:cubicBezTo>
                <a:cubicBezTo>
                  <a:pt x="16541" y="18304"/>
                  <a:pt x="16541" y="18348"/>
                  <a:pt x="16541" y="18363"/>
                </a:cubicBezTo>
                <a:cubicBezTo>
                  <a:pt x="16527" y="18319"/>
                  <a:pt x="16497" y="18304"/>
                  <a:pt x="16497" y="18274"/>
                </a:cubicBezTo>
                <a:cubicBezTo>
                  <a:pt x="16497" y="18230"/>
                  <a:pt x="16497" y="18201"/>
                  <a:pt x="16512" y="18171"/>
                </a:cubicBezTo>
                <a:close/>
                <a:moveTo>
                  <a:pt x="16904" y="8079"/>
                </a:moveTo>
                <a:lnTo>
                  <a:pt x="16904" y="8079"/>
                </a:lnTo>
                <a:cubicBezTo>
                  <a:pt x="17725" y="10191"/>
                  <a:pt x="17853" y="12831"/>
                  <a:pt x="17277" y="15655"/>
                </a:cubicBezTo>
                <a:cubicBezTo>
                  <a:pt x="17189" y="16067"/>
                  <a:pt x="17101" y="16479"/>
                  <a:pt x="17012" y="16876"/>
                </a:cubicBezTo>
                <a:cubicBezTo>
                  <a:pt x="16909" y="17362"/>
                  <a:pt x="16792" y="17862"/>
                  <a:pt x="16703" y="18363"/>
                </a:cubicBezTo>
                <a:lnTo>
                  <a:pt x="16644" y="18245"/>
                </a:lnTo>
                <a:cubicBezTo>
                  <a:pt x="16733" y="17583"/>
                  <a:pt x="16880" y="16891"/>
                  <a:pt x="17012" y="16185"/>
                </a:cubicBezTo>
                <a:cubicBezTo>
                  <a:pt x="17071" y="15920"/>
                  <a:pt x="17130" y="15625"/>
                  <a:pt x="17189" y="15346"/>
                </a:cubicBezTo>
                <a:cubicBezTo>
                  <a:pt x="17564" y="13326"/>
                  <a:pt x="17769" y="10558"/>
                  <a:pt x="16904" y="8079"/>
                </a:cubicBezTo>
                <a:close/>
                <a:moveTo>
                  <a:pt x="16998" y="8091"/>
                </a:moveTo>
                <a:cubicBezTo>
                  <a:pt x="18263" y="11005"/>
                  <a:pt x="17866" y="14198"/>
                  <a:pt x="17454" y="15964"/>
                </a:cubicBezTo>
                <a:cubicBezTo>
                  <a:pt x="17351" y="16508"/>
                  <a:pt x="17204" y="17024"/>
                  <a:pt x="17086" y="17539"/>
                </a:cubicBezTo>
                <a:cubicBezTo>
                  <a:pt x="16998" y="17877"/>
                  <a:pt x="16924" y="18230"/>
                  <a:pt x="16836" y="18569"/>
                </a:cubicBezTo>
                <a:cubicBezTo>
                  <a:pt x="16821" y="18525"/>
                  <a:pt x="16777" y="18480"/>
                  <a:pt x="16762" y="18451"/>
                </a:cubicBezTo>
                <a:cubicBezTo>
                  <a:pt x="16850" y="17936"/>
                  <a:pt x="16983" y="17421"/>
                  <a:pt x="17086" y="16891"/>
                </a:cubicBezTo>
                <a:cubicBezTo>
                  <a:pt x="17174" y="16479"/>
                  <a:pt x="17277" y="16082"/>
                  <a:pt x="17351" y="15670"/>
                </a:cubicBezTo>
                <a:cubicBezTo>
                  <a:pt x="17939" y="12829"/>
                  <a:pt x="17807" y="10195"/>
                  <a:pt x="16998" y="8091"/>
                </a:cubicBezTo>
                <a:close/>
                <a:moveTo>
                  <a:pt x="16615" y="18377"/>
                </a:moveTo>
                <a:cubicBezTo>
                  <a:pt x="16630" y="18407"/>
                  <a:pt x="16644" y="18436"/>
                  <a:pt x="16659" y="18466"/>
                </a:cubicBezTo>
                <a:cubicBezTo>
                  <a:pt x="16674" y="18510"/>
                  <a:pt x="16674" y="18539"/>
                  <a:pt x="16644" y="18583"/>
                </a:cubicBezTo>
                <a:cubicBezTo>
                  <a:pt x="16630" y="18539"/>
                  <a:pt x="16615" y="18510"/>
                  <a:pt x="16600" y="18480"/>
                </a:cubicBezTo>
                <a:cubicBezTo>
                  <a:pt x="16600" y="18451"/>
                  <a:pt x="16615" y="18407"/>
                  <a:pt x="16615" y="18377"/>
                </a:cubicBezTo>
                <a:close/>
                <a:moveTo>
                  <a:pt x="16482" y="18436"/>
                </a:moveTo>
                <a:cubicBezTo>
                  <a:pt x="16497" y="18451"/>
                  <a:pt x="16497" y="18495"/>
                  <a:pt x="16527" y="18510"/>
                </a:cubicBezTo>
                <a:cubicBezTo>
                  <a:pt x="16527" y="18539"/>
                  <a:pt x="16527" y="18569"/>
                  <a:pt x="16497" y="18598"/>
                </a:cubicBezTo>
                <a:cubicBezTo>
                  <a:pt x="16482" y="18583"/>
                  <a:pt x="16482" y="18539"/>
                  <a:pt x="16468" y="18525"/>
                </a:cubicBezTo>
                <a:cubicBezTo>
                  <a:pt x="16482" y="18480"/>
                  <a:pt x="16482" y="18451"/>
                  <a:pt x="16482" y="18436"/>
                </a:cubicBezTo>
                <a:close/>
                <a:moveTo>
                  <a:pt x="17218" y="8370"/>
                </a:moveTo>
                <a:cubicBezTo>
                  <a:pt x="18190" y="10592"/>
                  <a:pt x="18381" y="13433"/>
                  <a:pt x="17660" y="16288"/>
                </a:cubicBezTo>
                <a:cubicBezTo>
                  <a:pt x="17513" y="16906"/>
                  <a:pt x="17336" y="17539"/>
                  <a:pt x="17145" y="18142"/>
                </a:cubicBezTo>
                <a:cubicBezTo>
                  <a:pt x="17086" y="18348"/>
                  <a:pt x="17042" y="18539"/>
                  <a:pt x="16968" y="18760"/>
                </a:cubicBezTo>
                <a:cubicBezTo>
                  <a:pt x="16924" y="18731"/>
                  <a:pt x="16909" y="18686"/>
                  <a:pt x="16880" y="18657"/>
                </a:cubicBezTo>
                <a:lnTo>
                  <a:pt x="17159" y="17553"/>
                </a:lnTo>
                <a:cubicBezTo>
                  <a:pt x="17292" y="17038"/>
                  <a:pt x="17424" y="16523"/>
                  <a:pt x="17542" y="15993"/>
                </a:cubicBezTo>
                <a:cubicBezTo>
                  <a:pt x="17939" y="14272"/>
                  <a:pt x="18337" y="11225"/>
                  <a:pt x="17218" y="8370"/>
                </a:cubicBezTo>
                <a:close/>
                <a:moveTo>
                  <a:pt x="16468" y="18686"/>
                </a:moveTo>
                <a:cubicBezTo>
                  <a:pt x="16468" y="18716"/>
                  <a:pt x="16482" y="18731"/>
                  <a:pt x="16482" y="18745"/>
                </a:cubicBezTo>
                <a:lnTo>
                  <a:pt x="16482" y="18804"/>
                </a:lnTo>
                <a:cubicBezTo>
                  <a:pt x="16482" y="18789"/>
                  <a:pt x="16468" y="18760"/>
                  <a:pt x="16468" y="18745"/>
                </a:cubicBezTo>
                <a:lnTo>
                  <a:pt x="16468" y="18686"/>
                </a:lnTo>
                <a:close/>
                <a:moveTo>
                  <a:pt x="16733" y="18569"/>
                </a:moveTo>
                <a:cubicBezTo>
                  <a:pt x="16762" y="18598"/>
                  <a:pt x="16777" y="18642"/>
                  <a:pt x="16821" y="18672"/>
                </a:cubicBezTo>
                <a:cubicBezTo>
                  <a:pt x="16792" y="18716"/>
                  <a:pt x="16792" y="18745"/>
                  <a:pt x="16777" y="18804"/>
                </a:cubicBezTo>
                <a:lnTo>
                  <a:pt x="16718" y="18686"/>
                </a:lnTo>
                <a:cubicBezTo>
                  <a:pt x="16718" y="18657"/>
                  <a:pt x="16733" y="18598"/>
                  <a:pt x="16733" y="18569"/>
                </a:cubicBezTo>
                <a:close/>
                <a:moveTo>
                  <a:pt x="16571" y="18613"/>
                </a:moveTo>
                <a:cubicBezTo>
                  <a:pt x="16600" y="18657"/>
                  <a:pt x="16615" y="18672"/>
                  <a:pt x="16630" y="18716"/>
                </a:cubicBezTo>
                <a:cubicBezTo>
                  <a:pt x="16630" y="18745"/>
                  <a:pt x="16615" y="18789"/>
                  <a:pt x="16615" y="18819"/>
                </a:cubicBezTo>
                <a:cubicBezTo>
                  <a:pt x="16600" y="18789"/>
                  <a:pt x="16571" y="18760"/>
                  <a:pt x="16571" y="18731"/>
                </a:cubicBezTo>
                <a:lnTo>
                  <a:pt x="16571" y="18613"/>
                </a:lnTo>
                <a:close/>
                <a:moveTo>
                  <a:pt x="17395" y="8562"/>
                </a:moveTo>
                <a:cubicBezTo>
                  <a:pt x="18454" y="10872"/>
                  <a:pt x="18616" y="13727"/>
                  <a:pt x="17866" y="16597"/>
                </a:cubicBezTo>
                <a:cubicBezTo>
                  <a:pt x="17660" y="17333"/>
                  <a:pt x="17439" y="18054"/>
                  <a:pt x="17218" y="18731"/>
                </a:cubicBezTo>
                <a:cubicBezTo>
                  <a:pt x="17204" y="18804"/>
                  <a:pt x="17159" y="18878"/>
                  <a:pt x="17145" y="18951"/>
                </a:cubicBezTo>
                <a:cubicBezTo>
                  <a:pt x="17101" y="18907"/>
                  <a:pt x="17086" y="18878"/>
                  <a:pt x="17056" y="18834"/>
                </a:cubicBezTo>
                <a:cubicBezTo>
                  <a:pt x="17101" y="18613"/>
                  <a:pt x="17189" y="18392"/>
                  <a:pt x="17233" y="18157"/>
                </a:cubicBezTo>
                <a:cubicBezTo>
                  <a:pt x="17410" y="17553"/>
                  <a:pt x="17586" y="16921"/>
                  <a:pt x="17748" y="16288"/>
                </a:cubicBezTo>
                <a:cubicBezTo>
                  <a:pt x="18440" y="13506"/>
                  <a:pt x="18307" y="10769"/>
                  <a:pt x="17395" y="8562"/>
                </a:cubicBezTo>
                <a:close/>
                <a:moveTo>
                  <a:pt x="16453" y="18966"/>
                </a:moveTo>
                <a:cubicBezTo>
                  <a:pt x="16468" y="18981"/>
                  <a:pt x="16468" y="18981"/>
                  <a:pt x="16468" y="19010"/>
                </a:cubicBezTo>
                <a:cubicBezTo>
                  <a:pt x="16453" y="18981"/>
                  <a:pt x="16453" y="18966"/>
                  <a:pt x="16453" y="18966"/>
                </a:cubicBezTo>
                <a:close/>
                <a:moveTo>
                  <a:pt x="16865" y="18760"/>
                </a:moveTo>
                <a:cubicBezTo>
                  <a:pt x="16880" y="18804"/>
                  <a:pt x="16924" y="18834"/>
                  <a:pt x="16939" y="18878"/>
                </a:cubicBezTo>
                <a:cubicBezTo>
                  <a:pt x="16939" y="18907"/>
                  <a:pt x="16924" y="18966"/>
                  <a:pt x="16909" y="19010"/>
                </a:cubicBezTo>
                <a:cubicBezTo>
                  <a:pt x="16895" y="18966"/>
                  <a:pt x="16850" y="18937"/>
                  <a:pt x="16836" y="18893"/>
                </a:cubicBezTo>
                <a:cubicBezTo>
                  <a:pt x="16850" y="18863"/>
                  <a:pt x="16850" y="18804"/>
                  <a:pt x="16865" y="18760"/>
                </a:cubicBezTo>
                <a:close/>
                <a:moveTo>
                  <a:pt x="16541" y="18878"/>
                </a:moveTo>
                <a:cubicBezTo>
                  <a:pt x="16556" y="18893"/>
                  <a:pt x="16556" y="18937"/>
                  <a:pt x="16571" y="18951"/>
                </a:cubicBezTo>
                <a:cubicBezTo>
                  <a:pt x="16600" y="18966"/>
                  <a:pt x="16571" y="19010"/>
                  <a:pt x="16571" y="19025"/>
                </a:cubicBezTo>
                <a:cubicBezTo>
                  <a:pt x="16556" y="19010"/>
                  <a:pt x="16556" y="18966"/>
                  <a:pt x="16541" y="18951"/>
                </a:cubicBezTo>
                <a:lnTo>
                  <a:pt x="16541" y="18878"/>
                </a:lnTo>
                <a:close/>
                <a:moveTo>
                  <a:pt x="16688" y="18819"/>
                </a:moveTo>
                <a:cubicBezTo>
                  <a:pt x="16703" y="18848"/>
                  <a:pt x="16718" y="18878"/>
                  <a:pt x="16733" y="18907"/>
                </a:cubicBezTo>
                <a:cubicBezTo>
                  <a:pt x="16733" y="18951"/>
                  <a:pt x="16733" y="18981"/>
                  <a:pt x="16718" y="19025"/>
                </a:cubicBezTo>
                <a:cubicBezTo>
                  <a:pt x="16703" y="18981"/>
                  <a:pt x="16688" y="18951"/>
                  <a:pt x="16674" y="18937"/>
                </a:cubicBezTo>
                <a:cubicBezTo>
                  <a:pt x="16674" y="18893"/>
                  <a:pt x="16688" y="18848"/>
                  <a:pt x="16688" y="18819"/>
                </a:cubicBezTo>
                <a:close/>
                <a:moveTo>
                  <a:pt x="17675" y="9018"/>
                </a:moveTo>
                <a:cubicBezTo>
                  <a:pt x="18690" y="11314"/>
                  <a:pt x="18837" y="14183"/>
                  <a:pt x="18042" y="16921"/>
                </a:cubicBezTo>
                <a:cubicBezTo>
                  <a:pt x="17822" y="17700"/>
                  <a:pt x="17557" y="18436"/>
                  <a:pt x="17292" y="19172"/>
                </a:cubicBezTo>
                <a:cubicBezTo>
                  <a:pt x="17262" y="19128"/>
                  <a:pt x="17218" y="19099"/>
                  <a:pt x="17204" y="19040"/>
                </a:cubicBezTo>
                <a:cubicBezTo>
                  <a:pt x="17233" y="18951"/>
                  <a:pt x="17262" y="18863"/>
                  <a:pt x="17292" y="18760"/>
                </a:cubicBezTo>
                <a:cubicBezTo>
                  <a:pt x="17513" y="18068"/>
                  <a:pt x="17748" y="17347"/>
                  <a:pt x="17954" y="16611"/>
                </a:cubicBezTo>
                <a:cubicBezTo>
                  <a:pt x="18675" y="13933"/>
                  <a:pt x="18587" y="11240"/>
                  <a:pt x="17675" y="9018"/>
                </a:cubicBezTo>
                <a:close/>
                <a:moveTo>
                  <a:pt x="17012" y="18951"/>
                </a:moveTo>
                <a:cubicBezTo>
                  <a:pt x="17056" y="18981"/>
                  <a:pt x="17071" y="19025"/>
                  <a:pt x="17101" y="19054"/>
                </a:cubicBezTo>
                <a:cubicBezTo>
                  <a:pt x="17086" y="19113"/>
                  <a:pt x="17071" y="19157"/>
                  <a:pt x="17056" y="19202"/>
                </a:cubicBezTo>
                <a:cubicBezTo>
                  <a:pt x="17012" y="19172"/>
                  <a:pt x="16998" y="19128"/>
                  <a:pt x="16983" y="19099"/>
                </a:cubicBezTo>
                <a:cubicBezTo>
                  <a:pt x="16998" y="19040"/>
                  <a:pt x="16998" y="19010"/>
                  <a:pt x="17012" y="18951"/>
                </a:cubicBezTo>
                <a:close/>
                <a:moveTo>
                  <a:pt x="16527" y="19113"/>
                </a:moveTo>
                <a:cubicBezTo>
                  <a:pt x="16527" y="19128"/>
                  <a:pt x="16541" y="19143"/>
                  <a:pt x="16541" y="19172"/>
                </a:cubicBezTo>
                <a:lnTo>
                  <a:pt x="16541" y="19246"/>
                </a:lnTo>
                <a:cubicBezTo>
                  <a:pt x="16541" y="19231"/>
                  <a:pt x="16527" y="19202"/>
                  <a:pt x="16527" y="19187"/>
                </a:cubicBezTo>
                <a:lnTo>
                  <a:pt x="16527" y="19113"/>
                </a:lnTo>
                <a:close/>
                <a:moveTo>
                  <a:pt x="16659" y="19054"/>
                </a:moveTo>
                <a:cubicBezTo>
                  <a:pt x="16688" y="19099"/>
                  <a:pt x="16703" y="19113"/>
                  <a:pt x="16718" y="19157"/>
                </a:cubicBezTo>
                <a:cubicBezTo>
                  <a:pt x="16688" y="19187"/>
                  <a:pt x="16688" y="19216"/>
                  <a:pt x="16688" y="19246"/>
                </a:cubicBezTo>
                <a:cubicBezTo>
                  <a:pt x="16674" y="19202"/>
                  <a:pt x="16644" y="19187"/>
                  <a:pt x="16644" y="19157"/>
                </a:cubicBezTo>
                <a:cubicBezTo>
                  <a:pt x="16644" y="19113"/>
                  <a:pt x="16659" y="19084"/>
                  <a:pt x="16659" y="19054"/>
                </a:cubicBezTo>
                <a:close/>
                <a:moveTo>
                  <a:pt x="16836" y="19010"/>
                </a:moveTo>
                <a:cubicBezTo>
                  <a:pt x="16850" y="19040"/>
                  <a:pt x="16895" y="19084"/>
                  <a:pt x="16909" y="19113"/>
                </a:cubicBezTo>
                <a:cubicBezTo>
                  <a:pt x="16865" y="19157"/>
                  <a:pt x="16850" y="19187"/>
                  <a:pt x="16850" y="19246"/>
                </a:cubicBezTo>
                <a:lnTo>
                  <a:pt x="16792" y="19128"/>
                </a:lnTo>
                <a:cubicBezTo>
                  <a:pt x="16821" y="19099"/>
                  <a:pt x="16821" y="19040"/>
                  <a:pt x="16836" y="19010"/>
                </a:cubicBezTo>
                <a:close/>
                <a:moveTo>
                  <a:pt x="17866" y="9239"/>
                </a:moveTo>
                <a:cubicBezTo>
                  <a:pt x="18940" y="11593"/>
                  <a:pt x="19102" y="14492"/>
                  <a:pt x="18248" y="17244"/>
                </a:cubicBezTo>
                <a:cubicBezTo>
                  <a:pt x="18028" y="17951"/>
                  <a:pt x="17748" y="18672"/>
                  <a:pt x="17468" y="19349"/>
                </a:cubicBezTo>
                <a:cubicBezTo>
                  <a:pt x="17439" y="19319"/>
                  <a:pt x="17395" y="19275"/>
                  <a:pt x="17365" y="19231"/>
                </a:cubicBezTo>
                <a:cubicBezTo>
                  <a:pt x="17645" y="18495"/>
                  <a:pt x="17925" y="17715"/>
                  <a:pt x="18145" y="16921"/>
                </a:cubicBezTo>
                <a:cubicBezTo>
                  <a:pt x="18911" y="14257"/>
                  <a:pt x="18808" y="11505"/>
                  <a:pt x="17866" y="9239"/>
                </a:cubicBezTo>
                <a:close/>
                <a:moveTo>
                  <a:pt x="17159" y="19128"/>
                </a:moveTo>
                <a:cubicBezTo>
                  <a:pt x="17204" y="19172"/>
                  <a:pt x="17233" y="19202"/>
                  <a:pt x="17248" y="19246"/>
                </a:cubicBezTo>
                <a:cubicBezTo>
                  <a:pt x="17262" y="19260"/>
                  <a:pt x="17233" y="19275"/>
                  <a:pt x="17233" y="19305"/>
                </a:cubicBezTo>
                <a:cubicBezTo>
                  <a:pt x="17218" y="19334"/>
                  <a:pt x="17218" y="19378"/>
                  <a:pt x="17204" y="19408"/>
                </a:cubicBezTo>
                <a:cubicBezTo>
                  <a:pt x="17159" y="19378"/>
                  <a:pt x="17145" y="19334"/>
                  <a:pt x="17101" y="19275"/>
                </a:cubicBezTo>
                <a:cubicBezTo>
                  <a:pt x="17130" y="19216"/>
                  <a:pt x="17145" y="19172"/>
                  <a:pt x="17159" y="19128"/>
                </a:cubicBezTo>
                <a:close/>
                <a:moveTo>
                  <a:pt x="16497" y="19349"/>
                </a:moveTo>
                <a:cubicBezTo>
                  <a:pt x="16497" y="19378"/>
                  <a:pt x="16512" y="19378"/>
                  <a:pt x="16512" y="19393"/>
                </a:cubicBezTo>
                <a:lnTo>
                  <a:pt x="16512" y="19452"/>
                </a:lnTo>
                <a:cubicBezTo>
                  <a:pt x="16512" y="19422"/>
                  <a:pt x="16512" y="19422"/>
                  <a:pt x="16497" y="19408"/>
                </a:cubicBezTo>
                <a:lnTo>
                  <a:pt x="16497" y="19349"/>
                </a:lnTo>
                <a:close/>
                <a:moveTo>
                  <a:pt x="16762" y="19246"/>
                </a:moveTo>
                <a:cubicBezTo>
                  <a:pt x="16777" y="19275"/>
                  <a:pt x="16792" y="19319"/>
                  <a:pt x="16821" y="19334"/>
                </a:cubicBezTo>
                <a:cubicBezTo>
                  <a:pt x="16792" y="19378"/>
                  <a:pt x="16792" y="19408"/>
                  <a:pt x="16777" y="19452"/>
                </a:cubicBezTo>
                <a:cubicBezTo>
                  <a:pt x="16762" y="19408"/>
                  <a:pt x="16733" y="19378"/>
                  <a:pt x="16718" y="19349"/>
                </a:cubicBezTo>
                <a:cubicBezTo>
                  <a:pt x="16733" y="19334"/>
                  <a:pt x="16762" y="19305"/>
                  <a:pt x="16762" y="19246"/>
                </a:cubicBezTo>
                <a:close/>
                <a:moveTo>
                  <a:pt x="16939" y="19187"/>
                </a:moveTo>
                <a:cubicBezTo>
                  <a:pt x="16968" y="19216"/>
                  <a:pt x="16998" y="19260"/>
                  <a:pt x="17012" y="19305"/>
                </a:cubicBezTo>
                <a:cubicBezTo>
                  <a:pt x="16998" y="19349"/>
                  <a:pt x="16998" y="19408"/>
                  <a:pt x="16983" y="19452"/>
                </a:cubicBezTo>
                <a:cubicBezTo>
                  <a:pt x="16968" y="19408"/>
                  <a:pt x="16924" y="19378"/>
                  <a:pt x="16909" y="19334"/>
                </a:cubicBezTo>
                <a:cubicBezTo>
                  <a:pt x="16924" y="19275"/>
                  <a:pt x="16924" y="19246"/>
                  <a:pt x="16939" y="19187"/>
                </a:cubicBezTo>
                <a:close/>
                <a:moveTo>
                  <a:pt x="16615" y="19305"/>
                </a:moveTo>
                <a:cubicBezTo>
                  <a:pt x="16630" y="19319"/>
                  <a:pt x="16630" y="19349"/>
                  <a:pt x="16644" y="19378"/>
                </a:cubicBezTo>
                <a:cubicBezTo>
                  <a:pt x="16644" y="19408"/>
                  <a:pt x="16630" y="19422"/>
                  <a:pt x="16630" y="19466"/>
                </a:cubicBezTo>
                <a:cubicBezTo>
                  <a:pt x="16615" y="19452"/>
                  <a:pt x="16615" y="19408"/>
                  <a:pt x="16600" y="19393"/>
                </a:cubicBezTo>
                <a:cubicBezTo>
                  <a:pt x="16600" y="19349"/>
                  <a:pt x="16615" y="19334"/>
                  <a:pt x="16615" y="19305"/>
                </a:cubicBezTo>
                <a:close/>
                <a:moveTo>
                  <a:pt x="18101" y="9680"/>
                </a:moveTo>
                <a:lnTo>
                  <a:pt x="18101" y="9680"/>
                </a:lnTo>
                <a:cubicBezTo>
                  <a:pt x="19176" y="12020"/>
                  <a:pt x="19308" y="14919"/>
                  <a:pt x="18440" y="17553"/>
                </a:cubicBezTo>
                <a:cubicBezTo>
                  <a:pt x="18204" y="18230"/>
                  <a:pt x="17939" y="18893"/>
                  <a:pt x="17645" y="19540"/>
                </a:cubicBezTo>
                <a:lnTo>
                  <a:pt x="17513" y="19408"/>
                </a:lnTo>
                <a:cubicBezTo>
                  <a:pt x="17792" y="18716"/>
                  <a:pt x="18087" y="17995"/>
                  <a:pt x="18307" y="17259"/>
                </a:cubicBezTo>
                <a:cubicBezTo>
                  <a:pt x="19117" y="14669"/>
                  <a:pt x="19028" y="11946"/>
                  <a:pt x="18101" y="9680"/>
                </a:cubicBezTo>
                <a:close/>
                <a:moveTo>
                  <a:pt x="17336" y="19319"/>
                </a:moveTo>
                <a:lnTo>
                  <a:pt x="17439" y="19422"/>
                </a:lnTo>
                <a:cubicBezTo>
                  <a:pt x="17410" y="19496"/>
                  <a:pt x="17380" y="19555"/>
                  <a:pt x="17365" y="19614"/>
                </a:cubicBezTo>
                <a:cubicBezTo>
                  <a:pt x="17336" y="19569"/>
                  <a:pt x="17292" y="19540"/>
                  <a:pt x="17277" y="19481"/>
                </a:cubicBezTo>
                <a:cubicBezTo>
                  <a:pt x="17292" y="19422"/>
                  <a:pt x="17307" y="19393"/>
                  <a:pt x="17336" y="19334"/>
                </a:cubicBezTo>
                <a:lnTo>
                  <a:pt x="17336" y="19319"/>
                </a:lnTo>
                <a:close/>
                <a:moveTo>
                  <a:pt x="17086" y="19393"/>
                </a:moveTo>
                <a:cubicBezTo>
                  <a:pt x="17130" y="19422"/>
                  <a:pt x="17145" y="19466"/>
                  <a:pt x="17174" y="19496"/>
                </a:cubicBezTo>
                <a:cubicBezTo>
                  <a:pt x="17145" y="19555"/>
                  <a:pt x="17130" y="19584"/>
                  <a:pt x="17101" y="19643"/>
                </a:cubicBezTo>
                <a:cubicBezTo>
                  <a:pt x="17086" y="19614"/>
                  <a:pt x="17056" y="19569"/>
                  <a:pt x="17027" y="19540"/>
                </a:cubicBezTo>
                <a:cubicBezTo>
                  <a:pt x="17056" y="19481"/>
                  <a:pt x="17071" y="19422"/>
                  <a:pt x="17086" y="19393"/>
                </a:cubicBezTo>
                <a:close/>
                <a:moveTo>
                  <a:pt x="16895" y="19452"/>
                </a:moveTo>
                <a:cubicBezTo>
                  <a:pt x="16909" y="19481"/>
                  <a:pt x="16924" y="19525"/>
                  <a:pt x="16968" y="19555"/>
                </a:cubicBezTo>
                <a:cubicBezTo>
                  <a:pt x="16924" y="19584"/>
                  <a:pt x="16924" y="19628"/>
                  <a:pt x="16909" y="19687"/>
                </a:cubicBezTo>
                <a:lnTo>
                  <a:pt x="16850" y="19569"/>
                </a:lnTo>
                <a:cubicBezTo>
                  <a:pt x="16865" y="19540"/>
                  <a:pt x="16865" y="19481"/>
                  <a:pt x="16895" y="19452"/>
                </a:cubicBezTo>
                <a:close/>
                <a:moveTo>
                  <a:pt x="16571" y="19555"/>
                </a:moveTo>
                <a:cubicBezTo>
                  <a:pt x="16571" y="19569"/>
                  <a:pt x="16600" y="19584"/>
                  <a:pt x="16600" y="19614"/>
                </a:cubicBezTo>
                <a:cubicBezTo>
                  <a:pt x="16600" y="19643"/>
                  <a:pt x="16571" y="19672"/>
                  <a:pt x="16571" y="19702"/>
                </a:cubicBezTo>
                <a:cubicBezTo>
                  <a:pt x="16571" y="19687"/>
                  <a:pt x="16556" y="19672"/>
                  <a:pt x="16556" y="19643"/>
                </a:cubicBezTo>
                <a:cubicBezTo>
                  <a:pt x="16556" y="19614"/>
                  <a:pt x="16556" y="19584"/>
                  <a:pt x="16571" y="19555"/>
                </a:cubicBezTo>
                <a:close/>
                <a:moveTo>
                  <a:pt x="16703" y="19496"/>
                </a:moveTo>
                <a:cubicBezTo>
                  <a:pt x="16718" y="19540"/>
                  <a:pt x="16747" y="19555"/>
                  <a:pt x="16762" y="19584"/>
                </a:cubicBezTo>
                <a:cubicBezTo>
                  <a:pt x="16747" y="19628"/>
                  <a:pt x="16747" y="19672"/>
                  <a:pt x="16718" y="19702"/>
                </a:cubicBezTo>
                <a:cubicBezTo>
                  <a:pt x="16703" y="19672"/>
                  <a:pt x="16688" y="19643"/>
                  <a:pt x="16688" y="19614"/>
                </a:cubicBezTo>
                <a:cubicBezTo>
                  <a:pt x="16688" y="19569"/>
                  <a:pt x="16703" y="19540"/>
                  <a:pt x="16703" y="19496"/>
                </a:cubicBezTo>
                <a:close/>
                <a:moveTo>
                  <a:pt x="18322" y="9886"/>
                </a:moveTo>
                <a:lnTo>
                  <a:pt x="18322" y="9886"/>
                </a:lnTo>
                <a:cubicBezTo>
                  <a:pt x="19426" y="12285"/>
                  <a:pt x="19573" y="15228"/>
                  <a:pt x="18631" y="17862"/>
                </a:cubicBezTo>
                <a:cubicBezTo>
                  <a:pt x="18410" y="18510"/>
                  <a:pt x="18145" y="19113"/>
                  <a:pt x="17851" y="19717"/>
                </a:cubicBezTo>
                <a:cubicBezTo>
                  <a:pt x="17807" y="19687"/>
                  <a:pt x="17748" y="19643"/>
                  <a:pt x="17719" y="19599"/>
                </a:cubicBezTo>
                <a:cubicBezTo>
                  <a:pt x="18013" y="18937"/>
                  <a:pt x="18293" y="18274"/>
                  <a:pt x="18528" y="17568"/>
                </a:cubicBezTo>
                <a:cubicBezTo>
                  <a:pt x="19367" y="15007"/>
                  <a:pt x="19279" y="12197"/>
                  <a:pt x="18322" y="9886"/>
                </a:cubicBezTo>
                <a:close/>
                <a:moveTo>
                  <a:pt x="17498" y="19496"/>
                </a:moveTo>
                <a:lnTo>
                  <a:pt x="17630" y="19628"/>
                </a:lnTo>
                <a:cubicBezTo>
                  <a:pt x="17586" y="19687"/>
                  <a:pt x="17571" y="19746"/>
                  <a:pt x="17527" y="19790"/>
                </a:cubicBezTo>
                <a:cubicBezTo>
                  <a:pt x="17498" y="19761"/>
                  <a:pt x="17454" y="19717"/>
                  <a:pt x="17424" y="19672"/>
                </a:cubicBezTo>
                <a:cubicBezTo>
                  <a:pt x="17439" y="19614"/>
                  <a:pt x="17483" y="19555"/>
                  <a:pt x="17498" y="19496"/>
                </a:cubicBezTo>
                <a:close/>
                <a:moveTo>
                  <a:pt x="17233" y="19555"/>
                </a:moveTo>
                <a:cubicBezTo>
                  <a:pt x="17277" y="19584"/>
                  <a:pt x="17307" y="19628"/>
                  <a:pt x="17336" y="19672"/>
                </a:cubicBezTo>
                <a:cubicBezTo>
                  <a:pt x="17307" y="19746"/>
                  <a:pt x="17292" y="19790"/>
                  <a:pt x="17277" y="19834"/>
                </a:cubicBezTo>
                <a:cubicBezTo>
                  <a:pt x="17233" y="19820"/>
                  <a:pt x="17204" y="19775"/>
                  <a:pt x="17189" y="19717"/>
                </a:cubicBezTo>
                <a:lnTo>
                  <a:pt x="17233" y="19555"/>
                </a:lnTo>
                <a:close/>
                <a:moveTo>
                  <a:pt x="17277" y="19834"/>
                </a:moveTo>
                <a:cubicBezTo>
                  <a:pt x="17277" y="19842"/>
                  <a:pt x="17273" y="19845"/>
                  <a:pt x="17272" y="19845"/>
                </a:cubicBezTo>
                <a:cubicBezTo>
                  <a:pt x="17270" y="19845"/>
                  <a:pt x="17270" y="19842"/>
                  <a:pt x="17277" y="19834"/>
                </a:cubicBezTo>
                <a:close/>
                <a:moveTo>
                  <a:pt x="16998" y="19628"/>
                </a:moveTo>
                <a:cubicBezTo>
                  <a:pt x="17012" y="19672"/>
                  <a:pt x="17056" y="19702"/>
                  <a:pt x="17071" y="19746"/>
                </a:cubicBezTo>
                <a:cubicBezTo>
                  <a:pt x="17071" y="19790"/>
                  <a:pt x="17056" y="19849"/>
                  <a:pt x="17042" y="19893"/>
                </a:cubicBezTo>
                <a:cubicBezTo>
                  <a:pt x="17012" y="19849"/>
                  <a:pt x="16983" y="19820"/>
                  <a:pt x="16968" y="19775"/>
                </a:cubicBezTo>
                <a:cubicBezTo>
                  <a:pt x="16983" y="19717"/>
                  <a:pt x="16998" y="19687"/>
                  <a:pt x="16998" y="19628"/>
                </a:cubicBezTo>
                <a:close/>
                <a:moveTo>
                  <a:pt x="16541" y="19820"/>
                </a:moveTo>
                <a:cubicBezTo>
                  <a:pt x="16541" y="19834"/>
                  <a:pt x="16556" y="19849"/>
                  <a:pt x="16556" y="19849"/>
                </a:cubicBezTo>
                <a:cubicBezTo>
                  <a:pt x="16556" y="19864"/>
                  <a:pt x="16556" y="19879"/>
                  <a:pt x="16541" y="19908"/>
                </a:cubicBezTo>
                <a:cubicBezTo>
                  <a:pt x="16541" y="19893"/>
                  <a:pt x="16541" y="19864"/>
                  <a:pt x="16527" y="19864"/>
                </a:cubicBezTo>
                <a:cubicBezTo>
                  <a:pt x="16541" y="19849"/>
                  <a:pt x="16541" y="19834"/>
                  <a:pt x="16541" y="19820"/>
                </a:cubicBezTo>
                <a:close/>
                <a:moveTo>
                  <a:pt x="16821" y="19672"/>
                </a:moveTo>
                <a:cubicBezTo>
                  <a:pt x="16836" y="19702"/>
                  <a:pt x="16850" y="19746"/>
                  <a:pt x="16865" y="19761"/>
                </a:cubicBezTo>
                <a:cubicBezTo>
                  <a:pt x="16850" y="19834"/>
                  <a:pt x="16850" y="19864"/>
                  <a:pt x="16836" y="19908"/>
                </a:cubicBezTo>
                <a:lnTo>
                  <a:pt x="16777" y="19790"/>
                </a:lnTo>
                <a:cubicBezTo>
                  <a:pt x="16792" y="19761"/>
                  <a:pt x="16792" y="19702"/>
                  <a:pt x="16821" y="19672"/>
                </a:cubicBezTo>
                <a:close/>
                <a:moveTo>
                  <a:pt x="18543" y="10210"/>
                </a:moveTo>
                <a:cubicBezTo>
                  <a:pt x="19676" y="12638"/>
                  <a:pt x="19808" y="15567"/>
                  <a:pt x="18822" y="18201"/>
                </a:cubicBezTo>
                <a:cubicBezTo>
                  <a:pt x="18602" y="18775"/>
                  <a:pt x="18322" y="19349"/>
                  <a:pt x="18042" y="19908"/>
                </a:cubicBezTo>
                <a:cubicBezTo>
                  <a:pt x="17998" y="19864"/>
                  <a:pt x="17954" y="19834"/>
                  <a:pt x="17895" y="19775"/>
                </a:cubicBezTo>
                <a:cubicBezTo>
                  <a:pt x="18190" y="19172"/>
                  <a:pt x="18469" y="18539"/>
                  <a:pt x="18705" y="17907"/>
                </a:cubicBezTo>
                <a:cubicBezTo>
                  <a:pt x="19617" y="15361"/>
                  <a:pt x="19514" y="12564"/>
                  <a:pt x="18543" y="10210"/>
                </a:cubicBezTo>
                <a:close/>
                <a:moveTo>
                  <a:pt x="16674" y="19746"/>
                </a:moveTo>
                <a:cubicBezTo>
                  <a:pt x="16688" y="19761"/>
                  <a:pt x="16688" y="19790"/>
                  <a:pt x="16703" y="19820"/>
                </a:cubicBezTo>
                <a:cubicBezTo>
                  <a:pt x="16703" y="19849"/>
                  <a:pt x="16688" y="19893"/>
                  <a:pt x="16688" y="19923"/>
                </a:cubicBezTo>
                <a:cubicBezTo>
                  <a:pt x="16674" y="19908"/>
                  <a:pt x="16674" y="19864"/>
                  <a:pt x="16644" y="19849"/>
                </a:cubicBezTo>
                <a:cubicBezTo>
                  <a:pt x="16644" y="19820"/>
                  <a:pt x="16644" y="19775"/>
                  <a:pt x="16674" y="19746"/>
                </a:cubicBezTo>
                <a:close/>
                <a:moveTo>
                  <a:pt x="17660" y="19672"/>
                </a:moveTo>
                <a:lnTo>
                  <a:pt x="17778" y="19775"/>
                </a:lnTo>
                <a:lnTo>
                  <a:pt x="17792" y="19790"/>
                </a:lnTo>
                <a:cubicBezTo>
                  <a:pt x="17778" y="19864"/>
                  <a:pt x="17748" y="19923"/>
                  <a:pt x="17719" y="19982"/>
                </a:cubicBezTo>
                <a:lnTo>
                  <a:pt x="17586" y="19849"/>
                </a:lnTo>
                <a:cubicBezTo>
                  <a:pt x="17601" y="19790"/>
                  <a:pt x="17645" y="19746"/>
                  <a:pt x="17660" y="19672"/>
                </a:cubicBezTo>
                <a:close/>
                <a:moveTo>
                  <a:pt x="17365" y="19761"/>
                </a:moveTo>
                <a:cubicBezTo>
                  <a:pt x="17410" y="19790"/>
                  <a:pt x="17439" y="19834"/>
                  <a:pt x="17468" y="19879"/>
                </a:cubicBezTo>
                <a:cubicBezTo>
                  <a:pt x="17468" y="19937"/>
                  <a:pt x="17439" y="19996"/>
                  <a:pt x="17424" y="20055"/>
                </a:cubicBezTo>
                <a:cubicBezTo>
                  <a:pt x="17380" y="20011"/>
                  <a:pt x="17351" y="19982"/>
                  <a:pt x="17307" y="19923"/>
                </a:cubicBezTo>
                <a:cubicBezTo>
                  <a:pt x="17307" y="19908"/>
                  <a:pt x="17336" y="19893"/>
                  <a:pt x="17336" y="19864"/>
                </a:cubicBezTo>
                <a:cubicBezTo>
                  <a:pt x="17351" y="19834"/>
                  <a:pt x="17365" y="19790"/>
                  <a:pt x="17365" y="19761"/>
                </a:cubicBezTo>
                <a:close/>
                <a:moveTo>
                  <a:pt x="18852" y="10769"/>
                </a:moveTo>
                <a:cubicBezTo>
                  <a:pt x="19911" y="13153"/>
                  <a:pt x="20000" y="16023"/>
                  <a:pt x="19028" y="18510"/>
                </a:cubicBezTo>
                <a:cubicBezTo>
                  <a:pt x="18808" y="19040"/>
                  <a:pt x="18543" y="19555"/>
                  <a:pt x="18263" y="20070"/>
                </a:cubicBezTo>
                <a:cubicBezTo>
                  <a:pt x="18219" y="20040"/>
                  <a:pt x="18160" y="19996"/>
                  <a:pt x="18116" y="19967"/>
                </a:cubicBezTo>
                <a:cubicBezTo>
                  <a:pt x="18410" y="19393"/>
                  <a:pt x="18690" y="18819"/>
                  <a:pt x="18911" y="18230"/>
                </a:cubicBezTo>
                <a:cubicBezTo>
                  <a:pt x="19838" y="15787"/>
                  <a:pt x="19794" y="13080"/>
                  <a:pt x="18852" y="10769"/>
                </a:cubicBezTo>
                <a:close/>
                <a:moveTo>
                  <a:pt x="17145" y="19834"/>
                </a:moveTo>
                <a:cubicBezTo>
                  <a:pt x="17189" y="19864"/>
                  <a:pt x="17204" y="19908"/>
                  <a:pt x="17233" y="19937"/>
                </a:cubicBezTo>
                <a:cubicBezTo>
                  <a:pt x="17204" y="19996"/>
                  <a:pt x="17189" y="20040"/>
                  <a:pt x="17159" y="20085"/>
                </a:cubicBezTo>
                <a:cubicBezTo>
                  <a:pt x="17145" y="20055"/>
                  <a:pt x="17115" y="20011"/>
                  <a:pt x="17086" y="19982"/>
                </a:cubicBezTo>
                <a:cubicBezTo>
                  <a:pt x="17101" y="19923"/>
                  <a:pt x="17130" y="19864"/>
                  <a:pt x="17145" y="19834"/>
                </a:cubicBezTo>
                <a:close/>
                <a:moveTo>
                  <a:pt x="16615" y="19996"/>
                </a:moveTo>
                <a:cubicBezTo>
                  <a:pt x="16615" y="20011"/>
                  <a:pt x="16630" y="20040"/>
                  <a:pt x="16630" y="20070"/>
                </a:cubicBezTo>
                <a:cubicBezTo>
                  <a:pt x="16630" y="20085"/>
                  <a:pt x="16615" y="20129"/>
                  <a:pt x="16615" y="20143"/>
                </a:cubicBezTo>
                <a:cubicBezTo>
                  <a:pt x="16615" y="20129"/>
                  <a:pt x="16600" y="20114"/>
                  <a:pt x="16600" y="20070"/>
                </a:cubicBezTo>
                <a:cubicBezTo>
                  <a:pt x="16600" y="20055"/>
                  <a:pt x="16615" y="20011"/>
                  <a:pt x="16615" y="19996"/>
                </a:cubicBezTo>
                <a:close/>
                <a:moveTo>
                  <a:pt x="16762" y="19923"/>
                </a:moveTo>
                <a:cubicBezTo>
                  <a:pt x="16762" y="19952"/>
                  <a:pt x="16777" y="19996"/>
                  <a:pt x="16792" y="20011"/>
                </a:cubicBezTo>
                <a:cubicBezTo>
                  <a:pt x="16777" y="20055"/>
                  <a:pt x="16777" y="20085"/>
                  <a:pt x="16762" y="20143"/>
                </a:cubicBezTo>
                <a:cubicBezTo>
                  <a:pt x="16747" y="20114"/>
                  <a:pt x="16747" y="20085"/>
                  <a:pt x="16718" y="20055"/>
                </a:cubicBezTo>
                <a:cubicBezTo>
                  <a:pt x="16733" y="20011"/>
                  <a:pt x="16733" y="19982"/>
                  <a:pt x="16762" y="19923"/>
                </a:cubicBezTo>
                <a:close/>
                <a:moveTo>
                  <a:pt x="16924" y="19893"/>
                </a:moveTo>
                <a:cubicBezTo>
                  <a:pt x="16939" y="19923"/>
                  <a:pt x="16968" y="19967"/>
                  <a:pt x="16998" y="19996"/>
                </a:cubicBezTo>
                <a:cubicBezTo>
                  <a:pt x="16983" y="20055"/>
                  <a:pt x="16968" y="20085"/>
                  <a:pt x="16939" y="20143"/>
                </a:cubicBezTo>
                <a:lnTo>
                  <a:pt x="16895" y="20040"/>
                </a:lnTo>
                <a:cubicBezTo>
                  <a:pt x="16909" y="19982"/>
                  <a:pt x="16909" y="19923"/>
                  <a:pt x="16924" y="19893"/>
                </a:cubicBezTo>
                <a:close/>
                <a:moveTo>
                  <a:pt x="17881" y="19849"/>
                </a:moveTo>
                <a:cubicBezTo>
                  <a:pt x="17939" y="19893"/>
                  <a:pt x="17969" y="19923"/>
                  <a:pt x="18028" y="19967"/>
                </a:cubicBezTo>
                <a:cubicBezTo>
                  <a:pt x="17969" y="20040"/>
                  <a:pt x="17939" y="20114"/>
                  <a:pt x="17925" y="20158"/>
                </a:cubicBezTo>
                <a:cubicBezTo>
                  <a:pt x="17881" y="20129"/>
                  <a:pt x="17822" y="20085"/>
                  <a:pt x="17792" y="20040"/>
                </a:cubicBezTo>
                <a:cubicBezTo>
                  <a:pt x="17822" y="19982"/>
                  <a:pt x="17836" y="19908"/>
                  <a:pt x="17881" y="19849"/>
                </a:cubicBezTo>
                <a:close/>
                <a:moveTo>
                  <a:pt x="17557" y="19923"/>
                </a:moveTo>
                <a:cubicBezTo>
                  <a:pt x="17586" y="19952"/>
                  <a:pt x="17630" y="19996"/>
                  <a:pt x="17660" y="20055"/>
                </a:cubicBezTo>
                <a:cubicBezTo>
                  <a:pt x="17645" y="20129"/>
                  <a:pt x="17630" y="20188"/>
                  <a:pt x="17586" y="20232"/>
                </a:cubicBezTo>
                <a:cubicBezTo>
                  <a:pt x="17557" y="20202"/>
                  <a:pt x="17513" y="20158"/>
                  <a:pt x="17483" y="20114"/>
                </a:cubicBezTo>
                <a:cubicBezTo>
                  <a:pt x="17498" y="20055"/>
                  <a:pt x="17527" y="19996"/>
                  <a:pt x="17557" y="19923"/>
                </a:cubicBezTo>
                <a:close/>
                <a:moveTo>
                  <a:pt x="18940" y="10813"/>
                </a:moveTo>
                <a:cubicBezTo>
                  <a:pt x="20162" y="13300"/>
                  <a:pt x="20279" y="16288"/>
                  <a:pt x="19205" y="18819"/>
                </a:cubicBezTo>
                <a:cubicBezTo>
                  <a:pt x="18999" y="19305"/>
                  <a:pt x="18764" y="19775"/>
                  <a:pt x="18484" y="20232"/>
                </a:cubicBezTo>
                <a:lnTo>
                  <a:pt x="18322" y="20129"/>
                </a:lnTo>
                <a:cubicBezTo>
                  <a:pt x="18602" y="19614"/>
                  <a:pt x="18867" y="19099"/>
                  <a:pt x="19073" y="18539"/>
                </a:cubicBezTo>
                <a:cubicBezTo>
                  <a:pt x="20044" y="16096"/>
                  <a:pt x="19970" y="13227"/>
                  <a:pt x="18940" y="10813"/>
                </a:cubicBezTo>
                <a:close/>
                <a:moveTo>
                  <a:pt x="17292" y="19996"/>
                </a:moveTo>
                <a:cubicBezTo>
                  <a:pt x="17336" y="20040"/>
                  <a:pt x="17365" y="20070"/>
                  <a:pt x="17380" y="20129"/>
                </a:cubicBezTo>
                <a:cubicBezTo>
                  <a:pt x="17365" y="20188"/>
                  <a:pt x="17336" y="20232"/>
                  <a:pt x="17307" y="20291"/>
                </a:cubicBezTo>
                <a:cubicBezTo>
                  <a:pt x="17277" y="20261"/>
                  <a:pt x="17262" y="20217"/>
                  <a:pt x="17218" y="20158"/>
                </a:cubicBezTo>
                <a:cubicBezTo>
                  <a:pt x="17233" y="20114"/>
                  <a:pt x="17262" y="20055"/>
                  <a:pt x="17292" y="19996"/>
                </a:cubicBezTo>
                <a:close/>
                <a:moveTo>
                  <a:pt x="17056" y="20070"/>
                </a:moveTo>
                <a:cubicBezTo>
                  <a:pt x="17071" y="20099"/>
                  <a:pt x="17101" y="20143"/>
                  <a:pt x="17130" y="20173"/>
                </a:cubicBezTo>
                <a:cubicBezTo>
                  <a:pt x="17101" y="20232"/>
                  <a:pt x="17086" y="20291"/>
                  <a:pt x="17071" y="20320"/>
                </a:cubicBezTo>
                <a:cubicBezTo>
                  <a:pt x="17056" y="20291"/>
                  <a:pt x="17012" y="20246"/>
                  <a:pt x="16998" y="20217"/>
                </a:cubicBezTo>
                <a:cubicBezTo>
                  <a:pt x="17012" y="20158"/>
                  <a:pt x="17042" y="20129"/>
                  <a:pt x="17056" y="20070"/>
                </a:cubicBezTo>
                <a:close/>
                <a:moveTo>
                  <a:pt x="18087" y="20011"/>
                </a:moveTo>
                <a:cubicBezTo>
                  <a:pt x="18131" y="20055"/>
                  <a:pt x="18190" y="20085"/>
                  <a:pt x="18234" y="20129"/>
                </a:cubicBezTo>
                <a:cubicBezTo>
                  <a:pt x="18190" y="20202"/>
                  <a:pt x="18160" y="20246"/>
                  <a:pt x="18116" y="20320"/>
                </a:cubicBezTo>
                <a:cubicBezTo>
                  <a:pt x="18072" y="20291"/>
                  <a:pt x="18013" y="20261"/>
                  <a:pt x="17969" y="20217"/>
                </a:cubicBezTo>
                <a:cubicBezTo>
                  <a:pt x="18013" y="20143"/>
                  <a:pt x="18042" y="20085"/>
                  <a:pt x="18087" y="20011"/>
                </a:cubicBezTo>
                <a:close/>
                <a:moveTo>
                  <a:pt x="16571" y="20261"/>
                </a:moveTo>
                <a:cubicBezTo>
                  <a:pt x="16571" y="20276"/>
                  <a:pt x="16600" y="20291"/>
                  <a:pt x="16600" y="20291"/>
                </a:cubicBezTo>
                <a:cubicBezTo>
                  <a:pt x="16600" y="20305"/>
                  <a:pt x="16571" y="20320"/>
                  <a:pt x="16571" y="20349"/>
                </a:cubicBezTo>
                <a:cubicBezTo>
                  <a:pt x="16571" y="20335"/>
                  <a:pt x="16571" y="20305"/>
                  <a:pt x="16556" y="20305"/>
                </a:cubicBezTo>
                <a:cubicBezTo>
                  <a:pt x="16556" y="20291"/>
                  <a:pt x="16556" y="20276"/>
                  <a:pt x="16571" y="20261"/>
                </a:cubicBezTo>
                <a:close/>
                <a:moveTo>
                  <a:pt x="16836" y="20129"/>
                </a:moveTo>
                <a:cubicBezTo>
                  <a:pt x="16865" y="20158"/>
                  <a:pt x="16895" y="20202"/>
                  <a:pt x="16909" y="20232"/>
                </a:cubicBezTo>
                <a:cubicBezTo>
                  <a:pt x="16895" y="20276"/>
                  <a:pt x="16865" y="20320"/>
                  <a:pt x="16850" y="20364"/>
                </a:cubicBezTo>
                <a:lnTo>
                  <a:pt x="16792" y="20246"/>
                </a:lnTo>
                <a:cubicBezTo>
                  <a:pt x="16821" y="20217"/>
                  <a:pt x="16821" y="20158"/>
                  <a:pt x="16836" y="20129"/>
                </a:cubicBezTo>
                <a:close/>
                <a:moveTo>
                  <a:pt x="16659" y="20188"/>
                </a:moveTo>
                <a:cubicBezTo>
                  <a:pt x="16703" y="20217"/>
                  <a:pt x="16718" y="20232"/>
                  <a:pt x="16718" y="20276"/>
                </a:cubicBezTo>
                <a:cubicBezTo>
                  <a:pt x="16703" y="20305"/>
                  <a:pt x="16703" y="20349"/>
                  <a:pt x="16688" y="20379"/>
                </a:cubicBezTo>
                <a:cubicBezTo>
                  <a:pt x="16674" y="20349"/>
                  <a:pt x="16674" y="20320"/>
                  <a:pt x="16644" y="20291"/>
                </a:cubicBezTo>
                <a:cubicBezTo>
                  <a:pt x="16644" y="20261"/>
                  <a:pt x="16659" y="20217"/>
                  <a:pt x="16659" y="20188"/>
                </a:cubicBezTo>
                <a:close/>
                <a:moveTo>
                  <a:pt x="17733" y="20129"/>
                </a:moveTo>
                <a:cubicBezTo>
                  <a:pt x="17778" y="20158"/>
                  <a:pt x="17822" y="20202"/>
                  <a:pt x="17866" y="20246"/>
                </a:cubicBezTo>
                <a:cubicBezTo>
                  <a:pt x="17822" y="20305"/>
                  <a:pt x="17792" y="20379"/>
                  <a:pt x="17778" y="20438"/>
                </a:cubicBezTo>
                <a:cubicBezTo>
                  <a:pt x="17733" y="20379"/>
                  <a:pt x="17675" y="20349"/>
                  <a:pt x="17645" y="20305"/>
                </a:cubicBezTo>
                <a:cubicBezTo>
                  <a:pt x="17675" y="20246"/>
                  <a:pt x="17704" y="20188"/>
                  <a:pt x="17733" y="20129"/>
                </a:cubicBezTo>
                <a:close/>
                <a:moveTo>
                  <a:pt x="18293" y="20188"/>
                </a:moveTo>
                <a:lnTo>
                  <a:pt x="18454" y="20291"/>
                </a:lnTo>
                <a:cubicBezTo>
                  <a:pt x="18410" y="20364"/>
                  <a:pt x="18381" y="20438"/>
                  <a:pt x="18322" y="20497"/>
                </a:cubicBezTo>
                <a:cubicBezTo>
                  <a:pt x="18293" y="20482"/>
                  <a:pt x="18234" y="20438"/>
                  <a:pt x="18175" y="20379"/>
                </a:cubicBezTo>
                <a:cubicBezTo>
                  <a:pt x="18219" y="20305"/>
                  <a:pt x="18248" y="20261"/>
                  <a:pt x="18293" y="20188"/>
                </a:cubicBezTo>
                <a:close/>
                <a:moveTo>
                  <a:pt x="17439" y="20202"/>
                </a:moveTo>
                <a:cubicBezTo>
                  <a:pt x="17483" y="20232"/>
                  <a:pt x="17513" y="20276"/>
                  <a:pt x="17557" y="20320"/>
                </a:cubicBezTo>
                <a:cubicBezTo>
                  <a:pt x="17513" y="20379"/>
                  <a:pt x="17498" y="20438"/>
                  <a:pt x="17454" y="20511"/>
                </a:cubicBezTo>
                <a:cubicBezTo>
                  <a:pt x="17424" y="20452"/>
                  <a:pt x="17410" y="20408"/>
                  <a:pt x="17365" y="20364"/>
                </a:cubicBezTo>
                <a:cubicBezTo>
                  <a:pt x="17380" y="20305"/>
                  <a:pt x="17424" y="20261"/>
                  <a:pt x="17439" y="20202"/>
                </a:cubicBezTo>
                <a:close/>
                <a:moveTo>
                  <a:pt x="17189" y="20261"/>
                </a:moveTo>
                <a:cubicBezTo>
                  <a:pt x="17218" y="20291"/>
                  <a:pt x="17233" y="20335"/>
                  <a:pt x="17277" y="20364"/>
                </a:cubicBezTo>
                <a:cubicBezTo>
                  <a:pt x="17262" y="20423"/>
                  <a:pt x="17218" y="20482"/>
                  <a:pt x="17204" y="20526"/>
                </a:cubicBezTo>
                <a:cubicBezTo>
                  <a:pt x="17189" y="20497"/>
                  <a:pt x="17145" y="20452"/>
                  <a:pt x="17130" y="20408"/>
                </a:cubicBezTo>
                <a:cubicBezTo>
                  <a:pt x="17145" y="20364"/>
                  <a:pt x="17159" y="20305"/>
                  <a:pt x="17189" y="20261"/>
                </a:cubicBezTo>
                <a:close/>
                <a:moveTo>
                  <a:pt x="16968" y="20305"/>
                </a:moveTo>
                <a:cubicBezTo>
                  <a:pt x="16983" y="20349"/>
                  <a:pt x="16998" y="20379"/>
                  <a:pt x="17042" y="20423"/>
                </a:cubicBezTo>
                <a:cubicBezTo>
                  <a:pt x="17012" y="20482"/>
                  <a:pt x="16983" y="20526"/>
                  <a:pt x="16968" y="20570"/>
                </a:cubicBezTo>
                <a:lnTo>
                  <a:pt x="16909" y="20452"/>
                </a:lnTo>
                <a:cubicBezTo>
                  <a:pt x="16924" y="20408"/>
                  <a:pt x="16939" y="20364"/>
                  <a:pt x="16968" y="20305"/>
                </a:cubicBezTo>
                <a:close/>
                <a:moveTo>
                  <a:pt x="16630" y="20438"/>
                </a:moveTo>
                <a:cubicBezTo>
                  <a:pt x="16630" y="20452"/>
                  <a:pt x="16644" y="20482"/>
                  <a:pt x="16644" y="20511"/>
                </a:cubicBezTo>
                <a:cubicBezTo>
                  <a:pt x="16644" y="20555"/>
                  <a:pt x="16630" y="20570"/>
                  <a:pt x="16630" y="20600"/>
                </a:cubicBezTo>
                <a:cubicBezTo>
                  <a:pt x="16630" y="20585"/>
                  <a:pt x="16615" y="20570"/>
                  <a:pt x="16615" y="20526"/>
                </a:cubicBezTo>
                <a:cubicBezTo>
                  <a:pt x="16615" y="20497"/>
                  <a:pt x="16630" y="20452"/>
                  <a:pt x="16630" y="20438"/>
                </a:cubicBezTo>
                <a:close/>
                <a:moveTo>
                  <a:pt x="16792" y="20408"/>
                </a:moveTo>
                <a:lnTo>
                  <a:pt x="16836" y="20482"/>
                </a:lnTo>
                <a:cubicBezTo>
                  <a:pt x="16821" y="20511"/>
                  <a:pt x="16792" y="20555"/>
                  <a:pt x="16792" y="20600"/>
                </a:cubicBezTo>
                <a:cubicBezTo>
                  <a:pt x="16777" y="20570"/>
                  <a:pt x="16777" y="20541"/>
                  <a:pt x="16762" y="20511"/>
                </a:cubicBezTo>
                <a:cubicBezTo>
                  <a:pt x="16777" y="20482"/>
                  <a:pt x="16777" y="20438"/>
                  <a:pt x="16792" y="20408"/>
                </a:cubicBezTo>
                <a:close/>
                <a:moveTo>
                  <a:pt x="17939" y="20291"/>
                </a:moveTo>
                <a:cubicBezTo>
                  <a:pt x="17984" y="20320"/>
                  <a:pt x="18028" y="20364"/>
                  <a:pt x="18087" y="20408"/>
                </a:cubicBezTo>
                <a:cubicBezTo>
                  <a:pt x="18042" y="20482"/>
                  <a:pt x="18013" y="20526"/>
                  <a:pt x="17969" y="20600"/>
                </a:cubicBezTo>
                <a:cubicBezTo>
                  <a:pt x="17925" y="20570"/>
                  <a:pt x="17866" y="20526"/>
                  <a:pt x="17822" y="20482"/>
                </a:cubicBezTo>
                <a:cubicBezTo>
                  <a:pt x="17866" y="20423"/>
                  <a:pt x="17895" y="20349"/>
                  <a:pt x="17939" y="20291"/>
                </a:cubicBezTo>
                <a:close/>
                <a:moveTo>
                  <a:pt x="17601" y="20379"/>
                </a:moveTo>
                <a:lnTo>
                  <a:pt x="17733" y="20511"/>
                </a:lnTo>
                <a:cubicBezTo>
                  <a:pt x="17704" y="20570"/>
                  <a:pt x="17660" y="20644"/>
                  <a:pt x="17645" y="20688"/>
                </a:cubicBezTo>
                <a:lnTo>
                  <a:pt x="17513" y="20570"/>
                </a:lnTo>
                <a:cubicBezTo>
                  <a:pt x="17557" y="20511"/>
                  <a:pt x="17571" y="20438"/>
                  <a:pt x="17601" y="20379"/>
                </a:cubicBezTo>
                <a:close/>
                <a:moveTo>
                  <a:pt x="17336" y="20452"/>
                </a:moveTo>
                <a:cubicBezTo>
                  <a:pt x="17365" y="20497"/>
                  <a:pt x="17380" y="20526"/>
                  <a:pt x="17424" y="20570"/>
                </a:cubicBezTo>
                <a:cubicBezTo>
                  <a:pt x="17380" y="20629"/>
                  <a:pt x="17365" y="20673"/>
                  <a:pt x="17336" y="20732"/>
                </a:cubicBezTo>
                <a:cubicBezTo>
                  <a:pt x="17292" y="20703"/>
                  <a:pt x="17277" y="20658"/>
                  <a:pt x="17233" y="20600"/>
                </a:cubicBezTo>
                <a:cubicBezTo>
                  <a:pt x="17277" y="20570"/>
                  <a:pt x="17292" y="20511"/>
                  <a:pt x="17336" y="20452"/>
                </a:cubicBezTo>
                <a:close/>
                <a:moveTo>
                  <a:pt x="17071" y="20511"/>
                </a:moveTo>
                <a:cubicBezTo>
                  <a:pt x="17086" y="20541"/>
                  <a:pt x="17130" y="20585"/>
                  <a:pt x="17145" y="20614"/>
                </a:cubicBezTo>
                <a:cubicBezTo>
                  <a:pt x="17130" y="20673"/>
                  <a:pt x="17086" y="20732"/>
                  <a:pt x="17071" y="20776"/>
                </a:cubicBezTo>
                <a:cubicBezTo>
                  <a:pt x="17056" y="20732"/>
                  <a:pt x="17042" y="20688"/>
                  <a:pt x="16998" y="20658"/>
                </a:cubicBezTo>
                <a:cubicBezTo>
                  <a:pt x="17042" y="20629"/>
                  <a:pt x="17056" y="20570"/>
                  <a:pt x="17071" y="20511"/>
                </a:cubicBezTo>
                <a:close/>
                <a:moveTo>
                  <a:pt x="18131" y="20452"/>
                </a:moveTo>
                <a:cubicBezTo>
                  <a:pt x="18190" y="20497"/>
                  <a:pt x="18248" y="20526"/>
                  <a:pt x="18278" y="20570"/>
                </a:cubicBezTo>
                <a:cubicBezTo>
                  <a:pt x="18248" y="20644"/>
                  <a:pt x="18190" y="20688"/>
                  <a:pt x="18160" y="20776"/>
                </a:cubicBezTo>
                <a:cubicBezTo>
                  <a:pt x="18116" y="20747"/>
                  <a:pt x="18072" y="20688"/>
                  <a:pt x="18028" y="20658"/>
                </a:cubicBezTo>
                <a:cubicBezTo>
                  <a:pt x="18072" y="20585"/>
                  <a:pt x="18101" y="20526"/>
                  <a:pt x="18131" y="20452"/>
                </a:cubicBezTo>
                <a:close/>
                <a:moveTo>
                  <a:pt x="16600" y="20688"/>
                </a:moveTo>
                <a:cubicBezTo>
                  <a:pt x="16600" y="20717"/>
                  <a:pt x="16615" y="20732"/>
                  <a:pt x="16615" y="20747"/>
                </a:cubicBezTo>
                <a:cubicBezTo>
                  <a:pt x="16615" y="20776"/>
                  <a:pt x="16600" y="20791"/>
                  <a:pt x="16600" y="20806"/>
                </a:cubicBezTo>
                <a:cubicBezTo>
                  <a:pt x="16571" y="20791"/>
                  <a:pt x="16571" y="20776"/>
                  <a:pt x="16571" y="20747"/>
                </a:cubicBezTo>
                <a:cubicBezTo>
                  <a:pt x="16571" y="20732"/>
                  <a:pt x="16571" y="20717"/>
                  <a:pt x="16600" y="20688"/>
                </a:cubicBezTo>
                <a:close/>
                <a:moveTo>
                  <a:pt x="16850" y="20570"/>
                </a:moveTo>
                <a:cubicBezTo>
                  <a:pt x="16895" y="20600"/>
                  <a:pt x="16909" y="20644"/>
                  <a:pt x="16924" y="20673"/>
                </a:cubicBezTo>
                <a:cubicBezTo>
                  <a:pt x="16909" y="20717"/>
                  <a:pt x="16880" y="20776"/>
                  <a:pt x="16865" y="20806"/>
                </a:cubicBezTo>
                <a:lnTo>
                  <a:pt x="16821" y="20688"/>
                </a:lnTo>
                <a:cubicBezTo>
                  <a:pt x="16836" y="20658"/>
                  <a:pt x="16850" y="20600"/>
                  <a:pt x="16850" y="20570"/>
                </a:cubicBezTo>
                <a:close/>
                <a:moveTo>
                  <a:pt x="16703" y="20629"/>
                </a:moveTo>
                <a:cubicBezTo>
                  <a:pt x="16718" y="20658"/>
                  <a:pt x="16733" y="20673"/>
                  <a:pt x="16733" y="20717"/>
                </a:cubicBezTo>
                <a:cubicBezTo>
                  <a:pt x="16718" y="20747"/>
                  <a:pt x="16718" y="20791"/>
                  <a:pt x="16703" y="20820"/>
                </a:cubicBezTo>
                <a:cubicBezTo>
                  <a:pt x="16688" y="20791"/>
                  <a:pt x="16688" y="20776"/>
                  <a:pt x="16659" y="20732"/>
                </a:cubicBezTo>
                <a:cubicBezTo>
                  <a:pt x="16688" y="20703"/>
                  <a:pt x="16688" y="20658"/>
                  <a:pt x="16703" y="20629"/>
                </a:cubicBezTo>
                <a:close/>
                <a:moveTo>
                  <a:pt x="17792" y="20570"/>
                </a:moveTo>
                <a:cubicBezTo>
                  <a:pt x="17822" y="20600"/>
                  <a:pt x="17881" y="20644"/>
                  <a:pt x="17925" y="20673"/>
                </a:cubicBezTo>
                <a:cubicBezTo>
                  <a:pt x="17881" y="20732"/>
                  <a:pt x="17836" y="20806"/>
                  <a:pt x="17807" y="20865"/>
                </a:cubicBezTo>
                <a:cubicBezTo>
                  <a:pt x="17778" y="20820"/>
                  <a:pt x="17733" y="20791"/>
                  <a:pt x="17675" y="20747"/>
                </a:cubicBezTo>
                <a:cubicBezTo>
                  <a:pt x="17719" y="20688"/>
                  <a:pt x="17748" y="20629"/>
                  <a:pt x="17792" y="20570"/>
                </a:cubicBezTo>
                <a:close/>
                <a:moveTo>
                  <a:pt x="17483" y="20644"/>
                </a:moveTo>
                <a:cubicBezTo>
                  <a:pt x="17513" y="20673"/>
                  <a:pt x="17557" y="20717"/>
                  <a:pt x="17586" y="20776"/>
                </a:cubicBezTo>
                <a:cubicBezTo>
                  <a:pt x="17557" y="20820"/>
                  <a:pt x="17513" y="20879"/>
                  <a:pt x="17498" y="20953"/>
                </a:cubicBezTo>
                <a:cubicBezTo>
                  <a:pt x="17454" y="20894"/>
                  <a:pt x="17424" y="20865"/>
                  <a:pt x="17410" y="20820"/>
                </a:cubicBezTo>
                <a:cubicBezTo>
                  <a:pt x="17424" y="20747"/>
                  <a:pt x="17454" y="20703"/>
                  <a:pt x="17483" y="20644"/>
                </a:cubicBezTo>
                <a:close/>
                <a:moveTo>
                  <a:pt x="17218" y="20717"/>
                </a:moveTo>
                <a:cubicBezTo>
                  <a:pt x="17262" y="20747"/>
                  <a:pt x="17277" y="20791"/>
                  <a:pt x="17307" y="20820"/>
                </a:cubicBezTo>
                <a:cubicBezTo>
                  <a:pt x="17277" y="20879"/>
                  <a:pt x="17233" y="20938"/>
                  <a:pt x="17218" y="20997"/>
                </a:cubicBezTo>
                <a:cubicBezTo>
                  <a:pt x="17204" y="20953"/>
                  <a:pt x="17159" y="20923"/>
                  <a:pt x="17145" y="20879"/>
                </a:cubicBezTo>
                <a:cubicBezTo>
                  <a:pt x="17159" y="20820"/>
                  <a:pt x="17204" y="20776"/>
                  <a:pt x="17218" y="20717"/>
                </a:cubicBezTo>
                <a:close/>
                <a:moveTo>
                  <a:pt x="16983" y="20776"/>
                </a:moveTo>
                <a:cubicBezTo>
                  <a:pt x="16998" y="20806"/>
                  <a:pt x="17012" y="20850"/>
                  <a:pt x="17056" y="20879"/>
                </a:cubicBezTo>
                <a:cubicBezTo>
                  <a:pt x="17042" y="20938"/>
                  <a:pt x="17012" y="20968"/>
                  <a:pt x="16983" y="21026"/>
                </a:cubicBezTo>
                <a:lnTo>
                  <a:pt x="16924" y="20923"/>
                </a:lnTo>
                <a:cubicBezTo>
                  <a:pt x="16939" y="20865"/>
                  <a:pt x="16968" y="20820"/>
                  <a:pt x="16983" y="20776"/>
                </a:cubicBezTo>
                <a:close/>
                <a:moveTo>
                  <a:pt x="16644" y="20879"/>
                </a:moveTo>
                <a:cubicBezTo>
                  <a:pt x="16644" y="20894"/>
                  <a:pt x="16659" y="20938"/>
                  <a:pt x="16659" y="20953"/>
                </a:cubicBezTo>
                <a:cubicBezTo>
                  <a:pt x="16644" y="20982"/>
                  <a:pt x="16644" y="21012"/>
                  <a:pt x="16630" y="21041"/>
                </a:cubicBezTo>
                <a:cubicBezTo>
                  <a:pt x="16630" y="21026"/>
                  <a:pt x="16615" y="21012"/>
                  <a:pt x="16615" y="20968"/>
                </a:cubicBezTo>
                <a:cubicBezTo>
                  <a:pt x="16630" y="20938"/>
                  <a:pt x="16630" y="20894"/>
                  <a:pt x="16644" y="20879"/>
                </a:cubicBezTo>
                <a:close/>
                <a:moveTo>
                  <a:pt x="16792" y="20820"/>
                </a:moveTo>
                <a:cubicBezTo>
                  <a:pt x="16821" y="20865"/>
                  <a:pt x="16836" y="20879"/>
                  <a:pt x="16836" y="20923"/>
                </a:cubicBezTo>
                <a:cubicBezTo>
                  <a:pt x="16821" y="20953"/>
                  <a:pt x="16792" y="21012"/>
                  <a:pt x="16777" y="21041"/>
                </a:cubicBezTo>
                <a:cubicBezTo>
                  <a:pt x="16762" y="21012"/>
                  <a:pt x="16762" y="20982"/>
                  <a:pt x="16747" y="20953"/>
                </a:cubicBezTo>
                <a:cubicBezTo>
                  <a:pt x="16762" y="20894"/>
                  <a:pt x="16777" y="20865"/>
                  <a:pt x="16792" y="20820"/>
                </a:cubicBezTo>
                <a:close/>
                <a:moveTo>
                  <a:pt x="17969" y="20732"/>
                </a:moveTo>
                <a:cubicBezTo>
                  <a:pt x="18028" y="20776"/>
                  <a:pt x="18072" y="20806"/>
                  <a:pt x="18116" y="20865"/>
                </a:cubicBezTo>
                <a:cubicBezTo>
                  <a:pt x="18087" y="20938"/>
                  <a:pt x="18028" y="20982"/>
                  <a:pt x="17984" y="21056"/>
                </a:cubicBezTo>
                <a:cubicBezTo>
                  <a:pt x="17954" y="21012"/>
                  <a:pt x="17925" y="20968"/>
                  <a:pt x="17866" y="20938"/>
                </a:cubicBezTo>
                <a:cubicBezTo>
                  <a:pt x="17895" y="20865"/>
                  <a:pt x="17939" y="20806"/>
                  <a:pt x="17969" y="20732"/>
                </a:cubicBezTo>
                <a:close/>
                <a:moveTo>
                  <a:pt x="17645" y="20820"/>
                </a:moveTo>
                <a:lnTo>
                  <a:pt x="17778" y="20953"/>
                </a:lnTo>
                <a:cubicBezTo>
                  <a:pt x="17733" y="21012"/>
                  <a:pt x="17704" y="21085"/>
                  <a:pt x="17660" y="21144"/>
                </a:cubicBezTo>
                <a:cubicBezTo>
                  <a:pt x="17630" y="21085"/>
                  <a:pt x="17586" y="21041"/>
                  <a:pt x="17557" y="21012"/>
                </a:cubicBezTo>
                <a:cubicBezTo>
                  <a:pt x="17586" y="20953"/>
                  <a:pt x="17630" y="20879"/>
                  <a:pt x="17645" y="20820"/>
                </a:cubicBezTo>
                <a:close/>
                <a:moveTo>
                  <a:pt x="17351" y="20894"/>
                </a:moveTo>
                <a:cubicBezTo>
                  <a:pt x="17380" y="20938"/>
                  <a:pt x="17410" y="20968"/>
                  <a:pt x="17439" y="21012"/>
                </a:cubicBezTo>
                <a:cubicBezTo>
                  <a:pt x="17410" y="21071"/>
                  <a:pt x="17365" y="21115"/>
                  <a:pt x="17351" y="21174"/>
                </a:cubicBezTo>
                <a:cubicBezTo>
                  <a:pt x="17336" y="21144"/>
                  <a:pt x="17307" y="21115"/>
                  <a:pt x="17277" y="21085"/>
                </a:cubicBezTo>
                <a:cubicBezTo>
                  <a:pt x="17277" y="21071"/>
                  <a:pt x="17262" y="21071"/>
                  <a:pt x="17262" y="21041"/>
                </a:cubicBezTo>
                <a:cubicBezTo>
                  <a:pt x="17292" y="21012"/>
                  <a:pt x="17336" y="20953"/>
                  <a:pt x="17351" y="20894"/>
                </a:cubicBezTo>
                <a:close/>
                <a:moveTo>
                  <a:pt x="17115" y="20968"/>
                </a:moveTo>
                <a:cubicBezTo>
                  <a:pt x="17130" y="21012"/>
                  <a:pt x="17159" y="21041"/>
                  <a:pt x="17189" y="21085"/>
                </a:cubicBezTo>
                <a:cubicBezTo>
                  <a:pt x="17145" y="21115"/>
                  <a:pt x="17130" y="21174"/>
                  <a:pt x="17086" y="21232"/>
                </a:cubicBezTo>
                <a:lnTo>
                  <a:pt x="17042" y="21115"/>
                </a:lnTo>
                <a:cubicBezTo>
                  <a:pt x="17056" y="21056"/>
                  <a:pt x="17086" y="21012"/>
                  <a:pt x="17115" y="20968"/>
                </a:cubicBezTo>
                <a:close/>
                <a:moveTo>
                  <a:pt x="16571" y="21115"/>
                </a:moveTo>
                <a:cubicBezTo>
                  <a:pt x="16571" y="21144"/>
                  <a:pt x="16571" y="21159"/>
                  <a:pt x="16585" y="21174"/>
                </a:cubicBezTo>
                <a:cubicBezTo>
                  <a:pt x="16585" y="21188"/>
                  <a:pt x="16571" y="21232"/>
                  <a:pt x="16571" y="21247"/>
                </a:cubicBezTo>
                <a:cubicBezTo>
                  <a:pt x="16571" y="21232"/>
                  <a:pt x="16556" y="21218"/>
                  <a:pt x="16556" y="21188"/>
                </a:cubicBezTo>
                <a:cubicBezTo>
                  <a:pt x="16556" y="21174"/>
                  <a:pt x="16571" y="21144"/>
                  <a:pt x="16571" y="21115"/>
                </a:cubicBezTo>
                <a:close/>
                <a:moveTo>
                  <a:pt x="16718" y="21056"/>
                </a:moveTo>
                <a:cubicBezTo>
                  <a:pt x="16718" y="21100"/>
                  <a:pt x="16733" y="21115"/>
                  <a:pt x="16733" y="21159"/>
                </a:cubicBezTo>
                <a:cubicBezTo>
                  <a:pt x="16718" y="21188"/>
                  <a:pt x="16703" y="21232"/>
                  <a:pt x="16703" y="21262"/>
                </a:cubicBezTo>
                <a:cubicBezTo>
                  <a:pt x="16703" y="21232"/>
                  <a:pt x="16688" y="21203"/>
                  <a:pt x="16688" y="21174"/>
                </a:cubicBezTo>
                <a:cubicBezTo>
                  <a:pt x="16703" y="21144"/>
                  <a:pt x="16703" y="21100"/>
                  <a:pt x="16718" y="21056"/>
                </a:cubicBezTo>
                <a:close/>
                <a:moveTo>
                  <a:pt x="16895" y="21012"/>
                </a:moveTo>
                <a:lnTo>
                  <a:pt x="16939" y="21115"/>
                </a:lnTo>
                <a:cubicBezTo>
                  <a:pt x="16924" y="21174"/>
                  <a:pt x="16909" y="21218"/>
                  <a:pt x="16895" y="21262"/>
                </a:cubicBezTo>
                <a:cubicBezTo>
                  <a:pt x="16865" y="21232"/>
                  <a:pt x="16850" y="21188"/>
                  <a:pt x="16850" y="21159"/>
                </a:cubicBezTo>
                <a:cubicBezTo>
                  <a:pt x="16850" y="21100"/>
                  <a:pt x="16865" y="21056"/>
                  <a:pt x="16895" y="21012"/>
                </a:cubicBezTo>
                <a:close/>
                <a:moveTo>
                  <a:pt x="17822" y="21012"/>
                </a:moveTo>
                <a:cubicBezTo>
                  <a:pt x="17866" y="21041"/>
                  <a:pt x="17925" y="21085"/>
                  <a:pt x="17954" y="21144"/>
                </a:cubicBezTo>
                <a:cubicBezTo>
                  <a:pt x="17925" y="21218"/>
                  <a:pt x="17866" y="21262"/>
                  <a:pt x="17822" y="21335"/>
                </a:cubicBezTo>
                <a:cubicBezTo>
                  <a:pt x="17792" y="21262"/>
                  <a:pt x="17748" y="21232"/>
                  <a:pt x="17719" y="21188"/>
                </a:cubicBezTo>
                <a:cubicBezTo>
                  <a:pt x="17748" y="21144"/>
                  <a:pt x="17792" y="21071"/>
                  <a:pt x="17822" y="21012"/>
                </a:cubicBezTo>
                <a:close/>
                <a:moveTo>
                  <a:pt x="17498" y="21056"/>
                </a:moveTo>
                <a:cubicBezTo>
                  <a:pt x="17527" y="21100"/>
                  <a:pt x="17571" y="21144"/>
                  <a:pt x="17601" y="21188"/>
                </a:cubicBezTo>
                <a:cubicBezTo>
                  <a:pt x="17571" y="21247"/>
                  <a:pt x="17527" y="21321"/>
                  <a:pt x="17498" y="21380"/>
                </a:cubicBezTo>
                <a:cubicBezTo>
                  <a:pt x="17454" y="21335"/>
                  <a:pt x="17439" y="21306"/>
                  <a:pt x="17410" y="21247"/>
                </a:cubicBezTo>
                <a:cubicBezTo>
                  <a:pt x="17439" y="21188"/>
                  <a:pt x="17483" y="21144"/>
                  <a:pt x="17498" y="21056"/>
                </a:cubicBezTo>
                <a:close/>
                <a:moveTo>
                  <a:pt x="17218" y="21144"/>
                </a:moveTo>
                <a:cubicBezTo>
                  <a:pt x="17233" y="21174"/>
                  <a:pt x="17277" y="21218"/>
                  <a:pt x="17307" y="21247"/>
                </a:cubicBezTo>
                <a:cubicBezTo>
                  <a:pt x="17277" y="21306"/>
                  <a:pt x="17262" y="21350"/>
                  <a:pt x="17218" y="21409"/>
                </a:cubicBezTo>
                <a:cubicBezTo>
                  <a:pt x="17204" y="21394"/>
                  <a:pt x="17204" y="21380"/>
                  <a:pt x="17189" y="21350"/>
                </a:cubicBezTo>
                <a:cubicBezTo>
                  <a:pt x="17159" y="21335"/>
                  <a:pt x="17159" y="21321"/>
                  <a:pt x="17145" y="21306"/>
                </a:cubicBezTo>
                <a:cubicBezTo>
                  <a:pt x="17159" y="21247"/>
                  <a:pt x="17204" y="21188"/>
                  <a:pt x="17218" y="21144"/>
                </a:cubicBezTo>
                <a:close/>
                <a:moveTo>
                  <a:pt x="16983" y="21218"/>
                </a:moveTo>
                <a:lnTo>
                  <a:pt x="17042" y="21321"/>
                </a:lnTo>
                <a:cubicBezTo>
                  <a:pt x="17012" y="21380"/>
                  <a:pt x="16983" y="21424"/>
                  <a:pt x="16968" y="21468"/>
                </a:cubicBezTo>
                <a:lnTo>
                  <a:pt x="16909" y="21365"/>
                </a:lnTo>
                <a:cubicBezTo>
                  <a:pt x="16939" y="21306"/>
                  <a:pt x="16968" y="21247"/>
                  <a:pt x="16983" y="21218"/>
                </a:cubicBezTo>
                <a:close/>
                <a:moveTo>
                  <a:pt x="16644" y="21321"/>
                </a:moveTo>
                <a:cubicBezTo>
                  <a:pt x="16644" y="21335"/>
                  <a:pt x="16674" y="21380"/>
                  <a:pt x="16674" y="21394"/>
                </a:cubicBezTo>
                <a:cubicBezTo>
                  <a:pt x="16644" y="21424"/>
                  <a:pt x="16644" y="21468"/>
                  <a:pt x="16630" y="21483"/>
                </a:cubicBezTo>
                <a:cubicBezTo>
                  <a:pt x="16615" y="21453"/>
                  <a:pt x="16615" y="21424"/>
                  <a:pt x="16615" y="21409"/>
                </a:cubicBezTo>
                <a:cubicBezTo>
                  <a:pt x="16630" y="21380"/>
                  <a:pt x="16630" y="21335"/>
                  <a:pt x="16644" y="21321"/>
                </a:cubicBezTo>
                <a:close/>
                <a:moveTo>
                  <a:pt x="16792" y="21262"/>
                </a:moveTo>
                <a:cubicBezTo>
                  <a:pt x="16806" y="21306"/>
                  <a:pt x="16836" y="21335"/>
                  <a:pt x="16836" y="21365"/>
                </a:cubicBezTo>
                <a:cubicBezTo>
                  <a:pt x="16821" y="21394"/>
                  <a:pt x="16792" y="21453"/>
                  <a:pt x="16777" y="21483"/>
                </a:cubicBezTo>
                <a:cubicBezTo>
                  <a:pt x="16762" y="21453"/>
                  <a:pt x="16762" y="21409"/>
                  <a:pt x="16733" y="21394"/>
                </a:cubicBezTo>
                <a:cubicBezTo>
                  <a:pt x="16762" y="21365"/>
                  <a:pt x="16777" y="21306"/>
                  <a:pt x="16792" y="21262"/>
                </a:cubicBezTo>
                <a:close/>
                <a:moveTo>
                  <a:pt x="17660" y="21262"/>
                </a:moveTo>
                <a:cubicBezTo>
                  <a:pt x="17704" y="21306"/>
                  <a:pt x="17733" y="21365"/>
                  <a:pt x="17763" y="21394"/>
                </a:cubicBezTo>
                <a:cubicBezTo>
                  <a:pt x="17733" y="21453"/>
                  <a:pt x="17675" y="21527"/>
                  <a:pt x="17645" y="21586"/>
                </a:cubicBezTo>
                <a:cubicBezTo>
                  <a:pt x="17630" y="21541"/>
                  <a:pt x="17586" y="21483"/>
                  <a:pt x="17557" y="21453"/>
                </a:cubicBezTo>
                <a:cubicBezTo>
                  <a:pt x="17586" y="21394"/>
                  <a:pt x="17630" y="21321"/>
                  <a:pt x="17660" y="21262"/>
                </a:cubicBezTo>
                <a:close/>
                <a:moveTo>
                  <a:pt x="17365" y="21335"/>
                </a:moveTo>
                <a:cubicBezTo>
                  <a:pt x="17410" y="21380"/>
                  <a:pt x="17424" y="21409"/>
                  <a:pt x="17454" y="21468"/>
                </a:cubicBezTo>
                <a:lnTo>
                  <a:pt x="17351" y="21630"/>
                </a:lnTo>
                <a:cubicBezTo>
                  <a:pt x="17307" y="21600"/>
                  <a:pt x="17292" y="21541"/>
                  <a:pt x="17277" y="21512"/>
                </a:cubicBezTo>
                <a:cubicBezTo>
                  <a:pt x="17307" y="21453"/>
                  <a:pt x="17336" y="21394"/>
                  <a:pt x="17365" y="21335"/>
                </a:cubicBezTo>
                <a:close/>
                <a:moveTo>
                  <a:pt x="17086" y="21394"/>
                </a:moveTo>
                <a:cubicBezTo>
                  <a:pt x="17096" y="21394"/>
                  <a:pt x="17099" y="21401"/>
                  <a:pt x="17096" y="21401"/>
                </a:cubicBezTo>
                <a:cubicBezTo>
                  <a:pt x="17094" y="21401"/>
                  <a:pt x="17091" y="21399"/>
                  <a:pt x="17086" y="21394"/>
                </a:cubicBezTo>
                <a:lnTo>
                  <a:pt x="17086" y="21394"/>
                </a:lnTo>
                <a:cubicBezTo>
                  <a:pt x="17130" y="21453"/>
                  <a:pt x="17145" y="21468"/>
                  <a:pt x="17159" y="21512"/>
                </a:cubicBezTo>
                <a:cubicBezTo>
                  <a:pt x="17130" y="21556"/>
                  <a:pt x="17115" y="21615"/>
                  <a:pt x="17071" y="21674"/>
                </a:cubicBezTo>
                <a:cubicBezTo>
                  <a:pt x="17071" y="21659"/>
                  <a:pt x="17056" y="21659"/>
                  <a:pt x="17056" y="21630"/>
                </a:cubicBezTo>
                <a:cubicBezTo>
                  <a:pt x="17042" y="21600"/>
                  <a:pt x="17012" y="21586"/>
                  <a:pt x="17012" y="21541"/>
                </a:cubicBezTo>
                <a:cubicBezTo>
                  <a:pt x="17042" y="21512"/>
                  <a:pt x="17071" y="21453"/>
                  <a:pt x="17086" y="21394"/>
                </a:cubicBezTo>
                <a:close/>
                <a:moveTo>
                  <a:pt x="16556" y="21556"/>
                </a:moveTo>
                <a:cubicBezTo>
                  <a:pt x="16556" y="21586"/>
                  <a:pt x="16556" y="21600"/>
                  <a:pt x="16571" y="21615"/>
                </a:cubicBezTo>
                <a:cubicBezTo>
                  <a:pt x="16571" y="21630"/>
                  <a:pt x="16556" y="21674"/>
                  <a:pt x="16556" y="21689"/>
                </a:cubicBezTo>
                <a:cubicBezTo>
                  <a:pt x="16541" y="21674"/>
                  <a:pt x="16541" y="21659"/>
                  <a:pt x="16541" y="21630"/>
                </a:cubicBezTo>
                <a:cubicBezTo>
                  <a:pt x="16541" y="21615"/>
                  <a:pt x="16556" y="21586"/>
                  <a:pt x="16556" y="21556"/>
                </a:cubicBezTo>
                <a:close/>
                <a:moveTo>
                  <a:pt x="16688" y="21512"/>
                </a:moveTo>
                <a:cubicBezTo>
                  <a:pt x="16703" y="21541"/>
                  <a:pt x="16718" y="21556"/>
                  <a:pt x="16718" y="21600"/>
                </a:cubicBezTo>
                <a:lnTo>
                  <a:pt x="16674" y="21703"/>
                </a:lnTo>
                <a:cubicBezTo>
                  <a:pt x="16674" y="21674"/>
                  <a:pt x="16644" y="21644"/>
                  <a:pt x="16644" y="21615"/>
                </a:cubicBezTo>
                <a:cubicBezTo>
                  <a:pt x="16674" y="21586"/>
                  <a:pt x="16688" y="21541"/>
                  <a:pt x="16688" y="21512"/>
                </a:cubicBezTo>
                <a:close/>
                <a:moveTo>
                  <a:pt x="16865" y="21453"/>
                </a:moveTo>
                <a:lnTo>
                  <a:pt x="16924" y="21556"/>
                </a:lnTo>
                <a:cubicBezTo>
                  <a:pt x="16909" y="21615"/>
                  <a:pt x="16865" y="21659"/>
                  <a:pt x="16850" y="21703"/>
                </a:cubicBezTo>
                <a:cubicBezTo>
                  <a:pt x="16836" y="21674"/>
                  <a:pt x="16836" y="21630"/>
                  <a:pt x="16806" y="21600"/>
                </a:cubicBezTo>
                <a:cubicBezTo>
                  <a:pt x="16836" y="21541"/>
                  <a:pt x="16850" y="21512"/>
                  <a:pt x="16865" y="21453"/>
                </a:cubicBezTo>
                <a:close/>
                <a:moveTo>
                  <a:pt x="17513" y="21527"/>
                </a:moveTo>
                <a:cubicBezTo>
                  <a:pt x="17557" y="21556"/>
                  <a:pt x="17586" y="21615"/>
                  <a:pt x="17616" y="21644"/>
                </a:cubicBezTo>
                <a:cubicBezTo>
                  <a:pt x="17586" y="21703"/>
                  <a:pt x="17542" y="21777"/>
                  <a:pt x="17498" y="21836"/>
                </a:cubicBezTo>
                <a:cubicBezTo>
                  <a:pt x="17454" y="21777"/>
                  <a:pt x="17424" y="21747"/>
                  <a:pt x="17410" y="21689"/>
                </a:cubicBezTo>
                <a:lnTo>
                  <a:pt x="17513" y="21527"/>
                </a:lnTo>
                <a:close/>
                <a:moveTo>
                  <a:pt x="17218" y="21586"/>
                </a:moveTo>
                <a:cubicBezTo>
                  <a:pt x="17233" y="21615"/>
                  <a:pt x="17277" y="21659"/>
                  <a:pt x="17292" y="21703"/>
                </a:cubicBezTo>
                <a:cubicBezTo>
                  <a:pt x="17262" y="21762"/>
                  <a:pt x="17233" y="21821"/>
                  <a:pt x="17204" y="21880"/>
                </a:cubicBezTo>
                <a:cubicBezTo>
                  <a:pt x="17189" y="21836"/>
                  <a:pt x="17145" y="21792"/>
                  <a:pt x="17130" y="21747"/>
                </a:cubicBezTo>
                <a:cubicBezTo>
                  <a:pt x="17159" y="21689"/>
                  <a:pt x="17174" y="21630"/>
                  <a:pt x="17218" y="21586"/>
                </a:cubicBezTo>
                <a:close/>
                <a:moveTo>
                  <a:pt x="16497" y="21836"/>
                </a:moveTo>
                <a:lnTo>
                  <a:pt x="16497" y="21850"/>
                </a:lnTo>
                <a:cubicBezTo>
                  <a:pt x="16497" y="21880"/>
                  <a:pt x="16482" y="21895"/>
                  <a:pt x="16482" y="21895"/>
                </a:cubicBezTo>
                <a:lnTo>
                  <a:pt x="16482" y="21880"/>
                </a:lnTo>
                <a:cubicBezTo>
                  <a:pt x="16482" y="21850"/>
                  <a:pt x="16482" y="21836"/>
                  <a:pt x="16497" y="21836"/>
                </a:cubicBezTo>
                <a:close/>
                <a:moveTo>
                  <a:pt x="16983" y="21659"/>
                </a:moveTo>
                <a:cubicBezTo>
                  <a:pt x="16983" y="21674"/>
                  <a:pt x="16998" y="21674"/>
                  <a:pt x="16998" y="21689"/>
                </a:cubicBezTo>
                <a:cubicBezTo>
                  <a:pt x="17012" y="21703"/>
                  <a:pt x="17042" y="21747"/>
                  <a:pt x="17042" y="21762"/>
                </a:cubicBezTo>
                <a:cubicBezTo>
                  <a:pt x="16998" y="21821"/>
                  <a:pt x="16983" y="21880"/>
                  <a:pt x="16939" y="21909"/>
                </a:cubicBezTo>
                <a:lnTo>
                  <a:pt x="16895" y="21806"/>
                </a:lnTo>
                <a:cubicBezTo>
                  <a:pt x="16924" y="21747"/>
                  <a:pt x="16939" y="21689"/>
                  <a:pt x="16983" y="21659"/>
                </a:cubicBezTo>
                <a:close/>
                <a:moveTo>
                  <a:pt x="16615" y="21762"/>
                </a:moveTo>
                <a:cubicBezTo>
                  <a:pt x="16615" y="21777"/>
                  <a:pt x="16630" y="21821"/>
                  <a:pt x="16630" y="21836"/>
                </a:cubicBezTo>
                <a:cubicBezTo>
                  <a:pt x="16615" y="21880"/>
                  <a:pt x="16615" y="21909"/>
                  <a:pt x="16600" y="21924"/>
                </a:cubicBezTo>
                <a:cubicBezTo>
                  <a:pt x="16600" y="21909"/>
                  <a:pt x="16571" y="21880"/>
                  <a:pt x="16571" y="21850"/>
                </a:cubicBezTo>
                <a:cubicBezTo>
                  <a:pt x="16600" y="21821"/>
                  <a:pt x="16600" y="21777"/>
                  <a:pt x="16615" y="21762"/>
                </a:cubicBezTo>
                <a:close/>
                <a:moveTo>
                  <a:pt x="16777" y="21703"/>
                </a:moveTo>
                <a:cubicBezTo>
                  <a:pt x="16777" y="21733"/>
                  <a:pt x="16792" y="21762"/>
                  <a:pt x="16821" y="21792"/>
                </a:cubicBezTo>
                <a:cubicBezTo>
                  <a:pt x="16792" y="21836"/>
                  <a:pt x="16777" y="21895"/>
                  <a:pt x="16762" y="21924"/>
                </a:cubicBezTo>
                <a:cubicBezTo>
                  <a:pt x="16747" y="21895"/>
                  <a:pt x="16747" y="21865"/>
                  <a:pt x="16718" y="21836"/>
                </a:cubicBezTo>
                <a:cubicBezTo>
                  <a:pt x="16733" y="21792"/>
                  <a:pt x="16762" y="21747"/>
                  <a:pt x="16777" y="21703"/>
                </a:cubicBezTo>
                <a:close/>
                <a:moveTo>
                  <a:pt x="17351" y="21777"/>
                </a:moveTo>
                <a:cubicBezTo>
                  <a:pt x="17380" y="21821"/>
                  <a:pt x="17410" y="21880"/>
                  <a:pt x="17439" y="21909"/>
                </a:cubicBezTo>
                <a:cubicBezTo>
                  <a:pt x="17410" y="21939"/>
                  <a:pt x="17380" y="21998"/>
                  <a:pt x="17351" y="22042"/>
                </a:cubicBezTo>
                <a:cubicBezTo>
                  <a:pt x="17336" y="22057"/>
                  <a:pt x="17336" y="22071"/>
                  <a:pt x="17307" y="22086"/>
                </a:cubicBezTo>
                <a:cubicBezTo>
                  <a:pt x="17292" y="22057"/>
                  <a:pt x="17262" y="22012"/>
                  <a:pt x="17233" y="21968"/>
                </a:cubicBezTo>
                <a:cubicBezTo>
                  <a:pt x="17277" y="21895"/>
                  <a:pt x="17307" y="21836"/>
                  <a:pt x="17351" y="21777"/>
                </a:cubicBezTo>
                <a:close/>
                <a:moveTo>
                  <a:pt x="17086" y="21836"/>
                </a:moveTo>
                <a:cubicBezTo>
                  <a:pt x="17101" y="21880"/>
                  <a:pt x="17130" y="21909"/>
                  <a:pt x="17159" y="21954"/>
                </a:cubicBezTo>
                <a:cubicBezTo>
                  <a:pt x="17130" y="21998"/>
                  <a:pt x="17086" y="22057"/>
                  <a:pt x="17071" y="22115"/>
                </a:cubicBezTo>
                <a:cubicBezTo>
                  <a:pt x="17042" y="22071"/>
                  <a:pt x="17012" y="22042"/>
                  <a:pt x="16998" y="21998"/>
                </a:cubicBezTo>
                <a:cubicBezTo>
                  <a:pt x="17042" y="21954"/>
                  <a:pt x="17056" y="21895"/>
                  <a:pt x="17086" y="21836"/>
                </a:cubicBezTo>
                <a:close/>
                <a:moveTo>
                  <a:pt x="16512" y="22027"/>
                </a:moveTo>
                <a:cubicBezTo>
                  <a:pt x="16512" y="22042"/>
                  <a:pt x="16512" y="22057"/>
                  <a:pt x="16541" y="22071"/>
                </a:cubicBezTo>
                <a:cubicBezTo>
                  <a:pt x="16512" y="22101"/>
                  <a:pt x="16512" y="22130"/>
                  <a:pt x="16497" y="22145"/>
                </a:cubicBezTo>
                <a:lnTo>
                  <a:pt x="16497" y="22101"/>
                </a:lnTo>
                <a:cubicBezTo>
                  <a:pt x="16497" y="22071"/>
                  <a:pt x="16512" y="22042"/>
                  <a:pt x="16512" y="22027"/>
                </a:cubicBezTo>
                <a:close/>
                <a:moveTo>
                  <a:pt x="16674" y="21954"/>
                </a:moveTo>
                <a:cubicBezTo>
                  <a:pt x="16688" y="21983"/>
                  <a:pt x="16688" y="21998"/>
                  <a:pt x="16703" y="22042"/>
                </a:cubicBezTo>
                <a:lnTo>
                  <a:pt x="16644" y="22145"/>
                </a:lnTo>
                <a:cubicBezTo>
                  <a:pt x="16644" y="22115"/>
                  <a:pt x="16630" y="22086"/>
                  <a:pt x="16630" y="22057"/>
                </a:cubicBezTo>
                <a:cubicBezTo>
                  <a:pt x="16630" y="22042"/>
                  <a:pt x="16644" y="21983"/>
                  <a:pt x="16674" y="21954"/>
                </a:cubicBezTo>
                <a:close/>
                <a:moveTo>
                  <a:pt x="16850" y="21895"/>
                </a:moveTo>
                <a:cubicBezTo>
                  <a:pt x="16865" y="21909"/>
                  <a:pt x="16865" y="21924"/>
                  <a:pt x="16865" y="21954"/>
                </a:cubicBezTo>
                <a:cubicBezTo>
                  <a:pt x="16865" y="21968"/>
                  <a:pt x="16880" y="21983"/>
                  <a:pt x="16880" y="21998"/>
                </a:cubicBezTo>
                <a:cubicBezTo>
                  <a:pt x="16865" y="22057"/>
                  <a:pt x="16836" y="22101"/>
                  <a:pt x="16806" y="22145"/>
                </a:cubicBezTo>
                <a:cubicBezTo>
                  <a:pt x="16792" y="22115"/>
                  <a:pt x="16792" y="22071"/>
                  <a:pt x="16777" y="22042"/>
                </a:cubicBezTo>
                <a:cubicBezTo>
                  <a:pt x="16792" y="21983"/>
                  <a:pt x="16836" y="21954"/>
                  <a:pt x="16850" y="21895"/>
                </a:cubicBezTo>
                <a:close/>
                <a:moveTo>
                  <a:pt x="16453" y="22263"/>
                </a:moveTo>
                <a:lnTo>
                  <a:pt x="16453" y="22292"/>
                </a:lnTo>
                <a:cubicBezTo>
                  <a:pt x="16453" y="22307"/>
                  <a:pt x="16424" y="22336"/>
                  <a:pt x="16424" y="22336"/>
                </a:cubicBezTo>
                <a:lnTo>
                  <a:pt x="16424" y="22321"/>
                </a:lnTo>
                <a:cubicBezTo>
                  <a:pt x="16424" y="22292"/>
                  <a:pt x="16453" y="22277"/>
                  <a:pt x="16453" y="22263"/>
                </a:cubicBezTo>
                <a:close/>
                <a:moveTo>
                  <a:pt x="17204" y="22042"/>
                </a:moveTo>
                <a:cubicBezTo>
                  <a:pt x="17218" y="22071"/>
                  <a:pt x="17248" y="22115"/>
                  <a:pt x="17277" y="22160"/>
                </a:cubicBezTo>
                <a:lnTo>
                  <a:pt x="17159" y="22336"/>
                </a:lnTo>
                <a:cubicBezTo>
                  <a:pt x="17145" y="22292"/>
                  <a:pt x="17130" y="22263"/>
                  <a:pt x="17086" y="22204"/>
                </a:cubicBezTo>
                <a:lnTo>
                  <a:pt x="17204" y="22042"/>
                </a:lnTo>
                <a:close/>
                <a:moveTo>
                  <a:pt x="16556" y="22189"/>
                </a:moveTo>
                <a:cubicBezTo>
                  <a:pt x="16556" y="22204"/>
                  <a:pt x="16571" y="22248"/>
                  <a:pt x="16571" y="22263"/>
                </a:cubicBezTo>
                <a:lnTo>
                  <a:pt x="16538" y="22340"/>
                </a:lnTo>
                <a:cubicBezTo>
                  <a:pt x="16538" y="22329"/>
                  <a:pt x="16534" y="22314"/>
                  <a:pt x="16527" y="22292"/>
                </a:cubicBezTo>
                <a:cubicBezTo>
                  <a:pt x="16541" y="22263"/>
                  <a:pt x="16541" y="22218"/>
                  <a:pt x="16556" y="22189"/>
                </a:cubicBezTo>
                <a:close/>
                <a:moveTo>
                  <a:pt x="16718" y="22145"/>
                </a:moveTo>
                <a:cubicBezTo>
                  <a:pt x="16733" y="22160"/>
                  <a:pt x="16762" y="22204"/>
                  <a:pt x="16762" y="22218"/>
                </a:cubicBezTo>
                <a:lnTo>
                  <a:pt x="16762" y="22248"/>
                </a:lnTo>
                <a:cubicBezTo>
                  <a:pt x="16747" y="22277"/>
                  <a:pt x="16703" y="22336"/>
                  <a:pt x="16688" y="22366"/>
                </a:cubicBezTo>
                <a:cubicBezTo>
                  <a:pt x="16674" y="22336"/>
                  <a:pt x="16674" y="22292"/>
                  <a:pt x="16674" y="22277"/>
                </a:cubicBezTo>
                <a:cubicBezTo>
                  <a:pt x="16688" y="22248"/>
                  <a:pt x="16703" y="22189"/>
                  <a:pt x="16718" y="22145"/>
                </a:cubicBezTo>
                <a:close/>
                <a:moveTo>
                  <a:pt x="16968" y="22101"/>
                </a:moveTo>
                <a:cubicBezTo>
                  <a:pt x="16968" y="22130"/>
                  <a:pt x="16983" y="22160"/>
                  <a:pt x="16998" y="22204"/>
                </a:cubicBezTo>
                <a:cubicBezTo>
                  <a:pt x="16968" y="22263"/>
                  <a:pt x="16939" y="22321"/>
                  <a:pt x="16909" y="22366"/>
                </a:cubicBezTo>
                <a:cubicBezTo>
                  <a:pt x="16895" y="22336"/>
                  <a:pt x="16865" y="22292"/>
                  <a:pt x="16865" y="22263"/>
                </a:cubicBezTo>
                <a:cubicBezTo>
                  <a:pt x="16909" y="22204"/>
                  <a:pt x="16924" y="22145"/>
                  <a:pt x="16968" y="22101"/>
                </a:cubicBezTo>
                <a:close/>
                <a:moveTo>
                  <a:pt x="17042" y="22277"/>
                </a:moveTo>
                <a:cubicBezTo>
                  <a:pt x="17056" y="22321"/>
                  <a:pt x="17071" y="22351"/>
                  <a:pt x="17115" y="22395"/>
                </a:cubicBezTo>
                <a:lnTo>
                  <a:pt x="16998" y="22557"/>
                </a:lnTo>
                <a:lnTo>
                  <a:pt x="16939" y="22439"/>
                </a:lnTo>
                <a:cubicBezTo>
                  <a:pt x="16983" y="22395"/>
                  <a:pt x="17012" y="22336"/>
                  <a:pt x="17042" y="22277"/>
                </a:cubicBezTo>
                <a:close/>
                <a:moveTo>
                  <a:pt x="16482" y="22454"/>
                </a:moveTo>
                <a:cubicBezTo>
                  <a:pt x="16482" y="22483"/>
                  <a:pt x="16482" y="22498"/>
                  <a:pt x="16497" y="22513"/>
                </a:cubicBezTo>
                <a:cubicBezTo>
                  <a:pt x="16482" y="22527"/>
                  <a:pt x="16482" y="22572"/>
                  <a:pt x="16468" y="22586"/>
                </a:cubicBezTo>
                <a:cubicBezTo>
                  <a:pt x="16453" y="22572"/>
                  <a:pt x="16453" y="22557"/>
                  <a:pt x="16453" y="22527"/>
                </a:cubicBezTo>
                <a:cubicBezTo>
                  <a:pt x="16468" y="22513"/>
                  <a:pt x="16468" y="22483"/>
                  <a:pt x="16482" y="22454"/>
                </a:cubicBezTo>
                <a:close/>
                <a:moveTo>
                  <a:pt x="16792" y="22336"/>
                </a:moveTo>
                <a:cubicBezTo>
                  <a:pt x="16836" y="22366"/>
                  <a:pt x="16836" y="22410"/>
                  <a:pt x="16850" y="22439"/>
                </a:cubicBezTo>
                <a:cubicBezTo>
                  <a:pt x="16821" y="22498"/>
                  <a:pt x="16792" y="22527"/>
                  <a:pt x="16762" y="22586"/>
                </a:cubicBezTo>
                <a:cubicBezTo>
                  <a:pt x="16747" y="22557"/>
                  <a:pt x="16747" y="22513"/>
                  <a:pt x="16718" y="22483"/>
                </a:cubicBezTo>
                <a:cubicBezTo>
                  <a:pt x="16733" y="22424"/>
                  <a:pt x="16777" y="22395"/>
                  <a:pt x="16792" y="22336"/>
                </a:cubicBezTo>
                <a:close/>
                <a:moveTo>
                  <a:pt x="16615" y="22395"/>
                </a:moveTo>
                <a:cubicBezTo>
                  <a:pt x="16615" y="22424"/>
                  <a:pt x="16630" y="22439"/>
                  <a:pt x="16630" y="22483"/>
                </a:cubicBezTo>
                <a:cubicBezTo>
                  <a:pt x="16615" y="22513"/>
                  <a:pt x="16585" y="22557"/>
                  <a:pt x="16571" y="22616"/>
                </a:cubicBezTo>
                <a:cubicBezTo>
                  <a:pt x="16571" y="22572"/>
                  <a:pt x="16571" y="22527"/>
                  <a:pt x="16556" y="22513"/>
                </a:cubicBezTo>
                <a:cubicBezTo>
                  <a:pt x="16571" y="22483"/>
                  <a:pt x="16600" y="22439"/>
                  <a:pt x="16615" y="22395"/>
                </a:cubicBezTo>
                <a:close/>
                <a:moveTo>
                  <a:pt x="16365" y="22704"/>
                </a:moveTo>
                <a:lnTo>
                  <a:pt x="16365" y="22719"/>
                </a:lnTo>
                <a:cubicBezTo>
                  <a:pt x="16365" y="22733"/>
                  <a:pt x="16350" y="22748"/>
                  <a:pt x="16350" y="22778"/>
                </a:cubicBezTo>
                <a:lnTo>
                  <a:pt x="16350" y="22763"/>
                </a:lnTo>
                <a:cubicBezTo>
                  <a:pt x="16350" y="22733"/>
                  <a:pt x="16365" y="22719"/>
                  <a:pt x="16365" y="22704"/>
                </a:cubicBezTo>
                <a:close/>
                <a:moveTo>
                  <a:pt x="16497" y="22630"/>
                </a:moveTo>
                <a:cubicBezTo>
                  <a:pt x="16497" y="22645"/>
                  <a:pt x="16512" y="22689"/>
                  <a:pt x="16512" y="22704"/>
                </a:cubicBezTo>
                <a:lnTo>
                  <a:pt x="16468" y="22807"/>
                </a:lnTo>
                <a:lnTo>
                  <a:pt x="16468" y="22733"/>
                </a:lnTo>
                <a:cubicBezTo>
                  <a:pt x="16482" y="22704"/>
                  <a:pt x="16497" y="22660"/>
                  <a:pt x="16497" y="22630"/>
                </a:cubicBezTo>
                <a:close/>
                <a:moveTo>
                  <a:pt x="16688" y="22586"/>
                </a:moveTo>
                <a:cubicBezTo>
                  <a:pt x="16703" y="22630"/>
                  <a:pt x="16703" y="22660"/>
                  <a:pt x="16718" y="22689"/>
                </a:cubicBezTo>
                <a:cubicBezTo>
                  <a:pt x="16703" y="22719"/>
                  <a:pt x="16674" y="22778"/>
                  <a:pt x="16644" y="22807"/>
                </a:cubicBezTo>
                <a:cubicBezTo>
                  <a:pt x="16644" y="22792"/>
                  <a:pt x="16630" y="22748"/>
                  <a:pt x="16630" y="22733"/>
                </a:cubicBezTo>
                <a:cubicBezTo>
                  <a:pt x="16615" y="22733"/>
                  <a:pt x="16615" y="22733"/>
                  <a:pt x="16615" y="22719"/>
                </a:cubicBezTo>
                <a:cubicBezTo>
                  <a:pt x="16630" y="22689"/>
                  <a:pt x="16674" y="22630"/>
                  <a:pt x="16688" y="22586"/>
                </a:cubicBezTo>
                <a:close/>
                <a:moveTo>
                  <a:pt x="16895" y="22542"/>
                </a:moveTo>
                <a:lnTo>
                  <a:pt x="16939" y="22645"/>
                </a:lnTo>
                <a:lnTo>
                  <a:pt x="16836" y="22807"/>
                </a:lnTo>
                <a:cubicBezTo>
                  <a:pt x="16821" y="22778"/>
                  <a:pt x="16821" y="22733"/>
                  <a:pt x="16792" y="22704"/>
                </a:cubicBezTo>
                <a:cubicBezTo>
                  <a:pt x="16836" y="22645"/>
                  <a:pt x="16850" y="22586"/>
                  <a:pt x="16895" y="22542"/>
                </a:cubicBezTo>
                <a:close/>
                <a:moveTo>
                  <a:pt x="16409" y="22881"/>
                </a:moveTo>
                <a:lnTo>
                  <a:pt x="16409" y="22940"/>
                </a:lnTo>
                <a:cubicBezTo>
                  <a:pt x="16394" y="22984"/>
                  <a:pt x="16394" y="22998"/>
                  <a:pt x="16365" y="23028"/>
                </a:cubicBezTo>
                <a:lnTo>
                  <a:pt x="16365" y="22984"/>
                </a:lnTo>
                <a:cubicBezTo>
                  <a:pt x="16394" y="22940"/>
                  <a:pt x="16394" y="22925"/>
                  <a:pt x="16409" y="22881"/>
                </a:cubicBezTo>
                <a:close/>
                <a:moveTo>
                  <a:pt x="16762" y="22778"/>
                </a:moveTo>
                <a:cubicBezTo>
                  <a:pt x="16762" y="22836"/>
                  <a:pt x="16777" y="22851"/>
                  <a:pt x="16792" y="22881"/>
                </a:cubicBezTo>
                <a:cubicBezTo>
                  <a:pt x="16762" y="22940"/>
                  <a:pt x="16747" y="22984"/>
                  <a:pt x="16703" y="23028"/>
                </a:cubicBezTo>
                <a:cubicBezTo>
                  <a:pt x="16688" y="22998"/>
                  <a:pt x="16688" y="22954"/>
                  <a:pt x="16674" y="22925"/>
                </a:cubicBezTo>
                <a:cubicBezTo>
                  <a:pt x="16703" y="22866"/>
                  <a:pt x="16718" y="22836"/>
                  <a:pt x="16762" y="22778"/>
                </a:cubicBezTo>
                <a:close/>
                <a:moveTo>
                  <a:pt x="16556" y="22836"/>
                </a:moveTo>
                <a:cubicBezTo>
                  <a:pt x="16556" y="22866"/>
                  <a:pt x="16571" y="22881"/>
                  <a:pt x="16571" y="22925"/>
                </a:cubicBezTo>
                <a:cubicBezTo>
                  <a:pt x="16556" y="22954"/>
                  <a:pt x="16512" y="22998"/>
                  <a:pt x="16497" y="23057"/>
                </a:cubicBezTo>
                <a:lnTo>
                  <a:pt x="16497" y="23013"/>
                </a:lnTo>
                <a:lnTo>
                  <a:pt x="16497" y="22954"/>
                </a:lnTo>
                <a:cubicBezTo>
                  <a:pt x="16512" y="22925"/>
                  <a:pt x="16541" y="22881"/>
                  <a:pt x="16556" y="22836"/>
                </a:cubicBezTo>
                <a:close/>
                <a:moveTo>
                  <a:pt x="16291" y="23146"/>
                </a:moveTo>
                <a:lnTo>
                  <a:pt x="16291" y="23160"/>
                </a:lnTo>
                <a:cubicBezTo>
                  <a:pt x="16291" y="23175"/>
                  <a:pt x="16276" y="23190"/>
                  <a:pt x="16276" y="23219"/>
                </a:cubicBezTo>
                <a:lnTo>
                  <a:pt x="16276" y="23204"/>
                </a:lnTo>
                <a:cubicBezTo>
                  <a:pt x="16276" y="23175"/>
                  <a:pt x="16291" y="23160"/>
                  <a:pt x="16291" y="23146"/>
                </a:cubicBezTo>
                <a:close/>
                <a:moveTo>
                  <a:pt x="16615" y="23057"/>
                </a:moveTo>
                <a:cubicBezTo>
                  <a:pt x="16630" y="23087"/>
                  <a:pt x="16630" y="23131"/>
                  <a:pt x="16644" y="23146"/>
                </a:cubicBezTo>
                <a:cubicBezTo>
                  <a:pt x="16615" y="23175"/>
                  <a:pt x="16600" y="23234"/>
                  <a:pt x="16556" y="23263"/>
                </a:cubicBezTo>
                <a:cubicBezTo>
                  <a:pt x="16541" y="23234"/>
                  <a:pt x="16541" y="23204"/>
                  <a:pt x="16541" y="23175"/>
                </a:cubicBezTo>
                <a:cubicBezTo>
                  <a:pt x="16556" y="23116"/>
                  <a:pt x="16600" y="23087"/>
                  <a:pt x="16615" y="23057"/>
                </a:cubicBezTo>
                <a:close/>
                <a:moveTo>
                  <a:pt x="16424" y="23087"/>
                </a:moveTo>
                <a:cubicBezTo>
                  <a:pt x="16424" y="23101"/>
                  <a:pt x="16424" y="23146"/>
                  <a:pt x="16438" y="23160"/>
                </a:cubicBezTo>
                <a:lnTo>
                  <a:pt x="16394" y="23278"/>
                </a:lnTo>
                <a:cubicBezTo>
                  <a:pt x="16394" y="23234"/>
                  <a:pt x="16394" y="23219"/>
                  <a:pt x="16365" y="23204"/>
                </a:cubicBezTo>
                <a:lnTo>
                  <a:pt x="16424" y="23087"/>
                </a:lnTo>
                <a:close/>
                <a:moveTo>
                  <a:pt x="16321" y="23322"/>
                </a:moveTo>
                <a:lnTo>
                  <a:pt x="16321" y="23381"/>
                </a:lnTo>
                <a:cubicBezTo>
                  <a:pt x="16306" y="23425"/>
                  <a:pt x="16276" y="23440"/>
                  <a:pt x="16276" y="23469"/>
                </a:cubicBezTo>
                <a:lnTo>
                  <a:pt x="16276" y="23425"/>
                </a:lnTo>
                <a:cubicBezTo>
                  <a:pt x="16291" y="23381"/>
                  <a:pt x="16291" y="23366"/>
                  <a:pt x="16321" y="23322"/>
                </a:cubicBezTo>
                <a:close/>
                <a:moveTo>
                  <a:pt x="16482" y="23278"/>
                </a:moveTo>
                <a:cubicBezTo>
                  <a:pt x="16482" y="23307"/>
                  <a:pt x="16497" y="23322"/>
                  <a:pt x="16497" y="23366"/>
                </a:cubicBezTo>
                <a:cubicBezTo>
                  <a:pt x="16482" y="23396"/>
                  <a:pt x="16453" y="23440"/>
                  <a:pt x="16424" y="23499"/>
                </a:cubicBezTo>
                <a:cubicBezTo>
                  <a:pt x="16409" y="23455"/>
                  <a:pt x="16409" y="23440"/>
                  <a:pt x="16409" y="23396"/>
                </a:cubicBezTo>
                <a:cubicBezTo>
                  <a:pt x="16424" y="23366"/>
                  <a:pt x="16453" y="23322"/>
                  <a:pt x="16482" y="23278"/>
                </a:cubicBezTo>
                <a:close/>
                <a:moveTo>
                  <a:pt x="16188" y="23587"/>
                </a:moveTo>
                <a:lnTo>
                  <a:pt x="16188" y="23602"/>
                </a:lnTo>
                <a:cubicBezTo>
                  <a:pt x="16188" y="23616"/>
                  <a:pt x="16173" y="23631"/>
                  <a:pt x="16173" y="23661"/>
                </a:cubicBezTo>
                <a:lnTo>
                  <a:pt x="16173" y="23631"/>
                </a:lnTo>
                <a:cubicBezTo>
                  <a:pt x="16173" y="23616"/>
                  <a:pt x="16188" y="23602"/>
                  <a:pt x="16188" y="23587"/>
                </a:cubicBezTo>
                <a:close/>
                <a:moveTo>
                  <a:pt x="16335" y="23528"/>
                </a:moveTo>
                <a:cubicBezTo>
                  <a:pt x="16335" y="23543"/>
                  <a:pt x="16335" y="23587"/>
                  <a:pt x="16350" y="23602"/>
                </a:cubicBezTo>
                <a:lnTo>
                  <a:pt x="16291" y="23719"/>
                </a:lnTo>
                <a:cubicBezTo>
                  <a:pt x="16276" y="23675"/>
                  <a:pt x="16276" y="23661"/>
                  <a:pt x="16276" y="23631"/>
                </a:cubicBezTo>
                <a:lnTo>
                  <a:pt x="16335" y="23528"/>
                </a:lnTo>
                <a:close/>
                <a:moveTo>
                  <a:pt x="16203" y="23764"/>
                </a:moveTo>
                <a:lnTo>
                  <a:pt x="16203" y="23822"/>
                </a:lnTo>
                <a:cubicBezTo>
                  <a:pt x="16193" y="23832"/>
                  <a:pt x="16183" y="23855"/>
                  <a:pt x="16173" y="23874"/>
                </a:cubicBezTo>
                <a:lnTo>
                  <a:pt x="16173" y="23874"/>
                </a:lnTo>
                <a:cubicBezTo>
                  <a:pt x="16173" y="23871"/>
                  <a:pt x="16173" y="23869"/>
                  <a:pt x="16173" y="23867"/>
                </a:cubicBezTo>
                <a:cubicBezTo>
                  <a:pt x="16188" y="23822"/>
                  <a:pt x="16203" y="23808"/>
                  <a:pt x="16203" y="23764"/>
                </a:cubicBezTo>
                <a:close/>
                <a:moveTo>
                  <a:pt x="16085" y="24043"/>
                </a:moveTo>
                <a:lnTo>
                  <a:pt x="16085" y="24058"/>
                </a:lnTo>
                <a:cubicBezTo>
                  <a:pt x="16085" y="24087"/>
                  <a:pt x="16056" y="24102"/>
                  <a:pt x="16056" y="24102"/>
                </a:cubicBezTo>
                <a:cubicBezTo>
                  <a:pt x="16056" y="24087"/>
                  <a:pt x="16085" y="24058"/>
                  <a:pt x="16085" y="24043"/>
                </a:cubicBezTo>
                <a:close/>
                <a:moveTo>
                  <a:pt x="18528" y="20364"/>
                </a:moveTo>
                <a:cubicBezTo>
                  <a:pt x="19705" y="21144"/>
                  <a:pt x="21103" y="21556"/>
                  <a:pt x="22457" y="21983"/>
                </a:cubicBezTo>
                <a:cubicBezTo>
                  <a:pt x="24194" y="22498"/>
                  <a:pt x="25975" y="23057"/>
                  <a:pt x="27270" y="24279"/>
                </a:cubicBezTo>
                <a:cubicBezTo>
                  <a:pt x="28962" y="25897"/>
                  <a:pt x="29580" y="28694"/>
                  <a:pt x="28933" y="31740"/>
                </a:cubicBezTo>
                <a:cubicBezTo>
                  <a:pt x="28918" y="31843"/>
                  <a:pt x="28888" y="31975"/>
                  <a:pt x="28844" y="32078"/>
                </a:cubicBezTo>
                <a:cubicBezTo>
                  <a:pt x="29271" y="29062"/>
                  <a:pt x="28535" y="26383"/>
                  <a:pt x="26828" y="24705"/>
                </a:cubicBezTo>
                <a:cubicBezTo>
                  <a:pt x="25548" y="23455"/>
                  <a:pt x="23841" y="22866"/>
                  <a:pt x="22192" y="22292"/>
                </a:cubicBezTo>
                <a:cubicBezTo>
                  <a:pt x="20868" y="21836"/>
                  <a:pt x="19499" y="21380"/>
                  <a:pt x="18396" y="20570"/>
                </a:cubicBezTo>
                <a:cubicBezTo>
                  <a:pt x="18440" y="20497"/>
                  <a:pt x="18484" y="20423"/>
                  <a:pt x="18528" y="20364"/>
                </a:cubicBezTo>
                <a:close/>
                <a:moveTo>
                  <a:pt x="18351" y="20644"/>
                </a:moveTo>
                <a:cubicBezTo>
                  <a:pt x="19485" y="21453"/>
                  <a:pt x="20839" y="21924"/>
                  <a:pt x="22163" y="22395"/>
                </a:cubicBezTo>
                <a:cubicBezTo>
                  <a:pt x="23811" y="22954"/>
                  <a:pt x="25518" y="23543"/>
                  <a:pt x="26769" y="24779"/>
                </a:cubicBezTo>
                <a:cubicBezTo>
                  <a:pt x="28491" y="26471"/>
                  <a:pt x="29212" y="29194"/>
                  <a:pt x="28756" y="32226"/>
                </a:cubicBezTo>
                <a:cubicBezTo>
                  <a:pt x="28712" y="32402"/>
                  <a:pt x="28697" y="32579"/>
                  <a:pt x="28638" y="32770"/>
                </a:cubicBezTo>
                <a:lnTo>
                  <a:pt x="28638" y="32711"/>
                </a:lnTo>
                <a:cubicBezTo>
                  <a:pt x="28815" y="30945"/>
                  <a:pt x="28741" y="27619"/>
                  <a:pt x="26298" y="25206"/>
                </a:cubicBezTo>
                <a:cubicBezTo>
                  <a:pt x="25077" y="23970"/>
                  <a:pt x="23458" y="23322"/>
                  <a:pt x="21883" y="22719"/>
                </a:cubicBezTo>
                <a:cubicBezTo>
                  <a:pt x="20544" y="22189"/>
                  <a:pt x="19264" y="21689"/>
                  <a:pt x="18234" y="20850"/>
                </a:cubicBezTo>
                <a:cubicBezTo>
                  <a:pt x="18263" y="20776"/>
                  <a:pt x="18322" y="20688"/>
                  <a:pt x="18351" y="20644"/>
                </a:cubicBezTo>
                <a:close/>
                <a:moveTo>
                  <a:pt x="18160" y="20923"/>
                </a:moveTo>
                <a:cubicBezTo>
                  <a:pt x="19205" y="21762"/>
                  <a:pt x="20485" y="22277"/>
                  <a:pt x="21839" y="22792"/>
                </a:cubicBezTo>
                <a:cubicBezTo>
                  <a:pt x="23399" y="23396"/>
                  <a:pt x="25003" y="24043"/>
                  <a:pt x="26225" y="25265"/>
                </a:cubicBezTo>
                <a:cubicBezTo>
                  <a:pt x="28624" y="27649"/>
                  <a:pt x="28697" y="30945"/>
                  <a:pt x="28535" y="32711"/>
                </a:cubicBezTo>
                <a:cubicBezTo>
                  <a:pt x="28550" y="32844"/>
                  <a:pt x="28535" y="32991"/>
                  <a:pt x="28506" y="33138"/>
                </a:cubicBezTo>
                <a:cubicBezTo>
                  <a:pt x="28491" y="33182"/>
                  <a:pt x="28476" y="33226"/>
                  <a:pt x="28462" y="33285"/>
                </a:cubicBezTo>
                <a:lnTo>
                  <a:pt x="28462" y="33182"/>
                </a:lnTo>
                <a:cubicBezTo>
                  <a:pt x="28565" y="30195"/>
                  <a:pt x="27638" y="27546"/>
                  <a:pt x="25813" y="25706"/>
                </a:cubicBezTo>
                <a:cubicBezTo>
                  <a:pt x="24606" y="24485"/>
                  <a:pt x="23090" y="23808"/>
                  <a:pt x="21589" y="23160"/>
                </a:cubicBezTo>
                <a:cubicBezTo>
                  <a:pt x="20294" y="22572"/>
                  <a:pt x="19043" y="22027"/>
                  <a:pt x="18028" y="21115"/>
                </a:cubicBezTo>
                <a:cubicBezTo>
                  <a:pt x="18057" y="21041"/>
                  <a:pt x="18116" y="20997"/>
                  <a:pt x="18160" y="20923"/>
                </a:cubicBezTo>
                <a:close/>
                <a:moveTo>
                  <a:pt x="18028" y="21174"/>
                </a:moveTo>
                <a:cubicBezTo>
                  <a:pt x="19043" y="22071"/>
                  <a:pt x="20294" y="22630"/>
                  <a:pt x="21604" y="23219"/>
                </a:cubicBezTo>
                <a:cubicBezTo>
                  <a:pt x="23075" y="23867"/>
                  <a:pt x="24591" y="24544"/>
                  <a:pt x="25769" y="25750"/>
                </a:cubicBezTo>
                <a:cubicBezTo>
                  <a:pt x="27579" y="27575"/>
                  <a:pt x="28521" y="30224"/>
                  <a:pt x="28388" y="33182"/>
                </a:cubicBezTo>
                <a:cubicBezTo>
                  <a:pt x="28388" y="33300"/>
                  <a:pt x="28373" y="33403"/>
                  <a:pt x="28373" y="33521"/>
                </a:cubicBezTo>
                <a:cubicBezTo>
                  <a:pt x="28344" y="33594"/>
                  <a:pt x="28315" y="33653"/>
                  <a:pt x="28285" y="33727"/>
                </a:cubicBezTo>
                <a:lnTo>
                  <a:pt x="28285" y="33653"/>
                </a:lnTo>
                <a:cubicBezTo>
                  <a:pt x="28256" y="30739"/>
                  <a:pt x="27211" y="28090"/>
                  <a:pt x="25327" y="26177"/>
                </a:cubicBezTo>
                <a:cubicBezTo>
                  <a:pt x="24179" y="24985"/>
                  <a:pt x="22737" y="24279"/>
                  <a:pt x="21354" y="23587"/>
                </a:cubicBezTo>
                <a:cubicBezTo>
                  <a:pt x="20073" y="22940"/>
                  <a:pt x="18837" y="22336"/>
                  <a:pt x="17895" y="21380"/>
                </a:cubicBezTo>
                <a:cubicBezTo>
                  <a:pt x="17939" y="21306"/>
                  <a:pt x="17998" y="21247"/>
                  <a:pt x="18028" y="21174"/>
                </a:cubicBezTo>
                <a:close/>
                <a:moveTo>
                  <a:pt x="28344" y="33815"/>
                </a:moveTo>
                <a:cubicBezTo>
                  <a:pt x="28329" y="33844"/>
                  <a:pt x="28329" y="33889"/>
                  <a:pt x="28329" y="33918"/>
                </a:cubicBezTo>
                <a:cubicBezTo>
                  <a:pt x="28315" y="33962"/>
                  <a:pt x="28285" y="34021"/>
                  <a:pt x="28285" y="34050"/>
                </a:cubicBezTo>
                <a:lnTo>
                  <a:pt x="28285" y="33947"/>
                </a:lnTo>
                <a:cubicBezTo>
                  <a:pt x="28314" y="33903"/>
                  <a:pt x="28329" y="33844"/>
                  <a:pt x="28344" y="33815"/>
                </a:cubicBezTo>
                <a:close/>
                <a:moveTo>
                  <a:pt x="17866" y="21453"/>
                </a:moveTo>
                <a:cubicBezTo>
                  <a:pt x="18822" y="22410"/>
                  <a:pt x="20059" y="23013"/>
                  <a:pt x="21339" y="23661"/>
                </a:cubicBezTo>
                <a:cubicBezTo>
                  <a:pt x="22722" y="24338"/>
                  <a:pt x="24135" y="25059"/>
                  <a:pt x="25298" y="26236"/>
                </a:cubicBezTo>
                <a:cubicBezTo>
                  <a:pt x="27152" y="28134"/>
                  <a:pt x="28182" y="30754"/>
                  <a:pt x="28241" y="33653"/>
                </a:cubicBezTo>
                <a:cubicBezTo>
                  <a:pt x="28197" y="33741"/>
                  <a:pt x="28197" y="33830"/>
                  <a:pt x="28197" y="33918"/>
                </a:cubicBezTo>
                <a:cubicBezTo>
                  <a:pt x="28167" y="33992"/>
                  <a:pt x="28123" y="34095"/>
                  <a:pt x="28108" y="34168"/>
                </a:cubicBezTo>
                <a:lnTo>
                  <a:pt x="28108" y="34124"/>
                </a:lnTo>
                <a:cubicBezTo>
                  <a:pt x="27932" y="31269"/>
                  <a:pt x="26784" y="28694"/>
                  <a:pt x="24841" y="26677"/>
                </a:cubicBezTo>
                <a:cubicBezTo>
                  <a:pt x="23738" y="25515"/>
                  <a:pt x="22384" y="24779"/>
                  <a:pt x="21118" y="24058"/>
                </a:cubicBezTo>
                <a:cubicBezTo>
                  <a:pt x="19853" y="23352"/>
                  <a:pt x="18631" y="22660"/>
                  <a:pt x="17733" y="21659"/>
                </a:cubicBezTo>
                <a:cubicBezTo>
                  <a:pt x="17778" y="21586"/>
                  <a:pt x="17822" y="21527"/>
                  <a:pt x="17866" y="21453"/>
                </a:cubicBezTo>
                <a:close/>
                <a:moveTo>
                  <a:pt x="28197" y="34168"/>
                </a:moveTo>
                <a:lnTo>
                  <a:pt x="28197" y="34168"/>
                </a:lnTo>
                <a:cubicBezTo>
                  <a:pt x="28197" y="34212"/>
                  <a:pt x="28182" y="34271"/>
                  <a:pt x="28182" y="34345"/>
                </a:cubicBezTo>
                <a:cubicBezTo>
                  <a:pt x="28167" y="34404"/>
                  <a:pt x="28138" y="34477"/>
                  <a:pt x="28108" y="34536"/>
                </a:cubicBezTo>
                <a:lnTo>
                  <a:pt x="28108" y="34359"/>
                </a:lnTo>
                <a:cubicBezTo>
                  <a:pt x="28123" y="34315"/>
                  <a:pt x="28138" y="34256"/>
                  <a:pt x="28182" y="34198"/>
                </a:cubicBezTo>
                <a:cubicBezTo>
                  <a:pt x="28182" y="34183"/>
                  <a:pt x="28197" y="34183"/>
                  <a:pt x="28197" y="34168"/>
                </a:cubicBezTo>
                <a:close/>
                <a:moveTo>
                  <a:pt x="17660" y="21703"/>
                </a:moveTo>
                <a:cubicBezTo>
                  <a:pt x="18557" y="22733"/>
                  <a:pt x="19779" y="23425"/>
                  <a:pt x="21059" y="24117"/>
                </a:cubicBezTo>
                <a:cubicBezTo>
                  <a:pt x="22354" y="24838"/>
                  <a:pt x="23664" y="25574"/>
                  <a:pt x="24768" y="26707"/>
                </a:cubicBezTo>
                <a:cubicBezTo>
                  <a:pt x="26696" y="28723"/>
                  <a:pt x="27829" y="31269"/>
                  <a:pt x="28020" y="34109"/>
                </a:cubicBezTo>
                <a:cubicBezTo>
                  <a:pt x="28020" y="34183"/>
                  <a:pt x="28020" y="34256"/>
                  <a:pt x="28035" y="34330"/>
                </a:cubicBezTo>
                <a:lnTo>
                  <a:pt x="27932" y="34610"/>
                </a:lnTo>
                <a:lnTo>
                  <a:pt x="27932" y="34580"/>
                </a:lnTo>
                <a:cubicBezTo>
                  <a:pt x="27593" y="31858"/>
                  <a:pt x="26357" y="29282"/>
                  <a:pt x="24326" y="27148"/>
                </a:cubicBezTo>
                <a:cubicBezTo>
                  <a:pt x="23267" y="26045"/>
                  <a:pt x="22031" y="25279"/>
                  <a:pt x="20868" y="24544"/>
                </a:cubicBezTo>
                <a:cubicBezTo>
                  <a:pt x="19588" y="23749"/>
                  <a:pt x="18381" y="22998"/>
                  <a:pt x="17527" y="21895"/>
                </a:cubicBezTo>
                <a:cubicBezTo>
                  <a:pt x="17571" y="21836"/>
                  <a:pt x="17630" y="21762"/>
                  <a:pt x="17660" y="21703"/>
                </a:cubicBezTo>
                <a:close/>
                <a:moveTo>
                  <a:pt x="28138" y="34654"/>
                </a:moveTo>
                <a:cubicBezTo>
                  <a:pt x="28167" y="34698"/>
                  <a:pt x="28167" y="34713"/>
                  <a:pt x="28138" y="34757"/>
                </a:cubicBezTo>
                <a:cubicBezTo>
                  <a:pt x="28123" y="34786"/>
                  <a:pt x="28123" y="34830"/>
                  <a:pt x="28108" y="34860"/>
                </a:cubicBezTo>
                <a:lnTo>
                  <a:pt x="28108" y="34771"/>
                </a:lnTo>
                <a:cubicBezTo>
                  <a:pt x="28123" y="34727"/>
                  <a:pt x="28123" y="34698"/>
                  <a:pt x="28138" y="34654"/>
                </a:cubicBezTo>
                <a:close/>
                <a:moveTo>
                  <a:pt x="28035" y="34551"/>
                </a:moveTo>
                <a:lnTo>
                  <a:pt x="28035" y="34757"/>
                </a:lnTo>
                <a:cubicBezTo>
                  <a:pt x="28020" y="34830"/>
                  <a:pt x="27976" y="34904"/>
                  <a:pt x="27961" y="34978"/>
                </a:cubicBezTo>
                <a:lnTo>
                  <a:pt x="27961" y="34992"/>
                </a:lnTo>
                <a:cubicBezTo>
                  <a:pt x="27961" y="34919"/>
                  <a:pt x="27947" y="34860"/>
                  <a:pt x="27947" y="34786"/>
                </a:cubicBezTo>
                <a:cubicBezTo>
                  <a:pt x="27976" y="34698"/>
                  <a:pt x="28020" y="34624"/>
                  <a:pt x="28035" y="34551"/>
                </a:cubicBezTo>
                <a:close/>
                <a:moveTo>
                  <a:pt x="17498" y="21968"/>
                </a:moveTo>
                <a:cubicBezTo>
                  <a:pt x="18351" y="23072"/>
                  <a:pt x="19558" y="23822"/>
                  <a:pt x="20824" y="24617"/>
                </a:cubicBezTo>
                <a:cubicBezTo>
                  <a:pt x="22001" y="25353"/>
                  <a:pt x="23208" y="26104"/>
                  <a:pt x="24267" y="27207"/>
                </a:cubicBezTo>
                <a:cubicBezTo>
                  <a:pt x="26284" y="29326"/>
                  <a:pt x="27520" y="31887"/>
                  <a:pt x="27829" y="34610"/>
                </a:cubicBezTo>
                <a:cubicBezTo>
                  <a:pt x="27829" y="34654"/>
                  <a:pt x="27844" y="34713"/>
                  <a:pt x="27844" y="34771"/>
                </a:cubicBezTo>
                <a:cubicBezTo>
                  <a:pt x="27814" y="34860"/>
                  <a:pt x="27770" y="34978"/>
                  <a:pt x="27741" y="35066"/>
                </a:cubicBezTo>
                <a:lnTo>
                  <a:pt x="27741" y="35051"/>
                </a:lnTo>
                <a:cubicBezTo>
                  <a:pt x="27299" y="32432"/>
                  <a:pt x="25989" y="29945"/>
                  <a:pt x="23826" y="27649"/>
                </a:cubicBezTo>
                <a:cubicBezTo>
                  <a:pt x="22825" y="26604"/>
                  <a:pt x="21722" y="25824"/>
                  <a:pt x="20662" y="25073"/>
                </a:cubicBezTo>
                <a:cubicBezTo>
                  <a:pt x="19382" y="24190"/>
                  <a:pt x="18175" y="23352"/>
                  <a:pt x="17365" y="22145"/>
                </a:cubicBezTo>
                <a:cubicBezTo>
                  <a:pt x="17380" y="22130"/>
                  <a:pt x="17395" y="22086"/>
                  <a:pt x="17424" y="22071"/>
                </a:cubicBezTo>
                <a:cubicBezTo>
                  <a:pt x="17439" y="22042"/>
                  <a:pt x="17468" y="21998"/>
                  <a:pt x="17498" y="21968"/>
                </a:cubicBezTo>
                <a:close/>
                <a:moveTo>
                  <a:pt x="28050" y="35022"/>
                </a:moveTo>
                <a:cubicBezTo>
                  <a:pt x="28035" y="35066"/>
                  <a:pt x="28035" y="35125"/>
                  <a:pt x="28035" y="35169"/>
                </a:cubicBezTo>
                <a:cubicBezTo>
                  <a:pt x="28020" y="35228"/>
                  <a:pt x="28005" y="35301"/>
                  <a:pt x="27976" y="35360"/>
                </a:cubicBezTo>
                <a:lnTo>
                  <a:pt x="27976" y="35213"/>
                </a:lnTo>
                <a:cubicBezTo>
                  <a:pt x="28005" y="35154"/>
                  <a:pt x="28020" y="35081"/>
                  <a:pt x="28050" y="35022"/>
                </a:cubicBezTo>
                <a:close/>
                <a:moveTo>
                  <a:pt x="27873" y="34948"/>
                </a:moveTo>
                <a:cubicBezTo>
                  <a:pt x="27873" y="35022"/>
                  <a:pt x="27888" y="35095"/>
                  <a:pt x="27888" y="35169"/>
                </a:cubicBezTo>
                <a:cubicBezTo>
                  <a:pt x="27858" y="35287"/>
                  <a:pt x="27829" y="35375"/>
                  <a:pt x="27799" y="35448"/>
                </a:cubicBezTo>
                <a:cubicBezTo>
                  <a:pt x="27799" y="35375"/>
                  <a:pt x="27785" y="35301"/>
                  <a:pt x="27755" y="35242"/>
                </a:cubicBezTo>
                <a:cubicBezTo>
                  <a:pt x="27799" y="35154"/>
                  <a:pt x="27829" y="35051"/>
                  <a:pt x="27873" y="34948"/>
                </a:cubicBezTo>
                <a:close/>
                <a:moveTo>
                  <a:pt x="17307" y="22218"/>
                </a:moveTo>
                <a:cubicBezTo>
                  <a:pt x="18116" y="23425"/>
                  <a:pt x="19337" y="24264"/>
                  <a:pt x="20603" y="25147"/>
                </a:cubicBezTo>
                <a:cubicBezTo>
                  <a:pt x="21677" y="25883"/>
                  <a:pt x="22781" y="26663"/>
                  <a:pt x="23767" y="27708"/>
                </a:cubicBezTo>
                <a:cubicBezTo>
                  <a:pt x="25916" y="29989"/>
                  <a:pt x="27225" y="32476"/>
                  <a:pt x="27652" y="35081"/>
                </a:cubicBezTo>
                <a:cubicBezTo>
                  <a:pt x="27652" y="35139"/>
                  <a:pt x="27667" y="35198"/>
                  <a:pt x="27667" y="35228"/>
                </a:cubicBezTo>
                <a:cubicBezTo>
                  <a:pt x="27638" y="35360"/>
                  <a:pt x="27593" y="35463"/>
                  <a:pt x="27564" y="35581"/>
                </a:cubicBezTo>
                <a:lnTo>
                  <a:pt x="27564" y="35537"/>
                </a:lnTo>
                <a:cubicBezTo>
                  <a:pt x="27019" y="33035"/>
                  <a:pt x="25651" y="30636"/>
                  <a:pt x="23326" y="28149"/>
                </a:cubicBezTo>
                <a:cubicBezTo>
                  <a:pt x="22428" y="27163"/>
                  <a:pt x="21427" y="26398"/>
                  <a:pt x="20471" y="25662"/>
                </a:cubicBezTo>
                <a:cubicBezTo>
                  <a:pt x="19190" y="24676"/>
                  <a:pt x="17954" y="23719"/>
                  <a:pt x="17204" y="22410"/>
                </a:cubicBezTo>
                <a:cubicBezTo>
                  <a:pt x="17233" y="22351"/>
                  <a:pt x="17277" y="22292"/>
                  <a:pt x="17307" y="22218"/>
                </a:cubicBezTo>
                <a:close/>
                <a:moveTo>
                  <a:pt x="28020" y="35508"/>
                </a:moveTo>
                <a:lnTo>
                  <a:pt x="28020" y="35508"/>
                </a:lnTo>
                <a:cubicBezTo>
                  <a:pt x="28005" y="35537"/>
                  <a:pt x="28005" y="35566"/>
                  <a:pt x="28005" y="35581"/>
                </a:cubicBezTo>
                <a:cubicBezTo>
                  <a:pt x="28005" y="35610"/>
                  <a:pt x="27976" y="35640"/>
                  <a:pt x="27976" y="35669"/>
                </a:cubicBezTo>
                <a:lnTo>
                  <a:pt x="27976" y="35596"/>
                </a:lnTo>
                <a:cubicBezTo>
                  <a:pt x="28005" y="35566"/>
                  <a:pt x="28005" y="35537"/>
                  <a:pt x="28020" y="35508"/>
                </a:cubicBezTo>
                <a:close/>
                <a:moveTo>
                  <a:pt x="27902" y="35390"/>
                </a:moveTo>
                <a:cubicBezTo>
                  <a:pt x="27888" y="35463"/>
                  <a:pt x="27902" y="35537"/>
                  <a:pt x="27902" y="35596"/>
                </a:cubicBezTo>
                <a:cubicBezTo>
                  <a:pt x="27888" y="35669"/>
                  <a:pt x="27858" y="35743"/>
                  <a:pt x="27829" y="35816"/>
                </a:cubicBezTo>
                <a:cubicBezTo>
                  <a:pt x="27829" y="35757"/>
                  <a:pt x="27814" y="35684"/>
                  <a:pt x="27814" y="35625"/>
                </a:cubicBezTo>
                <a:cubicBezTo>
                  <a:pt x="27858" y="35551"/>
                  <a:pt x="27873" y="35463"/>
                  <a:pt x="27902" y="35390"/>
                </a:cubicBezTo>
                <a:close/>
                <a:moveTo>
                  <a:pt x="27711" y="35419"/>
                </a:moveTo>
                <a:cubicBezTo>
                  <a:pt x="27726" y="35493"/>
                  <a:pt x="27726" y="35566"/>
                  <a:pt x="27726" y="35654"/>
                </a:cubicBezTo>
                <a:cubicBezTo>
                  <a:pt x="27682" y="35743"/>
                  <a:pt x="27652" y="35860"/>
                  <a:pt x="27608" y="35949"/>
                </a:cubicBezTo>
                <a:cubicBezTo>
                  <a:pt x="27593" y="35875"/>
                  <a:pt x="27593" y="35816"/>
                  <a:pt x="27579" y="35743"/>
                </a:cubicBezTo>
                <a:cubicBezTo>
                  <a:pt x="27638" y="35640"/>
                  <a:pt x="27667" y="35522"/>
                  <a:pt x="27711" y="35419"/>
                </a:cubicBezTo>
                <a:close/>
                <a:moveTo>
                  <a:pt x="17145" y="22483"/>
                </a:moveTo>
                <a:cubicBezTo>
                  <a:pt x="17925" y="23793"/>
                  <a:pt x="19131" y="24720"/>
                  <a:pt x="20412" y="25721"/>
                </a:cubicBezTo>
                <a:cubicBezTo>
                  <a:pt x="21383" y="26457"/>
                  <a:pt x="22369" y="27222"/>
                  <a:pt x="23267" y="28179"/>
                </a:cubicBezTo>
                <a:cubicBezTo>
                  <a:pt x="25563" y="30666"/>
                  <a:pt x="26946" y="33064"/>
                  <a:pt x="27490" y="35537"/>
                </a:cubicBezTo>
                <a:cubicBezTo>
                  <a:pt x="27505" y="35596"/>
                  <a:pt x="27505" y="35654"/>
                  <a:pt x="27520" y="35713"/>
                </a:cubicBezTo>
                <a:cubicBezTo>
                  <a:pt x="27490" y="35802"/>
                  <a:pt x="27461" y="35875"/>
                  <a:pt x="27446" y="35949"/>
                </a:cubicBezTo>
                <a:cubicBezTo>
                  <a:pt x="27432" y="36008"/>
                  <a:pt x="27402" y="36052"/>
                  <a:pt x="27387" y="36096"/>
                </a:cubicBezTo>
                <a:cubicBezTo>
                  <a:pt x="27387" y="36052"/>
                  <a:pt x="27373" y="36037"/>
                  <a:pt x="27373" y="36008"/>
                </a:cubicBezTo>
                <a:cubicBezTo>
                  <a:pt x="26769" y="33609"/>
                  <a:pt x="25401" y="31401"/>
                  <a:pt x="22825" y="28620"/>
                </a:cubicBezTo>
                <a:cubicBezTo>
                  <a:pt x="22016" y="27737"/>
                  <a:pt x="21162" y="27001"/>
                  <a:pt x="20323" y="26295"/>
                </a:cubicBezTo>
                <a:cubicBezTo>
                  <a:pt x="18999" y="25162"/>
                  <a:pt x="17733" y="24087"/>
                  <a:pt x="17042" y="22645"/>
                </a:cubicBezTo>
                <a:lnTo>
                  <a:pt x="17145" y="22483"/>
                </a:lnTo>
                <a:close/>
                <a:moveTo>
                  <a:pt x="27902" y="35907"/>
                </a:moveTo>
                <a:cubicBezTo>
                  <a:pt x="27899" y="35942"/>
                  <a:pt x="27888" y="35971"/>
                  <a:pt x="27888" y="36022"/>
                </a:cubicBezTo>
                <a:cubicBezTo>
                  <a:pt x="27873" y="36081"/>
                  <a:pt x="27858" y="36125"/>
                  <a:pt x="27858" y="36184"/>
                </a:cubicBezTo>
                <a:lnTo>
                  <a:pt x="27858" y="36052"/>
                </a:lnTo>
                <a:cubicBezTo>
                  <a:pt x="27873" y="36008"/>
                  <a:pt x="27887" y="35951"/>
                  <a:pt x="27902" y="35907"/>
                </a:cubicBezTo>
                <a:close/>
                <a:moveTo>
                  <a:pt x="27755" y="35831"/>
                </a:moveTo>
                <a:lnTo>
                  <a:pt x="27755" y="36037"/>
                </a:lnTo>
                <a:cubicBezTo>
                  <a:pt x="27741" y="36125"/>
                  <a:pt x="27711" y="36228"/>
                  <a:pt x="27682" y="36302"/>
                </a:cubicBezTo>
                <a:cubicBezTo>
                  <a:pt x="27682" y="36228"/>
                  <a:pt x="27667" y="36170"/>
                  <a:pt x="27667" y="36111"/>
                </a:cubicBezTo>
                <a:cubicBezTo>
                  <a:pt x="27711" y="36022"/>
                  <a:pt x="27726" y="35934"/>
                  <a:pt x="27755" y="35831"/>
                </a:cubicBezTo>
                <a:close/>
                <a:moveTo>
                  <a:pt x="27535" y="35905"/>
                </a:moveTo>
                <a:cubicBezTo>
                  <a:pt x="27549" y="35978"/>
                  <a:pt x="27549" y="36052"/>
                  <a:pt x="27579" y="36111"/>
                </a:cubicBezTo>
                <a:lnTo>
                  <a:pt x="27461" y="36449"/>
                </a:lnTo>
                <a:cubicBezTo>
                  <a:pt x="27446" y="36376"/>
                  <a:pt x="27446" y="36317"/>
                  <a:pt x="27432" y="36258"/>
                </a:cubicBezTo>
                <a:cubicBezTo>
                  <a:pt x="27461" y="36170"/>
                  <a:pt x="27490" y="36081"/>
                  <a:pt x="27520" y="35978"/>
                </a:cubicBezTo>
                <a:cubicBezTo>
                  <a:pt x="27520" y="35949"/>
                  <a:pt x="27535" y="35934"/>
                  <a:pt x="27535" y="35905"/>
                </a:cubicBezTo>
                <a:close/>
                <a:moveTo>
                  <a:pt x="27873" y="36390"/>
                </a:moveTo>
                <a:lnTo>
                  <a:pt x="27873" y="36449"/>
                </a:lnTo>
                <a:cubicBezTo>
                  <a:pt x="27873" y="36464"/>
                  <a:pt x="27858" y="36479"/>
                  <a:pt x="27858" y="36493"/>
                </a:cubicBezTo>
                <a:lnTo>
                  <a:pt x="27858" y="36464"/>
                </a:lnTo>
                <a:cubicBezTo>
                  <a:pt x="27858" y="36449"/>
                  <a:pt x="27873" y="36420"/>
                  <a:pt x="27873" y="36390"/>
                </a:cubicBezTo>
                <a:close/>
                <a:moveTo>
                  <a:pt x="16998" y="22748"/>
                </a:moveTo>
                <a:cubicBezTo>
                  <a:pt x="17719" y="24190"/>
                  <a:pt x="18970" y="25250"/>
                  <a:pt x="20294" y="26383"/>
                </a:cubicBezTo>
                <a:cubicBezTo>
                  <a:pt x="21118" y="27090"/>
                  <a:pt x="21986" y="27811"/>
                  <a:pt x="22796" y="28694"/>
                </a:cubicBezTo>
                <a:cubicBezTo>
                  <a:pt x="25342" y="31475"/>
                  <a:pt x="26710" y="33682"/>
                  <a:pt x="27314" y="36052"/>
                </a:cubicBezTo>
                <a:lnTo>
                  <a:pt x="27373" y="36273"/>
                </a:lnTo>
                <a:cubicBezTo>
                  <a:pt x="27299" y="36376"/>
                  <a:pt x="27270" y="36479"/>
                  <a:pt x="27225" y="36611"/>
                </a:cubicBezTo>
                <a:cubicBezTo>
                  <a:pt x="27211" y="36567"/>
                  <a:pt x="27211" y="36537"/>
                  <a:pt x="27181" y="36493"/>
                </a:cubicBezTo>
                <a:cubicBezTo>
                  <a:pt x="26343" y="33697"/>
                  <a:pt x="24415" y="31416"/>
                  <a:pt x="22325" y="29135"/>
                </a:cubicBezTo>
                <a:cubicBezTo>
                  <a:pt x="21633" y="28370"/>
                  <a:pt x="20912" y="27693"/>
                  <a:pt x="20220" y="27045"/>
                </a:cubicBezTo>
                <a:cubicBezTo>
                  <a:pt x="18764" y="25691"/>
                  <a:pt x="17513" y="24529"/>
                  <a:pt x="16880" y="22925"/>
                </a:cubicBezTo>
                <a:lnTo>
                  <a:pt x="16998" y="22748"/>
                </a:lnTo>
                <a:close/>
                <a:moveTo>
                  <a:pt x="27785" y="36302"/>
                </a:moveTo>
                <a:lnTo>
                  <a:pt x="27770" y="36464"/>
                </a:lnTo>
                <a:lnTo>
                  <a:pt x="27726" y="36685"/>
                </a:lnTo>
                <a:cubicBezTo>
                  <a:pt x="27726" y="36626"/>
                  <a:pt x="27711" y="36567"/>
                  <a:pt x="27711" y="36523"/>
                </a:cubicBezTo>
                <a:cubicBezTo>
                  <a:pt x="27726" y="36449"/>
                  <a:pt x="27755" y="36361"/>
                  <a:pt x="27785" y="36302"/>
                </a:cubicBezTo>
                <a:close/>
                <a:moveTo>
                  <a:pt x="27593" y="36302"/>
                </a:moveTo>
                <a:cubicBezTo>
                  <a:pt x="27593" y="36376"/>
                  <a:pt x="27608" y="36420"/>
                  <a:pt x="27608" y="36493"/>
                </a:cubicBezTo>
                <a:cubicBezTo>
                  <a:pt x="27593" y="36596"/>
                  <a:pt x="27564" y="36699"/>
                  <a:pt x="27535" y="36788"/>
                </a:cubicBezTo>
                <a:cubicBezTo>
                  <a:pt x="27520" y="36729"/>
                  <a:pt x="27520" y="36670"/>
                  <a:pt x="27505" y="36611"/>
                </a:cubicBezTo>
                <a:cubicBezTo>
                  <a:pt x="27535" y="36493"/>
                  <a:pt x="27549" y="36405"/>
                  <a:pt x="27593" y="36302"/>
                </a:cubicBezTo>
                <a:close/>
                <a:moveTo>
                  <a:pt x="27387" y="36405"/>
                </a:moveTo>
                <a:cubicBezTo>
                  <a:pt x="27402" y="36479"/>
                  <a:pt x="27432" y="36537"/>
                  <a:pt x="27432" y="36611"/>
                </a:cubicBezTo>
                <a:cubicBezTo>
                  <a:pt x="27387" y="36714"/>
                  <a:pt x="27358" y="36846"/>
                  <a:pt x="27314" y="36964"/>
                </a:cubicBezTo>
                <a:lnTo>
                  <a:pt x="27270" y="36743"/>
                </a:lnTo>
                <a:cubicBezTo>
                  <a:pt x="27299" y="36626"/>
                  <a:pt x="27343" y="36523"/>
                  <a:pt x="27387" y="36405"/>
                </a:cubicBezTo>
                <a:close/>
                <a:moveTo>
                  <a:pt x="27770" y="36758"/>
                </a:moveTo>
                <a:lnTo>
                  <a:pt x="27770" y="36861"/>
                </a:lnTo>
                <a:cubicBezTo>
                  <a:pt x="27755" y="36920"/>
                  <a:pt x="27755" y="36979"/>
                  <a:pt x="27741" y="37038"/>
                </a:cubicBezTo>
                <a:lnTo>
                  <a:pt x="27741" y="36920"/>
                </a:lnTo>
                <a:cubicBezTo>
                  <a:pt x="27755" y="36861"/>
                  <a:pt x="27770" y="36817"/>
                  <a:pt x="27770" y="36758"/>
                </a:cubicBezTo>
                <a:close/>
                <a:moveTo>
                  <a:pt x="16821" y="22954"/>
                </a:moveTo>
                <a:cubicBezTo>
                  <a:pt x="17454" y="24573"/>
                  <a:pt x="18734" y="25736"/>
                  <a:pt x="20162" y="27075"/>
                </a:cubicBezTo>
                <a:cubicBezTo>
                  <a:pt x="20868" y="27722"/>
                  <a:pt x="21574" y="28399"/>
                  <a:pt x="22281" y="29179"/>
                </a:cubicBezTo>
                <a:cubicBezTo>
                  <a:pt x="24356" y="31460"/>
                  <a:pt x="26269" y="33741"/>
                  <a:pt x="27122" y="36523"/>
                </a:cubicBezTo>
                <a:lnTo>
                  <a:pt x="27167" y="36743"/>
                </a:lnTo>
                <a:cubicBezTo>
                  <a:pt x="27137" y="36846"/>
                  <a:pt x="27078" y="36964"/>
                  <a:pt x="27034" y="37067"/>
                </a:cubicBezTo>
                <a:cubicBezTo>
                  <a:pt x="27019" y="37038"/>
                  <a:pt x="27019" y="36994"/>
                  <a:pt x="27005" y="36964"/>
                </a:cubicBezTo>
                <a:cubicBezTo>
                  <a:pt x="26107" y="34345"/>
                  <a:pt x="24209" y="32255"/>
                  <a:pt x="22207" y="30018"/>
                </a:cubicBezTo>
                <a:lnTo>
                  <a:pt x="21839" y="29606"/>
                </a:lnTo>
                <a:cubicBezTo>
                  <a:pt x="21280" y="28973"/>
                  <a:pt x="20721" y="28399"/>
                  <a:pt x="20162" y="27855"/>
                </a:cubicBezTo>
                <a:cubicBezTo>
                  <a:pt x="18616" y="26295"/>
                  <a:pt x="17277" y="24926"/>
                  <a:pt x="16718" y="23131"/>
                </a:cubicBezTo>
                <a:cubicBezTo>
                  <a:pt x="16762" y="23072"/>
                  <a:pt x="16792" y="23013"/>
                  <a:pt x="16821" y="22954"/>
                </a:cubicBezTo>
                <a:close/>
                <a:moveTo>
                  <a:pt x="27638" y="36743"/>
                </a:moveTo>
                <a:cubicBezTo>
                  <a:pt x="27652" y="36773"/>
                  <a:pt x="27652" y="36846"/>
                  <a:pt x="27652" y="36905"/>
                </a:cubicBezTo>
                <a:cubicBezTo>
                  <a:pt x="27638" y="36979"/>
                  <a:pt x="27608" y="37067"/>
                  <a:pt x="27579" y="37156"/>
                </a:cubicBezTo>
                <a:cubicBezTo>
                  <a:pt x="27579" y="37111"/>
                  <a:pt x="27564" y="37053"/>
                  <a:pt x="27564" y="36994"/>
                </a:cubicBezTo>
                <a:cubicBezTo>
                  <a:pt x="27579" y="36905"/>
                  <a:pt x="27608" y="36817"/>
                  <a:pt x="27638" y="36743"/>
                </a:cubicBezTo>
                <a:close/>
                <a:moveTo>
                  <a:pt x="27446" y="36788"/>
                </a:moveTo>
                <a:cubicBezTo>
                  <a:pt x="27461" y="36846"/>
                  <a:pt x="27461" y="36920"/>
                  <a:pt x="27490" y="36979"/>
                </a:cubicBezTo>
                <a:cubicBezTo>
                  <a:pt x="27461" y="37067"/>
                  <a:pt x="27432" y="37156"/>
                  <a:pt x="27402" y="37259"/>
                </a:cubicBezTo>
                <a:cubicBezTo>
                  <a:pt x="27402" y="37273"/>
                  <a:pt x="27387" y="37288"/>
                  <a:pt x="27387" y="37303"/>
                </a:cubicBezTo>
                <a:cubicBezTo>
                  <a:pt x="27373" y="37229"/>
                  <a:pt x="27373" y="37185"/>
                  <a:pt x="27358" y="37111"/>
                </a:cubicBezTo>
                <a:cubicBezTo>
                  <a:pt x="27387" y="36994"/>
                  <a:pt x="27432" y="36891"/>
                  <a:pt x="27446" y="36788"/>
                </a:cubicBezTo>
                <a:close/>
                <a:moveTo>
                  <a:pt x="27211" y="36861"/>
                </a:moveTo>
                <a:cubicBezTo>
                  <a:pt x="27225" y="36935"/>
                  <a:pt x="27240" y="37023"/>
                  <a:pt x="27270" y="37097"/>
                </a:cubicBezTo>
                <a:lnTo>
                  <a:pt x="27152" y="37435"/>
                </a:lnTo>
                <a:cubicBezTo>
                  <a:pt x="27137" y="37362"/>
                  <a:pt x="27093" y="37273"/>
                  <a:pt x="27078" y="37200"/>
                </a:cubicBezTo>
                <a:cubicBezTo>
                  <a:pt x="27122" y="37082"/>
                  <a:pt x="27167" y="36979"/>
                  <a:pt x="27211" y="36861"/>
                </a:cubicBezTo>
                <a:close/>
                <a:moveTo>
                  <a:pt x="16674" y="23234"/>
                </a:moveTo>
                <a:cubicBezTo>
                  <a:pt x="17233" y="25015"/>
                  <a:pt x="18587" y="26383"/>
                  <a:pt x="20103" y="27928"/>
                </a:cubicBezTo>
                <a:cubicBezTo>
                  <a:pt x="20662" y="28473"/>
                  <a:pt x="21236" y="29047"/>
                  <a:pt x="21780" y="29680"/>
                </a:cubicBezTo>
                <a:lnTo>
                  <a:pt x="22148" y="30092"/>
                </a:lnTo>
                <a:cubicBezTo>
                  <a:pt x="24150" y="32329"/>
                  <a:pt x="26033" y="34418"/>
                  <a:pt x="26931" y="36994"/>
                </a:cubicBezTo>
                <a:cubicBezTo>
                  <a:pt x="26946" y="37053"/>
                  <a:pt x="26975" y="37126"/>
                  <a:pt x="26990" y="37185"/>
                </a:cubicBezTo>
                <a:cubicBezTo>
                  <a:pt x="26931" y="37288"/>
                  <a:pt x="26902" y="37406"/>
                  <a:pt x="26843" y="37509"/>
                </a:cubicBezTo>
                <a:cubicBezTo>
                  <a:pt x="26843" y="37494"/>
                  <a:pt x="26828" y="37450"/>
                  <a:pt x="26828" y="37435"/>
                </a:cubicBezTo>
                <a:cubicBezTo>
                  <a:pt x="25945" y="35139"/>
                  <a:pt x="24267" y="33315"/>
                  <a:pt x="22487" y="31372"/>
                </a:cubicBezTo>
                <a:cubicBezTo>
                  <a:pt x="22119" y="30960"/>
                  <a:pt x="21707" y="30518"/>
                  <a:pt x="21339" y="30092"/>
                </a:cubicBezTo>
                <a:cubicBezTo>
                  <a:pt x="20956" y="29650"/>
                  <a:pt x="20574" y="29253"/>
                  <a:pt x="20206" y="28841"/>
                </a:cubicBezTo>
                <a:cubicBezTo>
                  <a:pt x="18513" y="27031"/>
                  <a:pt x="17042" y="25427"/>
                  <a:pt x="16571" y="23366"/>
                </a:cubicBezTo>
                <a:cubicBezTo>
                  <a:pt x="16615" y="23322"/>
                  <a:pt x="16630" y="23293"/>
                  <a:pt x="16674" y="23234"/>
                </a:cubicBezTo>
                <a:close/>
                <a:moveTo>
                  <a:pt x="27652" y="37156"/>
                </a:moveTo>
                <a:cubicBezTo>
                  <a:pt x="27667" y="37214"/>
                  <a:pt x="27667" y="37259"/>
                  <a:pt x="27667" y="37303"/>
                </a:cubicBezTo>
                <a:cubicBezTo>
                  <a:pt x="27652" y="37376"/>
                  <a:pt x="27638" y="37435"/>
                  <a:pt x="27608" y="37509"/>
                </a:cubicBezTo>
                <a:cubicBezTo>
                  <a:pt x="27608" y="37450"/>
                  <a:pt x="27608" y="37420"/>
                  <a:pt x="27593" y="37362"/>
                </a:cubicBezTo>
                <a:cubicBezTo>
                  <a:pt x="27608" y="37288"/>
                  <a:pt x="27638" y="37229"/>
                  <a:pt x="27652" y="37156"/>
                </a:cubicBezTo>
                <a:close/>
                <a:moveTo>
                  <a:pt x="27505" y="37156"/>
                </a:moveTo>
                <a:cubicBezTo>
                  <a:pt x="27505" y="37214"/>
                  <a:pt x="27520" y="37288"/>
                  <a:pt x="27520" y="37347"/>
                </a:cubicBezTo>
                <a:cubicBezTo>
                  <a:pt x="27505" y="37450"/>
                  <a:pt x="27490" y="37553"/>
                  <a:pt x="27461" y="37641"/>
                </a:cubicBezTo>
                <a:cubicBezTo>
                  <a:pt x="27446" y="37582"/>
                  <a:pt x="27446" y="37523"/>
                  <a:pt x="27432" y="37450"/>
                </a:cubicBezTo>
                <a:cubicBezTo>
                  <a:pt x="27446" y="37376"/>
                  <a:pt x="27461" y="37332"/>
                  <a:pt x="27490" y="37259"/>
                </a:cubicBezTo>
                <a:cubicBezTo>
                  <a:pt x="27490" y="37214"/>
                  <a:pt x="27505" y="37200"/>
                  <a:pt x="27505" y="37156"/>
                </a:cubicBezTo>
                <a:close/>
                <a:moveTo>
                  <a:pt x="27299" y="37259"/>
                </a:moveTo>
                <a:cubicBezTo>
                  <a:pt x="27314" y="37332"/>
                  <a:pt x="27343" y="37406"/>
                  <a:pt x="27343" y="37479"/>
                </a:cubicBezTo>
                <a:cubicBezTo>
                  <a:pt x="27314" y="37582"/>
                  <a:pt x="27284" y="37671"/>
                  <a:pt x="27240" y="37788"/>
                </a:cubicBezTo>
                <a:lnTo>
                  <a:pt x="27196" y="37568"/>
                </a:lnTo>
                <a:cubicBezTo>
                  <a:pt x="27225" y="37479"/>
                  <a:pt x="27270" y="37362"/>
                  <a:pt x="27299" y="37259"/>
                </a:cubicBezTo>
                <a:close/>
                <a:moveTo>
                  <a:pt x="27684" y="37684"/>
                </a:moveTo>
                <a:cubicBezTo>
                  <a:pt x="27682" y="37697"/>
                  <a:pt x="27682" y="37709"/>
                  <a:pt x="27682" y="37715"/>
                </a:cubicBezTo>
                <a:cubicBezTo>
                  <a:pt x="27682" y="37744"/>
                  <a:pt x="27667" y="37803"/>
                  <a:pt x="27667" y="37832"/>
                </a:cubicBezTo>
                <a:lnTo>
                  <a:pt x="27667" y="37744"/>
                </a:lnTo>
                <a:cubicBezTo>
                  <a:pt x="27674" y="37729"/>
                  <a:pt x="27678" y="37707"/>
                  <a:pt x="27684" y="37684"/>
                </a:cubicBezTo>
                <a:close/>
                <a:moveTo>
                  <a:pt x="27034" y="37303"/>
                </a:moveTo>
                <a:cubicBezTo>
                  <a:pt x="27064" y="37406"/>
                  <a:pt x="27093" y="37479"/>
                  <a:pt x="27122" y="37568"/>
                </a:cubicBezTo>
                <a:cubicBezTo>
                  <a:pt x="27064" y="37656"/>
                  <a:pt x="27019" y="37774"/>
                  <a:pt x="26990" y="37877"/>
                </a:cubicBezTo>
                <a:cubicBezTo>
                  <a:pt x="26946" y="37788"/>
                  <a:pt x="26931" y="37715"/>
                  <a:pt x="26902" y="37626"/>
                </a:cubicBezTo>
                <a:cubicBezTo>
                  <a:pt x="26946" y="37509"/>
                  <a:pt x="26990" y="37420"/>
                  <a:pt x="27034" y="37303"/>
                </a:cubicBezTo>
                <a:close/>
                <a:moveTo>
                  <a:pt x="16527" y="23499"/>
                </a:moveTo>
                <a:cubicBezTo>
                  <a:pt x="17012" y="25530"/>
                  <a:pt x="18469" y="27119"/>
                  <a:pt x="20147" y="28914"/>
                </a:cubicBezTo>
                <a:cubicBezTo>
                  <a:pt x="20515" y="29326"/>
                  <a:pt x="20897" y="29724"/>
                  <a:pt x="21280" y="30165"/>
                </a:cubicBezTo>
                <a:cubicBezTo>
                  <a:pt x="21677" y="30607"/>
                  <a:pt x="22060" y="31034"/>
                  <a:pt x="22443" y="31446"/>
                </a:cubicBezTo>
                <a:cubicBezTo>
                  <a:pt x="24209" y="33373"/>
                  <a:pt x="25886" y="35198"/>
                  <a:pt x="26769" y="37479"/>
                </a:cubicBezTo>
                <a:cubicBezTo>
                  <a:pt x="26784" y="37523"/>
                  <a:pt x="26799" y="37568"/>
                  <a:pt x="26828" y="37626"/>
                </a:cubicBezTo>
                <a:cubicBezTo>
                  <a:pt x="26769" y="37729"/>
                  <a:pt x="26710" y="37818"/>
                  <a:pt x="26681" y="37935"/>
                </a:cubicBezTo>
                <a:lnTo>
                  <a:pt x="26681" y="37921"/>
                </a:lnTo>
                <a:cubicBezTo>
                  <a:pt x="25798" y="35831"/>
                  <a:pt x="24223" y="34198"/>
                  <a:pt x="22590" y="32446"/>
                </a:cubicBezTo>
                <a:cubicBezTo>
                  <a:pt x="22016" y="31858"/>
                  <a:pt x="21457" y="31240"/>
                  <a:pt x="20883" y="30592"/>
                </a:cubicBezTo>
                <a:cubicBezTo>
                  <a:pt x="20736" y="30415"/>
                  <a:pt x="20574" y="30239"/>
                  <a:pt x="20426" y="30077"/>
                </a:cubicBezTo>
                <a:cubicBezTo>
                  <a:pt x="18454" y="27884"/>
                  <a:pt x="16792" y="26001"/>
                  <a:pt x="16424" y="23616"/>
                </a:cubicBezTo>
                <a:cubicBezTo>
                  <a:pt x="16468" y="23558"/>
                  <a:pt x="16482" y="23528"/>
                  <a:pt x="16527" y="23499"/>
                </a:cubicBezTo>
                <a:close/>
                <a:moveTo>
                  <a:pt x="27579" y="37582"/>
                </a:moveTo>
                <a:lnTo>
                  <a:pt x="27579" y="37582"/>
                </a:lnTo>
                <a:cubicBezTo>
                  <a:pt x="27564" y="37641"/>
                  <a:pt x="27564" y="37700"/>
                  <a:pt x="27579" y="37744"/>
                </a:cubicBezTo>
                <a:cubicBezTo>
                  <a:pt x="27564" y="37818"/>
                  <a:pt x="27535" y="37921"/>
                  <a:pt x="27520" y="37994"/>
                </a:cubicBezTo>
                <a:cubicBezTo>
                  <a:pt x="27520" y="37935"/>
                  <a:pt x="27505" y="37877"/>
                  <a:pt x="27505" y="37847"/>
                </a:cubicBezTo>
                <a:cubicBezTo>
                  <a:pt x="27520" y="37744"/>
                  <a:pt x="27535" y="37671"/>
                  <a:pt x="27579" y="37582"/>
                </a:cubicBezTo>
                <a:close/>
                <a:moveTo>
                  <a:pt x="27373" y="37656"/>
                </a:moveTo>
                <a:cubicBezTo>
                  <a:pt x="27387" y="37715"/>
                  <a:pt x="27387" y="37788"/>
                  <a:pt x="27417" y="37847"/>
                </a:cubicBezTo>
                <a:cubicBezTo>
                  <a:pt x="27417" y="37862"/>
                  <a:pt x="27387" y="37877"/>
                  <a:pt x="27387" y="37921"/>
                </a:cubicBezTo>
                <a:cubicBezTo>
                  <a:pt x="27373" y="37994"/>
                  <a:pt x="27358" y="38068"/>
                  <a:pt x="27343" y="38156"/>
                </a:cubicBezTo>
                <a:cubicBezTo>
                  <a:pt x="27314" y="38083"/>
                  <a:pt x="27314" y="38024"/>
                  <a:pt x="27299" y="37950"/>
                </a:cubicBezTo>
                <a:cubicBezTo>
                  <a:pt x="27314" y="37847"/>
                  <a:pt x="27343" y="37744"/>
                  <a:pt x="27373" y="37656"/>
                </a:cubicBezTo>
                <a:close/>
                <a:moveTo>
                  <a:pt x="27152" y="37715"/>
                </a:moveTo>
                <a:cubicBezTo>
                  <a:pt x="27167" y="37788"/>
                  <a:pt x="27196" y="37877"/>
                  <a:pt x="27211" y="37950"/>
                </a:cubicBezTo>
                <a:cubicBezTo>
                  <a:pt x="27167" y="38039"/>
                  <a:pt x="27137" y="38142"/>
                  <a:pt x="27093" y="38245"/>
                </a:cubicBezTo>
                <a:cubicBezTo>
                  <a:pt x="27078" y="38156"/>
                  <a:pt x="27049" y="38083"/>
                  <a:pt x="27019" y="38009"/>
                </a:cubicBezTo>
                <a:cubicBezTo>
                  <a:pt x="27064" y="37921"/>
                  <a:pt x="27122" y="37803"/>
                  <a:pt x="27152" y="37715"/>
                </a:cubicBezTo>
                <a:close/>
                <a:moveTo>
                  <a:pt x="26843" y="37715"/>
                </a:moveTo>
                <a:cubicBezTo>
                  <a:pt x="26872" y="37803"/>
                  <a:pt x="26902" y="37891"/>
                  <a:pt x="26931" y="37994"/>
                </a:cubicBezTo>
                <a:cubicBezTo>
                  <a:pt x="26902" y="38097"/>
                  <a:pt x="26843" y="38186"/>
                  <a:pt x="26799" y="38303"/>
                </a:cubicBezTo>
                <a:lnTo>
                  <a:pt x="26696" y="38024"/>
                </a:lnTo>
                <a:cubicBezTo>
                  <a:pt x="26755" y="37935"/>
                  <a:pt x="26799" y="37818"/>
                  <a:pt x="26843" y="37715"/>
                </a:cubicBezTo>
                <a:close/>
                <a:moveTo>
                  <a:pt x="16365" y="23734"/>
                </a:moveTo>
                <a:cubicBezTo>
                  <a:pt x="16762" y="26089"/>
                  <a:pt x="18410" y="27987"/>
                  <a:pt x="20323" y="30136"/>
                </a:cubicBezTo>
                <a:cubicBezTo>
                  <a:pt x="20471" y="30298"/>
                  <a:pt x="20647" y="30489"/>
                  <a:pt x="20780" y="30651"/>
                </a:cubicBezTo>
                <a:cubicBezTo>
                  <a:pt x="21354" y="31298"/>
                  <a:pt x="21928" y="31902"/>
                  <a:pt x="22502" y="32505"/>
                </a:cubicBezTo>
                <a:cubicBezTo>
                  <a:pt x="24135" y="34242"/>
                  <a:pt x="25680" y="35875"/>
                  <a:pt x="26578" y="37950"/>
                </a:cubicBezTo>
                <a:cubicBezTo>
                  <a:pt x="26593" y="37965"/>
                  <a:pt x="26593" y="38009"/>
                  <a:pt x="26622" y="38024"/>
                </a:cubicBezTo>
                <a:cubicBezTo>
                  <a:pt x="26563" y="38142"/>
                  <a:pt x="26504" y="38230"/>
                  <a:pt x="26446" y="38333"/>
                </a:cubicBezTo>
                <a:cubicBezTo>
                  <a:pt x="25548" y="36420"/>
                  <a:pt x="24076" y="34948"/>
                  <a:pt x="22516" y="33373"/>
                </a:cubicBezTo>
                <a:cubicBezTo>
                  <a:pt x="21795" y="32652"/>
                  <a:pt x="21059" y="31902"/>
                  <a:pt x="20368" y="31107"/>
                </a:cubicBezTo>
                <a:cubicBezTo>
                  <a:pt x="18190" y="28605"/>
                  <a:pt x="16497" y="26457"/>
                  <a:pt x="16321" y="23881"/>
                </a:cubicBezTo>
                <a:cubicBezTo>
                  <a:pt x="16321" y="23808"/>
                  <a:pt x="16335" y="23764"/>
                  <a:pt x="16365" y="23734"/>
                </a:cubicBezTo>
                <a:close/>
                <a:moveTo>
                  <a:pt x="27593" y="38024"/>
                </a:moveTo>
                <a:lnTo>
                  <a:pt x="27593" y="38156"/>
                </a:lnTo>
                <a:cubicBezTo>
                  <a:pt x="27579" y="38230"/>
                  <a:pt x="27549" y="38289"/>
                  <a:pt x="27549" y="38362"/>
                </a:cubicBezTo>
                <a:cubicBezTo>
                  <a:pt x="27549" y="38318"/>
                  <a:pt x="27549" y="38289"/>
                  <a:pt x="27535" y="38230"/>
                </a:cubicBezTo>
                <a:cubicBezTo>
                  <a:pt x="27549" y="38186"/>
                  <a:pt x="27549" y="38156"/>
                  <a:pt x="27579" y="38112"/>
                </a:cubicBezTo>
                <a:cubicBezTo>
                  <a:pt x="27579" y="38083"/>
                  <a:pt x="27593" y="38068"/>
                  <a:pt x="27593" y="38024"/>
                </a:cubicBezTo>
                <a:close/>
                <a:moveTo>
                  <a:pt x="27432" y="38068"/>
                </a:moveTo>
                <a:cubicBezTo>
                  <a:pt x="27432" y="38112"/>
                  <a:pt x="27446" y="38171"/>
                  <a:pt x="27446" y="38230"/>
                </a:cubicBezTo>
                <a:cubicBezTo>
                  <a:pt x="27432" y="38303"/>
                  <a:pt x="27402" y="38392"/>
                  <a:pt x="27387" y="38480"/>
                </a:cubicBezTo>
                <a:cubicBezTo>
                  <a:pt x="27373" y="38436"/>
                  <a:pt x="27373" y="38377"/>
                  <a:pt x="27358" y="38318"/>
                </a:cubicBezTo>
                <a:cubicBezTo>
                  <a:pt x="27373" y="38230"/>
                  <a:pt x="27402" y="38142"/>
                  <a:pt x="27432" y="38068"/>
                </a:cubicBezTo>
                <a:close/>
                <a:moveTo>
                  <a:pt x="27240" y="38068"/>
                </a:moveTo>
                <a:cubicBezTo>
                  <a:pt x="27270" y="38142"/>
                  <a:pt x="27284" y="38215"/>
                  <a:pt x="27284" y="38289"/>
                </a:cubicBezTo>
                <a:cubicBezTo>
                  <a:pt x="27240" y="38406"/>
                  <a:pt x="27211" y="38509"/>
                  <a:pt x="27196" y="38598"/>
                </a:cubicBezTo>
                <a:cubicBezTo>
                  <a:pt x="27167" y="38524"/>
                  <a:pt x="27152" y="38451"/>
                  <a:pt x="27137" y="38362"/>
                </a:cubicBezTo>
                <a:cubicBezTo>
                  <a:pt x="27167" y="38259"/>
                  <a:pt x="27211" y="38171"/>
                  <a:pt x="27240" y="38068"/>
                </a:cubicBezTo>
                <a:close/>
                <a:moveTo>
                  <a:pt x="26975" y="38097"/>
                </a:moveTo>
                <a:cubicBezTo>
                  <a:pt x="26990" y="38186"/>
                  <a:pt x="27019" y="38259"/>
                  <a:pt x="27049" y="38362"/>
                </a:cubicBezTo>
                <a:cubicBezTo>
                  <a:pt x="27005" y="38451"/>
                  <a:pt x="26975" y="38554"/>
                  <a:pt x="26931" y="38657"/>
                </a:cubicBezTo>
                <a:cubicBezTo>
                  <a:pt x="26902" y="38554"/>
                  <a:pt x="26872" y="38480"/>
                  <a:pt x="26843" y="38392"/>
                </a:cubicBezTo>
                <a:cubicBezTo>
                  <a:pt x="26872" y="38303"/>
                  <a:pt x="26931" y="38215"/>
                  <a:pt x="26975" y="38097"/>
                </a:cubicBezTo>
                <a:close/>
                <a:moveTo>
                  <a:pt x="26637" y="38112"/>
                </a:moveTo>
                <a:lnTo>
                  <a:pt x="26755" y="38392"/>
                </a:lnTo>
                <a:cubicBezTo>
                  <a:pt x="26696" y="38509"/>
                  <a:pt x="26652" y="38598"/>
                  <a:pt x="26607" y="38686"/>
                </a:cubicBezTo>
                <a:cubicBezTo>
                  <a:pt x="26563" y="38598"/>
                  <a:pt x="26504" y="38509"/>
                  <a:pt x="26475" y="38406"/>
                </a:cubicBezTo>
                <a:cubicBezTo>
                  <a:pt x="26534" y="38318"/>
                  <a:pt x="26578" y="38215"/>
                  <a:pt x="26637" y="38112"/>
                </a:cubicBezTo>
                <a:close/>
                <a:moveTo>
                  <a:pt x="27593" y="38480"/>
                </a:moveTo>
                <a:lnTo>
                  <a:pt x="27593" y="38554"/>
                </a:lnTo>
                <a:cubicBezTo>
                  <a:pt x="27593" y="38598"/>
                  <a:pt x="27579" y="38627"/>
                  <a:pt x="27579" y="38686"/>
                </a:cubicBezTo>
                <a:lnTo>
                  <a:pt x="27579" y="38612"/>
                </a:lnTo>
                <a:cubicBezTo>
                  <a:pt x="27593" y="38583"/>
                  <a:pt x="27593" y="38539"/>
                  <a:pt x="27593" y="38480"/>
                </a:cubicBezTo>
                <a:close/>
                <a:moveTo>
                  <a:pt x="16232" y="23970"/>
                </a:moveTo>
                <a:cubicBezTo>
                  <a:pt x="16468" y="26530"/>
                  <a:pt x="18145" y="28664"/>
                  <a:pt x="20294" y="31151"/>
                </a:cubicBezTo>
                <a:cubicBezTo>
                  <a:pt x="20986" y="31961"/>
                  <a:pt x="21722" y="32696"/>
                  <a:pt x="22443" y="33432"/>
                </a:cubicBezTo>
                <a:cubicBezTo>
                  <a:pt x="24003" y="35007"/>
                  <a:pt x="25489" y="36523"/>
                  <a:pt x="26401" y="38436"/>
                </a:cubicBezTo>
                <a:cubicBezTo>
                  <a:pt x="26343" y="38539"/>
                  <a:pt x="26284" y="38627"/>
                  <a:pt x="26210" y="38745"/>
                </a:cubicBezTo>
                <a:cubicBezTo>
                  <a:pt x="25298" y="36994"/>
                  <a:pt x="23870" y="35610"/>
                  <a:pt x="22369" y="34183"/>
                </a:cubicBezTo>
                <a:cubicBezTo>
                  <a:pt x="21516" y="33373"/>
                  <a:pt x="20662" y="32520"/>
                  <a:pt x="19853" y="31607"/>
                </a:cubicBezTo>
                <a:cubicBezTo>
                  <a:pt x="17939" y="29371"/>
                  <a:pt x="16173" y="26913"/>
                  <a:pt x="16173" y="24102"/>
                </a:cubicBezTo>
                <a:cubicBezTo>
                  <a:pt x="16188" y="24043"/>
                  <a:pt x="16203" y="23999"/>
                  <a:pt x="16232" y="23970"/>
                </a:cubicBezTo>
                <a:close/>
                <a:moveTo>
                  <a:pt x="27461" y="38436"/>
                </a:moveTo>
                <a:cubicBezTo>
                  <a:pt x="27490" y="38509"/>
                  <a:pt x="27490" y="38554"/>
                  <a:pt x="27490" y="38598"/>
                </a:cubicBezTo>
                <a:lnTo>
                  <a:pt x="27432" y="38818"/>
                </a:lnTo>
                <a:cubicBezTo>
                  <a:pt x="27432" y="38760"/>
                  <a:pt x="27417" y="38730"/>
                  <a:pt x="27417" y="38671"/>
                </a:cubicBezTo>
                <a:cubicBezTo>
                  <a:pt x="27417" y="38627"/>
                  <a:pt x="27432" y="38598"/>
                  <a:pt x="27432" y="38554"/>
                </a:cubicBezTo>
                <a:cubicBezTo>
                  <a:pt x="27446" y="38524"/>
                  <a:pt x="27446" y="38465"/>
                  <a:pt x="27461" y="38436"/>
                </a:cubicBezTo>
                <a:close/>
                <a:moveTo>
                  <a:pt x="27299" y="38480"/>
                </a:moveTo>
                <a:cubicBezTo>
                  <a:pt x="27314" y="38554"/>
                  <a:pt x="27314" y="38612"/>
                  <a:pt x="27343" y="38686"/>
                </a:cubicBezTo>
                <a:cubicBezTo>
                  <a:pt x="27314" y="38774"/>
                  <a:pt x="27284" y="38877"/>
                  <a:pt x="27270" y="38966"/>
                </a:cubicBezTo>
                <a:cubicBezTo>
                  <a:pt x="27240" y="38892"/>
                  <a:pt x="27225" y="38818"/>
                  <a:pt x="27225" y="38760"/>
                </a:cubicBezTo>
                <a:cubicBezTo>
                  <a:pt x="27240" y="38671"/>
                  <a:pt x="27284" y="38583"/>
                  <a:pt x="27299" y="38480"/>
                </a:cubicBezTo>
                <a:close/>
                <a:moveTo>
                  <a:pt x="27078" y="38509"/>
                </a:moveTo>
                <a:cubicBezTo>
                  <a:pt x="27093" y="38598"/>
                  <a:pt x="27108" y="38671"/>
                  <a:pt x="27137" y="38760"/>
                </a:cubicBezTo>
                <a:cubicBezTo>
                  <a:pt x="27093" y="38833"/>
                  <a:pt x="27064" y="38921"/>
                  <a:pt x="27034" y="39039"/>
                </a:cubicBezTo>
                <a:cubicBezTo>
                  <a:pt x="27019" y="38951"/>
                  <a:pt x="26990" y="38877"/>
                  <a:pt x="26961" y="38774"/>
                </a:cubicBezTo>
                <a:lnTo>
                  <a:pt x="27078" y="38509"/>
                </a:lnTo>
                <a:close/>
                <a:moveTo>
                  <a:pt x="26784" y="38509"/>
                </a:moveTo>
                <a:cubicBezTo>
                  <a:pt x="26828" y="38598"/>
                  <a:pt x="26843" y="38686"/>
                  <a:pt x="26872" y="38774"/>
                </a:cubicBezTo>
                <a:cubicBezTo>
                  <a:pt x="26843" y="38877"/>
                  <a:pt x="26784" y="38980"/>
                  <a:pt x="26755" y="39069"/>
                </a:cubicBezTo>
                <a:lnTo>
                  <a:pt x="26637" y="38804"/>
                </a:lnTo>
                <a:cubicBezTo>
                  <a:pt x="26696" y="38701"/>
                  <a:pt x="26725" y="38598"/>
                  <a:pt x="26784" y="38509"/>
                </a:cubicBezTo>
                <a:close/>
                <a:moveTo>
                  <a:pt x="26416" y="38524"/>
                </a:moveTo>
                <a:cubicBezTo>
                  <a:pt x="26460" y="38612"/>
                  <a:pt x="26504" y="38701"/>
                  <a:pt x="26549" y="38804"/>
                </a:cubicBezTo>
                <a:cubicBezTo>
                  <a:pt x="26490" y="38892"/>
                  <a:pt x="26431" y="38980"/>
                  <a:pt x="26387" y="39098"/>
                </a:cubicBezTo>
                <a:lnTo>
                  <a:pt x="26269" y="38877"/>
                </a:lnTo>
                <a:cubicBezTo>
                  <a:pt x="26254" y="38848"/>
                  <a:pt x="26254" y="38833"/>
                  <a:pt x="26239" y="38818"/>
                </a:cubicBezTo>
                <a:cubicBezTo>
                  <a:pt x="26284" y="38730"/>
                  <a:pt x="26343" y="38612"/>
                  <a:pt x="26416" y="38524"/>
                </a:cubicBezTo>
                <a:close/>
                <a:moveTo>
                  <a:pt x="16085" y="24235"/>
                </a:moveTo>
                <a:cubicBezTo>
                  <a:pt x="16159" y="27001"/>
                  <a:pt x="17881" y="29429"/>
                  <a:pt x="19779" y="31637"/>
                </a:cubicBezTo>
                <a:cubicBezTo>
                  <a:pt x="20559" y="32579"/>
                  <a:pt x="21442" y="33403"/>
                  <a:pt x="22295" y="34242"/>
                </a:cubicBezTo>
                <a:cubicBezTo>
                  <a:pt x="23811" y="35684"/>
                  <a:pt x="25224" y="37053"/>
                  <a:pt x="26136" y="38818"/>
                </a:cubicBezTo>
                <a:cubicBezTo>
                  <a:pt x="26092" y="38921"/>
                  <a:pt x="26019" y="39025"/>
                  <a:pt x="25960" y="39113"/>
                </a:cubicBezTo>
                <a:cubicBezTo>
                  <a:pt x="25003" y="37465"/>
                  <a:pt x="23620" y="36228"/>
                  <a:pt x="22163" y="34889"/>
                </a:cubicBezTo>
                <a:cubicBezTo>
                  <a:pt x="21206" y="34006"/>
                  <a:pt x="20220" y="33109"/>
                  <a:pt x="19337" y="32078"/>
                </a:cubicBezTo>
                <a:cubicBezTo>
                  <a:pt x="16909" y="29209"/>
                  <a:pt x="15864" y="26751"/>
                  <a:pt x="16026" y="24323"/>
                </a:cubicBezTo>
                <a:cubicBezTo>
                  <a:pt x="16041" y="24279"/>
                  <a:pt x="16056" y="24249"/>
                  <a:pt x="16085" y="24235"/>
                </a:cubicBezTo>
                <a:close/>
                <a:moveTo>
                  <a:pt x="27505" y="38892"/>
                </a:moveTo>
                <a:cubicBezTo>
                  <a:pt x="27520" y="38921"/>
                  <a:pt x="27520" y="38966"/>
                  <a:pt x="27520" y="38995"/>
                </a:cubicBezTo>
                <a:cubicBezTo>
                  <a:pt x="27505" y="39054"/>
                  <a:pt x="27505" y="39113"/>
                  <a:pt x="27490" y="39172"/>
                </a:cubicBezTo>
                <a:cubicBezTo>
                  <a:pt x="27490" y="39128"/>
                  <a:pt x="27490" y="39098"/>
                  <a:pt x="27461" y="39054"/>
                </a:cubicBezTo>
                <a:cubicBezTo>
                  <a:pt x="27490" y="38995"/>
                  <a:pt x="27490" y="38951"/>
                  <a:pt x="27505" y="38892"/>
                </a:cubicBezTo>
                <a:close/>
                <a:moveTo>
                  <a:pt x="27373" y="38877"/>
                </a:moveTo>
                <a:cubicBezTo>
                  <a:pt x="27373" y="38951"/>
                  <a:pt x="27387" y="38995"/>
                  <a:pt x="27387" y="39054"/>
                </a:cubicBezTo>
                <a:cubicBezTo>
                  <a:pt x="27373" y="39113"/>
                  <a:pt x="27373" y="39172"/>
                  <a:pt x="27358" y="39216"/>
                </a:cubicBezTo>
                <a:cubicBezTo>
                  <a:pt x="27358" y="39260"/>
                  <a:pt x="27343" y="39289"/>
                  <a:pt x="27343" y="39319"/>
                </a:cubicBezTo>
                <a:cubicBezTo>
                  <a:pt x="27314" y="39260"/>
                  <a:pt x="27314" y="39201"/>
                  <a:pt x="27299" y="39128"/>
                </a:cubicBezTo>
                <a:cubicBezTo>
                  <a:pt x="27314" y="39054"/>
                  <a:pt x="27358" y="38966"/>
                  <a:pt x="27373" y="38877"/>
                </a:cubicBezTo>
                <a:close/>
                <a:moveTo>
                  <a:pt x="27167" y="38892"/>
                </a:moveTo>
                <a:cubicBezTo>
                  <a:pt x="27181" y="38966"/>
                  <a:pt x="27211" y="39039"/>
                  <a:pt x="27225" y="39128"/>
                </a:cubicBezTo>
                <a:cubicBezTo>
                  <a:pt x="27196" y="39216"/>
                  <a:pt x="27152" y="39319"/>
                  <a:pt x="27137" y="39407"/>
                </a:cubicBezTo>
                <a:cubicBezTo>
                  <a:pt x="27122" y="39334"/>
                  <a:pt x="27093" y="39245"/>
                  <a:pt x="27078" y="39172"/>
                </a:cubicBezTo>
                <a:cubicBezTo>
                  <a:pt x="27122" y="39069"/>
                  <a:pt x="27152" y="38980"/>
                  <a:pt x="27167" y="38892"/>
                </a:cubicBezTo>
                <a:close/>
                <a:moveTo>
                  <a:pt x="26916" y="38892"/>
                </a:moveTo>
                <a:cubicBezTo>
                  <a:pt x="26931" y="38980"/>
                  <a:pt x="26975" y="39069"/>
                  <a:pt x="26990" y="39142"/>
                </a:cubicBezTo>
                <a:lnTo>
                  <a:pt x="26872" y="39422"/>
                </a:lnTo>
                <a:cubicBezTo>
                  <a:pt x="26843" y="39334"/>
                  <a:pt x="26828" y="39245"/>
                  <a:pt x="26784" y="39172"/>
                </a:cubicBezTo>
                <a:cubicBezTo>
                  <a:pt x="26828" y="39069"/>
                  <a:pt x="26872" y="38980"/>
                  <a:pt x="26916" y="38892"/>
                </a:cubicBezTo>
                <a:close/>
                <a:moveTo>
                  <a:pt x="26195" y="38892"/>
                </a:moveTo>
                <a:lnTo>
                  <a:pt x="26195" y="38907"/>
                </a:lnTo>
                <a:cubicBezTo>
                  <a:pt x="26254" y="38980"/>
                  <a:pt x="26284" y="39069"/>
                  <a:pt x="26343" y="39172"/>
                </a:cubicBezTo>
                <a:cubicBezTo>
                  <a:pt x="26284" y="39260"/>
                  <a:pt x="26239" y="39363"/>
                  <a:pt x="26181" y="39466"/>
                </a:cubicBezTo>
                <a:cubicBezTo>
                  <a:pt x="26166" y="39422"/>
                  <a:pt x="26136" y="39363"/>
                  <a:pt x="26107" y="39334"/>
                </a:cubicBezTo>
                <a:cubicBezTo>
                  <a:pt x="26063" y="39275"/>
                  <a:pt x="26048" y="39245"/>
                  <a:pt x="26004" y="39186"/>
                </a:cubicBezTo>
                <a:cubicBezTo>
                  <a:pt x="26078" y="39098"/>
                  <a:pt x="26136" y="38980"/>
                  <a:pt x="26195" y="38892"/>
                </a:cubicBezTo>
                <a:close/>
                <a:moveTo>
                  <a:pt x="26578" y="38892"/>
                </a:moveTo>
                <a:lnTo>
                  <a:pt x="26696" y="39172"/>
                </a:lnTo>
                <a:cubicBezTo>
                  <a:pt x="26637" y="39260"/>
                  <a:pt x="26593" y="39363"/>
                  <a:pt x="26549" y="39466"/>
                </a:cubicBezTo>
                <a:cubicBezTo>
                  <a:pt x="26504" y="39363"/>
                  <a:pt x="26475" y="39275"/>
                  <a:pt x="26416" y="39186"/>
                </a:cubicBezTo>
                <a:cubicBezTo>
                  <a:pt x="26490" y="39069"/>
                  <a:pt x="26534" y="38980"/>
                  <a:pt x="26578" y="38892"/>
                </a:cubicBezTo>
                <a:close/>
                <a:moveTo>
                  <a:pt x="15953" y="24485"/>
                </a:moveTo>
                <a:lnTo>
                  <a:pt x="15953" y="24485"/>
                </a:lnTo>
                <a:cubicBezTo>
                  <a:pt x="15835" y="26883"/>
                  <a:pt x="16909" y="29326"/>
                  <a:pt x="19293" y="32123"/>
                </a:cubicBezTo>
                <a:cubicBezTo>
                  <a:pt x="20176" y="33153"/>
                  <a:pt x="21177" y="34065"/>
                  <a:pt x="22134" y="34948"/>
                </a:cubicBezTo>
                <a:cubicBezTo>
                  <a:pt x="23605" y="36302"/>
                  <a:pt x="24989" y="37553"/>
                  <a:pt x="25916" y="39186"/>
                </a:cubicBezTo>
                <a:cubicBezTo>
                  <a:pt x="25842" y="39289"/>
                  <a:pt x="25798" y="39392"/>
                  <a:pt x="25724" y="39481"/>
                </a:cubicBezTo>
                <a:cubicBezTo>
                  <a:pt x="24738" y="37950"/>
                  <a:pt x="23399" y="36788"/>
                  <a:pt x="21972" y="35551"/>
                </a:cubicBezTo>
                <a:cubicBezTo>
                  <a:pt x="20897" y="34639"/>
                  <a:pt x="19794" y="33682"/>
                  <a:pt x="18852" y="32564"/>
                </a:cubicBezTo>
                <a:cubicBezTo>
                  <a:pt x="16571" y="29856"/>
                  <a:pt x="15585" y="27075"/>
                  <a:pt x="15909" y="24544"/>
                </a:cubicBezTo>
                <a:cubicBezTo>
                  <a:pt x="15909" y="24529"/>
                  <a:pt x="15923" y="24499"/>
                  <a:pt x="15953" y="24485"/>
                </a:cubicBezTo>
                <a:close/>
                <a:moveTo>
                  <a:pt x="27520" y="39348"/>
                </a:moveTo>
                <a:lnTo>
                  <a:pt x="27520" y="39407"/>
                </a:lnTo>
                <a:cubicBezTo>
                  <a:pt x="27520" y="39437"/>
                  <a:pt x="27505" y="39466"/>
                  <a:pt x="27505" y="39495"/>
                </a:cubicBezTo>
                <a:lnTo>
                  <a:pt x="27505" y="39437"/>
                </a:lnTo>
                <a:cubicBezTo>
                  <a:pt x="27505" y="39407"/>
                  <a:pt x="27520" y="39392"/>
                  <a:pt x="27520" y="39348"/>
                </a:cubicBezTo>
                <a:close/>
                <a:moveTo>
                  <a:pt x="27417" y="39275"/>
                </a:moveTo>
                <a:cubicBezTo>
                  <a:pt x="27432" y="39334"/>
                  <a:pt x="27432" y="39392"/>
                  <a:pt x="27432" y="39422"/>
                </a:cubicBezTo>
                <a:lnTo>
                  <a:pt x="27373" y="39643"/>
                </a:lnTo>
                <a:cubicBezTo>
                  <a:pt x="27373" y="39584"/>
                  <a:pt x="27358" y="39554"/>
                  <a:pt x="27358" y="39495"/>
                </a:cubicBezTo>
                <a:lnTo>
                  <a:pt x="27417" y="39275"/>
                </a:lnTo>
                <a:close/>
                <a:moveTo>
                  <a:pt x="27240" y="39289"/>
                </a:moveTo>
                <a:cubicBezTo>
                  <a:pt x="27270" y="39363"/>
                  <a:pt x="27270" y="39437"/>
                  <a:pt x="27284" y="39495"/>
                </a:cubicBezTo>
                <a:cubicBezTo>
                  <a:pt x="27270" y="39584"/>
                  <a:pt x="27240" y="39657"/>
                  <a:pt x="27211" y="39760"/>
                </a:cubicBezTo>
                <a:lnTo>
                  <a:pt x="27152" y="39540"/>
                </a:lnTo>
                <a:cubicBezTo>
                  <a:pt x="27196" y="39466"/>
                  <a:pt x="27225" y="39392"/>
                  <a:pt x="27240" y="39289"/>
                </a:cubicBezTo>
                <a:close/>
                <a:moveTo>
                  <a:pt x="27019" y="39289"/>
                </a:moveTo>
                <a:cubicBezTo>
                  <a:pt x="27034" y="39392"/>
                  <a:pt x="27064" y="39466"/>
                  <a:pt x="27078" y="39554"/>
                </a:cubicBezTo>
                <a:cubicBezTo>
                  <a:pt x="27034" y="39643"/>
                  <a:pt x="27019" y="39731"/>
                  <a:pt x="26990" y="39804"/>
                </a:cubicBezTo>
                <a:cubicBezTo>
                  <a:pt x="26975" y="39716"/>
                  <a:pt x="26931" y="39643"/>
                  <a:pt x="26916" y="39554"/>
                </a:cubicBezTo>
                <a:cubicBezTo>
                  <a:pt x="26946" y="39466"/>
                  <a:pt x="26990" y="39363"/>
                  <a:pt x="27019" y="39289"/>
                </a:cubicBezTo>
                <a:close/>
                <a:moveTo>
                  <a:pt x="26725" y="39275"/>
                </a:moveTo>
                <a:cubicBezTo>
                  <a:pt x="26769" y="39363"/>
                  <a:pt x="26784" y="39466"/>
                  <a:pt x="26813" y="39554"/>
                </a:cubicBezTo>
                <a:cubicBezTo>
                  <a:pt x="26784" y="39643"/>
                  <a:pt x="26725" y="39731"/>
                  <a:pt x="26696" y="39834"/>
                </a:cubicBezTo>
                <a:lnTo>
                  <a:pt x="26578" y="39554"/>
                </a:lnTo>
                <a:cubicBezTo>
                  <a:pt x="26637" y="39466"/>
                  <a:pt x="26666" y="39363"/>
                  <a:pt x="26725" y="39275"/>
                </a:cubicBezTo>
                <a:close/>
                <a:moveTo>
                  <a:pt x="15806" y="24764"/>
                </a:moveTo>
                <a:lnTo>
                  <a:pt x="15806" y="24764"/>
                </a:lnTo>
                <a:cubicBezTo>
                  <a:pt x="15541" y="27266"/>
                  <a:pt x="16571" y="29974"/>
                  <a:pt x="18778" y="32623"/>
                </a:cubicBezTo>
                <a:cubicBezTo>
                  <a:pt x="19720" y="33741"/>
                  <a:pt x="20824" y="34698"/>
                  <a:pt x="21913" y="35610"/>
                </a:cubicBezTo>
                <a:cubicBezTo>
                  <a:pt x="23340" y="36846"/>
                  <a:pt x="24709" y="38024"/>
                  <a:pt x="25666" y="39554"/>
                </a:cubicBezTo>
                <a:cubicBezTo>
                  <a:pt x="25592" y="39657"/>
                  <a:pt x="25518" y="39760"/>
                  <a:pt x="25445" y="39849"/>
                </a:cubicBezTo>
                <a:cubicBezTo>
                  <a:pt x="24444" y="38436"/>
                  <a:pt x="23120" y="37332"/>
                  <a:pt x="21707" y="36184"/>
                </a:cubicBezTo>
                <a:cubicBezTo>
                  <a:pt x="20529" y="35228"/>
                  <a:pt x="19337" y="34242"/>
                  <a:pt x="18337" y="33035"/>
                </a:cubicBezTo>
                <a:cubicBezTo>
                  <a:pt x="16159" y="30386"/>
                  <a:pt x="15246" y="27472"/>
                  <a:pt x="15806" y="24764"/>
                </a:cubicBezTo>
                <a:close/>
                <a:moveTo>
                  <a:pt x="25975" y="39260"/>
                </a:moveTo>
                <a:cubicBezTo>
                  <a:pt x="25989" y="39289"/>
                  <a:pt x="26019" y="39334"/>
                  <a:pt x="26048" y="39363"/>
                </a:cubicBezTo>
                <a:cubicBezTo>
                  <a:pt x="26048" y="39422"/>
                  <a:pt x="26092" y="39495"/>
                  <a:pt x="26122" y="39554"/>
                </a:cubicBezTo>
                <a:cubicBezTo>
                  <a:pt x="26063" y="39643"/>
                  <a:pt x="25989" y="39760"/>
                  <a:pt x="25930" y="39849"/>
                </a:cubicBezTo>
                <a:cubicBezTo>
                  <a:pt x="25930" y="39834"/>
                  <a:pt x="25916" y="39834"/>
                  <a:pt x="25916" y="39804"/>
                </a:cubicBezTo>
                <a:cubicBezTo>
                  <a:pt x="25872" y="39716"/>
                  <a:pt x="25813" y="39643"/>
                  <a:pt x="25769" y="39554"/>
                </a:cubicBezTo>
                <a:cubicBezTo>
                  <a:pt x="25842" y="39466"/>
                  <a:pt x="25901" y="39348"/>
                  <a:pt x="25975" y="39260"/>
                </a:cubicBezTo>
                <a:close/>
                <a:moveTo>
                  <a:pt x="26387" y="39275"/>
                </a:moveTo>
                <a:cubicBezTo>
                  <a:pt x="26416" y="39363"/>
                  <a:pt x="26460" y="39466"/>
                  <a:pt x="26504" y="39569"/>
                </a:cubicBezTo>
                <a:cubicBezTo>
                  <a:pt x="26460" y="39643"/>
                  <a:pt x="26401" y="39731"/>
                  <a:pt x="26343" y="39849"/>
                </a:cubicBezTo>
                <a:cubicBezTo>
                  <a:pt x="26298" y="39760"/>
                  <a:pt x="26254" y="39657"/>
                  <a:pt x="26210" y="39569"/>
                </a:cubicBezTo>
                <a:cubicBezTo>
                  <a:pt x="26269" y="39481"/>
                  <a:pt x="26328" y="39392"/>
                  <a:pt x="26387" y="39275"/>
                </a:cubicBezTo>
                <a:close/>
                <a:moveTo>
                  <a:pt x="27432" y="39701"/>
                </a:moveTo>
                <a:cubicBezTo>
                  <a:pt x="27446" y="39760"/>
                  <a:pt x="27446" y="39790"/>
                  <a:pt x="27446" y="39804"/>
                </a:cubicBezTo>
                <a:cubicBezTo>
                  <a:pt x="27432" y="39863"/>
                  <a:pt x="27432" y="39922"/>
                  <a:pt x="27402" y="39981"/>
                </a:cubicBezTo>
                <a:cubicBezTo>
                  <a:pt x="27402" y="39937"/>
                  <a:pt x="27402" y="39922"/>
                  <a:pt x="27387" y="39878"/>
                </a:cubicBezTo>
                <a:lnTo>
                  <a:pt x="27387" y="39863"/>
                </a:lnTo>
                <a:cubicBezTo>
                  <a:pt x="27402" y="39804"/>
                  <a:pt x="27402" y="39760"/>
                  <a:pt x="27432" y="39701"/>
                </a:cubicBezTo>
                <a:close/>
                <a:moveTo>
                  <a:pt x="27314" y="39701"/>
                </a:moveTo>
                <a:cubicBezTo>
                  <a:pt x="27314" y="39775"/>
                  <a:pt x="27314" y="39834"/>
                  <a:pt x="27343" y="39878"/>
                </a:cubicBezTo>
                <a:lnTo>
                  <a:pt x="27284" y="40099"/>
                </a:lnTo>
                <a:cubicBezTo>
                  <a:pt x="27270" y="40040"/>
                  <a:pt x="27270" y="39981"/>
                  <a:pt x="27240" y="39922"/>
                </a:cubicBezTo>
                <a:cubicBezTo>
                  <a:pt x="27270" y="39849"/>
                  <a:pt x="27284" y="39775"/>
                  <a:pt x="27314" y="39701"/>
                </a:cubicBezTo>
                <a:close/>
                <a:moveTo>
                  <a:pt x="27122" y="39672"/>
                </a:moveTo>
                <a:cubicBezTo>
                  <a:pt x="27137" y="39760"/>
                  <a:pt x="27152" y="39849"/>
                  <a:pt x="27167" y="39922"/>
                </a:cubicBezTo>
                <a:cubicBezTo>
                  <a:pt x="27137" y="40010"/>
                  <a:pt x="27122" y="40084"/>
                  <a:pt x="27078" y="40172"/>
                </a:cubicBezTo>
                <a:cubicBezTo>
                  <a:pt x="27064" y="40099"/>
                  <a:pt x="27034" y="40010"/>
                  <a:pt x="27019" y="39937"/>
                </a:cubicBezTo>
                <a:cubicBezTo>
                  <a:pt x="27064" y="39849"/>
                  <a:pt x="27078" y="39775"/>
                  <a:pt x="27122" y="39672"/>
                </a:cubicBezTo>
                <a:close/>
                <a:moveTo>
                  <a:pt x="15658" y="25162"/>
                </a:moveTo>
                <a:lnTo>
                  <a:pt x="15658" y="25162"/>
                </a:lnTo>
                <a:cubicBezTo>
                  <a:pt x="15276" y="27781"/>
                  <a:pt x="16203" y="30563"/>
                  <a:pt x="18293" y="33094"/>
                </a:cubicBezTo>
                <a:cubicBezTo>
                  <a:pt x="19279" y="34286"/>
                  <a:pt x="20500" y="35287"/>
                  <a:pt x="21677" y="36243"/>
                </a:cubicBezTo>
                <a:cubicBezTo>
                  <a:pt x="23075" y="37406"/>
                  <a:pt x="24415" y="38480"/>
                  <a:pt x="25401" y="39907"/>
                </a:cubicBezTo>
                <a:cubicBezTo>
                  <a:pt x="25327" y="39996"/>
                  <a:pt x="25253" y="40099"/>
                  <a:pt x="25180" y="40202"/>
                </a:cubicBezTo>
                <a:cubicBezTo>
                  <a:pt x="24179" y="38848"/>
                  <a:pt x="22811" y="37803"/>
                  <a:pt x="21486" y="36773"/>
                </a:cubicBezTo>
                <a:cubicBezTo>
                  <a:pt x="20220" y="35802"/>
                  <a:pt x="18911" y="34786"/>
                  <a:pt x="17881" y="33521"/>
                </a:cubicBezTo>
                <a:cubicBezTo>
                  <a:pt x="15806" y="31034"/>
                  <a:pt x="14981" y="27928"/>
                  <a:pt x="15658" y="25162"/>
                </a:cubicBezTo>
                <a:close/>
                <a:moveTo>
                  <a:pt x="26858" y="39657"/>
                </a:moveTo>
                <a:cubicBezTo>
                  <a:pt x="26872" y="39760"/>
                  <a:pt x="26916" y="39849"/>
                  <a:pt x="26931" y="39922"/>
                </a:cubicBezTo>
                <a:lnTo>
                  <a:pt x="26828" y="40202"/>
                </a:lnTo>
                <a:cubicBezTo>
                  <a:pt x="26784" y="40099"/>
                  <a:pt x="26769" y="40010"/>
                  <a:pt x="26725" y="39922"/>
                </a:cubicBezTo>
                <a:cubicBezTo>
                  <a:pt x="26784" y="39849"/>
                  <a:pt x="26828" y="39760"/>
                  <a:pt x="26858" y="39657"/>
                </a:cubicBezTo>
                <a:close/>
                <a:moveTo>
                  <a:pt x="25724" y="39628"/>
                </a:moveTo>
                <a:cubicBezTo>
                  <a:pt x="25754" y="39701"/>
                  <a:pt x="25798" y="39775"/>
                  <a:pt x="25842" y="39849"/>
                </a:cubicBezTo>
                <a:cubicBezTo>
                  <a:pt x="25857" y="39863"/>
                  <a:pt x="25857" y="39907"/>
                  <a:pt x="25886" y="39922"/>
                </a:cubicBezTo>
                <a:cubicBezTo>
                  <a:pt x="25813" y="40010"/>
                  <a:pt x="25754" y="40128"/>
                  <a:pt x="25680" y="40217"/>
                </a:cubicBezTo>
                <a:cubicBezTo>
                  <a:pt x="25621" y="40128"/>
                  <a:pt x="25548" y="40010"/>
                  <a:pt x="25504" y="39922"/>
                </a:cubicBezTo>
                <a:cubicBezTo>
                  <a:pt x="25577" y="39834"/>
                  <a:pt x="25651" y="39716"/>
                  <a:pt x="25724" y="39628"/>
                </a:cubicBezTo>
                <a:close/>
                <a:moveTo>
                  <a:pt x="26181" y="39628"/>
                </a:moveTo>
                <a:cubicBezTo>
                  <a:pt x="26210" y="39731"/>
                  <a:pt x="26254" y="39834"/>
                  <a:pt x="26298" y="39922"/>
                </a:cubicBezTo>
                <a:cubicBezTo>
                  <a:pt x="26254" y="40010"/>
                  <a:pt x="26195" y="40099"/>
                  <a:pt x="26136" y="40217"/>
                </a:cubicBezTo>
                <a:cubicBezTo>
                  <a:pt x="26078" y="40128"/>
                  <a:pt x="26048" y="40025"/>
                  <a:pt x="25989" y="39922"/>
                </a:cubicBezTo>
                <a:cubicBezTo>
                  <a:pt x="26048" y="39834"/>
                  <a:pt x="26122" y="39731"/>
                  <a:pt x="26181" y="39628"/>
                </a:cubicBezTo>
                <a:close/>
                <a:moveTo>
                  <a:pt x="26534" y="39657"/>
                </a:moveTo>
                <a:lnTo>
                  <a:pt x="26637" y="39937"/>
                </a:lnTo>
                <a:cubicBezTo>
                  <a:pt x="26593" y="40025"/>
                  <a:pt x="26549" y="40128"/>
                  <a:pt x="26490" y="40217"/>
                </a:cubicBezTo>
                <a:cubicBezTo>
                  <a:pt x="26475" y="40128"/>
                  <a:pt x="26431" y="40025"/>
                  <a:pt x="26387" y="39937"/>
                </a:cubicBezTo>
                <a:cubicBezTo>
                  <a:pt x="26431" y="39849"/>
                  <a:pt x="26490" y="39760"/>
                  <a:pt x="26534" y="39657"/>
                </a:cubicBezTo>
                <a:close/>
                <a:moveTo>
                  <a:pt x="27461" y="40172"/>
                </a:moveTo>
                <a:lnTo>
                  <a:pt x="27461" y="40202"/>
                </a:lnTo>
                <a:cubicBezTo>
                  <a:pt x="27461" y="40231"/>
                  <a:pt x="27446" y="40275"/>
                  <a:pt x="27446" y="40305"/>
                </a:cubicBezTo>
                <a:lnTo>
                  <a:pt x="27446" y="40275"/>
                </a:lnTo>
                <a:cubicBezTo>
                  <a:pt x="27446" y="40231"/>
                  <a:pt x="27461" y="40217"/>
                  <a:pt x="27461" y="40172"/>
                </a:cubicBezTo>
                <a:close/>
                <a:moveTo>
                  <a:pt x="27373" y="40128"/>
                </a:moveTo>
                <a:lnTo>
                  <a:pt x="27373" y="40128"/>
                </a:lnTo>
                <a:cubicBezTo>
                  <a:pt x="27358" y="40172"/>
                  <a:pt x="27373" y="40217"/>
                  <a:pt x="27373" y="40275"/>
                </a:cubicBezTo>
                <a:cubicBezTo>
                  <a:pt x="27358" y="40320"/>
                  <a:pt x="27358" y="40393"/>
                  <a:pt x="27343" y="40452"/>
                </a:cubicBezTo>
                <a:cubicBezTo>
                  <a:pt x="27343" y="40393"/>
                  <a:pt x="27314" y="40364"/>
                  <a:pt x="27314" y="40305"/>
                </a:cubicBezTo>
                <a:cubicBezTo>
                  <a:pt x="27343" y="40246"/>
                  <a:pt x="27358" y="40172"/>
                  <a:pt x="27373" y="40128"/>
                </a:cubicBezTo>
                <a:close/>
                <a:moveTo>
                  <a:pt x="27167" y="40084"/>
                </a:moveTo>
                <a:cubicBezTo>
                  <a:pt x="27211" y="40158"/>
                  <a:pt x="27211" y="40231"/>
                  <a:pt x="27225" y="40305"/>
                </a:cubicBezTo>
                <a:cubicBezTo>
                  <a:pt x="27211" y="40378"/>
                  <a:pt x="27181" y="40467"/>
                  <a:pt x="27152" y="40540"/>
                </a:cubicBezTo>
                <a:lnTo>
                  <a:pt x="27093" y="40320"/>
                </a:lnTo>
                <a:cubicBezTo>
                  <a:pt x="27108" y="40246"/>
                  <a:pt x="27152" y="40172"/>
                  <a:pt x="27167" y="40084"/>
                </a:cubicBezTo>
                <a:close/>
                <a:moveTo>
                  <a:pt x="15467" y="25633"/>
                </a:moveTo>
                <a:cubicBezTo>
                  <a:pt x="14996" y="28296"/>
                  <a:pt x="15820" y="31225"/>
                  <a:pt x="17792" y="33594"/>
                </a:cubicBezTo>
                <a:cubicBezTo>
                  <a:pt x="18837" y="34860"/>
                  <a:pt x="20147" y="35890"/>
                  <a:pt x="21412" y="36861"/>
                </a:cubicBezTo>
                <a:cubicBezTo>
                  <a:pt x="22737" y="37891"/>
                  <a:pt x="24091" y="38951"/>
                  <a:pt x="25106" y="40290"/>
                </a:cubicBezTo>
                <a:cubicBezTo>
                  <a:pt x="25033" y="40378"/>
                  <a:pt x="24944" y="40496"/>
                  <a:pt x="24871" y="40584"/>
                </a:cubicBezTo>
                <a:cubicBezTo>
                  <a:pt x="23826" y="39334"/>
                  <a:pt x="22487" y="38333"/>
                  <a:pt x="21177" y="37376"/>
                </a:cubicBezTo>
                <a:cubicBezTo>
                  <a:pt x="19808" y="36390"/>
                  <a:pt x="18410" y="35360"/>
                  <a:pt x="17351" y="34036"/>
                </a:cubicBezTo>
                <a:cubicBezTo>
                  <a:pt x="15393" y="31622"/>
                  <a:pt x="14702" y="28429"/>
                  <a:pt x="15467" y="25633"/>
                </a:cubicBezTo>
                <a:close/>
                <a:moveTo>
                  <a:pt x="25445" y="39996"/>
                </a:moveTo>
                <a:cubicBezTo>
                  <a:pt x="25518" y="40084"/>
                  <a:pt x="25563" y="40172"/>
                  <a:pt x="25621" y="40290"/>
                </a:cubicBezTo>
                <a:cubicBezTo>
                  <a:pt x="25548" y="40378"/>
                  <a:pt x="25474" y="40496"/>
                  <a:pt x="25430" y="40584"/>
                </a:cubicBezTo>
                <a:cubicBezTo>
                  <a:pt x="25357" y="40496"/>
                  <a:pt x="25298" y="40378"/>
                  <a:pt x="25224" y="40290"/>
                </a:cubicBezTo>
                <a:cubicBezTo>
                  <a:pt x="25298" y="40202"/>
                  <a:pt x="25371" y="40084"/>
                  <a:pt x="25445" y="39996"/>
                </a:cubicBezTo>
                <a:close/>
                <a:moveTo>
                  <a:pt x="25930" y="39996"/>
                </a:moveTo>
                <a:cubicBezTo>
                  <a:pt x="25975" y="40099"/>
                  <a:pt x="26033" y="40202"/>
                  <a:pt x="26092" y="40290"/>
                </a:cubicBezTo>
                <a:cubicBezTo>
                  <a:pt x="26033" y="40378"/>
                  <a:pt x="25975" y="40467"/>
                  <a:pt x="25901" y="40584"/>
                </a:cubicBezTo>
                <a:cubicBezTo>
                  <a:pt x="25842" y="40496"/>
                  <a:pt x="25798" y="40378"/>
                  <a:pt x="25739" y="40290"/>
                </a:cubicBezTo>
                <a:cubicBezTo>
                  <a:pt x="25813" y="40202"/>
                  <a:pt x="25872" y="40099"/>
                  <a:pt x="25930" y="39996"/>
                </a:cubicBezTo>
                <a:close/>
                <a:moveTo>
                  <a:pt x="26343" y="40025"/>
                </a:moveTo>
                <a:cubicBezTo>
                  <a:pt x="26387" y="40128"/>
                  <a:pt x="26416" y="40217"/>
                  <a:pt x="26475" y="40320"/>
                </a:cubicBezTo>
                <a:cubicBezTo>
                  <a:pt x="26416" y="40393"/>
                  <a:pt x="26357" y="40496"/>
                  <a:pt x="26298" y="40584"/>
                </a:cubicBezTo>
                <a:cubicBezTo>
                  <a:pt x="26269" y="40496"/>
                  <a:pt x="26210" y="40393"/>
                  <a:pt x="26181" y="40305"/>
                </a:cubicBezTo>
                <a:lnTo>
                  <a:pt x="26343" y="40025"/>
                </a:lnTo>
                <a:close/>
                <a:moveTo>
                  <a:pt x="26681" y="40025"/>
                </a:moveTo>
                <a:cubicBezTo>
                  <a:pt x="26710" y="40128"/>
                  <a:pt x="26725" y="40217"/>
                  <a:pt x="26769" y="40305"/>
                </a:cubicBezTo>
                <a:cubicBezTo>
                  <a:pt x="26725" y="40393"/>
                  <a:pt x="26696" y="40496"/>
                  <a:pt x="26637" y="40584"/>
                </a:cubicBezTo>
                <a:cubicBezTo>
                  <a:pt x="26622" y="40496"/>
                  <a:pt x="26578" y="40393"/>
                  <a:pt x="26549" y="40305"/>
                </a:cubicBezTo>
                <a:cubicBezTo>
                  <a:pt x="26607" y="40217"/>
                  <a:pt x="26637" y="40128"/>
                  <a:pt x="26681" y="40025"/>
                </a:cubicBezTo>
                <a:close/>
                <a:moveTo>
                  <a:pt x="26975" y="40069"/>
                </a:moveTo>
                <a:cubicBezTo>
                  <a:pt x="26990" y="40158"/>
                  <a:pt x="27005" y="40231"/>
                  <a:pt x="27019" y="40320"/>
                </a:cubicBezTo>
                <a:cubicBezTo>
                  <a:pt x="26990" y="40423"/>
                  <a:pt x="26975" y="40496"/>
                  <a:pt x="26931" y="40584"/>
                </a:cubicBezTo>
                <a:cubicBezTo>
                  <a:pt x="26916" y="40496"/>
                  <a:pt x="26872" y="40423"/>
                  <a:pt x="26858" y="40320"/>
                </a:cubicBezTo>
                <a:cubicBezTo>
                  <a:pt x="26902" y="40231"/>
                  <a:pt x="26931" y="40158"/>
                  <a:pt x="26975" y="40069"/>
                </a:cubicBezTo>
                <a:close/>
                <a:moveTo>
                  <a:pt x="27387" y="40584"/>
                </a:moveTo>
                <a:lnTo>
                  <a:pt x="27387" y="40658"/>
                </a:lnTo>
                <a:cubicBezTo>
                  <a:pt x="27387" y="40717"/>
                  <a:pt x="27373" y="40746"/>
                  <a:pt x="27373" y="40805"/>
                </a:cubicBezTo>
                <a:cubicBezTo>
                  <a:pt x="27373" y="40761"/>
                  <a:pt x="27373" y="40732"/>
                  <a:pt x="27358" y="40717"/>
                </a:cubicBezTo>
                <a:cubicBezTo>
                  <a:pt x="27373" y="40673"/>
                  <a:pt x="27373" y="40614"/>
                  <a:pt x="27387" y="40584"/>
                </a:cubicBezTo>
                <a:close/>
                <a:moveTo>
                  <a:pt x="25165" y="40364"/>
                </a:moveTo>
                <a:cubicBezTo>
                  <a:pt x="25239" y="40452"/>
                  <a:pt x="25312" y="40540"/>
                  <a:pt x="25371" y="40658"/>
                </a:cubicBezTo>
                <a:cubicBezTo>
                  <a:pt x="25312" y="40732"/>
                  <a:pt x="25239" y="40820"/>
                  <a:pt x="25180" y="40893"/>
                </a:cubicBezTo>
                <a:cubicBezTo>
                  <a:pt x="25165" y="40879"/>
                  <a:pt x="25150" y="40879"/>
                  <a:pt x="25150" y="40864"/>
                </a:cubicBezTo>
                <a:lnTo>
                  <a:pt x="25106" y="40893"/>
                </a:lnTo>
                <a:cubicBezTo>
                  <a:pt x="25062" y="40820"/>
                  <a:pt x="24974" y="40732"/>
                  <a:pt x="24930" y="40658"/>
                </a:cubicBezTo>
                <a:cubicBezTo>
                  <a:pt x="25003" y="40570"/>
                  <a:pt x="25092" y="40452"/>
                  <a:pt x="25165" y="40364"/>
                </a:cubicBezTo>
                <a:close/>
                <a:moveTo>
                  <a:pt x="27240" y="40511"/>
                </a:moveTo>
                <a:cubicBezTo>
                  <a:pt x="27270" y="40570"/>
                  <a:pt x="27270" y="40643"/>
                  <a:pt x="27284" y="40687"/>
                </a:cubicBezTo>
                <a:lnTo>
                  <a:pt x="27225" y="40908"/>
                </a:lnTo>
                <a:cubicBezTo>
                  <a:pt x="27211" y="40835"/>
                  <a:pt x="27211" y="40790"/>
                  <a:pt x="27196" y="40717"/>
                </a:cubicBezTo>
                <a:cubicBezTo>
                  <a:pt x="27211" y="40643"/>
                  <a:pt x="27225" y="40584"/>
                  <a:pt x="27240" y="40511"/>
                </a:cubicBezTo>
                <a:close/>
                <a:moveTo>
                  <a:pt x="15261" y="26074"/>
                </a:moveTo>
                <a:lnTo>
                  <a:pt x="15261" y="26074"/>
                </a:lnTo>
                <a:cubicBezTo>
                  <a:pt x="14672" y="28767"/>
                  <a:pt x="15408" y="31769"/>
                  <a:pt x="17277" y="34065"/>
                </a:cubicBezTo>
                <a:cubicBezTo>
                  <a:pt x="18366" y="35390"/>
                  <a:pt x="19764" y="36449"/>
                  <a:pt x="21118" y="37435"/>
                </a:cubicBezTo>
                <a:cubicBezTo>
                  <a:pt x="22428" y="38392"/>
                  <a:pt x="23767" y="39392"/>
                  <a:pt x="24797" y="40643"/>
                </a:cubicBezTo>
                <a:cubicBezTo>
                  <a:pt x="24709" y="40746"/>
                  <a:pt x="24635" y="40835"/>
                  <a:pt x="24547" y="40938"/>
                </a:cubicBezTo>
                <a:cubicBezTo>
                  <a:pt x="23517" y="39775"/>
                  <a:pt x="22192" y="38833"/>
                  <a:pt x="20883" y="37935"/>
                </a:cubicBezTo>
                <a:cubicBezTo>
                  <a:pt x="19440" y="36920"/>
                  <a:pt x="17954" y="35890"/>
                  <a:pt x="16850" y="34507"/>
                </a:cubicBezTo>
                <a:cubicBezTo>
                  <a:pt x="14967" y="32181"/>
                  <a:pt x="14378" y="28914"/>
                  <a:pt x="15261" y="26074"/>
                </a:cubicBezTo>
                <a:close/>
                <a:moveTo>
                  <a:pt x="25680" y="40349"/>
                </a:moveTo>
                <a:cubicBezTo>
                  <a:pt x="25739" y="40452"/>
                  <a:pt x="25798" y="40540"/>
                  <a:pt x="25842" y="40658"/>
                </a:cubicBezTo>
                <a:cubicBezTo>
                  <a:pt x="25798" y="40746"/>
                  <a:pt x="25710" y="40835"/>
                  <a:pt x="25666" y="40938"/>
                </a:cubicBezTo>
                <a:cubicBezTo>
                  <a:pt x="25621" y="40879"/>
                  <a:pt x="25592" y="40805"/>
                  <a:pt x="25548" y="40746"/>
                </a:cubicBezTo>
                <a:cubicBezTo>
                  <a:pt x="25533" y="40717"/>
                  <a:pt x="25504" y="40673"/>
                  <a:pt x="25474" y="40643"/>
                </a:cubicBezTo>
                <a:cubicBezTo>
                  <a:pt x="25548" y="40540"/>
                  <a:pt x="25621" y="40452"/>
                  <a:pt x="25680" y="40349"/>
                </a:cubicBezTo>
                <a:close/>
                <a:moveTo>
                  <a:pt x="26136" y="40378"/>
                </a:moveTo>
                <a:cubicBezTo>
                  <a:pt x="26195" y="40467"/>
                  <a:pt x="26239" y="40584"/>
                  <a:pt x="26269" y="40673"/>
                </a:cubicBezTo>
                <a:lnTo>
                  <a:pt x="26107" y="40952"/>
                </a:lnTo>
                <a:cubicBezTo>
                  <a:pt x="26048" y="40864"/>
                  <a:pt x="26019" y="40746"/>
                  <a:pt x="25960" y="40658"/>
                </a:cubicBezTo>
                <a:cubicBezTo>
                  <a:pt x="26019" y="40570"/>
                  <a:pt x="26063" y="40467"/>
                  <a:pt x="26136" y="40378"/>
                </a:cubicBezTo>
                <a:close/>
                <a:moveTo>
                  <a:pt x="26490" y="40393"/>
                </a:moveTo>
                <a:lnTo>
                  <a:pt x="26593" y="40673"/>
                </a:lnTo>
                <a:cubicBezTo>
                  <a:pt x="26563" y="40761"/>
                  <a:pt x="26504" y="40864"/>
                  <a:pt x="26475" y="40952"/>
                </a:cubicBezTo>
                <a:cubicBezTo>
                  <a:pt x="26431" y="40864"/>
                  <a:pt x="26401" y="40761"/>
                  <a:pt x="26343" y="40673"/>
                </a:cubicBezTo>
                <a:cubicBezTo>
                  <a:pt x="26401" y="40584"/>
                  <a:pt x="26431" y="40496"/>
                  <a:pt x="26490" y="40393"/>
                </a:cubicBezTo>
                <a:close/>
                <a:moveTo>
                  <a:pt x="27078" y="40467"/>
                </a:moveTo>
                <a:cubicBezTo>
                  <a:pt x="27078" y="40540"/>
                  <a:pt x="27093" y="40643"/>
                  <a:pt x="27122" y="40717"/>
                </a:cubicBezTo>
                <a:cubicBezTo>
                  <a:pt x="27093" y="40790"/>
                  <a:pt x="27064" y="40879"/>
                  <a:pt x="27034" y="40952"/>
                </a:cubicBezTo>
                <a:cubicBezTo>
                  <a:pt x="27019" y="40879"/>
                  <a:pt x="27005" y="40790"/>
                  <a:pt x="26990" y="40717"/>
                </a:cubicBezTo>
                <a:cubicBezTo>
                  <a:pt x="27019" y="40643"/>
                  <a:pt x="27034" y="40540"/>
                  <a:pt x="27078" y="40467"/>
                </a:cubicBezTo>
                <a:close/>
                <a:moveTo>
                  <a:pt x="26799" y="40437"/>
                </a:moveTo>
                <a:cubicBezTo>
                  <a:pt x="26813" y="40526"/>
                  <a:pt x="26858" y="40614"/>
                  <a:pt x="26872" y="40717"/>
                </a:cubicBezTo>
                <a:cubicBezTo>
                  <a:pt x="26843" y="40805"/>
                  <a:pt x="26799" y="40879"/>
                  <a:pt x="26769" y="40967"/>
                </a:cubicBezTo>
                <a:cubicBezTo>
                  <a:pt x="26725" y="40879"/>
                  <a:pt x="26710" y="40790"/>
                  <a:pt x="26681" y="40687"/>
                </a:cubicBezTo>
                <a:cubicBezTo>
                  <a:pt x="26725" y="40599"/>
                  <a:pt x="26769" y="40526"/>
                  <a:pt x="26799" y="40437"/>
                </a:cubicBezTo>
                <a:close/>
                <a:moveTo>
                  <a:pt x="24871" y="40717"/>
                </a:moveTo>
                <a:cubicBezTo>
                  <a:pt x="24944" y="40805"/>
                  <a:pt x="25003" y="40879"/>
                  <a:pt x="25062" y="40952"/>
                </a:cubicBezTo>
                <a:lnTo>
                  <a:pt x="25003" y="41011"/>
                </a:lnTo>
                <a:cubicBezTo>
                  <a:pt x="24944" y="41085"/>
                  <a:pt x="24871" y="41158"/>
                  <a:pt x="24797" y="41232"/>
                </a:cubicBezTo>
                <a:cubicBezTo>
                  <a:pt x="24738" y="41158"/>
                  <a:pt x="24665" y="41085"/>
                  <a:pt x="24621" y="41011"/>
                </a:cubicBezTo>
                <a:cubicBezTo>
                  <a:pt x="24709" y="40908"/>
                  <a:pt x="24783" y="40820"/>
                  <a:pt x="24871" y="40717"/>
                </a:cubicBezTo>
                <a:close/>
                <a:moveTo>
                  <a:pt x="27299" y="40938"/>
                </a:moveTo>
                <a:cubicBezTo>
                  <a:pt x="27314" y="40967"/>
                  <a:pt x="27314" y="41026"/>
                  <a:pt x="27314" y="41085"/>
                </a:cubicBezTo>
                <a:cubicBezTo>
                  <a:pt x="27314" y="41114"/>
                  <a:pt x="27299" y="41158"/>
                  <a:pt x="27299" y="41173"/>
                </a:cubicBezTo>
                <a:cubicBezTo>
                  <a:pt x="27299" y="41188"/>
                  <a:pt x="27284" y="41232"/>
                  <a:pt x="27284" y="41247"/>
                </a:cubicBezTo>
                <a:cubicBezTo>
                  <a:pt x="27284" y="41188"/>
                  <a:pt x="27270" y="41129"/>
                  <a:pt x="27270" y="41100"/>
                </a:cubicBezTo>
                <a:cubicBezTo>
                  <a:pt x="27284" y="41041"/>
                  <a:pt x="27299" y="40982"/>
                  <a:pt x="27299" y="40938"/>
                </a:cubicBezTo>
                <a:close/>
                <a:moveTo>
                  <a:pt x="25430" y="40717"/>
                </a:moveTo>
                <a:cubicBezTo>
                  <a:pt x="25445" y="40746"/>
                  <a:pt x="25460" y="40761"/>
                  <a:pt x="25474" y="40805"/>
                </a:cubicBezTo>
                <a:cubicBezTo>
                  <a:pt x="25518" y="40879"/>
                  <a:pt x="25563" y="40952"/>
                  <a:pt x="25607" y="41011"/>
                </a:cubicBezTo>
                <a:cubicBezTo>
                  <a:pt x="25533" y="41100"/>
                  <a:pt x="25474" y="41188"/>
                  <a:pt x="25401" y="41276"/>
                </a:cubicBezTo>
                <a:cubicBezTo>
                  <a:pt x="25386" y="41261"/>
                  <a:pt x="25386" y="41247"/>
                  <a:pt x="25371" y="41232"/>
                </a:cubicBezTo>
                <a:cubicBezTo>
                  <a:pt x="25401" y="41188"/>
                  <a:pt x="25430" y="41158"/>
                  <a:pt x="25460" y="41114"/>
                </a:cubicBezTo>
                <a:cubicBezTo>
                  <a:pt x="25445" y="41114"/>
                  <a:pt x="25430" y="41100"/>
                  <a:pt x="25401" y="41085"/>
                </a:cubicBezTo>
                <a:cubicBezTo>
                  <a:pt x="25386" y="41114"/>
                  <a:pt x="25357" y="41129"/>
                  <a:pt x="25327" y="41173"/>
                </a:cubicBezTo>
                <a:cubicBezTo>
                  <a:pt x="25298" y="41114"/>
                  <a:pt x="25253" y="41055"/>
                  <a:pt x="25195" y="41011"/>
                </a:cubicBezTo>
                <a:cubicBezTo>
                  <a:pt x="25283" y="40908"/>
                  <a:pt x="25342" y="40820"/>
                  <a:pt x="25430" y="40717"/>
                </a:cubicBezTo>
                <a:close/>
                <a:moveTo>
                  <a:pt x="25886" y="40732"/>
                </a:moveTo>
                <a:cubicBezTo>
                  <a:pt x="25930" y="40820"/>
                  <a:pt x="25989" y="40938"/>
                  <a:pt x="26033" y="41026"/>
                </a:cubicBezTo>
                <a:cubicBezTo>
                  <a:pt x="25975" y="41114"/>
                  <a:pt x="25916" y="41203"/>
                  <a:pt x="25842" y="41306"/>
                </a:cubicBezTo>
                <a:cubicBezTo>
                  <a:pt x="25827" y="41203"/>
                  <a:pt x="25754" y="41114"/>
                  <a:pt x="25695" y="41011"/>
                </a:cubicBezTo>
                <a:cubicBezTo>
                  <a:pt x="25754" y="40908"/>
                  <a:pt x="25827" y="40820"/>
                  <a:pt x="25886" y="40732"/>
                </a:cubicBezTo>
                <a:close/>
                <a:moveTo>
                  <a:pt x="26298" y="40761"/>
                </a:moveTo>
                <a:cubicBezTo>
                  <a:pt x="26343" y="40864"/>
                  <a:pt x="26387" y="40952"/>
                  <a:pt x="26431" y="41055"/>
                </a:cubicBezTo>
                <a:cubicBezTo>
                  <a:pt x="26387" y="41158"/>
                  <a:pt x="26343" y="41247"/>
                  <a:pt x="26284" y="41335"/>
                </a:cubicBezTo>
                <a:cubicBezTo>
                  <a:pt x="26254" y="41247"/>
                  <a:pt x="26195" y="41144"/>
                  <a:pt x="26166" y="41041"/>
                </a:cubicBezTo>
                <a:cubicBezTo>
                  <a:pt x="26195" y="40952"/>
                  <a:pt x="26254" y="40864"/>
                  <a:pt x="26298" y="40761"/>
                </a:cubicBezTo>
                <a:close/>
                <a:moveTo>
                  <a:pt x="26637" y="40805"/>
                </a:moveTo>
                <a:cubicBezTo>
                  <a:pt x="26681" y="40893"/>
                  <a:pt x="26696" y="40982"/>
                  <a:pt x="26725" y="41085"/>
                </a:cubicBezTo>
                <a:cubicBezTo>
                  <a:pt x="26696" y="41173"/>
                  <a:pt x="26652" y="41261"/>
                  <a:pt x="26622" y="41335"/>
                </a:cubicBezTo>
                <a:lnTo>
                  <a:pt x="26504" y="41055"/>
                </a:lnTo>
                <a:cubicBezTo>
                  <a:pt x="26549" y="40967"/>
                  <a:pt x="26607" y="40893"/>
                  <a:pt x="26637" y="40805"/>
                </a:cubicBezTo>
                <a:close/>
                <a:moveTo>
                  <a:pt x="26916" y="40835"/>
                </a:moveTo>
                <a:cubicBezTo>
                  <a:pt x="26931" y="40938"/>
                  <a:pt x="26946" y="41026"/>
                  <a:pt x="26975" y="41100"/>
                </a:cubicBezTo>
                <a:cubicBezTo>
                  <a:pt x="26931" y="41173"/>
                  <a:pt x="26916" y="41261"/>
                  <a:pt x="26872" y="41335"/>
                </a:cubicBezTo>
                <a:cubicBezTo>
                  <a:pt x="26858" y="41247"/>
                  <a:pt x="26828" y="41144"/>
                  <a:pt x="26799" y="41070"/>
                </a:cubicBezTo>
                <a:cubicBezTo>
                  <a:pt x="26858" y="41011"/>
                  <a:pt x="26902" y="40908"/>
                  <a:pt x="26916" y="40835"/>
                </a:cubicBezTo>
                <a:close/>
                <a:moveTo>
                  <a:pt x="27137" y="40893"/>
                </a:moveTo>
                <a:cubicBezTo>
                  <a:pt x="27152" y="40952"/>
                  <a:pt x="27167" y="41026"/>
                  <a:pt x="27167" y="41100"/>
                </a:cubicBezTo>
                <a:cubicBezTo>
                  <a:pt x="27152" y="41173"/>
                  <a:pt x="27137" y="41247"/>
                  <a:pt x="27122" y="41335"/>
                </a:cubicBezTo>
                <a:lnTo>
                  <a:pt x="27064" y="41114"/>
                </a:lnTo>
                <a:cubicBezTo>
                  <a:pt x="27078" y="41041"/>
                  <a:pt x="27122" y="40967"/>
                  <a:pt x="27137" y="40893"/>
                </a:cubicBezTo>
                <a:close/>
                <a:moveTo>
                  <a:pt x="25150" y="41085"/>
                </a:moveTo>
                <a:cubicBezTo>
                  <a:pt x="25180" y="41129"/>
                  <a:pt x="25224" y="41188"/>
                  <a:pt x="25283" y="41247"/>
                </a:cubicBezTo>
                <a:lnTo>
                  <a:pt x="25062" y="41512"/>
                </a:lnTo>
                <a:cubicBezTo>
                  <a:pt x="25018" y="41467"/>
                  <a:pt x="24959" y="41409"/>
                  <a:pt x="24930" y="41350"/>
                </a:cubicBezTo>
                <a:lnTo>
                  <a:pt x="25150" y="41085"/>
                </a:lnTo>
                <a:close/>
                <a:moveTo>
                  <a:pt x="27343" y="41379"/>
                </a:moveTo>
                <a:cubicBezTo>
                  <a:pt x="27343" y="41394"/>
                  <a:pt x="27343" y="41423"/>
                  <a:pt x="27358" y="41467"/>
                </a:cubicBezTo>
                <a:cubicBezTo>
                  <a:pt x="27358" y="41497"/>
                  <a:pt x="27343" y="41556"/>
                  <a:pt x="27343" y="41600"/>
                </a:cubicBezTo>
                <a:cubicBezTo>
                  <a:pt x="27343" y="41556"/>
                  <a:pt x="27343" y="41526"/>
                  <a:pt x="27314" y="41497"/>
                </a:cubicBezTo>
                <a:cubicBezTo>
                  <a:pt x="27343" y="41467"/>
                  <a:pt x="27343" y="41409"/>
                  <a:pt x="27343" y="41379"/>
                </a:cubicBezTo>
                <a:close/>
                <a:moveTo>
                  <a:pt x="25312" y="41320"/>
                </a:moveTo>
                <a:cubicBezTo>
                  <a:pt x="25327" y="41335"/>
                  <a:pt x="25327" y="41350"/>
                  <a:pt x="25357" y="41379"/>
                </a:cubicBezTo>
                <a:cubicBezTo>
                  <a:pt x="25283" y="41467"/>
                  <a:pt x="25209" y="41556"/>
                  <a:pt x="25136" y="41673"/>
                </a:cubicBezTo>
                <a:lnTo>
                  <a:pt x="25077" y="41615"/>
                </a:lnTo>
                <a:cubicBezTo>
                  <a:pt x="25165" y="41497"/>
                  <a:pt x="25239" y="41409"/>
                  <a:pt x="25312" y="41320"/>
                </a:cubicBezTo>
                <a:close/>
                <a:moveTo>
                  <a:pt x="25666" y="41100"/>
                </a:moveTo>
                <a:cubicBezTo>
                  <a:pt x="25724" y="41188"/>
                  <a:pt x="25769" y="41306"/>
                  <a:pt x="25827" y="41394"/>
                </a:cubicBezTo>
                <a:cubicBezTo>
                  <a:pt x="25769" y="41482"/>
                  <a:pt x="25695" y="41570"/>
                  <a:pt x="25651" y="41673"/>
                </a:cubicBezTo>
                <a:cubicBezTo>
                  <a:pt x="25621" y="41629"/>
                  <a:pt x="25592" y="41600"/>
                  <a:pt x="25577" y="41541"/>
                </a:cubicBezTo>
                <a:cubicBezTo>
                  <a:pt x="25607" y="41482"/>
                  <a:pt x="25651" y="41423"/>
                  <a:pt x="25695" y="41379"/>
                </a:cubicBezTo>
                <a:cubicBezTo>
                  <a:pt x="25666" y="41350"/>
                  <a:pt x="25651" y="41335"/>
                  <a:pt x="25621" y="41320"/>
                </a:cubicBezTo>
                <a:cubicBezTo>
                  <a:pt x="25592" y="41379"/>
                  <a:pt x="25548" y="41423"/>
                  <a:pt x="25518" y="41467"/>
                </a:cubicBezTo>
                <a:cubicBezTo>
                  <a:pt x="25504" y="41423"/>
                  <a:pt x="25474" y="41394"/>
                  <a:pt x="25460" y="41379"/>
                </a:cubicBezTo>
                <a:cubicBezTo>
                  <a:pt x="25533" y="41276"/>
                  <a:pt x="25592" y="41188"/>
                  <a:pt x="25666" y="41100"/>
                </a:cubicBezTo>
                <a:close/>
                <a:moveTo>
                  <a:pt x="26092" y="41114"/>
                </a:moveTo>
                <a:cubicBezTo>
                  <a:pt x="26136" y="41203"/>
                  <a:pt x="26181" y="41320"/>
                  <a:pt x="26210" y="41409"/>
                </a:cubicBezTo>
                <a:lnTo>
                  <a:pt x="26048" y="41688"/>
                </a:lnTo>
                <a:cubicBezTo>
                  <a:pt x="25989" y="41600"/>
                  <a:pt x="25960" y="41482"/>
                  <a:pt x="25901" y="41394"/>
                </a:cubicBezTo>
                <a:cubicBezTo>
                  <a:pt x="25975" y="41306"/>
                  <a:pt x="26033" y="41203"/>
                  <a:pt x="26092" y="41114"/>
                </a:cubicBezTo>
                <a:close/>
                <a:moveTo>
                  <a:pt x="26475" y="41158"/>
                </a:moveTo>
                <a:lnTo>
                  <a:pt x="26578" y="41423"/>
                </a:lnTo>
                <a:cubicBezTo>
                  <a:pt x="26534" y="41512"/>
                  <a:pt x="26475" y="41615"/>
                  <a:pt x="26431" y="41688"/>
                </a:cubicBezTo>
                <a:lnTo>
                  <a:pt x="26328" y="41409"/>
                </a:lnTo>
                <a:cubicBezTo>
                  <a:pt x="26387" y="41320"/>
                  <a:pt x="26416" y="41247"/>
                  <a:pt x="26475" y="41158"/>
                </a:cubicBezTo>
                <a:close/>
                <a:moveTo>
                  <a:pt x="27181" y="41306"/>
                </a:moveTo>
                <a:cubicBezTo>
                  <a:pt x="27211" y="41350"/>
                  <a:pt x="27225" y="41423"/>
                  <a:pt x="27225" y="41482"/>
                </a:cubicBezTo>
                <a:cubicBezTo>
                  <a:pt x="27211" y="41556"/>
                  <a:pt x="27181" y="41615"/>
                  <a:pt x="27167" y="41688"/>
                </a:cubicBezTo>
                <a:cubicBezTo>
                  <a:pt x="27152" y="41615"/>
                  <a:pt x="27152" y="41556"/>
                  <a:pt x="27137" y="41482"/>
                </a:cubicBezTo>
                <a:cubicBezTo>
                  <a:pt x="27152" y="41423"/>
                  <a:pt x="27167" y="41350"/>
                  <a:pt x="27181" y="41306"/>
                </a:cubicBezTo>
                <a:close/>
                <a:moveTo>
                  <a:pt x="26769" y="41188"/>
                </a:moveTo>
                <a:cubicBezTo>
                  <a:pt x="26784" y="41276"/>
                  <a:pt x="26813" y="41379"/>
                  <a:pt x="26843" y="41467"/>
                </a:cubicBezTo>
                <a:cubicBezTo>
                  <a:pt x="26799" y="41556"/>
                  <a:pt x="26769" y="41629"/>
                  <a:pt x="26725" y="41718"/>
                </a:cubicBezTo>
                <a:cubicBezTo>
                  <a:pt x="26696" y="41629"/>
                  <a:pt x="26681" y="41541"/>
                  <a:pt x="26637" y="41453"/>
                </a:cubicBezTo>
                <a:cubicBezTo>
                  <a:pt x="26696" y="41350"/>
                  <a:pt x="26725" y="41276"/>
                  <a:pt x="26769" y="41188"/>
                </a:cubicBezTo>
                <a:close/>
                <a:moveTo>
                  <a:pt x="27019" y="41247"/>
                </a:moveTo>
                <a:cubicBezTo>
                  <a:pt x="27034" y="41320"/>
                  <a:pt x="27034" y="41394"/>
                  <a:pt x="27064" y="41482"/>
                </a:cubicBezTo>
                <a:cubicBezTo>
                  <a:pt x="27049" y="41556"/>
                  <a:pt x="27005" y="41629"/>
                  <a:pt x="26990" y="41718"/>
                </a:cubicBezTo>
                <a:cubicBezTo>
                  <a:pt x="26975" y="41629"/>
                  <a:pt x="26946" y="41556"/>
                  <a:pt x="26931" y="41482"/>
                </a:cubicBezTo>
                <a:cubicBezTo>
                  <a:pt x="26975" y="41409"/>
                  <a:pt x="26990" y="41335"/>
                  <a:pt x="27019" y="41247"/>
                </a:cubicBezTo>
                <a:close/>
                <a:moveTo>
                  <a:pt x="25401" y="41453"/>
                </a:moveTo>
                <a:cubicBezTo>
                  <a:pt x="25430" y="41482"/>
                  <a:pt x="25445" y="41497"/>
                  <a:pt x="25460" y="41541"/>
                </a:cubicBezTo>
                <a:lnTo>
                  <a:pt x="25239" y="41821"/>
                </a:lnTo>
                <a:cubicBezTo>
                  <a:pt x="25224" y="41776"/>
                  <a:pt x="25195" y="41762"/>
                  <a:pt x="25180" y="41718"/>
                </a:cubicBezTo>
                <a:lnTo>
                  <a:pt x="25401" y="41453"/>
                </a:lnTo>
                <a:close/>
                <a:moveTo>
                  <a:pt x="25518" y="41615"/>
                </a:moveTo>
                <a:cubicBezTo>
                  <a:pt x="25533" y="41644"/>
                  <a:pt x="25563" y="41703"/>
                  <a:pt x="25592" y="41732"/>
                </a:cubicBezTo>
                <a:cubicBezTo>
                  <a:pt x="25518" y="41835"/>
                  <a:pt x="25460" y="41924"/>
                  <a:pt x="25386" y="42012"/>
                </a:cubicBezTo>
                <a:cubicBezTo>
                  <a:pt x="25357" y="41982"/>
                  <a:pt x="25327" y="41924"/>
                  <a:pt x="25298" y="41879"/>
                </a:cubicBezTo>
                <a:lnTo>
                  <a:pt x="25518" y="41615"/>
                </a:lnTo>
                <a:close/>
                <a:moveTo>
                  <a:pt x="25842" y="41453"/>
                </a:moveTo>
                <a:cubicBezTo>
                  <a:pt x="25901" y="41541"/>
                  <a:pt x="25960" y="41644"/>
                  <a:pt x="25989" y="41747"/>
                </a:cubicBezTo>
                <a:cubicBezTo>
                  <a:pt x="25960" y="41850"/>
                  <a:pt x="25901" y="41938"/>
                  <a:pt x="25842" y="42041"/>
                </a:cubicBezTo>
                <a:cubicBezTo>
                  <a:pt x="25813" y="41968"/>
                  <a:pt x="25769" y="41909"/>
                  <a:pt x="25739" y="41835"/>
                </a:cubicBezTo>
                <a:cubicBezTo>
                  <a:pt x="25798" y="41762"/>
                  <a:pt x="25842" y="41688"/>
                  <a:pt x="25886" y="41615"/>
                </a:cubicBezTo>
                <a:cubicBezTo>
                  <a:pt x="25872" y="41585"/>
                  <a:pt x="25842" y="41570"/>
                  <a:pt x="25827" y="41541"/>
                </a:cubicBezTo>
                <a:cubicBezTo>
                  <a:pt x="25769" y="41615"/>
                  <a:pt x="25739" y="41688"/>
                  <a:pt x="25680" y="41747"/>
                </a:cubicBezTo>
                <a:cubicBezTo>
                  <a:pt x="25680" y="41747"/>
                  <a:pt x="25680" y="41718"/>
                  <a:pt x="25666" y="41718"/>
                </a:cubicBezTo>
                <a:cubicBezTo>
                  <a:pt x="25724" y="41629"/>
                  <a:pt x="25798" y="41541"/>
                  <a:pt x="25842" y="41453"/>
                </a:cubicBezTo>
                <a:close/>
                <a:moveTo>
                  <a:pt x="27270" y="41718"/>
                </a:moveTo>
                <a:cubicBezTo>
                  <a:pt x="27270" y="41776"/>
                  <a:pt x="27270" y="41821"/>
                  <a:pt x="27284" y="41865"/>
                </a:cubicBezTo>
                <a:cubicBezTo>
                  <a:pt x="27270" y="41924"/>
                  <a:pt x="27270" y="41982"/>
                  <a:pt x="27240" y="42041"/>
                </a:cubicBezTo>
                <a:cubicBezTo>
                  <a:pt x="27240" y="41982"/>
                  <a:pt x="27225" y="41938"/>
                  <a:pt x="27225" y="41879"/>
                </a:cubicBezTo>
                <a:cubicBezTo>
                  <a:pt x="27240" y="41835"/>
                  <a:pt x="27270" y="41776"/>
                  <a:pt x="27270" y="41718"/>
                </a:cubicBezTo>
                <a:close/>
                <a:moveTo>
                  <a:pt x="26269" y="41497"/>
                </a:moveTo>
                <a:cubicBezTo>
                  <a:pt x="26313" y="41600"/>
                  <a:pt x="26343" y="41703"/>
                  <a:pt x="26387" y="41791"/>
                </a:cubicBezTo>
                <a:cubicBezTo>
                  <a:pt x="26328" y="41894"/>
                  <a:pt x="26284" y="41982"/>
                  <a:pt x="26239" y="42056"/>
                </a:cubicBezTo>
                <a:cubicBezTo>
                  <a:pt x="26195" y="41968"/>
                  <a:pt x="26136" y="41850"/>
                  <a:pt x="26107" y="41762"/>
                </a:cubicBezTo>
                <a:cubicBezTo>
                  <a:pt x="26166" y="41673"/>
                  <a:pt x="26210" y="41600"/>
                  <a:pt x="26269" y="41497"/>
                </a:cubicBezTo>
                <a:close/>
                <a:moveTo>
                  <a:pt x="27093" y="41629"/>
                </a:moveTo>
                <a:cubicBezTo>
                  <a:pt x="27122" y="41718"/>
                  <a:pt x="27122" y="41791"/>
                  <a:pt x="27137" y="41865"/>
                </a:cubicBezTo>
                <a:cubicBezTo>
                  <a:pt x="27122" y="41938"/>
                  <a:pt x="27093" y="42012"/>
                  <a:pt x="27078" y="42071"/>
                </a:cubicBezTo>
                <a:lnTo>
                  <a:pt x="27019" y="41850"/>
                </a:lnTo>
                <a:cubicBezTo>
                  <a:pt x="27034" y="41776"/>
                  <a:pt x="27078" y="41703"/>
                  <a:pt x="27093" y="41629"/>
                </a:cubicBezTo>
                <a:close/>
                <a:moveTo>
                  <a:pt x="26607" y="41541"/>
                </a:moveTo>
                <a:cubicBezTo>
                  <a:pt x="26637" y="41629"/>
                  <a:pt x="26652" y="41718"/>
                  <a:pt x="26696" y="41835"/>
                </a:cubicBezTo>
                <a:cubicBezTo>
                  <a:pt x="26652" y="41924"/>
                  <a:pt x="26622" y="41997"/>
                  <a:pt x="26578" y="42086"/>
                </a:cubicBezTo>
                <a:cubicBezTo>
                  <a:pt x="26549" y="41982"/>
                  <a:pt x="26504" y="41879"/>
                  <a:pt x="26475" y="41791"/>
                </a:cubicBezTo>
                <a:cubicBezTo>
                  <a:pt x="26504" y="41703"/>
                  <a:pt x="26563" y="41629"/>
                  <a:pt x="26607" y="41541"/>
                </a:cubicBezTo>
                <a:close/>
                <a:moveTo>
                  <a:pt x="26872" y="41600"/>
                </a:moveTo>
                <a:cubicBezTo>
                  <a:pt x="26902" y="41688"/>
                  <a:pt x="26916" y="41776"/>
                  <a:pt x="26931" y="41850"/>
                </a:cubicBezTo>
                <a:cubicBezTo>
                  <a:pt x="26902" y="41924"/>
                  <a:pt x="26872" y="42012"/>
                  <a:pt x="26843" y="42086"/>
                </a:cubicBezTo>
                <a:cubicBezTo>
                  <a:pt x="26828" y="41997"/>
                  <a:pt x="26784" y="41909"/>
                  <a:pt x="26769" y="41835"/>
                </a:cubicBezTo>
                <a:cubicBezTo>
                  <a:pt x="26828" y="41747"/>
                  <a:pt x="26843" y="41673"/>
                  <a:pt x="26872" y="41600"/>
                </a:cubicBezTo>
                <a:close/>
                <a:moveTo>
                  <a:pt x="25621" y="41821"/>
                </a:moveTo>
                <a:cubicBezTo>
                  <a:pt x="25621" y="41821"/>
                  <a:pt x="25621" y="41835"/>
                  <a:pt x="25651" y="41835"/>
                </a:cubicBezTo>
                <a:cubicBezTo>
                  <a:pt x="25592" y="41924"/>
                  <a:pt x="25518" y="42012"/>
                  <a:pt x="25445" y="42115"/>
                </a:cubicBezTo>
                <a:cubicBezTo>
                  <a:pt x="25445" y="42115"/>
                  <a:pt x="25445" y="42086"/>
                  <a:pt x="25430" y="42086"/>
                </a:cubicBezTo>
                <a:cubicBezTo>
                  <a:pt x="25504" y="41997"/>
                  <a:pt x="25563" y="41909"/>
                  <a:pt x="25621" y="41821"/>
                </a:cubicBezTo>
                <a:close/>
                <a:moveTo>
                  <a:pt x="26063" y="41865"/>
                </a:moveTo>
                <a:cubicBezTo>
                  <a:pt x="26107" y="41938"/>
                  <a:pt x="26122" y="42012"/>
                  <a:pt x="26166" y="42086"/>
                </a:cubicBezTo>
                <a:cubicBezTo>
                  <a:pt x="26107" y="42189"/>
                  <a:pt x="26063" y="42247"/>
                  <a:pt x="26019" y="42350"/>
                </a:cubicBezTo>
                <a:lnTo>
                  <a:pt x="25901" y="42130"/>
                </a:lnTo>
                <a:cubicBezTo>
                  <a:pt x="25960" y="42041"/>
                  <a:pt x="26019" y="41968"/>
                  <a:pt x="26063" y="41865"/>
                </a:cubicBezTo>
                <a:close/>
                <a:moveTo>
                  <a:pt x="27284" y="42159"/>
                </a:moveTo>
                <a:cubicBezTo>
                  <a:pt x="27299" y="42203"/>
                  <a:pt x="27299" y="42218"/>
                  <a:pt x="27299" y="42247"/>
                </a:cubicBezTo>
                <a:cubicBezTo>
                  <a:pt x="27299" y="42292"/>
                  <a:pt x="27284" y="42321"/>
                  <a:pt x="27284" y="42365"/>
                </a:cubicBezTo>
                <a:cubicBezTo>
                  <a:pt x="27284" y="42336"/>
                  <a:pt x="27284" y="42292"/>
                  <a:pt x="27270" y="42277"/>
                </a:cubicBezTo>
                <a:cubicBezTo>
                  <a:pt x="27270" y="42233"/>
                  <a:pt x="27284" y="42203"/>
                  <a:pt x="27284" y="42159"/>
                </a:cubicBezTo>
                <a:close/>
                <a:moveTo>
                  <a:pt x="25680" y="41909"/>
                </a:moveTo>
                <a:cubicBezTo>
                  <a:pt x="25724" y="41982"/>
                  <a:pt x="25754" y="42041"/>
                  <a:pt x="25798" y="42115"/>
                </a:cubicBezTo>
                <a:cubicBezTo>
                  <a:pt x="25739" y="42203"/>
                  <a:pt x="25666" y="42292"/>
                  <a:pt x="25607" y="42380"/>
                </a:cubicBezTo>
                <a:cubicBezTo>
                  <a:pt x="25563" y="42306"/>
                  <a:pt x="25518" y="42233"/>
                  <a:pt x="25474" y="42189"/>
                </a:cubicBezTo>
                <a:cubicBezTo>
                  <a:pt x="25548" y="42086"/>
                  <a:pt x="25621" y="41997"/>
                  <a:pt x="25680" y="41909"/>
                </a:cubicBezTo>
                <a:close/>
                <a:moveTo>
                  <a:pt x="26431" y="41894"/>
                </a:moveTo>
                <a:cubicBezTo>
                  <a:pt x="26475" y="41982"/>
                  <a:pt x="26504" y="42086"/>
                  <a:pt x="26549" y="42189"/>
                </a:cubicBezTo>
                <a:cubicBezTo>
                  <a:pt x="26504" y="42277"/>
                  <a:pt x="26460" y="42350"/>
                  <a:pt x="26416" y="42439"/>
                </a:cubicBezTo>
                <a:cubicBezTo>
                  <a:pt x="26416" y="42424"/>
                  <a:pt x="26401" y="42409"/>
                  <a:pt x="26401" y="42380"/>
                </a:cubicBezTo>
                <a:cubicBezTo>
                  <a:pt x="26401" y="42365"/>
                  <a:pt x="26416" y="42365"/>
                  <a:pt x="26416" y="42350"/>
                </a:cubicBezTo>
                <a:cubicBezTo>
                  <a:pt x="26387" y="42336"/>
                  <a:pt x="26387" y="42292"/>
                  <a:pt x="26357" y="42277"/>
                </a:cubicBezTo>
                <a:cubicBezTo>
                  <a:pt x="26357" y="42277"/>
                  <a:pt x="26357" y="42292"/>
                  <a:pt x="26343" y="42292"/>
                </a:cubicBezTo>
                <a:cubicBezTo>
                  <a:pt x="26328" y="42233"/>
                  <a:pt x="26313" y="42203"/>
                  <a:pt x="26284" y="42144"/>
                </a:cubicBezTo>
                <a:cubicBezTo>
                  <a:pt x="26343" y="42056"/>
                  <a:pt x="26387" y="41982"/>
                  <a:pt x="26431" y="41894"/>
                </a:cubicBezTo>
                <a:close/>
                <a:moveTo>
                  <a:pt x="26725" y="41938"/>
                </a:moveTo>
                <a:cubicBezTo>
                  <a:pt x="26755" y="42041"/>
                  <a:pt x="26784" y="42130"/>
                  <a:pt x="26799" y="42218"/>
                </a:cubicBezTo>
                <a:cubicBezTo>
                  <a:pt x="26769" y="42292"/>
                  <a:pt x="26725" y="42380"/>
                  <a:pt x="26710" y="42453"/>
                </a:cubicBezTo>
                <a:cubicBezTo>
                  <a:pt x="26681" y="42365"/>
                  <a:pt x="26652" y="42277"/>
                  <a:pt x="26622" y="42189"/>
                </a:cubicBezTo>
                <a:cubicBezTo>
                  <a:pt x="26652" y="42115"/>
                  <a:pt x="26696" y="42012"/>
                  <a:pt x="26725" y="41938"/>
                </a:cubicBezTo>
                <a:close/>
                <a:moveTo>
                  <a:pt x="27167" y="42071"/>
                </a:moveTo>
                <a:cubicBezTo>
                  <a:pt x="27167" y="42130"/>
                  <a:pt x="27167" y="42203"/>
                  <a:pt x="27196" y="42277"/>
                </a:cubicBezTo>
                <a:cubicBezTo>
                  <a:pt x="27167" y="42336"/>
                  <a:pt x="27152" y="42409"/>
                  <a:pt x="27152" y="42453"/>
                </a:cubicBezTo>
                <a:cubicBezTo>
                  <a:pt x="27137" y="42380"/>
                  <a:pt x="27137" y="42336"/>
                  <a:pt x="27122" y="42247"/>
                </a:cubicBezTo>
                <a:cubicBezTo>
                  <a:pt x="27137" y="42203"/>
                  <a:pt x="27152" y="42130"/>
                  <a:pt x="27167" y="42071"/>
                </a:cubicBezTo>
                <a:close/>
                <a:moveTo>
                  <a:pt x="26990" y="42012"/>
                </a:moveTo>
                <a:cubicBezTo>
                  <a:pt x="27005" y="42115"/>
                  <a:pt x="27019" y="42189"/>
                  <a:pt x="27034" y="42277"/>
                </a:cubicBezTo>
                <a:cubicBezTo>
                  <a:pt x="27005" y="42336"/>
                  <a:pt x="26975" y="42409"/>
                  <a:pt x="26946" y="42483"/>
                </a:cubicBezTo>
                <a:cubicBezTo>
                  <a:pt x="26931" y="42409"/>
                  <a:pt x="26916" y="42306"/>
                  <a:pt x="26902" y="42233"/>
                </a:cubicBezTo>
                <a:cubicBezTo>
                  <a:pt x="26931" y="42159"/>
                  <a:pt x="26946" y="42086"/>
                  <a:pt x="26990" y="42012"/>
                </a:cubicBezTo>
                <a:close/>
                <a:moveTo>
                  <a:pt x="26239" y="42233"/>
                </a:moveTo>
                <a:cubicBezTo>
                  <a:pt x="26254" y="42292"/>
                  <a:pt x="26269" y="42336"/>
                  <a:pt x="26284" y="42380"/>
                </a:cubicBezTo>
                <a:cubicBezTo>
                  <a:pt x="26254" y="42483"/>
                  <a:pt x="26195" y="42556"/>
                  <a:pt x="26136" y="42645"/>
                </a:cubicBezTo>
                <a:cubicBezTo>
                  <a:pt x="26122" y="42586"/>
                  <a:pt x="26092" y="42556"/>
                  <a:pt x="26063" y="42498"/>
                </a:cubicBezTo>
                <a:cubicBezTo>
                  <a:pt x="26136" y="42409"/>
                  <a:pt x="26181" y="42336"/>
                  <a:pt x="26239" y="42233"/>
                </a:cubicBezTo>
                <a:close/>
                <a:moveTo>
                  <a:pt x="25842" y="42203"/>
                </a:moveTo>
                <a:lnTo>
                  <a:pt x="25960" y="42424"/>
                </a:lnTo>
                <a:cubicBezTo>
                  <a:pt x="25901" y="42512"/>
                  <a:pt x="25842" y="42601"/>
                  <a:pt x="25783" y="42674"/>
                </a:cubicBezTo>
                <a:cubicBezTo>
                  <a:pt x="25754" y="42601"/>
                  <a:pt x="25710" y="42527"/>
                  <a:pt x="25666" y="42453"/>
                </a:cubicBezTo>
                <a:cubicBezTo>
                  <a:pt x="25739" y="42380"/>
                  <a:pt x="25798" y="42292"/>
                  <a:pt x="25842" y="42203"/>
                </a:cubicBezTo>
                <a:close/>
                <a:moveTo>
                  <a:pt x="26328" y="42483"/>
                </a:moveTo>
                <a:cubicBezTo>
                  <a:pt x="26328" y="42498"/>
                  <a:pt x="26343" y="42512"/>
                  <a:pt x="26343" y="42527"/>
                </a:cubicBezTo>
                <a:cubicBezTo>
                  <a:pt x="26298" y="42630"/>
                  <a:pt x="26254" y="42704"/>
                  <a:pt x="26210" y="42792"/>
                </a:cubicBezTo>
                <a:cubicBezTo>
                  <a:pt x="26210" y="42777"/>
                  <a:pt x="26195" y="42748"/>
                  <a:pt x="26195" y="42733"/>
                </a:cubicBezTo>
                <a:cubicBezTo>
                  <a:pt x="26239" y="42645"/>
                  <a:pt x="26284" y="42571"/>
                  <a:pt x="26328" y="42483"/>
                </a:cubicBezTo>
                <a:close/>
                <a:moveTo>
                  <a:pt x="26563" y="42292"/>
                </a:moveTo>
                <a:cubicBezTo>
                  <a:pt x="26607" y="42380"/>
                  <a:pt x="26622" y="42468"/>
                  <a:pt x="26652" y="42586"/>
                </a:cubicBezTo>
                <a:cubicBezTo>
                  <a:pt x="26622" y="42659"/>
                  <a:pt x="26578" y="42748"/>
                  <a:pt x="26549" y="42821"/>
                </a:cubicBezTo>
                <a:cubicBezTo>
                  <a:pt x="26534" y="42792"/>
                  <a:pt x="26504" y="42733"/>
                  <a:pt x="26490" y="42704"/>
                </a:cubicBezTo>
                <a:cubicBezTo>
                  <a:pt x="26504" y="42659"/>
                  <a:pt x="26534" y="42630"/>
                  <a:pt x="26549" y="42601"/>
                </a:cubicBezTo>
                <a:cubicBezTo>
                  <a:pt x="26534" y="42571"/>
                  <a:pt x="26504" y="42556"/>
                  <a:pt x="26490" y="42512"/>
                </a:cubicBezTo>
                <a:cubicBezTo>
                  <a:pt x="26475" y="42527"/>
                  <a:pt x="26475" y="42571"/>
                  <a:pt x="26460" y="42586"/>
                </a:cubicBezTo>
                <a:cubicBezTo>
                  <a:pt x="26460" y="42571"/>
                  <a:pt x="26431" y="42556"/>
                  <a:pt x="26431" y="42527"/>
                </a:cubicBezTo>
                <a:cubicBezTo>
                  <a:pt x="26475" y="42453"/>
                  <a:pt x="26534" y="42365"/>
                  <a:pt x="26563" y="42292"/>
                </a:cubicBezTo>
                <a:close/>
                <a:moveTo>
                  <a:pt x="27211" y="42512"/>
                </a:moveTo>
                <a:cubicBezTo>
                  <a:pt x="27225" y="42556"/>
                  <a:pt x="27225" y="42601"/>
                  <a:pt x="27225" y="42659"/>
                </a:cubicBezTo>
                <a:cubicBezTo>
                  <a:pt x="27211" y="42718"/>
                  <a:pt x="27211" y="42777"/>
                  <a:pt x="27181" y="42821"/>
                </a:cubicBezTo>
                <a:cubicBezTo>
                  <a:pt x="27181" y="42777"/>
                  <a:pt x="27167" y="42718"/>
                  <a:pt x="27167" y="42659"/>
                </a:cubicBezTo>
                <a:cubicBezTo>
                  <a:pt x="27181" y="42601"/>
                  <a:pt x="27211" y="42571"/>
                  <a:pt x="27211" y="42512"/>
                </a:cubicBezTo>
                <a:close/>
                <a:moveTo>
                  <a:pt x="26843" y="42350"/>
                </a:moveTo>
                <a:cubicBezTo>
                  <a:pt x="26858" y="42439"/>
                  <a:pt x="26872" y="42527"/>
                  <a:pt x="26902" y="42601"/>
                </a:cubicBezTo>
                <a:cubicBezTo>
                  <a:pt x="26872" y="42674"/>
                  <a:pt x="26843" y="42748"/>
                  <a:pt x="26799" y="42836"/>
                </a:cubicBezTo>
                <a:cubicBezTo>
                  <a:pt x="26784" y="42748"/>
                  <a:pt x="26755" y="42659"/>
                  <a:pt x="26725" y="42586"/>
                </a:cubicBezTo>
                <a:cubicBezTo>
                  <a:pt x="26784" y="42512"/>
                  <a:pt x="26799" y="42424"/>
                  <a:pt x="26843" y="42350"/>
                </a:cubicBezTo>
                <a:close/>
                <a:moveTo>
                  <a:pt x="27064" y="42424"/>
                </a:moveTo>
                <a:cubicBezTo>
                  <a:pt x="27064" y="42498"/>
                  <a:pt x="27078" y="42571"/>
                  <a:pt x="27093" y="42645"/>
                </a:cubicBezTo>
                <a:cubicBezTo>
                  <a:pt x="27078" y="42718"/>
                  <a:pt x="27064" y="42777"/>
                  <a:pt x="27049" y="42851"/>
                </a:cubicBezTo>
                <a:lnTo>
                  <a:pt x="26990" y="42630"/>
                </a:lnTo>
                <a:cubicBezTo>
                  <a:pt x="27005" y="42556"/>
                  <a:pt x="27049" y="42498"/>
                  <a:pt x="27064" y="42424"/>
                </a:cubicBezTo>
                <a:close/>
                <a:moveTo>
                  <a:pt x="26401" y="42645"/>
                </a:moveTo>
                <a:cubicBezTo>
                  <a:pt x="26401" y="42659"/>
                  <a:pt x="26416" y="42674"/>
                  <a:pt x="26416" y="42704"/>
                </a:cubicBezTo>
                <a:cubicBezTo>
                  <a:pt x="26372" y="42792"/>
                  <a:pt x="26328" y="42865"/>
                  <a:pt x="26284" y="42954"/>
                </a:cubicBezTo>
                <a:cubicBezTo>
                  <a:pt x="26284" y="42939"/>
                  <a:pt x="26269" y="42924"/>
                  <a:pt x="26269" y="42895"/>
                </a:cubicBezTo>
                <a:cubicBezTo>
                  <a:pt x="26298" y="42792"/>
                  <a:pt x="26343" y="42718"/>
                  <a:pt x="26401" y="42645"/>
                </a:cubicBezTo>
                <a:close/>
                <a:moveTo>
                  <a:pt x="27240" y="42939"/>
                </a:moveTo>
                <a:cubicBezTo>
                  <a:pt x="27270" y="42968"/>
                  <a:pt x="27270" y="43013"/>
                  <a:pt x="27270" y="43042"/>
                </a:cubicBezTo>
                <a:cubicBezTo>
                  <a:pt x="27270" y="43086"/>
                  <a:pt x="27270" y="43101"/>
                  <a:pt x="27240" y="43145"/>
                </a:cubicBezTo>
                <a:lnTo>
                  <a:pt x="27240" y="43160"/>
                </a:lnTo>
                <a:cubicBezTo>
                  <a:pt x="27240" y="43116"/>
                  <a:pt x="27240" y="43086"/>
                  <a:pt x="27225" y="43042"/>
                </a:cubicBezTo>
                <a:cubicBezTo>
                  <a:pt x="27225" y="43013"/>
                  <a:pt x="27240" y="42968"/>
                  <a:pt x="27240" y="42939"/>
                </a:cubicBezTo>
                <a:close/>
                <a:moveTo>
                  <a:pt x="26460" y="42807"/>
                </a:moveTo>
                <a:cubicBezTo>
                  <a:pt x="26475" y="42836"/>
                  <a:pt x="26490" y="42895"/>
                  <a:pt x="26490" y="42939"/>
                </a:cubicBezTo>
                <a:cubicBezTo>
                  <a:pt x="26460" y="43013"/>
                  <a:pt x="26416" y="43101"/>
                  <a:pt x="26387" y="43175"/>
                </a:cubicBezTo>
                <a:cubicBezTo>
                  <a:pt x="26357" y="43145"/>
                  <a:pt x="26343" y="43086"/>
                  <a:pt x="26328" y="43042"/>
                </a:cubicBezTo>
                <a:cubicBezTo>
                  <a:pt x="26357" y="42968"/>
                  <a:pt x="26416" y="42880"/>
                  <a:pt x="26460" y="42807"/>
                </a:cubicBezTo>
                <a:close/>
                <a:moveTo>
                  <a:pt x="26696" y="42704"/>
                </a:moveTo>
                <a:cubicBezTo>
                  <a:pt x="26710" y="42792"/>
                  <a:pt x="26755" y="42880"/>
                  <a:pt x="26769" y="42968"/>
                </a:cubicBezTo>
                <a:cubicBezTo>
                  <a:pt x="26769" y="42998"/>
                  <a:pt x="26769" y="42998"/>
                  <a:pt x="26755" y="43013"/>
                </a:cubicBezTo>
                <a:cubicBezTo>
                  <a:pt x="26725" y="43086"/>
                  <a:pt x="26696" y="43160"/>
                  <a:pt x="26681" y="43219"/>
                </a:cubicBezTo>
                <a:cubicBezTo>
                  <a:pt x="26652" y="43160"/>
                  <a:pt x="26637" y="43086"/>
                  <a:pt x="26622" y="43027"/>
                </a:cubicBezTo>
                <a:cubicBezTo>
                  <a:pt x="26637" y="42968"/>
                  <a:pt x="26681" y="42924"/>
                  <a:pt x="26696" y="42865"/>
                </a:cubicBezTo>
                <a:cubicBezTo>
                  <a:pt x="26666" y="42821"/>
                  <a:pt x="26652" y="42807"/>
                  <a:pt x="26652" y="42792"/>
                </a:cubicBezTo>
                <a:cubicBezTo>
                  <a:pt x="26666" y="42748"/>
                  <a:pt x="26696" y="42733"/>
                  <a:pt x="26696" y="42704"/>
                </a:cubicBezTo>
                <a:close/>
                <a:moveTo>
                  <a:pt x="26931" y="42748"/>
                </a:moveTo>
                <a:cubicBezTo>
                  <a:pt x="26946" y="42851"/>
                  <a:pt x="26975" y="42924"/>
                  <a:pt x="26990" y="43013"/>
                </a:cubicBezTo>
                <a:cubicBezTo>
                  <a:pt x="26975" y="43086"/>
                  <a:pt x="26931" y="43160"/>
                  <a:pt x="26916" y="43233"/>
                </a:cubicBezTo>
                <a:cubicBezTo>
                  <a:pt x="26902" y="43145"/>
                  <a:pt x="26872" y="43072"/>
                  <a:pt x="26858" y="42968"/>
                </a:cubicBezTo>
                <a:cubicBezTo>
                  <a:pt x="26902" y="42895"/>
                  <a:pt x="26916" y="42821"/>
                  <a:pt x="26931" y="42748"/>
                </a:cubicBezTo>
                <a:close/>
                <a:moveTo>
                  <a:pt x="27137" y="42836"/>
                </a:moveTo>
                <a:cubicBezTo>
                  <a:pt x="27137" y="42924"/>
                  <a:pt x="27137" y="42968"/>
                  <a:pt x="27152" y="43042"/>
                </a:cubicBezTo>
                <a:cubicBezTo>
                  <a:pt x="27137" y="43101"/>
                  <a:pt x="27122" y="43160"/>
                  <a:pt x="27122" y="43233"/>
                </a:cubicBezTo>
                <a:cubicBezTo>
                  <a:pt x="27093" y="43160"/>
                  <a:pt x="27093" y="43101"/>
                  <a:pt x="27078" y="43027"/>
                </a:cubicBezTo>
                <a:cubicBezTo>
                  <a:pt x="27093" y="42968"/>
                  <a:pt x="27122" y="42910"/>
                  <a:pt x="27137" y="42836"/>
                </a:cubicBezTo>
                <a:close/>
                <a:moveTo>
                  <a:pt x="26799" y="43116"/>
                </a:moveTo>
                <a:cubicBezTo>
                  <a:pt x="26813" y="43175"/>
                  <a:pt x="26813" y="43219"/>
                  <a:pt x="26843" y="43263"/>
                </a:cubicBezTo>
                <a:cubicBezTo>
                  <a:pt x="26799" y="43322"/>
                  <a:pt x="26784" y="43410"/>
                  <a:pt x="26755" y="43484"/>
                </a:cubicBezTo>
                <a:cubicBezTo>
                  <a:pt x="26725" y="43439"/>
                  <a:pt x="26710" y="43381"/>
                  <a:pt x="26710" y="43336"/>
                </a:cubicBezTo>
                <a:cubicBezTo>
                  <a:pt x="26755" y="43263"/>
                  <a:pt x="26769" y="43189"/>
                  <a:pt x="26799" y="43116"/>
                </a:cubicBezTo>
                <a:close/>
                <a:moveTo>
                  <a:pt x="26563" y="43116"/>
                </a:moveTo>
                <a:cubicBezTo>
                  <a:pt x="26578" y="43189"/>
                  <a:pt x="26607" y="43248"/>
                  <a:pt x="26622" y="43322"/>
                </a:cubicBezTo>
                <a:cubicBezTo>
                  <a:pt x="26578" y="43395"/>
                  <a:pt x="26549" y="43469"/>
                  <a:pt x="26504" y="43557"/>
                </a:cubicBezTo>
                <a:cubicBezTo>
                  <a:pt x="26490" y="43484"/>
                  <a:pt x="26460" y="43439"/>
                  <a:pt x="26431" y="43366"/>
                </a:cubicBezTo>
                <a:cubicBezTo>
                  <a:pt x="26490" y="43292"/>
                  <a:pt x="26534" y="43189"/>
                  <a:pt x="26563" y="43116"/>
                </a:cubicBezTo>
                <a:close/>
                <a:moveTo>
                  <a:pt x="27167" y="43263"/>
                </a:moveTo>
                <a:cubicBezTo>
                  <a:pt x="27167" y="43322"/>
                  <a:pt x="27196" y="43381"/>
                  <a:pt x="27196" y="43439"/>
                </a:cubicBezTo>
                <a:cubicBezTo>
                  <a:pt x="27167" y="43484"/>
                  <a:pt x="27167" y="43528"/>
                  <a:pt x="27152" y="43587"/>
                </a:cubicBezTo>
                <a:cubicBezTo>
                  <a:pt x="27152" y="43528"/>
                  <a:pt x="27137" y="43469"/>
                  <a:pt x="27137" y="43410"/>
                </a:cubicBezTo>
                <a:cubicBezTo>
                  <a:pt x="27152" y="43366"/>
                  <a:pt x="27152" y="43322"/>
                  <a:pt x="27167" y="43263"/>
                </a:cubicBezTo>
                <a:close/>
                <a:moveTo>
                  <a:pt x="27019" y="43189"/>
                </a:moveTo>
                <a:cubicBezTo>
                  <a:pt x="27019" y="43263"/>
                  <a:pt x="27034" y="43336"/>
                  <a:pt x="27064" y="43410"/>
                </a:cubicBezTo>
                <a:cubicBezTo>
                  <a:pt x="27049" y="43484"/>
                  <a:pt x="27019" y="43542"/>
                  <a:pt x="27005" y="43616"/>
                </a:cubicBezTo>
                <a:lnTo>
                  <a:pt x="27005" y="43601"/>
                </a:lnTo>
                <a:lnTo>
                  <a:pt x="27005" y="43572"/>
                </a:lnTo>
                <a:cubicBezTo>
                  <a:pt x="27005" y="43557"/>
                  <a:pt x="26990" y="43557"/>
                  <a:pt x="26990" y="43542"/>
                </a:cubicBezTo>
                <a:cubicBezTo>
                  <a:pt x="26990" y="43528"/>
                  <a:pt x="26990" y="43528"/>
                  <a:pt x="26975" y="43513"/>
                </a:cubicBezTo>
                <a:cubicBezTo>
                  <a:pt x="26975" y="43469"/>
                  <a:pt x="26946" y="43439"/>
                  <a:pt x="26946" y="43395"/>
                </a:cubicBezTo>
                <a:cubicBezTo>
                  <a:pt x="26975" y="43322"/>
                  <a:pt x="26990" y="43263"/>
                  <a:pt x="27019" y="43189"/>
                </a:cubicBezTo>
                <a:close/>
                <a:moveTo>
                  <a:pt x="26902" y="43528"/>
                </a:moveTo>
                <a:cubicBezTo>
                  <a:pt x="26902" y="43542"/>
                  <a:pt x="26902" y="43557"/>
                  <a:pt x="26916" y="43587"/>
                </a:cubicBezTo>
                <a:cubicBezTo>
                  <a:pt x="26902" y="43660"/>
                  <a:pt x="26858" y="43734"/>
                  <a:pt x="26843" y="43807"/>
                </a:cubicBezTo>
                <a:cubicBezTo>
                  <a:pt x="26843" y="43778"/>
                  <a:pt x="26813" y="43748"/>
                  <a:pt x="26813" y="43734"/>
                </a:cubicBezTo>
                <a:cubicBezTo>
                  <a:pt x="26843" y="43675"/>
                  <a:pt x="26872" y="43601"/>
                  <a:pt x="26902" y="43528"/>
                </a:cubicBezTo>
                <a:close/>
                <a:moveTo>
                  <a:pt x="27093" y="43616"/>
                </a:moveTo>
                <a:cubicBezTo>
                  <a:pt x="27093" y="43675"/>
                  <a:pt x="27093" y="43748"/>
                  <a:pt x="27122" y="43822"/>
                </a:cubicBezTo>
                <a:cubicBezTo>
                  <a:pt x="27078" y="43763"/>
                  <a:pt x="27078" y="43748"/>
                  <a:pt x="27064" y="43704"/>
                </a:cubicBezTo>
                <a:cubicBezTo>
                  <a:pt x="27078" y="43675"/>
                  <a:pt x="27078" y="43645"/>
                  <a:pt x="27093" y="43616"/>
                </a:cubicBezTo>
                <a:close/>
                <a:moveTo>
                  <a:pt x="26652" y="43454"/>
                </a:moveTo>
                <a:lnTo>
                  <a:pt x="26710" y="43616"/>
                </a:lnTo>
                <a:cubicBezTo>
                  <a:pt x="26666" y="43690"/>
                  <a:pt x="26637" y="43763"/>
                  <a:pt x="26607" y="43851"/>
                </a:cubicBezTo>
                <a:cubicBezTo>
                  <a:pt x="26578" y="43807"/>
                  <a:pt x="26563" y="43748"/>
                  <a:pt x="26549" y="43675"/>
                </a:cubicBezTo>
                <a:lnTo>
                  <a:pt x="26652" y="43454"/>
                </a:lnTo>
                <a:close/>
                <a:moveTo>
                  <a:pt x="27211" y="43719"/>
                </a:moveTo>
                <a:cubicBezTo>
                  <a:pt x="27211" y="43763"/>
                  <a:pt x="27225" y="43807"/>
                  <a:pt x="27225" y="43837"/>
                </a:cubicBezTo>
                <a:cubicBezTo>
                  <a:pt x="27225" y="43881"/>
                  <a:pt x="27211" y="43910"/>
                  <a:pt x="27211" y="43925"/>
                </a:cubicBezTo>
                <a:cubicBezTo>
                  <a:pt x="27211" y="43896"/>
                  <a:pt x="27211" y="43851"/>
                  <a:pt x="27196" y="43822"/>
                </a:cubicBezTo>
                <a:cubicBezTo>
                  <a:pt x="27196" y="43778"/>
                  <a:pt x="27211" y="43763"/>
                  <a:pt x="27211" y="43719"/>
                </a:cubicBezTo>
                <a:close/>
                <a:moveTo>
                  <a:pt x="26946" y="43763"/>
                </a:moveTo>
                <a:lnTo>
                  <a:pt x="26946" y="43778"/>
                </a:lnTo>
                <a:cubicBezTo>
                  <a:pt x="26931" y="43851"/>
                  <a:pt x="26902" y="43910"/>
                  <a:pt x="26872" y="43984"/>
                </a:cubicBezTo>
                <a:lnTo>
                  <a:pt x="26872" y="43969"/>
                </a:lnTo>
                <a:cubicBezTo>
                  <a:pt x="26902" y="43896"/>
                  <a:pt x="26931" y="43822"/>
                  <a:pt x="26946" y="43763"/>
                </a:cubicBezTo>
                <a:close/>
                <a:moveTo>
                  <a:pt x="27078" y="43822"/>
                </a:moveTo>
                <a:cubicBezTo>
                  <a:pt x="27078" y="43837"/>
                  <a:pt x="27078" y="43837"/>
                  <a:pt x="27093" y="43851"/>
                </a:cubicBezTo>
                <a:cubicBezTo>
                  <a:pt x="27078" y="43910"/>
                  <a:pt x="27078" y="43954"/>
                  <a:pt x="27064" y="43984"/>
                </a:cubicBezTo>
                <a:cubicBezTo>
                  <a:pt x="27064" y="43969"/>
                  <a:pt x="27064" y="43954"/>
                  <a:pt x="27049" y="43925"/>
                </a:cubicBezTo>
                <a:cubicBezTo>
                  <a:pt x="27064" y="43896"/>
                  <a:pt x="27064" y="43851"/>
                  <a:pt x="27078" y="43822"/>
                </a:cubicBezTo>
                <a:close/>
                <a:moveTo>
                  <a:pt x="26769" y="43851"/>
                </a:moveTo>
                <a:cubicBezTo>
                  <a:pt x="26769" y="43896"/>
                  <a:pt x="26784" y="43910"/>
                  <a:pt x="26784" y="43940"/>
                </a:cubicBezTo>
                <a:cubicBezTo>
                  <a:pt x="26769" y="44028"/>
                  <a:pt x="26725" y="44087"/>
                  <a:pt x="26710" y="44175"/>
                </a:cubicBezTo>
                <a:cubicBezTo>
                  <a:pt x="26696" y="44131"/>
                  <a:pt x="26696" y="44102"/>
                  <a:pt x="26666" y="44058"/>
                </a:cubicBezTo>
                <a:cubicBezTo>
                  <a:pt x="26710" y="43984"/>
                  <a:pt x="26725" y="43910"/>
                  <a:pt x="26769" y="43851"/>
                </a:cubicBezTo>
                <a:close/>
                <a:moveTo>
                  <a:pt x="26799" y="44116"/>
                </a:moveTo>
                <a:lnTo>
                  <a:pt x="26799" y="44146"/>
                </a:lnTo>
                <a:cubicBezTo>
                  <a:pt x="26799" y="44205"/>
                  <a:pt x="26784" y="44278"/>
                  <a:pt x="26755" y="44352"/>
                </a:cubicBezTo>
                <a:cubicBezTo>
                  <a:pt x="26755" y="44337"/>
                  <a:pt x="26755" y="44337"/>
                  <a:pt x="26725" y="44322"/>
                </a:cubicBezTo>
                <a:cubicBezTo>
                  <a:pt x="26755" y="44249"/>
                  <a:pt x="26784" y="44190"/>
                  <a:pt x="26799" y="44116"/>
                </a:cubicBezTo>
                <a:close/>
                <a:moveTo>
                  <a:pt x="27137" y="44175"/>
                </a:moveTo>
                <a:cubicBezTo>
                  <a:pt x="27152" y="44175"/>
                  <a:pt x="27152" y="44205"/>
                  <a:pt x="27152" y="44219"/>
                </a:cubicBezTo>
                <a:cubicBezTo>
                  <a:pt x="27137" y="44278"/>
                  <a:pt x="27137" y="44322"/>
                  <a:pt x="27122" y="44367"/>
                </a:cubicBezTo>
                <a:cubicBezTo>
                  <a:pt x="27122" y="44352"/>
                  <a:pt x="27122" y="44322"/>
                  <a:pt x="27093" y="44293"/>
                </a:cubicBezTo>
                <a:cubicBezTo>
                  <a:pt x="27122" y="44264"/>
                  <a:pt x="27122" y="44205"/>
                  <a:pt x="27137" y="44175"/>
                </a:cubicBezTo>
                <a:close/>
                <a:moveTo>
                  <a:pt x="26990" y="44131"/>
                </a:moveTo>
                <a:cubicBezTo>
                  <a:pt x="27005" y="44131"/>
                  <a:pt x="27005" y="44175"/>
                  <a:pt x="27005" y="44190"/>
                </a:cubicBezTo>
                <a:cubicBezTo>
                  <a:pt x="26990" y="44264"/>
                  <a:pt x="26975" y="44308"/>
                  <a:pt x="26946" y="44396"/>
                </a:cubicBezTo>
                <a:cubicBezTo>
                  <a:pt x="26946" y="44367"/>
                  <a:pt x="26931" y="44337"/>
                  <a:pt x="26931" y="44322"/>
                </a:cubicBezTo>
                <a:cubicBezTo>
                  <a:pt x="26946" y="44264"/>
                  <a:pt x="26975" y="44190"/>
                  <a:pt x="26990" y="44131"/>
                </a:cubicBezTo>
                <a:close/>
                <a:moveTo>
                  <a:pt x="26858" y="44278"/>
                </a:moveTo>
                <a:cubicBezTo>
                  <a:pt x="26843" y="44352"/>
                  <a:pt x="26813" y="44425"/>
                  <a:pt x="26784" y="44499"/>
                </a:cubicBezTo>
                <a:lnTo>
                  <a:pt x="26784" y="44484"/>
                </a:lnTo>
                <a:cubicBezTo>
                  <a:pt x="26799" y="44411"/>
                  <a:pt x="26843" y="44352"/>
                  <a:pt x="26858" y="44278"/>
                </a:cubicBezTo>
                <a:close/>
                <a:moveTo>
                  <a:pt x="27184" y="44596"/>
                </a:moveTo>
                <a:cubicBezTo>
                  <a:pt x="27188" y="44608"/>
                  <a:pt x="27196" y="44617"/>
                  <a:pt x="27196" y="44617"/>
                </a:cubicBezTo>
                <a:cubicBezTo>
                  <a:pt x="27196" y="44646"/>
                  <a:pt x="27167" y="44676"/>
                  <a:pt x="27167" y="44705"/>
                </a:cubicBezTo>
                <a:lnTo>
                  <a:pt x="27167" y="44646"/>
                </a:lnTo>
                <a:cubicBezTo>
                  <a:pt x="27167" y="44629"/>
                  <a:pt x="27176" y="44613"/>
                  <a:pt x="27184" y="44596"/>
                </a:cubicBezTo>
                <a:close/>
                <a:moveTo>
                  <a:pt x="26902" y="44455"/>
                </a:moveTo>
                <a:cubicBezTo>
                  <a:pt x="26902" y="44499"/>
                  <a:pt x="26916" y="44514"/>
                  <a:pt x="26916" y="44558"/>
                </a:cubicBezTo>
                <a:cubicBezTo>
                  <a:pt x="26902" y="44617"/>
                  <a:pt x="26858" y="44690"/>
                  <a:pt x="26843" y="44734"/>
                </a:cubicBezTo>
                <a:cubicBezTo>
                  <a:pt x="26843" y="44705"/>
                  <a:pt x="26828" y="44676"/>
                  <a:pt x="26828" y="44646"/>
                </a:cubicBezTo>
                <a:cubicBezTo>
                  <a:pt x="26843" y="44587"/>
                  <a:pt x="26872" y="44514"/>
                  <a:pt x="26902" y="44455"/>
                </a:cubicBezTo>
                <a:close/>
                <a:moveTo>
                  <a:pt x="27064" y="44484"/>
                </a:moveTo>
                <a:cubicBezTo>
                  <a:pt x="27064" y="44514"/>
                  <a:pt x="27064" y="44558"/>
                  <a:pt x="27078" y="44587"/>
                </a:cubicBezTo>
                <a:lnTo>
                  <a:pt x="27019" y="44764"/>
                </a:lnTo>
                <a:cubicBezTo>
                  <a:pt x="27019" y="44720"/>
                  <a:pt x="27005" y="44690"/>
                  <a:pt x="27005" y="44646"/>
                </a:cubicBezTo>
                <a:lnTo>
                  <a:pt x="27064" y="44484"/>
                </a:lnTo>
                <a:close/>
                <a:moveTo>
                  <a:pt x="26975" y="44808"/>
                </a:moveTo>
                <a:cubicBezTo>
                  <a:pt x="26975" y="44852"/>
                  <a:pt x="26990" y="44911"/>
                  <a:pt x="26990" y="44940"/>
                </a:cubicBezTo>
                <a:cubicBezTo>
                  <a:pt x="26975" y="45014"/>
                  <a:pt x="26946" y="45073"/>
                  <a:pt x="26931" y="45132"/>
                </a:cubicBezTo>
                <a:cubicBezTo>
                  <a:pt x="26931" y="45073"/>
                  <a:pt x="26916" y="45029"/>
                  <a:pt x="26916" y="44985"/>
                </a:cubicBezTo>
                <a:lnTo>
                  <a:pt x="26975" y="44808"/>
                </a:lnTo>
                <a:close/>
                <a:moveTo>
                  <a:pt x="27093" y="44882"/>
                </a:moveTo>
                <a:cubicBezTo>
                  <a:pt x="27093" y="44926"/>
                  <a:pt x="27093" y="44955"/>
                  <a:pt x="27122" y="44999"/>
                </a:cubicBezTo>
                <a:cubicBezTo>
                  <a:pt x="27093" y="45058"/>
                  <a:pt x="27093" y="45088"/>
                  <a:pt x="27078" y="45147"/>
                </a:cubicBezTo>
                <a:cubicBezTo>
                  <a:pt x="27078" y="45102"/>
                  <a:pt x="27064" y="45073"/>
                  <a:pt x="27064" y="45014"/>
                </a:cubicBezTo>
                <a:cubicBezTo>
                  <a:pt x="27078" y="44985"/>
                  <a:pt x="27078" y="44926"/>
                  <a:pt x="27093" y="44882"/>
                </a:cubicBezTo>
                <a:close/>
                <a:moveTo>
                  <a:pt x="27137" y="45323"/>
                </a:moveTo>
                <a:lnTo>
                  <a:pt x="27137" y="45426"/>
                </a:lnTo>
                <a:cubicBezTo>
                  <a:pt x="27137" y="45442"/>
                  <a:pt x="27133" y="45454"/>
                  <a:pt x="27129" y="45468"/>
                </a:cubicBezTo>
                <a:lnTo>
                  <a:pt x="27129" y="45468"/>
                </a:lnTo>
                <a:cubicBezTo>
                  <a:pt x="27128" y="45445"/>
                  <a:pt x="27122" y="45424"/>
                  <a:pt x="27122" y="45397"/>
                </a:cubicBezTo>
                <a:cubicBezTo>
                  <a:pt x="27122" y="45382"/>
                  <a:pt x="27137" y="45353"/>
                  <a:pt x="27137" y="45323"/>
                </a:cubicBezTo>
                <a:close/>
                <a:moveTo>
                  <a:pt x="26990" y="45220"/>
                </a:moveTo>
                <a:cubicBezTo>
                  <a:pt x="26990" y="45279"/>
                  <a:pt x="27005" y="45323"/>
                  <a:pt x="27005" y="45367"/>
                </a:cubicBezTo>
                <a:cubicBezTo>
                  <a:pt x="27019" y="45426"/>
                  <a:pt x="27005" y="45470"/>
                  <a:pt x="26990" y="45529"/>
                </a:cubicBezTo>
                <a:cubicBezTo>
                  <a:pt x="26975" y="45470"/>
                  <a:pt x="26975" y="45411"/>
                  <a:pt x="26946" y="45353"/>
                </a:cubicBezTo>
                <a:cubicBezTo>
                  <a:pt x="26961" y="45308"/>
                  <a:pt x="26990" y="45250"/>
                  <a:pt x="26990" y="45220"/>
                </a:cubicBezTo>
                <a:close/>
                <a:moveTo>
                  <a:pt x="24577" y="41085"/>
                </a:moveTo>
                <a:cubicBezTo>
                  <a:pt x="24635" y="41158"/>
                  <a:pt x="24709" y="41232"/>
                  <a:pt x="24768" y="41306"/>
                </a:cubicBezTo>
                <a:cubicBezTo>
                  <a:pt x="23855" y="42306"/>
                  <a:pt x="22855" y="43204"/>
                  <a:pt x="21854" y="44072"/>
                </a:cubicBezTo>
                <a:cubicBezTo>
                  <a:pt x="21236" y="44631"/>
                  <a:pt x="20588" y="45205"/>
                  <a:pt x="19985" y="45794"/>
                </a:cubicBezTo>
                <a:cubicBezTo>
                  <a:pt x="20691" y="45014"/>
                  <a:pt x="21457" y="44264"/>
                  <a:pt x="22207" y="43528"/>
                </a:cubicBezTo>
                <a:cubicBezTo>
                  <a:pt x="22987" y="42733"/>
                  <a:pt x="23811" y="41924"/>
                  <a:pt x="24577" y="41085"/>
                </a:cubicBezTo>
                <a:close/>
                <a:moveTo>
                  <a:pt x="27064" y="45617"/>
                </a:moveTo>
                <a:cubicBezTo>
                  <a:pt x="27064" y="45676"/>
                  <a:pt x="27078" y="45735"/>
                  <a:pt x="27078" y="45779"/>
                </a:cubicBezTo>
                <a:cubicBezTo>
                  <a:pt x="27078" y="45823"/>
                  <a:pt x="27064" y="45853"/>
                  <a:pt x="27064" y="45897"/>
                </a:cubicBezTo>
                <a:cubicBezTo>
                  <a:pt x="27034" y="45838"/>
                  <a:pt x="27034" y="45794"/>
                  <a:pt x="27019" y="45735"/>
                </a:cubicBezTo>
                <a:cubicBezTo>
                  <a:pt x="27034" y="45691"/>
                  <a:pt x="27034" y="45662"/>
                  <a:pt x="27064" y="45617"/>
                </a:cubicBezTo>
                <a:close/>
                <a:moveTo>
                  <a:pt x="27314" y="45529"/>
                </a:moveTo>
                <a:cubicBezTo>
                  <a:pt x="27314" y="45647"/>
                  <a:pt x="27299" y="45765"/>
                  <a:pt x="27284" y="45897"/>
                </a:cubicBezTo>
                <a:lnTo>
                  <a:pt x="27284" y="45823"/>
                </a:lnTo>
                <a:lnTo>
                  <a:pt x="27284" y="45735"/>
                </a:lnTo>
                <a:cubicBezTo>
                  <a:pt x="27299" y="45662"/>
                  <a:pt x="27299" y="45588"/>
                  <a:pt x="27314" y="45529"/>
                </a:cubicBezTo>
                <a:close/>
                <a:moveTo>
                  <a:pt x="27093" y="46059"/>
                </a:moveTo>
                <a:cubicBezTo>
                  <a:pt x="27093" y="46118"/>
                  <a:pt x="27093" y="46162"/>
                  <a:pt x="27122" y="46206"/>
                </a:cubicBezTo>
                <a:lnTo>
                  <a:pt x="27122" y="46250"/>
                </a:lnTo>
                <a:cubicBezTo>
                  <a:pt x="27093" y="46250"/>
                  <a:pt x="27093" y="46265"/>
                  <a:pt x="27093" y="46265"/>
                </a:cubicBezTo>
                <a:cubicBezTo>
                  <a:pt x="27093" y="46236"/>
                  <a:pt x="27078" y="46191"/>
                  <a:pt x="27078" y="46133"/>
                </a:cubicBezTo>
                <a:cubicBezTo>
                  <a:pt x="27078" y="46118"/>
                  <a:pt x="27093" y="46088"/>
                  <a:pt x="27093" y="46059"/>
                </a:cubicBezTo>
                <a:close/>
                <a:moveTo>
                  <a:pt x="24812" y="41350"/>
                </a:moveTo>
                <a:lnTo>
                  <a:pt x="24812" y="41350"/>
                </a:lnTo>
                <a:cubicBezTo>
                  <a:pt x="24797" y="41379"/>
                  <a:pt x="24783" y="41394"/>
                  <a:pt x="24768" y="41423"/>
                </a:cubicBezTo>
                <a:lnTo>
                  <a:pt x="24812" y="41482"/>
                </a:lnTo>
                <a:lnTo>
                  <a:pt x="24871" y="41423"/>
                </a:lnTo>
                <a:cubicBezTo>
                  <a:pt x="24915" y="41482"/>
                  <a:pt x="24959" y="41541"/>
                  <a:pt x="25003" y="41585"/>
                </a:cubicBezTo>
                <a:cubicBezTo>
                  <a:pt x="24003" y="42762"/>
                  <a:pt x="22869" y="43675"/>
                  <a:pt x="21648" y="44631"/>
                </a:cubicBezTo>
                <a:cubicBezTo>
                  <a:pt x="20897" y="45220"/>
                  <a:pt x="20147" y="45823"/>
                  <a:pt x="19411" y="46500"/>
                </a:cubicBezTo>
                <a:cubicBezTo>
                  <a:pt x="20206" y="45662"/>
                  <a:pt x="21059" y="44882"/>
                  <a:pt x="21913" y="44131"/>
                </a:cubicBezTo>
                <a:cubicBezTo>
                  <a:pt x="22899" y="43263"/>
                  <a:pt x="23914" y="42365"/>
                  <a:pt x="24812" y="41350"/>
                </a:cubicBezTo>
                <a:close/>
                <a:moveTo>
                  <a:pt x="27019" y="46353"/>
                </a:moveTo>
                <a:cubicBezTo>
                  <a:pt x="27019" y="46412"/>
                  <a:pt x="27019" y="46471"/>
                  <a:pt x="27034" y="46500"/>
                </a:cubicBezTo>
                <a:cubicBezTo>
                  <a:pt x="27019" y="46545"/>
                  <a:pt x="27019" y="46574"/>
                  <a:pt x="27005" y="46618"/>
                </a:cubicBezTo>
                <a:cubicBezTo>
                  <a:pt x="27005" y="46574"/>
                  <a:pt x="26990" y="46545"/>
                  <a:pt x="26990" y="46500"/>
                </a:cubicBezTo>
                <a:cubicBezTo>
                  <a:pt x="27005" y="46456"/>
                  <a:pt x="27005" y="46412"/>
                  <a:pt x="27019" y="46353"/>
                </a:cubicBezTo>
                <a:close/>
                <a:moveTo>
                  <a:pt x="27343" y="46000"/>
                </a:moveTo>
                <a:cubicBezTo>
                  <a:pt x="27343" y="46265"/>
                  <a:pt x="27299" y="46545"/>
                  <a:pt x="27240" y="46824"/>
                </a:cubicBezTo>
                <a:lnTo>
                  <a:pt x="27240" y="46633"/>
                </a:lnTo>
                <a:lnTo>
                  <a:pt x="27240" y="46515"/>
                </a:lnTo>
                <a:cubicBezTo>
                  <a:pt x="27284" y="46353"/>
                  <a:pt x="27314" y="46177"/>
                  <a:pt x="27343" y="46000"/>
                </a:cubicBezTo>
                <a:close/>
                <a:moveTo>
                  <a:pt x="27064" y="46868"/>
                </a:moveTo>
                <a:cubicBezTo>
                  <a:pt x="27064" y="46898"/>
                  <a:pt x="27078" y="46927"/>
                  <a:pt x="27078" y="46971"/>
                </a:cubicBezTo>
                <a:cubicBezTo>
                  <a:pt x="27078" y="46986"/>
                  <a:pt x="27064" y="47001"/>
                  <a:pt x="27064" y="47030"/>
                </a:cubicBezTo>
                <a:cubicBezTo>
                  <a:pt x="27064" y="47015"/>
                  <a:pt x="27064" y="46986"/>
                  <a:pt x="27049" y="46971"/>
                </a:cubicBezTo>
                <a:cubicBezTo>
                  <a:pt x="27049" y="46927"/>
                  <a:pt x="27064" y="46912"/>
                  <a:pt x="27064" y="46868"/>
                </a:cubicBezTo>
                <a:close/>
                <a:moveTo>
                  <a:pt x="25033" y="41644"/>
                </a:moveTo>
                <a:cubicBezTo>
                  <a:pt x="25062" y="41673"/>
                  <a:pt x="25077" y="41688"/>
                  <a:pt x="25092" y="41718"/>
                </a:cubicBezTo>
                <a:lnTo>
                  <a:pt x="25062" y="41762"/>
                </a:lnTo>
                <a:lnTo>
                  <a:pt x="25106" y="41821"/>
                </a:lnTo>
                <a:cubicBezTo>
                  <a:pt x="25106" y="41791"/>
                  <a:pt x="25121" y="41791"/>
                  <a:pt x="25121" y="41776"/>
                </a:cubicBezTo>
                <a:cubicBezTo>
                  <a:pt x="25150" y="41821"/>
                  <a:pt x="25165" y="41835"/>
                  <a:pt x="25180" y="41865"/>
                </a:cubicBezTo>
                <a:cubicBezTo>
                  <a:pt x="25121" y="41938"/>
                  <a:pt x="25077" y="42012"/>
                  <a:pt x="25018" y="42071"/>
                </a:cubicBezTo>
                <a:cubicBezTo>
                  <a:pt x="23988" y="43307"/>
                  <a:pt x="22737" y="44190"/>
                  <a:pt x="21427" y="45132"/>
                </a:cubicBezTo>
                <a:cubicBezTo>
                  <a:pt x="20544" y="45750"/>
                  <a:pt x="19647" y="46397"/>
                  <a:pt x="18778" y="47163"/>
                </a:cubicBezTo>
                <a:cubicBezTo>
                  <a:pt x="19720" y="46250"/>
                  <a:pt x="20721" y="45456"/>
                  <a:pt x="21692" y="44690"/>
                </a:cubicBezTo>
                <a:cubicBezTo>
                  <a:pt x="22899" y="43734"/>
                  <a:pt x="24047" y="42821"/>
                  <a:pt x="25033" y="41644"/>
                </a:cubicBezTo>
                <a:close/>
                <a:moveTo>
                  <a:pt x="25253" y="41938"/>
                </a:moveTo>
                <a:cubicBezTo>
                  <a:pt x="25298" y="41982"/>
                  <a:pt x="25312" y="42041"/>
                  <a:pt x="25342" y="42071"/>
                </a:cubicBezTo>
                <a:cubicBezTo>
                  <a:pt x="25371" y="42086"/>
                  <a:pt x="25386" y="42115"/>
                  <a:pt x="25401" y="42144"/>
                </a:cubicBezTo>
                <a:cubicBezTo>
                  <a:pt x="25401" y="42144"/>
                  <a:pt x="25401" y="42159"/>
                  <a:pt x="25415" y="42159"/>
                </a:cubicBezTo>
                <a:cubicBezTo>
                  <a:pt x="25312" y="42306"/>
                  <a:pt x="25180" y="42453"/>
                  <a:pt x="25077" y="42630"/>
                </a:cubicBezTo>
                <a:cubicBezTo>
                  <a:pt x="24003" y="43910"/>
                  <a:pt x="22678" y="44764"/>
                  <a:pt x="21280" y="45662"/>
                </a:cubicBezTo>
                <a:cubicBezTo>
                  <a:pt x="20323" y="46265"/>
                  <a:pt x="19337" y="46912"/>
                  <a:pt x="18410" y="47707"/>
                </a:cubicBezTo>
                <a:cubicBezTo>
                  <a:pt x="18396" y="47678"/>
                  <a:pt x="18410" y="47663"/>
                  <a:pt x="18440" y="47634"/>
                </a:cubicBezTo>
                <a:cubicBezTo>
                  <a:pt x="19411" y="46677"/>
                  <a:pt x="20456" y="45941"/>
                  <a:pt x="21486" y="45205"/>
                </a:cubicBezTo>
                <a:cubicBezTo>
                  <a:pt x="22811" y="44264"/>
                  <a:pt x="24047" y="43381"/>
                  <a:pt x="25092" y="42130"/>
                </a:cubicBezTo>
                <a:cubicBezTo>
                  <a:pt x="25150" y="42071"/>
                  <a:pt x="25195" y="41997"/>
                  <a:pt x="25253" y="41938"/>
                </a:cubicBezTo>
                <a:close/>
                <a:moveTo>
                  <a:pt x="25460" y="42218"/>
                </a:moveTo>
                <a:cubicBezTo>
                  <a:pt x="25518" y="42292"/>
                  <a:pt x="25548" y="42350"/>
                  <a:pt x="25607" y="42424"/>
                </a:cubicBezTo>
                <a:cubicBezTo>
                  <a:pt x="25445" y="42659"/>
                  <a:pt x="25253" y="42895"/>
                  <a:pt x="25062" y="43145"/>
                </a:cubicBezTo>
                <a:cubicBezTo>
                  <a:pt x="23958" y="44484"/>
                  <a:pt x="22575" y="45294"/>
                  <a:pt x="21089" y="46133"/>
                </a:cubicBezTo>
                <a:cubicBezTo>
                  <a:pt x="20095" y="46717"/>
                  <a:pt x="19073" y="47301"/>
                  <a:pt x="18108" y="48087"/>
                </a:cubicBezTo>
                <a:lnTo>
                  <a:pt x="18108" y="48087"/>
                </a:lnTo>
                <a:cubicBezTo>
                  <a:pt x="18130" y="48063"/>
                  <a:pt x="18153" y="48024"/>
                  <a:pt x="18175" y="48001"/>
                </a:cubicBezTo>
                <a:cubicBezTo>
                  <a:pt x="19190" y="47074"/>
                  <a:pt x="20250" y="46397"/>
                  <a:pt x="21309" y="45720"/>
                </a:cubicBezTo>
                <a:cubicBezTo>
                  <a:pt x="22708" y="44808"/>
                  <a:pt x="24032" y="43969"/>
                  <a:pt x="25106" y="42659"/>
                </a:cubicBezTo>
                <a:cubicBezTo>
                  <a:pt x="25224" y="42512"/>
                  <a:pt x="25357" y="42365"/>
                  <a:pt x="25460" y="42218"/>
                </a:cubicBezTo>
                <a:close/>
                <a:moveTo>
                  <a:pt x="25651" y="42512"/>
                </a:moveTo>
                <a:cubicBezTo>
                  <a:pt x="25695" y="42586"/>
                  <a:pt x="25739" y="42645"/>
                  <a:pt x="25769" y="42718"/>
                </a:cubicBezTo>
                <a:cubicBezTo>
                  <a:pt x="25548" y="43042"/>
                  <a:pt x="25312" y="43381"/>
                  <a:pt x="25062" y="43690"/>
                </a:cubicBezTo>
                <a:cubicBezTo>
                  <a:pt x="23929" y="45073"/>
                  <a:pt x="22457" y="45838"/>
                  <a:pt x="20897" y="46677"/>
                </a:cubicBezTo>
                <a:cubicBezTo>
                  <a:pt x="19867" y="47222"/>
                  <a:pt x="18808" y="47781"/>
                  <a:pt x="17792" y="48531"/>
                </a:cubicBezTo>
                <a:cubicBezTo>
                  <a:pt x="17836" y="48472"/>
                  <a:pt x="17881" y="48414"/>
                  <a:pt x="17925" y="48369"/>
                </a:cubicBezTo>
                <a:cubicBezTo>
                  <a:pt x="18940" y="47501"/>
                  <a:pt x="20044" y="46854"/>
                  <a:pt x="21118" y="46236"/>
                </a:cubicBezTo>
                <a:cubicBezTo>
                  <a:pt x="22605" y="45367"/>
                  <a:pt x="24003" y="44558"/>
                  <a:pt x="25106" y="43219"/>
                </a:cubicBezTo>
                <a:cubicBezTo>
                  <a:pt x="25298" y="42998"/>
                  <a:pt x="25474" y="42748"/>
                  <a:pt x="25651" y="42512"/>
                </a:cubicBezTo>
                <a:close/>
                <a:moveTo>
                  <a:pt x="17704" y="48561"/>
                </a:moveTo>
                <a:cubicBezTo>
                  <a:pt x="17675" y="48605"/>
                  <a:pt x="17645" y="48634"/>
                  <a:pt x="17630" y="48693"/>
                </a:cubicBezTo>
                <a:cubicBezTo>
                  <a:pt x="17601" y="48708"/>
                  <a:pt x="17571" y="48723"/>
                  <a:pt x="17557" y="48752"/>
                </a:cubicBezTo>
                <a:cubicBezTo>
                  <a:pt x="17571" y="48693"/>
                  <a:pt x="17601" y="48664"/>
                  <a:pt x="17630" y="48620"/>
                </a:cubicBezTo>
                <a:cubicBezTo>
                  <a:pt x="17645" y="48605"/>
                  <a:pt x="17675" y="48590"/>
                  <a:pt x="17704" y="48561"/>
                </a:cubicBezTo>
                <a:close/>
                <a:moveTo>
                  <a:pt x="26048" y="42586"/>
                </a:moveTo>
                <a:cubicBezTo>
                  <a:pt x="26063" y="42645"/>
                  <a:pt x="26107" y="42704"/>
                  <a:pt x="26122" y="42733"/>
                </a:cubicBezTo>
                <a:cubicBezTo>
                  <a:pt x="25827" y="43248"/>
                  <a:pt x="25474" y="43748"/>
                  <a:pt x="25092" y="44249"/>
                </a:cubicBezTo>
                <a:cubicBezTo>
                  <a:pt x="23929" y="45676"/>
                  <a:pt x="22413" y="46412"/>
                  <a:pt x="20765" y="47192"/>
                </a:cubicBezTo>
                <a:cubicBezTo>
                  <a:pt x="19705" y="47707"/>
                  <a:pt x="18616" y="48222"/>
                  <a:pt x="17586" y="48958"/>
                </a:cubicBezTo>
                <a:cubicBezTo>
                  <a:pt x="17586" y="48855"/>
                  <a:pt x="17645" y="48811"/>
                  <a:pt x="17675" y="48737"/>
                </a:cubicBezTo>
                <a:cubicBezTo>
                  <a:pt x="18734" y="47898"/>
                  <a:pt x="19853" y="47310"/>
                  <a:pt x="20956" y="46751"/>
                </a:cubicBezTo>
                <a:cubicBezTo>
                  <a:pt x="22516" y="45912"/>
                  <a:pt x="23988" y="45147"/>
                  <a:pt x="25136" y="43748"/>
                </a:cubicBezTo>
                <a:cubicBezTo>
                  <a:pt x="25386" y="43439"/>
                  <a:pt x="25621" y="43116"/>
                  <a:pt x="25827" y="42792"/>
                </a:cubicBezTo>
                <a:cubicBezTo>
                  <a:pt x="25872" y="42865"/>
                  <a:pt x="25901" y="42924"/>
                  <a:pt x="25960" y="42998"/>
                </a:cubicBezTo>
                <a:cubicBezTo>
                  <a:pt x="25945" y="42939"/>
                  <a:pt x="25901" y="42895"/>
                  <a:pt x="25886" y="42851"/>
                </a:cubicBezTo>
                <a:cubicBezTo>
                  <a:pt x="25930" y="42748"/>
                  <a:pt x="25989" y="42659"/>
                  <a:pt x="26048" y="42586"/>
                </a:cubicBezTo>
                <a:close/>
                <a:moveTo>
                  <a:pt x="17498" y="48870"/>
                </a:moveTo>
                <a:cubicBezTo>
                  <a:pt x="17454" y="48929"/>
                  <a:pt x="17424" y="48987"/>
                  <a:pt x="17395" y="49046"/>
                </a:cubicBezTo>
                <a:cubicBezTo>
                  <a:pt x="17365" y="49076"/>
                  <a:pt x="17321" y="49090"/>
                  <a:pt x="17292" y="49135"/>
                </a:cubicBezTo>
                <a:cubicBezTo>
                  <a:pt x="17307" y="49076"/>
                  <a:pt x="17351" y="49032"/>
                  <a:pt x="17380" y="48973"/>
                </a:cubicBezTo>
                <a:cubicBezTo>
                  <a:pt x="17424" y="48929"/>
                  <a:pt x="17454" y="48914"/>
                  <a:pt x="17498" y="48870"/>
                </a:cubicBezTo>
                <a:close/>
                <a:moveTo>
                  <a:pt x="17159" y="49149"/>
                </a:moveTo>
                <a:cubicBezTo>
                  <a:pt x="17145" y="49194"/>
                  <a:pt x="17101" y="49223"/>
                  <a:pt x="17086" y="49267"/>
                </a:cubicBezTo>
                <a:lnTo>
                  <a:pt x="17027" y="49326"/>
                </a:lnTo>
                <a:cubicBezTo>
                  <a:pt x="17056" y="49282"/>
                  <a:pt x="17071" y="49238"/>
                  <a:pt x="17101" y="49208"/>
                </a:cubicBezTo>
                <a:lnTo>
                  <a:pt x="17159" y="49149"/>
                </a:lnTo>
                <a:close/>
                <a:moveTo>
                  <a:pt x="26136" y="42836"/>
                </a:moveTo>
                <a:cubicBezTo>
                  <a:pt x="26166" y="42851"/>
                  <a:pt x="26166" y="42865"/>
                  <a:pt x="26181" y="42880"/>
                </a:cubicBezTo>
                <a:cubicBezTo>
                  <a:pt x="26122" y="42968"/>
                  <a:pt x="26092" y="43042"/>
                  <a:pt x="26033" y="43145"/>
                </a:cubicBezTo>
                <a:cubicBezTo>
                  <a:pt x="26048" y="43160"/>
                  <a:pt x="26063" y="43189"/>
                  <a:pt x="26063" y="43204"/>
                </a:cubicBezTo>
                <a:cubicBezTo>
                  <a:pt x="26122" y="43145"/>
                  <a:pt x="26166" y="43042"/>
                  <a:pt x="26210" y="42968"/>
                </a:cubicBezTo>
                <a:cubicBezTo>
                  <a:pt x="26239" y="42983"/>
                  <a:pt x="26239" y="43013"/>
                  <a:pt x="26239" y="43042"/>
                </a:cubicBezTo>
                <a:cubicBezTo>
                  <a:pt x="25916" y="43631"/>
                  <a:pt x="25533" y="44205"/>
                  <a:pt x="25077" y="44779"/>
                </a:cubicBezTo>
                <a:cubicBezTo>
                  <a:pt x="23900" y="46250"/>
                  <a:pt x="22281" y="46942"/>
                  <a:pt x="20574" y="47678"/>
                </a:cubicBezTo>
                <a:cubicBezTo>
                  <a:pt x="19485" y="48163"/>
                  <a:pt x="18381" y="48634"/>
                  <a:pt x="17307" y="49341"/>
                </a:cubicBezTo>
                <a:cubicBezTo>
                  <a:pt x="17351" y="49267"/>
                  <a:pt x="17410" y="49194"/>
                  <a:pt x="17439" y="49120"/>
                </a:cubicBezTo>
                <a:cubicBezTo>
                  <a:pt x="18528" y="48325"/>
                  <a:pt x="19661" y="47795"/>
                  <a:pt x="20765" y="47251"/>
                </a:cubicBezTo>
                <a:cubicBezTo>
                  <a:pt x="22413" y="46471"/>
                  <a:pt x="23958" y="45735"/>
                  <a:pt x="25136" y="44293"/>
                </a:cubicBezTo>
                <a:cubicBezTo>
                  <a:pt x="25518" y="43822"/>
                  <a:pt x="25842" y="43336"/>
                  <a:pt x="26136" y="42836"/>
                </a:cubicBezTo>
                <a:close/>
                <a:moveTo>
                  <a:pt x="17292" y="49223"/>
                </a:moveTo>
                <a:cubicBezTo>
                  <a:pt x="17248" y="49297"/>
                  <a:pt x="17218" y="49355"/>
                  <a:pt x="17189" y="49429"/>
                </a:cubicBezTo>
                <a:cubicBezTo>
                  <a:pt x="17130" y="49458"/>
                  <a:pt x="17086" y="49503"/>
                  <a:pt x="17042" y="49517"/>
                </a:cubicBezTo>
                <a:cubicBezTo>
                  <a:pt x="17071" y="49473"/>
                  <a:pt x="17101" y="49400"/>
                  <a:pt x="17145" y="49341"/>
                </a:cubicBezTo>
                <a:cubicBezTo>
                  <a:pt x="17189" y="49297"/>
                  <a:pt x="17233" y="49267"/>
                  <a:pt x="17292" y="49223"/>
                </a:cubicBezTo>
                <a:close/>
                <a:moveTo>
                  <a:pt x="16968" y="49488"/>
                </a:moveTo>
                <a:cubicBezTo>
                  <a:pt x="16924" y="49547"/>
                  <a:pt x="16909" y="49591"/>
                  <a:pt x="16865" y="49650"/>
                </a:cubicBezTo>
                <a:cubicBezTo>
                  <a:pt x="16836" y="49664"/>
                  <a:pt x="16792" y="49709"/>
                  <a:pt x="16777" y="49723"/>
                </a:cubicBezTo>
                <a:cubicBezTo>
                  <a:pt x="16792" y="49664"/>
                  <a:pt x="16836" y="49606"/>
                  <a:pt x="16865" y="49561"/>
                </a:cubicBezTo>
                <a:cubicBezTo>
                  <a:pt x="16909" y="49547"/>
                  <a:pt x="16924" y="49503"/>
                  <a:pt x="16968" y="49488"/>
                </a:cubicBezTo>
                <a:close/>
                <a:moveTo>
                  <a:pt x="26254" y="43145"/>
                </a:moveTo>
                <a:cubicBezTo>
                  <a:pt x="26269" y="43175"/>
                  <a:pt x="26284" y="43233"/>
                  <a:pt x="26298" y="43263"/>
                </a:cubicBezTo>
                <a:lnTo>
                  <a:pt x="26195" y="43484"/>
                </a:lnTo>
                <a:cubicBezTo>
                  <a:pt x="26210" y="43513"/>
                  <a:pt x="26210" y="43542"/>
                  <a:pt x="26225" y="43557"/>
                </a:cubicBezTo>
                <a:cubicBezTo>
                  <a:pt x="25930" y="44116"/>
                  <a:pt x="25548" y="44705"/>
                  <a:pt x="25077" y="45294"/>
                </a:cubicBezTo>
                <a:cubicBezTo>
                  <a:pt x="23855" y="46795"/>
                  <a:pt x="22178" y="47457"/>
                  <a:pt x="20397" y="48178"/>
                </a:cubicBezTo>
                <a:cubicBezTo>
                  <a:pt x="19293" y="48620"/>
                  <a:pt x="18175" y="49061"/>
                  <a:pt x="17086" y="49723"/>
                </a:cubicBezTo>
                <a:cubicBezTo>
                  <a:pt x="17130" y="49650"/>
                  <a:pt x="17174" y="49561"/>
                  <a:pt x="17218" y="49488"/>
                </a:cubicBezTo>
                <a:cubicBezTo>
                  <a:pt x="18337" y="48737"/>
                  <a:pt x="19485" y="48237"/>
                  <a:pt x="20603" y="47751"/>
                </a:cubicBezTo>
                <a:cubicBezTo>
                  <a:pt x="22310" y="47001"/>
                  <a:pt x="23929" y="46309"/>
                  <a:pt x="25121" y="44808"/>
                </a:cubicBezTo>
                <a:cubicBezTo>
                  <a:pt x="25563" y="44264"/>
                  <a:pt x="25930" y="43704"/>
                  <a:pt x="26254" y="43145"/>
                </a:cubicBezTo>
                <a:close/>
                <a:moveTo>
                  <a:pt x="16644" y="49767"/>
                </a:moveTo>
                <a:lnTo>
                  <a:pt x="16644" y="49767"/>
                </a:lnTo>
                <a:cubicBezTo>
                  <a:pt x="16630" y="49797"/>
                  <a:pt x="16600" y="49826"/>
                  <a:pt x="16571" y="49870"/>
                </a:cubicBezTo>
                <a:cubicBezTo>
                  <a:pt x="16556" y="49885"/>
                  <a:pt x="16527" y="49915"/>
                  <a:pt x="16497" y="49929"/>
                </a:cubicBezTo>
                <a:cubicBezTo>
                  <a:pt x="16541" y="49885"/>
                  <a:pt x="16556" y="49856"/>
                  <a:pt x="16571" y="49812"/>
                </a:cubicBezTo>
                <a:cubicBezTo>
                  <a:pt x="16600" y="49797"/>
                  <a:pt x="16615" y="49782"/>
                  <a:pt x="16644" y="49767"/>
                </a:cubicBezTo>
                <a:close/>
                <a:moveTo>
                  <a:pt x="17086" y="49591"/>
                </a:moveTo>
                <a:lnTo>
                  <a:pt x="16983" y="49812"/>
                </a:lnTo>
                <a:lnTo>
                  <a:pt x="16821" y="49929"/>
                </a:lnTo>
                <a:cubicBezTo>
                  <a:pt x="16836" y="49856"/>
                  <a:pt x="16895" y="49782"/>
                  <a:pt x="16924" y="49709"/>
                </a:cubicBezTo>
                <a:lnTo>
                  <a:pt x="17086" y="49591"/>
                </a:lnTo>
                <a:close/>
                <a:moveTo>
                  <a:pt x="16762" y="49812"/>
                </a:moveTo>
                <a:lnTo>
                  <a:pt x="16762" y="49812"/>
                </a:lnTo>
                <a:cubicBezTo>
                  <a:pt x="16718" y="49885"/>
                  <a:pt x="16688" y="49944"/>
                  <a:pt x="16644" y="50018"/>
                </a:cubicBezTo>
                <a:cubicBezTo>
                  <a:pt x="16615" y="50062"/>
                  <a:pt x="16556" y="50076"/>
                  <a:pt x="16527" y="50106"/>
                </a:cubicBezTo>
                <a:cubicBezTo>
                  <a:pt x="16556" y="50032"/>
                  <a:pt x="16600" y="49973"/>
                  <a:pt x="16630" y="49915"/>
                </a:cubicBezTo>
                <a:cubicBezTo>
                  <a:pt x="16674" y="49870"/>
                  <a:pt x="16718" y="49841"/>
                  <a:pt x="16762" y="49812"/>
                </a:cubicBezTo>
                <a:close/>
                <a:moveTo>
                  <a:pt x="26387" y="43454"/>
                </a:moveTo>
                <a:cubicBezTo>
                  <a:pt x="26401" y="43528"/>
                  <a:pt x="26431" y="43601"/>
                  <a:pt x="26460" y="43660"/>
                </a:cubicBezTo>
                <a:cubicBezTo>
                  <a:pt x="26122" y="44352"/>
                  <a:pt x="25680" y="45073"/>
                  <a:pt x="25092" y="45823"/>
                </a:cubicBezTo>
                <a:cubicBezTo>
                  <a:pt x="23855" y="47369"/>
                  <a:pt x="22089" y="48016"/>
                  <a:pt x="20250" y="48678"/>
                </a:cubicBezTo>
                <a:cubicBezTo>
                  <a:pt x="19146" y="49076"/>
                  <a:pt x="18013" y="49488"/>
                  <a:pt x="16909" y="50106"/>
                </a:cubicBezTo>
                <a:cubicBezTo>
                  <a:pt x="16939" y="50018"/>
                  <a:pt x="16998" y="49944"/>
                  <a:pt x="17042" y="49856"/>
                </a:cubicBezTo>
                <a:cubicBezTo>
                  <a:pt x="18160" y="49179"/>
                  <a:pt x="19308" y="48708"/>
                  <a:pt x="20441" y="48252"/>
                </a:cubicBezTo>
                <a:cubicBezTo>
                  <a:pt x="22222" y="47531"/>
                  <a:pt x="23929" y="46868"/>
                  <a:pt x="25150" y="45353"/>
                </a:cubicBezTo>
                <a:cubicBezTo>
                  <a:pt x="25666" y="44705"/>
                  <a:pt x="26063" y="44058"/>
                  <a:pt x="26387" y="43454"/>
                </a:cubicBezTo>
                <a:close/>
                <a:moveTo>
                  <a:pt x="16468" y="50062"/>
                </a:moveTo>
                <a:lnTo>
                  <a:pt x="16468" y="50062"/>
                </a:lnTo>
                <a:cubicBezTo>
                  <a:pt x="16424" y="50106"/>
                  <a:pt x="16409" y="50165"/>
                  <a:pt x="16365" y="50209"/>
                </a:cubicBezTo>
                <a:cubicBezTo>
                  <a:pt x="16335" y="50238"/>
                  <a:pt x="16291" y="50253"/>
                  <a:pt x="16262" y="50297"/>
                </a:cubicBezTo>
                <a:cubicBezTo>
                  <a:pt x="16276" y="50253"/>
                  <a:pt x="16321" y="50209"/>
                  <a:pt x="16350" y="50150"/>
                </a:cubicBezTo>
                <a:cubicBezTo>
                  <a:pt x="16394" y="50106"/>
                  <a:pt x="16424" y="50091"/>
                  <a:pt x="16468" y="50062"/>
                </a:cubicBezTo>
                <a:close/>
                <a:moveTo>
                  <a:pt x="16909" y="49929"/>
                </a:moveTo>
                <a:lnTo>
                  <a:pt x="16909" y="49929"/>
                </a:lnTo>
                <a:cubicBezTo>
                  <a:pt x="16865" y="50032"/>
                  <a:pt x="16821" y="50106"/>
                  <a:pt x="16777" y="50180"/>
                </a:cubicBezTo>
                <a:cubicBezTo>
                  <a:pt x="16718" y="50224"/>
                  <a:pt x="16644" y="50253"/>
                  <a:pt x="16600" y="50297"/>
                </a:cubicBezTo>
                <a:cubicBezTo>
                  <a:pt x="16630" y="50224"/>
                  <a:pt x="16674" y="50135"/>
                  <a:pt x="16718" y="50062"/>
                </a:cubicBezTo>
                <a:cubicBezTo>
                  <a:pt x="16777" y="50018"/>
                  <a:pt x="16850" y="49988"/>
                  <a:pt x="16909" y="49929"/>
                </a:cubicBezTo>
                <a:close/>
                <a:moveTo>
                  <a:pt x="16600" y="50150"/>
                </a:moveTo>
                <a:lnTo>
                  <a:pt x="16600" y="50150"/>
                </a:lnTo>
                <a:cubicBezTo>
                  <a:pt x="16541" y="50238"/>
                  <a:pt x="16497" y="50312"/>
                  <a:pt x="16468" y="50386"/>
                </a:cubicBezTo>
                <a:cubicBezTo>
                  <a:pt x="16409" y="50430"/>
                  <a:pt x="16350" y="50459"/>
                  <a:pt x="16321" y="50474"/>
                </a:cubicBezTo>
                <a:cubicBezTo>
                  <a:pt x="16350" y="50400"/>
                  <a:pt x="16394" y="50327"/>
                  <a:pt x="16453" y="50253"/>
                </a:cubicBezTo>
                <a:cubicBezTo>
                  <a:pt x="16497" y="50224"/>
                  <a:pt x="16541" y="50180"/>
                  <a:pt x="16600" y="50150"/>
                </a:cubicBezTo>
                <a:close/>
                <a:moveTo>
                  <a:pt x="16129" y="50327"/>
                </a:moveTo>
                <a:cubicBezTo>
                  <a:pt x="16115" y="50371"/>
                  <a:pt x="16100" y="50400"/>
                  <a:pt x="16056" y="50444"/>
                </a:cubicBezTo>
                <a:cubicBezTo>
                  <a:pt x="16041" y="50459"/>
                  <a:pt x="16012" y="50474"/>
                  <a:pt x="15982" y="50503"/>
                </a:cubicBezTo>
                <a:cubicBezTo>
                  <a:pt x="15997" y="50474"/>
                  <a:pt x="16026" y="50444"/>
                  <a:pt x="16056" y="50400"/>
                </a:cubicBezTo>
                <a:cubicBezTo>
                  <a:pt x="16085" y="50386"/>
                  <a:pt x="16115" y="50371"/>
                  <a:pt x="16129" y="50327"/>
                </a:cubicBezTo>
                <a:close/>
                <a:moveTo>
                  <a:pt x="26504" y="43763"/>
                </a:moveTo>
                <a:cubicBezTo>
                  <a:pt x="26534" y="43822"/>
                  <a:pt x="26549" y="43896"/>
                  <a:pt x="26563" y="43940"/>
                </a:cubicBezTo>
                <a:cubicBezTo>
                  <a:pt x="26195" y="44793"/>
                  <a:pt x="25724" y="45603"/>
                  <a:pt x="25106" y="46383"/>
                </a:cubicBezTo>
                <a:cubicBezTo>
                  <a:pt x="23841" y="47972"/>
                  <a:pt x="22016" y="48561"/>
                  <a:pt x="20088" y="49208"/>
                </a:cubicBezTo>
                <a:cubicBezTo>
                  <a:pt x="18970" y="49576"/>
                  <a:pt x="17822" y="49944"/>
                  <a:pt x="16718" y="50533"/>
                </a:cubicBezTo>
                <a:cubicBezTo>
                  <a:pt x="16762" y="50444"/>
                  <a:pt x="16792" y="50341"/>
                  <a:pt x="16850" y="50253"/>
                </a:cubicBezTo>
                <a:cubicBezTo>
                  <a:pt x="17969" y="49606"/>
                  <a:pt x="19146" y="49194"/>
                  <a:pt x="20294" y="48767"/>
                </a:cubicBezTo>
                <a:cubicBezTo>
                  <a:pt x="22148" y="48090"/>
                  <a:pt x="23914" y="47457"/>
                  <a:pt x="25165" y="45882"/>
                </a:cubicBezTo>
                <a:cubicBezTo>
                  <a:pt x="25695" y="45220"/>
                  <a:pt x="26107" y="44573"/>
                  <a:pt x="26416" y="43940"/>
                </a:cubicBezTo>
                <a:cubicBezTo>
                  <a:pt x="26460" y="43896"/>
                  <a:pt x="26475" y="43822"/>
                  <a:pt x="26504" y="43763"/>
                </a:cubicBezTo>
                <a:close/>
                <a:moveTo>
                  <a:pt x="16262" y="50386"/>
                </a:moveTo>
                <a:lnTo>
                  <a:pt x="16262" y="50386"/>
                </a:lnTo>
                <a:cubicBezTo>
                  <a:pt x="16232" y="50444"/>
                  <a:pt x="16188" y="50518"/>
                  <a:pt x="16159" y="50562"/>
                </a:cubicBezTo>
                <a:cubicBezTo>
                  <a:pt x="16100" y="50606"/>
                  <a:pt x="16056" y="50636"/>
                  <a:pt x="16012" y="50665"/>
                </a:cubicBezTo>
                <a:cubicBezTo>
                  <a:pt x="16041" y="50621"/>
                  <a:pt x="16085" y="50547"/>
                  <a:pt x="16115" y="50503"/>
                </a:cubicBezTo>
                <a:cubicBezTo>
                  <a:pt x="16159" y="50459"/>
                  <a:pt x="16203" y="50430"/>
                  <a:pt x="16262" y="50386"/>
                </a:cubicBezTo>
                <a:close/>
                <a:moveTo>
                  <a:pt x="16718" y="50312"/>
                </a:moveTo>
                <a:lnTo>
                  <a:pt x="16718" y="50312"/>
                </a:lnTo>
                <a:cubicBezTo>
                  <a:pt x="16688" y="50400"/>
                  <a:pt x="16644" y="50474"/>
                  <a:pt x="16615" y="50577"/>
                </a:cubicBezTo>
                <a:cubicBezTo>
                  <a:pt x="16541" y="50621"/>
                  <a:pt x="16468" y="50665"/>
                  <a:pt x="16394" y="50695"/>
                </a:cubicBezTo>
                <a:cubicBezTo>
                  <a:pt x="16424" y="50606"/>
                  <a:pt x="16468" y="50533"/>
                  <a:pt x="16527" y="50444"/>
                </a:cubicBezTo>
                <a:cubicBezTo>
                  <a:pt x="16600" y="50400"/>
                  <a:pt x="16644" y="50371"/>
                  <a:pt x="16718" y="50312"/>
                </a:cubicBezTo>
                <a:close/>
                <a:moveTo>
                  <a:pt x="15923" y="50650"/>
                </a:moveTo>
                <a:cubicBezTo>
                  <a:pt x="15894" y="50695"/>
                  <a:pt x="15879" y="50739"/>
                  <a:pt x="15835" y="50798"/>
                </a:cubicBezTo>
                <a:cubicBezTo>
                  <a:pt x="15806" y="50827"/>
                  <a:pt x="15761" y="50842"/>
                  <a:pt x="15732" y="50886"/>
                </a:cubicBezTo>
                <a:cubicBezTo>
                  <a:pt x="15761" y="50827"/>
                  <a:pt x="15806" y="50798"/>
                  <a:pt x="15820" y="50739"/>
                </a:cubicBezTo>
                <a:cubicBezTo>
                  <a:pt x="15864" y="50695"/>
                  <a:pt x="15894" y="50680"/>
                  <a:pt x="15923" y="50650"/>
                </a:cubicBezTo>
                <a:close/>
                <a:moveTo>
                  <a:pt x="16394" y="50533"/>
                </a:moveTo>
                <a:lnTo>
                  <a:pt x="16394" y="50533"/>
                </a:lnTo>
                <a:cubicBezTo>
                  <a:pt x="16350" y="50606"/>
                  <a:pt x="16321" y="50695"/>
                  <a:pt x="16276" y="50768"/>
                </a:cubicBezTo>
                <a:cubicBezTo>
                  <a:pt x="16232" y="50812"/>
                  <a:pt x="16173" y="50842"/>
                  <a:pt x="16100" y="50886"/>
                </a:cubicBezTo>
                <a:cubicBezTo>
                  <a:pt x="16129" y="50812"/>
                  <a:pt x="16173" y="50739"/>
                  <a:pt x="16232" y="50650"/>
                </a:cubicBezTo>
                <a:cubicBezTo>
                  <a:pt x="16276" y="50606"/>
                  <a:pt x="16335" y="50547"/>
                  <a:pt x="16394" y="50533"/>
                </a:cubicBezTo>
                <a:close/>
                <a:moveTo>
                  <a:pt x="26622" y="44205"/>
                </a:moveTo>
                <a:cubicBezTo>
                  <a:pt x="26637" y="44249"/>
                  <a:pt x="26637" y="44278"/>
                  <a:pt x="26652" y="44322"/>
                </a:cubicBezTo>
                <a:cubicBezTo>
                  <a:pt x="26328" y="45147"/>
                  <a:pt x="25827" y="46015"/>
                  <a:pt x="25136" y="46927"/>
                </a:cubicBezTo>
                <a:cubicBezTo>
                  <a:pt x="23841" y="48561"/>
                  <a:pt x="21942" y="49135"/>
                  <a:pt x="19941" y="49738"/>
                </a:cubicBezTo>
                <a:cubicBezTo>
                  <a:pt x="18822" y="50076"/>
                  <a:pt x="17675" y="50430"/>
                  <a:pt x="16556" y="50959"/>
                </a:cubicBezTo>
                <a:cubicBezTo>
                  <a:pt x="16600" y="50827"/>
                  <a:pt x="16630" y="50739"/>
                  <a:pt x="16674" y="50650"/>
                </a:cubicBezTo>
                <a:cubicBezTo>
                  <a:pt x="17807" y="50032"/>
                  <a:pt x="18970" y="49650"/>
                  <a:pt x="20103" y="49282"/>
                </a:cubicBezTo>
                <a:cubicBezTo>
                  <a:pt x="22060" y="48634"/>
                  <a:pt x="23885" y="48046"/>
                  <a:pt x="25165" y="46427"/>
                </a:cubicBezTo>
                <a:cubicBezTo>
                  <a:pt x="25724" y="45735"/>
                  <a:pt x="26181" y="44999"/>
                  <a:pt x="26504" y="44278"/>
                </a:cubicBezTo>
                <a:cubicBezTo>
                  <a:pt x="26534" y="44322"/>
                  <a:pt x="26534" y="44337"/>
                  <a:pt x="26549" y="44367"/>
                </a:cubicBezTo>
                <a:cubicBezTo>
                  <a:pt x="26563" y="44322"/>
                  <a:pt x="26607" y="44264"/>
                  <a:pt x="26622" y="44205"/>
                </a:cubicBezTo>
                <a:close/>
                <a:moveTo>
                  <a:pt x="15599" y="50915"/>
                </a:moveTo>
                <a:cubicBezTo>
                  <a:pt x="15585" y="50959"/>
                  <a:pt x="15570" y="50974"/>
                  <a:pt x="15541" y="51018"/>
                </a:cubicBezTo>
                <a:cubicBezTo>
                  <a:pt x="15526" y="51033"/>
                  <a:pt x="15496" y="51048"/>
                  <a:pt x="15467" y="51062"/>
                </a:cubicBezTo>
                <a:cubicBezTo>
                  <a:pt x="15496" y="51048"/>
                  <a:pt x="15511" y="51033"/>
                  <a:pt x="15526" y="50989"/>
                </a:cubicBezTo>
                <a:cubicBezTo>
                  <a:pt x="15541" y="50974"/>
                  <a:pt x="15585" y="50959"/>
                  <a:pt x="15599" y="50915"/>
                </a:cubicBezTo>
                <a:close/>
                <a:moveTo>
                  <a:pt x="16085" y="50753"/>
                </a:moveTo>
                <a:lnTo>
                  <a:pt x="16085" y="50753"/>
                </a:lnTo>
                <a:cubicBezTo>
                  <a:pt x="16041" y="50812"/>
                  <a:pt x="15997" y="50886"/>
                  <a:pt x="15967" y="50959"/>
                </a:cubicBezTo>
                <a:lnTo>
                  <a:pt x="15806" y="51062"/>
                </a:lnTo>
                <a:cubicBezTo>
                  <a:pt x="15835" y="50989"/>
                  <a:pt x="15879" y="50915"/>
                  <a:pt x="15909" y="50871"/>
                </a:cubicBezTo>
                <a:lnTo>
                  <a:pt x="16085" y="50753"/>
                </a:lnTo>
                <a:close/>
                <a:moveTo>
                  <a:pt x="16571" y="50680"/>
                </a:moveTo>
                <a:lnTo>
                  <a:pt x="16468" y="50959"/>
                </a:lnTo>
                <a:cubicBezTo>
                  <a:pt x="16365" y="51018"/>
                  <a:pt x="16306" y="51048"/>
                  <a:pt x="16232" y="51077"/>
                </a:cubicBezTo>
                <a:cubicBezTo>
                  <a:pt x="16262" y="50989"/>
                  <a:pt x="16306" y="50901"/>
                  <a:pt x="16350" y="50812"/>
                </a:cubicBezTo>
                <a:cubicBezTo>
                  <a:pt x="16424" y="50768"/>
                  <a:pt x="16497" y="50739"/>
                  <a:pt x="16571" y="50680"/>
                </a:cubicBezTo>
                <a:close/>
                <a:moveTo>
                  <a:pt x="16232" y="50886"/>
                </a:moveTo>
                <a:cubicBezTo>
                  <a:pt x="16188" y="50974"/>
                  <a:pt x="16144" y="51048"/>
                  <a:pt x="16115" y="51136"/>
                </a:cubicBezTo>
                <a:cubicBezTo>
                  <a:pt x="16041" y="51180"/>
                  <a:pt x="15967" y="51210"/>
                  <a:pt x="15909" y="51254"/>
                </a:cubicBezTo>
                <a:cubicBezTo>
                  <a:pt x="15953" y="51166"/>
                  <a:pt x="15982" y="51092"/>
                  <a:pt x="16041" y="50989"/>
                </a:cubicBezTo>
                <a:cubicBezTo>
                  <a:pt x="16100" y="50959"/>
                  <a:pt x="16173" y="50915"/>
                  <a:pt x="16232" y="50886"/>
                </a:cubicBezTo>
                <a:close/>
                <a:moveTo>
                  <a:pt x="15747" y="50974"/>
                </a:moveTo>
                <a:lnTo>
                  <a:pt x="15747" y="50974"/>
                </a:lnTo>
                <a:cubicBezTo>
                  <a:pt x="15717" y="51033"/>
                  <a:pt x="15673" y="51107"/>
                  <a:pt x="15644" y="51151"/>
                </a:cubicBezTo>
                <a:cubicBezTo>
                  <a:pt x="15585" y="51195"/>
                  <a:pt x="15541" y="51224"/>
                  <a:pt x="15496" y="51269"/>
                </a:cubicBezTo>
                <a:cubicBezTo>
                  <a:pt x="15526" y="51195"/>
                  <a:pt x="15570" y="51136"/>
                  <a:pt x="15599" y="51077"/>
                </a:cubicBezTo>
                <a:cubicBezTo>
                  <a:pt x="15658" y="51048"/>
                  <a:pt x="15688" y="51018"/>
                  <a:pt x="15747" y="50974"/>
                </a:cubicBezTo>
                <a:close/>
                <a:moveTo>
                  <a:pt x="26681" y="44425"/>
                </a:moveTo>
                <a:cubicBezTo>
                  <a:pt x="26681" y="44440"/>
                  <a:pt x="26681" y="44440"/>
                  <a:pt x="26696" y="44470"/>
                </a:cubicBezTo>
                <a:lnTo>
                  <a:pt x="26637" y="44631"/>
                </a:lnTo>
                <a:cubicBezTo>
                  <a:pt x="26652" y="44661"/>
                  <a:pt x="26652" y="44720"/>
                  <a:pt x="26681" y="44764"/>
                </a:cubicBezTo>
                <a:cubicBezTo>
                  <a:pt x="26696" y="44705"/>
                  <a:pt x="26710" y="44661"/>
                  <a:pt x="26725" y="44617"/>
                </a:cubicBezTo>
                <a:lnTo>
                  <a:pt x="26725" y="44646"/>
                </a:lnTo>
                <a:cubicBezTo>
                  <a:pt x="26416" y="45514"/>
                  <a:pt x="25901" y="46471"/>
                  <a:pt x="25136" y="47442"/>
                </a:cubicBezTo>
                <a:cubicBezTo>
                  <a:pt x="23811" y="49135"/>
                  <a:pt x="21839" y="49664"/>
                  <a:pt x="19764" y="50224"/>
                </a:cubicBezTo>
                <a:cubicBezTo>
                  <a:pt x="18631" y="50518"/>
                  <a:pt x="17513" y="50827"/>
                  <a:pt x="16394" y="51327"/>
                </a:cubicBezTo>
                <a:cubicBezTo>
                  <a:pt x="16424" y="51239"/>
                  <a:pt x="16468" y="51121"/>
                  <a:pt x="16497" y="51033"/>
                </a:cubicBezTo>
                <a:cubicBezTo>
                  <a:pt x="17645" y="50474"/>
                  <a:pt x="18808" y="50135"/>
                  <a:pt x="19941" y="49782"/>
                </a:cubicBezTo>
                <a:cubicBezTo>
                  <a:pt x="21972" y="49179"/>
                  <a:pt x="23855" y="48605"/>
                  <a:pt x="25165" y="46942"/>
                </a:cubicBezTo>
                <a:cubicBezTo>
                  <a:pt x="25813" y="46118"/>
                  <a:pt x="26313" y="45279"/>
                  <a:pt x="26681" y="44425"/>
                </a:cubicBezTo>
                <a:close/>
                <a:moveTo>
                  <a:pt x="15894" y="51077"/>
                </a:moveTo>
                <a:lnTo>
                  <a:pt x="15894" y="51077"/>
                </a:lnTo>
                <a:cubicBezTo>
                  <a:pt x="15864" y="51151"/>
                  <a:pt x="15820" y="51254"/>
                  <a:pt x="15791" y="51327"/>
                </a:cubicBezTo>
                <a:cubicBezTo>
                  <a:pt x="15717" y="51357"/>
                  <a:pt x="15658" y="51401"/>
                  <a:pt x="15585" y="51430"/>
                </a:cubicBezTo>
                <a:cubicBezTo>
                  <a:pt x="15614" y="51357"/>
                  <a:pt x="15658" y="51283"/>
                  <a:pt x="15717" y="51210"/>
                </a:cubicBezTo>
                <a:cubicBezTo>
                  <a:pt x="15761" y="51166"/>
                  <a:pt x="15835" y="51121"/>
                  <a:pt x="15894" y="51077"/>
                </a:cubicBezTo>
                <a:close/>
                <a:moveTo>
                  <a:pt x="15408" y="51239"/>
                </a:moveTo>
                <a:lnTo>
                  <a:pt x="15408" y="51239"/>
                </a:lnTo>
                <a:cubicBezTo>
                  <a:pt x="15379" y="51283"/>
                  <a:pt x="15364" y="51327"/>
                  <a:pt x="15320" y="51386"/>
                </a:cubicBezTo>
                <a:cubicBezTo>
                  <a:pt x="15290" y="51416"/>
                  <a:pt x="15246" y="51430"/>
                  <a:pt x="15187" y="51475"/>
                </a:cubicBezTo>
                <a:cubicBezTo>
                  <a:pt x="15246" y="51416"/>
                  <a:pt x="15290" y="51357"/>
                  <a:pt x="15305" y="51327"/>
                </a:cubicBezTo>
                <a:cubicBezTo>
                  <a:pt x="15349" y="51283"/>
                  <a:pt x="15379" y="51254"/>
                  <a:pt x="15408" y="51239"/>
                </a:cubicBezTo>
                <a:close/>
                <a:moveTo>
                  <a:pt x="16409" y="51092"/>
                </a:moveTo>
                <a:cubicBezTo>
                  <a:pt x="16365" y="51180"/>
                  <a:pt x="16335" y="51269"/>
                  <a:pt x="16306" y="51386"/>
                </a:cubicBezTo>
                <a:cubicBezTo>
                  <a:pt x="16232" y="51416"/>
                  <a:pt x="16129" y="51445"/>
                  <a:pt x="16056" y="51489"/>
                </a:cubicBezTo>
                <a:lnTo>
                  <a:pt x="16173" y="51210"/>
                </a:lnTo>
                <a:cubicBezTo>
                  <a:pt x="16247" y="51180"/>
                  <a:pt x="16335" y="51136"/>
                  <a:pt x="16409" y="51092"/>
                </a:cubicBezTo>
                <a:close/>
                <a:moveTo>
                  <a:pt x="15541" y="51327"/>
                </a:moveTo>
                <a:lnTo>
                  <a:pt x="15541" y="51327"/>
                </a:lnTo>
                <a:cubicBezTo>
                  <a:pt x="15526" y="51386"/>
                  <a:pt x="15496" y="51445"/>
                  <a:pt x="15452" y="51533"/>
                </a:cubicBezTo>
                <a:cubicBezTo>
                  <a:pt x="15393" y="51563"/>
                  <a:pt x="15349" y="51607"/>
                  <a:pt x="15261" y="51636"/>
                </a:cubicBezTo>
                <a:cubicBezTo>
                  <a:pt x="15305" y="51563"/>
                  <a:pt x="15349" y="51504"/>
                  <a:pt x="15379" y="51430"/>
                </a:cubicBezTo>
                <a:lnTo>
                  <a:pt x="15541" y="51327"/>
                </a:lnTo>
                <a:close/>
                <a:moveTo>
                  <a:pt x="16056" y="51269"/>
                </a:moveTo>
                <a:lnTo>
                  <a:pt x="15953" y="51548"/>
                </a:lnTo>
                <a:lnTo>
                  <a:pt x="15732" y="51651"/>
                </a:lnTo>
                <a:cubicBezTo>
                  <a:pt x="15761" y="51563"/>
                  <a:pt x="15806" y="51475"/>
                  <a:pt x="15835" y="51401"/>
                </a:cubicBezTo>
                <a:cubicBezTo>
                  <a:pt x="15909" y="51342"/>
                  <a:pt x="15982" y="51313"/>
                  <a:pt x="16056" y="51269"/>
                </a:cubicBezTo>
                <a:close/>
                <a:moveTo>
                  <a:pt x="15084" y="51504"/>
                </a:moveTo>
                <a:cubicBezTo>
                  <a:pt x="15070" y="51548"/>
                  <a:pt x="15040" y="51563"/>
                  <a:pt x="15026" y="51607"/>
                </a:cubicBezTo>
                <a:cubicBezTo>
                  <a:pt x="14996" y="51622"/>
                  <a:pt x="14981" y="51636"/>
                  <a:pt x="14937" y="51666"/>
                </a:cubicBezTo>
                <a:lnTo>
                  <a:pt x="14937" y="51666"/>
                </a:lnTo>
                <a:cubicBezTo>
                  <a:pt x="14981" y="51636"/>
                  <a:pt x="14996" y="51622"/>
                  <a:pt x="15011" y="51578"/>
                </a:cubicBezTo>
                <a:lnTo>
                  <a:pt x="15070" y="51533"/>
                </a:lnTo>
                <a:lnTo>
                  <a:pt x="15084" y="51504"/>
                </a:lnTo>
                <a:close/>
                <a:moveTo>
                  <a:pt x="26784" y="44779"/>
                </a:moveTo>
                <a:cubicBezTo>
                  <a:pt x="26784" y="44808"/>
                  <a:pt x="26799" y="44852"/>
                  <a:pt x="26799" y="44882"/>
                </a:cubicBezTo>
                <a:cubicBezTo>
                  <a:pt x="26784" y="44940"/>
                  <a:pt x="26769" y="44999"/>
                  <a:pt x="26755" y="45029"/>
                </a:cubicBezTo>
                <a:cubicBezTo>
                  <a:pt x="26755" y="45073"/>
                  <a:pt x="26769" y="45088"/>
                  <a:pt x="26769" y="45132"/>
                </a:cubicBezTo>
                <a:cubicBezTo>
                  <a:pt x="26431" y="46015"/>
                  <a:pt x="25916" y="46971"/>
                  <a:pt x="25150" y="47972"/>
                </a:cubicBezTo>
                <a:cubicBezTo>
                  <a:pt x="23782" y="49709"/>
                  <a:pt x="21766" y="50224"/>
                  <a:pt x="19617" y="50739"/>
                </a:cubicBezTo>
                <a:cubicBezTo>
                  <a:pt x="18513" y="51018"/>
                  <a:pt x="17380" y="51283"/>
                  <a:pt x="16276" y="51725"/>
                </a:cubicBezTo>
                <a:cubicBezTo>
                  <a:pt x="16321" y="51622"/>
                  <a:pt x="16335" y="51519"/>
                  <a:pt x="16379" y="51416"/>
                </a:cubicBezTo>
                <a:cubicBezTo>
                  <a:pt x="17513" y="50915"/>
                  <a:pt x="18661" y="50592"/>
                  <a:pt x="19794" y="50297"/>
                </a:cubicBezTo>
                <a:cubicBezTo>
                  <a:pt x="21898" y="49723"/>
                  <a:pt x="23855" y="49194"/>
                  <a:pt x="25209" y="47472"/>
                </a:cubicBezTo>
                <a:cubicBezTo>
                  <a:pt x="25901" y="46589"/>
                  <a:pt x="26416" y="45691"/>
                  <a:pt x="26784" y="44779"/>
                </a:cubicBezTo>
                <a:close/>
                <a:moveTo>
                  <a:pt x="15702" y="51460"/>
                </a:moveTo>
                <a:lnTo>
                  <a:pt x="15702" y="51460"/>
                </a:lnTo>
                <a:cubicBezTo>
                  <a:pt x="15688" y="51548"/>
                  <a:pt x="15658" y="51622"/>
                  <a:pt x="15614" y="51710"/>
                </a:cubicBezTo>
                <a:lnTo>
                  <a:pt x="15393" y="51828"/>
                </a:lnTo>
                <a:cubicBezTo>
                  <a:pt x="15438" y="51725"/>
                  <a:pt x="15467" y="51651"/>
                  <a:pt x="15511" y="51578"/>
                </a:cubicBezTo>
                <a:cubicBezTo>
                  <a:pt x="15585" y="51548"/>
                  <a:pt x="15629" y="51489"/>
                  <a:pt x="15702" y="51460"/>
                </a:cubicBezTo>
                <a:close/>
                <a:moveTo>
                  <a:pt x="15232" y="51548"/>
                </a:moveTo>
                <a:lnTo>
                  <a:pt x="15232" y="51548"/>
                </a:lnTo>
                <a:cubicBezTo>
                  <a:pt x="15187" y="51607"/>
                  <a:pt x="15158" y="51666"/>
                  <a:pt x="15143" y="51725"/>
                </a:cubicBezTo>
                <a:cubicBezTo>
                  <a:pt x="15084" y="51769"/>
                  <a:pt x="15026" y="51798"/>
                  <a:pt x="14996" y="51842"/>
                </a:cubicBezTo>
                <a:cubicBezTo>
                  <a:pt x="15026" y="51769"/>
                  <a:pt x="15055" y="51710"/>
                  <a:pt x="15084" y="51651"/>
                </a:cubicBezTo>
                <a:cubicBezTo>
                  <a:pt x="15143" y="51622"/>
                  <a:pt x="15173" y="51578"/>
                  <a:pt x="15232" y="51548"/>
                </a:cubicBezTo>
                <a:close/>
                <a:moveTo>
                  <a:pt x="16276" y="51489"/>
                </a:moveTo>
                <a:cubicBezTo>
                  <a:pt x="16247" y="51578"/>
                  <a:pt x="16203" y="51695"/>
                  <a:pt x="16188" y="51784"/>
                </a:cubicBezTo>
                <a:cubicBezTo>
                  <a:pt x="16100" y="51813"/>
                  <a:pt x="16026" y="51857"/>
                  <a:pt x="15938" y="51901"/>
                </a:cubicBezTo>
                <a:cubicBezTo>
                  <a:pt x="15953" y="51784"/>
                  <a:pt x="15982" y="51695"/>
                  <a:pt x="16026" y="51607"/>
                </a:cubicBezTo>
                <a:cubicBezTo>
                  <a:pt x="16115" y="51563"/>
                  <a:pt x="16188" y="51533"/>
                  <a:pt x="16276" y="51489"/>
                </a:cubicBezTo>
                <a:close/>
                <a:moveTo>
                  <a:pt x="15393" y="51651"/>
                </a:moveTo>
                <a:lnTo>
                  <a:pt x="15393" y="51651"/>
                </a:lnTo>
                <a:cubicBezTo>
                  <a:pt x="15364" y="51725"/>
                  <a:pt x="15320" y="51798"/>
                  <a:pt x="15290" y="51901"/>
                </a:cubicBezTo>
                <a:cubicBezTo>
                  <a:pt x="15217" y="51931"/>
                  <a:pt x="15158" y="51975"/>
                  <a:pt x="15084" y="52004"/>
                </a:cubicBezTo>
                <a:lnTo>
                  <a:pt x="15202" y="51784"/>
                </a:lnTo>
                <a:cubicBezTo>
                  <a:pt x="15261" y="51754"/>
                  <a:pt x="15320" y="51695"/>
                  <a:pt x="15393" y="51651"/>
                </a:cubicBezTo>
                <a:close/>
                <a:moveTo>
                  <a:pt x="14893" y="51798"/>
                </a:moveTo>
                <a:lnTo>
                  <a:pt x="14893" y="51798"/>
                </a:lnTo>
                <a:cubicBezTo>
                  <a:pt x="14864" y="51857"/>
                  <a:pt x="14849" y="51901"/>
                  <a:pt x="14820" y="51945"/>
                </a:cubicBezTo>
                <a:cubicBezTo>
                  <a:pt x="14790" y="51990"/>
                  <a:pt x="14731" y="52004"/>
                  <a:pt x="14702" y="52048"/>
                </a:cubicBezTo>
                <a:cubicBezTo>
                  <a:pt x="14731" y="51990"/>
                  <a:pt x="14761" y="51945"/>
                  <a:pt x="14790" y="51901"/>
                </a:cubicBezTo>
                <a:cubicBezTo>
                  <a:pt x="14834" y="51857"/>
                  <a:pt x="14864" y="51828"/>
                  <a:pt x="14893" y="51798"/>
                </a:cubicBezTo>
                <a:close/>
                <a:moveTo>
                  <a:pt x="15894" y="51651"/>
                </a:moveTo>
                <a:lnTo>
                  <a:pt x="15894" y="51651"/>
                </a:lnTo>
                <a:cubicBezTo>
                  <a:pt x="15864" y="51754"/>
                  <a:pt x="15820" y="51842"/>
                  <a:pt x="15806" y="51945"/>
                </a:cubicBezTo>
                <a:cubicBezTo>
                  <a:pt x="15732" y="51975"/>
                  <a:pt x="15658" y="52004"/>
                  <a:pt x="15570" y="52048"/>
                </a:cubicBezTo>
                <a:lnTo>
                  <a:pt x="15673" y="51769"/>
                </a:lnTo>
                <a:lnTo>
                  <a:pt x="15894" y="51651"/>
                </a:lnTo>
                <a:close/>
                <a:moveTo>
                  <a:pt x="26843" y="45147"/>
                </a:moveTo>
                <a:cubicBezTo>
                  <a:pt x="26858" y="45205"/>
                  <a:pt x="26858" y="45250"/>
                  <a:pt x="26872" y="45308"/>
                </a:cubicBezTo>
                <a:cubicBezTo>
                  <a:pt x="26858" y="45367"/>
                  <a:pt x="26843" y="45426"/>
                  <a:pt x="26828" y="45456"/>
                </a:cubicBezTo>
                <a:lnTo>
                  <a:pt x="26828" y="45500"/>
                </a:lnTo>
                <a:cubicBezTo>
                  <a:pt x="26490" y="46427"/>
                  <a:pt x="25960" y="47442"/>
                  <a:pt x="25136" y="48502"/>
                </a:cubicBezTo>
                <a:cubicBezTo>
                  <a:pt x="23752" y="50297"/>
                  <a:pt x="21648" y="50753"/>
                  <a:pt x="19426" y="51269"/>
                </a:cubicBezTo>
                <a:cubicBezTo>
                  <a:pt x="18381" y="51504"/>
                  <a:pt x="17262" y="51769"/>
                  <a:pt x="16129" y="52166"/>
                </a:cubicBezTo>
                <a:lnTo>
                  <a:pt x="16247" y="51842"/>
                </a:lnTo>
                <a:cubicBezTo>
                  <a:pt x="17365" y="51386"/>
                  <a:pt x="18513" y="51107"/>
                  <a:pt x="19632" y="50827"/>
                </a:cubicBezTo>
                <a:cubicBezTo>
                  <a:pt x="21795" y="50297"/>
                  <a:pt x="23841" y="49782"/>
                  <a:pt x="25209" y="48031"/>
                </a:cubicBezTo>
                <a:cubicBezTo>
                  <a:pt x="25989" y="47015"/>
                  <a:pt x="26504" y="46044"/>
                  <a:pt x="26843" y="45147"/>
                </a:cubicBezTo>
                <a:close/>
                <a:moveTo>
                  <a:pt x="15055" y="51857"/>
                </a:moveTo>
                <a:lnTo>
                  <a:pt x="15055" y="51857"/>
                </a:lnTo>
                <a:cubicBezTo>
                  <a:pt x="15026" y="51945"/>
                  <a:pt x="14996" y="52019"/>
                  <a:pt x="14952" y="52078"/>
                </a:cubicBezTo>
                <a:cubicBezTo>
                  <a:pt x="14908" y="52122"/>
                  <a:pt x="14834" y="52152"/>
                  <a:pt x="14775" y="52196"/>
                </a:cubicBezTo>
                <a:cubicBezTo>
                  <a:pt x="14805" y="52122"/>
                  <a:pt x="14849" y="52063"/>
                  <a:pt x="14878" y="51990"/>
                </a:cubicBezTo>
                <a:cubicBezTo>
                  <a:pt x="14937" y="51945"/>
                  <a:pt x="14996" y="51916"/>
                  <a:pt x="15055" y="51857"/>
                </a:cubicBezTo>
                <a:close/>
                <a:moveTo>
                  <a:pt x="15570" y="51813"/>
                </a:moveTo>
                <a:lnTo>
                  <a:pt x="15452" y="52093"/>
                </a:lnTo>
                <a:cubicBezTo>
                  <a:pt x="15379" y="52137"/>
                  <a:pt x="15290" y="52166"/>
                  <a:pt x="15217" y="52210"/>
                </a:cubicBezTo>
                <a:cubicBezTo>
                  <a:pt x="15246" y="52122"/>
                  <a:pt x="15290" y="52019"/>
                  <a:pt x="15320" y="51945"/>
                </a:cubicBezTo>
                <a:cubicBezTo>
                  <a:pt x="15423" y="51916"/>
                  <a:pt x="15496" y="51857"/>
                  <a:pt x="15570" y="51813"/>
                </a:cubicBezTo>
                <a:close/>
                <a:moveTo>
                  <a:pt x="14569" y="52093"/>
                </a:moveTo>
                <a:lnTo>
                  <a:pt x="14569" y="52093"/>
                </a:lnTo>
                <a:cubicBezTo>
                  <a:pt x="14555" y="52122"/>
                  <a:pt x="14525" y="52152"/>
                  <a:pt x="14510" y="52166"/>
                </a:cubicBezTo>
                <a:cubicBezTo>
                  <a:pt x="14481" y="52196"/>
                  <a:pt x="14466" y="52225"/>
                  <a:pt x="14422" y="52240"/>
                </a:cubicBezTo>
                <a:cubicBezTo>
                  <a:pt x="14437" y="52225"/>
                  <a:pt x="14466" y="52210"/>
                  <a:pt x="14481" y="52166"/>
                </a:cubicBezTo>
                <a:cubicBezTo>
                  <a:pt x="14510" y="52152"/>
                  <a:pt x="14525" y="52122"/>
                  <a:pt x="14569" y="52093"/>
                </a:cubicBezTo>
                <a:close/>
                <a:moveTo>
                  <a:pt x="16129" y="51872"/>
                </a:moveTo>
                <a:cubicBezTo>
                  <a:pt x="16100" y="51990"/>
                  <a:pt x="16085" y="52093"/>
                  <a:pt x="16041" y="52181"/>
                </a:cubicBezTo>
                <a:cubicBezTo>
                  <a:pt x="15967" y="52225"/>
                  <a:pt x="15879" y="52269"/>
                  <a:pt x="15791" y="52299"/>
                </a:cubicBezTo>
                <a:cubicBezTo>
                  <a:pt x="15820" y="52181"/>
                  <a:pt x="15835" y="52093"/>
                  <a:pt x="15879" y="51990"/>
                </a:cubicBezTo>
                <a:cubicBezTo>
                  <a:pt x="15967" y="51945"/>
                  <a:pt x="16056" y="51916"/>
                  <a:pt x="16129" y="51872"/>
                </a:cubicBezTo>
                <a:close/>
                <a:moveTo>
                  <a:pt x="15217" y="52004"/>
                </a:moveTo>
                <a:cubicBezTo>
                  <a:pt x="15202" y="52093"/>
                  <a:pt x="15158" y="52181"/>
                  <a:pt x="15129" y="52269"/>
                </a:cubicBezTo>
                <a:lnTo>
                  <a:pt x="14893" y="52372"/>
                </a:lnTo>
                <a:cubicBezTo>
                  <a:pt x="14937" y="52299"/>
                  <a:pt x="14981" y="52210"/>
                  <a:pt x="15011" y="52137"/>
                </a:cubicBezTo>
                <a:cubicBezTo>
                  <a:pt x="15084" y="52093"/>
                  <a:pt x="15158" y="52048"/>
                  <a:pt x="15217" y="52004"/>
                </a:cubicBezTo>
                <a:close/>
                <a:moveTo>
                  <a:pt x="14731" y="52122"/>
                </a:moveTo>
                <a:cubicBezTo>
                  <a:pt x="14702" y="52166"/>
                  <a:pt x="14658" y="52225"/>
                  <a:pt x="14643" y="52299"/>
                </a:cubicBezTo>
                <a:lnTo>
                  <a:pt x="14481" y="52416"/>
                </a:lnTo>
                <a:lnTo>
                  <a:pt x="14584" y="52240"/>
                </a:lnTo>
                <a:cubicBezTo>
                  <a:pt x="14628" y="52181"/>
                  <a:pt x="14687" y="52152"/>
                  <a:pt x="14731" y="52122"/>
                </a:cubicBezTo>
                <a:close/>
                <a:moveTo>
                  <a:pt x="15776" y="52034"/>
                </a:moveTo>
                <a:lnTo>
                  <a:pt x="15776" y="52034"/>
                </a:lnTo>
                <a:cubicBezTo>
                  <a:pt x="15747" y="52152"/>
                  <a:pt x="15732" y="52240"/>
                  <a:pt x="15688" y="52358"/>
                </a:cubicBezTo>
                <a:cubicBezTo>
                  <a:pt x="15599" y="52372"/>
                  <a:pt x="15511" y="52416"/>
                  <a:pt x="15438" y="52446"/>
                </a:cubicBezTo>
                <a:cubicBezTo>
                  <a:pt x="15467" y="52358"/>
                  <a:pt x="15511" y="52240"/>
                  <a:pt x="15541" y="52152"/>
                </a:cubicBezTo>
                <a:cubicBezTo>
                  <a:pt x="15614" y="52122"/>
                  <a:pt x="15717" y="52078"/>
                  <a:pt x="15776" y="52034"/>
                </a:cubicBezTo>
                <a:close/>
                <a:moveTo>
                  <a:pt x="14878" y="52225"/>
                </a:moveTo>
                <a:lnTo>
                  <a:pt x="14878" y="52225"/>
                </a:lnTo>
                <a:cubicBezTo>
                  <a:pt x="14849" y="52299"/>
                  <a:pt x="14805" y="52372"/>
                  <a:pt x="14775" y="52461"/>
                </a:cubicBezTo>
                <a:cubicBezTo>
                  <a:pt x="14702" y="52505"/>
                  <a:pt x="14643" y="52534"/>
                  <a:pt x="14569" y="52593"/>
                </a:cubicBezTo>
                <a:lnTo>
                  <a:pt x="14687" y="52372"/>
                </a:lnTo>
                <a:cubicBezTo>
                  <a:pt x="14761" y="52299"/>
                  <a:pt x="14834" y="52269"/>
                  <a:pt x="14878" y="52225"/>
                </a:cubicBezTo>
                <a:close/>
                <a:moveTo>
                  <a:pt x="26902" y="45529"/>
                </a:moveTo>
                <a:cubicBezTo>
                  <a:pt x="26931" y="45588"/>
                  <a:pt x="26931" y="45647"/>
                  <a:pt x="26946" y="45720"/>
                </a:cubicBezTo>
                <a:cubicBezTo>
                  <a:pt x="26946" y="45750"/>
                  <a:pt x="26931" y="45765"/>
                  <a:pt x="26931" y="45809"/>
                </a:cubicBezTo>
                <a:cubicBezTo>
                  <a:pt x="26622" y="46824"/>
                  <a:pt x="26063" y="47898"/>
                  <a:pt x="25165" y="49061"/>
                </a:cubicBezTo>
                <a:cubicBezTo>
                  <a:pt x="23752" y="50886"/>
                  <a:pt x="21574" y="51327"/>
                  <a:pt x="19279" y="51798"/>
                </a:cubicBezTo>
                <a:cubicBezTo>
                  <a:pt x="18248" y="52004"/>
                  <a:pt x="17145" y="52240"/>
                  <a:pt x="16041" y="52593"/>
                </a:cubicBezTo>
                <a:cubicBezTo>
                  <a:pt x="16056" y="52475"/>
                  <a:pt x="16100" y="52372"/>
                  <a:pt x="16115" y="52255"/>
                </a:cubicBezTo>
                <a:cubicBezTo>
                  <a:pt x="17218" y="51857"/>
                  <a:pt x="18337" y="51592"/>
                  <a:pt x="19440" y="51357"/>
                </a:cubicBezTo>
                <a:cubicBezTo>
                  <a:pt x="21692" y="50871"/>
                  <a:pt x="23811" y="50386"/>
                  <a:pt x="25209" y="48575"/>
                </a:cubicBezTo>
                <a:cubicBezTo>
                  <a:pt x="26033" y="47516"/>
                  <a:pt x="26563" y="46486"/>
                  <a:pt x="26902" y="45529"/>
                </a:cubicBezTo>
                <a:close/>
                <a:moveTo>
                  <a:pt x="14393" y="52387"/>
                </a:moveTo>
                <a:cubicBezTo>
                  <a:pt x="14363" y="52431"/>
                  <a:pt x="14334" y="52490"/>
                  <a:pt x="14304" y="52519"/>
                </a:cubicBezTo>
                <a:cubicBezTo>
                  <a:pt x="14275" y="52549"/>
                  <a:pt x="14216" y="52593"/>
                  <a:pt x="14187" y="52608"/>
                </a:cubicBezTo>
                <a:cubicBezTo>
                  <a:pt x="14201" y="52578"/>
                  <a:pt x="14246" y="52534"/>
                  <a:pt x="14260" y="52505"/>
                </a:cubicBezTo>
                <a:cubicBezTo>
                  <a:pt x="14290" y="52461"/>
                  <a:pt x="14349" y="52431"/>
                  <a:pt x="14393" y="52387"/>
                </a:cubicBezTo>
                <a:close/>
                <a:moveTo>
                  <a:pt x="15408" y="52210"/>
                </a:moveTo>
                <a:cubicBezTo>
                  <a:pt x="15379" y="52299"/>
                  <a:pt x="15335" y="52416"/>
                  <a:pt x="15320" y="52505"/>
                </a:cubicBezTo>
                <a:cubicBezTo>
                  <a:pt x="15246" y="52534"/>
                  <a:pt x="15158" y="52578"/>
                  <a:pt x="15070" y="52608"/>
                </a:cubicBezTo>
                <a:lnTo>
                  <a:pt x="15173" y="52343"/>
                </a:lnTo>
                <a:cubicBezTo>
                  <a:pt x="15246" y="52299"/>
                  <a:pt x="15349" y="52240"/>
                  <a:pt x="15408" y="52210"/>
                </a:cubicBezTo>
                <a:close/>
                <a:moveTo>
                  <a:pt x="16041" y="52299"/>
                </a:moveTo>
                <a:cubicBezTo>
                  <a:pt x="16026" y="52416"/>
                  <a:pt x="15982" y="52519"/>
                  <a:pt x="15967" y="52637"/>
                </a:cubicBezTo>
                <a:cubicBezTo>
                  <a:pt x="15864" y="52652"/>
                  <a:pt x="15761" y="52681"/>
                  <a:pt x="15673" y="52725"/>
                </a:cubicBezTo>
                <a:cubicBezTo>
                  <a:pt x="15688" y="52608"/>
                  <a:pt x="15732" y="52505"/>
                  <a:pt x="15761" y="52416"/>
                </a:cubicBezTo>
                <a:lnTo>
                  <a:pt x="16041" y="52299"/>
                </a:lnTo>
                <a:close/>
                <a:moveTo>
                  <a:pt x="14555" y="52431"/>
                </a:moveTo>
                <a:cubicBezTo>
                  <a:pt x="14510" y="52519"/>
                  <a:pt x="14481" y="52578"/>
                  <a:pt x="14437" y="52652"/>
                </a:cubicBezTo>
                <a:cubicBezTo>
                  <a:pt x="14393" y="52681"/>
                  <a:pt x="14304" y="52725"/>
                  <a:pt x="14260" y="52755"/>
                </a:cubicBezTo>
                <a:cubicBezTo>
                  <a:pt x="14290" y="52681"/>
                  <a:pt x="14334" y="52637"/>
                  <a:pt x="14363" y="52549"/>
                </a:cubicBezTo>
                <a:cubicBezTo>
                  <a:pt x="14422" y="52519"/>
                  <a:pt x="14481" y="52461"/>
                  <a:pt x="14555" y="52431"/>
                </a:cubicBezTo>
                <a:close/>
                <a:moveTo>
                  <a:pt x="14039" y="52667"/>
                </a:moveTo>
                <a:cubicBezTo>
                  <a:pt x="14025" y="52681"/>
                  <a:pt x="13995" y="52725"/>
                  <a:pt x="13981" y="52740"/>
                </a:cubicBezTo>
                <a:cubicBezTo>
                  <a:pt x="13970" y="52746"/>
                  <a:pt x="13957" y="52755"/>
                  <a:pt x="13944" y="52766"/>
                </a:cubicBezTo>
                <a:lnTo>
                  <a:pt x="13944" y="52766"/>
                </a:lnTo>
                <a:cubicBezTo>
                  <a:pt x="13946" y="52763"/>
                  <a:pt x="13949" y="52759"/>
                  <a:pt x="13951" y="52755"/>
                </a:cubicBezTo>
                <a:lnTo>
                  <a:pt x="14039" y="52667"/>
                </a:lnTo>
                <a:close/>
                <a:moveTo>
                  <a:pt x="15070" y="52387"/>
                </a:moveTo>
                <a:lnTo>
                  <a:pt x="14952" y="52667"/>
                </a:lnTo>
                <a:cubicBezTo>
                  <a:pt x="14878" y="52711"/>
                  <a:pt x="14790" y="52740"/>
                  <a:pt x="14716" y="52784"/>
                </a:cubicBezTo>
                <a:cubicBezTo>
                  <a:pt x="14761" y="52681"/>
                  <a:pt x="14790" y="52593"/>
                  <a:pt x="14834" y="52519"/>
                </a:cubicBezTo>
                <a:cubicBezTo>
                  <a:pt x="14923" y="52461"/>
                  <a:pt x="14996" y="52431"/>
                  <a:pt x="15070" y="52387"/>
                </a:cubicBezTo>
                <a:close/>
                <a:moveTo>
                  <a:pt x="15658" y="52431"/>
                </a:moveTo>
                <a:lnTo>
                  <a:pt x="15658" y="52431"/>
                </a:lnTo>
                <a:cubicBezTo>
                  <a:pt x="15614" y="52534"/>
                  <a:pt x="15599" y="52637"/>
                  <a:pt x="15585" y="52740"/>
                </a:cubicBezTo>
                <a:lnTo>
                  <a:pt x="15305" y="52858"/>
                </a:lnTo>
                <a:cubicBezTo>
                  <a:pt x="15349" y="52740"/>
                  <a:pt x="15364" y="52652"/>
                  <a:pt x="15393" y="52534"/>
                </a:cubicBezTo>
                <a:cubicBezTo>
                  <a:pt x="15496" y="52505"/>
                  <a:pt x="15585" y="52461"/>
                  <a:pt x="15658" y="52431"/>
                </a:cubicBezTo>
                <a:close/>
                <a:moveTo>
                  <a:pt x="14216" y="52681"/>
                </a:moveTo>
                <a:cubicBezTo>
                  <a:pt x="14187" y="52740"/>
                  <a:pt x="14172" y="52799"/>
                  <a:pt x="14128" y="52858"/>
                </a:cubicBezTo>
                <a:lnTo>
                  <a:pt x="13966" y="52961"/>
                </a:lnTo>
                <a:cubicBezTo>
                  <a:pt x="13995" y="52902"/>
                  <a:pt x="14025" y="52858"/>
                  <a:pt x="14054" y="52799"/>
                </a:cubicBezTo>
                <a:cubicBezTo>
                  <a:pt x="14113" y="52784"/>
                  <a:pt x="14157" y="52740"/>
                  <a:pt x="14216" y="52681"/>
                </a:cubicBezTo>
                <a:close/>
                <a:moveTo>
                  <a:pt x="14731" y="52593"/>
                </a:moveTo>
                <a:cubicBezTo>
                  <a:pt x="14687" y="52667"/>
                  <a:pt x="14658" y="52740"/>
                  <a:pt x="14628" y="52828"/>
                </a:cubicBezTo>
                <a:cubicBezTo>
                  <a:pt x="14555" y="52873"/>
                  <a:pt x="14481" y="52902"/>
                  <a:pt x="14407" y="52961"/>
                </a:cubicBezTo>
                <a:cubicBezTo>
                  <a:pt x="14437" y="52873"/>
                  <a:pt x="14481" y="52799"/>
                  <a:pt x="14510" y="52725"/>
                </a:cubicBezTo>
                <a:cubicBezTo>
                  <a:pt x="14584" y="52681"/>
                  <a:pt x="14658" y="52622"/>
                  <a:pt x="14731" y="52593"/>
                </a:cubicBezTo>
                <a:close/>
                <a:moveTo>
                  <a:pt x="15305" y="52593"/>
                </a:moveTo>
                <a:cubicBezTo>
                  <a:pt x="15261" y="52711"/>
                  <a:pt x="15246" y="52799"/>
                  <a:pt x="15217" y="52902"/>
                </a:cubicBezTo>
                <a:cubicBezTo>
                  <a:pt x="15129" y="52917"/>
                  <a:pt x="15026" y="52961"/>
                  <a:pt x="14937" y="53020"/>
                </a:cubicBezTo>
                <a:cubicBezTo>
                  <a:pt x="14981" y="52917"/>
                  <a:pt x="15011" y="52814"/>
                  <a:pt x="15040" y="52725"/>
                </a:cubicBezTo>
                <a:cubicBezTo>
                  <a:pt x="15143" y="52681"/>
                  <a:pt x="15217" y="52652"/>
                  <a:pt x="15305" y="52593"/>
                </a:cubicBezTo>
                <a:close/>
                <a:moveTo>
                  <a:pt x="26975" y="45941"/>
                </a:moveTo>
                <a:cubicBezTo>
                  <a:pt x="26990" y="45985"/>
                  <a:pt x="26990" y="46059"/>
                  <a:pt x="27005" y="46133"/>
                </a:cubicBezTo>
                <a:cubicBezTo>
                  <a:pt x="26990" y="46191"/>
                  <a:pt x="26975" y="46236"/>
                  <a:pt x="26975" y="46280"/>
                </a:cubicBezTo>
                <a:lnTo>
                  <a:pt x="26975" y="46309"/>
                </a:lnTo>
                <a:cubicBezTo>
                  <a:pt x="26652" y="47310"/>
                  <a:pt x="26092" y="48443"/>
                  <a:pt x="25180" y="49620"/>
                </a:cubicBezTo>
                <a:cubicBezTo>
                  <a:pt x="23752" y="51489"/>
                  <a:pt x="21604" y="51872"/>
                  <a:pt x="19131" y="52343"/>
                </a:cubicBezTo>
                <a:cubicBezTo>
                  <a:pt x="18116" y="52519"/>
                  <a:pt x="17071" y="52725"/>
                  <a:pt x="15982" y="53034"/>
                </a:cubicBezTo>
                <a:lnTo>
                  <a:pt x="16041" y="52711"/>
                </a:lnTo>
                <a:cubicBezTo>
                  <a:pt x="17159" y="52343"/>
                  <a:pt x="18263" y="52093"/>
                  <a:pt x="19293" y="51901"/>
                </a:cubicBezTo>
                <a:cubicBezTo>
                  <a:pt x="21619" y="51416"/>
                  <a:pt x="23811" y="50974"/>
                  <a:pt x="25224" y="49135"/>
                </a:cubicBezTo>
                <a:cubicBezTo>
                  <a:pt x="26048" y="48075"/>
                  <a:pt x="26578" y="47045"/>
                  <a:pt x="26916" y="46088"/>
                </a:cubicBezTo>
                <a:lnTo>
                  <a:pt x="26916" y="46103"/>
                </a:lnTo>
                <a:lnTo>
                  <a:pt x="26975" y="45941"/>
                </a:lnTo>
                <a:close/>
                <a:moveTo>
                  <a:pt x="15938" y="52681"/>
                </a:moveTo>
                <a:lnTo>
                  <a:pt x="15938" y="52681"/>
                </a:lnTo>
                <a:cubicBezTo>
                  <a:pt x="15909" y="52814"/>
                  <a:pt x="15894" y="52917"/>
                  <a:pt x="15879" y="53034"/>
                </a:cubicBezTo>
                <a:cubicBezTo>
                  <a:pt x="15761" y="53079"/>
                  <a:pt x="15673" y="53093"/>
                  <a:pt x="15570" y="53123"/>
                </a:cubicBezTo>
                <a:cubicBezTo>
                  <a:pt x="15585" y="53020"/>
                  <a:pt x="15599" y="52902"/>
                  <a:pt x="15644" y="52799"/>
                </a:cubicBezTo>
                <a:cubicBezTo>
                  <a:pt x="15732" y="52755"/>
                  <a:pt x="15835" y="52725"/>
                  <a:pt x="15938" y="52681"/>
                </a:cubicBezTo>
                <a:close/>
                <a:moveTo>
                  <a:pt x="14393" y="52799"/>
                </a:moveTo>
                <a:lnTo>
                  <a:pt x="14393" y="52799"/>
                </a:lnTo>
                <a:cubicBezTo>
                  <a:pt x="14349" y="52873"/>
                  <a:pt x="14304" y="52946"/>
                  <a:pt x="14275" y="53034"/>
                </a:cubicBezTo>
                <a:cubicBezTo>
                  <a:pt x="14201" y="53079"/>
                  <a:pt x="14128" y="53108"/>
                  <a:pt x="14069" y="53167"/>
                </a:cubicBezTo>
                <a:lnTo>
                  <a:pt x="14187" y="52946"/>
                </a:lnTo>
                <a:cubicBezTo>
                  <a:pt x="14246" y="52873"/>
                  <a:pt x="14319" y="52828"/>
                  <a:pt x="14393" y="52799"/>
                </a:cubicBezTo>
                <a:close/>
                <a:moveTo>
                  <a:pt x="14923" y="52755"/>
                </a:moveTo>
                <a:lnTo>
                  <a:pt x="14923" y="52755"/>
                </a:lnTo>
                <a:cubicBezTo>
                  <a:pt x="14878" y="52858"/>
                  <a:pt x="14849" y="52946"/>
                  <a:pt x="14820" y="53049"/>
                </a:cubicBezTo>
                <a:cubicBezTo>
                  <a:pt x="14761" y="53093"/>
                  <a:pt x="14658" y="53123"/>
                  <a:pt x="14569" y="53167"/>
                </a:cubicBezTo>
                <a:lnTo>
                  <a:pt x="14672" y="52887"/>
                </a:lnTo>
                <a:cubicBezTo>
                  <a:pt x="14761" y="52858"/>
                  <a:pt x="14849" y="52799"/>
                  <a:pt x="14923" y="52755"/>
                </a:cubicBezTo>
                <a:close/>
                <a:moveTo>
                  <a:pt x="13878" y="52961"/>
                </a:moveTo>
                <a:lnTo>
                  <a:pt x="13878" y="52961"/>
                </a:lnTo>
                <a:cubicBezTo>
                  <a:pt x="13848" y="53005"/>
                  <a:pt x="13819" y="53049"/>
                  <a:pt x="13804" y="53093"/>
                </a:cubicBezTo>
                <a:cubicBezTo>
                  <a:pt x="13745" y="53123"/>
                  <a:pt x="13701" y="53167"/>
                  <a:pt x="13657" y="53196"/>
                </a:cubicBezTo>
                <a:cubicBezTo>
                  <a:pt x="13672" y="53167"/>
                  <a:pt x="13701" y="53123"/>
                  <a:pt x="13730" y="53093"/>
                </a:cubicBezTo>
                <a:cubicBezTo>
                  <a:pt x="13745" y="53079"/>
                  <a:pt x="13775" y="53049"/>
                  <a:pt x="13804" y="53020"/>
                </a:cubicBezTo>
                <a:cubicBezTo>
                  <a:pt x="13819" y="53005"/>
                  <a:pt x="13833" y="52976"/>
                  <a:pt x="13878" y="52961"/>
                </a:cubicBezTo>
                <a:close/>
                <a:moveTo>
                  <a:pt x="15541" y="52858"/>
                </a:moveTo>
                <a:lnTo>
                  <a:pt x="15541" y="52858"/>
                </a:lnTo>
                <a:cubicBezTo>
                  <a:pt x="15526" y="52961"/>
                  <a:pt x="15496" y="53079"/>
                  <a:pt x="15467" y="53167"/>
                </a:cubicBezTo>
                <a:lnTo>
                  <a:pt x="15202" y="53270"/>
                </a:lnTo>
                <a:cubicBezTo>
                  <a:pt x="15217" y="53167"/>
                  <a:pt x="15246" y="53079"/>
                  <a:pt x="15276" y="52961"/>
                </a:cubicBezTo>
                <a:lnTo>
                  <a:pt x="15541" y="52858"/>
                </a:lnTo>
                <a:close/>
                <a:moveTo>
                  <a:pt x="14040" y="53020"/>
                </a:moveTo>
                <a:cubicBezTo>
                  <a:pt x="13995" y="53093"/>
                  <a:pt x="13966" y="53167"/>
                  <a:pt x="13951" y="53226"/>
                </a:cubicBezTo>
                <a:cubicBezTo>
                  <a:pt x="13878" y="53255"/>
                  <a:pt x="13819" y="53285"/>
                  <a:pt x="13745" y="53344"/>
                </a:cubicBezTo>
                <a:cubicBezTo>
                  <a:pt x="13775" y="53270"/>
                  <a:pt x="13819" y="53226"/>
                  <a:pt x="13848" y="53138"/>
                </a:cubicBezTo>
                <a:cubicBezTo>
                  <a:pt x="13907" y="53093"/>
                  <a:pt x="13981" y="53049"/>
                  <a:pt x="14040" y="53020"/>
                </a:cubicBezTo>
                <a:close/>
                <a:moveTo>
                  <a:pt x="14569" y="52946"/>
                </a:moveTo>
                <a:lnTo>
                  <a:pt x="14466" y="53226"/>
                </a:lnTo>
                <a:cubicBezTo>
                  <a:pt x="14393" y="53255"/>
                  <a:pt x="14290" y="53285"/>
                  <a:pt x="14216" y="53344"/>
                </a:cubicBezTo>
                <a:cubicBezTo>
                  <a:pt x="14260" y="53255"/>
                  <a:pt x="14290" y="53167"/>
                  <a:pt x="14334" y="53093"/>
                </a:cubicBezTo>
                <a:cubicBezTo>
                  <a:pt x="14422" y="53034"/>
                  <a:pt x="14496" y="52976"/>
                  <a:pt x="14569" y="52946"/>
                </a:cubicBezTo>
                <a:close/>
                <a:moveTo>
                  <a:pt x="15173" y="53020"/>
                </a:moveTo>
                <a:lnTo>
                  <a:pt x="15173" y="53020"/>
                </a:lnTo>
                <a:cubicBezTo>
                  <a:pt x="15143" y="53123"/>
                  <a:pt x="15129" y="53226"/>
                  <a:pt x="15099" y="53329"/>
                </a:cubicBezTo>
                <a:cubicBezTo>
                  <a:pt x="15011" y="53329"/>
                  <a:pt x="14893" y="53373"/>
                  <a:pt x="14805" y="53417"/>
                </a:cubicBezTo>
                <a:cubicBezTo>
                  <a:pt x="14849" y="53314"/>
                  <a:pt x="14864" y="53226"/>
                  <a:pt x="14893" y="53123"/>
                </a:cubicBezTo>
                <a:lnTo>
                  <a:pt x="15173" y="53020"/>
                </a:lnTo>
                <a:close/>
                <a:moveTo>
                  <a:pt x="13524" y="53270"/>
                </a:moveTo>
                <a:cubicBezTo>
                  <a:pt x="13510" y="53299"/>
                  <a:pt x="13480" y="53329"/>
                  <a:pt x="13466" y="53344"/>
                </a:cubicBezTo>
                <a:cubicBezTo>
                  <a:pt x="13421" y="53388"/>
                  <a:pt x="13392" y="53402"/>
                  <a:pt x="13363" y="53447"/>
                </a:cubicBezTo>
                <a:cubicBezTo>
                  <a:pt x="13377" y="53417"/>
                  <a:pt x="13392" y="53388"/>
                  <a:pt x="13407" y="53373"/>
                </a:cubicBezTo>
                <a:cubicBezTo>
                  <a:pt x="13451" y="53329"/>
                  <a:pt x="13480" y="53314"/>
                  <a:pt x="13524" y="53270"/>
                </a:cubicBezTo>
                <a:close/>
                <a:moveTo>
                  <a:pt x="26961" y="46456"/>
                </a:moveTo>
                <a:lnTo>
                  <a:pt x="26961" y="46471"/>
                </a:lnTo>
                <a:cubicBezTo>
                  <a:pt x="26975" y="46486"/>
                  <a:pt x="26990" y="46530"/>
                  <a:pt x="26990" y="46545"/>
                </a:cubicBezTo>
                <a:cubicBezTo>
                  <a:pt x="26990" y="46574"/>
                  <a:pt x="26990" y="46618"/>
                  <a:pt x="27005" y="46648"/>
                </a:cubicBezTo>
                <a:cubicBezTo>
                  <a:pt x="26666" y="47751"/>
                  <a:pt x="26107" y="48929"/>
                  <a:pt x="25180" y="50135"/>
                </a:cubicBezTo>
                <a:cubicBezTo>
                  <a:pt x="23708" y="52034"/>
                  <a:pt x="21501" y="52402"/>
                  <a:pt x="18940" y="52858"/>
                </a:cubicBezTo>
                <a:cubicBezTo>
                  <a:pt x="17969" y="53020"/>
                  <a:pt x="16939" y="53182"/>
                  <a:pt x="15909" y="53461"/>
                </a:cubicBezTo>
                <a:cubicBezTo>
                  <a:pt x="15923" y="53344"/>
                  <a:pt x="15953" y="53226"/>
                  <a:pt x="15953" y="53108"/>
                </a:cubicBezTo>
                <a:cubicBezTo>
                  <a:pt x="17027" y="52784"/>
                  <a:pt x="18101" y="52578"/>
                  <a:pt x="19117" y="52387"/>
                </a:cubicBezTo>
                <a:cubicBezTo>
                  <a:pt x="21501" y="51945"/>
                  <a:pt x="23752" y="51533"/>
                  <a:pt x="25224" y="49635"/>
                </a:cubicBezTo>
                <a:cubicBezTo>
                  <a:pt x="26033" y="48590"/>
                  <a:pt x="26593" y="47516"/>
                  <a:pt x="26961" y="46456"/>
                </a:cubicBezTo>
                <a:close/>
                <a:moveTo>
                  <a:pt x="14201" y="53167"/>
                </a:moveTo>
                <a:cubicBezTo>
                  <a:pt x="14187" y="53226"/>
                  <a:pt x="14143" y="53314"/>
                  <a:pt x="14113" y="53402"/>
                </a:cubicBezTo>
                <a:cubicBezTo>
                  <a:pt x="14040" y="53447"/>
                  <a:pt x="13966" y="53491"/>
                  <a:pt x="13878" y="53535"/>
                </a:cubicBezTo>
                <a:cubicBezTo>
                  <a:pt x="13907" y="53461"/>
                  <a:pt x="13951" y="53373"/>
                  <a:pt x="13981" y="53285"/>
                </a:cubicBezTo>
                <a:cubicBezTo>
                  <a:pt x="14054" y="53255"/>
                  <a:pt x="14128" y="53196"/>
                  <a:pt x="14201" y="53167"/>
                </a:cubicBezTo>
                <a:close/>
                <a:moveTo>
                  <a:pt x="14805" y="53152"/>
                </a:moveTo>
                <a:lnTo>
                  <a:pt x="14805" y="53152"/>
                </a:lnTo>
                <a:cubicBezTo>
                  <a:pt x="14775" y="53241"/>
                  <a:pt x="14761" y="53344"/>
                  <a:pt x="14716" y="53447"/>
                </a:cubicBezTo>
                <a:lnTo>
                  <a:pt x="14437" y="53550"/>
                </a:lnTo>
                <a:cubicBezTo>
                  <a:pt x="14481" y="53461"/>
                  <a:pt x="14496" y="53373"/>
                  <a:pt x="14525" y="53255"/>
                </a:cubicBezTo>
                <a:cubicBezTo>
                  <a:pt x="14628" y="53241"/>
                  <a:pt x="14716" y="53196"/>
                  <a:pt x="14805" y="53152"/>
                </a:cubicBezTo>
                <a:close/>
                <a:moveTo>
                  <a:pt x="13686" y="53270"/>
                </a:moveTo>
                <a:cubicBezTo>
                  <a:pt x="13657" y="53329"/>
                  <a:pt x="13627" y="53388"/>
                  <a:pt x="13598" y="53447"/>
                </a:cubicBezTo>
                <a:cubicBezTo>
                  <a:pt x="13539" y="53476"/>
                  <a:pt x="13480" y="53505"/>
                  <a:pt x="13407" y="53564"/>
                </a:cubicBezTo>
                <a:cubicBezTo>
                  <a:pt x="13451" y="53505"/>
                  <a:pt x="13480" y="53461"/>
                  <a:pt x="13510" y="53402"/>
                </a:cubicBezTo>
                <a:cubicBezTo>
                  <a:pt x="13583" y="53373"/>
                  <a:pt x="13627" y="53314"/>
                  <a:pt x="13686" y="53270"/>
                </a:cubicBezTo>
                <a:close/>
                <a:moveTo>
                  <a:pt x="15879" y="53138"/>
                </a:moveTo>
                <a:lnTo>
                  <a:pt x="15879" y="53138"/>
                </a:lnTo>
                <a:cubicBezTo>
                  <a:pt x="15864" y="53255"/>
                  <a:pt x="15835" y="53358"/>
                  <a:pt x="15835" y="53491"/>
                </a:cubicBezTo>
                <a:cubicBezTo>
                  <a:pt x="15717" y="53491"/>
                  <a:pt x="15599" y="53535"/>
                  <a:pt x="15511" y="53564"/>
                </a:cubicBezTo>
                <a:lnTo>
                  <a:pt x="15570" y="53241"/>
                </a:lnTo>
                <a:cubicBezTo>
                  <a:pt x="15673" y="53196"/>
                  <a:pt x="15761" y="53167"/>
                  <a:pt x="15879" y="53138"/>
                </a:cubicBezTo>
                <a:close/>
                <a:moveTo>
                  <a:pt x="13142" y="53594"/>
                </a:moveTo>
                <a:cubicBezTo>
                  <a:pt x="13142" y="53608"/>
                  <a:pt x="13112" y="53608"/>
                  <a:pt x="13112" y="53623"/>
                </a:cubicBezTo>
                <a:cubicBezTo>
                  <a:pt x="13100" y="53635"/>
                  <a:pt x="13078" y="53648"/>
                  <a:pt x="13053" y="53669"/>
                </a:cubicBezTo>
                <a:lnTo>
                  <a:pt x="13053" y="53669"/>
                </a:lnTo>
                <a:cubicBezTo>
                  <a:pt x="13054" y="53665"/>
                  <a:pt x="13054" y="53659"/>
                  <a:pt x="13054" y="53653"/>
                </a:cubicBezTo>
                <a:lnTo>
                  <a:pt x="13142" y="53594"/>
                </a:lnTo>
                <a:close/>
                <a:moveTo>
                  <a:pt x="15467" y="53255"/>
                </a:moveTo>
                <a:lnTo>
                  <a:pt x="15423" y="53594"/>
                </a:lnTo>
                <a:cubicBezTo>
                  <a:pt x="15305" y="53623"/>
                  <a:pt x="15217" y="53653"/>
                  <a:pt x="15099" y="53697"/>
                </a:cubicBezTo>
                <a:cubicBezTo>
                  <a:pt x="15129" y="53594"/>
                  <a:pt x="15143" y="53476"/>
                  <a:pt x="15173" y="53373"/>
                </a:cubicBezTo>
                <a:cubicBezTo>
                  <a:pt x="15276" y="53329"/>
                  <a:pt x="15379" y="53299"/>
                  <a:pt x="15467" y="53255"/>
                </a:cubicBezTo>
                <a:close/>
                <a:moveTo>
                  <a:pt x="13878" y="53373"/>
                </a:moveTo>
                <a:cubicBezTo>
                  <a:pt x="13833" y="53447"/>
                  <a:pt x="13789" y="53520"/>
                  <a:pt x="13760" y="53608"/>
                </a:cubicBezTo>
                <a:cubicBezTo>
                  <a:pt x="13686" y="53638"/>
                  <a:pt x="13613" y="53697"/>
                  <a:pt x="13539" y="53741"/>
                </a:cubicBezTo>
                <a:lnTo>
                  <a:pt x="13657" y="53520"/>
                </a:lnTo>
                <a:cubicBezTo>
                  <a:pt x="13730" y="53461"/>
                  <a:pt x="13789" y="53402"/>
                  <a:pt x="13878" y="53373"/>
                </a:cubicBezTo>
                <a:close/>
                <a:moveTo>
                  <a:pt x="14437" y="53329"/>
                </a:moveTo>
                <a:lnTo>
                  <a:pt x="14437" y="53329"/>
                </a:lnTo>
                <a:cubicBezTo>
                  <a:pt x="14407" y="53417"/>
                  <a:pt x="14363" y="53520"/>
                  <a:pt x="14349" y="53608"/>
                </a:cubicBezTo>
                <a:cubicBezTo>
                  <a:pt x="14260" y="53638"/>
                  <a:pt x="14157" y="53682"/>
                  <a:pt x="14069" y="53741"/>
                </a:cubicBezTo>
                <a:lnTo>
                  <a:pt x="14187" y="53461"/>
                </a:lnTo>
                <a:cubicBezTo>
                  <a:pt x="14275" y="53417"/>
                  <a:pt x="14349" y="53373"/>
                  <a:pt x="14437" y="53329"/>
                </a:cubicBezTo>
                <a:close/>
                <a:moveTo>
                  <a:pt x="13333" y="53550"/>
                </a:moveTo>
                <a:lnTo>
                  <a:pt x="13333" y="53550"/>
                </a:lnTo>
                <a:cubicBezTo>
                  <a:pt x="13318" y="53594"/>
                  <a:pt x="13289" y="53638"/>
                  <a:pt x="13260" y="53682"/>
                </a:cubicBezTo>
                <a:cubicBezTo>
                  <a:pt x="13201" y="53711"/>
                  <a:pt x="13157" y="53756"/>
                  <a:pt x="13112" y="53785"/>
                </a:cubicBezTo>
                <a:cubicBezTo>
                  <a:pt x="13127" y="53756"/>
                  <a:pt x="13171" y="53711"/>
                  <a:pt x="13186" y="53682"/>
                </a:cubicBezTo>
                <a:cubicBezTo>
                  <a:pt x="13230" y="53638"/>
                  <a:pt x="13289" y="53608"/>
                  <a:pt x="13333" y="53550"/>
                </a:cubicBezTo>
                <a:close/>
                <a:moveTo>
                  <a:pt x="15084" y="53402"/>
                </a:moveTo>
                <a:cubicBezTo>
                  <a:pt x="15070" y="53520"/>
                  <a:pt x="15040" y="53623"/>
                  <a:pt x="15011" y="53711"/>
                </a:cubicBezTo>
                <a:cubicBezTo>
                  <a:pt x="14893" y="53756"/>
                  <a:pt x="14805" y="53785"/>
                  <a:pt x="14702" y="53829"/>
                </a:cubicBezTo>
                <a:cubicBezTo>
                  <a:pt x="14731" y="53711"/>
                  <a:pt x="14761" y="53608"/>
                  <a:pt x="14790" y="53520"/>
                </a:cubicBezTo>
                <a:cubicBezTo>
                  <a:pt x="14878" y="53476"/>
                  <a:pt x="14996" y="53447"/>
                  <a:pt x="15084" y="53402"/>
                </a:cubicBezTo>
                <a:close/>
                <a:moveTo>
                  <a:pt x="14069" y="53520"/>
                </a:moveTo>
                <a:lnTo>
                  <a:pt x="14069" y="53520"/>
                </a:lnTo>
                <a:cubicBezTo>
                  <a:pt x="14040" y="53608"/>
                  <a:pt x="13995" y="53697"/>
                  <a:pt x="13981" y="53770"/>
                </a:cubicBezTo>
                <a:cubicBezTo>
                  <a:pt x="13892" y="53814"/>
                  <a:pt x="13819" y="53859"/>
                  <a:pt x="13716" y="53903"/>
                </a:cubicBezTo>
                <a:cubicBezTo>
                  <a:pt x="13760" y="53814"/>
                  <a:pt x="13789" y="53741"/>
                  <a:pt x="13833" y="53638"/>
                </a:cubicBezTo>
                <a:cubicBezTo>
                  <a:pt x="13907" y="53608"/>
                  <a:pt x="13995" y="53550"/>
                  <a:pt x="14069" y="53520"/>
                </a:cubicBezTo>
                <a:close/>
                <a:moveTo>
                  <a:pt x="27005" y="46868"/>
                </a:moveTo>
                <a:cubicBezTo>
                  <a:pt x="27005" y="46927"/>
                  <a:pt x="27019" y="46986"/>
                  <a:pt x="27019" y="47015"/>
                </a:cubicBezTo>
                <a:cubicBezTo>
                  <a:pt x="27034" y="47030"/>
                  <a:pt x="27034" y="47060"/>
                  <a:pt x="27034" y="47089"/>
                </a:cubicBezTo>
                <a:cubicBezTo>
                  <a:pt x="26710" y="48237"/>
                  <a:pt x="26122" y="49429"/>
                  <a:pt x="25180" y="50665"/>
                </a:cubicBezTo>
                <a:cubicBezTo>
                  <a:pt x="23679" y="52622"/>
                  <a:pt x="21412" y="52976"/>
                  <a:pt x="18764" y="53358"/>
                </a:cubicBezTo>
                <a:cubicBezTo>
                  <a:pt x="17822" y="53505"/>
                  <a:pt x="16850" y="53653"/>
                  <a:pt x="15864" y="53903"/>
                </a:cubicBezTo>
                <a:cubicBezTo>
                  <a:pt x="15864" y="53785"/>
                  <a:pt x="15879" y="53653"/>
                  <a:pt x="15894" y="53550"/>
                </a:cubicBezTo>
                <a:cubicBezTo>
                  <a:pt x="16939" y="53270"/>
                  <a:pt x="17969" y="53093"/>
                  <a:pt x="18940" y="52917"/>
                </a:cubicBezTo>
                <a:cubicBezTo>
                  <a:pt x="21516" y="52505"/>
                  <a:pt x="23723" y="52122"/>
                  <a:pt x="25239" y="50180"/>
                </a:cubicBezTo>
                <a:cubicBezTo>
                  <a:pt x="26107" y="49046"/>
                  <a:pt x="26666" y="47943"/>
                  <a:pt x="27005" y="46868"/>
                </a:cubicBezTo>
                <a:close/>
                <a:moveTo>
                  <a:pt x="13524" y="53564"/>
                </a:moveTo>
                <a:lnTo>
                  <a:pt x="13524" y="53564"/>
                </a:lnTo>
                <a:cubicBezTo>
                  <a:pt x="13480" y="53653"/>
                  <a:pt x="13451" y="53741"/>
                  <a:pt x="13407" y="53785"/>
                </a:cubicBezTo>
                <a:cubicBezTo>
                  <a:pt x="13333" y="53829"/>
                  <a:pt x="13289" y="53888"/>
                  <a:pt x="13215" y="53917"/>
                </a:cubicBezTo>
                <a:cubicBezTo>
                  <a:pt x="13245" y="53844"/>
                  <a:pt x="13289" y="53785"/>
                  <a:pt x="13318" y="53711"/>
                </a:cubicBezTo>
                <a:cubicBezTo>
                  <a:pt x="13392" y="53653"/>
                  <a:pt x="13451" y="53623"/>
                  <a:pt x="13524" y="53564"/>
                </a:cubicBezTo>
                <a:close/>
                <a:moveTo>
                  <a:pt x="14687" y="53550"/>
                </a:moveTo>
                <a:lnTo>
                  <a:pt x="14687" y="53550"/>
                </a:lnTo>
                <a:cubicBezTo>
                  <a:pt x="14658" y="53667"/>
                  <a:pt x="14628" y="53756"/>
                  <a:pt x="14613" y="53859"/>
                </a:cubicBezTo>
                <a:cubicBezTo>
                  <a:pt x="14510" y="53903"/>
                  <a:pt x="14422" y="53932"/>
                  <a:pt x="14319" y="53976"/>
                </a:cubicBezTo>
                <a:cubicBezTo>
                  <a:pt x="14334" y="53859"/>
                  <a:pt x="14363" y="53770"/>
                  <a:pt x="14407" y="53682"/>
                </a:cubicBezTo>
                <a:cubicBezTo>
                  <a:pt x="14496" y="53638"/>
                  <a:pt x="14584" y="53608"/>
                  <a:pt x="14687" y="53550"/>
                </a:cubicBezTo>
                <a:close/>
                <a:moveTo>
                  <a:pt x="15820" y="53564"/>
                </a:moveTo>
                <a:lnTo>
                  <a:pt x="15820" y="53564"/>
                </a:lnTo>
                <a:cubicBezTo>
                  <a:pt x="15806" y="53682"/>
                  <a:pt x="15806" y="53814"/>
                  <a:pt x="15806" y="53917"/>
                </a:cubicBezTo>
                <a:cubicBezTo>
                  <a:pt x="15673" y="53932"/>
                  <a:pt x="15570" y="53976"/>
                  <a:pt x="15452" y="54006"/>
                </a:cubicBezTo>
                <a:cubicBezTo>
                  <a:pt x="15467" y="53903"/>
                  <a:pt x="15467" y="53770"/>
                  <a:pt x="15496" y="53667"/>
                </a:cubicBezTo>
                <a:cubicBezTo>
                  <a:pt x="15599" y="53623"/>
                  <a:pt x="15717" y="53608"/>
                  <a:pt x="15820" y="53564"/>
                </a:cubicBezTo>
                <a:close/>
                <a:moveTo>
                  <a:pt x="12965" y="53859"/>
                </a:moveTo>
                <a:cubicBezTo>
                  <a:pt x="12951" y="53888"/>
                  <a:pt x="12936" y="53917"/>
                  <a:pt x="12921" y="53932"/>
                </a:cubicBezTo>
                <a:cubicBezTo>
                  <a:pt x="12877" y="53976"/>
                  <a:pt x="12818" y="54006"/>
                  <a:pt x="12789" y="54050"/>
                </a:cubicBezTo>
                <a:cubicBezTo>
                  <a:pt x="12803" y="54020"/>
                  <a:pt x="12818" y="54006"/>
                  <a:pt x="12847" y="53976"/>
                </a:cubicBezTo>
                <a:cubicBezTo>
                  <a:pt x="12877" y="53932"/>
                  <a:pt x="12936" y="53903"/>
                  <a:pt x="12965" y="53859"/>
                </a:cubicBezTo>
                <a:close/>
                <a:moveTo>
                  <a:pt x="13716" y="53697"/>
                </a:moveTo>
                <a:lnTo>
                  <a:pt x="13716" y="53697"/>
                </a:lnTo>
                <a:cubicBezTo>
                  <a:pt x="13686" y="53785"/>
                  <a:pt x="13657" y="53888"/>
                  <a:pt x="13613" y="53962"/>
                </a:cubicBezTo>
                <a:cubicBezTo>
                  <a:pt x="13539" y="53991"/>
                  <a:pt x="13451" y="54050"/>
                  <a:pt x="13377" y="54079"/>
                </a:cubicBezTo>
                <a:cubicBezTo>
                  <a:pt x="13407" y="54006"/>
                  <a:pt x="13451" y="53917"/>
                  <a:pt x="13480" y="53844"/>
                </a:cubicBezTo>
                <a:cubicBezTo>
                  <a:pt x="13554" y="53785"/>
                  <a:pt x="13657" y="53756"/>
                  <a:pt x="13716" y="53697"/>
                </a:cubicBezTo>
                <a:close/>
                <a:moveTo>
                  <a:pt x="14319" y="53711"/>
                </a:moveTo>
                <a:cubicBezTo>
                  <a:pt x="14275" y="53814"/>
                  <a:pt x="14260" y="53917"/>
                  <a:pt x="14246" y="54006"/>
                </a:cubicBezTo>
                <a:cubicBezTo>
                  <a:pt x="14143" y="54050"/>
                  <a:pt x="14054" y="54079"/>
                  <a:pt x="13951" y="54123"/>
                </a:cubicBezTo>
                <a:cubicBezTo>
                  <a:pt x="13981" y="54035"/>
                  <a:pt x="13995" y="53932"/>
                  <a:pt x="14040" y="53829"/>
                </a:cubicBezTo>
                <a:lnTo>
                  <a:pt x="14319" y="53711"/>
                </a:lnTo>
                <a:close/>
                <a:moveTo>
                  <a:pt x="15393" y="53682"/>
                </a:moveTo>
                <a:lnTo>
                  <a:pt x="15393" y="53682"/>
                </a:lnTo>
                <a:cubicBezTo>
                  <a:pt x="15379" y="53785"/>
                  <a:pt x="15364" y="53903"/>
                  <a:pt x="15364" y="54020"/>
                </a:cubicBezTo>
                <a:cubicBezTo>
                  <a:pt x="15246" y="54065"/>
                  <a:pt x="15143" y="54079"/>
                  <a:pt x="15026" y="54123"/>
                </a:cubicBezTo>
                <a:cubicBezTo>
                  <a:pt x="15055" y="54006"/>
                  <a:pt x="15070" y="53903"/>
                  <a:pt x="15084" y="53770"/>
                </a:cubicBezTo>
                <a:cubicBezTo>
                  <a:pt x="15187" y="53741"/>
                  <a:pt x="15305" y="53697"/>
                  <a:pt x="15393" y="53682"/>
                </a:cubicBezTo>
                <a:close/>
                <a:moveTo>
                  <a:pt x="13157" y="53859"/>
                </a:moveTo>
                <a:cubicBezTo>
                  <a:pt x="13112" y="53917"/>
                  <a:pt x="13098" y="53976"/>
                  <a:pt x="13054" y="54020"/>
                </a:cubicBezTo>
                <a:cubicBezTo>
                  <a:pt x="13009" y="54065"/>
                  <a:pt x="12936" y="54123"/>
                  <a:pt x="12877" y="54153"/>
                </a:cubicBezTo>
                <a:cubicBezTo>
                  <a:pt x="12921" y="54094"/>
                  <a:pt x="12936" y="54050"/>
                  <a:pt x="12965" y="54006"/>
                </a:cubicBezTo>
                <a:cubicBezTo>
                  <a:pt x="13039" y="53962"/>
                  <a:pt x="13098" y="53903"/>
                  <a:pt x="13157" y="53859"/>
                </a:cubicBezTo>
                <a:close/>
                <a:moveTo>
                  <a:pt x="14996" y="53814"/>
                </a:moveTo>
                <a:lnTo>
                  <a:pt x="14937" y="54138"/>
                </a:lnTo>
                <a:cubicBezTo>
                  <a:pt x="14849" y="54182"/>
                  <a:pt x="14731" y="54212"/>
                  <a:pt x="14628" y="54256"/>
                </a:cubicBezTo>
                <a:lnTo>
                  <a:pt x="14672" y="53917"/>
                </a:lnTo>
                <a:cubicBezTo>
                  <a:pt x="14790" y="53888"/>
                  <a:pt x="14878" y="53844"/>
                  <a:pt x="14996" y="53814"/>
                </a:cubicBezTo>
                <a:close/>
                <a:moveTo>
                  <a:pt x="13363" y="53932"/>
                </a:moveTo>
                <a:lnTo>
                  <a:pt x="13245" y="54153"/>
                </a:lnTo>
                <a:cubicBezTo>
                  <a:pt x="13171" y="54197"/>
                  <a:pt x="13098" y="54241"/>
                  <a:pt x="13009" y="54285"/>
                </a:cubicBezTo>
                <a:lnTo>
                  <a:pt x="13112" y="54065"/>
                </a:lnTo>
                <a:cubicBezTo>
                  <a:pt x="13215" y="54020"/>
                  <a:pt x="13289" y="53976"/>
                  <a:pt x="13363" y="53932"/>
                </a:cubicBezTo>
                <a:close/>
                <a:moveTo>
                  <a:pt x="13951" y="53888"/>
                </a:moveTo>
                <a:cubicBezTo>
                  <a:pt x="13907" y="53976"/>
                  <a:pt x="13878" y="54065"/>
                  <a:pt x="13848" y="54153"/>
                </a:cubicBezTo>
                <a:cubicBezTo>
                  <a:pt x="13760" y="54197"/>
                  <a:pt x="13672" y="54227"/>
                  <a:pt x="13583" y="54285"/>
                </a:cubicBezTo>
                <a:lnTo>
                  <a:pt x="13686" y="54006"/>
                </a:lnTo>
                <a:cubicBezTo>
                  <a:pt x="13775" y="53976"/>
                  <a:pt x="13878" y="53917"/>
                  <a:pt x="13951" y="53888"/>
                </a:cubicBezTo>
                <a:close/>
                <a:moveTo>
                  <a:pt x="12568" y="54197"/>
                </a:moveTo>
                <a:cubicBezTo>
                  <a:pt x="12553" y="54212"/>
                  <a:pt x="12553" y="54227"/>
                  <a:pt x="12524" y="54256"/>
                </a:cubicBezTo>
                <a:cubicBezTo>
                  <a:pt x="12509" y="54271"/>
                  <a:pt x="12494" y="54285"/>
                  <a:pt x="12450" y="54300"/>
                </a:cubicBezTo>
                <a:cubicBezTo>
                  <a:pt x="12494" y="54285"/>
                  <a:pt x="12509" y="54271"/>
                  <a:pt x="12509" y="54256"/>
                </a:cubicBezTo>
                <a:lnTo>
                  <a:pt x="12568" y="54197"/>
                </a:lnTo>
                <a:close/>
                <a:moveTo>
                  <a:pt x="27075" y="47307"/>
                </a:moveTo>
                <a:lnTo>
                  <a:pt x="27075" y="47307"/>
                </a:lnTo>
                <a:cubicBezTo>
                  <a:pt x="27064" y="47345"/>
                  <a:pt x="27065" y="47371"/>
                  <a:pt x="27078" y="47398"/>
                </a:cubicBezTo>
                <a:lnTo>
                  <a:pt x="27078" y="47457"/>
                </a:lnTo>
                <a:lnTo>
                  <a:pt x="27078" y="47531"/>
                </a:lnTo>
                <a:cubicBezTo>
                  <a:pt x="26769" y="48664"/>
                  <a:pt x="26195" y="49885"/>
                  <a:pt x="25195" y="51195"/>
                </a:cubicBezTo>
                <a:cubicBezTo>
                  <a:pt x="23649" y="53211"/>
                  <a:pt x="21324" y="53535"/>
                  <a:pt x="18616" y="53903"/>
                </a:cubicBezTo>
                <a:cubicBezTo>
                  <a:pt x="17733" y="54020"/>
                  <a:pt x="16821" y="54138"/>
                  <a:pt x="15879" y="54344"/>
                </a:cubicBezTo>
                <a:cubicBezTo>
                  <a:pt x="15879" y="54212"/>
                  <a:pt x="15879" y="54094"/>
                  <a:pt x="15894" y="53976"/>
                </a:cubicBezTo>
                <a:cubicBezTo>
                  <a:pt x="16880" y="53726"/>
                  <a:pt x="17881" y="53579"/>
                  <a:pt x="18822" y="53432"/>
                </a:cubicBezTo>
                <a:cubicBezTo>
                  <a:pt x="21471" y="53034"/>
                  <a:pt x="23752" y="52681"/>
                  <a:pt x="25268" y="50695"/>
                </a:cubicBezTo>
                <a:cubicBezTo>
                  <a:pt x="26148" y="49536"/>
                  <a:pt x="26736" y="48393"/>
                  <a:pt x="27075" y="47307"/>
                </a:cubicBezTo>
                <a:close/>
                <a:moveTo>
                  <a:pt x="14584" y="53962"/>
                </a:moveTo>
                <a:cubicBezTo>
                  <a:pt x="14569" y="54065"/>
                  <a:pt x="14555" y="54182"/>
                  <a:pt x="14525" y="54271"/>
                </a:cubicBezTo>
                <a:cubicBezTo>
                  <a:pt x="14422" y="54300"/>
                  <a:pt x="14334" y="54344"/>
                  <a:pt x="14216" y="54374"/>
                </a:cubicBezTo>
                <a:cubicBezTo>
                  <a:pt x="14246" y="54271"/>
                  <a:pt x="14275" y="54182"/>
                  <a:pt x="14290" y="54065"/>
                </a:cubicBezTo>
                <a:cubicBezTo>
                  <a:pt x="14393" y="54035"/>
                  <a:pt x="14496" y="53991"/>
                  <a:pt x="14584" y="53962"/>
                </a:cubicBezTo>
                <a:close/>
                <a:moveTo>
                  <a:pt x="12789" y="54153"/>
                </a:moveTo>
                <a:lnTo>
                  <a:pt x="12789" y="54153"/>
                </a:lnTo>
                <a:cubicBezTo>
                  <a:pt x="12774" y="54197"/>
                  <a:pt x="12730" y="54227"/>
                  <a:pt x="12715" y="54285"/>
                </a:cubicBezTo>
                <a:cubicBezTo>
                  <a:pt x="12656" y="54330"/>
                  <a:pt x="12583" y="54374"/>
                  <a:pt x="12524" y="54418"/>
                </a:cubicBezTo>
                <a:cubicBezTo>
                  <a:pt x="12538" y="54374"/>
                  <a:pt x="12583" y="54344"/>
                  <a:pt x="12597" y="54300"/>
                </a:cubicBezTo>
                <a:cubicBezTo>
                  <a:pt x="12671" y="54256"/>
                  <a:pt x="12730" y="54197"/>
                  <a:pt x="12789" y="54153"/>
                </a:cubicBezTo>
                <a:close/>
                <a:moveTo>
                  <a:pt x="15806" y="53991"/>
                </a:moveTo>
                <a:lnTo>
                  <a:pt x="15806" y="54359"/>
                </a:lnTo>
                <a:cubicBezTo>
                  <a:pt x="15673" y="54374"/>
                  <a:pt x="15570" y="54418"/>
                  <a:pt x="15438" y="54433"/>
                </a:cubicBezTo>
                <a:cubicBezTo>
                  <a:pt x="15423" y="54359"/>
                  <a:pt x="15423" y="54271"/>
                  <a:pt x="15438" y="54197"/>
                </a:cubicBezTo>
                <a:cubicBezTo>
                  <a:pt x="15438" y="54153"/>
                  <a:pt x="15438" y="54123"/>
                  <a:pt x="15452" y="54079"/>
                </a:cubicBezTo>
                <a:cubicBezTo>
                  <a:pt x="15555" y="54050"/>
                  <a:pt x="15688" y="54020"/>
                  <a:pt x="15806" y="53991"/>
                </a:cubicBezTo>
                <a:close/>
                <a:moveTo>
                  <a:pt x="13554" y="54065"/>
                </a:moveTo>
                <a:lnTo>
                  <a:pt x="13554" y="54065"/>
                </a:lnTo>
                <a:cubicBezTo>
                  <a:pt x="13524" y="54153"/>
                  <a:pt x="13480" y="54256"/>
                  <a:pt x="13466" y="54330"/>
                </a:cubicBezTo>
                <a:cubicBezTo>
                  <a:pt x="13377" y="54359"/>
                  <a:pt x="13289" y="54418"/>
                  <a:pt x="13201" y="54447"/>
                </a:cubicBezTo>
                <a:cubicBezTo>
                  <a:pt x="13245" y="54359"/>
                  <a:pt x="13289" y="54285"/>
                  <a:pt x="13318" y="54197"/>
                </a:cubicBezTo>
                <a:cubicBezTo>
                  <a:pt x="13392" y="54182"/>
                  <a:pt x="13480" y="54123"/>
                  <a:pt x="13554" y="54065"/>
                </a:cubicBezTo>
                <a:close/>
                <a:moveTo>
                  <a:pt x="12980" y="54197"/>
                </a:moveTo>
                <a:cubicBezTo>
                  <a:pt x="12951" y="54256"/>
                  <a:pt x="12921" y="54300"/>
                  <a:pt x="12892" y="54374"/>
                </a:cubicBezTo>
                <a:cubicBezTo>
                  <a:pt x="12818" y="54418"/>
                  <a:pt x="12744" y="54477"/>
                  <a:pt x="12671" y="54521"/>
                </a:cubicBezTo>
                <a:cubicBezTo>
                  <a:pt x="12715" y="54477"/>
                  <a:pt x="12744" y="54403"/>
                  <a:pt x="12789" y="54344"/>
                </a:cubicBezTo>
                <a:cubicBezTo>
                  <a:pt x="12862" y="54285"/>
                  <a:pt x="12936" y="54227"/>
                  <a:pt x="12980" y="54197"/>
                </a:cubicBezTo>
                <a:close/>
                <a:moveTo>
                  <a:pt x="14201" y="54109"/>
                </a:moveTo>
                <a:lnTo>
                  <a:pt x="14201" y="54109"/>
                </a:lnTo>
                <a:cubicBezTo>
                  <a:pt x="14187" y="54212"/>
                  <a:pt x="14143" y="54300"/>
                  <a:pt x="14128" y="54418"/>
                </a:cubicBezTo>
                <a:cubicBezTo>
                  <a:pt x="14025" y="54447"/>
                  <a:pt x="13922" y="54491"/>
                  <a:pt x="13819" y="54521"/>
                </a:cubicBezTo>
                <a:cubicBezTo>
                  <a:pt x="13848" y="54418"/>
                  <a:pt x="13892" y="54330"/>
                  <a:pt x="13907" y="54227"/>
                </a:cubicBezTo>
                <a:cubicBezTo>
                  <a:pt x="13995" y="54197"/>
                  <a:pt x="14113" y="54138"/>
                  <a:pt x="14201" y="54109"/>
                </a:cubicBezTo>
                <a:close/>
                <a:moveTo>
                  <a:pt x="15349" y="54094"/>
                </a:moveTo>
                <a:lnTo>
                  <a:pt x="15349" y="54168"/>
                </a:lnTo>
                <a:cubicBezTo>
                  <a:pt x="15349" y="54271"/>
                  <a:pt x="15320" y="54359"/>
                  <a:pt x="15320" y="54447"/>
                </a:cubicBezTo>
                <a:cubicBezTo>
                  <a:pt x="15217" y="54491"/>
                  <a:pt x="15099" y="54521"/>
                  <a:pt x="14981" y="54550"/>
                </a:cubicBezTo>
                <a:lnTo>
                  <a:pt x="14981" y="54433"/>
                </a:lnTo>
                <a:cubicBezTo>
                  <a:pt x="14981" y="54359"/>
                  <a:pt x="14996" y="54271"/>
                  <a:pt x="15011" y="54197"/>
                </a:cubicBezTo>
                <a:cubicBezTo>
                  <a:pt x="15129" y="54153"/>
                  <a:pt x="15232" y="54123"/>
                  <a:pt x="15349" y="54094"/>
                </a:cubicBezTo>
                <a:close/>
                <a:moveTo>
                  <a:pt x="14937" y="54212"/>
                </a:moveTo>
                <a:cubicBezTo>
                  <a:pt x="14937" y="54285"/>
                  <a:pt x="14923" y="54359"/>
                  <a:pt x="14923" y="54433"/>
                </a:cubicBezTo>
                <a:cubicBezTo>
                  <a:pt x="14923" y="54462"/>
                  <a:pt x="14923" y="54521"/>
                  <a:pt x="14908" y="54565"/>
                </a:cubicBezTo>
                <a:cubicBezTo>
                  <a:pt x="14790" y="54594"/>
                  <a:pt x="14687" y="54624"/>
                  <a:pt x="14555" y="54653"/>
                </a:cubicBezTo>
                <a:cubicBezTo>
                  <a:pt x="14569" y="54565"/>
                  <a:pt x="14584" y="54447"/>
                  <a:pt x="14613" y="54330"/>
                </a:cubicBezTo>
                <a:lnTo>
                  <a:pt x="14937" y="54212"/>
                </a:lnTo>
                <a:close/>
                <a:moveTo>
                  <a:pt x="12406" y="54462"/>
                </a:moveTo>
                <a:cubicBezTo>
                  <a:pt x="12377" y="54506"/>
                  <a:pt x="12362" y="54521"/>
                  <a:pt x="12347" y="54565"/>
                </a:cubicBezTo>
                <a:cubicBezTo>
                  <a:pt x="12303" y="54594"/>
                  <a:pt x="12259" y="54639"/>
                  <a:pt x="12215" y="54668"/>
                </a:cubicBezTo>
                <a:cubicBezTo>
                  <a:pt x="12229" y="54639"/>
                  <a:pt x="12259" y="54624"/>
                  <a:pt x="12274" y="54580"/>
                </a:cubicBezTo>
                <a:cubicBezTo>
                  <a:pt x="12303" y="54550"/>
                  <a:pt x="12362" y="54506"/>
                  <a:pt x="12406" y="54462"/>
                </a:cubicBezTo>
                <a:close/>
                <a:moveTo>
                  <a:pt x="13186" y="54285"/>
                </a:moveTo>
                <a:lnTo>
                  <a:pt x="13186" y="54285"/>
                </a:lnTo>
                <a:cubicBezTo>
                  <a:pt x="13157" y="54359"/>
                  <a:pt x="13112" y="54447"/>
                  <a:pt x="13098" y="54521"/>
                </a:cubicBezTo>
                <a:cubicBezTo>
                  <a:pt x="13009" y="54565"/>
                  <a:pt x="12936" y="54624"/>
                  <a:pt x="12833" y="54668"/>
                </a:cubicBezTo>
                <a:cubicBezTo>
                  <a:pt x="12877" y="54594"/>
                  <a:pt x="12921" y="54506"/>
                  <a:pt x="12951" y="54433"/>
                </a:cubicBezTo>
                <a:cubicBezTo>
                  <a:pt x="13024" y="54374"/>
                  <a:pt x="13112" y="54330"/>
                  <a:pt x="13186" y="54285"/>
                </a:cubicBezTo>
                <a:close/>
                <a:moveTo>
                  <a:pt x="13819" y="54271"/>
                </a:moveTo>
                <a:cubicBezTo>
                  <a:pt x="13775" y="54359"/>
                  <a:pt x="13760" y="54477"/>
                  <a:pt x="13745" y="54565"/>
                </a:cubicBezTo>
                <a:cubicBezTo>
                  <a:pt x="13657" y="54594"/>
                  <a:pt x="13539" y="54639"/>
                  <a:pt x="13451" y="54697"/>
                </a:cubicBezTo>
                <a:cubicBezTo>
                  <a:pt x="13480" y="54594"/>
                  <a:pt x="13510" y="54506"/>
                  <a:pt x="13539" y="54388"/>
                </a:cubicBezTo>
                <a:cubicBezTo>
                  <a:pt x="13627" y="54359"/>
                  <a:pt x="13730" y="54300"/>
                  <a:pt x="13819" y="54271"/>
                </a:cubicBezTo>
                <a:close/>
                <a:moveTo>
                  <a:pt x="12597" y="54447"/>
                </a:moveTo>
                <a:lnTo>
                  <a:pt x="12597" y="54447"/>
                </a:lnTo>
                <a:cubicBezTo>
                  <a:pt x="12568" y="54506"/>
                  <a:pt x="12553" y="54565"/>
                  <a:pt x="12509" y="54624"/>
                </a:cubicBezTo>
                <a:cubicBezTo>
                  <a:pt x="12435" y="54668"/>
                  <a:pt x="12362" y="54712"/>
                  <a:pt x="12303" y="54771"/>
                </a:cubicBezTo>
                <a:cubicBezTo>
                  <a:pt x="12347" y="54712"/>
                  <a:pt x="12362" y="54668"/>
                  <a:pt x="12406" y="54624"/>
                </a:cubicBezTo>
                <a:cubicBezTo>
                  <a:pt x="12435" y="54580"/>
                  <a:pt x="12494" y="54550"/>
                  <a:pt x="12524" y="54506"/>
                </a:cubicBezTo>
                <a:cubicBezTo>
                  <a:pt x="12553" y="54491"/>
                  <a:pt x="12583" y="54477"/>
                  <a:pt x="12597" y="54447"/>
                </a:cubicBezTo>
                <a:close/>
                <a:moveTo>
                  <a:pt x="14510" y="54359"/>
                </a:moveTo>
                <a:lnTo>
                  <a:pt x="14466" y="54697"/>
                </a:lnTo>
                <a:lnTo>
                  <a:pt x="14128" y="54800"/>
                </a:lnTo>
                <a:cubicBezTo>
                  <a:pt x="14157" y="54697"/>
                  <a:pt x="14187" y="54580"/>
                  <a:pt x="14201" y="54477"/>
                </a:cubicBezTo>
                <a:cubicBezTo>
                  <a:pt x="14304" y="54433"/>
                  <a:pt x="14422" y="54403"/>
                  <a:pt x="14510" y="54359"/>
                </a:cubicBezTo>
                <a:close/>
                <a:moveTo>
                  <a:pt x="27078" y="47737"/>
                </a:moveTo>
                <a:cubicBezTo>
                  <a:pt x="27122" y="47766"/>
                  <a:pt x="27122" y="47766"/>
                  <a:pt x="27122" y="47795"/>
                </a:cubicBezTo>
                <a:lnTo>
                  <a:pt x="27122" y="47810"/>
                </a:lnTo>
                <a:lnTo>
                  <a:pt x="27122" y="47854"/>
                </a:lnTo>
                <a:lnTo>
                  <a:pt x="27122" y="47869"/>
                </a:lnTo>
                <a:lnTo>
                  <a:pt x="27122" y="47898"/>
                </a:lnTo>
                <a:lnTo>
                  <a:pt x="27122" y="47928"/>
                </a:lnTo>
                <a:lnTo>
                  <a:pt x="27122" y="47943"/>
                </a:lnTo>
                <a:lnTo>
                  <a:pt x="27122" y="47957"/>
                </a:lnTo>
                <a:cubicBezTo>
                  <a:pt x="26828" y="49105"/>
                  <a:pt x="26210" y="50371"/>
                  <a:pt x="25180" y="51725"/>
                </a:cubicBezTo>
                <a:cubicBezTo>
                  <a:pt x="23620" y="53785"/>
                  <a:pt x="21192" y="54109"/>
                  <a:pt x="18410" y="54433"/>
                </a:cubicBezTo>
                <a:cubicBezTo>
                  <a:pt x="17586" y="54550"/>
                  <a:pt x="16718" y="54639"/>
                  <a:pt x="15864" y="54800"/>
                </a:cubicBezTo>
                <a:cubicBezTo>
                  <a:pt x="15864" y="54668"/>
                  <a:pt x="15864" y="54550"/>
                  <a:pt x="15835" y="54418"/>
                </a:cubicBezTo>
                <a:cubicBezTo>
                  <a:pt x="16777" y="54212"/>
                  <a:pt x="17719" y="54079"/>
                  <a:pt x="18602" y="53976"/>
                </a:cubicBezTo>
                <a:cubicBezTo>
                  <a:pt x="21324" y="53608"/>
                  <a:pt x="23694" y="53270"/>
                  <a:pt x="25239" y="51239"/>
                </a:cubicBezTo>
                <a:cubicBezTo>
                  <a:pt x="26195" y="49988"/>
                  <a:pt x="26769" y="48826"/>
                  <a:pt x="27078" y="47737"/>
                </a:cubicBezTo>
                <a:close/>
                <a:moveTo>
                  <a:pt x="13421" y="54447"/>
                </a:moveTo>
                <a:cubicBezTo>
                  <a:pt x="13392" y="54550"/>
                  <a:pt x="13377" y="54639"/>
                  <a:pt x="13333" y="54727"/>
                </a:cubicBezTo>
                <a:cubicBezTo>
                  <a:pt x="13245" y="54771"/>
                  <a:pt x="13157" y="54815"/>
                  <a:pt x="13054" y="54859"/>
                </a:cubicBezTo>
                <a:cubicBezTo>
                  <a:pt x="13098" y="54771"/>
                  <a:pt x="13142" y="54668"/>
                  <a:pt x="13157" y="54580"/>
                </a:cubicBezTo>
                <a:cubicBezTo>
                  <a:pt x="13245" y="54550"/>
                  <a:pt x="13333" y="54491"/>
                  <a:pt x="13421" y="54447"/>
                </a:cubicBezTo>
                <a:close/>
                <a:moveTo>
                  <a:pt x="12818" y="54506"/>
                </a:moveTo>
                <a:lnTo>
                  <a:pt x="12818" y="54506"/>
                </a:lnTo>
                <a:cubicBezTo>
                  <a:pt x="12789" y="54580"/>
                  <a:pt x="12744" y="54653"/>
                  <a:pt x="12730" y="54727"/>
                </a:cubicBezTo>
                <a:cubicBezTo>
                  <a:pt x="12656" y="54786"/>
                  <a:pt x="12568" y="54815"/>
                  <a:pt x="12494" y="54874"/>
                </a:cubicBezTo>
                <a:cubicBezTo>
                  <a:pt x="12524" y="54800"/>
                  <a:pt x="12568" y="54727"/>
                  <a:pt x="12597" y="54668"/>
                </a:cubicBezTo>
                <a:cubicBezTo>
                  <a:pt x="12656" y="54624"/>
                  <a:pt x="12744" y="54565"/>
                  <a:pt x="12818" y="54506"/>
                </a:cubicBezTo>
                <a:close/>
                <a:moveTo>
                  <a:pt x="15761" y="54447"/>
                </a:moveTo>
                <a:cubicBezTo>
                  <a:pt x="15791" y="54580"/>
                  <a:pt x="15791" y="54697"/>
                  <a:pt x="15791" y="54815"/>
                </a:cubicBezTo>
                <a:cubicBezTo>
                  <a:pt x="15658" y="54845"/>
                  <a:pt x="15526" y="54874"/>
                  <a:pt x="15393" y="54889"/>
                </a:cubicBezTo>
                <a:lnTo>
                  <a:pt x="15393" y="54521"/>
                </a:lnTo>
                <a:cubicBezTo>
                  <a:pt x="15526" y="54491"/>
                  <a:pt x="15644" y="54462"/>
                  <a:pt x="15761" y="54447"/>
                </a:cubicBezTo>
                <a:close/>
                <a:moveTo>
                  <a:pt x="12009" y="54800"/>
                </a:moveTo>
                <a:lnTo>
                  <a:pt x="12009" y="54800"/>
                </a:lnTo>
                <a:cubicBezTo>
                  <a:pt x="11994" y="54815"/>
                  <a:pt x="11994" y="54845"/>
                  <a:pt x="11979" y="54859"/>
                </a:cubicBezTo>
                <a:cubicBezTo>
                  <a:pt x="11935" y="54874"/>
                  <a:pt x="11906" y="54918"/>
                  <a:pt x="11891" y="54933"/>
                </a:cubicBezTo>
                <a:lnTo>
                  <a:pt x="11891" y="54933"/>
                </a:lnTo>
                <a:cubicBezTo>
                  <a:pt x="11906" y="54918"/>
                  <a:pt x="11920" y="54889"/>
                  <a:pt x="11920" y="54874"/>
                </a:cubicBezTo>
                <a:cubicBezTo>
                  <a:pt x="11965" y="54859"/>
                  <a:pt x="11979" y="54815"/>
                  <a:pt x="12009" y="54800"/>
                </a:cubicBezTo>
                <a:close/>
                <a:moveTo>
                  <a:pt x="14113" y="54506"/>
                </a:moveTo>
                <a:lnTo>
                  <a:pt x="14113" y="54506"/>
                </a:lnTo>
                <a:cubicBezTo>
                  <a:pt x="14098" y="54624"/>
                  <a:pt x="14069" y="54727"/>
                  <a:pt x="14054" y="54815"/>
                </a:cubicBezTo>
                <a:lnTo>
                  <a:pt x="13730" y="54933"/>
                </a:lnTo>
                <a:cubicBezTo>
                  <a:pt x="13745" y="54815"/>
                  <a:pt x="13775" y="54727"/>
                  <a:pt x="13789" y="54624"/>
                </a:cubicBezTo>
                <a:cubicBezTo>
                  <a:pt x="13907" y="54580"/>
                  <a:pt x="13995" y="54550"/>
                  <a:pt x="14113" y="54506"/>
                </a:cubicBezTo>
                <a:close/>
                <a:moveTo>
                  <a:pt x="15320" y="54550"/>
                </a:moveTo>
                <a:lnTo>
                  <a:pt x="15320" y="54918"/>
                </a:lnTo>
                <a:cubicBezTo>
                  <a:pt x="15202" y="54933"/>
                  <a:pt x="15084" y="54962"/>
                  <a:pt x="14952" y="54992"/>
                </a:cubicBezTo>
                <a:cubicBezTo>
                  <a:pt x="14952" y="54874"/>
                  <a:pt x="14981" y="54771"/>
                  <a:pt x="14981" y="54639"/>
                </a:cubicBezTo>
                <a:cubicBezTo>
                  <a:pt x="15084" y="54594"/>
                  <a:pt x="15217" y="54580"/>
                  <a:pt x="15320" y="54550"/>
                </a:cubicBezTo>
                <a:close/>
                <a:moveTo>
                  <a:pt x="12215" y="54742"/>
                </a:moveTo>
                <a:cubicBezTo>
                  <a:pt x="12200" y="54800"/>
                  <a:pt x="12185" y="54845"/>
                  <a:pt x="12141" y="54889"/>
                </a:cubicBezTo>
                <a:cubicBezTo>
                  <a:pt x="12097" y="54918"/>
                  <a:pt x="12082" y="54933"/>
                  <a:pt x="12053" y="54948"/>
                </a:cubicBezTo>
                <a:cubicBezTo>
                  <a:pt x="12009" y="54962"/>
                  <a:pt x="11979" y="55006"/>
                  <a:pt x="11935" y="55021"/>
                </a:cubicBezTo>
                <a:cubicBezTo>
                  <a:pt x="11950" y="54992"/>
                  <a:pt x="11994" y="54948"/>
                  <a:pt x="12038" y="54889"/>
                </a:cubicBezTo>
                <a:cubicBezTo>
                  <a:pt x="12082" y="54845"/>
                  <a:pt x="12141" y="54800"/>
                  <a:pt x="12215" y="54742"/>
                </a:cubicBezTo>
                <a:close/>
                <a:moveTo>
                  <a:pt x="13039" y="54639"/>
                </a:moveTo>
                <a:lnTo>
                  <a:pt x="13039" y="54639"/>
                </a:lnTo>
                <a:cubicBezTo>
                  <a:pt x="13024" y="54727"/>
                  <a:pt x="12995" y="54815"/>
                  <a:pt x="12951" y="54918"/>
                </a:cubicBezTo>
                <a:cubicBezTo>
                  <a:pt x="12862" y="54948"/>
                  <a:pt x="12774" y="55006"/>
                  <a:pt x="12671" y="55036"/>
                </a:cubicBezTo>
                <a:cubicBezTo>
                  <a:pt x="12715" y="54948"/>
                  <a:pt x="12744" y="54874"/>
                  <a:pt x="12789" y="54786"/>
                </a:cubicBezTo>
                <a:cubicBezTo>
                  <a:pt x="12877" y="54727"/>
                  <a:pt x="12965" y="54697"/>
                  <a:pt x="13039" y="54639"/>
                </a:cubicBezTo>
                <a:close/>
                <a:moveTo>
                  <a:pt x="13701" y="54653"/>
                </a:moveTo>
                <a:lnTo>
                  <a:pt x="13701" y="54653"/>
                </a:lnTo>
                <a:cubicBezTo>
                  <a:pt x="13686" y="54771"/>
                  <a:pt x="13657" y="54859"/>
                  <a:pt x="13627" y="54962"/>
                </a:cubicBezTo>
                <a:cubicBezTo>
                  <a:pt x="13524" y="55006"/>
                  <a:pt x="13421" y="55036"/>
                  <a:pt x="13318" y="55080"/>
                </a:cubicBezTo>
                <a:cubicBezTo>
                  <a:pt x="13363" y="54992"/>
                  <a:pt x="13377" y="54874"/>
                  <a:pt x="13407" y="54786"/>
                </a:cubicBezTo>
                <a:cubicBezTo>
                  <a:pt x="13510" y="54742"/>
                  <a:pt x="13613" y="54697"/>
                  <a:pt x="13701" y="54653"/>
                </a:cubicBezTo>
                <a:close/>
                <a:moveTo>
                  <a:pt x="12435" y="54771"/>
                </a:moveTo>
                <a:lnTo>
                  <a:pt x="12435" y="54771"/>
                </a:lnTo>
                <a:cubicBezTo>
                  <a:pt x="12421" y="54845"/>
                  <a:pt x="12377" y="54889"/>
                  <a:pt x="12347" y="54948"/>
                </a:cubicBezTo>
                <a:cubicBezTo>
                  <a:pt x="12274" y="55006"/>
                  <a:pt x="12185" y="55065"/>
                  <a:pt x="12112" y="55095"/>
                </a:cubicBezTo>
                <a:cubicBezTo>
                  <a:pt x="12141" y="55036"/>
                  <a:pt x="12156" y="54992"/>
                  <a:pt x="12200" y="54933"/>
                </a:cubicBezTo>
                <a:cubicBezTo>
                  <a:pt x="12274" y="54874"/>
                  <a:pt x="12362" y="54815"/>
                  <a:pt x="12435" y="54771"/>
                </a:cubicBezTo>
                <a:close/>
                <a:moveTo>
                  <a:pt x="14908" y="54653"/>
                </a:moveTo>
                <a:cubicBezTo>
                  <a:pt x="14908" y="54771"/>
                  <a:pt x="14878" y="54889"/>
                  <a:pt x="14878" y="55006"/>
                </a:cubicBezTo>
                <a:cubicBezTo>
                  <a:pt x="14761" y="55036"/>
                  <a:pt x="14643" y="55065"/>
                  <a:pt x="14510" y="55095"/>
                </a:cubicBezTo>
                <a:cubicBezTo>
                  <a:pt x="14510" y="54992"/>
                  <a:pt x="14525" y="54874"/>
                  <a:pt x="14555" y="54742"/>
                </a:cubicBezTo>
                <a:cubicBezTo>
                  <a:pt x="14658" y="54712"/>
                  <a:pt x="14790" y="54668"/>
                  <a:pt x="14908" y="54653"/>
                </a:cubicBezTo>
                <a:close/>
                <a:moveTo>
                  <a:pt x="14452" y="54786"/>
                </a:moveTo>
                <a:lnTo>
                  <a:pt x="14452" y="54786"/>
                </a:lnTo>
                <a:cubicBezTo>
                  <a:pt x="14437" y="54889"/>
                  <a:pt x="14437" y="55021"/>
                  <a:pt x="14422" y="55139"/>
                </a:cubicBezTo>
                <a:cubicBezTo>
                  <a:pt x="14304" y="55168"/>
                  <a:pt x="14187" y="55183"/>
                  <a:pt x="14069" y="55227"/>
                </a:cubicBezTo>
                <a:cubicBezTo>
                  <a:pt x="14098" y="55139"/>
                  <a:pt x="14098" y="55065"/>
                  <a:pt x="14113" y="54962"/>
                </a:cubicBezTo>
                <a:cubicBezTo>
                  <a:pt x="14113" y="54948"/>
                  <a:pt x="14113" y="54918"/>
                  <a:pt x="14128" y="54889"/>
                </a:cubicBezTo>
                <a:lnTo>
                  <a:pt x="14452" y="54786"/>
                </a:lnTo>
                <a:close/>
                <a:moveTo>
                  <a:pt x="12671" y="54859"/>
                </a:moveTo>
                <a:lnTo>
                  <a:pt x="12671" y="54859"/>
                </a:lnTo>
                <a:cubicBezTo>
                  <a:pt x="12641" y="54933"/>
                  <a:pt x="12597" y="55021"/>
                  <a:pt x="12583" y="55095"/>
                </a:cubicBezTo>
                <a:cubicBezTo>
                  <a:pt x="12494" y="55154"/>
                  <a:pt x="12406" y="55183"/>
                  <a:pt x="12303" y="55242"/>
                </a:cubicBezTo>
                <a:cubicBezTo>
                  <a:pt x="12347" y="55168"/>
                  <a:pt x="12377" y="55095"/>
                  <a:pt x="12421" y="55006"/>
                </a:cubicBezTo>
                <a:cubicBezTo>
                  <a:pt x="12494" y="54962"/>
                  <a:pt x="12583" y="54918"/>
                  <a:pt x="12671" y="54859"/>
                </a:cubicBezTo>
                <a:close/>
                <a:moveTo>
                  <a:pt x="13318" y="54845"/>
                </a:moveTo>
                <a:lnTo>
                  <a:pt x="13318" y="54845"/>
                </a:lnTo>
                <a:cubicBezTo>
                  <a:pt x="13289" y="54933"/>
                  <a:pt x="13260" y="55036"/>
                  <a:pt x="13245" y="55139"/>
                </a:cubicBezTo>
                <a:cubicBezTo>
                  <a:pt x="13142" y="55168"/>
                  <a:pt x="13039" y="55227"/>
                  <a:pt x="12936" y="55257"/>
                </a:cubicBezTo>
                <a:cubicBezTo>
                  <a:pt x="12951" y="55154"/>
                  <a:pt x="12995" y="55065"/>
                  <a:pt x="13024" y="54962"/>
                </a:cubicBezTo>
                <a:cubicBezTo>
                  <a:pt x="13112" y="54918"/>
                  <a:pt x="13230" y="54874"/>
                  <a:pt x="13318" y="54845"/>
                </a:cubicBezTo>
                <a:close/>
                <a:moveTo>
                  <a:pt x="11832" y="55065"/>
                </a:moveTo>
                <a:lnTo>
                  <a:pt x="11832" y="55065"/>
                </a:lnTo>
                <a:cubicBezTo>
                  <a:pt x="11817" y="55095"/>
                  <a:pt x="11788" y="55139"/>
                  <a:pt x="11758" y="55168"/>
                </a:cubicBezTo>
                <a:cubicBezTo>
                  <a:pt x="11714" y="55183"/>
                  <a:pt x="11700" y="55227"/>
                  <a:pt x="11655" y="55242"/>
                </a:cubicBezTo>
                <a:cubicBezTo>
                  <a:pt x="11641" y="55257"/>
                  <a:pt x="11611" y="55286"/>
                  <a:pt x="11582" y="55301"/>
                </a:cubicBezTo>
                <a:cubicBezTo>
                  <a:pt x="11626" y="55257"/>
                  <a:pt x="11670" y="55227"/>
                  <a:pt x="11685" y="55183"/>
                </a:cubicBezTo>
                <a:cubicBezTo>
                  <a:pt x="11729" y="55154"/>
                  <a:pt x="11788" y="55095"/>
                  <a:pt x="11832" y="55065"/>
                </a:cubicBezTo>
                <a:close/>
                <a:moveTo>
                  <a:pt x="14040" y="54903"/>
                </a:moveTo>
                <a:lnTo>
                  <a:pt x="14040" y="54948"/>
                </a:lnTo>
                <a:cubicBezTo>
                  <a:pt x="14025" y="55036"/>
                  <a:pt x="14025" y="55154"/>
                  <a:pt x="13995" y="55242"/>
                </a:cubicBezTo>
                <a:cubicBezTo>
                  <a:pt x="13892" y="55271"/>
                  <a:pt x="13775" y="55316"/>
                  <a:pt x="13657" y="55360"/>
                </a:cubicBezTo>
                <a:cubicBezTo>
                  <a:pt x="13657" y="55316"/>
                  <a:pt x="13672" y="55257"/>
                  <a:pt x="13672" y="55227"/>
                </a:cubicBezTo>
                <a:cubicBezTo>
                  <a:pt x="13686" y="55154"/>
                  <a:pt x="13686" y="55095"/>
                  <a:pt x="13701" y="55021"/>
                </a:cubicBezTo>
                <a:lnTo>
                  <a:pt x="14040" y="54903"/>
                </a:lnTo>
                <a:close/>
                <a:moveTo>
                  <a:pt x="12053" y="55065"/>
                </a:moveTo>
                <a:cubicBezTo>
                  <a:pt x="12009" y="55109"/>
                  <a:pt x="11994" y="55168"/>
                  <a:pt x="11950" y="55213"/>
                </a:cubicBezTo>
                <a:lnTo>
                  <a:pt x="11729" y="55374"/>
                </a:lnTo>
                <a:cubicBezTo>
                  <a:pt x="11773" y="55316"/>
                  <a:pt x="11788" y="55286"/>
                  <a:pt x="11832" y="55227"/>
                </a:cubicBezTo>
                <a:lnTo>
                  <a:pt x="12053" y="55065"/>
                </a:lnTo>
                <a:close/>
                <a:moveTo>
                  <a:pt x="12921" y="55006"/>
                </a:moveTo>
                <a:lnTo>
                  <a:pt x="12921" y="55006"/>
                </a:lnTo>
                <a:cubicBezTo>
                  <a:pt x="12877" y="55095"/>
                  <a:pt x="12862" y="55183"/>
                  <a:pt x="12818" y="55286"/>
                </a:cubicBezTo>
                <a:cubicBezTo>
                  <a:pt x="12730" y="55316"/>
                  <a:pt x="12627" y="55374"/>
                  <a:pt x="12524" y="55404"/>
                </a:cubicBezTo>
                <a:cubicBezTo>
                  <a:pt x="12568" y="55330"/>
                  <a:pt x="12597" y="55242"/>
                  <a:pt x="12641" y="55154"/>
                </a:cubicBezTo>
                <a:cubicBezTo>
                  <a:pt x="12730" y="55095"/>
                  <a:pt x="12818" y="55065"/>
                  <a:pt x="12921" y="55006"/>
                </a:cubicBezTo>
                <a:close/>
                <a:moveTo>
                  <a:pt x="12288" y="55095"/>
                </a:moveTo>
                <a:lnTo>
                  <a:pt x="12288" y="55095"/>
                </a:lnTo>
                <a:cubicBezTo>
                  <a:pt x="12259" y="55168"/>
                  <a:pt x="12215" y="55242"/>
                  <a:pt x="12200" y="55316"/>
                </a:cubicBezTo>
                <a:cubicBezTo>
                  <a:pt x="12112" y="55374"/>
                  <a:pt x="12009" y="55433"/>
                  <a:pt x="11935" y="55477"/>
                </a:cubicBezTo>
                <a:cubicBezTo>
                  <a:pt x="11979" y="55404"/>
                  <a:pt x="12009" y="55360"/>
                  <a:pt x="12053" y="55271"/>
                </a:cubicBezTo>
                <a:cubicBezTo>
                  <a:pt x="12112" y="55213"/>
                  <a:pt x="12200" y="55154"/>
                  <a:pt x="12288" y="55095"/>
                </a:cubicBezTo>
                <a:close/>
                <a:moveTo>
                  <a:pt x="13613" y="55065"/>
                </a:moveTo>
                <a:lnTo>
                  <a:pt x="13613" y="55065"/>
                </a:lnTo>
                <a:cubicBezTo>
                  <a:pt x="13598" y="55109"/>
                  <a:pt x="13598" y="55154"/>
                  <a:pt x="13583" y="55213"/>
                </a:cubicBezTo>
                <a:cubicBezTo>
                  <a:pt x="13554" y="55257"/>
                  <a:pt x="13554" y="55316"/>
                  <a:pt x="13554" y="55374"/>
                </a:cubicBezTo>
                <a:lnTo>
                  <a:pt x="13230" y="55477"/>
                </a:lnTo>
                <a:cubicBezTo>
                  <a:pt x="13245" y="55389"/>
                  <a:pt x="13260" y="55286"/>
                  <a:pt x="13304" y="55183"/>
                </a:cubicBezTo>
                <a:cubicBezTo>
                  <a:pt x="13407" y="55154"/>
                  <a:pt x="13524" y="55109"/>
                  <a:pt x="13613" y="55065"/>
                </a:cubicBezTo>
                <a:close/>
                <a:moveTo>
                  <a:pt x="11420" y="55404"/>
                </a:moveTo>
                <a:lnTo>
                  <a:pt x="11420" y="55404"/>
                </a:lnTo>
                <a:cubicBezTo>
                  <a:pt x="11405" y="55433"/>
                  <a:pt x="11391" y="55463"/>
                  <a:pt x="11376" y="55477"/>
                </a:cubicBezTo>
                <a:cubicBezTo>
                  <a:pt x="11332" y="55507"/>
                  <a:pt x="11302" y="55536"/>
                  <a:pt x="11258" y="55551"/>
                </a:cubicBezTo>
                <a:cubicBezTo>
                  <a:pt x="11317" y="55522"/>
                  <a:pt x="11317" y="55507"/>
                  <a:pt x="11332" y="55477"/>
                </a:cubicBezTo>
                <a:cubicBezTo>
                  <a:pt x="11376" y="55463"/>
                  <a:pt x="11405" y="55433"/>
                  <a:pt x="11420" y="55404"/>
                </a:cubicBezTo>
                <a:close/>
                <a:moveTo>
                  <a:pt x="12524" y="55227"/>
                </a:moveTo>
                <a:lnTo>
                  <a:pt x="12524" y="55227"/>
                </a:lnTo>
                <a:cubicBezTo>
                  <a:pt x="12494" y="55316"/>
                  <a:pt x="12465" y="55389"/>
                  <a:pt x="12435" y="55477"/>
                </a:cubicBezTo>
                <a:cubicBezTo>
                  <a:pt x="12318" y="55522"/>
                  <a:pt x="12229" y="55580"/>
                  <a:pt x="12141" y="55625"/>
                </a:cubicBezTo>
                <a:cubicBezTo>
                  <a:pt x="12185" y="55536"/>
                  <a:pt x="12215" y="55463"/>
                  <a:pt x="12244" y="55374"/>
                </a:cubicBezTo>
                <a:cubicBezTo>
                  <a:pt x="12347" y="55316"/>
                  <a:pt x="12435" y="55257"/>
                  <a:pt x="12524" y="55227"/>
                </a:cubicBezTo>
                <a:close/>
                <a:moveTo>
                  <a:pt x="11641" y="55374"/>
                </a:moveTo>
                <a:lnTo>
                  <a:pt x="11641" y="55374"/>
                </a:lnTo>
                <a:cubicBezTo>
                  <a:pt x="11626" y="55404"/>
                  <a:pt x="11582" y="55463"/>
                  <a:pt x="11567" y="55507"/>
                </a:cubicBezTo>
                <a:cubicBezTo>
                  <a:pt x="11494" y="55551"/>
                  <a:pt x="11420" y="55610"/>
                  <a:pt x="11346" y="55654"/>
                </a:cubicBezTo>
                <a:cubicBezTo>
                  <a:pt x="11391" y="55610"/>
                  <a:pt x="11405" y="55551"/>
                  <a:pt x="11449" y="55522"/>
                </a:cubicBezTo>
                <a:cubicBezTo>
                  <a:pt x="11523" y="55463"/>
                  <a:pt x="11567" y="55404"/>
                  <a:pt x="11641" y="55374"/>
                </a:cubicBezTo>
                <a:close/>
                <a:moveTo>
                  <a:pt x="13215" y="55227"/>
                </a:moveTo>
                <a:lnTo>
                  <a:pt x="13215" y="55227"/>
                </a:lnTo>
                <a:cubicBezTo>
                  <a:pt x="13186" y="55301"/>
                  <a:pt x="13171" y="55389"/>
                  <a:pt x="13157" y="55463"/>
                </a:cubicBezTo>
                <a:cubicBezTo>
                  <a:pt x="13157" y="55477"/>
                  <a:pt x="13157" y="55507"/>
                  <a:pt x="13142" y="55522"/>
                </a:cubicBezTo>
                <a:cubicBezTo>
                  <a:pt x="13024" y="55551"/>
                  <a:pt x="12921" y="55595"/>
                  <a:pt x="12803" y="55654"/>
                </a:cubicBezTo>
                <a:cubicBezTo>
                  <a:pt x="12847" y="55551"/>
                  <a:pt x="12862" y="55448"/>
                  <a:pt x="12892" y="55360"/>
                </a:cubicBezTo>
                <a:cubicBezTo>
                  <a:pt x="13009" y="55316"/>
                  <a:pt x="13098" y="55257"/>
                  <a:pt x="13215" y="55227"/>
                </a:cubicBezTo>
                <a:close/>
                <a:moveTo>
                  <a:pt x="11876" y="55374"/>
                </a:moveTo>
                <a:lnTo>
                  <a:pt x="11876" y="55374"/>
                </a:lnTo>
                <a:cubicBezTo>
                  <a:pt x="11847" y="55433"/>
                  <a:pt x="11832" y="55507"/>
                  <a:pt x="11788" y="55551"/>
                </a:cubicBezTo>
                <a:cubicBezTo>
                  <a:pt x="11700" y="55610"/>
                  <a:pt x="11626" y="55669"/>
                  <a:pt x="11538" y="55728"/>
                </a:cubicBezTo>
                <a:cubicBezTo>
                  <a:pt x="11567" y="55669"/>
                  <a:pt x="11582" y="55610"/>
                  <a:pt x="11626" y="55551"/>
                </a:cubicBezTo>
                <a:cubicBezTo>
                  <a:pt x="11641" y="55536"/>
                  <a:pt x="11670" y="55522"/>
                  <a:pt x="11685" y="55522"/>
                </a:cubicBezTo>
                <a:cubicBezTo>
                  <a:pt x="11758" y="55463"/>
                  <a:pt x="11817" y="55433"/>
                  <a:pt x="11876" y="55374"/>
                </a:cubicBezTo>
                <a:close/>
                <a:moveTo>
                  <a:pt x="12803" y="55389"/>
                </a:moveTo>
                <a:lnTo>
                  <a:pt x="12803" y="55389"/>
                </a:lnTo>
                <a:cubicBezTo>
                  <a:pt x="12774" y="55477"/>
                  <a:pt x="12744" y="55595"/>
                  <a:pt x="12730" y="55683"/>
                </a:cubicBezTo>
                <a:cubicBezTo>
                  <a:pt x="12627" y="55728"/>
                  <a:pt x="12509" y="55772"/>
                  <a:pt x="12406" y="55816"/>
                </a:cubicBezTo>
                <a:cubicBezTo>
                  <a:pt x="12435" y="55728"/>
                  <a:pt x="12450" y="55625"/>
                  <a:pt x="12494" y="55536"/>
                </a:cubicBezTo>
                <a:cubicBezTo>
                  <a:pt x="12597" y="55477"/>
                  <a:pt x="12686" y="55448"/>
                  <a:pt x="12803" y="55389"/>
                </a:cubicBezTo>
                <a:close/>
                <a:moveTo>
                  <a:pt x="12126" y="55448"/>
                </a:moveTo>
                <a:cubicBezTo>
                  <a:pt x="12082" y="55522"/>
                  <a:pt x="12053" y="55610"/>
                  <a:pt x="12038" y="55683"/>
                </a:cubicBezTo>
                <a:cubicBezTo>
                  <a:pt x="11935" y="55728"/>
                  <a:pt x="11847" y="55772"/>
                  <a:pt x="11744" y="55831"/>
                </a:cubicBezTo>
                <a:lnTo>
                  <a:pt x="11847" y="55610"/>
                </a:lnTo>
                <a:lnTo>
                  <a:pt x="12126" y="55448"/>
                </a:lnTo>
                <a:close/>
                <a:moveTo>
                  <a:pt x="11258" y="55669"/>
                </a:moveTo>
                <a:cubicBezTo>
                  <a:pt x="11243" y="55698"/>
                  <a:pt x="11199" y="55742"/>
                  <a:pt x="11185" y="55772"/>
                </a:cubicBezTo>
                <a:cubicBezTo>
                  <a:pt x="11126" y="55816"/>
                  <a:pt x="11082" y="55875"/>
                  <a:pt x="11023" y="55904"/>
                </a:cubicBezTo>
                <a:cubicBezTo>
                  <a:pt x="11037" y="55875"/>
                  <a:pt x="11052" y="55831"/>
                  <a:pt x="11096" y="55801"/>
                </a:cubicBezTo>
                <a:cubicBezTo>
                  <a:pt x="11155" y="55757"/>
                  <a:pt x="11199" y="55728"/>
                  <a:pt x="11258" y="55669"/>
                </a:cubicBezTo>
                <a:close/>
                <a:moveTo>
                  <a:pt x="11479" y="55669"/>
                </a:moveTo>
                <a:lnTo>
                  <a:pt x="11479" y="55669"/>
                </a:lnTo>
                <a:cubicBezTo>
                  <a:pt x="11449" y="55728"/>
                  <a:pt x="11420" y="55772"/>
                  <a:pt x="11391" y="55816"/>
                </a:cubicBezTo>
                <a:cubicBezTo>
                  <a:pt x="11332" y="55845"/>
                  <a:pt x="11273" y="55889"/>
                  <a:pt x="11214" y="55948"/>
                </a:cubicBezTo>
                <a:cubicBezTo>
                  <a:pt x="11199" y="55963"/>
                  <a:pt x="11170" y="55978"/>
                  <a:pt x="11140" y="55992"/>
                </a:cubicBezTo>
                <a:cubicBezTo>
                  <a:pt x="11185" y="55948"/>
                  <a:pt x="11199" y="55889"/>
                  <a:pt x="11243" y="55845"/>
                </a:cubicBezTo>
                <a:cubicBezTo>
                  <a:pt x="11317" y="55801"/>
                  <a:pt x="11391" y="55728"/>
                  <a:pt x="11479" y="55669"/>
                </a:cubicBezTo>
                <a:close/>
                <a:moveTo>
                  <a:pt x="12377" y="55595"/>
                </a:moveTo>
                <a:lnTo>
                  <a:pt x="12377" y="55595"/>
                </a:lnTo>
                <a:cubicBezTo>
                  <a:pt x="12347" y="55683"/>
                  <a:pt x="12318" y="55772"/>
                  <a:pt x="12288" y="55875"/>
                </a:cubicBezTo>
                <a:cubicBezTo>
                  <a:pt x="12185" y="55919"/>
                  <a:pt x="12082" y="55963"/>
                  <a:pt x="11979" y="56022"/>
                </a:cubicBezTo>
                <a:cubicBezTo>
                  <a:pt x="12038" y="55904"/>
                  <a:pt x="12068" y="55831"/>
                  <a:pt x="12082" y="55742"/>
                </a:cubicBezTo>
                <a:cubicBezTo>
                  <a:pt x="12185" y="55683"/>
                  <a:pt x="12288" y="55625"/>
                  <a:pt x="12377" y="55595"/>
                </a:cubicBezTo>
                <a:close/>
                <a:moveTo>
                  <a:pt x="11714" y="55683"/>
                </a:moveTo>
                <a:lnTo>
                  <a:pt x="11714" y="55683"/>
                </a:lnTo>
                <a:cubicBezTo>
                  <a:pt x="11685" y="55757"/>
                  <a:pt x="11641" y="55831"/>
                  <a:pt x="11626" y="55904"/>
                </a:cubicBezTo>
                <a:lnTo>
                  <a:pt x="11346" y="56066"/>
                </a:lnTo>
                <a:cubicBezTo>
                  <a:pt x="11391" y="55992"/>
                  <a:pt x="11420" y="55934"/>
                  <a:pt x="11449" y="55860"/>
                </a:cubicBezTo>
                <a:cubicBezTo>
                  <a:pt x="11538" y="55816"/>
                  <a:pt x="11626" y="55757"/>
                  <a:pt x="11714" y="55683"/>
                </a:cubicBezTo>
                <a:close/>
                <a:moveTo>
                  <a:pt x="10861" y="55963"/>
                </a:moveTo>
                <a:cubicBezTo>
                  <a:pt x="10831" y="55992"/>
                  <a:pt x="10817" y="56022"/>
                  <a:pt x="10802" y="56051"/>
                </a:cubicBezTo>
                <a:cubicBezTo>
                  <a:pt x="10758" y="56095"/>
                  <a:pt x="10714" y="56125"/>
                  <a:pt x="10669" y="56140"/>
                </a:cubicBezTo>
                <a:cubicBezTo>
                  <a:pt x="10684" y="56125"/>
                  <a:pt x="10714" y="56110"/>
                  <a:pt x="10728" y="56066"/>
                </a:cubicBezTo>
                <a:cubicBezTo>
                  <a:pt x="10758" y="56037"/>
                  <a:pt x="10817" y="55992"/>
                  <a:pt x="10861" y="55963"/>
                </a:cubicBezTo>
                <a:close/>
                <a:moveTo>
                  <a:pt x="11994" y="55801"/>
                </a:moveTo>
                <a:cubicBezTo>
                  <a:pt x="11950" y="55889"/>
                  <a:pt x="11935" y="55963"/>
                  <a:pt x="11906" y="56051"/>
                </a:cubicBezTo>
                <a:cubicBezTo>
                  <a:pt x="11788" y="56110"/>
                  <a:pt x="11700" y="56169"/>
                  <a:pt x="11582" y="56199"/>
                </a:cubicBezTo>
                <a:cubicBezTo>
                  <a:pt x="11626" y="56125"/>
                  <a:pt x="11670" y="56037"/>
                  <a:pt x="11700" y="55963"/>
                </a:cubicBezTo>
                <a:cubicBezTo>
                  <a:pt x="11788" y="55904"/>
                  <a:pt x="11891" y="55845"/>
                  <a:pt x="11994" y="55801"/>
                </a:cubicBezTo>
                <a:close/>
                <a:moveTo>
                  <a:pt x="11052" y="55978"/>
                </a:moveTo>
                <a:cubicBezTo>
                  <a:pt x="11023" y="56037"/>
                  <a:pt x="10993" y="56066"/>
                  <a:pt x="10964" y="56125"/>
                </a:cubicBezTo>
                <a:cubicBezTo>
                  <a:pt x="10890" y="56184"/>
                  <a:pt x="10817" y="56213"/>
                  <a:pt x="10743" y="56272"/>
                </a:cubicBezTo>
                <a:cubicBezTo>
                  <a:pt x="10787" y="56213"/>
                  <a:pt x="10817" y="56169"/>
                  <a:pt x="10846" y="56125"/>
                </a:cubicBezTo>
                <a:cubicBezTo>
                  <a:pt x="10934" y="56066"/>
                  <a:pt x="10993" y="56037"/>
                  <a:pt x="11052" y="55978"/>
                </a:cubicBezTo>
                <a:close/>
                <a:moveTo>
                  <a:pt x="11309" y="55989"/>
                </a:moveTo>
                <a:cubicBezTo>
                  <a:pt x="11271" y="56044"/>
                  <a:pt x="11255" y="56100"/>
                  <a:pt x="11214" y="56169"/>
                </a:cubicBezTo>
                <a:cubicBezTo>
                  <a:pt x="11126" y="56213"/>
                  <a:pt x="11037" y="56287"/>
                  <a:pt x="10949" y="56346"/>
                </a:cubicBezTo>
                <a:cubicBezTo>
                  <a:pt x="10964" y="56287"/>
                  <a:pt x="11008" y="56243"/>
                  <a:pt x="11037" y="56184"/>
                </a:cubicBezTo>
                <a:cubicBezTo>
                  <a:pt x="11111" y="56125"/>
                  <a:pt x="11199" y="56066"/>
                  <a:pt x="11273" y="56022"/>
                </a:cubicBezTo>
                <a:cubicBezTo>
                  <a:pt x="11283" y="56002"/>
                  <a:pt x="11299" y="55996"/>
                  <a:pt x="11309" y="55989"/>
                </a:cubicBezTo>
                <a:close/>
                <a:moveTo>
                  <a:pt x="10449" y="56316"/>
                </a:moveTo>
                <a:cubicBezTo>
                  <a:pt x="10449" y="56331"/>
                  <a:pt x="10434" y="56331"/>
                  <a:pt x="10434" y="56346"/>
                </a:cubicBezTo>
                <a:cubicBezTo>
                  <a:pt x="10419" y="56360"/>
                  <a:pt x="10390" y="56360"/>
                  <a:pt x="10375" y="56390"/>
                </a:cubicBezTo>
                <a:cubicBezTo>
                  <a:pt x="10375" y="56360"/>
                  <a:pt x="10375" y="56360"/>
                  <a:pt x="10390" y="56346"/>
                </a:cubicBezTo>
                <a:cubicBezTo>
                  <a:pt x="10405" y="56331"/>
                  <a:pt x="10434" y="56331"/>
                  <a:pt x="10449" y="56316"/>
                </a:cubicBezTo>
                <a:close/>
                <a:moveTo>
                  <a:pt x="11567" y="56037"/>
                </a:moveTo>
                <a:cubicBezTo>
                  <a:pt x="11538" y="56110"/>
                  <a:pt x="11494" y="56199"/>
                  <a:pt x="11479" y="56272"/>
                </a:cubicBezTo>
                <a:cubicBezTo>
                  <a:pt x="11376" y="56331"/>
                  <a:pt x="11273" y="56390"/>
                  <a:pt x="11170" y="56434"/>
                </a:cubicBezTo>
                <a:lnTo>
                  <a:pt x="11273" y="56213"/>
                </a:lnTo>
                <a:cubicBezTo>
                  <a:pt x="11376" y="56140"/>
                  <a:pt x="11479" y="56095"/>
                  <a:pt x="11567" y="56037"/>
                </a:cubicBezTo>
                <a:close/>
                <a:moveTo>
                  <a:pt x="10655" y="56272"/>
                </a:moveTo>
                <a:cubicBezTo>
                  <a:pt x="10611" y="56316"/>
                  <a:pt x="10596" y="56360"/>
                  <a:pt x="10566" y="56405"/>
                </a:cubicBezTo>
                <a:cubicBezTo>
                  <a:pt x="10478" y="56434"/>
                  <a:pt x="10434" y="56493"/>
                  <a:pt x="10360" y="56537"/>
                </a:cubicBezTo>
                <a:cubicBezTo>
                  <a:pt x="10390" y="56493"/>
                  <a:pt x="10434" y="56434"/>
                  <a:pt x="10463" y="56405"/>
                </a:cubicBezTo>
                <a:cubicBezTo>
                  <a:pt x="10522" y="56360"/>
                  <a:pt x="10596" y="56316"/>
                  <a:pt x="10655" y="56272"/>
                </a:cubicBezTo>
                <a:close/>
                <a:moveTo>
                  <a:pt x="10875" y="56287"/>
                </a:moveTo>
                <a:cubicBezTo>
                  <a:pt x="10831" y="56346"/>
                  <a:pt x="10817" y="56405"/>
                  <a:pt x="10787" y="56463"/>
                </a:cubicBezTo>
                <a:cubicBezTo>
                  <a:pt x="10684" y="56508"/>
                  <a:pt x="10596" y="56581"/>
                  <a:pt x="10508" y="56640"/>
                </a:cubicBezTo>
                <a:lnTo>
                  <a:pt x="10611" y="56478"/>
                </a:lnTo>
                <a:cubicBezTo>
                  <a:pt x="10714" y="56405"/>
                  <a:pt x="10802" y="56346"/>
                  <a:pt x="10875" y="56287"/>
                </a:cubicBezTo>
                <a:close/>
                <a:moveTo>
                  <a:pt x="11155" y="56287"/>
                </a:moveTo>
                <a:lnTo>
                  <a:pt x="11155" y="56287"/>
                </a:lnTo>
                <a:cubicBezTo>
                  <a:pt x="11111" y="56360"/>
                  <a:pt x="11096" y="56419"/>
                  <a:pt x="11052" y="56493"/>
                </a:cubicBezTo>
                <a:cubicBezTo>
                  <a:pt x="10949" y="56552"/>
                  <a:pt x="10861" y="56625"/>
                  <a:pt x="10743" y="56684"/>
                </a:cubicBezTo>
                <a:cubicBezTo>
                  <a:pt x="10787" y="56625"/>
                  <a:pt x="10802" y="56552"/>
                  <a:pt x="10831" y="56493"/>
                </a:cubicBezTo>
                <a:cubicBezTo>
                  <a:pt x="10949" y="56434"/>
                  <a:pt x="11052" y="56360"/>
                  <a:pt x="11155" y="56287"/>
                </a:cubicBezTo>
                <a:close/>
                <a:moveTo>
                  <a:pt x="10243" y="56552"/>
                </a:moveTo>
                <a:cubicBezTo>
                  <a:pt x="10228" y="56581"/>
                  <a:pt x="10199" y="56625"/>
                  <a:pt x="10169" y="56655"/>
                </a:cubicBezTo>
                <a:cubicBezTo>
                  <a:pt x="10140" y="56699"/>
                  <a:pt x="10081" y="56714"/>
                  <a:pt x="10037" y="56758"/>
                </a:cubicBezTo>
                <a:lnTo>
                  <a:pt x="10022" y="56772"/>
                </a:lnTo>
                <a:cubicBezTo>
                  <a:pt x="10051" y="56728"/>
                  <a:pt x="10081" y="56699"/>
                  <a:pt x="10110" y="56655"/>
                </a:cubicBezTo>
                <a:cubicBezTo>
                  <a:pt x="10154" y="56625"/>
                  <a:pt x="10213" y="56581"/>
                  <a:pt x="10243" y="56552"/>
                </a:cubicBezTo>
                <a:close/>
                <a:moveTo>
                  <a:pt x="10449" y="56581"/>
                </a:moveTo>
                <a:lnTo>
                  <a:pt x="10449" y="56581"/>
                </a:lnTo>
                <a:cubicBezTo>
                  <a:pt x="10434" y="56625"/>
                  <a:pt x="10390" y="56684"/>
                  <a:pt x="10360" y="56728"/>
                </a:cubicBezTo>
                <a:cubicBezTo>
                  <a:pt x="10287" y="56787"/>
                  <a:pt x="10199" y="56846"/>
                  <a:pt x="10096" y="56905"/>
                </a:cubicBezTo>
                <a:cubicBezTo>
                  <a:pt x="10140" y="56846"/>
                  <a:pt x="10169" y="56787"/>
                  <a:pt x="10228" y="56728"/>
                </a:cubicBezTo>
                <a:cubicBezTo>
                  <a:pt x="10302" y="56684"/>
                  <a:pt x="10375" y="56625"/>
                  <a:pt x="10449" y="56581"/>
                </a:cubicBezTo>
                <a:close/>
                <a:moveTo>
                  <a:pt x="10699" y="56581"/>
                </a:moveTo>
                <a:lnTo>
                  <a:pt x="10699" y="56581"/>
                </a:lnTo>
                <a:cubicBezTo>
                  <a:pt x="10669" y="56655"/>
                  <a:pt x="10655" y="56714"/>
                  <a:pt x="10611" y="56772"/>
                </a:cubicBezTo>
                <a:cubicBezTo>
                  <a:pt x="10522" y="56831"/>
                  <a:pt x="10449" y="56875"/>
                  <a:pt x="10360" y="56934"/>
                </a:cubicBezTo>
                <a:cubicBezTo>
                  <a:pt x="10349" y="56946"/>
                  <a:pt x="10327" y="56948"/>
                  <a:pt x="10312" y="56964"/>
                </a:cubicBezTo>
                <a:lnTo>
                  <a:pt x="10312" y="56964"/>
                </a:lnTo>
                <a:cubicBezTo>
                  <a:pt x="10350" y="56908"/>
                  <a:pt x="10378" y="56841"/>
                  <a:pt x="10405" y="56787"/>
                </a:cubicBezTo>
                <a:cubicBezTo>
                  <a:pt x="10508" y="56714"/>
                  <a:pt x="10611" y="56655"/>
                  <a:pt x="10699" y="56581"/>
                </a:cubicBezTo>
                <a:close/>
                <a:moveTo>
                  <a:pt x="9831" y="56876"/>
                </a:moveTo>
                <a:lnTo>
                  <a:pt x="9831" y="56876"/>
                </a:lnTo>
                <a:cubicBezTo>
                  <a:pt x="9801" y="56905"/>
                  <a:pt x="9786" y="56920"/>
                  <a:pt x="9786" y="56934"/>
                </a:cubicBezTo>
                <a:cubicBezTo>
                  <a:pt x="9772" y="56949"/>
                  <a:pt x="9728" y="56978"/>
                  <a:pt x="9713" y="56993"/>
                </a:cubicBezTo>
                <a:cubicBezTo>
                  <a:pt x="9728" y="56978"/>
                  <a:pt x="9728" y="56949"/>
                  <a:pt x="9742" y="56934"/>
                </a:cubicBezTo>
                <a:cubicBezTo>
                  <a:pt x="9772" y="56920"/>
                  <a:pt x="9801" y="56905"/>
                  <a:pt x="9831" y="56876"/>
                </a:cubicBezTo>
                <a:close/>
                <a:moveTo>
                  <a:pt x="10037" y="56861"/>
                </a:moveTo>
                <a:cubicBezTo>
                  <a:pt x="10007" y="56920"/>
                  <a:pt x="9963" y="56949"/>
                  <a:pt x="9948" y="57008"/>
                </a:cubicBezTo>
                <a:cubicBezTo>
                  <a:pt x="9875" y="57052"/>
                  <a:pt x="9801" y="57096"/>
                  <a:pt x="9728" y="57140"/>
                </a:cubicBezTo>
                <a:cubicBezTo>
                  <a:pt x="9772" y="57081"/>
                  <a:pt x="9801" y="57052"/>
                  <a:pt x="9845" y="56993"/>
                </a:cubicBezTo>
                <a:cubicBezTo>
                  <a:pt x="9919" y="56949"/>
                  <a:pt x="9978" y="56905"/>
                  <a:pt x="10037" y="56861"/>
                </a:cubicBezTo>
                <a:close/>
                <a:moveTo>
                  <a:pt x="10272" y="56905"/>
                </a:moveTo>
                <a:cubicBezTo>
                  <a:pt x="10228" y="56949"/>
                  <a:pt x="10199" y="57023"/>
                  <a:pt x="10169" y="57081"/>
                </a:cubicBezTo>
                <a:cubicBezTo>
                  <a:pt x="10081" y="57140"/>
                  <a:pt x="9978" y="57214"/>
                  <a:pt x="9875" y="57273"/>
                </a:cubicBezTo>
                <a:cubicBezTo>
                  <a:pt x="9919" y="57199"/>
                  <a:pt x="9978" y="57140"/>
                  <a:pt x="10007" y="57067"/>
                </a:cubicBezTo>
                <a:cubicBezTo>
                  <a:pt x="10081" y="57008"/>
                  <a:pt x="10169" y="56949"/>
                  <a:pt x="10272" y="56905"/>
                </a:cubicBezTo>
                <a:close/>
                <a:moveTo>
                  <a:pt x="9639" y="57140"/>
                </a:moveTo>
                <a:lnTo>
                  <a:pt x="9639" y="57140"/>
                </a:lnTo>
                <a:cubicBezTo>
                  <a:pt x="9610" y="57170"/>
                  <a:pt x="9580" y="57214"/>
                  <a:pt x="9551" y="57258"/>
                </a:cubicBezTo>
                <a:lnTo>
                  <a:pt x="9374" y="57376"/>
                </a:lnTo>
                <a:cubicBezTo>
                  <a:pt x="9404" y="57317"/>
                  <a:pt x="9433" y="57288"/>
                  <a:pt x="9477" y="57243"/>
                </a:cubicBezTo>
                <a:lnTo>
                  <a:pt x="9639" y="57140"/>
                </a:lnTo>
                <a:close/>
                <a:moveTo>
                  <a:pt x="9831" y="57170"/>
                </a:moveTo>
                <a:cubicBezTo>
                  <a:pt x="9801" y="57229"/>
                  <a:pt x="9772" y="57288"/>
                  <a:pt x="9728" y="57346"/>
                </a:cubicBezTo>
                <a:lnTo>
                  <a:pt x="9463" y="57508"/>
                </a:lnTo>
                <a:cubicBezTo>
                  <a:pt x="9492" y="57449"/>
                  <a:pt x="9551" y="57376"/>
                  <a:pt x="9580" y="57317"/>
                </a:cubicBezTo>
                <a:cubicBezTo>
                  <a:pt x="9654" y="57258"/>
                  <a:pt x="9757" y="57229"/>
                  <a:pt x="9831" y="57170"/>
                </a:cubicBezTo>
                <a:close/>
                <a:moveTo>
                  <a:pt x="9170" y="57449"/>
                </a:moveTo>
                <a:cubicBezTo>
                  <a:pt x="9159" y="57462"/>
                  <a:pt x="9147" y="57478"/>
                  <a:pt x="9139" y="57494"/>
                </a:cubicBezTo>
                <a:cubicBezTo>
                  <a:pt x="9126" y="57500"/>
                  <a:pt x="9111" y="57506"/>
                  <a:pt x="9097" y="57512"/>
                </a:cubicBezTo>
                <a:lnTo>
                  <a:pt x="9097" y="57512"/>
                </a:lnTo>
                <a:cubicBezTo>
                  <a:pt x="9101" y="57507"/>
                  <a:pt x="9106" y="57501"/>
                  <a:pt x="9110" y="57494"/>
                </a:cubicBezTo>
                <a:cubicBezTo>
                  <a:pt x="9128" y="57475"/>
                  <a:pt x="9151" y="57463"/>
                  <a:pt x="9170" y="57449"/>
                </a:cubicBezTo>
                <a:close/>
                <a:moveTo>
                  <a:pt x="9408" y="57434"/>
                </a:moveTo>
                <a:lnTo>
                  <a:pt x="9301" y="57582"/>
                </a:lnTo>
                <a:cubicBezTo>
                  <a:pt x="9227" y="57611"/>
                  <a:pt x="9154" y="57670"/>
                  <a:pt x="9065" y="57714"/>
                </a:cubicBezTo>
                <a:cubicBezTo>
                  <a:pt x="9124" y="57670"/>
                  <a:pt x="9168" y="57611"/>
                  <a:pt x="9198" y="57567"/>
                </a:cubicBezTo>
                <a:cubicBezTo>
                  <a:pt x="9271" y="57523"/>
                  <a:pt x="9330" y="57494"/>
                  <a:pt x="9404" y="57435"/>
                </a:cubicBezTo>
                <a:cubicBezTo>
                  <a:pt x="9404" y="57435"/>
                  <a:pt x="9406" y="57435"/>
                  <a:pt x="9408" y="57434"/>
                </a:cubicBezTo>
                <a:close/>
                <a:moveTo>
                  <a:pt x="8992" y="57685"/>
                </a:moveTo>
                <a:lnTo>
                  <a:pt x="8992" y="57685"/>
                </a:lnTo>
                <a:cubicBezTo>
                  <a:pt x="8962" y="57729"/>
                  <a:pt x="8918" y="57773"/>
                  <a:pt x="8889" y="57832"/>
                </a:cubicBezTo>
                <a:cubicBezTo>
                  <a:pt x="8830" y="57876"/>
                  <a:pt x="8771" y="57891"/>
                  <a:pt x="8742" y="57935"/>
                </a:cubicBezTo>
                <a:cubicBezTo>
                  <a:pt x="8727" y="57935"/>
                  <a:pt x="8727" y="57950"/>
                  <a:pt x="8697" y="57950"/>
                </a:cubicBezTo>
                <a:cubicBezTo>
                  <a:pt x="8756" y="57876"/>
                  <a:pt x="8800" y="57832"/>
                  <a:pt x="8830" y="57803"/>
                </a:cubicBezTo>
                <a:lnTo>
                  <a:pt x="8992" y="57685"/>
                </a:lnTo>
                <a:close/>
                <a:moveTo>
                  <a:pt x="8565" y="57950"/>
                </a:moveTo>
                <a:cubicBezTo>
                  <a:pt x="8550" y="57979"/>
                  <a:pt x="8521" y="58009"/>
                  <a:pt x="8491" y="58038"/>
                </a:cubicBezTo>
                <a:cubicBezTo>
                  <a:pt x="8462" y="58053"/>
                  <a:pt x="8418" y="58082"/>
                  <a:pt x="8374" y="58112"/>
                </a:cubicBezTo>
                <a:cubicBezTo>
                  <a:pt x="8403" y="58082"/>
                  <a:pt x="8447" y="58053"/>
                  <a:pt x="8462" y="58023"/>
                </a:cubicBezTo>
                <a:cubicBezTo>
                  <a:pt x="8506" y="58009"/>
                  <a:pt x="8536" y="57964"/>
                  <a:pt x="8565" y="57950"/>
                </a:cubicBezTo>
                <a:close/>
                <a:moveTo>
                  <a:pt x="15791" y="54903"/>
                </a:moveTo>
                <a:cubicBezTo>
                  <a:pt x="15879" y="56493"/>
                  <a:pt x="16335" y="58038"/>
                  <a:pt x="16777" y="59554"/>
                </a:cubicBezTo>
                <a:cubicBezTo>
                  <a:pt x="17277" y="61246"/>
                  <a:pt x="17792" y="62968"/>
                  <a:pt x="17778" y="64734"/>
                </a:cubicBezTo>
                <a:cubicBezTo>
                  <a:pt x="17778" y="67736"/>
                  <a:pt x="16188" y="70635"/>
                  <a:pt x="13701" y="72313"/>
                </a:cubicBezTo>
                <a:cubicBezTo>
                  <a:pt x="15864" y="70562"/>
                  <a:pt x="17159" y="67766"/>
                  <a:pt x="17145" y="64808"/>
                </a:cubicBezTo>
                <a:cubicBezTo>
                  <a:pt x="17145" y="63100"/>
                  <a:pt x="16688" y="61408"/>
                  <a:pt x="16262" y="59789"/>
                </a:cubicBezTo>
                <a:cubicBezTo>
                  <a:pt x="15835" y="58215"/>
                  <a:pt x="15423" y="56596"/>
                  <a:pt x="15393" y="54977"/>
                </a:cubicBezTo>
                <a:cubicBezTo>
                  <a:pt x="15526" y="54962"/>
                  <a:pt x="15658" y="54933"/>
                  <a:pt x="15791" y="54903"/>
                </a:cubicBezTo>
                <a:close/>
                <a:moveTo>
                  <a:pt x="15320" y="55006"/>
                </a:moveTo>
                <a:cubicBezTo>
                  <a:pt x="15335" y="56640"/>
                  <a:pt x="15776" y="58244"/>
                  <a:pt x="16188" y="59819"/>
                </a:cubicBezTo>
                <a:cubicBezTo>
                  <a:pt x="16630" y="61438"/>
                  <a:pt x="17071" y="63130"/>
                  <a:pt x="17071" y="64822"/>
                </a:cubicBezTo>
                <a:cubicBezTo>
                  <a:pt x="17086" y="67927"/>
                  <a:pt x="15629" y="70856"/>
                  <a:pt x="13260" y="72548"/>
                </a:cubicBezTo>
                <a:cubicBezTo>
                  <a:pt x="15320" y="70782"/>
                  <a:pt x="16497" y="67972"/>
                  <a:pt x="16468" y="64881"/>
                </a:cubicBezTo>
                <a:cubicBezTo>
                  <a:pt x="16453" y="63248"/>
                  <a:pt x="16056" y="61629"/>
                  <a:pt x="15688" y="60069"/>
                </a:cubicBezTo>
                <a:cubicBezTo>
                  <a:pt x="15305" y="58421"/>
                  <a:pt x="14893" y="56758"/>
                  <a:pt x="14952" y="55080"/>
                </a:cubicBezTo>
                <a:cubicBezTo>
                  <a:pt x="15084" y="55036"/>
                  <a:pt x="15217" y="55021"/>
                  <a:pt x="15320" y="55006"/>
                </a:cubicBezTo>
                <a:close/>
                <a:moveTo>
                  <a:pt x="14864" y="55095"/>
                </a:moveTo>
                <a:lnTo>
                  <a:pt x="14864" y="55095"/>
                </a:lnTo>
                <a:cubicBezTo>
                  <a:pt x="14834" y="56772"/>
                  <a:pt x="15217" y="58450"/>
                  <a:pt x="15614" y="60084"/>
                </a:cubicBezTo>
                <a:cubicBezTo>
                  <a:pt x="15982" y="61644"/>
                  <a:pt x="16365" y="63248"/>
                  <a:pt x="16394" y="64881"/>
                </a:cubicBezTo>
                <a:cubicBezTo>
                  <a:pt x="16424" y="68119"/>
                  <a:pt x="15099" y="71062"/>
                  <a:pt x="12862" y="72799"/>
                </a:cubicBezTo>
                <a:cubicBezTo>
                  <a:pt x="14790" y="71003"/>
                  <a:pt x="15820" y="68251"/>
                  <a:pt x="15761" y="64955"/>
                </a:cubicBezTo>
                <a:cubicBezTo>
                  <a:pt x="15747" y="63395"/>
                  <a:pt x="15408" y="61864"/>
                  <a:pt x="15099" y="60378"/>
                </a:cubicBezTo>
                <a:cubicBezTo>
                  <a:pt x="14731" y="58597"/>
                  <a:pt x="14363" y="56905"/>
                  <a:pt x="14496" y="55183"/>
                </a:cubicBezTo>
                <a:cubicBezTo>
                  <a:pt x="14628" y="55154"/>
                  <a:pt x="14731" y="55139"/>
                  <a:pt x="14864" y="55095"/>
                </a:cubicBezTo>
                <a:close/>
                <a:moveTo>
                  <a:pt x="14407" y="55213"/>
                </a:moveTo>
                <a:lnTo>
                  <a:pt x="14407" y="55213"/>
                </a:lnTo>
                <a:cubicBezTo>
                  <a:pt x="14290" y="56934"/>
                  <a:pt x="14643" y="58627"/>
                  <a:pt x="15011" y="60393"/>
                </a:cubicBezTo>
                <a:cubicBezTo>
                  <a:pt x="15320" y="61864"/>
                  <a:pt x="15644" y="63395"/>
                  <a:pt x="15673" y="64955"/>
                </a:cubicBezTo>
                <a:cubicBezTo>
                  <a:pt x="15747" y="68398"/>
                  <a:pt x="14613" y="71253"/>
                  <a:pt x="12480" y="73019"/>
                </a:cubicBezTo>
                <a:cubicBezTo>
                  <a:pt x="14246" y="71224"/>
                  <a:pt x="15143" y="68472"/>
                  <a:pt x="15070" y="65028"/>
                </a:cubicBezTo>
                <a:cubicBezTo>
                  <a:pt x="15026" y="63557"/>
                  <a:pt x="14775" y="62129"/>
                  <a:pt x="14510" y="60731"/>
                </a:cubicBezTo>
                <a:cubicBezTo>
                  <a:pt x="14157" y="58862"/>
                  <a:pt x="13848" y="57096"/>
                  <a:pt x="14054" y="55301"/>
                </a:cubicBezTo>
                <a:cubicBezTo>
                  <a:pt x="14157" y="55257"/>
                  <a:pt x="14290" y="55227"/>
                  <a:pt x="14407" y="55213"/>
                </a:cubicBezTo>
                <a:close/>
                <a:moveTo>
                  <a:pt x="13995" y="55316"/>
                </a:moveTo>
                <a:lnTo>
                  <a:pt x="13995" y="55316"/>
                </a:lnTo>
                <a:cubicBezTo>
                  <a:pt x="13804" y="57096"/>
                  <a:pt x="14128" y="58862"/>
                  <a:pt x="14466" y="60716"/>
                </a:cubicBezTo>
                <a:cubicBezTo>
                  <a:pt x="14716" y="62100"/>
                  <a:pt x="14981" y="63557"/>
                  <a:pt x="15011" y="65014"/>
                </a:cubicBezTo>
                <a:cubicBezTo>
                  <a:pt x="15084" y="68546"/>
                  <a:pt x="14128" y="71342"/>
                  <a:pt x="12274" y="73108"/>
                </a:cubicBezTo>
                <a:cubicBezTo>
                  <a:pt x="12229" y="73122"/>
                  <a:pt x="12215" y="73137"/>
                  <a:pt x="12200" y="73137"/>
                </a:cubicBezTo>
                <a:cubicBezTo>
                  <a:pt x="13775" y="71342"/>
                  <a:pt x="14481" y="68766"/>
                  <a:pt x="14393" y="65087"/>
                </a:cubicBezTo>
                <a:cubicBezTo>
                  <a:pt x="14349" y="63719"/>
                  <a:pt x="14143" y="62394"/>
                  <a:pt x="13951" y="61114"/>
                </a:cubicBezTo>
                <a:cubicBezTo>
                  <a:pt x="13627" y="59156"/>
                  <a:pt x="13363" y="57302"/>
                  <a:pt x="13657" y="55433"/>
                </a:cubicBezTo>
                <a:cubicBezTo>
                  <a:pt x="13760" y="55389"/>
                  <a:pt x="13892" y="55360"/>
                  <a:pt x="13995" y="55316"/>
                </a:cubicBezTo>
                <a:close/>
                <a:moveTo>
                  <a:pt x="13524" y="55477"/>
                </a:moveTo>
                <a:lnTo>
                  <a:pt x="13524" y="55477"/>
                </a:lnTo>
                <a:cubicBezTo>
                  <a:pt x="13245" y="57346"/>
                  <a:pt x="13524" y="59201"/>
                  <a:pt x="13833" y="61143"/>
                </a:cubicBezTo>
                <a:cubicBezTo>
                  <a:pt x="14040" y="62438"/>
                  <a:pt x="14246" y="63763"/>
                  <a:pt x="14275" y="65117"/>
                </a:cubicBezTo>
                <a:cubicBezTo>
                  <a:pt x="14407" y="68840"/>
                  <a:pt x="13672" y="71430"/>
                  <a:pt x="12009" y="73211"/>
                </a:cubicBezTo>
                <a:cubicBezTo>
                  <a:pt x="11979" y="73240"/>
                  <a:pt x="11965" y="73240"/>
                  <a:pt x="11920" y="73255"/>
                </a:cubicBezTo>
                <a:cubicBezTo>
                  <a:pt x="13613" y="71047"/>
                  <a:pt x="13760" y="68060"/>
                  <a:pt x="13672" y="65161"/>
                </a:cubicBezTo>
                <a:cubicBezTo>
                  <a:pt x="13627" y="63925"/>
                  <a:pt x="13466" y="62733"/>
                  <a:pt x="13318" y="61570"/>
                </a:cubicBezTo>
                <a:cubicBezTo>
                  <a:pt x="13039" y="59495"/>
                  <a:pt x="12803" y="57538"/>
                  <a:pt x="13186" y="55595"/>
                </a:cubicBezTo>
                <a:lnTo>
                  <a:pt x="13524" y="55477"/>
                </a:lnTo>
                <a:close/>
                <a:moveTo>
                  <a:pt x="13112" y="55610"/>
                </a:moveTo>
                <a:cubicBezTo>
                  <a:pt x="12730" y="57567"/>
                  <a:pt x="12980" y="59510"/>
                  <a:pt x="13260" y="61570"/>
                </a:cubicBezTo>
                <a:cubicBezTo>
                  <a:pt x="13407" y="62733"/>
                  <a:pt x="13569" y="63939"/>
                  <a:pt x="13613" y="65161"/>
                </a:cubicBezTo>
                <a:cubicBezTo>
                  <a:pt x="13701" y="68104"/>
                  <a:pt x="13539" y="71121"/>
                  <a:pt x="11788" y="73314"/>
                </a:cubicBezTo>
                <a:cubicBezTo>
                  <a:pt x="11744" y="73343"/>
                  <a:pt x="11700" y="73343"/>
                  <a:pt x="11670" y="73358"/>
                </a:cubicBezTo>
                <a:cubicBezTo>
                  <a:pt x="13083" y="71209"/>
                  <a:pt x="13112" y="68501"/>
                  <a:pt x="12995" y="65234"/>
                </a:cubicBezTo>
                <a:cubicBezTo>
                  <a:pt x="12951" y="64160"/>
                  <a:pt x="12847" y="63115"/>
                  <a:pt x="12730" y="62100"/>
                </a:cubicBezTo>
                <a:cubicBezTo>
                  <a:pt x="12509" y="59878"/>
                  <a:pt x="12288" y="57803"/>
                  <a:pt x="12789" y="55742"/>
                </a:cubicBezTo>
                <a:cubicBezTo>
                  <a:pt x="12892" y="55698"/>
                  <a:pt x="13009" y="55654"/>
                  <a:pt x="13112" y="55610"/>
                </a:cubicBezTo>
                <a:close/>
                <a:moveTo>
                  <a:pt x="11881" y="73374"/>
                </a:moveTo>
                <a:cubicBezTo>
                  <a:pt x="11888" y="73374"/>
                  <a:pt x="11881" y="73387"/>
                  <a:pt x="11861" y="73387"/>
                </a:cubicBezTo>
                <a:cubicBezTo>
                  <a:pt x="11871" y="73377"/>
                  <a:pt x="11878" y="73374"/>
                  <a:pt x="11881" y="73374"/>
                </a:cubicBezTo>
                <a:close/>
                <a:moveTo>
                  <a:pt x="11861" y="73387"/>
                </a:moveTo>
                <a:lnTo>
                  <a:pt x="11861" y="73387"/>
                </a:lnTo>
                <a:cubicBezTo>
                  <a:pt x="11847" y="73402"/>
                  <a:pt x="11832" y="73402"/>
                  <a:pt x="11817" y="73417"/>
                </a:cubicBezTo>
                <a:lnTo>
                  <a:pt x="11832" y="73402"/>
                </a:lnTo>
                <a:cubicBezTo>
                  <a:pt x="11847" y="73387"/>
                  <a:pt x="11861" y="73387"/>
                  <a:pt x="11861" y="73387"/>
                </a:cubicBezTo>
                <a:close/>
                <a:moveTo>
                  <a:pt x="12686" y="55801"/>
                </a:moveTo>
                <a:lnTo>
                  <a:pt x="12686" y="55801"/>
                </a:lnTo>
                <a:cubicBezTo>
                  <a:pt x="12215" y="57861"/>
                  <a:pt x="12421" y="59936"/>
                  <a:pt x="12656" y="62144"/>
                </a:cubicBezTo>
                <a:cubicBezTo>
                  <a:pt x="12759" y="63159"/>
                  <a:pt x="12877" y="64204"/>
                  <a:pt x="12906" y="65249"/>
                </a:cubicBezTo>
                <a:cubicBezTo>
                  <a:pt x="13039" y="68560"/>
                  <a:pt x="13009" y="71283"/>
                  <a:pt x="11538" y="73431"/>
                </a:cubicBezTo>
                <a:cubicBezTo>
                  <a:pt x="11494" y="73461"/>
                  <a:pt x="11435" y="73476"/>
                  <a:pt x="11405" y="73490"/>
                </a:cubicBezTo>
                <a:cubicBezTo>
                  <a:pt x="12568" y="71401"/>
                  <a:pt x="12450" y="68869"/>
                  <a:pt x="12318" y="66000"/>
                </a:cubicBezTo>
                <a:cubicBezTo>
                  <a:pt x="12303" y="65764"/>
                  <a:pt x="12303" y="65543"/>
                  <a:pt x="12288" y="65308"/>
                </a:cubicBezTo>
                <a:cubicBezTo>
                  <a:pt x="12244" y="64454"/>
                  <a:pt x="12185" y="63616"/>
                  <a:pt x="12126" y="62791"/>
                </a:cubicBezTo>
                <a:cubicBezTo>
                  <a:pt x="11935" y="60407"/>
                  <a:pt x="11758" y="58171"/>
                  <a:pt x="12347" y="55992"/>
                </a:cubicBezTo>
                <a:cubicBezTo>
                  <a:pt x="12347" y="55978"/>
                  <a:pt x="12362" y="55948"/>
                  <a:pt x="12362" y="55919"/>
                </a:cubicBezTo>
                <a:cubicBezTo>
                  <a:pt x="12465" y="55875"/>
                  <a:pt x="12583" y="55831"/>
                  <a:pt x="12686" y="55801"/>
                </a:cubicBezTo>
                <a:close/>
                <a:moveTo>
                  <a:pt x="11660" y="73469"/>
                </a:moveTo>
                <a:cubicBezTo>
                  <a:pt x="11649" y="73474"/>
                  <a:pt x="11641" y="73482"/>
                  <a:pt x="11641" y="73490"/>
                </a:cubicBezTo>
                <a:cubicBezTo>
                  <a:pt x="11611" y="73505"/>
                  <a:pt x="11597" y="73505"/>
                  <a:pt x="11552" y="73534"/>
                </a:cubicBezTo>
                <a:cubicBezTo>
                  <a:pt x="11567" y="73505"/>
                  <a:pt x="11567" y="73490"/>
                  <a:pt x="11597" y="73490"/>
                </a:cubicBezTo>
                <a:cubicBezTo>
                  <a:pt x="11620" y="73479"/>
                  <a:pt x="11634" y="73476"/>
                  <a:pt x="11660" y="73469"/>
                </a:cubicBezTo>
                <a:close/>
                <a:moveTo>
                  <a:pt x="12288" y="55963"/>
                </a:moveTo>
                <a:lnTo>
                  <a:pt x="12288" y="55978"/>
                </a:lnTo>
                <a:cubicBezTo>
                  <a:pt x="11685" y="58171"/>
                  <a:pt x="11861" y="60407"/>
                  <a:pt x="12053" y="62806"/>
                </a:cubicBezTo>
                <a:cubicBezTo>
                  <a:pt x="12126" y="63616"/>
                  <a:pt x="12185" y="64454"/>
                  <a:pt x="12215" y="65323"/>
                </a:cubicBezTo>
                <a:cubicBezTo>
                  <a:pt x="12229" y="65558"/>
                  <a:pt x="12229" y="65779"/>
                  <a:pt x="12259" y="66029"/>
                </a:cubicBezTo>
                <a:cubicBezTo>
                  <a:pt x="12377" y="68928"/>
                  <a:pt x="12494" y="71445"/>
                  <a:pt x="11302" y="73534"/>
                </a:cubicBezTo>
                <a:cubicBezTo>
                  <a:pt x="11243" y="73549"/>
                  <a:pt x="11199" y="73564"/>
                  <a:pt x="11155" y="73579"/>
                </a:cubicBezTo>
                <a:cubicBezTo>
                  <a:pt x="12009" y="71665"/>
                  <a:pt x="11861" y="69517"/>
                  <a:pt x="11700" y="67074"/>
                </a:cubicBezTo>
                <a:cubicBezTo>
                  <a:pt x="11670" y="66515"/>
                  <a:pt x="11626" y="65970"/>
                  <a:pt x="11597" y="65382"/>
                </a:cubicBezTo>
                <a:cubicBezTo>
                  <a:pt x="11552" y="64808"/>
                  <a:pt x="11523" y="64219"/>
                  <a:pt x="11494" y="63674"/>
                </a:cubicBezTo>
                <a:cubicBezTo>
                  <a:pt x="11332" y="61055"/>
                  <a:pt x="11170" y="58597"/>
                  <a:pt x="11920" y="56257"/>
                </a:cubicBezTo>
                <a:cubicBezTo>
                  <a:pt x="11935" y="56199"/>
                  <a:pt x="11965" y="56169"/>
                  <a:pt x="11979" y="56110"/>
                </a:cubicBezTo>
                <a:cubicBezTo>
                  <a:pt x="12082" y="56051"/>
                  <a:pt x="12185" y="56022"/>
                  <a:pt x="12288" y="55963"/>
                </a:cubicBezTo>
                <a:close/>
                <a:moveTo>
                  <a:pt x="11449" y="73549"/>
                </a:moveTo>
                <a:cubicBezTo>
                  <a:pt x="11420" y="73564"/>
                  <a:pt x="11420" y="73579"/>
                  <a:pt x="11405" y="73608"/>
                </a:cubicBezTo>
                <a:cubicBezTo>
                  <a:pt x="11376" y="73608"/>
                  <a:pt x="11332" y="73623"/>
                  <a:pt x="11302" y="73637"/>
                </a:cubicBezTo>
                <a:cubicBezTo>
                  <a:pt x="11317" y="73623"/>
                  <a:pt x="11317" y="73608"/>
                  <a:pt x="11332" y="73579"/>
                </a:cubicBezTo>
                <a:cubicBezTo>
                  <a:pt x="11376" y="73564"/>
                  <a:pt x="11405" y="73549"/>
                  <a:pt x="11449" y="73549"/>
                </a:cubicBezTo>
                <a:close/>
                <a:moveTo>
                  <a:pt x="11861" y="56169"/>
                </a:moveTo>
                <a:cubicBezTo>
                  <a:pt x="11861" y="56184"/>
                  <a:pt x="11847" y="56213"/>
                  <a:pt x="11847" y="56243"/>
                </a:cubicBezTo>
                <a:cubicBezTo>
                  <a:pt x="11111" y="58568"/>
                  <a:pt x="11258" y="61055"/>
                  <a:pt x="11420" y="63689"/>
                </a:cubicBezTo>
                <a:cubicBezTo>
                  <a:pt x="11464" y="64234"/>
                  <a:pt x="11494" y="64822"/>
                  <a:pt x="11523" y="65396"/>
                </a:cubicBezTo>
                <a:cubicBezTo>
                  <a:pt x="11552" y="65970"/>
                  <a:pt x="11597" y="66544"/>
                  <a:pt x="11626" y="67089"/>
                </a:cubicBezTo>
                <a:cubicBezTo>
                  <a:pt x="11788" y="69576"/>
                  <a:pt x="11935" y="71724"/>
                  <a:pt x="11023" y="73623"/>
                </a:cubicBezTo>
                <a:cubicBezTo>
                  <a:pt x="10964" y="73623"/>
                  <a:pt x="10905" y="73637"/>
                  <a:pt x="10846" y="73652"/>
                </a:cubicBezTo>
                <a:cubicBezTo>
                  <a:pt x="11508" y="71916"/>
                  <a:pt x="11332" y="70017"/>
                  <a:pt x="11111" y="67839"/>
                </a:cubicBezTo>
                <a:cubicBezTo>
                  <a:pt x="11037" y="67074"/>
                  <a:pt x="10949" y="66265"/>
                  <a:pt x="10905" y="65440"/>
                </a:cubicBezTo>
                <a:lnTo>
                  <a:pt x="10875" y="64881"/>
                </a:lnTo>
                <a:cubicBezTo>
                  <a:pt x="10714" y="61908"/>
                  <a:pt x="10537" y="59083"/>
                  <a:pt x="11479" y="56508"/>
                </a:cubicBezTo>
                <a:cubicBezTo>
                  <a:pt x="11494" y="56463"/>
                  <a:pt x="11538" y="56390"/>
                  <a:pt x="11552" y="56331"/>
                </a:cubicBezTo>
                <a:cubicBezTo>
                  <a:pt x="11670" y="56272"/>
                  <a:pt x="11758" y="56213"/>
                  <a:pt x="11861" y="56169"/>
                </a:cubicBezTo>
                <a:close/>
                <a:moveTo>
                  <a:pt x="11491" y="73646"/>
                </a:moveTo>
                <a:cubicBezTo>
                  <a:pt x="11493" y="73646"/>
                  <a:pt x="11494" y="73648"/>
                  <a:pt x="11494" y="73652"/>
                </a:cubicBezTo>
                <a:cubicBezTo>
                  <a:pt x="11479" y="73682"/>
                  <a:pt x="11464" y="73682"/>
                  <a:pt x="11449" y="73696"/>
                </a:cubicBezTo>
                <a:lnTo>
                  <a:pt x="11464" y="73682"/>
                </a:lnTo>
                <a:cubicBezTo>
                  <a:pt x="11475" y="73660"/>
                  <a:pt x="11486" y="73646"/>
                  <a:pt x="11491" y="73646"/>
                </a:cubicBezTo>
                <a:close/>
                <a:moveTo>
                  <a:pt x="11199" y="73623"/>
                </a:moveTo>
                <a:lnTo>
                  <a:pt x="11199" y="73623"/>
                </a:lnTo>
                <a:cubicBezTo>
                  <a:pt x="11185" y="73637"/>
                  <a:pt x="11170" y="73682"/>
                  <a:pt x="11170" y="73696"/>
                </a:cubicBezTo>
                <a:cubicBezTo>
                  <a:pt x="11126" y="73711"/>
                  <a:pt x="11082" y="73726"/>
                  <a:pt x="11037" y="73755"/>
                </a:cubicBezTo>
                <a:cubicBezTo>
                  <a:pt x="11052" y="73726"/>
                  <a:pt x="11052" y="73696"/>
                  <a:pt x="11082" y="73682"/>
                </a:cubicBezTo>
                <a:cubicBezTo>
                  <a:pt x="11111" y="73652"/>
                  <a:pt x="11170" y="73637"/>
                  <a:pt x="11199" y="73623"/>
                </a:cubicBezTo>
                <a:close/>
                <a:moveTo>
                  <a:pt x="11449" y="56375"/>
                </a:moveTo>
                <a:lnTo>
                  <a:pt x="11449" y="56375"/>
                </a:lnTo>
                <a:cubicBezTo>
                  <a:pt x="11420" y="56419"/>
                  <a:pt x="11420" y="56449"/>
                  <a:pt x="11405" y="56493"/>
                </a:cubicBezTo>
                <a:cubicBezTo>
                  <a:pt x="10463" y="59083"/>
                  <a:pt x="10625" y="61923"/>
                  <a:pt x="10802" y="64896"/>
                </a:cubicBezTo>
                <a:lnTo>
                  <a:pt x="10831" y="65455"/>
                </a:lnTo>
                <a:cubicBezTo>
                  <a:pt x="10875" y="66294"/>
                  <a:pt x="10964" y="67089"/>
                  <a:pt x="11037" y="67869"/>
                </a:cubicBezTo>
                <a:cubicBezTo>
                  <a:pt x="11258" y="70032"/>
                  <a:pt x="11464" y="71945"/>
                  <a:pt x="10758" y="73696"/>
                </a:cubicBezTo>
                <a:cubicBezTo>
                  <a:pt x="10684" y="73711"/>
                  <a:pt x="10640" y="73726"/>
                  <a:pt x="10581" y="73770"/>
                </a:cubicBezTo>
                <a:cubicBezTo>
                  <a:pt x="11082" y="72136"/>
                  <a:pt x="10817" y="70415"/>
                  <a:pt x="10537" y="68487"/>
                </a:cubicBezTo>
                <a:cubicBezTo>
                  <a:pt x="10405" y="67545"/>
                  <a:pt x="10257" y="66574"/>
                  <a:pt x="10213" y="65529"/>
                </a:cubicBezTo>
                <a:cubicBezTo>
                  <a:pt x="10022" y="62453"/>
                  <a:pt x="9948" y="59480"/>
                  <a:pt x="11037" y="56772"/>
                </a:cubicBezTo>
                <a:cubicBezTo>
                  <a:pt x="11082" y="56699"/>
                  <a:pt x="11096" y="56625"/>
                  <a:pt x="11126" y="56566"/>
                </a:cubicBezTo>
                <a:cubicBezTo>
                  <a:pt x="11243" y="56508"/>
                  <a:pt x="11332" y="56434"/>
                  <a:pt x="11449" y="56375"/>
                </a:cubicBezTo>
                <a:close/>
                <a:moveTo>
                  <a:pt x="11296" y="73750"/>
                </a:moveTo>
                <a:cubicBezTo>
                  <a:pt x="11291" y="73757"/>
                  <a:pt x="11284" y="73764"/>
                  <a:pt x="11273" y="73770"/>
                </a:cubicBezTo>
                <a:cubicBezTo>
                  <a:pt x="11258" y="73785"/>
                  <a:pt x="11229" y="73799"/>
                  <a:pt x="11199" y="73799"/>
                </a:cubicBezTo>
                <a:cubicBezTo>
                  <a:pt x="11214" y="73785"/>
                  <a:pt x="11214" y="73770"/>
                  <a:pt x="11243" y="73770"/>
                </a:cubicBezTo>
                <a:cubicBezTo>
                  <a:pt x="11261" y="73761"/>
                  <a:pt x="11279" y="73757"/>
                  <a:pt x="11296" y="73750"/>
                </a:cubicBezTo>
                <a:close/>
                <a:moveTo>
                  <a:pt x="11008" y="56625"/>
                </a:moveTo>
                <a:lnTo>
                  <a:pt x="10949" y="56728"/>
                </a:lnTo>
                <a:cubicBezTo>
                  <a:pt x="9860" y="59436"/>
                  <a:pt x="9934" y="62438"/>
                  <a:pt x="10125" y="65514"/>
                </a:cubicBezTo>
                <a:cubicBezTo>
                  <a:pt x="10169" y="66559"/>
                  <a:pt x="10316" y="67530"/>
                  <a:pt x="10449" y="68472"/>
                </a:cubicBezTo>
                <a:cubicBezTo>
                  <a:pt x="10728" y="70415"/>
                  <a:pt x="10978" y="72136"/>
                  <a:pt x="10463" y="73770"/>
                </a:cubicBezTo>
                <a:cubicBezTo>
                  <a:pt x="10419" y="73785"/>
                  <a:pt x="10346" y="73799"/>
                  <a:pt x="10287" y="73829"/>
                </a:cubicBezTo>
                <a:cubicBezTo>
                  <a:pt x="10640" y="72254"/>
                  <a:pt x="10316" y="70635"/>
                  <a:pt x="9992" y="68928"/>
                </a:cubicBezTo>
                <a:cubicBezTo>
                  <a:pt x="9786" y="67869"/>
                  <a:pt x="9566" y="66735"/>
                  <a:pt x="9492" y="65543"/>
                </a:cubicBezTo>
                <a:cubicBezTo>
                  <a:pt x="9242" y="61776"/>
                  <a:pt x="9566" y="59215"/>
                  <a:pt x="10581" y="56993"/>
                </a:cubicBezTo>
                <a:cubicBezTo>
                  <a:pt x="10611" y="56920"/>
                  <a:pt x="10640" y="56861"/>
                  <a:pt x="10669" y="56787"/>
                </a:cubicBezTo>
                <a:cubicBezTo>
                  <a:pt x="10802" y="56758"/>
                  <a:pt x="10890" y="56699"/>
                  <a:pt x="11008" y="56625"/>
                </a:cubicBezTo>
                <a:close/>
                <a:moveTo>
                  <a:pt x="10964" y="73711"/>
                </a:moveTo>
                <a:cubicBezTo>
                  <a:pt x="10949" y="73755"/>
                  <a:pt x="10934" y="73770"/>
                  <a:pt x="10934" y="73799"/>
                </a:cubicBezTo>
                <a:cubicBezTo>
                  <a:pt x="10875" y="73829"/>
                  <a:pt x="10831" y="73843"/>
                  <a:pt x="10787" y="73858"/>
                </a:cubicBezTo>
                <a:cubicBezTo>
                  <a:pt x="10787" y="73829"/>
                  <a:pt x="10802" y="73785"/>
                  <a:pt x="10817" y="73770"/>
                </a:cubicBezTo>
                <a:cubicBezTo>
                  <a:pt x="10875" y="73755"/>
                  <a:pt x="10934" y="73726"/>
                  <a:pt x="10964" y="73711"/>
                </a:cubicBezTo>
                <a:close/>
                <a:moveTo>
                  <a:pt x="10558" y="56925"/>
                </a:moveTo>
                <a:lnTo>
                  <a:pt x="10558" y="56925"/>
                </a:lnTo>
                <a:cubicBezTo>
                  <a:pt x="10537" y="56943"/>
                  <a:pt x="10536" y="56980"/>
                  <a:pt x="10522" y="56993"/>
                </a:cubicBezTo>
                <a:cubicBezTo>
                  <a:pt x="9507" y="59230"/>
                  <a:pt x="9183" y="61805"/>
                  <a:pt x="9433" y="65588"/>
                </a:cubicBezTo>
                <a:cubicBezTo>
                  <a:pt x="9507" y="66780"/>
                  <a:pt x="9728" y="67898"/>
                  <a:pt x="9934" y="68972"/>
                </a:cubicBezTo>
                <a:cubicBezTo>
                  <a:pt x="10272" y="70679"/>
                  <a:pt x="10581" y="72298"/>
                  <a:pt x="10213" y="73858"/>
                </a:cubicBezTo>
                <a:cubicBezTo>
                  <a:pt x="10140" y="73873"/>
                  <a:pt x="10081" y="73902"/>
                  <a:pt x="10007" y="73917"/>
                </a:cubicBezTo>
                <a:cubicBezTo>
                  <a:pt x="10228" y="72445"/>
                  <a:pt x="9860" y="70959"/>
                  <a:pt x="9492" y="69370"/>
                </a:cubicBezTo>
                <a:cubicBezTo>
                  <a:pt x="9213" y="68192"/>
                  <a:pt x="8918" y="66986"/>
                  <a:pt x="8830" y="65661"/>
                </a:cubicBezTo>
                <a:cubicBezTo>
                  <a:pt x="8594" y="62291"/>
                  <a:pt x="9021" y="59554"/>
                  <a:pt x="10169" y="57288"/>
                </a:cubicBezTo>
                <a:cubicBezTo>
                  <a:pt x="10199" y="57229"/>
                  <a:pt x="10228" y="57170"/>
                  <a:pt x="10243" y="57140"/>
                </a:cubicBezTo>
                <a:cubicBezTo>
                  <a:pt x="10302" y="57096"/>
                  <a:pt x="10375" y="57052"/>
                  <a:pt x="10434" y="57008"/>
                </a:cubicBezTo>
                <a:cubicBezTo>
                  <a:pt x="10462" y="56980"/>
                  <a:pt x="10515" y="56953"/>
                  <a:pt x="10558" y="56925"/>
                </a:cubicBezTo>
                <a:close/>
                <a:moveTo>
                  <a:pt x="11096" y="73799"/>
                </a:moveTo>
                <a:cubicBezTo>
                  <a:pt x="11082" y="73829"/>
                  <a:pt x="11052" y="73843"/>
                  <a:pt x="11052" y="73858"/>
                </a:cubicBezTo>
                <a:cubicBezTo>
                  <a:pt x="11023" y="73902"/>
                  <a:pt x="10978" y="73917"/>
                  <a:pt x="10949" y="73932"/>
                </a:cubicBezTo>
                <a:cubicBezTo>
                  <a:pt x="10964" y="73917"/>
                  <a:pt x="10964" y="73902"/>
                  <a:pt x="10978" y="73858"/>
                </a:cubicBezTo>
                <a:lnTo>
                  <a:pt x="11096" y="73799"/>
                </a:lnTo>
                <a:close/>
                <a:moveTo>
                  <a:pt x="10714" y="73799"/>
                </a:moveTo>
                <a:lnTo>
                  <a:pt x="10714" y="73799"/>
                </a:lnTo>
                <a:cubicBezTo>
                  <a:pt x="10684" y="73843"/>
                  <a:pt x="10669" y="73873"/>
                  <a:pt x="10669" y="73902"/>
                </a:cubicBezTo>
                <a:cubicBezTo>
                  <a:pt x="10611" y="73917"/>
                  <a:pt x="10566" y="73932"/>
                  <a:pt x="10508" y="73976"/>
                </a:cubicBezTo>
                <a:cubicBezTo>
                  <a:pt x="10522" y="73932"/>
                  <a:pt x="10522" y="73902"/>
                  <a:pt x="10537" y="73858"/>
                </a:cubicBezTo>
                <a:lnTo>
                  <a:pt x="10714" y="73799"/>
                </a:lnTo>
                <a:close/>
                <a:moveTo>
                  <a:pt x="11136" y="73926"/>
                </a:moveTo>
                <a:cubicBezTo>
                  <a:pt x="11140" y="73926"/>
                  <a:pt x="11146" y="73927"/>
                  <a:pt x="11155" y="73932"/>
                </a:cubicBezTo>
                <a:cubicBezTo>
                  <a:pt x="11126" y="73946"/>
                  <a:pt x="11111" y="73946"/>
                  <a:pt x="11096" y="73976"/>
                </a:cubicBezTo>
                <a:lnTo>
                  <a:pt x="11111" y="73946"/>
                </a:lnTo>
                <a:cubicBezTo>
                  <a:pt x="11121" y="73936"/>
                  <a:pt x="11124" y="73926"/>
                  <a:pt x="11136" y="73926"/>
                </a:cubicBezTo>
                <a:close/>
                <a:moveTo>
                  <a:pt x="10096" y="57214"/>
                </a:moveTo>
                <a:cubicBezTo>
                  <a:pt x="10096" y="57229"/>
                  <a:pt x="10081" y="57229"/>
                  <a:pt x="10081" y="57243"/>
                </a:cubicBezTo>
                <a:cubicBezTo>
                  <a:pt x="8918" y="59524"/>
                  <a:pt x="8506" y="62276"/>
                  <a:pt x="8742" y="65661"/>
                </a:cubicBezTo>
                <a:cubicBezTo>
                  <a:pt x="8830" y="66971"/>
                  <a:pt x="9124" y="68192"/>
                  <a:pt x="9419" y="69370"/>
                </a:cubicBezTo>
                <a:cubicBezTo>
                  <a:pt x="9801" y="70959"/>
                  <a:pt x="10154" y="72460"/>
                  <a:pt x="9934" y="73946"/>
                </a:cubicBezTo>
                <a:cubicBezTo>
                  <a:pt x="9860" y="73961"/>
                  <a:pt x="9801" y="73991"/>
                  <a:pt x="9728" y="74020"/>
                </a:cubicBezTo>
                <a:cubicBezTo>
                  <a:pt x="9845" y="72593"/>
                  <a:pt x="9433" y="71165"/>
                  <a:pt x="8992" y="69679"/>
                </a:cubicBezTo>
                <a:cubicBezTo>
                  <a:pt x="8624" y="68428"/>
                  <a:pt x="8241" y="67147"/>
                  <a:pt x="8138" y="65705"/>
                </a:cubicBezTo>
                <a:cubicBezTo>
                  <a:pt x="7888" y="62585"/>
                  <a:pt x="8433" y="59833"/>
                  <a:pt x="9713" y="57523"/>
                </a:cubicBezTo>
                <a:cubicBezTo>
                  <a:pt x="9728" y="57479"/>
                  <a:pt x="9772" y="57435"/>
                  <a:pt x="9786" y="57391"/>
                </a:cubicBezTo>
                <a:cubicBezTo>
                  <a:pt x="9904" y="57346"/>
                  <a:pt x="9992" y="57288"/>
                  <a:pt x="10096" y="57214"/>
                </a:cubicBezTo>
                <a:close/>
                <a:moveTo>
                  <a:pt x="10861" y="73917"/>
                </a:moveTo>
                <a:cubicBezTo>
                  <a:pt x="10861" y="73917"/>
                  <a:pt x="10861" y="73932"/>
                  <a:pt x="10831" y="73932"/>
                </a:cubicBezTo>
                <a:cubicBezTo>
                  <a:pt x="10817" y="73946"/>
                  <a:pt x="10817" y="73976"/>
                  <a:pt x="10802" y="73991"/>
                </a:cubicBezTo>
                <a:cubicBezTo>
                  <a:pt x="10787" y="74005"/>
                  <a:pt x="10728" y="74020"/>
                  <a:pt x="10684" y="74049"/>
                </a:cubicBezTo>
                <a:cubicBezTo>
                  <a:pt x="10714" y="74020"/>
                  <a:pt x="10714" y="73991"/>
                  <a:pt x="10728" y="73976"/>
                </a:cubicBezTo>
                <a:cubicBezTo>
                  <a:pt x="10758" y="73946"/>
                  <a:pt x="10817" y="73932"/>
                  <a:pt x="10861" y="73917"/>
                </a:cubicBezTo>
                <a:close/>
                <a:moveTo>
                  <a:pt x="10463" y="73873"/>
                </a:moveTo>
                <a:lnTo>
                  <a:pt x="10463" y="73873"/>
                </a:lnTo>
                <a:cubicBezTo>
                  <a:pt x="10449" y="73917"/>
                  <a:pt x="10449" y="73946"/>
                  <a:pt x="10434" y="73991"/>
                </a:cubicBezTo>
                <a:cubicBezTo>
                  <a:pt x="10360" y="74020"/>
                  <a:pt x="10302" y="74049"/>
                  <a:pt x="10243" y="74064"/>
                </a:cubicBezTo>
                <a:cubicBezTo>
                  <a:pt x="10257" y="74020"/>
                  <a:pt x="10257" y="73991"/>
                  <a:pt x="10287" y="73932"/>
                </a:cubicBezTo>
                <a:cubicBezTo>
                  <a:pt x="10346" y="73917"/>
                  <a:pt x="10419" y="73902"/>
                  <a:pt x="10463" y="73873"/>
                </a:cubicBezTo>
                <a:close/>
                <a:moveTo>
                  <a:pt x="10949" y="73991"/>
                </a:moveTo>
                <a:cubicBezTo>
                  <a:pt x="10949" y="74020"/>
                  <a:pt x="10949" y="74049"/>
                  <a:pt x="10934" y="74049"/>
                </a:cubicBezTo>
                <a:cubicBezTo>
                  <a:pt x="10905" y="74064"/>
                  <a:pt x="10875" y="74079"/>
                  <a:pt x="10831" y="74079"/>
                </a:cubicBezTo>
                <a:cubicBezTo>
                  <a:pt x="10831" y="74064"/>
                  <a:pt x="10846" y="74049"/>
                  <a:pt x="10846" y="74020"/>
                </a:cubicBezTo>
                <a:cubicBezTo>
                  <a:pt x="10890" y="74005"/>
                  <a:pt x="10905" y="74005"/>
                  <a:pt x="10949" y="73991"/>
                </a:cubicBezTo>
                <a:close/>
                <a:moveTo>
                  <a:pt x="9639" y="57494"/>
                </a:moveTo>
                <a:lnTo>
                  <a:pt x="9639" y="57494"/>
                </a:lnTo>
                <a:cubicBezTo>
                  <a:pt x="8315" y="59819"/>
                  <a:pt x="7785" y="62585"/>
                  <a:pt x="8035" y="65735"/>
                </a:cubicBezTo>
                <a:cubicBezTo>
                  <a:pt x="8153" y="67162"/>
                  <a:pt x="8536" y="68472"/>
                  <a:pt x="8903" y="69723"/>
                </a:cubicBezTo>
                <a:cubicBezTo>
                  <a:pt x="9345" y="71209"/>
                  <a:pt x="9742" y="72622"/>
                  <a:pt x="9639" y="74064"/>
                </a:cubicBezTo>
                <a:cubicBezTo>
                  <a:pt x="9610" y="74079"/>
                  <a:pt x="9580" y="74079"/>
                  <a:pt x="9551" y="74094"/>
                </a:cubicBezTo>
                <a:cubicBezTo>
                  <a:pt x="9507" y="74123"/>
                  <a:pt x="9477" y="74123"/>
                  <a:pt x="9419" y="74138"/>
                </a:cubicBezTo>
                <a:cubicBezTo>
                  <a:pt x="9433" y="72740"/>
                  <a:pt x="8977" y="71401"/>
                  <a:pt x="8477" y="69973"/>
                </a:cubicBezTo>
                <a:cubicBezTo>
                  <a:pt x="8020" y="68663"/>
                  <a:pt x="7564" y="67309"/>
                  <a:pt x="7432" y="65808"/>
                </a:cubicBezTo>
                <a:cubicBezTo>
                  <a:pt x="7196" y="62880"/>
                  <a:pt x="7814" y="60113"/>
                  <a:pt x="9271" y="57803"/>
                </a:cubicBezTo>
                <a:cubicBezTo>
                  <a:pt x="9316" y="57744"/>
                  <a:pt x="9330" y="57714"/>
                  <a:pt x="9360" y="57655"/>
                </a:cubicBezTo>
                <a:lnTo>
                  <a:pt x="9639" y="57494"/>
                </a:lnTo>
                <a:close/>
                <a:moveTo>
                  <a:pt x="10611" y="74005"/>
                </a:moveTo>
                <a:lnTo>
                  <a:pt x="10611" y="74005"/>
                </a:lnTo>
                <a:cubicBezTo>
                  <a:pt x="10596" y="74020"/>
                  <a:pt x="10596" y="74064"/>
                  <a:pt x="10581" y="74079"/>
                </a:cubicBezTo>
                <a:lnTo>
                  <a:pt x="10581" y="74094"/>
                </a:lnTo>
                <a:cubicBezTo>
                  <a:pt x="10522" y="74123"/>
                  <a:pt x="10478" y="74138"/>
                  <a:pt x="10434" y="74152"/>
                </a:cubicBezTo>
                <a:cubicBezTo>
                  <a:pt x="10449" y="74138"/>
                  <a:pt x="10463" y="74094"/>
                  <a:pt x="10463" y="74064"/>
                </a:cubicBezTo>
                <a:cubicBezTo>
                  <a:pt x="10522" y="74049"/>
                  <a:pt x="10566" y="74020"/>
                  <a:pt x="10611" y="74005"/>
                </a:cubicBezTo>
                <a:close/>
                <a:moveTo>
                  <a:pt x="10169" y="73991"/>
                </a:moveTo>
                <a:cubicBezTo>
                  <a:pt x="10154" y="74020"/>
                  <a:pt x="10154" y="74079"/>
                  <a:pt x="10140" y="74123"/>
                </a:cubicBezTo>
                <a:cubicBezTo>
                  <a:pt x="10081" y="74123"/>
                  <a:pt x="10022" y="74138"/>
                  <a:pt x="9978" y="74167"/>
                </a:cubicBezTo>
                <a:cubicBezTo>
                  <a:pt x="9978" y="74138"/>
                  <a:pt x="9992" y="74079"/>
                  <a:pt x="9992" y="74049"/>
                </a:cubicBezTo>
                <a:cubicBezTo>
                  <a:pt x="10037" y="74020"/>
                  <a:pt x="10110" y="74005"/>
                  <a:pt x="10169" y="73991"/>
                </a:cubicBezTo>
                <a:close/>
                <a:moveTo>
                  <a:pt x="9198" y="57758"/>
                </a:moveTo>
                <a:lnTo>
                  <a:pt x="9198" y="57758"/>
                </a:lnTo>
                <a:cubicBezTo>
                  <a:pt x="7726" y="60098"/>
                  <a:pt x="7079" y="62880"/>
                  <a:pt x="7344" y="65808"/>
                </a:cubicBezTo>
                <a:cubicBezTo>
                  <a:pt x="7476" y="67324"/>
                  <a:pt x="7947" y="68693"/>
                  <a:pt x="8403" y="70002"/>
                </a:cubicBezTo>
                <a:cubicBezTo>
                  <a:pt x="8903" y="71415"/>
                  <a:pt x="9360" y="72754"/>
                  <a:pt x="9345" y="74152"/>
                </a:cubicBezTo>
                <a:cubicBezTo>
                  <a:pt x="9271" y="74167"/>
                  <a:pt x="9198" y="74211"/>
                  <a:pt x="9124" y="74226"/>
                </a:cubicBezTo>
                <a:cubicBezTo>
                  <a:pt x="9051" y="72872"/>
                  <a:pt x="8536" y="71577"/>
                  <a:pt x="7976" y="70223"/>
                </a:cubicBezTo>
                <a:cubicBezTo>
                  <a:pt x="7432" y="68855"/>
                  <a:pt x="6858" y="67457"/>
                  <a:pt x="6711" y="65867"/>
                </a:cubicBezTo>
                <a:cubicBezTo>
                  <a:pt x="6461" y="63100"/>
                  <a:pt x="7196" y="60393"/>
                  <a:pt x="8815" y="58053"/>
                </a:cubicBezTo>
                <a:cubicBezTo>
                  <a:pt x="8845" y="57994"/>
                  <a:pt x="8903" y="57950"/>
                  <a:pt x="8933" y="57891"/>
                </a:cubicBezTo>
                <a:cubicBezTo>
                  <a:pt x="9036" y="57832"/>
                  <a:pt x="9124" y="57788"/>
                  <a:pt x="9198" y="57758"/>
                </a:cubicBezTo>
                <a:close/>
                <a:moveTo>
                  <a:pt x="10743" y="74094"/>
                </a:moveTo>
                <a:lnTo>
                  <a:pt x="10743" y="74094"/>
                </a:lnTo>
                <a:cubicBezTo>
                  <a:pt x="10728" y="74123"/>
                  <a:pt x="10728" y="74138"/>
                  <a:pt x="10714" y="74152"/>
                </a:cubicBezTo>
                <a:cubicBezTo>
                  <a:pt x="10669" y="74197"/>
                  <a:pt x="10640" y="74211"/>
                  <a:pt x="10596" y="74226"/>
                </a:cubicBezTo>
                <a:cubicBezTo>
                  <a:pt x="10611" y="74211"/>
                  <a:pt x="10611" y="74197"/>
                  <a:pt x="10640" y="74152"/>
                </a:cubicBezTo>
                <a:lnTo>
                  <a:pt x="10743" y="74094"/>
                </a:lnTo>
                <a:close/>
                <a:moveTo>
                  <a:pt x="10798" y="74220"/>
                </a:moveTo>
                <a:cubicBezTo>
                  <a:pt x="10801" y="74220"/>
                  <a:pt x="10802" y="74222"/>
                  <a:pt x="10802" y="74226"/>
                </a:cubicBezTo>
                <a:cubicBezTo>
                  <a:pt x="10788" y="74240"/>
                  <a:pt x="10760" y="74241"/>
                  <a:pt x="10758" y="74267"/>
                </a:cubicBezTo>
                <a:lnTo>
                  <a:pt x="10758" y="74267"/>
                </a:lnTo>
                <a:cubicBezTo>
                  <a:pt x="10758" y="74259"/>
                  <a:pt x="10761" y="74241"/>
                  <a:pt x="10772" y="74241"/>
                </a:cubicBezTo>
                <a:cubicBezTo>
                  <a:pt x="10783" y="74230"/>
                  <a:pt x="10793" y="74220"/>
                  <a:pt x="10798" y="74220"/>
                </a:cubicBezTo>
                <a:close/>
                <a:moveTo>
                  <a:pt x="9904" y="74064"/>
                </a:moveTo>
                <a:cubicBezTo>
                  <a:pt x="9904" y="74094"/>
                  <a:pt x="9875" y="74152"/>
                  <a:pt x="9875" y="74197"/>
                </a:cubicBezTo>
                <a:cubicBezTo>
                  <a:pt x="9831" y="74211"/>
                  <a:pt x="9757" y="74241"/>
                  <a:pt x="9698" y="74270"/>
                </a:cubicBezTo>
                <a:cubicBezTo>
                  <a:pt x="9698" y="74211"/>
                  <a:pt x="9713" y="74167"/>
                  <a:pt x="9713" y="74123"/>
                </a:cubicBezTo>
                <a:cubicBezTo>
                  <a:pt x="9772" y="74094"/>
                  <a:pt x="9845" y="74079"/>
                  <a:pt x="9904" y="74064"/>
                </a:cubicBezTo>
                <a:close/>
                <a:moveTo>
                  <a:pt x="10375" y="74094"/>
                </a:moveTo>
                <a:lnTo>
                  <a:pt x="10375" y="74094"/>
                </a:lnTo>
                <a:cubicBezTo>
                  <a:pt x="10360" y="74138"/>
                  <a:pt x="10360" y="74167"/>
                  <a:pt x="10346" y="74211"/>
                </a:cubicBezTo>
                <a:cubicBezTo>
                  <a:pt x="10287" y="74226"/>
                  <a:pt x="10228" y="74241"/>
                  <a:pt x="10199" y="74285"/>
                </a:cubicBezTo>
                <a:cubicBezTo>
                  <a:pt x="10199" y="74226"/>
                  <a:pt x="10213" y="74197"/>
                  <a:pt x="10213" y="74152"/>
                </a:cubicBezTo>
                <a:lnTo>
                  <a:pt x="10375" y="74094"/>
                </a:lnTo>
                <a:close/>
                <a:moveTo>
                  <a:pt x="8756" y="57979"/>
                </a:moveTo>
                <a:cubicBezTo>
                  <a:pt x="8771" y="57979"/>
                  <a:pt x="8771" y="58009"/>
                  <a:pt x="8756" y="58023"/>
                </a:cubicBezTo>
                <a:cubicBezTo>
                  <a:pt x="7123" y="60363"/>
                  <a:pt x="6387" y="63086"/>
                  <a:pt x="6637" y="65882"/>
                </a:cubicBezTo>
                <a:cubicBezTo>
                  <a:pt x="6784" y="67471"/>
                  <a:pt x="7358" y="68869"/>
                  <a:pt x="7917" y="70253"/>
                </a:cubicBezTo>
                <a:cubicBezTo>
                  <a:pt x="8462" y="71621"/>
                  <a:pt x="8977" y="72902"/>
                  <a:pt x="9036" y="74270"/>
                </a:cubicBezTo>
                <a:cubicBezTo>
                  <a:pt x="8962" y="74285"/>
                  <a:pt x="8889" y="74314"/>
                  <a:pt x="8815" y="74344"/>
                </a:cubicBezTo>
                <a:cubicBezTo>
                  <a:pt x="8668" y="72990"/>
                  <a:pt x="8094" y="71739"/>
                  <a:pt x="7491" y="70444"/>
                </a:cubicBezTo>
                <a:cubicBezTo>
                  <a:pt x="6843" y="69046"/>
                  <a:pt x="6181" y="67589"/>
                  <a:pt x="6019" y="65955"/>
                </a:cubicBezTo>
                <a:cubicBezTo>
                  <a:pt x="5754" y="63321"/>
                  <a:pt x="6608" y="60613"/>
                  <a:pt x="8374" y="58332"/>
                </a:cubicBezTo>
                <a:lnTo>
                  <a:pt x="8536" y="58112"/>
                </a:lnTo>
                <a:cubicBezTo>
                  <a:pt x="8609" y="58082"/>
                  <a:pt x="8683" y="58023"/>
                  <a:pt x="8756" y="57979"/>
                </a:cubicBezTo>
                <a:close/>
                <a:moveTo>
                  <a:pt x="10522" y="74211"/>
                </a:moveTo>
                <a:cubicBezTo>
                  <a:pt x="10508" y="74226"/>
                  <a:pt x="10508" y="74270"/>
                  <a:pt x="10493" y="74285"/>
                </a:cubicBezTo>
                <a:cubicBezTo>
                  <a:pt x="10449" y="74300"/>
                  <a:pt x="10390" y="74344"/>
                  <a:pt x="10360" y="74359"/>
                </a:cubicBezTo>
                <a:cubicBezTo>
                  <a:pt x="10375" y="74314"/>
                  <a:pt x="10375" y="74300"/>
                  <a:pt x="10390" y="74270"/>
                </a:cubicBezTo>
                <a:cubicBezTo>
                  <a:pt x="10434" y="74241"/>
                  <a:pt x="10463" y="74226"/>
                  <a:pt x="10522" y="74211"/>
                </a:cubicBezTo>
                <a:close/>
                <a:moveTo>
                  <a:pt x="9625" y="74152"/>
                </a:moveTo>
                <a:cubicBezTo>
                  <a:pt x="9625" y="74211"/>
                  <a:pt x="9610" y="74241"/>
                  <a:pt x="9610" y="74300"/>
                </a:cubicBezTo>
                <a:cubicBezTo>
                  <a:pt x="9551" y="74314"/>
                  <a:pt x="9477" y="74344"/>
                  <a:pt x="9419" y="74373"/>
                </a:cubicBezTo>
                <a:lnTo>
                  <a:pt x="9419" y="74226"/>
                </a:lnTo>
                <a:cubicBezTo>
                  <a:pt x="9477" y="74211"/>
                  <a:pt x="9507" y="74197"/>
                  <a:pt x="9566" y="74167"/>
                </a:cubicBezTo>
                <a:cubicBezTo>
                  <a:pt x="9580" y="74167"/>
                  <a:pt x="9610" y="74152"/>
                  <a:pt x="9625" y="74152"/>
                </a:cubicBezTo>
                <a:close/>
                <a:moveTo>
                  <a:pt x="10096" y="74197"/>
                </a:moveTo>
                <a:lnTo>
                  <a:pt x="10096" y="74197"/>
                </a:lnTo>
                <a:cubicBezTo>
                  <a:pt x="10081" y="74226"/>
                  <a:pt x="10081" y="74270"/>
                  <a:pt x="10066" y="74300"/>
                </a:cubicBezTo>
                <a:cubicBezTo>
                  <a:pt x="10022" y="74344"/>
                  <a:pt x="9978" y="74359"/>
                  <a:pt x="9919" y="74373"/>
                </a:cubicBezTo>
                <a:cubicBezTo>
                  <a:pt x="9934" y="74344"/>
                  <a:pt x="9934" y="74300"/>
                  <a:pt x="9934" y="74241"/>
                </a:cubicBezTo>
                <a:lnTo>
                  <a:pt x="10096" y="74197"/>
                </a:lnTo>
                <a:close/>
                <a:moveTo>
                  <a:pt x="10611" y="74314"/>
                </a:moveTo>
                <a:cubicBezTo>
                  <a:pt x="10611" y="74314"/>
                  <a:pt x="10596" y="74344"/>
                  <a:pt x="10596" y="74359"/>
                </a:cubicBezTo>
                <a:cubicBezTo>
                  <a:pt x="10581" y="74373"/>
                  <a:pt x="10537" y="74388"/>
                  <a:pt x="10522" y="74388"/>
                </a:cubicBezTo>
                <a:cubicBezTo>
                  <a:pt x="10522" y="74373"/>
                  <a:pt x="10537" y="74359"/>
                  <a:pt x="10537" y="74359"/>
                </a:cubicBezTo>
                <a:cubicBezTo>
                  <a:pt x="10552" y="74329"/>
                  <a:pt x="10596" y="74329"/>
                  <a:pt x="10611" y="74314"/>
                </a:cubicBezTo>
                <a:close/>
                <a:moveTo>
                  <a:pt x="8374" y="58200"/>
                </a:moveTo>
                <a:lnTo>
                  <a:pt x="8315" y="58259"/>
                </a:lnTo>
                <a:cubicBezTo>
                  <a:pt x="6534" y="60555"/>
                  <a:pt x="5681" y="63277"/>
                  <a:pt x="5945" y="65926"/>
                </a:cubicBezTo>
                <a:cubicBezTo>
                  <a:pt x="6107" y="67589"/>
                  <a:pt x="6770" y="69031"/>
                  <a:pt x="7417" y="70444"/>
                </a:cubicBezTo>
                <a:cubicBezTo>
                  <a:pt x="8020" y="71739"/>
                  <a:pt x="8594" y="72990"/>
                  <a:pt x="8742" y="74329"/>
                </a:cubicBezTo>
                <a:cubicBezTo>
                  <a:pt x="8668" y="74359"/>
                  <a:pt x="8594" y="74388"/>
                  <a:pt x="8521" y="74403"/>
                </a:cubicBezTo>
                <a:cubicBezTo>
                  <a:pt x="8300" y="73078"/>
                  <a:pt x="7667" y="71871"/>
                  <a:pt x="7005" y="70576"/>
                </a:cubicBezTo>
                <a:cubicBezTo>
                  <a:pt x="6269" y="69149"/>
                  <a:pt x="5519" y="67677"/>
                  <a:pt x="5327" y="65985"/>
                </a:cubicBezTo>
                <a:cubicBezTo>
                  <a:pt x="5077" y="63424"/>
                  <a:pt x="5990" y="60790"/>
                  <a:pt x="7947" y="58553"/>
                </a:cubicBezTo>
                <a:lnTo>
                  <a:pt x="8182" y="58318"/>
                </a:lnTo>
                <a:cubicBezTo>
                  <a:pt x="8241" y="58274"/>
                  <a:pt x="8315" y="58244"/>
                  <a:pt x="8374" y="58200"/>
                </a:cubicBezTo>
                <a:close/>
                <a:moveTo>
                  <a:pt x="9330" y="74226"/>
                </a:moveTo>
                <a:lnTo>
                  <a:pt x="9330" y="74388"/>
                </a:lnTo>
                <a:lnTo>
                  <a:pt x="9316" y="74388"/>
                </a:lnTo>
                <a:cubicBezTo>
                  <a:pt x="9257" y="74432"/>
                  <a:pt x="9183" y="74447"/>
                  <a:pt x="9124" y="74462"/>
                </a:cubicBezTo>
                <a:lnTo>
                  <a:pt x="9124" y="74300"/>
                </a:lnTo>
                <a:cubicBezTo>
                  <a:pt x="9198" y="74285"/>
                  <a:pt x="9271" y="74270"/>
                  <a:pt x="9330" y="74226"/>
                </a:cubicBezTo>
                <a:close/>
                <a:moveTo>
                  <a:pt x="10287" y="74314"/>
                </a:moveTo>
                <a:lnTo>
                  <a:pt x="10287" y="74314"/>
                </a:lnTo>
                <a:cubicBezTo>
                  <a:pt x="10257" y="74359"/>
                  <a:pt x="10257" y="74373"/>
                  <a:pt x="10243" y="74417"/>
                </a:cubicBezTo>
                <a:cubicBezTo>
                  <a:pt x="10213" y="74432"/>
                  <a:pt x="10154" y="74447"/>
                  <a:pt x="10110" y="74462"/>
                </a:cubicBezTo>
                <a:cubicBezTo>
                  <a:pt x="10110" y="74447"/>
                  <a:pt x="10140" y="74417"/>
                  <a:pt x="10140" y="74388"/>
                </a:cubicBezTo>
                <a:lnTo>
                  <a:pt x="10140" y="74373"/>
                </a:lnTo>
                <a:cubicBezTo>
                  <a:pt x="10184" y="74359"/>
                  <a:pt x="10228" y="74344"/>
                  <a:pt x="10287" y="74314"/>
                </a:cubicBezTo>
                <a:close/>
                <a:moveTo>
                  <a:pt x="9860" y="74285"/>
                </a:moveTo>
                <a:cubicBezTo>
                  <a:pt x="9860" y="74314"/>
                  <a:pt x="9845" y="74373"/>
                  <a:pt x="9816" y="74417"/>
                </a:cubicBezTo>
                <a:cubicBezTo>
                  <a:pt x="9772" y="74447"/>
                  <a:pt x="9713" y="74462"/>
                  <a:pt x="9654" y="74491"/>
                </a:cubicBezTo>
                <a:cubicBezTo>
                  <a:pt x="9654" y="74447"/>
                  <a:pt x="9669" y="74388"/>
                  <a:pt x="9669" y="74359"/>
                </a:cubicBezTo>
                <a:cubicBezTo>
                  <a:pt x="9728" y="74344"/>
                  <a:pt x="9801" y="74314"/>
                  <a:pt x="9860" y="74285"/>
                </a:cubicBezTo>
                <a:close/>
                <a:moveTo>
                  <a:pt x="7947" y="58450"/>
                </a:moveTo>
                <a:cubicBezTo>
                  <a:pt x="7932" y="58465"/>
                  <a:pt x="7903" y="58494"/>
                  <a:pt x="7873" y="58509"/>
                </a:cubicBezTo>
                <a:cubicBezTo>
                  <a:pt x="5901" y="60775"/>
                  <a:pt x="4959" y="63424"/>
                  <a:pt x="5239" y="66000"/>
                </a:cubicBezTo>
                <a:cubicBezTo>
                  <a:pt x="5430" y="67692"/>
                  <a:pt x="6181" y="69178"/>
                  <a:pt x="6917" y="70621"/>
                </a:cubicBezTo>
                <a:cubicBezTo>
                  <a:pt x="7579" y="71886"/>
                  <a:pt x="8197" y="73122"/>
                  <a:pt x="8418" y="74432"/>
                </a:cubicBezTo>
                <a:cubicBezTo>
                  <a:pt x="8344" y="74447"/>
                  <a:pt x="8271" y="74491"/>
                  <a:pt x="8197" y="74506"/>
                </a:cubicBezTo>
                <a:cubicBezTo>
                  <a:pt x="7903" y="73181"/>
                  <a:pt x="7226" y="71974"/>
                  <a:pt x="6505" y="70724"/>
                </a:cubicBezTo>
                <a:cubicBezTo>
                  <a:pt x="5681" y="69281"/>
                  <a:pt x="4812" y="67766"/>
                  <a:pt x="4636" y="66058"/>
                </a:cubicBezTo>
                <a:cubicBezTo>
                  <a:pt x="4268" y="62718"/>
                  <a:pt x="6269" y="60084"/>
                  <a:pt x="7505" y="58818"/>
                </a:cubicBezTo>
                <a:lnTo>
                  <a:pt x="7814" y="58494"/>
                </a:lnTo>
                <a:cubicBezTo>
                  <a:pt x="7859" y="58494"/>
                  <a:pt x="7903" y="58480"/>
                  <a:pt x="7947" y="58450"/>
                </a:cubicBezTo>
                <a:close/>
                <a:moveTo>
                  <a:pt x="10419" y="74388"/>
                </a:moveTo>
                <a:cubicBezTo>
                  <a:pt x="10390" y="74417"/>
                  <a:pt x="10390" y="74432"/>
                  <a:pt x="10375" y="74447"/>
                </a:cubicBezTo>
                <a:cubicBezTo>
                  <a:pt x="10346" y="74506"/>
                  <a:pt x="10316" y="74520"/>
                  <a:pt x="10287" y="74520"/>
                </a:cubicBezTo>
                <a:cubicBezTo>
                  <a:pt x="10302" y="74506"/>
                  <a:pt x="10302" y="74491"/>
                  <a:pt x="10316" y="74447"/>
                </a:cubicBezTo>
                <a:cubicBezTo>
                  <a:pt x="10360" y="74432"/>
                  <a:pt x="10390" y="74417"/>
                  <a:pt x="10419" y="74388"/>
                </a:cubicBezTo>
                <a:close/>
                <a:moveTo>
                  <a:pt x="10455" y="74549"/>
                </a:moveTo>
                <a:cubicBezTo>
                  <a:pt x="10450" y="74556"/>
                  <a:pt x="10445" y="74561"/>
                  <a:pt x="10441" y="74565"/>
                </a:cubicBezTo>
                <a:lnTo>
                  <a:pt x="10441" y="74565"/>
                </a:lnTo>
                <a:lnTo>
                  <a:pt x="10449" y="74550"/>
                </a:lnTo>
                <a:cubicBezTo>
                  <a:pt x="10451" y="74550"/>
                  <a:pt x="10453" y="74550"/>
                  <a:pt x="10455" y="74549"/>
                </a:cubicBezTo>
                <a:close/>
                <a:moveTo>
                  <a:pt x="9051" y="74344"/>
                </a:moveTo>
                <a:lnTo>
                  <a:pt x="9051" y="74506"/>
                </a:lnTo>
                <a:cubicBezTo>
                  <a:pt x="8977" y="74520"/>
                  <a:pt x="8918" y="74565"/>
                  <a:pt x="8845" y="74579"/>
                </a:cubicBezTo>
                <a:cubicBezTo>
                  <a:pt x="8845" y="74520"/>
                  <a:pt x="8845" y="74462"/>
                  <a:pt x="8830" y="74417"/>
                </a:cubicBezTo>
                <a:cubicBezTo>
                  <a:pt x="8903" y="74373"/>
                  <a:pt x="8977" y="74359"/>
                  <a:pt x="9051" y="74344"/>
                </a:cubicBezTo>
                <a:close/>
                <a:moveTo>
                  <a:pt x="9580" y="74373"/>
                </a:moveTo>
                <a:cubicBezTo>
                  <a:pt x="9580" y="74432"/>
                  <a:pt x="9566" y="74462"/>
                  <a:pt x="9566" y="74520"/>
                </a:cubicBezTo>
                <a:cubicBezTo>
                  <a:pt x="9507" y="74535"/>
                  <a:pt x="9463" y="74579"/>
                  <a:pt x="9389" y="74594"/>
                </a:cubicBezTo>
                <a:cubicBezTo>
                  <a:pt x="9404" y="74565"/>
                  <a:pt x="9404" y="74506"/>
                  <a:pt x="9404" y="74447"/>
                </a:cubicBezTo>
                <a:cubicBezTo>
                  <a:pt x="9463" y="74432"/>
                  <a:pt x="9536" y="74417"/>
                  <a:pt x="9580" y="74373"/>
                </a:cubicBezTo>
                <a:close/>
                <a:moveTo>
                  <a:pt x="10037" y="74417"/>
                </a:moveTo>
                <a:lnTo>
                  <a:pt x="10037" y="74417"/>
                </a:lnTo>
                <a:cubicBezTo>
                  <a:pt x="10022" y="74447"/>
                  <a:pt x="10022" y="74491"/>
                  <a:pt x="10007" y="74520"/>
                </a:cubicBezTo>
                <a:cubicBezTo>
                  <a:pt x="9948" y="74535"/>
                  <a:pt x="9919" y="74579"/>
                  <a:pt x="9860" y="74594"/>
                </a:cubicBezTo>
                <a:cubicBezTo>
                  <a:pt x="9875" y="74579"/>
                  <a:pt x="9875" y="74565"/>
                  <a:pt x="9875" y="74520"/>
                </a:cubicBezTo>
                <a:cubicBezTo>
                  <a:pt x="9875" y="74506"/>
                  <a:pt x="9875" y="74491"/>
                  <a:pt x="9889" y="74462"/>
                </a:cubicBezTo>
                <a:cubicBezTo>
                  <a:pt x="9948" y="74447"/>
                  <a:pt x="10007" y="74432"/>
                  <a:pt x="10037" y="74417"/>
                </a:cubicBezTo>
                <a:close/>
                <a:moveTo>
                  <a:pt x="7440" y="58780"/>
                </a:moveTo>
                <a:lnTo>
                  <a:pt x="7440" y="58780"/>
                </a:lnTo>
                <a:cubicBezTo>
                  <a:pt x="6204" y="60048"/>
                  <a:pt x="4195" y="62694"/>
                  <a:pt x="4562" y="66073"/>
                </a:cubicBezTo>
                <a:cubicBezTo>
                  <a:pt x="4739" y="67810"/>
                  <a:pt x="5607" y="69340"/>
                  <a:pt x="6461" y="70782"/>
                </a:cubicBezTo>
                <a:cubicBezTo>
                  <a:pt x="7167" y="72033"/>
                  <a:pt x="7859" y="73240"/>
                  <a:pt x="8153" y="74535"/>
                </a:cubicBezTo>
                <a:cubicBezTo>
                  <a:pt x="8079" y="74565"/>
                  <a:pt x="8006" y="74594"/>
                  <a:pt x="7932" y="74609"/>
                </a:cubicBezTo>
                <a:cubicBezTo>
                  <a:pt x="7564" y="73270"/>
                  <a:pt x="6799" y="72063"/>
                  <a:pt x="6048" y="70856"/>
                </a:cubicBezTo>
                <a:cubicBezTo>
                  <a:pt x="5136" y="69384"/>
                  <a:pt x="4179" y="67869"/>
                  <a:pt x="3973" y="66117"/>
                </a:cubicBezTo>
                <a:cubicBezTo>
                  <a:pt x="3694" y="63704"/>
                  <a:pt x="4842" y="61128"/>
                  <a:pt x="7093" y="59053"/>
                </a:cubicBezTo>
                <a:cubicBezTo>
                  <a:pt x="7185" y="58975"/>
                  <a:pt x="7310" y="58874"/>
                  <a:pt x="7440" y="58780"/>
                </a:cubicBezTo>
                <a:close/>
                <a:moveTo>
                  <a:pt x="8756" y="74417"/>
                </a:moveTo>
                <a:lnTo>
                  <a:pt x="8756" y="74594"/>
                </a:lnTo>
                <a:cubicBezTo>
                  <a:pt x="8683" y="74609"/>
                  <a:pt x="8609" y="74653"/>
                  <a:pt x="8550" y="74668"/>
                </a:cubicBezTo>
                <a:cubicBezTo>
                  <a:pt x="8550" y="74609"/>
                  <a:pt x="8536" y="74550"/>
                  <a:pt x="8536" y="74491"/>
                </a:cubicBezTo>
                <a:cubicBezTo>
                  <a:pt x="8609" y="74462"/>
                  <a:pt x="8683" y="74432"/>
                  <a:pt x="8756" y="74417"/>
                </a:cubicBezTo>
                <a:close/>
                <a:moveTo>
                  <a:pt x="10199" y="74520"/>
                </a:moveTo>
                <a:cubicBezTo>
                  <a:pt x="10169" y="74535"/>
                  <a:pt x="10169" y="74579"/>
                  <a:pt x="10154" y="74594"/>
                </a:cubicBezTo>
                <a:cubicBezTo>
                  <a:pt x="10110" y="74609"/>
                  <a:pt x="10081" y="74653"/>
                  <a:pt x="10051" y="74668"/>
                </a:cubicBezTo>
                <a:cubicBezTo>
                  <a:pt x="10066" y="74638"/>
                  <a:pt x="10066" y="74609"/>
                  <a:pt x="10081" y="74579"/>
                </a:cubicBezTo>
                <a:lnTo>
                  <a:pt x="10199" y="74520"/>
                </a:lnTo>
                <a:close/>
                <a:moveTo>
                  <a:pt x="9330" y="74491"/>
                </a:moveTo>
                <a:cubicBezTo>
                  <a:pt x="9330" y="74535"/>
                  <a:pt x="9316" y="74579"/>
                  <a:pt x="9316" y="74638"/>
                </a:cubicBezTo>
                <a:cubicBezTo>
                  <a:pt x="9257" y="74668"/>
                  <a:pt x="9183" y="74682"/>
                  <a:pt x="9124" y="74712"/>
                </a:cubicBezTo>
                <a:lnTo>
                  <a:pt x="9124" y="74565"/>
                </a:lnTo>
                <a:cubicBezTo>
                  <a:pt x="9198" y="74535"/>
                  <a:pt x="9257" y="74506"/>
                  <a:pt x="9330" y="74491"/>
                </a:cubicBezTo>
                <a:close/>
                <a:moveTo>
                  <a:pt x="9801" y="74506"/>
                </a:moveTo>
                <a:lnTo>
                  <a:pt x="9801" y="74506"/>
                </a:lnTo>
                <a:cubicBezTo>
                  <a:pt x="9786" y="74535"/>
                  <a:pt x="9786" y="74579"/>
                  <a:pt x="9772" y="74609"/>
                </a:cubicBezTo>
                <a:cubicBezTo>
                  <a:pt x="9728" y="74653"/>
                  <a:pt x="9683" y="74682"/>
                  <a:pt x="9625" y="74712"/>
                </a:cubicBezTo>
                <a:lnTo>
                  <a:pt x="9625" y="74668"/>
                </a:lnTo>
                <a:cubicBezTo>
                  <a:pt x="9625" y="74638"/>
                  <a:pt x="9639" y="74609"/>
                  <a:pt x="9639" y="74579"/>
                </a:cubicBezTo>
                <a:cubicBezTo>
                  <a:pt x="9698" y="74565"/>
                  <a:pt x="9742" y="74535"/>
                  <a:pt x="9801" y="74506"/>
                </a:cubicBezTo>
                <a:close/>
                <a:moveTo>
                  <a:pt x="10287" y="74638"/>
                </a:moveTo>
                <a:cubicBezTo>
                  <a:pt x="10287" y="74638"/>
                  <a:pt x="10287" y="74653"/>
                  <a:pt x="10272" y="74668"/>
                </a:cubicBezTo>
                <a:cubicBezTo>
                  <a:pt x="10243" y="74682"/>
                  <a:pt x="10213" y="74712"/>
                  <a:pt x="10199" y="74726"/>
                </a:cubicBezTo>
                <a:cubicBezTo>
                  <a:pt x="10199" y="74712"/>
                  <a:pt x="10213" y="74682"/>
                  <a:pt x="10213" y="74668"/>
                </a:cubicBezTo>
                <a:cubicBezTo>
                  <a:pt x="10228" y="74653"/>
                  <a:pt x="10257" y="74653"/>
                  <a:pt x="10287" y="74638"/>
                </a:cubicBezTo>
                <a:close/>
                <a:moveTo>
                  <a:pt x="6887" y="59142"/>
                </a:moveTo>
                <a:cubicBezTo>
                  <a:pt x="4680" y="61217"/>
                  <a:pt x="3576" y="63777"/>
                  <a:pt x="3841" y="66176"/>
                </a:cubicBezTo>
                <a:cubicBezTo>
                  <a:pt x="4047" y="67942"/>
                  <a:pt x="5018" y="69458"/>
                  <a:pt x="5945" y="70959"/>
                </a:cubicBezTo>
                <a:cubicBezTo>
                  <a:pt x="6681" y="72122"/>
                  <a:pt x="7447" y="73358"/>
                  <a:pt x="7814" y="74682"/>
                </a:cubicBezTo>
                <a:cubicBezTo>
                  <a:pt x="7741" y="74726"/>
                  <a:pt x="7667" y="74741"/>
                  <a:pt x="7594" y="74785"/>
                </a:cubicBezTo>
                <a:cubicBezTo>
                  <a:pt x="7167" y="73402"/>
                  <a:pt x="6343" y="72210"/>
                  <a:pt x="5533" y="71033"/>
                </a:cubicBezTo>
                <a:cubicBezTo>
                  <a:pt x="4533" y="69532"/>
                  <a:pt x="3458" y="68016"/>
                  <a:pt x="3238" y="66220"/>
                </a:cubicBezTo>
                <a:cubicBezTo>
                  <a:pt x="2943" y="63895"/>
                  <a:pt x="4209" y="61335"/>
                  <a:pt x="6608" y="59363"/>
                </a:cubicBezTo>
                <a:lnTo>
                  <a:pt x="6887" y="59142"/>
                </a:lnTo>
                <a:close/>
                <a:moveTo>
                  <a:pt x="8447" y="74520"/>
                </a:moveTo>
                <a:cubicBezTo>
                  <a:pt x="8462" y="74594"/>
                  <a:pt x="8462" y="74653"/>
                  <a:pt x="8477" y="74712"/>
                </a:cubicBezTo>
                <a:cubicBezTo>
                  <a:pt x="8403" y="74726"/>
                  <a:pt x="8330" y="74756"/>
                  <a:pt x="8256" y="74785"/>
                </a:cubicBezTo>
                <a:cubicBezTo>
                  <a:pt x="8241" y="74726"/>
                  <a:pt x="8241" y="74653"/>
                  <a:pt x="8227" y="74594"/>
                </a:cubicBezTo>
                <a:cubicBezTo>
                  <a:pt x="8300" y="74579"/>
                  <a:pt x="8374" y="74535"/>
                  <a:pt x="8447" y="74520"/>
                </a:cubicBezTo>
                <a:close/>
                <a:moveTo>
                  <a:pt x="9978" y="74653"/>
                </a:moveTo>
                <a:lnTo>
                  <a:pt x="9978" y="74653"/>
                </a:lnTo>
                <a:cubicBezTo>
                  <a:pt x="9948" y="74682"/>
                  <a:pt x="9948" y="74712"/>
                  <a:pt x="9934" y="74741"/>
                </a:cubicBezTo>
                <a:cubicBezTo>
                  <a:pt x="9904" y="74741"/>
                  <a:pt x="9860" y="74756"/>
                  <a:pt x="9801" y="74800"/>
                </a:cubicBezTo>
                <a:cubicBezTo>
                  <a:pt x="9831" y="74756"/>
                  <a:pt x="9831" y="74726"/>
                  <a:pt x="9845" y="74712"/>
                </a:cubicBezTo>
                <a:cubicBezTo>
                  <a:pt x="9875" y="74682"/>
                  <a:pt x="9934" y="74668"/>
                  <a:pt x="9978" y="74653"/>
                </a:cubicBezTo>
                <a:close/>
                <a:moveTo>
                  <a:pt x="9051" y="74579"/>
                </a:moveTo>
                <a:lnTo>
                  <a:pt x="9051" y="74741"/>
                </a:lnTo>
                <a:cubicBezTo>
                  <a:pt x="8992" y="74756"/>
                  <a:pt x="8918" y="74800"/>
                  <a:pt x="8874" y="74815"/>
                </a:cubicBezTo>
                <a:lnTo>
                  <a:pt x="8874" y="74653"/>
                </a:lnTo>
                <a:cubicBezTo>
                  <a:pt x="8903" y="74638"/>
                  <a:pt x="8977" y="74609"/>
                  <a:pt x="9051" y="74579"/>
                </a:cubicBezTo>
                <a:close/>
                <a:moveTo>
                  <a:pt x="9551" y="74609"/>
                </a:moveTo>
                <a:lnTo>
                  <a:pt x="9551" y="74653"/>
                </a:lnTo>
                <a:cubicBezTo>
                  <a:pt x="9551" y="74682"/>
                  <a:pt x="9536" y="74712"/>
                  <a:pt x="9536" y="74741"/>
                </a:cubicBezTo>
                <a:cubicBezTo>
                  <a:pt x="9477" y="74785"/>
                  <a:pt x="9419" y="74800"/>
                  <a:pt x="9360" y="74815"/>
                </a:cubicBezTo>
                <a:cubicBezTo>
                  <a:pt x="9360" y="74756"/>
                  <a:pt x="9374" y="74726"/>
                  <a:pt x="9374" y="74682"/>
                </a:cubicBezTo>
                <a:cubicBezTo>
                  <a:pt x="9433" y="74668"/>
                  <a:pt x="9492" y="74638"/>
                  <a:pt x="9551" y="74609"/>
                </a:cubicBezTo>
                <a:close/>
                <a:moveTo>
                  <a:pt x="10096" y="74726"/>
                </a:moveTo>
                <a:cubicBezTo>
                  <a:pt x="10081" y="74741"/>
                  <a:pt x="10081" y="74785"/>
                  <a:pt x="10066" y="74800"/>
                </a:cubicBezTo>
                <a:cubicBezTo>
                  <a:pt x="10022" y="74815"/>
                  <a:pt x="10007" y="74829"/>
                  <a:pt x="9978" y="74859"/>
                </a:cubicBezTo>
                <a:cubicBezTo>
                  <a:pt x="9992" y="74829"/>
                  <a:pt x="9992" y="74800"/>
                  <a:pt x="10007" y="74785"/>
                </a:cubicBezTo>
                <a:cubicBezTo>
                  <a:pt x="10051" y="74756"/>
                  <a:pt x="10066" y="74741"/>
                  <a:pt x="10096" y="74726"/>
                </a:cubicBezTo>
                <a:close/>
                <a:moveTo>
                  <a:pt x="8138" y="74653"/>
                </a:moveTo>
                <a:cubicBezTo>
                  <a:pt x="8168" y="74682"/>
                  <a:pt x="8168" y="74756"/>
                  <a:pt x="8182" y="74815"/>
                </a:cubicBezTo>
                <a:cubicBezTo>
                  <a:pt x="8109" y="74829"/>
                  <a:pt x="8035" y="74874"/>
                  <a:pt x="7962" y="74903"/>
                </a:cubicBezTo>
                <a:cubicBezTo>
                  <a:pt x="7947" y="74859"/>
                  <a:pt x="7932" y="74785"/>
                  <a:pt x="7903" y="74726"/>
                </a:cubicBezTo>
                <a:cubicBezTo>
                  <a:pt x="7991" y="74697"/>
                  <a:pt x="8050" y="74668"/>
                  <a:pt x="8138" y="74653"/>
                </a:cubicBezTo>
                <a:close/>
                <a:moveTo>
                  <a:pt x="9742" y="74726"/>
                </a:moveTo>
                <a:cubicBezTo>
                  <a:pt x="9728" y="74756"/>
                  <a:pt x="9728" y="74800"/>
                  <a:pt x="9713" y="74829"/>
                </a:cubicBezTo>
                <a:cubicBezTo>
                  <a:pt x="9669" y="74859"/>
                  <a:pt x="9625" y="74888"/>
                  <a:pt x="9580" y="74903"/>
                </a:cubicBezTo>
                <a:cubicBezTo>
                  <a:pt x="9580" y="74888"/>
                  <a:pt x="9580" y="74859"/>
                  <a:pt x="9610" y="74800"/>
                </a:cubicBezTo>
                <a:cubicBezTo>
                  <a:pt x="9654" y="74785"/>
                  <a:pt x="9698" y="74756"/>
                  <a:pt x="9742" y="74726"/>
                </a:cubicBezTo>
                <a:close/>
                <a:moveTo>
                  <a:pt x="8771" y="74682"/>
                </a:moveTo>
                <a:lnTo>
                  <a:pt x="8771" y="74859"/>
                </a:lnTo>
                <a:cubicBezTo>
                  <a:pt x="8727" y="74874"/>
                  <a:pt x="8639" y="74903"/>
                  <a:pt x="8580" y="74918"/>
                </a:cubicBezTo>
                <a:cubicBezTo>
                  <a:pt x="8580" y="74874"/>
                  <a:pt x="8550" y="74815"/>
                  <a:pt x="8550" y="74756"/>
                </a:cubicBezTo>
                <a:cubicBezTo>
                  <a:pt x="8624" y="74741"/>
                  <a:pt x="8697" y="74712"/>
                  <a:pt x="8771" y="74682"/>
                </a:cubicBezTo>
                <a:close/>
                <a:moveTo>
                  <a:pt x="9286" y="74726"/>
                </a:moveTo>
                <a:lnTo>
                  <a:pt x="9286" y="74800"/>
                </a:lnTo>
                <a:cubicBezTo>
                  <a:pt x="9286" y="74815"/>
                  <a:pt x="9286" y="74829"/>
                  <a:pt x="9271" y="74874"/>
                </a:cubicBezTo>
                <a:cubicBezTo>
                  <a:pt x="9213" y="74888"/>
                  <a:pt x="9168" y="74918"/>
                  <a:pt x="9110" y="74947"/>
                </a:cubicBezTo>
                <a:lnTo>
                  <a:pt x="9110" y="74800"/>
                </a:lnTo>
                <a:cubicBezTo>
                  <a:pt x="9183" y="74785"/>
                  <a:pt x="9242" y="74741"/>
                  <a:pt x="9286" y="74726"/>
                </a:cubicBezTo>
                <a:close/>
                <a:moveTo>
                  <a:pt x="9889" y="74859"/>
                </a:moveTo>
                <a:lnTo>
                  <a:pt x="9889" y="74859"/>
                </a:lnTo>
                <a:cubicBezTo>
                  <a:pt x="9875" y="74888"/>
                  <a:pt x="9875" y="74903"/>
                  <a:pt x="9860" y="74947"/>
                </a:cubicBezTo>
                <a:cubicBezTo>
                  <a:pt x="9831" y="74947"/>
                  <a:pt x="9786" y="74962"/>
                  <a:pt x="9742" y="75006"/>
                </a:cubicBezTo>
                <a:cubicBezTo>
                  <a:pt x="9772" y="74962"/>
                  <a:pt x="9772" y="74947"/>
                  <a:pt x="9786" y="74903"/>
                </a:cubicBezTo>
                <a:lnTo>
                  <a:pt x="9889" y="74859"/>
                </a:lnTo>
                <a:close/>
                <a:moveTo>
                  <a:pt x="7844" y="74741"/>
                </a:moveTo>
                <a:cubicBezTo>
                  <a:pt x="7859" y="74800"/>
                  <a:pt x="7873" y="74874"/>
                  <a:pt x="7888" y="74932"/>
                </a:cubicBezTo>
                <a:cubicBezTo>
                  <a:pt x="7814" y="74962"/>
                  <a:pt x="7741" y="74977"/>
                  <a:pt x="7667" y="75021"/>
                </a:cubicBezTo>
                <a:cubicBezTo>
                  <a:pt x="7653" y="74947"/>
                  <a:pt x="7638" y="74888"/>
                  <a:pt x="7623" y="74829"/>
                </a:cubicBezTo>
                <a:cubicBezTo>
                  <a:pt x="7697" y="74800"/>
                  <a:pt x="7770" y="74785"/>
                  <a:pt x="7844" y="74741"/>
                </a:cubicBezTo>
                <a:close/>
                <a:moveTo>
                  <a:pt x="9992" y="74932"/>
                </a:moveTo>
                <a:lnTo>
                  <a:pt x="9992" y="74932"/>
                </a:lnTo>
                <a:cubicBezTo>
                  <a:pt x="9978" y="74962"/>
                  <a:pt x="9978" y="74962"/>
                  <a:pt x="9948" y="74977"/>
                </a:cubicBezTo>
                <a:cubicBezTo>
                  <a:pt x="9934" y="75006"/>
                  <a:pt x="9919" y="75021"/>
                  <a:pt x="9904" y="75021"/>
                </a:cubicBezTo>
                <a:cubicBezTo>
                  <a:pt x="9904" y="75006"/>
                  <a:pt x="9919" y="74977"/>
                  <a:pt x="9919" y="74962"/>
                </a:cubicBezTo>
                <a:cubicBezTo>
                  <a:pt x="9934" y="74947"/>
                  <a:pt x="9948" y="74947"/>
                  <a:pt x="9992" y="74932"/>
                </a:cubicBezTo>
                <a:close/>
                <a:moveTo>
                  <a:pt x="8477" y="74800"/>
                </a:moveTo>
                <a:cubicBezTo>
                  <a:pt x="8477" y="74859"/>
                  <a:pt x="8506" y="74903"/>
                  <a:pt x="8506" y="74962"/>
                </a:cubicBezTo>
                <a:cubicBezTo>
                  <a:pt x="8418" y="74977"/>
                  <a:pt x="8374" y="75021"/>
                  <a:pt x="8300" y="75035"/>
                </a:cubicBezTo>
                <a:cubicBezTo>
                  <a:pt x="8300" y="74977"/>
                  <a:pt x="8285" y="74918"/>
                  <a:pt x="8256" y="74859"/>
                </a:cubicBezTo>
                <a:cubicBezTo>
                  <a:pt x="8359" y="74859"/>
                  <a:pt x="8403" y="74815"/>
                  <a:pt x="8477" y="74800"/>
                </a:cubicBezTo>
                <a:close/>
                <a:moveTo>
                  <a:pt x="9492" y="74829"/>
                </a:moveTo>
                <a:lnTo>
                  <a:pt x="9492" y="74829"/>
                </a:lnTo>
                <a:cubicBezTo>
                  <a:pt x="9477" y="74874"/>
                  <a:pt x="9477" y="74903"/>
                  <a:pt x="9448" y="74962"/>
                </a:cubicBezTo>
                <a:cubicBezTo>
                  <a:pt x="9433" y="75006"/>
                  <a:pt x="9374" y="75021"/>
                  <a:pt x="9330" y="75035"/>
                </a:cubicBezTo>
                <a:cubicBezTo>
                  <a:pt x="9330" y="75006"/>
                  <a:pt x="9345" y="74962"/>
                  <a:pt x="9345" y="74903"/>
                </a:cubicBezTo>
                <a:cubicBezTo>
                  <a:pt x="9404" y="74888"/>
                  <a:pt x="9448" y="74859"/>
                  <a:pt x="9492" y="74829"/>
                </a:cubicBezTo>
                <a:close/>
                <a:moveTo>
                  <a:pt x="9036" y="74829"/>
                </a:moveTo>
                <a:lnTo>
                  <a:pt x="9036" y="74947"/>
                </a:lnTo>
                <a:lnTo>
                  <a:pt x="9036" y="74977"/>
                </a:lnTo>
                <a:cubicBezTo>
                  <a:pt x="8977" y="75006"/>
                  <a:pt x="8918" y="75035"/>
                  <a:pt x="8874" y="75050"/>
                </a:cubicBezTo>
                <a:lnTo>
                  <a:pt x="8874" y="74903"/>
                </a:lnTo>
                <a:cubicBezTo>
                  <a:pt x="8918" y="74888"/>
                  <a:pt x="8977" y="74859"/>
                  <a:pt x="9036" y="74829"/>
                </a:cubicBezTo>
                <a:close/>
                <a:moveTo>
                  <a:pt x="9698" y="74947"/>
                </a:moveTo>
                <a:lnTo>
                  <a:pt x="9698" y="74947"/>
                </a:lnTo>
                <a:cubicBezTo>
                  <a:pt x="9683" y="74977"/>
                  <a:pt x="9683" y="75021"/>
                  <a:pt x="9654" y="75035"/>
                </a:cubicBezTo>
                <a:cubicBezTo>
                  <a:pt x="9610" y="75080"/>
                  <a:pt x="9566" y="75109"/>
                  <a:pt x="9536" y="75124"/>
                </a:cubicBezTo>
                <a:cubicBezTo>
                  <a:pt x="9551" y="75094"/>
                  <a:pt x="9551" y="75050"/>
                  <a:pt x="9566" y="75021"/>
                </a:cubicBezTo>
                <a:cubicBezTo>
                  <a:pt x="9610" y="75006"/>
                  <a:pt x="9654" y="74977"/>
                  <a:pt x="9698" y="74947"/>
                </a:cubicBezTo>
                <a:close/>
                <a:moveTo>
                  <a:pt x="9271" y="74962"/>
                </a:moveTo>
                <a:cubicBezTo>
                  <a:pt x="9271" y="75006"/>
                  <a:pt x="9257" y="75050"/>
                  <a:pt x="9257" y="75094"/>
                </a:cubicBezTo>
                <a:cubicBezTo>
                  <a:pt x="9198" y="75109"/>
                  <a:pt x="9139" y="75153"/>
                  <a:pt x="9095" y="75168"/>
                </a:cubicBezTo>
                <a:cubicBezTo>
                  <a:pt x="9095" y="75124"/>
                  <a:pt x="9095" y="75080"/>
                  <a:pt x="9110" y="75035"/>
                </a:cubicBezTo>
                <a:cubicBezTo>
                  <a:pt x="9154" y="75021"/>
                  <a:pt x="9213" y="74977"/>
                  <a:pt x="9271" y="74962"/>
                </a:cubicBezTo>
                <a:close/>
                <a:moveTo>
                  <a:pt x="8182" y="74903"/>
                </a:moveTo>
                <a:cubicBezTo>
                  <a:pt x="8197" y="74962"/>
                  <a:pt x="8197" y="75021"/>
                  <a:pt x="8197" y="75094"/>
                </a:cubicBezTo>
                <a:cubicBezTo>
                  <a:pt x="8124" y="75124"/>
                  <a:pt x="8079" y="75153"/>
                  <a:pt x="8006" y="75183"/>
                </a:cubicBezTo>
                <a:cubicBezTo>
                  <a:pt x="8020" y="75109"/>
                  <a:pt x="8006" y="75035"/>
                  <a:pt x="7991" y="74977"/>
                </a:cubicBezTo>
                <a:cubicBezTo>
                  <a:pt x="8065" y="74947"/>
                  <a:pt x="8138" y="74932"/>
                  <a:pt x="8182" y="74903"/>
                </a:cubicBezTo>
                <a:close/>
                <a:moveTo>
                  <a:pt x="8771" y="74947"/>
                </a:moveTo>
                <a:lnTo>
                  <a:pt x="8771" y="75094"/>
                </a:lnTo>
                <a:lnTo>
                  <a:pt x="8771" y="75109"/>
                </a:lnTo>
                <a:cubicBezTo>
                  <a:pt x="8727" y="75124"/>
                  <a:pt x="8639" y="75168"/>
                  <a:pt x="8594" y="75183"/>
                </a:cubicBezTo>
                <a:cubicBezTo>
                  <a:pt x="8594" y="75124"/>
                  <a:pt x="8594" y="75080"/>
                  <a:pt x="8580" y="75021"/>
                </a:cubicBezTo>
                <a:cubicBezTo>
                  <a:pt x="8639" y="75006"/>
                  <a:pt x="8697" y="74962"/>
                  <a:pt x="8771" y="74947"/>
                </a:cubicBezTo>
                <a:close/>
                <a:moveTo>
                  <a:pt x="9786" y="75050"/>
                </a:moveTo>
                <a:cubicBezTo>
                  <a:pt x="9786" y="75080"/>
                  <a:pt x="9772" y="75109"/>
                  <a:pt x="9772" y="75124"/>
                </a:cubicBezTo>
                <a:cubicBezTo>
                  <a:pt x="9728" y="75153"/>
                  <a:pt x="9713" y="75168"/>
                  <a:pt x="9683" y="75183"/>
                </a:cubicBezTo>
                <a:cubicBezTo>
                  <a:pt x="9683" y="75168"/>
                  <a:pt x="9698" y="75124"/>
                  <a:pt x="9698" y="75109"/>
                </a:cubicBezTo>
                <a:cubicBezTo>
                  <a:pt x="9728" y="75094"/>
                  <a:pt x="9742" y="75080"/>
                  <a:pt x="9786" y="75050"/>
                </a:cubicBezTo>
                <a:close/>
                <a:moveTo>
                  <a:pt x="9433" y="75080"/>
                </a:moveTo>
                <a:lnTo>
                  <a:pt x="9433" y="75080"/>
                </a:lnTo>
                <a:cubicBezTo>
                  <a:pt x="9419" y="75109"/>
                  <a:pt x="9419" y="75153"/>
                  <a:pt x="9404" y="75183"/>
                </a:cubicBezTo>
                <a:cubicBezTo>
                  <a:pt x="9360" y="75197"/>
                  <a:pt x="9316" y="75241"/>
                  <a:pt x="9271" y="75256"/>
                </a:cubicBezTo>
                <a:cubicBezTo>
                  <a:pt x="9316" y="75227"/>
                  <a:pt x="9316" y="75183"/>
                  <a:pt x="9316" y="75153"/>
                </a:cubicBezTo>
                <a:cubicBezTo>
                  <a:pt x="9345" y="75124"/>
                  <a:pt x="9404" y="75094"/>
                  <a:pt x="9433" y="75080"/>
                </a:cubicBezTo>
                <a:close/>
                <a:moveTo>
                  <a:pt x="7903" y="75006"/>
                </a:moveTo>
                <a:cubicBezTo>
                  <a:pt x="7932" y="75050"/>
                  <a:pt x="7932" y="75124"/>
                  <a:pt x="7947" y="75183"/>
                </a:cubicBezTo>
                <a:cubicBezTo>
                  <a:pt x="7873" y="75227"/>
                  <a:pt x="7814" y="75241"/>
                  <a:pt x="7741" y="75271"/>
                </a:cubicBezTo>
                <a:cubicBezTo>
                  <a:pt x="7726" y="75227"/>
                  <a:pt x="7711" y="75168"/>
                  <a:pt x="7711" y="75094"/>
                </a:cubicBezTo>
                <a:cubicBezTo>
                  <a:pt x="7785" y="75050"/>
                  <a:pt x="7859" y="75035"/>
                  <a:pt x="7903" y="75006"/>
                </a:cubicBezTo>
                <a:close/>
                <a:moveTo>
                  <a:pt x="9006" y="75080"/>
                </a:moveTo>
                <a:cubicBezTo>
                  <a:pt x="9006" y="75124"/>
                  <a:pt x="8992" y="75168"/>
                  <a:pt x="8992" y="75227"/>
                </a:cubicBezTo>
                <a:cubicBezTo>
                  <a:pt x="8948" y="75241"/>
                  <a:pt x="8889" y="75271"/>
                  <a:pt x="8830" y="75300"/>
                </a:cubicBezTo>
                <a:lnTo>
                  <a:pt x="8830" y="75153"/>
                </a:lnTo>
                <a:cubicBezTo>
                  <a:pt x="8903" y="75124"/>
                  <a:pt x="8962" y="75094"/>
                  <a:pt x="9006" y="75080"/>
                </a:cubicBezTo>
                <a:close/>
                <a:moveTo>
                  <a:pt x="8506" y="75050"/>
                </a:moveTo>
                <a:cubicBezTo>
                  <a:pt x="8506" y="75109"/>
                  <a:pt x="8506" y="75168"/>
                  <a:pt x="8521" y="75227"/>
                </a:cubicBezTo>
                <a:cubicBezTo>
                  <a:pt x="8462" y="75256"/>
                  <a:pt x="8388" y="75271"/>
                  <a:pt x="8330" y="75315"/>
                </a:cubicBezTo>
                <a:cubicBezTo>
                  <a:pt x="8330" y="75256"/>
                  <a:pt x="8315" y="75197"/>
                  <a:pt x="8315" y="75153"/>
                </a:cubicBezTo>
                <a:cubicBezTo>
                  <a:pt x="8374" y="75109"/>
                  <a:pt x="8447" y="75080"/>
                  <a:pt x="8506" y="75050"/>
                </a:cubicBezTo>
                <a:close/>
                <a:moveTo>
                  <a:pt x="9580" y="75183"/>
                </a:moveTo>
                <a:lnTo>
                  <a:pt x="9580" y="75183"/>
                </a:lnTo>
                <a:cubicBezTo>
                  <a:pt x="9566" y="75227"/>
                  <a:pt x="9566" y="75241"/>
                  <a:pt x="9551" y="75256"/>
                </a:cubicBezTo>
                <a:cubicBezTo>
                  <a:pt x="9536" y="75271"/>
                  <a:pt x="9492" y="75315"/>
                  <a:pt x="9463" y="75330"/>
                </a:cubicBezTo>
                <a:cubicBezTo>
                  <a:pt x="9477" y="75300"/>
                  <a:pt x="9477" y="75271"/>
                  <a:pt x="9477" y="75241"/>
                </a:cubicBezTo>
                <a:lnTo>
                  <a:pt x="9580" y="75183"/>
                </a:lnTo>
                <a:close/>
                <a:moveTo>
                  <a:pt x="9669" y="75256"/>
                </a:moveTo>
                <a:cubicBezTo>
                  <a:pt x="9683" y="75300"/>
                  <a:pt x="9683" y="75300"/>
                  <a:pt x="9654" y="75315"/>
                </a:cubicBezTo>
                <a:cubicBezTo>
                  <a:pt x="9639" y="75330"/>
                  <a:pt x="9625" y="75345"/>
                  <a:pt x="9610" y="75345"/>
                </a:cubicBezTo>
                <a:cubicBezTo>
                  <a:pt x="9610" y="75330"/>
                  <a:pt x="9625" y="75315"/>
                  <a:pt x="9625" y="75300"/>
                </a:cubicBezTo>
                <a:cubicBezTo>
                  <a:pt x="9639" y="75271"/>
                  <a:pt x="9654" y="75256"/>
                  <a:pt x="9669" y="75256"/>
                </a:cubicBezTo>
                <a:close/>
                <a:moveTo>
                  <a:pt x="9242" y="75183"/>
                </a:moveTo>
                <a:cubicBezTo>
                  <a:pt x="9242" y="75227"/>
                  <a:pt x="9213" y="75271"/>
                  <a:pt x="9198" y="75315"/>
                </a:cubicBezTo>
                <a:cubicBezTo>
                  <a:pt x="9139" y="75345"/>
                  <a:pt x="9110" y="75374"/>
                  <a:pt x="9065" y="75389"/>
                </a:cubicBezTo>
                <a:cubicBezTo>
                  <a:pt x="9065" y="75345"/>
                  <a:pt x="9095" y="75300"/>
                  <a:pt x="9095" y="75256"/>
                </a:cubicBezTo>
                <a:cubicBezTo>
                  <a:pt x="9139" y="75241"/>
                  <a:pt x="9183" y="75197"/>
                  <a:pt x="9242" y="75183"/>
                </a:cubicBezTo>
                <a:close/>
                <a:moveTo>
                  <a:pt x="8241" y="75168"/>
                </a:moveTo>
                <a:cubicBezTo>
                  <a:pt x="8241" y="75227"/>
                  <a:pt x="8256" y="75271"/>
                  <a:pt x="8256" y="75330"/>
                </a:cubicBezTo>
                <a:cubicBezTo>
                  <a:pt x="8212" y="75374"/>
                  <a:pt x="8138" y="75389"/>
                  <a:pt x="8079" y="75418"/>
                </a:cubicBezTo>
                <a:cubicBezTo>
                  <a:pt x="8079" y="75374"/>
                  <a:pt x="8065" y="75315"/>
                  <a:pt x="8065" y="75241"/>
                </a:cubicBezTo>
                <a:cubicBezTo>
                  <a:pt x="8109" y="75227"/>
                  <a:pt x="8168" y="75183"/>
                  <a:pt x="8241" y="75168"/>
                </a:cubicBezTo>
                <a:close/>
                <a:moveTo>
                  <a:pt x="8756" y="75197"/>
                </a:moveTo>
                <a:lnTo>
                  <a:pt x="8756" y="75345"/>
                </a:lnTo>
                <a:cubicBezTo>
                  <a:pt x="8697" y="75374"/>
                  <a:pt x="8639" y="75389"/>
                  <a:pt x="8594" y="75418"/>
                </a:cubicBezTo>
                <a:lnTo>
                  <a:pt x="8594" y="75271"/>
                </a:lnTo>
                <a:cubicBezTo>
                  <a:pt x="8639" y="75256"/>
                  <a:pt x="8697" y="75227"/>
                  <a:pt x="8756" y="75197"/>
                </a:cubicBezTo>
                <a:close/>
                <a:moveTo>
                  <a:pt x="9360" y="75315"/>
                </a:moveTo>
                <a:lnTo>
                  <a:pt x="9360" y="75315"/>
                </a:lnTo>
                <a:cubicBezTo>
                  <a:pt x="9345" y="75345"/>
                  <a:pt x="9345" y="75389"/>
                  <a:pt x="9330" y="75403"/>
                </a:cubicBezTo>
                <a:cubicBezTo>
                  <a:pt x="9316" y="75418"/>
                  <a:pt x="9271" y="75448"/>
                  <a:pt x="9242" y="75477"/>
                </a:cubicBezTo>
                <a:cubicBezTo>
                  <a:pt x="9242" y="75448"/>
                  <a:pt x="9257" y="75403"/>
                  <a:pt x="9257" y="75389"/>
                </a:cubicBezTo>
                <a:cubicBezTo>
                  <a:pt x="9286" y="75374"/>
                  <a:pt x="9330" y="75345"/>
                  <a:pt x="9360" y="75315"/>
                </a:cubicBezTo>
                <a:close/>
                <a:moveTo>
                  <a:pt x="9492" y="75389"/>
                </a:moveTo>
                <a:cubicBezTo>
                  <a:pt x="9492" y="75418"/>
                  <a:pt x="9477" y="75448"/>
                  <a:pt x="9477" y="75462"/>
                </a:cubicBezTo>
                <a:cubicBezTo>
                  <a:pt x="9463" y="75477"/>
                  <a:pt x="9419" y="75492"/>
                  <a:pt x="9404" y="75521"/>
                </a:cubicBezTo>
                <a:cubicBezTo>
                  <a:pt x="9404" y="75492"/>
                  <a:pt x="9419" y="75462"/>
                  <a:pt x="9419" y="75448"/>
                </a:cubicBezTo>
                <a:cubicBezTo>
                  <a:pt x="9433" y="75418"/>
                  <a:pt x="9477" y="75403"/>
                  <a:pt x="9492" y="75389"/>
                </a:cubicBezTo>
                <a:close/>
                <a:moveTo>
                  <a:pt x="8992" y="75330"/>
                </a:moveTo>
                <a:cubicBezTo>
                  <a:pt x="8992" y="75374"/>
                  <a:pt x="8977" y="75418"/>
                  <a:pt x="8977" y="75462"/>
                </a:cubicBezTo>
                <a:cubicBezTo>
                  <a:pt x="8918" y="75477"/>
                  <a:pt x="8874" y="75492"/>
                  <a:pt x="8830" y="75536"/>
                </a:cubicBezTo>
                <a:cubicBezTo>
                  <a:pt x="8830" y="75492"/>
                  <a:pt x="8830" y="75448"/>
                  <a:pt x="8845" y="75403"/>
                </a:cubicBezTo>
                <a:cubicBezTo>
                  <a:pt x="8903" y="75389"/>
                  <a:pt x="8962" y="75345"/>
                  <a:pt x="8992" y="75330"/>
                </a:cubicBezTo>
                <a:close/>
                <a:moveTo>
                  <a:pt x="7962" y="75271"/>
                </a:moveTo>
                <a:cubicBezTo>
                  <a:pt x="7976" y="75330"/>
                  <a:pt x="7976" y="75389"/>
                  <a:pt x="7976" y="75462"/>
                </a:cubicBezTo>
                <a:cubicBezTo>
                  <a:pt x="7932" y="75492"/>
                  <a:pt x="7859" y="75521"/>
                  <a:pt x="7800" y="75551"/>
                </a:cubicBezTo>
                <a:cubicBezTo>
                  <a:pt x="7785" y="75477"/>
                  <a:pt x="7785" y="75418"/>
                  <a:pt x="7770" y="75374"/>
                </a:cubicBezTo>
                <a:cubicBezTo>
                  <a:pt x="7844" y="75330"/>
                  <a:pt x="7888" y="75315"/>
                  <a:pt x="7962" y="75271"/>
                </a:cubicBezTo>
                <a:close/>
                <a:moveTo>
                  <a:pt x="8521" y="75300"/>
                </a:moveTo>
                <a:lnTo>
                  <a:pt x="8521" y="75462"/>
                </a:lnTo>
                <a:cubicBezTo>
                  <a:pt x="8462" y="75492"/>
                  <a:pt x="8403" y="75521"/>
                  <a:pt x="8359" y="75551"/>
                </a:cubicBezTo>
                <a:lnTo>
                  <a:pt x="8359" y="75389"/>
                </a:lnTo>
                <a:cubicBezTo>
                  <a:pt x="8388" y="75345"/>
                  <a:pt x="8462" y="75330"/>
                  <a:pt x="8521" y="75300"/>
                </a:cubicBezTo>
                <a:close/>
                <a:moveTo>
                  <a:pt x="9183" y="75418"/>
                </a:moveTo>
                <a:lnTo>
                  <a:pt x="9183" y="75418"/>
                </a:lnTo>
                <a:cubicBezTo>
                  <a:pt x="9168" y="75462"/>
                  <a:pt x="9168" y="75492"/>
                  <a:pt x="9139" y="75536"/>
                </a:cubicBezTo>
                <a:cubicBezTo>
                  <a:pt x="9110" y="75551"/>
                  <a:pt x="9065" y="75595"/>
                  <a:pt x="9036" y="75609"/>
                </a:cubicBezTo>
                <a:cubicBezTo>
                  <a:pt x="9036" y="75565"/>
                  <a:pt x="9036" y="75536"/>
                  <a:pt x="9051" y="75492"/>
                </a:cubicBezTo>
                <a:cubicBezTo>
                  <a:pt x="9095" y="75477"/>
                  <a:pt x="9139" y="75448"/>
                  <a:pt x="9183" y="75418"/>
                </a:cubicBezTo>
                <a:close/>
                <a:moveTo>
                  <a:pt x="8756" y="75418"/>
                </a:moveTo>
                <a:cubicBezTo>
                  <a:pt x="8756" y="75477"/>
                  <a:pt x="8756" y="75521"/>
                  <a:pt x="8742" y="75565"/>
                </a:cubicBezTo>
                <a:cubicBezTo>
                  <a:pt x="8683" y="75609"/>
                  <a:pt x="8653" y="75624"/>
                  <a:pt x="8594" y="75668"/>
                </a:cubicBezTo>
                <a:lnTo>
                  <a:pt x="8594" y="75521"/>
                </a:lnTo>
                <a:cubicBezTo>
                  <a:pt x="8639" y="75477"/>
                  <a:pt x="8697" y="75462"/>
                  <a:pt x="8756" y="75418"/>
                </a:cubicBezTo>
                <a:close/>
                <a:moveTo>
                  <a:pt x="8256" y="75418"/>
                </a:moveTo>
                <a:lnTo>
                  <a:pt x="8256" y="75595"/>
                </a:lnTo>
                <a:cubicBezTo>
                  <a:pt x="8212" y="75624"/>
                  <a:pt x="8153" y="75639"/>
                  <a:pt x="8094" y="75683"/>
                </a:cubicBezTo>
                <a:cubicBezTo>
                  <a:pt x="8094" y="75624"/>
                  <a:pt x="8079" y="75565"/>
                  <a:pt x="8079" y="75521"/>
                </a:cubicBezTo>
                <a:cubicBezTo>
                  <a:pt x="8138" y="75477"/>
                  <a:pt x="8212" y="75448"/>
                  <a:pt x="8256" y="75418"/>
                </a:cubicBezTo>
                <a:close/>
                <a:moveTo>
                  <a:pt x="9286" y="75536"/>
                </a:moveTo>
                <a:cubicBezTo>
                  <a:pt x="9271" y="75551"/>
                  <a:pt x="9271" y="75595"/>
                  <a:pt x="9257" y="75609"/>
                </a:cubicBezTo>
                <a:cubicBezTo>
                  <a:pt x="9257" y="75624"/>
                  <a:pt x="9213" y="75639"/>
                  <a:pt x="9183" y="75683"/>
                </a:cubicBezTo>
                <a:cubicBezTo>
                  <a:pt x="9183" y="75639"/>
                  <a:pt x="9198" y="75624"/>
                  <a:pt x="9198" y="75595"/>
                </a:cubicBezTo>
                <a:cubicBezTo>
                  <a:pt x="9242" y="75565"/>
                  <a:pt x="9271" y="75551"/>
                  <a:pt x="9286" y="75536"/>
                </a:cubicBezTo>
                <a:close/>
                <a:moveTo>
                  <a:pt x="9404" y="75609"/>
                </a:moveTo>
                <a:lnTo>
                  <a:pt x="9404" y="75609"/>
                </a:lnTo>
                <a:cubicBezTo>
                  <a:pt x="9374" y="75624"/>
                  <a:pt x="9374" y="75639"/>
                  <a:pt x="9374" y="75668"/>
                </a:cubicBezTo>
                <a:cubicBezTo>
                  <a:pt x="9360" y="75683"/>
                  <a:pt x="9345" y="75683"/>
                  <a:pt x="9330" y="75698"/>
                </a:cubicBezTo>
                <a:cubicBezTo>
                  <a:pt x="9330" y="75683"/>
                  <a:pt x="9345" y="75668"/>
                  <a:pt x="9345" y="75639"/>
                </a:cubicBezTo>
                <a:cubicBezTo>
                  <a:pt x="9360" y="75624"/>
                  <a:pt x="9374" y="75624"/>
                  <a:pt x="9404" y="75609"/>
                </a:cubicBezTo>
                <a:close/>
                <a:moveTo>
                  <a:pt x="8948" y="75551"/>
                </a:moveTo>
                <a:cubicBezTo>
                  <a:pt x="8948" y="75595"/>
                  <a:pt x="8918" y="75624"/>
                  <a:pt x="8918" y="75683"/>
                </a:cubicBezTo>
                <a:cubicBezTo>
                  <a:pt x="8889" y="75698"/>
                  <a:pt x="8845" y="75712"/>
                  <a:pt x="8800" y="75757"/>
                </a:cubicBezTo>
                <a:cubicBezTo>
                  <a:pt x="8800" y="75712"/>
                  <a:pt x="8815" y="75668"/>
                  <a:pt x="8815" y="75624"/>
                </a:cubicBezTo>
                <a:cubicBezTo>
                  <a:pt x="8845" y="75609"/>
                  <a:pt x="8903" y="75565"/>
                  <a:pt x="8948" y="75551"/>
                </a:cubicBezTo>
                <a:close/>
                <a:moveTo>
                  <a:pt x="8006" y="75536"/>
                </a:moveTo>
                <a:cubicBezTo>
                  <a:pt x="8006" y="75595"/>
                  <a:pt x="8020" y="75639"/>
                  <a:pt x="8020" y="75698"/>
                </a:cubicBezTo>
                <a:cubicBezTo>
                  <a:pt x="7962" y="75727"/>
                  <a:pt x="7903" y="75757"/>
                  <a:pt x="7829" y="75786"/>
                </a:cubicBezTo>
                <a:cubicBezTo>
                  <a:pt x="7844" y="75757"/>
                  <a:pt x="7844" y="75698"/>
                  <a:pt x="7814" y="75639"/>
                </a:cubicBezTo>
                <a:cubicBezTo>
                  <a:pt x="7873" y="75595"/>
                  <a:pt x="7947" y="75565"/>
                  <a:pt x="8006" y="75536"/>
                </a:cubicBezTo>
                <a:close/>
                <a:moveTo>
                  <a:pt x="8521" y="75565"/>
                </a:moveTo>
                <a:lnTo>
                  <a:pt x="8521" y="75712"/>
                </a:lnTo>
                <a:cubicBezTo>
                  <a:pt x="8462" y="75742"/>
                  <a:pt x="8403" y="75757"/>
                  <a:pt x="8359" y="75786"/>
                </a:cubicBezTo>
                <a:lnTo>
                  <a:pt x="8359" y="75639"/>
                </a:lnTo>
                <a:cubicBezTo>
                  <a:pt x="8403" y="75624"/>
                  <a:pt x="8462" y="75595"/>
                  <a:pt x="8521" y="75565"/>
                </a:cubicBezTo>
                <a:close/>
                <a:moveTo>
                  <a:pt x="9110" y="75668"/>
                </a:moveTo>
                <a:lnTo>
                  <a:pt x="9110" y="75668"/>
                </a:lnTo>
                <a:cubicBezTo>
                  <a:pt x="9095" y="75698"/>
                  <a:pt x="9095" y="75742"/>
                  <a:pt x="9065" y="75757"/>
                </a:cubicBezTo>
                <a:cubicBezTo>
                  <a:pt x="9051" y="75771"/>
                  <a:pt x="9006" y="75786"/>
                  <a:pt x="8977" y="75830"/>
                </a:cubicBezTo>
                <a:cubicBezTo>
                  <a:pt x="8977" y="75786"/>
                  <a:pt x="8992" y="75757"/>
                  <a:pt x="8992" y="75742"/>
                </a:cubicBezTo>
                <a:cubicBezTo>
                  <a:pt x="9036" y="75712"/>
                  <a:pt x="9065" y="75683"/>
                  <a:pt x="9110" y="75668"/>
                </a:cubicBezTo>
                <a:close/>
                <a:moveTo>
                  <a:pt x="9213" y="75742"/>
                </a:moveTo>
                <a:cubicBezTo>
                  <a:pt x="9213" y="75771"/>
                  <a:pt x="9198" y="75786"/>
                  <a:pt x="9198" y="75815"/>
                </a:cubicBezTo>
                <a:cubicBezTo>
                  <a:pt x="9183" y="75830"/>
                  <a:pt x="9139" y="75845"/>
                  <a:pt x="9124" y="75860"/>
                </a:cubicBezTo>
                <a:cubicBezTo>
                  <a:pt x="9124" y="75845"/>
                  <a:pt x="9139" y="75830"/>
                  <a:pt x="9139" y="75786"/>
                </a:cubicBezTo>
                <a:cubicBezTo>
                  <a:pt x="9154" y="75771"/>
                  <a:pt x="9198" y="75757"/>
                  <a:pt x="9213" y="75742"/>
                </a:cubicBezTo>
                <a:close/>
                <a:moveTo>
                  <a:pt x="8742" y="75683"/>
                </a:moveTo>
                <a:cubicBezTo>
                  <a:pt x="8742" y="75712"/>
                  <a:pt x="8727" y="75771"/>
                  <a:pt x="8727" y="75815"/>
                </a:cubicBezTo>
                <a:cubicBezTo>
                  <a:pt x="8668" y="75830"/>
                  <a:pt x="8624" y="75860"/>
                  <a:pt x="8580" y="75889"/>
                </a:cubicBezTo>
                <a:cubicBezTo>
                  <a:pt x="8580" y="75845"/>
                  <a:pt x="8580" y="75786"/>
                  <a:pt x="8594" y="75757"/>
                </a:cubicBezTo>
                <a:cubicBezTo>
                  <a:pt x="8639" y="75742"/>
                  <a:pt x="8683" y="75698"/>
                  <a:pt x="8742" y="75683"/>
                </a:cubicBezTo>
                <a:close/>
                <a:moveTo>
                  <a:pt x="8271" y="75683"/>
                </a:moveTo>
                <a:lnTo>
                  <a:pt x="8271" y="75845"/>
                </a:lnTo>
                <a:cubicBezTo>
                  <a:pt x="8256" y="75860"/>
                  <a:pt x="8241" y="75860"/>
                  <a:pt x="8227" y="75889"/>
                </a:cubicBezTo>
                <a:lnTo>
                  <a:pt x="8109" y="75933"/>
                </a:lnTo>
                <a:cubicBezTo>
                  <a:pt x="8109" y="75889"/>
                  <a:pt x="8109" y="75830"/>
                  <a:pt x="8094" y="75771"/>
                </a:cubicBezTo>
                <a:cubicBezTo>
                  <a:pt x="8168" y="75742"/>
                  <a:pt x="8227" y="75698"/>
                  <a:pt x="8271" y="75683"/>
                </a:cubicBezTo>
                <a:close/>
                <a:moveTo>
                  <a:pt x="8903" y="75786"/>
                </a:moveTo>
                <a:cubicBezTo>
                  <a:pt x="8903" y="75830"/>
                  <a:pt x="8889" y="75860"/>
                  <a:pt x="8889" y="75904"/>
                </a:cubicBezTo>
                <a:cubicBezTo>
                  <a:pt x="8845" y="75918"/>
                  <a:pt x="8815" y="75963"/>
                  <a:pt x="8771" y="75977"/>
                </a:cubicBezTo>
                <a:lnTo>
                  <a:pt x="8771" y="75860"/>
                </a:lnTo>
                <a:cubicBezTo>
                  <a:pt x="8815" y="75845"/>
                  <a:pt x="8845" y="75815"/>
                  <a:pt x="8903" y="75786"/>
                </a:cubicBezTo>
                <a:close/>
                <a:moveTo>
                  <a:pt x="8506" y="75815"/>
                </a:moveTo>
                <a:cubicBezTo>
                  <a:pt x="8506" y="75860"/>
                  <a:pt x="8506" y="75904"/>
                  <a:pt x="8477" y="75963"/>
                </a:cubicBezTo>
                <a:cubicBezTo>
                  <a:pt x="8447" y="75977"/>
                  <a:pt x="8388" y="75992"/>
                  <a:pt x="8359" y="76036"/>
                </a:cubicBezTo>
                <a:lnTo>
                  <a:pt x="8359" y="75889"/>
                </a:lnTo>
                <a:cubicBezTo>
                  <a:pt x="8403" y="75860"/>
                  <a:pt x="8447" y="75830"/>
                  <a:pt x="8506" y="75815"/>
                </a:cubicBezTo>
                <a:close/>
                <a:moveTo>
                  <a:pt x="9036" y="75889"/>
                </a:moveTo>
                <a:lnTo>
                  <a:pt x="9036" y="75889"/>
                </a:lnTo>
                <a:cubicBezTo>
                  <a:pt x="9006" y="75918"/>
                  <a:pt x="9006" y="75933"/>
                  <a:pt x="8992" y="75977"/>
                </a:cubicBezTo>
                <a:cubicBezTo>
                  <a:pt x="8977" y="75977"/>
                  <a:pt x="8962" y="76007"/>
                  <a:pt x="8918" y="76036"/>
                </a:cubicBezTo>
                <a:cubicBezTo>
                  <a:pt x="8918" y="75992"/>
                  <a:pt x="8933" y="75977"/>
                  <a:pt x="8933" y="75933"/>
                </a:cubicBezTo>
                <a:cubicBezTo>
                  <a:pt x="8977" y="75918"/>
                  <a:pt x="8992" y="75904"/>
                  <a:pt x="9036" y="75889"/>
                </a:cubicBezTo>
                <a:close/>
                <a:moveTo>
                  <a:pt x="8020" y="75786"/>
                </a:moveTo>
                <a:lnTo>
                  <a:pt x="8020" y="75963"/>
                </a:lnTo>
                <a:cubicBezTo>
                  <a:pt x="7962" y="75992"/>
                  <a:pt x="7917" y="76007"/>
                  <a:pt x="7859" y="76051"/>
                </a:cubicBezTo>
                <a:cubicBezTo>
                  <a:pt x="7859" y="75992"/>
                  <a:pt x="7844" y="75933"/>
                  <a:pt x="7844" y="75889"/>
                </a:cubicBezTo>
                <a:cubicBezTo>
                  <a:pt x="7903" y="75860"/>
                  <a:pt x="7962" y="75830"/>
                  <a:pt x="8020" y="75786"/>
                </a:cubicBezTo>
                <a:close/>
                <a:moveTo>
                  <a:pt x="9124" y="75977"/>
                </a:moveTo>
                <a:lnTo>
                  <a:pt x="9124" y="75977"/>
                </a:lnTo>
                <a:cubicBezTo>
                  <a:pt x="9124" y="75978"/>
                  <a:pt x="9110" y="75992"/>
                  <a:pt x="9110" y="76007"/>
                </a:cubicBezTo>
                <a:cubicBezTo>
                  <a:pt x="9095" y="76036"/>
                  <a:pt x="9065" y="76051"/>
                  <a:pt x="9051" y="76051"/>
                </a:cubicBezTo>
                <a:cubicBezTo>
                  <a:pt x="9051" y="76021"/>
                  <a:pt x="9065" y="76007"/>
                  <a:pt x="9065" y="76007"/>
                </a:cubicBezTo>
                <a:cubicBezTo>
                  <a:pt x="9080" y="75992"/>
                  <a:pt x="9109" y="75992"/>
                  <a:pt x="9124" y="75977"/>
                </a:cubicBezTo>
                <a:close/>
                <a:moveTo>
                  <a:pt x="8697" y="75918"/>
                </a:moveTo>
                <a:cubicBezTo>
                  <a:pt x="8697" y="75963"/>
                  <a:pt x="8683" y="75992"/>
                  <a:pt x="8683" y="76051"/>
                </a:cubicBezTo>
                <a:cubicBezTo>
                  <a:pt x="8624" y="76066"/>
                  <a:pt x="8594" y="76080"/>
                  <a:pt x="8550" y="76124"/>
                </a:cubicBezTo>
                <a:cubicBezTo>
                  <a:pt x="8550" y="76080"/>
                  <a:pt x="8565" y="76036"/>
                  <a:pt x="8565" y="75992"/>
                </a:cubicBezTo>
                <a:cubicBezTo>
                  <a:pt x="8609" y="75977"/>
                  <a:pt x="8668" y="75933"/>
                  <a:pt x="8697" y="75918"/>
                </a:cubicBezTo>
                <a:close/>
                <a:moveTo>
                  <a:pt x="8271" y="75933"/>
                </a:moveTo>
                <a:lnTo>
                  <a:pt x="8271" y="76080"/>
                </a:lnTo>
                <a:cubicBezTo>
                  <a:pt x="8227" y="76110"/>
                  <a:pt x="8168" y="76139"/>
                  <a:pt x="8109" y="76154"/>
                </a:cubicBezTo>
                <a:lnTo>
                  <a:pt x="8109" y="76007"/>
                </a:lnTo>
                <a:cubicBezTo>
                  <a:pt x="8168" y="75992"/>
                  <a:pt x="8212" y="75963"/>
                  <a:pt x="8256" y="75933"/>
                </a:cubicBezTo>
                <a:close/>
                <a:moveTo>
                  <a:pt x="8845" y="76007"/>
                </a:moveTo>
                <a:cubicBezTo>
                  <a:pt x="8845" y="76051"/>
                  <a:pt x="8830" y="76080"/>
                  <a:pt x="8830" y="76110"/>
                </a:cubicBezTo>
                <a:cubicBezTo>
                  <a:pt x="8800" y="76139"/>
                  <a:pt x="8756" y="76154"/>
                  <a:pt x="8727" y="76183"/>
                </a:cubicBezTo>
                <a:cubicBezTo>
                  <a:pt x="8727" y="76139"/>
                  <a:pt x="8742" y="76110"/>
                  <a:pt x="8742" y="76080"/>
                </a:cubicBezTo>
                <a:cubicBezTo>
                  <a:pt x="8771" y="76066"/>
                  <a:pt x="8815" y="76036"/>
                  <a:pt x="8845" y="76007"/>
                </a:cubicBezTo>
                <a:close/>
                <a:moveTo>
                  <a:pt x="8962" y="76110"/>
                </a:moveTo>
                <a:lnTo>
                  <a:pt x="8962" y="76110"/>
                </a:lnTo>
                <a:cubicBezTo>
                  <a:pt x="8948" y="76124"/>
                  <a:pt x="8948" y="76139"/>
                  <a:pt x="8918" y="76183"/>
                </a:cubicBezTo>
                <a:lnTo>
                  <a:pt x="8874" y="76227"/>
                </a:lnTo>
                <a:cubicBezTo>
                  <a:pt x="8874" y="76213"/>
                  <a:pt x="8889" y="76198"/>
                  <a:pt x="8889" y="76154"/>
                </a:cubicBezTo>
                <a:cubicBezTo>
                  <a:pt x="8903" y="76139"/>
                  <a:pt x="8918" y="76124"/>
                  <a:pt x="8962" y="76110"/>
                </a:cubicBezTo>
                <a:close/>
                <a:moveTo>
                  <a:pt x="8477" y="76051"/>
                </a:moveTo>
                <a:cubicBezTo>
                  <a:pt x="8477" y="76080"/>
                  <a:pt x="8462" y="76139"/>
                  <a:pt x="8462" y="76183"/>
                </a:cubicBezTo>
                <a:cubicBezTo>
                  <a:pt x="8433" y="76213"/>
                  <a:pt x="8374" y="76227"/>
                  <a:pt x="8330" y="76272"/>
                </a:cubicBezTo>
                <a:cubicBezTo>
                  <a:pt x="8330" y="76213"/>
                  <a:pt x="8359" y="76183"/>
                  <a:pt x="8359" y="76124"/>
                </a:cubicBezTo>
                <a:cubicBezTo>
                  <a:pt x="8388" y="76110"/>
                  <a:pt x="8447" y="76066"/>
                  <a:pt x="8477" y="76051"/>
                </a:cubicBezTo>
                <a:close/>
                <a:moveTo>
                  <a:pt x="8035" y="76051"/>
                </a:moveTo>
                <a:lnTo>
                  <a:pt x="8035" y="76213"/>
                </a:lnTo>
                <a:cubicBezTo>
                  <a:pt x="8006" y="76227"/>
                  <a:pt x="7947" y="76272"/>
                  <a:pt x="7903" y="76286"/>
                </a:cubicBezTo>
                <a:lnTo>
                  <a:pt x="7888" y="76286"/>
                </a:lnTo>
                <a:cubicBezTo>
                  <a:pt x="7888" y="76227"/>
                  <a:pt x="7888" y="76169"/>
                  <a:pt x="7873" y="76124"/>
                </a:cubicBezTo>
                <a:cubicBezTo>
                  <a:pt x="7932" y="76124"/>
                  <a:pt x="7991" y="76080"/>
                  <a:pt x="8035" y="76051"/>
                </a:cubicBezTo>
                <a:close/>
                <a:moveTo>
                  <a:pt x="8639" y="76154"/>
                </a:moveTo>
                <a:cubicBezTo>
                  <a:pt x="8639" y="76198"/>
                  <a:pt x="8624" y="76227"/>
                  <a:pt x="8624" y="76272"/>
                </a:cubicBezTo>
                <a:cubicBezTo>
                  <a:pt x="8594" y="76286"/>
                  <a:pt x="8550" y="76301"/>
                  <a:pt x="8521" y="76345"/>
                </a:cubicBezTo>
                <a:cubicBezTo>
                  <a:pt x="8521" y="76301"/>
                  <a:pt x="8536" y="76272"/>
                  <a:pt x="8536" y="76227"/>
                </a:cubicBezTo>
                <a:cubicBezTo>
                  <a:pt x="8580" y="76213"/>
                  <a:pt x="8609" y="76169"/>
                  <a:pt x="8639" y="76154"/>
                </a:cubicBezTo>
                <a:close/>
                <a:moveTo>
                  <a:pt x="8771" y="76227"/>
                </a:moveTo>
                <a:cubicBezTo>
                  <a:pt x="8771" y="76257"/>
                  <a:pt x="8756" y="76286"/>
                  <a:pt x="8756" y="76301"/>
                </a:cubicBezTo>
                <a:lnTo>
                  <a:pt x="8668" y="76404"/>
                </a:lnTo>
                <a:cubicBezTo>
                  <a:pt x="8668" y="76360"/>
                  <a:pt x="8683" y="76345"/>
                  <a:pt x="8683" y="76301"/>
                </a:cubicBezTo>
                <a:cubicBezTo>
                  <a:pt x="8727" y="76286"/>
                  <a:pt x="8742" y="76272"/>
                  <a:pt x="8771" y="76227"/>
                </a:cubicBezTo>
                <a:close/>
                <a:moveTo>
                  <a:pt x="8256" y="76183"/>
                </a:moveTo>
                <a:cubicBezTo>
                  <a:pt x="8256" y="76227"/>
                  <a:pt x="8256" y="76272"/>
                  <a:pt x="8241" y="76331"/>
                </a:cubicBezTo>
                <a:cubicBezTo>
                  <a:pt x="8212" y="76360"/>
                  <a:pt x="8153" y="76375"/>
                  <a:pt x="8109" y="76419"/>
                </a:cubicBezTo>
                <a:lnTo>
                  <a:pt x="8109" y="76272"/>
                </a:lnTo>
                <a:cubicBezTo>
                  <a:pt x="8168" y="76227"/>
                  <a:pt x="8227" y="76198"/>
                  <a:pt x="8256" y="76183"/>
                </a:cubicBezTo>
                <a:close/>
                <a:moveTo>
                  <a:pt x="8845" y="76365"/>
                </a:moveTo>
                <a:cubicBezTo>
                  <a:pt x="8845" y="76368"/>
                  <a:pt x="8845" y="76371"/>
                  <a:pt x="8845" y="76375"/>
                </a:cubicBezTo>
                <a:lnTo>
                  <a:pt x="8815" y="76419"/>
                </a:lnTo>
                <a:cubicBezTo>
                  <a:pt x="8815" y="76389"/>
                  <a:pt x="8830" y="76375"/>
                  <a:pt x="8830" y="76375"/>
                </a:cubicBezTo>
                <a:lnTo>
                  <a:pt x="8845" y="76365"/>
                </a:lnTo>
                <a:close/>
                <a:moveTo>
                  <a:pt x="8447" y="76286"/>
                </a:moveTo>
                <a:cubicBezTo>
                  <a:pt x="8447" y="76331"/>
                  <a:pt x="8418" y="76360"/>
                  <a:pt x="8418" y="76419"/>
                </a:cubicBezTo>
                <a:cubicBezTo>
                  <a:pt x="8388" y="76434"/>
                  <a:pt x="8359" y="76448"/>
                  <a:pt x="8315" y="76492"/>
                </a:cubicBezTo>
                <a:cubicBezTo>
                  <a:pt x="8315" y="76448"/>
                  <a:pt x="8330" y="76404"/>
                  <a:pt x="8330" y="76360"/>
                </a:cubicBezTo>
                <a:cubicBezTo>
                  <a:pt x="8374" y="76345"/>
                  <a:pt x="8403" y="76301"/>
                  <a:pt x="8447" y="76286"/>
                </a:cubicBezTo>
                <a:close/>
                <a:moveTo>
                  <a:pt x="8035" y="76301"/>
                </a:moveTo>
                <a:lnTo>
                  <a:pt x="8035" y="76448"/>
                </a:lnTo>
                <a:cubicBezTo>
                  <a:pt x="8006" y="76492"/>
                  <a:pt x="7947" y="76507"/>
                  <a:pt x="7903" y="76551"/>
                </a:cubicBezTo>
                <a:lnTo>
                  <a:pt x="7903" y="76404"/>
                </a:lnTo>
                <a:cubicBezTo>
                  <a:pt x="7903" y="76375"/>
                  <a:pt x="7932" y="76375"/>
                  <a:pt x="7947" y="76360"/>
                </a:cubicBezTo>
                <a:cubicBezTo>
                  <a:pt x="7991" y="76345"/>
                  <a:pt x="8006" y="76331"/>
                  <a:pt x="8035" y="76301"/>
                </a:cubicBezTo>
                <a:close/>
                <a:moveTo>
                  <a:pt x="8594" y="76375"/>
                </a:moveTo>
                <a:cubicBezTo>
                  <a:pt x="8594" y="76419"/>
                  <a:pt x="8580" y="76448"/>
                  <a:pt x="8580" y="76478"/>
                </a:cubicBezTo>
                <a:cubicBezTo>
                  <a:pt x="8536" y="76492"/>
                  <a:pt x="8521" y="76522"/>
                  <a:pt x="8477" y="76551"/>
                </a:cubicBezTo>
                <a:cubicBezTo>
                  <a:pt x="8477" y="76522"/>
                  <a:pt x="8506" y="76492"/>
                  <a:pt x="8506" y="76448"/>
                </a:cubicBezTo>
                <a:cubicBezTo>
                  <a:pt x="8536" y="76434"/>
                  <a:pt x="8550" y="76404"/>
                  <a:pt x="8594" y="76375"/>
                </a:cubicBezTo>
                <a:close/>
                <a:moveTo>
                  <a:pt x="8727" y="76448"/>
                </a:moveTo>
                <a:cubicBezTo>
                  <a:pt x="8697" y="76492"/>
                  <a:pt x="8683" y="76507"/>
                  <a:pt x="8683" y="76522"/>
                </a:cubicBezTo>
                <a:lnTo>
                  <a:pt x="8624" y="76581"/>
                </a:lnTo>
                <a:cubicBezTo>
                  <a:pt x="8624" y="76566"/>
                  <a:pt x="8639" y="76551"/>
                  <a:pt x="8639" y="76507"/>
                </a:cubicBezTo>
                <a:cubicBezTo>
                  <a:pt x="8668" y="76492"/>
                  <a:pt x="8683" y="76478"/>
                  <a:pt x="8727" y="76448"/>
                </a:cubicBezTo>
                <a:close/>
                <a:moveTo>
                  <a:pt x="8241" y="76419"/>
                </a:moveTo>
                <a:cubicBezTo>
                  <a:pt x="8241" y="76448"/>
                  <a:pt x="8227" y="76507"/>
                  <a:pt x="8227" y="76551"/>
                </a:cubicBezTo>
                <a:cubicBezTo>
                  <a:pt x="8182" y="76581"/>
                  <a:pt x="8153" y="76625"/>
                  <a:pt x="8109" y="76640"/>
                </a:cubicBezTo>
                <a:lnTo>
                  <a:pt x="8109" y="76507"/>
                </a:lnTo>
                <a:cubicBezTo>
                  <a:pt x="8153" y="76478"/>
                  <a:pt x="8212" y="76448"/>
                  <a:pt x="8241" y="76419"/>
                </a:cubicBezTo>
                <a:close/>
                <a:moveTo>
                  <a:pt x="8388" y="76522"/>
                </a:moveTo>
                <a:cubicBezTo>
                  <a:pt x="8388" y="76566"/>
                  <a:pt x="8374" y="76595"/>
                  <a:pt x="8374" y="76640"/>
                </a:cubicBezTo>
                <a:cubicBezTo>
                  <a:pt x="8330" y="76654"/>
                  <a:pt x="8315" y="76698"/>
                  <a:pt x="8285" y="76713"/>
                </a:cubicBezTo>
                <a:cubicBezTo>
                  <a:pt x="8300" y="76669"/>
                  <a:pt x="8300" y="76640"/>
                  <a:pt x="8300" y="76595"/>
                </a:cubicBezTo>
                <a:cubicBezTo>
                  <a:pt x="8330" y="76581"/>
                  <a:pt x="8374" y="76551"/>
                  <a:pt x="8388" y="76522"/>
                </a:cubicBezTo>
                <a:close/>
                <a:moveTo>
                  <a:pt x="8521" y="76625"/>
                </a:moveTo>
                <a:cubicBezTo>
                  <a:pt x="8521" y="76640"/>
                  <a:pt x="8506" y="76669"/>
                  <a:pt x="8506" y="76698"/>
                </a:cubicBezTo>
                <a:cubicBezTo>
                  <a:pt x="8477" y="76728"/>
                  <a:pt x="8462" y="76743"/>
                  <a:pt x="8433" y="76772"/>
                </a:cubicBezTo>
                <a:cubicBezTo>
                  <a:pt x="8433" y="76728"/>
                  <a:pt x="8447" y="76713"/>
                  <a:pt x="8447" y="76669"/>
                </a:cubicBezTo>
                <a:cubicBezTo>
                  <a:pt x="8462" y="76654"/>
                  <a:pt x="8506" y="76640"/>
                  <a:pt x="8521" y="76625"/>
                </a:cubicBezTo>
                <a:close/>
                <a:moveTo>
                  <a:pt x="8609" y="76731"/>
                </a:moveTo>
                <a:cubicBezTo>
                  <a:pt x="8609" y="76735"/>
                  <a:pt x="8609" y="76739"/>
                  <a:pt x="8609" y="76743"/>
                </a:cubicBezTo>
                <a:lnTo>
                  <a:pt x="8580" y="76787"/>
                </a:lnTo>
                <a:cubicBezTo>
                  <a:pt x="8580" y="76757"/>
                  <a:pt x="8594" y="76743"/>
                  <a:pt x="8594" y="76743"/>
                </a:cubicBezTo>
                <a:cubicBezTo>
                  <a:pt x="8600" y="76737"/>
                  <a:pt x="8605" y="76734"/>
                  <a:pt x="8609" y="76731"/>
                </a:cubicBezTo>
                <a:close/>
                <a:moveTo>
                  <a:pt x="8035" y="76566"/>
                </a:moveTo>
                <a:cubicBezTo>
                  <a:pt x="8035" y="76625"/>
                  <a:pt x="8035" y="76654"/>
                  <a:pt x="8020" y="76713"/>
                </a:cubicBezTo>
                <a:cubicBezTo>
                  <a:pt x="7991" y="76743"/>
                  <a:pt x="7947" y="76772"/>
                  <a:pt x="7888" y="76801"/>
                </a:cubicBezTo>
                <a:lnTo>
                  <a:pt x="7888" y="76654"/>
                </a:lnTo>
                <a:cubicBezTo>
                  <a:pt x="7947" y="76625"/>
                  <a:pt x="7991" y="76581"/>
                  <a:pt x="8035" y="76566"/>
                </a:cubicBezTo>
                <a:close/>
                <a:moveTo>
                  <a:pt x="8227" y="76669"/>
                </a:moveTo>
                <a:cubicBezTo>
                  <a:pt x="8227" y="76713"/>
                  <a:pt x="8197" y="76743"/>
                  <a:pt x="8197" y="76801"/>
                </a:cubicBezTo>
                <a:cubicBezTo>
                  <a:pt x="8168" y="76816"/>
                  <a:pt x="8138" y="76846"/>
                  <a:pt x="8094" y="76875"/>
                </a:cubicBezTo>
                <a:cubicBezTo>
                  <a:pt x="8094" y="76846"/>
                  <a:pt x="8094" y="76801"/>
                  <a:pt x="8109" y="76743"/>
                </a:cubicBezTo>
                <a:cubicBezTo>
                  <a:pt x="8153" y="76728"/>
                  <a:pt x="8182" y="76698"/>
                  <a:pt x="8227" y="76669"/>
                </a:cubicBezTo>
                <a:close/>
                <a:moveTo>
                  <a:pt x="8359" y="76772"/>
                </a:moveTo>
                <a:cubicBezTo>
                  <a:pt x="8359" y="76801"/>
                  <a:pt x="8330" y="76846"/>
                  <a:pt x="8330" y="76860"/>
                </a:cubicBezTo>
                <a:cubicBezTo>
                  <a:pt x="8300" y="76875"/>
                  <a:pt x="8271" y="76890"/>
                  <a:pt x="8256" y="76934"/>
                </a:cubicBezTo>
                <a:cubicBezTo>
                  <a:pt x="8256" y="76890"/>
                  <a:pt x="8271" y="76860"/>
                  <a:pt x="8271" y="76846"/>
                </a:cubicBezTo>
                <a:cubicBezTo>
                  <a:pt x="8300" y="76816"/>
                  <a:pt x="8330" y="76801"/>
                  <a:pt x="8359" y="76772"/>
                </a:cubicBezTo>
                <a:close/>
                <a:moveTo>
                  <a:pt x="8447" y="76846"/>
                </a:moveTo>
                <a:cubicBezTo>
                  <a:pt x="8447" y="76875"/>
                  <a:pt x="8447" y="76890"/>
                  <a:pt x="8433" y="76919"/>
                </a:cubicBezTo>
                <a:lnTo>
                  <a:pt x="8374" y="76963"/>
                </a:lnTo>
                <a:cubicBezTo>
                  <a:pt x="8374" y="76949"/>
                  <a:pt x="8388" y="76934"/>
                  <a:pt x="8388" y="76890"/>
                </a:cubicBezTo>
                <a:lnTo>
                  <a:pt x="8447" y="76846"/>
                </a:lnTo>
                <a:close/>
                <a:moveTo>
                  <a:pt x="8006" y="76801"/>
                </a:moveTo>
                <a:cubicBezTo>
                  <a:pt x="8006" y="76846"/>
                  <a:pt x="7991" y="76890"/>
                  <a:pt x="7991" y="76934"/>
                </a:cubicBezTo>
                <a:cubicBezTo>
                  <a:pt x="7962" y="76963"/>
                  <a:pt x="7932" y="77007"/>
                  <a:pt x="7888" y="77022"/>
                </a:cubicBezTo>
                <a:lnTo>
                  <a:pt x="7888" y="76890"/>
                </a:lnTo>
                <a:cubicBezTo>
                  <a:pt x="7932" y="76860"/>
                  <a:pt x="7962" y="76846"/>
                  <a:pt x="8006" y="76801"/>
                </a:cubicBezTo>
                <a:close/>
                <a:moveTo>
                  <a:pt x="8168" y="76919"/>
                </a:moveTo>
                <a:cubicBezTo>
                  <a:pt x="8168" y="76949"/>
                  <a:pt x="8153" y="76993"/>
                  <a:pt x="8153" y="77022"/>
                </a:cubicBezTo>
                <a:cubicBezTo>
                  <a:pt x="8109" y="77037"/>
                  <a:pt x="8094" y="77081"/>
                  <a:pt x="8065" y="77096"/>
                </a:cubicBezTo>
                <a:cubicBezTo>
                  <a:pt x="8079" y="77066"/>
                  <a:pt x="8079" y="77022"/>
                  <a:pt x="8079" y="76993"/>
                </a:cubicBezTo>
                <a:cubicBezTo>
                  <a:pt x="8109" y="76963"/>
                  <a:pt x="8153" y="76934"/>
                  <a:pt x="8168" y="76919"/>
                </a:cubicBezTo>
                <a:close/>
                <a:moveTo>
                  <a:pt x="8271" y="77007"/>
                </a:moveTo>
                <a:cubicBezTo>
                  <a:pt x="8271" y="77022"/>
                  <a:pt x="8271" y="77066"/>
                  <a:pt x="8256" y="77081"/>
                </a:cubicBezTo>
                <a:lnTo>
                  <a:pt x="8212" y="77140"/>
                </a:lnTo>
                <a:cubicBezTo>
                  <a:pt x="8212" y="77110"/>
                  <a:pt x="8227" y="77081"/>
                  <a:pt x="8227" y="77066"/>
                </a:cubicBezTo>
                <a:lnTo>
                  <a:pt x="8271" y="77007"/>
                </a:lnTo>
                <a:close/>
                <a:moveTo>
                  <a:pt x="8374" y="77096"/>
                </a:moveTo>
                <a:cubicBezTo>
                  <a:pt x="8374" y="77110"/>
                  <a:pt x="8359" y="77110"/>
                  <a:pt x="8359" y="77140"/>
                </a:cubicBezTo>
                <a:cubicBezTo>
                  <a:pt x="8359" y="77155"/>
                  <a:pt x="8330" y="77155"/>
                  <a:pt x="8330" y="77169"/>
                </a:cubicBezTo>
                <a:cubicBezTo>
                  <a:pt x="8330" y="77155"/>
                  <a:pt x="8330" y="77140"/>
                  <a:pt x="8359" y="77140"/>
                </a:cubicBezTo>
                <a:cubicBezTo>
                  <a:pt x="8359" y="77110"/>
                  <a:pt x="8359" y="77096"/>
                  <a:pt x="8374" y="77096"/>
                </a:cubicBezTo>
                <a:close/>
                <a:moveTo>
                  <a:pt x="8006" y="77066"/>
                </a:moveTo>
                <a:cubicBezTo>
                  <a:pt x="8006" y="77096"/>
                  <a:pt x="7991" y="77140"/>
                  <a:pt x="7991" y="77184"/>
                </a:cubicBezTo>
                <a:cubicBezTo>
                  <a:pt x="7932" y="77213"/>
                  <a:pt x="7903" y="77228"/>
                  <a:pt x="7873" y="77258"/>
                </a:cubicBezTo>
                <a:cubicBezTo>
                  <a:pt x="7873" y="77228"/>
                  <a:pt x="7873" y="77184"/>
                  <a:pt x="7888" y="77140"/>
                </a:cubicBezTo>
                <a:cubicBezTo>
                  <a:pt x="7932" y="77110"/>
                  <a:pt x="7962" y="77081"/>
                  <a:pt x="8006" y="77066"/>
                </a:cubicBezTo>
                <a:close/>
                <a:moveTo>
                  <a:pt x="8109" y="77155"/>
                </a:moveTo>
                <a:cubicBezTo>
                  <a:pt x="8109" y="77184"/>
                  <a:pt x="8094" y="77213"/>
                  <a:pt x="8094" y="77243"/>
                </a:cubicBezTo>
                <a:lnTo>
                  <a:pt x="8020" y="77317"/>
                </a:lnTo>
                <a:cubicBezTo>
                  <a:pt x="8020" y="77287"/>
                  <a:pt x="8035" y="77243"/>
                  <a:pt x="8035" y="77228"/>
                </a:cubicBezTo>
                <a:lnTo>
                  <a:pt x="8109" y="77155"/>
                </a:lnTo>
                <a:close/>
                <a:moveTo>
                  <a:pt x="8227" y="77243"/>
                </a:moveTo>
                <a:cubicBezTo>
                  <a:pt x="8212" y="77258"/>
                  <a:pt x="8212" y="77287"/>
                  <a:pt x="8212" y="77302"/>
                </a:cubicBezTo>
                <a:lnTo>
                  <a:pt x="8168" y="77331"/>
                </a:lnTo>
                <a:cubicBezTo>
                  <a:pt x="8168" y="77317"/>
                  <a:pt x="8168" y="77302"/>
                  <a:pt x="8182" y="77272"/>
                </a:cubicBezTo>
                <a:lnTo>
                  <a:pt x="8227" y="77243"/>
                </a:lnTo>
                <a:close/>
                <a:moveTo>
                  <a:pt x="7947" y="77302"/>
                </a:moveTo>
                <a:cubicBezTo>
                  <a:pt x="7947" y="77331"/>
                  <a:pt x="7932" y="77375"/>
                  <a:pt x="7932" y="77405"/>
                </a:cubicBezTo>
                <a:cubicBezTo>
                  <a:pt x="7917" y="77434"/>
                  <a:pt x="7873" y="77464"/>
                  <a:pt x="7844" y="77478"/>
                </a:cubicBezTo>
                <a:cubicBezTo>
                  <a:pt x="7844" y="77449"/>
                  <a:pt x="7859" y="77405"/>
                  <a:pt x="7859" y="77375"/>
                </a:cubicBezTo>
                <a:cubicBezTo>
                  <a:pt x="7888" y="77361"/>
                  <a:pt x="7932" y="77317"/>
                  <a:pt x="7947" y="77302"/>
                </a:cubicBezTo>
                <a:close/>
                <a:moveTo>
                  <a:pt x="8094" y="77390"/>
                </a:moveTo>
                <a:lnTo>
                  <a:pt x="8094" y="77390"/>
                </a:lnTo>
                <a:cubicBezTo>
                  <a:pt x="8065" y="77405"/>
                  <a:pt x="8065" y="77434"/>
                  <a:pt x="8065" y="77464"/>
                </a:cubicBezTo>
                <a:lnTo>
                  <a:pt x="8006" y="77523"/>
                </a:lnTo>
                <a:cubicBezTo>
                  <a:pt x="8006" y="77508"/>
                  <a:pt x="8020" y="77464"/>
                  <a:pt x="8020" y="77449"/>
                </a:cubicBezTo>
                <a:cubicBezTo>
                  <a:pt x="8035" y="77434"/>
                  <a:pt x="8065" y="77405"/>
                  <a:pt x="8094" y="77390"/>
                </a:cubicBezTo>
                <a:close/>
                <a:moveTo>
                  <a:pt x="7903" y="77537"/>
                </a:moveTo>
                <a:cubicBezTo>
                  <a:pt x="7888" y="77581"/>
                  <a:pt x="7888" y="77596"/>
                  <a:pt x="7888" y="77626"/>
                </a:cubicBezTo>
                <a:cubicBezTo>
                  <a:pt x="7873" y="77655"/>
                  <a:pt x="7859" y="77684"/>
                  <a:pt x="7814" y="77699"/>
                </a:cubicBezTo>
                <a:cubicBezTo>
                  <a:pt x="7814" y="77670"/>
                  <a:pt x="7829" y="77626"/>
                  <a:pt x="7829" y="77611"/>
                </a:cubicBezTo>
                <a:cubicBezTo>
                  <a:pt x="7859" y="77596"/>
                  <a:pt x="7888" y="77581"/>
                  <a:pt x="7903" y="77537"/>
                </a:cubicBezTo>
                <a:close/>
                <a:moveTo>
                  <a:pt x="8020" y="77611"/>
                </a:moveTo>
                <a:cubicBezTo>
                  <a:pt x="8006" y="77655"/>
                  <a:pt x="8006" y="77655"/>
                  <a:pt x="7991" y="77670"/>
                </a:cubicBezTo>
                <a:cubicBezTo>
                  <a:pt x="7962" y="77684"/>
                  <a:pt x="7947" y="77699"/>
                  <a:pt x="7947" y="77729"/>
                </a:cubicBezTo>
                <a:cubicBezTo>
                  <a:pt x="7947" y="77699"/>
                  <a:pt x="7947" y="77684"/>
                  <a:pt x="7962" y="77670"/>
                </a:cubicBezTo>
                <a:lnTo>
                  <a:pt x="8020" y="77611"/>
                </a:lnTo>
                <a:close/>
                <a:moveTo>
                  <a:pt x="7859" y="77773"/>
                </a:moveTo>
                <a:lnTo>
                  <a:pt x="7859" y="77773"/>
                </a:lnTo>
                <a:cubicBezTo>
                  <a:pt x="7844" y="77817"/>
                  <a:pt x="7844" y="77832"/>
                  <a:pt x="7844" y="77846"/>
                </a:cubicBezTo>
                <a:lnTo>
                  <a:pt x="7785" y="77905"/>
                </a:lnTo>
                <a:cubicBezTo>
                  <a:pt x="7785" y="77890"/>
                  <a:pt x="7800" y="77846"/>
                  <a:pt x="7800" y="77832"/>
                </a:cubicBezTo>
                <a:lnTo>
                  <a:pt x="7859" y="77773"/>
                </a:lnTo>
                <a:close/>
                <a:moveTo>
                  <a:pt x="7800" y="78023"/>
                </a:moveTo>
                <a:cubicBezTo>
                  <a:pt x="7785" y="78038"/>
                  <a:pt x="7785" y="78052"/>
                  <a:pt x="7785" y="78067"/>
                </a:cubicBezTo>
                <a:cubicBezTo>
                  <a:pt x="7770" y="78096"/>
                  <a:pt x="7770" y="78111"/>
                  <a:pt x="7741" y="78111"/>
                </a:cubicBezTo>
                <a:cubicBezTo>
                  <a:pt x="7741" y="78096"/>
                  <a:pt x="7741" y="78067"/>
                  <a:pt x="7770" y="78052"/>
                </a:cubicBezTo>
                <a:cubicBezTo>
                  <a:pt x="7785" y="78038"/>
                  <a:pt x="7785" y="78023"/>
                  <a:pt x="7800" y="78023"/>
                </a:cubicBezTo>
                <a:close/>
                <a:moveTo>
                  <a:pt x="7535" y="74859"/>
                </a:moveTo>
                <a:cubicBezTo>
                  <a:pt x="7564" y="74918"/>
                  <a:pt x="7579" y="74977"/>
                  <a:pt x="7594" y="75050"/>
                </a:cubicBezTo>
                <a:cubicBezTo>
                  <a:pt x="7064" y="75271"/>
                  <a:pt x="6534" y="75521"/>
                  <a:pt x="6019" y="75815"/>
                </a:cubicBezTo>
                <a:cubicBezTo>
                  <a:pt x="3723" y="77110"/>
                  <a:pt x="1987" y="79392"/>
                  <a:pt x="1266" y="81893"/>
                </a:cubicBezTo>
                <a:cubicBezTo>
                  <a:pt x="1913" y="79230"/>
                  <a:pt x="3694" y="76816"/>
                  <a:pt x="6107" y="75521"/>
                </a:cubicBezTo>
                <a:cubicBezTo>
                  <a:pt x="6564" y="75256"/>
                  <a:pt x="7049" y="75050"/>
                  <a:pt x="7535" y="74859"/>
                </a:cubicBezTo>
                <a:close/>
                <a:moveTo>
                  <a:pt x="7638" y="75109"/>
                </a:moveTo>
                <a:cubicBezTo>
                  <a:pt x="7638" y="75183"/>
                  <a:pt x="7653" y="75256"/>
                  <a:pt x="7667" y="75315"/>
                </a:cubicBezTo>
                <a:cubicBezTo>
                  <a:pt x="7108" y="75565"/>
                  <a:pt x="6519" y="75845"/>
                  <a:pt x="5975" y="76183"/>
                </a:cubicBezTo>
                <a:cubicBezTo>
                  <a:pt x="3738" y="77508"/>
                  <a:pt x="2075" y="79642"/>
                  <a:pt x="1339" y="82026"/>
                </a:cubicBezTo>
                <a:cubicBezTo>
                  <a:pt x="2016" y="79495"/>
                  <a:pt x="3753" y="77184"/>
                  <a:pt x="6063" y="75860"/>
                </a:cubicBezTo>
                <a:cubicBezTo>
                  <a:pt x="6564" y="75565"/>
                  <a:pt x="7093" y="75330"/>
                  <a:pt x="7638" y="75109"/>
                </a:cubicBezTo>
                <a:close/>
                <a:moveTo>
                  <a:pt x="7682" y="75403"/>
                </a:moveTo>
                <a:cubicBezTo>
                  <a:pt x="7711" y="75462"/>
                  <a:pt x="7711" y="75536"/>
                  <a:pt x="7726" y="75595"/>
                </a:cubicBezTo>
                <a:cubicBezTo>
                  <a:pt x="7123" y="75889"/>
                  <a:pt x="6519" y="76198"/>
                  <a:pt x="5931" y="76537"/>
                </a:cubicBezTo>
                <a:cubicBezTo>
                  <a:pt x="3635" y="77964"/>
                  <a:pt x="1957" y="80201"/>
                  <a:pt x="1251" y="82629"/>
                </a:cubicBezTo>
                <a:cubicBezTo>
                  <a:pt x="1884" y="80039"/>
                  <a:pt x="3606" y="77670"/>
                  <a:pt x="6019" y="76257"/>
                </a:cubicBezTo>
                <a:cubicBezTo>
                  <a:pt x="6549" y="75933"/>
                  <a:pt x="7123" y="75668"/>
                  <a:pt x="7682" y="75403"/>
                </a:cubicBezTo>
                <a:close/>
                <a:moveTo>
                  <a:pt x="7741" y="75668"/>
                </a:moveTo>
                <a:cubicBezTo>
                  <a:pt x="7770" y="75712"/>
                  <a:pt x="7770" y="75771"/>
                  <a:pt x="7770" y="75845"/>
                </a:cubicBezTo>
                <a:cubicBezTo>
                  <a:pt x="7123" y="76183"/>
                  <a:pt x="6490" y="76522"/>
                  <a:pt x="5872" y="76919"/>
                </a:cubicBezTo>
                <a:cubicBezTo>
                  <a:pt x="3606" y="78361"/>
                  <a:pt x="1913" y="80628"/>
                  <a:pt x="1221" y="83041"/>
                </a:cubicBezTo>
                <a:cubicBezTo>
                  <a:pt x="1854" y="80466"/>
                  <a:pt x="3591" y="78096"/>
                  <a:pt x="5960" y="76625"/>
                </a:cubicBezTo>
                <a:cubicBezTo>
                  <a:pt x="6534" y="76272"/>
                  <a:pt x="7137" y="75963"/>
                  <a:pt x="7741" y="75668"/>
                </a:cubicBezTo>
                <a:close/>
                <a:moveTo>
                  <a:pt x="7785" y="75933"/>
                </a:moveTo>
                <a:cubicBezTo>
                  <a:pt x="7785" y="75992"/>
                  <a:pt x="7800" y="76051"/>
                  <a:pt x="7800" y="76110"/>
                </a:cubicBezTo>
                <a:cubicBezTo>
                  <a:pt x="7137" y="76478"/>
                  <a:pt x="6475" y="76860"/>
                  <a:pt x="5828" y="77272"/>
                </a:cubicBezTo>
                <a:cubicBezTo>
                  <a:pt x="3591" y="78788"/>
                  <a:pt x="1943" y="80981"/>
                  <a:pt x="1236" y="83321"/>
                </a:cubicBezTo>
                <a:cubicBezTo>
                  <a:pt x="1884" y="80834"/>
                  <a:pt x="3591" y="78494"/>
                  <a:pt x="5931" y="76993"/>
                </a:cubicBezTo>
                <a:cubicBezTo>
                  <a:pt x="6534" y="76595"/>
                  <a:pt x="7152" y="76257"/>
                  <a:pt x="7785" y="75933"/>
                </a:cubicBezTo>
                <a:close/>
                <a:moveTo>
                  <a:pt x="7800" y="76198"/>
                </a:moveTo>
                <a:cubicBezTo>
                  <a:pt x="7800" y="76257"/>
                  <a:pt x="7800" y="76301"/>
                  <a:pt x="7814" y="76360"/>
                </a:cubicBezTo>
                <a:cubicBezTo>
                  <a:pt x="7137" y="76757"/>
                  <a:pt x="6461" y="77184"/>
                  <a:pt x="5784" y="77670"/>
                </a:cubicBezTo>
                <a:cubicBezTo>
                  <a:pt x="3517" y="79244"/>
                  <a:pt x="1884" y="81496"/>
                  <a:pt x="1177" y="83836"/>
                </a:cubicBezTo>
                <a:cubicBezTo>
                  <a:pt x="1781" y="81305"/>
                  <a:pt x="3473" y="78950"/>
                  <a:pt x="5872" y="77361"/>
                </a:cubicBezTo>
                <a:cubicBezTo>
                  <a:pt x="6490" y="76934"/>
                  <a:pt x="7152" y="76551"/>
                  <a:pt x="7800" y="76198"/>
                </a:cubicBezTo>
                <a:close/>
                <a:moveTo>
                  <a:pt x="7800" y="76448"/>
                </a:moveTo>
                <a:lnTo>
                  <a:pt x="7800" y="76625"/>
                </a:lnTo>
                <a:cubicBezTo>
                  <a:pt x="7726" y="76669"/>
                  <a:pt x="7638" y="76728"/>
                  <a:pt x="7564" y="76787"/>
                </a:cubicBezTo>
                <a:cubicBezTo>
                  <a:pt x="6961" y="77184"/>
                  <a:pt x="6313" y="77596"/>
                  <a:pt x="5710" y="78052"/>
                </a:cubicBezTo>
                <a:cubicBezTo>
                  <a:pt x="3458" y="79701"/>
                  <a:pt x="1854" y="81864"/>
                  <a:pt x="1163" y="84145"/>
                </a:cubicBezTo>
                <a:cubicBezTo>
                  <a:pt x="1825" y="81673"/>
                  <a:pt x="3473" y="79362"/>
                  <a:pt x="5813" y="77729"/>
                </a:cubicBezTo>
                <a:cubicBezTo>
                  <a:pt x="6475" y="77258"/>
                  <a:pt x="7152" y="76846"/>
                  <a:pt x="7800" y="76448"/>
                </a:cubicBezTo>
                <a:close/>
                <a:moveTo>
                  <a:pt x="7829" y="76698"/>
                </a:moveTo>
                <a:lnTo>
                  <a:pt x="7829" y="76846"/>
                </a:lnTo>
                <a:cubicBezTo>
                  <a:pt x="7653" y="76963"/>
                  <a:pt x="7447" y="77110"/>
                  <a:pt x="7270" y="77243"/>
                </a:cubicBezTo>
                <a:cubicBezTo>
                  <a:pt x="6755" y="77611"/>
                  <a:pt x="6210" y="77979"/>
                  <a:pt x="5695" y="78391"/>
                </a:cubicBezTo>
                <a:cubicBezTo>
                  <a:pt x="3414" y="80113"/>
                  <a:pt x="1825" y="82335"/>
                  <a:pt x="1148" y="84616"/>
                </a:cubicBezTo>
                <a:cubicBezTo>
                  <a:pt x="1737" y="82188"/>
                  <a:pt x="3370" y="79833"/>
                  <a:pt x="5784" y="78096"/>
                </a:cubicBezTo>
                <a:cubicBezTo>
                  <a:pt x="6387" y="77655"/>
                  <a:pt x="7005" y="77228"/>
                  <a:pt x="7638" y="76816"/>
                </a:cubicBezTo>
                <a:cubicBezTo>
                  <a:pt x="7711" y="76787"/>
                  <a:pt x="7770" y="76728"/>
                  <a:pt x="7829" y="76698"/>
                </a:cubicBezTo>
                <a:close/>
                <a:moveTo>
                  <a:pt x="7800" y="76949"/>
                </a:moveTo>
                <a:lnTo>
                  <a:pt x="7800" y="77096"/>
                </a:lnTo>
                <a:cubicBezTo>
                  <a:pt x="7505" y="77331"/>
                  <a:pt x="7196" y="77552"/>
                  <a:pt x="6902" y="77802"/>
                </a:cubicBezTo>
                <a:cubicBezTo>
                  <a:pt x="6475" y="78111"/>
                  <a:pt x="6048" y="78435"/>
                  <a:pt x="5622" y="78773"/>
                </a:cubicBezTo>
                <a:cubicBezTo>
                  <a:pt x="4253" y="79862"/>
                  <a:pt x="2016" y="81996"/>
                  <a:pt x="1118" y="84910"/>
                </a:cubicBezTo>
                <a:cubicBezTo>
                  <a:pt x="1751" y="82541"/>
                  <a:pt x="3385" y="80245"/>
                  <a:pt x="5725" y="78464"/>
                </a:cubicBezTo>
                <a:cubicBezTo>
                  <a:pt x="6240" y="78067"/>
                  <a:pt x="6770" y="77684"/>
                  <a:pt x="7285" y="77317"/>
                </a:cubicBezTo>
                <a:cubicBezTo>
                  <a:pt x="7476" y="77184"/>
                  <a:pt x="7638" y="77081"/>
                  <a:pt x="7800" y="76949"/>
                </a:cubicBezTo>
                <a:close/>
                <a:moveTo>
                  <a:pt x="7785" y="77213"/>
                </a:moveTo>
                <a:cubicBezTo>
                  <a:pt x="7785" y="77243"/>
                  <a:pt x="7785" y="77302"/>
                  <a:pt x="7770" y="77331"/>
                </a:cubicBezTo>
                <a:cubicBezTo>
                  <a:pt x="7358" y="77670"/>
                  <a:pt x="6946" y="78008"/>
                  <a:pt x="6534" y="78347"/>
                </a:cubicBezTo>
                <a:cubicBezTo>
                  <a:pt x="6210" y="78597"/>
                  <a:pt x="5887" y="78862"/>
                  <a:pt x="5578" y="79141"/>
                </a:cubicBezTo>
                <a:cubicBezTo>
                  <a:pt x="3355" y="80981"/>
                  <a:pt x="1795" y="83129"/>
                  <a:pt x="1104" y="85278"/>
                </a:cubicBezTo>
                <a:lnTo>
                  <a:pt x="1104" y="85263"/>
                </a:lnTo>
                <a:cubicBezTo>
                  <a:pt x="1928" y="82188"/>
                  <a:pt x="4268" y="79965"/>
                  <a:pt x="5666" y="78832"/>
                </a:cubicBezTo>
                <a:cubicBezTo>
                  <a:pt x="6093" y="78494"/>
                  <a:pt x="6505" y="78170"/>
                  <a:pt x="6931" y="77846"/>
                </a:cubicBezTo>
                <a:cubicBezTo>
                  <a:pt x="7226" y="77626"/>
                  <a:pt x="7505" y="77405"/>
                  <a:pt x="7785" y="77213"/>
                </a:cubicBezTo>
                <a:close/>
                <a:moveTo>
                  <a:pt x="7770" y="77449"/>
                </a:moveTo>
                <a:cubicBezTo>
                  <a:pt x="7770" y="77478"/>
                  <a:pt x="7741" y="77523"/>
                  <a:pt x="7741" y="77581"/>
                </a:cubicBezTo>
                <a:cubicBezTo>
                  <a:pt x="7255" y="78038"/>
                  <a:pt x="6711" y="78494"/>
                  <a:pt x="6181" y="78950"/>
                </a:cubicBezTo>
                <a:cubicBezTo>
                  <a:pt x="5960" y="79141"/>
                  <a:pt x="5739" y="79318"/>
                  <a:pt x="5519" y="79524"/>
                </a:cubicBezTo>
                <a:cubicBezTo>
                  <a:pt x="3959" y="80869"/>
                  <a:pt x="2107" y="82854"/>
                  <a:pt x="1194" y="85316"/>
                </a:cubicBezTo>
                <a:lnTo>
                  <a:pt x="1194" y="85316"/>
                </a:lnTo>
                <a:cubicBezTo>
                  <a:pt x="1869" y="83161"/>
                  <a:pt x="3422" y="81026"/>
                  <a:pt x="5636" y="79200"/>
                </a:cubicBezTo>
                <a:cubicBezTo>
                  <a:pt x="5945" y="78935"/>
                  <a:pt x="6269" y="78656"/>
                  <a:pt x="6593" y="78406"/>
                </a:cubicBezTo>
                <a:cubicBezTo>
                  <a:pt x="6990" y="78067"/>
                  <a:pt x="7373" y="77758"/>
                  <a:pt x="7770" y="77449"/>
                </a:cubicBezTo>
                <a:close/>
                <a:moveTo>
                  <a:pt x="7726" y="77684"/>
                </a:moveTo>
                <a:cubicBezTo>
                  <a:pt x="7726" y="77714"/>
                  <a:pt x="7711" y="77758"/>
                  <a:pt x="7711" y="77802"/>
                </a:cubicBezTo>
                <a:cubicBezTo>
                  <a:pt x="7123" y="78376"/>
                  <a:pt x="6475" y="78965"/>
                  <a:pt x="5813" y="79568"/>
                </a:cubicBezTo>
                <a:lnTo>
                  <a:pt x="5460" y="79877"/>
                </a:lnTo>
                <a:cubicBezTo>
                  <a:pt x="3318" y="81799"/>
                  <a:pt x="1892" y="83751"/>
                  <a:pt x="1169" y="85702"/>
                </a:cubicBezTo>
                <a:lnTo>
                  <a:pt x="1169" y="85702"/>
                </a:lnTo>
                <a:cubicBezTo>
                  <a:pt x="1168" y="85693"/>
                  <a:pt x="1163" y="85684"/>
                  <a:pt x="1163" y="85675"/>
                </a:cubicBezTo>
                <a:cubicBezTo>
                  <a:pt x="2001" y="83071"/>
                  <a:pt x="3959" y="80951"/>
                  <a:pt x="5578" y="79568"/>
                </a:cubicBezTo>
                <a:cubicBezTo>
                  <a:pt x="5798" y="79377"/>
                  <a:pt x="6019" y="79200"/>
                  <a:pt x="6240" y="78994"/>
                </a:cubicBezTo>
                <a:cubicBezTo>
                  <a:pt x="6755" y="78553"/>
                  <a:pt x="7255" y="78126"/>
                  <a:pt x="7726" y="77684"/>
                </a:cubicBezTo>
                <a:close/>
                <a:moveTo>
                  <a:pt x="7711" y="77964"/>
                </a:moveTo>
                <a:cubicBezTo>
                  <a:pt x="7697" y="77979"/>
                  <a:pt x="7697" y="77993"/>
                  <a:pt x="7667" y="78038"/>
                </a:cubicBezTo>
                <a:cubicBezTo>
                  <a:pt x="6990" y="78788"/>
                  <a:pt x="6210" y="79509"/>
                  <a:pt x="5460" y="80216"/>
                </a:cubicBezTo>
                <a:lnTo>
                  <a:pt x="5430" y="80260"/>
                </a:lnTo>
                <a:cubicBezTo>
                  <a:pt x="3296" y="82246"/>
                  <a:pt x="1928" y="84101"/>
                  <a:pt x="1192" y="85940"/>
                </a:cubicBezTo>
                <a:lnTo>
                  <a:pt x="1192" y="85881"/>
                </a:lnTo>
                <a:cubicBezTo>
                  <a:pt x="1898" y="83895"/>
                  <a:pt x="3355" y="81893"/>
                  <a:pt x="5533" y="79951"/>
                </a:cubicBezTo>
                <a:lnTo>
                  <a:pt x="5887" y="79627"/>
                </a:lnTo>
                <a:cubicBezTo>
                  <a:pt x="6519" y="79068"/>
                  <a:pt x="7137" y="78509"/>
                  <a:pt x="7711" y="77964"/>
                </a:cubicBezTo>
                <a:close/>
                <a:moveTo>
                  <a:pt x="7638" y="78199"/>
                </a:moveTo>
                <a:lnTo>
                  <a:pt x="7638" y="78258"/>
                </a:lnTo>
                <a:cubicBezTo>
                  <a:pt x="6990" y="79024"/>
                  <a:pt x="6210" y="79804"/>
                  <a:pt x="5386" y="80613"/>
                </a:cubicBezTo>
                <a:cubicBezTo>
                  <a:pt x="3900" y="82070"/>
                  <a:pt x="2193" y="83939"/>
                  <a:pt x="1251" y="86161"/>
                </a:cubicBezTo>
                <a:cubicBezTo>
                  <a:pt x="1251" y="86146"/>
                  <a:pt x="1236" y="86117"/>
                  <a:pt x="1236" y="86087"/>
                </a:cubicBezTo>
                <a:cubicBezTo>
                  <a:pt x="1928" y="84218"/>
                  <a:pt x="3311" y="82335"/>
                  <a:pt x="5475" y="80319"/>
                </a:cubicBezTo>
                <a:lnTo>
                  <a:pt x="5519" y="80274"/>
                </a:lnTo>
                <a:cubicBezTo>
                  <a:pt x="6240" y="79598"/>
                  <a:pt x="6976" y="78921"/>
                  <a:pt x="7638" y="78199"/>
                </a:cubicBezTo>
                <a:close/>
                <a:moveTo>
                  <a:pt x="7579" y="78435"/>
                </a:moveTo>
                <a:cubicBezTo>
                  <a:pt x="7579" y="78464"/>
                  <a:pt x="7579" y="78464"/>
                  <a:pt x="7564" y="78479"/>
                </a:cubicBezTo>
                <a:cubicBezTo>
                  <a:pt x="6902" y="79347"/>
                  <a:pt x="6107" y="80171"/>
                  <a:pt x="5342" y="80981"/>
                </a:cubicBezTo>
                <a:cubicBezTo>
                  <a:pt x="3738" y="82600"/>
                  <a:pt x="2193" y="84366"/>
                  <a:pt x="1310" y="86367"/>
                </a:cubicBezTo>
                <a:cubicBezTo>
                  <a:pt x="1310" y="86352"/>
                  <a:pt x="1295" y="86308"/>
                  <a:pt x="1295" y="86293"/>
                </a:cubicBezTo>
                <a:cubicBezTo>
                  <a:pt x="2207" y="84027"/>
                  <a:pt x="3944" y="82143"/>
                  <a:pt x="5445" y="80672"/>
                </a:cubicBezTo>
                <a:cubicBezTo>
                  <a:pt x="6225" y="79907"/>
                  <a:pt x="6961" y="79171"/>
                  <a:pt x="7579" y="78435"/>
                </a:cubicBezTo>
                <a:close/>
                <a:moveTo>
                  <a:pt x="1118" y="86382"/>
                </a:moveTo>
                <a:cubicBezTo>
                  <a:pt x="1118" y="86411"/>
                  <a:pt x="1118" y="86426"/>
                  <a:pt x="1148" y="86441"/>
                </a:cubicBezTo>
                <a:lnTo>
                  <a:pt x="1148" y="86455"/>
                </a:lnTo>
                <a:cubicBezTo>
                  <a:pt x="1118" y="86441"/>
                  <a:pt x="1118" y="86426"/>
                  <a:pt x="1118" y="86411"/>
                </a:cubicBezTo>
                <a:lnTo>
                  <a:pt x="1118" y="86382"/>
                </a:lnTo>
                <a:close/>
                <a:moveTo>
                  <a:pt x="1221" y="86455"/>
                </a:moveTo>
                <a:cubicBezTo>
                  <a:pt x="1236" y="86455"/>
                  <a:pt x="1236" y="86500"/>
                  <a:pt x="1236" y="86514"/>
                </a:cubicBezTo>
                <a:lnTo>
                  <a:pt x="1236" y="86529"/>
                </a:lnTo>
                <a:cubicBezTo>
                  <a:pt x="1236" y="86500"/>
                  <a:pt x="1236" y="86485"/>
                  <a:pt x="1221" y="86455"/>
                </a:cubicBezTo>
                <a:close/>
                <a:moveTo>
                  <a:pt x="7478" y="78754"/>
                </a:moveTo>
                <a:lnTo>
                  <a:pt x="7478" y="78754"/>
                </a:lnTo>
                <a:cubicBezTo>
                  <a:pt x="6821" y="79681"/>
                  <a:pt x="6038" y="80551"/>
                  <a:pt x="5298" y="81349"/>
                </a:cubicBezTo>
                <a:cubicBezTo>
                  <a:pt x="3797" y="82953"/>
                  <a:pt x="2281" y="84660"/>
                  <a:pt x="1369" y="86603"/>
                </a:cubicBezTo>
                <a:cubicBezTo>
                  <a:pt x="1369" y="86573"/>
                  <a:pt x="1339" y="86558"/>
                  <a:pt x="1339" y="86514"/>
                </a:cubicBezTo>
                <a:cubicBezTo>
                  <a:pt x="2222" y="84454"/>
                  <a:pt x="3797" y="82688"/>
                  <a:pt x="5416" y="81040"/>
                </a:cubicBezTo>
                <a:cubicBezTo>
                  <a:pt x="6135" y="80292"/>
                  <a:pt x="6854" y="79543"/>
                  <a:pt x="7478" y="78754"/>
                </a:cubicBezTo>
                <a:close/>
                <a:moveTo>
                  <a:pt x="1177" y="86588"/>
                </a:moveTo>
                <a:cubicBezTo>
                  <a:pt x="1177" y="86603"/>
                  <a:pt x="1177" y="86632"/>
                  <a:pt x="1192" y="86647"/>
                </a:cubicBezTo>
                <a:cubicBezTo>
                  <a:pt x="1192" y="86661"/>
                  <a:pt x="1192" y="86661"/>
                  <a:pt x="1177" y="86676"/>
                </a:cubicBezTo>
                <a:cubicBezTo>
                  <a:pt x="1163" y="86661"/>
                  <a:pt x="1163" y="86647"/>
                  <a:pt x="1163" y="86632"/>
                </a:cubicBezTo>
                <a:cubicBezTo>
                  <a:pt x="1163" y="86603"/>
                  <a:pt x="1163" y="86603"/>
                  <a:pt x="1177" y="86588"/>
                </a:cubicBezTo>
                <a:close/>
                <a:moveTo>
                  <a:pt x="1280" y="86647"/>
                </a:moveTo>
                <a:cubicBezTo>
                  <a:pt x="1280" y="86661"/>
                  <a:pt x="1310" y="86706"/>
                  <a:pt x="1310" y="86720"/>
                </a:cubicBezTo>
                <a:cubicBezTo>
                  <a:pt x="1310" y="86720"/>
                  <a:pt x="1310" y="86735"/>
                  <a:pt x="1280" y="86735"/>
                </a:cubicBezTo>
                <a:cubicBezTo>
                  <a:pt x="1280" y="86720"/>
                  <a:pt x="1266" y="86676"/>
                  <a:pt x="1266" y="86661"/>
                </a:cubicBezTo>
                <a:cubicBezTo>
                  <a:pt x="1266" y="86661"/>
                  <a:pt x="1266" y="86647"/>
                  <a:pt x="1280" y="86647"/>
                </a:cubicBezTo>
                <a:close/>
                <a:moveTo>
                  <a:pt x="7299" y="79141"/>
                </a:moveTo>
                <a:lnTo>
                  <a:pt x="7299" y="79141"/>
                </a:lnTo>
                <a:cubicBezTo>
                  <a:pt x="6681" y="80054"/>
                  <a:pt x="5960" y="80922"/>
                  <a:pt x="5239" y="81717"/>
                </a:cubicBezTo>
                <a:cubicBezTo>
                  <a:pt x="3885" y="83218"/>
                  <a:pt x="2369" y="84895"/>
                  <a:pt x="1413" y="86809"/>
                </a:cubicBezTo>
                <a:cubicBezTo>
                  <a:pt x="1413" y="86779"/>
                  <a:pt x="1398" y="86750"/>
                  <a:pt x="1398" y="86720"/>
                </a:cubicBezTo>
                <a:cubicBezTo>
                  <a:pt x="2296" y="84748"/>
                  <a:pt x="3826" y="83012"/>
                  <a:pt x="5357" y="81408"/>
                </a:cubicBezTo>
                <a:cubicBezTo>
                  <a:pt x="6019" y="80701"/>
                  <a:pt x="6696" y="79951"/>
                  <a:pt x="7299" y="79141"/>
                </a:cubicBezTo>
                <a:close/>
                <a:moveTo>
                  <a:pt x="1104" y="86794"/>
                </a:moveTo>
                <a:cubicBezTo>
                  <a:pt x="1104" y="86809"/>
                  <a:pt x="1104" y="86823"/>
                  <a:pt x="1118" y="86853"/>
                </a:cubicBezTo>
                <a:cubicBezTo>
                  <a:pt x="1118" y="86853"/>
                  <a:pt x="1118" y="86867"/>
                  <a:pt x="1104" y="86867"/>
                </a:cubicBezTo>
                <a:lnTo>
                  <a:pt x="1104" y="86809"/>
                </a:lnTo>
                <a:lnTo>
                  <a:pt x="1104" y="86794"/>
                </a:lnTo>
                <a:close/>
                <a:moveTo>
                  <a:pt x="1207" y="86794"/>
                </a:moveTo>
                <a:cubicBezTo>
                  <a:pt x="1207" y="86809"/>
                  <a:pt x="1236" y="86853"/>
                  <a:pt x="1236" y="86867"/>
                </a:cubicBezTo>
                <a:cubicBezTo>
                  <a:pt x="1236" y="86882"/>
                  <a:pt x="1207" y="86897"/>
                  <a:pt x="1207" y="86897"/>
                </a:cubicBezTo>
                <a:cubicBezTo>
                  <a:pt x="1221" y="86882"/>
                  <a:pt x="1192" y="86867"/>
                  <a:pt x="1192" y="86823"/>
                </a:cubicBezTo>
                <a:cubicBezTo>
                  <a:pt x="1192" y="86809"/>
                  <a:pt x="1207" y="86794"/>
                  <a:pt x="1207" y="86794"/>
                </a:cubicBezTo>
                <a:close/>
                <a:moveTo>
                  <a:pt x="1339" y="86823"/>
                </a:moveTo>
                <a:cubicBezTo>
                  <a:pt x="1339" y="86867"/>
                  <a:pt x="1354" y="86882"/>
                  <a:pt x="1354" y="86926"/>
                </a:cubicBezTo>
                <a:cubicBezTo>
                  <a:pt x="1354" y="86941"/>
                  <a:pt x="1339" y="86941"/>
                  <a:pt x="1339" y="86956"/>
                </a:cubicBezTo>
                <a:cubicBezTo>
                  <a:pt x="1324" y="86941"/>
                  <a:pt x="1324" y="86897"/>
                  <a:pt x="1324" y="86867"/>
                </a:cubicBezTo>
                <a:cubicBezTo>
                  <a:pt x="1324" y="86838"/>
                  <a:pt x="1324" y="86838"/>
                  <a:pt x="1339" y="86823"/>
                </a:cubicBezTo>
                <a:close/>
                <a:moveTo>
                  <a:pt x="7137" y="79480"/>
                </a:moveTo>
                <a:cubicBezTo>
                  <a:pt x="6564" y="80451"/>
                  <a:pt x="5857" y="81334"/>
                  <a:pt x="5195" y="82085"/>
                </a:cubicBezTo>
                <a:lnTo>
                  <a:pt x="4930" y="82379"/>
                </a:lnTo>
                <a:cubicBezTo>
                  <a:pt x="3664" y="83851"/>
                  <a:pt x="2340" y="85352"/>
                  <a:pt x="1457" y="87044"/>
                </a:cubicBezTo>
                <a:cubicBezTo>
                  <a:pt x="1428" y="87015"/>
                  <a:pt x="1428" y="86970"/>
                  <a:pt x="1413" y="86941"/>
                </a:cubicBezTo>
                <a:cubicBezTo>
                  <a:pt x="2355" y="84984"/>
                  <a:pt x="3885" y="83291"/>
                  <a:pt x="5283" y="81761"/>
                </a:cubicBezTo>
                <a:cubicBezTo>
                  <a:pt x="5916" y="81054"/>
                  <a:pt x="6564" y="80289"/>
                  <a:pt x="7137" y="79480"/>
                </a:cubicBezTo>
                <a:close/>
                <a:moveTo>
                  <a:pt x="1148" y="86970"/>
                </a:moveTo>
                <a:cubicBezTo>
                  <a:pt x="1148" y="87000"/>
                  <a:pt x="1163" y="87015"/>
                  <a:pt x="1163" y="87044"/>
                </a:cubicBezTo>
                <a:cubicBezTo>
                  <a:pt x="1163" y="87073"/>
                  <a:pt x="1148" y="87073"/>
                  <a:pt x="1148" y="87088"/>
                </a:cubicBezTo>
                <a:cubicBezTo>
                  <a:pt x="1148" y="87044"/>
                  <a:pt x="1148" y="87029"/>
                  <a:pt x="1118" y="87015"/>
                </a:cubicBezTo>
                <a:cubicBezTo>
                  <a:pt x="1118" y="87000"/>
                  <a:pt x="1118" y="87000"/>
                  <a:pt x="1148" y="86970"/>
                </a:cubicBezTo>
                <a:close/>
                <a:moveTo>
                  <a:pt x="1266" y="87000"/>
                </a:moveTo>
                <a:cubicBezTo>
                  <a:pt x="1266" y="87029"/>
                  <a:pt x="1280" y="87044"/>
                  <a:pt x="1280" y="87088"/>
                </a:cubicBezTo>
                <a:cubicBezTo>
                  <a:pt x="1280" y="87103"/>
                  <a:pt x="1266" y="87118"/>
                  <a:pt x="1266" y="87147"/>
                </a:cubicBezTo>
                <a:cubicBezTo>
                  <a:pt x="1251" y="87103"/>
                  <a:pt x="1251" y="87073"/>
                  <a:pt x="1251" y="87044"/>
                </a:cubicBezTo>
                <a:cubicBezTo>
                  <a:pt x="1251" y="87029"/>
                  <a:pt x="1266" y="87015"/>
                  <a:pt x="1266" y="87000"/>
                </a:cubicBezTo>
                <a:close/>
                <a:moveTo>
                  <a:pt x="1383" y="87044"/>
                </a:moveTo>
                <a:cubicBezTo>
                  <a:pt x="1383" y="87088"/>
                  <a:pt x="1398" y="87118"/>
                  <a:pt x="1413" y="87147"/>
                </a:cubicBezTo>
                <a:cubicBezTo>
                  <a:pt x="1413" y="87162"/>
                  <a:pt x="1398" y="87162"/>
                  <a:pt x="1398" y="87176"/>
                </a:cubicBezTo>
                <a:cubicBezTo>
                  <a:pt x="1383" y="87162"/>
                  <a:pt x="1383" y="87118"/>
                  <a:pt x="1369" y="87088"/>
                </a:cubicBezTo>
                <a:cubicBezTo>
                  <a:pt x="1369" y="87073"/>
                  <a:pt x="1383" y="87073"/>
                  <a:pt x="1383" y="87044"/>
                </a:cubicBezTo>
                <a:close/>
                <a:moveTo>
                  <a:pt x="7005" y="79848"/>
                </a:moveTo>
                <a:lnTo>
                  <a:pt x="7005" y="79848"/>
                </a:lnTo>
                <a:cubicBezTo>
                  <a:pt x="6461" y="80819"/>
                  <a:pt x="5784" y="81673"/>
                  <a:pt x="5136" y="82453"/>
                </a:cubicBezTo>
                <a:cubicBezTo>
                  <a:pt x="4945" y="82673"/>
                  <a:pt x="4783" y="82879"/>
                  <a:pt x="4592" y="83100"/>
                </a:cubicBezTo>
                <a:cubicBezTo>
                  <a:pt x="3488" y="84425"/>
                  <a:pt x="2355" y="85764"/>
                  <a:pt x="1531" y="87265"/>
                </a:cubicBezTo>
                <a:cubicBezTo>
                  <a:pt x="1516" y="87235"/>
                  <a:pt x="1516" y="87191"/>
                  <a:pt x="1486" y="87162"/>
                </a:cubicBezTo>
                <a:cubicBezTo>
                  <a:pt x="2369" y="85425"/>
                  <a:pt x="3694" y="83924"/>
                  <a:pt x="4989" y="82423"/>
                </a:cubicBezTo>
                <a:lnTo>
                  <a:pt x="5239" y="82129"/>
                </a:lnTo>
                <a:cubicBezTo>
                  <a:pt x="5828" y="81452"/>
                  <a:pt x="6461" y="80687"/>
                  <a:pt x="7005" y="79848"/>
                </a:cubicBezTo>
                <a:close/>
                <a:moveTo>
                  <a:pt x="1192" y="87176"/>
                </a:moveTo>
                <a:cubicBezTo>
                  <a:pt x="1192" y="87191"/>
                  <a:pt x="1207" y="87235"/>
                  <a:pt x="1207" y="87250"/>
                </a:cubicBezTo>
                <a:cubicBezTo>
                  <a:pt x="1207" y="87265"/>
                  <a:pt x="1192" y="87294"/>
                  <a:pt x="1192" y="87294"/>
                </a:cubicBezTo>
                <a:cubicBezTo>
                  <a:pt x="1177" y="87265"/>
                  <a:pt x="1177" y="87250"/>
                  <a:pt x="1177" y="87221"/>
                </a:cubicBezTo>
                <a:cubicBezTo>
                  <a:pt x="1177" y="87191"/>
                  <a:pt x="1192" y="87176"/>
                  <a:pt x="1192" y="87176"/>
                </a:cubicBezTo>
                <a:close/>
                <a:moveTo>
                  <a:pt x="1310" y="87191"/>
                </a:moveTo>
                <a:cubicBezTo>
                  <a:pt x="1310" y="87235"/>
                  <a:pt x="1324" y="87250"/>
                  <a:pt x="1324" y="87294"/>
                </a:cubicBezTo>
                <a:cubicBezTo>
                  <a:pt x="1324" y="87309"/>
                  <a:pt x="1310" y="87324"/>
                  <a:pt x="1310" y="87338"/>
                </a:cubicBezTo>
                <a:cubicBezTo>
                  <a:pt x="1310" y="87324"/>
                  <a:pt x="1310" y="87294"/>
                  <a:pt x="1280" y="87250"/>
                </a:cubicBezTo>
                <a:cubicBezTo>
                  <a:pt x="1280" y="87235"/>
                  <a:pt x="1310" y="87221"/>
                  <a:pt x="1310" y="87191"/>
                </a:cubicBezTo>
                <a:close/>
                <a:moveTo>
                  <a:pt x="1457" y="87265"/>
                </a:moveTo>
                <a:cubicBezTo>
                  <a:pt x="1472" y="87309"/>
                  <a:pt x="1472" y="87338"/>
                  <a:pt x="1486" y="87383"/>
                </a:cubicBezTo>
                <a:cubicBezTo>
                  <a:pt x="1486" y="87397"/>
                  <a:pt x="1472" y="87412"/>
                  <a:pt x="1472" y="87412"/>
                </a:cubicBezTo>
                <a:cubicBezTo>
                  <a:pt x="1457" y="87383"/>
                  <a:pt x="1442" y="87338"/>
                  <a:pt x="1442" y="87309"/>
                </a:cubicBezTo>
                <a:cubicBezTo>
                  <a:pt x="1442" y="87294"/>
                  <a:pt x="1457" y="87294"/>
                  <a:pt x="1457" y="87265"/>
                </a:cubicBezTo>
                <a:close/>
                <a:moveTo>
                  <a:pt x="1118" y="87368"/>
                </a:moveTo>
                <a:lnTo>
                  <a:pt x="1118" y="87368"/>
                </a:lnTo>
                <a:cubicBezTo>
                  <a:pt x="1148" y="87383"/>
                  <a:pt x="1148" y="87397"/>
                  <a:pt x="1148" y="87412"/>
                </a:cubicBezTo>
                <a:lnTo>
                  <a:pt x="1148" y="87441"/>
                </a:lnTo>
                <a:cubicBezTo>
                  <a:pt x="1118" y="87412"/>
                  <a:pt x="1118" y="87397"/>
                  <a:pt x="1118" y="87368"/>
                </a:cubicBezTo>
                <a:close/>
                <a:moveTo>
                  <a:pt x="6755" y="80436"/>
                </a:moveTo>
                <a:lnTo>
                  <a:pt x="6755" y="80436"/>
                </a:lnTo>
                <a:cubicBezTo>
                  <a:pt x="6240" y="81349"/>
                  <a:pt x="5636" y="82158"/>
                  <a:pt x="5092" y="82835"/>
                </a:cubicBezTo>
                <a:cubicBezTo>
                  <a:pt x="4842" y="83144"/>
                  <a:pt x="4577" y="83483"/>
                  <a:pt x="4327" y="83792"/>
                </a:cubicBezTo>
                <a:cubicBezTo>
                  <a:pt x="3355" y="84969"/>
                  <a:pt x="2369" y="86190"/>
                  <a:pt x="1619" y="87515"/>
                </a:cubicBezTo>
                <a:cubicBezTo>
                  <a:pt x="1604" y="87471"/>
                  <a:pt x="1604" y="87441"/>
                  <a:pt x="1575" y="87397"/>
                </a:cubicBezTo>
                <a:cubicBezTo>
                  <a:pt x="2414" y="85867"/>
                  <a:pt x="3547" y="84513"/>
                  <a:pt x="4665" y="83159"/>
                </a:cubicBezTo>
                <a:cubicBezTo>
                  <a:pt x="4856" y="82953"/>
                  <a:pt x="5033" y="82747"/>
                  <a:pt x="5210" y="82526"/>
                </a:cubicBezTo>
                <a:cubicBezTo>
                  <a:pt x="5725" y="81893"/>
                  <a:pt x="6269" y="81202"/>
                  <a:pt x="6755" y="80436"/>
                </a:cubicBezTo>
                <a:close/>
                <a:moveTo>
                  <a:pt x="1236" y="87383"/>
                </a:moveTo>
                <a:cubicBezTo>
                  <a:pt x="1236" y="87412"/>
                  <a:pt x="1251" y="87441"/>
                  <a:pt x="1251" y="87471"/>
                </a:cubicBezTo>
                <a:cubicBezTo>
                  <a:pt x="1251" y="87486"/>
                  <a:pt x="1236" y="87515"/>
                  <a:pt x="1236" y="87530"/>
                </a:cubicBezTo>
                <a:cubicBezTo>
                  <a:pt x="1236" y="87486"/>
                  <a:pt x="1221" y="87456"/>
                  <a:pt x="1221" y="87441"/>
                </a:cubicBezTo>
                <a:cubicBezTo>
                  <a:pt x="1221" y="87412"/>
                  <a:pt x="1236" y="87397"/>
                  <a:pt x="1236" y="87383"/>
                </a:cubicBezTo>
                <a:close/>
                <a:moveTo>
                  <a:pt x="1383" y="87412"/>
                </a:moveTo>
                <a:cubicBezTo>
                  <a:pt x="1398" y="87456"/>
                  <a:pt x="1398" y="87486"/>
                  <a:pt x="1413" y="87515"/>
                </a:cubicBezTo>
                <a:cubicBezTo>
                  <a:pt x="1398" y="87530"/>
                  <a:pt x="1398" y="87544"/>
                  <a:pt x="1383" y="87559"/>
                </a:cubicBezTo>
                <a:cubicBezTo>
                  <a:pt x="1369" y="87544"/>
                  <a:pt x="1369" y="87515"/>
                  <a:pt x="1339" y="87471"/>
                </a:cubicBezTo>
                <a:cubicBezTo>
                  <a:pt x="1369" y="87456"/>
                  <a:pt x="1369" y="87441"/>
                  <a:pt x="1383" y="87412"/>
                </a:cubicBezTo>
                <a:close/>
                <a:moveTo>
                  <a:pt x="1045" y="87530"/>
                </a:moveTo>
                <a:cubicBezTo>
                  <a:pt x="1045" y="87544"/>
                  <a:pt x="1045" y="87559"/>
                  <a:pt x="1060" y="87589"/>
                </a:cubicBezTo>
                <a:lnTo>
                  <a:pt x="1060" y="87603"/>
                </a:lnTo>
                <a:cubicBezTo>
                  <a:pt x="1045" y="87589"/>
                  <a:pt x="1045" y="87559"/>
                  <a:pt x="1045" y="87544"/>
                </a:cubicBezTo>
                <a:lnTo>
                  <a:pt x="1045" y="87530"/>
                </a:lnTo>
                <a:close/>
                <a:moveTo>
                  <a:pt x="1163" y="87559"/>
                </a:moveTo>
                <a:cubicBezTo>
                  <a:pt x="1163" y="87589"/>
                  <a:pt x="1177" y="87618"/>
                  <a:pt x="1177" y="87633"/>
                </a:cubicBezTo>
                <a:cubicBezTo>
                  <a:pt x="1177" y="87633"/>
                  <a:pt x="1177" y="87662"/>
                  <a:pt x="1163" y="87662"/>
                </a:cubicBezTo>
                <a:lnTo>
                  <a:pt x="1163" y="87589"/>
                </a:lnTo>
                <a:lnTo>
                  <a:pt x="1163" y="87559"/>
                </a:lnTo>
                <a:close/>
                <a:moveTo>
                  <a:pt x="1516" y="87486"/>
                </a:moveTo>
                <a:cubicBezTo>
                  <a:pt x="1531" y="87530"/>
                  <a:pt x="1531" y="87559"/>
                  <a:pt x="1545" y="87603"/>
                </a:cubicBezTo>
                <a:cubicBezTo>
                  <a:pt x="1545" y="87618"/>
                  <a:pt x="1531" y="87633"/>
                  <a:pt x="1531" y="87662"/>
                </a:cubicBezTo>
                <a:cubicBezTo>
                  <a:pt x="1516" y="87603"/>
                  <a:pt x="1516" y="87559"/>
                  <a:pt x="1486" y="87530"/>
                </a:cubicBezTo>
                <a:cubicBezTo>
                  <a:pt x="1486" y="87515"/>
                  <a:pt x="1516" y="87486"/>
                  <a:pt x="1516" y="87486"/>
                </a:cubicBezTo>
                <a:close/>
                <a:moveTo>
                  <a:pt x="1280" y="87589"/>
                </a:moveTo>
                <a:cubicBezTo>
                  <a:pt x="1280" y="87618"/>
                  <a:pt x="1310" y="87633"/>
                  <a:pt x="1310" y="87677"/>
                </a:cubicBezTo>
                <a:cubicBezTo>
                  <a:pt x="1280" y="87692"/>
                  <a:pt x="1280" y="87706"/>
                  <a:pt x="1266" y="87736"/>
                </a:cubicBezTo>
                <a:cubicBezTo>
                  <a:pt x="1280" y="87706"/>
                  <a:pt x="1266" y="87677"/>
                  <a:pt x="1266" y="87633"/>
                </a:cubicBezTo>
                <a:cubicBezTo>
                  <a:pt x="1266" y="87618"/>
                  <a:pt x="1280" y="87603"/>
                  <a:pt x="1280" y="87589"/>
                </a:cubicBezTo>
                <a:close/>
                <a:moveTo>
                  <a:pt x="6534" y="80996"/>
                </a:moveTo>
                <a:cubicBezTo>
                  <a:pt x="6107" y="81702"/>
                  <a:pt x="5636" y="82438"/>
                  <a:pt x="5048" y="83203"/>
                </a:cubicBezTo>
                <a:cubicBezTo>
                  <a:pt x="4724" y="83630"/>
                  <a:pt x="4386" y="84057"/>
                  <a:pt x="4062" y="84454"/>
                </a:cubicBezTo>
                <a:cubicBezTo>
                  <a:pt x="3223" y="85499"/>
                  <a:pt x="2369" y="86573"/>
                  <a:pt x="1692" y="87736"/>
                </a:cubicBezTo>
                <a:cubicBezTo>
                  <a:pt x="1678" y="87692"/>
                  <a:pt x="1648" y="87662"/>
                  <a:pt x="1648" y="87603"/>
                </a:cubicBezTo>
                <a:cubicBezTo>
                  <a:pt x="2414" y="86264"/>
                  <a:pt x="3414" y="85043"/>
                  <a:pt x="4400" y="83851"/>
                </a:cubicBezTo>
                <a:cubicBezTo>
                  <a:pt x="4650" y="83542"/>
                  <a:pt x="4915" y="83203"/>
                  <a:pt x="5165" y="82894"/>
                </a:cubicBezTo>
                <a:cubicBezTo>
                  <a:pt x="5607" y="82335"/>
                  <a:pt x="6093" y="81702"/>
                  <a:pt x="6534" y="80996"/>
                </a:cubicBezTo>
                <a:close/>
                <a:moveTo>
                  <a:pt x="1442" y="87618"/>
                </a:moveTo>
                <a:cubicBezTo>
                  <a:pt x="1457" y="87662"/>
                  <a:pt x="1457" y="87692"/>
                  <a:pt x="1472" y="87736"/>
                </a:cubicBezTo>
                <a:cubicBezTo>
                  <a:pt x="1457" y="87750"/>
                  <a:pt x="1457" y="87765"/>
                  <a:pt x="1442" y="87809"/>
                </a:cubicBezTo>
                <a:cubicBezTo>
                  <a:pt x="1413" y="87765"/>
                  <a:pt x="1413" y="87736"/>
                  <a:pt x="1398" y="87692"/>
                </a:cubicBezTo>
                <a:cubicBezTo>
                  <a:pt x="1413" y="87677"/>
                  <a:pt x="1413" y="87662"/>
                  <a:pt x="1442" y="87618"/>
                </a:cubicBezTo>
                <a:close/>
                <a:moveTo>
                  <a:pt x="1104" y="87706"/>
                </a:moveTo>
                <a:cubicBezTo>
                  <a:pt x="1104" y="87736"/>
                  <a:pt x="1104" y="87750"/>
                  <a:pt x="1118" y="87780"/>
                </a:cubicBezTo>
                <a:cubicBezTo>
                  <a:pt x="1118" y="87809"/>
                  <a:pt x="1118" y="87809"/>
                  <a:pt x="1104" y="87824"/>
                </a:cubicBezTo>
                <a:cubicBezTo>
                  <a:pt x="1104" y="87809"/>
                  <a:pt x="1089" y="87765"/>
                  <a:pt x="1089" y="87750"/>
                </a:cubicBezTo>
                <a:cubicBezTo>
                  <a:pt x="1089" y="87736"/>
                  <a:pt x="1089" y="87736"/>
                  <a:pt x="1104" y="87706"/>
                </a:cubicBezTo>
                <a:close/>
                <a:moveTo>
                  <a:pt x="1575" y="87692"/>
                </a:moveTo>
                <a:cubicBezTo>
                  <a:pt x="1604" y="87736"/>
                  <a:pt x="1604" y="87765"/>
                  <a:pt x="1619" y="87809"/>
                </a:cubicBezTo>
                <a:cubicBezTo>
                  <a:pt x="1619" y="87824"/>
                  <a:pt x="1604" y="87839"/>
                  <a:pt x="1604" y="87853"/>
                </a:cubicBezTo>
                <a:cubicBezTo>
                  <a:pt x="1589" y="87824"/>
                  <a:pt x="1589" y="87780"/>
                  <a:pt x="1560" y="87750"/>
                </a:cubicBezTo>
                <a:cubicBezTo>
                  <a:pt x="1560" y="87736"/>
                  <a:pt x="1575" y="87706"/>
                  <a:pt x="1575" y="87692"/>
                </a:cubicBezTo>
                <a:close/>
                <a:moveTo>
                  <a:pt x="1207" y="87750"/>
                </a:moveTo>
                <a:cubicBezTo>
                  <a:pt x="1207" y="87780"/>
                  <a:pt x="1236" y="87809"/>
                  <a:pt x="1236" y="87839"/>
                </a:cubicBezTo>
                <a:cubicBezTo>
                  <a:pt x="1236" y="87848"/>
                  <a:pt x="1223" y="87852"/>
                  <a:pt x="1215" y="87861"/>
                </a:cubicBezTo>
                <a:lnTo>
                  <a:pt x="1215" y="87861"/>
                </a:lnTo>
                <a:cubicBezTo>
                  <a:pt x="1220" y="87838"/>
                  <a:pt x="1214" y="87813"/>
                  <a:pt x="1192" y="87780"/>
                </a:cubicBezTo>
                <a:cubicBezTo>
                  <a:pt x="1192" y="87765"/>
                  <a:pt x="1192" y="87765"/>
                  <a:pt x="1207" y="87750"/>
                </a:cubicBezTo>
                <a:close/>
                <a:moveTo>
                  <a:pt x="1369" y="87809"/>
                </a:moveTo>
                <a:cubicBezTo>
                  <a:pt x="1383" y="87839"/>
                  <a:pt x="1383" y="87883"/>
                  <a:pt x="1398" y="87912"/>
                </a:cubicBezTo>
                <a:cubicBezTo>
                  <a:pt x="1383" y="87927"/>
                  <a:pt x="1383" y="87956"/>
                  <a:pt x="1369" y="87971"/>
                </a:cubicBezTo>
                <a:cubicBezTo>
                  <a:pt x="1339" y="87927"/>
                  <a:pt x="1324" y="87898"/>
                  <a:pt x="1324" y="87853"/>
                </a:cubicBezTo>
                <a:cubicBezTo>
                  <a:pt x="1339" y="87839"/>
                  <a:pt x="1339" y="87824"/>
                  <a:pt x="1369" y="87809"/>
                </a:cubicBezTo>
                <a:close/>
                <a:moveTo>
                  <a:pt x="1148" y="87912"/>
                </a:moveTo>
                <a:cubicBezTo>
                  <a:pt x="1148" y="87927"/>
                  <a:pt x="1163" y="87971"/>
                  <a:pt x="1163" y="87986"/>
                </a:cubicBezTo>
                <a:cubicBezTo>
                  <a:pt x="1163" y="88001"/>
                  <a:pt x="1148" y="88001"/>
                  <a:pt x="1148" y="88030"/>
                </a:cubicBezTo>
                <a:cubicBezTo>
                  <a:pt x="1148" y="88001"/>
                  <a:pt x="1148" y="87986"/>
                  <a:pt x="1118" y="87956"/>
                </a:cubicBezTo>
                <a:cubicBezTo>
                  <a:pt x="1118" y="87927"/>
                  <a:pt x="1148" y="87927"/>
                  <a:pt x="1148" y="87912"/>
                </a:cubicBezTo>
                <a:close/>
                <a:moveTo>
                  <a:pt x="1516" y="87839"/>
                </a:moveTo>
                <a:cubicBezTo>
                  <a:pt x="1531" y="87883"/>
                  <a:pt x="1531" y="87912"/>
                  <a:pt x="1545" y="87956"/>
                </a:cubicBezTo>
                <a:cubicBezTo>
                  <a:pt x="1531" y="87971"/>
                  <a:pt x="1516" y="88001"/>
                  <a:pt x="1516" y="88030"/>
                </a:cubicBezTo>
                <a:cubicBezTo>
                  <a:pt x="1486" y="87986"/>
                  <a:pt x="1486" y="87956"/>
                  <a:pt x="1472" y="87912"/>
                </a:cubicBezTo>
                <a:cubicBezTo>
                  <a:pt x="1486" y="87898"/>
                  <a:pt x="1486" y="87853"/>
                  <a:pt x="1516" y="87839"/>
                </a:cubicBezTo>
                <a:close/>
                <a:moveTo>
                  <a:pt x="1266" y="87971"/>
                </a:moveTo>
                <a:cubicBezTo>
                  <a:pt x="1266" y="88001"/>
                  <a:pt x="1280" y="88030"/>
                  <a:pt x="1280" y="88059"/>
                </a:cubicBezTo>
                <a:cubicBezTo>
                  <a:pt x="1280" y="88074"/>
                  <a:pt x="1266" y="88074"/>
                  <a:pt x="1266" y="88104"/>
                </a:cubicBezTo>
                <a:cubicBezTo>
                  <a:pt x="1266" y="88059"/>
                  <a:pt x="1266" y="88045"/>
                  <a:pt x="1251" y="88001"/>
                </a:cubicBezTo>
                <a:cubicBezTo>
                  <a:pt x="1251" y="87986"/>
                  <a:pt x="1266" y="87986"/>
                  <a:pt x="1266" y="87971"/>
                </a:cubicBezTo>
                <a:close/>
                <a:moveTo>
                  <a:pt x="1089" y="88104"/>
                </a:moveTo>
                <a:cubicBezTo>
                  <a:pt x="1089" y="88118"/>
                  <a:pt x="1104" y="88148"/>
                  <a:pt x="1104" y="88162"/>
                </a:cubicBezTo>
                <a:cubicBezTo>
                  <a:pt x="1104" y="88162"/>
                  <a:pt x="1104" y="88192"/>
                  <a:pt x="1089" y="88192"/>
                </a:cubicBezTo>
                <a:cubicBezTo>
                  <a:pt x="1089" y="88177"/>
                  <a:pt x="1074" y="88133"/>
                  <a:pt x="1074" y="88118"/>
                </a:cubicBezTo>
                <a:cubicBezTo>
                  <a:pt x="1074" y="88118"/>
                  <a:pt x="1074" y="88104"/>
                  <a:pt x="1089" y="88104"/>
                </a:cubicBezTo>
                <a:close/>
                <a:moveTo>
                  <a:pt x="1413" y="88001"/>
                </a:moveTo>
                <a:cubicBezTo>
                  <a:pt x="1428" y="88045"/>
                  <a:pt x="1428" y="88074"/>
                  <a:pt x="1457" y="88118"/>
                </a:cubicBezTo>
                <a:cubicBezTo>
                  <a:pt x="1442" y="88133"/>
                  <a:pt x="1413" y="88148"/>
                  <a:pt x="1413" y="88192"/>
                </a:cubicBezTo>
                <a:cubicBezTo>
                  <a:pt x="1398" y="88148"/>
                  <a:pt x="1398" y="88118"/>
                  <a:pt x="1383" y="88074"/>
                </a:cubicBezTo>
                <a:cubicBezTo>
                  <a:pt x="1398" y="88059"/>
                  <a:pt x="1398" y="88045"/>
                  <a:pt x="1413" y="88001"/>
                </a:cubicBezTo>
                <a:close/>
                <a:moveTo>
                  <a:pt x="1192" y="88133"/>
                </a:moveTo>
                <a:cubicBezTo>
                  <a:pt x="1192" y="88177"/>
                  <a:pt x="1207" y="88192"/>
                  <a:pt x="1207" y="88221"/>
                </a:cubicBezTo>
                <a:cubicBezTo>
                  <a:pt x="1207" y="88251"/>
                  <a:pt x="1192" y="88265"/>
                  <a:pt x="1192" y="88265"/>
                </a:cubicBezTo>
                <a:cubicBezTo>
                  <a:pt x="1192" y="88221"/>
                  <a:pt x="1177" y="88207"/>
                  <a:pt x="1177" y="88177"/>
                </a:cubicBezTo>
                <a:cubicBezTo>
                  <a:pt x="1177" y="88148"/>
                  <a:pt x="1192" y="88133"/>
                  <a:pt x="1192" y="88133"/>
                </a:cubicBezTo>
                <a:close/>
                <a:moveTo>
                  <a:pt x="1324" y="88177"/>
                </a:moveTo>
                <a:cubicBezTo>
                  <a:pt x="1339" y="88207"/>
                  <a:pt x="1339" y="88251"/>
                  <a:pt x="1369" y="88280"/>
                </a:cubicBezTo>
                <a:cubicBezTo>
                  <a:pt x="1339" y="88295"/>
                  <a:pt x="1339" y="88324"/>
                  <a:pt x="1339" y="88324"/>
                </a:cubicBezTo>
                <a:cubicBezTo>
                  <a:pt x="1324" y="88280"/>
                  <a:pt x="1324" y="88251"/>
                  <a:pt x="1310" y="88207"/>
                </a:cubicBezTo>
                <a:cubicBezTo>
                  <a:pt x="1310" y="88192"/>
                  <a:pt x="1324" y="88192"/>
                  <a:pt x="1324" y="88177"/>
                </a:cubicBezTo>
                <a:close/>
                <a:moveTo>
                  <a:pt x="1001" y="88251"/>
                </a:moveTo>
                <a:cubicBezTo>
                  <a:pt x="1015" y="88280"/>
                  <a:pt x="1030" y="88295"/>
                  <a:pt x="1030" y="88324"/>
                </a:cubicBezTo>
                <a:cubicBezTo>
                  <a:pt x="1030" y="88324"/>
                  <a:pt x="1030" y="88339"/>
                  <a:pt x="1015" y="88339"/>
                </a:cubicBezTo>
                <a:cubicBezTo>
                  <a:pt x="1015" y="88324"/>
                  <a:pt x="1015" y="88295"/>
                  <a:pt x="1001" y="88265"/>
                </a:cubicBezTo>
                <a:lnTo>
                  <a:pt x="1001" y="88251"/>
                </a:lnTo>
                <a:close/>
                <a:moveTo>
                  <a:pt x="1118" y="88280"/>
                </a:moveTo>
                <a:cubicBezTo>
                  <a:pt x="1118" y="88295"/>
                  <a:pt x="1133" y="88339"/>
                  <a:pt x="1133" y="88354"/>
                </a:cubicBezTo>
                <a:cubicBezTo>
                  <a:pt x="1133" y="88368"/>
                  <a:pt x="1118" y="88368"/>
                  <a:pt x="1118" y="88398"/>
                </a:cubicBezTo>
                <a:cubicBezTo>
                  <a:pt x="1118" y="88368"/>
                  <a:pt x="1118" y="88354"/>
                  <a:pt x="1104" y="88324"/>
                </a:cubicBezTo>
                <a:cubicBezTo>
                  <a:pt x="1104" y="88295"/>
                  <a:pt x="1104" y="88295"/>
                  <a:pt x="1118" y="88280"/>
                </a:cubicBezTo>
                <a:close/>
                <a:moveTo>
                  <a:pt x="1251" y="88339"/>
                </a:moveTo>
                <a:cubicBezTo>
                  <a:pt x="1251" y="88368"/>
                  <a:pt x="1266" y="88413"/>
                  <a:pt x="1295" y="88427"/>
                </a:cubicBezTo>
                <a:cubicBezTo>
                  <a:pt x="1266" y="88442"/>
                  <a:pt x="1266" y="88472"/>
                  <a:pt x="1251" y="88486"/>
                </a:cubicBezTo>
                <a:cubicBezTo>
                  <a:pt x="1251" y="88442"/>
                  <a:pt x="1236" y="88413"/>
                  <a:pt x="1236" y="88398"/>
                </a:cubicBezTo>
                <a:cubicBezTo>
                  <a:pt x="1236" y="88368"/>
                  <a:pt x="1251" y="88354"/>
                  <a:pt x="1251" y="88339"/>
                </a:cubicBezTo>
                <a:close/>
                <a:moveTo>
                  <a:pt x="1060" y="88442"/>
                </a:moveTo>
                <a:cubicBezTo>
                  <a:pt x="1060" y="88472"/>
                  <a:pt x="1089" y="88501"/>
                  <a:pt x="1089" y="88516"/>
                </a:cubicBezTo>
                <a:cubicBezTo>
                  <a:pt x="1089" y="88545"/>
                  <a:pt x="1060" y="88545"/>
                  <a:pt x="1060" y="88560"/>
                </a:cubicBezTo>
                <a:cubicBezTo>
                  <a:pt x="1045" y="88545"/>
                  <a:pt x="1045" y="88516"/>
                  <a:pt x="1045" y="88486"/>
                </a:cubicBezTo>
                <a:cubicBezTo>
                  <a:pt x="1045" y="88472"/>
                  <a:pt x="1045" y="88472"/>
                  <a:pt x="1060" y="88442"/>
                </a:cubicBezTo>
                <a:close/>
                <a:moveTo>
                  <a:pt x="1177" y="88501"/>
                </a:moveTo>
                <a:cubicBezTo>
                  <a:pt x="1177" y="88545"/>
                  <a:pt x="1192" y="88560"/>
                  <a:pt x="1192" y="88589"/>
                </a:cubicBezTo>
                <a:cubicBezTo>
                  <a:pt x="1192" y="88619"/>
                  <a:pt x="1192" y="88619"/>
                  <a:pt x="1177" y="88633"/>
                </a:cubicBezTo>
                <a:cubicBezTo>
                  <a:pt x="1177" y="88589"/>
                  <a:pt x="1163" y="88575"/>
                  <a:pt x="1163" y="88545"/>
                </a:cubicBezTo>
                <a:cubicBezTo>
                  <a:pt x="1163" y="88516"/>
                  <a:pt x="1177" y="88516"/>
                  <a:pt x="1177" y="88501"/>
                </a:cubicBezTo>
                <a:close/>
                <a:moveTo>
                  <a:pt x="957" y="88633"/>
                </a:moveTo>
                <a:cubicBezTo>
                  <a:pt x="1001" y="88663"/>
                  <a:pt x="1001" y="88678"/>
                  <a:pt x="1001" y="88707"/>
                </a:cubicBezTo>
                <a:cubicBezTo>
                  <a:pt x="1001" y="88707"/>
                  <a:pt x="1001" y="88722"/>
                  <a:pt x="971" y="88722"/>
                </a:cubicBezTo>
                <a:cubicBezTo>
                  <a:pt x="971" y="88707"/>
                  <a:pt x="971" y="88678"/>
                  <a:pt x="957" y="88648"/>
                </a:cubicBezTo>
                <a:lnTo>
                  <a:pt x="957" y="88633"/>
                </a:lnTo>
                <a:close/>
                <a:moveTo>
                  <a:pt x="1104" y="88663"/>
                </a:moveTo>
                <a:cubicBezTo>
                  <a:pt x="1104" y="88707"/>
                  <a:pt x="1118" y="88722"/>
                  <a:pt x="1118" y="88751"/>
                </a:cubicBezTo>
                <a:cubicBezTo>
                  <a:pt x="1118" y="88766"/>
                  <a:pt x="1104" y="88781"/>
                  <a:pt x="1104" y="88795"/>
                </a:cubicBezTo>
                <a:cubicBezTo>
                  <a:pt x="1104" y="88751"/>
                  <a:pt x="1089" y="88736"/>
                  <a:pt x="1089" y="88707"/>
                </a:cubicBezTo>
                <a:cubicBezTo>
                  <a:pt x="1089" y="88678"/>
                  <a:pt x="1104" y="88663"/>
                  <a:pt x="1104" y="88663"/>
                </a:cubicBezTo>
                <a:close/>
                <a:moveTo>
                  <a:pt x="1030" y="88854"/>
                </a:moveTo>
                <a:cubicBezTo>
                  <a:pt x="1030" y="88869"/>
                  <a:pt x="1030" y="88884"/>
                  <a:pt x="1045" y="88928"/>
                </a:cubicBezTo>
                <a:cubicBezTo>
                  <a:pt x="1045" y="88942"/>
                  <a:pt x="1030" y="88942"/>
                  <a:pt x="1030" y="88957"/>
                </a:cubicBezTo>
                <a:cubicBezTo>
                  <a:pt x="1030" y="88942"/>
                  <a:pt x="1015" y="88913"/>
                  <a:pt x="1015" y="88884"/>
                </a:cubicBezTo>
                <a:cubicBezTo>
                  <a:pt x="1015" y="88869"/>
                  <a:pt x="1015" y="88869"/>
                  <a:pt x="1030" y="88854"/>
                </a:cubicBezTo>
                <a:close/>
                <a:moveTo>
                  <a:pt x="957" y="89001"/>
                </a:moveTo>
                <a:cubicBezTo>
                  <a:pt x="957" y="89031"/>
                  <a:pt x="971" y="89045"/>
                  <a:pt x="971" y="89075"/>
                </a:cubicBezTo>
                <a:cubicBezTo>
                  <a:pt x="957" y="89075"/>
                  <a:pt x="957" y="89031"/>
                  <a:pt x="957" y="89016"/>
                </a:cubicBezTo>
                <a:lnTo>
                  <a:pt x="957" y="89001"/>
                </a:lnTo>
                <a:close/>
                <a:moveTo>
                  <a:pt x="883" y="89178"/>
                </a:moveTo>
                <a:cubicBezTo>
                  <a:pt x="898" y="89207"/>
                  <a:pt x="898" y="89222"/>
                  <a:pt x="898" y="89237"/>
                </a:cubicBezTo>
                <a:cubicBezTo>
                  <a:pt x="898" y="89237"/>
                  <a:pt x="898" y="89251"/>
                  <a:pt x="883" y="89251"/>
                </a:cubicBezTo>
                <a:lnTo>
                  <a:pt x="883" y="89207"/>
                </a:lnTo>
                <a:lnTo>
                  <a:pt x="883" y="89178"/>
                </a:lnTo>
                <a:close/>
                <a:moveTo>
                  <a:pt x="9151" y="1"/>
                </a:moveTo>
                <a:cubicBezTo>
                  <a:pt x="8699" y="1"/>
                  <a:pt x="8245" y="78"/>
                  <a:pt x="7800" y="247"/>
                </a:cubicBezTo>
                <a:lnTo>
                  <a:pt x="7844" y="320"/>
                </a:lnTo>
                <a:cubicBezTo>
                  <a:pt x="8284" y="155"/>
                  <a:pt x="8730" y="79"/>
                  <a:pt x="9173" y="79"/>
                </a:cubicBezTo>
                <a:cubicBezTo>
                  <a:pt x="10580" y="79"/>
                  <a:pt x="11953" y="849"/>
                  <a:pt x="12995" y="1969"/>
                </a:cubicBezTo>
                <a:cubicBezTo>
                  <a:pt x="12597" y="1601"/>
                  <a:pt x="12185" y="1248"/>
                  <a:pt x="11714" y="997"/>
                </a:cubicBezTo>
                <a:cubicBezTo>
                  <a:pt x="10828" y="465"/>
                  <a:pt x="9902" y="191"/>
                  <a:pt x="9007" y="191"/>
                </a:cubicBezTo>
                <a:cubicBezTo>
                  <a:pt x="8565" y="191"/>
                  <a:pt x="8130" y="258"/>
                  <a:pt x="7711" y="394"/>
                </a:cubicBezTo>
                <a:lnTo>
                  <a:pt x="7726" y="468"/>
                </a:lnTo>
                <a:cubicBezTo>
                  <a:pt x="8149" y="330"/>
                  <a:pt x="8578" y="266"/>
                  <a:pt x="9006" y="266"/>
                </a:cubicBezTo>
                <a:cubicBezTo>
                  <a:pt x="10494" y="266"/>
                  <a:pt x="11959" y="1043"/>
                  <a:pt x="13068" y="2175"/>
                </a:cubicBezTo>
                <a:cubicBezTo>
                  <a:pt x="11931" y="1095"/>
                  <a:pt x="10445" y="356"/>
                  <a:pt x="8903" y="356"/>
                </a:cubicBezTo>
                <a:cubicBezTo>
                  <a:pt x="8469" y="356"/>
                  <a:pt x="8030" y="415"/>
                  <a:pt x="7594" y="541"/>
                </a:cubicBezTo>
                <a:lnTo>
                  <a:pt x="7623" y="615"/>
                </a:lnTo>
                <a:cubicBezTo>
                  <a:pt x="8046" y="495"/>
                  <a:pt x="8471" y="439"/>
                  <a:pt x="8892" y="439"/>
                </a:cubicBezTo>
                <a:cubicBezTo>
                  <a:pt x="10538" y="439"/>
                  <a:pt x="12123" y="1291"/>
                  <a:pt x="13260" y="2498"/>
                </a:cubicBezTo>
                <a:cubicBezTo>
                  <a:pt x="12818" y="2086"/>
                  <a:pt x="12332" y="1719"/>
                  <a:pt x="11817" y="1424"/>
                </a:cubicBezTo>
                <a:cubicBezTo>
                  <a:pt x="10796" y="845"/>
                  <a:pt x="9729" y="545"/>
                  <a:pt x="8698" y="545"/>
                </a:cubicBezTo>
                <a:cubicBezTo>
                  <a:pt x="8288" y="545"/>
                  <a:pt x="7884" y="592"/>
                  <a:pt x="7491" y="688"/>
                </a:cubicBezTo>
                <a:lnTo>
                  <a:pt x="7505" y="762"/>
                </a:lnTo>
                <a:cubicBezTo>
                  <a:pt x="7888" y="668"/>
                  <a:pt x="8283" y="623"/>
                  <a:pt x="8681" y="623"/>
                </a:cubicBezTo>
                <a:cubicBezTo>
                  <a:pt x="10351" y="623"/>
                  <a:pt x="12097" y="1412"/>
                  <a:pt x="13392" y="2719"/>
                </a:cubicBezTo>
                <a:cubicBezTo>
                  <a:pt x="12043" y="1478"/>
                  <a:pt x="10270" y="721"/>
                  <a:pt x="8541" y="721"/>
                </a:cubicBezTo>
                <a:cubicBezTo>
                  <a:pt x="8157" y="721"/>
                  <a:pt x="7776" y="758"/>
                  <a:pt x="7402" y="836"/>
                </a:cubicBezTo>
                <a:lnTo>
                  <a:pt x="7417" y="909"/>
                </a:lnTo>
                <a:cubicBezTo>
                  <a:pt x="7782" y="835"/>
                  <a:pt x="8155" y="799"/>
                  <a:pt x="8531" y="799"/>
                </a:cubicBezTo>
                <a:cubicBezTo>
                  <a:pt x="10386" y="799"/>
                  <a:pt x="12316" y="1673"/>
                  <a:pt x="13686" y="3117"/>
                </a:cubicBezTo>
                <a:cubicBezTo>
                  <a:pt x="13157" y="2616"/>
                  <a:pt x="12568" y="2175"/>
                  <a:pt x="11906" y="1822"/>
                </a:cubicBezTo>
                <a:cubicBezTo>
                  <a:pt x="10775" y="1206"/>
                  <a:pt x="9550" y="888"/>
                  <a:pt x="8374" y="888"/>
                </a:cubicBezTo>
                <a:cubicBezTo>
                  <a:pt x="8005" y="888"/>
                  <a:pt x="7640" y="919"/>
                  <a:pt x="7285" y="983"/>
                </a:cubicBezTo>
                <a:lnTo>
                  <a:pt x="7299" y="1056"/>
                </a:lnTo>
                <a:cubicBezTo>
                  <a:pt x="7645" y="995"/>
                  <a:pt x="7996" y="966"/>
                  <a:pt x="8349" y="966"/>
                </a:cubicBezTo>
                <a:cubicBezTo>
                  <a:pt x="10296" y="966"/>
                  <a:pt x="12300" y="1861"/>
                  <a:pt x="13745" y="3293"/>
                </a:cubicBezTo>
                <a:cubicBezTo>
                  <a:pt x="12225" y="1900"/>
                  <a:pt x="10172" y="1063"/>
                  <a:pt x="8146" y="1063"/>
                </a:cubicBezTo>
                <a:cubicBezTo>
                  <a:pt x="7818" y="1063"/>
                  <a:pt x="7491" y="1085"/>
                  <a:pt x="7167" y="1130"/>
                </a:cubicBezTo>
                <a:lnTo>
                  <a:pt x="7196" y="1203"/>
                </a:lnTo>
                <a:cubicBezTo>
                  <a:pt x="7513" y="1158"/>
                  <a:pt x="7833" y="1137"/>
                  <a:pt x="8155" y="1137"/>
                </a:cubicBezTo>
                <a:cubicBezTo>
                  <a:pt x="10254" y="1137"/>
                  <a:pt x="12405" y="2069"/>
                  <a:pt x="13937" y="3587"/>
                </a:cubicBezTo>
                <a:cubicBezTo>
                  <a:pt x="12339" y="2133"/>
                  <a:pt x="10145" y="1228"/>
                  <a:pt x="7952" y="1228"/>
                </a:cubicBezTo>
                <a:cubicBezTo>
                  <a:pt x="7660" y="1228"/>
                  <a:pt x="7369" y="1244"/>
                  <a:pt x="7079" y="1277"/>
                </a:cubicBezTo>
                <a:lnTo>
                  <a:pt x="7079" y="1351"/>
                </a:lnTo>
                <a:cubicBezTo>
                  <a:pt x="7363" y="1320"/>
                  <a:pt x="7648" y="1305"/>
                  <a:pt x="7934" y="1305"/>
                </a:cubicBezTo>
                <a:cubicBezTo>
                  <a:pt x="10237" y="1305"/>
                  <a:pt x="12545" y="2286"/>
                  <a:pt x="14143" y="3897"/>
                </a:cubicBezTo>
                <a:cubicBezTo>
                  <a:pt x="13539" y="3337"/>
                  <a:pt x="12818" y="2852"/>
                  <a:pt x="12038" y="2454"/>
                </a:cubicBezTo>
                <a:cubicBezTo>
                  <a:pt x="10678" y="1762"/>
                  <a:pt x="9157" y="1392"/>
                  <a:pt x="7695" y="1392"/>
                </a:cubicBezTo>
                <a:cubicBezTo>
                  <a:pt x="7448" y="1392"/>
                  <a:pt x="7203" y="1403"/>
                  <a:pt x="6961" y="1424"/>
                </a:cubicBezTo>
                <a:lnTo>
                  <a:pt x="6961" y="1498"/>
                </a:lnTo>
                <a:cubicBezTo>
                  <a:pt x="7195" y="1478"/>
                  <a:pt x="7429" y="1469"/>
                  <a:pt x="7664" y="1469"/>
                </a:cubicBezTo>
                <a:cubicBezTo>
                  <a:pt x="10108" y="1469"/>
                  <a:pt x="12583" y="2497"/>
                  <a:pt x="14275" y="4161"/>
                </a:cubicBezTo>
                <a:cubicBezTo>
                  <a:pt x="12492" y="2542"/>
                  <a:pt x="9992" y="1552"/>
                  <a:pt x="7460" y="1552"/>
                </a:cubicBezTo>
                <a:cubicBezTo>
                  <a:pt x="7255" y="1552"/>
                  <a:pt x="7049" y="1558"/>
                  <a:pt x="6843" y="1571"/>
                </a:cubicBezTo>
                <a:lnTo>
                  <a:pt x="6843" y="1645"/>
                </a:lnTo>
                <a:cubicBezTo>
                  <a:pt x="7017" y="1636"/>
                  <a:pt x="7190" y="1631"/>
                  <a:pt x="7363" y="1631"/>
                </a:cubicBezTo>
                <a:cubicBezTo>
                  <a:pt x="9997" y="1631"/>
                  <a:pt x="12584" y="2670"/>
                  <a:pt x="14393" y="4382"/>
                </a:cubicBezTo>
                <a:cubicBezTo>
                  <a:pt x="12488" y="2690"/>
                  <a:pt x="9800" y="1685"/>
                  <a:pt x="7032" y="1685"/>
                </a:cubicBezTo>
                <a:cubicBezTo>
                  <a:pt x="6935" y="1685"/>
                  <a:pt x="6838" y="1687"/>
                  <a:pt x="6740" y="1689"/>
                </a:cubicBezTo>
                <a:lnTo>
                  <a:pt x="6740" y="1763"/>
                </a:lnTo>
                <a:cubicBezTo>
                  <a:pt x="6853" y="1759"/>
                  <a:pt x="6966" y="1758"/>
                  <a:pt x="7078" y="1758"/>
                </a:cubicBezTo>
                <a:cubicBezTo>
                  <a:pt x="9873" y="1758"/>
                  <a:pt x="12570" y="2803"/>
                  <a:pt x="14437" y="4529"/>
                </a:cubicBezTo>
                <a:lnTo>
                  <a:pt x="14437" y="4544"/>
                </a:lnTo>
                <a:cubicBezTo>
                  <a:pt x="13760" y="3970"/>
                  <a:pt x="13009" y="3484"/>
                  <a:pt x="12141" y="3072"/>
                </a:cubicBezTo>
                <a:cubicBezTo>
                  <a:pt x="10518" y="2289"/>
                  <a:pt x="8632" y="1864"/>
                  <a:pt x="6805" y="1864"/>
                </a:cubicBezTo>
                <a:cubicBezTo>
                  <a:pt x="6744" y="1864"/>
                  <a:pt x="6683" y="1865"/>
                  <a:pt x="6622" y="1866"/>
                </a:cubicBezTo>
                <a:lnTo>
                  <a:pt x="6622" y="1939"/>
                </a:lnTo>
                <a:cubicBezTo>
                  <a:pt x="6665" y="1939"/>
                  <a:pt x="6707" y="1939"/>
                  <a:pt x="6749" y="1939"/>
                </a:cubicBezTo>
                <a:cubicBezTo>
                  <a:pt x="9733" y="1939"/>
                  <a:pt x="12522" y="2964"/>
                  <a:pt x="14496" y="4691"/>
                </a:cubicBezTo>
                <a:cubicBezTo>
                  <a:pt x="14496" y="4706"/>
                  <a:pt x="14496" y="4706"/>
                  <a:pt x="14510" y="4735"/>
                </a:cubicBezTo>
                <a:cubicBezTo>
                  <a:pt x="13833" y="4176"/>
                  <a:pt x="13054" y="3676"/>
                  <a:pt x="12200" y="3278"/>
                </a:cubicBezTo>
                <a:cubicBezTo>
                  <a:pt x="10463" y="2469"/>
                  <a:pt x="8521" y="2028"/>
                  <a:pt x="6534" y="1983"/>
                </a:cubicBezTo>
                <a:lnTo>
                  <a:pt x="6534" y="2057"/>
                </a:lnTo>
                <a:cubicBezTo>
                  <a:pt x="9625" y="2116"/>
                  <a:pt x="12524" y="3161"/>
                  <a:pt x="14569" y="4883"/>
                </a:cubicBezTo>
                <a:lnTo>
                  <a:pt x="14569" y="4897"/>
                </a:lnTo>
                <a:cubicBezTo>
                  <a:pt x="13892" y="4367"/>
                  <a:pt x="13112" y="3882"/>
                  <a:pt x="12259" y="3484"/>
                </a:cubicBezTo>
                <a:cubicBezTo>
                  <a:pt x="10508" y="2675"/>
                  <a:pt x="8506" y="2204"/>
                  <a:pt x="6416" y="2131"/>
                </a:cubicBezTo>
                <a:lnTo>
                  <a:pt x="6416" y="2204"/>
                </a:lnTo>
                <a:cubicBezTo>
                  <a:pt x="9051" y="2307"/>
                  <a:pt x="12229" y="3131"/>
                  <a:pt x="14613" y="5030"/>
                </a:cubicBezTo>
                <a:cubicBezTo>
                  <a:pt x="14613" y="5044"/>
                  <a:pt x="14613" y="5044"/>
                  <a:pt x="14628" y="5059"/>
                </a:cubicBezTo>
                <a:cubicBezTo>
                  <a:pt x="13951" y="4544"/>
                  <a:pt x="13171" y="4088"/>
                  <a:pt x="12303" y="3676"/>
                </a:cubicBezTo>
                <a:cubicBezTo>
                  <a:pt x="10537" y="2896"/>
                  <a:pt x="8477" y="2395"/>
                  <a:pt x="6328" y="2263"/>
                </a:cubicBezTo>
                <a:lnTo>
                  <a:pt x="6328" y="2337"/>
                </a:lnTo>
                <a:cubicBezTo>
                  <a:pt x="9639" y="2528"/>
                  <a:pt x="12568" y="3558"/>
                  <a:pt x="14658" y="5192"/>
                </a:cubicBezTo>
                <a:cubicBezTo>
                  <a:pt x="14658" y="5206"/>
                  <a:pt x="14658" y="5221"/>
                  <a:pt x="14687" y="5250"/>
                </a:cubicBezTo>
                <a:cubicBezTo>
                  <a:pt x="12553" y="3676"/>
                  <a:pt x="9625" y="2690"/>
                  <a:pt x="6240" y="2425"/>
                </a:cubicBezTo>
                <a:lnTo>
                  <a:pt x="6240" y="2498"/>
                </a:lnTo>
                <a:cubicBezTo>
                  <a:pt x="9654" y="2763"/>
                  <a:pt x="12597" y="3764"/>
                  <a:pt x="14716" y="5368"/>
                </a:cubicBezTo>
                <a:cubicBezTo>
                  <a:pt x="14716" y="5383"/>
                  <a:pt x="14716" y="5412"/>
                  <a:pt x="14731" y="5427"/>
                </a:cubicBezTo>
                <a:cubicBezTo>
                  <a:pt x="11935" y="3440"/>
                  <a:pt x="8374" y="2793"/>
                  <a:pt x="6137" y="2572"/>
                </a:cubicBezTo>
                <a:lnTo>
                  <a:pt x="6137" y="2646"/>
                </a:lnTo>
                <a:cubicBezTo>
                  <a:pt x="8388" y="2866"/>
                  <a:pt x="11994" y="3514"/>
                  <a:pt x="14775" y="5530"/>
                </a:cubicBezTo>
                <a:cubicBezTo>
                  <a:pt x="14775" y="5559"/>
                  <a:pt x="14775" y="5574"/>
                  <a:pt x="14790" y="5589"/>
                </a:cubicBezTo>
                <a:cubicBezTo>
                  <a:pt x="14084" y="5118"/>
                  <a:pt x="13318" y="4691"/>
                  <a:pt x="12465" y="4323"/>
                </a:cubicBezTo>
                <a:cubicBezTo>
                  <a:pt x="10669" y="3529"/>
                  <a:pt x="8506" y="2999"/>
                  <a:pt x="6048" y="2719"/>
                </a:cubicBezTo>
                <a:lnTo>
                  <a:pt x="6048" y="2793"/>
                </a:lnTo>
                <a:cubicBezTo>
                  <a:pt x="8786" y="3102"/>
                  <a:pt x="12200" y="3867"/>
                  <a:pt x="14820" y="5707"/>
                </a:cubicBezTo>
                <a:lnTo>
                  <a:pt x="14820" y="5751"/>
                </a:lnTo>
                <a:cubicBezTo>
                  <a:pt x="12656" y="4309"/>
                  <a:pt x="9713" y="3352"/>
                  <a:pt x="5960" y="2866"/>
                </a:cubicBezTo>
                <a:lnTo>
                  <a:pt x="5945" y="2940"/>
                </a:lnTo>
                <a:cubicBezTo>
                  <a:pt x="9728" y="3440"/>
                  <a:pt x="12671" y="4397"/>
                  <a:pt x="14849" y="5869"/>
                </a:cubicBezTo>
                <a:cubicBezTo>
                  <a:pt x="14849" y="5883"/>
                  <a:pt x="14864" y="5927"/>
                  <a:pt x="14864" y="5942"/>
                </a:cubicBezTo>
                <a:cubicBezTo>
                  <a:pt x="12068" y="4117"/>
                  <a:pt x="8550" y="3396"/>
                  <a:pt x="5842" y="3014"/>
                </a:cubicBezTo>
                <a:lnTo>
                  <a:pt x="5828" y="3087"/>
                </a:lnTo>
                <a:cubicBezTo>
                  <a:pt x="8550" y="3470"/>
                  <a:pt x="12068" y="4206"/>
                  <a:pt x="14878" y="6045"/>
                </a:cubicBezTo>
                <a:cubicBezTo>
                  <a:pt x="14878" y="6089"/>
                  <a:pt x="14893" y="6104"/>
                  <a:pt x="14893" y="6148"/>
                </a:cubicBezTo>
                <a:cubicBezTo>
                  <a:pt x="12141" y="4412"/>
                  <a:pt x="8727" y="3646"/>
                  <a:pt x="5739" y="3161"/>
                </a:cubicBezTo>
                <a:lnTo>
                  <a:pt x="5725" y="3234"/>
                </a:lnTo>
                <a:cubicBezTo>
                  <a:pt x="8697" y="3720"/>
                  <a:pt x="12156" y="4485"/>
                  <a:pt x="14908" y="6236"/>
                </a:cubicBezTo>
                <a:cubicBezTo>
                  <a:pt x="14908" y="6251"/>
                  <a:pt x="14908" y="6266"/>
                  <a:pt x="14923" y="6295"/>
                </a:cubicBezTo>
                <a:cubicBezTo>
                  <a:pt x="12274" y="4676"/>
                  <a:pt x="8962" y="3882"/>
                  <a:pt x="5636" y="3308"/>
                </a:cubicBezTo>
                <a:lnTo>
                  <a:pt x="5607" y="3381"/>
                </a:lnTo>
                <a:cubicBezTo>
                  <a:pt x="8948" y="3970"/>
                  <a:pt x="12274" y="4765"/>
                  <a:pt x="14923" y="6398"/>
                </a:cubicBezTo>
                <a:cubicBezTo>
                  <a:pt x="15129" y="7737"/>
                  <a:pt x="15129" y="9136"/>
                  <a:pt x="15129" y="10504"/>
                </a:cubicBezTo>
                <a:cubicBezTo>
                  <a:pt x="15129" y="11019"/>
                  <a:pt x="15129" y="11564"/>
                  <a:pt x="15143" y="12079"/>
                </a:cubicBezTo>
                <a:cubicBezTo>
                  <a:pt x="15173" y="13668"/>
                  <a:pt x="15364" y="15022"/>
                  <a:pt x="15702" y="16199"/>
                </a:cubicBezTo>
                <a:cubicBezTo>
                  <a:pt x="15747" y="16376"/>
                  <a:pt x="15776" y="16523"/>
                  <a:pt x="15820" y="16670"/>
                </a:cubicBezTo>
                <a:cubicBezTo>
                  <a:pt x="15850" y="16862"/>
                  <a:pt x="15909" y="17068"/>
                  <a:pt x="15967" y="17274"/>
                </a:cubicBezTo>
                <a:cubicBezTo>
                  <a:pt x="15982" y="17377"/>
                  <a:pt x="15997" y="17480"/>
                  <a:pt x="16041" y="17583"/>
                </a:cubicBezTo>
                <a:lnTo>
                  <a:pt x="16100" y="17921"/>
                </a:lnTo>
                <a:cubicBezTo>
                  <a:pt x="16115" y="18113"/>
                  <a:pt x="16144" y="18319"/>
                  <a:pt x="16188" y="18525"/>
                </a:cubicBezTo>
                <a:cubicBezTo>
                  <a:pt x="16203" y="18657"/>
                  <a:pt x="16218" y="18775"/>
                  <a:pt x="16247" y="18893"/>
                </a:cubicBezTo>
                <a:lnTo>
                  <a:pt x="16291" y="19393"/>
                </a:lnTo>
                <a:cubicBezTo>
                  <a:pt x="16291" y="19496"/>
                  <a:pt x="16321" y="19614"/>
                  <a:pt x="16321" y="19731"/>
                </a:cubicBezTo>
                <a:cubicBezTo>
                  <a:pt x="16321" y="19908"/>
                  <a:pt x="16335" y="20085"/>
                  <a:pt x="16335" y="20246"/>
                </a:cubicBezTo>
                <a:lnTo>
                  <a:pt x="16335" y="20688"/>
                </a:lnTo>
                <a:cubicBezTo>
                  <a:pt x="16335" y="20850"/>
                  <a:pt x="16321" y="21012"/>
                  <a:pt x="16321" y="21159"/>
                </a:cubicBezTo>
                <a:cubicBezTo>
                  <a:pt x="16291" y="21306"/>
                  <a:pt x="16291" y="21424"/>
                  <a:pt x="16291" y="21586"/>
                </a:cubicBezTo>
                <a:cubicBezTo>
                  <a:pt x="16276" y="21733"/>
                  <a:pt x="16262" y="21880"/>
                  <a:pt x="16262" y="22027"/>
                </a:cubicBezTo>
                <a:lnTo>
                  <a:pt x="16203" y="22469"/>
                </a:lnTo>
                <a:cubicBezTo>
                  <a:pt x="16173" y="22616"/>
                  <a:pt x="16144" y="22763"/>
                  <a:pt x="16129" y="22910"/>
                </a:cubicBezTo>
                <a:cubicBezTo>
                  <a:pt x="16100" y="23057"/>
                  <a:pt x="16056" y="23204"/>
                  <a:pt x="16041" y="23352"/>
                </a:cubicBezTo>
                <a:lnTo>
                  <a:pt x="15923" y="23793"/>
                </a:lnTo>
                <a:cubicBezTo>
                  <a:pt x="15894" y="23940"/>
                  <a:pt x="15835" y="24087"/>
                  <a:pt x="15806" y="24205"/>
                </a:cubicBezTo>
                <a:cubicBezTo>
                  <a:pt x="15747" y="24352"/>
                  <a:pt x="15702" y="24499"/>
                  <a:pt x="15658" y="24647"/>
                </a:cubicBezTo>
                <a:lnTo>
                  <a:pt x="15482" y="25088"/>
                </a:lnTo>
                <a:lnTo>
                  <a:pt x="15379" y="25368"/>
                </a:lnTo>
                <a:cubicBezTo>
                  <a:pt x="14201" y="28385"/>
                  <a:pt x="14746" y="31961"/>
                  <a:pt x="16762" y="34477"/>
                </a:cubicBezTo>
                <a:cubicBezTo>
                  <a:pt x="17866" y="35860"/>
                  <a:pt x="19367" y="36905"/>
                  <a:pt x="20809" y="37921"/>
                </a:cubicBezTo>
                <a:cubicBezTo>
                  <a:pt x="22089" y="38818"/>
                  <a:pt x="23414" y="39731"/>
                  <a:pt x="24488" y="40908"/>
                </a:cubicBezTo>
                <a:cubicBezTo>
                  <a:pt x="24459" y="40952"/>
                  <a:pt x="24429" y="40967"/>
                  <a:pt x="24415" y="41011"/>
                </a:cubicBezTo>
                <a:cubicBezTo>
                  <a:pt x="23679" y="41821"/>
                  <a:pt x="22884" y="42601"/>
                  <a:pt x="22104" y="43366"/>
                </a:cubicBezTo>
                <a:cubicBezTo>
                  <a:pt x="21133" y="44337"/>
                  <a:pt x="20117" y="45323"/>
                  <a:pt x="19205" y="46397"/>
                </a:cubicBezTo>
                <a:cubicBezTo>
                  <a:pt x="19087" y="46530"/>
                  <a:pt x="18984" y="46648"/>
                  <a:pt x="18867" y="46795"/>
                </a:cubicBezTo>
                <a:lnTo>
                  <a:pt x="18778" y="46898"/>
                </a:lnTo>
                <a:cubicBezTo>
                  <a:pt x="18616" y="47074"/>
                  <a:pt x="18469" y="47266"/>
                  <a:pt x="18322" y="47442"/>
                </a:cubicBezTo>
                <a:cubicBezTo>
                  <a:pt x="18131" y="47648"/>
                  <a:pt x="17954" y="47869"/>
                  <a:pt x="17763" y="48075"/>
                </a:cubicBezTo>
                <a:cubicBezTo>
                  <a:pt x="17586" y="48252"/>
                  <a:pt x="17424" y="48472"/>
                  <a:pt x="17233" y="48693"/>
                </a:cubicBezTo>
                <a:cubicBezTo>
                  <a:pt x="17056" y="48870"/>
                  <a:pt x="16880" y="49090"/>
                  <a:pt x="16703" y="49297"/>
                </a:cubicBezTo>
                <a:cubicBezTo>
                  <a:pt x="16512" y="49503"/>
                  <a:pt x="16321" y="49723"/>
                  <a:pt x="16144" y="49929"/>
                </a:cubicBezTo>
                <a:cubicBezTo>
                  <a:pt x="15967" y="50106"/>
                  <a:pt x="15806" y="50312"/>
                  <a:pt x="15629" y="50503"/>
                </a:cubicBezTo>
                <a:cubicBezTo>
                  <a:pt x="15452" y="50695"/>
                  <a:pt x="15290" y="50886"/>
                  <a:pt x="15114" y="51077"/>
                </a:cubicBezTo>
                <a:lnTo>
                  <a:pt x="14569" y="51695"/>
                </a:lnTo>
                <a:lnTo>
                  <a:pt x="14069" y="52240"/>
                </a:lnTo>
                <a:cubicBezTo>
                  <a:pt x="13848" y="52461"/>
                  <a:pt x="13642" y="52681"/>
                  <a:pt x="13466" y="52902"/>
                </a:cubicBezTo>
                <a:cubicBezTo>
                  <a:pt x="13274" y="53093"/>
                  <a:pt x="13112" y="53270"/>
                  <a:pt x="12951" y="53461"/>
                </a:cubicBezTo>
                <a:cubicBezTo>
                  <a:pt x="12730" y="53682"/>
                  <a:pt x="12524" y="53903"/>
                  <a:pt x="12318" y="54123"/>
                </a:cubicBezTo>
                <a:cubicBezTo>
                  <a:pt x="12141" y="54300"/>
                  <a:pt x="11979" y="54477"/>
                  <a:pt x="11832" y="54639"/>
                </a:cubicBezTo>
                <a:cubicBezTo>
                  <a:pt x="11611" y="54845"/>
                  <a:pt x="11391" y="55065"/>
                  <a:pt x="11185" y="55301"/>
                </a:cubicBezTo>
                <a:cubicBezTo>
                  <a:pt x="10978" y="55507"/>
                  <a:pt x="10772" y="55683"/>
                  <a:pt x="10581" y="55904"/>
                </a:cubicBezTo>
                <a:cubicBezTo>
                  <a:pt x="10360" y="56095"/>
                  <a:pt x="10154" y="56287"/>
                  <a:pt x="9963" y="56478"/>
                </a:cubicBezTo>
                <a:cubicBezTo>
                  <a:pt x="9742" y="56655"/>
                  <a:pt x="9551" y="56846"/>
                  <a:pt x="9345" y="57052"/>
                </a:cubicBezTo>
                <a:cubicBezTo>
                  <a:pt x="9124" y="57229"/>
                  <a:pt x="8903" y="57420"/>
                  <a:pt x="8697" y="57597"/>
                </a:cubicBezTo>
                <a:cubicBezTo>
                  <a:pt x="8477" y="57758"/>
                  <a:pt x="8256" y="57935"/>
                  <a:pt x="8050" y="58112"/>
                </a:cubicBezTo>
                <a:cubicBezTo>
                  <a:pt x="7829" y="58259"/>
                  <a:pt x="7608" y="58421"/>
                  <a:pt x="7417" y="58597"/>
                </a:cubicBezTo>
                <a:cubicBezTo>
                  <a:pt x="7123" y="58774"/>
                  <a:pt x="6828" y="58980"/>
                  <a:pt x="6549" y="59201"/>
                </a:cubicBezTo>
                <a:cubicBezTo>
                  <a:pt x="5445" y="60098"/>
                  <a:pt x="4562" y="61143"/>
                  <a:pt x="3959" y="62276"/>
                </a:cubicBezTo>
                <a:cubicBezTo>
                  <a:pt x="3252" y="63557"/>
                  <a:pt x="2973" y="64866"/>
                  <a:pt x="3149" y="66147"/>
                </a:cubicBezTo>
                <a:cubicBezTo>
                  <a:pt x="3370" y="67957"/>
                  <a:pt x="4430" y="69502"/>
                  <a:pt x="5445" y="70988"/>
                </a:cubicBezTo>
                <a:cubicBezTo>
                  <a:pt x="6255" y="72166"/>
                  <a:pt x="7079" y="73358"/>
                  <a:pt x="7505" y="74712"/>
                </a:cubicBezTo>
                <a:cubicBezTo>
                  <a:pt x="7005" y="74888"/>
                  <a:pt x="6505" y="75109"/>
                  <a:pt x="6048" y="75374"/>
                </a:cubicBezTo>
                <a:cubicBezTo>
                  <a:pt x="3149" y="76949"/>
                  <a:pt x="1133" y="80098"/>
                  <a:pt x="957" y="83409"/>
                </a:cubicBezTo>
                <a:cubicBezTo>
                  <a:pt x="957" y="83483"/>
                  <a:pt x="957" y="83556"/>
                  <a:pt x="942" y="83615"/>
                </a:cubicBezTo>
                <a:lnTo>
                  <a:pt x="942" y="83718"/>
                </a:lnTo>
                <a:cubicBezTo>
                  <a:pt x="942" y="83792"/>
                  <a:pt x="942" y="83880"/>
                  <a:pt x="912" y="83954"/>
                </a:cubicBezTo>
                <a:lnTo>
                  <a:pt x="912" y="84027"/>
                </a:lnTo>
                <a:cubicBezTo>
                  <a:pt x="912" y="84130"/>
                  <a:pt x="898" y="84233"/>
                  <a:pt x="898" y="84321"/>
                </a:cubicBezTo>
                <a:lnTo>
                  <a:pt x="898" y="84351"/>
                </a:lnTo>
                <a:cubicBezTo>
                  <a:pt x="883" y="84469"/>
                  <a:pt x="883" y="84601"/>
                  <a:pt x="883" y="84734"/>
                </a:cubicBezTo>
                <a:cubicBezTo>
                  <a:pt x="868" y="84837"/>
                  <a:pt x="868" y="84969"/>
                  <a:pt x="868" y="85087"/>
                </a:cubicBezTo>
                <a:cubicBezTo>
                  <a:pt x="839" y="85204"/>
                  <a:pt x="839" y="85352"/>
                  <a:pt x="839" y="85484"/>
                </a:cubicBezTo>
                <a:cubicBezTo>
                  <a:pt x="824" y="85602"/>
                  <a:pt x="824" y="85705"/>
                  <a:pt x="824" y="85823"/>
                </a:cubicBezTo>
                <a:cubicBezTo>
                  <a:pt x="809" y="85940"/>
                  <a:pt x="809" y="86073"/>
                  <a:pt x="809" y="86205"/>
                </a:cubicBezTo>
                <a:cubicBezTo>
                  <a:pt x="795" y="86308"/>
                  <a:pt x="795" y="86441"/>
                  <a:pt x="795" y="86558"/>
                </a:cubicBezTo>
                <a:cubicBezTo>
                  <a:pt x="780" y="86676"/>
                  <a:pt x="780" y="86809"/>
                  <a:pt x="751" y="86956"/>
                </a:cubicBezTo>
                <a:cubicBezTo>
                  <a:pt x="736" y="87088"/>
                  <a:pt x="736" y="87221"/>
                  <a:pt x="721" y="87324"/>
                </a:cubicBezTo>
                <a:cubicBezTo>
                  <a:pt x="706" y="87456"/>
                  <a:pt x="706" y="87559"/>
                  <a:pt x="677" y="87692"/>
                </a:cubicBezTo>
                <a:cubicBezTo>
                  <a:pt x="662" y="87809"/>
                  <a:pt x="662" y="87912"/>
                  <a:pt x="648" y="88045"/>
                </a:cubicBezTo>
                <a:cubicBezTo>
                  <a:pt x="633" y="88192"/>
                  <a:pt x="603" y="88324"/>
                  <a:pt x="603" y="88472"/>
                </a:cubicBezTo>
                <a:cubicBezTo>
                  <a:pt x="589" y="88589"/>
                  <a:pt x="589" y="88707"/>
                  <a:pt x="574" y="88839"/>
                </a:cubicBezTo>
                <a:cubicBezTo>
                  <a:pt x="545" y="88942"/>
                  <a:pt x="545" y="89075"/>
                  <a:pt x="530" y="89178"/>
                </a:cubicBezTo>
                <a:cubicBezTo>
                  <a:pt x="515" y="89310"/>
                  <a:pt x="515" y="89428"/>
                  <a:pt x="500" y="89546"/>
                </a:cubicBezTo>
                <a:cubicBezTo>
                  <a:pt x="471" y="89693"/>
                  <a:pt x="456" y="89840"/>
                  <a:pt x="456" y="89987"/>
                </a:cubicBezTo>
                <a:cubicBezTo>
                  <a:pt x="441" y="90105"/>
                  <a:pt x="441" y="90193"/>
                  <a:pt x="427" y="90311"/>
                </a:cubicBezTo>
                <a:cubicBezTo>
                  <a:pt x="397" y="90414"/>
                  <a:pt x="397" y="90502"/>
                  <a:pt x="383" y="90620"/>
                </a:cubicBezTo>
                <a:cubicBezTo>
                  <a:pt x="368" y="90753"/>
                  <a:pt x="353" y="90900"/>
                  <a:pt x="353" y="91017"/>
                </a:cubicBezTo>
                <a:cubicBezTo>
                  <a:pt x="0" y="93490"/>
                  <a:pt x="986" y="96271"/>
                  <a:pt x="3326" y="97051"/>
                </a:cubicBezTo>
                <a:lnTo>
                  <a:pt x="3341" y="96978"/>
                </a:lnTo>
                <a:cubicBezTo>
                  <a:pt x="1486" y="96359"/>
                  <a:pt x="515" y="94461"/>
                  <a:pt x="383" y="92460"/>
                </a:cubicBezTo>
                <a:lnTo>
                  <a:pt x="383" y="92460"/>
                </a:lnTo>
                <a:cubicBezTo>
                  <a:pt x="441" y="92989"/>
                  <a:pt x="574" y="93519"/>
                  <a:pt x="751" y="94020"/>
                </a:cubicBezTo>
                <a:cubicBezTo>
                  <a:pt x="1280" y="95477"/>
                  <a:pt x="2266" y="96536"/>
                  <a:pt x="3517" y="97007"/>
                </a:cubicBezTo>
                <a:lnTo>
                  <a:pt x="3547" y="96933"/>
                </a:lnTo>
                <a:cubicBezTo>
                  <a:pt x="1692" y="96212"/>
                  <a:pt x="662" y="94255"/>
                  <a:pt x="471" y="92254"/>
                </a:cubicBezTo>
                <a:lnTo>
                  <a:pt x="471" y="92254"/>
                </a:lnTo>
                <a:cubicBezTo>
                  <a:pt x="751" y="94240"/>
                  <a:pt x="1795" y="96153"/>
                  <a:pt x="3694" y="96963"/>
                </a:cubicBezTo>
                <a:lnTo>
                  <a:pt x="3738" y="96889"/>
                </a:lnTo>
                <a:cubicBezTo>
                  <a:pt x="1751" y="96050"/>
                  <a:pt x="692" y="93961"/>
                  <a:pt x="515" y="91871"/>
                </a:cubicBezTo>
                <a:lnTo>
                  <a:pt x="515" y="91871"/>
                </a:lnTo>
                <a:cubicBezTo>
                  <a:pt x="589" y="92474"/>
                  <a:pt x="751" y="93063"/>
                  <a:pt x="971" y="93637"/>
                </a:cubicBezTo>
                <a:cubicBezTo>
                  <a:pt x="1560" y="95138"/>
                  <a:pt x="2605" y="96301"/>
                  <a:pt x="3885" y="96904"/>
                </a:cubicBezTo>
                <a:lnTo>
                  <a:pt x="3915" y="96830"/>
                </a:lnTo>
                <a:cubicBezTo>
                  <a:pt x="2060" y="95977"/>
                  <a:pt x="809" y="93872"/>
                  <a:pt x="574" y="91606"/>
                </a:cubicBezTo>
                <a:lnTo>
                  <a:pt x="574" y="91606"/>
                </a:lnTo>
                <a:cubicBezTo>
                  <a:pt x="898" y="93843"/>
                  <a:pt x="2193" y="95903"/>
                  <a:pt x="4062" y="96860"/>
                </a:cubicBezTo>
                <a:lnTo>
                  <a:pt x="4106" y="96786"/>
                </a:lnTo>
                <a:cubicBezTo>
                  <a:pt x="2119" y="95771"/>
                  <a:pt x="809" y="93505"/>
                  <a:pt x="589" y="91120"/>
                </a:cubicBezTo>
                <a:lnTo>
                  <a:pt x="589" y="91120"/>
                </a:lnTo>
                <a:cubicBezTo>
                  <a:pt x="677" y="91827"/>
                  <a:pt x="883" y="92548"/>
                  <a:pt x="1163" y="93225"/>
                </a:cubicBezTo>
                <a:cubicBezTo>
                  <a:pt x="1825" y="94800"/>
                  <a:pt x="2899" y="96050"/>
                  <a:pt x="4224" y="96786"/>
                </a:cubicBezTo>
                <a:lnTo>
                  <a:pt x="4268" y="96713"/>
                </a:lnTo>
                <a:cubicBezTo>
                  <a:pt x="2281" y="95609"/>
                  <a:pt x="912" y="93328"/>
                  <a:pt x="648" y="90929"/>
                </a:cubicBezTo>
                <a:lnTo>
                  <a:pt x="648" y="90929"/>
                </a:lnTo>
                <a:cubicBezTo>
                  <a:pt x="1015" y="93298"/>
                  <a:pt x="2384" y="95535"/>
                  <a:pt x="4400" y="96727"/>
                </a:cubicBezTo>
                <a:lnTo>
                  <a:pt x="4430" y="96654"/>
                </a:lnTo>
                <a:cubicBezTo>
                  <a:pt x="2355" y="95418"/>
                  <a:pt x="957" y="93034"/>
                  <a:pt x="677" y="90561"/>
                </a:cubicBezTo>
                <a:lnTo>
                  <a:pt x="677" y="90561"/>
                </a:lnTo>
                <a:cubicBezTo>
                  <a:pt x="1060" y="93004"/>
                  <a:pt x="2487" y="95329"/>
                  <a:pt x="4577" y="96669"/>
                </a:cubicBezTo>
                <a:lnTo>
                  <a:pt x="4621" y="96595"/>
                </a:lnTo>
                <a:cubicBezTo>
                  <a:pt x="2443" y="95197"/>
                  <a:pt x="986" y="92739"/>
                  <a:pt x="721" y="90179"/>
                </a:cubicBezTo>
                <a:lnTo>
                  <a:pt x="721" y="90179"/>
                </a:lnTo>
                <a:cubicBezTo>
                  <a:pt x="839" y="91003"/>
                  <a:pt x="1089" y="91812"/>
                  <a:pt x="1457" y="92622"/>
                </a:cubicBezTo>
                <a:cubicBezTo>
                  <a:pt x="2193" y="94240"/>
                  <a:pt x="3370" y="95653"/>
                  <a:pt x="4768" y="96610"/>
                </a:cubicBezTo>
                <a:lnTo>
                  <a:pt x="4798" y="96536"/>
                </a:lnTo>
                <a:cubicBezTo>
                  <a:pt x="2575" y="95035"/>
                  <a:pt x="1089" y="92460"/>
                  <a:pt x="765" y="89870"/>
                </a:cubicBezTo>
                <a:lnTo>
                  <a:pt x="765" y="89870"/>
                </a:lnTo>
                <a:cubicBezTo>
                  <a:pt x="1177" y="92415"/>
                  <a:pt x="2708" y="94947"/>
                  <a:pt x="4930" y="96536"/>
                </a:cubicBezTo>
                <a:lnTo>
                  <a:pt x="4989" y="96463"/>
                </a:lnTo>
                <a:cubicBezTo>
                  <a:pt x="2708" y="94829"/>
                  <a:pt x="1177" y="92224"/>
                  <a:pt x="809" y="89605"/>
                </a:cubicBezTo>
                <a:lnTo>
                  <a:pt x="809" y="89605"/>
                </a:lnTo>
                <a:cubicBezTo>
                  <a:pt x="1251" y="92195"/>
                  <a:pt x="2796" y="94755"/>
                  <a:pt x="5092" y="96492"/>
                </a:cubicBezTo>
                <a:lnTo>
                  <a:pt x="5151" y="96433"/>
                </a:lnTo>
                <a:cubicBezTo>
                  <a:pt x="2811" y="94667"/>
                  <a:pt x="1266" y="92077"/>
                  <a:pt x="868" y="89458"/>
                </a:cubicBezTo>
                <a:lnTo>
                  <a:pt x="868" y="89443"/>
                </a:lnTo>
                <a:cubicBezTo>
                  <a:pt x="1030" y="90311"/>
                  <a:pt x="1324" y="91165"/>
                  <a:pt x="1722" y="92033"/>
                </a:cubicBezTo>
                <a:cubicBezTo>
                  <a:pt x="2531" y="93711"/>
                  <a:pt x="3782" y="95270"/>
                  <a:pt x="5254" y="96448"/>
                </a:cubicBezTo>
                <a:lnTo>
                  <a:pt x="5313" y="96389"/>
                </a:lnTo>
                <a:cubicBezTo>
                  <a:pt x="2943" y="94520"/>
                  <a:pt x="1383" y="91930"/>
                  <a:pt x="912" y="89310"/>
                </a:cubicBezTo>
                <a:cubicBezTo>
                  <a:pt x="912" y="89296"/>
                  <a:pt x="912" y="89296"/>
                  <a:pt x="942" y="89281"/>
                </a:cubicBezTo>
                <a:cubicBezTo>
                  <a:pt x="1118" y="90134"/>
                  <a:pt x="1413" y="91003"/>
                  <a:pt x="1840" y="91856"/>
                </a:cubicBezTo>
                <a:cubicBezTo>
                  <a:pt x="2664" y="93563"/>
                  <a:pt x="3915" y="95138"/>
                  <a:pt x="5460" y="96418"/>
                </a:cubicBezTo>
                <a:lnTo>
                  <a:pt x="5519" y="96359"/>
                </a:lnTo>
                <a:cubicBezTo>
                  <a:pt x="3149" y="94387"/>
                  <a:pt x="1531" y="91739"/>
                  <a:pt x="1015" y="89148"/>
                </a:cubicBezTo>
                <a:cubicBezTo>
                  <a:pt x="1015" y="89148"/>
                  <a:pt x="1015" y="89134"/>
                  <a:pt x="1030" y="89134"/>
                </a:cubicBezTo>
                <a:cubicBezTo>
                  <a:pt x="1236" y="89973"/>
                  <a:pt x="1531" y="90841"/>
                  <a:pt x="1943" y="91680"/>
                </a:cubicBezTo>
                <a:cubicBezTo>
                  <a:pt x="2796" y="93401"/>
                  <a:pt x="4076" y="95035"/>
                  <a:pt x="5651" y="96374"/>
                </a:cubicBezTo>
                <a:lnTo>
                  <a:pt x="5695" y="96315"/>
                </a:lnTo>
                <a:cubicBezTo>
                  <a:pt x="3709" y="94594"/>
                  <a:pt x="1722" y="91959"/>
                  <a:pt x="1089" y="89016"/>
                </a:cubicBezTo>
                <a:cubicBezTo>
                  <a:pt x="1089" y="89001"/>
                  <a:pt x="1104" y="89001"/>
                  <a:pt x="1104" y="88987"/>
                </a:cubicBezTo>
                <a:cubicBezTo>
                  <a:pt x="1310" y="89811"/>
                  <a:pt x="1619" y="90650"/>
                  <a:pt x="2060" y="91503"/>
                </a:cubicBezTo>
                <a:cubicBezTo>
                  <a:pt x="2929" y="93225"/>
                  <a:pt x="4224" y="94903"/>
                  <a:pt x="5828" y="96345"/>
                </a:cubicBezTo>
                <a:lnTo>
                  <a:pt x="5887" y="96286"/>
                </a:lnTo>
                <a:cubicBezTo>
                  <a:pt x="3414" y="94064"/>
                  <a:pt x="1781" y="91430"/>
                  <a:pt x="1177" y="88854"/>
                </a:cubicBezTo>
                <a:cubicBezTo>
                  <a:pt x="1177" y="88839"/>
                  <a:pt x="1192" y="88810"/>
                  <a:pt x="1192" y="88810"/>
                </a:cubicBezTo>
                <a:cubicBezTo>
                  <a:pt x="1869" y="91371"/>
                  <a:pt x="3532" y="93990"/>
                  <a:pt x="6019" y="96301"/>
                </a:cubicBezTo>
                <a:lnTo>
                  <a:pt x="6063" y="96242"/>
                </a:lnTo>
                <a:cubicBezTo>
                  <a:pt x="3561" y="93887"/>
                  <a:pt x="1913" y="91282"/>
                  <a:pt x="1251" y="88707"/>
                </a:cubicBezTo>
                <a:cubicBezTo>
                  <a:pt x="1251" y="88692"/>
                  <a:pt x="1266" y="88663"/>
                  <a:pt x="1266" y="88648"/>
                </a:cubicBezTo>
                <a:cubicBezTo>
                  <a:pt x="2207" y="91945"/>
                  <a:pt x="4577" y="94682"/>
                  <a:pt x="6181" y="96242"/>
                </a:cubicBezTo>
                <a:lnTo>
                  <a:pt x="6240" y="96198"/>
                </a:lnTo>
                <a:cubicBezTo>
                  <a:pt x="4621" y="94623"/>
                  <a:pt x="2222" y="91856"/>
                  <a:pt x="1324" y="88545"/>
                </a:cubicBezTo>
                <a:cubicBezTo>
                  <a:pt x="1324" y="88516"/>
                  <a:pt x="1339" y="88501"/>
                  <a:pt x="1339" y="88486"/>
                </a:cubicBezTo>
                <a:cubicBezTo>
                  <a:pt x="1575" y="89296"/>
                  <a:pt x="1913" y="90105"/>
                  <a:pt x="2355" y="90929"/>
                </a:cubicBezTo>
                <a:cubicBezTo>
                  <a:pt x="3267" y="92680"/>
                  <a:pt x="4621" y="94446"/>
                  <a:pt x="6358" y="96198"/>
                </a:cubicBezTo>
                <a:lnTo>
                  <a:pt x="6416" y="96139"/>
                </a:lnTo>
                <a:cubicBezTo>
                  <a:pt x="4474" y="94181"/>
                  <a:pt x="2310" y="91459"/>
                  <a:pt x="1413" y="88368"/>
                </a:cubicBezTo>
                <a:cubicBezTo>
                  <a:pt x="1413" y="88354"/>
                  <a:pt x="1428" y="88339"/>
                  <a:pt x="1428" y="88339"/>
                </a:cubicBezTo>
                <a:cubicBezTo>
                  <a:pt x="2222" y="90826"/>
                  <a:pt x="3900" y="93416"/>
                  <a:pt x="6549" y="96153"/>
                </a:cubicBezTo>
                <a:lnTo>
                  <a:pt x="6608" y="96095"/>
                </a:lnTo>
                <a:cubicBezTo>
                  <a:pt x="3959" y="93343"/>
                  <a:pt x="2266" y="90753"/>
                  <a:pt x="1486" y="88251"/>
                </a:cubicBezTo>
                <a:cubicBezTo>
                  <a:pt x="1501" y="88221"/>
                  <a:pt x="1501" y="88192"/>
                  <a:pt x="1531" y="88177"/>
                </a:cubicBezTo>
                <a:cubicBezTo>
                  <a:pt x="2575" y="91356"/>
                  <a:pt x="4856" y="94093"/>
                  <a:pt x="6711" y="96095"/>
                </a:cubicBezTo>
                <a:lnTo>
                  <a:pt x="6770" y="96050"/>
                </a:lnTo>
                <a:cubicBezTo>
                  <a:pt x="4886" y="94034"/>
                  <a:pt x="2590" y="91268"/>
                  <a:pt x="1575" y="88074"/>
                </a:cubicBezTo>
                <a:cubicBezTo>
                  <a:pt x="1604" y="88059"/>
                  <a:pt x="1604" y="88030"/>
                  <a:pt x="1619" y="88001"/>
                </a:cubicBezTo>
                <a:cubicBezTo>
                  <a:pt x="2678" y="91076"/>
                  <a:pt x="4871" y="93843"/>
                  <a:pt x="6902" y="96050"/>
                </a:cubicBezTo>
                <a:lnTo>
                  <a:pt x="6946" y="95992"/>
                </a:lnTo>
                <a:cubicBezTo>
                  <a:pt x="4930" y="93769"/>
                  <a:pt x="2723" y="90988"/>
                  <a:pt x="1678" y="87898"/>
                </a:cubicBezTo>
                <a:cubicBezTo>
                  <a:pt x="1692" y="87883"/>
                  <a:pt x="1692" y="87853"/>
                  <a:pt x="1707" y="87839"/>
                </a:cubicBezTo>
                <a:cubicBezTo>
                  <a:pt x="2752" y="90767"/>
                  <a:pt x="4856" y="93446"/>
                  <a:pt x="7079" y="95992"/>
                </a:cubicBezTo>
                <a:lnTo>
                  <a:pt x="7137" y="95933"/>
                </a:lnTo>
                <a:cubicBezTo>
                  <a:pt x="4915" y="93401"/>
                  <a:pt x="2796" y="90694"/>
                  <a:pt x="1766" y="87750"/>
                </a:cubicBezTo>
                <a:cubicBezTo>
                  <a:pt x="2458" y="86573"/>
                  <a:pt x="3326" y="85484"/>
                  <a:pt x="4179" y="84439"/>
                </a:cubicBezTo>
                <a:cubicBezTo>
                  <a:pt x="4503" y="84027"/>
                  <a:pt x="4842" y="83615"/>
                  <a:pt x="5151" y="83188"/>
                </a:cubicBezTo>
                <a:cubicBezTo>
                  <a:pt x="6107" y="81937"/>
                  <a:pt x="6828" y="80745"/>
                  <a:pt x="7285" y="79612"/>
                </a:cubicBezTo>
                <a:cubicBezTo>
                  <a:pt x="7358" y="79465"/>
                  <a:pt x="7417" y="79318"/>
                  <a:pt x="7491" y="79171"/>
                </a:cubicBezTo>
                <a:cubicBezTo>
                  <a:pt x="7579" y="78994"/>
                  <a:pt x="7667" y="78788"/>
                  <a:pt x="7756" y="78612"/>
                </a:cubicBezTo>
                <a:cubicBezTo>
                  <a:pt x="7814" y="78509"/>
                  <a:pt x="7859" y="78420"/>
                  <a:pt x="7903" y="78317"/>
                </a:cubicBezTo>
                <a:cubicBezTo>
                  <a:pt x="7962" y="78214"/>
                  <a:pt x="8020" y="78111"/>
                  <a:pt x="8079" y="78023"/>
                </a:cubicBezTo>
                <a:cubicBezTo>
                  <a:pt x="8182" y="77832"/>
                  <a:pt x="8271" y="77670"/>
                  <a:pt x="8374" y="77478"/>
                </a:cubicBezTo>
                <a:cubicBezTo>
                  <a:pt x="8447" y="77375"/>
                  <a:pt x="8491" y="77258"/>
                  <a:pt x="8565" y="77155"/>
                </a:cubicBezTo>
                <a:cubicBezTo>
                  <a:pt x="8668" y="77007"/>
                  <a:pt x="8756" y="76875"/>
                  <a:pt x="8845" y="76728"/>
                </a:cubicBezTo>
                <a:cubicBezTo>
                  <a:pt x="8918" y="76640"/>
                  <a:pt x="8977" y="76551"/>
                  <a:pt x="9051" y="76448"/>
                </a:cubicBezTo>
                <a:cubicBezTo>
                  <a:pt x="9154" y="76331"/>
                  <a:pt x="9257" y="76183"/>
                  <a:pt x="9345" y="76051"/>
                </a:cubicBezTo>
                <a:cubicBezTo>
                  <a:pt x="9433" y="75933"/>
                  <a:pt x="9522" y="75815"/>
                  <a:pt x="9625" y="75698"/>
                </a:cubicBezTo>
                <a:lnTo>
                  <a:pt x="9889" y="75374"/>
                </a:lnTo>
                <a:cubicBezTo>
                  <a:pt x="10007" y="75256"/>
                  <a:pt x="10096" y="75153"/>
                  <a:pt x="10184" y="75035"/>
                </a:cubicBezTo>
                <a:lnTo>
                  <a:pt x="10508" y="74726"/>
                </a:lnTo>
                <a:cubicBezTo>
                  <a:pt x="10611" y="74638"/>
                  <a:pt x="10728" y="74520"/>
                  <a:pt x="10817" y="74417"/>
                </a:cubicBezTo>
                <a:cubicBezTo>
                  <a:pt x="10920" y="74314"/>
                  <a:pt x="11052" y="74211"/>
                  <a:pt x="11170" y="74123"/>
                </a:cubicBezTo>
                <a:cubicBezTo>
                  <a:pt x="11288" y="74020"/>
                  <a:pt x="11405" y="73932"/>
                  <a:pt x="11508" y="73829"/>
                </a:cubicBezTo>
                <a:cubicBezTo>
                  <a:pt x="11641" y="73726"/>
                  <a:pt x="11758" y="73637"/>
                  <a:pt x="11861" y="73549"/>
                </a:cubicBezTo>
                <a:cubicBezTo>
                  <a:pt x="11994" y="73461"/>
                  <a:pt x="12097" y="73387"/>
                  <a:pt x="12229" y="73284"/>
                </a:cubicBezTo>
                <a:cubicBezTo>
                  <a:pt x="12362" y="73211"/>
                  <a:pt x="12494" y="73122"/>
                  <a:pt x="12612" y="73034"/>
                </a:cubicBezTo>
                <a:cubicBezTo>
                  <a:pt x="12744" y="72960"/>
                  <a:pt x="12892" y="72872"/>
                  <a:pt x="13024" y="72799"/>
                </a:cubicBezTo>
                <a:cubicBezTo>
                  <a:pt x="13112" y="72740"/>
                  <a:pt x="13201" y="72696"/>
                  <a:pt x="13304" y="72651"/>
                </a:cubicBezTo>
                <a:cubicBezTo>
                  <a:pt x="16100" y="71047"/>
                  <a:pt x="17910" y="67898"/>
                  <a:pt x="17939" y="64675"/>
                </a:cubicBezTo>
                <a:cubicBezTo>
                  <a:pt x="17939" y="62894"/>
                  <a:pt x="17424" y="61143"/>
                  <a:pt x="16924" y="59480"/>
                </a:cubicBezTo>
                <a:cubicBezTo>
                  <a:pt x="16482" y="57964"/>
                  <a:pt x="16026" y="56405"/>
                  <a:pt x="15953" y="54845"/>
                </a:cubicBezTo>
                <a:cubicBezTo>
                  <a:pt x="16836" y="54668"/>
                  <a:pt x="17689" y="54565"/>
                  <a:pt x="18499" y="54477"/>
                </a:cubicBezTo>
                <a:cubicBezTo>
                  <a:pt x="21324" y="54123"/>
                  <a:pt x="23752" y="53829"/>
                  <a:pt x="25327" y="51725"/>
                </a:cubicBezTo>
                <a:cubicBezTo>
                  <a:pt x="26210" y="50577"/>
                  <a:pt x="26813" y="49414"/>
                  <a:pt x="27167" y="48237"/>
                </a:cubicBezTo>
                <a:cubicBezTo>
                  <a:pt x="27167" y="48193"/>
                  <a:pt x="27167" y="48178"/>
                  <a:pt x="27181" y="48163"/>
                </a:cubicBezTo>
                <a:cubicBezTo>
                  <a:pt x="27211" y="48105"/>
                  <a:pt x="27225" y="48031"/>
                  <a:pt x="27240" y="47972"/>
                </a:cubicBezTo>
                <a:cubicBezTo>
                  <a:pt x="27240" y="47957"/>
                  <a:pt x="27255" y="47957"/>
                  <a:pt x="27255" y="47943"/>
                </a:cubicBezTo>
                <a:cubicBezTo>
                  <a:pt x="27314" y="47737"/>
                  <a:pt x="27358" y="47516"/>
                  <a:pt x="27387" y="47310"/>
                </a:cubicBezTo>
                <a:cubicBezTo>
                  <a:pt x="27432" y="47045"/>
                  <a:pt x="27432" y="46780"/>
                  <a:pt x="27432" y="46500"/>
                </a:cubicBezTo>
                <a:lnTo>
                  <a:pt x="27432" y="46486"/>
                </a:lnTo>
                <a:cubicBezTo>
                  <a:pt x="27402" y="46839"/>
                  <a:pt x="27358" y="47207"/>
                  <a:pt x="27255" y="47575"/>
                </a:cubicBezTo>
                <a:lnTo>
                  <a:pt x="27255" y="47428"/>
                </a:lnTo>
                <a:cubicBezTo>
                  <a:pt x="27255" y="47369"/>
                  <a:pt x="27255" y="47310"/>
                  <a:pt x="27284" y="47266"/>
                </a:cubicBezTo>
                <a:cubicBezTo>
                  <a:pt x="27358" y="46986"/>
                  <a:pt x="27387" y="46721"/>
                  <a:pt x="27432" y="46471"/>
                </a:cubicBezTo>
                <a:cubicBezTo>
                  <a:pt x="27432" y="46118"/>
                  <a:pt x="27446" y="45765"/>
                  <a:pt x="27446" y="45426"/>
                </a:cubicBezTo>
                <a:cubicBezTo>
                  <a:pt x="27446" y="45102"/>
                  <a:pt x="27387" y="44852"/>
                  <a:pt x="27402" y="44558"/>
                </a:cubicBezTo>
                <a:cubicBezTo>
                  <a:pt x="27402" y="44543"/>
                  <a:pt x="27402" y="44543"/>
                  <a:pt x="27387" y="44514"/>
                </a:cubicBezTo>
                <a:cubicBezTo>
                  <a:pt x="27387" y="44411"/>
                  <a:pt x="27387" y="44293"/>
                  <a:pt x="27402" y="44190"/>
                </a:cubicBezTo>
                <a:cubicBezTo>
                  <a:pt x="27432" y="43925"/>
                  <a:pt x="27446" y="43660"/>
                  <a:pt x="27446" y="43395"/>
                </a:cubicBezTo>
                <a:cubicBezTo>
                  <a:pt x="27461" y="43116"/>
                  <a:pt x="27476" y="42851"/>
                  <a:pt x="27476" y="42571"/>
                </a:cubicBezTo>
                <a:cubicBezTo>
                  <a:pt x="27505" y="42336"/>
                  <a:pt x="27520" y="42071"/>
                  <a:pt x="27520" y="41835"/>
                </a:cubicBezTo>
                <a:cubicBezTo>
                  <a:pt x="27549" y="41526"/>
                  <a:pt x="27579" y="41232"/>
                  <a:pt x="27579" y="40938"/>
                </a:cubicBezTo>
                <a:cubicBezTo>
                  <a:pt x="27593" y="40673"/>
                  <a:pt x="27608" y="40437"/>
                  <a:pt x="27623" y="40172"/>
                </a:cubicBezTo>
                <a:cubicBezTo>
                  <a:pt x="27667" y="39863"/>
                  <a:pt x="27682" y="39569"/>
                  <a:pt x="27696" y="39275"/>
                </a:cubicBezTo>
                <a:cubicBezTo>
                  <a:pt x="27726" y="39039"/>
                  <a:pt x="27755" y="38804"/>
                  <a:pt x="27755" y="38554"/>
                </a:cubicBezTo>
                <a:cubicBezTo>
                  <a:pt x="27799" y="38259"/>
                  <a:pt x="27829" y="37950"/>
                  <a:pt x="27844" y="37641"/>
                </a:cubicBezTo>
                <a:cubicBezTo>
                  <a:pt x="27888" y="37362"/>
                  <a:pt x="27917" y="37067"/>
                  <a:pt x="27947" y="36788"/>
                </a:cubicBezTo>
                <a:cubicBezTo>
                  <a:pt x="27991" y="36523"/>
                  <a:pt x="28035" y="36243"/>
                  <a:pt x="28050" y="35963"/>
                </a:cubicBezTo>
                <a:cubicBezTo>
                  <a:pt x="28108" y="35684"/>
                  <a:pt x="28138" y="35419"/>
                  <a:pt x="28182" y="35139"/>
                </a:cubicBezTo>
                <a:lnTo>
                  <a:pt x="28344" y="34315"/>
                </a:lnTo>
                <a:cubicBezTo>
                  <a:pt x="28418" y="34036"/>
                  <a:pt x="28476" y="33771"/>
                  <a:pt x="28535" y="33506"/>
                </a:cubicBezTo>
                <a:cubicBezTo>
                  <a:pt x="28609" y="33241"/>
                  <a:pt x="28682" y="32991"/>
                  <a:pt x="28727" y="32726"/>
                </a:cubicBezTo>
                <a:cubicBezTo>
                  <a:pt x="28844" y="32402"/>
                  <a:pt x="28947" y="32049"/>
                  <a:pt x="29021" y="31710"/>
                </a:cubicBezTo>
                <a:cubicBezTo>
                  <a:pt x="29315" y="30342"/>
                  <a:pt x="29359" y="28944"/>
                  <a:pt x="29124" y="27708"/>
                </a:cubicBezTo>
                <a:cubicBezTo>
                  <a:pt x="28844" y="26310"/>
                  <a:pt x="28241" y="25118"/>
                  <a:pt x="27314" y="24205"/>
                </a:cubicBezTo>
                <a:cubicBezTo>
                  <a:pt x="26019" y="22940"/>
                  <a:pt x="24223" y="22410"/>
                  <a:pt x="22502" y="21895"/>
                </a:cubicBezTo>
                <a:cubicBezTo>
                  <a:pt x="21133" y="21483"/>
                  <a:pt x="19735" y="21071"/>
                  <a:pt x="18557" y="20291"/>
                </a:cubicBezTo>
                <a:cubicBezTo>
                  <a:pt x="18837" y="19834"/>
                  <a:pt x="19073" y="19349"/>
                  <a:pt x="19279" y="18863"/>
                </a:cubicBezTo>
                <a:cubicBezTo>
                  <a:pt x="20559" y="15802"/>
                  <a:pt x="20147" y="12094"/>
                  <a:pt x="18204" y="9400"/>
                </a:cubicBezTo>
                <a:cubicBezTo>
                  <a:pt x="18175" y="9371"/>
                  <a:pt x="18131" y="9312"/>
                  <a:pt x="18116" y="9268"/>
                </a:cubicBezTo>
                <a:cubicBezTo>
                  <a:pt x="18087" y="9239"/>
                  <a:pt x="18072" y="9180"/>
                  <a:pt x="18028" y="9150"/>
                </a:cubicBezTo>
                <a:lnTo>
                  <a:pt x="17925" y="8974"/>
                </a:lnTo>
                <a:cubicBezTo>
                  <a:pt x="17895" y="8944"/>
                  <a:pt x="17881" y="8900"/>
                  <a:pt x="17836" y="8885"/>
                </a:cubicBezTo>
                <a:cubicBezTo>
                  <a:pt x="17792" y="8812"/>
                  <a:pt x="17733" y="8723"/>
                  <a:pt x="17675" y="8650"/>
                </a:cubicBezTo>
                <a:cubicBezTo>
                  <a:pt x="17675" y="8650"/>
                  <a:pt x="17675" y="8635"/>
                  <a:pt x="17660" y="8635"/>
                </a:cubicBezTo>
                <a:cubicBezTo>
                  <a:pt x="17586" y="8517"/>
                  <a:pt x="17513" y="8429"/>
                  <a:pt x="17439" y="8311"/>
                </a:cubicBezTo>
                <a:cubicBezTo>
                  <a:pt x="17365" y="8223"/>
                  <a:pt x="17307" y="8120"/>
                  <a:pt x="17233" y="8017"/>
                </a:cubicBezTo>
                <a:cubicBezTo>
                  <a:pt x="17159" y="7914"/>
                  <a:pt x="17086" y="7796"/>
                  <a:pt x="16998" y="7693"/>
                </a:cubicBezTo>
                <a:cubicBezTo>
                  <a:pt x="16939" y="7605"/>
                  <a:pt x="16865" y="7502"/>
                  <a:pt x="16792" y="7414"/>
                </a:cubicBezTo>
                <a:cubicBezTo>
                  <a:pt x="16718" y="7311"/>
                  <a:pt x="16644" y="7193"/>
                  <a:pt x="16571" y="7105"/>
                </a:cubicBezTo>
                <a:cubicBezTo>
                  <a:pt x="16497" y="7016"/>
                  <a:pt x="16453" y="6899"/>
                  <a:pt x="16379" y="6810"/>
                </a:cubicBezTo>
                <a:lnTo>
                  <a:pt x="16159" y="6472"/>
                </a:lnTo>
                <a:cubicBezTo>
                  <a:pt x="16085" y="6369"/>
                  <a:pt x="16012" y="6281"/>
                  <a:pt x="15938" y="6163"/>
                </a:cubicBezTo>
                <a:cubicBezTo>
                  <a:pt x="15864" y="6060"/>
                  <a:pt x="15806" y="5957"/>
                  <a:pt x="15732" y="5869"/>
                </a:cubicBezTo>
                <a:cubicBezTo>
                  <a:pt x="15673" y="5780"/>
                  <a:pt x="15599" y="5692"/>
                  <a:pt x="15526" y="5574"/>
                </a:cubicBezTo>
                <a:cubicBezTo>
                  <a:pt x="15452" y="5471"/>
                  <a:pt x="15379" y="5339"/>
                  <a:pt x="15290" y="5221"/>
                </a:cubicBezTo>
                <a:cubicBezTo>
                  <a:pt x="15217" y="5118"/>
                  <a:pt x="15158" y="5030"/>
                  <a:pt x="15084" y="4927"/>
                </a:cubicBezTo>
                <a:cubicBezTo>
                  <a:pt x="15026" y="4838"/>
                  <a:pt x="14952" y="4735"/>
                  <a:pt x="14878" y="4632"/>
                </a:cubicBezTo>
                <a:cubicBezTo>
                  <a:pt x="14805" y="4529"/>
                  <a:pt x="14761" y="4441"/>
                  <a:pt x="14687" y="4323"/>
                </a:cubicBezTo>
                <a:cubicBezTo>
                  <a:pt x="14613" y="4191"/>
                  <a:pt x="14510" y="4073"/>
                  <a:pt x="14437" y="3955"/>
                </a:cubicBezTo>
                <a:cubicBezTo>
                  <a:pt x="14393" y="3867"/>
                  <a:pt x="14334" y="3794"/>
                  <a:pt x="14275" y="3705"/>
                </a:cubicBezTo>
                <a:lnTo>
                  <a:pt x="14113" y="3426"/>
                </a:lnTo>
                <a:cubicBezTo>
                  <a:pt x="14040" y="3308"/>
                  <a:pt x="13966" y="3190"/>
                  <a:pt x="13892" y="3072"/>
                </a:cubicBezTo>
                <a:cubicBezTo>
                  <a:pt x="12872" y="1341"/>
                  <a:pt x="11030" y="1"/>
                  <a:pt x="9151" y="1"/>
                </a:cubicBezTo>
                <a:close/>
              </a:path>
            </a:pathLst>
          </a:custGeom>
          <a:gradFill>
            <a:gsLst>
              <a:gs pos="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1"/>
          <p:cNvSpPr/>
          <p:nvPr/>
        </p:nvSpPr>
        <p:spPr>
          <a:xfrm rot="5400000">
            <a:off x="6822149" y="589576"/>
            <a:ext cx="2957675" cy="1737700"/>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1"/>
          <p:cNvSpPr/>
          <p:nvPr/>
        </p:nvSpPr>
        <p:spPr>
          <a:xfrm rot="5400000">
            <a:off x="7652686" y="490014"/>
            <a:ext cx="2027950" cy="1006350"/>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1"/>
          <p:cNvSpPr/>
          <p:nvPr/>
        </p:nvSpPr>
        <p:spPr>
          <a:xfrm rot="4803261">
            <a:off x="6442863" y="1001372"/>
            <a:ext cx="3816097" cy="1347157"/>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1"/>
          <p:cNvSpPr/>
          <p:nvPr/>
        </p:nvSpPr>
        <p:spPr>
          <a:xfrm rot="-5400000">
            <a:off x="-632426" y="2802161"/>
            <a:ext cx="2957675" cy="1737700"/>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1"/>
          <p:cNvSpPr/>
          <p:nvPr/>
        </p:nvSpPr>
        <p:spPr>
          <a:xfrm rot="-5400000">
            <a:off x="-533239" y="3633074"/>
            <a:ext cx="2027950" cy="1006350"/>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1"/>
          <p:cNvSpPr/>
          <p:nvPr/>
        </p:nvSpPr>
        <p:spPr>
          <a:xfrm rot="-5996739">
            <a:off x="-1111562" y="2780909"/>
            <a:ext cx="3816097" cy="1347157"/>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1"/>
          <p:cNvSpPr/>
          <p:nvPr/>
        </p:nvSpPr>
        <p:spPr>
          <a:xfrm flipH="1" rot="10800000">
            <a:off x="213281" y="4139193"/>
            <a:ext cx="356100" cy="356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1"/>
          <p:cNvSpPr/>
          <p:nvPr/>
        </p:nvSpPr>
        <p:spPr>
          <a:xfrm flipH="1" rot="10800000">
            <a:off x="7956507" y="1546605"/>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1"/>
          <p:cNvSpPr/>
          <p:nvPr/>
        </p:nvSpPr>
        <p:spPr>
          <a:xfrm flipH="1" rot="10800000">
            <a:off x="5230201" y="4659433"/>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1"/>
          <p:cNvSpPr/>
          <p:nvPr/>
        </p:nvSpPr>
        <p:spPr>
          <a:xfrm flipH="1" rot="10800000">
            <a:off x="8108730" y="3944258"/>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1"/>
          <p:cNvSpPr/>
          <p:nvPr/>
        </p:nvSpPr>
        <p:spPr>
          <a:xfrm flipH="1" rot="10800000">
            <a:off x="2852330" y="24908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1"/>
          <p:cNvSpPr/>
          <p:nvPr/>
        </p:nvSpPr>
        <p:spPr>
          <a:xfrm flipH="1" rot="10800000">
            <a:off x="454532" y="878130"/>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1"/>
          <p:cNvSpPr/>
          <p:nvPr/>
        </p:nvSpPr>
        <p:spPr>
          <a:xfrm flipH="1" rot="10800000">
            <a:off x="7766593" y="348108"/>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1"/>
          <p:cNvSpPr/>
          <p:nvPr/>
        </p:nvSpPr>
        <p:spPr>
          <a:xfrm flipH="1" rot="10800000">
            <a:off x="-296337" y="4509924"/>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1"/>
          <p:cNvSpPr/>
          <p:nvPr/>
        </p:nvSpPr>
        <p:spPr>
          <a:xfrm flipH="1" rot="10800000">
            <a:off x="8874138" y="112874"/>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1"/>
          <p:cNvSpPr txBox="1"/>
          <p:nvPr/>
        </p:nvSpPr>
        <p:spPr>
          <a:xfrm>
            <a:off x="2638000" y="3250348"/>
            <a:ext cx="3852300" cy="6939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dk1"/>
                </a:solidFill>
                <a:uFill>
                  <a:noFill/>
                </a:uFill>
                <a:latin typeface="Karla"/>
                <a:ea typeface="Karla"/>
                <a:cs typeface="Karla"/>
                <a:sym typeface="Karla"/>
                <a:hlinkClick r:id="rId2">
                  <a:extLst>
                    <a:ext uri="{A12FA001-AC4F-418D-AE19-62706E023703}">
                      <ahyp:hlinkClr val="tx"/>
                    </a:ext>
                  </a:extLst>
                </a:hlinkClick>
              </a:rPr>
              <a:t>Slidesgo</a:t>
            </a:r>
            <a:r>
              <a:rPr lang="en" sz="1200">
                <a:solidFill>
                  <a:schemeClr val="dk1"/>
                </a:solidFill>
                <a:latin typeface="Karla"/>
                <a:ea typeface="Karla"/>
                <a:cs typeface="Karla"/>
                <a:sym typeface="Karla"/>
              </a:rPr>
              <a:t>, including icons by </a:t>
            </a:r>
            <a:r>
              <a:rPr b="1" lang="en" sz="1200">
                <a:solidFill>
                  <a:schemeClr val="dk1"/>
                </a:solidFill>
                <a:uFill>
                  <a:noFill/>
                </a:uFill>
                <a:latin typeface="Karla"/>
                <a:ea typeface="Karla"/>
                <a:cs typeface="Karla"/>
                <a:sym typeface="Karla"/>
                <a:hlinkClick r:id="rId3">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 </a:t>
            </a:r>
            <a:r>
              <a:rPr b="1" lang="en" sz="1200">
                <a:solidFill>
                  <a:schemeClr val="dk1"/>
                </a:solidFill>
                <a:uFill>
                  <a:noFill/>
                </a:uFill>
                <a:latin typeface="Karla"/>
                <a:ea typeface="Karla"/>
                <a:cs typeface="Karla"/>
                <a:sym typeface="Karla"/>
                <a:hlinkClick r:id="rId4">
                  <a:extLst>
                    <a:ext uri="{A12FA001-AC4F-418D-AE19-62706E023703}">
                      <ahyp:hlinkClr val="tx"/>
                    </a:ext>
                  </a:extLst>
                </a:hlinkClick>
              </a:rPr>
              <a:t>Freepik</a:t>
            </a:r>
            <a:endParaRPr b="1" sz="5200">
              <a:solidFill>
                <a:schemeClr val="dk1"/>
              </a:solidFill>
              <a:latin typeface="Karla"/>
              <a:ea typeface="Karla"/>
              <a:cs typeface="Karla"/>
              <a:sym typeface="Karla"/>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22">
    <p:spTree>
      <p:nvGrpSpPr>
        <p:cNvPr id="824" name="Shape 824"/>
        <p:cNvGrpSpPr/>
        <p:nvPr/>
      </p:nvGrpSpPr>
      <p:grpSpPr>
        <a:xfrm>
          <a:off x="0" y="0"/>
          <a:ext cx="0" cy="0"/>
          <a:chOff x="0" y="0"/>
          <a:chExt cx="0" cy="0"/>
        </a:xfrm>
      </p:grpSpPr>
      <p:sp>
        <p:nvSpPr>
          <p:cNvPr id="825" name="Google Shape;825;p32"/>
          <p:cNvSpPr/>
          <p:nvPr/>
        </p:nvSpPr>
        <p:spPr>
          <a:xfrm flipH="1" rot="5400000">
            <a:off x="7186142" y="3173463"/>
            <a:ext cx="2668377" cy="1324155"/>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2"/>
          <p:cNvSpPr/>
          <p:nvPr/>
        </p:nvSpPr>
        <p:spPr>
          <a:xfrm flipH="1" rot="5400000">
            <a:off x="8456431" y="4443259"/>
            <a:ext cx="1033594" cy="418359"/>
          </a:xfrm>
          <a:custGeom>
            <a:rect b="b" l="l" r="r" t="t"/>
            <a:pathLst>
              <a:path extrusionOk="0" h="12718" w="31421">
                <a:moveTo>
                  <a:pt x="0" y="1"/>
                </a:moveTo>
                <a:lnTo>
                  <a:pt x="15" y="11318"/>
                </a:lnTo>
                <a:cubicBezTo>
                  <a:pt x="714" y="12333"/>
                  <a:pt x="1913" y="12717"/>
                  <a:pt x="3174" y="12717"/>
                </a:cubicBezTo>
                <a:cubicBezTo>
                  <a:pt x="3905" y="12717"/>
                  <a:pt x="4656" y="12588"/>
                  <a:pt x="5342" y="12377"/>
                </a:cubicBezTo>
                <a:cubicBezTo>
                  <a:pt x="7024" y="11870"/>
                  <a:pt x="8681" y="11024"/>
                  <a:pt x="10412" y="11024"/>
                </a:cubicBezTo>
                <a:cubicBezTo>
                  <a:pt x="10590" y="11024"/>
                  <a:pt x="10769" y="11033"/>
                  <a:pt x="10949" y="11053"/>
                </a:cubicBezTo>
                <a:cubicBezTo>
                  <a:pt x="12370" y="11196"/>
                  <a:pt x="13772" y="11959"/>
                  <a:pt x="15138" y="11959"/>
                </a:cubicBezTo>
                <a:cubicBezTo>
                  <a:pt x="15456" y="11959"/>
                  <a:pt x="15772" y="11918"/>
                  <a:pt x="16086" y="11818"/>
                </a:cubicBezTo>
                <a:cubicBezTo>
                  <a:pt x="18411" y="11067"/>
                  <a:pt x="18808" y="7683"/>
                  <a:pt x="20942" y="6491"/>
                </a:cubicBezTo>
                <a:cubicBezTo>
                  <a:pt x="21681" y="6076"/>
                  <a:pt x="22511" y="5989"/>
                  <a:pt x="23370" y="5989"/>
                </a:cubicBezTo>
                <a:cubicBezTo>
                  <a:pt x="23993" y="5989"/>
                  <a:pt x="24631" y="6035"/>
                  <a:pt x="25262" y="6035"/>
                </a:cubicBezTo>
                <a:cubicBezTo>
                  <a:pt x="25616" y="6035"/>
                  <a:pt x="25968" y="6020"/>
                  <a:pt x="26313" y="5976"/>
                </a:cubicBezTo>
                <a:cubicBezTo>
                  <a:pt x="29124" y="5608"/>
                  <a:pt x="31420" y="2826"/>
                  <a:pt x="31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2"/>
          <p:cNvSpPr/>
          <p:nvPr/>
        </p:nvSpPr>
        <p:spPr>
          <a:xfrm flipH="1" rot="-5400000">
            <a:off x="-672408" y="678438"/>
            <a:ext cx="2668377" cy="1324155"/>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2"/>
          <p:cNvSpPr/>
          <p:nvPr/>
        </p:nvSpPr>
        <p:spPr>
          <a:xfrm flipH="1" rot="-5400000">
            <a:off x="-307915" y="314439"/>
            <a:ext cx="1033594" cy="418359"/>
          </a:xfrm>
          <a:custGeom>
            <a:rect b="b" l="l" r="r" t="t"/>
            <a:pathLst>
              <a:path extrusionOk="0" h="12718" w="31421">
                <a:moveTo>
                  <a:pt x="0" y="1"/>
                </a:moveTo>
                <a:lnTo>
                  <a:pt x="15" y="11318"/>
                </a:lnTo>
                <a:cubicBezTo>
                  <a:pt x="714" y="12333"/>
                  <a:pt x="1913" y="12717"/>
                  <a:pt x="3174" y="12717"/>
                </a:cubicBezTo>
                <a:cubicBezTo>
                  <a:pt x="3905" y="12717"/>
                  <a:pt x="4656" y="12588"/>
                  <a:pt x="5342" y="12377"/>
                </a:cubicBezTo>
                <a:cubicBezTo>
                  <a:pt x="7024" y="11870"/>
                  <a:pt x="8681" y="11024"/>
                  <a:pt x="10412" y="11024"/>
                </a:cubicBezTo>
                <a:cubicBezTo>
                  <a:pt x="10590" y="11024"/>
                  <a:pt x="10769" y="11033"/>
                  <a:pt x="10949" y="11053"/>
                </a:cubicBezTo>
                <a:cubicBezTo>
                  <a:pt x="12370" y="11196"/>
                  <a:pt x="13772" y="11959"/>
                  <a:pt x="15138" y="11959"/>
                </a:cubicBezTo>
                <a:cubicBezTo>
                  <a:pt x="15456" y="11959"/>
                  <a:pt x="15772" y="11918"/>
                  <a:pt x="16086" y="11818"/>
                </a:cubicBezTo>
                <a:cubicBezTo>
                  <a:pt x="18411" y="11067"/>
                  <a:pt x="18808" y="7683"/>
                  <a:pt x="20942" y="6491"/>
                </a:cubicBezTo>
                <a:cubicBezTo>
                  <a:pt x="21681" y="6076"/>
                  <a:pt x="22511" y="5989"/>
                  <a:pt x="23370" y="5989"/>
                </a:cubicBezTo>
                <a:cubicBezTo>
                  <a:pt x="23993" y="5989"/>
                  <a:pt x="24631" y="6035"/>
                  <a:pt x="25262" y="6035"/>
                </a:cubicBezTo>
                <a:cubicBezTo>
                  <a:pt x="25616" y="6035"/>
                  <a:pt x="25968" y="6020"/>
                  <a:pt x="26313" y="5976"/>
                </a:cubicBezTo>
                <a:cubicBezTo>
                  <a:pt x="29124" y="5608"/>
                  <a:pt x="31420" y="2826"/>
                  <a:pt x="31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2"/>
          <p:cNvSpPr/>
          <p:nvPr/>
        </p:nvSpPr>
        <p:spPr>
          <a:xfrm flipH="1" rot="4825246">
            <a:off x="6997802" y="2798567"/>
            <a:ext cx="3747720" cy="1323018"/>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2"/>
          <p:cNvSpPr/>
          <p:nvPr/>
        </p:nvSpPr>
        <p:spPr>
          <a:xfrm flipH="1" rot="5400000">
            <a:off x="-1246548" y="1121491"/>
            <a:ext cx="3747660" cy="1322997"/>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2"/>
          <p:cNvSpPr/>
          <p:nvPr/>
        </p:nvSpPr>
        <p:spPr>
          <a:xfrm rot="10800000">
            <a:off x="8865521" y="4516249"/>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2"/>
          <p:cNvSpPr/>
          <p:nvPr/>
        </p:nvSpPr>
        <p:spPr>
          <a:xfrm rot="10800000">
            <a:off x="-245821" y="168560"/>
            <a:ext cx="483505" cy="483542"/>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2"/>
          <p:cNvSpPr/>
          <p:nvPr/>
        </p:nvSpPr>
        <p:spPr>
          <a:xfrm rot="10800000">
            <a:off x="341427" y="443488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2"/>
          <p:cNvSpPr/>
          <p:nvPr/>
        </p:nvSpPr>
        <p:spPr>
          <a:xfrm rot="10800000">
            <a:off x="594682" y="4699558"/>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2"/>
          <p:cNvSpPr/>
          <p:nvPr/>
        </p:nvSpPr>
        <p:spPr>
          <a:xfrm rot="10800000">
            <a:off x="845185" y="168561"/>
            <a:ext cx="138900" cy="138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2"/>
          <p:cNvSpPr/>
          <p:nvPr/>
        </p:nvSpPr>
        <p:spPr>
          <a:xfrm rot="10800000">
            <a:off x="8512333" y="4392874"/>
            <a:ext cx="194700" cy="194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2"/>
          <p:cNvSpPr/>
          <p:nvPr/>
        </p:nvSpPr>
        <p:spPr>
          <a:xfrm rot="10800000">
            <a:off x="8612001" y="115755"/>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23">
    <p:spTree>
      <p:nvGrpSpPr>
        <p:cNvPr id="838" name="Shape 838"/>
        <p:cNvGrpSpPr/>
        <p:nvPr/>
      </p:nvGrpSpPr>
      <p:grpSpPr>
        <a:xfrm>
          <a:off x="0" y="0"/>
          <a:ext cx="0" cy="0"/>
          <a:chOff x="0" y="0"/>
          <a:chExt cx="0" cy="0"/>
        </a:xfrm>
      </p:grpSpPr>
      <p:sp>
        <p:nvSpPr>
          <p:cNvPr id="839" name="Google Shape;839;p33"/>
          <p:cNvSpPr/>
          <p:nvPr/>
        </p:nvSpPr>
        <p:spPr>
          <a:xfrm rot="5400000">
            <a:off x="7541304" y="377901"/>
            <a:ext cx="2112963" cy="1241413"/>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3"/>
          <p:cNvSpPr/>
          <p:nvPr/>
        </p:nvSpPr>
        <p:spPr>
          <a:xfrm rot="5400000">
            <a:off x="8022471" y="297121"/>
            <a:ext cx="1551016" cy="841027"/>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3"/>
          <p:cNvSpPr/>
          <p:nvPr/>
        </p:nvSpPr>
        <p:spPr>
          <a:xfrm flipH="1" rot="-5400000">
            <a:off x="-471071" y="428873"/>
            <a:ext cx="2174187" cy="1277383"/>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3"/>
          <p:cNvSpPr/>
          <p:nvPr/>
        </p:nvSpPr>
        <p:spPr>
          <a:xfrm flipH="1" rot="-5400000">
            <a:off x="-387949" y="345752"/>
            <a:ext cx="1595957" cy="865396"/>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3"/>
          <p:cNvSpPr/>
          <p:nvPr/>
        </p:nvSpPr>
        <p:spPr>
          <a:xfrm flipH="1" rot="3610294">
            <a:off x="7388686" y="979006"/>
            <a:ext cx="3335768" cy="1177591"/>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3"/>
          <p:cNvSpPr/>
          <p:nvPr/>
        </p:nvSpPr>
        <p:spPr>
          <a:xfrm rot="-3610334">
            <a:off x="-1470425" y="1047342"/>
            <a:ext cx="3432078" cy="1211590"/>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3"/>
          <p:cNvSpPr/>
          <p:nvPr/>
        </p:nvSpPr>
        <p:spPr>
          <a:xfrm rot="-4702909">
            <a:off x="7946645" y="4018949"/>
            <a:ext cx="1407422" cy="1618054"/>
          </a:xfrm>
          <a:custGeom>
            <a:rect b="b" l="l" r="r" t="t"/>
            <a:pathLst>
              <a:path extrusionOk="0" fill="none" h="26226" w="22812">
                <a:moveTo>
                  <a:pt x="1" y="1"/>
                </a:moveTo>
                <a:cubicBezTo>
                  <a:pt x="236" y="1708"/>
                  <a:pt x="1752" y="3018"/>
                  <a:pt x="3371" y="3606"/>
                </a:cubicBezTo>
                <a:cubicBezTo>
                  <a:pt x="4990" y="4210"/>
                  <a:pt x="6756" y="4283"/>
                  <a:pt x="8463" y="4563"/>
                </a:cubicBezTo>
                <a:cubicBezTo>
                  <a:pt x="10170" y="4842"/>
                  <a:pt x="11936" y="5357"/>
                  <a:pt x="13113" y="6638"/>
                </a:cubicBezTo>
                <a:cubicBezTo>
                  <a:pt x="15203" y="8904"/>
                  <a:pt x="14585" y="12436"/>
                  <a:pt x="14923" y="15482"/>
                </a:cubicBezTo>
                <a:cubicBezTo>
                  <a:pt x="15424" y="20118"/>
                  <a:pt x="18544" y="24371"/>
                  <a:pt x="22812" y="26225"/>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3"/>
          <p:cNvSpPr/>
          <p:nvPr/>
        </p:nvSpPr>
        <p:spPr>
          <a:xfrm rot="-4702909">
            <a:off x="7982204" y="4082322"/>
            <a:ext cx="1407361" cy="1618980"/>
          </a:xfrm>
          <a:custGeom>
            <a:rect b="b" l="l" r="r" t="t"/>
            <a:pathLst>
              <a:path extrusionOk="0" fill="none" h="26241" w="22811">
                <a:moveTo>
                  <a:pt x="0" y="1"/>
                </a:moveTo>
                <a:cubicBezTo>
                  <a:pt x="236" y="1723"/>
                  <a:pt x="1752" y="3018"/>
                  <a:pt x="3356" y="3606"/>
                </a:cubicBezTo>
                <a:cubicBezTo>
                  <a:pt x="4974" y="4225"/>
                  <a:pt x="6740" y="4298"/>
                  <a:pt x="8462" y="4563"/>
                </a:cubicBezTo>
                <a:cubicBezTo>
                  <a:pt x="10169" y="4843"/>
                  <a:pt x="11935" y="5358"/>
                  <a:pt x="13113" y="6653"/>
                </a:cubicBezTo>
                <a:cubicBezTo>
                  <a:pt x="15188" y="8904"/>
                  <a:pt x="14584" y="12436"/>
                  <a:pt x="14908" y="15497"/>
                </a:cubicBezTo>
                <a:cubicBezTo>
                  <a:pt x="15408" y="20133"/>
                  <a:pt x="18543" y="24386"/>
                  <a:pt x="22811" y="26240"/>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3"/>
          <p:cNvSpPr/>
          <p:nvPr/>
        </p:nvSpPr>
        <p:spPr>
          <a:xfrm rot="-4702909">
            <a:off x="8017912" y="4145744"/>
            <a:ext cx="1407361" cy="1618054"/>
          </a:xfrm>
          <a:custGeom>
            <a:rect b="b" l="l" r="r" t="t"/>
            <a:pathLst>
              <a:path extrusionOk="0" fill="none" h="26226" w="22811">
                <a:moveTo>
                  <a:pt x="0" y="1"/>
                </a:moveTo>
                <a:cubicBezTo>
                  <a:pt x="236" y="1708"/>
                  <a:pt x="1752" y="3018"/>
                  <a:pt x="3370" y="3606"/>
                </a:cubicBezTo>
                <a:cubicBezTo>
                  <a:pt x="4974" y="4210"/>
                  <a:pt x="6755" y="4283"/>
                  <a:pt x="8462" y="4563"/>
                </a:cubicBezTo>
                <a:cubicBezTo>
                  <a:pt x="10169" y="4843"/>
                  <a:pt x="11935" y="5358"/>
                  <a:pt x="13113" y="6638"/>
                </a:cubicBezTo>
                <a:cubicBezTo>
                  <a:pt x="15188" y="8904"/>
                  <a:pt x="14584" y="12436"/>
                  <a:pt x="14908" y="15483"/>
                </a:cubicBezTo>
                <a:cubicBezTo>
                  <a:pt x="15408" y="20118"/>
                  <a:pt x="18543" y="24371"/>
                  <a:pt x="22811" y="26226"/>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3"/>
          <p:cNvSpPr/>
          <p:nvPr/>
        </p:nvSpPr>
        <p:spPr>
          <a:xfrm rot="-4702909">
            <a:off x="8053651" y="4208277"/>
            <a:ext cx="1407361" cy="1618918"/>
          </a:xfrm>
          <a:custGeom>
            <a:rect b="b" l="l" r="r" t="t"/>
            <a:pathLst>
              <a:path extrusionOk="0" fill="none" h="26240" w="22811">
                <a:moveTo>
                  <a:pt x="0" y="0"/>
                </a:moveTo>
                <a:cubicBezTo>
                  <a:pt x="236" y="1722"/>
                  <a:pt x="1752" y="3017"/>
                  <a:pt x="3370" y="3606"/>
                </a:cubicBezTo>
                <a:cubicBezTo>
                  <a:pt x="4989" y="4194"/>
                  <a:pt x="6755" y="4297"/>
                  <a:pt x="8462" y="4562"/>
                </a:cubicBezTo>
                <a:cubicBezTo>
                  <a:pt x="10169" y="4842"/>
                  <a:pt x="11935" y="5357"/>
                  <a:pt x="13113" y="6652"/>
                </a:cubicBezTo>
                <a:cubicBezTo>
                  <a:pt x="15188" y="8904"/>
                  <a:pt x="14584" y="12436"/>
                  <a:pt x="14923" y="15497"/>
                </a:cubicBezTo>
                <a:cubicBezTo>
                  <a:pt x="15408" y="20132"/>
                  <a:pt x="18543" y="24385"/>
                  <a:pt x="22811" y="26239"/>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3"/>
          <p:cNvSpPr/>
          <p:nvPr/>
        </p:nvSpPr>
        <p:spPr>
          <a:xfrm flipH="1" rot="4702909">
            <a:off x="-351113" y="4050024"/>
            <a:ext cx="1407422" cy="1618054"/>
          </a:xfrm>
          <a:custGeom>
            <a:rect b="b" l="l" r="r" t="t"/>
            <a:pathLst>
              <a:path extrusionOk="0" fill="none" h="26226" w="22812">
                <a:moveTo>
                  <a:pt x="1" y="1"/>
                </a:moveTo>
                <a:cubicBezTo>
                  <a:pt x="236" y="1708"/>
                  <a:pt x="1752" y="3018"/>
                  <a:pt x="3371" y="3606"/>
                </a:cubicBezTo>
                <a:cubicBezTo>
                  <a:pt x="4990" y="4210"/>
                  <a:pt x="6756" y="4283"/>
                  <a:pt x="8463" y="4563"/>
                </a:cubicBezTo>
                <a:cubicBezTo>
                  <a:pt x="10170" y="4842"/>
                  <a:pt x="11936" y="5357"/>
                  <a:pt x="13113" y="6638"/>
                </a:cubicBezTo>
                <a:cubicBezTo>
                  <a:pt x="15203" y="8904"/>
                  <a:pt x="14585" y="12436"/>
                  <a:pt x="14923" y="15482"/>
                </a:cubicBezTo>
                <a:cubicBezTo>
                  <a:pt x="15424" y="20118"/>
                  <a:pt x="18544" y="24371"/>
                  <a:pt x="22812" y="26225"/>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3"/>
          <p:cNvSpPr/>
          <p:nvPr/>
        </p:nvSpPr>
        <p:spPr>
          <a:xfrm flipH="1" rot="4702909">
            <a:off x="-386610" y="4113397"/>
            <a:ext cx="1407361" cy="1618980"/>
          </a:xfrm>
          <a:custGeom>
            <a:rect b="b" l="l" r="r" t="t"/>
            <a:pathLst>
              <a:path extrusionOk="0" fill="none" h="26241" w="22811">
                <a:moveTo>
                  <a:pt x="0" y="1"/>
                </a:moveTo>
                <a:cubicBezTo>
                  <a:pt x="236" y="1723"/>
                  <a:pt x="1752" y="3018"/>
                  <a:pt x="3356" y="3606"/>
                </a:cubicBezTo>
                <a:cubicBezTo>
                  <a:pt x="4974" y="4225"/>
                  <a:pt x="6740" y="4298"/>
                  <a:pt x="8462" y="4563"/>
                </a:cubicBezTo>
                <a:cubicBezTo>
                  <a:pt x="10169" y="4843"/>
                  <a:pt x="11935" y="5358"/>
                  <a:pt x="13113" y="6653"/>
                </a:cubicBezTo>
                <a:cubicBezTo>
                  <a:pt x="15188" y="8904"/>
                  <a:pt x="14584" y="12436"/>
                  <a:pt x="14908" y="15497"/>
                </a:cubicBezTo>
                <a:cubicBezTo>
                  <a:pt x="15408" y="20133"/>
                  <a:pt x="18543" y="24386"/>
                  <a:pt x="22811" y="26240"/>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3"/>
          <p:cNvSpPr/>
          <p:nvPr/>
        </p:nvSpPr>
        <p:spPr>
          <a:xfrm flipH="1" rot="4702909">
            <a:off x="-422318" y="4176819"/>
            <a:ext cx="1407361" cy="1618054"/>
          </a:xfrm>
          <a:custGeom>
            <a:rect b="b" l="l" r="r" t="t"/>
            <a:pathLst>
              <a:path extrusionOk="0" fill="none" h="26226" w="22811">
                <a:moveTo>
                  <a:pt x="0" y="1"/>
                </a:moveTo>
                <a:cubicBezTo>
                  <a:pt x="236" y="1708"/>
                  <a:pt x="1752" y="3018"/>
                  <a:pt x="3370" y="3606"/>
                </a:cubicBezTo>
                <a:cubicBezTo>
                  <a:pt x="4974" y="4210"/>
                  <a:pt x="6755" y="4283"/>
                  <a:pt x="8462" y="4563"/>
                </a:cubicBezTo>
                <a:cubicBezTo>
                  <a:pt x="10169" y="4843"/>
                  <a:pt x="11935" y="5358"/>
                  <a:pt x="13113" y="6638"/>
                </a:cubicBezTo>
                <a:cubicBezTo>
                  <a:pt x="15188" y="8904"/>
                  <a:pt x="14584" y="12436"/>
                  <a:pt x="14908" y="15483"/>
                </a:cubicBezTo>
                <a:cubicBezTo>
                  <a:pt x="15408" y="20118"/>
                  <a:pt x="18543" y="24371"/>
                  <a:pt x="22811" y="26226"/>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3"/>
          <p:cNvSpPr/>
          <p:nvPr/>
        </p:nvSpPr>
        <p:spPr>
          <a:xfrm flipH="1" rot="4702909">
            <a:off x="-458057" y="4239352"/>
            <a:ext cx="1407361" cy="1618918"/>
          </a:xfrm>
          <a:custGeom>
            <a:rect b="b" l="l" r="r" t="t"/>
            <a:pathLst>
              <a:path extrusionOk="0" fill="none" h="26240" w="22811">
                <a:moveTo>
                  <a:pt x="0" y="0"/>
                </a:moveTo>
                <a:cubicBezTo>
                  <a:pt x="236" y="1722"/>
                  <a:pt x="1752" y="3017"/>
                  <a:pt x="3370" y="3606"/>
                </a:cubicBezTo>
                <a:cubicBezTo>
                  <a:pt x="4989" y="4194"/>
                  <a:pt x="6755" y="4297"/>
                  <a:pt x="8462" y="4562"/>
                </a:cubicBezTo>
                <a:cubicBezTo>
                  <a:pt x="10169" y="4842"/>
                  <a:pt x="11935" y="5357"/>
                  <a:pt x="13113" y="6652"/>
                </a:cubicBezTo>
                <a:cubicBezTo>
                  <a:pt x="15188" y="8904"/>
                  <a:pt x="14584" y="12436"/>
                  <a:pt x="14923" y="15497"/>
                </a:cubicBezTo>
                <a:cubicBezTo>
                  <a:pt x="15408" y="20132"/>
                  <a:pt x="18543" y="24385"/>
                  <a:pt x="22811" y="26239"/>
                </a:cubicBezTo>
              </a:path>
            </a:pathLst>
          </a:custGeom>
          <a:noFill/>
          <a:ln cap="flat" cmpd="sng" w="9525">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3"/>
          <p:cNvSpPr/>
          <p:nvPr/>
        </p:nvSpPr>
        <p:spPr>
          <a:xfrm flipH="1">
            <a:off x="150668" y="101229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3"/>
          <p:cNvSpPr/>
          <p:nvPr/>
        </p:nvSpPr>
        <p:spPr>
          <a:xfrm flipH="1">
            <a:off x="50923" y="3053755"/>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3"/>
          <p:cNvSpPr/>
          <p:nvPr/>
        </p:nvSpPr>
        <p:spPr>
          <a:xfrm flipH="1">
            <a:off x="382025" y="4758515"/>
            <a:ext cx="138900" cy="138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3"/>
          <p:cNvSpPr/>
          <p:nvPr/>
        </p:nvSpPr>
        <p:spPr>
          <a:xfrm flipH="1">
            <a:off x="8862199" y="2586977"/>
            <a:ext cx="194700" cy="194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3"/>
          <p:cNvSpPr/>
          <p:nvPr/>
        </p:nvSpPr>
        <p:spPr>
          <a:xfrm flipH="1">
            <a:off x="8555292" y="4294159"/>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3"/>
          <p:cNvSpPr/>
          <p:nvPr/>
        </p:nvSpPr>
        <p:spPr>
          <a:xfrm flipH="1">
            <a:off x="8500437" y="163652"/>
            <a:ext cx="194700" cy="194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27">
    <p:spTree>
      <p:nvGrpSpPr>
        <p:cNvPr id="859" name="Shape 859"/>
        <p:cNvGrpSpPr/>
        <p:nvPr/>
      </p:nvGrpSpPr>
      <p:grpSpPr>
        <a:xfrm>
          <a:off x="0" y="0"/>
          <a:ext cx="0" cy="0"/>
          <a:chOff x="0" y="0"/>
          <a:chExt cx="0" cy="0"/>
        </a:xfrm>
      </p:grpSpPr>
      <p:sp>
        <p:nvSpPr>
          <p:cNvPr id="860" name="Google Shape;860;p34"/>
          <p:cNvSpPr/>
          <p:nvPr/>
        </p:nvSpPr>
        <p:spPr>
          <a:xfrm rot="-5400000">
            <a:off x="-712661" y="3167138"/>
            <a:ext cx="2668377" cy="1324155"/>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4"/>
          <p:cNvSpPr/>
          <p:nvPr/>
        </p:nvSpPr>
        <p:spPr>
          <a:xfrm rot="-5400000">
            <a:off x="-348168" y="4436934"/>
            <a:ext cx="1033594" cy="418359"/>
          </a:xfrm>
          <a:custGeom>
            <a:rect b="b" l="l" r="r" t="t"/>
            <a:pathLst>
              <a:path extrusionOk="0" h="12718" w="31421">
                <a:moveTo>
                  <a:pt x="0" y="1"/>
                </a:moveTo>
                <a:lnTo>
                  <a:pt x="15" y="11318"/>
                </a:lnTo>
                <a:cubicBezTo>
                  <a:pt x="714" y="12333"/>
                  <a:pt x="1913" y="12717"/>
                  <a:pt x="3174" y="12717"/>
                </a:cubicBezTo>
                <a:cubicBezTo>
                  <a:pt x="3905" y="12717"/>
                  <a:pt x="4656" y="12588"/>
                  <a:pt x="5342" y="12377"/>
                </a:cubicBezTo>
                <a:cubicBezTo>
                  <a:pt x="7024" y="11870"/>
                  <a:pt x="8681" y="11024"/>
                  <a:pt x="10412" y="11024"/>
                </a:cubicBezTo>
                <a:cubicBezTo>
                  <a:pt x="10590" y="11024"/>
                  <a:pt x="10769" y="11033"/>
                  <a:pt x="10949" y="11053"/>
                </a:cubicBezTo>
                <a:cubicBezTo>
                  <a:pt x="12370" y="11196"/>
                  <a:pt x="13772" y="11959"/>
                  <a:pt x="15138" y="11959"/>
                </a:cubicBezTo>
                <a:cubicBezTo>
                  <a:pt x="15456" y="11959"/>
                  <a:pt x="15772" y="11918"/>
                  <a:pt x="16086" y="11818"/>
                </a:cubicBezTo>
                <a:cubicBezTo>
                  <a:pt x="18411" y="11067"/>
                  <a:pt x="18808" y="7683"/>
                  <a:pt x="20942" y="6491"/>
                </a:cubicBezTo>
                <a:cubicBezTo>
                  <a:pt x="21681" y="6076"/>
                  <a:pt x="22511" y="5989"/>
                  <a:pt x="23370" y="5989"/>
                </a:cubicBezTo>
                <a:cubicBezTo>
                  <a:pt x="23993" y="5989"/>
                  <a:pt x="24631" y="6035"/>
                  <a:pt x="25262" y="6035"/>
                </a:cubicBezTo>
                <a:cubicBezTo>
                  <a:pt x="25616" y="6035"/>
                  <a:pt x="25968" y="6020"/>
                  <a:pt x="26313" y="5976"/>
                </a:cubicBezTo>
                <a:cubicBezTo>
                  <a:pt x="29124" y="5608"/>
                  <a:pt x="31420" y="2826"/>
                  <a:pt x="31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4"/>
          <p:cNvSpPr/>
          <p:nvPr/>
        </p:nvSpPr>
        <p:spPr>
          <a:xfrm rot="5400000">
            <a:off x="7145889" y="672113"/>
            <a:ext cx="2668377" cy="1324155"/>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4"/>
          <p:cNvSpPr/>
          <p:nvPr/>
        </p:nvSpPr>
        <p:spPr>
          <a:xfrm rot="5400000">
            <a:off x="8416179" y="308114"/>
            <a:ext cx="1033594" cy="418359"/>
          </a:xfrm>
          <a:custGeom>
            <a:rect b="b" l="l" r="r" t="t"/>
            <a:pathLst>
              <a:path extrusionOk="0" h="12718" w="31421">
                <a:moveTo>
                  <a:pt x="0" y="1"/>
                </a:moveTo>
                <a:lnTo>
                  <a:pt x="15" y="11318"/>
                </a:lnTo>
                <a:cubicBezTo>
                  <a:pt x="714" y="12333"/>
                  <a:pt x="1913" y="12717"/>
                  <a:pt x="3174" y="12717"/>
                </a:cubicBezTo>
                <a:cubicBezTo>
                  <a:pt x="3905" y="12717"/>
                  <a:pt x="4656" y="12588"/>
                  <a:pt x="5342" y="12377"/>
                </a:cubicBezTo>
                <a:cubicBezTo>
                  <a:pt x="7024" y="11870"/>
                  <a:pt x="8681" y="11024"/>
                  <a:pt x="10412" y="11024"/>
                </a:cubicBezTo>
                <a:cubicBezTo>
                  <a:pt x="10590" y="11024"/>
                  <a:pt x="10769" y="11033"/>
                  <a:pt x="10949" y="11053"/>
                </a:cubicBezTo>
                <a:cubicBezTo>
                  <a:pt x="12370" y="11196"/>
                  <a:pt x="13772" y="11959"/>
                  <a:pt x="15138" y="11959"/>
                </a:cubicBezTo>
                <a:cubicBezTo>
                  <a:pt x="15456" y="11959"/>
                  <a:pt x="15772" y="11918"/>
                  <a:pt x="16086" y="11818"/>
                </a:cubicBezTo>
                <a:cubicBezTo>
                  <a:pt x="18411" y="11067"/>
                  <a:pt x="18808" y="7683"/>
                  <a:pt x="20942" y="6491"/>
                </a:cubicBezTo>
                <a:cubicBezTo>
                  <a:pt x="21681" y="6076"/>
                  <a:pt x="22511" y="5989"/>
                  <a:pt x="23370" y="5989"/>
                </a:cubicBezTo>
                <a:cubicBezTo>
                  <a:pt x="23993" y="5989"/>
                  <a:pt x="24631" y="6035"/>
                  <a:pt x="25262" y="6035"/>
                </a:cubicBezTo>
                <a:cubicBezTo>
                  <a:pt x="25616" y="6035"/>
                  <a:pt x="25968" y="6020"/>
                  <a:pt x="26313" y="5976"/>
                </a:cubicBezTo>
                <a:cubicBezTo>
                  <a:pt x="29124" y="5608"/>
                  <a:pt x="31420" y="2826"/>
                  <a:pt x="31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4"/>
          <p:cNvSpPr/>
          <p:nvPr/>
        </p:nvSpPr>
        <p:spPr>
          <a:xfrm rot="-4825246">
            <a:off x="-1603664" y="2792242"/>
            <a:ext cx="3747720" cy="1323018"/>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4"/>
          <p:cNvSpPr/>
          <p:nvPr/>
        </p:nvSpPr>
        <p:spPr>
          <a:xfrm rot="-5400000">
            <a:off x="6640745" y="1115166"/>
            <a:ext cx="3747660" cy="1322997"/>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4"/>
          <p:cNvSpPr/>
          <p:nvPr/>
        </p:nvSpPr>
        <p:spPr>
          <a:xfrm flipH="1" rot="10800000">
            <a:off x="-296337" y="4509924"/>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4"/>
          <p:cNvSpPr/>
          <p:nvPr/>
        </p:nvSpPr>
        <p:spPr>
          <a:xfrm flipH="1" rot="10800000">
            <a:off x="8904173" y="162235"/>
            <a:ext cx="483505" cy="483542"/>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4"/>
          <p:cNvSpPr/>
          <p:nvPr/>
        </p:nvSpPr>
        <p:spPr>
          <a:xfrm flipH="1" rot="10800000">
            <a:off x="8610530" y="4428558"/>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4"/>
          <p:cNvSpPr/>
          <p:nvPr/>
        </p:nvSpPr>
        <p:spPr>
          <a:xfrm flipH="1" rot="10800000">
            <a:off x="8157776" y="4693233"/>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4"/>
          <p:cNvSpPr/>
          <p:nvPr/>
        </p:nvSpPr>
        <p:spPr>
          <a:xfrm flipH="1" rot="10800000">
            <a:off x="8157773" y="162236"/>
            <a:ext cx="138900" cy="138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4"/>
          <p:cNvSpPr/>
          <p:nvPr/>
        </p:nvSpPr>
        <p:spPr>
          <a:xfrm flipH="1" rot="10800000">
            <a:off x="434824" y="4386549"/>
            <a:ext cx="194700" cy="194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4"/>
          <p:cNvSpPr/>
          <p:nvPr/>
        </p:nvSpPr>
        <p:spPr>
          <a:xfrm flipH="1" rot="10800000">
            <a:off x="125757" y="109430"/>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876" name="Shape 876"/>
        <p:cNvGrpSpPr/>
        <p:nvPr/>
      </p:nvGrpSpPr>
      <p:grpSpPr>
        <a:xfrm>
          <a:off x="0" y="0"/>
          <a:ext cx="0" cy="0"/>
          <a:chOff x="0" y="0"/>
          <a:chExt cx="0" cy="0"/>
        </a:xfrm>
      </p:grpSpPr>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877" name="Shape 877"/>
        <p:cNvGrpSpPr/>
        <p:nvPr/>
      </p:nvGrpSpPr>
      <p:grpSpPr>
        <a:xfrm>
          <a:off x="0" y="0"/>
          <a:ext cx="0" cy="0"/>
          <a:chOff x="0" y="0"/>
          <a:chExt cx="0" cy="0"/>
        </a:xfrm>
      </p:grpSpPr>
      <p:sp>
        <p:nvSpPr>
          <p:cNvPr id="878" name="Google Shape;878;p3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34" Type="http://schemas.openxmlformats.org/officeDocument/2006/relationships/theme" Target="../theme/theme1.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slideLayout" Target="../slideLayouts/slideLayout35.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32300" y="445025"/>
            <a:ext cx="7679400" cy="5727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chemeClr val="dk1"/>
              </a:buClr>
              <a:buSzPts val="2800"/>
              <a:buFont typeface="Sansita ExtraBold"/>
              <a:buNone/>
              <a:defRPr sz="2800">
                <a:solidFill>
                  <a:schemeClr val="dk1"/>
                </a:solidFill>
                <a:latin typeface="Sansita ExtraBold"/>
                <a:ea typeface="Sansita ExtraBold"/>
                <a:cs typeface="Sansita ExtraBold"/>
                <a:sym typeface="Sansita ExtraBold"/>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7" name="Google Shape;7;p1"/>
          <p:cNvSpPr txBox="1"/>
          <p:nvPr>
            <p:ph idx="1" type="body"/>
          </p:nvPr>
        </p:nvSpPr>
        <p:spPr>
          <a:xfrm>
            <a:off x="732300" y="1152475"/>
            <a:ext cx="7679400" cy="3416400"/>
          </a:xfrm>
          <a:prstGeom prst="rect">
            <a:avLst/>
          </a:prstGeom>
          <a:noFill/>
          <a:ln>
            <a:noFill/>
          </a:ln>
        </p:spPr>
        <p:txBody>
          <a:bodyPr anchorCtr="0" anchor="t" bIns="91425" lIns="91425" spcFirstLastPara="1" rIns="91425" wrap="square" tIns="91425">
            <a:noAutofit/>
          </a:bodyPr>
          <a:lstStyle>
            <a:lvl1pPr indent="-342900" lvl="0" marL="457200">
              <a:lnSpc>
                <a:spcPct val="100000"/>
              </a:lnSpc>
              <a:spcBef>
                <a:spcPts val="0"/>
              </a:spcBef>
              <a:spcAft>
                <a:spcPts val="0"/>
              </a:spcAft>
              <a:buClr>
                <a:schemeClr val="dk1"/>
              </a:buClr>
              <a:buSzPts val="1800"/>
              <a:buFont typeface="Karla"/>
              <a:buChar char="●"/>
              <a:defRPr sz="1800">
                <a:solidFill>
                  <a:schemeClr val="dk1"/>
                </a:solidFill>
                <a:latin typeface="Karla"/>
                <a:ea typeface="Karla"/>
                <a:cs typeface="Karla"/>
                <a:sym typeface="Karla"/>
              </a:defRPr>
            </a:lvl1pPr>
            <a:lvl2pPr indent="-317500" lvl="1" marL="914400">
              <a:lnSpc>
                <a:spcPct val="100000"/>
              </a:lnSpc>
              <a:spcBef>
                <a:spcPts val="0"/>
              </a:spcBef>
              <a:spcAft>
                <a:spcPts val="0"/>
              </a:spcAft>
              <a:buClr>
                <a:schemeClr val="dk1"/>
              </a:buClr>
              <a:buSzPts val="1400"/>
              <a:buFont typeface="Karla"/>
              <a:buChar char="○"/>
              <a:defRPr>
                <a:solidFill>
                  <a:schemeClr val="dk1"/>
                </a:solidFill>
                <a:latin typeface="Karla"/>
                <a:ea typeface="Karla"/>
                <a:cs typeface="Karla"/>
                <a:sym typeface="Karla"/>
              </a:defRPr>
            </a:lvl2pPr>
            <a:lvl3pPr indent="-317500" lvl="2" marL="1371600">
              <a:lnSpc>
                <a:spcPct val="100000"/>
              </a:lnSpc>
              <a:spcBef>
                <a:spcPts val="0"/>
              </a:spcBef>
              <a:spcAft>
                <a:spcPts val="0"/>
              </a:spcAft>
              <a:buClr>
                <a:schemeClr val="dk1"/>
              </a:buClr>
              <a:buSzPts val="1400"/>
              <a:buFont typeface="Karla"/>
              <a:buChar char="■"/>
              <a:defRPr>
                <a:solidFill>
                  <a:schemeClr val="dk1"/>
                </a:solidFill>
                <a:latin typeface="Karla"/>
                <a:ea typeface="Karla"/>
                <a:cs typeface="Karla"/>
                <a:sym typeface="Karla"/>
              </a:defRPr>
            </a:lvl3pPr>
            <a:lvl4pPr indent="-317500" lvl="3" marL="1828800">
              <a:lnSpc>
                <a:spcPct val="100000"/>
              </a:lnSpc>
              <a:spcBef>
                <a:spcPts val="0"/>
              </a:spcBef>
              <a:spcAft>
                <a:spcPts val="0"/>
              </a:spcAft>
              <a:buClr>
                <a:schemeClr val="dk1"/>
              </a:buClr>
              <a:buSzPts val="1400"/>
              <a:buFont typeface="Karla"/>
              <a:buChar char="●"/>
              <a:defRPr>
                <a:solidFill>
                  <a:schemeClr val="dk1"/>
                </a:solidFill>
                <a:latin typeface="Karla"/>
                <a:ea typeface="Karla"/>
                <a:cs typeface="Karla"/>
                <a:sym typeface="Karla"/>
              </a:defRPr>
            </a:lvl4pPr>
            <a:lvl5pPr indent="-317500" lvl="4" marL="2286000">
              <a:lnSpc>
                <a:spcPct val="100000"/>
              </a:lnSpc>
              <a:spcBef>
                <a:spcPts val="0"/>
              </a:spcBef>
              <a:spcAft>
                <a:spcPts val="0"/>
              </a:spcAft>
              <a:buClr>
                <a:schemeClr val="dk1"/>
              </a:buClr>
              <a:buSzPts val="1400"/>
              <a:buFont typeface="Karla"/>
              <a:buChar char="○"/>
              <a:defRPr>
                <a:solidFill>
                  <a:schemeClr val="dk1"/>
                </a:solidFill>
                <a:latin typeface="Karla"/>
                <a:ea typeface="Karla"/>
                <a:cs typeface="Karla"/>
                <a:sym typeface="Karla"/>
              </a:defRPr>
            </a:lvl5pPr>
            <a:lvl6pPr indent="-317500" lvl="5" marL="2743200">
              <a:lnSpc>
                <a:spcPct val="100000"/>
              </a:lnSpc>
              <a:spcBef>
                <a:spcPts val="0"/>
              </a:spcBef>
              <a:spcAft>
                <a:spcPts val="0"/>
              </a:spcAft>
              <a:buClr>
                <a:schemeClr val="dk1"/>
              </a:buClr>
              <a:buSzPts val="1400"/>
              <a:buFont typeface="Karla"/>
              <a:buChar char="■"/>
              <a:defRPr>
                <a:solidFill>
                  <a:schemeClr val="dk1"/>
                </a:solidFill>
                <a:latin typeface="Karla"/>
                <a:ea typeface="Karla"/>
                <a:cs typeface="Karla"/>
                <a:sym typeface="Karla"/>
              </a:defRPr>
            </a:lvl6pPr>
            <a:lvl7pPr indent="-317500" lvl="6" marL="3200400">
              <a:lnSpc>
                <a:spcPct val="100000"/>
              </a:lnSpc>
              <a:spcBef>
                <a:spcPts val="0"/>
              </a:spcBef>
              <a:spcAft>
                <a:spcPts val="0"/>
              </a:spcAft>
              <a:buClr>
                <a:schemeClr val="dk1"/>
              </a:buClr>
              <a:buSzPts val="1400"/>
              <a:buFont typeface="Karla"/>
              <a:buChar char="●"/>
              <a:defRPr>
                <a:solidFill>
                  <a:schemeClr val="dk1"/>
                </a:solidFill>
                <a:latin typeface="Karla"/>
                <a:ea typeface="Karla"/>
                <a:cs typeface="Karla"/>
                <a:sym typeface="Karla"/>
              </a:defRPr>
            </a:lvl7pPr>
            <a:lvl8pPr indent="-317500" lvl="7" marL="3657600">
              <a:lnSpc>
                <a:spcPct val="100000"/>
              </a:lnSpc>
              <a:spcBef>
                <a:spcPts val="0"/>
              </a:spcBef>
              <a:spcAft>
                <a:spcPts val="0"/>
              </a:spcAft>
              <a:buClr>
                <a:schemeClr val="dk1"/>
              </a:buClr>
              <a:buSzPts val="1400"/>
              <a:buFont typeface="Karla"/>
              <a:buChar char="○"/>
              <a:defRPr>
                <a:solidFill>
                  <a:schemeClr val="dk1"/>
                </a:solidFill>
                <a:latin typeface="Karla"/>
                <a:ea typeface="Karla"/>
                <a:cs typeface="Karla"/>
                <a:sym typeface="Karla"/>
              </a:defRPr>
            </a:lvl8pPr>
            <a:lvl9pPr indent="-317500" lvl="8" marL="4114800">
              <a:lnSpc>
                <a:spcPct val="100000"/>
              </a:lnSpc>
              <a:spcBef>
                <a:spcPts val="0"/>
              </a:spcBef>
              <a:spcAft>
                <a:spcPts val="0"/>
              </a:spcAft>
              <a:buClr>
                <a:schemeClr val="dk1"/>
              </a:buClr>
              <a:buSzPts val="1400"/>
              <a:buFont typeface="Karla"/>
              <a:buChar char="■"/>
              <a:defRPr>
                <a:solidFill>
                  <a:schemeClr val="dk1"/>
                </a:solidFill>
                <a:latin typeface="Karla"/>
                <a:ea typeface="Karla"/>
                <a:cs typeface="Karla"/>
                <a:sym typeface="Karla"/>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873" name="Shape 873"/>
        <p:cNvGrpSpPr/>
        <p:nvPr/>
      </p:nvGrpSpPr>
      <p:grpSpPr>
        <a:xfrm>
          <a:off x="0" y="0"/>
          <a:ext cx="0" cy="0"/>
          <a:chOff x="0" y="0"/>
          <a:chExt cx="0" cy="0"/>
        </a:xfrm>
      </p:grpSpPr>
      <p:sp>
        <p:nvSpPr>
          <p:cNvPr id="874" name="Google Shape;874;p3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875" name="Google Shape;875;p3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1" r:id="rId1"/>
    <p:sldLayoutId id="2147483682"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4.xml"/><Relationship Id="rId5" Type="http://schemas.openxmlformats.org/officeDocument/2006/relationships/hyperlink" Target="http://bit.ly/33VAFh3" TargetMode="External"/><Relationship Id="rId6" Type="http://schemas.openxmlformats.org/officeDocument/2006/relationships/slide" Target="/ppt/slides/slide31.xml"/><Relationship Id="rId7" Type="http://schemas.openxmlformats.org/officeDocument/2006/relationships/slide" Target="/ppt/slides/slide29.xml"/><Relationship Id="rId8" Type="http://schemas.openxmlformats.org/officeDocument/2006/relationships/slide" Target="/ppt/slides/slide33.xml"/><Relationship Id="rId11" Type="http://schemas.openxmlformats.org/officeDocument/2006/relationships/slide" Target="/ppt/slides/slide36.xml"/><Relationship Id="rId10" Type="http://schemas.openxmlformats.org/officeDocument/2006/relationships/slide" Target="/ppt/slides/slide36.xml"/><Relationship Id="rId13" Type="http://schemas.openxmlformats.org/officeDocument/2006/relationships/slide" Target="/ppt/slides/slide37.xml"/><Relationship Id="rId12" Type="http://schemas.openxmlformats.org/officeDocument/2006/relationships/slide" Target="/ppt/slides/slide37.xml"/><Relationship Id="rId15" Type="http://schemas.openxmlformats.org/officeDocument/2006/relationships/slide" Target="/ppt/slides/slide38.xml"/><Relationship Id="rId14" Type="http://schemas.openxmlformats.org/officeDocument/2006/relationships/hyperlink" Target="https://storyset.com/?utm_source=slidesgo_template&amp;utm_medium=referral-link&amp;utm_campaign=slidesgo_contents_of_this_template&amp;utm_term=storyset&amp;utm_content=storyset" TargetMode="External"/><Relationship Id="rId17" Type="http://schemas.openxmlformats.org/officeDocument/2006/relationships/slide" Target="/ppt/slides/slide44.xml"/><Relationship Id="rId16" Type="http://schemas.openxmlformats.org/officeDocument/2006/relationships/slide" Target="/ppt/slides/slide38.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5" Type="http://schemas.openxmlformats.org/officeDocument/2006/relationships/hyperlink" Target="https://docs.google.com/spreadsheets/d/1gWHNFJ2m8nqF6xN_cYprs9N6wTinG-DLiIYibC4KF3M/copy" TargetMode="External"/><Relationship Id="rId6" Type="http://schemas.openxmlformats.org/officeDocument/2006/relationships/image" Target="../media/image8.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1.xml"/><Relationship Id="rId3" Type="http://schemas.openxmlformats.org/officeDocument/2006/relationships/image" Target="../media/image9.jpg"/><Relationship Id="rId4" Type="http://schemas.openxmlformats.org/officeDocument/2006/relationships/image" Target="../media/image7.jpg"/><Relationship Id="rId5" Type="http://schemas.openxmlformats.org/officeDocument/2006/relationships/image" Target="../media/image10.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3.xml"/><Relationship Id="rId3" Type="http://schemas.openxmlformats.org/officeDocument/2006/relationships/image" Target="../media/image13.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4.xml"/><Relationship Id="rId3" Type="http://schemas.openxmlformats.org/officeDocument/2006/relationships/image" Target="../media/image11.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8.xml"/><Relationship Id="rId3" Type="http://schemas.openxmlformats.org/officeDocument/2006/relationships/image" Target="../media/image1.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2.xml"/><Relationship Id="rId3" Type="http://schemas.openxmlformats.org/officeDocument/2006/relationships/hyperlink" Target="https://www.freepik.com/free-vector/white-background-with-wavy-lines-copy-space_12067561.htm/?utm_source=slidesgo_template&amp;utm_medium=referral-link&amp;utm_campaign=sg_resources&amp;utm_content=freepik" TargetMode="External"/><Relationship Id="rId4" Type="http://schemas.openxmlformats.org/officeDocument/2006/relationships/hyperlink" Target="https://www.freepik.com/free-vector/flat-abstract-wireframe-background_15592521.htm/?utm_source=slidesgo_template&amp;utm_medium=referral-link&amp;utm_campaign=sg_resources&amp;utm_content=freepik"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3.xml"/><Relationship Id="rId3" Type="http://schemas.openxmlformats.org/officeDocument/2006/relationships/hyperlink" Target="https://www.freepik.com/free-vector/white-background-with-wavy-lines_19184237.htm/?utm_source=slidesgo_template&amp;utm_medium=referral-link&amp;utm_campaign=sg_resources&amp;utm_content=freepik" TargetMode="External"/><Relationship Id="rId4" Type="http://schemas.openxmlformats.org/officeDocument/2006/relationships/hyperlink" Target="https://www.freepik.com/free-vector/white-abstract-background_11852424.htm/?utm_source=slidesgo_template&amp;utm_medium=referral-link&amp;utm_campaign=sg_resources&amp;utm_content=freepik" TargetMode="External"/><Relationship Id="rId9" Type="http://schemas.openxmlformats.org/officeDocument/2006/relationships/hyperlink" Target="https://www.freepik.com/free-photo/woman-working-as-doctor_12167624.htm/?utm_source=slidesgo_template&amp;utm_medium=referral-link&amp;utm_campaign=sg_resources&amp;utm_content=freepik" TargetMode="External"/><Relationship Id="rId5" Type="http://schemas.openxmlformats.org/officeDocument/2006/relationships/hyperlink" Target="https://www.flaticon.com/packs/medicine-34?word=disease/?utm_source=slidesgo_template&amp;utm_medium=referral-link&amp;utm_campaign=sg_resources&amp;utm_content=flaticon" TargetMode="External"/><Relationship Id="rId6" Type="http://schemas.openxmlformats.org/officeDocument/2006/relationships/hyperlink" Target="https://www.freepik.com/free-photo/doctor-vaccinating-smiley-man_11175198.htm/?utm_source=slidesgo_template&amp;utm_medium=referral-link&amp;utm_campaign=sg_resources&amp;utm_content=freepik" TargetMode="External"/><Relationship Id="rId7" Type="http://schemas.openxmlformats.org/officeDocument/2006/relationships/hyperlink" Target="https://www.freepik.com/free-photo/front-view-woman-with-wrist-pain_11463477.htm/?utm_source=slidesgo_template&amp;utm_medium=referral-link&amp;utm_campaign=sg_resources&amp;utm_content=freepik" TargetMode="External"/><Relationship Id="rId8" Type="http://schemas.openxmlformats.org/officeDocument/2006/relationships/hyperlink" Target="https://www.freepik.com/free-photo/medium-shot-smiley-doctor-with-coat_12060722.htm/?utm_source=slidesgo_template&amp;utm_medium=referral-link&amp;utm_campaign=sg_resources&amp;utm_content=freepik" TargetMode="External"/><Relationship Id="rId10" Type="http://schemas.openxmlformats.org/officeDocument/2006/relationships/hyperlink" Target="https://www.freepik.com/free-photo/close-up-health-worker_18776073.htm/?utm_source=slidesgo_template&amp;utm_medium=referral-link&amp;utm_campaign=sg_resources&amp;utm_content=freepik"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4.xml"/><Relationship Id="rId3" Type="http://schemas.openxmlformats.org/officeDocument/2006/relationships/hyperlink" Target="http://bit.ly/2PfT4lq" TargetMode="External"/><Relationship Id="rId4" Type="http://schemas.openxmlformats.org/officeDocument/2006/relationships/slide" Target="/ppt/slides/slide29.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6.xml"/><Relationship Id="rId3" Type="http://schemas.openxmlformats.org/officeDocument/2006/relationships/hyperlink" Target="https://fonts.google.com/specimen/Sansita" TargetMode="External"/><Relationship Id="rId4" Type="http://schemas.openxmlformats.org/officeDocument/2006/relationships/hyperlink" Target="https://fonts.google.com/specimen/Karla"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2.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3.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5.gif"/><Relationship Id="rId14" Type="http://schemas.openxmlformats.org/officeDocument/2006/relationships/image" Target="../media/image6.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4.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8.xml"/><Relationship Id="rId3" Type="http://schemas.openxmlformats.org/officeDocument/2006/relationships/hyperlink" Target="https://bit.ly/2ZjL1pd"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4.xml"/><Relationship Id="rId3" Type="http://schemas.openxmlformats.org/officeDocument/2006/relationships/hyperlink" Target="https://chrome.google.com/webstore/detail/flaticon-for-gsuit-gslide/haekgjfnhhdkgfgmldhfokhmfkgmciba"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1.xml"/><Relationship Id="rId3" Type="http://schemas.openxmlformats.org/officeDocument/2006/relationships/hyperlink" Target="http://bit.ly/2PfT4lq" TargetMode="External"/><Relationship Id="rId4" Type="http://schemas.openxmlformats.org/officeDocument/2006/relationships/image" Target="../media/image12.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 name="Shape 882"/>
        <p:cNvGrpSpPr/>
        <p:nvPr/>
      </p:nvGrpSpPr>
      <p:grpSpPr>
        <a:xfrm>
          <a:off x="0" y="0"/>
          <a:ext cx="0" cy="0"/>
          <a:chOff x="0" y="0"/>
          <a:chExt cx="0" cy="0"/>
        </a:xfrm>
      </p:grpSpPr>
      <p:sp>
        <p:nvSpPr>
          <p:cNvPr id="883" name="Google Shape;883;p38"/>
          <p:cNvSpPr txBox="1"/>
          <p:nvPr>
            <p:ph type="ctrTitle"/>
          </p:nvPr>
        </p:nvSpPr>
        <p:spPr>
          <a:xfrm>
            <a:off x="1249800" y="1876000"/>
            <a:ext cx="6644400" cy="96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Tetanus Disease</a:t>
            </a:r>
            <a:r>
              <a:rPr lang="en"/>
              <a:t> </a:t>
            </a:r>
            <a:endParaRPr/>
          </a:p>
        </p:txBody>
      </p:sp>
      <p:sp>
        <p:nvSpPr>
          <p:cNvPr id="884" name="Google Shape;884;p38"/>
          <p:cNvSpPr txBox="1"/>
          <p:nvPr>
            <p:ph idx="1" type="subTitle"/>
          </p:nvPr>
        </p:nvSpPr>
        <p:spPr>
          <a:xfrm>
            <a:off x="1769575" y="2775100"/>
            <a:ext cx="5601900" cy="49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8" name="Shape 888"/>
        <p:cNvGrpSpPr/>
        <p:nvPr/>
      </p:nvGrpSpPr>
      <p:grpSpPr>
        <a:xfrm>
          <a:off x="0" y="0"/>
          <a:ext cx="0" cy="0"/>
          <a:chOff x="0" y="0"/>
          <a:chExt cx="0" cy="0"/>
        </a:xfrm>
      </p:grpSpPr>
      <p:sp>
        <p:nvSpPr>
          <p:cNvPr id="889" name="Google Shape;889;p39"/>
          <p:cNvSpPr txBox="1"/>
          <p:nvPr>
            <p:ph type="title"/>
          </p:nvPr>
        </p:nvSpPr>
        <p:spPr>
          <a:xfrm>
            <a:off x="788900" y="434600"/>
            <a:ext cx="7679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sp>
        <p:nvSpPr>
          <p:cNvPr id="890" name="Google Shape;890;p39"/>
          <p:cNvSpPr txBox="1"/>
          <p:nvPr>
            <p:ph idx="1" type="body"/>
          </p:nvPr>
        </p:nvSpPr>
        <p:spPr>
          <a:xfrm>
            <a:off x="732300" y="993138"/>
            <a:ext cx="7679400" cy="354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what you’ll find in this </a:t>
            </a:r>
            <a:r>
              <a:rPr b="1" lang="en">
                <a:uFill>
                  <a:noFill/>
                </a:uFill>
                <a:hlinkClick r:id="rId3"/>
              </a:rPr>
              <a:t>Slidesgo</a:t>
            </a:r>
            <a:r>
              <a:rPr lang="en"/>
              <a:t> template: </a:t>
            </a:r>
            <a:endParaRPr/>
          </a:p>
          <a:p>
            <a:pPr indent="-304800" lvl="0" marL="457200" rtl="0" algn="l">
              <a:spcBef>
                <a:spcPts val="1200"/>
              </a:spcBef>
              <a:spcAft>
                <a:spcPts val="0"/>
              </a:spcAft>
              <a:buClr>
                <a:schemeClr val="dk1"/>
              </a:buClr>
              <a:buSzPts val="1200"/>
              <a:buAutoNum type="arabicPeriod"/>
            </a:pPr>
            <a:r>
              <a:rPr lang="en"/>
              <a:t>A slide structure based on a disease</a:t>
            </a:r>
            <a:r>
              <a:rPr lang="en"/>
              <a:t> </a:t>
            </a:r>
            <a:r>
              <a:rPr lang="en"/>
              <a:t>presentation,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lang="en"/>
              <a:t>.</a:t>
            </a:r>
            <a:endParaRPr/>
          </a:p>
          <a:p>
            <a:pPr indent="-304800" lvl="0" marL="457200" rtl="0" algn="l">
              <a:spcBef>
                <a:spcPts val="0"/>
              </a:spcBef>
              <a:spcAft>
                <a:spcPts val="0"/>
              </a:spcAft>
              <a:buClr>
                <a:schemeClr val="dk1"/>
              </a:buClr>
              <a:buSzPts val="1200"/>
              <a:buAutoNum type="arabicPeriod"/>
            </a:pPr>
            <a:r>
              <a:rPr lang="en"/>
              <a:t>An assortment of graphic resources that are suitable for use in the presentation can be found in the </a:t>
            </a:r>
            <a:r>
              <a:rPr b="1" lang="en">
                <a:solidFill>
                  <a:schemeClr val="hlink"/>
                </a:solidFill>
                <a:uFill>
                  <a:noFill/>
                </a:uFill>
                <a:hlinkClick action="ppaction://hlinksldjump" r:id="rId6"/>
              </a:rPr>
              <a:t>alternative resources slide</a:t>
            </a:r>
            <a:r>
              <a:rPr lang="en"/>
              <a:t>.</a:t>
            </a:r>
            <a:endParaRPr/>
          </a:p>
          <a:p>
            <a:pPr indent="-304800" lvl="0" marL="457200" rtl="0" algn="l">
              <a:spcBef>
                <a:spcPts val="0"/>
              </a:spcBef>
              <a:spcAft>
                <a:spcPts val="0"/>
              </a:spcAft>
              <a:buClr>
                <a:schemeClr val="dk1"/>
              </a:buClr>
              <a:buSzPts val="1200"/>
              <a:buAutoNum type="arabicPeriod"/>
            </a:pPr>
            <a:r>
              <a:rPr lang="en"/>
              <a:t>A </a:t>
            </a:r>
            <a:r>
              <a:rPr b="1" lang="en">
                <a:uFill>
                  <a:noFill/>
                </a:uFill>
                <a:hlinkClick action="ppaction://hlinksldjump" r:id="rId7"/>
              </a:rPr>
              <a:t>thanks slide</a:t>
            </a:r>
            <a:r>
              <a:rPr lang="en"/>
              <a:t>, which you must keep so that proper credits for our design are given.</a:t>
            </a:r>
            <a:endParaRPr/>
          </a:p>
          <a:p>
            <a:pPr indent="-304800" lvl="0" marL="457200" rtl="0" algn="l">
              <a:spcBef>
                <a:spcPts val="0"/>
              </a:spcBef>
              <a:spcAft>
                <a:spcPts val="0"/>
              </a:spcAft>
              <a:buClr>
                <a:schemeClr val="dk1"/>
              </a:buClr>
              <a:buSzPts val="1200"/>
              <a:buAutoNum type="arabicPeriod"/>
            </a:pPr>
            <a:r>
              <a:rPr lang="en"/>
              <a:t>A </a:t>
            </a:r>
            <a:r>
              <a:rPr b="1" lang="en">
                <a:uFill>
                  <a:noFill/>
                </a:uFill>
                <a:hlinkClick action="ppaction://hlinksldjump" r:id="rId8"/>
              </a:rPr>
              <a:t>resources slide</a:t>
            </a:r>
            <a:r>
              <a:rPr lang="en"/>
              <a:t>, where you’ll find links to all the elements used in the template.</a:t>
            </a:r>
            <a:endParaRPr/>
          </a:p>
          <a:p>
            <a:pPr indent="-304800" lvl="0" marL="457200" rtl="0" algn="l">
              <a:spcBef>
                <a:spcPts val="0"/>
              </a:spcBef>
              <a:spcAft>
                <a:spcPts val="0"/>
              </a:spcAft>
              <a:buClr>
                <a:schemeClr val="dk1"/>
              </a:buClr>
              <a:buSzPts val="1200"/>
              <a:buAutoNum type="arabicPeriod"/>
            </a:pPr>
            <a:r>
              <a:rPr b="1" lang="en">
                <a:solidFill>
                  <a:schemeClr val="hlink"/>
                </a:solidFill>
                <a:uFill>
                  <a:noFill/>
                </a:uFill>
                <a:hlinkClick action="ppaction://hlinksldjump" r:id="rId9"/>
              </a:rPr>
              <a:t>Instructions for use</a:t>
            </a:r>
            <a:r>
              <a:rPr lang="en"/>
              <a:t>.</a:t>
            </a:r>
            <a:endParaRPr/>
          </a:p>
          <a:p>
            <a:pPr indent="-304800" lvl="0" marL="457200" rtl="0" algn="l">
              <a:spcBef>
                <a:spcPts val="0"/>
              </a:spcBef>
              <a:spcAft>
                <a:spcPts val="0"/>
              </a:spcAft>
              <a:buClr>
                <a:schemeClr val="dk1"/>
              </a:buClr>
              <a:buSzPts val="1200"/>
              <a:buAutoNum type="arabicPeriod"/>
            </a:pPr>
            <a:r>
              <a:rPr lang="en"/>
              <a:t>Final slides with:</a:t>
            </a:r>
            <a:endParaRPr/>
          </a:p>
          <a:p>
            <a:pPr indent="-304800" lvl="0" marL="914400" rtl="0" algn="l">
              <a:spcBef>
                <a:spcPts val="0"/>
              </a:spcBef>
              <a:spcAft>
                <a:spcPts val="0"/>
              </a:spcAft>
              <a:buClr>
                <a:schemeClr val="dk1"/>
              </a:buClr>
              <a:buSzPts val="1200"/>
              <a:buChar char="●"/>
            </a:pPr>
            <a:r>
              <a:rPr lang="en"/>
              <a:t>The</a:t>
            </a:r>
            <a:r>
              <a:rPr lang="en"/>
              <a:t> </a:t>
            </a:r>
            <a:r>
              <a:rPr b="1" lang="en">
                <a:solidFill>
                  <a:schemeClr val="hlink"/>
                </a:solidFill>
                <a:uFill>
                  <a:noFill/>
                </a:uFill>
                <a:hlinkClick action="ppaction://hlinksldjump" r:id="rId10"/>
              </a:rPr>
              <a:t>fonts and colors</a:t>
            </a:r>
            <a:r>
              <a:rPr b="1" lang="en">
                <a:solidFill>
                  <a:schemeClr val="hlink"/>
                </a:solidFill>
                <a:uFill>
                  <a:noFill/>
                </a:uFill>
                <a:hlinkClick action="ppaction://hlinksldjump" r:id="rId11"/>
              </a:rPr>
              <a:t> used</a:t>
            </a:r>
            <a:r>
              <a:rPr b="1" lang="en"/>
              <a:t> </a:t>
            </a:r>
            <a:r>
              <a:rPr lang="en"/>
              <a:t>in the template.</a:t>
            </a:r>
            <a:endParaRPr/>
          </a:p>
          <a:p>
            <a:pPr indent="-304800" lvl="0" marL="914400" rtl="0" algn="l">
              <a:spcBef>
                <a:spcPts val="0"/>
              </a:spcBef>
              <a:spcAft>
                <a:spcPts val="0"/>
              </a:spcAft>
              <a:buClr>
                <a:schemeClr val="dk1"/>
              </a:buClr>
              <a:buSzPts val="1200"/>
              <a:buChar char="●"/>
            </a:pPr>
            <a:r>
              <a:rPr lang="en"/>
              <a:t>A </a:t>
            </a:r>
            <a:r>
              <a:rPr b="1" lang="en">
                <a:solidFill>
                  <a:schemeClr val="hlink"/>
                </a:solidFill>
                <a:uFill>
                  <a:noFill/>
                </a:uFill>
                <a:hlinkClick action="ppaction://hlinksldjump" r:id="rId12"/>
              </a:rPr>
              <a:t>selection of illustrations</a:t>
            </a:r>
            <a:r>
              <a:rPr b="1" lang="en">
                <a:solidFill>
                  <a:schemeClr val="hlink"/>
                </a:solidFill>
                <a:uFill>
                  <a:noFill/>
                </a:uFill>
                <a:hlinkClick action="ppaction://hlinksldjump" r:id="rId13"/>
              </a:rPr>
              <a:t>.</a:t>
            </a:r>
            <a:r>
              <a:rPr lang="en"/>
              <a:t> You can also customize and animate them as you wish with the online editor. Visit</a:t>
            </a:r>
            <a:r>
              <a:rPr b="1" lang="en"/>
              <a:t> </a:t>
            </a:r>
            <a:r>
              <a:rPr b="1" lang="en">
                <a:uFill>
                  <a:noFill/>
                </a:uFill>
                <a:hlinkClick r:id="rId14"/>
              </a:rPr>
              <a:t>Storyset</a:t>
            </a:r>
            <a:r>
              <a:rPr lang="en"/>
              <a:t> </a:t>
            </a:r>
            <a:r>
              <a:rPr lang="en"/>
              <a:t>to find more. </a:t>
            </a:r>
            <a:endParaRPr/>
          </a:p>
          <a:p>
            <a:pPr indent="-304800" lvl="0" marL="914400" rtl="0" algn="l">
              <a:spcBef>
                <a:spcPts val="0"/>
              </a:spcBef>
              <a:spcAft>
                <a:spcPts val="0"/>
              </a:spcAft>
              <a:buClr>
                <a:schemeClr val="dk1"/>
              </a:buClr>
              <a:buSzPts val="1200"/>
              <a:buChar char="●"/>
            </a:pPr>
            <a:r>
              <a:rPr lang="en"/>
              <a:t>More</a:t>
            </a:r>
            <a:r>
              <a:rPr lang="en">
                <a:solidFill>
                  <a:schemeClr val="hlink"/>
                </a:solidFill>
                <a:uFill>
                  <a:noFill/>
                </a:uFill>
                <a:hlinkClick action="ppaction://hlinksldjump" r:id="rId15"/>
              </a:rPr>
              <a:t> </a:t>
            </a:r>
            <a:r>
              <a:rPr b="1" lang="en">
                <a:solidFill>
                  <a:schemeClr val="hlink"/>
                </a:solidFill>
                <a:uFill>
                  <a:noFill/>
                </a:uFill>
                <a:hlinkClick action="ppaction://hlinksldjump" r:id="rId16"/>
              </a:rPr>
              <a:t>infographic resources</a:t>
            </a:r>
            <a:r>
              <a:rPr lang="en"/>
              <a:t>, whose size and color can be edited. </a:t>
            </a:r>
            <a:endParaRPr/>
          </a:p>
          <a:p>
            <a:pPr indent="-304800" lvl="0" marL="914400" rtl="0" algn="l">
              <a:spcBef>
                <a:spcPts val="0"/>
              </a:spcBef>
              <a:spcAft>
                <a:spcPts val="0"/>
              </a:spcAft>
              <a:buClr>
                <a:schemeClr val="dk1"/>
              </a:buClr>
              <a:buSzPts val="1200"/>
              <a:buChar char="●"/>
            </a:pPr>
            <a:r>
              <a:rPr lang="en"/>
              <a:t>Sets of </a:t>
            </a:r>
            <a:r>
              <a:rPr b="1" lang="en">
                <a:solidFill>
                  <a:schemeClr val="hlink"/>
                </a:solidFill>
                <a:uFill>
                  <a:noFill/>
                </a:uFill>
                <a:hlinkClick action="ppaction://hlinksldjump" r:id="rId17"/>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1600"/>
              </a:spcBef>
              <a:spcAft>
                <a:spcPts val="1200"/>
              </a:spcAft>
              <a:buNone/>
            </a:pPr>
            <a:r>
              <a:rPr b="1" lang="en"/>
              <a:t>You can delete this slide when you’re done editing the presentation.</a:t>
            </a:r>
            <a:endParaRPr b="1"/>
          </a:p>
        </p:txBody>
      </p:sp>
      <p:sp>
        <p:nvSpPr>
          <p:cNvPr id="891" name="Google Shape;891;p39"/>
          <p:cNvSpPr/>
          <p:nvPr/>
        </p:nvSpPr>
        <p:spPr>
          <a:xfrm rot="5400000">
            <a:off x="9658283" y="1539125"/>
            <a:ext cx="50" cy="15452"/>
          </a:xfrm>
          <a:custGeom>
            <a:rect b="b" l="l" r="r" t="t"/>
            <a:pathLst>
              <a:path extrusionOk="0" h="306" w="1">
                <a:moveTo>
                  <a:pt x="0" y="0"/>
                </a:moveTo>
                <a:lnTo>
                  <a:pt x="0" y="306"/>
                </a:lnTo>
                <a:lnTo>
                  <a:pt x="0" y="306"/>
                </a:lnTo>
                <a:lnTo>
                  <a:pt x="0" y="0"/>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5" name="Shape 895"/>
        <p:cNvGrpSpPr/>
        <p:nvPr/>
      </p:nvGrpSpPr>
      <p:grpSpPr>
        <a:xfrm>
          <a:off x="0" y="0"/>
          <a:ext cx="0" cy="0"/>
          <a:chOff x="0" y="0"/>
          <a:chExt cx="0" cy="0"/>
        </a:xfrm>
      </p:grpSpPr>
      <p:sp>
        <p:nvSpPr>
          <p:cNvPr id="896" name="Google Shape;896;p40"/>
          <p:cNvSpPr txBox="1"/>
          <p:nvPr>
            <p:ph type="title"/>
          </p:nvPr>
        </p:nvSpPr>
        <p:spPr>
          <a:xfrm>
            <a:off x="1345950" y="1473181"/>
            <a:ext cx="4107000" cy="705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Introduction</a:t>
            </a:r>
            <a:endParaRPr/>
          </a:p>
        </p:txBody>
      </p:sp>
      <p:sp>
        <p:nvSpPr>
          <p:cNvPr id="897" name="Google Shape;897;p40"/>
          <p:cNvSpPr txBox="1"/>
          <p:nvPr>
            <p:ph idx="1" type="subTitle"/>
          </p:nvPr>
        </p:nvSpPr>
        <p:spPr>
          <a:xfrm>
            <a:off x="808050" y="2101919"/>
            <a:ext cx="4644900" cy="15684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t>You can give a brief description of the topic you want to talk about here. For example, if you want to talk about Mercury, you can say that it’s the smallest planet in the entire Solar System</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1" name="Shape 901"/>
        <p:cNvGrpSpPr/>
        <p:nvPr/>
      </p:nvGrpSpPr>
      <p:grpSpPr>
        <a:xfrm>
          <a:off x="0" y="0"/>
          <a:ext cx="0" cy="0"/>
          <a:chOff x="0" y="0"/>
          <a:chExt cx="0" cy="0"/>
        </a:xfrm>
      </p:grpSpPr>
      <p:sp>
        <p:nvSpPr>
          <p:cNvPr id="902" name="Google Shape;902;p41"/>
          <p:cNvSpPr txBox="1"/>
          <p:nvPr>
            <p:ph type="title"/>
          </p:nvPr>
        </p:nvSpPr>
        <p:spPr>
          <a:xfrm>
            <a:off x="720000" y="1849000"/>
            <a:ext cx="2336400" cy="37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he disease</a:t>
            </a:r>
            <a:endParaRPr/>
          </a:p>
        </p:txBody>
      </p:sp>
      <p:sp>
        <p:nvSpPr>
          <p:cNvPr id="903" name="Google Shape;903;p41"/>
          <p:cNvSpPr txBox="1"/>
          <p:nvPr>
            <p:ph idx="2" type="title"/>
          </p:nvPr>
        </p:nvSpPr>
        <p:spPr>
          <a:xfrm>
            <a:off x="1250550" y="1388288"/>
            <a:ext cx="1275300" cy="59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904" name="Google Shape;904;p41"/>
          <p:cNvSpPr txBox="1"/>
          <p:nvPr>
            <p:ph idx="1" type="subTitle"/>
          </p:nvPr>
        </p:nvSpPr>
        <p:spPr>
          <a:xfrm>
            <a:off x="720000" y="2186565"/>
            <a:ext cx="23364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Y</a:t>
            </a:r>
            <a:r>
              <a:rPr lang="en"/>
              <a:t>ou can describe the topic of the section here</a:t>
            </a:r>
            <a:endParaRPr/>
          </a:p>
        </p:txBody>
      </p:sp>
      <p:sp>
        <p:nvSpPr>
          <p:cNvPr id="905" name="Google Shape;905;p41"/>
          <p:cNvSpPr txBox="1"/>
          <p:nvPr>
            <p:ph idx="3" type="title"/>
          </p:nvPr>
        </p:nvSpPr>
        <p:spPr>
          <a:xfrm>
            <a:off x="3403800" y="1849000"/>
            <a:ext cx="2336400" cy="37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t>
            </a:r>
            <a:r>
              <a:rPr lang="en"/>
              <a:t>iagnosis</a:t>
            </a:r>
            <a:endParaRPr/>
          </a:p>
        </p:txBody>
      </p:sp>
      <p:sp>
        <p:nvSpPr>
          <p:cNvPr id="906" name="Google Shape;906;p41"/>
          <p:cNvSpPr txBox="1"/>
          <p:nvPr>
            <p:ph idx="4" type="title"/>
          </p:nvPr>
        </p:nvSpPr>
        <p:spPr>
          <a:xfrm>
            <a:off x="3934350" y="1388288"/>
            <a:ext cx="1275300" cy="59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907" name="Google Shape;907;p41"/>
          <p:cNvSpPr txBox="1"/>
          <p:nvPr>
            <p:ph idx="5" type="subTitle"/>
          </p:nvPr>
        </p:nvSpPr>
        <p:spPr>
          <a:xfrm>
            <a:off x="3403800" y="2186565"/>
            <a:ext cx="23364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Y</a:t>
            </a:r>
            <a:r>
              <a:rPr lang="en"/>
              <a:t>ou can describe the topic of the section here</a:t>
            </a:r>
            <a:endParaRPr/>
          </a:p>
        </p:txBody>
      </p:sp>
      <p:sp>
        <p:nvSpPr>
          <p:cNvPr id="908" name="Google Shape;908;p41"/>
          <p:cNvSpPr txBox="1"/>
          <p:nvPr>
            <p:ph idx="6" type="title"/>
          </p:nvPr>
        </p:nvSpPr>
        <p:spPr>
          <a:xfrm>
            <a:off x="5965900" y="1849000"/>
            <a:ext cx="2458200" cy="37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a:t>
            </a:r>
            <a:r>
              <a:rPr lang="en"/>
              <a:t>ecommendations</a:t>
            </a:r>
            <a:endParaRPr/>
          </a:p>
        </p:txBody>
      </p:sp>
      <p:sp>
        <p:nvSpPr>
          <p:cNvPr id="909" name="Google Shape;909;p41"/>
          <p:cNvSpPr txBox="1"/>
          <p:nvPr>
            <p:ph idx="7" type="title"/>
          </p:nvPr>
        </p:nvSpPr>
        <p:spPr>
          <a:xfrm>
            <a:off x="6524200" y="1388288"/>
            <a:ext cx="1341600" cy="59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910" name="Google Shape;910;p41"/>
          <p:cNvSpPr txBox="1"/>
          <p:nvPr>
            <p:ph idx="8" type="subTitle"/>
          </p:nvPr>
        </p:nvSpPr>
        <p:spPr>
          <a:xfrm>
            <a:off x="5965900" y="2186565"/>
            <a:ext cx="2458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Y</a:t>
            </a:r>
            <a:r>
              <a:rPr lang="en"/>
              <a:t>ou can describe the topic of the section here</a:t>
            </a:r>
            <a:endParaRPr/>
          </a:p>
        </p:txBody>
      </p:sp>
      <p:sp>
        <p:nvSpPr>
          <p:cNvPr id="911" name="Google Shape;911;p41"/>
          <p:cNvSpPr txBox="1"/>
          <p:nvPr>
            <p:ph idx="9" type="title"/>
          </p:nvPr>
        </p:nvSpPr>
        <p:spPr>
          <a:xfrm>
            <a:off x="720000" y="3400479"/>
            <a:ext cx="2336400" cy="37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t>
            </a:r>
            <a:r>
              <a:rPr lang="en"/>
              <a:t>athology</a:t>
            </a:r>
            <a:endParaRPr/>
          </a:p>
        </p:txBody>
      </p:sp>
      <p:sp>
        <p:nvSpPr>
          <p:cNvPr id="912" name="Google Shape;912;p41"/>
          <p:cNvSpPr txBox="1"/>
          <p:nvPr>
            <p:ph idx="13" type="title"/>
          </p:nvPr>
        </p:nvSpPr>
        <p:spPr>
          <a:xfrm>
            <a:off x="1250550" y="2939767"/>
            <a:ext cx="1275300" cy="59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913" name="Google Shape;913;p41"/>
          <p:cNvSpPr txBox="1"/>
          <p:nvPr>
            <p:ph idx="14" type="subTitle"/>
          </p:nvPr>
        </p:nvSpPr>
        <p:spPr>
          <a:xfrm>
            <a:off x="720000" y="3758925"/>
            <a:ext cx="23364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Y</a:t>
            </a:r>
            <a:r>
              <a:rPr lang="en"/>
              <a:t>ou can describe the topic of the section here</a:t>
            </a:r>
            <a:endParaRPr/>
          </a:p>
        </p:txBody>
      </p:sp>
      <p:sp>
        <p:nvSpPr>
          <p:cNvPr id="914" name="Google Shape;914;p41"/>
          <p:cNvSpPr txBox="1"/>
          <p:nvPr>
            <p:ph idx="15" type="title"/>
          </p:nvPr>
        </p:nvSpPr>
        <p:spPr>
          <a:xfrm>
            <a:off x="3403800" y="3400479"/>
            <a:ext cx="2336400" cy="37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reatment</a:t>
            </a:r>
            <a:endParaRPr/>
          </a:p>
        </p:txBody>
      </p:sp>
      <p:sp>
        <p:nvSpPr>
          <p:cNvPr id="915" name="Google Shape;915;p41"/>
          <p:cNvSpPr txBox="1"/>
          <p:nvPr>
            <p:ph idx="16" type="title"/>
          </p:nvPr>
        </p:nvSpPr>
        <p:spPr>
          <a:xfrm>
            <a:off x="3934350" y="2939767"/>
            <a:ext cx="1275300" cy="59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916" name="Google Shape;916;p41"/>
          <p:cNvSpPr txBox="1"/>
          <p:nvPr>
            <p:ph idx="17" type="subTitle"/>
          </p:nvPr>
        </p:nvSpPr>
        <p:spPr>
          <a:xfrm>
            <a:off x="3403800" y="3758925"/>
            <a:ext cx="23364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Y</a:t>
            </a:r>
            <a:r>
              <a:rPr lang="en"/>
              <a:t>ou can describe the topic of the section here</a:t>
            </a:r>
            <a:endParaRPr/>
          </a:p>
        </p:txBody>
      </p:sp>
      <p:sp>
        <p:nvSpPr>
          <p:cNvPr id="917" name="Google Shape;917;p41"/>
          <p:cNvSpPr txBox="1"/>
          <p:nvPr>
            <p:ph idx="18" type="title"/>
          </p:nvPr>
        </p:nvSpPr>
        <p:spPr>
          <a:xfrm>
            <a:off x="5965900" y="3400479"/>
            <a:ext cx="2458200" cy="37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onclusions</a:t>
            </a:r>
            <a:endParaRPr/>
          </a:p>
        </p:txBody>
      </p:sp>
      <p:sp>
        <p:nvSpPr>
          <p:cNvPr id="918" name="Google Shape;918;p41"/>
          <p:cNvSpPr txBox="1"/>
          <p:nvPr>
            <p:ph idx="19" type="title"/>
          </p:nvPr>
        </p:nvSpPr>
        <p:spPr>
          <a:xfrm>
            <a:off x="6524200" y="2939767"/>
            <a:ext cx="1341600" cy="59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919" name="Google Shape;919;p41"/>
          <p:cNvSpPr txBox="1"/>
          <p:nvPr>
            <p:ph idx="20" type="subTitle"/>
          </p:nvPr>
        </p:nvSpPr>
        <p:spPr>
          <a:xfrm>
            <a:off x="5965900" y="3758925"/>
            <a:ext cx="2458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Y</a:t>
            </a:r>
            <a:r>
              <a:rPr lang="en"/>
              <a:t>ou can describe the topic of the section here</a:t>
            </a:r>
            <a:endParaRPr/>
          </a:p>
        </p:txBody>
      </p:sp>
      <p:sp>
        <p:nvSpPr>
          <p:cNvPr id="920" name="Google Shape;920;p41"/>
          <p:cNvSpPr txBox="1"/>
          <p:nvPr>
            <p:ph idx="21"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4" name="Shape 924"/>
        <p:cNvGrpSpPr/>
        <p:nvPr/>
      </p:nvGrpSpPr>
      <p:grpSpPr>
        <a:xfrm>
          <a:off x="0" y="0"/>
          <a:ext cx="0" cy="0"/>
          <a:chOff x="0" y="0"/>
          <a:chExt cx="0" cy="0"/>
        </a:xfrm>
      </p:grpSpPr>
      <p:sp>
        <p:nvSpPr>
          <p:cNvPr id="925" name="Google Shape;925;p42"/>
          <p:cNvSpPr txBox="1"/>
          <p:nvPr>
            <p:ph type="title"/>
          </p:nvPr>
        </p:nvSpPr>
        <p:spPr>
          <a:xfrm>
            <a:off x="1024175" y="2379938"/>
            <a:ext cx="3651600" cy="83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he disease</a:t>
            </a:r>
            <a:endParaRPr/>
          </a:p>
        </p:txBody>
      </p:sp>
      <p:sp>
        <p:nvSpPr>
          <p:cNvPr id="926" name="Google Shape;926;p42"/>
          <p:cNvSpPr txBox="1"/>
          <p:nvPr>
            <p:ph idx="2" type="title"/>
          </p:nvPr>
        </p:nvSpPr>
        <p:spPr>
          <a:xfrm>
            <a:off x="1024175" y="1525794"/>
            <a:ext cx="1275300" cy="90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927" name="Google Shape;927;p42"/>
          <p:cNvSpPr txBox="1"/>
          <p:nvPr>
            <p:ph idx="1" type="subTitle"/>
          </p:nvPr>
        </p:nvSpPr>
        <p:spPr>
          <a:xfrm>
            <a:off x="1024175" y="3084988"/>
            <a:ext cx="2336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1" name="Shape 931"/>
        <p:cNvGrpSpPr/>
        <p:nvPr/>
      </p:nvGrpSpPr>
      <p:grpSpPr>
        <a:xfrm>
          <a:off x="0" y="0"/>
          <a:ext cx="0" cy="0"/>
          <a:chOff x="0" y="0"/>
          <a:chExt cx="0" cy="0"/>
        </a:xfrm>
      </p:grpSpPr>
      <p:sp>
        <p:nvSpPr>
          <p:cNvPr id="932" name="Google Shape;932;p43"/>
          <p:cNvSpPr txBox="1"/>
          <p:nvPr>
            <p:ph idx="8"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bout the disease</a:t>
            </a:r>
            <a:endParaRPr/>
          </a:p>
        </p:txBody>
      </p:sp>
      <p:sp>
        <p:nvSpPr>
          <p:cNvPr id="933" name="Google Shape;933;p43"/>
          <p:cNvSpPr txBox="1"/>
          <p:nvPr>
            <p:ph type="title"/>
          </p:nvPr>
        </p:nvSpPr>
        <p:spPr>
          <a:xfrm>
            <a:off x="1950150" y="1589625"/>
            <a:ext cx="2172300" cy="36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ransmission</a:t>
            </a:r>
            <a:endParaRPr/>
          </a:p>
        </p:txBody>
      </p:sp>
      <p:sp>
        <p:nvSpPr>
          <p:cNvPr id="934" name="Google Shape;934;p43"/>
          <p:cNvSpPr txBox="1"/>
          <p:nvPr>
            <p:ph idx="1" type="subTitle"/>
          </p:nvPr>
        </p:nvSpPr>
        <p:spPr>
          <a:xfrm>
            <a:off x="2051700" y="1933327"/>
            <a:ext cx="196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Mercury is the smallest planet</a:t>
            </a:r>
            <a:endParaRPr/>
          </a:p>
        </p:txBody>
      </p:sp>
      <p:sp>
        <p:nvSpPr>
          <p:cNvPr id="935" name="Google Shape;935;p43"/>
          <p:cNvSpPr txBox="1"/>
          <p:nvPr>
            <p:ph idx="4" type="title"/>
          </p:nvPr>
        </p:nvSpPr>
        <p:spPr>
          <a:xfrm>
            <a:off x="1950150" y="3457950"/>
            <a:ext cx="2172300" cy="36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not Common</a:t>
            </a:r>
            <a:endParaRPr/>
          </a:p>
        </p:txBody>
      </p:sp>
      <p:sp>
        <p:nvSpPr>
          <p:cNvPr id="936" name="Google Shape;936;p43"/>
          <p:cNvSpPr txBox="1"/>
          <p:nvPr>
            <p:ph idx="5" type="subTitle"/>
          </p:nvPr>
        </p:nvSpPr>
        <p:spPr>
          <a:xfrm>
            <a:off x="2051700" y="3799900"/>
            <a:ext cx="196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Jupiter is the biggest planet of them all</a:t>
            </a:r>
            <a:endParaRPr/>
          </a:p>
        </p:txBody>
      </p:sp>
      <p:sp>
        <p:nvSpPr>
          <p:cNvPr id="937" name="Google Shape;937;p43"/>
          <p:cNvSpPr txBox="1"/>
          <p:nvPr>
            <p:ph idx="6" type="title"/>
          </p:nvPr>
        </p:nvSpPr>
        <p:spPr>
          <a:xfrm>
            <a:off x="5021549" y="3457951"/>
            <a:ext cx="2172300" cy="36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a:t>
            </a:r>
            <a:r>
              <a:rPr lang="en"/>
              <a:t>accine</a:t>
            </a:r>
            <a:endParaRPr/>
          </a:p>
        </p:txBody>
      </p:sp>
      <p:sp>
        <p:nvSpPr>
          <p:cNvPr id="938" name="Google Shape;938;p43"/>
          <p:cNvSpPr txBox="1"/>
          <p:nvPr>
            <p:ph idx="7" type="subTitle"/>
          </p:nvPr>
        </p:nvSpPr>
        <p:spPr>
          <a:xfrm>
            <a:off x="5123099" y="3799900"/>
            <a:ext cx="196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Earth is the beautiful planet where we live</a:t>
            </a:r>
            <a:endParaRPr/>
          </a:p>
        </p:txBody>
      </p:sp>
      <p:sp>
        <p:nvSpPr>
          <p:cNvPr id="939" name="Google Shape;939;p43"/>
          <p:cNvSpPr/>
          <p:nvPr/>
        </p:nvSpPr>
        <p:spPr>
          <a:xfrm rot="10800000">
            <a:off x="1803" y="1706481"/>
            <a:ext cx="50" cy="124375"/>
          </a:xfrm>
          <a:custGeom>
            <a:rect b="b" l="l" r="r" t="t"/>
            <a:pathLst>
              <a:path extrusionOk="0" h="2463" w="1">
                <a:moveTo>
                  <a:pt x="0" y="2463"/>
                </a:moveTo>
                <a:lnTo>
                  <a:pt x="0" y="2463"/>
                </a:lnTo>
                <a:lnTo>
                  <a:pt x="0" y="0"/>
                </a:lnTo>
                <a:lnTo>
                  <a:pt x="0" y="0"/>
                </a:lnTo>
                <a:lnTo>
                  <a:pt x="0" y="2463"/>
                </a:lnTo>
                <a:close/>
              </a:path>
            </a:pathLst>
          </a:custGeom>
          <a:solidFill>
            <a:srgbClr val="FF0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3"/>
          <p:cNvSpPr/>
          <p:nvPr/>
        </p:nvSpPr>
        <p:spPr>
          <a:xfrm rot="10800000">
            <a:off x="1803" y="1300576"/>
            <a:ext cx="50" cy="125385"/>
          </a:xfrm>
          <a:custGeom>
            <a:rect b="b" l="l" r="r" t="t"/>
            <a:pathLst>
              <a:path extrusionOk="0" h="2483" w="1">
                <a:moveTo>
                  <a:pt x="0" y="2483"/>
                </a:moveTo>
                <a:lnTo>
                  <a:pt x="0" y="2483"/>
                </a:lnTo>
                <a:lnTo>
                  <a:pt x="0" y="1"/>
                </a:lnTo>
                <a:lnTo>
                  <a:pt x="0" y="20"/>
                </a:lnTo>
                <a:lnTo>
                  <a:pt x="0" y="2483"/>
                </a:lnTo>
                <a:close/>
              </a:path>
            </a:pathLst>
          </a:custGeom>
          <a:solidFill>
            <a:srgbClr val="FF0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3"/>
          <p:cNvSpPr/>
          <p:nvPr/>
        </p:nvSpPr>
        <p:spPr>
          <a:xfrm rot="10800000">
            <a:off x="1803" y="1503024"/>
            <a:ext cx="50" cy="125385"/>
          </a:xfrm>
          <a:custGeom>
            <a:rect b="b" l="l" r="r" t="t"/>
            <a:pathLst>
              <a:path extrusionOk="0" h="2483" w="1">
                <a:moveTo>
                  <a:pt x="0" y="2482"/>
                </a:moveTo>
                <a:lnTo>
                  <a:pt x="0" y="2482"/>
                </a:lnTo>
                <a:lnTo>
                  <a:pt x="0" y="0"/>
                </a:lnTo>
                <a:lnTo>
                  <a:pt x="0" y="0"/>
                </a:lnTo>
                <a:lnTo>
                  <a:pt x="0" y="2482"/>
                </a:lnTo>
                <a:close/>
              </a:path>
            </a:pathLst>
          </a:custGeom>
          <a:solidFill>
            <a:srgbClr val="FF0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3"/>
          <p:cNvSpPr/>
          <p:nvPr/>
        </p:nvSpPr>
        <p:spPr>
          <a:xfrm rot="10800000">
            <a:off x="1803" y="1908928"/>
            <a:ext cx="50" cy="125385"/>
          </a:xfrm>
          <a:custGeom>
            <a:rect b="b" l="l" r="r" t="t"/>
            <a:pathLst>
              <a:path extrusionOk="0" h="2483" w="1">
                <a:moveTo>
                  <a:pt x="0" y="2483"/>
                </a:moveTo>
                <a:lnTo>
                  <a:pt x="0" y="2483"/>
                </a:lnTo>
                <a:lnTo>
                  <a:pt x="0" y="1"/>
                </a:lnTo>
                <a:lnTo>
                  <a:pt x="0" y="1"/>
                </a:lnTo>
                <a:lnTo>
                  <a:pt x="0" y="2483"/>
                </a:lnTo>
                <a:close/>
              </a:path>
            </a:pathLst>
          </a:custGeom>
          <a:solidFill>
            <a:srgbClr val="FF0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3"/>
          <p:cNvSpPr/>
          <p:nvPr/>
        </p:nvSpPr>
        <p:spPr>
          <a:xfrm rot="10800000">
            <a:off x="37566" y="39483"/>
            <a:ext cx="65596" cy="65647"/>
          </a:xfrm>
          <a:custGeom>
            <a:rect b="b" l="l" r="r" t="t"/>
            <a:pathLst>
              <a:path extrusionOk="0" h="1300" w="1299">
                <a:moveTo>
                  <a:pt x="0" y="1"/>
                </a:moveTo>
                <a:lnTo>
                  <a:pt x="0" y="1"/>
                </a:lnTo>
                <a:lnTo>
                  <a:pt x="0" y="1"/>
                </a:lnTo>
                <a:lnTo>
                  <a:pt x="1299" y="1299"/>
                </a:lnTo>
                <a:lnTo>
                  <a:pt x="1299" y="1299"/>
                </a:lnTo>
                <a:lnTo>
                  <a:pt x="0" y="1"/>
                </a:lnTo>
                <a:close/>
              </a:path>
            </a:pathLst>
          </a:custGeom>
          <a:solidFill>
            <a:srgbClr val="FF0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3"/>
          <p:cNvSpPr/>
          <p:nvPr/>
        </p:nvSpPr>
        <p:spPr>
          <a:xfrm rot="10800000">
            <a:off x="1803" y="2034263"/>
            <a:ext cx="50" cy="15452"/>
          </a:xfrm>
          <a:custGeom>
            <a:rect b="b" l="l" r="r" t="t"/>
            <a:pathLst>
              <a:path extrusionOk="0" h="306" w="1">
                <a:moveTo>
                  <a:pt x="0" y="0"/>
                </a:moveTo>
                <a:lnTo>
                  <a:pt x="0" y="306"/>
                </a:lnTo>
                <a:lnTo>
                  <a:pt x="0" y="306"/>
                </a:lnTo>
                <a:lnTo>
                  <a:pt x="0" y="0"/>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3"/>
          <p:cNvSpPr/>
          <p:nvPr/>
        </p:nvSpPr>
        <p:spPr>
          <a:xfrm rot="10800000">
            <a:off x="1803" y="1830807"/>
            <a:ext cx="50" cy="78170"/>
          </a:xfrm>
          <a:custGeom>
            <a:rect b="b" l="l" r="r" t="t"/>
            <a:pathLst>
              <a:path extrusionOk="0" h="1548" w="1">
                <a:moveTo>
                  <a:pt x="0" y="1547"/>
                </a:moveTo>
                <a:lnTo>
                  <a:pt x="0" y="1547"/>
                </a:lnTo>
                <a:lnTo>
                  <a:pt x="0" y="1"/>
                </a:lnTo>
                <a:lnTo>
                  <a:pt x="0" y="1"/>
                </a:lnTo>
                <a:lnTo>
                  <a:pt x="0" y="154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3"/>
          <p:cNvSpPr/>
          <p:nvPr/>
        </p:nvSpPr>
        <p:spPr>
          <a:xfrm rot="10800000">
            <a:off x="1803" y="1628360"/>
            <a:ext cx="50" cy="78170"/>
          </a:xfrm>
          <a:custGeom>
            <a:rect b="b" l="l" r="r" t="t"/>
            <a:pathLst>
              <a:path extrusionOk="0" h="1548" w="1">
                <a:moveTo>
                  <a:pt x="0" y="1547"/>
                </a:moveTo>
                <a:lnTo>
                  <a:pt x="0" y="1547"/>
                </a:lnTo>
                <a:lnTo>
                  <a:pt x="0" y="1"/>
                </a:lnTo>
                <a:lnTo>
                  <a:pt x="0" y="1"/>
                </a:lnTo>
                <a:lnTo>
                  <a:pt x="0" y="154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3"/>
          <p:cNvSpPr/>
          <p:nvPr/>
        </p:nvSpPr>
        <p:spPr>
          <a:xfrm rot="10800000">
            <a:off x="1803" y="1424953"/>
            <a:ext cx="50" cy="78120"/>
          </a:xfrm>
          <a:custGeom>
            <a:rect b="b" l="l" r="r" t="t"/>
            <a:pathLst>
              <a:path extrusionOk="0" h="1547" w="1">
                <a:moveTo>
                  <a:pt x="0" y="1547"/>
                </a:moveTo>
                <a:lnTo>
                  <a:pt x="0" y="1528"/>
                </a:lnTo>
                <a:lnTo>
                  <a:pt x="0" y="0"/>
                </a:lnTo>
                <a:lnTo>
                  <a:pt x="0" y="0"/>
                </a:lnTo>
                <a:lnTo>
                  <a:pt x="0" y="154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3"/>
          <p:cNvSpPr/>
          <p:nvPr/>
        </p:nvSpPr>
        <p:spPr>
          <a:xfrm rot="10800000">
            <a:off x="1803" y="1222455"/>
            <a:ext cx="50" cy="78170"/>
          </a:xfrm>
          <a:custGeom>
            <a:rect b="b" l="l" r="r" t="t"/>
            <a:pathLst>
              <a:path extrusionOk="0" h="1548" w="1">
                <a:moveTo>
                  <a:pt x="0" y="1547"/>
                </a:moveTo>
                <a:lnTo>
                  <a:pt x="0" y="1547"/>
                </a:lnTo>
                <a:lnTo>
                  <a:pt x="0" y="1"/>
                </a:lnTo>
                <a:lnTo>
                  <a:pt x="0" y="1"/>
                </a:lnTo>
                <a:lnTo>
                  <a:pt x="0" y="154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3"/>
          <p:cNvSpPr/>
          <p:nvPr/>
        </p:nvSpPr>
        <p:spPr>
          <a:xfrm rot="10800000">
            <a:off x="103112" y="105079"/>
            <a:ext cx="40549" cy="40499"/>
          </a:xfrm>
          <a:custGeom>
            <a:rect b="b" l="l" r="r" t="t"/>
            <a:pathLst>
              <a:path extrusionOk="0" h="802" w="803">
                <a:moveTo>
                  <a:pt x="0" y="0"/>
                </a:moveTo>
                <a:lnTo>
                  <a:pt x="0" y="0"/>
                </a:lnTo>
                <a:lnTo>
                  <a:pt x="0" y="0"/>
                </a:lnTo>
                <a:lnTo>
                  <a:pt x="802" y="802"/>
                </a:lnTo>
                <a:lnTo>
                  <a:pt x="802" y="802"/>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3"/>
          <p:cNvSpPr/>
          <p:nvPr/>
        </p:nvSpPr>
        <p:spPr>
          <a:xfrm rot="10800000">
            <a:off x="904" y="-7"/>
            <a:ext cx="80089" cy="39540"/>
          </a:xfrm>
          <a:custGeom>
            <a:rect b="b" l="l" r="r" t="t"/>
            <a:pathLst>
              <a:path extrusionOk="0" h="783" w="1586">
                <a:moveTo>
                  <a:pt x="860" y="0"/>
                </a:moveTo>
                <a:lnTo>
                  <a:pt x="0" y="783"/>
                </a:lnTo>
                <a:lnTo>
                  <a:pt x="1585" y="783"/>
                </a:lnTo>
                <a:lnTo>
                  <a:pt x="1585" y="726"/>
                </a:lnTo>
                <a:lnTo>
                  <a:pt x="1184" y="306"/>
                </a:lnTo>
                <a:lnTo>
                  <a:pt x="8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3"/>
          <p:cNvSpPr/>
          <p:nvPr/>
        </p:nvSpPr>
        <p:spPr>
          <a:xfrm rot="10800000">
            <a:off x="21153" y="24080"/>
            <a:ext cx="16462" cy="15452"/>
          </a:xfrm>
          <a:custGeom>
            <a:rect b="b" l="l" r="r" t="t"/>
            <a:pathLst>
              <a:path extrusionOk="0" h="306" w="326">
                <a:moveTo>
                  <a:pt x="1" y="0"/>
                </a:moveTo>
                <a:lnTo>
                  <a:pt x="1" y="0"/>
                </a:lnTo>
                <a:lnTo>
                  <a:pt x="325" y="306"/>
                </a:lnTo>
                <a:lnTo>
                  <a:pt x="1" y="0"/>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3"/>
          <p:cNvSpPr/>
          <p:nvPr/>
        </p:nvSpPr>
        <p:spPr>
          <a:xfrm rot="10800000">
            <a:off x="37566" y="39483"/>
            <a:ext cx="65596" cy="65647"/>
          </a:xfrm>
          <a:custGeom>
            <a:rect b="b" l="l" r="r" t="t"/>
            <a:pathLst>
              <a:path extrusionOk="0" h="1300" w="1299">
                <a:moveTo>
                  <a:pt x="0" y="1"/>
                </a:moveTo>
                <a:lnTo>
                  <a:pt x="1299" y="1299"/>
                </a:lnTo>
                <a:lnTo>
                  <a:pt x="1299" y="1299"/>
                </a:lnTo>
                <a:lnTo>
                  <a:pt x="0" y="1"/>
                </a:lnTo>
                <a:lnTo>
                  <a:pt x="0" y="1"/>
                </a:lnTo>
                <a:close/>
              </a:path>
            </a:pathLst>
          </a:custGeom>
          <a:solidFill>
            <a:srgbClr val="FF0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3"/>
          <p:cNvSpPr/>
          <p:nvPr/>
        </p:nvSpPr>
        <p:spPr>
          <a:xfrm rot="10800000">
            <a:off x="103112" y="105079"/>
            <a:ext cx="40549" cy="40499"/>
          </a:xfrm>
          <a:custGeom>
            <a:rect b="b" l="l" r="r" t="t"/>
            <a:pathLst>
              <a:path extrusionOk="0" h="802" w="803">
                <a:moveTo>
                  <a:pt x="0" y="0"/>
                </a:moveTo>
                <a:lnTo>
                  <a:pt x="0" y="0"/>
                </a:lnTo>
                <a:lnTo>
                  <a:pt x="802" y="802"/>
                </a:lnTo>
                <a:lnTo>
                  <a:pt x="802" y="802"/>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3"/>
          <p:cNvSpPr/>
          <p:nvPr/>
        </p:nvSpPr>
        <p:spPr>
          <a:xfrm rot="10800000">
            <a:off x="903" y="2871"/>
            <a:ext cx="20300" cy="21259"/>
          </a:xfrm>
          <a:custGeom>
            <a:rect b="b" l="l" r="r" t="t"/>
            <a:pathLst>
              <a:path extrusionOk="0" h="421" w="402">
                <a:moveTo>
                  <a:pt x="401" y="421"/>
                </a:moveTo>
                <a:lnTo>
                  <a:pt x="401" y="421"/>
                </a:lnTo>
                <a:lnTo>
                  <a:pt x="401" y="421"/>
                </a:lnTo>
                <a:lnTo>
                  <a:pt x="0" y="1"/>
                </a:lnTo>
                <a:lnTo>
                  <a:pt x="401" y="42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3"/>
          <p:cNvSpPr/>
          <p:nvPr/>
        </p:nvSpPr>
        <p:spPr>
          <a:xfrm rot="10800000">
            <a:off x="903" y="3831"/>
            <a:ext cx="36712" cy="68475"/>
          </a:xfrm>
          <a:custGeom>
            <a:rect b="b" l="l" r="r" t="t"/>
            <a:pathLst>
              <a:path extrusionOk="0" h="1356" w="727">
                <a:moveTo>
                  <a:pt x="726" y="0"/>
                </a:moveTo>
                <a:lnTo>
                  <a:pt x="1" y="649"/>
                </a:lnTo>
                <a:lnTo>
                  <a:pt x="726" y="1356"/>
                </a:lnTo>
                <a:lnTo>
                  <a:pt x="7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3"/>
          <p:cNvSpPr/>
          <p:nvPr/>
        </p:nvSpPr>
        <p:spPr>
          <a:xfrm rot="10800000">
            <a:off x="903" y="2871"/>
            <a:ext cx="36712" cy="36661"/>
          </a:xfrm>
          <a:custGeom>
            <a:rect b="b" l="l" r="r" t="t"/>
            <a:pathLst>
              <a:path extrusionOk="0" h="726" w="727">
                <a:moveTo>
                  <a:pt x="1" y="0"/>
                </a:moveTo>
                <a:lnTo>
                  <a:pt x="468" y="455"/>
                </a:lnTo>
                <a:lnTo>
                  <a:pt x="325" y="306"/>
                </a:lnTo>
                <a:lnTo>
                  <a:pt x="1" y="0"/>
                </a:lnTo>
                <a:close/>
                <a:moveTo>
                  <a:pt x="468" y="455"/>
                </a:moveTo>
                <a:lnTo>
                  <a:pt x="726" y="726"/>
                </a:lnTo>
                <a:lnTo>
                  <a:pt x="726" y="707"/>
                </a:lnTo>
                <a:lnTo>
                  <a:pt x="468" y="45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3"/>
          <p:cNvSpPr txBox="1"/>
          <p:nvPr>
            <p:ph idx="2" type="title"/>
          </p:nvPr>
        </p:nvSpPr>
        <p:spPr>
          <a:xfrm>
            <a:off x="5021549" y="1589625"/>
            <a:ext cx="2172300" cy="36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 is a bacteria</a:t>
            </a:r>
            <a:endParaRPr/>
          </a:p>
        </p:txBody>
      </p:sp>
      <p:sp>
        <p:nvSpPr>
          <p:cNvPr id="958" name="Google Shape;958;p43"/>
          <p:cNvSpPr txBox="1"/>
          <p:nvPr>
            <p:ph idx="3" type="subTitle"/>
          </p:nvPr>
        </p:nvSpPr>
        <p:spPr>
          <a:xfrm>
            <a:off x="5123099" y="1933327"/>
            <a:ext cx="196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Mars is actually a very cold place</a:t>
            </a:r>
            <a:endParaRPr/>
          </a:p>
        </p:txBody>
      </p:sp>
      <p:grpSp>
        <p:nvGrpSpPr>
          <p:cNvPr id="959" name="Google Shape;959;p43"/>
          <p:cNvGrpSpPr/>
          <p:nvPr/>
        </p:nvGrpSpPr>
        <p:grpSpPr>
          <a:xfrm>
            <a:off x="2860145" y="1181240"/>
            <a:ext cx="352310" cy="452334"/>
            <a:chOff x="2860141" y="1348115"/>
            <a:chExt cx="352310" cy="452334"/>
          </a:xfrm>
        </p:grpSpPr>
        <p:sp>
          <p:nvSpPr>
            <p:cNvPr id="960" name="Google Shape;960;p43"/>
            <p:cNvSpPr/>
            <p:nvPr/>
          </p:nvSpPr>
          <p:spPr>
            <a:xfrm>
              <a:off x="3101473" y="1626856"/>
              <a:ext cx="57533" cy="93742"/>
            </a:xfrm>
            <a:custGeom>
              <a:rect b="b" l="l" r="r" t="t"/>
              <a:pathLst>
                <a:path extrusionOk="0" h="1740" w="1068">
                  <a:moveTo>
                    <a:pt x="811" y="0"/>
                  </a:moveTo>
                  <a:cubicBezTo>
                    <a:pt x="683" y="0"/>
                    <a:pt x="577" y="107"/>
                    <a:pt x="577" y="235"/>
                  </a:cubicBezTo>
                  <a:cubicBezTo>
                    <a:pt x="577" y="694"/>
                    <a:pt x="427" y="1067"/>
                    <a:pt x="118" y="1323"/>
                  </a:cubicBezTo>
                  <a:cubicBezTo>
                    <a:pt x="11" y="1408"/>
                    <a:pt x="1" y="1558"/>
                    <a:pt x="97" y="1664"/>
                  </a:cubicBezTo>
                  <a:cubicBezTo>
                    <a:pt x="150" y="1718"/>
                    <a:pt x="214" y="1739"/>
                    <a:pt x="278" y="1739"/>
                  </a:cubicBezTo>
                  <a:cubicBezTo>
                    <a:pt x="331" y="1739"/>
                    <a:pt x="406" y="1728"/>
                    <a:pt x="438" y="1686"/>
                  </a:cubicBezTo>
                  <a:cubicBezTo>
                    <a:pt x="854" y="1334"/>
                    <a:pt x="1067" y="832"/>
                    <a:pt x="1067" y="235"/>
                  </a:cubicBezTo>
                  <a:cubicBezTo>
                    <a:pt x="1067" y="107"/>
                    <a:pt x="961" y="0"/>
                    <a:pt x="8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961" name="Google Shape;961;p43"/>
            <p:cNvSpPr/>
            <p:nvPr/>
          </p:nvSpPr>
          <p:spPr>
            <a:xfrm>
              <a:off x="2860141" y="1348115"/>
              <a:ext cx="352310" cy="452334"/>
            </a:xfrm>
            <a:custGeom>
              <a:rect b="b" l="l" r="r" t="t"/>
              <a:pathLst>
                <a:path extrusionOk="0" h="8396" w="6540">
                  <a:moveTo>
                    <a:pt x="3264" y="630"/>
                  </a:moveTo>
                  <a:cubicBezTo>
                    <a:pt x="3531" y="950"/>
                    <a:pt x="4054" y="1590"/>
                    <a:pt x="4577" y="2337"/>
                  </a:cubicBezTo>
                  <a:cubicBezTo>
                    <a:pt x="5537" y="3702"/>
                    <a:pt x="6038" y="4769"/>
                    <a:pt x="6038" y="5430"/>
                  </a:cubicBezTo>
                  <a:cubicBezTo>
                    <a:pt x="6038" y="6156"/>
                    <a:pt x="5761" y="6796"/>
                    <a:pt x="5238" y="7254"/>
                  </a:cubicBezTo>
                  <a:cubicBezTo>
                    <a:pt x="4747" y="7681"/>
                    <a:pt x="4043" y="7916"/>
                    <a:pt x="3264" y="7916"/>
                  </a:cubicBezTo>
                  <a:cubicBezTo>
                    <a:pt x="2496" y="7916"/>
                    <a:pt x="1792" y="7681"/>
                    <a:pt x="1291" y="7254"/>
                  </a:cubicBezTo>
                  <a:cubicBezTo>
                    <a:pt x="779" y="6796"/>
                    <a:pt x="491" y="6177"/>
                    <a:pt x="491" y="5430"/>
                  </a:cubicBezTo>
                  <a:cubicBezTo>
                    <a:pt x="491" y="4769"/>
                    <a:pt x="1003" y="3702"/>
                    <a:pt x="1963" y="2337"/>
                  </a:cubicBezTo>
                  <a:cubicBezTo>
                    <a:pt x="2486" y="1590"/>
                    <a:pt x="2998" y="950"/>
                    <a:pt x="3264" y="630"/>
                  </a:cubicBezTo>
                  <a:close/>
                  <a:moveTo>
                    <a:pt x="3264" y="1"/>
                  </a:moveTo>
                  <a:cubicBezTo>
                    <a:pt x="3200" y="1"/>
                    <a:pt x="3136" y="22"/>
                    <a:pt x="3083" y="75"/>
                  </a:cubicBezTo>
                  <a:cubicBezTo>
                    <a:pt x="3062" y="97"/>
                    <a:pt x="2304" y="971"/>
                    <a:pt x="1558" y="2038"/>
                  </a:cubicBezTo>
                  <a:cubicBezTo>
                    <a:pt x="534" y="3521"/>
                    <a:pt x="0" y="4652"/>
                    <a:pt x="0" y="5409"/>
                  </a:cubicBezTo>
                  <a:cubicBezTo>
                    <a:pt x="0" y="6305"/>
                    <a:pt x="331" y="7062"/>
                    <a:pt x="971" y="7617"/>
                  </a:cubicBezTo>
                  <a:cubicBezTo>
                    <a:pt x="1558" y="8118"/>
                    <a:pt x="2368" y="8396"/>
                    <a:pt x="3264" y="8396"/>
                  </a:cubicBezTo>
                  <a:cubicBezTo>
                    <a:pt x="4161" y="8396"/>
                    <a:pt x="4971" y="8118"/>
                    <a:pt x="5558" y="7617"/>
                  </a:cubicBezTo>
                  <a:cubicBezTo>
                    <a:pt x="6198" y="7062"/>
                    <a:pt x="6529" y="6305"/>
                    <a:pt x="6529" y="5409"/>
                  </a:cubicBezTo>
                  <a:cubicBezTo>
                    <a:pt x="6539" y="4652"/>
                    <a:pt x="6017" y="3521"/>
                    <a:pt x="4971" y="2038"/>
                  </a:cubicBezTo>
                  <a:cubicBezTo>
                    <a:pt x="4214" y="961"/>
                    <a:pt x="3457" y="75"/>
                    <a:pt x="3457" y="75"/>
                  </a:cubicBezTo>
                  <a:cubicBezTo>
                    <a:pt x="3403" y="22"/>
                    <a:pt x="3329" y="1"/>
                    <a:pt x="32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962" name="Google Shape;962;p43"/>
          <p:cNvGrpSpPr/>
          <p:nvPr/>
        </p:nvGrpSpPr>
        <p:grpSpPr>
          <a:xfrm>
            <a:off x="2782625" y="3062253"/>
            <a:ext cx="507349" cy="439645"/>
            <a:chOff x="2782624" y="3229128"/>
            <a:chExt cx="507349" cy="439645"/>
          </a:xfrm>
        </p:grpSpPr>
        <p:sp>
          <p:nvSpPr>
            <p:cNvPr id="963" name="Google Shape;963;p43"/>
            <p:cNvSpPr/>
            <p:nvPr/>
          </p:nvSpPr>
          <p:spPr>
            <a:xfrm>
              <a:off x="2896439" y="3389572"/>
              <a:ext cx="50885" cy="47785"/>
            </a:xfrm>
            <a:custGeom>
              <a:rect b="b" l="l" r="r" t="t"/>
              <a:pathLst>
                <a:path extrusionOk="0" h="833" w="887">
                  <a:moveTo>
                    <a:pt x="271" y="1"/>
                  </a:moveTo>
                  <a:cubicBezTo>
                    <a:pt x="209" y="1"/>
                    <a:pt x="145" y="22"/>
                    <a:pt x="97" y="65"/>
                  </a:cubicBezTo>
                  <a:cubicBezTo>
                    <a:pt x="1" y="161"/>
                    <a:pt x="1" y="321"/>
                    <a:pt x="97" y="417"/>
                  </a:cubicBezTo>
                  <a:lnTo>
                    <a:pt x="438" y="758"/>
                  </a:lnTo>
                  <a:cubicBezTo>
                    <a:pt x="491" y="811"/>
                    <a:pt x="545" y="833"/>
                    <a:pt x="619" y="833"/>
                  </a:cubicBezTo>
                  <a:cubicBezTo>
                    <a:pt x="683" y="833"/>
                    <a:pt x="737" y="801"/>
                    <a:pt x="790" y="758"/>
                  </a:cubicBezTo>
                  <a:cubicBezTo>
                    <a:pt x="886" y="673"/>
                    <a:pt x="886" y="513"/>
                    <a:pt x="790" y="417"/>
                  </a:cubicBezTo>
                  <a:lnTo>
                    <a:pt x="438" y="65"/>
                  </a:lnTo>
                  <a:cubicBezTo>
                    <a:pt x="395" y="22"/>
                    <a:pt x="334" y="1"/>
                    <a:pt x="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964" name="Google Shape;964;p43"/>
            <p:cNvSpPr/>
            <p:nvPr/>
          </p:nvSpPr>
          <p:spPr>
            <a:xfrm>
              <a:off x="3037216" y="3530340"/>
              <a:ext cx="50828" cy="47785"/>
            </a:xfrm>
            <a:custGeom>
              <a:rect b="b" l="l" r="r" t="t"/>
              <a:pathLst>
                <a:path extrusionOk="0" h="833" w="886">
                  <a:moveTo>
                    <a:pt x="271" y="0"/>
                  </a:moveTo>
                  <a:cubicBezTo>
                    <a:pt x="208" y="0"/>
                    <a:pt x="144" y="21"/>
                    <a:pt x="96" y="64"/>
                  </a:cubicBezTo>
                  <a:cubicBezTo>
                    <a:pt x="0" y="160"/>
                    <a:pt x="0" y="320"/>
                    <a:pt x="96" y="416"/>
                  </a:cubicBezTo>
                  <a:lnTo>
                    <a:pt x="438" y="758"/>
                  </a:lnTo>
                  <a:cubicBezTo>
                    <a:pt x="491" y="811"/>
                    <a:pt x="544" y="832"/>
                    <a:pt x="619" y="832"/>
                  </a:cubicBezTo>
                  <a:cubicBezTo>
                    <a:pt x="683" y="832"/>
                    <a:pt x="736" y="800"/>
                    <a:pt x="790" y="758"/>
                  </a:cubicBezTo>
                  <a:cubicBezTo>
                    <a:pt x="886" y="672"/>
                    <a:pt x="886" y="512"/>
                    <a:pt x="790" y="416"/>
                  </a:cubicBezTo>
                  <a:lnTo>
                    <a:pt x="438" y="64"/>
                  </a:lnTo>
                  <a:cubicBezTo>
                    <a:pt x="395" y="21"/>
                    <a:pt x="334" y="0"/>
                    <a:pt x="2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965" name="Google Shape;965;p43"/>
            <p:cNvSpPr/>
            <p:nvPr/>
          </p:nvSpPr>
          <p:spPr>
            <a:xfrm>
              <a:off x="2896439" y="3530340"/>
              <a:ext cx="50885" cy="47785"/>
            </a:xfrm>
            <a:custGeom>
              <a:rect b="b" l="l" r="r" t="t"/>
              <a:pathLst>
                <a:path extrusionOk="0" h="833" w="887">
                  <a:moveTo>
                    <a:pt x="614" y="0"/>
                  </a:moveTo>
                  <a:cubicBezTo>
                    <a:pt x="550" y="0"/>
                    <a:pt x="486" y="21"/>
                    <a:pt x="438" y="64"/>
                  </a:cubicBezTo>
                  <a:lnTo>
                    <a:pt x="97" y="416"/>
                  </a:lnTo>
                  <a:cubicBezTo>
                    <a:pt x="1" y="512"/>
                    <a:pt x="1" y="672"/>
                    <a:pt x="97" y="758"/>
                  </a:cubicBezTo>
                  <a:cubicBezTo>
                    <a:pt x="150" y="811"/>
                    <a:pt x="203" y="832"/>
                    <a:pt x="267" y="832"/>
                  </a:cubicBezTo>
                  <a:cubicBezTo>
                    <a:pt x="331" y="832"/>
                    <a:pt x="385" y="800"/>
                    <a:pt x="438" y="758"/>
                  </a:cubicBezTo>
                  <a:lnTo>
                    <a:pt x="790" y="416"/>
                  </a:lnTo>
                  <a:cubicBezTo>
                    <a:pt x="886" y="320"/>
                    <a:pt x="886" y="160"/>
                    <a:pt x="790" y="64"/>
                  </a:cubicBezTo>
                  <a:cubicBezTo>
                    <a:pt x="742" y="21"/>
                    <a:pt x="678" y="0"/>
                    <a:pt x="6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966" name="Google Shape;966;p43"/>
            <p:cNvSpPr/>
            <p:nvPr/>
          </p:nvSpPr>
          <p:spPr>
            <a:xfrm>
              <a:off x="3037216" y="3390203"/>
              <a:ext cx="50197" cy="47785"/>
            </a:xfrm>
            <a:custGeom>
              <a:rect b="b" l="l" r="r" t="t"/>
              <a:pathLst>
                <a:path extrusionOk="0" h="833" w="875">
                  <a:moveTo>
                    <a:pt x="614" y="0"/>
                  </a:moveTo>
                  <a:cubicBezTo>
                    <a:pt x="550" y="0"/>
                    <a:pt x="486" y="22"/>
                    <a:pt x="438" y="64"/>
                  </a:cubicBezTo>
                  <a:lnTo>
                    <a:pt x="96" y="416"/>
                  </a:lnTo>
                  <a:cubicBezTo>
                    <a:pt x="0" y="512"/>
                    <a:pt x="0" y="672"/>
                    <a:pt x="96" y="768"/>
                  </a:cubicBezTo>
                  <a:cubicBezTo>
                    <a:pt x="139" y="800"/>
                    <a:pt x="203" y="832"/>
                    <a:pt x="267" y="832"/>
                  </a:cubicBezTo>
                  <a:cubicBezTo>
                    <a:pt x="331" y="832"/>
                    <a:pt x="384" y="800"/>
                    <a:pt x="438" y="768"/>
                  </a:cubicBezTo>
                  <a:lnTo>
                    <a:pt x="790" y="416"/>
                  </a:lnTo>
                  <a:cubicBezTo>
                    <a:pt x="875" y="320"/>
                    <a:pt x="875" y="160"/>
                    <a:pt x="790" y="64"/>
                  </a:cubicBezTo>
                  <a:cubicBezTo>
                    <a:pt x="742" y="22"/>
                    <a:pt x="678" y="0"/>
                    <a:pt x="6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967" name="Google Shape;967;p43"/>
            <p:cNvSpPr/>
            <p:nvPr/>
          </p:nvSpPr>
          <p:spPr>
            <a:xfrm>
              <a:off x="2864601" y="3469765"/>
              <a:ext cx="57023" cy="28797"/>
            </a:xfrm>
            <a:custGeom>
              <a:rect b="b" l="l" r="r" t="t"/>
              <a:pathLst>
                <a:path extrusionOk="0" h="502" w="994">
                  <a:moveTo>
                    <a:pt x="268" y="0"/>
                  </a:moveTo>
                  <a:cubicBezTo>
                    <a:pt x="129" y="0"/>
                    <a:pt x="22" y="96"/>
                    <a:pt x="12" y="213"/>
                  </a:cubicBezTo>
                  <a:cubicBezTo>
                    <a:pt x="1" y="363"/>
                    <a:pt x="108" y="501"/>
                    <a:pt x="246" y="501"/>
                  </a:cubicBezTo>
                  <a:lnTo>
                    <a:pt x="726" y="501"/>
                  </a:lnTo>
                  <a:cubicBezTo>
                    <a:pt x="876" y="501"/>
                    <a:pt x="993" y="373"/>
                    <a:pt x="972" y="213"/>
                  </a:cubicBezTo>
                  <a:cubicBezTo>
                    <a:pt x="972" y="96"/>
                    <a:pt x="854" y="0"/>
                    <a:pt x="7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968" name="Google Shape;968;p43"/>
            <p:cNvSpPr/>
            <p:nvPr/>
          </p:nvSpPr>
          <p:spPr>
            <a:xfrm>
              <a:off x="3062285" y="3469765"/>
              <a:ext cx="57597" cy="28797"/>
            </a:xfrm>
            <a:custGeom>
              <a:rect b="b" l="l" r="r" t="t"/>
              <a:pathLst>
                <a:path extrusionOk="0" h="502" w="1004">
                  <a:moveTo>
                    <a:pt x="267" y="0"/>
                  </a:moveTo>
                  <a:cubicBezTo>
                    <a:pt x="129" y="0"/>
                    <a:pt x="1" y="117"/>
                    <a:pt x="33" y="288"/>
                  </a:cubicBezTo>
                  <a:cubicBezTo>
                    <a:pt x="33" y="405"/>
                    <a:pt x="139" y="501"/>
                    <a:pt x="267" y="501"/>
                  </a:cubicBezTo>
                  <a:lnTo>
                    <a:pt x="737" y="501"/>
                  </a:lnTo>
                  <a:cubicBezTo>
                    <a:pt x="875" y="501"/>
                    <a:pt x="982" y="405"/>
                    <a:pt x="993" y="288"/>
                  </a:cubicBezTo>
                  <a:cubicBezTo>
                    <a:pt x="1003" y="139"/>
                    <a:pt x="897" y="0"/>
                    <a:pt x="7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969" name="Google Shape;969;p43"/>
            <p:cNvSpPr/>
            <p:nvPr/>
          </p:nvSpPr>
          <p:spPr>
            <a:xfrm>
              <a:off x="2977842" y="3555235"/>
              <a:ext cx="28225" cy="55472"/>
            </a:xfrm>
            <a:custGeom>
              <a:rect b="b" l="l" r="r" t="t"/>
              <a:pathLst>
                <a:path extrusionOk="0" h="967" w="492">
                  <a:moveTo>
                    <a:pt x="249" y="1"/>
                  </a:moveTo>
                  <a:cubicBezTo>
                    <a:pt x="237" y="1"/>
                    <a:pt x="226" y="2"/>
                    <a:pt x="214" y="3"/>
                  </a:cubicBezTo>
                  <a:cubicBezTo>
                    <a:pt x="86" y="3"/>
                    <a:pt x="0" y="132"/>
                    <a:pt x="0" y="249"/>
                  </a:cubicBezTo>
                  <a:lnTo>
                    <a:pt x="0" y="718"/>
                  </a:lnTo>
                  <a:cubicBezTo>
                    <a:pt x="0" y="846"/>
                    <a:pt x="86" y="953"/>
                    <a:pt x="214" y="964"/>
                  </a:cubicBezTo>
                  <a:cubicBezTo>
                    <a:pt x="226" y="965"/>
                    <a:pt x="238" y="966"/>
                    <a:pt x="249" y="966"/>
                  </a:cubicBezTo>
                  <a:cubicBezTo>
                    <a:pt x="375" y="966"/>
                    <a:pt x="491" y="865"/>
                    <a:pt x="491" y="729"/>
                  </a:cubicBezTo>
                  <a:lnTo>
                    <a:pt x="491" y="249"/>
                  </a:lnTo>
                  <a:cubicBezTo>
                    <a:pt x="491" y="111"/>
                    <a:pt x="383" y="1"/>
                    <a:pt x="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970" name="Google Shape;970;p43"/>
            <p:cNvSpPr/>
            <p:nvPr/>
          </p:nvSpPr>
          <p:spPr>
            <a:xfrm>
              <a:off x="2977842" y="3356473"/>
              <a:ext cx="28225" cy="55472"/>
            </a:xfrm>
            <a:custGeom>
              <a:rect b="b" l="l" r="r" t="t"/>
              <a:pathLst>
                <a:path extrusionOk="0" h="967" w="492">
                  <a:moveTo>
                    <a:pt x="257" y="1"/>
                  </a:moveTo>
                  <a:cubicBezTo>
                    <a:pt x="117" y="1"/>
                    <a:pt x="0" y="104"/>
                    <a:pt x="0" y="247"/>
                  </a:cubicBezTo>
                  <a:lnTo>
                    <a:pt x="0" y="727"/>
                  </a:lnTo>
                  <a:cubicBezTo>
                    <a:pt x="0" y="860"/>
                    <a:pt x="93" y="967"/>
                    <a:pt x="226" y="967"/>
                  </a:cubicBezTo>
                  <a:cubicBezTo>
                    <a:pt x="242" y="967"/>
                    <a:pt x="260" y="965"/>
                    <a:pt x="278" y="962"/>
                  </a:cubicBezTo>
                  <a:cubicBezTo>
                    <a:pt x="395" y="962"/>
                    <a:pt x="491" y="855"/>
                    <a:pt x="491" y="727"/>
                  </a:cubicBezTo>
                  <a:lnTo>
                    <a:pt x="491" y="258"/>
                  </a:lnTo>
                  <a:cubicBezTo>
                    <a:pt x="491" y="130"/>
                    <a:pt x="395" y="23"/>
                    <a:pt x="278" y="2"/>
                  </a:cubicBezTo>
                  <a:cubicBezTo>
                    <a:pt x="271" y="1"/>
                    <a:pt x="264" y="1"/>
                    <a:pt x="2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971" name="Google Shape;971;p43"/>
            <p:cNvSpPr/>
            <p:nvPr/>
          </p:nvSpPr>
          <p:spPr>
            <a:xfrm>
              <a:off x="2949101" y="3442173"/>
              <a:ext cx="84502" cy="82835"/>
            </a:xfrm>
            <a:custGeom>
              <a:rect b="b" l="l" r="r" t="t"/>
              <a:pathLst>
                <a:path extrusionOk="0" h="1444" w="1473">
                  <a:moveTo>
                    <a:pt x="758" y="0"/>
                  </a:moveTo>
                  <a:cubicBezTo>
                    <a:pt x="618" y="0"/>
                    <a:pt x="501" y="104"/>
                    <a:pt x="501" y="246"/>
                  </a:cubicBezTo>
                  <a:lnTo>
                    <a:pt x="501" y="470"/>
                  </a:lnTo>
                  <a:lnTo>
                    <a:pt x="267" y="470"/>
                  </a:lnTo>
                  <a:cubicBezTo>
                    <a:pt x="139" y="470"/>
                    <a:pt x="32" y="566"/>
                    <a:pt x="21" y="684"/>
                  </a:cubicBezTo>
                  <a:cubicBezTo>
                    <a:pt x="0" y="833"/>
                    <a:pt x="107" y="961"/>
                    <a:pt x="256" y="961"/>
                  </a:cubicBezTo>
                  <a:lnTo>
                    <a:pt x="480" y="961"/>
                  </a:lnTo>
                  <a:lnTo>
                    <a:pt x="480" y="1196"/>
                  </a:lnTo>
                  <a:cubicBezTo>
                    <a:pt x="480" y="1324"/>
                    <a:pt x="576" y="1430"/>
                    <a:pt x="693" y="1441"/>
                  </a:cubicBezTo>
                  <a:cubicBezTo>
                    <a:pt x="706" y="1443"/>
                    <a:pt x="719" y="1444"/>
                    <a:pt x="732" y="1444"/>
                  </a:cubicBezTo>
                  <a:cubicBezTo>
                    <a:pt x="866" y="1444"/>
                    <a:pt x="982" y="1343"/>
                    <a:pt x="982" y="1206"/>
                  </a:cubicBezTo>
                  <a:lnTo>
                    <a:pt x="982" y="982"/>
                  </a:lnTo>
                  <a:lnTo>
                    <a:pt x="1206" y="982"/>
                  </a:lnTo>
                  <a:cubicBezTo>
                    <a:pt x="1344" y="982"/>
                    <a:pt x="1472" y="854"/>
                    <a:pt x="1440" y="694"/>
                  </a:cubicBezTo>
                  <a:cubicBezTo>
                    <a:pt x="1462" y="577"/>
                    <a:pt x="1334" y="481"/>
                    <a:pt x="1216" y="481"/>
                  </a:cubicBezTo>
                  <a:lnTo>
                    <a:pt x="992" y="481"/>
                  </a:lnTo>
                  <a:lnTo>
                    <a:pt x="992" y="257"/>
                  </a:lnTo>
                  <a:cubicBezTo>
                    <a:pt x="992" y="129"/>
                    <a:pt x="896" y="22"/>
                    <a:pt x="779" y="1"/>
                  </a:cubicBezTo>
                  <a:cubicBezTo>
                    <a:pt x="772" y="1"/>
                    <a:pt x="765" y="0"/>
                    <a:pt x="7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972" name="Google Shape;972;p43"/>
            <p:cNvSpPr/>
            <p:nvPr/>
          </p:nvSpPr>
          <p:spPr>
            <a:xfrm>
              <a:off x="2782624" y="3239682"/>
              <a:ext cx="426585" cy="429090"/>
            </a:xfrm>
            <a:custGeom>
              <a:rect b="b" l="l" r="r" t="t"/>
              <a:pathLst>
                <a:path extrusionOk="0" h="7480" w="7436">
                  <a:moveTo>
                    <a:pt x="3969" y="491"/>
                  </a:moveTo>
                  <a:lnTo>
                    <a:pt x="3969" y="1013"/>
                  </a:lnTo>
                  <a:cubicBezTo>
                    <a:pt x="3862" y="1003"/>
                    <a:pt x="3755" y="1003"/>
                    <a:pt x="3649" y="1003"/>
                  </a:cubicBezTo>
                  <a:cubicBezTo>
                    <a:pt x="3542" y="1003"/>
                    <a:pt x="3435" y="1003"/>
                    <a:pt x="3329" y="1013"/>
                  </a:cubicBezTo>
                  <a:lnTo>
                    <a:pt x="3329" y="491"/>
                  </a:lnTo>
                  <a:close/>
                  <a:moveTo>
                    <a:pt x="6465" y="1846"/>
                  </a:moveTo>
                  <a:lnTo>
                    <a:pt x="6828" y="2198"/>
                  </a:lnTo>
                  <a:lnTo>
                    <a:pt x="6422" y="2592"/>
                  </a:lnTo>
                  <a:cubicBezTo>
                    <a:pt x="6337" y="2443"/>
                    <a:pt x="6241" y="2304"/>
                    <a:pt x="6134" y="2176"/>
                  </a:cubicBezTo>
                  <a:lnTo>
                    <a:pt x="6465" y="1846"/>
                  </a:lnTo>
                  <a:close/>
                  <a:moveTo>
                    <a:pt x="3649" y="1504"/>
                  </a:moveTo>
                  <a:cubicBezTo>
                    <a:pt x="5174" y="1504"/>
                    <a:pt x="6401" y="2752"/>
                    <a:pt x="6401" y="4256"/>
                  </a:cubicBezTo>
                  <a:cubicBezTo>
                    <a:pt x="6401" y="5761"/>
                    <a:pt x="5174" y="6998"/>
                    <a:pt x="3649" y="6998"/>
                  </a:cubicBezTo>
                  <a:cubicBezTo>
                    <a:pt x="2134" y="6998"/>
                    <a:pt x="907" y="5761"/>
                    <a:pt x="907" y="4256"/>
                  </a:cubicBezTo>
                  <a:cubicBezTo>
                    <a:pt x="907" y="2752"/>
                    <a:pt x="2145" y="1504"/>
                    <a:pt x="3649" y="1504"/>
                  </a:cubicBezTo>
                  <a:close/>
                  <a:moveTo>
                    <a:pt x="2593" y="0"/>
                  </a:moveTo>
                  <a:cubicBezTo>
                    <a:pt x="2486" y="0"/>
                    <a:pt x="2401" y="64"/>
                    <a:pt x="2358" y="171"/>
                  </a:cubicBezTo>
                  <a:cubicBezTo>
                    <a:pt x="2305" y="352"/>
                    <a:pt x="2422" y="491"/>
                    <a:pt x="2593" y="491"/>
                  </a:cubicBezTo>
                  <a:lnTo>
                    <a:pt x="2838" y="491"/>
                  </a:lnTo>
                  <a:lnTo>
                    <a:pt x="2838" y="1110"/>
                  </a:lnTo>
                  <a:cubicBezTo>
                    <a:pt x="1153" y="1547"/>
                    <a:pt x="1" y="3307"/>
                    <a:pt x="555" y="5216"/>
                  </a:cubicBezTo>
                  <a:cubicBezTo>
                    <a:pt x="865" y="6241"/>
                    <a:pt x="1675" y="7051"/>
                    <a:pt x="2721" y="7350"/>
                  </a:cubicBezTo>
                  <a:cubicBezTo>
                    <a:pt x="3037" y="7438"/>
                    <a:pt x="3349" y="7479"/>
                    <a:pt x="3651" y="7479"/>
                  </a:cubicBezTo>
                  <a:cubicBezTo>
                    <a:pt x="5440" y="7479"/>
                    <a:pt x="6892" y="6034"/>
                    <a:pt x="6892" y="4246"/>
                  </a:cubicBezTo>
                  <a:cubicBezTo>
                    <a:pt x="6892" y="3819"/>
                    <a:pt x="6817" y="3414"/>
                    <a:pt x="6668" y="3040"/>
                  </a:cubicBezTo>
                  <a:lnTo>
                    <a:pt x="7340" y="2358"/>
                  </a:lnTo>
                  <a:cubicBezTo>
                    <a:pt x="7436" y="2272"/>
                    <a:pt x="7436" y="2123"/>
                    <a:pt x="7340" y="2027"/>
                  </a:cubicBezTo>
                  <a:lnTo>
                    <a:pt x="6636" y="1312"/>
                  </a:lnTo>
                  <a:cubicBezTo>
                    <a:pt x="6593" y="1264"/>
                    <a:pt x="6529" y="1240"/>
                    <a:pt x="6465" y="1240"/>
                  </a:cubicBezTo>
                  <a:cubicBezTo>
                    <a:pt x="6401" y="1240"/>
                    <a:pt x="6337" y="1264"/>
                    <a:pt x="6294" y="1312"/>
                  </a:cubicBezTo>
                  <a:lnTo>
                    <a:pt x="5804" y="1814"/>
                  </a:lnTo>
                  <a:cubicBezTo>
                    <a:pt x="5430" y="1483"/>
                    <a:pt x="4972" y="1238"/>
                    <a:pt x="4481" y="1110"/>
                  </a:cubicBezTo>
                  <a:lnTo>
                    <a:pt x="4481" y="491"/>
                  </a:lnTo>
                  <a:lnTo>
                    <a:pt x="4716" y="491"/>
                  </a:lnTo>
                  <a:cubicBezTo>
                    <a:pt x="4822" y="491"/>
                    <a:pt x="4918" y="427"/>
                    <a:pt x="4961" y="320"/>
                  </a:cubicBezTo>
                  <a:cubicBezTo>
                    <a:pt x="5014" y="149"/>
                    <a:pt x="4886" y="0"/>
                    <a:pt x="47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973" name="Google Shape;973;p43"/>
            <p:cNvSpPr/>
            <p:nvPr/>
          </p:nvSpPr>
          <p:spPr>
            <a:xfrm>
              <a:off x="3234843" y="3351655"/>
              <a:ext cx="55130" cy="28166"/>
            </a:xfrm>
            <a:custGeom>
              <a:rect b="b" l="l" r="r" t="t"/>
              <a:pathLst>
                <a:path extrusionOk="0" h="491" w="961">
                  <a:moveTo>
                    <a:pt x="267" y="0"/>
                  </a:moveTo>
                  <a:cubicBezTo>
                    <a:pt x="129" y="0"/>
                    <a:pt x="22" y="86"/>
                    <a:pt x="11" y="214"/>
                  </a:cubicBezTo>
                  <a:cubicBezTo>
                    <a:pt x="1" y="352"/>
                    <a:pt x="97" y="491"/>
                    <a:pt x="246" y="491"/>
                  </a:cubicBezTo>
                  <a:lnTo>
                    <a:pt x="673" y="491"/>
                  </a:lnTo>
                  <a:cubicBezTo>
                    <a:pt x="812" y="491"/>
                    <a:pt x="918" y="395"/>
                    <a:pt x="929" y="278"/>
                  </a:cubicBezTo>
                  <a:cubicBezTo>
                    <a:pt x="961" y="118"/>
                    <a:pt x="833" y="0"/>
                    <a:pt x="6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974" name="Google Shape;974;p43"/>
            <p:cNvSpPr/>
            <p:nvPr/>
          </p:nvSpPr>
          <p:spPr>
            <a:xfrm>
              <a:off x="3215281" y="3253966"/>
              <a:ext cx="52090" cy="43253"/>
            </a:xfrm>
            <a:custGeom>
              <a:rect b="b" l="l" r="r" t="t"/>
              <a:pathLst>
                <a:path extrusionOk="0" h="754" w="908">
                  <a:moveTo>
                    <a:pt x="623" y="1"/>
                  </a:moveTo>
                  <a:cubicBezTo>
                    <a:pt x="572" y="1"/>
                    <a:pt x="522" y="16"/>
                    <a:pt x="480" y="50"/>
                  </a:cubicBezTo>
                  <a:lnTo>
                    <a:pt x="139" y="316"/>
                  </a:lnTo>
                  <a:cubicBezTo>
                    <a:pt x="32" y="391"/>
                    <a:pt x="0" y="551"/>
                    <a:pt x="86" y="658"/>
                  </a:cubicBezTo>
                  <a:cubicBezTo>
                    <a:pt x="139" y="722"/>
                    <a:pt x="203" y="754"/>
                    <a:pt x="288" y="754"/>
                  </a:cubicBezTo>
                  <a:cubicBezTo>
                    <a:pt x="342" y="754"/>
                    <a:pt x="395" y="743"/>
                    <a:pt x="427" y="700"/>
                  </a:cubicBezTo>
                  <a:lnTo>
                    <a:pt x="779" y="444"/>
                  </a:lnTo>
                  <a:cubicBezTo>
                    <a:pt x="886" y="370"/>
                    <a:pt x="907" y="210"/>
                    <a:pt x="833" y="103"/>
                  </a:cubicBezTo>
                  <a:cubicBezTo>
                    <a:pt x="781" y="38"/>
                    <a:pt x="701" y="1"/>
                    <a:pt x="6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975" name="Google Shape;975;p43"/>
            <p:cNvSpPr/>
            <p:nvPr/>
          </p:nvSpPr>
          <p:spPr>
            <a:xfrm>
              <a:off x="3138181" y="3229128"/>
              <a:ext cx="28225" cy="52948"/>
            </a:xfrm>
            <a:custGeom>
              <a:rect b="b" l="l" r="r" t="t"/>
              <a:pathLst>
                <a:path extrusionOk="0" h="923" w="492">
                  <a:moveTo>
                    <a:pt x="242" y="0"/>
                  </a:moveTo>
                  <a:cubicBezTo>
                    <a:pt x="116" y="0"/>
                    <a:pt x="0" y="101"/>
                    <a:pt x="0" y="237"/>
                  </a:cubicBezTo>
                  <a:lnTo>
                    <a:pt x="0" y="675"/>
                  </a:lnTo>
                  <a:cubicBezTo>
                    <a:pt x="0" y="812"/>
                    <a:pt x="100" y="923"/>
                    <a:pt x="240" y="923"/>
                  </a:cubicBezTo>
                  <a:cubicBezTo>
                    <a:pt x="253" y="923"/>
                    <a:pt x="265" y="922"/>
                    <a:pt x="278" y="920"/>
                  </a:cubicBezTo>
                  <a:cubicBezTo>
                    <a:pt x="406" y="920"/>
                    <a:pt x="491" y="813"/>
                    <a:pt x="491" y="675"/>
                  </a:cubicBezTo>
                  <a:lnTo>
                    <a:pt x="491" y="248"/>
                  </a:lnTo>
                  <a:cubicBezTo>
                    <a:pt x="491" y="120"/>
                    <a:pt x="406" y="13"/>
                    <a:pt x="278" y="3"/>
                  </a:cubicBezTo>
                  <a:cubicBezTo>
                    <a:pt x="266" y="1"/>
                    <a:pt x="254" y="0"/>
                    <a:pt x="2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sp>
        <p:nvSpPr>
          <p:cNvPr id="976" name="Google Shape;976;p43"/>
          <p:cNvSpPr/>
          <p:nvPr/>
        </p:nvSpPr>
        <p:spPr>
          <a:xfrm>
            <a:off x="5894410" y="3067951"/>
            <a:ext cx="426578" cy="422126"/>
          </a:xfrm>
          <a:custGeom>
            <a:rect b="b" l="l" r="r" t="t"/>
            <a:pathLst>
              <a:path extrusionOk="0" h="8383" w="8471">
                <a:moveTo>
                  <a:pt x="6540" y="1171"/>
                </a:moveTo>
                <a:lnTo>
                  <a:pt x="7297" y="1929"/>
                </a:lnTo>
                <a:lnTo>
                  <a:pt x="6828" y="2398"/>
                </a:lnTo>
                <a:lnTo>
                  <a:pt x="6070" y="1630"/>
                </a:lnTo>
                <a:lnTo>
                  <a:pt x="6540" y="1171"/>
                </a:lnTo>
                <a:close/>
                <a:moveTo>
                  <a:pt x="5292" y="1545"/>
                </a:moveTo>
                <a:lnTo>
                  <a:pt x="5537" y="1779"/>
                </a:lnTo>
                <a:lnTo>
                  <a:pt x="6647" y="2889"/>
                </a:lnTo>
                <a:lnTo>
                  <a:pt x="6881" y="3123"/>
                </a:lnTo>
                <a:lnTo>
                  <a:pt x="6241" y="3806"/>
                </a:lnTo>
                <a:lnTo>
                  <a:pt x="5441" y="3006"/>
                </a:lnTo>
                <a:cubicBezTo>
                  <a:pt x="5393" y="2958"/>
                  <a:pt x="5329" y="2934"/>
                  <a:pt x="5266" y="2934"/>
                </a:cubicBezTo>
                <a:cubicBezTo>
                  <a:pt x="5204" y="2934"/>
                  <a:pt x="5142" y="2958"/>
                  <a:pt x="5100" y="3006"/>
                </a:cubicBezTo>
                <a:cubicBezTo>
                  <a:pt x="5004" y="3102"/>
                  <a:pt x="5004" y="3262"/>
                  <a:pt x="5100" y="3358"/>
                </a:cubicBezTo>
                <a:lnTo>
                  <a:pt x="5900" y="4158"/>
                </a:lnTo>
                <a:lnTo>
                  <a:pt x="5398" y="4649"/>
                </a:lnTo>
                <a:lnTo>
                  <a:pt x="4598" y="3849"/>
                </a:lnTo>
                <a:cubicBezTo>
                  <a:pt x="4556" y="3801"/>
                  <a:pt x="4494" y="3777"/>
                  <a:pt x="4432" y="3777"/>
                </a:cubicBezTo>
                <a:cubicBezTo>
                  <a:pt x="4369" y="3777"/>
                  <a:pt x="4305" y="3801"/>
                  <a:pt x="4257" y="3849"/>
                </a:cubicBezTo>
                <a:cubicBezTo>
                  <a:pt x="4161" y="3945"/>
                  <a:pt x="4161" y="4105"/>
                  <a:pt x="4257" y="4190"/>
                </a:cubicBezTo>
                <a:lnTo>
                  <a:pt x="5057" y="4990"/>
                </a:lnTo>
                <a:lnTo>
                  <a:pt x="4566" y="5492"/>
                </a:lnTo>
                <a:lnTo>
                  <a:pt x="3766" y="4692"/>
                </a:lnTo>
                <a:cubicBezTo>
                  <a:pt x="3718" y="4644"/>
                  <a:pt x="3654" y="4620"/>
                  <a:pt x="3590" y="4620"/>
                </a:cubicBezTo>
                <a:cubicBezTo>
                  <a:pt x="3526" y="4620"/>
                  <a:pt x="3462" y="4644"/>
                  <a:pt x="3414" y="4692"/>
                </a:cubicBezTo>
                <a:cubicBezTo>
                  <a:pt x="3318" y="4777"/>
                  <a:pt x="3318" y="4937"/>
                  <a:pt x="3414" y="5033"/>
                </a:cubicBezTo>
                <a:lnTo>
                  <a:pt x="4214" y="5833"/>
                </a:lnTo>
                <a:lnTo>
                  <a:pt x="3766" y="6292"/>
                </a:lnTo>
                <a:cubicBezTo>
                  <a:pt x="3617" y="6430"/>
                  <a:pt x="3414" y="6516"/>
                  <a:pt x="3201" y="6516"/>
                </a:cubicBezTo>
                <a:cubicBezTo>
                  <a:pt x="2988" y="6516"/>
                  <a:pt x="2785" y="6430"/>
                  <a:pt x="2646" y="6292"/>
                </a:cubicBezTo>
                <a:lnTo>
                  <a:pt x="2166" y="5812"/>
                </a:lnTo>
                <a:cubicBezTo>
                  <a:pt x="2027" y="5673"/>
                  <a:pt x="1931" y="5502"/>
                  <a:pt x="1921" y="5300"/>
                </a:cubicBezTo>
                <a:cubicBezTo>
                  <a:pt x="1910" y="5076"/>
                  <a:pt x="1985" y="4852"/>
                  <a:pt x="2145" y="4692"/>
                </a:cubicBezTo>
                <a:lnTo>
                  <a:pt x="5292" y="1545"/>
                </a:lnTo>
                <a:close/>
                <a:moveTo>
                  <a:pt x="1793" y="6185"/>
                </a:moveTo>
                <a:lnTo>
                  <a:pt x="2273" y="6665"/>
                </a:lnTo>
                <a:lnTo>
                  <a:pt x="1590" y="7369"/>
                </a:lnTo>
                <a:lnTo>
                  <a:pt x="1099" y="6878"/>
                </a:lnTo>
                <a:lnTo>
                  <a:pt x="1793" y="6185"/>
                </a:lnTo>
                <a:close/>
                <a:moveTo>
                  <a:pt x="5960" y="1"/>
                </a:moveTo>
                <a:cubicBezTo>
                  <a:pt x="5897" y="1"/>
                  <a:pt x="5836" y="25"/>
                  <a:pt x="5793" y="73"/>
                </a:cubicBezTo>
                <a:cubicBezTo>
                  <a:pt x="5697" y="169"/>
                  <a:pt x="5697" y="329"/>
                  <a:pt x="5793" y="425"/>
                </a:cubicBezTo>
                <a:lnTo>
                  <a:pt x="6177" y="809"/>
                </a:lnTo>
                <a:lnTo>
                  <a:pt x="5708" y="1278"/>
                </a:lnTo>
                <a:lnTo>
                  <a:pt x="4737" y="297"/>
                </a:lnTo>
                <a:cubicBezTo>
                  <a:pt x="4689" y="254"/>
                  <a:pt x="4625" y="233"/>
                  <a:pt x="4561" y="233"/>
                </a:cubicBezTo>
                <a:cubicBezTo>
                  <a:pt x="4497" y="233"/>
                  <a:pt x="4433" y="254"/>
                  <a:pt x="4385" y="297"/>
                </a:cubicBezTo>
                <a:cubicBezTo>
                  <a:pt x="4300" y="393"/>
                  <a:pt x="4300" y="553"/>
                  <a:pt x="4385" y="649"/>
                </a:cubicBezTo>
                <a:lnTo>
                  <a:pt x="4940" y="1193"/>
                </a:lnTo>
                <a:lnTo>
                  <a:pt x="1793" y="4340"/>
                </a:lnTo>
                <a:cubicBezTo>
                  <a:pt x="1547" y="4585"/>
                  <a:pt x="1419" y="4905"/>
                  <a:pt x="1419" y="5246"/>
                </a:cubicBezTo>
                <a:cubicBezTo>
                  <a:pt x="1419" y="5417"/>
                  <a:pt x="1441" y="5577"/>
                  <a:pt x="1505" y="5726"/>
                </a:cubicBezTo>
                <a:lnTo>
                  <a:pt x="566" y="6676"/>
                </a:lnTo>
                <a:cubicBezTo>
                  <a:pt x="470" y="6772"/>
                  <a:pt x="470" y="6932"/>
                  <a:pt x="566" y="7017"/>
                </a:cubicBezTo>
                <a:lnTo>
                  <a:pt x="801" y="7262"/>
                </a:lnTo>
                <a:lnTo>
                  <a:pt x="97" y="7966"/>
                </a:lnTo>
                <a:cubicBezTo>
                  <a:pt x="1" y="8062"/>
                  <a:pt x="1" y="8222"/>
                  <a:pt x="97" y="8318"/>
                </a:cubicBezTo>
                <a:cubicBezTo>
                  <a:pt x="150" y="8372"/>
                  <a:pt x="203" y="8382"/>
                  <a:pt x="267" y="8382"/>
                </a:cubicBezTo>
                <a:cubicBezTo>
                  <a:pt x="331" y="8382"/>
                  <a:pt x="385" y="8350"/>
                  <a:pt x="438" y="8318"/>
                </a:cubicBezTo>
                <a:lnTo>
                  <a:pt x="1153" y="7604"/>
                </a:lnTo>
                <a:lnTo>
                  <a:pt x="1387" y="7849"/>
                </a:lnTo>
                <a:cubicBezTo>
                  <a:pt x="1429" y="7891"/>
                  <a:pt x="1497" y="7919"/>
                  <a:pt x="1570" y="7919"/>
                </a:cubicBezTo>
                <a:cubicBezTo>
                  <a:pt x="1609" y="7919"/>
                  <a:pt x="1649" y="7910"/>
                  <a:pt x="1686" y="7892"/>
                </a:cubicBezTo>
                <a:cubicBezTo>
                  <a:pt x="1707" y="7870"/>
                  <a:pt x="1718" y="7860"/>
                  <a:pt x="1750" y="7849"/>
                </a:cubicBezTo>
                <a:lnTo>
                  <a:pt x="2678" y="6910"/>
                </a:lnTo>
                <a:cubicBezTo>
                  <a:pt x="2828" y="6985"/>
                  <a:pt x="2998" y="7006"/>
                  <a:pt x="3158" y="7006"/>
                </a:cubicBezTo>
                <a:cubicBezTo>
                  <a:pt x="3510" y="7006"/>
                  <a:pt x="3830" y="6878"/>
                  <a:pt x="4065" y="6633"/>
                </a:cubicBezTo>
                <a:lnTo>
                  <a:pt x="5548" y="5150"/>
                </a:lnTo>
                <a:lnTo>
                  <a:pt x="7212" y="3486"/>
                </a:lnTo>
                <a:lnTo>
                  <a:pt x="7767" y="4030"/>
                </a:lnTo>
                <a:cubicBezTo>
                  <a:pt x="7820" y="4083"/>
                  <a:pt x="7873" y="4105"/>
                  <a:pt x="7937" y="4105"/>
                </a:cubicBezTo>
                <a:cubicBezTo>
                  <a:pt x="8001" y="4105"/>
                  <a:pt x="8055" y="4073"/>
                  <a:pt x="8108" y="4030"/>
                </a:cubicBezTo>
                <a:cubicBezTo>
                  <a:pt x="8204" y="3945"/>
                  <a:pt x="8204" y="3774"/>
                  <a:pt x="8108" y="3689"/>
                </a:cubicBezTo>
                <a:lnTo>
                  <a:pt x="7393" y="2963"/>
                </a:lnTo>
                <a:lnTo>
                  <a:pt x="7148" y="2729"/>
                </a:lnTo>
                <a:lnTo>
                  <a:pt x="7639" y="2270"/>
                </a:lnTo>
                <a:lnTo>
                  <a:pt x="8033" y="2665"/>
                </a:lnTo>
                <a:cubicBezTo>
                  <a:pt x="8087" y="2718"/>
                  <a:pt x="8140" y="2729"/>
                  <a:pt x="8204" y="2729"/>
                </a:cubicBezTo>
                <a:cubicBezTo>
                  <a:pt x="8268" y="2729"/>
                  <a:pt x="8321" y="2697"/>
                  <a:pt x="8375" y="2665"/>
                </a:cubicBezTo>
                <a:cubicBezTo>
                  <a:pt x="8471" y="2569"/>
                  <a:pt x="8471" y="2409"/>
                  <a:pt x="8375" y="2313"/>
                </a:cubicBezTo>
                <a:lnTo>
                  <a:pt x="6134" y="73"/>
                </a:lnTo>
                <a:cubicBezTo>
                  <a:pt x="6086" y="25"/>
                  <a:pt x="6022" y="1"/>
                  <a:pt x="59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nvGrpSpPr>
          <p:cNvPr id="977" name="Google Shape;977;p43"/>
          <p:cNvGrpSpPr/>
          <p:nvPr/>
        </p:nvGrpSpPr>
        <p:grpSpPr>
          <a:xfrm>
            <a:off x="5880072" y="1184526"/>
            <a:ext cx="455256" cy="445786"/>
            <a:chOff x="-24648552" y="732771"/>
            <a:chExt cx="380744" cy="372824"/>
          </a:xfrm>
        </p:grpSpPr>
        <p:sp>
          <p:nvSpPr>
            <p:cNvPr id="978" name="Google Shape;978;p43"/>
            <p:cNvSpPr/>
            <p:nvPr/>
          </p:nvSpPr>
          <p:spPr>
            <a:xfrm>
              <a:off x="-24511363" y="821244"/>
              <a:ext cx="109361" cy="109393"/>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979" name="Google Shape;979;p43"/>
            <p:cNvSpPr/>
            <p:nvPr/>
          </p:nvSpPr>
          <p:spPr>
            <a:xfrm>
              <a:off x="-24466654" y="951461"/>
              <a:ext cx="64651" cy="64651"/>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980" name="Google Shape;980;p43"/>
            <p:cNvSpPr/>
            <p:nvPr/>
          </p:nvSpPr>
          <p:spPr>
            <a:xfrm>
              <a:off x="-24555126" y="907729"/>
              <a:ext cx="21897" cy="22907"/>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981" name="Google Shape;981;p43"/>
            <p:cNvSpPr/>
            <p:nvPr/>
          </p:nvSpPr>
          <p:spPr>
            <a:xfrm>
              <a:off x="-24511363" y="974336"/>
              <a:ext cx="21897" cy="21897"/>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982" name="Google Shape;982;p43"/>
            <p:cNvSpPr/>
            <p:nvPr/>
          </p:nvSpPr>
          <p:spPr>
            <a:xfrm>
              <a:off x="-24380170" y="907729"/>
              <a:ext cx="22907" cy="22907"/>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983" name="Google Shape;983;p43"/>
            <p:cNvSpPr/>
            <p:nvPr/>
          </p:nvSpPr>
          <p:spPr>
            <a:xfrm>
              <a:off x="-24648552" y="732771"/>
              <a:ext cx="380744" cy="372824"/>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 name="Shape 987"/>
        <p:cNvGrpSpPr/>
        <p:nvPr/>
      </p:nvGrpSpPr>
      <p:grpSpPr>
        <a:xfrm>
          <a:off x="0" y="0"/>
          <a:ext cx="0" cy="0"/>
          <a:chOff x="0" y="0"/>
          <a:chExt cx="0" cy="0"/>
        </a:xfrm>
      </p:grpSpPr>
      <p:sp>
        <p:nvSpPr>
          <p:cNvPr id="988" name="Google Shape;988;p44"/>
          <p:cNvSpPr txBox="1"/>
          <p:nvPr>
            <p:ph type="title"/>
          </p:nvPr>
        </p:nvSpPr>
        <p:spPr>
          <a:xfrm>
            <a:off x="732300" y="445025"/>
            <a:ext cx="7679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the disease</a:t>
            </a:r>
            <a:endParaRPr/>
          </a:p>
        </p:txBody>
      </p:sp>
      <p:sp>
        <p:nvSpPr>
          <p:cNvPr id="989" name="Google Shape;989;p44"/>
          <p:cNvSpPr txBox="1"/>
          <p:nvPr>
            <p:ph idx="2" type="title"/>
          </p:nvPr>
        </p:nvSpPr>
        <p:spPr>
          <a:xfrm>
            <a:off x="5044350" y="2381144"/>
            <a:ext cx="23364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990" name="Google Shape;990;p44"/>
          <p:cNvSpPr txBox="1"/>
          <p:nvPr>
            <p:ph idx="1" type="subTitle"/>
          </p:nvPr>
        </p:nvSpPr>
        <p:spPr>
          <a:xfrm>
            <a:off x="5044350" y="2709975"/>
            <a:ext cx="2336400" cy="85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sz="1400"/>
          </a:p>
        </p:txBody>
      </p:sp>
      <p:sp>
        <p:nvSpPr>
          <p:cNvPr id="991" name="Google Shape;991;p44"/>
          <p:cNvSpPr txBox="1"/>
          <p:nvPr>
            <p:ph idx="3" type="title"/>
          </p:nvPr>
        </p:nvSpPr>
        <p:spPr>
          <a:xfrm>
            <a:off x="1763250" y="2381144"/>
            <a:ext cx="23364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sz="2000"/>
          </a:p>
        </p:txBody>
      </p:sp>
      <p:sp>
        <p:nvSpPr>
          <p:cNvPr id="992" name="Google Shape;992;p44"/>
          <p:cNvSpPr txBox="1"/>
          <p:nvPr>
            <p:ph idx="4" type="subTitle"/>
          </p:nvPr>
        </p:nvSpPr>
        <p:spPr>
          <a:xfrm>
            <a:off x="1763250" y="2704800"/>
            <a:ext cx="2336400" cy="85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993" name="Google Shape;993;p44"/>
          <p:cNvSpPr/>
          <p:nvPr/>
        </p:nvSpPr>
        <p:spPr>
          <a:xfrm>
            <a:off x="2695714" y="1858084"/>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 name="Google Shape;994;p44"/>
          <p:cNvGrpSpPr/>
          <p:nvPr/>
        </p:nvGrpSpPr>
        <p:grpSpPr>
          <a:xfrm>
            <a:off x="6002325" y="1884813"/>
            <a:ext cx="420437" cy="420437"/>
            <a:chOff x="5607625" y="1594450"/>
            <a:chExt cx="420437" cy="420437"/>
          </a:xfrm>
        </p:grpSpPr>
        <p:sp>
          <p:nvSpPr>
            <p:cNvPr id="995" name="Google Shape;995;p44"/>
            <p:cNvSpPr/>
            <p:nvPr/>
          </p:nvSpPr>
          <p:spPr>
            <a:xfrm>
              <a:off x="5781395" y="1769323"/>
              <a:ext cx="72914" cy="72914"/>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4"/>
            <p:cNvSpPr/>
            <p:nvPr/>
          </p:nvSpPr>
          <p:spPr>
            <a:xfrm>
              <a:off x="5727588" y="1646015"/>
              <a:ext cx="172694" cy="107004"/>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4"/>
            <p:cNvSpPr/>
            <p:nvPr/>
          </p:nvSpPr>
          <p:spPr>
            <a:xfrm>
              <a:off x="5656948" y="1794198"/>
              <a:ext cx="135686" cy="150062"/>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4"/>
            <p:cNvSpPr/>
            <p:nvPr/>
          </p:nvSpPr>
          <p:spPr>
            <a:xfrm>
              <a:off x="5839721" y="1795123"/>
              <a:ext cx="137927" cy="148034"/>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4"/>
            <p:cNvSpPr/>
            <p:nvPr/>
          </p:nvSpPr>
          <p:spPr>
            <a:xfrm>
              <a:off x="5607625" y="1594450"/>
              <a:ext cx="420437" cy="420437"/>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 name="Shape 1003"/>
        <p:cNvGrpSpPr/>
        <p:nvPr/>
      </p:nvGrpSpPr>
      <p:grpSpPr>
        <a:xfrm>
          <a:off x="0" y="0"/>
          <a:ext cx="0" cy="0"/>
          <a:chOff x="0" y="0"/>
          <a:chExt cx="0" cy="0"/>
        </a:xfrm>
      </p:grpSpPr>
      <p:sp>
        <p:nvSpPr>
          <p:cNvPr id="1004" name="Google Shape;1004;p45"/>
          <p:cNvSpPr txBox="1"/>
          <p:nvPr>
            <p:ph idx="6" type="title"/>
          </p:nvPr>
        </p:nvSpPr>
        <p:spPr>
          <a:xfrm>
            <a:off x="732300" y="445025"/>
            <a:ext cx="7679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Concepts and typology</a:t>
            </a:r>
            <a:endParaRPr/>
          </a:p>
        </p:txBody>
      </p:sp>
      <p:sp>
        <p:nvSpPr>
          <p:cNvPr id="1005" name="Google Shape;1005;p45"/>
          <p:cNvSpPr txBox="1"/>
          <p:nvPr>
            <p:ph type="title"/>
          </p:nvPr>
        </p:nvSpPr>
        <p:spPr>
          <a:xfrm>
            <a:off x="3403800" y="2381144"/>
            <a:ext cx="23364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006" name="Google Shape;1006;p45"/>
          <p:cNvSpPr txBox="1"/>
          <p:nvPr>
            <p:ph idx="1" type="subTitle"/>
          </p:nvPr>
        </p:nvSpPr>
        <p:spPr>
          <a:xfrm>
            <a:off x="3403800" y="2709975"/>
            <a:ext cx="2336400" cy="85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007" name="Google Shape;1007;p45"/>
          <p:cNvSpPr txBox="1"/>
          <p:nvPr>
            <p:ph idx="2" type="title"/>
          </p:nvPr>
        </p:nvSpPr>
        <p:spPr>
          <a:xfrm>
            <a:off x="732300" y="2381144"/>
            <a:ext cx="23364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008" name="Google Shape;1008;p45"/>
          <p:cNvSpPr txBox="1"/>
          <p:nvPr>
            <p:ph idx="3" type="subTitle"/>
          </p:nvPr>
        </p:nvSpPr>
        <p:spPr>
          <a:xfrm>
            <a:off x="732300" y="2704800"/>
            <a:ext cx="2336400" cy="85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1009" name="Google Shape;1009;p45"/>
          <p:cNvSpPr txBox="1"/>
          <p:nvPr>
            <p:ph idx="4" type="title"/>
          </p:nvPr>
        </p:nvSpPr>
        <p:spPr>
          <a:xfrm>
            <a:off x="6075300" y="2381144"/>
            <a:ext cx="23364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010" name="Google Shape;1010;p45"/>
          <p:cNvSpPr txBox="1"/>
          <p:nvPr>
            <p:ph idx="5" type="subTitle"/>
          </p:nvPr>
        </p:nvSpPr>
        <p:spPr>
          <a:xfrm>
            <a:off x="6075300" y="2743916"/>
            <a:ext cx="2336400" cy="78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grpSp>
        <p:nvGrpSpPr>
          <p:cNvPr id="1011" name="Google Shape;1011;p45"/>
          <p:cNvGrpSpPr/>
          <p:nvPr/>
        </p:nvGrpSpPr>
        <p:grpSpPr>
          <a:xfrm>
            <a:off x="1736425" y="1941499"/>
            <a:ext cx="328146" cy="439655"/>
            <a:chOff x="1736425" y="2094474"/>
            <a:chExt cx="328146" cy="439655"/>
          </a:xfrm>
        </p:grpSpPr>
        <p:sp>
          <p:nvSpPr>
            <p:cNvPr id="1012" name="Google Shape;1012;p45"/>
            <p:cNvSpPr/>
            <p:nvPr/>
          </p:nvSpPr>
          <p:spPr>
            <a:xfrm>
              <a:off x="1736425" y="2094474"/>
              <a:ext cx="328146" cy="439655"/>
            </a:xfrm>
            <a:custGeom>
              <a:rect b="b" l="l" r="r" t="t"/>
              <a:pathLst>
                <a:path extrusionOk="0" h="8406" w="6274">
                  <a:moveTo>
                    <a:pt x="3127" y="459"/>
                  </a:moveTo>
                  <a:cubicBezTo>
                    <a:pt x="4577" y="459"/>
                    <a:pt x="5761" y="1653"/>
                    <a:pt x="5761" y="3104"/>
                  </a:cubicBezTo>
                  <a:lnTo>
                    <a:pt x="5761" y="5888"/>
                  </a:lnTo>
                  <a:lnTo>
                    <a:pt x="5772" y="5888"/>
                  </a:lnTo>
                  <a:cubicBezTo>
                    <a:pt x="5772" y="6262"/>
                    <a:pt x="5484" y="6561"/>
                    <a:pt x="5111" y="6561"/>
                  </a:cubicBezTo>
                  <a:lnTo>
                    <a:pt x="5047" y="6561"/>
                  </a:lnTo>
                  <a:cubicBezTo>
                    <a:pt x="4908" y="6561"/>
                    <a:pt x="4801" y="6667"/>
                    <a:pt x="4801" y="6795"/>
                  </a:cubicBezTo>
                  <a:lnTo>
                    <a:pt x="4801" y="7233"/>
                  </a:lnTo>
                  <a:cubicBezTo>
                    <a:pt x="4801" y="7595"/>
                    <a:pt x="4513" y="7905"/>
                    <a:pt x="4140" y="7905"/>
                  </a:cubicBezTo>
                  <a:lnTo>
                    <a:pt x="3959" y="7905"/>
                  </a:lnTo>
                  <a:lnTo>
                    <a:pt x="3959" y="6795"/>
                  </a:lnTo>
                  <a:cubicBezTo>
                    <a:pt x="3959" y="6678"/>
                    <a:pt x="3884" y="6571"/>
                    <a:pt x="3767" y="6539"/>
                  </a:cubicBezTo>
                  <a:cubicBezTo>
                    <a:pt x="3754" y="6537"/>
                    <a:pt x="3741" y="6537"/>
                    <a:pt x="3729" y="6537"/>
                  </a:cubicBezTo>
                  <a:cubicBezTo>
                    <a:pt x="3585" y="6537"/>
                    <a:pt x="3468" y="6647"/>
                    <a:pt x="3468" y="6785"/>
                  </a:cubicBezTo>
                  <a:lnTo>
                    <a:pt x="3468" y="7894"/>
                  </a:lnTo>
                  <a:lnTo>
                    <a:pt x="2785" y="7894"/>
                  </a:lnTo>
                  <a:lnTo>
                    <a:pt x="2785" y="6785"/>
                  </a:lnTo>
                  <a:cubicBezTo>
                    <a:pt x="2785" y="6667"/>
                    <a:pt x="2711" y="6561"/>
                    <a:pt x="2593" y="6529"/>
                  </a:cubicBezTo>
                  <a:cubicBezTo>
                    <a:pt x="2580" y="6527"/>
                    <a:pt x="2568" y="6526"/>
                    <a:pt x="2556" y="6526"/>
                  </a:cubicBezTo>
                  <a:cubicBezTo>
                    <a:pt x="2412" y="6526"/>
                    <a:pt x="2294" y="6636"/>
                    <a:pt x="2294" y="6774"/>
                  </a:cubicBezTo>
                  <a:lnTo>
                    <a:pt x="2294" y="7873"/>
                  </a:lnTo>
                  <a:lnTo>
                    <a:pt x="2134" y="7873"/>
                  </a:lnTo>
                  <a:cubicBezTo>
                    <a:pt x="1772" y="7873"/>
                    <a:pt x="1473" y="7585"/>
                    <a:pt x="1473" y="7211"/>
                  </a:cubicBezTo>
                  <a:lnTo>
                    <a:pt x="1473" y="6774"/>
                  </a:lnTo>
                  <a:cubicBezTo>
                    <a:pt x="1473" y="6635"/>
                    <a:pt x="1366" y="6529"/>
                    <a:pt x="1228" y="6529"/>
                  </a:cubicBezTo>
                  <a:lnTo>
                    <a:pt x="1153" y="6529"/>
                  </a:lnTo>
                  <a:cubicBezTo>
                    <a:pt x="790" y="6529"/>
                    <a:pt x="481" y="6240"/>
                    <a:pt x="481" y="5867"/>
                  </a:cubicBezTo>
                  <a:lnTo>
                    <a:pt x="481" y="3104"/>
                  </a:lnTo>
                  <a:cubicBezTo>
                    <a:pt x="481" y="1653"/>
                    <a:pt x="1665" y="459"/>
                    <a:pt x="3127" y="459"/>
                  </a:cubicBezTo>
                  <a:close/>
                  <a:moveTo>
                    <a:pt x="3137" y="0"/>
                  </a:moveTo>
                  <a:cubicBezTo>
                    <a:pt x="1398" y="0"/>
                    <a:pt x="1" y="1408"/>
                    <a:pt x="1" y="3147"/>
                  </a:cubicBezTo>
                  <a:lnTo>
                    <a:pt x="1" y="5888"/>
                  </a:lnTo>
                  <a:cubicBezTo>
                    <a:pt x="1" y="6465"/>
                    <a:pt x="428" y="6945"/>
                    <a:pt x="993" y="7041"/>
                  </a:cubicBezTo>
                  <a:lnTo>
                    <a:pt x="993" y="7254"/>
                  </a:lnTo>
                  <a:cubicBezTo>
                    <a:pt x="993" y="7894"/>
                    <a:pt x="1505" y="8406"/>
                    <a:pt x="2145" y="8406"/>
                  </a:cubicBezTo>
                  <a:lnTo>
                    <a:pt x="4108" y="8406"/>
                  </a:lnTo>
                  <a:cubicBezTo>
                    <a:pt x="4748" y="8406"/>
                    <a:pt x="5271" y="7894"/>
                    <a:pt x="5271" y="7254"/>
                  </a:cubicBezTo>
                  <a:lnTo>
                    <a:pt x="5271" y="7041"/>
                  </a:lnTo>
                  <a:cubicBezTo>
                    <a:pt x="5825" y="6955"/>
                    <a:pt x="6252" y="6475"/>
                    <a:pt x="6252" y="5888"/>
                  </a:cubicBezTo>
                  <a:lnTo>
                    <a:pt x="6252" y="3147"/>
                  </a:lnTo>
                  <a:cubicBezTo>
                    <a:pt x="6273" y="1408"/>
                    <a:pt x="4865" y="0"/>
                    <a:pt x="31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5"/>
            <p:cNvSpPr/>
            <p:nvPr/>
          </p:nvSpPr>
          <p:spPr>
            <a:xfrm>
              <a:off x="1909385" y="2148396"/>
              <a:ext cx="88234" cy="67156"/>
            </a:xfrm>
            <a:custGeom>
              <a:rect b="b" l="l" r="r" t="t"/>
              <a:pathLst>
                <a:path extrusionOk="0" h="1284" w="1687">
                  <a:moveTo>
                    <a:pt x="277" y="0"/>
                  </a:moveTo>
                  <a:cubicBezTo>
                    <a:pt x="163" y="0"/>
                    <a:pt x="52" y="73"/>
                    <a:pt x="33" y="196"/>
                  </a:cubicBezTo>
                  <a:cubicBezTo>
                    <a:pt x="1" y="324"/>
                    <a:pt x="86" y="462"/>
                    <a:pt x="214" y="484"/>
                  </a:cubicBezTo>
                  <a:cubicBezTo>
                    <a:pt x="630" y="590"/>
                    <a:pt x="972" y="836"/>
                    <a:pt x="1206" y="1177"/>
                  </a:cubicBezTo>
                  <a:cubicBezTo>
                    <a:pt x="1260" y="1241"/>
                    <a:pt x="1324" y="1284"/>
                    <a:pt x="1398" y="1284"/>
                  </a:cubicBezTo>
                  <a:cubicBezTo>
                    <a:pt x="1452" y="1284"/>
                    <a:pt x="1494" y="1273"/>
                    <a:pt x="1537" y="1241"/>
                  </a:cubicBezTo>
                  <a:cubicBezTo>
                    <a:pt x="1644" y="1167"/>
                    <a:pt x="1686" y="1017"/>
                    <a:pt x="1601" y="900"/>
                  </a:cubicBezTo>
                  <a:cubicBezTo>
                    <a:pt x="1292" y="441"/>
                    <a:pt x="844" y="142"/>
                    <a:pt x="321" y="4"/>
                  </a:cubicBezTo>
                  <a:cubicBezTo>
                    <a:pt x="306" y="1"/>
                    <a:pt x="292" y="0"/>
                    <a:pt x="2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5"/>
            <p:cNvSpPr/>
            <p:nvPr/>
          </p:nvSpPr>
          <p:spPr>
            <a:xfrm>
              <a:off x="1789458" y="2306446"/>
              <a:ext cx="92105" cy="91582"/>
            </a:xfrm>
            <a:custGeom>
              <a:rect b="b" l="l" r="r" t="t"/>
              <a:pathLst>
                <a:path extrusionOk="0" h="1751" w="1761">
                  <a:moveTo>
                    <a:pt x="886" y="491"/>
                  </a:moveTo>
                  <a:cubicBezTo>
                    <a:pt x="1099" y="491"/>
                    <a:pt x="1270" y="662"/>
                    <a:pt x="1270" y="875"/>
                  </a:cubicBezTo>
                  <a:cubicBezTo>
                    <a:pt x="1270" y="1089"/>
                    <a:pt x="1099" y="1259"/>
                    <a:pt x="886" y="1259"/>
                  </a:cubicBezTo>
                  <a:cubicBezTo>
                    <a:pt x="672" y="1259"/>
                    <a:pt x="491" y="1089"/>
                    <a:pt x="491" y="875"/>
                  </a:cubicBezTo>
                  <a:cubicBezTo>
                    <a:pt x="491" y="662"/>
                    <a:pt x="672" y="491"/>
                    <a:pt x="886" y="491"/>
                  </a:cubicBezTo>
                  <a:close/>
                  <a:moveTo>
                    <a:pt x="886" y="1"/>
                  </a:moveTo>
                  <a:cubicBezTo>
                    <a:pt x="406" y="1"/>
                    <a:pt x="0" y="395"/>
                    <a:pt x="0" y="875"/>
                  </a:cubicBezTo>
                  <a:cubicBezTo>
                    <a:pt x="0" y="1355"/>
                    <a:pt x="406" y="1750"/>
                    <a:pt x="886" y="1750"/>
                  </a:cubicBezTo>
                  <a:cubicBezTo>
                    <a:pt x="1366" y="1750"/>
                    <a:pt x="1761" y="1355"/>
                    <a:pt x="1761" y="875"/>
                  </a:cubicBezTo>
                  <a:cubicBezTo>
                    <a:pt x="1761" y="385"/>
                    <a:pt x="1376" y="1"/>
                    <a:pt x="8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5"/>
            <p:cNvSpPr/>
            <p:nvPr/>
          </p:nvSpPr>
          <p:spPr>
            <a:xfrm>
              <a:off x="1920003" y="2306446"/>
              <a:ext cx="92105" cy="92105"/>
            </a:xfrm>
            <a:custGeom>
              <a:rect b="b" l="l" r="r" t="t"/>
              <a:pathLst>
                <a:path extrusionOk="0" h="1761" w="1761">
                  <a:moveTo>
                    <a:pt x="875" y="491"/>
                  </a:moveTo>
                  <a:cubicBezTo>
                    <a:pt x="1089" y="491"/>
                    <a:pt x="1270" y="662"/>
                    <a:pt x="1270" y="875"/>
                  </a:cubicBezTo>
                  <a:cubicBezTo>
                    <a:pt x="1270" y="1089"/>
                    <a:pt x="1089" y="1259"/>
                    <a:pt x="875" y="1259"/>
                  </a:cubicBezTo>
                  <a:cubicBezTo>
                    <a:pt x="662" y="1259"/>
                    <a:pt x="491" y="1089"/>
                    <a:pt x="491" y="875"/>
                  </a:cubicBezTo>
                  <a:cubicBezTo>
                    <a:pt x="491" y="662"/>
                    <a:pt x="662" y="491"/>
                    <a:pt x="875" y="491"/>
                  </a:cubicBezTo>
                  <a:close/>
                  <a:moveTo>
                    <a:pt x="875" y="1"/>
                  </a:moveTo>
                  <a:cubicBezTo>
                    <a:pt x="395" y="1"/>
                    <a:pt x="1" y="385"/>
                    <a:pt x="1" y="875"/>
                  </a:cubicBezTo>
                  <a:cubicBezTo>
                    <a:pt x="1" y="1355"/>
                    <a:pt x="395" y="1761"/>
                    <a:pt x="875" y="1761"/>
                  </a:cubicBezTo>
                  <a:cubicBezTo>
                    <a:pt x="1355" y="1761"/>
                    <a:pt x="1761" y="1355"/>
                    <a:pt x="1761" y="875"/>
                  </a:cubicBezTo>
                  <a:cubicBezTo>
                    <a:pt x="1761" y="395"/>
                    <a:pt x="1355" y="1"/>
                    <a:pt x="8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 name="Google Shape;1016;p45"/>
          <p:cNvGrpSpPr/>
          <p:nvPr/>
        </p:nvGrpSpPr>
        <p:grpSpPr>
          <a:xfrm>
            <a:off x="4361037" y="1941500"/>
            <a:ext cx="421926" cy="439641"/>
            <a:chOff x="4361037" y="2094475"/>
            <a:chExt cx="421926" cy="439641"/>
          </a:xfrm>
        </p:grpSpPr>
        <p:sp>
          <p:nvSpPr>
            <p:cNvPr id="1017" name="Google Shape;1017;p45"/>
            <p:cNvSpPr/>
            <p:nvPr/>
          </p:nvSpPr>
          <p:spPr>
            <a:xfrm>
              <a:off x="4417202" y="2361809"/>
              <a:ext cx="117856" cy="118429"/>
            </a:xfrm>
            <a:custGeom>
              <a:rect b="b" l="l" r="r" t="t"/>
              <a:pathLst>
                <a:path extrusionOk="0" h="2273" w="2262">
                  <a:moveTo>
                    <a:pt x="1120" y="491"/>
                  </a:moveTo>
                  <a:cubicBezTo>
                    <a:pt x="1408" y="491"/>
                    <a:pt x="1654" y="683"/>
                    <a:pt x="1739" y="949"/>
                  </a:cubicBezTo>
                  <a:cubicBezTo>
                    <a:pt x="1750" y="1003"/>
                    <a:pt x="1760" y="1067"/>
                    <a:pt x="1760" y="1120"/>
                  </a:cubicBezTo>
                  <a:cubicBezTo>
                    <a:pt x="1760" y="1483"/>
                    <a:pt x="1472" y="1771"/>
                    <a:pt x="1120" y="1771"/>
                  </a:cubicBezTo>
                  <a:cubicBezTo>
                    <a:pt x="779" y="1771"/>
                    <a:pt x="501" y="1494"/>
                    <a:pt x="501" y="1131"/>
                  </a:cubicBezTo>
                  <a:cubicBezTo>
                    <a:pt x="501" y="789"/>
                    <a:pt x="779" y="491"/>
                    <a:pt x="1120" y="491"/>
                  </a:cubicBezTo>
                  <a:close/>
                  <a:moveTo>
                    <a:pt x="1120" y="0"/>
                  </a:moveTo>
                  <a:cubicBezTo>
                    <a:pt x="501" y="0"/>
                    <a:pt x="0" y="512"/>
                    <a:pt x="0" y="1141"/>
                  </a:cubicBezTo>
                  <a:cubicBezTo>
                    <a:pt x="0" y="1760"/>
                    <a:pt x="512" y="2272"/>
                    <a:pt x="1120" y="2272"/>
                  </a:cubicBezTo>
                  <a:cubicBezTo>
                    <a:pt x="1750" y="2272"/>
                    <a:pt x="2240" y="1760"/>
                    <a:pt x="2240" y="1141"/>
                  </a:cubicBezTo>
                  <a:cubicBezTo>
                    <a:pt x="2262" y="1035"/>
                    <a:pt x="2240" y="928"/>
                    <a:pt x="2208" y="821"/>
                  </a:cubicBezTo>
                  <a:cubicBezTo>
                    <a:pt x="2070" y="341"/>
                    <a:pt x="1622" y="0"/>
                    <a:pt x="11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5"/>
            <p:cNvSpPr/>
            <p:nvPr/>
          </p:nvSpPr>
          <p:spPr>
            <a:xfrm>
              <a:off x="4361037" y="2094475"/>
              <a:ext cx="421926" cy="439641"/>
            </a:xfrm>
            <a:custGeom>
              <a:rect b="b" l="l" r="r" t="t"/>
              <a:pathLst>
                <a:path extrusionOk="0" h="8438" w="8098">
                  <a:moveTo>
                    <a:pt x="5025" y="2731"/>
                  </a:moveTo>
                  <a:lnTo>
                    <a:pt x="5025" y="2752"/>
                  </a:lnTo>
                  <a:cubicBezTo>
                    <a:pt x="5804" y="2752"/>
                    <a:pt x="6433" y="3371"/>
                    <a:pt x="6433" y="4150"/>
                  </a:cubicBezTo>
                  <a:lnTo>
                    <a:pt x="6433" y="4747"/>
                  </a:lnTo>
                  <a:lnTo>
                    <a:pt x="3766" y="4747"/>
                  </a:lnTo>
                  <a:cubicBezTo>
                    <a:pt x="3414" y="4384"/>
                    <a:pt x="2934" y="4150"/>
                    <a:pt x="2401" y="4096"/>
                  </a:cubicBezTo>
                  <a:lnTo>
                    <a:pt x="2038" y="2731"/>
                  </a:lnTo>
                  <a:close/>
                  <a:moveTo>
                    <a:pt x="6433" y="5238"/>
                  </a:moveTo>
                  <a:lnTo>
                    <a:pt x="6433" y="5803"/>
                  </a:lnTo>
                  <a:lnTo>
                    <a:pt x="4310" y="5803"/>
                  </a:lnTo>
                  <a:cubicBezTo>
                    <a:pt x="4257" y="5600"/>
                    <a:pt x="4193" y="5419"/>
                    <a:pt x="4097" y="5238"/>
                  </a:cubicBezTo>
                  <a:close/>
                  <a:moveTo>
                    <a:pt x="2198" y="4587"/>
                  </a:moveTo>
                  <a:cubicBezTo>
                    <a:pt x="3126" y="4587"/>
                    <a:pt x="3884" y="5334"/>
                    <a:pt x="3884" y="6272"/>
                  </a:cubicBezTo>
                  <a:cubicBezTo>
                    <a:pt x="3884" y="7201"/>
                    <a:pt x="3137" y="7947"/>
                    <a:pt x="2198" y="7947"/>
                  </a:cubicBezTo>
                  <a:cubicBezTo>
                    <a:pt x="1281" y="7947"/>
                    <a:pt x="523" y="7201"/>
                    <a:pt x="523" y="6272"/>
                  </a:cubicBezTo>
                  <a:cubicBezTo>
                    <a:pt x="523" y="5344"/>
                    <a:pt x="1270" y="4587"/>
                    <a:pt x="2198" y="4587"/>
                  </a:cubicBezTo>
                  <a:close/>
                  <a:moveTo>
                    <a:pt x="6391" y="6294"/>
                  </a:moveTo>
                  <a:cubicBezTo>
                    <a:pt x="6839" y="6294"/>
                    <a:pt x="7212" y="6667"/>
                    <a:pt x="7212" y="7126"/>
                  </a:cubicBezTo>
                  <a:cubicBezTo>
                    <a:pt x="7212" y="7574"/>
                    <a:pt x="6839" y="7947"/>
                    <a:pt x="6391" y="7947"/>
                  </a:cubicBezTo>
                  <a:cubicBezTo>
                    <a:pt x="5932" y="7947"/>
                    <a:pt x="5558" y="7574"/>
                    <a:pt x="5558" y="7126"/>
                  </a:cubicBezTo>
                  <a:cubicBezTo>
                    <a:pt x="5558" y="6667"/>
                    <a:pt x="5932" y="6294"/>
                    <a:pt x="6391" y="6294"/>
                  </a:cubicBezTo>
                  <a:close/>
                  <a:moveTo>
                    <a:pt x="299" y="0"/>
                  </a:moveTo>
                  <a:cubicBezTo>
                    <a:pt x="193" y="0"/>
                    <a:pt x="86" y="64"/>
                    <a:pt x="54" y="171"/>
                  </a:cubicBezTo>
                  <a:cubicBezTo>
                    <a:pt x="1" y="352"/>
                    <a:pt x="139" y="501"/>
                    <a:pt x="299" y="501"/>
                  </a:cubicBezTo>
                  <a:lnTo>
                    <a:pt x="971" y="501"/>
                  </a:lnTo>
                  <a:lnTo>
                    <a:pt x="1494" y="2550"/>
                  </a:lnTo>
                  <a:lnTo>
                    <a:pt x="1910" y="4107"/>
                  </a:lnTo>
                  <a:cubicBezTo>
                    <a:pt x="854" y="4256"/>
                    <a:pt x="54" y="5163"/>
                    <a:pt x="54" y="6251"/>
                  </a:cubicBezTo>
                  <a:cubicBezTo>
                    <a:pt x="54" y="7457"/>
                    <a:pt x="1025" y="8427"/>
                    <a:pt x="2220" y="8427"/>
                  </a:cubicBezTo>
                  <a:cubicBezTo>
                    <a:pt x="3404" y="8427"/>
                    <a:pt x="4364" y="7467"/>
                    <a:pt x="4374" y="6283"/>
                  </a:cubicBezTo>
                  <a:lnTo>
                    <a:pt x="5366" y="6283"/>
                  </a:lnTo>
                  <a:cubicBezTo>
                    <a:pt x="5174" y="6507"/>
                    <a:pt x="5068" y="6785"/>
                    <a:pt x="5068" y="7105"/>
                  </a:cubicBezTo>
                  <a:cubicBezTo>
                    <a:pt x="5068" y="7830"/>
                    <a:pt x="5654" y="8427"/>
                    <a:pt x="6391" y="8427"/>
                  </a:cubicBezTo>
                  <a:cubicBezTo>
                    <a:pt x="6828" y="8427"/>
                    <a:pt x="7212" y="8214"/>
                    <a:pt x="7457" y="7883"/>
                  </a:cubicBezTo>
                  <a:lnTo>
                    <a:pt x="7585" y="8267"/>
                  </a:lnTo>
                  <a:cubicBezTo>
                    <a:pt x="7628" y="8374"/>
                    <a:pt x="7724" y="8438"/>
                    <a:pt x="7831" y="8438"/>
                  </a:cubicBezTo>
                  <a:cubicBezTo>
                    <a:pt x="7852" y="8438"/>
                    <a:pt x="7884" y="8438"/>
                    <a:pt x="7905" y="8427"/>
                  </a:cubicBezTo>
                  <a:cubicBezTo>
                    <a:pt x="8033" y="8374"/>
                    <a:pt x="8097" y="8235"/>
                    <a:pt x="8055" y="8107"/>
                  </a:cubicBezTo>
                  <a:lnTo>
                    <a:pt x="7713" y="7062"/>
                  </a:lnTo>
                  <a:cubicBezTo>
                    <a:pt x="7692" y="6550"/>
                    <a:pt x="7372" y="6102"/>
                    <a:pt x="6924" y="5910"/>
                  </a:cubicBezTo>
                  <a:lnTo>
                    <a:pt x="6924" y="4150"/>
                  </a:lnTo>
                  <a:cubicBezTo>
                    <a:pt x="6924" y="3094"/>
                    <a:pt x="6071" y="2240"/>
                    <a:pt x="5014" y="2240"/>
                  </a:cubicBezTo>
                  <a:lnTo>
                    <a:pt x="1878" y="2240"/>
                  </a:lnTo>
                  <a:lnTo>
                    <a:pt x="1654" y="1323"/>
                  </a:lnTo>
                  <a:lnTo>
                    <a:pt x="5014" y="1323"/>
                  </a:lnTo>
                  <a:cubicBezTo>
                    <a:pt x="5132" y="1323"/>
                    <a:pt x="5260" y="1227"/>
                    <a:pt x="5270" y="1109"/>
                  </a:cubicBezTo>
                  <a:cubicBezTo>
                    <a:pt x="5281" y="960"/>
                    <a:pt x="5174" y="832"/>
                    <a:pt x="5025" y="832"/>
                  </a:cubicBezTo>
                  <a:lnTo>
                    <a:pt x="1558" y="832"/>
                  </a:lnTo>
                  <a:lnTo>
                    <a:pt x="1398" y="181"/>
                  </a:lnTo>
                  <a:cubicBezTo>
                    <a:pt x="1377" y="75"/>
                    <a:pt x="1281" y="0"/>
                    <a:pt x="11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 name="Google Shape;1019;p45"/>
          <p:cNvSpPr/>
          <p:nvPr/>
        </p:nvSpPr>
        <p:spPr>
          <a:xfrm>
            <a:off x="7032525" y="2075496"/>
            <a:ext cx="421950" cy="305650"/>
          </a:xfrm>
          <a:custGeom>
            <a:rect b="b" l="l" r="r" t="t"/>
            <a:pathLst>
              <a:path extrusionOk="0" h="6113" w="8439">
                <a:moveTo>
                  <a:pt x="5942" y="533"/>
                </a:moveTo>
                <a:cubicBezTo>
                  <a:pt x="6379" y="533"/>
                  <a:pt x="6774" y="715"/>
                  <a:pt x="7084" y="1003"/>
                </a:cubicBezTo>
                <a:cubicBezTo>
                  <a:pt x="7393" y="1302"/>
                  <a:pt x="7553" y="1696"/>
                  <a:pt x="7553" y="2123"/>
                </a:cubicBezTo>
                <a:cubicBezTo>
                  <a:pt x="7553" y="2496"/>
                  <a:pt x="7361" y="2923"/>
                  <a:pt x="7009" y="3382"/>
                </a:cubicBezTo>
                <a:lnTo>
                  <a:pt x="5814" y="3382"/>
                </a:lnTo>
                <a:lnTo>
                  <a:pt x="5121" y="2390"/>
                </a:lnTo>
                <a:cubicBezTo>
                  <a:pt x="5089" y="2336"/>
                  <a:pt x="5014" y="2294"/>
                  <a:pt x="4939" y="2283"/>
                </a:cubicBezTo>
                <a:cubicBezTo>
                  <a:pt x="4854" y="2283"/>
                  <a:pt x="4790" y="2315"/>
                  <a:pt x="4737" y="2368"/>
                </a:cubicBezTo>
                <a:lnTo>
                  <a:pt x="3862" y="3275"/>
                </a:lnTo>
                <a:lnTo>
                  <a:pt x="3030" y="2379"/>
                </a:lnTo>
                <a:cubicBezTo>
                  <a:pt x="2987" y="2326"/>
                  <a:pt x="2923" y="2294"/>
                  <a:pt x="2859" y="2294"/>
                </a:cubicBezTo>
                <a:cubicBezTo>
                  <a:pt x="2795" y="2294"/>
                  <a:pt x="2721" y="2326"/>
                  <a:pt x="2689" y="2368"/>
                </a:cubicBezTo>
                <a:lnTo>
                  <a:pt x="2080" y="2923"/>
                </a:lnTo>
                <a:lnTo>
                  <a:pt x="1056" y="2923"/>
                </a:lnTo>
                <a:cubicBezTo>
                  <a:pt x="907" y="2635"/>
                  <a:pt x="832" y="2368"/>
                  <a:pt x="832" y="2123"/>
                </a:cubicBezTo>
                <a:cubicBezTo>
                  <a:pt x="832" y="1696"/>
                  <a:pt x="1003" y="1302"/>
                  <a:pt x="1312" y="1003"/>
                </a:cubicBezTo>
                <a:cubicBezTo>
                  <a:pt x="1622" y="715"/>
                  <a:pt x="2016" y="533"/>
                  <a:pt x="2443" y="533"/>
                </a:cubicBezTo>
                <a:cubicBezTo>
                  <a:pt x="3126" y="533"/>
                  <a:pt x="3734" y="960"/>
                  <a:pt x="3969" y="1590"/>
                </a:cubicBezTo>
                <a:cubicBezTo>
                  <a:pt x="4001" y="1686"/>
                  <a:pt x="4097" y="1750"/>
                  <a:pt x="4193" y="1750"/>
                </a:cubicBezTo>
                <a:cubicBezTo>
                  <a:pt x="4299" y="1750"/>
                  <a:pt x="4395" y="1686"/>
                  <a:pt x="4417" y="1590"/>
                </a:cubicBezTo>
                <a:cubicBezTo>
                  <a:pt x="4641" y="960"/>
                  <a:pt x="5259" y="533"/>
                  <a:pt x="5942" y="533"/>
                </a:cubicBezTo>
                <a:close/>
                <a:moveTo>
                  <a:pt x="2859" y="2870"/>
                </a:moveTo>
                <a:lnTo>
                  <a:pt x="3681" y="3776"/>
                </a:lnTo>
                <a:cubicBezTo>
                  <a:pt x="3723" y="3830"/>
                  <a:pt x="3787" y="3862"/>
                  <a:pt x="3862" y="3862"/>
                </a:cubicBezTo>
                <a:cubicBezTo>
                  <a:pt x="3926" y="3862"/>
                  <a:pt x="3990" y="3830"/>
                  <a:pt x="4043" y="3776"/>
                </a:cubicBezTo>
                <a:lnTo>
                  <a:pt x="4897" y="2902"/>
                </a:lnTo>
                <a:lnTo>
                  <a:pt x="5494" y="3755"/>
                </a:lnTo>
                <a:cubicBezTo>
                  <a:pt x="5537" y="3819"/>
                  <a:pt x="5622" y="3862"/>
                  <a:pt x="5697" y="3862"/>
                </a:cubicBezTo>
                <a:lnTo>
                  <a:pt x="6582" y="3862"/>
                </a:lnTo>
                <a:cubicBezTo>
                  <a:pt x="6369" y="4075"/>
                  <a:pt x="6123" y="4267"/>
                  <a:pt x="5857" y="4480"/>
                </a:cubicBezTo>
                <a:cubicBezTo>
                  <a:pt x="5163" y="5014"/>
                  <a:pt x="4470" y="5419"/>
                  <a:pt x="4203" y="5579"/>
                </a:cubicBezTo>
                <a:cubicBezTo>
                  <a:pt x="3937" y="5430"/>
                  <a:pt x="3233" y="5035"/>
                  <a:pt x="2539" y="4480"/>
                </a:cubicBezTo>
                <a:cubicBezTo>
                  <a:pt x="2059" y="4107"/>
                  <a:pt x="1675" y="3755"/>
                  <a:pt x="1387" y="3403"/>
                </a:cubicBezTo>
                <a:lnTo>
                  <a:pt x="2187" y="3403"/>
                </a:lnTo>
                <a:cubicBezTo>
                  <a:pt x="2262" y="3403"/>
                  <a:pt x="2315" y="3382"/>
                  <a:pt x="2368" y="3339"/>
                </a:cubicBezTo>
                <a:lnTo>
                  <a:pt x="2859" y="2870"/>
                </a:lnTo>
                <a:close/>
                <a:moveTo>
                  <a:pt x="2464" y="0"/>
                </a:moveTo>
                <a:cubicBezTo>
                  <a:pt x="1910" y="0"/>
                  <a:pt x="1376" y="213"/>
                  <a:pt x="971" y="619"/>
                </a:cubicBezTo>
                <a:cubicBezTo>
                  <a:pt x="576" y="1014"/>
                  <a:pt x="363" y="1536"/>
                  <a:pt x="363" y="2112"/>
                </a:cubicBezTo>
                <a:cubicBezTo>
                  <a:pt x="363" y="2379"/>
                  <a:pt x="534" y="2923"/>
                  <a:pt x="534" y="2923"/>
                </a:cubicBezTo>
                <a:lnTo>
                  <a:pt x="267" y="2923"/>
                </a:lnTo>
                <a:cubicBezTo>
                  <a:pt x="150" y="2923"/>
                  <a:pt x="32" y="3019"/>
                  <a:pt x="11" y="3136"/>
                </a:cubicBezTo>
                <a:cubicBezTo>
                  <a:pt x="0" y="3286"/>
                  <a:pt x="107" y="3414"/>
                  <a:pt x="256" y="3414"/>
                </a:cubicBezTo>
                <a:lnTo>
                  <a:pt x="800" y="3414"/>
                </a:lnTo>
                <a:cubicBezTo>
                  <a:pt x="1120" y="3883"/>
                  <a:pt x="1600" y="4374"/>
                  <a:pt x="2251" y="4886"/>
                </a:cubicBezTo>
                <a:cubicBezTo>
                  <a:pt x="3158" y="5590"/>
                  <a:pt x="4065" y="6059"/>
                  <a:pt x="4107" y="6081"/>
                </a:cubicBezTo>
                <a:cubicBezTo>
                  <a:pt x="4150" y="6102"/>
                  <a:pt x="4193" y="6113"/>
                  <a:pt x="4225" y="6113"/>
                </a:cubicBezTo>
                <a:cubicBezTo>
                  <a:pt x="4267" y="6113"/>
                  <a:pt x="4310" y="6102"/>
                  <a:pt x="4353" y="6081"/>
                </a:cubicBezTo>
                <a:cubicBezTo>
                  <a:pt x="4385" y="6070"/>
                  <a:pt x="5281" y="5590"/>
                  <a:pt x="6187" y="4886"/>
                </a:cubicBezTo>
                <a:cubicBezTo>
                  <a:pt x="6625" y="4534"/>
                  <a:pt x="6998" y="4203"/>
                  <a:pt x="7286" y="3872"/>
                </a:cubicBezTo>
                <a:lnTo>
                  <a:pt x="8193" y="3872"/>
                </a:lnTo>
                <a:cubicBezTo>
                  <a:pt x="8310" y="3872"/>
                  <a:pt x="8428" y="3776"/>
                  <a:pt x="8438" y="3659"/>
                </a:cubicBezTo>
                <a:cubicBezTo>
                  <a:pt x="8417" y="3499"/>
                  <a:pt x="8310" y="3382"/>
                  <a:pt x="8161" y="3382"/>
                </a:cubicBezTo>
                <a:lnTo>
                  <a:pt x="7628" y="3382"/>
                </a:lnTo>
                <a:cubicBezTo>
                  <a:pt x="7628" y="3382"/>
                  <a:pt x="8054" y="2507"/>
                  <a:pt x="8076" y="2112"/>
                </a:cubicBezTo>
                <a:cubicBezTo>
                  <a:pt x="8076" y="1547"/>
                  <a:pt x="7862" y="1035"/>
                  <a:pt x="7457" y="630"/>
                </a:cubicBezTo>
                <a:cubicBezTo>
                  <a:pt x="7062" y="235"/>
                  <a:pt x="6529" y="0"/>
                  <a:pt x="5963" y="0"/>
                </a:cubicBezTo>
                <a:cubicBezTo>
                  <a:pt x="5238" y="0"/>
                  <a:pt x="4587" y="363"/>
                  <a:pt x="4214" y="939"/>
                </a:cubicBezTo>
                <a:cubicBezTo>
                  <a:pt x="3830" y="363"/>
                  <a:pt x="3179" y="0"/>
                  <a:pt x="24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sp>
        <p:nvSpPr>
          <p:cNvPr id="1024" name="Google Shape;1024;p46"/>
          <p:cNvSpPr txBox="1"/>
          <p:nvPr>
            <p:ph type="title"/>
          </p:nvPr>
        </p:nvSpPr>
        <p:spPr>
          <a:xfrm>
            <a:off x="732300" y="445025"/>
            <a:ext cx="7679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Pathology</a:t>
            </a:r>
            <a:endParaRPr/>
          </a:p>
        </p:txBody>
      </p:sp>
      <p:sp>
        <p:nvSpPr>
          <p:cNvPr id="1025" name="Google Shape;1025;p46"/>
          <p:cNvSpPr txBox="1"/>
          <p:nvPr>
            <p:ph idx="2" type="title"/>
          </p:nvPr>
        </p:nvSpPr>
        <p:spPr>
          <a:xfrm>
            <a:off x="1331575" y="1194695"/>
            <a:ext cx="1823400" cy="702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Nervous system</a:t>
            </a:r>
            <a:endParaRPr/>
          </a:p>
        </p:txBody>
      </p:sp>
      <p:sp>
        <p:nvSpPr>
          <p:cNvPr id="1026" name="Google Shape;1026;p46"/>
          <p:cNvSpPr txBox="1"/>
          <p:nvPr>
            <p:ph idx="1" type="subTitle"/>
          </p:nvPr>
        </p:nvSpPr>
        <p:spPr>
          <a:xfrm>
            <a:off x="1185775" y="1822327"/>
            <a:ext cx="1969200" cy="5727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t>Mercury is the smallest planet</a:t>
            </a:r>
            <a:endParaRPr/>
          </a:p>
        </p:txBody>
      </p:sp>
      <p:sp>
        <p:nvSpPr>
          <p:cNvPr id="1027" name="Google Shape;1027;p46"/>
          <p:cNvSpPr txBox="1"/>
          <p:nvPr>
            <p:ph idx="3" type="title"/>
          </p:nvPr>
        </p:nvSpPr>
        <p:spPr>
          <a:xfrm>
            <a:off x="5989025" y="1186564"/>
            <a:ext cx="1823400" cy="70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Respiratory distress</a:t>
            </a:r>
            <a:endParaRPr/>
          </a:p>
        </p:txBody>
      </p:sp>
      <p:sp>
        <p:nvSpPr>
          <p:cNvPr id="1028" name="Google Shape;1028;p46"/>
          <p:cNvSpPr txBox="1"/>
          <p:nvPr>
            <p:ph idx="4" type="subTitle"/>
          </p:nvPr>
        </p:nvSpPr>
        <p:spPr>
          <a:xfrm>
            <a:off x="5989025" y="1820902"/>
            <a:ext cx="1969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Jupiter is the biggest planet of them all</a:t>
            </a:r>
            <a:endParaRPr/>
          </a:p>
        </p:txBody>
      </p:sp>
      <p:sp>
        <p:nvSpPr>
          <p:cNvPr id="1029" name="Google Shape;1029;p46"/>
          <p:cNvSpPr txBox="1"/>
          <p:nvPr>
            <p:ph idx="5" type="title"/>
          </p:nvPr>
        </p:nvSpPr>
        <p:spPr>
          <a:xfrm>
            <a:off x="1331575" y="3207375"/>
            <a:ext cx="1823400" cy="702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Muscular stiffness</a:t>
            </a:r>
            <a:endParaRPr/>
          </a:p>
        </p:txBody>
      </p:sp>
      <p:sp>
        <p:nvSpPr>
          <p:cNvPr id="1030" name="Google Shape;1030;p46"/>
          <p:cNvSpPr txBox="1"/>
          <p:nvPr>
            <p:ph idx="6" type="subTitle"/>
          </p:nvPr>
        </p:nvSpPr>
        <p:spPr>
          <a:xfrm>
            <a:off x="1185775" y="3834700"/>
            <a:ext cx="1969200" cy="5727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t>Despite being red, Mars is a cold place</a:t>
            </a:r>
            <a:endParaRPr/>
          </a:p>
        </p:txBody>
      </p:sp>
      <p:sp>
        <p:nvSpPr>
          <p:cNvPr id="1031" name="Google Shape;1031;p46"/>
          <p:cNvSpPr txBox="1"/>
          <p:nvPr>
            <p:ph idx="7" type="title"/>
          </p:nvPr>
        </p:nvSpPr>
        <p:spPr>
          <a:xfrm>
            <a:off x="5989025" y="3196781"/>
            <a:ext cx="1823400" cy="70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Muscle contractions</a:t>
            </a:r>
            <a:endParaRPr/>
          </a:p>
        </p:txBody>
      </p:sp>
      <p:sp>
        <p:nvSpPr>
          <p:cNvPr id="1032" name="Google Shape;1032;p46"/>
          <p:cNvSpPr txBox="1"/>
          <p:nvPr>
            <p:ph idx="8" type="subTitle"/>
          </p:nvPr>
        </p:nvSpPr>
        <p:spPr>
          <a:xfrm>
            <a:off x="5989025" y="3834710"/>
            <a:ext cx="1969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Saturn is a gas giant with rings</a:t>
            </a:r>
            <a:endParaRPr/>
          </a:p>
        </p:txBody>
      </p:sp>
      <p:sp>
        <p:nvSpPr>
          <p:cNvPr id="1033" name="Google Shape;1033;p46"/>
          <p:cNvSpPr/>
          <p:nvPr/>
        </p:nvSpPr>
        <p:spPr>
          <a:xfrm>
            <a:off x="3292325" y="1359875"/>
            <a:ext cx="954900" cy="954900"/>
          </a:xfrm>
          <a:prstGeom prst="ellipse">
            <a:avLst/>
          </a:prstGeom>
          <a:solidFill>
            <a:schemeClr val="lt2"/>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6"/>
          <p:cNvSpPr/>
          <p:nvPr/>
        </p:nvSpPr>
        <p:spPr>
          <a:xfrm>
            <a:off x="4896775" y="1359875"/>
            <a:ext cx="954900" cy="954900"/>
          </a:xfrm>
          <a:prstGeom prst="ellipse">
            <a:avLst/>
          </a:prstGeom>
          <a:solidFill>
            <a:schemeClr val="lt2"/>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6"/>
          <p:cNvSpPr/>
          <p:nvPr/>
        </p:nvSpPr>
        <p:spPr>
          <a:xfrm>
            <a:off x="3292325" y="3365650"/>
            <a:ext cx="954900" cy="954900"/>
          </a:xfrm>
          <a:prstGeom prst="ellipse">
            <a:avLst/>
          </a:prstGeom>
          <a:solidFill>
            <a:schemeClr val="lt2"/>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6"/>
          <p:cNvSpPr/>
          <p:nvPr/>
        </p:nvSpPr>
        <p:spPr>
          <a:xfrm>
            <a:off x="4896775" y="3365650"/>
            <a:ext cx="954900" cy="954900"/>
          </a:xfrm>
          <a:prstGeom prst="ellipse">
            <a:avLst/>
          </a:prstGeom>
          <a:solidFill>
            <a:schemeClr val="lt2"/>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6"/>
          <p:cNvSpPr txBox="1"/>
          <p:nvPr/>
        </p:nvSpPr>
        <p:spPr>
          <a:xfrm>
            <a:off x="3292325" y="1626125"/>
            <a:ext cx="954900" cy="422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accent3"/>
                </a:solidFill>
                <a:latin typeface="Sansita"/>
                <a:ea typeface="Sansita"/>
                <a:cs typeface="Sansita"/>
                <a:sym typeface="Sansita"/>
              </a:rPr>
              <a:t>01</a:t>
            </a:r>
            <a:endParaRPr b="1" sz="3000">
              <a:solidFill>
                <a:schemeClr val="accent3"/>
              </a:solidFill>
              <a:latin typeface="Sansita"/>
              <a:ea typeface="Sansita"/>
              <a:cs typeface="Sansita"/>
              <a:sym typeface="Sansita"/>
            </a:endParaRPr>
          </a:p>
        </p:txBody>
      </p:sp>
      <p:sp>
        <p:nvSpPr>
          <p:cNvPr id="1038" name="Google Shape;1038;p46"/>
          <p:cNvSpPr txBox="1"/>
          <p:nvPr/>
        </p:nvSpPr>
        <p:spPr>
          <a:xfrm>
            <a:off x="4896775" y="1626125"/>
            <a:ext cx="954900" cy="422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accent3"/>
                </a:solidFill>
                <a:latin typeface="Sansita"/>
                <a:ea typeface="Sansita"/>
                <a:cs typeface="Sansita"/>
                <a:sym typeface="Sansita"/>
              </a:rPr>
              <a:t>02</a:t>
            </a:r>
            <a:endParaRPr b="1" sz="3000">
              <a:solidFill>
                <a:schemeClr val="accent3"/>
              </a:solidFill>
              <a:latin typeface="Sansita"/>
              <a:ea typeface="Sansita"/>
              <a:cs typeface="Sansita"/>
              <a:sym typeface="Sansita"/>
            </a:endParaRPr>
          </a:p>
        </p:txBody>
      </p:sp>
      <p:sp>
        <p:nvSpPr>
          <p:cNvPr id="1039" name="Google Shape;1039;p46"/>
          <p:cNvSpPr txBox="1"/>
          <p:nvPr/>
        </p:nvSpPr>
        <p:spPr>
          <a:xfrm>
            <a:off x="3292325" y="3631900"/>
            <a:ext cx="954900" cy="422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accent3"/>
                </a:solidFill>
                <a:latin typeface="Sansita"/>
                <a:ea typeface="Sansita"/>
                <a:cs typeface="Sansita"/>
                <a:sym typeface="Sansita"/>
              </a:rPr>
              <a:t>03</a:t>
            </a:r>
            <a:endParaRPr b="1" sz="3000">
              <a:solidFill>
                <a:schemeClr val="accent3"/>
              </a:solidFill>
              <a:latin typeface="Sansita"/>
              <a:ea typeface="Sansita"/>
              <a:cs typeface="Sansita"/>
              <a:sym typeface="Sansita"/>
            </a:endParaRPr>
          </a:p>
        </p:txBody>
      </p:sp>
      <p:sp>
        <p:nvSpPr>
          <p:cNvPr id="1040" name="Google Shape;1040;p46"/>
          <p:cNvSpPr txBox="1"/>
          <p:nvPr/>
        </p:nvSpPr>
        <p:spPr>
          <a:xfrm>
            <a:off x="4896775" y="3631900"/>
            <a:ext cx="954900" cy="422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accent3"/>
                </a:solidFill>
                <a:latin typeface="Sansita"/>
                <a:ea typeface="Sansita"/>
                <a:cs typeface="Sansita"/>
                <a:sym typeface="Sansita"/>
              </a:rPr>
              <a:t>04</a:t>
            </a:r>
            <a:endParaRPr b="1" sz="3000">
              <a:solidFill>
                <a:schemeClr val="accent3"/>
              </a:solidFill>
              <a:latin typeface="Sansita"/>
              <a:ea typeface="Sansita"/>
              <a:cs typeface="Sansita"/>
              <a:sym typeface="Sansita"/>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4" name="Shape 1044"/>
        <p:cNvGrpSpPr/>
        <p:nvPr/>
      </p:nvGrpSpPr>
      <p:grpSpPr>
        <a:xfrm>
          <a:off x="0" y="0"/>
          <a:ext cx="0" cy="0"/>
          <a:chOff x="0" y="0"/>
          <a:chExt cx="0" cy="0"/>
        </a:xfrm>
      </p:grpSpPr>
      <p:sp>
        <p:nvSpPr>
          <p:cNvPr id="1045" name="Google Shape;1045;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Symptoms of the disease</a:t>
            </a:r>
            <a:endParaRPr/>
          </a:p>
        </p:txBody>
      </p:sp>
      <p:sp>
        <p:nvSpPr>
          <p:cNvPr id="1046" name="Google Shape;1046;p47"/>
          <p:cNvSpPr txBox="1"/>
          <p:nvPr>
            <p:ph idx="4294967295" type="title"/>
          </p:nvPr>
        </p:nvSpPr>
        <p:spPr>
          <a:xfrm>
            <a:off x="900975" y="1539900"/>
            <a:ext cx="23574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t>Cramps in the jaw</a:t>
            </a:r>
            <a:endParaRPr sz="2000"/>
          </a:p>
        </p:txBody>
      </p:sp>
      <p:sp>
        <p:nvSpPr>
          <p:cNvPr id="1047" name="Google Shape;1047;p47"/>
          <p:cNvSpPr txBox="1"/>
          <p:nvPr>
            <p:ph idx="4294967295" type="subTitle"/>
          </p:nvPr>
        </p:nvSpPr>
        <p:spPr>
          <a:xfrm>
            <a:off x="900975" y="1878850"/>
            <a:ext cx="2190000" cy="5277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1400"/>
              <a:t>Mercury is the smallest planet of them all</a:t>
            </a:r>
            <a:endParaRPr sz="1400">
              <a:solidFill>
                <a:schemeClr val="dk1"/>
              </a:solidFill>
            </a:endParaRPr>
          </a:p>
        </p:txBody>
      </p:sp>
      <p:sp>
        <p:nvSpPr>
          <p:cNvPr id="1048" name="Google Shape;1048;p47"/>
          <p:cNvSpPr txBox="1"/>
          <p:nvPr>
            <p:ph idx="4294967295" type="title"/>
          </p:nvPr>
        </p:nvSpPr>
        <p:spPr>
          <a:xfrm>
            <a:off x="901026" y="3084825"/>
            <a:ext cx="23574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t>Pain in the body</a:t>
            </a:r>
            <a:endParaRPr sz="2000"/>
          </a:p>
        </p:txBody>
      </p:sp>
      <p:sp>
        <p:nvSpPr>
          <p:cNvPr id="1049" name="Google Shape;1049;p47"/>
          <p:cNvSpPr txBox="1"/>
          <p:nvPr>
            <p:ph idx="4294967295" type="subTitle"/>
          </p:nvPr>
        </p:nvSpPr>
        <p:spPr>
          <a:xfrm>
            <a:off x="910225" y="3419525"/>
            <a:ext cx="2190000" cy="5277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1400">
                <a:solidFill>
                  <a:schemeClr val="dk1"/>
                </a:solidFill>
              </a:rPr>
              <a:t>Jupiter is the biggest planet of them all</a:t>
            </a:r>
            <a:endParaRPr sz="1400">
              <a:solidFill>
                <a:schemeClr val="dk1"/>
              </a:solidFill>
            </a:endParaRPr>
          </a:p>
        </p:txBody>
      </p:sp>
      <p:sp>
        <p:nvSpPr>
          <p:cNvPr id="1050" name="Google Shape;1050;p47"/>
          <p:cNvSpPr txBox="1"/>
          <p:nvPr>
            <p:ph idx="4294967295" type="title"/>
          </p:nvPr>
        </p:nvSpPr>
        <p:spPr>
          <a:xfrm>
            <a:off x="5880400" y="3084825"/>
            <a:ext cx="2357400" cy="52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000"/>
              <a:t>Blood pressure</a:t>
            </a:r>
            <a:endParaRPr sz="2000"/>
          </a:p>
        </p:txBody>
      </p:sp>
      <p:sp>
        <p:nvSpPr>
          <p:cNvPr id="1051" name="Google Shape;1051;p47"/>
          <p:cNvSpPr txBox="1"/>
          <p:nvPr>
            <p:ph idx="4294967295" type="subTitle"/>
          </p:nvPr>
        </p:nvSpPr>
        <p:spPr>
          <a:xfrm>
            <a:off x="6043600" y="3419525"/>
            <a:ext cx="2190000" cy="5277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sz="1400"/>
              <a:t>Saturn is the only planet with rings</a:t>
            </a:r>
            <a:endParaRPr sz="1400">
              <a:solidFill>
                <a:schemeClr val="dk1"/>
              </a:solidFill>
            </a:endParaRPr>
          </a:p>
        </p:txBody>
      </p:sp>
      <p:sp>
        <p:nvSpPr>
          <p:cNvPr id="1052" name="Google Shape;1052;p47"/>
          <p:cNvSpPr txBox="1"/>
          <p:nvPr>
            <p:ph idx="4294967295" type="title"/>
          </p:nvPr>
        </p:nvSpPr>
        <p:spPr>
          <a:xfrm>
            <a:off x="5880400" y="1539900"/>
            <a:ext cx="2357400" cy="52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000"/>
              <a:t>Staring (seizures)</a:t>
            </a:r>
            <a:endParaRPr sz="2000"/>
          </a:p>
        </p:txBody>
      </p:sp>
      <p:sp>
        <p:nvSpPr>
          <p:cNvPr id="1053" name="Google Shape;1053;p47"/>
          <p:cNvSpPr txBox="1"/>
          <p:nvPr>
            <p:ph idx="4294967295" type="subTitle"/>
          </p:nvPr>
        </p:nvSpPr>
        <p:spPr>
          <a:xfrm>
            <a:off x="6043600" y="1878850"/>
            <a:ext cx="2190000" cy="5277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sz="1400"/>
              <a:t>Despite being red, Mars is very cold</a:t>
            </a:r>
            <a:endParaRPr sz="1400">
              <a:solidFill>
                <a:schemeClr val="dk1"/>
              </a:solidFill>
            </a:endParaRPr>
          </a:p>
        </p:txBody>
      </p:sp>
      <p:sp>
        <p:nvSpPr>
          <p:cNvPr id="1054" name="Google Shape;1054;p47"/>
          <p:cNvSpPr/>
          <p:nvPr/>
        </p:nvSpPr>
        <p:spPr>
          <a:xfrm>
            <a:off x="3992276" y="1414974"/>
            <a:ext cx="1184528" cy="2983776"/>
          </a:xfrm>
          <a:custGeom>
            <a:rect b="b" l="l" r="r" t="t"/>
            <a:pathLst>
              <a:path extrusionOk="0" h="44955" w="17846">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5" name="Google Shape;1055;p47"/>
          <p:cNvCxnSpPr>
            <a:stCxn id="1046" idx="3"/>
          </p:cNvCxnSpPr>
          <p:nvPr/>
        </p:nvCxnSpPr>
        <p:spPr>
          <a:xfrm flipH="1" rot="10800000">
            <a:off x="3258375" y="1734450"/>
            <a:ext cx="1239900" cy="69300"/>
          </a:xfrm>
          <a:prstGeom prst="bentConnector3">
            <a:avLst>
              <a:gd fmla="val 50000" name="adj1"/>
            </a:avLst>
          </a:prstGeom>
          <a:noFill/>
          <a:ln cap="flat" cmpd="sng" w="19050">
            <a:solidFill>
              <a:schemeClr val="accent2"/>
            </a:solidFill>
            <a:prstDash val="solid"/>
            <a:round/>
            <a:headEnd len="med" w="med" type="oval"/>
            <a:tailEnd len="med" w="med" type="oval"/>
          </a:ln>
        </p:spPr>
      </p:cxnSp>
      <p:cxnSp>
        <p:nvCxnSpPr>
          <p:cNvPr id="1056" name="Google Shape;1056;p47"/>
          <p:cNvCxnSpPr>
            <a:stCxn id="1048" idx="3"/>
          </p:cNvCxnSpPr>
          <p:nvPr/>
        </p:nvCxnSpPr>
        <p:spPr>
          <a:xfrm>
            <a:off x="3258426" y="3348675"/>
            <a:ext cx="1142700" cy="328800"/>
          </a:xfrm>
          <a:prstGeom prst="bentConnector3">
            <a:avLst>
              <a:gd fmla="val 50000" name="adj1"/>
            </a:avLst>
          </a:prstGeom>
          <a:noFill/>
          <a:ln cap="flat" cmpd="sng" w="19050">
            <a:solidFill>
              <a:schemeClr val="accent2"/>
            </a:solidFill>
            <a:prstDash val="solid"/>
            <a:round/>
            <a:headEnd len="med" w="med" type="oval"/>
            <a:tailEnd len="med" w="med" type="oval"/>
          </a:ln>
        </p:spPr>
      </p:cxnSp>
      <p:cxnSp>
        <p:nvCxnSpPr>
          <p:cNvPr id="1057" name="Google Shape;1057;p47"/>
          <p:cNvCxnSpPr>
            <a:stCxn id="1052" idx="1"/>
          </p:cNvCxnSpPr>
          <p:nvPr/>
        </p:nvCxnSpPr>
        <p:spPr>
          <a:xfrm rot="10800000">
            <a:off x="4592800" y="1532550"/>
            <a:ext cx="1287600" cy="271200"/>
          </a:xfrm>
          <a:prstGeom prst="bentConnector3">
            <a:avLst>
              <a:gd fmla="val 50000" name="adj1"/>
            </a:avLst>
          </a:prstGeom>
          <a:noFill/>
          <a:ln cap="flat" cmpd="sng" w="19050">
            <a:solidFill>
              <a:schemeClr val="accent2"/>
            </a:solidFill>
            <a:prstDash val="solid"/>
            <a:round/>
            <a:headEnd len="med" w="med" type="oval"/>
            <a:tailEnd len="med" w="med" type="oval"/>
          </a:ln>
        </p:spPr>
      </p:cxnSp>
      <p:cxnSp>
        <p:nvCxnSpPr>
          <p:cNvPr id="1058" name="Google Shape;1058;p47"/>
          <p:cNvCxnSpPr>
            <a:stCxn id="1050" idx="1"/>
          </p:cNvCxnSpPr>
          <p:nvPr/>
        </p:nvCxnSpPr>
        <p:spPr>
          <a:xfrm rot="10800000">
            <a:off x="4744300" y="2289675"/>
            <a:ext cx="1136100" cy="1059000"/>
          </a:xfrm>
          <a:prstGeom prst="bentConnector3">
            <a:avLst>
              <a:gd fmla="val 41664" name="adj1"/>
            </a:avLst>
          </a:prstGeom>
          <a:noFill/>
          <a:ln cap="flat" cmpd="sng" w="19050">
            <a:solidFill>
              <a:schemeClr val="accent2"/>
            </a:solidFill>
            <a:prstDash val="solid"/>
            <a:round/>
            <a:headEnd len="med" w="med" type="oval"/>
            <a:tailEnd len="med" w="med" type="oval"/>
          </a:ln>
        </p:spPr>
      </p:cxn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2" name="Shape 1062"/>
        <p:cNvGrpSpPr/>
        <p:nvPr/>
      </p:nvGrpSpPr>
      <p:grpSpPr>
        <a:xfrm>
          <a:off x="0" y="0"/>
          <a:ext cx="0" cy="0"/>
          <a:chOff x="0" y="0"/>
          <a:chExt cx="0" cy="0"/>
        </a:xfrm>
      </p:grpSpPr>
      <p:sp>
        <p:nvSpPr>
          <p:cNvPr id="1063" name="Google Shape;1063;p48"/>
          <p:cNvSpPr/>
          <p:nvPr/>
        </p:nvSpPr>
        <p:spPr>
          <a:xfrm>
            <a:off x="4487825" y="1460800"/>
            <a:ext cx="1120800" cy="1120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8"/>
          <p:cNvSpPr txBox="1"/>
          <p:nvPr>
            <p:ph type="title"/>
          </p:nvPr>
        </p:nvSpPr>
        <p:spPr>
          <a:xfrm>
            <a:off x="732300" y="445025"/>
            <a:ext cx="7679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680A00"/>
                </a:solidFill>
              </a:rPr>
              <a:t>Risk factors</a:t>
            </a:r>
            <a:endParaRPr>
              <a:solidFill>
                <a:srgbClr val="680A00"/>
              </a:solidFill>
            </a:endParaRPr>
          </a:p>
        </p:txBody>
      </p:sp>
      <p:sp>
        <p:nvSpPr>
          <p:cNvPr id="1065" name="Google Shape;1065;p48"/>
          <p:cNvSpPr txBox="1"/>
          <p:nvPr>
            <p:ph idx="4294967295" type="title"/>
          </p:nvPr>
        </p:nvSpPr>
        <p:spPr>
          <a:xfrm>
            <a:off x="3964927" y="3446075"/>
            <a:ext cx="21666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700"/>
              <a:t>People without vaccines</a:t>
            </a:r>
            <a:endParaRPr sz="1700"/>
          </a:p>
        </p:txBody>
      </p:sp>
      <p:sp>
        <p:nvSpPr>
          <p:cNvPr id="1066" name="Google Shape;1066;p48"/>
          <p:cNvSpPr txBox="1"/>
          <p:nvPr>
            <p:ph idx="4294967295" type="subTitle"/>
          </p:nvPr>
        </p:nvSpPr>
        <p:spPr>
          <a:xfrm>
            <a:off x="4080127" y="3970750"/>
            <a:ext cx="19362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sz="1400">
                <a:solidFill>
                  <a:schemeClr val="dk1"/>
                </a:solidFill>
              </a:rPr>
              <a:t>Jupiter is the biggest planet of them all</a:t>
            </a:r>
            <a:endParaRPr sz="1400">
              <a:solidFill>
                <a:schemeClr val="dk1"/>
              </a:solidFill>
            </a:endParaRPr>
          </a:p>
        </p:txBody>
      </p:sp>
      <p:sp>
        <p:nvSpPr>
          <p:cNvPr id="1067" name="Google Shape;1067;p48"/>
          <p:cNvSpPr txBox="1"/>
          <p:nvPr/>
        </p:nvSpPr>
        <p:spPr>
          <a:xfrm>
            <a:off x="692625" y="3872169"/>
            <a:ext cx="31650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Karla"/>
                <a:ea typeface="Karla"/>
                <a:cs typeface="Karla"/>
                <a:sym typeface="Karla"/>
              </a:rPr>
              <a:t>Follow the link in the graph to modify its data and then paste the new one here. </a:t>
            </a:r>
            <a:r>
              <a:rPr lang="en" sz="1200">
                <a:solidFill>
                  <a:schemeClr val="dk1"/>
                </a:solidFill>
                <a:uFill>
                  <a:noFill/>
                </a:uFill>
                <a:latin typeface="Karla"/>
                <a:ea typeface="Karla"/>
                <a:cs typeface="Karla"/>
                <a:sym typeface="Karla"/>
                <a:hlinkClick r:id="rId3">
                  <a:extLst>
                    <a:ext uri="{A12FA001-AC4F-418D-AE19-62706E023703}">
                      <ahyp:hlinkClr val="tx"/>
                    </a:ext>
                  </a:extLst>
                </a:hlinkClick>
              </a:rPr>
              <a:t>For more info, </a:t>
            </a:r>
            <a:r>
              <a:rPr b="1" lang="en" sz="1200">
                <a:solidFill>
                  <a:schemeClr val="dk1"/>
                </a:solidFill>
                <a:uFill>
                  <a:noFill/>
                </a:uFill>
                <a:latin typeface="Karla"/>
                <a:ea typeface="Karla"/>
                <a:cs typeface="Karla"/>
                <a:sym typeface="Karla"/>
                <a:hlinkClick r:id="rId4">
                  <a:extLst>
                    <a:ext uri="{A12FA001-AC4F-418D-AE19-62706E023703}">
                      <ahyp:hlinkClr val="tx"/>
                    </a:ext>
                  </a:extLst>
                </a:hlinkClick>
              </a:rPr>
              <a:t>click here</a:t>
            </a:r>
            <a:endParaRPr b="1" sz="1200">
              <a:solidFill>
                <a:schemeClr val="dk1"/>
              </a:solidFill>
              <a:latin typeface="Karla"/>
              <a:ea typeface="Karla"/>
              <a:cs typeface="Karla"/>
              <a:sym typeface="Karla"/>
            </a:endParaRPr>
          </a:p>
        </p:txBody>
      </p:sp>
      <p:sp>
        <p:nvSpPr>
          <p:cNvPr id="1068" name="Google Shape;1068;p48"/>
          <p:cNvSpPr txBox="1"/>
          <p:nvPr>
            <p:ph idx="4294967295" type="title"/>
          </p:nvPr>
        </p:nvSpPr>
        <p:spPr>
          <a:xfrm>
            <a:off x="4080127" y="2955450"/>
            <a:ext cx="19362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3"/>
                </a:solidFill>
              </a:rPr>
              <a:t>70%</a:t>
            </a:r>
            <a:endParaRPr>
              <a:solidFill>
                <a:schemeClr val="accent3"/>
              </a:solidFill>
            </a:endParaRPr>
          </a:p>
        </p:txBody>
      </p:sp>
      <p:sp>
        <p:nvSpPr>
          <p:cNvPr id="1069" name="Google Shape;1069;p48"/>
          <p:cNvSpPr/>
          <p:nvPr/>
        </p:nvSpPr>
        <p:spPr>
          <a:xfrm>
            <a:off x="4337975" y="1310950"/>
            <a:ext cx="1420500" cy="1420500"/>
          </a:xfrm>
          <a:prstGeom prst="pie">
            <a:avLst>
              <a:gd fmla="val 16103200" name="adj1"/>
              <a:gd fmla="val 8841299" name="adj2"/>
            </a:avLst>
          </a:prstGeom>
          <a:solidFill>
            <a:srgbClr val="FF72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8"/>
          <p:cNvSpPr/>
          <p:nvPr/>
        </p:nvSpPr>
        <p:spPr>
          <a:xfrm>
            <a:off x="6654425" y="1460800"/>
            <a:ext cx="1120800" cy="1120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8"/>
          <p:cNvSpPr txBox="1"/>
          <p:nvPr>
            <p:ph idx="4294967295" type="title"/>
          </p:nvPr>
        </p:nvSpPr>
        <p:spPr>
          <a:xfrm>
            <a:off x="6131527" y="3446075"/>
            <a:ext cx="21666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700"/>
              <a:t>People without extra dose</a:t>
            </a:r>
            <a:endParaRPr sz="1700"/>
          </a:p>
        </p:txBody>
      </p:sp>
      <p:sp>
        <p:nvSpPr>
          <p:cNvPr id="1072" name="Google Shape;1072;p48"/>
          <p:cNvSpPr txBox="1"/>
          <p:nvPr>
            <p:ph idx="4294967295" type="subTitle"/>
          </p:nvPr>
        </p:nvSpPr>
        <p:spPr>
          <a:xfrm>
            <a:off x="6246727" y="3970750"/>
            <a:ext cx="19362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sz="1400"/>
              <a:t>Mercury is the smallest planet</a:t>
            </a:r>
            <a:endParaRPr sz="1400"/>
          </a:p>
        </p:txBody>
      </p:sp>
      <p:sp>
        <p:nvSpPr>
          <p:cNvPr id="1073" name="Google Shape;1073;p48"/>
          <p:cNvSpPr txBox="1"/>
          <p:nvPr>
            <p:ph idx="4294967295" type="title"/>
          </p:nvPr>
        </p:nvSpPr>
        <p:spPr>
          <a:xfrm>
            <a:off x="6246727" y="2955450"/>
            <a:ext cx="19362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3"/>
                </a:solidFill>
              </a:rPr>
              <a:t>30%</a:t>
            </a:r>
            <a:endParaRPr>
              <a:solidFill>
                <a:schemeClr val="accent3"/>
              </a:solidFill>
            </a:endParaRPr>
          </a:p>
        </p:txBody>
      </p:sp>
      <p:sp>
        <p:nvSpPr>
          <p:cNvPr id="1074" name="Google Shape;1074;p48"/>
          <p:cNvSpPr/>
          <p:nvPr/>
        </p:nvSpPr>
        <p:spPr>
          <a:xfrm>
            <a:off x="6504575" y="1310950"/>
            <a:ext cx="1420500" cy="1420500"/>
          </a:xfrm>
          <a:prstGeom prst="pie">
            <a:avLst>
              <a:gd fmla="val 16103200" name="adj1"/>
              <a:gd fmla="val 1703808"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75" name="Google Shape;1075;p48" title="Chart">
            <a:hlinkClick r:id="rId5"/>
          </p:cNvPr>
          <p:cNvPicPr preferRelativeResize="0"/>
          <p:nvPr/>
        </p:nvPicPr>
        <p:blipFill>
          <a:blip r:embed="rId6">
            <a:alphaModFix/>
          </a:blip>
          <a:stretch>
            <a:fillRect/>
          </a:stretch>
        </p:blipFill>
        <p:spPr>
          <a:xfrm>
            <a:off x="692925" y="1682800"/>
            <a:ext cx="3190176" cy="1972975"/>
          </a:xfrm>
          <a:prstGeom prst="rect">
            <a:avLst/>
          </a:prstGeom>
          <a:noFill/>
          <a:ln>
            <a:noFill/>
          </a:ln>
        </p:spPr>
      </p:pic>
      <p:sp>
        <p:nvSpPr>
          <p:cNvPr id="1076" name="Google Shape;1076;p48"/>
          <p:cNvSpPr txBox="1"/>
          <p:nvPr>
            <p:ph idx="4294967295" type="subTitle"/>
          </p:nvPr>
        </p:nvSpPr>
        <p:spPr>
          <a:xfrm>
            <a:off x="1174940" y="3585775"/>
            <a:ext cx="606000" cy="2313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sz="1200"/>
              <a:t>2010</a:t>
            </a:r>
            <a:endParaRPr sz="1200">
              <a:solidFill>
                <a:schemeClr val="dk1"/>
              </a:solidFill>
            </a:endParaRPr>
          </a:p>
        </p:txBody>
      </p:sp>
      <p:sp>
        <p:nvSpPr>
          <p:cNvPr id="1077" name="Google Shape;1077;p48"/>
          <p:cNvSpPr txBox="1"/>
          <p:nvPr>
            <p:ph idx="4294967295" type="subTitle"/>
          </p:nvPr>
        </p:nvSpPr>
        <p:spPr>
          <a:xfrm>
            <a:off x="2048280" y="3585775"/>
            <a:ext cx="606000" cy="2313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sz="1200"/>
              <a:t>2015</a:t>
            </a:r>
            <a:endParaRPr sz="1200">
              <a:solidFill>
                <a:schemeClr val="dk1"/>
              </a:solidFill>
            </a:endParaRPr>
          </a:p>
        </p:txBody>
      </p:sp>
      <p:sp>
        <p:nvSpPr>
          <p:cNvPr id="1078" name="Google Shape;1078;p48"/>
          <p:cNvSpPr txBox="1"/>
          <p:nvPr>
            <p:ph idx="4294967295" type="subTitle"/>
          </p:nvPr>
        </p:nvSpPr>
        <p:spPr>
          <a:xfrm>
            <a:off x="2914659" y="3585775"/>
            <a:ext cx="606000" cy="2313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sz="1200"/>
              <a:t>2021</a:t>
            </a:r>
            <a:endParaRPr sz="1200">
              <a:solidFill>
                <a:schemeClr val="dk1"/>
              </a:solidFill>
            </a:endParaRPr>
          </a:p>
        </p:txBody>
      </p:sp>
      <p:sp>
        <p:nvSpPr>
          <p:cNvPr id="1079" name="Google Shape;1079;p48"/>
          <p:cNvSpPr txBox="1"/>
          <p:nvPr>
            <p:ph idx="4294967295" type="subTitle"/>
          </p:nvPr>
        </p:nvSpPr>
        <p:spPr>
          <a:xfrm>
            <a:off x="893213" y="1520741"/>
            <a:ext cx="1538100" cy="2313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sz="1200"/>
              <a:t>Nail or splinter</a:t>
            </a:r>
            <a:endParaRPr sz="1200">
              <a:solidFill>
                <a:schemeClr val="dk1"/>
              </a:solidFill>
            </a:endParaRPr>
          </a:p>
        </p:txBody>
      </p:sp>
      <p:sp>
        <p:nvSpPr>
          <p:cNvPr id="1080" name="Google Shape;1080;p48"/>
          <p:cNvSpPr txBox="1"/>
          <p:nvPr>
            <p:ph idx="4294967295" type="subTitle"/>
          </p:nvPr>
        </p:nvSpPr>
        <p:spPr>
          <a:xfrm>
            <a:off x="2554250" y="1520741"/>
            <a:ext cx="1538100" cy="2313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sz="1200"/>
              <a:t>Puncture wounds</a:t>
            </a:r>
            <a:endParaRPr sz="1200">
              <a:solidFill>
                <a:schemeClr val="dk1"/>
              </a:solidFill>
            </a:endParaRPr>
          </a:p>
        </p:txBody>
      </p:sp>
      <p:sp>
        <p:nvSpPr>
          <p:cNvPr id="1081" name="Google Shape;1081;p48"/>
          <p:cNvSpPr/>
          <p:nvPr/>
        </p:nvSpPr>
        <p:spPr>
          <a:xfrm>
            <a:off x="805150" y="1576991"/>
            <a:ext cx="118800" cy="118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8"/>
          <p:cNvSpPr/>
          <p:nvPr/>
        </p:nvSpPr>
        <p:spPr>
          <a:xfrm>
            <a:off x="2468250" y="1576991"/>
            <a:ext cx="118800" cy="118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8"/>
          <p:cNvSpPr txBox="1"/>
          <p:nvPr>
            <p:ph idx="4294967295" type="title"/>
          </p:nvPr>
        </p:nvSpPr>
        <p:spPr>
          <a:xfrm>
            <a:off x="715030" y="1133350"/>
            <a:ext cx="3532800" cy="39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700"/>
              <a:t>Ways of getting an infection</a:t>
            </a:r>
            <a:endParaRPr sz="1700"/>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7" name="Shape 1087"/>
        <p:cNvGrpSpPr/>
        <p:nvPr/>
      </p:nvGrpSpPr>
      <p:grpSpPr>
        <a:xfrm>
          <a:off x="0" y="0"/>
          <a:ext cx="0" cy="0"/>
          <a:chOff x="0" y="0"/>
          <a:chExt cx="0" cy="0"/>
        </a:xfrm>
      </p:grpSpPr>
      <p:sp>
        <p:nvSpPr>
          <p:cNvPr id="1088" name="Google Shape;1088;p49"/>
          <p:cNvSpPr txBox="1"/>
          <p:nvPr>
            <p:ph type="title"/>
          </p:nvPr>
        </p:nvSpPr>
        <p:spPr>
          <a:xfrm>
            <a:off x="3306800" y="878125"/>
            <a:ext cx="5063400" cy="9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213,000</a:t>
            </a:r>
            <a:endParaRPr/>
          </a:p>
        </p:txBody>
      </p:sp>
      <p:sp>
        <p:nvSpPr>
          <p:cNvPr id="1089" name="Google Shape;1089;p49"/>
          <p:cNvSpPr txBox="1"/>
          <p:nvPr>
            <p:ph idx="1" type="subTitle"/>
          </p:nvPr>
        </p:nvSpPr>
        <p:spPr>
          <a:xfrm>
            <a:off x="3348275" y="1622075"/>
            <a:ext cx="3681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estimated total of </a:t>
            </a:r>
            <a:r>
              <a:rPr lang="en"/>
              <a:t>deaths caused by tetanus</a:t>
            </a:r>
            <a:endParaRPr/>
          </a:p>
          <a:p>
            <a:pPr indent="0" lvl="0" marL="0" rtl="0" algn="l">
              <a:spcBef>
                <a:spcPts val="1200"/>
              </a:spcBef>
              <a:spcAft>
                <a:spcPts val="1200"/>
              </a:spcAft>
              <a:buNone/>
            </a:pPr>
            <a:r>
              <a:t/>
            </a:r>
            <a:endParaRPr/>
          </a:p>
        </p:txBody>
      </p:sp>
      <p:sp>
        <p:nvSpPr>
          <p:cNvPr id="1090" name="Google Shape;1090;p49"/>
          <p:cNvSpPr txBox="1"/>
          <p:nvPr>
            <p:ph idx="2" type="title"/>
          </p:nvPr>
        </p:nvSpPr>
        <p:spPr>
          <a:xfrm>
            <a:off x="3306800" y="2100238"/>
            <a:ext cx="5063400" cy="9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34,000</a:t>
            </a:r>
            <a:endParaRPr/>
          </a:p>
        </p:txBody>
      </p:sp>
      <p:sp>
        <p:nvSpPr>
          <p:cNvPr id="1091" name="Google Shape;1091;p49"/>
          <p:cNvSpPr txBox="1"/>
          <p:nvPr>
            <p:ph idx="3" type="subTitle"/>
          </p:nvPr>
        </p:nvSpPr>
        <p:spPr>
          <a:xfrm>
            <a:off x="3348275" y="2830850"/>
            <a:ext cx="3681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estimated total of deaths caused by tetanus in </a:t>
            </a:r>
            <a:r>
              <a:rPr lang="en"/>
              <a:t>newborn infants</a:t>
            </a:r>
            <a:endParaRPr/>
          </a:p>
          <a:p>
            <a:pPr indent="0" lvl="0" marL="0" rtl="0" algn="l">
              <a:spcBef>
                <a:spcPts val="1200"/>
              </a:spcBef>
              <a:spcAft>
                <a:spcPts val="1200"/>
              </a:spcAft>
              <a:buNone/>
            </a:pPr>
            <a:r>
              <a:t/>
            </a:r>
            <a:endParaRPr/>
          </a:p>
        </p:txBody>
      </p:sp>
      <p:sp>
        <p:nvSpPr>
          <p:cNvPr id="1092" name="Google Shape;1092;p49"/>
          <p:cNvSpPr txBox="1"/>
          <p:nvPr>
            <p:ph idx="4" type="title"/>
          </p:nvPr>
        </p:nvSpPr>
        <p:spPr>
          <a:xfrm>
            <a:off x="3306800" y="3322363"/>
            <a:ext cx="5063400" cy="9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20,000,000</a:t>
            </a:r>
            <a:endParaRPr/>
          </a:p>
        </p:txBody>
      </p:sp>
      <p:sp>
        <p:nvSpPr>
          <p:cNvPr id="1093" name="Google Shape;1093;p49"/>
          <p:cNvSpPr txBox="1"/>
          <p:nvPr>
            <p:ph idx="5" type="subTitle"/>
          </p:nvPr>
        </p:nvSpPr>
        <p:spPr>
          <a:xfrm>
            <a:off x="3348275" y="4052975"/>
            <a:ext cx="3681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t>hildren did not receive vital vaccines including tetanus vaccine</a:t>
            </a:r>
            <a:endParaRPr/>
          </a:p>
        </p:txBody>
      </p:sp>
      <p:sp>
        <p:nvSpPr>
          <p:cNvPr id="1094" name="Google Shape;1094;p49"/>
          <p:cNvSpPr txBox="1"/>
          <p:nvPr>
            <p:ph idx="6" type="title"/>
          </p:nvPr>
        </p:nvSpPr>
        <p:spPr>
          <a:xfrm>
            <a:off x="732300" y="445025"/>
            <a:ext cx="7679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K</a:t>
            </a:r>
            <a:r>
              <a:rPr lang="en"/>
              <a:t>ey numbers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8" name="Shape 1098"/>
        <p:cNvGrpSpPr/>
        <p:nvPr/>
      </p:nvGrpSpPr>
      <p:grpSpPr>
        <a:xfrm>
          <a:off x="0" y="0"/>
          <a:ext cx="0" cy="0"/>
          <a:chOff x="0" y="0"/>
          <a:chExt cx="0" cy="0"/>
        </a:xfrm>
      </p:grpSpPr>
      <p:sp>
        <p:nvSpPr>
          <p:cNvPr id="1099" name="Google Shape;1099;p50"/>
          <p:cNvSpPr txBox="1"/>
          <p:nvPr>
            <p:ph type="title"/>
          </p:nvPr>
        </p:nvSpPr>
        <p:spPr>
          <a:xfrm>
            <a:off x="2290050" y="3010050"/>
            <a:ext cx="4563900" cy="53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Famous</a:t>
            </a:r>
            <a:endParaRPr/>
          </a:p>
        </p:txBody>
      </p:sp>
      <p:sp>
        <p:nvSpPr>
          <p:cNvPr id="1100" name="Google Shape;1100;p50"/>
          <p:cNvSpPr txBox="1"/>
          <p:nvPr>
            <p:ph idx="1" type="subTitle"/>
          </p:nvPr>
        </p:nvSpPr>
        <p:spPr>
          <a:xfrm>
            <a:off x="1658400" y="1601550"/>
            <a:ext cx="5827200" cy="14085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“This is a quote. Words full of wisdom that someone important said and can make the  reader get inspired.”</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4" name="Shape 1104"/>
        <p:cNvGrpSpPr/>
        <p:nvPr/>
      </p:nvGrpSpPr>
      <p:grpSpPr>
        <a:xfrm>
          <a:off x="0" y="0"/>
          <a:ext cx="0" cy="0"/>
          <a:chOff x="0" y="0"/>
          <a:chExt cx="0" cy="0"/>
        </a:xfrm>
      </p:grpSpPr>
      <p:sp>
        <p:nvSpPr>
          <p:cNvPr id="1105" name="Google Shape;1105;p51"/>
          <p:cNvSpPr txBox="1"/>
          <p:nvPr>
            <p:ph idx="15" type="title"/>
          </p:nvPr>
        </p:nvSpPr>
        <p:spPr>
          <a:xfrm>
            <a:off x="732300" y="445025"/>
            <a:ext cx="7679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Diagnosis</a:t>
            </a:r>
            <a:endParaRPr/>
          </a:p>
        </p:txBody>
      </p:sp>
      <p:sp>
        <p:nvSpPr>
          <p:cNvPr id="1106" name="Google Shape;1106;p51"/>
          <p:cNvSpPr txBox="1"/>
          <p:nvPr>
            <p:ph idx="5" type="subTitle"/>
          </p:nvPr>
        </p:nvSpPr>
        <p:spPr>
          <a:xfrm>
            <a:off x="719975" y="3671175"/>
            <a:ext cx="23055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Jupiter is the biggest planet of them all</a:t>
            </a:r>
            <a:endParaRPr/>
          </a:p>
        </p:txBody>
      </p:sp>
      <p:sp>
        <p:nvSpPr>
          <p:cNvPr id="1107" name="Google Shape;1107;p51"/>
          <p:cNvSpPr txBox="1"/>
          <p:nvPr>
            <p:ph type="title"/>
          </p:nvPr>
        </p:nvSpPr>
        <p:spPr>
          <a:xfrm>
            <a:off x="719975" y="1747700"/>
            <a:ext cx="2305500" cy="38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108" name="Google Shape;1108;p51"/>
          <p:cNvSpPr txBox="1"/>
          <p:nvPr>
            <p:ph idx="1" type="subTitle"/>
          </p:nvPr>
        </p:nvSpPr>
        <p:spPr>
          <a:xfrm>
            <a:off x="719975" y="2091002"/>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Mercury is the smallest planet of them all</a:t>
            </a:r>
            <a:endParaRPr/>
          </a:p>
        </p:txBody>
      </p:sp>
      <p:sp>
        <p:nvSpPr>
          <p:cNvPr id="1109" name="Google Shape;1109;p51"/>
          <p:cNvSpPr txBox="1"/>
          <p:nvPr>
            <p:ph idx="2" type="title"/>
          </p:nvPr>
        </p:nvSpPr>
        <p:spPr>
          <a:xfrm>
            <a:off x="3419246" y="1747700"/>
            <a:ext cx="2305500" cy="38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110" name="Google Shape;1110;p51"/>
          <p:cNvSpPr txBox="1"/>
          <p:nvPr>
            <p:ph idx="3" type="subTitle"/>
          </p:nvPr>
        </p:nvSpPr>
        <p:spPr>
          <a:xfrm>
            <a:off x="3419249" y="2091002"/>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Venus is the second planet from the Sun</a:t>
            </a:r>
            <a:endParaRPr/>
          </a:p>
        </p:txBody>
      </p:sp>
      <p:sp>
        <p:nvSpPr>
          <p:cNvPr id="1111" name="Google Shape;1111;p51"/>
          <p:cNvSpPr txBox="1"/>
          <p:nvPr>
            <p:ph idx="4" type="title"/>
          </p:nvPr>
        </p:nvSpPr>
        <p:spPr>
          <a:xfrm>
            <a:off x="719975" y="3333500"/>
            <a:ext cx="2305500" cy="42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112" name="Google Shape;1112;p51"/>
          <p:cNvSpPr txBox="1"/>
          <p:nvPr>
            <p:ph idx="6" type="title"/>
          </p:nvPr>
        </p:nvSpPr>
        <p:spPr>
          <a:xfrm>
            <a:off x="3419246" y="3333500"/>
            <a:ext cx="2305500" cy="42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113" name="Google Shape;1113;p51"/>
          <p:cNvSpPr txBox="1"/>
          <p:nvPr>
            <p:ph idx="7" type="subTitle"/>
          </p:nvPr>
        </p:nvSpPr>
        <p:spPr>
          <a:xfrm>
            <a:off x="3419249" y="3671175"/>
            <a:ext cx="23055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Saturn is the only planet with rings</a:t>
            </a:r>
            <a:endParaRPr/>
          </a:p>
        </p:txBody>
      </p:sp>
      <p:sp>
        <p:nvSpPr>
          <p:cNvPr id="1114" name="Google Shape;1114;p51"/>
          <p:cNvSpPr txBox="1"/>
          <p:nvPr>
            <p:ph idx="8" type="title"/>
          </p:nvPr>
        </p:nvSpPr>
        <p:spPr>
          <a:xfrm>
            <a:off x="6118524" y="1747700"/>
            <a:ext cx="2305500" cy="38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115" name="Google Shape;1115;p51"/>
          <p:cNvSpPr txBox="1"/>
          <p:nvPr>
            <p:ph idx="9" type="subTitle"/>
          </p:nvPr>
        </p:nvSpPr>
        <p:spPr>
          <a:xfrm>
            <a:off x="6118524" y="2091002"/>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Mars is actually a very cold place</a:t>
            </a:r>
            <a:endParaRPr/>
          </a:p>
        </p:txBody>
      </p:sp>
      <p:sp>
        <p:nvSpPr>
          <p:cNvPr id="1116" name="Google Shape;1116;p51"/>
          <p:cNvSpPr txBox="1"/>
          <p:nvPr>
            <p:ph idx="13" type="title"/>
          </p:nvPr>
        </p:nvSpPr>
        <p:spPr>
          <a:xfrm>
            <a:off x="6118524" y="3333500"/>
            <a:ext cx="2305500" cy="42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117" name="Google Shape;1117;p51"/>
          <p:cNvSpPr txBox="1"/>
          <p:nvPr>
            <p:ph idx="14" type="subTitle"/>
          </p:nvPr>
        </p:nvSpPr>
        <p:spPr>
          <a:xfrm>
            <a:off x="6118524" y="3671175"/>
            <a:ext cx="23055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It’s the farthest planet from the Sun</a:t>
            </a:r>
            <a:endParaRPr/>
          </a:p>
        </p:txBody>
      </p:sp>
      <p:sp>
        <p:nvSpPr>
          <p:cNvPr id="1118" name="Google Shape;1118;p51"/>
          <p:cNvSpPr/>
          <p:nvPr/>
        </p:nvSpPr>
        <p:spPr>
          <a:xfrm>
            <a:off x="1670675" y="1352548"/>
            <a:ext cx="404102" cy="403623"/>
          </a:xfrm>
          <a:custGeom>
            <a:rect b="b" l="l" r="r" t="t"/>
            <a:pathLst>
              <a:path extrusionOk="0" h="8429" w="8439">
                <a:moveTo>
                  <a:pt x="6913" y="470"/>
                </a:moveTo>
                <a:cubicBezTo>
                  <a:pt x="7457" y="470"/>
                  <a:pt x="7905" y="908"/>
                  <a:pt x="7905" y="1473"/>
                </a:cubicBezTo>
                <a:lnTo>
                  <a:pt x="7905" y="2550"/>
                </a:lnTo>
                <a:lnTo>
                  <a:pt x="5825" y="2550"/>
                </a:lnTo>
                <a:lnTo>
                  <a:pt x="5132" y="1569"/>
                </a:lnTo>
                <a:cubicBezTo>
                  <a:pt x="5100" y="1516"/>
                  <a:pt x="5025" y="1473"/>
                  <a:pt x="4950" y="1462"/>
                </a:cubicBezTo>
                <a:cubicBezTo>
                  <a:pt x="4865" y="1462"/>
                  <a:pt x="4801" y="1484"/>
                  <a:pt x="4748" y="1537"/>
                </a:cubicBezTo>
                <a:lnTo>
                  <a:pt x="3873" y="2444"/>
                </a:lnTo>
                <a:lnTo>
                  <a:pt x="3041" y="1548"/>
                </a:lnTo>
                <a:cubicBezTo>
                  <a:pt x="2998" y="1494"/>
                  <a:pt x="2934" y="1473"/>
                  <a:pt x="2870" y="1473"/>
                </a:cubicBezTo>
                <a:cubicBezTo>
                  <a:pt x="2806" y="1473"/>
                  <a:pt x="2732" y="1494"/>
                  <a:pt x="2700" y="1537"/>
                </a:cubicBezTo>
                <a:lnTo>
                  <a:pt x="2091" y="2102"/>
                </a:lnTo>
                <a:lnTo>
                  <a:pt x="491" y="2102"/>
                </a:lnTo>
                <a:lnTo>
                  <a:pt x="491" y="1473"/>
                </a:lnTo>
                <a:cubicBezTo>
                  <a:pt x="491" y="918"/>
                  <a:pt x="939" y="470"/>
                  <a:pt x="1494" y="470"/>
                </a:cubicBezTo>
                <a:close/>
                <a:moveTo>
                  <a:pt x="2870" y="2060"/>
                </a:moveTo>
                <a:lnTo>
                  <a:pt x="3692" y="2966"/>
                </a:lnTo>
                <a:cubicBezTo>
                  <a:pt x="3734" y="3020"/>
                  <a:pt x="3798" y="3041"/>
                  <a:pt x="3873" y="3041"/>
                </a:cubicBezTo>
                <a:cubicBezTo>
                  <a:pt x="3937" y="3041"/>
                  <a:pt x="4001" y="3020"/>
                  <a:pt x="4054" y="2966"/>
                </a:cubicBezTo>
                <a:lnTo>
                  <a:pt x="4908" y="2081"/>
                </a:lnTo>
                <a:lnTo>
                  <a:pt x="5505" y="2934"/>
                </a:lnTo>
                <a:cubicBezTo>
                  <a:pt x="5548" y="2998"/>
                  <a:pt x="5633" y="3041"/>
                  <a:pt x="5708" y="3041"/>
                </a:cubicBezTo>
                <a:lnTo>
                  <a:pt x="7927" y="3041"/>
                </a:lnTo>
                <a:lnTo>
                  <a:pt x="7927" y="3820"/>
                </a:lnTo>
                <a:lnTo>
                  <a:pt x="513" y="3820"/>
                </a:lnTo>
                <a:lnTo>
                  <a:pt x="513" y="2593"/>
                </a:lnTo>
                <a:lnTo>
                  <a:pt x="2198" y="2593"/>
                </a:lnTo>
                <a:cubicBezTo>
                  <a:pt x="2273" y="2593"/>
                  <a:pt x="2326" y="2561"/>
                  <a:pt x="2379" y="2518"/>
                </a:cubicBezTo>
                <a:lnTo>
                  <a:pt x="2870" y="2060"/>
                </a:lnTo>
                <a:close/>
                <a:moveTo>
                  <a:pt x="7895" y="4311"/>
                </a:moveTo>
                <a:lnTo>
                  <a:pt x="7895" y="4897"/>
                </a:lnTo>
                <a:cubicBezTo>
                  <a:pt x="7905" y="5441"/>
                  <a:pt x="7468" y="5900"/>
                  <a:pt x="6913" y="5900"/>
                </a:cubicBezTo>
                <a:lnTo>
                  <a:pt x="1483" y="5900"/>
                </a:lnTo>
                <a:cubicBezTo>
                  <a:pt x="939" y="5900"/>
                  <a:pt x="481" y="5463"/>
                  <a:pt x="481" y="4897"/>
                </a:cubicBezTo>
                <a:lnTo>
                  <a:pt x="481" y="4311"/>
                </a:lnTo>
                <a:close/>
                <a:moveTo>
                  <a:pt x="4630" y="6391"/>
                </a:moveTo>
                <a:lnTo>
                  <a:pt x="4630" y="6967"/>
                </a:lnTo>
                <a:lnTo>
                  <a:pt x="3766" y="6967"/>
                </a:lnTo>
                <a:lnTo>
                  <a:pt x="3766" y="6391"/>
                </a:lnTo>
                <a:close/>
                <a:moveTo>
                  <a:pt x="6518" y="7457"/>
                </a:moveTo>
                <a:cubicBezTo>
                  <a:pt x="6604" y="7457"/>
                  <a:pt x="6700" y="7575"/>
                  <a:pt x="6700" y="7735"/>
                </a:cubicBezTo>
                <a:lnTo>
                  <a:pt x="6700" y="7927"/>
                </a:lnTo>
                <a:lnTo>
                  <a:pt x="1707" y="7927"/>
                </a:lnTo>
                <a:lnTo>
                  <a:pt x="1707" y="7735"/>
                </a:lnTo>
                <a:cubicBezTo>
                  <a:pt x="1707" y="7575"/>
                  <a:pt x="1803" y="7457"/>
                  <a:pt x="1878" y="7457"/>
                </a:cubicBezTo>
                <a:close/>
                <a:moveTo>
                  <a:pt x="1505" y="1"/>
                </a:moveTo>
                <a:cubicBezTo>
                  <a:pt x="683" y="1"/>
                  <a:pt x="11" y="641"/>
                  <a:pt x="1" y="1452"/>
                </a:cubicBezTo>
                <a:lnTo>
                  <a:pt x="1" y="4897"/>
                </a:lnTo>
                <a:cubicBezTo>
                  <a:pt x="1" y="5729"/>
                  <a:pt x="683" y="6391"/>
                  <a:pt x="1505" y="6391"/>
                </a:cubicBezTo>
                <a:lnTo>
                  <a:pt x="3297" y="6391"/>
                </a:lnTo>
                <a:lnTo>
                  <a:pt x="3297" y="6967"/>
                </a:lnTo>
                <a:lnTo>
                  <a:pt x="1910" y="6967"/>
                </a:lnTo>
                <a:cubicBezTo>
                  <a:pt x="1537" y="6967"/>
                  <a:pt x="1238" y="7308"/>
                  <a:pt x="1238" y="7735"/>
                </a:cubicBezTo>
                <a:lnTo>
                  <a:pt x="1238" y="8172"/>
                </a:lnTo>
                <a:cubicBezTo>
                  <a:pt x="1238" y="8311"/>
                  <a:pt x="1345" y="8418"/>
                  <a:pt x="1494" y="8428"/>
                </a:cubicBezTo>
                <a:lnTo>
                  <a:pt x="6945" y="8428"/>
                </a:lnTo>
                <a:cubicBezTo>
                  <a:pt x="7084" y="8418"/>
                  <a:pt x="7201" y="8311"/>
                  <a:pt x="7201" y="8172"/>
                </a:cubicBezTo>
                <a:lnTo>
                  <a:pt x="7201" y="7735"/>
                </a:lnTo>
                <a:cubicBezTo>
                  <a:pt x="7201" y="7308"/>
                  <a:pt x="6902" y="6967"/>
                  <a:pt x="6540" y="6967"/>
                </a:cubicBezTo>
                <a:lnTo>
                  <a:pt x="5153" y="6967"/>
                </a:lnTo>
                <a:lnTo>
                  <a:pt x="5153" y="6391"/>
                </a:lnTo>
                <a:lnTo>
                  <a:pt x="6934" y="6391"/>
                </a:lnTo>
                <a:cubicBezTo>
                  <a:pt x="7767" y="6391"/>
                  <a:pt x="8428" y="5729"/>
                  <a:pt x="8439" y="4897"/>
                </a:cubicBezTo>
                <a:lnTo>
                  <a:pt x="8439" y="1473"/>
                </a:lnTo>
                <a:cubicBezTo>
                  <a:pt x="8417" y="641"/>
                  <a:pt x="7735" y="1"/>
                  <a:pt x="69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1"/>
          <p:cNvSpPr/>
          <p:nvPr/>
        </p:nvSpPr>
        <p:spPr>
          <a:xfrm>
            <a:off x="4369949" y="1352550"/>
            <a:ext cx="404106" cy="406170"/>
          </a:xfrm>
          <a:custGeom>
            <a:rect b="b" l="l" r="r" t="t"/>
            <a:pathLst>
              <a:path extrusionOk="0" h="8461" w="8418">
                <a:moveTo>
                  <a:pt x="4054" y="481"/>
                </a:moveTo>
                <a:cubicBezTo>
                  <a:pt x="4204" y="481"/>
                  <a:pt x="4332" y="513"/>
                  <a:pt x="4470" y="566"/>
                </a:cubicBezTo>
                <a:cubicBezTo>
                  <a:pt x="4417" y="609"/>
                  <a:pt x="4364" y="662"/>
                  <a:pt x="4310" y="726"/>
                </a:cubicBezTo>
                <a:cubicBezTo>
                  <a:pt x="3894" y="1206"/>
                  <a:pt x="3894" y="1846"/>
                  <a:pt x="3958" y="2316"/>
                </a:cubicBezTo>
                <a:cubicBezTo>
                  <a:pt x="3980" y="2433"/>
                  <a:pt x="4086" y="2529"/>
                  <a:pt x="4204" y="2529"/>
                </a:cubicBezTo>
                <a:lnTo>
                  <a:pt x="4246" y="2529"/>
                </a:lnTo>
                <a:cubicBezTo>
                  <a:pt x="4374" y="2508"/>
                  <a:pt x="4470" y="2380"/>
                  <a:pt x="4460" y="2241"/>
                </a:cubicBezTo>
                <a:cubicBezTo>
                  <a:pt x="4278" y="1057"/>
                  <a:pt x="5004" y="822"/>
                  <a:pt x="5025" y="822"/>
                </a:cubicBezTo>
                <a:cubicBezTo>
                  <a:pt x="5046" y="822"/>
                  <a:pt x="5057" y="801"/>
                  <a:pt x="5068" y="801"/>
                </a:cubicBezTo>
                <a:cubicBezTo>
                  <a:pt x="5238" y="716"/>
                  <a:pt x="5420" y="673"/>
                  <a:pt x="5601" y="673"/>
                </a:cubicBezTo>
                <a:cubicBezTo>
                  <a:pt x="6081" y="673"/>
                  <a:pt x="6519" y="982"/>
                  <a:pt x="6711" y="1441"/>
                </a:cubicBezTo>
                <a:cubicBezTo>
                  <a:pt x="6732" y="1526"/>
                  <a:pt x="6817" y="1580"/>
                  <a:pt x="6892" y="1590"/>
                </a:cubicBezTo>
                <a:cubicBezTo>
                  <a:pt x="7180" y="1633"/>
                  <a:pt x="7425" y="1782"/>
                  <a:pt x="7617" y="2017"/>
                </a:cubicBezTo>
                <a:cubicBezTo>
                  <a:pt x="7799" y="2241"/>
                  <a:pt x="7905" y="2550"/>
                  <a:pt x="7905" y="2860"/>
                </a:cubicBezTo>
                <a:cubicBezTo>
                  <a:pt x="7905" y="3084"/>
                  <a:pt x="7852" y="3286"/>
                  <a:pt x="7767" y="3489"/>
                </a:cubicBezTo>
                <a:cubicBezTo>
                  <a:pt x="7425" y="3126"/>
                  <a:pt x="7041" y="3009"/>
                  <a:pt x="6753" y="2977"/>
                </a:cubicBezTo>
                <a:cubicBezTo>
                  <a:pt x="6681" y="2969"/>
                  <a:pt x="6613" y="2966"/>
                  <a:pt x="6549" y="2966"/>
                </a:cubicBezTo>
                <a:cubicBezTo>
                  <a:pt x="6259" y="2966"/>
                  <a:pt x="6056" y="3030"/>
                  <a:pt x="6038" y="3030"/>
                </a:cubicBezTo>
                <a:cubicBezTo>
                  <a:pt x="5910" y="3073"/>
                  <a:pt x="5846" y="3201"/>
                  <a:pt x="5878" y="3340"/>
                </a:cubicBezTo>
                <a:cubicBezTo>
                  <a:pt x="5913" y="3443"/>
                  <a:pt x="6010" y="3512"/>
                  <a:pt x="6114" y="3512"/>
                </a:cubicBezTo>
                <a:cubicBezTo>
                  <a:pt x="6138" y="3512"/>
                  <a:pt x="6163" y="3508"/>
                  <a:pt x="6188" y="3500"/>
                </a:cubicBezTo>
                <a:cubicBezTo>
                  <a:pt x="6188" y="3500"/>
                  <a:pt x="6324" y="3459"/>
                  <a:pt x="6521" y="3459"/>
                </a:cubicBezTo>
                <a:cubicBezTo>
                  <a:pt x="6570" y="3459"/>
                  <a:pt x="6623" y="3461"/>
                  <a:pt x="6679" y="3468"/>
                </a:cubicBezTo>
                <a:cubicBezTo>
                  <a:pt x="7052" y="3510"/>
                  <a:pt x="7340" y="3703"/>
                  <a:pt x="7553" y="4033"/>
                </a:cubicBezTo>
                <a:cubicBezTo>
                  <a:pt x="7660" y="4215"/>
                  <a:pt x="7713" y="4449"/>
                  <a:pt x="7713" y="4663"/>
                </a:cubicBezTo>
                <a:cubicBezTo>
                  <a:pt x="7724" y="5207"/>
                  <a:pt x="7361" y="5708"/>
                  <a:pt x="6860" y="5868"/>
                </a:cubicBezTo>
                <a:cubicBezTo>
                  <a:pt x="6785" y="5900"/>
                  <a:pt x="6732" y="5932"/>
                  <a:pt x="6711" y="6007"/>
                </a:cubicBezTo>
                <a:cubicBezTo>
                  <a:pt x="6679" y="6071"/>
                  <a:pt x="6679" y="6135"/>
                  <a:pt x="6700" y="6199"/>
                </a:cubicBezTo>
                <a:lnTo>
                  <a:pt x="7148" y="7340"/>
                </a:lnTo>
                <a:cubicBezTo>
                  <a:pt x="7191" y="7447"/>
                  <a:pt x="7148" y="7575"/>
                  <a:pt x="7041" y="7628"/>
                </a:cubicBezTo>
                <a:lnTo>
                  <a:pt x="6348" y="7937"/>
                </a:lnTo>
                <a:cubicBezTo>
                  <a:pt x="6327" y="7950"/>
                  <a:pt x="6306" y="7954"/>
                  <a:pt x="6287" y="7954"/>
                </a:cubicBezTo>
                <a:cubicBezTo>
                  <a:pt x="6258" y="7954"/>
                  <a:pt x="6233" y="7944"/>
                  <a:pt x="6220" y="7937"/>
                </a:cubicBezTo>
                <a:cubicBezTo>
                  <a:pt x="6167" y="7905"/>
                  <a:pt x="6124" y="7873"/>
                  <a:pt x="6113" y="7820"/>
                </a:cubicBezTo>
                <a:lnTo>
                  <a:pt x="5548" y="6401"/>
                </a:lnTo>
                <a:cubicBezTo>
                  <a:pt x="5505" y="6305"/>
                  <a:pt x="5420" y="6241"/>
                  <a:pt x="5324" y="6241"/>
                </a:cubicBezTo>
                <a:lnTo>
                  <a:pt x="5281" y="6241"/>
                </a:lnTo>
                <a:cubicBezTo>
                  <a:pt x="5217" y="6252"/>
                  <a:pt x="5153" y="6252"/>
                  <a:pt x="5078" y="6252"/>
                </a:cubicBezTo>
                <a:cubicBezTo>
                  <a:pt x="4801" y="6252"/>
                  <a:pt x="4534" y="6167"/>
                  <a:pt x="4321" y="5975"/>
                </a:cubicBezTo>
                <a:cubicBezTo>
                  <a:pt x="4280" y="5934"/>
                  <a:pt x="4221" y="5915"/>
                  <a:pt x="4162" y="5915"/>
                </a:cubicBezTo>
                <a:cubicBezTo>
                  <a:pt x="4129" y="5915"/>
                  <a:pt x="4096" y="5921"/>
                  <a:pt x="4065" y="5932"/>
                </a:cubicBezTo>
                <a:cubicBezTo>
                  <a:pt x="3937" y="5985"/>
                  <a:pt x="3788" y="6017"/>
                  <a:pt x="3628" y="6017"/>
                </a:cubicBezTo>
                <a:cubicBezTo>
                  <a:pt x="3254" y="6017"/>
                  <a:pt x="2913" y="5836"/>
                  <a:pt x="2678" y="5527"/>
                </a:cubicBezTo>
                <a:cubicBezTo>
                  <a:pt x="2657" y="5473"/>
                  <a:pt x="2348" y="4951"/>
                  <a:pt x="2454" y="4268"/>
                </a:cubicBezTo>
                <a:cubicBezTo>
                  <a:pt x="2486" y="4140"/>
                  <a:pt x="2390" y="4001"/>
                  <a:pt x="2252" y="3991"/>
                </a:cubicBezTo>
                <a:cubicBezTo>
                  <a:pt x="2235" y="3986"/>
                  <a:pt x="2218" y="3984"/>
                  <a:pt x="2201" y="3984"/>
                </a:cubicBezTo>
                <a:cubicBezTo>
                  <a:pt x="2089" y="3984"/>
                  <a:pt x="1983" y="4073"/>
                  <a:pt x="1974" y="4193"/>
                </a:cubicBezTo>
                <a:cubicBezTo>
                  <a:pt x="1878" y="4780"/>
                  <a:pt x="2038" y="5281"/>
                  <a:pt x="2166" y="5548"/>
                </a:cubicBezTo>
                <a:cubicBezTo>
                  <a:pt x="2017" y="5623"/>
                  <a:pt x="1868" y="5644"/>
                  <a:pt x="1707" y="5644"/>
                </a:cubicBezTo>
                <a:cubicBezTo>
                  <a:pt x="1046" y="5644"/>
                  <a:pt x="513" y="5068"/>
                  <a:pt x="513" y="4364"/>
                </a:cubicBezTo>
                <a:cubicBezTo>
                  <a:pt x="513" y="4183"/>
                  <a:pt x="545" y="4001"/>
                  <a:pt x="619" y="3831"/>
                </a:cubicBezTo>
                <a:cubicBezTo>
                  <a:pt x="641" y="3767"/>
                  <a:pt x="641" y="3703"/>
                  <a:pt x="619" y="3628"/>
                </a:cubicBezTo>
                <a:cubicBezTo>
                  <a:pt x="545" y="3468"/>
                  <a:pt x="513" y="3286"/>
                  <a:pt x="513" y="3094"/>
                </a:cubicBezTo>
                <a:cubicBezTo>
                  <a:pt x="513" y="2796"/>
                  <a:pt x="619" y="2497"/>
                  <a:pt x="801" y="2273"/>
                </a:cubicBezTo>
                <a:cubicBezTo>
                  <a:pt x="993" y="2038"/>
                  <a:pt x="1238" y="1900"/>
                  <a:pt x="1505" y="1846"/>
                </a:cubicBezTo>
                <a:cubicBezTo>
                  <a:pt x="1601" y="1825"/>
                  <a:pt x="1665" y="1761"/>
                  <a:pt x="1697" y="1665"/>
                </a:cubicBezTo>
                <a:cubicBezTo>
                  <a:pt x="1868" y="1153"/>
                  <a:pt x="2326" y="822"/>
                  <a:pt x="2828" y="822"/>
                </a:cubicBezTo>
                <a:cubicBezTo>
                  <a:pt x="2913" y="822"/>
                  <a:pt x="2988" y="833"/>
                  <a:pt x="3073" y="844"/>
                </a:cubicBezTo>
                <a:cubicBezTo>
                  <a:pt x="3090" y="846"/>
                  <a:pt x="3107" y="847"/>
                  <a:pt x="3124" y="847"/>
                </a:cubicBezTo>
                <a:cubicBezTo>
                  <a:pt x="3184" y="847"/>
                  <a:pt x="3245" y="832"/>
                  <a:pt x="3286" y="790"/>
                </a:cubicBezTo>
                <a:cubicBezTo>
                  <a:pt x="3500" y="588"/>
                  <a:pt x="3777" y="481"/>
                  <a:pt x="4054" y="481"/>
                </a:cubicBezTo>
                <a:close/>
                <a:moveTo>
                  <a:pt x="4065" y="1"/>
                </a:moveTo>
                <a:cubicBezTo>
                  <a:pt x="3692" y="1"/>
                  <a:pt x="3350" y="118"/>
                  <a:pt x="3052" y="364"/>
                </a:cubicBezTo>
                <a:cubicBezTo>
                  <a:pt x="2988" y="353"/>
                  <a:pt x="2913" y="353"/>
                  <a:pt x="2828" y="353"/>
                </a:cubicBezTo>
                <a:cubicBezTo>
                  <a:pt x="2145" y="353"/>
                  <a:pt x="1537" y="780"/>
                  <a:pt x="1270" y="1420"/>
                </a:cubicBezTo>
                <a:cubicBezTo>
                  <a:pt x="939" y="1505"/>
                  <a:pt x="630" y="1708"/>
                  <a:pt x="406" y="1985"/>
                </a:cubicBezTo>
                <a:cubicBezTo>
                  <a:pt x="150" y="2305"/>
                  <a:pt x="1" y="2710"/>
                  <a:pt x="1" y="3137"/>
                </a:cubicBezTo>
                <a:cubicBezTo>
                  <a:pt x="1" y="3350"/>
                  <a:pt x="43" y="3564"/>
                  <a:pt x="107" y="3767"/>
                </a:cubicBezTo>
                <a:cubicBezTo>
                  <a:pt x="43" y="3959"/>
                  <a:pt x="1" y="4172"/>
                  <a:pt x="1" y="4385"/>
                </a:cubicBezTo>
                <a:cubicBezTo>
                  <a:pt x="1" y="5367"/>
                  <a:pt x="758" y="6167"/>
                  <a:pt x="1697" y="6167"/>
                </a:cubicBezTo>
                <a:cubicBezTo>
                  <a:pt x="1953" y="6167"/>
                  <a:pt x="2188" y="6113"/>
                  <a:pt x="2412" y="5985"/>
                </a:cubicBezTo>
                <a:cubicBezTo>
                  <a:pt x="2732" y="6327"/>
                  <a:pt x="3180" y="6519"/>
                  <a:pt x="3628" y="6519"/>
                </a:cubicBezTo>
                <a:cubicBezTo>
                  <a:pt x="3788" y="6519"/>
                  <a:pt x="3948" y="6497"/>
                  <a:pt x="4108" y="6455"/>
                </a:cubicBezTo>
                <a:cubicBezTo>
                  <a:pt x="4385" y="6657"/>
                  <a:pt x="4726" y="6775"/>
                  <a:pt x="5068" y="6775"/>
                </a:cubicBezTo>
                <a:lnTo>
                  <a:pt x="5153" y="6775"/>
                </a:lnTo>
                <a:lnTo>
                  <a:pt x="5644" y="8012"/>
                </a:lnTo>
                <a:cubicBezTo>
                  <a:pt x="5708" y="8194"/>
                  <a:pt x="5846" y="8332"/>
                  <a:pt x="6028" y="8407"/>
                </a:cubicBezTo>
                <a:cubicBezTo>
                  <a:pt x="6113" y="8439"/>
                  <a:pt x="6199" y="8460"/>
                  <a:pt x="6284" y="8460"/>
                </a:cubicBezTo>
                <a:cubicBezTo>
                  <a:pt x="6380" y="8460"/>
                  <a:pt x="6465" y="8439"/>
                  <a:pt x="6551" y="8407"/>
                </a:cubicBezTo>
                <a:lnTo>
                  <a:pt x="7244" y="8097"/>
                </a:lnTo>
                <a:cubicBezTo>
                  <a:pt x="7585" y="7948"/>
                  <a:pt x="7745" y="7532"/>
                  <a:pt x="7617" y="7180"/>
                </a:cubicBezTo>
                <a:lnTo>
                  <a:pt x="7255" y="6273"/>
                </a:lnTo>
                <a:cubicBezTo>
                  <a:pt x="7500" y="6156"/>
                  <a:pt x="7724" y="5964"/>
                  <a:pt x="7884" y="5740"/>
                </a:cubicBezTo>
                <a:cubicBezTo>
                  <a:pt x="8108" y="5431"/>
                  <a:pt x="8225" y="5057"/>
                  <a:pt x="8225" y="4673"/>
                </a:cubicBezTo>
                <a:cubicBezTo>
                  <a:pt x="8225" y="4417"/>
                  <a:pt x="8172" y="4172"/>
                  <a:pt x="8087" y="3948"/>
                </a:cubicBezTo>
                <a:cubicBezTo>
                  <a:pt x="8300" y="3617"/>
                  <a:pt x="8417" y="3244"/>
                  <a:pt x="8417" y="2860"/>
                </a:cubicBezTo>
                <a:cubicBezTo>
                  <a:pt x="8417" y="2433"/>
                  <a:pt x="8268" y="2017"/>
                  <a:pt x="8001" y="1697"/>
                </a:cubicBezTo>
                <a:cubicBezTo>
                  <a:pt x="7767" y="1420"/>
                  <a:pt x="7457" y="1217"/>
                  <a:pt x="7105" y="1132"/>
                </a:cubicBezTo>
                <a:cubicBezTo>
                  <a:pt x="6817" y="556"/>
                  <a:pt x="6241" y="172"/>
                  <a:pt x="5601" y="172"/>
                </a:cubicBezTo>
                <a:cubicBezTo>
                  <a:pt x="5388" y="172"/>
                  <a:pt x="5174" y="214"/>
                  <a:pt x="4993" y="300"/>
                </a:cubicBezTo>
                <a:cubicBezTo>
                  <a:pt x="4705" y="108"/>
                  <a:pt x="4406" y="1"/>
                  <a:pt x="40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1"/>
          <p:cNvSpPr/>
          <p:nvPr/>
        </p:nvSpPr>
        <p:spPr>
          <a:xfrm>
            <a:off x="7109274" y="1352550"/>
            <a:ext cx="323993" cy="403617"/>
          </a:xfrm>
          <a:custGeom>
            <a:rect b="b" l="l" r="r" t="t"/>
            <a:pathLst>
              <a:path extrusionOk="0" h="8428" w="6765">
                <a:moveTo>
                  <a:pt x="5708" y="4352"/>
                </a:moveTo>
                <a:cubicBezTo>
                  <a:pt x="6028" y="4352"/>
                  <a:pt x="6284" y="4598"/>
                  <a:pt x="6284" y="4918"/>
                </a:cubicBezTo>
                <a:cubicBezTo>
                  <a:pt x="6284" y="5238"/>
                  <a:pt x="6017" y="5494"/>
                  <a:pt x="5708" y="5494"/>
                </a:cubicBezTo>
                <a:cubicBezTo>
                  <a:pt x="5388" y="5494"/>
                  <a:pt x="5143" y="5238"/>
                  <a:pt x="5143" y="4918"/>
                </a:cubicBezTo>
                <a:cubicBezTo>
                  <a:pt x="5143" y="4598"/>
                  <a:pt x="5388" y="4352"/>
                  <a:pt x="5708" y="4352"/>
                </a:cubicBezTo>
                <a:close/>
                <a:moveTo>
                  <a:pt x="1974" y="5579"/>
                </a:moveTo>
                <a:cubicBezTo>
                  <a:pt x="2060" y="5590"/>
                  <a:pt x="2166" y="5600"/>
                  <a:pt x="2284" y="5600"/>
                </a:cubicBezTo>
                <a:cubicBezTo>
                  <a:pt x="2380" y="5600"/>
                  <a:pt x="2486" y="5600"/>
                  <a:pt x="2582" y="5590"/>
                </a:cubicBezTo>
                <a:lnTo>
                  <a:pt x="2582" y="5590"/>
                </a:lnTo>
                <a:lnTo>
                  <a:pt x="2444" y="5846"/>
                </a:lnTo>
                <a:lnTo>
                  <a:pt x="2433" y="5867"/>
                </a:lnTo>
                <a:cubicBezTo>
                  <a:pt x="2390" y="5952"/>
                  <a:pt x="2316" y="5963"/>
                  <a:pt x="2284" y="5963"/>
                </a:cubicBezTo>
                <a:cubicBezTo>
                  <a:pt x="2262" y="5963"/>
                  <a:pt x="2177" y="5952"/>
                  <a:pt x="2134" y="5867"/>
                </a:cubicBezTo>
                <a:lnTo>
                  <a:pt x="1974" y="5579"/>
                </a:lnTo>
                <a:close/>
                <a:moveTo>
                  <a:pt x="3125" y="0"/>
                </a:moveTo>
                <a:cubicBezTo>
                  <a:pt x="2989" y="0"/>
                  <a:pt x="2870" y="115"/>
                  <a:pt x="2870" y="256"/>
                </a:cubicBezTo>
                <a:lnTo>
                  <a:pt x="2870" y="1003"/>
                </a:lnTo>
                <a:cubicBezTo>
                  <a:pt x="2870" y="1035"/>
                  <a:pt x="2881" y="1088"/>
                  <a:pt x="2924" y="1120"/>
                </a:cubicBezTo>
                <a:cubicBezTo>
                  <a:pt x="2986" y="1173"/>
                  <a:pt x="3052" y="1195"/>
                  <a:pt x="3112" y="1195"/>
                </a:cubicBezTo>
                <a:cubicBezTo>
                  <a:pt x="3249" y="1195"/>
                  <a:pt x="3361" y="1082"/>
                  <a:pt x="3361" y="949"/>
                </a:cubicBezTo>
                <a:lnTo>
                  <a:pt x="3361" y="843"/>
                </a:lnTo>
                <a:lnTo>
                  <a:pt x="4044" y="843"/>
                </a:lnTo>
                <a:lnTo>
                  <a:pt x="4044" y="3670"/>
                </a:lnTo>
                <a:cubicBezTo>
                  <a:pt x="4044" y="4022"/>
                  <a:pt x="3873" y="4384"/>
                  <a:pt x="3542" y="4651"/>
                </a:cubicBezTo>
                <a:cubicBezTo>
                  <a:pt x="3382" y="4790"/>
                  <a:pt x="3180" y="4896"/>
                  <a:pt x="2977" y="4971"/>
                </a:cubicBezTo>
                <a:cubicBezTo>
                  <a:pt x="2966" y="4971"/>
                  <a:pt x="2966" y="4971"/>
                  <a:pt x="2956" y="4982"/>
                </a:cubicBezTo>
                <a:cubicBezTo>
                  <a:pt x="2742" y="5056"/>
                  <a:pt x="2508" y="5088"/>
                  <a:pt x="2273" y="5088"/>
                </a:cubicBezTo>
                <a:cubicBezTo>
                  <a:pt x="2017" y="5088"/>
                  <a:pt x="1761" y="5056"/>
                  <a:pt x="1537" y="4960"/>
                </a:cubicBezTo>
                <a:lnTo>
                  <a:pt x="1526" y="4960"/>
                </a:lnTo>
                <a:cubicBezTo>
                  <a:pt x="1334" y="4896"/>
                  <a:pt x="1164" y="4790"/>
                  <a:pt x="1004" y="4662"/>
                </a:cubicBezTo>
                <a:cubicBezTo>
                  <a:pt x="684" y="4395"/>
                  <a:pt x="502" y="4054"/>
                  <a:pt x="502" y="3680"/>
                </a:cubicBezTo>
                <a:lnTo>
                  <a:pt x="502" y="853"/>
                </a:lnTo>
                <a:lnTo>
                  <a:pt x="1196" y="853"/>
                </a:lnTo>
                <a:lnTo>
                  <a:pt x="1196" y="1013"/>
                </a:lnTo>
                <a:cubicBezTo>
                  <a:pt x="1196" y="1056"/>
                  <a:pt x="1206" y="1109"/>
                  <a:pt x="1249" y="1131"/>
                </a:cubicBezTo>
                <a:cubicBezTo>
                  <a:pt x="1309" y="1185"/>
                  <a:pt x="1375" y="1208"/>
                  <a:pt x="1437" y="1208"/>
                </a:cubicBezTo>
                <a:cubicBezTo>
                  <a:pt x="1571" y="1208"/>
                  <a:pt x="1686" y="1099"/>
                  <a:pt x="1686" y="960"/>
                </a:cubicBezTo>
                <a:lnTo>
                  <a:pt x="1686" y="213"/>
                </a:lnTo>
                <a:cubicBezTo>
                  <a:pt x="1686" y="171"/>
                  <a:pt x="1676" y="117"/>
                  <a:pt x="1633" y="96"/>
                </a:cubicBezTo>
                <a:cubicBezTo>
                  <a:pt x="1569" y="39"/>
                  <a:pt x="1502" y="14"/>
                  <a:pt x="1440" y="14"/>
                </a:cubicBezTo>
                <a:cubicBezTo>
                  <a:pt x="1305" y="14"/>
                  <a:pt x="1196" y="128"/>
                  <a:pt x="1196" y="267"/>
                </a:cubicBezTo>
                <a:lnTo>
                  <a:pt x="1196" y="373"/>
                </a:lnTo>
                <a:lnTo>
                  <a:pt x="481" y="373"/>
                </a:lnTo>
                <a:cubicBezTo>
                  <a:pt x="214" y="373"/>
                  <a:pt x="1" y="576"/>
                  <a:pt x="1" y="811"/>
                </a:cubicBezTo>
                <a:lnTo>
                  <a:pt x="1" y="3691"/>
                </a:lnTo>
                <a:cubicBezTo>
                  <a:pt x="1" y="4438"/>
                  <a:pt x="513" y="5099"/>
                  <a:pt x="1260" y="5398"/>
                </a:cubicBezTo>
                <a:lnTo>
                  <a:pt x="1654" y="6112"/>
                </a:lnTo>
                <a:cubicBezTo>
                  <a:pt x="1740" y="6251"/>
                  <a:pt x="1868" y="6358"/>
                  <a:pt x="2017" y="6401"/>
                </a:cubicBezTo>
                <a:cubicBezTo>
                  <a:pt x="2060" y="6870"/>
                  <a:pt x="2262" y="7318"/>
                  <a:pt x="2561" y="7702"/>
                </a:cubicBezTo>
                <a:cubicBezTo>
                  <a:pt x="2956" y="8171"/>
                  <a:pt x="3446" y="8427"/>
                  <a:pt x="3969" y="8427"/>
                </a:cubicBezTo>
                <a:cubicBezTo>
                  <a:pt x="5047" y="8427"/>
                  <a:pt x="5921" y="7531"/>
                  <a:pt x="5921" y="6443"/>
                </a:cubicBezTo>
                <a:lnTo>
                  <a:pt x="5921" y="5942"/>
                </a:lnTo>
                <a:cubicBezTo>
                  <a:pt x="6423" y="5846"/>
                  <a:pt x="6764" y="5430"/>
                  <a:pt x="6764" y="4918"/>
                </a:cubicBezTo>
                <a:cubicBezTo>
                  <a:pt x="6764" y="4331"/>
                  <a:pt x="6284" y="3851"/>
                  <a:pt x="5697" y="3851"/>
                </a:cubicBezTo>
                <a:cubicBezTo>
                  <a:pt x="5111" y="3851"/>
                  <a:pt x="4631" y="4331"/>
                  <a:pt x="4631" y="4918"/>
                </a:cubicBezTo>
                <a:cubicBezTo>
                  <a:pt x="4631" y="5430"/>
                  <a:pt x="4983" y="5856"/>
                  <a:pt x="5463" y="5963"/>
                </a:cubicBezTo>
                <a:lnTo>
                  <a:pt x="5463" y="6454"/>
                </a:lnTo>
                <a:cubicBezTo>
                  <a:pt x="5463" y="7286"/>
                  <a:pt x="4801" y="7947"/>
                  <a:pt x="4001" y="7947"/>
                </a:cubicBezTo>
                <a:cubicBezTo>
                  <a:pt x="3649" y="7947"/>
                  <a:pt x="3286" y="7745"/>
                  <a:pt x="2988" y="7403"/>
                </a:cubicBezTo>
                <a:cubicBezTo>
                  <a:pt x="2753" y="7105"/>
                  <a:pt x="2604" y="6753"/>
                  <a:pt x="2550" y="6390"/>
                </a:cubicBezTo>
                <a:cubicBezTo>
                  <a:pt x="2668" y="6337"/>
                  <a:pt x="2774" y="6240"/>
                  <a:pt x="2860" y="6102"/>
                </a:cubicBezTo>
                <a:lnTo>
                  <a:pt x="2870" y="6070"/>
                </a:lnTo>
                <a:lnTo>
                  <a:pt x="3233" y="5408"/>
                </a:lnTo>
                <a:cubicBezTo>
                  <a:pt x="4001" y="5110"/>
                  <a:pt x="4535" y="4448"/>
                  <a:pt x="4535" y="3680"/>
                </a:cubicBezTo>
                <a:lnTo>
                  <a:pt x="4535" y="800"/>
                </a:lnTo>
                <a:cubicBezTo>
                  <a:pt x="4535" y="555"/>
                  <a:pt x="4321" y="363"/>
                  <a:pt x="4055" y="363"/>
                </a:cubicBezTo>
                <a:lnTo>
                  <a:pt x="3361" y="363"/>
                </a:lnTo>
                <a:lnTo>
                  <a:pt x="3361" y="203"/>
                </a:lnTo>
                <a:cubicBezTo>
                  <a:pt x="3361" y="160"/>
                  <a:pt x="3350" y="107"/>
                  <a:pt x="3308" y="75"/>
                </a:cubicBezTo>
                <a:cubicBezTo>
                  <a:pt x="3249" y="23"/>
                  <a:pt x="3185" y="0"/>
                  <a:pt x="31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1"/>
          <p:cNvSpPr/>
          <p:nvPr/>
        </p:nvSpPr>
        <p:spPr>
          <a:xfrm>
            <a:off x="1732851" y="2927323"/>
            <a:ext cx="279753" cy="406177"/>
          </a:xfrm>
          <a:custGeom>
            <a:rect b="b" l="l" r="r" t="t"/>
            <a:pathLst>
              <a:path extrusionOk="0" h="8396" w="5783">
                <a:moveTo>
                  <a:pt x="2849" y="501"/>
                </a:moveTo>
                <a:cubicBezTo>
                  <a:pt x="3009" y="501"/>
                  <a:pt x="3126" y="619"/>
                  <a:pt x="3126" y="757"/>
                </a:cubicBezTo>
                <a:lnTo>
                  <a:pt x="3126" y="3254"/>
                </a:lnTo>
                <a:cubicBezTo>
                  <a:pt x="3126" y="3382"/>
                  <a:pt x="3233" y="3488"/>
                  <a:pt x="3371" y="3488"/>
                </a:cubicBezTo>
                <a:cubicBezTo>
                  <a:pt x="3499" y="3488"/>
                  <a:pt x="3606" y="3382"/>
                  <a:pt x="3606" y="3254"/>
                </a:cubicBezTo>
                <a:lnTo>
                  <a:pt x="3606" y="1248"/>
                </a:lnTo>
                <a:cubicBezTo>
                  <a:pt x="3606" y="1099"/>
                  <a:pt x="3734" y="992"/>
                  <a:pt x="3894" y="992"/>
                </a:cubicBezTo>
                <a:cubicBezTo>
                  <a:pt x="4054" y="992"/>
                  <a:pt x="4171" y="1120"/>
                  <a:pt x="4171" y="1248"/>
                </a:cubicBezTo>
                <a:lnTo>
                  <a:pt x="4171" y="4395"/>
                </a:lnTo>
                <a:cubicBezTo>
                  <a:pt x="4171" y="4534"/>
                  <a:pt x="4278" y="4640"/>
                  <a:pt x="4406" y="4640"/>
                </a:cubicBezTo>
                <a:lnTo>
                  <a:pt x="4428" y="4640"/>
                </a:lnTo>
                <a:cubicBezTo>
                  <a:pt x="4556" y="4640"/>
                  <a:pt x="4662" y="4534"/>
                  <a:pt x="4662" y="4395"/>
                </a:cubicBezTo>
                <a:lnTo>
                  <a:pt x="4662" y="2944"/>
                </a:lnTo>
                <a:cubicBezTo>
                  <a:pt x="4662" y="2795"/>
                  <a:pt x="4780" y="2688"/>
                  <a:pt x="4940" y="2688"/>
                </a:cubicBezTo>
                <a:cubicBezTo>
                  <a:pt x="5100" y="2688"/>
                  <a:pt x="5228" y="2806"/>
                  <a:pt x="5228" y="2944"/>
                </a:cubicBezTo>
                <a:cubicBezTo>
                  <a:pt x="5281" y="3392"/>
                  <a:pt x="5281" y="4288"/>
                  <a:pt x="5281" y="4331"/>
                </a:cubicBezTo>
                <a:lnTo>
                  <a:pt x="5281" y="5451"/>
                </a:lnTo>
                <a:cubicBezTo>
                  <a:pt x="5281" y="6102"/>
                  <a:pt x="5025" y="6731"/>
                  <a:pt x="4577" y="7201"/>
                </a:cubicBezTo>
                <a:cubicBezTo>
                  <a:pt x="4118" y="7659"/>
                  <a:pt x="3521" y="7915"/>
                  <a:pt x="2881" y="7915"/>
                </a:cubicBezTo>
                <a:cubicBezTo>
                  <a:pt x="2241" y="7915"/>
                  <a:pt x="1643" y="7659"/>
                  <a:pt x="1185" y="7201"/>
                </a:cubicBezTo>
                <a:cubicBezTo>
                  <a:pt x="737" y="6731"/>
                  <a:pt x="481" y="6102"/>
                  <a:pt x="481" y="5451"/>
                </a:cubicBezTo>
                <a:lnTo>
                  <a:pt x="470" y="2091"/>
                </a:lnTo>
                <a:cubicBezTo>
                  <a:pt x="470" y="1942"/>
                  <a:pt x="598" y="1824"/>
                  <a:pt x="747" y="1824"/>
                </a:cubicBezTo>
                <a:cubicBezTo>
                  <a:pt x="907" y="1824"/>
                  <a:pt x="1025" y="1942"/>
                  <a:pt x="1025" y="2091"/>
                </a:cubicBezTo>
                <a:lnTo>
                  <a:pt x="1025" y="3744"/>
                </a:lnTo>
                <a:cubicBezTo>
                  <a:pt x="1025" y="3851"/>
                  <a:pt x="1089" y="3958"/>
                  <a:pt x="1195" y="3979"/>
                </a:cubicBezTo>
                <a:cubicBezTo>
                  <a:pt x="1222" y="3987"/>
                  <a:pt x="1249" y="3991"/>
                  <a:pt x="1275" y="3991"/>
                </a:cubicBezTo>
                <a:cubicBezTo>
                  <a:pt x="1415" y="3991"/>
                  <a:pt x="1537" y="3879"/>
                  <a:pt x="1537" y="3744"/>
                </a:cubicBezTo>
                <a:lnTo>
                  <a:pt x="1537" y="1088"/>
                </a:lnTo>
                <a:cubicBezTo>
                  <a:pt x="1537" y="939"/>
                  <a:pt x="1654" y="832"/>
                  <a:pt x="1814" y="832"/>
                </a:cubicBezTo>
                <a:cubicBezTo>
                  <a:pt x="1974" y="832"/>
                  <a:pt x="2091" y="960"/>
                  <a:pt x="2091" y="1088"/>
                </a:cubicBezTo>
                <a:lnTo>
                  <a:pt x="2091" y="3254"/>
                </a:lnTo>
                <a:cubicBezTo>
                  <a:pt x="2091" y="3382"/>
                  <a:pt x="2198" y="3488"/>
                  <a:pt x="2326" y="3488"/>
                </a:cubicBezTo>
                <a:cubicBezTo>
                  <a:pt x="2465" y="3488"/>
                  <a:pt x="2571" y="3382"/>
                  <a:pt x="2571" y="3254"/>
                </a:cubicBezTo>
                <a:lnTo>
                  <a:pt x="2571" y="757"/>
                </a:lnTo>
                <a:cubicBezTo>
                  <a:pt x="2571" y="608"/>
                  <a:pt x="2689" y="501"/>
                  <a:pt x="2849" y="501"/>
                </a:cubicBezTo>
                <a:close/>
                <a:moveTo>
                  <a:pt x="2881" y="0"/>
                </a:moveTo>
                <a:cubicBezTo>
                  <a:pt x="2571" y="0"/>
                  <a:pt x="2305" y="171"/>
                  <a:pt x="2187" y="427"/>
                </a:cubicBezTo>
                <a:cubicBezTo>
                  <a:pt x="2081" y="373"/>
                  <a:pt x="1963" y="331"/>
                  <a:pt x="1825" y="331"/>
                </a:cubicBezTo>
                <a:cubicBezTo>
                  <a:pt x="1398" y="331"/>
                  <a:pt x="1057" y="661"/>
                  <a:pt x="1057" y="1077"/>
                </a:cubicBezTo>
                <a:lnTo>
                  <a:pt x="1057" y="1365"/>
                </a:lnTo>
                <a:cubicBezTo>
                  <a:pt x="961" y="1344"/>
                  <a:pt x="865" y="1312"/>
                  <a:pt x="769" y="1312"/>
                </a:cubicBezTo>
                <a:cubicBezTo>
                  <a:pt x="342" y="1312"/>
                  <a:pt x="0" y="1653"/>
                  <a:pt x="0" y="2059"/>
                </a:cubicBezTo>
                <a:lnTo>
                  <a:pt x="0" y="5440"/>
                </a:lnTo>
                <a:cubicBezTo>
                  <a:pt x="0" y="6219"/>
                  <a:pt x="310" y="6966"/>
                  <a:pt x="854" y="7531"/>
                </a:cubicBezTo>
                <a:cubicBezTo>
                  <a:pt x="1398" y="8086"/>
                  <a:pt x="2134" y="8395"/>
                  <a:pt x="2891" y="8395"/>
                </a:cubicBezTo>
                <a:cubicBezTo>
                  <a:pt x="3649" y="8395"/>
                  <a:pt x="4385" y="8086"/>
                  <a:pt x="4929" y="7531"/>
                </a:cubicBezTo>
                <a:cubicBezTo>
                  <a:pt x="5484" y="6966"/>
                  <a:pt x="5782" y="6219"/>
                  <a:pt x="5782" y="5440"/>
                </a:cubicBezTo>
                <a:lnTo>
                  <a:pt x="5782" y="4320"/>
                </a:lnTo>
                <a:lnTo>
                  <a:pt x="5772" y="4320"/>
                </a:lnTo>
                <a:cubicBezTo>
                  <a:pt x="5761" y="4288"/>
                  <a:pt x="5761" y="4064"/>
                  <a:pt x="5761" y="2934"/>
                </a:cubicBezTo>
                <a:cubicBezTo>
                  <a:pt x="5761" y="2518"/>
                  <a:pt x="5409" y="2187"/>
                  <a:pt x="4982" y="2187"/>
                </a:cubicBezTo>
                <a:cubicBezTo>
                  <a:pt x="4876" y="2187"/>
                  <a:pt x="4790" y="2198"/>
                  <a:pt x="4705" y="2240"/>
                </a:cubicBezTo>
                <a:lnTo>
                  <a:pt x="4705" y="1248"/>
                </a:lnTo>
                <a:cubicBezTo>
                  <a:pt x="4705" y="832"/>
                  <a:pt x="4364" y="501"/>
                  <a:pt x="3937" y="501"/>
                </a:cubicBezTo>
                <a:cubicBezTo>
                  <a:pt x="3830" y="501"/>
                  <a:pt x="3723" y="533"/>
                  <a:pt x="3627" y="565"/>
                </a:cubicBezTo>
                <a:cubicBezTo>
                  <a:pt x="3542" y="245"/>
                  <a:pt x="3243" y="0"/>
                  <a:pt x="28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1"/>
          <p:cNvSpPr/>
          <p:nvPr/>
        </p:nvSpPr>
        <p:spPr>
          <a:xfrm>
            <a:off x="4410000" y="2917613"/>
            <a:ext cx="324011" cy="425589"/>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1"/>
          <p:cNvSpPr/>
          <p:nvPr/>
        </p:nvSpPr>
        <p:spPr>
          <a:xfrm>
            <a:off x="4547726" y="3049215"/>
            <a:ext cx="137731" cy="216772"/>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 name="Google Shape;1124;p51"/>
          <p:cNvGrpSpPr/>
          <p:nvPr/>
        </p:nvGrpSpPr>
        <p:grpSpPr>
          <a:xfrm>
            <a:off x="7069225" y="2998523"/>
            <a:ext cx="404100" cy="258997"/>
            <a:chOff x="7069225" y="2998523"/>
            <a:chExt cx="404100" cy="258997"/>
          </a:xfrm>
        </p:grpSpPr>
        <p:sp>
          <p:nvSpPr>
            <p:cNvPr id="1125" name="Google Shape;1125;p51"/>
            <p:cNvSpPr/>
            <p:nvPr/>
          </p:nvSpPr>
          <p:spPr>
            <a:xfrm>
              <a:off x="7403462" y="3138208"/>
              <a:ext cx="69862" cy="95679"/>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1"/>
            <p:cNvSpPr/>
            <p:nvPr/>
          </p:nvSpPr>
          <p:spPr>
            <a:xfrm>
              <a:off x="7069225" y="2998523"/>
              <a:ext cx="403039" cy="258997"/>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1"/>
            <p:cNvSpPr/>
            <p:nvPr/>
          </p:nvSpPr>
          <p:spPr>
            <a:xfrm>
              <a:off x="7212158" y="3090930"/>
              <a:ext cx="24732" cy="24764"/>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1"/>
            <p:cNvSpPr/>
            <p:nvPr/>
          </p:nvSpPr>
          <p:spPr>
            <a:xfrm>
              <a:off x="7212158" y="3138208"/>
              <a:ext cx="24732" cy="23672"/>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1"/>
            <p:cNvSpPr/>
            <p:nvPr/>
          </p:nvSpPr>
          <p:spPr>
            <a:xfrm>
              <a:off x="7212158" y="3185520"/>
              <a:ext cx="24732" cy="23672"/>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3" name="Shape 1133"/>
        <p:cNvGrpSpPr/>
        <p:nvPr/>
      </p:nvGrpSpPr>
      <p:grpSpPr>
        <a:xfrm>
          <a:off x="0" y="0"/>
          <a:ext cx="0" cy="0"/>
          <a:chOff x="0" y="0"/>
          <a:chExt cx="0" cy="0"/>
        </a:xfrm>
      </p:grpSpPr>
      <p:sp>
        <p:nvSpPr>
          <p:cNvPr id="1134" name="Google Shape;1134;p52"/>
          <p:cNvSpPr txBox="1"/>
          <p:nvPr>
            <p:ph type="title"/>
          </p:nvPr>
        </p:nvSpPr>
        <p:spPr>
          <a:xfrm>
            <a:off x="732300" y="445025"/>
            <a:ext cx="7679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Prevention</a:t>
            </a:r>
            <a:endParaRPr/>
          </a:p>
        </p:txBody>
      </p:sp>
      <p:sp>
        <p:nvSpPr>
          <p:cNvPr id="1135" name="Google Shape;1135;p52"/>
          <p:cNvSpPr txBox="1"/>
          <p:nvPr>
            <p:ph idx="4294967295" type="title"/>
          </p:nvPr>
        </p:nvSpPr>
        <p:spPr>
          <a:xfrm>
            <a:off x="2652158" y="2945750"/>
            <a:ext cx="19197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t>Advice 02</a:t>
            </a:r>
            <a:endParaRPr sz="2000"/>
          </a:p>
        </p:txBody>
      </p:sp>
      <p:sp>
        <p:nvSpPr>
          <p:cNvPr id="1136" name="Google Shape;1136;p52"/>
          <p:cNvSpPr txBox="1"/>
          <p:nvPr>
            <p:ph idx="4294967295" type="subTitle"/>
          </p:nvPr>
        </p:nvSpPr>
        <p:spPr>
          <a:xfrm>
            <a:off x="2652151" y="3374050"/>
            <a:ext cx="19197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sz="1400"/>
              <a:t>Mercury is the smallest planet</a:t>
            </a:r>
            <a:endParaRPr sz="1400">
              <a:solidFill>
                <a:schemeClr val="dk1"/>
              </a:solidFill>
            </a:endParaRPr>
          </a:p>
        </p:txBody>
      </p:sp>
      <p:sp>
        <p:nvSpPr>
          <p:cNvPr id="1137" name="Google Shape;1137;p52"/>
          <p:cNvSpPr txBox="1"/>
          <p:nvPr>
            <p:ph idx="4294967295" type="title"/>
          </p:nvPr>
        </p:nvSpPr>
        <p:spPr>
          <a:xfrm>
            <a:off x="732300" y="2945750"/>
            <a:ext cx="19197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t>Advice 01</a:t>
            </a:r>
            <a:endParaRPr sz="2000"/>
          </a:p>
        </p:txBody>
      </p:sp>
      <p:sp>
        <p:nvSpPr>
          <p:cNvPr id="1138" name="Google Shape;1138;p52"/>
          <p:cNvSpPr txBox="1"/>
          <p:nvPr>
            <p:ph idx="4294967295" type="subTitle"/>
          </p:nvPr>
        </p:nvSpPr>
        <p:spPr>
          <a:xfrm>
            <a:off x="732300" y="3374050"/>
            <a:ext cx="19197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sz="1400">
                <a:solidFill>
                  <a:schemeClr val="dk1"/>
                </a:solidFill>
              </a:rPr>
              <a:t>Jupiter is the biggest planet of them all</a:t>
            </a:r>
            <a:endParaRPr sz="1400">
              <a:solidFill>
                <a:schemeClr val="dk1"/>
              </a:solidFill>
            </a:endParaRPr>
          </a:p>
        </p:txBody>
      </p:sp>
      <p:sp>
        <p:nvSpPr>
          <p:cNvPr id="1139" name="Google Shape;1139;p52"/>
          <p:cNvSpPr txBox="1"/>
          <p:nvPr>
            <p:ph idx="4294967295" type="title"/>
          </p:nvPr>
        </p:nvSpPr>
        <p:spPr>
          <a:xfrm>
            <a:off x="6491852" y="2945750"/>
            <a:ext cx="19197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t>Advice 04</a:t>
            </a:r>
            <a:endParaRPr sz="2000"/>
          </a:p>
        </p:txBody>
      </p:sp>
      <p:sp>
        <p:nvSpPr>
          <p:cNvPr id="1140" name="Google Shape;1140;p52"/>
          <p:cNvSpPr txBox="1"/>
          <p:nvPr>
            <p:ph idx="4294967295" type="subTitle"/>
          </p:nvPr>
        </p:nvSpPr>
        <p:spPr>
          <a:xfrm>
            <a:off x="6491852" y="3374050"/>
            <a:ext cx="19197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sz="1400"/>
              <a:t>Saturn is a gas giant with rings</a:t>
            </a:r>
            <a:endParaRPr sz="1400">
              <a:solidFill>
                <a:schemeClr val="dk1"/>
              </a:solidFill>
            </a:endParaRPr>
          </a:p>
        </p:txBody>
      </p:sp>
      <p:sp>
        <p:nvSpPr>
          <p:cNvPr id="1141" name="Google Shape;1141;p52"/>
          <p:cNvSpPr txBox="1"/>
          <p:nvPr>
            <p:ph idx="4294967295" type="title"/>
          </p:nvPr>
        </p:nvSpPr>
        <p:spPr>
          <a:xfrm>
            <a:off x="4571995" y="2945750"/>
            <a:ext cx="19197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t>Advice 03</a:t>
            </a:r>
            <a:endParaRPr sz="2000"/>
          </a:p>
        </p:txBody>
      </p:sp>
      <p:sp>
        <p:nvSpPr>
          <p:cNvPr id="1142" name="Google Shape;1142;p52"/>
          <p:cNvSpPr txBox="1"/>
          <p:nvPr>
            <p:ph idx="4294967295" type="subTitle"/>
          </p:nvPr>
        </p:nvSpPr>
        <p:spPr>
          <a:xfrm>
            <a:off x="4572002" y="3374050"/>
            <a:ext cx="19197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sz="1400">
                <a:solidFill>
                  <a:schemeClr val="dk1"/>
                </a:solidFill>
              </a:rPr>
              <a:t>Mars is actually a very cold place</a:t>
            </a:r>
            <a:endParaRPr sz="1400">
              <a:solidFill>
                <a:schemeClr val="dk1"/>
              </a:solidFill>
            </a:endParaRPr>
          </a:p>
        </p:txBody>
      </p:sp>
      <p:cxnSp>
        <p:nvCxnSpPr>
          <p:cNvPr id="1143" name="Google Shape;1143;p52"/>
          <p:cNvCxnSpPr>
            <a:stCxn id="1144" idx="4"/>
            <a:endCxn id="1137" idx="0"/>
          </p:cNvCxnSpPr>
          <p:nvPr/>
        </p:nvCxnSpPr>
        <p:spPr>
          <a:xfrm>
            <a:off x="1692200" y="2489700"/>
            <a:ext cx="0" cy="456000"/>
          </a:xfrm>
          <a:prstGeom prst="straightConnector1">
            <a:avLst/>
          </a:prstGeom>
          <a:noFill/>
          <a:ln cap="flat" cmpd="sng" w="28575">
            <a:solidFill>
              <a:schemeClr val="accent1"/>
            </a:solidFill>
            <a:prstDash val="solid"/>
            <a:round/>
            <a:headEnd len="med" w="med" type="none"/>
            <a:tailEnd len="med" w="med" type="oval"/>
          </a:ln>
        </p:spPr>
      </p:cxnSp>
      <p:cxnSp>
        <p:nvCxnSpPr>
          <p:cNvPr id="1145" name="Google Shape;1145;p52"/>
          <p:cNvCxnSpPr>
            <a:stCxn id="1146" idx="4"/>
            <a:endCxn id="1135" idx="0"/>
          </p:cNvCxnSpPr>
          <p:nvPr/>
        </p:nvCxnSpPr>
        <p:spPr>
          <a:xfrm>
            <a:off x="3612050" y="2489700"/>
            <a:ext cx="0" cy="456000"/>
          </a:xfrm>
          <a:prstGeom prst="straightConnector1">
            <a:avLst/>
          </a:prstGeom>
          <a:noFill/>
          <a:ln cap="flat" cmpd="sng" w="28575">
            <a:solidFill>
              <a:schemeClr val="accent1"/>
            </a:solidFill>
            <a:prstDash val="solid"/>
            <a:round/>
            <a:headEnd len="med" w="med" type="none"/>
            <a:tailEnd len="med" w="med" type="oval"/>
          </a:ln>
        </p:spPr>
      </p:cxnSp>
      <p:cxnSp>
        <p:nvCxnSpPr>
          <p:cNvPr id="1147" name="Google Shape;1147;p52"/>
          <p:cNvCxnSpPr>
            <a:stCxn id="1148" idx="4"/>
            <a:endCxn id="1141" idx="0"/>
          </p:cNvCxnSpPr>
          <p:nvPr/>
        </p:nvCxnSpPr>
        <p:spPr>
          <a:xfrm>
            <a:off x="5531875" y="2475875"/>
            <a:ext cx="0" cy="469800"/>
          </a:xfrm>
          <a:prstGeom prst="straightConnector1">
            <a:avLst/>
          </a:prstGeom>
          <a:noFill/>
          <a:ln cap="flat" cmpd="sng" w="28575">
            <a:solidFill>
              <a:schemeClr val="accent1"/>
            </a:solidFill>
            <a:prstDash val="solid"/>
            <a:round/>
            <a:headEnd len="med" w="med" type="none"/>
            <a:tailEnd len="med" w="med" type="oval"/>
          </a:ln>
        </p:spPr>
      </p:cxnSp>
      <p:cxnSp>
        <p:nvCxnSpPr>
          <p:cNvPr id="1149" name="Google Shape;1149;p52"/>
          <p:cNvCxnSpPr>
            <a:stCxn id="1150" idx="4"/>
            <a:endCxn id="1139" idx="0"/>
          </p:cNvCxnSpPr>
          <p:nvPr/>
        </p:nvCxnSpPr>
        <p:spPr>
          <a:xfrm>
            <a:off x="7451675" y="2490825"/>
            <a:ext cx="0" cy="454800"/>
          </a:xfrm>
          <a:prstGeom prst="straightConnector1">
            <a:avLst/>
          </a:prstGeom>
          <a:noFill/>
          <a:ln cap="flat" cmpd="sng" w="28575">
            <a:solidFill>
              <a:schemeClr val="accent1"/>
            </a:solidFill>
            <a:prstDash val="solid"/>
            <a:round/>
            <a:headEnd len="med" w="med" type="none"/>
            <a:tailEnd len="med" w="med" type="oval"/>
          </a:ln>
        </p:spPr>
      </p:cxnSp>
      <p:sp>
        <p:nvSpPr>
          <p:cNvPr id="1144" name="Google Shape;1144;p52"/>
          <p:cNvSpPr/>
          <p:nvPr/>
        </p:nvSpPr>
        <p:spPr>
          <a:xfrm>
            <a:off x="1266950" y="1639200"/>
            <a:ext cx="850500" cy="850500"/>
          </a:xfrm>
          <a:prstGeom prst="ellipse">
            <a:avLst/>
          </a:prstGeom>
          <a:solidFill>
            <a:schemeClr val="lt2"/>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2"/>
          <p:cNvSpPr/>
          <p:nvPr/>
        </p:nvSpPr>
        <p:spPr>
          <a:xfrm>
            <a:off x="3186800" y="1639200"/>
            <a:ext cx="850500" cy="850500"/>
          </a:xfrm>
          <a:prstGeom prst="ellipse">
            <a:avLst/>
          </a:prstGeom>
          <a:solidFill>
            <a:schemeClr val="lt2"/>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2"/>
          <p:cNvSpPr/>
          <p:nvPr/>
        </p:nvSpPr>
        <p:spPr>
          <a:xfrm>
            <a:off x="5120425" y="1652975"/>
            <a:ext cx="822900" cy="822900"/>
          </a:xfrm>
          <a:prstGeom prst="ellipse">
            <a:avLst/>
          </a:prstGeom>
          <a:solidFill>
            <a:schemeClr val="lt2"/>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2"/>
          <p:cNvSpPr/>
          <p:nvPr/>
        </p:nvSpPr>
        <p:spPr>
          <a:xfrm>
            <a:off x="7025225" y="1637925"/>
            <a:ext cx="852900" cy="852900"/>
          </a:xfrm>
          <a:prstGeom prst="ellipse">
            <a:avLst/>
          </a:prstGeom>
          <a:solidFill>
            <a:schemeClr val="lt2"/>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2"/>
          <p:cNvSpPr/>
          <p:nvPr/>
        </p:nvSpPr>
        <p:spPr>
          <a:xfrm>
            <a:off x="7249658" y="1864620"/>
            <a:ext cx="404089" cy="399566"/>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 name="Google Shape;1152;p52"/>
          <p:cNvGrpSpPr/>
          <p:nvPr/>
        </p:nvGrpSpPr>
        <p:grpSpPr>
          <a:xfrm>
            <a:off x="5332614" y="1864625"/>
            <a:ext cx="398470" cy="399546"/>
            <a:chOff x="5332614" y="1864625"/>
            <a:chExt cx="398470" cy="399546"/>
          </a:xfrm>
        </p:grpSpPr>
        <p:sp>
          <p:nvSpPr>
            <p:cNvPr id="1153" name="Google Shape;1153;p52"/>
            <p:cNvSpPr/>
            <p:nvPr/>
          </p:nvSpPr>
          <p:spPr>
            <a:xfrm>
              <a:off x="5332614" y="1864625"/>
              <a:ext cx="398470" cy="399546"/>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2"/>
            <p:cNvSpPr/>
            <p:nvPr/>
          </p:nvSpPr>
          <p:spPr>
            <a:xfrm>
              <a:off x="5461884" y="1982256"/>
              <a:ext cx="163243" cy="163243"/>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 name="Google Shape;1155;p52"/>
          <p:cNvSpPr/>
          <p:nvPr/>
        </p:nvSpPr>
        <p:spPr>
          <a:xfrm>
            <a:off x="1512808" y="1864624"/>
            <a:ext cx="358684" cy="40380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2"/>
          <p:cNvSpPr/>
          <p:nvPr/>
        </p:nvSpPr>
        <p:spPr>
          <a:xfrm>
            <a:off x="3412776" y="1865174"/>
            <a:ext cx="398444" cy="398474"/>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7" name="Google Shape;1157;p52"/>
          <p:cNvCxnSpPr>
            <a:stCxn id="1144" idx="6"/>
            <a:endCxn id="1146" idx="2"/>
          </p:cNvCxnSpPr>
          <p:nvPr/>
        </p:nvCxnSpPr>
        <p:spPr>
          <a:xfrm>
            <a:off x="2117450" y="2064450"/>
            <a:ext cx="1069500" cy="0"/>
          </a:xfrm>
          <a:prstGeom prst="straightConnector1">
            <a:avLst/>
          </a:prstGeom>
          <a:noFill/>
          <a:ln cap="flat" cmpd="sng" w="28575">
            <a:solidFill>
              <a:schemeClr val="dk2"/>
            </a:solidFill>
            <a:prstDash val="solid"/>
            <a:round/>
            <a:headEnd len="med" w="med" type="none"/>
            <a:tailEnd len="med" w="med" type="none"/>
          </a:ln>
        </p:spPr>
      </p:cxnSp>
      <p:cxnSp>
        <p:nvCxnSpPr>
          <p:cNvPr id="1158" name="Google Shape;1158;p52"/>
          <p:cNvCxnSpPr>
            <a:stCxn id="1146" idx="6"/>
            <a:endCxn id="1148" idx="2"/>
          </p:cNvCxnSpPr>
          <p:nvPr/>
        </p:nvCxnSpPr>
        <p:spPr>
          <a:xfrm>
            <a:off x="4037300" y="2064450"/>
            <a:ext cx="1083000" cy="0"/>
          </a:xfrm>
          <a:prstGeom prst="straightConnector1">
            <a:avLst/>
          </a:prstGeom>
          <a:noFill/>
          <a:ln cap="flat" cmpd="sng" w="28575">
            <a:solidFill>
              <a:schemeClr val="dk2"/>
            </a:solidFill>
            <a:prstDash val="solid"/>
            <a:round/>
            <a:headEnd len="med" w="med" type="none"/>
            <a:tailEnd len="med" w="med" type="none"/>
          </a:ln>
        </p:spPr>
      </p:cxnSp>
      <p:cxnSp>
        <p:nvCxnSpPr>
          <p:cNvPr id="1159" name="Google Shape;1159;p52"/>
          <p:cNvCxnSpPr>
            <a:stCxn id="1148" idx="6"/>
            <a:endCxn id="1150" idx="2"/>
          </p:cNvCxnSpPr>
          <p:nvPr/>
        </p:nvCxnSpPr>
        <p:spPr>
          <a:xfrm>
            <a:off x="5943325" y="2064425"/>
            <a:ext cx="1081800" cy="0"/>
          </a:xfrm>
          <a:prstGeom prst="straightConnector1">
            <a:avLst/>
          </a:prstGeom>
          <a:noFill/>
          <a:ln cap="flat" cmpd="sng" w="28575">
            <a:solidFill>
              <a:schemeClr val="dk2"/>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3" name="Shape 1163"/>
        <p:cNvGrpSpPr/>
        <p:nvPr/>
      </p:nvGrpSpPr>
      <p:grpSpPr>
        <a:xfrm>
          <a:off x="0" y="0"/>
          <a:ext cx="0" cy="0"/>
          <a:chOff x="0" y="0"/>
          <a:chExt cx="0" cy="0"/>
        </a:xfrm>
      </p:grpSpPr>
      <p:sp>
        <p:nvSpPr>
          <p:cNvPr id="1164" name="Google Shape;1164;p53"/>
          <p:cNvSpPr txBox="1"/>
          <p:nvPr>
            <p:ph type="title"/>
          </p:nvPr>
        </p:nvSpPr>
        <p:spPr>
          <a:xfrm>
            <a:off x="4760100" y="2379938"/>
            <a:ext cx="3651600" cy="83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Diagnosis</a:t>
            </a:r>
            <a:endParaRPr/>
          </a:p>
        </p:txBody>
      </p:sp>
      <p:sp>
        <p:nvSpPr>
          <p:cNvPr id="1165" name="Google Shape;1165;p53"/>
          <p:cNvSpPr txBox="1"/>
          <p:nvPr>
            <p:ph idx="2" type="title"/>
          </p:nvPr>
        </p:nvSpPr>
        <p:spPr>
          <a:xfrm>
            <a:off x="7167950" y="1525794"/>
            <a:ext cx="1275300" cy="906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1166" name="Google Shape;1166;p53"/>
          <p:cNvSpPr txBox="1"/>
          <p:nvPr>
            <p:ph idx="1" type="subTitle"/>
          </p:nvPr>
        </p:nvSpPr>
        <p:spPr>
          <a:xfrm>
            <a:off x="6049475" y="3084988"/>
            <a:ext cx="2336400" cy="484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describe the topic of the section here</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0" name="Shape 1170"/>
        <p:cNvGrpSpPr/>
        <p:nvPr/>
      </p:nvGrpSpPr>
      <p:grpSpPr>
        <a:xfrm>
          <a:off x="0" y="0"/>
          <a:ext cx="0" cy="0"/>
          <a:chOff x="0" y="0"/>
          <a:chExt cx="0" cy="0"/>
        </a:xfrm>
      </p:grpSpPr>
      <p:sp>
        <p:nvSpPr>
          <p:cNvPr id="1171" name="Google Shape;1171;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1172" name="Google Shape;1172;p54"/>
          <p:cNvSpPr txBox="1"/>
          <p:nvPr>
            <p:ph idx="4294967295" type="title"/>
          </p:nvPr>
        </p:nvSpPr>
        <p:spPr>
          <a:xfrm>
            <a:off x="770723" y="1156525"/>
            <a:ext cx="1877700" cy="52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000"/>
              <a:t>Step 1</a:t>
            </a:r>
            <a:endParaRPr sz="2000"/>
          </a:p>
          <a:p>
            <a:pPr indent="0" lvl="0" marL="0" rtl="0" algn="r">
              <a:spcBef>
                <a:spcPts val="0"/>
              </a:spcBef>
              <a:spcAft>
                <a:spcPts val="0"/>
              </a:spcAft>
              <a:buNone/>
            </a:pPr>
            <a:r>
              <a:t/>
            </a:r>
            <a:endParaRPr sz="2000"/>
          </a:p>
        </p:txBody>
      </p:sp>
      <p:sp>
        <p:nvSpPr>
          <p:cNvPr id="1173" name="Google Shape;1173;p54"/>
          <p:cNvSpPr txBox="1"/>
          <p:nvPr>
            <p:ph idx="4294967295" type="subTitle"/>
          </p:nvPr>
        </p:nvSpPr>
        <p:spPr>
          <a:xfrm>
            <a:off x="732300" y="1494950"/>
            <a:ext cx="1958700" cy="4848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sz="1400"/>
              <a:t>Mercury is the smallest planet</a:t>
            </a:r>
            <a:endParaRPr sz="1400"/>
          </a:p>
        </p:txBody>
      </p:sp>
      <p:sp>
        <p:nvSpPr>
          <p:cNvPr id="1174" name="Google Shape;1174;p54"/>
          <p:cNvSpPr txBox="1"/>
          <p:nvPr>
            <p:ph idx="4294967295" type="title"/>
          </p:nvPr>
        </p:nvSpPr>
        <p:spPr>
          <a:xfrm>
            <a:off x="732450" y="2308025"/>
            <a:ext cx="1958700" cy="52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000"/>
              <a:t>Step 3</a:t>
            </a:r>
            <a:endParaRPr sz="2000"/>
          </a:p>
          <a:p>
            <a:pPr indent="0" lvl="0" marL="0" rtl="0" algn="r">
              <a:spcBef>
                <a:spcPts val="0"/>
              </a:spcBef>
              <a:spcAft>
                <a:spcPts val="0"/>
              </a:spcAft>
              <a:buNone/>
            </a:pPr>
            <a:r>
              <a:t/>
            </a:r>
            <a:endParaRPr sz="2000"/>
          </a:p>
        </p:txBody>
      </p:sp>
      <p:sp>
        <p:nvSpPr>
          <p:cNvPr id="1175" name="Google Shape;1175;p54"/>
          <p:cNvSpPr txBox="1"/>
          <p:nvPr>
            <p:ph idx="4294967295" type="subTitle"/>
          </p:nvPr>
        </p:nvSpPr>
        <p:spPr>
          <a:xfrm>
            <a:off x="732300" y="2646450"/>
            <a:ext cx="1958700" cy="4848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sz="1400"/>
              <a:t>Jupiter is the biggest planet of them all</a:t>
            </a:r>
            <a:endParaRPr sz="1400"/>
          </a:p>
        </p:txBody>
      </p:sp>
      <p:sp>
        <p:nvSpPr>
          <p:cNvPr id="1176" name="Google Shape;1176;p54"/>
          <p:cNvSpPr txBox="1"/>
          <p:nvPr>
            <p:ph idx="4294967295" type="title"/>
          </p:nvPr>
        </p:nvSpPr>
        <p:spPr>
          <a:xfrm>
            <a:off x="770723" y="3457225"/>
            <a:ext cx="1877700" cy="52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sz="2000"/>
              <a:t>Step 5</a:t>
            </a:r>
            <a:endParaRPr sz="2000"/>
          </a:p>
        </p:txBody>
      </p:sp>
      <p:sp>
        <p:nvSpPr>
          <p:cNvPr id="1177" name="Google Shape;1177;p54"/>
          <p:cNvSpPr txBox="1"/>
          <p:nvPr>
            <p:ph idx="4294967295" type="subTitle"/>
          </p:nvPr>
        </p:nvSpPr>
        <p:spPr>
          <a:xfrm>
            <a:off x="732300" y="3795650"/>
            <a:ext cx="1958700" cy="4848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sz="1400"/>
              <a:t>Saturn is the only planet with rings</a:t>
            </a:r>
            <a:endParaRPr sz="1400"/>
          </a:p>
        </p:txBody>
      </p:sp>
      <p:sp>
        <p:nvSpPr>
          <p:cNvPr id="1178" name="Google Shape;1178;p54"/>
          <p:cNvSpPr txBox="1"/>
          <p:nvPr>
            <p:ph idx="4294967295" type="title"/>
          </p:nvPr>
        </p:nvSpPr>
        <p:spPr>
          <a:xfrm>
            <a:off x="6465300" y="1765000"/>
            <a:ext cx="18777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t>Step 2</a:t>
            </a:r>
            <a:endParaRPr sz="2000"/>
          </a:p>
          <a:p>
            <a:pPr indent="0" lvl="0" marL="0" rtl="0" algn="l">
              <a:spcBef>
                <a:spcPts val="0"/>
              </a:spcBef>
              <a:spcAft>
                <a:spcPts val="0"/>
              </a:spcAft>
              <a:buClr>
                <a:schemeClr val="dk1"/>
              </a:buClr>
              <a:buSzPts val="1100"/>
              <a:buFont typeface="Arial"/>
              <a:buNone/>
            </a:pPr>
            <a:r>
              <a:t/>
            </a:r>
            <a:endParaRPr sz="2000"/>
          </a:p>
        </p:txBody>
      </p:sp>
      <p:sp>
        <p:nvSpPr>
          <p:cNvPr id="1179" name="Google Shape;1179;p54"/>
          <p:cNvSpPr txBox="1"/>
          <p:nvPr>
            <p:ph idx="4294967295" type="subTitle"/>
          </p:nvPr>
        </p:nvSpPr>
        <p:spPr>
          <a:xfrm>
            <a:off x="6465300" y="2103425"/>
            <a:ext cx="1958700" cy="4848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1400"/>
              <a:t>Mars is actually a very cold place</a:t>
            </a:r>
            <a:endParaRPr sz="1400"/>
          </a:p>
        </p:txBody>
      </p:sp>
      <p:sp>
        <p:nvSpPr>
          <p:cNvPr id="1180" name="Google Shape;1180;p54"/>
          <p:cNvSpPr txBox="1"/>
          <p:nvPr>
            <p:ph idx="4294967295" type="title"/>
          </p:nvPr>
        </p:nvSpPr>
        <p:spPr>
          <a:xfrm>
            <a:off x="6465300" y="2896800"/>
            <a:ext cx="18777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2000"/>
              <a:t>Step 4</a:t>
            </a:r>
            <a:endParaRPr sz="2000"/>
          </a:p>
        </p:txBody>
      </p:sp>
      <p:sp>
        <p:nvSpPr>
          <p:cNvPr id="1181" name="Google Shape;1181;p54"/>
          <p:cNvSpPr txBox="1"/>
          <p:nvPr>
            <p:ph idx="4294967295" type="subTitle"/>
          </p:nvPr>
        </p:nvSpPr>
        <p:spPr>
          <a:xfrm>
            <a:off x="6465300" y="3235225"/>
            <a:ext cx="1958700" cy="4848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1400"/>
              <a:t>Neptune is very far from the Sun</a:t>
            </a:r>
            <a:endParaRPr sz="1400"/>
          </a:p>
        </p:txBody>
      </p:sp>
      <p:sp>
        <p:nvSpPr>
          <p:cNvPr id="1182" name="Google Shape;1182;p54"/>
          <p:cNvSpPr/>
          <p:nvPr/>
        </p:nvSpPr>
        <p:spPr>
          <a:xfrm>
            <a:off x="3541400" y="1226750"/>
            <a:ext cx="856800" cy="856800"/>
          </a:xfrm>
          <a:prstGeom prst="ellipse">
            <a:avLst/>
          </a:prstGeom>
          <a:solidFill>
            <a:schemeClr val="lt2"/>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4"/>
          <p:cNvSpPr/>
          <p:nvPr/>
        </p:nvSpPr>
        <p:spPr>
          <a:xfrm>
            <a:off x="4776150" y="1821875"/>
            <a:ext cx="833100" cy="833100"/>
          </a:xfrm>
          <a:prstGeom prst="ellipse">
            <a:avLst/>
          </a:prstGeom>
          <a:solidFill>
            <a:schemeClr val="lt2"/>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4"/>
          <p:cNvSpPr/>
          <p:nvPr/>
        </p:nvSpPr>
        <p:spPr>
          <a:xfrm>
            <a:off x="3541400" y="2366524"/>
            <a:ext cx="856800" cy="856800"/>
          </a:xfrm>
          <a:prstGeom prst="ellipse">
            <a:avLst/>
          </a:prstGeom>
          <a:solidFill>
            <a:schemeClr val="lt2"/>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4"/>
          <p:cNvSpPr/>
          <p:nvPr/>
        </p:nvSpPr>
        <p:spPr>
          <a:xfrm>
            <a:off x="4799325" y="2989450"/>
            <a:ext cx="786600" cy="786600"/>
          </a:xfrm>
          <a:prstGeom prst="ellipse">
            <a:avLst/>
          </a:prstGeom>
          <a:solidFill>
            <a:schemeClr val="lt2"/>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4"/>
          <p:cNvSpPr/>
          <p:nvPr/>
        </p:nvSpPr>
        <p:spPr>
          <a:xfrm>
            <a:off x="3560500" y="3525375"/>
            <a:ext cx="818700" cy="818700"/>
          </a:xfrm>
          <a:prstGeom prst="ellipse">
            <a:avLst/>
          </a:prstGeom>
          <a:solidFill>
            <a:schemeClr val="lt2"/>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 name="Google Shape;1187;p54"/>
          <p:cNvGrpSpPr/>
          <p:nvPr/>
        </p:nvGrpSpPr>
        <p:grpSpPr>
          <a:xfrm>
            <a:off x="3767375" y="1421555"/>
            <a:ext cx="404812" cy="403719"/>
            <a:chOff x="3767375" y="1421555"/>
            <a:chExt cx="404812" cy="403719"/>
          </a:xfrm>
        </p:grpSpPr>
        <p:sp>
          <p:nvSpPr>
            <p:cNvPr id="1188" name="Google Shape;1188;p54"/>
            <p:cNvSpPr/>
            <p:nvPr/>
          </p:nvSpPr>
          <p:spPr>
            <a:xfrm>
              <a:off x="3767375" y="1421555"/>
              <a:ext cx="404812" cy="403719"/>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4"/>
            <p:cNvSpPr/>
            <p:nvPr/>
          </p:nvSpPr>
          <p:spPr>
            <a:xfrm>
              <a:off x="3934232" y="1466762"/>
              <a:ext cx="73226" cy="73226"/>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 name="Google Shape;1190;p54"/>
          <p:cNvSpPr/>
          <p:nvPr/>
        </p:nvSpPr>
        <p:spPr>
          <a:xfrm>
            <a:off x="5035428" y="2036574"/>
            <a:ext cx="314387" cy="403717"/>
          </a:xfrm>
          <a:custGeom>
            <a:rect b="b" l="l" r="r" t="t"/>
            <a:pathLst>
              <a:path extrusionOk="0" h="8385" w="6530">
                <a:moveTo>
                  <a:pt x="4086" y="491"/>
                </a:moveTo>
                <a:cubicBezTo>
                  <a:pt x="4193" y="491"/>
                  <a:pt x="4278" y="598"/>
                  <a:pt x="4278" y="726"/>
                </a:cubicBezTo>
                <a:lnTo>
                  <a:pt x="4278" y="1024"/>
                </a:lnTo>
                <a:lnTo>
                  <a:pt x="4278" y="2913"/>
                </a:lnTo>
                <a:cubicBezTo>
                  <a:pt x="4278" y="3030"/>
                  <a:pt x="4364" y="3137"/>
                  <a:pt x="4481" y="3169"/>
                </a:cubicBezTo>
                <a:cubicBezTo>
                  <a:pt x="4494" y="3170"/>
                  <a:pt x="4506" y="3171"/>
                  <a:pt x="4519" y="3171"/>
                </a:cubicBezTo>
                <a:cubicBezTo>
                  <a:pt x="4662" y="3171"/>
                  <a:pt x="4780" y="3061"/>
                  <a:pt x="4780" y="2923"/>
                </a:cubicBezTo>
                <a:lnTo>
                  <a:pt x="4780" y="1088"/>
                </a:lnTo>
                <a:cubicBezTo>
                  <a:pt x="4812" y="1035"/>
                  <a:pt x="4865" y="1003"/>
                  <a:pt x="4940" y="1003"/>
                </a:cubicBezTo>
                <a:cubicBezTo>
                  <a:pt x="5046" y="1003"/>
                  <a:pt x="5132" y="1088"/>
                  <a:pt x="5132" y="1184"/>
                </a:cubicBezTo>
                <a:lnTo>
                  <a:pt x="5132" y="2913"/>
                </a:lnTo>
                <a:cubicBezTo>
                  <a:pt x="5132" y="3030"/>
                  <a:pt x="5217" y="3137"/>
                  <a:pt x="5335" y="3169"/>
                </a:cubicBezTo>
                <a:cubicBezTo>
                  <a:pt x="5347" y="3170"/>
                  <a:pt x="5360" y="3171"/>
                  <a:pt x="5372" y="3171"/>
                </a:cubicBezTo>
                <a:cubicBezTo>
                  <a:pt x="5516" y="3171"/>
                  <a:pt x="5633" y="3061"/>
                  <a:pt x="5633" y="2923"/>
                </a:cubicBezTo>
                <a:lnTo>
                  <a:pt x="5633" y="1579"/>
                </a:lnTo>
                <a:cubicBezTo>
                  <a:pt x="5633" y="1536"/>
                  <a:pt x="5708" y="1472"/>
                  <a:pt x="5825" y="1472"/>
                </a:cubicBezTo>
                <a:cubicBezTo>
                  <a:pt x="5953" y="1472"/>
                  <a:pt x="6028" y="1536"/>
                  <a:pt x="6028" y="1579"/>
                </a:cubicBezTo>
                <a:lnTo>
                  <a:pt x="6028" y="3766"/>
                </a:lnTo>
                <a:lnTo>
                  <a:pt x="2977" y="3766"/>
                </a:lnTo>
                <a:lnTo>
                  <a:pt x="2988" y="1142"/>
                </a:lnTo>
                <a:cubicBezTo>
                  <a:pt x="2988" y="1046"/>
                  <a:pt x="3084" y="960"/>
                  <a:pt x="3190" y="960"/>
                </a:cubicBezTo>
                <a:cubicBezTo>
                  <a:pt x="3297" y="960"/>
                  <a:pt x="3393" y="1035"/>
                  <a:pt x="3393" y="1142"/>
                </a:cubicBezTo>
                <a:lnTo>
                  <a:pt x="3393" y="2849"/>
                </a:lnTo>
                <a:cubicBezTo>
                  <a:pt x="3393" y="2966"/>
                  <a:pt x="3468" y="3073"/>
                  <a:pt x="3585" y="3105"/>
                </a:cubicBezTo>
                <a:cubicBezTo>
                  <a:pt x="3598" y="3106"/>
                  <a:pt x="3610" y="3107"/>
                  <a:pt x="3623" y="3107"/>
                </a:cubicBezTo>
                <a:cubicBezTo>
                  <a:pt x="3766" y="3107"/>
                  <a:pt x="3884" y="2997"/>
                  <a:pt x="3884" y="2859"/>
                </a:cubicBezTo>
                <a:lnTo>
                  <a:pt x="3884" y="1142"/>
                </a:lnTo>
                <a:lnTo>
                  <a:pt x="3884" y="726"/>
                </a:lnTo>
                <a:cubicBezTo>
                  <a:pt x="3884" y="598"/>
                  <a:pt x="3980" y="491"/>
                  <a:pt x="4086" y="491"/>
                </a:cubicBezTo>
                <a:close/>
                <a:moveTo>
                  <a:pt x="801" y="3254"/>
                </a:moveTo>
                <a:cubicBezTo>
                  <a:pt x="972" y="3254"/>
                  <a:pt x="1121" y="3361"/>
                  <a:pt x="1121" y="3489"/>
                </a:cubicBezTo>
                <a:lnTo>
                  <a:pt x="1132" y="4011"/>
                </a:lnTo>
                <a:lnTo>
                  <a:pt x="950" y="5067"/>
                </a:lnTo>
                <a:cubicBezTo>
                  <a:pt x="854" y="4961"/>
                  <a:pt x="747" y="4854"/>
                  <a:pt x="641" y="4747"/>
                </a:cubicBezTo>
                <a:lnTo>
                  <a:pt x="630" y="4726"/>
                </a:lnTo>
                <a:cubicBezTo>
                  <a:pt x="577" y="4566"/>
                  <a:pt x="513" y="3979"/>
                  <a:pt x="481" y="3489"/>
                </a:cubicBezTo>
                <a:cubicBezTo>
                  <a:pt x="481" y="3361"/>
                  <a:pt x="630" y="3254"/>
                  <a:pt x="801" y="3254"/>
                </a:cubicBezTo>
                <a:close/>
                <a:moveTo>
                  <a:pt x="6017" y="4267"/>
                </a:moveTo>
                <a:lnTo>
                  <a:pt x="6017" y="5707"/>
                </a:lnTo>
                <a:lnTo>
                  <a:pt x="2806" y="4513"/>
                </a:lnTo>
                <a:cubicBezTo>
                  <a:pt x="2870" y="4438"/>
                  <a:pt x="2924" y="4353"/>
                  <a:pt x="2945" y="4267"/>
                </a:cubicBezTo>
                <a:close/>
                <a:moveTo>
                  <a:pt x="1526" y="4673"/>
                </a:moveTo>
                <a:cubicBezTo>
                  <a:pt x="1654" y="4758"/>
                  <a:pt x="1804" y="4801"/>
                  <a:pt x="1964" y="4801"/>
                </a:cubicBezTo>
                <a:lnTo>
                  <a:pt x="1996" y="4801"/>
                </a:lnTo>
                <a:lnTo>
                  <a:pt x="2401" y="5782"/>
                </a:lnTo>
                <a:lnTo>
                  <a:pt x="1377" y="5430"/>
                </a:lnTo>
                <a:lnTo>
                  <a:pt x="1526" y="4673"/>
                </a:lnTo>
                <a:close/>
                <a:moveTo>
                  <a:pt x="2604" y="4982"/>
                </a:moveTo>
                <a:lnTo>
                  <a:pt x="5879" y="6188"/>
                </a:lnTo>
                <a:cubicBezTo>
                  <a:pt x="5857" y="6252"/>
                  <a:pt x="5825" y="6305"/>
                  <a:pt x="5815" y="6326"/>
                </a:cubicBezTo>
                <a:cubicBezTo>
                  <a:pt x="5793" y="6369"/>
                  <a:pt x="5761" y="6422"/>
                  <a:pt x="5740" y="6476"/>
                </a:cubicBezTo>
                <a:cubicBezTo>
                  <a:pt x="5687" y="6614"/>
                  <a:pt x="5633" y="6732"/>
                  <a:pt x="5591" y="6860"/>
                </a:cubicBezTo>
                <a:lnTo>
                  <a:pt x="3020" y="5995"/>
                </a:lnTo>
                <a:lnTo>
                  <a:pt x="2604" y="4982"/>
                </a:lnTo>
                <a:close/>
                <a:moveTo>
                  <a:pt x="1793" y="6091"/>
                </a:moveTo>
                <a:lnTo>
                  <a:pt x="5484" y="7329"/>
                </a:lnTo>
                <a:cubicBezTo>
                  <a:pt x="5431" y="7542"/>
                  <a:pt x="5420" y="7745"/>
                  <a:pt x="5420" y="7948"/>
                </a:cubicBezTo>
                <a:lnTo>
                  <a:pt x="2668" y="7948"/>
                </a:lnTo>
                <a:cubicBezTo>
                  <a:pt x="2604" y="7606"/>
                  <a:pt x="2390" y="6956"/>
                  <a:pt x="1793" y="6091"/>
                </a:cubicBezTo>
                <a:close/>
                <a:moveTo>
                  <a:pt x="4086" y="0"/>
                </a:moveTo>
                <a:cubicBezTo>
                  <a:pt x="3777" y="0"/>
                  <a:pt x="3510" y="214"/>
                  <a:pt x="3425" y="502"/>
                </a:cubicBezTo>
                <a:cubicBezTo>
                  <a:pt x="3361" y="480"/>
                  <a:pt x="3286" y="459"/>
                  <a:pt x="3201" y="459"/>
                </a:cubicBezTo>
                <a:cubicBezTo>
                  <a:pt x="2817" y="459"/>
                  <a:pt x="2508" y="768"/>
                  <a:pt x="2508" y="1131"/>
                </a:cubicBezTo>
                <a:lnTo>
                  <a:pt x="2497" y="4054"/>
                </a:lnTo>
                <a:cubicBezTo>
                  <a:pt x="2497" y="4182"/>
                  <a:pt x="2348" y="4289"/>
                  <a:pt x="2177" y="4289"/>
                </a:cubicBezTo>
                <a:lnTo>
                  <a:pt x="1974" y="4289"/>
                </a:lnTo>
                <a:cubicBezTo>
                  <a:pt x="1974" y="4289"/>
                  <a:pt x="1654" y="4171"/>
                  <a:pt x="1644" y="4033"/>
                </a:cubicBezTo>
                <a:lnTo>
                  <a:pt x="1654" y="4033"/>
                </a:lnTo>
                <a:lnTo>
                  <a:pt x="1622" y="3489"/>
                </a:lnTo>
                <a:cubicBezTo>
                  <a:pt x="1622" y="3094"/>
                  <a:pt x="1249" y="2753"/>
                  <a:pt x="811" y="2753"/>
                </a:cubicBezTo>
                <a:cubicBezTo>
                  <a:pt x="363" y="2753"/>
                  <a:pt x="1" y="3094"/>
                  <a:pt x="1" y="3489"/>
                </a:cubicBezTo>
                <a:lnTo>
                  <a:pt x="1" y="3499"/>
                </a:lnTo>
                <a:cubicBezTo>
                  <a:pt x="1" y="3521"/>
                  <a:pt x="33" y="3841"/>
                  <a:pt x="65" y="4182"/>
                </a:cubicBezTo>
                <a:cubicBezTo>
                  <a:pt x="97" y="4385"/>
                  <a:pt x="107" y="4555"/>
                  <a:pt x="129" y="4673"/>
                </a:cubicBezTo>
                <a:cubicBezTo>
                  <a:pt x="171" y="4886"/>
                  <a:pt x="214" y="5014"/>
                  <a:pt x="321" y="5089"/>
                </a:cubicBezTo>
                <a:cubicBezTo>
                  <a:pt x="844" y="5622"/>
                  <a:pt x="1558" y="6433"/>
                  <a:pt x="1964" y="7329"/>
                </a:cubicBezTo>
                <a:cubicBezTo>
                  <a:pt x="2198" y="7852"/>
                  <a:pt x="2230" y="8172"/>
                  <a:pt x="2230" y="8182"/>
                </a:cubicBezTo>
                <a:cubicBezTo>
                  <a:pt x="2230" y="8321"/>
                  <a:pt x="2465" y="8385"/>
                  <a:pt x="2465" y="8385"/>
                </a:cubicBezTo>
                <a:lnTo>
                  <a:pt x="5676" y="8385"/>
                </a:lnTo>
                <a:cubicBezTo>
                  <a:pt x="5761" y="8385"/>
                  <a:pt x="5815" y="8385"/>
                  <a:pt x="5868" y="8342"/>
                </a:cubicBezTo>
                <a:cubicBezTo>
                  <a:pt x="5911" y="8289"/>
                  <a:pt x="5932" y="8225"/>
                  <a:pt x="5932" y="8161"/>
                </a:cubicBezTo>
                <a:cubicBezTo>
                  <a:pt x="5900" y="7649"/>
                  <a:pt x="5985" y="7148"/>
                  <a:pt x="6209" y="6668"/>
                </a:cubicBezTo>
                <a:cubicBezTo>
                  <a:pt x="6231" y="6625"/>
                  <a:pt x="6252" y="6582"/>
                  <a:pt x="6263" y="6561"/>
                </a:cubicBezTo>
                <a:cubicBezTo>
                  <a:pt x="6305" y="6486"/>
                  <a:pt x="6391" y="6294"/>
                  <a:pt x="6444" y="6102"/>
                </a:cubicBezTo>
                <a:cubicBezTo>
                  <a:pt x="6497" y="5953"/>
                  <a:pt x="6529" y="5814"/>
                  <a:pt x="6529" y="5761"/>
                </a:cubicBezTo>
                <a:lnTo>
                  <a:pt x="6529" y="1579"/>
                </a:lnTo>
                <a:cubicBezTo>
                  <a:pt x="6508" y="1259"/>
                  <a:pt x="6199" y="992"/>
                  <a:pt x="5825" y="992"/>
                </a:cubicBezTo>
                <a:cubicBezTo>
                  <a:pt x="5751" y="992"/>
                  <a:pt x="5687" y="1014"/>
                  <a:pt x="5601" y="1024"/>
                </a:cubicBezTo>
                <a:cubicBezTo>
                  <a:pt x="5527" y="747"/>
                  <a:pt x="5260" y="534"/>
                  <a:pt x="4940" y="534"/>
                </a:cubicBezTo>
                <a:cubicBezTo>
                  <a:pt x="4865" y="534"/>
                  <a:pt x="4812" y="544"/>
                  <a:pt x="4748" y="555"/>
                </a:cubicBezTo>
                <a:cubicBezTo>
                  <a:pt x="4673" y="235"/>
                  <a:pt x="4406" y="0"/>
                  <a:pt x="40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 name="Google Shape;1191;p54"/>
          <p:cNvGrpSpPr/>
          <p:nvPr/>
        </p:nvGrpSpPr>
        <p:grpSpPr>
          <a:xfrm>
            <a:off x="5035475" y="3190925"/>
            <a:ext cx="314397" cy="383753"/>
            <a:chOff x="5035475" y="3190925"/>
            <a:chExt cx="314397" cy="383753"/>
          </a:xfrm>
        </p:grpSpPr>
        <p:sp>
          <p:nvSpPr>
            <p:cNvPr id="1192" name="Google Shape;1192;p54"/>
            <p:cNvSpPr/>
            <p:nvPr/>
          </p:nvSpPr>
          <p:spPr>
            <a:xfrm>
              <a:off x="5035475" y="3258276"/>
              <a:ext cx="134763" cy="316402"/>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4"/>
            <p:cNvSpPr/>
            <p:nvPr/>
          </p:nvSpPr>
          <p:spPr>
            <a:xfrm>
              <a:off x="5079371" y="3451159"/>
              <a:ext cx="34727" cy="78623"/>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4"/>
            <p:cNvSpPr/>
            <p:nvPr/>
          </p:nvSpPr>
          <p:spPr>
            <a:xfrm>
              <a:off x="5215109" y="3190925"/>
              <a:ext cx="134763" cy="316402"/>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4"/>
            <p:cNvSpPr/>
            <p:nvPr/>
          </p:nvSpPr>
          <p:spPr>
            <a:xfrm>
              <a:off x="5271251" y="3235825"/>
              <a:ext cx="34727" cy="78623"/>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 name="Google Shape;1196;p54"/>
          <p:cNvGrpSpPr/>
          <p:nvPr/>
        </p:nvGrpSpPr>
        <p:grpSpPr>
          <a:xfrm>
            <a:off x="3812575" y="2578598"/>
            <a:ext cx="314396" cy="432592"/>
            <a:chOff x="3812575" y="2578598"/>
            <a:chExt cx="314396" cy="432592"/>
          </a:xfrm>
        </p:grpSpPr>
        <p:sp>
          <p:nvSpPr>
            <p:cNvPr id="1197" name="Google Shape;1197;p54"/>
            <p:cNvSpPr/>
            <p:nvPr/>
          </p:nvSpPr>
          <p:spPr>
            <a:xfrm>
              <a:off x="3812575" y="2578598"/>
              <a:ext cx="314396" cy="432592"/>
            </a:xfrm>
            <a:custGeom>
              <a:rect b="b" l="l" r="r" t="t"/>
              <a:pathLst>
                <a:path extrusionOk="0" h="8397" w="6103">
                  <a:moveTo>
                    <a:pt x="1569" y="492"/>
                  </a:moveTo>
                  <a:lnTo>
                    <a:pt x="1569" y="1249"/>
                  </a:lnTo>
                  <a:lnTo>
                    <a:pt x="1462" y="1249"/>
                  </a:lnTo>
                  <a:cubicBezTo>
                    <a:pt x="1451" y="1260"/>
                    <a:pt x="1451" y="1260"/>
                    <a:pt x="1441" y="1260"/>
                  </a:cubicBezTo>
                  <a:lnTo>
                    <a:pt x="1110" y="1260"/>
                  </a:lnTo>
                  <a:cubicBezTo>
                    <a:pt x="971" y="1260"/>
                    <a:pt x="854" y="1014"/>
                    <a:pt x="854" y="1014"/>
                  </a:cubicBezTo>
                  <a:lnTo>
                    <a:pt x="854" y="748"/>
                  </a:lnTo>
                  <a:cubicBezTo>
                    <a:pt x="854" y="598"/>
                    <a:pt x="971" y="492"/>
                    <a:pt x="1110" y="492"/>
                  </a:cubicBezTo>
                  <a:close/>
                  <a:moveTo>
                    <a:pt x="2795" y="502"/>
                  </a:moveTo>
                  <a:lnTo>
                    <a:pt x="2795" y="1281"/>
                  </a:lnTo>
                  <a:lnTo>
                    <a:pt x="2070" y="1281"/>
                  </a:lnTo>
                  <a:lnTo>
                    <a:pt x="2070" y="502"/>
                  </a:lnTo>
                  <a:close/>
                  <a:moveTo>
                    <a:pt x="4011" y="502"/>
                  </a:moveTo>
                  <a:lnTo>
                    <a:pt x="4011" y="1281"/>
                  </a:lnTo>
                  <a:lnTo>
                    <a:pt x="3275" y="1281"/>
                  </a:lnTo>
                  <a:lnTo>
                    <a:pt x="3275" y="502"/>
                  </a:lnTo>
                  <a:close/>
                  <a:moveTo>
                    <a:pt x="4982" y="502"/>
                  </a:moveTo>
                  <a:cubicBezTo>
                    <a:pt x="5132" y="502"/>
                    <a:pt x="5238" y="609"/>
                    <a:pt x="5238" y="758"/>
                  </a:cubicBezTo>
                  <a:lnTo>
                    <a:pt x="5238" y="1025"/>
                  </a:lnTo>
                  <a:cubicBezTo>
                    <a:pt x="5238" y="1025"/>
                    <a:pt x="5130" y="1261"/>
                    <a:pt x="4999" y="1261"/>
                  </a:cubicBezTo>
                  <a:cubicBezTo>
                    <a:pt x="4993" y="1261"/>
                    <a:pt x="4988" y="1260"/>
                    <a:pt x="4982" y="1260"/>
                  </a:cubicBezTo>
                  <a:lnTo>
                    <a:pt x="4651" y="1260"/>
                  </a:lnTo>
                  <a:cubicBezTo>
                    <a:pt x="4641" y="1281"/>
                    <a:pt x="4630" y="1281"/>
                    <a:pt x="4630" y="1281"/>
                  </a:cubicBezTo>
                  <a:lnTo>
                    <a:pt x="4523" y="1281"/>
                  </a:lnTo>
                  <a:lnTo>
                    <a:pt x="4523" y="502"/>
                  </a:lnTo>
                  <a:close/>
                  <a:moveTo>
                    <a:pt x="4374" y="1772"/>
                  </a:moveTo>
                  <a:lnTo>
                    <a:pt x="4374" y="2006"/>
                  </a:lnTo>
                  <a:cubicBezTo>
                    <a:pt x="4374" y="2465"/>
                    <a:pt x="4747" y="2828"/>
                    <a:pt x="5185" y="2828"/>
                  </a:cubicBezTo>
                  <a:cubicBezTo>
                    <a:pt x="5409" y="2828"/>
                    <a:pt x="5601" y="3009"/>
                    <a:pt x="5601" y="3233"/>
                  </a:cubicBezTo>
                  <a:lnTo>
                    <a:pt x="5601" y="7628"/>
                  </a:lnTo>
                  <a:cubicBezTo>
                    <a:pt x="5601" y="7777"/>
                    <a:pt x="5462" y="7905"/>
                    <a:pt x="5324" y="7905"/>
                  </a:cubicBezTo>
                  <a:lnTo>
                    <a:pt x="769" y="7905"/>
                  </a:lnTo>
                  <a:cubicBezTo>
                    <a:pt x="608" y="7905"/>
                    <a:pt x="491" y="7767"/>
                    <a:pt x="491" y="7628"/>
                  </a:cubicBezTo>
                  <a:lnTo>
                    <a:pt x="491" y="3233"/>
                  </a:lnTo>
                  <a:cubicBezTo>
                    <a:pt x="491" y="3009"/>
                    <a:pt x="683" y="2828"/>
                    <a:pt x="907" y="2828"/>
                  </a:cubicBezTo>
                  <a:cubicBezTo>
                    <a:pt x="1355" y="2828"/>
                    <a:pt x="1718" y="2454"/>
                    <a:pt x="1718" y="2006"/>
                  </a:cubicBezTo>
                  <a:lnTo>
                    <a:pt x="1718" y="1772"/>
                  </a:lnTo>
                  <a:close/>
                  <a:moveTo>
                    <a:pt x="1110" y="1"/>
                  </a:moveTo>
                  <a:cubicBezTo>
                    <a:pt x="694" y="1"/>
                    <a:pt x="363" y="332"/>
                    <a:pt x="363" y="748"/>
                  </a:cubicBezTo>
                  <a:lnTo>
                    <a:pt x="363" y="1014"/>
                  </a:lnTo>
                  <a:cubicBezTo>
                    <a:pt x="363" y="1420"/>
                    <a:pt x="694" y="1761"/>
                    <a:pt x="1110" y="1761"/>
                  </a:cubicBezTo>
                  <a:lnTo>
                    <a:pt x="1227" y="1761"/>
                  </a:lnTo>
                  <a:lnTo>
                    <a:pt x="1227" y="1996"/>
                  </a:lnTo>
                  <a:cubicBezTo>
                    <a:pt x="1227" y="2188"/>
                    <a:pt x="1078" y="2326"/>
                    <a:pt x="907" y="2326"/>
                  </a:cubicBezTo>
                  <a:cubicBezTo>
                    <a:pt x="395" y="2326"/>
                    <a:pt x="0" y="2742"/>
                    <a:pt x="0" y="3233"/>
                  </a:cubicBezTo>
                  <a:lnTo>
                    <a:pt x="0" y="7628"/>
                  </a:lnTo>
                  <a:cubicBezTo>
                    <a:pt x="0" y="8044"/>
                    <a:pt x="342" y="8396"/>
                    <a:pt x="790" y="8396"/>
                  </a:cubicBezTo>
                  <a:lnTo>
                    <a:pt x="5324" y="8396"/>
                  </a:lnTo>
                  <a:cubicBezTo>
                    <a:pt x="5750" y="8396"/>
                    <a:pt x="6102" y="8055"/>
                    <a:pt x="6102" y="7628"/>
                  </a:cubicBezTo>
                  <a:lnTo>
                    <a:pt x="6102" y="3233"/>
                  </a:lnTo>
                  <a:cubicBezTo>
                    <a:pt x="6092" y="2732"/>
                    <a:pt x="5697" y="2326"/>
                    <a:pt x="5185" y="2326"/>
                  </a:cubicBezTo>
                  <a:cubicBezTo>
                    <a:pt x="5014" y="2326"/>
                    <a:pt x="4865" y="2188"/>
                    <a:pt x="4865" y="1996"/>
                  </a:cubicBezTo>
                  <a:lnTo>
                    <a:pt x="4865" y="1761"/>
                  </a:lnTo>
                  <a:lnTo>
                    <a:pt x="4982" y="1761"/>
                  </a:lnTo>
                  <a:cubicBezTo>
                    <a:pt x="5398" y="1761"/>
                    <a:pt x="5729" y="1420"/>
                    <a:pt x="5729" y="1014"/>
                  </a:cubicBezTo>
                  <a:lnTo>
                    <a:pt x="5729" y="748"/>
                  </a:lnTo>
                  <a:cubicBezTo>
                    <a:pt x="5729" y="332"/>
                    <a:pt x="5398" y="1"/>
                    <a:pt x="49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4"/>
            <p:cNvSpPr/>
            <p:nvPr/>
          </p:nvSpPr>
          <p:spPr>
            <a:xfrm>
              <a:off x="3875216" y="2744018"/>
              <a:ext cx="187978" cy="203958"/>
            </a:xfrm>
            <a:custGeom>
              <a:rect b="b" l="l" r="r" t="t"/>
              <a:pathLst>
                <a:path extrusionOk="0" h="3959" w="3649">
                  <a:moveTo>
                    <a:pt x="2902" y="491"/>
                  </a:moveTo>
                  <a:cubicBezTo>
                    <a:pt x="3051" y="491"/>
                    <a:pt x="3158" y="609"/>
                    <a:pt x="3158" y="747"/>
                  </a:cubicBezTo>
                  <a:lnTo>
                    <a:pt x="3158" y="3212"/>
                  </a:lnTo>
                  <a:cubicBezTo>
                    <a:pt x="3158" y="3361"/>
                    <a:pt x="3041" y="3468"/>
                    <a:pt x="2902" y="3468"/>
                  </a:cubicBezTo>
                  <a:lnTo>
                    <a:pt x="747" y="3468"/>
                  </a:lnTo>
                  <a:cubicBezTo>
                    <a:pt x="598" y="3468"/>
                    <a:pt x="491" y="3350"/>
                    <a:pt x="491" y="3212"/>
                  </a:cubicBezTo>
                  <a:lnTo>
                    <a:pt x="491" y="747"/>
                  </a:lnTo>
                  <a:cubicBezTo>
                    <a:pt x="491" y="598"/>
                    <a:pt x="609" y="491"/>
                    <a:pt x="747" y="491"/>
                  </a:cubicBezTo>
                  <a:close/>
                  <a:moveTo>
                    <a:pt x="747" y="1"/>
                  </a:moveTo>
                  <a:cubicBezTo>
                    <a:pt x="331" y="1"/>
                    <a:pt x="1" y="331"/>
                    <a:pt x="1" y="747"/>
                  </a:cubicBezTo>
                  <a:lnTo>
                    <a:pt x="1" y="3212"/>
                  </a:lnTo>
                  <a:cubicBezTo>
                    <a:pt x="1" y="3628"/>
                    <a:pt x="331" y="3958"/>
                    <a:pt x="747" y="3958"/>
                  </a:cubicBezTo>
                  <a:lnTo>
                    <a:pt x="2902" y="3958"/>
                  </a:lnTo>
                  <a:cubicBezTo>
                    <a:pt x="3318" y="3958"/>
                    <a:pt x="3649" y="3628"/>
                    <a:pt x="3649" y="3212"/>
                  </a:cubicBezTo>
                  <a:lnTo>
                    <a:pt x="3649" y="747"/>
                  </a:lnTo>
                  <a:cubicBezTo>
                    <a:pt x="3649" y="331"/>
                    <a:pt x="3318" y="1"/>
                    <a:pt x="29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4"/>
            <p:cNvSpPr/>
            <p:nvPr/>
          </p:nvSpPr>
          <p:spPr>
            <a:xfrm>
              <a:off x="3916994" y="2793886"/>
              <a:ext cx="104988" cy="103653"/>
            </a:xfrm>
            <a:custGeom>
              <a:rect b="b" l="l" r="r" t="t"/>
              <a:pathLst>
                <a:path extrusionOk="0" h="2012" w="2038">
                  <a:moveTo>
                    <a:pt x="1029" y="1"/>
                  </a:moveTo>
                  <a:cubicBezTo>
                    <a:pt x="886" y="1"/>
                    <a:pt x="768" y="111"/>
                    <a:pt x="768" y="249"/>
                  </a:cubicBezTo>
                  <a:lnTo>
                    <a:pt x="768" y="750"/>
                  </a:lnTo>
                  <a:lnTo>
                    <a:pt x="278" y="750"/>
                  </a:lnTo>
                  <a:cubicBezTo>
                    <a:pt x="160" y="750"/>
                    <a:pt x="54" y="836"/>
                    <a:pt x="22" y="953"/>
                  </a:cubicBezTo>
                  <a:cubicBezTo>
                    <a:pt x="0" y="1113"/>
                    <a:pt x="118" y="1241"/>
                    <a:pt x="267" y="1241"/>
                  </a:cubicBezTo>
                  <a:lnTo>
                    <a:pt x="768" y="1241"/>
                  </a:lnTo>
                  <a:lnTo>
                    <a:pt x="768" y="1753"/>
                  </a:lnTo>
                  <a:cubicBezTo>
                    <a:pt x="768" y="1870"/>
                    <a:pt x="854" y="1977"/>
                    <a:pt x="971" y="2009"/>
                  </a:cubicBezTo>
                  <a:cubicBezTo>
                    <a:pt x="984" y="2011"/>
                    <a:pt x="996" y="2011"/>
                    <a:pt x="1008" y="2011"/>
                  </a:cubicBezTo>
                  <a:cubicBezTo>
                    <a:pt x="1151" y="2011"/>
                    <a:pt x="1259" y="1901"/>
                    <a:pt x="1259" y="1764"/>
                  </a:cubicBezTo>
                  <a:lnTo>
                    <a:pt x="1259" y="1262"/>
                  </a:lnTo>
                  <a:lnTo>
                    <a:pt x="1771" y="1262"/>
                  </a:lnTo>
                  <a:cubicBezTo>
                    <a:pt x="1920" y="1262"/>
                    <a:pt x="2038" y="1124"/>
                    <a:pt x="2006" y="964"/>
                  </a:cubicBezTo>
                  <a:cubicBezTo>
                    <a:pt x="1984" y="846"/>
                    <a:pt x="1878" y="761"/>
                    <a:pt x="1760" y="761"/>
                  </a:cubicBezTo>
                  <a:lnTo>
                    <a:pt x="1270" y="761"/>
                  </a:lnTo>
                  <a:lnTo>
                    <a:pt x="1270" y="260"/>
                  </a:lnTo>
                  <a:cubicBezTo>
                    <a:pt x="1270" y="142"/>
                    <a:pt x="1184" y="36"/>
                    <a:pt x="1067" y="4"/>
                  </a:cubicBezTo>
                  <a:cubicBezTo>
                    <a:pt x="1054" y="2"/>
                    <a:pt x="1042" y="1"/>
                    <a:pt x="10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 name="Google Shape;1200;p54"/>
          <p:cNvSpPr/>
          <p:nvPr/>
        </p:nvSpPr>
        <p:spPr>
          <a:xfrm>
            <a:off x="3756477" y="3694589"/>
            <a:ext cx="426578" cy="422126"/>
          </a:xfrm>
          <a:custGeom>
            <a:rect b="b" l="l" r="r" t="t"/>
            <a:pathLst>
              <a:path extrusionOk="0" h="8383" w="8471">
                <a:moveTo>
                  <a:pt x="6540" y="1171"/>
                </a:moveTo>
                <a:lnTo>
                  <a:pt x="7297" y="1929"/>
                </a:lnTo>
                <a:lnTo>
                  <a:pt x="6828" y="2398"/>
                </a:lnTo>
                <a:lnTo>
                  <a:pt x="6070" y="1630"/>
                </a:lnTo>
                <a:lnTo>
                  <a:pt x="6540" y="1171"/>
                </a:lnTo>
                <a:close/>
                <a:moveTo>
                  <a:pt x="5292" y="1545"/>
                </a:moveTo>
                <a:lnTo>
                  <a:pt x="5537" y="1779"/>
                </a:lnTo>
                <a:lnTo>
                  <a:pt x="6647" y="2889"/>
                </a:lnTo>
                <a:lnTo>
                  <a:pt x="6881" y="3123"/>
                </a:lnTo>
                <a:lnTo>
                  <a:pt x="6241" y="3806"/>
                </a:lnTo>
                <a:lnTo>
                  <a:pt x="5441" y="3006"/>
                </a:lnTo>
                <a:cubicBezTo>
                  <a:pt x="5393" y="2958"/>
                  <a:pt x="5329" y="2934"/>
                  <a:pt x="5266" y="2934"/>
                </a:cubicBezTo>
                <a:cubicBezTo>
                  <a:pt x="5204" y="2934"/>
                  <a:pt x="5142" y="2958"/>
                  <a:pt x="5100" y="3006"/>
                </a:cubicBezTo>
                <a:cubicBezTo>
                  <a:pt x="5004" y="3102"/>
                  <a:pt x="5004" y="3262"/>
                  <a:pt x="5100" y="3358"/>
                </a:cubicBezTo>
                <a:lnTo>
                  <a:pt x="5900" y="4158"/>
                </a:lnTo>
                <a:lnTo>
                  <a:pt x="5398" y="4649"/>
                </a:lnTo>
                <a:lnTo>
                  <a:pt x="4598" y="3849"/>
                </a:lnTo>
                <a:cubicBezTo>
                  <a:pt x="4556" y="3801"/>
                  <a:pt x="4494" y="3777"/>
                  <a:pt x="4432" y="3777"/>
                </a:cubicBezTo>
                <a:cubicBezTo>
                  <a:pt x="4369" y="3777"/>
                  <a:pt x="4305" y="3801"/>
                  <a:pt x="4257" y="3849"/>
                </a:cubicBezTo>
                <a:cubicBezTo>
                  <a:pt x="4161" y="3945"/>
                  <a:pt x="4161" y="4105"/>
                  <a:pt x="4257" y="4190"/>
                </a:cubicBezTo>
                <a:lnTo>
                  <a:pt x="5057" y="4990"/>
                </a:lnTo>
                <a:lnTo>
                  <a:pt x="4566" y="5492"/>
                </a:lnTo>
                <a:lnTo>
                  <a:pt x="3766" y="4692"/>
                </a:lnTo>
                <a:cubicBezTo>
                  <a:pt x="3718" y="4644"/>
                  <a:pt x="3654" y="4620"/>
                  <a:pt x="3590" y="4620"/>
                </a:cubicBezTo>
                <a:cubicBezTo>
                  <a:pt x="3526" y="4620"/>
                  <a:pt x="3462" y="4644"/>
                  <a:pt x="3414" y="4692"/>
                </a:cubicBezTo>
                <a:cubicBezTo>
                  <a:pt x="3318" y="4777"/>
                  <a:pt x="3318" y="4937"/>
                  <a:pt x="3414" y="5033"/>
                </a:cubicBezTo>
                <a:lnTo>
                  <a:pt x="4214" y="5833"/>
                </a:lnTo>
                <a:lnTo>
                  <a:pt x="3766" y="6292"/>
                </a:lnTo>
                <a:cubicBezTo>
                  <a:pt x="3617" y="6430"/>
                  <a:pt x="3414" y="6516"/>
                  <a:pt x="3201" y="6516"/>
                </a:cubicBezTo>
                <a:cubicBezTo>
                  <a:pt x="2988" y="6516"/>
                  <a:pt x="2785" y="6430"/>
                  <a:pt x="2646" y="6292"/>
                </a:cubicBezTo>
                <a:lnTo>
                  <a:pt x="2166" y="5812"/>
                </a:lnTo>
                <a:cubicBezTo>
                  <a:pt x="2027" y="5673"/>
                  <a:pt x="1931" y="5502"/>
                  <a:pt x="1921" y="5300"/>
                </a:cubicBezTo>
                <a:cubicBezTo>
                  <a:pt x="1910" y="5076"/>
                  <a:pt x="1985" y="4852"/>
                  <a:pt x="2145" y="4692"/>
                </a:cubicBezTo>
                <a:lnTo>
                  <a:pt x="5292" y="1545"/>
                </a:lnTo>
                <a:close/>
                <a:moveTo>
                  <a:pt x="1793" y="6185"/>
                </a:moveTo>
                <a:lnTo>
                  <a:pt x="2273" y="6665"/>
                </a:lnTo>
                <a:lnTo>
                  <a:pt x="1590" y="7369"/>
                </a:lnTo>
                <a:lnTo>
                  <a:pt x="1099" y="6878"/>
                </a:lnTo>
                <a:lnTo>
                  <a:pt x="1793" y="6185"/>
                </a:lnTo>
                <a:close/>
                <a:moveTo>
                  <a:pt x="5960" y="1"/>
                </a:moveTo>
                <a:cubicBezTo>
                  <a:pt x="5897" y="1"/>
                  <a:pt x="5836" y="25"/>
                  <a:pt x="5793" y="73"/>
                </a:cubicBezTo>
                <a:cubicBezTo>
                  <a:pt x="5697" y="169"/>
                  <a:pt x="5697" y="329"/>
                  <a:pt x="5793" y="425"/>
                </a:cubicBezTo>
                <a:lnTo>
                  <a:pt x="6177" y="809"/>
                </a:lnTo>
                <a:lnTo>
                  <a:pt x="5708" y="1278"/>
                </a:lnTo>
                <a:lnTo>
                  <a:pt x="4737" y="297"/>
                </a:lnTo>
                <a:cubicBezTo>
                  <a:pt x="4689" y="254"/>
                  <a:pt x="4625" y="233"/>
                  <a:pt x="4561" y="233"/>
                </a:cubicBezTo>
                <a:cubicBezTo>
                  <a:pt x="4497" y="233"/>
                  <a:pt x="4433" y="254"/>
                  <a:pt x="4385" y="297"/>
                </a:cubicBezTo>
                <a:cubicBezTo>
                  <a:pt x="4300" y="393"/>
                  <a:pt x="4300" y="553"/>
                  <a:pt x="4385" y="649"/>
                </a:cubicBezTo>
                <a:lnTo>
                  <a:pt x="4940" y="1193"/>
                </a:lnTo>
                <a:lnTo>
                  <a:pt x="1793" y="4340"/>
                </a:lnTo>
                <a:cubicBezTo>
                  <a:pt x="1547" y="4585"/>
                  <a:pt x="1419" y="4905"/>
                  <a:pt x="1419" y="5246"/>
                </a:cubicBezTo>
                <a:cubicBezTo>
                  <a:pt x="1419" y="5417"/>
                  <a:pt x="1441" y="5577"/>
                  <a:pt x="1505" y="5726"/>
                </a:cubicBezTo>
                <a:lnTo>
                  <a:pt x="566" y="6676"/>
                </a:lnTo>
                <a:cubicBezTo>
                  <a:pt x="470" y="6772"/>
                  <a:pt x="470" y="6932"/>
                  <a:pt x="566" y="7017"/>
                </a:cubicBezTo>
                <a:lnTo>
                  <a:pt x="801" y="7262"/>
                </a:lnTo>
                <a:lnTo>
                  <a:pt x="97" y="7966"/>
                </a:lnTo>
                <a:cubicBezTo>
                  <a:pt x="1" y="8062"/>
                  <a:pt x="1" y="8222"/>
                  <a:pt x="97" y="8318"/>
                </a:cubicBezTo>
                <a:cubicBezTo>
                  <a:pt x="150" y="8372"/>
                  <a:pt x="203" y="8382"/>
                  <a:pt x="267" y="8382"/>
                </a:cubicBezTo>
                <a:cubicBezTo>
                  <a:pt x="331" y="8382"/>
                  <a:pt x="385" y="8350"/>
                  <a:pt x="438" y="8318"/>
                </a:cubicBezTo>
                <a:lnTo>
                  <a:pt x="1153" y="7604"/>
                </a:lnTo>
                <a:lnTo>
                  <a:pt x="1387" y="7849"/>
                </a:lnTo>
                <a:cubicBezTo>
                  <a:pt x="1429" y="7891"/>
                  <a:pt x="1497" y="7919"/>
                  <a:pt x="1570" y="7919"/>
                </a:cubicBezTo>
                <a:cubicBezTo>
                  <a:pt x="1609" y="7919"/>
                  <a:pt x="1649" y="7910"/>
                  <a:pt x="1686" y="7892"/>
                </a:cubicBezTo>
                <a:cubicBezTo>
                  <a:pt x="1707" y="7870"/>
                  <a:pt x="1718" y="7860"/>
                  <a:pt x="1750" y="7849"/>
                </a:cubicBezTo>
                <a:lnTo>
                  <a:pt x="2678" y="6910"/>
                </a:lnTo>
                <a:cubicBezTo>
                  <a:pt x="2828" y="6985"/>
                  <a:pt x="2998" y="7006"/>
                  <a:pt x="3158" y="7006"/>
                </a:cubicBezTo>
                <a:cubicBezTo>
                  <a:pt x="3510" y="7006"/>
                  <a:pt x="3830" y="6878"/>
                  <a:pt x="4065" y="6633"/>
                </a:cubicBezTo>
                <a:lnTo>
                  <a:pt x="5548" y="5150"/>
                </a:lnTo>
                <a:lnTo>
                  <a:pt x="7212" y="3486"/>
                </a:lnTo>
                <a:lnTo>
                  <a:pt x="7767" y="4030"/>
                </a:lnTo>
                <a:cubicBezTo>
                  <a:pt x="7820" y="4083"/>
                  <a:pt x="7873" y="4105"/>
                  <a:pt x="7937" y="4105"/>
                </a:cubicBezTo>
                <a:cubicBezTo>
                  <a:pt x="8001" y="4105"/>
                  <a:pt x="8055" y="4073"/>
                  <a:pt x="8108" y="4030"/>
                </a:cubicBezTo>
                <a:cubicBezTo>
                  <a:pt x="8204" y="3945"/>
                  <a:pt x="8204" y="3774"/>
                  <a:pt x="8108" y="3689"/>
                </a:cubicBezTo>
                <a:lnTo>
                  <a:pt x="7393" y="2963"/>
                </a:lnTo>
                <a:lnTo>
                  <a:pt x="7148" y="2729"/>
                </a:lnTo>
                <a:lnTo>
                  <a:pt x="7639" y="2270"/>
                </a:lnTo>
                <a:lnTo>
                  <a:pt x="8033" y="2665"/>
                </a:lnTo>
                <a:cubicBezTo>
                  <a:pt x="8087" y="2718"/>
                  <a:pt x="8140" y="2729"/>
                  <a:pt x="8204" y="2729"/>
                </a:cubicBezTo>
                <a:cubicBezTo>
                  <a:pt x="8268" y="2729"/>
                  <a:pt x="8321" y="2697"/>
                  <a:pt x="8375" y="2665"/>
                </a:cubicBezTo>
                <a:cubicBezTo>
                  <a:pt x="8471" y="2569"/>
                  <a:pt x="8471" y="2409"/>
                  <a:pt x="8375" y="2313"/>
                </a:cubicBezTo>
                <a:lnTo>
                  <a:pt x="6134" y="73"/>
                </a:lnTo>
                <a:cubicBezTo>
                  <a:pt x="6086" y="25"/>
                  <a:pt x="6022" y="1"/>
                  <a:pt x="59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cxnSp>
        <p:nvCxnSpPr>
          <p:cNvPr id="1201" name="Google Shape;1201;p54"/>
          <p:cNvCxnSpPr>
            <a:stCxn id="1182" idx="6"/>
            <a:endCxn id="1183" idx="0"/>
          </p:cNvCxnSpPr>
          <p:nvPr/>
        </p:nvCxnSpPr>
        <p:spPr>
          <a:xfrm>
            <a:off x="4398200" y="1655150"/>
            <a:ext cx="794400" cy="166800"/>
          </a:xfrm>
          <a:prstGeom prst="bentConnector2">
            <a:avLst/>
          </a:prstGeom>
          <a:noFill/>
          <a:ln cap="flat" cmpd="sng" w="28575">
            <a:solidFill>
              <a:schemeClr val="dk2"/>
            </a:solidFill>
            <a:prstDash val="solid"/>
            <a:round/>
            <a:headEnd len="med" w="med" type="none"/>
            <a:tailEnd len="med" w="med" type="none"/>
          </a:ln>
        </p:spPr>
      </p:cxnSp>
      <p:cxnSp>
        <p:nvCxnSpPr>
          <p:cNvPr id="1202" name="Google Shape;1202;p54"/>
          <p:cNvCxnSpPr>
            <a:stCxn id="1183" idx="2"/>
            <a:endCxn id="1184" idx="0"/>
          </p:cNvCxnSpPr>
          <p:nvPr/>
        </p:nvCxnSpPr>
        <p:spPr>
          <a:xfrm flipH="1">
            <a:off x="3969750" y="2238425"/>
            <a:ext cx="806400" cy="128100"/>
          </a:xfrm>
          <a:prstGeom prst="bentConnector2">
            <a:avLst/>
          </a:prstGeom>
          <a:noFill/>
          <a:ln cap="flat" cmpd="sng" w="28575">
            <a:solidFill>
              <a:schemeClr val="dk2"/>
            </a:solidFill>
            <a:prstDash val="solid"/>
            <a:round/>
            <a:headEnd len="med" w="med" type="none"/>
            <a:tailEnd len="med" w="med" type="none"/>
          </a:ln>
        </p:spPr>
      </p:cxnSp>
      <p:cxnSp>
        <p:nvCxnSpPr>
          <p:cNvPr id="1203" name="Google Shape;1203;p54"/>
          <p:cNvCxnSpPr>
            <a:stCxn id="1184" idx="6"/>
            <a:endCxn id="1185" idx="0"/>
          </p:cNvCxnSpPr>
          <p:nvPr/>
        </p:nvCxnSpPr>
        <p:spPr>
          <a:xfrm>
            <a:off x="4398200" y="2794924"/>
            <a:ext cx="794400" cy="194400"/>
          </a:xfrm>
          <a:prstGeom prst="bentConnector2">
            <a:avLst/>
          </a:prstGeom>
          <a:noFill/>
          <a:ln cap="flat" cmpd="sng" w="28575">
            <a:solidFill>
              <a:schemeClr val="dk2"/>
            </a:solidFill>
            <a:prstDash val="solid"/>
            <a:round/>
            <a:headEnd len="med" w="med" type="none"/>
            <a:tailEnd len="med" w="med" type="none"/>
          </a:ln>
        </p:spPr>
      </p:cxnSp>
      <p:cxnSp>
        <p:nvCxnSpPr>
          <p:cNvPr id="1204" name="Google Shape;1204;p54"/>
          <p:cNvCxnSpPr>
            <a:stCxn id="1185" idx="2"/>
            <a:endCxn id="1186" idx="0"/>
          </p:cNvCxnSpPr>
          <p:nvPr/>
        </p:nvCxnSpPr>
        <p:spPr>
          <a:xfrm flipH="1">
            <a:off x="3969825" y="3382750"/>
            <a:ext cx="829500" cy="142500"/>
          </a:xfrm>
          <a:prstGeom prst="bentConnector2">
            <a:avLst/>
          </a:prstGeom>
          <a:noFill/>
          <a:ln cap="flat" cmpd="sng" w="28575">
            <a:solidFill>
              <a:schemeClr val="dk2"/>
            </a:solidFill>
            <a:prstDash val="solid"/>
            <a:round/>
            <a:headEnd len="med" w="med" type="none"/>
            <a:tailEnd len="med" w="med" type="none"/>
          </a:ln>
        </p:spPr>
      </p:cxnSp>
      <p:cxnSp>
        <p:nvCxnSpPr>
          <p:cNvPr id="1205" name="Google Shape;1205;p54"/>
          <p:cNvCxnSpPr>
            <a:stCxn id="1182" idx="2"/>
          </p:cNvCxnSpPr>
          <p:nvPr/>
        </p:nvCxnSpPr>
        <p:spPr>
          <a:xfrm rot="10800000">
            <a:off x="2861300" y="1655150"/>
            <a:ext cx="680100" cy="0"/>
          </a:xfrm>
          <a:prstGeom prst="straightConnector1">
            <a:avLst/>
          </a:prstGeom>
          <a:noFill/>
          <a:ln cap="flat" cmpd="sng" w="28575">
            <a:solidFill>
              <a:schemeClr val="dk2"/>
            </a:solidFill>
            <a:prstDash val="solid"/>
            <a:round/>
            <a:headEnd len="med" w="med" type="none"/>
            <a:tailEnd len="med" w="med" type="oval"/>
          </a:ln>
        </p:spPr>
      </p:cxnSp>
      <p:cxnSp>
        <p:nvCxnSpPr>
          <p:cNvPr id="1206" name="Google Shape;1206;p54"/>
          <p:cNvCxnSpPr>
            <a:stCxn id="1184" idx="2"/>
          </p:cNvCxnSpPr>
          <p:nvPr/>
        </p:nvCxnSpPr>
        <p:spPr>
          <a:xfrm rot="10800000">
            <a:off x="2861300" y="2794924"/>
            <a:ext cx="680100" cy="0"/>
          </a:xfrm>
          <a:prstGeom prst="straightConnector1">
            <a:avLst/>
          </a:prstGeom>
          <a:noFill/>
          <a:ln cap="flat" cmpd="sng" w="28575">
            <a:solidFill>
              <a:schemeClr val="dk2"/>
            </a:solidFill>
            <a:prstDash val="solid"/>
            <a:round/>
            <a:headEnd len="med" w="med" type="none"/>
            <a:tailEnd len="med" w="med" type="oval"/>
          </a:ln>
        </p:spPr>
      </p:cxnSp>
      <p:cxnSp>
        <p:nvCxnSpPr>
          <p:cNvPr id="1207" name="Google Shape;1207;p54"/>
          <p:cNvCxnSpPr>
            <a:stCxn id="1186" idx="2"/>
          </p:cNvCxnSpPr>
          <p:nvPr/>
        </p:nvCxnSpPr>
        <p:spPr>
          <a:xfrm rot="10800000">
            <a:off x="2880400" y="3934725"/>
            <a:ext cx="680100" cy="0"/>
          </a:xfrm>
          <a:prstGeom prst="straightConnector1">
            <a:avLst/>
          </a:prstGeom>
          <a:noFill/>
          <a:ln cap="flat" cmpd="sng" w="28575">
            <a:solidFill>
              <a:schemeClr val="dk2"/>
            </a:solidFill>
            <a:prstDash val="solid"/>
            <a:round/>
            <a:headEnd len="med" w="med" type="none"/>
            <a:tailEnd len="med" w="med" type="oval"/>
          </a:ln>
        </p:spPr>
      </p:cxnSp>
      <p:cxnSp>
        <p:nvCxnSpPr>
          <p:cNvPr id="1208" name="Google Shape;1208;p54"/>
          <p:cNvCxnSpPr>
            <a:stCxn id="1183" idx="6"/>
          </p:cNvCxnSpPr>
          <p:nvPr/>
        </p:nvCxnSpPr>
        <p:spPr>
          <a:xfrm>
            <a:off x="5609250" y="2238425"/>
            <a:ext cx="674700" cy="0"/>
          </a:xfrm>
          <a:prstGeom prst="straightConnector1">
            <a:avLst/>
          </a:prstGeom>
          <a:noFill/>
          <a:ln cap="flat" cmpd="sng" w="28575">
            <a:solidFill>
              <a:schemeClr val="dk2"/>
            </a:solidFill>
            <a:prstDash val="solid"/>
            <a:round/>
            <a:headEnd len="med" w="med" type="none"/>
            <a:tailEnd len="med" w="med" type="oval"/>
          </a:ln>
        </p:spPr>
      </p:cxnSp>
      <p:cxnSp>
        <p:nvCxnSpPr>
          <p:cNvPr id="1209" name="Google Shape;1209;p54"/>
          <p:cNvCxnSpPr>
            <a:stCxn id="1185" idx="6"/>
          </p:cNvCxnSpPr>
          <p:nvPr/>
        </p:nvCxnSpPr>
        <p:spPr>
          <a:xfrm>
            <a:off x="5585925" y="3382750"/>
            <a:ext cx="674700" cy="0"/>
          </a:xfrm>
          <a:prstGeom prst="straightConnector1">
            <a:avLst/>
          </a:prstGeom>
          <a:noFill/>
          <a:ln cap="flat" cmpd="sng" w="28575">
            <a:solidFill>
              <a:schemeClr val="dk2"/>
            </a:solidFill>
            <a:prstDash val="solid"/>
            <a:round/>
            <a:headEnd len="med" w="med" type="none"/>
            <a:tailEnd len="med" w="med" type="oval"/>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3" name="Shape 1213"/>
        <p:cNvGrpSpPr/>
        <p:nvPr/>
      </p:nvGrpSpPr>
      <p:grpSpPr>
        <a:xfrm>
          <a:off x="0" y="0"/>
          <a:ext cx="0" cy="0"/>
          <a:chOff x="0" y="0"/>
          <a:chExt cx="0" cy="0"/>
        </a:xfrm>
      </p:grpSpPr>
      <p:sp>
        <p:nvSpPr>
          <p:cNvPr id="1214" name="Google Shape;1214;p55"/>
          <p:cNvSpPr txBox="1"/>
          <p:nvPr>
            <p:ph type="title"/>
          </p:nvPr>
        </p:nvSpPr>
        <p:spPr>
          <a:xfrm>
            <a:off x="732300" y="445025"/>
            <a:ext cx="7679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Recommendations </a:t>
            </a:r>
            <a:endParaRPr/>
          </a:p>
        </p:txBody>
      </p:sp>
      <p:sp>
        <p:nvSpPr>
          <p:cNvPr id="1215" name="Google Shape;1215;p55"/>
          <p:cNvSpPr txBox="1"/>
          <p:nvPr>
            <p:ph idx="2" type="title"/>
          </p:nvPr>
        </p:nvSpPr>
        <p:spPr>
          <a:xfrm>
            <a:off x="5435950" y="1676263"/>
            <a:ext cx="23364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not to do</a:t>
            </a:r>
            <a:endParaRPr/>
          </a:p>
        </p:txBody>
      </p:sp>
      <p:sp>
        <p:nvSpPr>
          <p:cNvPr id="1216" name="Google Shape;1216;p55"/>
          <p:cNvSpPr txBox="1"/>
          <p:nvPr>
            <p:ph idx="1" type="subTitle"/>
          </p:nvPr>
        </p:nvSpPr>
        <p:spPr>
          <a:xfrm>
            <a:off x="5318788" y="2009425"/>
            <a:ext cx="2570700" cy="220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 Describe what the patient should not do here </a:t>
            </a:r>
            <a:endParaRPr/>
          </a:p>
          <a:p>
            <a:pPr indent="0" lvl="0" marL="0" rtl="0" algn="l">
              <a:spcBef>
                <a:spcPts val="1000"/>
              </a:spcBef>
              <a:spcAft>
                <a:spcPts val="0"/>
              </a:spcAft>
              <a:buNone/>
            </a:pPr>
            <a:r>
              <a:rPr lang="en"/>
              <a:t>● Describe what the patient should not do here </a:t>
            </a:r>
            <a:endParaRPr/>
          </a:p>
          <a:p>
            <a:pPr indent="0" lvl="0" marL="0" rtl="0" algn="l">
              <a:spcBef>
                <a:spcPts val="1000"/>
              </a:spcBef>
              <a:spcAft>
                <a:spcPts val="0"/>
              </a:spcAft>
              <a:buNone/>
            </a:pPr>
            <a:r>
              <a:rPr lang="en"/>
              <a:t>● Describe what the patient should not do here </a:t>
            </a:r>
            <a:endParaRPr/>
          </a:p>
          <a:p>
            <a:pPr indent="0" lvl="0" marL="0" rtl="0" algn="l">
              <a:spcBef>
                <a:spcPts val="1000"/>
              </a:spcBef>
              <a:spcAft>
                <a:spcPts val="0"/>
              </a:spcAft>
              <a:buNone/>
            </a:pPr>
            <a:r>
              <a:t/>
            </a:r>
            <a:endParaRPr/>
          </a:p>
          <a:p>
            <a:pPr indent="0" lvl="0" marL="0" rtl="0" algn="l">
              <a:spcBef>
                <a:spcPts val="1000"/>
              </a:spcBef>
              <a:spcAft>
                <a:spcPts val="1200"/>
              </a:spcAft>
              <a:buNone/>
            </a:pPr>
            <a:r>
              <a:t/>
            </a:r>
            <a:endParaRPr/>
          </a:p>
        </p:txBody>
      </p:sp>
      <p:sp>
        <p:nvSpPr>
          <p:cNvPr id="1217" name="Google Shape;1217;p55"/>
          <p:cNvSpPr txBox="1"/>
          <p:nvPr>
            <p:ph idx="3" type="title"/>
          </p:nvPr>
        </p:nvSpPr>
        <p:spPr>
          <a:xfrm>
            <a:off x="1371650" y="1676263"/>
            <a:ext cx="23364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t</a:t>
            </a:r>
            <a:r>
              <a:rPr lang="en"/>
              <a:t>o do</a:t>
            </a:r>
            <a:endParaRPr/>
          </a:p>
          <a:p>
            <a:pPr indent="0" lvl="0" marL="0" rtl="0" algn="ctr">
              <a:spcBef>
                <a:spcPts val="0"/>
              </a:spcBef>
              <a:spcAft>
                <a:spcPts val="0"/>
              </a:spcAft>
              <a:buClr>
                <a:schemeClr val="dk1"/>
              </a:buClr>
              <a:buSzPts val="1100"/>
              <a:buFont typeface="Arial"/>
              <a:buNone/>
            </a:pPr>
            <a:r>
              <a:t/>
            </a:r>
            <a:endParaRPr/>
          </a:p>
        </p:txBody>
      </p:sp>
      <p:sp>
        <p:nvSpPr>
          <p:cNvPr id="1218" name="Google Shape;1218;p55"/>
          <p:cNvSpPr txBox="1"/>
          <p:nvPr>
            <p:ph idx="4" type="subTitle"/>
          </p:nvPr>
        </p:nvSpPr>
        <p:spPr>
          <a:xfrm>
            <a:off x="1254513" y="2009425"/>
            <a:ext cx="2570700" cy="220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 </a:t>
            </a:r>
            <a:r>
              <a:rPr lang="en"/>
              <a:t>Describe what the patient should do here</a:t>
            </a:r>
            <a:endParaRPr/>
          </a:p>
          <a:p>
            <a:pPr indent="0" lvl="0" marL="0" rtl="0" algn="l">
              <a:spcBef>
                <a:spcPts val="1000"/>
              </a:spcBef>
              <a:spcAft>
                <a:spcPts val="0"/>
              </a:spcAft>
              <a:buNone/>
            </a:pPr>
            <a:r>
              <a:rPr lang="en"/>
              <a:t>● </a:t>
            </a:r>
            <a:r>
              <a:rPr lang="en"/>
              <a:t>Describe what the patient should do here</a:t>
            </a:r>
            <a:endParaRPr/>
          </a:p>
          <a:p>
            <a:pPr indent="0" lvl="0" marL="0" rtl="0" algn="l">
              <a:spcBef>
                <a:spcPts val="1000"/>
              </a:spcBef>
              <a:spcAft>
                <a:spcPts val="1000"/>
              </a:spcAft>
              <a:buNone/>
            </a:pPr>
            <a:r>
              <a:rPr lang="en"/>
              <a:t>● </a:t>
            </a:r>
            <a:r>
              <a:rPr lang="en"/>
              <a:t>Describe what the patient should do here</a:t>
            </a:r>
            <a:endParaRPr/>
          </a:p>
        </p:txBody>
      </p:sp>
      <p:grpSp>
        <p:nvGrpSpPr>
          <p:cNvPr id="1219" name="Google Shape;1219;p55"/>
          <p:cNvGrpSpPr/>
          <p:nvPr/>
        </p:nvGrpSpPr>
        <p:grpSpPr>
          <a:xfrm>
            <a:off x="2322887" y="1248750"/>
            <a:ext cx="427517" cy="427517"/>
            <a:chOff x="2322887" y="1248750"/>
            <a:chExt cx="427517" cy="427517"/>
          </a:xfrm>
        </p:grpSpPr>
        <p:sp>
          <p:nvSpPr>
            <p:cNvPr id="1220" name="Google Shape;1220;p55"/>
            <p:cNvSpPr/>
            <p:nvPr/>
          </p:nvSpPr>
          <p:spPr>
            <a:xfrm>
              <a:off x="2322887" y="1248750"/>
              <a:ext cx="427517" cy="427517"/>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21" name="Google Shape;1221;p55"/>
            <p:cNvSpPr/>
            <p:nvPr/>
          </p:nvSpPr>
          <p:spPr>
            <a:xfrm>
              <a:off x="2425006" y="1381663"/>
              <a:ext cx="221535" cy="161693"/>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22" name="Google Shape;1222;p55"/>
          <p:cNvGrpSpPr/>
          <p:nvPr/>
        </p:nvGrpSpPr>
        <p:grpSpPr>
          <a:xfrm>
            <a:off x="6390400" y="1248750"/>
            <a:ext cx="427517" cy="427517"/>
            <a:chOff x="6390400" y="1248750"/>
            <a:chExt cx="427517" cy="427517"/>
          </a:xfrm>
        </p:grpSpPr>
        <p:sp>
          <p:nvSpPr>
            <p:cNvPr id="1223" name="Google Shape;1223;p55"/>
            <p:cNvSpPr/>
            <p:nvPr/>
          </p:nvSpPr>
          <p:spPr>
            <a:xfrm>
              <a:off x="6390400" y="1248750"/>
              <a:ext cx="427517" cy="427517"/>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24" name="Google Shape;1224;p55"/>
            <p:cNvSpPr/>
            <p:nvPr/>
          </p:nvSpPr>
          <p:spPr>
            <a:xfrm>
              <a:off x="6503426" y="1365448"/>
              <a:ext cx="201403" cy="194103"/>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8" name="Shape 1228"/>
        <p:cNvGrpSpPr/>
        <p:nvPr/>
      </p:nvGrpSpPr>
      <p:grpSpPr>
        <a:xfrm>
          <a:off x="0" y="0"/>
          <a:ext cx="0" cy="0"/>
          <a:chOff x="0" y="0"/>
          <a:chExt cx="0" cy="0"/>
        </a:xfrm>
      </p:grpSpPr>
      <p:sp>
        <p:nvSpPr>
          <p:cNvPr id="1229" name="Google Shape;1229;p56"/>
          <p:cNvSpPr txBox="1"/>
          <p:nvPr>
            <p:ph type="title"/>
          </p:nvPr>
        </p:nvSpPr>
        <p:spPr>
          <a:xfrm>
            <a:off x="732300" y="445025"/>
            <a:ext cx="7679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Prevalence</a:t>
            </a:r>
            <a:endParaRPr/>
          </a:p>
        </p:txBody>
      </p:sp>
      <p:sp>
        <p:nvSpPr>
          <p:cNvPr id="1230" name="Google Shape;1230;p56"/>
          <p:cNvSpPr txBox="1"/>
          <p:nvPr>
            <p:ph idx="4294967295" type="title"/>
          </p:nvPr>
        </p:nvSpPr>
        <p:spPr>
          <a:xfrm>
            <a:off x="6367798" y="1602075"/>
            <a:ext cx="19362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t>Mercury</a:t>
            </a:r>
            <a:endParaRPr sz="2000"/>
          </a:p>
        </p:txBody>
      </p:sp>
      <p:sp>
        <p:nvSpPr>
          <p:cNvPr id="1231" name="Google Shape;1231;p56"/>
          <p:cNvSpPr txBox="1"/>
          <p:nvPr>
            <p:ph idx="4294967295" type="subTitle"/>
          </p:nvPr>
        </p:nvSpPr>
        <p:spPr>
          <a:xfrm>
            <a:off x="6367811" y="1931575"/>
            <a:ext cx="2043900" cy="4848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1400"/>
              <a:t>Mercury is the smallest planet</a:t>
            </a:r>
            <a:endParaRPr sz="1400">
              <a:solidFill>
                <a:schemeClr val="dk1"/>
              </a:solidFill>
            </a:endParaRPr>
          </a:p>
        </p:txBody>
      </p:sp>
      <p:sp>
        <p:nvSpPr>
          <p:cNvPr id="1232" name="Google Shape;1232;p56"/>
          <p:cNvSpPr txBox="1"/>
          <p:nvPr>
            <p:ph idx="4294967295" type="title"/>
          </p:nvPr>
        </p:nvSpPr>
        <p:spPr>
          <a:xfrm>
            <a:off x="6367788" y="3318075"/>
            <a:ext cx="19362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t>Jupiter</a:t>
            </a:r>
            <a:endParaRPr sz="2000"/>
          </a:p>
        </p:txBody>
      </p:sp>
      <p:sp>
        <p:nvSpPr>
          <p:cNvPr id="1233" name="Google Shape;1233;p56"/>
          <p:cNvSpPr txBox="1"/>
          <p:nvPr>
            <p:ph idx="4294967295" type="subTitle"/>
          </p:nvPr>
        </p:nvSpPr>
        <p:spPr>
          <a:xfrm>
            <a:off x="6367800" y="3648100"/>
            <a:ext cx="2043900" cy="4848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1400">
                <a:solidFill>
                  <a:schemeClr val="dk1"/>
                </a:solidFill>
              </a:rPr>
              <a:t>Jupiter is the biggest planet of them all</a:t>
            </a:r>
            <a:endParaRPr sz="1400">
              <a:solidFill>
                <a:schemeClr val="dk1"/>
              </a:solidFill>
            </a:endParaRPr>
          </a:p>
        </p:txBody>
      </p:sp>
      <p:sp>
        <p:nvSpPr>
          <p:cNvPr id="1234" name="Google Shape;1234;p56"/>
          <p:cNvSpPr txBox="1"/>
          <p:nvPr/>
        </p:nvSpPr>
        <p:spPr>
          <a:xfrm>
            <a:off x="6373525" y="1199675"/>
            <a:ext cx="1099800" cy="52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3000">
                <a:solidFill>
                  <a:schemeClr val="accent3"/>
                </a:solidFill>
                <a:latin typeface="Sansita"/>
                <a:ea typeface="Sansita"/>
                <a:cs typeface="Sansita"/>
                <a:sym typeface="Sansita"/>
              </a:rPr>
              <a:t>20%</a:t>
            </a:r>
            <a:endParaRPr b="1" sz="3000">
              <a:solidFill>
                <a:schemeClr val="accent3"/>
              </a:solidFill>
              <a:latin typeface="Sansita"/>
              <a:ea typeface="Sansita"/>
              <a:cs typeface="Sansita"/>
              <a:sym typeface="Sansita"/>
            </a:endParaRPr>
          </a:p>
        </p:txBody>
      </p:sp>
      <p:sp>
        <p:nvSpPr>
          <p:cNvPr id="1235" name="Google Shape;1235;p56"/>
          <p:cNvSpPr txBox="1"/>
          <p:nvPr/>
        </p:nvSpPr>
        <p:spPr>
          <a:xfrm>
            <a:off x="6373525" y="2862300"/>
            <a:ext cx="1099800" cy="52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3000">
                <a:solidFill>
                  <a:schemeClr val="dk1"/>
                </a:solidFill>
                <a:latin typeface="Sansita"/>
                <a:ea typeface="Sansita"/>
                <a:cs typeface="Sansita"/>
                <a:sym typeface="Sansita"/>
              </a:rPr>
              <a:t>80%</a:t>
            </a:r>
            <a:endParaRPr b="1" sz="3000">
              <a:solidFill>
                <a:schemeClr val="dk1"/>
              </a:solidFill>
              <a:latin typeface="Sansita"/>
              <a:ea typeface="Sansita"/>
              <a:cs typeface="Sansita"/>
              <a:sym typeface="Sansita"/>
            </a:endParaRPr>
          </a:p>
        </p:txBody>
      </p:sp>
      <p:grpSp>
        <p:nvGrpSpPr>
          <p:cNvPr id="1236" name="Google Shape;1236;p56"/>
          <p:cNvGrpSpPr/>
          <p:nvPr/>
        </p:nvGrpSpPr>
        <p:grpSpPr>
          <a:xfrm>
            <a:off x="675850" y="1348700"/>
            <a:ext cx="5106675" cy="2784139"/>
            <a:chOff x="-15087562" y="1923325"/>
            <a:chExt cx="14962422" cy="8157454"/>
          </a:xfrm>
        </p:grpSpPr>
        <p:sp>
          <p:nvSpPr>
            <p:cNvPr id="1237" name="Google Shape;1237;p56"/>
            <p:cNvSpPr/>
            <p:nvPr/>
          </p:nvSpPr>
          <p:spPr>
            <a:xfrm>
              <a:off x="-6293089" y="5912737"/>
              <a:ext cx="3100366" cy="708197"/>
            </a:xfrm>
            <a:custGeom>
              <a:rect b="b" l="l" r="r" t="t"/>
              <a:pathLst>
                <a:path extrusionOk="0" h="13204" w="59156">
                  <a:moveTo>
                    <a:pt x="1" y="0"/>
                  </a:moveTo>
                  <a:lnTo>
                    <a:pt x="1" y="0"/>
                  </a:lnTo>
                  <a:close/>
                  <a:moveTo>
                    <a:pt x="59155" y="13203"/>
                  </a:move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6"/>
            <p:cNvSpPr/>
            <p:nvPr/>
          </p:nvSpPr>
          <p:spPr>
            <a:xfrm>
              <a:off x="-9477577" y="2195537"/>
              <a:ext cx="8634338" cy="6670531"/>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6"/>
            <p:cNvSpPr/>
            <p:nvPr/>
          </p:nvSpPr>
          <p:spPr>
            <a:xfrm>
              <a:off x="-3179249" y="7445435"/>
              <a:ext cx="2325065" cy="1746087"/>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6"/>
            <p:cNvSpPr/>
            <p:nvPr/>
          </p:nvSpPr>
          <p:spPr>
            <a:xfrm>
              <a:off x="-2071581" y="6835360"/>
              <a:ext cx="1198355" cy="668936"/>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6"/>
            <p:cNvSpPr/>
            <p:nvPr/>
          </p:nvSpPr>
          <p:spPr>
            <a:xfrm>
              <a:off x="-3210957" y="6385929"/>
              <a:ext cx="591499" cy="683203"/>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6"/>
            <p:cNvSpPr/>
            <p:nvPr/>
          </p:nvSpPr>
          <p:spPr>
            <a:xfrm>
              <a:off x="-3953647" y="6463167"/>
              <a:ext cx="1135830" cy="924024"/>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6"/>
            <p:cNvSpPr/>
            <p:nvPr/>
          </p:nvSpPr>
          <p:spPr>
            <a:xfrm>
              <a:off x="-6376420" y="7461633"/>
              <a:ext cx="476459" cy="84834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6"/>
            <p:cNvSpPr/>
            <p:nvPr/>
          </p:nvSpPr>
          <p:spPr>
            <a:xfrm>
              <a:off x="-2079704" y="3949972"/>
              <a:ext cx="560682" cy="897367"/>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6"/>
            <p:cNvSpPr/>
            <p:nvPr/>
          </p:nvSpPr>
          <p:spPr>
            <a:xfrm>
              <a:off x="-1107880" y="8942302"/>
              <a:ext cx="982740" cy="760652"/>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6"/>
            <p:cNvSpPr/>
            <p:nvPr/>
          </p:nvSpPr>
          <p:spPr>
            <a:xfrm>
              <a:off x="-2356844" y="5582651"/>
              <a:ext cx="488199" cy="826891"/>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6"/>
            <p:cNvSpPr/>
            <p:nvPr/>
          </p:nvSpPr>
          <p:spPr>
            <a:xfrm>
              <a:off x="-2705575" y="6706307"/>
              <a:ext cx="388620" cy="487918"/>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6"/>
            <p:cNvSpPr/>
            <p:nvPr/>
          </p:nvSpPr>
          <p:spPr>
            <a:xfrm>
              <a:off x="-6520440" y="2202188"/>
              <a:ext cx="545326" cy="3497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6"/>
            <p:cNvSpPr/>
            <p:nvPr/>
          </p:nvSpPr>
          <p:spPr>
            <a:xfrm>
              <a:off x="-8017561" y="2069166"/>
              <a:ext cx="516291" cy="190458"/>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6"/>
            <p:cNvSpPr/>
            <p:nvPr/>
          </p:nvSpPr>
          <p:spPr>
            <a:xfrm>
              <a:off x="-8949554" y="3346924"/>
              <a:ext cx="242816" cy="248491"/>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6"/>
            <p:cNvSpPr/>
            <p:nvPr/>
          </p:nvSpPr>
          <p:spPr>
            <a:xfrm>
              <a:off x="-2824858" y="7306620"/>
              <a:ext cx="451460" cy="176727"/>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6"/>
            <p:cNvSpPr/>
            <p:nvPr/>
          </p:nvSpPr>
          <p:spPr>
            <a:xfrm>
              <a:off x="-3571217" y="2255021"/>
              <a:ext cx="549624" cy="117622"/>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6"/>
            <p:cNvSpPr/>
            <p:nvPr/>
          </p:nvSpPr>
          <p:spPr>
            <a:xfrm>
              <a:off x="-1954708" y="9308755"/>
              <a:ext cx="263570" cy="208908"/>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6"/>
            <p:cNvSpPr/>
            <p:nvPr/>
          </p:nvSpPr>
          <p:spPr>
            <a:xfrm>
              <a:off x="-4392889" y="6122192"/>
              <a:ext cx="172114" cy="274718"/>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6"/>
            <p:cNvSpPr/>
            <p:nvPr/>
          </p:nvSpPr>
          <p:spPr>
            <a:xfrm>
              <a:off x="-5369272" y="2026953"/>
              <a:ext cx="336996" cy="141918"/>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6"/>
            <p:cNvSpPr/>
            <p:nvPr/>
          </p:nvSpPr>
          <p:spPr>
            <a:xfrm>
              <a:off x="-7686964" y="2028938"/>
              <a:ext cx="247323" cy="119552"/>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6"/>
            <p:cNvSpPr/>
            <p:nvPr/>
          </p:nvSpPr>
          <p:spPr>
            <a:xfrm>
              <a:off x="-2485456" y="7316973"/>
              <a:ext cx="268130" cy="164445"/>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6"/>
            <p:cNvSpPr/>
            <p:nvPr/>
          </p:nvSpPr>
          <p:spPr>
            <a:xfrm>
              <a:off x="-2397461" y="5173931"/>
              <a:ext cx="142084" cy="201346"/>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6"/>
            <p:cNvSpPr/>
            <p:nvPr/>
          </p:nvSpPr>
          <p:spPr>
            <a:xfrm>
              <a:off x="-2413027" y="6025806"/>
              <a:ext cx="158540" cy="208694"/>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6"/>
            <p:cNvSpPr/>
            <p:nvPr/>
          </p:nvSpPr>
          <p:spPr>
            <a:xfrm>
              <a:off x="-6887252" y="2021428"/>
              <a:ext cx="233749" cy="101531"/>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6"/>
            <p:cNvSpPr/>
            <p:nvPr/>
          </p:nvSpPr>
          <p:spPr>
            <a:xfrm>
              <a:off x="-454338" y="8046821"/>
              <a:ext cx="155291" cy="171739"/>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6"/>
            <p:cNvSpPr/>
            <p:nvPr/>
          </p:nvSpPr>
          <p:spPr>
            <a:xfrm>
              <a:off x="-1862258" y="6577148"/>
              <a:ext cx="138520" cy="171203"/>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6"/>
            <p:cNvSpPr/>
            <p:nvPr/>
          </p:nvSpPr>
          <p:spPr>
            <a:xfrm>
              <a:off x="-6608278" y="2004747"/>
              <a:ext cx="182858" cy="107592"/>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6"/>
            <p:cNvSpPr/>
            <p:nvPr/>
          </p:nvSpPr>
          <p:spPr>
            <a:xfrm>
              <a:off x="-1749841" y="2470108"/>
              <a:ext cx="169966" cy="89678"/>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6"/>
            <p:cNvSpPr/>
            <p:nvPr/>
          </p:nvSpPr>
          <p:spPr>
            <a:xfrm>
              <a:off x="-5010322" y="2106498"/>
              <a:ext cx="170961" cy="100780"/>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6"/>
            <p:cNvSpPr/>
            <p:nvPr/>
          </p:nvSpPr>
          <p:spPr>
            <a:xfrm>
              <a:off x="-2199931" y="6972189"/>
              <a:ext cx="163100" cy="86299"/>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6"/>
            <p:cNvSpPr/>
            <p:nvPr/>
          </p:nvSpPr>
          <p:spPr>
            <a:xfrm>
              <a:off x="-6384543" y="2025129"/>
              <a:ext cx="130029" cy="85333"/>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6"/>
            <p:cNvSpPr/>
            <p:nvPr/>
          </p:nvSpPr>
          <p:spPr>
            <a:xfrm>
              <a:off x="-11173067" y="2041864"/>
              <a:ext cx="1090547" cy="20392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6"/>
            <p:cNvSpPr/>
            <p:nvPr/>
          </p:nvSpPr>
          <p:spPr>
            <a:xfrm>
              <a:off x="-15087562" y="1923325"/>
              <a:ext cx="6776718" cy="8157454"/>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6"/>
            <p:cNvSpPr/>
            <p:nvPr/>
          </p:nvSpPr>
          <p:spPr>
            <a:xfrm>
              <a:off x="-12261711" y="2141899"/>
              <a:ext cx="593281" cy="196680"/>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6"/>
            <p:cNvSpPr/>
            <p:nvPr/>
          </p:nvSpPr>
          <p:spPr>
            <a:xfrm>
              <a:off x="-8984878" y="2717431"/>
              <a:ext cx="447477" cy="205047"/>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6"/>
            <p:cNvSpPr/>
            <p:nvPr/>
          </p:nvSpPr>
          <p:spPr>
            <a:xfrm>
              <a:off x="-12530727" y="5269782"/>
              <a:ext cx="552559" cy="242645"/>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6"/>
            <p:cNvSpPr/>
            <p:nvPr/>
          </p:nvSpPr>
          <p:spPr>
            <a:xfrm>
              <a:off x="-11634058" y="2075871"/>
              <a:ext cx="339669" cy="240338"/>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6"/>
            <p:cNvSpPr/>
            <p:nvPr/>
          </p:nvSpPr>
          <p:spPr>
            <a:xfrm>
              <a:off x="-12036194" y="5472425"/>
              <a:ext cx="346011" cy="158652"/>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6"/>
            <p:cNvSpPr/>
            <p:nvPr/>
          </p:nvSpPr>
          <p:spPr>
            <a:xfrm>
              <a:off x="-11547111" y="2772249"/>
              <a:ext cx="271746" cy="138432"/>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6"/>
            <p:cNvSpPr/>
            <p:nvPr/>
          </p:nvSpPr>
          <p:spPr>
            <a:xfrm>
              <a:off x="-11828811" y="2097755"/>
              <a:ext cx="197586" cy="96168"/>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6"/>
            <p:cNvSpPr/>
            <p:nvPr/>
          </p:nvSpPr>
          <p:spPr>
            <a:xfrm>
              <a:off x="-11655808" y="5549288"/>
              <a:ext cx="124159" cy="9509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6"/>
            <p:cNvSpPr/>
            <p:nvPr/>
          </p:nvSpPr>
          <p:spPr>
            <a:xfrm>
              <a:off x="-10828896" y="9820674"/>
              <a:ext cx="131392" cy="84153"/>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6"/>
            <p:cNvSpPr/>
            <p:nvPr/>
          </p:nvSpPr>
          <p:spPr>
            <a:xfrm>
              <a:off x="-12213704" y="5562322"/>
              <a:ext cx="117765" cy="8211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6"/>
            <p:cNvSpPr/>
            <p:nvPr/>
          </p:nvSpPr>
          <p:spPr>
            <a:xfrm>
              <a:off x="-806842" y="7147638"/>
              <a:ext cx="99317" cy="114886"/>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6"/>
            <p:cNvSpPr/>
            <p:nvPr/>
          </p:nvSpPr>
          <p:spPr>
            <a:xfrm>
              <a:off x="-6580187" y="2569445"/>
              <a:ext cx="115092" cy="81311"/>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6"/>
            <p:cNvSpPr/>
            <p:nvPr/>
          </p:nvSpPr>
          <p:spPr>
            <a:xfrm>
              <a:off x="-2320629" y="6998794"/>
              <a:ext cx="105082" cy="80077"/>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6"/>
            <p:cNvSpPr/>
            <p:nvPr/>
          </p:nvSpPr>
          <p:spPr>
            <a:xfrm>
              <a:off x="-1572540" y="3943321"/>
              <a:ext cx="96592" cy="90536"/>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6"/>
            <p:cNvSpPr/>
            <p:nvPr/>
          </p:nvSpPr>
          <p:spPr>
            <a:xfrm>
              <a:off x="-8132600" y="4082028"/>
              <a:ext cx="112367" cy="270696"/>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6"/>
            <p:cNvSpPr/>
            <p:nvPr/>
          </p:nvSpPr>
          <p:spPr>
            <a:xfrm>
              <a:off x="-7379951" y="4524164"/>
              <a:ext cx="196590" cy="97401"/>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6"/>
            <p:cNvSpPr/>
            <p:nvPr/>
          </p:nvSpPr>
          <p:spPr>
            <a:xfrm>
              <a:off x="-6927974" y="4550768"/>
              <a:ext cx="106025" cy="80667"/>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6"/>
            <p:cNvSpPr/>
            <p:nvPr/>
          </p:nvSpPr>
          <p:spPr>
            <a:xfrm>
              <a:off x="-8416028" y="4259945"/>
              <a:ext cx="94181" cy="81901"/>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8" name="Google Shape;1288;p56"/>
          <p:cNvSpPr/>
          <p:nvPr/>
        </p:nvSpPr>
        <p:spPr>
          <a:xfrm flipH="1">
            <a:off x="1441896" y="1970425"/>
            <a:ext cx="341229" cy="341229"/>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dk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6"/>
          <p:cNvSpPr/>
          <p:nvPr/>
        </p:nvSpPr>
        <p:spPr>
          <a:xfrm flipH="1">
            <a:off x="1441896" y="3048756"/>
            <a:ext cx="341229" cy="341229"/>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dk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6"/>
          <p:cNvSpPr/>
          <p:nvPr/>
        </p:nvSpPr>
        <p:spPr>
          <a:xfrm flipH="1">
            <a:off x="3091495" y="1931574"/>
            <a:ext cx="341229" cy="341229"/>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6"/>
          <p:cNvSpPr/>
          <p:nvPr/>
        </p:nvSpPr>
        <p:spPr>
          <a:xfrm flipH="1">
            <a:off x="3634120" y="1727374"/>
            <a:ext cx="341229" cy="341229"/>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6"/>
          <p:cNvSpPr/>
          <p:nvPr/>
        </p:nvSpPr>
        <p:spPr>
          <a:xfrm flipH="1">
            <a:off x="5001521" y="2641681"/>
            <a:ext cx="341229" cy="341229"/>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dk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6"/>
          <p:cNvSpPr/>
          <p:nvPr/>
        </p:nvSpPr>
        <p:spPr>
          <a:xfrm flipH="1">
            <a:off x="1789969" y="2677600"/>
            <a:ext cx="341229" cy="341266"/>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3"/>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7" name="Shape 1297"/>
        <p:cNvGrpSpPr/>
        <p:nvPr/>
      </p:nvGrpSpPr>
      <p:grpSpPr>
        <a:xfrm>
          <a:off x="0" y="0"/>
          <a:ext cx="0" cy="0"/>
          <a:chOff x="0" y="0"/>
          <a:chExt cx="0" cy="0"/>
        </a:xfrm>
      </p:grpSpPr>
      <p:sp>
        <p:nvSpPr>
          <p:cNvPr id="1298" name="Google Shape;1298;p57"/>
          <p:cNvSpPr txBox="1"/>
          <p:nvPr>
            <p:ph type="title"/>
          </p:nvPr>
        </p:nvSpPr>
        <p:spPr>
          <a:xfrm>
            <a:off x="932525" y="445025"/>
            <a:ext cx="7479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Conclusions </a:t>
            </a:r>
            <a:endParaRPr/>
          </a:p>
        </p:txBody>
      </p:sp>
      <p:sp>
        <p:nvSpPr>
          <p:cNvPr id="1299" name="Google Shape;1299;p57"/>
          <p:cNvSpPr txBox="1"/>
          <p:nvPr>
            <p:ph idx="1" type="subTitle"/>
          </p:nvPr>
        </p:nvSpPr>
        <p:spPr>
          <a:xfrm>
            <a:off x="918175" y="1577550"/>
            <a:ext cx="4623300" cy="242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solidFill>
                  <a:schemeClr val="dk1"/>
                </a:solidFill>
              </a:rPr>
              <a:t>Do you know what helps you make your point clear?</a:t>
            </a:r>
            <a:br>
              <a:rPr lang="en">
                <a:solidFill>
                  <a:schemeClr val="dk1"/>
                </a:solidFill>
              </a:rPr>
            </a:br>
            <a:r>
              <a:rPr lang="en">
                <a:solidFill>
                  <a:schemeClr val="dk1"/>
                </a:solidFill>
              </a:rPr>
              <a:t>Lists like this one:</a:t>
            </a:r>
            <a:endParaRPr>
              <a:solidFill>
                <a:schemeClr val="dk1"/>
              </a:solidFill>
            </a:endParaRPr>
          </a:p>
          <a:p>
            <a:pPr indent="-215900" lvl="0" marL="241300" rtl="0" algn="l">
              <a:spcBef>
                <a:spcPts val="1600"/>
              </a:spcBef>
              <a:spcAft>
                <a:spcPts val="0"/>
              </a:spcAft>
              <a:buSzPts val="1400"/>
              <a:buChar char="●"/>
            </a:pPr>
            <a:r>
              <a:rPr lang="en">
                <a:solidFill>
                  <a:schemeClr val="dk1"/>
                </a:solidFill>
              </a:rPr>
              <a:t>They’re simple </a:t>
            </a:r>
            <a:endParaRPr>
              <a:solidFill>
                <a:schemeClr val="dk1"/>
              </a:solidFill>
            </a:endParaRPr>
          </a:p>
          <a:p>
            <a:pPr indent="-215900" lvl="0" marL="241300" rtl="0" algn="l">
              <a:spcBef>
                <a:spcPts val="0"/>
              </a:spcBef>
              <a:spcAft>
                <a:spcPts val="0"/>
              </a:spcAft>
              <a:buSzPts val="1400"/>
              <a:buChar char="●"/>
            </a:pPr>
            <a:r>
              <a:rPr lang="en">
                <a:solidFill>
                  <a:schemeClr val="dk1"/>
                </a:solidFill>
              </a:rPr>
              <a:t>You can organize your ideas clearly</a:t>
            </a:r>
            <a:endParaRPr>
              <a:solidFill>
                <a:schemeClr val="dk1"/>
              </a:solidFill>
            </a:endParaRPr>
          </a:p>
          <a:p>
            <a:pPr indent="-215900" lvl="0" marL="241300" rtl="0" algn="l">
              <a:spcBef>
                <a:spcPts val="0"/>
              </a:spcBef>
              <a:spcAft>
                <a:spcPts val="0"/>
              </a:spcAft>
              <a:buSzPts val="1400"/>
              <a:buChar char="●"/>
            </a:pPr>
            <a:r>
              <a:rPr lang="en">
                <a:solidFill>
                  <a:schemeClr val="dk1"/>
                </a:solidFill>
              </a:rPr>
              <a:t>You’ll </a:t>
            </a:r>
            <a:r>
              <a:rPr lang="en">
                <a:solidFill>
                  <a:schemeClr val="dk1"/>
                </a:solidFill>
              </a:rPr>
              <a:t>never</a:t>
            </a:r>
            <a:r>
              <a:rPr lang="en">
                <a:solidFill>
                  <a:schemeClr val="dk1"/>
                </a:solidFill>
              </a:rPr>
              <a:t> forget to buy milk!</a:t>
            </a:r>
            <a:endParaRPr>
              <a:solidFill>
                <a:schemeClr val="dk1"/>
              </a:solidFill>
            </a:endParaRPr>
          </a:p>
          <a:p>
            <a:pPr indent="0" lvl="0" marL="0" rtl="0" algn="l">
              <a:spcBef>
                <a:spcPts val="1600"/>
              </a:spcBef>
              <a:spcAft>
                <a:spcPts val="1600"/>
              </a:spcAft>
              <a:buClr>
                <a:srgbClr val="273D40"/>
              </a:buClr>
              <a:buSzPts val="600"/>
              <a:buFont typeface="Arial"/>
              <a:buNone/>
            </a:pPr>
            <a:r>
              <a:rPr lang="en">
                <a:solidFill>
                  <a:schemeClr val="dk1"/>
                </a:solidFill>
              </a:rPr>
              <a:t>And the most important thing: the audience won’t miss the point of your presentation</a:t>
            </a:r>
            <a:endParaRPr>
              <a:solidFill>
                <a:schemeClr val="dk1"/>
              </a:solidFill>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3" name="Shape 1303"/>
        <p:cNvGrpSpPr/>
        <p:nvPr/>
      </p:nvGrpSpPr>
      <p:grpSpPr>
        <a:xfrm>
          <a:off x="0" y="0"/>
          <a:ext cx="0" cy="0"/>
          <a:chOff x="0" y="0"/>
          <a:chExt cx="0" cy="0"/>
        </a:xfrm>
      </p:grpSpPr>
      <p:sp>
        <p:nvSpPr>
          <p:cNvPr id="1304" name="Google Shape;1304;p58"/>
          <p:cNvSpPr txBox="1"/>
          <p:nvPr>
            <p:ph idx="6"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1305" name="Google Shape;1305;p58"/>
          <p:cNvSpPr txBox="1"/>
          <p:nvPr>
            <p:ph type="title"/>
          </p:nvPr>
        </p:nvSpPr>
        <p:spPr>
          <a:xfrm>
            <a:off x="720000" y="3357713"/>
            <a:ext cx="23364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1306" name="Google Shape;1306;p58"/>
          <p:cNvSpPr txBox="1"/>
          <p:nvPr>
            <p:ph idx="1" type="subTitle"/>
          </p:nvPr>
        </p:nvSpPr>
        <p:spPr>
          <a:xfrm>
            <a:off x="720000" y="3685052"/>
            <a:ext cx="2336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307" name="Google Shape;1307;p58"/>
          <p:cNvSpPr txBox="1"/>
          <p:nvPr>
            <p:ph idx="2" type="title"/>
          </p:nvPr>
        </p:nvSpPr>
        <p:spPr>
          <a:xfrm>
            <a:off x="3403800" y="3357713"/>
            <a:ext cx="23364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Timmy Jimmy</a:t>
            </a:r>
            <a:endParaRPr/>
          </a:p>
        </p:txBody>
      </p:sp>
      <p:sp>
        <p:nvSpPr>
          <p:cNvPr id="1308" name="Google Shape;1308;p58"/>
          <p:cNvSpPr txBox="1"/>
          <p:nvPr>
            <p:ph idx="3" type="subTitle"/>
          </p:nvPr>
        </p:nvSpPr>
        <p:spPr>
          <a:xfrm>
            <a:off x="3403800" y="3685052"/>
            <a:ext cx="2336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309" name="Google Shape;1309;p58"/>
          <p:cNvSpPr txBox="1"/>
          <p:nvPr>
            <p:ph idx="4" type="title"/>
          </p:nvPr>
        </p:nvSpPr>
        <p:spPr>
          <a:xfrm>
            <a:off x="6087600" y="3357713"/>
            <a:ext cx="23364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Susan Bones</a:t>
            </a:r>
            <a:endParaRPr/>
          </a:p>
        </p:txBody>
      </p:sp>
      <p:sp>
        <p:nvSpPr>
          <p:cNvPr id="1310" name="Google Shape;1310;p58"/>
          <p:cNvSpPr txBox="1"/>
          <p:nvPr>
            <p:ph idx="5" type="subTitle"/>
          </p:nvPr>
        </p:nvSpPr>
        <p:spPr>
          <a:xfrm>
            <a:off x="6087600" y="3685052"/>
            <a:ext cx="2336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pic>
        <p:nvPicPr>
          <p:cNvPr id="1311" name="Google Shape;1311;p58"/>
          <p:cNvPicPr preferRelativeResize="0"/>
          <p:nvPr/>
        </p:nvPicPr>
        <p:blipFill rotWithShape="1">
          <a:blip r:embed="rId3">
            <a:alphaModFix/>
          </a:blip>
          <a:srcRect b="9387" l="0" r="0" t="0"/>
          <a:stretch/>
        </p:blipFill>
        <p:spPr>
          <a:xfrm>
            <a:off x="932700" y="1365700"/>
            <a:ext cx="1911000" cy="1923900"/>
          </a:xfrm>
          <a:prstGeom prst="ellipse">
            <a:avLst/>
          </a:prstGeom>
          <a:noFill/>
          <a:ln>
            <a:noFill/>
          </a:ln>
        </p:spPr>
      </p:pic>
      <p:pic>
        <p:nvPicPr>
          <p:cNvPr id="1312" name="Google Shape;1312;p58"/>
          <p:cNvPicPr preferRelativeResize="0"/>
          <p:nvPr/>
        </p:nvPicPr>
        <p:blipFill rotWithShape="1">
          <a:blip r:embed="rId4">
            <a:alphaModFix/>
          </a:blip>
          <a:srcRect b="24184" l="26832" r="24856" t="24184"/>
          <a:stretch/>
        </p:blipFill>
        <p:spPr>
          <a:xfrm>
            <a:off x="3616500" y="1365700"/>
            <a:ext cx="1911000" cy="1923900"/>
          </a:xfrm>
          <a:prstGeom prst="ellipse">
            <a:avLst/>
          </a:prstGeom>
          <a:noFill/>
          <a:ln>
            <a:noFill/>
          </a:ln>
        </p:spPr>
      </p:pic>
      <p:pic>
        <p:nvPicPr>
          <p:cNvPr id="1313" name="Google Shape;1313;p58"/>
          <p:cNvPicPr preferRelativeResize="0"/>
          <p:nvPr/>
        </p:nvPicPr>
        <p:blipFill rotWithShape="1">
          <a:blip r:embed="rId5">
            <a:alphaModFix/>
          </a:blip>
          <a:srcRect b="15521" l="20984" r="3884" t="15528"/>
          <a:stretch/>
        </p:blipFill>
        <p:spPr>
          <a:xfrm>
            <a:off x="6300300" y="1365700"/>
            <a:ext cx="1911000" cy="1923900"/>
          </a:xfrm>
          <a:prstGeom prst="ellipse">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7" name="Shape 1317"/>
        <p:cNvGrpSpPr/>
        <p:nvPr/>
      </p:nvGrpSpPr>
      <p:grpSpPr>
        <a:xfrm>
          <a:off x="0" y="0"/>
          <a:ext cx="0" cy="0"/>
          <a:chOff x="0" y="0"/>
          <a:chExt cx="0" cy="0"/>
        </a:xfrm>
      </p:grpSpPr>
      <p:sp>
        <p:nvSpPr>
          <p:cNvPr id="1318" name="Google Shape;1318;p59"/>
          <p:cNvSpPr txBox="1"/>
          <p:nvPr>
            <p:ph type="title"/>
          </p:nvPr>
        </p:nvSpPr>
        <p:spPr>
          <a:xfrm>
            <a:off x="732300" y="445025"/>
            <a:ext cx="7679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References</a:t>
            </a:r>
            <a:endParaRPr/>
          </a:p>
        </p:txBody>
      </p:sp>
      <p:sp>
        <p:nvSpPr>
          <p:cNvPr id="1319" name="Google Shape;1319;p59"/>
          <p:cNvSpPr txBox="1"/>
          <p:nvPr>
            <p:ph idx="1" type="subTitle"/>
          </p:nvPr>
        </p:nvSpPr>
        <p:spPr>
          <a:xfrm>
            <a:off x="2027850" y="1493650"/>
            <a:ext cx="5088300" cy="2425500"/>
          </a:xfrm>
          <a:prstGeom prst="rect">
            <a:avLst/>
          </a:prstGeom>
        </p:spPr>
        <p:txBody>
          <a:bodyPr anchorCtr="0" anchor="t" bIns="91425" lIns="91425" spcFirstLastPara="1" rIns="91425" wrap="square" tIns="91425">
            <a:noAutofit/>
          </a:bodyPr>
          <a:lstStyle/>
          <a:p>
            <a:pPr indent="-342900" lvl="0" marL="457200" rtl="0" algn="ctr">
              <a:spcBef>
                <a:spcPts val="0"/>
              </a:spcBef>
              <a:spcAft>
                <a:spcPts val="0"/>
              </a:spcAft>
              <a:buClr>
                <a:schemeClr val="dk1"/>
              </a:buClr>
              <a:buSzPts val="1800"/>
              <a:buChar char="●"/>
            </a:pPr>
            <a:r>
              <a:rPr lang="en">
                <a:solidFill>
                  <a:schemeClr val="dk1"/>
                </a:solidFill>
              </a:rPr>
              <a:t>AUTHOR (YEAR). </a:t>
            </a:r>
            <a:r>
              <a:rPr i="1" lang="en">
                <a:solidFill>
                  <a:schemeClr val="dk1"/>
                </a:solidFill>
              </a:rPr>
              <a:t>Title of the publication</a:t>
            </a:r>
            <a:r>
              <a:rPr lang="en">
                <a:solidFill>
                  <a:schemeClr val="dk1"/>
                </a:solidFill>
              </a:rPr>
              <a:t>.</a:t>
            </a:r>
            <a:r>
              <a:rPr lang="en">
                <a:solidFill>
                  <a:schemeClr val="dk1"/>
                </a:solidFill>
              </a:rPr>
              <a:t> Publisher</a:t>
            </a:r>
            <a:endParaRPr>
              <a:solidFill>
                <a:schemeClr val="dk1"/>
              </a:solidFill>
            </a:endParaRPr>
          </a:p>
          <a:p>
            <a:pPr indent="-342900" lvl="0" marL="457200" rtl="0" algn="ctr">
              <a:spcBef>
                <a:spcPts val="0"/>
              </a:spcBef>
              <a:spcAft>
                <a:spcPts val="0"/>
              </a:spcAft>
              <a:buSzPts val="1800"/>
              <a:buChar char="●"/>
            </a:pPr>
            <a:r>
              <a:rPr lang="en"/>
              <a:t>AUTHOR (YEAR). </a:t>
            </a:r>
            <a:r>
              <a:rPr i="1" lang="en"/>
              <a:t>Title of the publication</a:t>
            </a:r>
            <a:r>
              <a:rPr lang="en"/>
              <a:t>.</a:t>
            </a:r>
            <a:r>
              <a:rPr lang="en"/>
              <a:t> Publisher</a:t>
            </a:r>
            <a:endParaRPr/>
          </a:p>
          <a:p>
            <a:pPr indent="-342900" lvl="0" marL="457200" rtl="0" algn="ctr">
              <a:spcBef>
                <a:spcPts val="0"/>
              </a:spcBef>
              <a:spcAft>
                <a:spcPts val="0"/>
              </a:spcAft>
              <a:buSzPts val="1800"/>
              <a:buChar char="●"/>
            </a:pPr>
            <a:r>
              <a:rPr lang="en"/>
              <a:t>AUTHOR (YEAR). </a:t>
            </a:r>
            <a:r>
              <a:rPr i="1" lang="en"/>
              <a:t>Title of the publication</a:t>
            </a:r>
            <a:r>
              <a:rPr lang="en"/>
              <a:t>.</a:t>
            </a:r>
            <a:r>
              <a:rPr lang="en"/>
              <a:t> Publisher</a:t>
            </a:r>
            <a:endParaRPr/>
          </a:p>
          <a:p>
            <a:pPr indent="-342900" lvl="0" marL="457200" rtl="0" algn="ctr">
              <a:spcBef>
                <a:spcPts val="0"/>
              </a:spcBef>
              <a:spcAft>
                <a:spcPts val="0"/>
              </a:spcAft>
              <a:buSzPts val="1800"/>
              <a:buChar char="●"/>
            </a:pPr>
            <a:r>
              <a:rPr lang="en"/>
              <a:t>AUTHOR (YEAR). </a:t>
            </a:r>
            <a:r>
              <a:rPr i="1" lang="en"/>
              <a:t>Title of the publication</a:t>
            </a:r>
            <a:r>
              <a:rPr lang="en"/>
              <a:t>.</a:t>
            </a:r>
            <a:r>
              <a:rPr lang="en"/>
              <a:t> Publisher</a:t>
            </a:r>
            <a:endParaRPr/>
          </a:p>
          <a:p>
            <a:pPr indent="-342900" lvl="0" marL="457200" rtl="0" algn="ctr">
              <a:spcBef>
                <a:spcPts val="0"/>
              </a:spcBef>
              <a:spcAft>
                <a:spcPts val="0"/>
              </a:spcAft>
              <a:buSzPts val="1800"/>
              <a:buChar char="●"/>
            </a:pPr>
            <a:r>
              <a:rPr lang="en"/>
              <a:t>AUTHOR (YEAR). </a:t>
            </a:r>
            <a:r>
              <a:rPr i="1" lang="en"/>
              <a:t>Title of the publication</a:t>
            </a:r>
            <a:r>
              <a:rPr lang="en"/>
              <a:t>.</a:t>
            </a:r>
            <a:r>
              <a:rPr lang="en"/>
              <a:t> Publisher</a:t>
            </a:r>
            <a:endParaRPr/>
          </a:p>
          <a:p>
            <a:pPr indent="-342900" lvl="0" marL="457200" rtl="0" algn="ctr">
              <a:spcBef>
                <a:spcPts val="0"/>
              </a:spcBef>
              <a:spcAft>
                <a:spcPts val="0"/>
              </a:spcAft>
              <a:buSzPts val="1800"/>
              <a:buChar char="●"/>
            </a:pPr>
            <a:r>
              <a:rPr lang="en"/>
              <a:t>AUTHOR (YEAR). </a:t>
            </a:r>
            <a:r>
              <a:rPr i="1" lang="en"/>
              <a:t>Title of the publication</a:t>
            </a:r>
            <a:r>
              <a:rPr lang="en"/>
              <a:t>.</a:t>
            </a:r>
            <a:r>
              <a:rPr lang="en"/>
              <a:t> Publisher</a:t>
            </a:r>
            <a:endParaRPr/>
          </a:p>
          <a:p>
            <a:pPr indent="-342900" lvl="0" marL="457200" rtl="0" algn="ctr">
              <a:spcBef>
                <a:spcPts val="0"/>
              </a:spcBef>
              <a:spcAft>
                <a:spcPts val="0"/>
              </a:spcAft>
              <a:buSzPts val="1800"/>
              <a:buChar char="●"/>
            </a:pPr>
            <a:r>
              <a:rPr lang="en"/>
              <a:t>AUTHOR (YEAR). </a:t>
            </a:r>
            <a:r>
              <a:rPr i="1" lang="en"/>
              <a:t>Title of the publication</a:t>
            </a:r>
            <a:r>
              <a:rPr lang="en"/>
              <a:t>.</a:t>
            </a:r>
            <a:r>
              <a:rPr lang="en"/>
              <a:t> Publisher</a:t>
            </a:r>
            <a:endParaRPr/>
          </a:p>
          <a:p>
            <a:pPr indent="-342900" lvl="0" marL="457200" rtl="0" algn="ctr">
              <a:spcBef>
                <a:spcPts val="0"/>
              </a:spcBef>
              <a:spcAft>
                <a:spcPts val="0"/>
              </a:spcAft>
              <a:buSzPts val="1800"/>
              <a:buChar char="●"/>
            </a:pPr>
            <a:r>
              <a:rPr lang="en"/>
              <a:t>AUTHOR (YEAR). </a:t>
            </a:r>
            <a:r>
              <a:rPr i="1" lang="en"/>
              <a:t>Title of the publication</a:t>
            </a:r>
            <a:r>
              <a:rPr lang="en"/>
              <a:t>.</a:t>
            </a:r>
            <a:r>
              <a:rPr lang="en"/>
              <a:t> Publisher</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323" name="Shape 1323"/>
        <p:cNvGrpSpPr/>
        <p:nvPr/>
      </p:nvGrpSpPr>
      <p:grpSpPr>
        <a:xfrm>
          <a:off x="0" y="0"/>
          <a:ext cx="0" cy="0"/>
          <a:chOff x="0" y="0"/>
          <a:chExt cx="0" cy="0"/>
        </a:xfrm>
      </p:grpSpPr>
      <p:sp>
        <p:nvSpPr>
          <p:cNvPr id="1324" name="Google Shape;1324;p60"/>
          <p:cNvSpPr txBox="1"/>
          <p:nvPr>
            <p:ph idx="1" type="body"/>
          </p:nvPr>
        </p:nvSpPr>
        <p:spPr>
          <a:xfrm>
            <a:off x="732300" y="538000"/>
            <a:ext cx="2937000" cy="1742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
        <p:nvSpPr>
          <p:cNvPr id="1325" name="Google Shape;1325;p60"/>
          <p:cNvSpPr/>
          <p:nvPr/>
        </p:nvSpPr>
        <p:spPr>
          <a:xfrm flipH="1" rot="10800000">
            <a:off x="320880" y="2830983"/>
            <a:ext cx="189900" cy="18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0"/>
          <p:cNvSpPr/>
          <p:nvPr/>
        </p:nvSpPr>
        <p:spPr>
          <a:xfrm flipH="1" rot="10800000">
            <a:off x="1643293" y="118108"/>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0"/>
          <p:cNvSpPr/>
          <p:nvPr/>
        </p:nvSpPr>
        <p:spPr>
          <a:xfrm flipH="1" rot="10800000">
            <a:off x="3772269" y="1074955"/>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8" name="Google Shape;1328;p60"/>
          <p:cNvGrpSpPr/>
          <p:nvPr/>
        </p:nvGrpSpPr>
        <p:grpSpPr>
          <a:xfrm>
            <a:off x="7000074" y="-144816"/>
            <a:ext cx="3048751" cy="5288324"/>
            <a:chOff x="7000074" y="-144816"/>
            <a:chExt cx="3048751" cy="5288324"/>
          </a:xfrm>
        </p:grpSpPr>
        <p:sp>
          <p:nvSpPr>
            <p:cNvPr id="1329" name="Google Shape;1329;p60"/>
            <p:cNvSpPr/>
            <p:nvPr/>
          </p:nvSpPr>
          <p:spPr>
            <a:xfrm rot="10800000">
              <a:off x="7000074" y="3853786"/>
              <a:ext cx="2195186" cy="1289721"/>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0"/>
            <p:cNvSpPr/>
            <p:nvPr/>
          </p:nvSpPr>
          <p:spPr>
            <a:xfrm rot="10800000">
              <a:off x="7583888" y="4269752"/>
              <a:ext cx="1611372" cy="873755"/>
            </a:xfrm>
            <a:custGeom>
              <a:rect b="b" l="l" r="r" t="t"/>
              <a:pathLst>
                <a:path extrusionOk="0" h="47090" w="86843">
                  <a:moveTo>
                    <a:pt x="0" y="1"/>
                  </a:moveTo>
                  <a:lnTo>
                    <a:pt x="0" y="46313"/>
                  </a:lnTo>
                  <a:cubicBezTo>
                    <a:pt x="838" y="46852"/>
                    <a:pt x="1779" y="47089"/>
                    <a:pt x="2743" y="47089"/>
                  </a:cubicBezTo>
                  <a:cubicBezTo>
                    <a:pt x="4779" y="47089"/>
                    <a:pt x="6920" y="46035"/>
                    <a:pt x="8418" y="44547"/>
                  </a:cubicBezTo>
                  <a:cubicBezTo>
                    <a:pt x="10626" y="42369"/>
                    <a:pt x="11921" y="39455"/>
                    <a:pt x="13746" y="36939"/>
                  </a:cubicBezTo>
                  <a:cubicBezTo>
                    <a:pt x="15026" y="35143"/>
                    <a:pt x="17175" y="32848"/>
                    <a:pt x="19441" y="32421"/>
                  </a:cubicBezTo>
                  <a:cubicBezTo>
                    <a:pt x="20047" y="32308"/>
                    <a:pt x="20640" y="32267"/>
                    <a:pt x="21223" y="32267"/>
                  </a:cubicBezTo>
                  <a:cubicBezTo>
                    <a:pt x="22726" y="32267"/>
                    <a:pt x="24155" y="32539"/>
                    <a:pt x="25532" y="32539"/>
                  </a:cubicBezTo>
                  <a:cubicBezTo>
                    <a:pt x="27167" y="32539"/>
                    <a:pt x="28730" y="32156"/>
                    <a:pt x="30257" y="30478"/>
                  </a:cubicBezTo>
                  <a:cubicBezTo>
                    <a:pt x="31744" y="28815"/>
                    <a:pt x="32612" y="26696"/>
                    <a:pt x="33686" y="24754"/>
                  </a:cubicBezTo>
                  <a:cubicBezTo>
                    <a:pt x="34996" y="22340"/>
                    <a:pt x="36556" y="20530"/>
                    <a:pt x="39529" y="20486"/>
                  </a:cubicBezTo>
                  <a:cubicBezTo>
                    <a:pt x="39550" y="20486"/>
                    <a:pt x="39572" y="20486"/>
                    <a:pt x="39593" y="20486"/>
                  </a:cubicBezTo>
                  <a:cubicBezTo>
                    <a:pt x="41705" y="20486"/>
                    <a:pt x="43774" y="21193"/>
                    <a:pt x="45872" y="21295"/>
                  </a:cubicBezTo>
                  <a:cubicBezTo>
                    <a:pt x="46069" y="21305"/>
                    <a:pt x="46262" y="21310"/>
                    <a:pt x="46451" y="21310"/>
                  </a:cubicBezTo>
                  <a:cubicBezTo>
                    <a:pt x="52036" y="21310"/>
                    <a:pt x="54420" y="17005"/>
                    <a:pt x="58690" y="14173"/>
                  </a:cubicBezTo>
                  <a:cubicBezTo>
                    <a:pt x="60608" y="12902"/>
                    <a:pt x="63457" y="12806"/>
                    <a:pt x="66311" y="12806"/>
                  </a:cubicBezTo>
                  <a:cubicBezTo>
                    <a:pt x="66815" y="12806"/>
                    <a:pt x="67320" y="12809"/>
                    <a:pt x="67819" y="12809"/>
                  </a:cubicBezTo>
                  <a:cubicBezTo>
                    <a:pt x="69632" y="12809"/>
                    <a:pt x="71379" y="12770"/>
                    <a:pt x="72818" y="12407"/>
                  </a:cubicBezTo>
                  <a:cubicBezTo>
                    <a:pt x="79175" y="10773"/>
                    <a:pt x="82781" y="5196"/>
                    <a:pt x="86842" y="4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0"/>
            <p:cNvSpPr/>
            <p:nvPr/>
          </p:nvSpPr>
          <p:spPr>
            <a:xfrm rot="5782721">
              <a:off x="6799613" y="1366536"/>
              <a:ext cx="4445089" cy="1569203"/>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2" name="Google Shape;1332;p60"/>
          <p:cNvSpPr/>
          <p:nvPr/>
        </p:nvSpPr>
        <p:spPr>
          <a:xfrm flipH="1">
            <a:off x="-151774" y="118095"/>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0"/>
          <p:cNvSpPr/>
          <p:nvPr/>
        </p:nvSpPr>
        <p:spPr>
          <a:xfrm flipH="1">
            <a:off x="-151774" y="774445"/>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0"/>
          <p:cNvSpPr/>
          <p:nvPr/>
        </p:nvSpPr>
        <p:spPr>
          <a:xfrm flipH="1" rot="10800000">
            <a:off x="5465193" y="1074958"/>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8" name="Shape 1338"/>
        <p:cNvGrpSpPr/>
        <p:nvPr/>
      </p:nvGrpSpPr>
      <p:grpSpPr>
        <a:xfrm>
          <a:off x="0" y="0"/>
          <a:ext cx="0" cy="0"/>
          <a:chOff x="0" y="0"/>
          <a:chExt cx="0" cy="0"/>
        </a:xfrm>
      </p:grpSpPr>
      <p:sp>
        <p:nvSpPr>
          <p:cNvPr id="1339" name="Google Shape;1339;p61"/>
          <p:cNvSpPr txBox="1"/>
          <p:nvPr>
            <p:ph type="title"/>
          </p:nvPr>
        </p:nvSpPr>
        <p:spPr>
          <a:xfrm>
            <a:off x="732300" y="1396700"/>
            <a:ext cx="3174000" cy="1649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a:t>
            </a:r>
            <a:r>
              <a:rPr lang="en"/>
              <a:t> </a:t>
            </a:r>
            <a:r>
              <a:rPr lang="en"/>
              <a:t>picture </a:t>
            </a:r>
            <a:r>
              <a:rPr lang="en"/>
              <a:t>always reinforces</a:t>
            </a:r>
            <a:endParaRPr/>
          </a:p>
          <a:p>
            <a:pPr indent="0" lvl="0" marL="0" rtl="0" algn="l">
              <a:spcBef>
                <a:spcPts val="0"/>
              </a:spcBef>
              <a:spcAft>
                <a:spcPts val="0"/>
              </a:spcAft>
              <a:buNone/>
            </a:pPr>
            <a:r>
              <a:rPr lang="en"/>
              <a:t>the concept </a:t>
            </a:r>
            <a:endParaRPr/>
          </a:p>
        </p:txBody>
      </p:sp>
      <p:sp>
        <p:nvSpPr>
          <p:cNvPr id="1340" name="Google Shape;1340;p61"/>
          <p:cNvSpPr txBox="1"/>
          <p:nvPr>
            <p:ph idx="1" type="subTitle"/>
          </p:nvPr>
        </p:nvSpPr>
        <p:spPr>
          <a:xfrm>
            <a:off x="732300" y="2893413"/>
            <a:ext cx="3174000" cy="95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long texts </a:t>
            </a:r>
            <a:endParaRPr/>
          </a:p>
        </p:txBody>
      </p:sp>
      <p:pic>
        <p:nvPicPr>
          <p:cNvPr id="1341" name="Google Shape;1341;p61"/>
          <p:cNvPicPr preferRelativeResize="0"/>
          <p:nvPr/>
        </p:nvPicPr>
        <p:blipFill rotWithShape="1">
          <a:blip r:embed="rId3">
            <a:alphaModFix/>
          </a:blip>
          <a:srcRect b="1865" l="18162" r="16975" t="0"/>
          <a:stretch/>
        </p:blipFill>
        <p:spPr>
          <a:xfrm>
            <a:off x="4502850" y="858575"/>
            <a:ext cx="3616800" cy="3640800"/>
          </a:xfrm>
          <a:prstGeom prst="ellipse">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5" name="Shape 1345"/>
        <p:cNvGrpSpPr/>
        <p:nvPr/>
      </p:nvGrpSpPr>
      <p:grpSpPr>
        <a:xfrm>
          <a:off x="0" y="0"/>
          <a:ext cx="0" cy="0"/>
          <a:chOff x="0" y="0"/>
          <a:chExt cx="0" cy="0"/>
        </a:xfrm>
      </p:grpSpPr>
      <p:sp>
        <p:nvSpPr>
          <p:cNvPr id="1346" name="Google Shape;1346;p62"/>
          <p:cNvSpPr txBox="1"/>
          <p:nvPr>
            <p:ph type="title"/>
          </p:nvPr>
        </p:nvSpPr>
        <p:spPr>
          <a:xfrm>
            <a:off x="1509150" y="1579650"/>
            <a:ext cx="6125700" cy="198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Awesome w</a:t>
            </a:r>
            <a:r>
              <a:rPr lang="en"/>
              <a:t>ords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0" name="Shape 1350"/>
        <p:cNvGrpSpPr/>
        <p:nvPr/>
      </p:nvGrpSpPr>
      <p:grpSpPr>
        <a:xfrm>
          <a:off x="0" y="0"/>
          <a:ext cx="0" cy="0"/>
          <a:chOff x="0" y="0"/>
          <a:chExt cx="0" cy="0"/>
        </a:xfrm>
      </p:grpSpPr>
      <p:sp>
        <p:nvSpPr>
          <p:cNvPr id="1351" name="Google Shape;1351;p63"/>
          <p:cNvSpPr txBox="1"/>
          <p:nvPr>
            <p:ph type="title"/>
          </p:nvPr>
        </p:nvSpPr>
        <p:spPr>
          <a:xfrm>
            <a:off x="732300" y="445025"/>
            <a:ext cx="7679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t>
            </a:r>
            <a:r>
              <a:rPr lang="en"/>
              <a:t>octor appointments </a:t>
            </a:r>
            <a:endParaRPr/>
          </a:p>
        </p:txBody>
      </p:sp>
      <p:graphicFrame>
        <p:nvGraphicFramePr>
          <p:cNvPr id="1352" name="Google Shape;1352;p63"/>
          <p:cNvGraphicFramePr/>
          <p:nvPr/>
        </p:nvGraphicFramePr>
        <p:xfrm>
          <a:off x="1707350" y="1155141"/>
          <a:ext cx="3000000" cy="3000000"/>
        </p:xfrm>
        <a:graphic>
          <a:graphicData uri="http://schemas.openxmlformats.org/drawingml/2006/table">
            <a:tbl>
              <a:tblPr>
                <a:noFill/>
                <a:tableStyleId>{85208FD1-548E-47B9-AADD-57FB761569C9}</a:tableStyleId>
              </a:tblPr>
              <a:tblGrid>
                <a:gridCol w="818475"/>
                <a:gridCol w="818475"/>
                <a:gridCol w="818475"/>
                <a:gridCol w="818475"/>
                <a:gridCol w="818475"/>
                <a:gridCol w="818475"/>
                <a:gridCol w="818475"/>
              </a:tblGrid>
              <a:tr h="441575">
                <a:tc>
                  <a:txBody>
                    <a:bodyPr/>
                    <a:lstStyle/>
                    <a:p>
                      <a:pPr indent="0" lvl="0" marL="0" rtl="0" algn="ctr">
                        <a:spcBef>
                          <a:spcPts val="0"/>
                        </a:spcBef>
                        <a:spcAft>
                          <a:spcPts val="0"/>
                        </a:spcAft>
                        <a:buNone/>
                      </a:pPr>
                      <a:r>
                        <a:rPr lang="en" sz="1600">
                          <a:solidFill>
                            <a:schemeClr val="dk1"/>
                          </a:solidFill>
                          <a:latin typeface="Sansita ExtraBold"/>
                          <a:ea typeface="Sansita ExtraBold"/>
                          <a:cs typeface="Sansita ExtraBold"/>
                          <a:sym typeface="Sansita ExtraBold"/>
                        </a:rPr>
                        <a:t>Mon.</a:t>
                      </a:r>
                      <a:endParaRPr sz="1600">
                        <a:solidFill>
                          <a:schemeClr val="dk1"/>
                        </a:solidFill>
                        <a:latin typeface="Sansita ExtraBold"/>
                        <a:ea typeface="Sansita ExtraBold"/>
                        <a:cs typeface="Sansita ExtraBold"/>
                        <a:sym typeface="Sansita ExtraBold"/>
                      </a:endParaRPr>
                    </a:p>
                  </a:txBody>
                  <a:tcPr marT="91425" marB="91425" marR="91425" marL="91425" anchor="ctr">
                    <a:lnL cap="flat" cmpd="sng" w="19050">
                      <a:solidFill>
                        <a:schemeClr val="dk2"/>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Sansita ExtraBold"/>
                          <a:ea typeface="Sansita ExtraBold"/>
                          <a:cs typeface="Sansita ExtraBold"/>
                          <a:sym typeface="Sansita ExtraBold"/>
                        </a:rPr>
                        <a:t>Tue.</a:t>
                      </a:r>
                      <a:endParaRPr sz="1600">
                        <a:solidFill>
                          <a:schemeClr val="dk1"/>
                        </a:solidFill>
                        <a:latin typeface="Sansita ExtraBold"/>
                        <a:ea typeface="Sansita ExtraBold"/>
                        <a:cs typeface="Sansita ExtraBold"/>
                        <a:sym typeface="Sansita ExtraBold"/>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Sansita ExtraBold"/>
                          <a:ea typeface="Sansita ExtraBold"/>
                          <a:cs typeface="Sansita ExtraBold"/>
                          <a:sym typeface="Sansita ExtraBold"/>
                        </a:rPr>
                        <a:t>Wed.</a:t>
                      </a:r>
                      <a:endParaRPr sz="1600">
                        <a:solidFill>
                          <a:schemeClr val="dk1"/>
                        </a:solidFill>
                        <a:latin typeface="Sansita ExtraBold"/>
                        <a:ea typeface="Sansita ExtraBold"/>
                        <a:cs typeface="Sansita ExtraBold"/>
                        <a:sym typeface="Sansita ExtraBold"/>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Sansita ExtraBold"/>
                          <a:ea typeface="Sansita ExtraBold"/>
                          <a:cs typeface="Sansita ExtraBold"/>
                          <a:sym typeface="Sansita ExtraBold"/>
                        </a:rPr>
                        <a:t>Thu.</a:t>
                      </a:r>
                      <a:endParaRPr sz="1600">
                        <a:solidFill>
                          <a:schemeClr val="dk1"/>
                        </a:solidFill>
                        <a:latin typeface="Sansita ExtraBold"/>
                        <a:ea typeface="Sansita ExtraBold"/>
                        <a:cs typeface="Sansita ExtraBold"/>
                        <a:sym typeface="Sansita ExtraBold"/>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Sansita ExtraBold"/>
                          <a:ea typeface="Sansita ExtraBold"/>
                          <a:cs typeface="Sansita ExtraBold"/>
                          <a:sym typeface="Sansita ExtraBold"/>
                        </a:rPr>
                        <a:t>Fri.</a:t>
                      </a:r>
                      <a:endParaRPr sz="1600">
                        <a:solidFill>
                          <a:schemeClr val="dk1"/>
                        </a:solidFill>
                        <a:latin typeface="Sansita ExtraBold"/>
                        <a:ea typeface="Sansita ExtraBold"/>
                        <a:cs typeface="Sansita ExtraBold"/>
                        <a:sym typeface="Sansita ExtraBold"/>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Sansita ExtraBold"/>
                          <a:ea typeface="Sansita ExtraBold"/>
                          <a:cs typeface="Sansita ExtraBold"/>
                          <a:sym typeface="Sansita ExtraBold"/>
                        </a:rPr>
                        <a:t>Sat.</a:t>
                      </a:r>
                      <a:endParaRPr sz="1600">
                        <a:solidFill>
                          <a:schemeClr val="dk1"/>
                        </a:solidFill>
                        <a:latin typeface="Sansita ExtraBold"/>
                        <a:ea typeface="Sansita ExtraBold"/>
                        <a:cs typeface="Sansita ExtraBold"/>
                        <a:sym typeface="Sansita ExtraBold"/>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Sansita ExtraBold"/>
                          <a:ea typeface="Sansita ExtraBold"/>
                          <a:cs typeface="Sansita ExtraBold"/>
                          <a:sym typeface="Sansita ExtraBold"/>
                        </a:rPr>
                        <a:t>Sun.</a:t>
                      </a:r>
                      <a:endParaRPr sz="1600">
                        <a:solidFill>
                          <a:schemeClr val="dk1"/>
                        </a:solidFill>
                        <a:latin typeface="Sansita ExtraBold"/>
                        <a:ea typeface="Sansita ExtraBold"/>
                        <a:cs typeface="Sansita ExtraBold"/>
                        <a:sym typeface="Sansita ExtraBold"/>
                      </a:endParaRPr>
                    </a:p>
                  </a:txBody>
                  <a:tcPr marT="91425" marB="91425" marR="91425" marL="91425" anchor="ctr">
                    <a:lnL cap="flat" cmpd="sng" w="9525">
                      <a:solidFill>
                        <a:schemeClr val="dk2">
                          <a:alpha val="0"/>
                        </a:schemeClr>
                      </a:solidFill>
                      <a:prstDash val="solid"/>
                      <a:round/>
                      <a:headEnd len="sm" w="sm" type="none"/>
                      <a:tailEnd len="sm" w="sm" type="none"/>
                    </a:lnL>
                    <a:lnR cap="flat" cmpd="sng" w="19050">
                      <a:solidFill>
                        <a:schemeClr val="dk2"/>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dk2"/>
                    </a:solidFill>
                  </a:tcPr>
                </a:tc>
              </a:tr>
              <a:tr h="362150">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31</a:t>
                      </a:r>
                      <a:endParaRPr>
                        <a:solidFill>
                          <a:schemeClr val="dk1"/>
                        </a:solidFill>
                        <a:latin typeface="Karla"/>
                        <a:ea typeface="Karla"/>
                        <a:cs typeface="Karla"/>
                        <a:sym typeface="Karla"/>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1</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2</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3</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4</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5</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6</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r>
              <a:tr h="362150">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7</a:t>
                      </a:r>
                      <a:endParaRPr>
                        <a:solidFill>
                          <a:schemeClr val="dk1"/>
                        </a:solidFill>
                        <a:latin typeface="Karla"/>
                        <a:ea typeface="Karla"/>
                        <a:cs typeface="Karla"/>
                        <a:sym typeface="Karla"/>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8</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9</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10</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11</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12</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13</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r>
              <a:tr h="362150">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14</a:t>
                      </a:r>
                      <a:endParaRPr>
                        <a:solidFill>
                          <a:schemeClr val="dk1"/>
                        </a:solidFill>
                        <a:latin typeface="Karla"/>
                        <a:ea typeface="Karla"/>
                        <a:cs typeface="Karla"/>
                        <a:sym typeface="Karla"/>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15</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16</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17</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18</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19</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20</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r>
              <a:tr h="362150">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21</a:t>
                      </a:r>
                      <a:endParaRPr>
                        <a:solidFill>
                          <a:schemeClr val="dk1"/>
                        </a:solidFill>
                        <a:latin typeface="Karla"/>
                        <a:ea typeface="Karla"/>
                        <a:cs typeface="Karla"/>
                        <a:sym typeface="Karla"/>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22</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23</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24</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25</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26</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27</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r>
              <a:tr h="362150">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28</a:t>
                      </a:r>
                      <a:endParaRPr>
                        <a:solidFill>
                          <a:schemeClr val="dk1"/>
                        </a:solidFill>
                        <a:latin typeface="Karla"/>
                        <a:ea typeface="Karla"/>
                        <a:cs typeface="Karla"/>
                        <a:sym typeface="Karla"/>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29</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30</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31</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1</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2</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Karla"/>
                          <a:ea typeface="Karla"/>
                          <a:cs typeface="Karla"/>
                          <a:sym typeface="Karla"/>
                        </a:rPr>
                        <a:t>3</a:t>
                      </a:r>
                      <a:endParaRPr>
                        <a:solidFill>
                          <a:schemeClr val="dk1"/>
                        </a:solidFill>
                        <a:latin typeface="Karla"/>
                        <a:ea typeface="Karla"/>
                        <a:cs typeface="Karla"/>
                        <a:sym typeface="Karla"/>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solidFill>
                      <a:prstDash val="solid"/>
                      <a:round/>
                      <a:headEnd len="sm" w="sm" type="none"/>
                      <a:tailEnd len="sm" w="sm" type="none"/>
                    </a:lnB>
                  </a:tcPr>
                </a:tc>
              </a:tr>
            </a:tbl>
          </a:graphicData>
        </a:graphic>
      </p:graphicFrame>
      <p:sp>
        <p:nvSpPr>
          <p:cNvPr id="1353" name="Google Shape;1353;p63"/>
          <p:cNvSpPr txBox="1"/>
          <p:nvPr>
            <p:ph idx="4294967295" type="title"/>
          </p:nvPr>
        </p:nvSpPr>
        <p:spPr>
          <a:xfrm>
            <a:off x="2404438" y="3696150"/>
            <a:ext cx="16428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t>Mercury</a:t>
            </a:r>
            <a:endParaRPr sz="2000"/>
          </a:p>
        </p:txBody>
      </p:sp>
      <p:sp>
        <p:nvSpPr>
          <p:cNvPr id="1354" name="Google Shape;1354;p63"/>
          <p:cNvSpPr txBox="1"/>
          <p:nvPr>
            <p:ph idx="4294967295" type="title"/>
          </p:nvPr>
        </p:nvSpPr>
        <p:spPr>
          <a:xfrm>
            <a:off x="5436162" y="3696150"/>
            <a:ext cx="16428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t>Venus</a:t>
            </a:r>
            <a:endParaRPr sz="2000"/>
          </a:p>
        </p:txBody>
      </p:sp>
      <p:sp>
        <p:nvSpPr>
          <p:cNvPr id="1355" name="Google Shape;1355;p63"/>
          <p:cNvSpPr/>
          <p:nvPr/>
        </p:nvSpPr>
        <p:spPr>
          <a:xfrm flipH="1">
            <a:off x="1985712" y="3778501"/>
            <a:ext cx="363000" cy="3630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3"/>
          <p:cNvSpPr/>
          <p:nvPr/>
        </p:nvSpPr>
        <p:spPr>
          <a:xfrm flipH="1">
            <a:off x="5037837" y="3778501"/>
            <a:ext cx="363000" cy="363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3"/>
          <p:cNvSpPr txBox="1"/>
          <p:nvPr>
            <p:ph idx="4294967295" type="subTitle"/>
          </p:nvPr>
        </p:nvSpPr>
        <p:spPr>
          <a:xfrm>
            <a:off x="2404449" y="4044525"/>
            <a:ext cx="2043900" cy="4848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1400"/>
              <a:t>Mercury is the smallest planet</a:t>
            </a:r>
            <a:endParaRPr sz="1400">
              <a:solidFill>
                <a:schemeClr val="dk1"/>
              </a:solidFill>
            </a:endParaRPr>
          </a:p>
        </p:txBody>
      </p:sp>
      <p:sp>
        <p:nvSpPr>
          <p:cNvPr id="1358" name="Google Shape;1358;p63"/>
          <p:cNvSpPr txBox="1"/>
          <p:nvPr>
            <p:ph idx="4294967295" type="subTitle"/>
          </p:nvPr>
        </p:nvSpPr>
        <p:spPr>
          <a:xfrm>
            <a:off x="5436163" y="4044525"/>
            <a:ext cx="2043900" cy="4848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1400"/>
              <a:t>Venus is the second planet from the Sun</a:t>
            </a:r>
            <a:endParaRPr sz="1400">
              <a:solidFill>
                <a:schemeClr val="dk1"/>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2" name="Shape 1362"/>
        <p:cNvGrpSpPr/>
        <p:nvPr/>
      </p:nvGrpSpPr>
      <p:grpSpPr>
        <a:xfrm>
          <a:off x="0" y="0"/>
          <a:ext cx="0" cy="0"/>
          <a:chOff x="0" y="0"/>
          <a:chExt cx="0" cy="0"/>
        </a:xfrm>
      </p:grpSpPr>
      <p:sp>
        <p:nvSpPr>
          <p:cNvPr id="1363" name="Google Shape;1363;p64"/>
          <p:cNvSpPr txBox="1"/>
          <p:nvPr>
            <p:ph type="title"/>
          </p:nvPr>
        </p:nvSpPr>
        <p:spPr>
          <a:xfrm>
            <a:off x="1156500" y="1422188"/>
            <a:ext cx="6831000" cy="169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3,000,000</a:t>
            </a:r>
            <a:endParaRPr/>
          </a:p>
        </p:txBody>
      </p:sp>
      <p:sp>
        <p:nvSpPr>
          <p:cNvPr id="1364" name="Google Shape;1364;p64"/>
          <p:cNvSpPr txBox="1"/>
          <p:nvPr>
            <p:ph idx="1" type="body"/>
          </p:nvPr>
        </p:nvSpPr>
        <p:spPr>
          <a:xfrm>
            <a:off x="2071050" y="3019625"/>
            <a:ext cx="5001900" cy="4668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Big numbers catch your audience’s attention</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8" name="Shape 1368"/>
        <p:cNvGrpSpPr/>
        <p:nvPr/>
      </p:nvGrpSpPr>
      <p:grpSpPr>
        <a:xfrm>
          <a:off x="0" y="0"/>
          <a:ext cx="0" cy="0"/>
          <a:chOff x="0" y="0"/>
          <a:chExt cx="0" cy="0"/>
        </a:xfrm>
      </p:grpSpPr>
      <p:sp>
        <p:nvSpPr>
          <p:cNvPr id="1369" name="Google Shape;1369;p65"/>
          <p:cNvSpPr txBox="1"/>
          <p:nvPr>
            <p:ph type="title"/>
          </p:nvPr>
        </p:nvSpPr>
        <p:spPr>
          <a:xfrm>
            <a:off x="4828150" y="1761338"/>
            <a:ext cx="3452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Website</a:t>
            </a:r>
            <a:endParaRPr/>
          </a:p>
        </p:txBody>
      </p:sp>
      <p:sp>
        <p:nvSpPr>
          <p:cNvPr id="1370" name="Google Shape;1370;p65"/>
          <p:cNvSpPr txBox="1"/>
          <p:nvPr>
            <p:ph idx="1" type="subTitle"/>
          </p:nvPr>
        </p:nvSpPr>
        <p:spPr>
          <a:xfrm>
            <a:off x="4865675" y="2181863"/>
            <a:ext cx="2948400" cy="120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1371" name="Google Shape;1371;p65"/>
          <p:cNvGrpSpPr/>
          <p:nvPr/>
        </p:nvGrpSpPr>
        <p:grpSpPr>
          <a:xfrm>
            <a:off x="621146" y="1232701"/>
            <a:ext cx="3785148" cy="2903685"/>
            <a:chOff x="4874925" y="1828707"/>
            <a:chExt cx="3325849" cy="2551344"/>
          </a:xfrm>
        </p:grpSpPr>
        <p:sp>
          <p:nvSpPr>
            <p:cNvPr id="1372" name="Google Shape;1372;p65"/>
            <p:cNvSpPr/>
            <p:nvPr/>
          </p:nvSpPr>
          <p:spPr>
            <a:xfrm>
              <a:off x="4874925" y="1828707"/>
              <a:ext cx="3325849" cy="2183799"/>
            </a:xfrm>
            <a:custGeom>
              <a:rect b="b" l="l" r="r" t="t"/>
              <a:pathLst>
                <a:path extrusionOk="0" h="104726" w="159494">
                  <a:moveTo>
                    <a:pt x="8571" y="0"/>
                  </a:moveTo>
                  <a:lnTo>
                    <a:pt x="7682" y="52"/>
                  </a:lnTo>
                  <a:lnTo>
                    <a:pt x="6846" y="157"/>
                  </a:lnTo>
                  <a:lnTo>
                    <a:pt x="6010" y="366"/>
                  </a:lnTo>
                  <a:lnTo>
                    <a:pt x="5226" y="679"/>
                  </a:lnTo>
                  <a:lnTo>
                    <a:pt x="4442" y="1045"/>
                  </a:lnTo>
                  <a:lnTo>
                    <a:pt x="3763" y="1463"/>
                  </a:lnTo>
                  <a:lnTo>
                    <a:pt x="3084" y="1934"/>
                  </a:lnTo>
                  <a:lnTo>
                    <a:pt x="2509" y="2508"/>
                  </a:lnTo>
                  <a:lnTo>
                    <a:pt x="1934" y="3136"/>
                  </a:lnTo>
                  <a:lnTo>
                    <a:pt x="1464" y="3763"/>
                  </a:lnTo>
                  <a:lnTo>
                    <a:pt x="1045" y="4494"/>
                  </a:lnTo>
                  <a:lnTo>
                    <a:pt x="680" y="5226"/>
                  </a:lnTo>
                  <a:lnTo>
                    <a:pt x="366" y="6010"/>
                  </a:lnTo>
                  <a:lnTo>
                    <a:pt x="157" y="6846"/>
                  </a:lnTo>
                  <a:lnTo>
                    <a:pt x="53" y="7682"/>
                  </a:lnTo>
                  <a:lnTo>
                    <a:pt x="0" y="8570"/>
                  </a:lnTo>
                  <a:lnTo>
                    <a:pt x="0" y="96156"/>
                  </a:lnTo>
                  <a:lnTo>
                    <a:pt x="53" y="97044"/>
                  </a:lnTo>
                  <a:lnTo>
                    <a:pt x="157" y="97880"/>
                  </a:lnTo>
                  <a:lnTo>
                    <a:pt x="366" y="98716"/>
                  </a:lnTo>
                  <a:lnTo>
                    <a:pt x="680" y="99500"/>
                  </a:lnTo>
                  <a:lnTo>
                    <a:pt x="1045" y="100232"/>
                  </a:lnTo>
                  <a:lnTo>
                    <a:pt x="1464" y="100963"/>
                  </a:lnTo>
                  <a:lnTo>
                    <a:pt x="1934" y="101590"/>
                  </a:lnTo>
                  <a:lnTo>
                    <a:pt x="2509" y="102218"/>
                  </a:lnTo>
                  <a:lnTo>
                    <a:pt x="3084" y="102792"/>
                  </a:lnTo>
                  <a:lnTo>
                    <a:pt x="3763" y="103263"/>
                  </a:lnTo>
                  <a:lnTo>
                    <a:pt x="4442" y="103681"/>
                  </a:lnTo>
                  <a:lnTo>
                    <a:pt x="5226" y="104047"/>
                  </a:lnTo>
                  <a:lnTo>
                    <a:pt x="6010" y="104360"/>
                  </a:lnTo>
                  <a:lnTo>
                    <a:pt x="6846" y="104569"/>
                  </a:lnTo>
                  <a:lnTo>
                    <a:pt x="7682" y="104674"/>
                  </a:lnTo>
                  <a:lnTo>
                    <a:pt x="8571" y="104726"/>
                  </a:lnTo>
                  <a:lnTo>
                    <a:pt x="150923" y="104726"/>
                  </a:lnTo>
                  <a:lnTo>
                    <a:pt x="151811" y="104674"/>
                  </a:lnTo>
                  <a:lnTo>
                    <a:pt x="152648" y="104569"/>
                  </a:lnTo>
                  <a:lnTo>
                    <a:pt x="153484" y="104360"/>
                  </a:lnTo>
                  <a:lnTo>
                    <a:pt x="154268" y="104047"/>
                  </a:lnTo>
                  <a:lnTo>
                    <a:pt x="154999" y="103681"/>
                  </a:lnTo>
                  <a:lnTo>
                    <a:pt x="155679" y="103263"/>
                  </a:lnTo>
                  <a:lnTo>
                    <a:pt x="156358" y="102792"/>
                  </a:lnTo>
                  <a:lnTo>
                    <a:pt x="156985" y="102218"/>
                  </a:lnTo>
                  <a:lnTo>
                    <a:pt x="157508" y="101590"/>
                  </a:lnTo>
                  <a:lnTo>
                    <a:pt x="158030" y="100963"/>
                  </a:lnTo>
                  <a:lnTo>
                    <a:pt x="158448" y="100232"/>
                  </a:lnTo>
                  <a:lnTo>
                    <a:pt x="158814" y="99500"/>
                  </a:lnTo>
                  <a:lnTo>
                    <a:pt x="159075" y="98716"/>
                  </a:lnTo>
                  <a:lnTo>
                    <a:pt x="159284" y="97880"/>
                  </a:lnTo>
                  <a:lnTo>
                    <a:pt x="159441" y="97044"/>
                  </a:lnTo>
                  <a:lnTo>
                    <a:pt x="159493" y="96156"/>
                  </a:lnTo>
                  <a:lnTo>
                    <a:pt x="159493" y="8570"/>
                  </a:lnTo>
                  <a:lnTo>
                    <a:pt x="159441" y="7682"/>
                  </a:lnTo>
                  <a:lnTo>
                    <a:pt x="159284" y="6846"/>
                  </a:lnTo>
                  <a:lnTo>
                    <a:pt x="159075" y="6010"/>
                  </a:lnTo>
                  <a:lnTo>
                    <a:pt x="158814" y="5226"/>
                  </a:lnTo>
                  <a:lnTo>
                    <a:pt x="158448" y="4494"/>
                  </a:lnTo>
                  <a:lnTo>
                    <a:pt x="158030" y="3763"/>
                  </a:lnTo>
                  <a:lnTo>
                    <a:pt x="157508" y="3136"/>
                  </a:lnTo>
                  <a:lnTo>
                    <a:pt x="156985" y="2508"/>
                  </a:lnTo>
                  <a:lnTo>
                    <a:pt x="156358" y="1934"/>
                  </a:lnTo>
                  <a:lnTo>
                    <a:pt x="155679" y="1463"/>
                  </a:lnTo>
                  <a:lnTo>
                    <a:pt x="154999" y="1045"/>
                  </a:lnTo>
                  <a:lnTo>
                    <a:pt x="154268" y="679"/>
                  </a:lnTo>
                  <a:lnTo>
                    <a:pt x="153484" y="366"/>
                  </a:lnTo>
                  <a:lnTo>
                    <a:pt x="152648" y="157"/>
                  </a:lnTo>
                  <a:lnTo>
                    <a:pt x="151811" y="52"/>
                  </a:lnTo>
                  <a:lnTo>
                    <a:pt x="150923" y="0"/>
                  </a:lnTo>
                  <a:close/>
                </a:path>
              </a:pathLst>
            </a:custGeom>
            <a:solidFill>
              <a:schemeClr val="lt2"/>
            </a:solidFill>
            <a:ln cap="flat" cmpd="sng" w="285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5"/>
            <p:cNvSpPr/>
            <p:nvPr/>
          </p:nvSpPr>
          <p:spPr>
            <a:xfrm>
              <a:off x="4874925" y="1828707"/>
              <a:ext cx="3325849" cy="1961511"/>
            </a:xfrm>
            <a:custGeom>
              <a:rect b="b" l="l" r="r" t="t"/>
              <a:pathLst>
                <a:path extrusionOk="0" h="94066" w="159494">
                  <a:moveTo>
                    <a:pt x="8571" y="0"/>
                  </a:moveTo>
                  <a:lnTo>
                    <a:pt x="7682" y="52"/>
                  </a:lnTo>
                  <a:lnTo>
                    <a:pt x="6846" y="157"/>
                  </a:lnTo>
                  <a:lnTo>
                    <a:pt x="6010" y="366"/>
                  </a:lnTo>
                  <a:lnTo>
                    <a:pt x="5226" y="679"/>
                  </a:lnTo>
                  <a:lnTo>
                    <a:pt x="4442" y="1045"/>
                  </a:lnTo>
                  <a:lnTo>
                    <a:pt x="3763" y="1463"/>
                  </a:lnTo>
                  <a:lnTo>
                    <a:pt x="3084" y="1934"/>
                  </a:lnTo>
                  <a:lnTo>
                    <a:pt x="2509" y="2508"/>
                  </a:lnTo>
                  <a:lnTo>
                    <a:pt x="1934" y="3136"/>
                  </a:lnTo>
                  <a:lnTo>
                    <a:pt x="1464" y="3763"/>
                  </a:lnTo>
                  <a:lnTo>
                    <a:pt x="1045" y="4494"/>
                  </a:lnTo>
                  <a:lnTo>
                    <a:pt x="680" y="5226"/>
                  </a:lnTo>
                  <a:lnTo>
                    <a:pt x="366" y="6010"/>
                  </a:lnTo>
                  <a:lnTo>
                    <a:pt x="157" y="6846"/>
                  </a:lnTo>
                  <a:lnTo>
                    <a:pt x="53" y="7682"/>
                  </a:lnTo>
                  <a:lnTo>
                    <a:pt x="0" y="8570"/>
                  </a:lnTo>
                  <a:lnTo>
                    <a:pt x="0" y="94065"/>
                  </a:lnTo>
                  <a:lnTo>
                    <a:pt x="159493" y="94065"/>
                  </a:lnTo>
                  <a:lnTo>
                    <a:pt x="159493" y="8570"/>
                  </a:lnTo>
                  <a:lnTo>
                    <a:pt x="159441" y="7682"/>
                  </a:lnTo>
                  <a:lnTo>
                    <a:pt x="159284" y="6846"/>
                  </a:lnTo>
                  <a:lnTo>
                    <a:pt x="159075" y="6010"/>
                  </a:lnTo>
                  <a:lnTo>
                    <a:pt x="158814" y="5226"/>
                  </a:lnTo>
                  <a:lnTo>
                    <a:pt x="158448" y="4494"/>
                  </a:lnTo>
                  <a:lnTo>
                    <a:pt x="158030" y="3763"/>
                  </a:lnTo>
                  <a:lnTo>
                    <a:pt x="157508" y="3136"/>
                  </a:lnTo>
                  <a:lnTo>
                    <a:pt x="156985" y="2508"/>
                  </a:lnTo>
                  <a:lnTo>
                    <a:pt x="156358" y="1934"/>
                  </a:lnTo>
                  <a:lnTo>
                    <a:pt x="155679" y="1463"/>
                  </a:lnTo>
                  <a:lnTo>
                    <a:pt x="154999" y="1045"/>
                  </a:lnTo>
                  <a:lnTo>
                    <a:pt x="154268" y="679"/>
                  </a:lnTo>
                  <a:lnTo>
                    <a:pt x="153484" y="366"/>
                  </a:lnTo>
                  <a:lnTo>
                    <a:pt x="152648" y="157"/>
                  </a:lnTo>
                  <a:lnTo>
                    <a:pt x="151811" y="52"/>
                  </a:lnTo>
                  <a:lnTo>
                    <a:pt x="150923" y="0"/>
                  </a:lnTo>
                  <a:close/>
                </a:path>
              </a:pathLst>
            </a:custGeom>
            <a:solidFill>
              <a:schemeClr val="lt2"/>
            </a:solidFill>
            <a:ln cap="flat" cmpd="sng" w="285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5"/>
            <p:cNvSpPr/>
            <p:nvPr/>
          </p:nvSpPr>
          <p:spPr>
            <a:xfrm>
              <a:off x="6481396" y="3838405"/>
              <a:ext cx="113354" cy="113354"/>
            </a:xfrm>
            <a:custGeom>
              <a:rect b="b" l="l" r="r" t="t"/>
              <a:pathLst>
                <a:path extrusionOk="0" h="5436" w="5436">
                  <a:moveTo>
                    <a:pt x="2718" y="1"/>
                  </a:moveTo>
                  <a:lnTo>
                    <a:pt x="2143" y="53"/>
                  </a:lnTo>
                  <a:lnTo>
                    <a:pt x="1620" y="210"/>
                  </a:lnTo>
                  <a:lnTo>
                    <a:pt x="1202" y="471"/>
                  </a:lnTo>
                  <a:lnTo>
                    <a:pt x="784" y="784"/>
                  </a:lnTo>
                  <a:lnTo>
                    <a:pt x="471" y="1203"/>
                  </a:lnTo>
                  <a:lnTo>
                    <a:pt x="209" y="1673"/>
                  </a:lnTo>
                  <a:lnTo>
                    <a:pt x="53" y="2195"/>
                  </a:lnTo>
                  <a:lnTo>
                    <a:pt x="0" y="2718"/>
                  </a:lnTo>
                  <a:lnTo>
                    <a:pt x="53" y="3241"/>
                  </a:lnTo>
                  <a:lnTo>
                    <a:pt x="209" y="3763"/>
                  </a:lnTo>
                  <a:lnTo>
                    <a:pt x="471" y="4234"/>
                  </a:lnTo>
                  <a:lnTo>
                    <a:pt x="784" y="4652"/>
                  </a:lnTo>
                  <a:lnTo>
                    <a:pt x="1202" y="4965"/>
                  </a:lnTo>
                  <a:lnTo>
                    <a:pt x="1620" y="5226"/>
                  </a:lnTo>
                  <a:lnTo>
                    <a:pt x="2143" y="5383"/>
                  </a:lnTo>
                  <a:lnTo>
                    <a:pt x="2718" y="5435"/>
                  </a:lnTo>
                  <a:lnTo>
                    <a:pt x="3240" y="5383"/>
                  </a:lnTo>
                  <a:lnTo>
                    <a:pt x="3763" y="5226"/>
                  </a:lnTo>
                  <a:lnTo>
                    <a:pt x="4233" y="4965"/>
                  </a:lnTo>
                  <a:lnTo>
                    <a:pt x="4651" y="4652"/>
                  </a:lnTo>
                  <a:lnTo>
                    <a:pt x="4965" y="4234"/>
                  </a:lnTo>
                  <a:lnTo>
                    <a:pt x="5226" y="3763"/>
                  </a:lnTo>
                  <a:lnTo>
                    <a:pt x="5383" y="3241"/>
                  </a:lnTo>
                  <a:lnTo>
                    <a:pt x="5435" y="2718"/>
                  </a:lnTo>
                  <a:lnTo>
                    <a:pt x="5383" y="2195"/>
                  </a:lnTo>
                  <a:lnTo>
                    <a:pt x="5226" y="1673"/>
                  </a:lnTo>
                  <a:lnTo>
                    <a:pt x="4965" y="1203"/>
                  </a:lnTo>
                  <a:lnTo>
                    <a:pt x="4651" y="784"/>
                  </a:lnTo>
                  <a:lnTo>
                    <a:pt x="4233" y="471"/>
                  </a:lnTo>
                  <a:lnTo>
                    <a:pt x="3763" y="210"/>
                  </a:lnTo>
                  <a:lnTo>
                    <a:pt x="3240" y="53"/>
                  </a:lnTo>
                  <a:lnTo>
                    <a:pt x="2718" y="1"/>
                  </a:lnTo>
                  <a:close/>
                </a:path>
              </a:pathLst>
            </a:custGeom>
            <a:solidFill>
              <a:schemeClr val="lt2"/>
            </a:solidFill>
            <a:ln cap="flat" cmpd="sng" w="285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5"/>
            <p:cNvSpPr/>
            <p:nvPr/>
          </p:nvSpPr>
          <p:spPr>
            <a:xfrm>
              <a:off x="6041076" y="4012776"/>
              <a:ext cx="993851" cy="367275"/>
            </a:xfrm>
            <a:custGeom>
              <a:rect b="b" l="l" r="r" t="t"/>
              <a:pathLst>
                <a:path extrusionOk="0" h="17613" w="47661">
                  <a:moveTo>
                    <a:pt x="7056" y="1"/>
                  </a:moveTo>
                  <a:lnTo>
                    <a:pt x="7056" y="8624"/>
                  </a:lnTo>
                  <a:lnTo>
                    <a:pt x="1" y="15940"/>
                  </a:lnTo>
                  <a:lnTo>
                    <a:pt x="1" y="17612"/>
                  </a:lnTo>
                  <a:lnTo>
                    <a:pt x="47661" y="17612"/>
                  </a:lnTo>
                  <a:lnTo>
                    <a:pt x="47661" y="15940"/>
                  </a:lnTo>
                  <a:lnTo>
                    <a:pt x="40345" y="8624"/>
                  </a:lnTo>
                  <a:lnTo>
                    <a:pt x="40345" y="1"/>
                  </a:lnTo>
                  <a:close/>
                </a:path>
              </a:pathLst>
            </a:custGeom>
            <a:solidFill>
              <a:schemeClr val="lt2"/>
            </a:solidFill>
            <a:ln cap="flat" cmpd="sng" w="285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6" name="Google Shape;1376;p65"/>
          <p:cNvSpPr/>
          <p:nvPr/>
        </p:nvSpPr>
        <p:spPr>
          <a:xfrm>
            <a:off x="784936" y="1411100"/>
            <a:ext cx="3462900" cy="1952400"/>
          </a:xfrm>
          <a:prstGeom prst="rect">
            <a:avLst/>
          </a:prstGeom>
          <a:noFill/>
          <a:ln cap="flat" cmpd="sng" w="285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77" name="Google Shape;1377;p65"/>
          <p:cNvPicPr preferRelativeResize="0"/>
          <p:nvPr/>
        </p:nvPicPr>
        <p:blipFill rotWithShape="1">
          <a:blip r:embed="rId3">
            <a:alphaModFix/>
          </a:blip>
          <a:srcRect b="0" l="0" r="0" t="0"/>
          <a:stretch/>
        </p:blipFill>
        <p:spPr>
          <a:xfrm>
            <a:off x="787674" y="1416374"/>
            <a:ext cx="3452210" cy="1941878"/>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1" name="Shape 1381"/>
        <p:cNvGrpSpPr/>
        <p:nvPr/>
      </p:nvGrpSpPr>
      <p:grpSpPr>
        <a:xfrm>
          <a:off x="0" y="0"/>
          <a:ext cx="0" cy="0"/>
          <a:chOff x="0" y="0"/>
          <a:chExt cx="0" cy="0"/>
        </a:xfrm>
      </p:grpSpPr>
      <p:sp>
        <p:nvSpPr>
          <p:cNvPr id="1382" name="Google Shape;1382;p66"/>
          <p:cNvSpPr txBox="1"/>
          <p:nvPr>
            <p:ph type="ctrTitle"/>
          </p:nvPr>
        </p:nvSpPr>
        <p:spPr>
          <a:xfrm>
            <a:off x="2653700" y="538000"/>
            <a:ext cx="3852300" cy="100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383" name="Google Shape;1383;p66"/>
          <p:cNvSpPr txBox="1"/>
          <p:nvPr>
            <p:ph idx="1" type="subTitle"/>
          </p:nvPr>
        </p:nvSpPr>
        <p:spPr>
          <a:xfrm>
            <a:off x="2641400" y="1645625"/>
            <a:ext cx="38646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 you have any questions? </a:t>
            </a:r>
            <a:r>
              <a:rPr b="1" lang="en"/>
              <a:t>youremail@freepik.com</a:t>
            </a:r>
            <a:endParaRPr b="1"/>
          </a:p>
          <a:p>
            <a:pPr indent="0" lvl="0" marL="0" rtl="0" algn="ctr">
              <a:spcBef>
                <a:spcPts val="0"/>
              </a:spcBef>
              <a:spcAft>
                <a:spcPts val="0"/>
              </a:spcAft>
              <a:buNone/>
            </a:pPr>
            <a:r>
              <a:rPr lang="en"/>
              <a:t>+91  620 421 838 yourcompany.com</a:t>
            </a:r>
            <a:endParaRPr/>
          </a:p>
        </p:txBody>
      </p:sp>
      <p:sp>
        <p:nvSpPr>
          <p:cNvPr id="1384" name="Google Shape;1384;p66"/>
          <p:cNvSpPr txBox="1"/>
          <p:nvPr/>
        </p:nvSpPr>
        <p:spPr>
          <a:xfrm>
            <a:off x="2676750" y="4003775"/>
            <a:ext cx="3829200" cy="400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Karla SemiBold"/>
                <a:ea typeface="Karla SemiBold"/>
                <a:cs typeface="Karla SemiBold"/>
                <a:sym typeface="Karla SemiBold"/>
              </a:rPr>
              <a:t>Please keep this slide for attribution</a:t>
            </a:r>
            <a:endParaRPr>
              <a:solidFill>
                <a:schemeClr val="dk1"/>
              </a:solidFill>
              <a:latin typeface="Karla SemiBold"/>
              <a:ea typeface="Karla SemiBold"/>
              <a:cs typeface="Karla SemiBold"/>
              <a:sym typeface="Karla SemiBold"/>
            </a:endParaRPr>
          </a:p>
        </p:txBody>
      </p:sp>
      <p:grpSp>
        <p:nvGrpSpPr>
          <p:cNvPr id="1385" name="Google Shape;1385;p66"/>
          <p:cNvGrpSpPr/>
          <p:nvPr/>
        </p:nvGrpSpPr>
        <p:grpSpPr>
          <a:xfrm>
            <a:off x="4116342" y="2677240"/>
            <a:ext cx="407432" cy="407391"/>
            <a:chOff x="-2560084" y="1996933"/>
            <a:chExt cx="417066" cy="417024"/>
          </a:xfrm>
        </p:grpSpPr>
        <p:sp>
          <p:nvSpPr>
            <p:cNvPr id="1386" name="Google Shape;1386;p66"/>
            <p:cNvSpPr/>
            <p:nvPr/>
          </p:nvSpPr>
          <p:spPr>
            <a:xfrm>
              <a:off x="-2437101" y="2119916"/>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6"/>
            <p:cNvSpPr/>
            <p:nvPr/>
          </p:nvSpPr>
          <p:spPr>
            <a:xfrm>
              <a:off x="-2511208" y="2045788"/>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6"/>
            <p:cNvSpPr/>
            <p:nvPr/>
          </p:nvSpPr>
          <p:spPr>
            <a:xfrm>
              <a:off x="-2560084" y="1996933"/>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6"/>
            <p:cNvSpPr/>
            <p:nvPr/>
          </p:nvSpPr>
          <p:spPr>
            <a:xfrm>
              <a:off x="-2290473" y="2095478"/>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0" name="Google Shape;1390;p66"/>
          <p:cNvSpPr/>
          <p:nvPr/>
        </p:nvSpPr>
        <p:spPr>
          <a:xfrm>
            <a:off x="3628364" y="26772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6"/>
          <p:cNvSpPr/>
          <p:nvPr/>
        </p:nvSpPr>
        <p:spPr>
          <a:xfrm>
            <a:off x="4666257" y="2819858"/>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2" name="Google Shape;1392;p66"/>
          <p:cNvGrpSpPr/>
          <p:nvPr/>
        </p:nvGrpSpPr>
        <p:grpSpPr>
          <a:xfrm>
            <a:off x="4604379" y="2672436"/>
            <a:ext cx="417024" cy="417024"/>
            <a:chOff x="4604379" y="2672436"/>
            <a:chExt cx="417024" cy="417024"/>
          </a:xfrm>
        </p:grpSpPr>
        <p:sp>
          <p:nvSpPr>
            <p:cNvPr id="1393" name="Google Shape;1393;p66"/>
            <p:cNvSpPr/>
            <p:nvPr/>
          </p:nvSpPr>
          <p:spPr>
            <a:xfrm>
              <a:off x="4910357" y="2722105"/>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6"/>
            <p:cNvSpPr/>
            <p:nvPr/>
          </p:nvSpPr>
          <p:spPr>
            <a:xfrm>
              <a:off x="4764009" y="2819461"/>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6"/>
            <p:cNvSpPr/>
            <p:nvPr/>
          </p:nvSpPr>
          <p:spPr>
            <a:xfrm>
              <a:off x="4604379" y="2672436"/>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 name="Google Shape;1396;p66"/>
          <p:cNvGrpSpPr/>
          <p:nvPr/>
        </p:nvGrpSpPr>
        <p:grpSpPr>
          <a:xfrm>
            <a:off x="5102000" y="2677250"/>
            <a:ext cx="417024" cy="417024"/>
            <a:chOff x="5102000" y="2677250"/>
            <a:chExt cx="417024" cy="417024"/>
          </a:xfrm>
        </p:grpSpPr>
        <p:sp>
          <p:nvSpPr>
            <p:cNvPr id="1397" name="Google Shape;1397;p66"/>
            <p:cNvSpPr/>
            <p:nvPr/>
          </p:nvSpPr>
          <p:spPr>
            <a:xfrm>
              <a:off x="5175454" y="2731303"/>
              <a:ext cx="270161" cy="308977"/>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6"/>
            <p:cNvSpPr/>
            <p:nvPr/>
          </p:nvSpPr>
          <p:spPr>
            <a:xfrm>
              <a:off x="5102000" y="2677250"/>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9" name="Google Shape;1399;p66"/>
          <p:cNvSpPr/>
          <p:nvPr/>
        </p:nvSpPr>
        <p:spPr>
          <a:xfrm rot="-7529078">
            <a:off x="597695" y="-2253262"/>
            <a:ext cx="1791979" cy="5879087"/>
          </a:xfrm>
          <a:custGeom>
            <a:rect b="b" l="l" r="r" t="t"/>
            <a:pathLst>
              <a:path extrusionOk="0" h="97052" w="29581">
                <a:moveTo>
                  <a:pt x="14658" y="4824"/>
                </a:moveTo>
                <a:cubicBezTo>
                  <a:pt x="14687" y="4838"/>
                  <a:pt x="14687" y="4853"/>
                  <a:pt x="14702" y="4883"/>
                </a:cubicBezTo>
                <a:lnTo>
                  <a:pt x="14702" y="4897"/>
                </a:lnTo>
                <a:cubicBezTo>
                  <a:pt x="14687" y="4883"/>
                  <a:pt x="14658" y="4883"/>
                  <a:pt x="14658" y="4853"/>
                </a:cubicBezTo>
                <a:lnTo>
                  <a:pt x="14658" y="4824"/>
                </a:lnTo>
                <a:close/>
                <a:moveTo>
                  <a:pt x="14716" y="5015"/>
                </a:moveTo>
                <a:lnTo>
                  <a:pt x="14775" y="5074"/>
                </a:lnTo>
                <a:cubicBezTo>
                  <a:pt x="14761" y="5059"/>
                  <a:pt x="14731" y="5044"/>
                  <a:pt x="14716" y="5044"/>
                </a:cubicBezTo>
                <a:lnTo>
                  <a:pt x="14716" y="5015"/>
                </a:lnTo>
                <a:close/>
                <a:moveTo>
                  <a:pt x="14761" y="5147"/>
                </a:moveTo>
                <a:lnTo>
                  <a:pt x="14805" y="5206"/>
                </a:lnTo>
                <a:lnTo>
                  <a:pt x="14805" y="5250"/>
                </a:lnTo>
                <a:lnTo>
                  <a:pt x="14761" y="5192"/>
                </a:lnTo>
                <a:lnTo>
                  <a:pt x="14761" y="5147"/>
                </a:lnTo>
                <a:close/>
                <a:moveTo>
                  <a:pt x="14923" y="5309"/>
                </a:moveTo>
                <a:cubicBezTo>
                  <a:pt x="14937" y="5324"/>
                  <a:pt x="14952" y="5339"/>
                  <a:pt x="14981" y="5353"/>
                </a:cubicBezTo>
                <a:lnTo>
                  <a:pt x="14981" y="5368"/>
                </a:lnTo>
                <a:cubicBezTo>
                  <a:pt x="14952" y="5353"/>
                  <a:pt x="14937" y="5353"/>
                  <a:pt x="14923" y="5339"/>
                </a:cubicBezTo>
                <a:lnTo>
                  <a:pt x="14923" y="5309"/>
                </a:lnTo>
                <a:close/>
                <a:moveTo>
                  <a:pt x="14789" y="5352"/>
                </a:moveTo>
                <a:cubicBezTo>
                  <a:pt x="14801" y="5364"/>
                  <a:pt x="14818" y="5377"/>
                  <a:pt x="14849" y="5398"/>
                </a:cubicBezTo>
                <a:cubicBezTo>
                  <a:pt x="14864" y="5412"/>
                  <a:pt x="14864" y="5427"/>
                  <a:pt x="14864" y="5427"/>
                </a:cubicBezTo>
                <a:cubicBezTo>
                  <a:pt x="14849" y="5412"/>
                  <a:pt x="14834" y="5398"/>
                  <a:pt x="14790" y="5368"/>
                </a:cubicBezTo>
                <a:cubicBezTo>
                  <a:pt x="14790" y="5363"/>
                  <a:pt x="14790" y="5357"/>
                  <a:pt x="14789" y="5352"/>
                </a:cubicBezTo>
                <a:close/>
                <a:moveTo>
                  <a:pt x="14981" y="5486"/>
                </a:moveTo>
                <a:lnTo>
                  <a:pt x="15026" y="5530"/>
                </a:lnTo>
                <a:lnTo>
                  <a:pt x="15026" y="5559"/>
                </a:lnTo>
                <a:cubicBezTo>
                  <a:pt x="15011" y="5545"/>
                  <a:pt x="14996" y="5515"/>
                  <a:pt x="14981" y="5515"/>
                </a:cubicBezTo>
                <a:lnTo>
                  <a:pt x="14981" y="5486"/>
                </a:lnTo>
                <a:close/>
                <a:moveTo>
                  <a:pt x="14848" y="5535"/>
                </a:moveTo>
                <a:cubicBezTo>
                  <a:pt x="14863" y="5552"/>
                  <a:pt x="14886" y="5563"/>
                  <a:pt x="14908" y="5574"/>
                </a:cubicBezTo>
                <a:cubicBezTo>
                  <a:pt x="14893" y="5574"/>
                  <a:pt x="14923" y="5589"/>
                  <a:pt x="14923" y="5618"/>
                </a:cubicBezTo>
                <a:cubicBezTo>
                  <a:pt x="14908" y="5589"/>
                  <a:pt x="14864" y="5574"/>
                  <a:pt x="14849" y="5559"/>
                </a:cubicBezTo>
                <a:cubicBezTo>
                  <a:pt x="14849" y="5553"/>
                  <a:pt x="14849" y="5543"/>
                  <a:pt x="14848" y="5535"/>
                </a:cubicBezTo>
                <a:close/>
                <a:moveTo>
                  <a:pt x="15143" y="5633"/>
                </a:moveTo>
                <a:cubicBezTo>
                  <a:pt x="15158" y="5648"/>
                  <a:pt x="15173" y="5662"/>
                  <a:pt x="15202" y="5662"/>
                </a:cubicBezTo>
                <a:lnTo>
                  <a:pt x="15202" y="5692"/>
                </a:lnTo>
                <a:cubicBezTo>
                  <a:pt x="15173" y="5662"/>
                  <a:pt x="15158" y="5662"/>
                  <a:pt x="15143" y="5648"/>
                </a:cubicBezTo>
                <a:lnTo>
                  <a:pt x="15143" y="5633"/>
                </a:lnTo>
                <a:close/>
                <a:moveTo>
                  <a:pt x="15008" y="5661"/>
                </a:moveTo>
                <a:cubicBezTo>
                  <a:pt x="15020" y="5676"/>
                  <a:pt x="15037" y="5696"/>
                  <a:pt x="15070" y="5707"/>
                </a:cubicBezTo>
                <a:cubicBezTo>
                  <a:pt x="15084" y="5707"/>
                  <a:pt x="15084" y="5721"/>
                  <a:pt x="15084" y="5736"/>
                </a:cubicBezTo>
                <a:cubicBezTo>
                  <a:pt x="15070" y="5721"/>
                  <a:pt x="15040" y="5707"/>
                  <a:pt x="15011" y="5692"/>
                </a:cubicBezTo>
                <a:cubicBezTo>
                  <a:pt x="15011" y="5674"/>
                  <a:pt x="15011" y="5667"/>
                  <a:pt x="15008" y="5661"/>
                </a:cubicBezTo>
                <a:close/>
                <a:moveTo>
                  <a:pt x="14864" y="5663"/>
                </a:moveTo>
                <a:cubicBezTo>
                  <a:pt x="14878" y="5692"/>
                  <a:pt x="14923" y="5707"/>
                  <a:pt x="14937" y="5721"/>
                </a:cubicBezTo>
                <a:cubicBezTo>
                  <a:pt x="14952" y="5736"/>
                  <a:pt x="14952" y="5766"/>
                  <a:pt x="14952" y="5780"/>
                </a:cubicBezTo>
                <a:cubicBezTo>
                  <a:pt x="14937" y="5766"/>
                  <a:pt x="14908" y="5736"/>
                  <a:pt x="14878" y="5721"/>
                </a:cubicBezTo>
                <a:cubicBezTo>
                  <a:pt x="14878" y="5707"/>
                  <a:pt x="14878" y="5692"/>
                  <a:pt x="14864" y="5663"/>
                </a:cubicBezTo>
                <a:close/>
                <a:moveTo>
                  <a:pt x="15202" y="5810"/>
                </a:moveTo>
                <a:lnTo>
                  <a:pt x="15246" y="5869"/>
                </a:lnTo>
                <a:cubicBezTo>
                  <a:pt x="15232" y="5854"/>
                  <a:pt x="15217" y="5839"/>
                  <a:pt x="15202" y="5839"/>
                </a:cubicBezTo>
                <a:lnTo>
                  <a:pt x="15202" y="5810"/>
                </a:lnTo>
                <a:close/>
                <a:moveTo>
                  <a:pt x="15055" y="5795"/>
                </a:moveTo>
                <a:cubicBezTo>
                  <a:pt x="15070" y="5810"/>
                  <a:pt x="15099" y="5839"/>
                  <a:pt x="15129" y="5854"/>
                </a:cubicBezTo>
                <a:cubicBezTo>
                  <a:pt x="15129" y="5883"/>
                  <a:pt x="15129" y="5883"/>
                  <a:pt x="15143" y="5913"/>
                </a:cubicBezTo>
                <a:cubicBezTo>
                  <a:pt x="15129" y="5883"/>
                  <a:pt x="15084" y="5869"/>
                  <a:pt x="15070" y="5854"/>
                </a:cubicBezTo>
                <a:cubicBezTo>
                  <a:pt x="15070" y="5839"/>
                  <a:pt x="15070" y="5810"/>
                  <a:pt x="15055" y="5795"/>
                </a:cubicBezTo>
                <a:close/>
                <a:moveTo>
                  <a:pt x="14893" y="5854"/>
                </a:moveTo>
                <a:cubicBezTo>
                  <a:pt x="14937" y="5869"/>
                  <a:pt x="14952" y="5883"/>
                  <a:pt x="14996" y="5913"/>
                </a:cubicBezTo>
                <a:lnTo>
                  <a:pt x="14996" y="5942"/>
                </a:lnTo>
                <a:cubicBezTo>
                  <a:pt x="14952" y="5927"/>
                  <a:pt x="14937" y="5913"/>
                  <a:pt x="14893" y="5883"/>
                </a:cubicBezTo>
                <a:lnTo>
                  <a:pt x="14893" y="5854"/>
                </a:lnTo>
                <a:close/>
                <a:moveTo>
                  <a:pt x="15231" y="5958"/>
                </a:moveTo>
                <a:cubicBezTo>
                  <a:pt x="15243" y="5973"/>
                  <a:pt x="15259" y="5991"/>
                  <a:pt x="15290" y="6001"/>
                </a:cubicBezTo>
                <a:cubicBezTo>
                  <a:pt x="15290" y="6016"/>
                  <a:pt x="15305" y="6030"/>
                  <a:pt x="15305" y="6030"/>
                </a:cubicBezTo>
                <a:cubicBezTo>
                  <a:pt x="15290" y="6016"/>
                  <a:pt x="15261" y="6001"/>
                  <a:pt x="15232" y="5986"/>
                </a:cubicBezTo>
                <a:cubicBezTo>
                  <a:pt x="15232" y="5975"/>
                  <a:pt x="15232" y="5965"/>
                  <a:pt x="15231" y="5958"/>
                </a:cubicBezTo>
                <a:close/>
                <a:moveTo>
                  <a:pt x="15099" y="5986"/>
                </a:moveTo>
                <a:cubicBezTo>
                  <a:pt x="15114" y="6001"/>
                  <a:pt x="15158" y="6016"/>
                  <a:pt x="15173" y="6030"/>
                </a:cubicBezTo>
                <a:lnTo>
                  <a:pt x="15173" y="6075"/>
                </a:lnTo>
                <a:cubicBezTo>
                  <a:pt x="15158" y="6060"/>
                  <a:pt x="15129" y="6030"/>
                  <a:pt x="15099" y="6016"/>
                </a:cubicBezTo>
                <a:lnTo>
                  <a:pt x="15099" y="5986"/>
                </a:lnTo>
                <a:close/>
                <a:moveTo>
                  <a:pt x="14937" y="6001"/>
                </a:moveTo>
                <a:lnTo>
                  <a:pt x="14937" y="6001"/>
                </a:lnTo>
                <a:cubicBezTo>
                  <a:pt x="14981" y="6016"/>
                  <a:pt x="14996" y="6030"/>
                  <a:pt x="15026" y="6075"/>
                </a:cubicBezTo>
                <a:cubicBezTo>
                  <a:pt x="15026" y="6089"/>
                  <a:pt x="15040" y="6133"/>
                  <a:pt x="15040" y="6148"/>
                </a:cubicBezTo>
                <a:cubicBezTo>
                  <a:pt x="15011" y="6133"/>
                  <a:pt x="14996" y="6104"/>
                  <a:pt x="14952" y="6089"/>
                </a:cubicBezTo>
                <a:cubicBezTo>
                  <a:pt x="14937" y="6045"/>
                  <a:pt x="14937" y="6030"/>
                  <a:pt x="14937" y="6001"/>
                </a:cubicBezTo>
                <a:close/>
                <a:moveTo>
                  <a:pt x="15408" y="6104"/>
                </a:moveTo>
                <a:lnTo>
                  <a:pt x="15452" y="6148"/>
                </a:lnTo>
                <a:cubicBezTo>
                  <a:pt x="15452" y="6163"/>
                  <a:pt x="15452" y="6163"/>
                  <a:pt x="15467" y="6178"/>
                </a:cubicBezTo>
                <a:cubicBezTo>
                  <a:pt x="15452" y="6163"/>
                  <a:pt x="15438" y="6148"/>
                  <a:pt x="15408" y="6148"/>
                </a:cubicBezTo>
                <a:lnTo>
                  <a:pt x="15408" y="6104"/>
                </a:lnTo>
                <a:close/>
                <a:moveTo>
                  <a:pt x="15261" y="6104"/>
                </a:moveTo>
                <a:cubicBezTo>
                  <a:pt x="15290" y="6133"/>
                  <a:pt x="15320" y="6148"/>
                  <a:pt x="15349" y="6163"/>
                </a:cubicBezTo>
                <a:lnTo>
                  <a:pt x="15349" y="6207"/>
                </a:lnTo>
                <a:cubicBezTo>
                  <a:pt x="15320" y="6178"/>
                  <a:pt x="15290" y="6163"/>
                  <a:pt x="15261" y="6148"/>
                </a:cubicBezTo>
                <a:lnTo>
                  <a:pt x="15261" y="6104"/>
                </a:lnTo>
                <a:close/>
                <a:moveTo>
                  <a:pt x="15099" y="6148"/>
                </a:moveTo>
                <a:cubicBezTo>
                  <a:pt x="15143" y="6163"/>
                  <a:pt x="15158" y="6178"/>
                  <a:pt x="15202" y="6192"/>
                </a:cubicBezTo>
                <a:cubicBezTo>
                  <a:pt x="15217" y="6222"/>
                  <a:pt x="15217" y="6236"/>
                  <a:pt x="15217" y="6281"/>
                </a:cubicBezTo>
                <a:cubicBezTo>
                  <a:pt x="15173" y="6251"/>
                  <a:pt x="15158" y="6236"/>
                  <a:pt x="15129" y="6222"/>
                </a:cubicBezTo>
                <a:cubicBezTo>
                  <a:pt x="15129" y="6207"/>
                  <a:pt x="15129" y="6163"/>
                  <a:pt x="15099" y="6148"/>
                </a:cubicBezTo>
                <a:close/>
                <a:moveTo>
                  <a:pt x="15585" y="6236"/>
                </a:moveTo>
                <a:cubicBezTo>
                  <a:pt x="15585" y="6251"/>
                  <a:pt x="15599" y="6251"/>
                  <a:pt x="15614" y="6281"/>
                </a:cubicBezTo>
                <a:lnTo>
                  <a:pt x="15614" y="6295"/>
                </a:lnTo>
                <a:cubicBezTo>
                  <a:pt x="15599" y="6281"/>
                  <a:pt x="15585" y="6281"/>
                  <a:pt x="15585" y="6251"/>
                </a:cubicBezTo>
                <a:lnTo>
                  <a:pt x="15585" y="6236"/>
                </a:lnTo>
                <a:close/>
                <a:moveTo>
                  <a:pt x="14952" y="6178"/>
                </a:moveTo>
                <a:lnTo>
                  <a:pt x="14952" y="6178"/>
                </a:lnTo>
                <a:cubicBezTo>
                  <a:pt x="14996" y="6192"/>
                  <a:pt x="15026" y="6222"/>
                  <a:pt x="15055" y="6251"/>
                </a:cubicBezTo>
                <a:cubicBezTo>
                  <a:pt x="15055" y="6281"/>
                  <a:pt x="15070" y="6310"/>
                  <a:pt x="15070" y="6325"/>
                </a:cubicBezTo>
                <a:cubicBezTo>
                  <a:pt x="15026" y="6310"/>
                  <a:pt x="14996" y="6295"/>
                  <a:pt x="14981" y="6251"/>
                </a:cubicBezTo>
                <a:cubicBezTo>
                  <a:pt x="14981" y="6236"/>
                  <a:pt x="14981" y="6222"/>
                  <a:pt x="14952" y="6178"/>
                </a:cubicBezTo>
                <a:close/>
                <a:moveTo>
                  <a:pt x="15452" y="6251"/>
                </a:moveTo>
                <a:cubicBezTo>
                  <a:pt x="15467" y="6281"/>
                  <a:pt x="15496" y="6295"/>
                  <a:pt x="15511" y="6325"/>
                </a:cubicBezTo>
                <a:lnTo>
                  <a:pt x="15452" y="6281"/>
                </a:lnTo>
                <a:lnTo>
                  <a:pt x="15452" y="6251"/>
                </a:lnTo>
                <a:close/>
                <a:moveTo>
                  <a:pt x="15305" y="6281"/>
                </a:moveTo>
                <a:cubicBezTo>
                  <a:pt x="15320" y="6295"/>
                  <a:pt x="15364" y="6310"/>
                  <a:pt x="15379" y="6325"/>
                </a:cubicBezTo>
                <a:cubicBezTo>
                  <a:pt x="15379" y="6354"/>
                  <a:pt x="15393" y="6369"/>
                  <a:pt x="15393" y="6384"/>
                </a:cubicBezTo>
                <a:cubicBezTo>
                  <a:pt x="15379" y="6369"/>
                  <a:pt x="15349" y="6354"/>
                  <a:pt x="15320" y="6325"/>
                </a:cubicBezTo>
                <a:cubicBezTo>
                  <a:pt x="15320" y="6310"/>
                  <a:pt x="15320" y="6295"/>
                  <a:pt x="15305" y="6281"/>
                </a:cubicBezTo>
                <a:close/>
                <a:moveTo>
                  <a:pt x="15158" y="6310"/>
                </a:moveTo>
                <a:lnTo>
                  <a:pt x="15158" y="6310"/>
                </a:lnTo>
                <a:cubicBezTo>
                  <a:pt x="15202" y="6325"/>
                  <a:pt x="15217" y="6354"/>
                  <a:pt x="15246" y="6369"/>
                </a:cubicBezTo>
                <a:cubicBezTo>
                  <a:pt x="15246" y="6384"/>
                  <a:pt x="15261" y="6413"/>
                  <a:pt x="15261" y="6442"/>
                </a:cubicBezTo>
                <a:cubicBezTo>
                  <a:pt x="15232" y="6428"/>
                  <a:pt x="15217" y="6398"/>
                  <a:pt x="15173" y="6384"/>
                </a:cubicBezTo>
                <a:cubicBezTo>
                  <a:pt x="15158" y="6369"/>
                  <a:pt x="15158" y="6354"/>
                  <a:pt x="15158" y="6310"/>
                </a:cubicBezTo>
                <a:close/>
                <a:moveTo>
                  <a:pt x="14996" y="6369"/>
                </a:moveTo>
                <a:cubicBezTo>
                  <a:pt x="15026" y="6384"/>
                  <a:pt x="15070" y="6398"/>
                  <a:pt x="15099" y="6442"/>
                </a:cubicBezTo>
                <a:cubicBezTo>
                  <a:pt x="15099" y="6457"/>
                  <a:pt x="15099" y="6472"/>
                  <a:pt x="15114" y="6501"/>
                </a:cubicBezTo>
                <a:cubicBezTo>
                  <a:pt x="15084" y="6472"/>
                  <a:pt x="15040" y="6457"/>
                  <a:pt x="15011" y="6413"/>
                </a:cubicBezTo>
                <a:cubicBezTo>
                  <a:pt x="14996" y="6398"/>
                  <a:pt x="14996" y="6384"/>
                  <a:pt x="14996" y="6369"/>
                </a:cubicBezTo>
                <a:close/>
                <a:moveTo>
                  <a:pt x="15467" y="6398"/>
                </a:moveTo>
                <a:cubicBezTo>
                  <a:pt x="15496" y="6413"/>
                  <a:pt x="15511" y="6442"/>
                  <a:pt x="15541" y="6457"/>
                </a:cubicBezTo>
                <a:cubicBezTo>
                  <a:pt x="15570" y="6472"/>
                  <a:pt x="15570" y="6501"/>
                  <a:pt x="15570" y="6516"/>
                </a:cubicBezTo>
                <a:cubicBezTo>
                  <a:pt x="15541" y="6501"/>
                  <a:pt x="15511" y="6472"/>
                  <a:pt x="15496" y="6457"/>
                </a:cubicBezTo>
                <a:cubicBezTo>
                  <a:pt x="15496" y="6442"/>
                  <a:pt x="15496" y="6413"/>
                  <a:pt x="15467" y="6398"/>
                </a:cubicBezTo>
                <a:close/>
                <a:moveTo>
                  <a:pt x="15349" y="6457"/>
                </a:moveTo>
                <a:lnTo>
                  <a:pt x="15349" y="6457"/>
                </a:lnTo>
                <a:cubicBezTo>
                  <a:pt x="15379" y="6472"/>
                  <a:pt x="15393" y="6501"/>
                  <a:pt x="15438" y="6516"/>
                </a:cubicBezTo>
                <a:cubicBezTo>
                  <a:pt x="15438" y="6531"/>
                  <a:pt x="15438" y="6545"/>
                  <a:pt x="15452" y="6590"/>
                </a:cubicBezTo>
                <a:cubicBezTo>
                  <a:pt x="15408" y="6575"/>
                  <a:pt x="15393" y="6545"/>
                  <a:pt x="15364" y="6531"/>
                </a:cubicBezTo>
                <a:cubicBezTo>
                  <a:pt x="15364" y="6516"/>
                  <a:pt x="15349" y="6472"/>
                  <a:pt x="15349" y="6457"/>
                </a:cubicBezTo>
                <a:close/>
                <a:moveTo>
                  <a:pt x="15202" y="6501"/>
                </a:moveTo>
                <a:cubicBezTo>
                  <a:pt x="15232" y="6516"/>
                  <a:pt x="15276" y="6531"/>
                  <a:pt x="15290" y="6575"/>
                </a:cubicBezTo>
                <a:cubicBezTo>
                  <a:pt x="15290" y="6590"/>
                  <a:pt x="15290" y="6604"/>
                  <a:pt x="15305" y="6619"/>
                </a:cubicBezTo>
                <a:cubicBezTo>
                  <a:pt x="15261" y="6604"/>
                  <a:pt x="15232" y="6590"/>
                  <a:pt x="15217" y="6575"/>
                </a:cubicBezTo>
                <a:cubicBezTo>
                  <a:pt x="15202" y="6531"/>
                  <a:pt x="15202" y="6516"/>
                  <a:pt x="15202" y="6501"/>
                </a:cubicBezTo>
                <a:close/>
                <a:moveTo>
                  <a:pt x="15658" y="6531"/>
                </a:moveTo>
                <a:lnTo>
                  <a:pt x="15717" y="6590"/>
                </a:lnTo>
                <a:cubicBezTo>
                  <a:pt x="15732" y="6619"/>
                  <a:pt x="15732" y="6619"/>
                  <a:pt x="15732" y="6648"/>
                </a:cubicBezTo>
                <a:lnTo>
                  <a:pt x="15673" y="6590"/>
                </a:lnTo>
                <a:cubicBezTo>
                  <a:pt x="15673" y="6575"/>
                  <a:pt x="15673" y="6546"/>
                  <a:pt x="15658" y="6531"/>
                </a:cubicBezTo>
                <a:close/>
                <a:moveTo>
                  <a:pt x="15526" y="6604"/>
                </a:moveTo>
                <a:cubicBezTo>
                  <a:pt x="15541" y="6619"/>
                  <a:pt x="15585" y="6648"/>
                  <a:pt x="15599" y="6663"/>
                </a:cubicBezTo>
                <a:cubicBezTo>
                  <a:pt x="15614" y="6663"/>
                  <a:pt x="15614" y="6678"/>
                  <a:pt x="15614" y="6722"/>
                </a:cubicBezTo>
                <a:cubicBezTo>
                  <a:pt x="15599" y="6693"/>
                  <a:pt x="15570" y="6678"/>
                  <a:pt x="15541" y="6663"/>
                </a:cubicBezTo>
                <a:cubicBezTo>
                  <a:pt x="15541" y="6648"/>
                  <a:pt x="15526" y="6619"/>
                  <a:pt x="15526" y="6604"/>
                </a:cubicBezTo>
                <a:close/>
                <a:moveTo>
                  <a:pt x="15393" y="6648"/>
                </a:moveTo>
                <a:cubicBezTo>
                  <a:pt x="15438" y="6663"/>
                  <a:pt x="15452" y="6678"/>
                  <a:pt x="15496" y="6693"/>
                </a:cubicBezTo>
                <a:cubicBezTo>
                  <a:pt x="15481" y="6708"/>
                  <a:pt x="15473" y="6720"/>
                  <a:pt x="15474" y="6727"/>
                </a:cubicBezTo>
                <a:lnTo>
                  <a:pt x="15474" y="6727"/>
                </a:lnTo>
                <a:cubicBezTo>
                  <a:pt x="15446" y="6712"/>
                  <a:pt x="15429" y="6690"/>
                  <a:pt x="15393" y="6678"/>
                </a:cubicBezTo>
                <a:lnTo>
                  <a:pt x="15393" y="6648"/>
                </a:lnTo>
                <a:close/>
                <a:moveTo>
                  <a:pt x="15836" y="6693"/>
                </a:moveTo>
                <a:cubicBezTo>
                  <a:pt x="15865" y="6722"/>
                  <a:pt x="15879" y="6737"/>
                  <a:pt x="15894" y="6737"/>
                </a:cubicBezTo>
                <a:cubicBezTo>
                  <a:pt x="15894" y="6752"/>
                  <a:pt x="15894" y="6752"/>
                  <a:pt x="15909" y="6766"/>
                </a:cubicBezTo>
                <a:cubicBezTo>
                  <a:pt x="15894" y="6752"/>
                  <a:pt x="15879" y="6737"/>
                  <a:pt x="15864" y="6737"/>
                </a:cubicBezTo>
                <a:cubicBezTo>
                  <a:pt x="15864" y="6722"/>
                  <a:pt x="15864" y="6722"/>
                  <a:pt x="15836" y="6693"/>
                </a:cubicBezTo>
                <a:close/>
                <a:moveTo>
                  <a:pt x="15688" y="6737"/>
                </a:moveTo>
                <a:lnTo>
                  <a:pt x="15688" y="6737"/>
                </a:lnTo>
                <a:cubicBezTo>
                  <a:pt x="15717" y="6752"/>
                  <a:pt x="15732" y="6766"/>
                  <a:pt x="15761" y="6796"/>
                </a:cubicBezTo>
                <a:cubicBezTo>
                  <a:pt x="15791" y="6810"/>
                  <a:pt x="15791" y="6825"/>
                  <a:pt x="15791" y="6840"/>
                </a:cubicBezTo>
                <a:cubicBezTo>
                  <a:pt x="15761" y="6825"/>
                  <a:pt x="15747" y="6810"/>
                  <a:pt x="15717" y="6796"/>
                </a:cubicBezTo>
                <a:cubicBezTo>
                  <a:pt x="15717" y="6766"/>
                  <a:pt x="15688" y="6752"/>
                  <a:pt x="15688" y="6737"/>
                </a:cubicBezTo>
                <a:close/>
                <a:moveTo>
                  <a:pt x="15585" y="6766"/>
                </a:moveTo>
                <a:cubicBezTo>
                  <a:pt x="15614" y="6781"/>
                  <a:pt x="15629" y="6810"/>
                  <a:pt x="15658" y="6825"/>
                </a:cubicBezTo>
                <a:lnTo>
                  <a:pt x="15658" y="6869"/>
                </a:lnTo>
                <a:cubicBezTo>
                  <a:pt x="15644" y="6840"/>
                  <a:pt x="15599" y="6825"/>
                  <a:pt x="15585" y="6810"/>
                </a:cubicBezTo>
                <a:lnTo>
                  <a:pt x="15585" y="6766"/>
                </a:lnTo>
                <a:close/>
                <a:moveTo>
                  <a:pt x="15997" y="6825"/>
                </a:moveTo>
                <a:cubicBezTo>
                  <a:pt x="16026" y="6869"/>
                  <a:pt x="16026" y="6869"/>
                  <a:pt x="16041" y="6884"/>
                </a:cubicBezTo>
                <a:lnTo>
                  <a:pt x="16041" y="6899"/>
                </a:lnTo>
                <a:lnTo>
                  <a:pt x="15997" y="6855"/>
                </a:lnTo>
                <a:lnTo>
                  <a:pt x="15997" y="6825"/>
                </a:lnTo>
                <a:close/>
                <a:moveTo>
                  <a:pt x="15892" y="6879"/>
                </a:moveTo>
                <a:lnTo>
                  <a:pt x="15938" y="6913"/>
                </a:lnTo>
                <a:cubicBezTo>
                  <a:pt x="15953" y="6943"/>
                  <a:pt x="15953" y="6958"/>
                  <a:pt x="15953" y="6958"/>
                </a:cubicBezTo>
                <a:lnTo>
                  <a:pt x="15894" y="6899"/>
                </a:lnTo>
                <a:cubicBezTo>
                  <a:pt x="15894" y="6892"/>
                  <a:pt x="15894" y="6884"/>
                  <a:pt x="15892" y="6879"/>
                </a:cubicBezTo>
                <a:close/>
                <a:moveTo>
                  <a:pt x="15761" y="6899"/>
                </a:moveTo>
                <a:cubicBezTo>
                  <a:pt x="15776" y="6913"/>
                  <a:pt x="15820" y="6943"/>
                  <a:pt x="15835" y="6958"/>
                </a:cubicBezTo>
                <a:cubicBezTo>
                  <a:pt x="15820" y="6972"/>
                  <a:pt x="15835" y="6987"/>
                  <a:pt x="15835" y="6987"/>
                </a:cubicBezTo>
                <a:cubicBezTo>
                  <a:pt x="15820" y="6972"/>
                  <a:pt x="15791" y="6958"/>
                  <a:pt x="15761" y="6943"/>
                </a:cubicBezTo>
                <a:lnTo>
                  <a:pt x="15761" y="6899"/>
                </a:lnTo>
                <a:close/>
                <a:moveTo>
                  <a:pt x="16041" y="7016"/>
                </a:moveTo>
                <a:cubicBezTo>
                  <a:pt x="16056" y="7031"/>
                  <a:pt x="16085" y="7031"/>
                  <a:pt x="16085" y="7046"/>
                </a:cubicBezTo>
                <a:cubicBezTo>
                  <a:pt x="16115" y="7061"/>
                  <a:pt x="16115" y="7090"/>
                  <a:pt x="16115" y="7090"/>
                </a:cubicBezTo>
                <a:cubicBezTo>
                  <a:pt x="16100" y="7061"/>
                  <a:pt x="16085" y="7061"/>
                  <a:pt x="16056" y="7046"/>
                </a:cubicBezTo>
                <a:cubicBezTo>
                  <a:pt x="16056" y="7031"/>
                  <a:pt x="16056" y="7031"/>
                  <a:pt x="16041" y="7016"/>
                </a:cubicBezTo>
                <a:close/>
                <a:moveTo>
                  <a:pt x="15923" y="7046"/>
                </a:moveTo>
                <a:cubicBezTo>
                  <a:pt x="15953" y="7061"/>
                  <a:pt x="15967" y="7090"/>
                  <a:pt x="15997" y="7105"/>
                </a:cubicBezTo>
                <a:lnTo>
                  <a:pt x="15997" y="7119"/>
                </a:lnTo>
                <a:cubicBezTo>
                  <a:pt x="15982" y="7105"/>
                  <a:pt x="15967" y="7090"/>
                  <a:pt x="15923" y="7061"/>
                </a:cubicBezTo>
                <a:lnTo>
                  <a:pt x="15923" y="7046"/>
                </a:lnTo>
                <a:close/>
                <a:moveTo>
                  <a:pt x="16232" y="7149"/>
                </a:moveTo>
                <a:lnTo>
                  <a:pt x="16262" y="7193"/>
                </a:lnTo>
                <a:lnTo>
                  <a:pt x="16262" y="7208"/>
                </a:lnTo>
                <a:cubicBezTo>
                  <a:pt x="16247" y="7193"/>
                  <a:pt x="16232" y="7193"/>
                  <a:pt x="16232" y="7178"/>
                </a:cubicBezTo>
                <a:lnTo>
                  <a:pt x="16232" y="7149"/>
                </a:lnTo>
                <a:close/>
                <a:moveTo>
                  <a:pt x="16115" y="7193"/>
                </a:moveTo>
                <a:cubicBezTo>
                  <a:pt x="16129" y="7208"/>
                  <a:pt x="16159" y="7208"/>
                  <a:pt x="16173" y="7252"/>
                </a:cubicBezTo>
                <a:cubicBezTo>
                  <a:pt x="16159" y="7237"/>
                  <a:pt x="16129" y="7208"/>
                  <a:pt x="16115" y="7208"/>
                </a:cubicBezTo>
                <a:lnTo>
                  <a:pt x="16115" y="7193"/>
                </a:lnTo>
                <a:close/>
                <a:moveTo>
                  <a:pt x="15011" y="6531"/>
                </a:moveTo>
                <a:lnTo>
                  <a:pt x="15011" y="6531"/>
                </a:lnTo>
                <a:cubicBezTo>
                  <a:pt x="15055" y="6545"/>
                  <a:pt x="15084" y="6590"/>
                  <a:pt x="15129" y="6604"/>
                </a:cubicBezTo>
                <a:cubicBezTo>
                  <a:pt x="15379" y="8120"/>
                  <a:pt x="15364" y="9695"/>
                  <a:pt x="15349" y="11240"/>
                </a:cubicBezTo>
                <a:lnTo>
                  <a:pt x="15349" y="12476"/>
                </a:lnTo>
                <a:cubicBezTo>
                  <a:pt x="15349" y="13168"/>
                  <a:pt x="15364" y="13977"/>
                  <a:pt x="15467" y="14787"/>
                </a:cubicBezTo>
                <a:cubicBezTo>
                  <a:pt x="15320" y="14007"/>
                  <a:pt x="15246" y="13124"/>
                  <a:pt x="15232" y="12167"/>
                </a:cubicBezTo>
                <a:cubicBezTo>
                  <a:pt x="15217" y="11623"/>
                  <a:pt x="15217" y="11093"/>
                  <a:pt x="15217" y="10578"/>
                </a:cubicBezTo>
                <a:cubicBezTo>
                  <a:pt x="15217" y="9239"/>
                  <a:pt x="15217" y="7870"/>
                  <a:pt x="15011" y="6531"/>
                </a:cubicBezTo>
                <a:close/>
                <a:moveTo>
                  <a:pt x="15232" y="6678"/>
                </a:moveTo>
                <a:lnTo>
                  <a:pt x="15232" y="6678"/>
                </a:lnTo>
                <a:cubicBezTo>
                  <a:pt x="15246" y="6678"/>
                  <a:pt x="15290" y="6722"/>
                  <a:pt x="15320" y="6737"/>
                </a:cubicBezTo>
                <a:cubicBezTo>
                  <a:pt x="15644" y="8429"/>
                  <a:pt x="15599" y="10225"/>
                  <a:pt x="15570" y="11976"/>
                </a:cubicBezTo>
                <a:cubicBezTo>
                  <a:pt x="15570" y="12255"/>
                  <a:pt x="15541" y="12535"/>
                  <a:pt x="15541" y="12800"/>
                </a:cubicBezTo>
                <a:cubicBezTo>
                  <a:pt x="15526" y="13609"/>
                  <a:pt x="15541" y="14492"/>
                  <a:pt x="15644" y="15405"/>
                </a:cubicBezTo>
                <a:cubicBezTo>
                  <a:pt x="15467" y="14375"/>
                  <a:pt x="15438" y="13359"/>
                  <a:pt x="15438" y="12491"/>
                </a:cubicBezTo>
                <a:lnTo>
                  <a:pt x="15438" y="11255"/>
                </a:lnTo>
                <a:cubicBezTo>
                  <a:pt x="15452" y="9739"/>
                  <a:pt x="15452" y="8164"/>
                  <a:pt x="15232" y="6678"/>
                </a:cubicBezTo>
                <a:close/>
                <a:moveTo>
                  <a:pt x="15408" y="6810"/>
                </a:moveTo>
                <a:cubicBezTo>
                  <a:pt x="15438" y="6810"/>
                  <a:pt x="15467" y="6840"/>
                  <a:pt x="15511" y="6869"/>
                </a:cubicBezTo>
                <a:cubicBezTo>
                  <a:pt x="15894" y="8753"/>
                  <a:pt x="15820" y="10769"/>
                  <a:pt x="15747" y="12726"/>
                </a:cubicBezTo>
                <a:lnTo>
                  <a:pt x="15732" y="13124"/>
                </a:lnTo>
                <a:cubicBezTo>
                  <a:pt x="15688" y="14021"/>
                  <a:pt x="15688" y="15007"/>
                  <a:pt x="15791" y="16008"/>
                </a:cubicBezTo>
                <a:cubicBezTo>
                  <a:pt x="15614" y="14904"/>
                  <a:pt x="15599" y="13801"/>
                  <a:pt x="15614" y="12800"/>
                </a:cubicBezTo>
                <a:cubicBezTo>
                  <a:pt x="15614" y="12535"/>
                  <a:pt x="15629" y="12255"/>
                  <a:pt x="15629" y="11976"/>
                </a:cubicBezTo>
                <a:cubicBezTo>
                  <a:pt x="15673" y="10254"/>
                  <a:pt x="15717" y="8488"/>
                  <a:pt x="15408" y="6810"/>
                </a:cubicBezTo>
                <a:close/>
                <a:moveTo>
                  <a:pt x="15599" y="6913"/>
                </a:moveTo>
                <a:cubicBezTo>
                  <a:pt x="15644" y="6928"/>
                  <a:pt x="15658" y="6958"/>
                  <a:pt x="15688" y="6972"/>
                </a:cubicBezTo>
                <a:cubicBezTo>
                  <a:pt x="16173" y="9091"/>
                  <a:pt x="16041" y="11358"/>
                  <a:pt x="15938" y="13418"/>
                </a:cubicBezTo>
                <a:cubicBezTo>
                  <a:pt x="15879" y="14375"/>
                  <a:pt x="15835" y="15361"/>
                  <a:pt x="15909" y="16332"/>
                </a:cubicBezTo>
                <a:cubicBezTo>
                  <a:pt x="15791" y="15228"/>
                  <a:pt x="15791" y="14110"/>
                  <a:pt x="15820" y="13080"/>
                </a:cubicBezTo>
                <a:lnTo>
                  <a:pt x="15835" y="12697"/>
                </a:lnTo>
                <a:cubicBezTo>
                  <a:pt x="15894" y="10799"/>
                  <a:pt x="15967" y="8797"/>
                  <a:pt x="15599" y="6913"/>
                </a:cubicBezTo>
                <a:close/>
                <a:moveTo>
                  <a:pt x="15791" y="7061"/>
                </a:moveTo>
                <a:cubicBezTo>
                  <a:pt x="15806" y="7075"/>
                  <a:pt x="15835" y="7105"/>
                  <a:pt x="15864" y="7119"/>
                </a:cubicBezTo>
                <a:cubicBezTo>
                  <a:pt x="16394" y="9239"/>
                  <a:pt x="16276" y="11534"/>
                  <a:pt x="16100" y="13742"/>
                </a:cubicBezTo>
                <a:cubicBezTo>
                  <a:pt x="16026" y="14698"/>
                  <a:pt x="15953" y="15728"/>
                  <a:pt x="15982" y="16729"/>
                </a:cubicBezTo>
                <a:cubicBezTo>
                  <a:pt x="15894" y="15640"/>
                  <a:pt x="15909" y="14492"/>
                  <a:pt x="15982" y="13433"/>
                </a:cubicBezTo>
                <a:cubicBezTo>
                  <a:pt x="16115" y="11402"/>
                  <a:pt x="16247" y="9165"/>
                  <a:pt x="15791" y="7061"/>
                </a:cubicBezTo>
                <a:close/>
                <a:moveTo>
                  <a:pt x="15967" y="7193"/>
                </a:moveTo>
                <a:cubicBezTo>
                  <a:pt x="15982" y="7208"/>
                  <a:pt x="16026" y="7237"/>
                  <a:pt x="16041" y="7252"/>
                </a:cubicBezTo>
                <a:cubicBezTo>
                  <a:pt x="16630" y="9400"/>
                  <a:pt x="16541" y="11770"/>
                  <a:pt x="16306" y="14051"/>
                </a:cubicBezTo>
                <a:cubicBezTo>
                  <a:pt x="16188" y="15108"/>
                  <a:pt x="16100" y="16165"/>
                  <a:pt x="16114" y="17208"/>
                </a:cubicBezTo>
                <a:lnTo>
                  <a:pt x="16114" y="17208"/>
                </a:lnTo>
                <a:cubicBezTo>
                  <a:pt x="16114" y="17200"/>
                  <a:pt x="16112" y="17197"/>
                  <a:pt x="16100" y="17185"/>
                </a:cubicBezTo>
                <a:cubicBezTo>
                  <a:pt x="16026" y="16038"/>
                  <a:pt x="16100" y="14860"/>
                  <a:pt x="16173" y="13742"/>
                </a:cubicBezTo>
                <a:cubicBezTo>
                  <a:pt x="16365" y="11578"/>
                  <a:pt x="16482" y="9297"/>
                  <a:pt x="15967" y="7193"/>
                </a:cubicBezTo>
                <a:close/>
                <a:moveTo>
                  <a:pt x="16159" y="7340"/>
                </a:moveTo>
                <a:lnTo>
                  <a:pt x="16203" y="7399"/>
                </a:lnTo>
                <a:cubicBezTo>
                  <a:pt x="16909" y="9739"/>
                  <a:pt x="16747" y="12314"/>
                  <a:pt x="16497" y="14389"/>
                </a:cubicBezTo>
                <a:cubicBezTo>
                  <a:pt x="16365" y="15478"/>
                  <a:pt x="16262" y="16508"/>
                  <a:pt x="16232" y="17480"/>
                </a:cubicBezTo>
                <a:cubicBezTo>
                  <a:pt x="16232" y="17465"/>
                  <a:pt x="16203" y="17436"/>
                  <a:pt x="16203" y="17421"/>
                </a:cubicBezTo>
                <a:cubicBezTo>
                  <a:pt x="16188" y="16332"/>
                  <a:pt x="16276" y="15199"/>
                  <a:pt x="16394" y="14066"/>
                </a:cubicBezTo>
                <a:cubicBezTo>
                  <a:pt x="16615" y="11814"/>
                  <a:pt x="16718" y="9474"/>
                  <a:pt x="16159" y="7340"/>
                </a:cubicBezTo>
                <a:close/>
                <a:moveTo>
                  <a:pt x="16321" y="7487"/>
                </a:moveTo>
                <a:lnTo>
                  <a:pt x="16365" y="7546"/>
                </a:lnTo>
                <a:cubicBezTo>
                  <a:pt x="16998" y="9459"/>
                  <a:pt x="17086" y="11770"/>
                  <a:pt x="16688" y="14713"/>
                </a:cubicBezTo>
                <a:lnTo>
                  <a:pt x="16688" y="14757"/>
                </a:lnTo>
                <a:cubicBezTo>
                  <a:pt x="16541" y="15743"/>
                  <a:pt x="16409" y="16744"/>
                  <a:pt x="16335" y="17715"/>
                </a:cubicBezTo>
                <a:cubicBezTo>
                  <a:pt x="16321" y="17700"/>
                  <a:pt x="16321" y="17686"/>
                  <a:pt x="16291" y="17642"/>
                </a:cubicBezTo>
                <a:cubicBezTo>
                  <a:pt x="16321" y="16626"/>
                  <a:pt x="16424" y="15537"/>
                  <a:pt x="16571" y="14404"/>
                </a:cubicBezTo>
                <a:cubicBezTo>
                  <a:pt x="16836" y="12329"/>
                  <a:pt x="16998" y="9813"/>
                  <a:pt x="16321" y="7487"/>
                </a:cubicBezTo>
                <a:close/>
                <a:moveTo>
                  <a:pt x="16306" y="17803"/>
                </a:moveTo>
                <a:cubicBezTo>
                  <a:pt x="16306" y="17818"/>
                  <a:pt x="16321" y="17848"/>
                  <a:pt x="16321" y="17862"/>
                </a:cubicBezTo>
                <a:lnTo>
                  <a:pt x="16321" y="17921"/>
                </a:lnTo>
                <a:cubicBezTo>
                  <a:pt x="16321" y="17907"/>
                  <a:pt x="16306" y="17877"/>
                  <a:pt x="16306" y="17862"/>
                </a:cubicBezTo>
                <a:lnTo>
                  <a:pt x="16306" y="17803"/>
                </a:lnTo>
                <a:close/>
                <a:moveTo>
                  <a:pt x="16510" y="7643"/>
                </a:moveTo>
                <a:cubicBezTo>
                  <a:pt x="16528" y="7643"/>
                  <a:pt x="16531" y="7657"/>
                  <a:pt x="16541" y="7679"/>
                </a:cubicBezTo>
                <a:cubicBezTo>
                  <a:pt x="17233" y="9665"/>
                  <a:pt x="17365" y="12123"/>
                  <a:pt x="16895" y="15037"/>
                </a:cubicBezTo>
                <a:lnTo>
                  <a:pt x="16821" y="15493"/>
                </a:lnTo>
                <a:cubicBezTo>
                  <a:pt x="16688" y="16317"/>
                  <a:pt x="16541" y="17141"/>
                  <a:pt x="16453" y="17936"/>
                </a:cubicBezTo>
                <a:cubicBezTo>
                  <a:pt x="16424" y="17921"/>
                  <a:pt x="16409" y="17877"/>
                  <a:pt x="16409" y="17862"/>
                </a:cubicBezTo>
                <a:cubicBezTo>
                  <a:pt x="16468" y="16847"/>
                  <a:pt x="16615" y="15802"/>
                  <a:pt x="16762" y="14772"/>
                </a:cubicBezTo>
                <a:lnTo>
                  <a:pt x="16762" y="14742"/>
                </a:lnTo>
                <a:cubicBezTo>
                  <a:pt x="17159" y="11843"/>
                  <a:pt x="17086" y="9548"/>
                  <a:pt x="16482" y="7649"/>
                </a:cubicBezTo>
                <a:cubicBezTo>
                  <a:pt x="16494" y="7645"/>
                  <a:pt x="16503" y="7643"/>
                  <a:pt x="16510" y="7643"/>
                </a:cubicBezTo>
                <a:close/>
                <a:moveTo>
                  <a:pt x="16644" y="7767"/>
                </a:moveTo>
                <a:lnTo>
                  <a:pt x="16644" y="7767"/>
                </a:lnTo>
                <a:cubicBezTo>
                  <a:pt x="16674" y="7782"/>
                  <a:pt x="16688" y="7796"/>
                  <a:pt x="16703" y="7796"/>
                </a:cubicBezTo>
                <a:cubicBezTo>
                  <a:pt x="17675" y="10357"/>
                  <a:pt x="17483" y="13227"/>
                  <a:pt x="17086" y="15331"/>
                </a:cubicBezTo>
                <a:cubicBezTo>
                  <a:pt x="17042" y="15596"/>
                  <a:pt x="16983" y="15890"/>
                  <a:pt x="16924" y="16170"/>
                </a:cubicBezTo>
                <a:cubicBezTo>
                  <a:pt x="16792" y="16832"/>
                  <a:pt x="16659" y="17494"/>
                  <a:pt x="16571" y="18113"/>
                </a:cubicBezTo>
                <a:cubicBezTo>
                  <a:pt x="16556" y="18083"/>
                  <a:pt x="16541" y="18068"/>
                  <a:pt x="16512" y="18024"/>
                </a:cubicBezTo>
                <a:cubicBezTo>
                  <a:pt x="16615" y="17200"/>
                  <a:pt x="16733" y="16332"/>
                  <a:pt x="16880" y="15464"/>
                </a:cubicBezTo>
                <a:lnTo>
                  <a:pt x="16968" y="15007"/>
                </a:lnTo>
                <a:cubicBezTo>
                  <a:pt x="17424" y="12152"/>
                  <a:pt x="17336" y="9724"/>
                  <a:pt x="16644" y="7767"/>
                </a:cubicBezTo>
                <a:close/>
                <a:moveTo>
                  <a:pt x="16394" y="18010"/>
                </a:moveTo>
                <a:cubicBezTo>
                  <a:pt x="16409" y="18024"/>
                  <a:pt x="16409" y="18039"/>
                  <a:pt x="16424" y="18083"/>
                </a:cubicBezTo>
                <a:lnTo>
                  <a:pt x="16424" y="18157"/>
                </a:lnTo>
                <a:cubicBezTo>
                  <a:pt x="16409" y="18113"/>
                  <a:pt x="16409" y="18098"/>
                  <a:pt x="16394" y="18083"/>
                </a:cubicBezTo>
                <a:lnTo>
                  <a:pt x="16394" y="18010"/>
                </a:lnTo>
                <a:close/>
                <a:moveTo>
                  <a:pt x="16394" y="18230"/>
                </a:moveTo>
                <a:cubicBezTo>
                  <a:pt x="16394" y="18274"/>
                  <a:pt x="16409" y="18289"/>
                  <a:pt x="16409" y="18289"/>
                </a:cubicBezTo>
                <a:lnTo>
                  <a:pt x="16409" y="18363"/>
                </a:lnTo>
                <a:cubicBezTo>
                  <a:pt x="16409" y="18348"/>
                  <a:pt x="16394" y="18319"/>
                  <a:pt x="16394" y="18304"/>
                </a:cubicBezTo>
                <a:lnTo>
                  <a:pt x="16394" y="18230"/>
                </a:lnTo>
                <a:close/>
                <a:moveTo>
                  <a:pt x="16512" y="18171"/>
                </a:moveTo>
                <a:cubicBezTo>
                  <a:pt x="16541" y="18216"/>
                  <a:pt x="16556" y="18230"/>
                  <a:pt x="16571" y="18274"/>
                </a:cubicBezTo>
                <a:cubicBezTo>
                  <a:pt x="16541" y="18304"/>
                  <a:pt x="16541" y="18348"/>
                  <a:pt x="16541" y="18363"/>
                </a:cubicBezTo>
                <a:cubicBezTo>
                  <a:pt x="16527" y="18319"/>
                  <a:pt x="16497" y="18304"/>
                  <a:pt x="16497" y="18274"/>
                </a:cubicBezTo>
                <a:cubicBezTo>
                  <a:pt x="16497" y="18230"/>
                  <a:pt x="16497" y="18201"/>
                  <a:pt x="16512" y="18171"/>
                </a:cubicBezTo>
                <a:close/>
                <a:moveTo>
                  <a:pt x="16904" y="8079"/>
                </a:moveTo>
                <a:lnTo>
                  <a:pt x="16904" y="8079"/>
                </a:lnTo>
                <a:cubicBezTo>
                  <a:pt x="17725" y="10191"/>
                  <a:pt x="17853" y="12831"/>
                  <a:pt x="17277" y="15655"/>
                </a:cubicBezTo>
                <a:cubicBezTo>
                  <a:pt x="17189" y="16067"/>
                  <a:pt x="17101" y="16479"/>
                  <a:pt x="17012" y="16876"/>
                </a:cubicBezTo>
                <a:cubicBezTo>
                  <a:pt x="16909" y="17362"/>
                  <a:pt x="16792" y="17862"/>
                  <a:pt x="16703" y="18363"/>
                </a:cubicBezTo>
                <a:lnTo>
                  <a:pt x="16644" y="18245"/>
                </a:lnTo>
                <a:cubicBezTo>
                  <a:pt x="16733" y="17583"/>
                  <a:pt x="16880" y="16891"/>
                  <a:pt x="17012" y="16185"/>
                </a:cubicBezTo>
                <a:cubicBezTo>
                  <a:pt x="17071" y="15920"/>
                  <a:pt x="17130" y="15625"/>
                  <a:pt x="17189" y="15346"/>
                </a:cubicBezTo>
                <a:cubicBezTo>
                  <a:pt x="17564" y="13326"/>
                  <a:pt x="17769" y="10558"/>
                  <a:pt x="16904" y="8079"/>
                </a:cubicBezTo>
                <a:close/>
                <a:moveTo>
                  <a:pt x="16998" y="8091"/>
                </a:moveTo>
                <a:cubicBezTo>
                  <a:pt x="18263" y="11005"/>
                  <a:pt x="17866" y="14198"/>
                  <a:pt x="17454" y="15964"/>
                </a:cubicBezTo>
                <a:cubicBezTo>
                  <a:pt x="17351" y="16508"/>
                  <a:pt x="17204" y="17024"/>
                  <a:pt x="17086" y="17539"/>
                </a:cubicBezTo>
                <a:cubicBezTo>
                  <a:pt x="16998" y="17877"/>
                  <a:pt x="16924" y="18230"/>
                  <a:pt x="16836" y="18569"/>
                </a:cubicBezTo>
                <a:cubicBezTo>
                  <a:pt x="16821" y="18525"/>
                  <a:pt x="16777" y="18480"/>
                  <a:pt x="16762" y="18451"/>
                </a:cubicBezTo>
                <a:cubicBezTo>
                  <a:pt x="16850" y="17936"/>
                  <a:pt x="16983" y="17421"/>
                  <a:pt x="17086" y="16891"/>
                </a:cubicBezTo>
                <a:cubicBezTo>
                  <a:pt x="17174" y="16479"/>
                  <a:pt x="17277" y="16082"/>
                  <a:pt x="17351" y="15670"/>
                </a:cubicBezTo>
                <a:cubicBezTo>
                  <a:pt x="17939" y="12829"/>
                  <a:pt x="17807" y="10195"/>
                  <a:pt x="16998" y="8091"/>
                </a:cubicBezTo>
                <a:close/>
                <a:moveTo>
                  <a:pt x="16615" y="18377"/>
                </a:moveTo>
                <a:cubicBezTo>
                  <a:pt x="16630" y="18407"/>
                  <a:pt x="16644" y="18436"/>
                  <a:pt x="16659" y="18466"/>
                </a:cubicBezTo>
                <a:cubicBezTo>
                  <a:pt x="16674" y="18510"/>
                  <a:pt x="16674" y="18539"/>
                  <a:pt x="16644" y="18583"/>
                </a:cubicBezTo>
                <a:cubicBezTo>
                  <a:pt x="16630" y="18539"/>
                  <a:pt x="16615" y="18510"/>
                  <a:pt x="16600" y="18480"/>
                </a:cubicBezTo>
                <a:cubicBezTo>
                  <a:pt x="16600" y="18451"/>
                  <a:pt x="16615" y="18407"/>
                  <a:pt x="16615" y="18377"/>
                </a:cubicBezTo>
                <a:close/>
                <a:moveTo>
                  <a:pt x="16482" y="18436"/>
                </a:moveTo>
                <a:cubicBezTo>
                  <a:pt x="16497" y="18451"/>
                  <a:pt x="16497" y="18495"/>
                  <a:pt x="16527" y="18510"/>
                </a:cubicBezTo>
                <a:cubicBezTo>
                  <a:pt x="16527" y="18539"/>
                  <a:pt x="16527" y="18569"/>
                  <a:pt x="16497" y="18598"/>
                </a:cubicBezTo>
                <a:cubicBezTo>
                  <a:pt x="16482" y="18583"/>
                  <a:pt x="16482" y="18539"/>
                  <a:pt x="16468" y="18525"/>
                </a:cubicBezTo>
                <a:cubicBezTo>
                  <a:pt x="16482" y="18480"/>
                  <a:pt x="16482" y="18451"/>
                  <a:pt x="16482" y="18436"/>
                </a:cubicBezTo>
                <a:close/>
                <a:moveTo>
                  <a:pt x="17218" y="8370"/>
                </a:moveTo>
                <a:cubicBezTo>
                  <a:pt x="18190" y="10592"/>
                  <a:pt x="18381" y="13433"/>
                  <a:pt x="17660" y="16288"/>
                </a:cubicBezTo>
                <a:cubicBezTo>
                  <a:pt x="17513" y="16906"/>
                  <a:pt x="17336" y="17539"/>
                  <a:pt x="17145" y="18142"/>
                </a:cubicBezTo>
                <a:cubicBezTo>
                  <a:pt x="17086" y="18348"/>
                  <a:pt x="17042" y="18539"/>
                  <a:pt x="16968" y="18760"/>
                </a:cubicBezTo>
                <a:cubicBezTo>
                  <a:pt x="16924" y="18731"/>
                  <a:pt x="16909" y="18686"/>
                  <a:pt x="16880" y="18657"/>
                </a:cubicBezTo>
                <a:lnTo>
                  <a:pt x="17159" y="17553"/>
                </a:lnTo>
                <a:cubicBezTo>
                  <a:pt x="17292" y="17038"/>
                  <a:pt x="17424" y="16523"/>
                  <a:pt x="17542" y="15993"/>
                </a:cubicBezTo>
                <a:cubicBezTo>
                  <a:pt x="17939" y="14272"/>
                  <a:pt x="18337" y="11225"/>
                  <a:pt x="17218" y="8370"/>
                </a:cubicBezTo>
                <a:close/>
                <a:moveTo>
                  <a:pt x="16468" y="18686"/>
                </a:moveTo>
                <a:cubicBezTo>
                  <a:pt x="16468" y="18716"/>
                  <a:pt x="16482" y="18731"/>
                  <a:pt x="16482" y="18745"/>
                </a:cubicBezTo>
                <a:lnTo>
                  <a:pt x="16482" y="18804"/>
                </a:lnTo>
                <a:cubicBezTo>
                  <a:pt x="16482" y="18789"/>
                  <a:pt x="16468" y="18760"/>
                  <a:pt x="16468" y="18745"/>
                </a:cubicBezTo>
                <a:lnTo>
                  <a:pt x="16468" y="18686"/>
                </a:lnTo>
                <a:close/>
                <a:moveTo>
                  <a:pt x="16733" y="18569"/>
                </a:moveTo>
                <a:cubicBezTo>
                  <a:pt x="16762" y="18598"/>
                  <a:pt x="16777" y="18642"/>
                  <a:pt x="16821" y="18672"/>
                </a:cubicBezTo>
                <a:cubicBezTo>
                  <a:pt x="16792" y="18716"/>
                  <a:pt x="16792" y="18745"/>
                  <a:pt x="16777" y="18804"/>
                </a:cubicBezTo>
                <a:lnTo>
                  <a:pt x="16718" y="18686"/>
                </a:lnTo>
                <a:cubicBezTo>
                  <a:pt x="16718" y="18657"/>
                  <a:pt x="16733" y="18598"/>
                  <a:pt x="16733" y="18569"/>
                </a:cubicBezTo>
                <a:close/>
                <a:moveTo>
                  <a:pt x="16571" y="18613"/>
                </a:moveTo>
                <a:cubicBezTo>
                  <a:pt x="16600" y="18657"/>
                  <a:pt x="16615" y="18672"/>
                  <a:pt x="16630" y="18716"/>
                </a:cubicBezTo>
                <a:cubicBezTo>
                  <a:pt x="16630" y="18745"/>
                  <a:pt x="16615" y="18789"/>
                  <a:pt x="16615" y="18819"/>
                </a:cubicBezTo>
                <a:cubicBezTo>
                  <a:pt x="16600" y="18789"/>
                  <a:pt x="16571" y="18760"/>
                  <a:pt x="16571" y="18731"/>
                </a:cubicBezTo>
                <a:lnTo>
                  <a:pt x="16571" y="18613"/>
                </a:lnTo>
                <a:close/>
                <a:moveTo>
                  <a:pt x="17395" y="8562"/>
                </a:moveTo>
                <a:cubicBezTo>
                  <a:pt x="18454" y="10872"/>
                  <a:pt x="18616" y="13727"/>
                  <a:pt x="17866" y="16597"/>
                </a:cubicBezTo>
                <a:cubicBezTo>
                  <a:pt x="17660" y="17333"/>
                  <a:pt x="17439" y="18054"/>
                  <a:pt x="17218" y="18731"/>
                </a:cubicBezTo>
                <a:cubicBezTo>
                  <a:pt x="17204" y="18804"/>
                  <a:pt x="17159" y="18878"/>
                  <a:pt x="17145" y="18951"/>
                </a:cubicBezTo>
                <a:cubicBezTo>
                  <a:pt x="17101" y="18907"/>
                  <a:pt x="17086" y="18878"/>
                  <a:pt x="17056" y="18834"/>
                </a:cubicBezTo>
                <a:cubicBezTo>
                  <a:pt x="17101" y="18613"/>
                  <a:pt x="17189" y="18392"/>
                  <a:pt x="17233" y="18157"/>
                </a:cubicBezTo>
                <a:cubicBezTo>
                  <a:pt x="17410" y="17553"/>
                  <a:pt x="17586" y="16921"/>
                  <a:pt x="17748" y="16288"/>
                </a:cubicBezTo>
                <a:cubicBezTo>
                  <a:pt x="18440" y="13506"/>
                  <a:pt x="18307" y="10769"/>
                  <a:pt x="17395" y="8562"/>
                </a:cubicBezTo>
                <a:close/>
                <a:moveTo>
                  <a:pt x="16453" y="18966"/>
                </a:moveTo>
                <a:cubicBezTo>
                  <a:pt x="16468" y="18981"/>
                  <a:pt x="16468" y="18981"/>
                  <a:pt x="16468" y="19010"/>
                </a:cubicBezTo>
                <a:cubicBezTo>
                  <a:pt x="16453" y="18981"/>
                  <a:pt x="16453" y="18966"/>
                  <a:pt x="16453" y="18966"/>
                </a:cubicBezTo>
                <a:close/>
                <a:moveTo>
                  <a:pt x="16865" y="18760"/>
                </a:moveTo>
                <a:cubicBezTo>
                  <a:pt x="16880" y="18804"/>
                  <a:pt x="16924" y="18834"/>
                  <a:pt x="16939" y="18878"/>
                </a:cubicBezTo>
                <a:cubicBezTo>
                  <a:pt x="16939" y="18907"/>
                  <a:pt x="16924" y="18966"/>
                  <a:pt x="16909" y="19010"/>
                </a:cubicBezTo>
                <a:cubicBezTo>
                  <a:pt x="16895" y="18966"/>
                  <a:pt x="16850" y="18937"/>
                  <a:pt x="16836" y="18893"/>
                </a:cubicBezTo>
                <a:cubicBezTo>
                  <a:pt x="16850" y="18863"/>
                  <a:pt x="16850" y="18804"/>
                  <a:pt x="16865" y="18760"/>
                </a:cubicBezTo>
                <a:close/>
                <a:moveTo>
                  <a:pt x="16541" y="18878"/>
                </a:moveTo>
                <a:cubicBezTo>
                  <a:pt x="16556" y="18893"/>
                  <a:pt x="16556" y="18937"/>
                  <a:pt x="16571" y="18951"/>
                </a:cubicBezTo>
                <a:cubicBezTo>
                  <a:pt x="16600" y="18966"/>
                  <a:pt x="16571" y="19010"/>
                  <a:pt x="16571" y="19025"/>
                </a:cubicBezTo>
                <a:cubicBezTo>
                  <a:pt x="16556" y="19010"/>
                  <a:pt x="16556" y="18966"/>
                  <a:pt x="16541" y="18951"/>
                </a:cubicBezTo>
                <a:lnTo>
                  <a:pt x="16541" y="18878"/>
                </a:lnTo>
                <a:close/>
                <a:moveTo>
                  <a:pt x="16688" y="18819"/>
                </a:moveTo>
                <a:cubicBezTo>
                  <a:pt x="16703" y="18848"/>
                  <a:pt x="16718" y="18878"/>
                  <a:pt x="16733" y="18907"/>
                </a:cubicBezTo>
                <a:cubicBezTo>
                  <a:pt x="16733" y="18951"/>
                  <a:pt x="16733" y="18981"/>
                  <a:pt x="16718" y="19025"/>
                </a:cubicBezTo>
                <a:cubicBezTo>
                  <a:pt x="16703" y="18981"/>
                  <a:pt x="16688" y="18951"/>
                  <a:pt x="16674" y="18937"/>
                </a:cubicBezTo>
                <a:cubicBezTo>
                  <a:pt x="16674" y="18893"/>
                  <a:pt x="16688" y="18848"/>
                  <a:pt x="16688" y="18819"/>
                </a:cubicBezTo>
                <a:close/>
                <a:moveTo>
                  <a:pt x="17675" y="9018"/>
                </a:moveTo>
                <a:cubicBezTo>
                  <a:pt x="18690" y="11314"/>
                  <a:pt x="18837" y="14183"/>
                  <a:pt x="18042" y="16921"/>
                </a:cubicBezTo>
                <a:cubicBezTo>
                  <a:pt x="17822" y="17700"/>
                  <a:pt x="17557" y="18436"/>
                  <a:pt x="17292" y="19172"/>
                </a:cubicBezTo>
                <a:cubicBezTo>
                  <a:pt x="17262" y="19128"/>
                  <a:pt x="17218" y="19099"/>
                  <a:pt x="17204" y="19040"/>
                </a:cubicBezTo>
                <a:cubicBezTo>
                  <a:pt x="17233" y="18951"/>
                  <a:pt x="17262" y="18863"/>
                  <a:pt x="17292" y="18760"/>
                </a:cubicBezTo>
                <a:cubicBezTo>
                  <a:pt x="17513" y="18068"/>
                  <a:pt x="17748" y="17347"/>
                  <a:pt x="17954" y="16611"/>
                </a:cubicBezTo>
                <a:cubicBezTo>
                  <a:pt x="18675" y="13933"/>
                  <a:pt x="18587" y="11240"/>
                  <a:pt x="17675" y="9018"/>
                </a:cubicBezTo>
                <a:close/>
                <a:moveTo>
                  <a:pt x="17012" y="18951"/>
                </a:moveTo>
                <a:cubicBezTo>
                  <a:pt x="17056" y="18981"/>
                  <a:pt x="17071" y="19025"/>
                  <a:pt x="17101" y="19054"/>
                </a:cubicBezTo>
                <a:cubicBezTo>
                  <a:pt x="17086" y="19113"/>
                  <a:pt x="17071" y="19157"/>
                  <a:pt x="17056" y="19202"/>
                </a:cubicBezTo>
                <a:cubicBezTo>
                  <a:pt x="17012" y="19172"/>
                  <a:pt x="16998" y="19128"/>
                  <a:pt x="16983" y="19099"/>
                </a:cubicBezTo>
                <a:cubicBezTo>
                  <a:pt x="16998" y="19040"/>
                  <a:pt x="16998" y="19010"/>
                  <a:pt x="17012" y="18951"/>
                </a:cubicBezTo>
                <a:close/>
                <a:moveTo>
                  <a:pt x="16527" y="19113"/>
                </a:moveTo>
                <a:cubicBezTo>
                  <a:pt x="16527" y="19128"/>
                  <a:pt x="16541" y="19143"/>
                  <a:pt x="16541" y="19172"/>
                </a:cubicBezTo>
                <a:lnTo>
                  <a:pt x="16541" y="19246"/>
                </a:lnTo>
                <a:cubicBezTo>
                  <a:pt x="16541" y="19231"/>
                  <a:pt x="16527" y="19202"/>
                  <a:pt x="16527" y="19187"/>
                </a:cubicBezTo>
                <a:lnTo>
                  <a:pt x="16527" y="19113"/>
                </a:lnTo>
                <a:close/>
                <a:moveTo>
                  <a:pt x="16659" y="19054"/>
                </a:moveTo>
                <a:cubicBezTo>
                  <a:pt x="16688" y="19099"/>
                  <a:pt x="16703" y="19113"/>
                  <a:pt x="16718" y="19157"/>
                </a:cubicBezTo>
                <a:cubicBezTo>
                  <a:pt x="16688" y="19187"/>
                  <a:pt x="16688" y="19216"/>
                  <a:pt x="16688" y="19246"/>
                </a:cubicBezTo>
                <a:cubicBezTo>
                  <a:pt x="16674" y="19202"/>
                  <a:pt x="16644" y="19187"/>
                  <a:pt x="16644" y="19157"/>
                </a:cubicBezTo>
                <a:cubicBezTo>
                  <a:pt x="16644" y="19113"/>
                  <a:pt x="16659" y="19084"/>
                  <a:pt x="16659" y="19054"/>
                </a:cubicBezTo>
                <a:close/>
                <a:moveTo>
                  <a:pt x="16836" y="19010"/>
                </a:moveTo>
                <a:cubicBezTo>
                  <a:pt x="16850" y="19040"/>
                  <a:pt x="16895" y="19084"/>
                  <a:pt x="16909" y="19113"/>
                </a:cubicBezTo>
                <a:cubicBezTo>
                  <a:pt x="16865" y="19157"/>
                  <a:pt x="16850" y="19187"/>
                  <a:pt x="16850" y="19246"/>
                </a:cubicBezTo>
                <a:lnTo>
                  <a:pt x="16792" y="19128"/>
                </a:lnTo>
                <a:cubicBezTo>
                  <a:pt x="16821" y="19099"/>
                  <a:pt x="16821" y="19040"/>
                  <a:pt x="16836" y="19010"/>
                </a:cubicBezTo>
                <a:close/>
                <a:moveTo>
                  <a:pt x="17866" y="9239"/>
                </a:moveTo>
                <a:cubicBezTo>
                  <a:pt x="18940" y="11593"/>
                  <a:pt x="19102" y="14492"/>
                  <a:pt x="18248" y="17244"/>
                </a:cubicBezTo>
                <a:cubicBezTo>
                  <a:pt x="18028" y="17951"/>
                  <a:pt x="17748" y="18672"/>
                  <a:pt x="17468" y="19349"/>
                </a:cubicBezTo>
                <a:cubicBezTo>
                  <a:pt x="17439" y="19319"/>
                  <a:pt x="17395" y="19275"/>
                  <a:pt x="17365" y="19231"/>
                </a:cubicBezTo>
                <a:cubicBezTo>
                  <a:pt x="17645" y="18495"/>
                  <a:pt x="17925" y="17715"/>
                  <a:pt x="18145" y="16921"/>
                </a:cubicBezTo>
                <a:cubicBezTo>
                  <a:pt x="18911" y="14257"/>
                  <a:pt x="18808" y="11505"/>
                  <a:pt x="17866" y="9239"/>
                </a:cubicBezTo>
                <a:close/>
                <a:moveTo>
                  <a:pt x="17159" y="19128"/>
                </a:moveTo>
                <a:cubicBezTo>
                  <a:pt x="17204" y="19172"/>
                  <a:pt x="17233" y="19202"/>
                  <a:pt x="17248" y="19246"/>
                </a:cubicBezTo>
                <a:cubicBezTo>
                  <a:pt x="17262" y="19260"/>
                  <a:pt x="17233" y="19275"/>
                  <a:pt x="17233" y="19305"/>
                </a:cubicBezTo>
                <a:cubicBezTo>
                  <a:pt x="17218" y="19334"/>
                  <a:pt x="17218" y="19378"/>
                  <a:pt x="17204" y="19408"/>
                </a:cubicBezTo>
                <a:cubicBezTo>
                  <a:pt x="17159" y="19378"/>
                  <a:pt x="17145" y="19334"/>
                  <a:pt x="17101" y="19275"/>
                </a:cubicBezTo>
                <a:cubicBezTo>
                  <a:pt x="17130" y="19216"/>
                  <a:pt x="17145" y="19172"/>
                  <a:pt x="17159" y="19128"/>
                </a:cubicBezTo>
                <a:close/>
                <a:moveTo>
                  <a:pt x="16497" y="19349"/>
                </a:moveTo>
                <a:cubicBezTo>
                  <a:pt x="16497" y="19378"/>
                  <a:pt x="16512" y="19378"/>
                  <a:pt x="16512" y="19393"/>
                </a:cubicBezTo>
                <a:lnTo>
                  <a:pt x="16512" y="19452"/>
                </a:lnTo>
                <a:cubicBezTo>
                  <a:pt x="16512" y="19422"/>
                  <a:pt x="16512" y="19422"/>
                  <a:pt x="16497" y="19408"/>
                </a:cubicBezTo>
                <a:lnTo>
                  <a:pt x="16497" y="19349"/>
                </a:lnTo>
                <a:close/>
                <a:moveTo>
                  <a:pt x="16762" y="19246"/>
                </a:moveTo>
                <a:cubicBezTo>
                  <a:pt x="16777" y="19275"/>
                  <a:pt x="16792" y="19319"/>
                  <a:pt x="16821" y="19334"/>
                </a:cubicBezTo>
                <a:cubicBezTo>
                  <a:pt x="16792" y="19378"/>
                  <a:pt x="16792" y="19408"/>
                  <a:pt x="16777" y="19452"/>
                </a:cubicBezTo>
                <a:cubicBezTo>
                  <a:pt x="16762" y="19408"/>
                  <a:pt x="16733" y="19378"/>
                  <a:pt x="16718" y="19349"/>
                </a:cubicBezTo>
                <a:cubicBezTo>
                  <a:pt x="16733" y="19334"/>
                  <a:pt x="16762" y="19305"/>
                  <a:pt x="16762" y="19246"/>
                </a:cubicBezTo>
                <a:close/>
                <a:moveTo>
                  <a:pt x="16939" y="19187"/>
                </a:moveTo>
                <a:cubicBezTo>
                  <a:pt x="16968" y="19216"/>
                  <a:pt x="16998" y="19260"/>
                  <a:pt x="17012" y="19305"/>
                </a:cubicBezTo>
                <a:cubicBezTo>
                  <a:pt x="16998" y="19349"/>
                  <a:pt x="16998" y="19408"/>
                  <a:pt x="16983" y="19452"/>
                </a:cubicBezTo>
                <a:cubicBezTo>
                  <a:pt x="16968" y="19408"/>
                  <a:pt x="16924" y="19378"/>
                  <a:pt x="16909" y="19334"/>
                </a:cubicBezTo>
                <a:cubicBezTo>
                  <a:pt x="16924" y="19275"/>
                  <a:pt x="16924" y="19246"/>
                  <a:pt x="16939" y="19187"/>
                </a:cubicBezTo>
                <a:close/>
                <a:moveTo>
                  <a:pt x="16615" y="19305"/>
                </a:moveTo>
                <a:cubicBezTo>
                  <a:pt x="16630" y="19319"/>
                  <a:pt x="16630" y="19349"/>
                  <a:pt x="16644" y="19378"/>
                </a:cubicBezTo>
                <a:cubicBezTo>
                  <a:pt x="16644" y="19408"/>
                  <a:pt x="16630" y="19422"/>
                  <a:pt x="16630" y="19466"/>
                </a:cubicBezTo>
                <a:cubicBezTo>
                  <a:pt x="16615" y="19452"/>
                  <a:pt x="16615" y="19408"/>
                  <a:pt x="16600" y="19393"/>
                </a:cubicBezTo>
                <a:cubicBezTo>
                  <a:pt x="16600" y="19349"/>
                  <a:pt x="16615" y="19334"/>
                  <a:pt x="16615" y="19305"/>
                </a:cubicBezTo>
                <a:close/>
                <a:moveTo>
                  <a:pt x="18101" y="9680"/>
                </a:moveTo>
                <a:lnTo>
                  <a:pt x="18101" y="9680"/>
                </a:lnTo>
                <a:cubicBezTo>
                  <a:pt x="19176" y="12020"/>
                  <a:pt x="19308" y="14919"/>
                  <a:pt x="18440" y="17553"/>
                </a:cubicBezTo>
                <a:cubicBezTo>
                  <a:pt x="18204" y="18230"/>
                  <a:pt x="17939" y="18893"/>
                  <a:pt x="17645" y="19540"/>
                </a:cubicBezTo>
                <a:lnTo>
                  <a:pt x="17513" y="19408"/>
                </a:lnTo>
                <a:cubicBezTo>
                  <a:pt x="17792" y="18716"/>
                  <a:pt x="18087" y="17995"/>
                  <a:pt x="18307" y="17259"/>
                </a:cubicBezTo>
                <a:cubicBezTo>
                  <a:pt x="19117" y="14669"/>
                  <a:pt x="19028" y="11946"/>
                  <a:pt x="18101" y="9680"/>
                </a:cubicBezTo>
                <a:close/>
                <a:moveTo>
                  <a:pt x="17336" y="19319"/>
                </a:moveTo>
                <a:lnTo>
                  <a:pt x="17439" y="19422"/>
                </a:lnTo>
                <a:cubicBezTo>
                  <a:pt x="17410" y="19496"/>
                  <a:pt x="17380" y="19555"/>
                  <a:pt x="17365" y="19614"/>
                </a:cubicBezTo>
                <a:cubicBezTo>
                  <a:pt x="17336" y="19569"/>
                  <a:pt x="17292" y="19540"/>
                  <a:pt x="17277" y="19481"/>
                </a:cubicBezTo>
                <a:cubicBezTo>
                  <a:pt x="17292" y="19422"/>
                  <a:pt x="17307" y="19393"/>
                  <a:pt x="17336" y="19334"/>
                </a:cubicBezTo>
                <a:lnTo>
                  <a:pt x="17336" y="19319"/>
                </a:lnTo>
                <a:close/>
                <a:moveTo>
                  <a:pt x="17086" y="19393"/>
                </a:moveTo>
                <a:cubicBezTo>
                  <a:pt x="17130" y="19422"/>
                  <a:pt x="17145" y="19466"/>
                  <a:pt x="17174" y="19496"/>
                </a:cubicBezTo>
                <a:cubicBezTo>
                  <a:pt x="17145" y="19555"/>
                  <a:pt x="17130" y="19584"/>
                  <a:pt x="17101" y="19643"/>
                </a:cubicBezTo>
                <a:cubicBezTo>
                  <a:pt x="17086" y="19614"/>
                  <a:pt x="17056" y="19569"/>
                  <a:pt x="17027" y="19540"/>
                </a:cubicBezTo>
                <a:cubicBezTo>
                  <a:pt x="17056" y="19481"/>
                  <a:pt x="17071" y="19422"/>
                  <a:pt x="17086" y="19393"/>
                </a:cubicBezTo>
                <a:close/>
                <a:moveTo>
                  <a:pt x="16895" y="19452"/>
                </a:moveTo>
                <a:cubicBezTo>
                  <a:pt x="16909" y="19481"/>
                  <a:pt x="16924" y="19525"/>
                  <a:pt x="16968" y="19555"/>
                </a:cubicBezTo>
                <a:cubicBezTo>
                  <a:pt x="16924" y="19584"/>
                  <a:pt x="16924" y="19628"/>
                  <a:pt x="16909" y="19687"/>
                </a:cubicBezTo>
                <a:lnTo>
                  <a:pt x="16850" y="19569"/>
                </a:lnTo>
                <a:cubicBezTo>
                  <a:pt x="16865" y="19540"/>
                  <a:pt x="16865" y="19481"/>
                  <a:pt x="16895" y="19452"/>
                </a:cubicBezTo>
                <a:close/>
                <a:moveTo>
                  <a:pt x="16571" y="19555"/>
                </a:moveTo>
                <a:cubicBezTo>
                  <a:pt x="16571" y="19569"/>
                  <a:pt x="16600" y="19584"/>
                  <a:pt x="16600" y="19614"/>
                </a:cubicBezTo>
                <a:cubicBezTo>
                  <a:pt x="16600" y="19643"/>
                  <a:pt x="16571" y="19672"/>
                  <a:pt x="16571" y="19702"/>
                </a:cubicBezTo>
                <a:cubicBezTo>
                  <a:pt x="16571" y="19687"/>
                  <a:pt x="16556" y="19672"/>
                  <a:pt x="16556" y="19643"/>
                </a:cubicBezTo>
                <a:cubicBezTo>
                  <a:pt x="16556" y="19614"/>
                  <a:pt x="16556" y="19584"/>
                  <a:pt x="16571" y="19555"/>
                </a:cubicBezTo>
                <a:close/>
                <a:moveTo>
                  <a:pt x="16703" y="19496"/>
                </a:moveTo>
                <a:cubicBezTo>
                  <a:pt x="16718" y="19540"/>
                  <a:pt x="16747" y="19555"/>
                  <a:pt x="16762" y="19584"/>
                </a:cubicBezTo>
                <a:cubicBezTo>
                  <a:pt x="16747" y="19628"/>
                  <a:pt x="16747" y="19672"/>
                  <a:pt x="16718" y="19702"/>
                </a:cubicBezTo>
                <a:cubicBezTo>
                  <a:pt x="16703" y="19672"/>
                  <a:pt x="16688" y="19643"/>
                  <a:pt x="16688" y="19614"/>
                </a:cubicBezTo>
                <a:cubicBezTo>
                  <a:pt x="16688" y="19569"/>
                  <a:pt x="16703" y="19540"/>
                  <a:pt x="16703" y="19496"/>
                </a:cubicBezTo>
                <a:close/>
                <a:moveTo>
                  <a:pt x="18322" y="9886"/>
                </a:moveTo>
                <a:lnTo>
                  <a:pt x="18322" y="9886"/>
                </a:lnTo>
                <a:cubicBezTo>
                  <a:pt x="19426" y="12285"/>
                  <a:pt x="19573" y="15228"/>
                  <a:pt x="18631" y="17862"/>
                </a:cubicBezTo>
                <a:cubicBezTo>
                  <a:pt x="18410" y="18510"/>
                  <a:pt x="18145" y="19113"/>
                  <a:pt x="17851" y="19717"/>
                </a:cubicBezTo>
                <a:cubicBezTo>
                  <a:pt x="17807" y="19687"/>
                  <a:pt x="17748" y="19643"/>
                  <a:pt x="17719" y="19599"/>
                </a:cubicBezTo>
                <a:cubicBezTo>
                  <a:pt x="18013" y="18937"/>
                  <a:pt x="18293" y="18274"/>
                  <a:pt x="18528" y="17568"/>
                </a:cubicBezTo>
                <a:cubicBezTo>
                  <a:pt x="19367" y="15007"/>
                  <a:pt x="19279" y="12197"/>
                  <a:pt x="18322" y="9886"/>
                </a:cubicBezTo>
                <a:close/>
                <a:moveTo>
                  <a:pt x="17498" y="19496"/>
                </a:moveTo>
                <a:lnTo>
                  <a:pt x="17630" y="19628"/>
                </a:lnTo>
                <a:cubicBezTo>
                  <a:pt x="17586" y="19687"/>
                  <a:pt x="17571" y="19746"/>
                  <a:pt x="17527" y="19790"/>
                </a:cubicBezTo>
                <a:cubicBezTo>
                  <a:pt x="17498" y="19761"/>
                  <a:pt x="17454" y="19717"/>
                  <a:pt x="17424" y="19672"/>
                </a:cubicBezTo>
                <a:cubicBezTo>
                  <a:pt x="17439" y="19614"/>
                  <a:pt x="17483" y="19555"/>
                  <a:pt x="17498" y="19496"/>
                </a:cubicBezTo>
                <a:close/>
                <a:moveTo>
                  <a:pt x="17233" y="19555"/>
                </a:moveTo>
                <a:cubicBezTo>
                  <a:pt x="17277" y="19584"/>
                  <a:pt x="17307" y="19628"/>
                  <a:pt x="17336" y="19672"/>
                </a:cubicBezTo>
                <a:cubicBezTo>
                  <a:pt x="17307" y="19746"/>
                  <a:pt x="17292" y="19790"/>
                  <a:pt x="17277" y="19834"/>
                </a:cubicBezTo>
                <a:cubicBezTo>
                  <a:pt x="17233" y="19820"/>
                  <a:pt x="17204" y="19775"/>
                  <a:pt x="17189" y="19717"/>
                </a:cubicBezTo>
                <a:lnTo>
                  <a:pt x="17233" y="19555"/>
                </a:lnTo>
                <a:close/>
                <a:moveTo>
                  <a:pt x="17277" y="19834"/>
                </a:moveTo>
                <a:cubicBezTo>
                  <a:pt x="17277" y="19842"/>
                  <a:pt x="17273" y="19845"/>
                  <a:pt x="17272" y="19845"/>
                </a:cubicBezTo>
                <a:cubicBezTo>
                  <a:pt x="17270" y="19845"/>
                  <a:pt x="17270" y="19842"/>
                  <a:pt x="17277" y="19834"/>
                </a:cubicBezTo>
                <a:close/>
                <a:moveTo>
                  <a:pt x="16998" y="19628"/>
                </a:moveTo>
                <a:cubicBezTo>
                  <a:pt x="17012" y="19672"/>
                  <a:pt x="17056" y="19702"/>
                  <a:pt x="17071" y="19746"/>
                </a:cubicBezTo>
                <a:cubicBezTo>
                  <a:pt x="17071" y="19790"/>
                  <a:pt x="17056" y="19849"/>
                  <a:pt x="17042" y="19893"/>
                </a:cubicBezTo>
                <a:cubicBezTo>
                  <a:pt x="17012" y="19849"/>
                  <a:pt x="16983" y="19820"/>
                  <a:pt x="16968" y="19775"/>
                </a:cubicBezTo>
                <a:cubicBezTo>
                  <a:pt x="16983" y="19717"/>
                  <a:pt x="16998" y="19687"/>
                  <a:pt x="16998" y="19628"/>
                </a:cubicBezTo>
                <a:close/>
                <a:moveTo>
                  <a:pt x="16541" y="19820"/>
                </a:moveTo>
                <a:cubicBezTo>
                  <a:pt x="16541" y="19834"/>
                  <a:pt x="16556" y="19849"/>
                  <a:pt x="16556" y="19849"/>
                </a:cubicBezTo>
                <a:cubicBezTo>
                  <a:pt x="16556" y="19864"/>
                  <a:pt x="16556" y="19879"/>
                  <a:pt x="16541" y="19908"/>
                </a:cubicBezTo>
                <a:cubicBezTo>
                  <a:pt x="16541" y="19893"/>
                  <a:pt x="16541" y="19864"/>
                  <a:pt x="16527" y="19864"/>
                </a:cubicBezTo>
                <a:cubicBezTo>
                  <a:pt x="16541" y="19849"/>
                  <a:pt x="16541" y="19834"/>
                  <a:pt x="16541" y="19820"/>
                </a:cubicBezTo>
                <a:close/>
                <a:moveTo>
                  <a:pt x="16821" y="19672"/>
                </a:moveTo>
                <a:cubicBezTo>
                  <a:pt x="16836" y="19702"/>
                  <a:pt x="16850" y="19746"/>
                  <a:pt x="16865" y="19761"/>
                </a:cubicBezTo>
                <a:cubicBezTo>
                  <a:pt x="16850" y="19834"/>
                  <a:pt x="16850" y="19864"/>
                  <a:pt x="16836" y="19908"/>
                </a:cubicBezTo>
                <a:lnTo>
                  <a:pt x="16777" y="19790"/>
                </a:lnTo>
                <a:cubicBezTo>
                  <a:pt x="16792" y="19761"/>
                  <a:pt x="16792" y="19702"/>
                  <a:pt x="16821" y="19672"/>
                </a:cubicBezTo>
                <a:close/>
                <a:moveTo>
                  <a:pt x="18543" y="10210"/>
                </a:moveTo>
                <a:cubicBezTo>
                  <a:pt x="19676" y="12638"/>
                  <a:pt x="19808" y="15567"/>
                  <a:pt x="18822" y="18201"/>
                </a:cubicBezTo>
                <a:cubicBezTo>
                  <a:pt x="18602" y="18775"/>
                  <a:pt x="18322" y="19349"/>
                  <a:pt x="18042" y="19908"/>
                </a:cubicBezTo>
                <a:cubicBezTo>
                  <a:pt x="17998" y="19864"/>
                  <a:pt x="17954" y="19834"/>
                  <a:pt x="17895" y="19775"/>
                </a:cubicBezTo>
                <a:cubicBezTo>
                  <a:pt x="18190" y="19172"/>
                  <a:pt x="18469" y="18539"/>
                  <a:pt x="18705" y="17907"/>
                </a:cubicBezTo>
                <a:cubicBezTo>
                  <a:pt x="19617" y="15361"/>
                  <a:pt x="19514" y="12564"/>
                  <a:pt x="18543" y="10210"/>
                </a:cubicBezTo>
                <a:close/>
                <a:moveTo>
                  <a:pt x="16674" y="19746"/>
                </a:moveTo>
                <a:cubicBezTo>
                  <a:pt x="16688" y="19761"/>
                  <a:pt x="16688" y="19790"/>
                  <a:pt x="16703" y="19820"/>
                </a:cubicBezTo>
                <a:cubicBezTo>
                  <a:pt x="16703" y="19849"/>
                  <a:pt x="16688" y="19893"/>
                  <a:pt x="16688" y="19923"/>
                </a:cubicBezTo>
                <a:cubicBezTo>
                  <a:pt x="16674" y="19908"/>
                  <a:pt x="16674" y="19864"/>
                  <a:pt x="16644" y="19849"/>
                </a:cubicBezTo>
                <a:cubicBezTo>
                  <a:pt x="16644" y="19820"/>
                  <a:pt x="16644" y="19775"/>
                  <a:pt x="16674" y="19746"/>
                </a:cubicBezTo>
                <a:close/>
                <a:moveTo>
                  <a:pt x="17660" y="19672"/>
                </a:moveTo>
                <a:lnTo>
                  <a:pt x="17778" y="19775"/>
                </a:lnTo>
                <a:lnTo>
                  <a:pt x="17792" y="19790"/>
                </a:lnTo>
                <a:cubicBezTo>
                  <a:pt x="17778" y="19864"/>
                  <a:pt x="17748" y="19923"/>
                  <a:pt x="17719" y="19982"/>
                </a:cubicBezTo>
                <a:lnTo>
                  <a:pt x="17586" y="19849"/>
                </a:lnTo>
                <a:cubicBezTo>
                  <a:pt x="17601" y="19790"/>
                  <a:pt x="17645" y="19746"/>
                  <a:pt x="17660" y="19672"/>
                </a:cubicBezTo>
                <a:close/>
                <a:moveTo>
                  <a:pt x="17365" y="19761"/>
                </a:moveTo>
                <a:cubicBezTo>
                  <a:pt x="17410" y="19790"/>
                  <a:pt x="17439" y="19834"/>
                  <a:pt x="17468" y="19879"/>
                </a:cubicBezTo>
                <a:cubicBezTo>
                  <a:pt x="17468" y="19937"/>
                  <a:pt x="17439" y="19996"/>
                  <a:pt x="17424" y="20055"/>
                </a:cubicBezTo>
                <a:cubicBezTo>
                  <a:pt x="17380" y="20011"/>
                  <a:pt x="17351" y="19982"/>
                  <a:pt x="17307" y="19923"/>
                </a:cubicBezTo>
                <a:cubicBezTo>
                  <a:pt x="17307" y="19908"/>
                  <a:pt x="17336" y="19893"/>
                  <a:pt x="17336" y="19864"/>
                </a:cubicBezTo>
                <a:cubicBezTo>
                  <a:pt x="17351" y="19834"/>
                  <a:pt x="17365" y="19790"/>
                  <a:pt x="17365" y="19761"/>
                </a:cubicBezTo>
                <a:close/>
                <a:moveTo>
                  <a:pt x="18852" y="10769"/>
                </a:moveTo>
                <a:cubicBezTo>
                  <a:pt x="19911" y="13153"/>
                  <a:pt x="20000" y="16023"/>
                  <a:pt x="19028" y="18510"/>
                </a:cubicBezTo>
                <a:cubicBezTo>
                  <a:pt x="18808" y="19040"/>
                  <a:pt x="18543" y="19555"/>
                  <a:pt x="18263" y="20070"/>
                </a:cubicBezTo>
                <a:cubicBezTo>
                  <a:pt x="18219" y="20040"/>
                  <a:pt x="18160" y="19996"/>
                  <a:pt x="18116" y="19967"/>
                </a:cubicBezTo>
                <a:cubicBezTo>
                  <a:pt x="18410" y="19393"/>
                  <a:pt x="18690" y="18819"/>
                  <a:pt x="18911" y="18230"/>
                </a:cubicBezTo>
                <a:cubicBezTo>
                  <a:pt x="19838" y="15787"/>
                  <a:pt x="19794" y="13080"/>
                  <a:pt x="18852" y="10769"/>
                </a:cubicBezTo>
                <a:close/>
                <a:moveTo>
                  <a:pt x="17145" y="19834"/>
                </a:moveTo>
                <a:cubicBezTo>
                  <a:pt x="17189" y="19864"/>
                  <a:pt x="17204" y="19908"/>
                  <a:pt x="17233" y="19937"/>
                </a:cubicBezTo>
                <a:cubicBezTo>
                  <a:pt x="17204" y="19996"/>
                  <a:pt x="17189" y="20040"/>
                  <a:pt x="17159" y="20085"/>
                </a:cubicBezTo>
                <a:cubicBezTo>
                  <a:pt x="17145" y="20055"/>
                  <a:pt x="17115" y="20011"/>
                  <a:pt x="17086" y="19982"/>
                </a:cubicBezTo>
                <a:cubicBezTo>
                  <a:pt x="17101" y="19923"/>
                  <a:pt x="17130" y="19864"/>
                  <a:pt x="17145" y="19834"/>
                </a:cubicBezTo>
                <a:close/>
                <a:moveTo>
                  <a:pt x="16615" y="19996"/>
                </a:moveTo>
                <a:cubicBezTo>
                  <a:pt x="16615" y="20011"/>
                  <a:pt x="16630" y="20040"/>
                  <a:pt x="16630" y="20070"/>
                </a:cubicBezTo>
                <a:cubicBezTo>
                  <a:pt x="16630" y="20085"/>
                  <a:pt x="16615" y="20129"/>
                  <a:pt x="16615" y="20143"/>
                </a:cubicBezTo>
                <a:cubicBezTo>
                  <a:pt x="16615" y="20129"/>
                  <a:pt x="16600" y="20114"/>
                  <a:pt x="16600" y="20070"/>
                </a:cubicBezTo>
                <a:cubicBezTo>
                  <a:pt x="16600" y="20055"/>
                  <a:pt x="16615" y="20011"/>
                  <a:pt x="16615" y="19996"/>
                </a:cubicBezTo>
                <a:close/>
                <a:moveTo>
                  <a:pt x="16762" y="19923"/>
                </a:moveTo>
                <a:cubicBezTo>
                  <a:pt x="16762" y="19952"/>
                  <a:pt x="16777" y="19996"/>
                  <a:pt x="16792" y="20011"/>
                </a:cubicBezTo>
                <a:cubicBezTo>
                  <a:pt x="16777" y="20055"/>
                  <a:pt x="16777" y="20085"/>
                  <a:pt x="16762" y="20143"/>
                </a:cubicBezTo>
                <a:cubicBezTo>
                  <a:pt x="16747" y="20114"/>
                  <a:pt x="16747" y="20085"/>
                  <a:pt x="16718" y="20055"/>
                </a:cubicBezTo>
                <a:cubicBezTo>
                  <a:pt x="16733" y="20011"/>
                  <a:pt x="16733" y="19982"/>
                  <a:pt x="16762" y="19923"/>
                </a:cubicBezTo>
                <a:close/>
                <a:moveTo>
                  <a:pt x="16924" y="19893"/>
                </a:moveTo>
                <a:cubicBezTo>
                  <a:pt x="16939" y="19923"/>
                  <a:pt x="16968" y="19967"/>
                  <a:pt x="16998" y="19996"/>
                </a:cubicBezTo>
                <a:cubicBezTo>
                  <a:pt x="16983" y="20055"/>
                  <a:pt x="16968" y="20085"/>
                  <a:pt x="16939" y="20143"/>
                </a:cubicBezTo>
                <a:lnTo>
                  <a:pt x="16895" y="20040"/>
                </a:lnTo>
                <a:cubicBezTo>
                  <a:pt x="16909" y="19982"/>
                  <a:pt x="16909" y="19923"/>
                  <a:pt x="16924" y="19893"/>
                </a:cubicBezTo>
                <a:close/>
                <a:moveTo>
                  <a:pt x="17881" y="19849"/>
                </a:moveTo>
                <a:cubicBezTo>
                  <a:pt x="17939" y="19893"/>
                  <a:pt x="17969" y="19923"/>
                  <a:pt x="18028" y="19967"/>
                </a:cubicBezTo>
                <a:cubicBezTo>
                  <a:pt x="17969" y="20040"/>
                  <a:pt x="17939" y="20114"/>
                  <a:pt x="17925" y="20158"/>
                </a:cubicBezTo>
                <a:cubicBezTo>
                  <a:pt x="17881" y="20129"/>
                  <a:pt x="17822" y="20085"/>
                  <a:pt x="17792" y="20040"/>
                </a:cubicBezTo>
                <a:cubicBezTo>
                  <a:pt x="17822" y="19982"/>
                  <a:pt x="17836" y="19908"/>
                  <a:pt x="17881" y="19849"/>
                </a:cubicBezTo>
                <a:close/>
                <a:moveTo>
                  <a:pt x="17557" y="19923"/>
                </a:moveTo>
                <a:cubicBezTo>
                  <a:pt x="17586" y="19952"/>
                  <a:pt x="17630" y="19996"/>
                  <a:pt x="17660" y="20055"/>
                </a:cubicBezTo>
                <a:cubicBezTo>
                  <a:pt x="17645" y="20129"/>
                  <a:pt x="17630" y="20188"/>
                  <a:pt x="17586" y="20232"/>
                </a:cubicBezTo>
                <a:cubicBezTo>
                  <a:pt x="17557" y="20202"/>
                  <a:pt x="17513" y="20158"/>
                  <a:pt x="17483" y="20114"/>
                </a:cubicBezTo>
                <a:cubicBezTo>
                  <a:pt x="17498" y="20055"/>
                  <a:pt x="17527" y="19996"/>
                  <a:pt x="17557" y="19923"/>
                </a:cubicBezTo>
                <a:close/>
                <a:moveTo>
                  <a:pt x="18940" y="10813"/>
                </a:moveTo>
                <a:cubicBezTo>
                  <a:pt x="20162" y="13300"/>
                  <a:pt x="20279" y="16288"/>
                  <a:pt x="19205" y="18819"/>
                </a:cubicBezTo>
                <a:cubicBezTo>
                  <a:pt x="18999" y="19305"/>
                  <a:pt x="18764" y="19775"/>
                  <a:pt x="18484" y="20232"/>
                </a:cubicBezTo>
                <a:lnTo>
                  <a:pt x="18322" y="20129"/>
                </a:lnTo>
                <a:cubicBezTo>
                  <a:pt x="18602" y="19614"/>
                  <a:pt x="18867" y="19099"/>
                  <a:pt x="19073" y="18539"/>
                </a:cubicBezTo>
                <a:cubicBezTo>
                  <a:pt x="20044" y="16096"/>
                  <a:pt x="19970" y="13227"/>
                  <a:pt x="18940" y="10813"/>
                </a:cubicBezTo>
                <a:close/>
                <a:moveTo>
                  <a:pt x="17292" y="19996"/>
                </a:moveTo>
                <a:cubicBezTo>
                  <a:pt x="17336" y="20040"/>
                  <a:pt x="17365" y="20070"/>
                  <a:pt x="17380" y="20129"/>
                </a:cubicBezTo>
                <a:cubicBezTo>
                  <a:pt x="17365" y="20188"/>
                  <a:pt x="17336" y="20232"/>
                  <a:pt x="17307" y="20291"/>
                </a:cubicBezTo>
                <a:cubicBezTo>
                  <a:pt x="17277" y="20261"/>
                  <a:pt x="17262" y="20217"/>
                  <a:pt x="17218" y="20158"/>
                </a:cubicBezTo>
                <a:cubicBezTo>
                  <a:pt x="17233" y="20114"/>
                  <a:pt x="17262" y="20055"/>
                  <a:pt x="17292" y="19996"/>
                </a:cubicBezTo>
                <a:close/>
                <a:moveTo>
                  <a:pt x="17056" y="20070"/>
                </a:moveTo>
                <a:cubicBezTo>
                  <a:pt x="17071" y="20099"/>
                  <a:pt x="17101" y="20143"/>
                  <a:pt x="17130" y="20173"/>
                </a:cubicBezTo>
                <a:cubicBezTo>
                  <a:pt x="17101" y="20232"/>
                  <a:pt x="17086" y="20291"/>
                  <a:pt x="17071" y="20320"/>
                </a:cubicBezTo>
                <a:cubicBezTo>
                  <a:pt x="17056" y="20291"/>
                  <a:pt x="17012" y="20246"/>
                  <a:pt x="16998" y="20217"/>
                </a:cubicBezTo>
                <a:cubicBezTo>
                  <a:pt x="17012" y="20158"/>
                  <a:pt x="17042" y="20129"/>
                  <a:pt x="17056" y="20070"/>
                </a:cubicBezTo>
                <a:close/>
                <a:moveTo>
                  <a:pt x="18087" y="20011"/>
                </a:moveTo>
                <a:cubicBezTo>
                  <a:pt x="18131" y="20055"/>
                  <a:pt x="18190" y="20085"/>
                  <a:pt x="18234" y="20129"/>
                </a:cubicBezTo>
                <a:cubicBezTo>
                  <a:pt x="18190" y="20202"/>
                  <a:pt x="18160" y="20246"/>
                  <a:pt x="18116" y="20320"/>
                </a:cubicBezTo>
                <a:cubicBezTo>
                  <a:pt x="18072" y="20291"/>
                  <a:pt x="18013" y="20261"/>
                  <a:pt x="17969" y="20217"/>
                </a:cubicBezTo>
                <a:cubicBezTo>
                  <a:pt x="18013" y="20143"/>
                  <a:pt x="18042" y="20085"/>
                  <a:pt x="18087" y="20011"/>
                </a:cubicBezTo>
                <a:close/>
                <a:moveTo>
                  <a:pt x="16571" y="20261"/>
                </a:moveTo>
                <a:cubicBezTo>
                  <a:pt x="16571" y="20276"/>
                  <a:pt x="16600" y="20291"/>
                  <a:pt x="16600" y="20291"/>
                </a:cubicBezTo>
                <a:cubicBezTo>
                  <a:pt x="16600" y="20305"/>
                  <a:pt x="16571" y="20320"/>
                  <a:pt x="16571" y="20349"/>
                </a:cubicBezTo>
                <a:cubicBezTo>
                  <a:pt x="16571" y="20335"/>
                  <a:pt x="16571" y="20305"/>
                  <a:pt x="16556" y="20305"/>
                </a:cubicBezTo>
                <a:cubicBezTo>
                  <a:pt x="16556" y="20291"/>
                  <a:pt x="16556" y="20276"/>
                  <a:pt x="16571" y="20261"/>
                </a:cubicBezTo>
                <a:close/>
                <a:moveTo>
                  <a:pt x="16836" y="20129"/>
                </a:moveTo>
                <a:cubicBezTo>
                  <a:pt x="16865" y="20158"/>
                  <a:pt x="16895" y="20202"/>
                  <a:pt x="16909" y="20232"/>
                </a:cubicBezTo>
                <a:cubicBezTo>
                  <a:pt x="16895" y="20276"/>
                  <a:pt x="16865" y="20320"/>
                  <a:pt x="16850" y="20364"/>
                </a:cubicBezTo>
                <a:lnTo>
                  <a:pt x="16792" y="20246"/>
                </a:lnTo>
                <a:cubicBezTo>
                  <a:pt x="16821" y="20217"/>
                  <a:pt x="16821" y="20158"/>
                  <a:pt x="16836" y="20129"/>
                </a:cubicBezTo>
                <a:close/>
                <a:moveTo>
                  <a:pt x="16659" y="20188"/>
                </a:moveTo>
                <a:cubicBezTo>
                  <a:pt x="16703" y="20217"/>
                  <a:pt x="16718" y="20232"/>
                  <a:pt x="16718" y="20276"/>
                </a:cubicBezTo>
                <a:cubicBezTo>
                  <a:pt x="16703" y="20305"/>
                  <a:pt x="16703" y="20349"/>
                  <a:pt x="16688" y="20379"/>
                </a:cubicBezTo>
                <a:cubicBezTo>
                  <a:pt x="16674" y="20349"/>
                  <a:pt x="16674" y="20320"/>
                  <a:pt x="16644" y="20291"/>
                </a:cubicBezTo>
                <a:cubicBezTo>
                  <a:pt x="16644" y="20261"/>
                  <a:pt x="16659" y="20217"/>
                  <a:pt x="16659" y="20188"/>
                </a:cubicBezTo>
                <a:close/>
                <a:moveTo>
                  <a:pt x="17733" y="20129"/>
                </a:moveTo>
                <a:cubicBezTo>
                  <a:pt x="17778" y="20158"/>
                  <a:pt x="17822" y="20202"/>
                  <a:pt x="17866" y="20246"/>
                </a:cubicBezTo>
                <a:cubicBezTo>
                  <a:pt x="17822" y="20305"/>
                  <a:pt x="17792" y="20379"/>
                  <a:pt x="17778" y="20438"/>
                </a:cubicBezTo>
                <a:cubicBezTo>
                  <a:pt x="17733" y="20379"/>
                  <a:pt x="17675" y="20349"/>
                  <a:pt x="17645" y="20305"/>
                </a:cubicBezTo>
                <a:cubicBezTo>
                  <a:pt x="17675" y="20246"/>
                  <a:pt x="17704" y="20188"/>
                  <a:pt x="17733" y="20129"/>
                </a:cubicBezTo>
                <a:close/>
                <a:moveTo>
                  <a:pt x="18293" y="20188"/>
                </a:moveTo>
                <a:lnTo>
                  <a:pt x="18454" y="20291"/>
                </a:lnTo>
                <a:cubicBezTo>
                  <a:pt x="18410" y="20364"/>
                  <a:pt x="18381" y="20438"/>
                  <a:pt x="18322" y="20497"/>
                </a:cubicBezTo>
                <a:cubicBezTo>
                  <a:pt x="18293" y="20482"/>
                  <a:pt x="18234" y="20438"/>
                  <a:pt x="18175" y="20379"/>
                </a:cubicBezTo>
                <a:cubicBezTo>
                  <a:pt x="18219" y="20305"/>
                  <a:pt x="18248" y="20261"/>
                  <a:pt x="18293" y="20188"/>
                </a:cubicBezTo>
                <a:close/>
                <a:moveTo>
                  <a:pt x="17439" y="20202"/>
                </a:moveTo>
                <a:cubicBezTo>
                  <a:pt x="17483" y="20232"/>
                  <a:pt x="17513" y="20276"/>
                  <a:pt x="17557" y="20320"/>
                </a:cubicBezTo>
                <a:cubicBezTo>
                  <a:pt x="17513" y="20379"/>
                  <a:pt x="17498" y="20438"/>
                  <a:pt x="17454" y="20511"/>
                </a:cubicBezTo>
                <a:cubicBezTo>
                  <a:pt x="17424" y="20452"/>
                  <a:pt x="17410" y="20408"/>
                  <a:pt x="17365" y="20364"/>
                </a:cubicBezTo>
                <a:cubicBezTo>
                  <a:pt x="17380" y="20305"/>
                  <a:pt x="17424" y="20261"/>
                  <a:pt x="17439" y="20202"/>
                </a:cubicBezTo>
                <a:close/>
                <a:moveTo>
                  <a:pt x="17189" y="20261"/>
                </a:moveTo>
                <a:cubicBezTo>
                  <a:pt x="17218" y="20291"/>
                  <a:pt x="17233" y="20335"/>
                  <a:pt x="17277" y="20364"/>
                </a:cubicBezTo>
                <a:cubicBezTo>
                  <a:pt x="17262" y="20423"/>
                  <a:pt x="17218" y="20482"/>
                  <a:pt x="17204" y="20526"/>
                </a:cubicBezTo>
                <a:cubicBezTo>
                  <a:pt x="17189" y="20497"/>
                  <a:pt x="17145" y="20452"/>
                  <a:pt x="17130" y="20408"/>
                </a:cubicBezTo>
                <a:cubicBezTo>
                  <a:pt x="17145" y="20364"/>
                  <a:pt x="17159" y="20305"/>
                  <a:pt x="17189" y="20261"/>
                </a:cubicBezTo>
                <a:close/>
                <a:moveTo>
                  <a:pt x="16968" y="20305"/>
                </a:moveTo>
                <a:cubicBezTo>
                  <a:pt x="16983" y="20349"/>
                  <a:pt x="16998" y="20379"/>
                  <a:pt x="17042" y="20423"/>
                </a:cubicBezTo>
                <a:cubicBezTo>
                  <a:pt x="17012" y="20482"/>
                  <a:pt x="16983" y="20526"/>
                  <a:pt x="16968" y="20570"/>
                </a:cubicBezTo>
                <a:lnTo>
                  <a:pt x="16909" y="20452"/>
                </a:lnTo>
                <a:cubicBezTo>
                  <a:pt x="16924" y="20408"/>
                  <a:pt x="16939" y="20364"/>
                  <a:pt x="16968" y="20305"/>
                </a:cubicBezTo>
                <a:close/>
                <a:moveTo>
                  <a:pt x="16630" y="20438"/>
                </a:moveTo>
                <a:cubicBezTo>
                  <a:pt x="16630" y="20452"/>
                  <a:pt x="16644" y="20482"/>
                  <a:pt x="16644" y="20511"/>
                </a:cubicBezTo>
                <a:cubicBezTo>
                  <a:pt x="16644" y="20555"/>
                  <a:pt x="16630" y="20570"/>
                  <a:pt x="16630" y="20600"/>
                </a:cubicBezTo>
                <a:cubicBezTo>
                  <a:pt x="16630" y="20585"/>
                  <a:pt x="16615" y="20570"/>
                  <a:pt x="16615" y="20526"/>
                </a:cubicBezTo>
                <a:cubicBezTo>
                  <a:pt x="16615" y="20497"/>
                  <a:pt x="16630" y="20452"/>
                  <a:pt x="16630" y="20438"/>
                </a:cubicBezTo>
                <a:close/>
                <a:moveTo>
                  <a:pt x="16792" y="20408"/>
                </a:moveTo>
                <a:lnTo>
                  <a:pt x="16836" y="20482"/>
                </a:lnTo>
                <a:cubicBezTo>
                  <a:pt x="16821" y="20511"/>
                  <a:pt x="16792" y="20555"/>
                  <a:pt x="16792" y="20600"/>
                </a:cubicBezTo>
                <a:cubicBezTo>
                  <a:pt x="16777" y="20570"/>
                  <a:pt x="16777" y="20541"/>
                  <a:pt x="16762" y="20511"/>
                </a:cubicBezTo>
                <a:cubicBezTo>
                  <a:pt x="16777" y="20482"/>
                  <a:pt x="16777" y="20438"/>
                  <a:pt x="16792" y="20408"/>
                </a:cubicBezTo>
                <a:close/>
                <a:moveTo>
                  <a:pt x="17939" y="20291"/>
                </a:moveTo>
                <a:cubicBezTo>
                  <a:pt x="17984" y="20320"/>
                  <a:pt x="18028" y="20364"/>
                  <a:pt x="18087" y="20408"/>
                </a:cubicBezTo>
                <a:cubicBezTo>
                  <a:pt x="18042" y="20482"/>
                  <a:pt x="18013" y="20526"/>
                  <a:pt x="17969" y="20600"/>
                </a:cubicBezTo>
                <a:cubicBezTo>
                  <a:pt x="17925" y="20570"/>
                  <a:pt x="17866" y="20526"/>
                  <a:pt x="17822" y="20482"/>
                </a:cubicBezTo>
                <a:cubicBezTo>
                  <a:pt x="17866" y="20423"/>
                  <a:pt x="17895" y="20349"/>
                  <a:pt x="17939" y="20291"/>
                </a:cubicBezTo>
                <a:close/>
                <a:moveTo>
                  <a:pt x="17601" y="20379"/>
                </a:moveTo>
                <a:lnTo>
                  <a:pt x="17733" y="20511"/>
                </a:lnTo>
                <a:cubicBezTo>
                  <a:pt x="17704" y="20570"/>
                  <a:pt x="17660" y="20644"/>
                  <a:pt x="17645" y="20688"/>
                </a:cubicBezTo>
                <a:lnTo>
                  <a:pt x="17513" y="20570"/>
                </a:lnTo>
                <a:cubicBezTo>
                  <a:pt x="17557" y="20511"/>
                  <a:pt x="17571" y="20438"/>
                  <a:pt x="17601" y="20379"/>
                </a:cubicBezTo>
                <a:close/>
                <a:moveTo>
                  <a:pt x="17336" y="20452"/>
                </a:moveTo>
                <a:cubicBezTo>
                  <a:pt x="17365" y="20497"/>
                  <a:pt x="17380" y="20526"/>
                  <a:pt x="17424" y="20570"/>
                </a:cubicBezTo>
                <a:cubicBezTo>
                  <a:pt x="17380" y="20629"/>
                  <a:pt x="17365" y="20673"/>
                  <a:pt x="17336" y="20732"/>
                </a:cubicBezTo>
                <a:cubicBezTo>
                  <a:pt x="17292" y="20703"/>
                  <a:pt x="17277" y="20658"/>
                  <a:pt x="17233" y="20600"/>
                </a:cubicBezTo>
                <a:cubicBezTo>
                  <a:pt x="17277" y="20570"/>
                  <a:pt x="17292" y="20511"/>
                  <a:pt x="17336" y="20452"/>
                </a:cubicBezTo>
                <a:close/>
                <a:moveTo>
                  <a:pt x="17071" y="20511"/>
                </a:moveTo>
                <a:cubicBezTo>
                  <a:pt x="17086" y="20541"/>
                  <a:pt x="17130" y="20585"/>
                  <a:pt x="17145" y="20614"/>
                </a:cubicBezTo>
                <a:cubicBezTo>
                  <a:pt x="17130" y="20673"/>
                  <a:pt x="17086" y="20732"/>
                  <a:pt x="17071" y="20776"/>
                </a:cubicBezTo>
                <a:cubicBezTo>
                  <a:pt x="17056" y="20732"/>
                  <a:pt x="17042" y="20688"/>
                  <a:pt x="16998" y="20658"/>
                </a:cubicBezTo>
                <a:cubicBezTo>
                  <a:pt x="17042" y="20629"/>
                  <a:pt x="17056" y="20570"/>
                  <a:pt x="17071" y="20511"/>
                </a:cubicBezTo>
                <a:close/>
                <a:moveTo>
                  <a:pt x="18131" y="20452"/>
                </a:moveTo>
                <a:cubicBezTo>
                  <a:pt x="18190" y="20497"/>
                  <a:pt x="18248" y="20526"/>
                  <a:pt x="18278" y="20570"/>
                </a:cubicBezTo>
                <a:cubicBezTo>
                  <a:pt x="18248" y="20644"/>
                  <a:pt x="18190" y="20688"/>
                  <a:pt x="18160" y="20776"/>
                </a:cubicBezTo>
                <a:cubicBezTo>
                  <a:pt x="18116" y="20747"/>
                  <a:pt x="18072" y="20688"/>
                  <a:pt x="18028" y="20658"/>
                </a:cubicBezTo>
                <a:cubicBezTo>
                  <a:pt x="18072" y="20585"/>
                  <a:pt x="18101" y="20526"/>
                  <a:pt x="18131" y="20452"/>
                </a:cubicBezTo>
                <a:close/>
                <a:moveTo>
                  <a:pt x="16600" y="20688"/>
                </a:moveTo>
                <a:cubicBezTo>
                  <a:pt x="16600" y="20717"/>
                  <a:pt x="16615" y="20732"/>
                  <a:pt x="16615" y="20747"/>
                </a:cubicBezTo>
                <a:cubicBezTo>
                  <a:pt x="16615" y="20776"/>
                  <a:pt x="16600" y="20791"/>
                  <a:pt x="16600" y="20806"/>
                </a:cubicBezTo>
                <a:cubicBezTo>
                  <a:pt x="16571" y="20791"/>
                  <a:pt x="16571" y="20776"/>
                  <a:pt x="16571" y="20747"/>
                </a:cubicBezTo>
                <a:cubicBezTo>
                  <a:pt x="16571" y="20732"/>
                  <a:pt x="16571" y="20717"/>
                  <a:pt x="16600" y="20688"/>
                </a:cubicBezTo>
                <a:close/>
                <a:moveTo>
                  <a:pt x="16850" y="20570"/>
                </a:moveTo>
                <a:cubicBezTo>
                  <a:pt x="16895" y="20600"/>
                  <a:pt x="16909" y="20644"/>
                  <a:pt x="16924" y="20673"/>
                </a:cubicBezTo>
                <a:cubicBezTo>
                  <a:pt x="16909" y="20717"/>
                  <a:pt x="16880" y="20776"/>
                  <a:pt x="16865" y="20806"/>
                </a:cubicBezTo>
                <a:lnTo>
                  <a:pt x="16821" y="20688"/>
                </a:lnTo>
                <a:cubicBezTo>
                  <a:pt x="16836" y="20658"/>
                  <a:pt x="16850" y="20600"/>
                  <a:pt x="16850" y="20570"/>
                </a:cubicBezTo>
                <a:close/>
                <a:moveTo>
                  <a:pt x="16703" y="20629"/>
                </a:moveTo>
                <a:cubicBezTo>
                  <a:pt x="16718" y="20658"/>
                  <a:pt x="16733" y="20673"/>
                  <a:pt x="16733" y="20717"/>
                </a:cubicBezTo>
                <a:cubicBezTo>
                  <a:pt x="16718" y="20747"/>
                  <a:pt x="16718" y="20791"/>
                  <a:pt x="16703" y="20820"/>
                </a:cubicBezTo>
                <a:cubicBezTo>
                  <a:pt x="16688" y="20791"/>
                  <a:pt x="16688" y="20776"/>
                  <a:pt x="16659" y="20732"/>
                </a:cubicBezTo>
                <a:cubicBezTo>
                  <a:pt x="16688" y="20703"/>
                  <a:pt x="16688" y="20658"/>
                  <a:pt x="16703" y="20629"/>
                </a:cubicBezTo>
                <a:close/>
                <a:moveTo>
                  <a:pt x="17792" y="20570"/>
                </a:moveTo>
                <a:cubicBezTo>
                  <a:pt x="17822" y="20600"/>
                  <a:pt x="17881" y="20644"/>
                  <a:pt x="17925" y="20673"/>
                </a:cubicBezTo>
                <a:cubicBezTo>
                  <a:pt x="17881" y="20732"/>
                  <a:pt x="17836" y="20806"/>
                  <a:pt x="17807" y="20865"/>
                </a:cubicBezTo>
                <a:cubicBezTo>
                  <a:pt x="17778" y="20820"/>
                  <a:pt x="17733" y="20791"/>
                  <a:pt x="17675" y="20747"/>
                </a:cubicBezTo>
                <a:cubicBezTo>
                  <a:pt x="17719" y="20688"/>
                  <a:pt x="17748" y="20629"/>
                  <a:pt x="17792" y="20570"/>
                </a:cubicBezTo>
                <a:close/>
                <a:moveTo>
                  <a:pt x="17483" y="20644"/>
                </a:moveTo>
                <a:cubicBezTo>
                  <a:pt x="17513" y="20673"/>
                  <a:pt x="17557" y="20717"/>
                  <a:pt x="17586" y="20776"/>
                </a:cubicBezTo>
                <a:cubicBezTo>
                  <a:pt x="17557" y="20820"/>
                  <a:pt x="17513" y="20879"/>
                  <a:pt x="17498" y="20953"/>
                </a:cubicBezTo>
                <a:cubicBezTo>
                  <a:pt x="17454" y="20894"/>
                  <a:pt x="17424" y="20865"/>
                  <a:pt x="17410" y="20820"/>
                </a:cubicBezTo>
                <a:cubicBezTo>
                  <a:pt x="17424" y="20747"/>
                  <a:pt x="17454" y="20703"/>
                  <a:pt x="17483" y="20644"/>
                </a:cubicBezTo>
                <a:close/>
                <a:moveTo>
                  <a:pt x="17218" y="20717"/>
                </a:moveTo>
                <a:cubicBezTo>
                  <a:pt x="17262" y="20747"/>
                  <a:pt x="17277" y="20791"/>
                  <a:pt x="17307" y="20820"/>
                </a:cubicBezTo>
                <a:cubicBezTo>
                  <a:pt x="17277" y="20879"/>
                  <a:pt x="17233" y="20938"/>
                  <a:pt x="17218" y="20997"/>
                </a:cubicBezTo>
                <a:cubicBezTo>
                  <a:pt x="17204" y="20953"/>
                  <a:pt x="17159" y="20923"/>
                  <a:pt x="17145" y="20879"/>
                </a:cubicBezTo>
                <a:cubicBezTo>
                  <a:pt x="17159" y="20820"/>
                  <a:pt x="17204" y="20776"/>
                  <a:pt x="17218" y="20717"/>
                </a:cubicBezTo>
                <a:close/>
                <a:moveTo>
                  <a:pt x="16983" y="20776"/>
                </a:moveTo>
                <a:cubicBezTo>
                  <a:pt x="16998" y="20806"/>
                  <a:pt x="17012" y="20850"/>
                  <a:pt x="17056" y="20879"/>
                </a:cubicBezTo>
                <a:cubicBezTo>
                  <a:pt x="17042" y="20938"/>
                  <a:pt x="17012" y="20968"/>
                  <a:pt x="16983" y="21026"/>
                </a:cubicBezTo>
                <a:lnTo>
                  <a:pt x="16924" y="20923"/>
                </a:lnTo>
                <a:cubicBezTo>
                  <a:pt x="16939" y="20865"/>
                  <a:pt x="16968" y="20820"/>
                  <a:pt x="16983" y="20776"/>
                </a:cubicBezTo>
                <a:close/>
                <a:moveTo>
                  <a:pt x="16644" y="20879"/>
                </a:moveTo>
                <a:cubicBezTo>
                  <a:pt x="16644" y="20894"/>
                  <a:pt x="16659" y="20938"/>
                  <a:pt x="16659" y="20953"/>
                </a:cubicBezTo>
                <a:cubicBezTo>
                  <a:pt x="16644" y="20982"/>
                  <a:pt x="16644" y="21012"/>
                  <a:pt x="16630" y="21041"/>
                </a:cubicBezTo>
                <a:cubicBezTo>
                  <a:pt x="16630" y="21026"/>
                  <a:pt x="16615" y="21012"/>
                  <a:pt x="16615" y="20968"/>
                </a:cubicBezTo>
                <a:cubicBezTo>
                  <a:pt x="16630" y="20938"/>
                  <a:pt x="16630" y="20894"/>
                  <a:pt x="16644" y="20879"/>
                </a:cubicBezTo>
                <a:close/>
                <a:moveTo>
                  <a:pt x="16792" y="20820"/>
                </a:moveTo>
                <a:cubicBezTo>
                  <a:pt x="16821" y="20865"/>
                  <a:pt x="16836" y="20879"/>
                  <a:pt x="16836" y="20923"/>
                </a:cubicBezTo>
                <a:cubicBezTo>
                  <a:pt x="16821" y="20953"/>
                  <a:pt x="16792" y="21012"/>
                  <a:pt x="16777" y="21041"/>
                </a:cubicBezTo>
                <a:cubicBezTo>
                  <a:pt x="16762" y="21012"/>
                  <a:pt x="16762" y="20982"/>
                  <a:pt x="16747" y="20953"/>
                </a:cubicBezTo>
                <a:cubicBezTo>
                  <a:pt x="16762" y="20894"/>
                  <a:pt x="16777" y="20865"/>
                  <a:pt x="16792" y="20820"/>
                </a:cubicBezTo>
                <a:close/>
                <a:moveTo>
                  <a:pt x="17969" y="20732"/>
                </a:moveTo>
                <a:cubicBezTo>
                  <a:pt x="18028" y="20776"/>
                  <a:pt x="18072" y="20806"/>
                  <a:pt x="18116" y="20865"/>
                </a:cubicBezTo>
                <a:cubicBezTo>
                  <a:pt x="18087" y="20938"/>
                  <a:pt x="18028" y="20982"/>
                  <a:pt x="17984" y="21056"/>
                </a:cubicBezTo>
                <a:cubicBezTo>
                  <a:pt x="17954" y="21012"/>
                  <a:pt x="17925" y="20968"/>
                  <a:pt x="17866" y="20938"/>
                </a:cubicBezTo>
                <a:cubicBezTo>
                  <a:pt x="17895" y="20865"/>
                  <a:pt x="17939" y="20806"/>
                  <a:pt x="17969" y="20732"/>
                </a:cubicBezTo>
                <a:close/>
                <a:moveTo>
                  <a:pt x="17645" y="20820"/>
                </a:moveTo>
                <a:lnTo>
                  <a:pt x="17778" y="20953"/>
                </a:lnTo>
                <a:cubicBezTo>
                  <a:pt x="17733" y="21012"/>
                  <a:pt x="17704" y="21085"/>
                  <a:pt x="17660" y="21144"/>
                </a:cubicBezTo>
                <a:cubicBezTo>
                  <a:pt x="17630" y="21085"/>
                  <a:pt x="17586" y="21041"/>
                  <a:pt x="17557" y="21012"/>
                </a:cubicBezTo>
                <a:cubicBezTo>
                  <a:pt x="17586" y="20953"/>
                  <a:pt x="17630" y="20879"/>
                  <a:pt x="17645" y="20820"/>
                </a:cubicBezTo>
                <a:close/>
                <a:moveTo>
                  <a:pt x="17351" y="20894"/>
                </a:moveTo>
                <a:cubicBezTo>
                  <a:pt x="17380" y="20938"/>
                  <a:pt x="17410" y="20968"/>
                  <a:pt x="17439" y="21012"/>
                </a:cubicBezTo>
                <a:cubicBezTo>
                  <a:pt x="17410" y="21071"/>
                  <a:pt x="17365" y="21115"/>
                  <a:pt x="17351" y="21174"/>
                </a:cubicBezTo>
                <a:cubicBezTo>
                  <a:pt x="17336" y="21144"/>
                  <a:pt x="17307" y="21115"/>
                  <a:pt x="17277" y="21085"/>
                </a:cubicBezTo>
                <a:cubicBezTo>
                  <a:pt x="17277" y="21071"/>
                  <a:pt x="17262" y="21071"/>
                  <a:pt x="17262" y="21041"/>
                </a:cubicBezTo>
                <a:cubicBezTo>
                  <a:pt x="17292" y="21012"/>
                  <a:pt x="17336" y="20953"/>
                  <a:pt x="17351" y="20894"/>
                </a:cubicBezTo>
                <a:close/>
                <a:moveTo>
                  <a:pt x="17115" y="20968"/>
                </a:moveTo>
                <a:cubicBezTo>
                  <a:pt x="17130" y="21012"/>
                  <a:pt x="17159" y="21041"/>
                  <a:pt x="17189" y="21085"/>
                </a:cubicBezTo>
                <a:cubicBezTo>
                  <a:pt x="17145" y="21115"/>
                  <a:pt x="17130" y="21174"/>
                  <a:pt x="17086" y="21232"/>
                </a:cubicBezTo>
                <a:lnTo>
                  <a:pt x="17042" y="21115"/>
                </a:lnTo>
                <a:cubicBezTo>
                  <a:pt x="17056" y="21056"/>
                  <a:pt x="17086" y="21012"/>
                  <a:pt x="17115" y="20968"/>
                </a:cubicBezTo>
                <a:close/>
                <a:moveTo>
                  <a:pt x="16571" y="21115"/>
                </a:moveTo>
                <a:cubicBezTo>
                  <a:pt x="16571" y="21144"/>
                  <a:pt x="16571" y="21159"/>
                  <a:pt x="16585" y="21174"/>
                </a:cubicBezTo>
                <a:cubicBezTo>
                  <a:pt x="16585" y="21188"/>
                  <a:pt x="16571" y="21232"/>
                  <a:pt x="16571" y="21247"/>
                </a:cubicBezTo>
                <a:cubicBezTo>
                  <a:pt x="16571" y="21232"/>
                  <a:pt x="16556" y="21218"/>
                  <a:pt x="16556" y="21188"/>
                </a:cubicBezTo>
                <a:cubicBezTo>
                  <a:pt x="16556" y="21174"/>
                  <a:pt x="16571" y="21144"/>
                  <a:pt x="16571" y="21115"/>
                </a:cubicBezTo>
                <a:close/>
                <a:moveTo>
                  <a:pt x="16718" y="21056"/>
                </a:moveTo>
                <a:cubicBezTo>
                  <a:pt x="16718" y="21100"/>
                  <a:pt x="16733" y="21115"/>
                  <a:pt x="16733" y="21159"/>
                </a:cubicBezTo>
                <a:cubicBezTo>
                  <a:pt x="16718" y="21188"/>
                  <a:pt x="16703" y="21232"/>
                  <a:pt x="16703" y="21262"/>
                </a:cubicBezTo>
                <a:cubicBezTo>
                  <a:pt x="16703" y="21232"/>
                  <a:pt x="16688" y="21203"/>
                  <a:pt x="16688" y="21174"/>
                </a:cubicBezTo>
                <a:cubicBezTo>
                  <a:pt x="16703" y="21144"/>
                  <a:pt x="16703" y="21100"/>
                  <a:pt x="16718" y="21056"/>
                </a:cubicBezTo>
                <a:close/>
                <a:moveTo>
                  <a:pt x="16895" y="21012"/>
                </a:moveTo>
                <a:lnTo>
                  <a:pt x="16939" y="21115"/>
                </a:lnTo>
                <a:cubicBezTo>
                  <a:pt x="16924" y="21174"/>
                  <a:pt x="16909" y="21218"/>
                  <a:pt x="16895" y="21262"/>
                </a:cubicBezTo>
                <a:cubicBezTo>
                  <a:pt x="16865" y="21232"/>
                  <a:pt x="16850" y="21188"/>
                  <a:pt x="16850" y="21159"/>
                </a:cubicBezTo>
                <a:cubicBezTo>
                  <a:pt x="16850" y="21100"/>
                  <a:pt x="16865" y="21056"/>
                  <a:pt x="16895" y="21012"/>
                </a:cubicBezTo>
                <a:close/>
                <a:moveTo>
                  <a:pt x="17822" y="21012"/>
                </a:moveTo>
                <a:cubicBezTo>
                  <a:pt x="17866" y="21041"/>
                  <a:pt x="17925" y="21085"/>
                  <a:pt x="17954" y="21144"/>
                </a:cubicBezTo>
                <a:cubicBezTo>
                  <a:pt x="17925" y="21218"/>
                  <a:pt x="17866" y="21262"/>
                  <a:pt x="17822" y="21335"/>
                </a:cubicBezTo>
                <a:cubicBezTo>
                  <a:pt x="17792" y="21262"/>
                  <a:pt x="17748" y="21232"/>
                  <a:pt x="17719" y="21188"/>
                </a:cubicBezTo>
                <a:cubicBezTo>
                  <a:pt x="17748" y="21144"/>
                  <a:pt x="17792" y="21071"/>
                  <a:pt x="17822" y="21012"/>
                </a:cubicBezTo>
                <a:close/>
                <a:moveTo>
                  <a:pt x="17498" y="21056"/>
                </a:moveTo>
                <a:cubicBezTo>
                  <a:pt x="17527" y="21100"/>
                  <a:pt x="17571" y="21144"/>
                  <a:pt x="17601" y="21188"/>
                </a:cubicBezTo>
                <a:cubicBezTo>
                  <a:pt x="17571" y="21247"/>
                  <a:pt x="17527" y="21321"/>
                  <a:pt x="17498" y="21380"/>
                </a:cubicBezTo>
                <a:cubicBezTo>
                  <a:pt x="17454" y="21335"/>
                  <a:pt x="17439" y="21306"/>
                  <a:pt x="17410" y="21247"/>
                </a:cubicBezTo>
                <a:cubicBezTo>
                  <a:pt x="17439" y="21188"/>
                  <a:pt x="17483" y="21144"/>
                  <a:pt x="17498" y="21056"/>
                </a:cubicBezTo>
                <a:close/>
                <a:moveTo>
                  <a:pt x="17218" y="21144"/>
                </a:moveTo>
                <a:cubicBezTo>
                  <a:pt x="17233" y="21174"/>
                  <a:pt x="17277" y="21218"/>
                  <a:pt x="17307" y="21247"/>
                </a:cubicBezTo>
                <a:cubicBezTo>
                  <a:pt x="17277" y="21306"/>
                  <a:pt x="17262" y="21350"/>
                  <a:pt x="17218" y="21409"/>
                </a:cubicBezTo>
                <a:cubicBezTo>
                  <a:pt x="17204" y="21394"/>
                  <a:pt x="17204" y="21380"/>
                  <a:pt x="17189" y="21350"/>
                </a:cubicBezTo>
                <a:cubicBezTo>
                  <a:pt x="17159" y="21335"/>
                  <a:pt x="17159" y="21321"/>
                  <a:pt x="17145" y="21306"/>
                </a:cubicBezTo>
                <a:cubicBezTo>
                  <a:pt x="17159" y="21247"/>
                  <a:pt x="17204" y="21188"/>
                  <a:pt x="17218" y="21144"/>
                </a:cubicBezTo>
                <a:close/>
                <a:moveTo>
                  <a:pt x="16983" y="21218"/>
                </a:moveTo>
                <a:lnTo>
                  <a:pt x="17042" y="21321"/>
                </a:lnTo>
                <a:cubicBezTo>
                  <a:pt x="17012" y="21380"/>
                  <a:pt x="16983" y="21424"/>
                  <a:pt x="16968" y="21468"/>
                </a:cubicBezTo>
                <a:lnTo>
                  <a:pt x="16909" y="21365"/>
                </a:lnTo>
                <a:cubicBezTo>
                  <a:pt x="16939" y="21306"/>
                  <a:pt x="16968" y="21247"/>
                  <a:pt x="16983" y="21218"/>
                </a:cubicBezTo>
                <a:close/>
                <a:moveTo>
                  <a:pt x="16644" y="21321"/>
                </a:moveTo>
                <a:cubicBezTo>
                  <a:pt x="16644" y="21335"/>
                  <a:pt x="16674" y="21380"/>
                  <a:pt x="16674" y="21394"/>
                </a:cubicBezTo>
                <a:cubicBezTo>
                  <a:pt x="16644" y="21424"/>
                  <a:pt x="16644" y="21468"/>
                  <a:pt x="16630" y="21483"/>
                </a:cubicBezTo>
                <a:cubicBezTo>
                  <a:pt x="16615" y="21453"/>
                  <a:pt x="16615" y="21424"/>
                  <a:pt x="16615" y="21409"/>
                </a:cubicBezTo>
                <a:cubicBezTo>
                  <a:pt x="16630" y="21380"/>
                  <a:pt x="16630" y="21335"/>
                  <a:pt x="16644" y="21321"/>
                </a:cubicBezTo>
                <a:close/>
                <a:moveTo>
                  <a:pt x="16792" y="21262"/>
                </a:moveTo>
                <a:cubicBezTo>
                  <a:pt x="16806" y="21306"/>
                  <a:pt x="16836" y="21335"/>
                  <a:pt x="16836" y="21365"/>
                </a:cubicBezTo>
                <a:cubicBezTo>
                  <a:pt x="16821" y="21394"/>
                  <a:pt x="16792" y="21453"/>
                  <a:pt x="16777" y="21483"/>
                </a:cubicBezTo>
                <a:cubicBezTo>
                  <a:pt x="16762" y="21453"/>
                  <a:pt x="16762" y="21409"/>
                  <a:pt x="16733" y="21394"/>
                </a:cubicBezTo>
                <a:cubicBezTo>
                  <a:pt x="16762" y="21365"/>
                  <a:pt x="16777" y="21306"/>
                  <a:pt x="16792" y="21262"/>
                </a:cubicBezTo>
                <a:close/>
                <a:moveTo>
                  <a:pt x="17660" y="21262"/>
                </a:moveTo>
                <a:cubicBezTo>
                  <a:pt x="17704" y="21306"/>
                  <a:pt x="17733" y="21365"/>
                  <a:pt x="17763" y="21394"/>
                </a:cubicBezTo>
                <a:cubicBezTo>
                  <a:pt x="17733" y="21453"/>
                  <a:pt x="17675" y="21527"/>
                  <a:pt x="17645" y="21586"/>
                </a:cubicBezTo>
                <a:cubicBezTo>
                  <a:pt x="17630" y="21541"/>
                  <a:pt x="17586" y="21483"/>
                  <a:pt x="17557" y="21453"/>
                </a:cubicBezTo>
                <a:cubicBezTo>
                  <a:pt x="17586" y="21394"/>
                  <a:pt x="17630" y="21321"/>
                  <a:pt x="17660" y="21262"/>
                </a:cubicBezTo>
                <a:close/>
                <a:moveTo>
                  <a:pt x="17365" y="21335"/>
                </a:moveTo>
                <a:cubicBezTo>
                  <a:pt x="17410" y="21380"/>
                  <a:pt x="17424" y="21409"/>
                  <a:pt x="17454" y="21468"/>
                </a:cubicBezTo>
                <a:lnTo>
                  <a:pt x="17351" y="21630"/>
                </a:lnTo>
                <a:cubicBezTo>
                  <a:pt x="17307" y="21600"/>
                  <a:pt x="17292" y="21541"/>
                  <a:pt x="17277" y="21512"/>
                </a:cubicBezTo>
                <a:cubicBezTo>
                  <a:pt x="17307" y="21453"/>
                  <a:pt x="17336" y="21394"/>
                  <a:pt x="17365" y="21335"/>
                </a:cubicBezTo>
                <a:close/>
                <a:moveTo>
                  <a:pt x="17086" y="21394"/>
                </a:moveTo>
                <a:cubicBezTo>
                  <a:pt x="17096" y="21394"/>
                  <a:pt x="17099" y="21401"/>
                  <a:pt x="17096" y="21401"/>
                </a:cubicBezTo>
                <a:cubicBezTo>
                  <a:pt x="17094" y="21401"/>
                  <a:pt x="17091" y="21399"/>
                  <a:pt x="17086" y="21394"/>
                </a:cubicBezTo>
                <a:lnTo>
                  <a:pt x="17086" y="21394"/>
                </a:lnTo>
                <a:cubicBezTo>
                  <a:pt x="17130" y="21453"/>
                  <a:pt x="17145" y="21468"/>
                  <a:pt x="17159" y="21512"/>
                </a:cubicBezTo>
                <a:cubicBezTo>
                  <a:pt x="17130" y="21556"/>
                  <a:pt x="17115" y="21615"/>
                  <a:pt x="17071" y="21674"/>
                </a:cubicBezTo>
                <a:cubicBezTo>
                  <a:pt x="17071" y="21659"/>
                  <a:pt x="17056" y="21659"/>
                  <a:pt x="17056" y="21630"/>
                </a:cubicBezTo>
                <a:cubicBezTo>
                  <a:pt x="17042" y="21600"/>
                  <a:pt x="17012" y="21586"/>
                  <a:pt x="17012" y="21541"/>
                </a:cubicBezTo>
                <a:cubicBezTo>
                  <a:pt x="17042" y="21512"/>
                  <a:pt x="17071" y="21453"/>
                  <a:pt x="17086" y="21394"/>
                </a:cubicBezTo>
                <a:close/>
                <a:moveTo>
                  <a:pt x="16556" y="21556"/>
                </a:moveTo>
                <a:cubicBezTo>
                  <a:pt x="16556" y="21586"/>
                  <a:pt x="16556" y="21600"/>
                  <a:pt x="16571" y="21615"/>
                </a:cubicBezTo>
                <a:cubicBezTo>
                  <a:pt x="16571" y="21630"/>
                  <a:pt x="16556" y="21674"/>
                  <a:pt x="16556" y="21689"/>
                </a:cubicBezTo>
                <a:cubicBezTo>
                  <a:pt x="16541" y="21674"/>
                  <a:pt x="16541" y="21659"/>
                  <a:pt x="16541" y="21630"/>
                </a:cubicBezTo>
                <a:cubicBezTo>
                  <a:pt x="16541" y="21615"/>
                  <a:pt x="16556" y="21586"/>
                  <a:pt x="16556" y="21556"/>
                </a:cubicBezTo>
                <a:close/>
                <a:moveTo>
                  <a:pt x="16688" y="21512"/>
                </a:moveTo>
                <a:cubicBezTo>
                  <a:pt x="16703" y="21541"/>
                  <a:pt x="16718" y="21556"/>
                  <a:pt x="16718" y="21600"/>
                </a:cubicBezTo>
                <a:lnTo>
                  <a:pt x="16674" y="21703"/>
                </a:lnTo>
                <a:cubicBezTo>
                  <a:pt x="16674" y="21674"/>
                  <a:pt x="16644" y="21644"/>
                  <a:pt x="16644" y="21615"/>
                </a:cubicBezTo>
                <a:cubicBezTo>
                  <a:pt x="16674" y="21586"/>
                  <a:pt x="16688" y="21541"/>
                  <a:pt x="16688" y="21512"/>
                </a:cubicBezTo>
                <a:close/>
                <a:moveTo>
                  <a:pt x="16865" y="21453"/>
                </a:moveTo>
                <a:lnTo>
                  <a:pt x="16924" y="21556"/>
                </a:lnTo>
                <a:cubicBezTo>
                  <a:pt x="16909" y="21615"/>
                  <a:pt x="16865" y="21659"/>
                  <a:pt x="16850" y="21703"/>
                </a:cubicBezTo>
                <a:cubicBezTo>
                  <a:pt x="16836" y="21674"/>
                  <a:pt x="16836" y="21630"/>
                  <a:pt x="16806" y="21600"/>
                </a:cubicBezTo>
                <a:cubicBezTo>
                  <a:pt x="16836" y="21541"/>
                  <a:pt x="16850" y="21512"/>
                  <a:pt x="16865" y="21453"/>
                </a:cubicBezTo>
                <a:close/>
                <a:moveTo>
                  <a:pt x="17513" y="21527"/>
                </a:moveTo>
                <a:cubicBezTo>
                  <a:pt x="17557" y="21556"/>
                  <a:pt x="17586" y="21615"/>
                  <a:pt x="17616" y="21644"/>
                </a:cubicBezTo>
                <a:cubicBezTo>
                  <a:pt x="17586" y="21703"/>
                  <a:pt x="17542" y="21777"/>
                  <a:pt x="17498" y="21836"/>
                </a:cubicBezTo>
                <a:cubicBezTo>
                  <a:pt x="17454" y="21777"/>
                  <a:pt x="17424" y="21747"/>
                  <a:pt x="17410" y="21689"/>
                </a:cubicBezTo>
                <a:lnTo>
                  <a:pt x="17513" y="21527"/>
                </a:lnTo>
                <a:close/>
                <a:moveTo>
                  <a:pt x="17218" y="21586"/>
                </a:moveTo>
                <a:cubicBezTo>
                  <a:pt x="17233" y="21615"/>
                  <a:pt x="17277" y="21659"/>
                  <a:pt x="17292" y="21703"/>
                </a:cubicBezTo>
                <a:cubicBezTo>
                  <a:pt x="17262" y="21762"/>
                  <a:pt x="17233" y="21821"/>
                  <a:pt x="17204" y="21880"/>
                </a:cubicBezTo>
                <a:cubicBezTo>
                  <a:pt x="17189" y="21836"/>
                  <a:pt x="17145" y="21792"/>
                  <a:pt x="17130" y="21747"/>
                </a:cubicBezTo>
                <a:cubicBezTo>
                  <a:pt x="17159" y="21689"/>
                  <a:pt x="17174" y="21630"/>
                  <a:pt x="17218" y="21586"/>
                </a:cubicBezTo>
                <a:close/>
                <a:moveTo>
                  <a:pt x="16497" y="21836"/>
                </a:moveTo>
                <a:lnTo>
                  <a:pt x="16497" y="21850"/>
                </a:lnTo>
                <a:cubicBezTo>
                  <a:pt x="16497" y="21880"/>
                  <a:pt x="16482" y="21895"/>
                  <a:pt x="16482" y="21895"/>
                </a:cubicBezTo>
                <a:lnTo>
                  <a:pt x="16482" y="21880"/>
                </a:lnTo>
                <a:cubicBezTo>
                  <a:pt x="16482" y="21850"/>
                  <a:pt x="16482" y="21836"/>
                  <a:pt x="16497" y="21836"/>
                </a:cubicBezTo>
                <a:close/>
                <a:moveTo>
                  <a:pt x="16983" y="21659"/>
                </a:moveTo>
                <a:cubicBezTo>
                  <a:pt x="16983" y="21674"/>
                  <a:pt x="16998" y="21674"/>
                  <a:pt x="16998" y="21689"/>
                </a:cubicBezTo>
                <a:cubicBezTo>
                  <a:pt x="17012" y="21703"/>
                  <a:pt x="17042" y="21747"/>
                  <a:pt x="17042" y="21762"/>
                </a:cubicBezTo>
                <a:cubicBezTo>
                  <a:pt x="16998" y="21821"/>
                  <a:pt x="16983" y="21880"/>
                  <a:pt x="16939" y="21909"/>
                </a:cubicBezTo>
                <a:lnTo>
                  <a:pt x="16895" y="21806"/>
                </a:lnTo>
                <a:cubicBezTo>
                  <a:pt x="16924" y="21747"/>
                  <a:pt x="16939" y="21689"/>
                  <a:pt x="16983" y="21659"/>
                </a:cubicBezTo>
                <a:close/>
                <a:moveTo>
                  <a:pt x="16615" y="21762"/>
                </a:moveTo>
                <a:cubicBezTo>
                  <a:pt x="16615" y="21777"/>
                  <a:pt x="16630" y="21821"/>
                  <a:pt x="16630" y="21836"/>
                </a:cubicBezTo>
                <a:cubicBezTo>
                  <a:pt x="16615" y="21880"/>
                  <a:pt x="16615" y="21909"/>
                  <a:pt x="16600" y="21924"/>
                </a:cubicBezTo>
                <a:cubicBezTo>
                  <a:pt x="16600" y="21909"/>
                  <a:pt x="16571" y="21880"/>
                  <a:pt x="16571" y="21850"/>
                </a:cubicBezTo>
                <a:cubicBezTo>
                  <a:pt x="16600" y="21821"/>
                  <a:pt x="16600" y="21777"/>
                  <a:pt x="16615" y="21762"/>
                </a:cubicBezTo>
                <a:close/>
                <a:moveTo>
                  <a:pt x="16777" y="21703"/>
                </a:moveTo>
                <a:cubicBezTo>
                  <a:pt x="16777" y="21733"/>
                  <a:pt x="16792" y="21762"/>
                  <a:pt x="16821" y="21792"/>
                </a:cubicBezTo>
                <a:cubicBezTo>
                  <a:pt x="16792" y="21836"/>
                  <a:pt x="16777" y="21895"/>
                  <a:pt x="16762" y="21924"/>
                </a:cubicBezTo>
                <a:cubicBezTo>
                  <a:pt x="16747" y="21895"/>
                  <a:pt x="16747" y="21865"/>
                  <a:pt x="16718" y="21836"/>
                </a:cubicBezTo>
                <a:cubicBezTo>
                  <a:pt x="16733" y="21792"/>
                  <a:pt x="16762" y="21747"/>
                  <a:pt x="16777" y="21703"/>
                </a:cubicBezTo>
                <a:close/>
                <a:moveTo>
                  <a:pt x="17351" y="21777"/>
                </a:moveTo>
                <a:cubicBezTo>
                  <a:pt x="17380" y="21821"/>
                  <a:pt x="17410" y="21880"/>
                  <a:pt x="17439" y="21909"/>
                </a:cubicBezTo>
                <a:cubicBezTo>
                  <a:pt x="17410" y="21939"/>
                  <a:pt x="17380" y="21998"/>
                  <a:pt x="17351" y="22042"/>
                </a:cubicBezTo>
                <a:cubicBezTo>
                  <a:pt x="17336" y="22057"/>
                  <a:pt x="17336" y="22071"/>
                  <a:pt x="17307" y="22086"/>
                </a:cubicBezTo>
                <a:cubicBezTo>
                  <a:pt x="17292" y="22057"/>
                  <a:pt x="17262" y="22012"/>
                  <a:pt x="17233" y="21968"/>
                </a:cubicBezTo>
                <a:cubicBezTo>
                  <a:pt x="17277" y="21895"/>
                  <a:pt x="17307" y="21836"/>
                  <a:pt x="17351" y="21777"/>
                </a:cubicBezTo>
                <a:close/>
                <a:moveTo>
                  <a:pt x="17086" y="21836"/>
                </a:moveTo>
                <a:cubicBezTo>
                  <a:pt x="17101" y="21880"/>
                  <a:pt x="17130" y="21909"/>
                  <a:pt x="17159" y="21954"/>
                </a:cubicBezTo>
                <a:cubicBezTo>
                  <a:pt x="17130" y="21998"/>
                  <a:pt x="17086" y="22057"/>
                  <a:pt x="17071" y="22115"/>
                </a:cubicBezTo>
                <a:cubicBezTo>
                  <a:pt x="17042" y="22071"/>
                  <a:pt x="17012" y="22042"/>
                  <a:pt x="16998" y="21998"/>
                </a:cubicBezTo>
                <a:cubicBezTo>
                  <a:pt x="17042" y="21954"/>
                  <a:pt x="17056" y="21895"/>
                  <a:pt x="17086" y="21836"/>
                </a:cubicBezTo>
                <a:close/>
                <a:moveTo>
                  <a:pt x="16512" y="22027"/>
                </a:moveTo>
                <a:cubicBezTo>
                  <a:pt x="16512" y="22042"/>
                  <a:pt x="16512" y="22057"/>
                  <a:pt x="16541" y="22071"/>
                </a:cubicBezTo>
                <a:cubicBezTo>
                  <a:pt x="16512" y="22101"/>
                  <a:pt x="16512" y="22130"/>
                  <a:pt x="16497" y="22145"/>
                </a:cubicBezTo>
                <a:lnTo>
                  <a:pt x="16497" y="22101"/>
                </a:lnTo>
                <a:cubicBezTo>
                  <a:pt x="16497" y="22071"/>
                  <a:pt x="16512" y="22042"/>
                  <a:pt x="16512" y="22027"/>
                </a:cubicBezTo>
                <a:close/>
                <a:moveTo>
                  <a:pt x="16674" y="21954"/>
                </a:moveTo>
                <a:cubicBezTo>
                  <a:pt x="16688" y="21983"/>
                  <a:pt x="16688" y="21998"/>
                  <a:pt x="16703" y="22042"/>
                </a:cubicBezTo>
                <a:lnTo>
                  <a:pt x="16644" y="22145"/>
                </a:lnTo>
                <a:cubicBezTo>
                  <a:pt x="16644" y="22115"/>
                  <a:pt x="16630" y="22086"/>
                  <a:pt x="16630" y="22057"/>
                </a:cubicBezTo>
                <a:cubicBezTo>
                  <a:pt x="16630" y="22042"/>
                  <a:pt x="16644" y="21983"/>
                  <a:pt x="16674" y="21954"/>
                </a:cubicBezTo>
                <a:close/>
                <a:moveTo>
                  <a:pt x="16850" y="21895"/>
                </a:moveTo>
                <a:cubicBezTo>
                  <a:pt x="16865" y="21909"/>
                  <a:pt x="16865" y="21924"/>
                  <a:pt x="16865" y="21954"/>
                </a:cubicBezTo>
                <a:cubicBezTo>
                  <a:pt x="16865" y="21968"/>
                  <a:pt x="16880" y="21983"/>
                  <a:pt x="16880" y="21998"/>
                </a:cubicBezTo>
                <a:cubicBezTo>
                  <a:pt x="16865" y="22057"/>
                  <a:pt x="16836" y="22101"/>
                  <a:pt x="16806" y="22145"/>
                </a:cubicBezTo>
                <a:cubicBezTo>
                  <a:pt x="16792" y="22115"/>
                  <a:pt x="16792" y="22071"/>
                  <a:pt x="16777" y="22042"/>
                </a:cubicBezTo>
                <a:cubicBezTo>
                  <a:pt x="16792" y="21983"/>
                  <a:pt x="16836" y="21954"/>
                  <a:pt x="16850" y="21895"/>
                </a:cubicBezTo>
                <a:close/>
                <a:moveTo>
                  <a:pt x="16453" y="22263"/>
                </a:moveTo>
                <a:lnTo>
                  <a:pt x="16453" y="22292"/>
                </a:lnTo>
                <a:cubicBezTo>
                  <a:pt x="16453" y="22307"/>
                  <a:pt x="16424" y="22336"/>
                  <a:pt x="16424" y="22336"/>
                </a:cubicBezTo>
                <a:lnTo>
                  <a:pt x="16424" y="22321"/>
                </a:lnTo>
                <a:cubicBezTo>
                  <a:pt x="16424" y="22292"/>
                  <a:pt x="16453" y="22277"/>
                  <a:pt x="16453" y="22263"/>
                </a:cubicBezTo>
                <a:close/>
                <a:moveTo>
                  <a:pt x="17204" y="22042"/>
                </a:moveTo>
                <a:cubicBezTo>
                  <a:pt x="17218" y="22071"/>
                  <a:pt x="17248" y="22115"/>
                  <a:pt x="17277" y="22160"/>
                </a:cubicBezTo>
                <a:lnTo>
                  <a:pt x="17159" y="22336"/>
                </a:lnTo>
                <a:cubicBezTo>
                  <a:pt x="17145" y="22292"/>
                  <a:pt x="17130" y="22263"/>
                  <a:pt x="17086" y="22204"/>
                </a:cubicBezTo>
                <a:lnTo>
                  <a:pt x="17204" y="22042"/>
                </a:lnTo>
                <a:close/>
                <a:moveTo>
                  <a:pt x="16556" y="22189"/>
                </a:moveTo>
                <a:cubicBezTo>
                  <a:pt x="16556" y="22204"/>
                  <a:pt x="16571" y="22248"/>
                  <a:pt x="16571" y="22263"/>
                </a:cubicBezTo>
                <a:lnTo>
                  <a:pt x="16538" y="22340"/>
                </a:lnTo>
                <a:cubicBezTo>
                  <a:pt x="16538" y="22329"/>
                  <a:pt x="16534" y="22314"/>
                  <a:pt x="16527" y="22292"/>
                </a:cubicBezTo>
                <a:cubicBezTo>
                  <a:pt x="16541" y="22263"/>
                  <a:pt x="16541" y="22218"/>
                  <a:pt x="16556" y="22189"/>
                </a:cubicBezTo>
                <a:close/>
                <a:moveTo>
                  <a:pt x="16718" y="22145"/>
                </a:moveTo>
                <a:cubicBezTo>
                  <a:pt x="16733" y="22160"/>
                  <a:pt x="16762" y="22204"/>
                  <a:pt x="16762" y="22218"/>
                </a:cubicBezTo>
                <a:lnTo>
                  <a:pt x="16762" y="22248"/>
                </a:lnTo>
                <a:cubicBezTo>
                  <a:pt x="16747" y="22277"/>
                  <a:pt x="16703" y="22336"/>
                  <a:pt x="16688" y="22366"/>
                </a:cubicBezTo>
                <a:cubicBezTo>
                  <a:pt x="16674" y="22336"/>
                  <a:pt x="16674" y="22292"/>
                  <a:pt x="16674" y="22277"/>
                </a:cubicBezTo>
                <a:cubicBezTo>
                  <a:pt x="16688" y="22248"/>
                  <a:pt x="16703" y="22189"/>
                  <a:pt x="16718" y="22145"/>
                </a:cubicBezTo>
                <a:close/>
                <a:moveTo>
                  <a:pt x="16968" y="22101"/>
                </a:moveTo>
                <a:cubicBezTo>
                  <a:pt x="16968" y="22130"/>
                  <a:pt x="16983" y="22160"/>
                  <a:pt x="16998" y="22204"/>
                </a:cubicBezTo>
                <a:cubicBezTo>
                  <a:pt x="16968" y="22263"/>
                  <a:pt x="16939" y="22321"/>
                  <a:pt x="16909" y="22366"/>
                </a:cubicBezTo>
                <a:cubicBezTo>
                  <a:pt x="16895" y="22336"/>
                  <a:pt x="16865" y="22292"/>
                  <a:pt x="16865" y="22263"/>
                </a:cubicBezTo>
                <a:cubicBezTo>
                  <a:pt x="16909" y="22204"/>
                  <a:pt x="16924" y="22145"/>
                  <a:pt x="16968" y="22101"/>
                </a:cubicBezTo>
                <a:close/>
                <a:moveTo>
                  <a:pt x="17042" y="22277"/>
                </a:moveTo>
                <a:cubicBezTo>
                  <a:pt x="17056" y="22321"/>
                  <a:pt x="17071" y="22351"/>
                  <a:pt x="17115" y="22395"/>
                </a:cubicBezTo>
                <a:lnTo>
                  <a:pt x="16998" y="22557"/>
                </a:lnTo>
                <a:lnTo>
                  <a:pt x="16939" y="22439"/>
                </a:lnTo>
                <a:cubicBezTo>
                  <a:pt x="16983" y="22395"/>
                  <a:pt x="17012" y="22336"/>
                  <a:pt x="17042" y="22277"/>
                </a:cubicBezTo>
                <a:close/>
                <a:moveTo>
                  <a:pt x="16482" y="22454"/>
                </a:moveTo>
                <a:cubicBezTo>
                  <a:pt x="16482" y="22483"/>
                  <a:pt x="16482" y="22498"/>
                  <a:pt x="16497" y="22513"/>
                </a:cubicBezTo>
                <a:cubicBezTo>
                  <a:pt x="16482" y="22527"/>
                  <a:pt x="16482" y="22572"/>
                  <a:pt x="16468" y="22586"/>
                </a:cubicBezTo>
                <a:cubicBezTo>
                  <a:pt x="16453" y="22572"/>
                  <a:pt x="16453" y="22557"/>
                  <a:pt x="16453" y="22527"/>
                </a:cubicBezTo>
                <a:cubicBezTo>
                  <a:pt x="16468" y="22513"/>
                  <a:pt x="16468" y="22483"/>
                  <a:pt x="16482" y="22454"/>
                </a:cubicBezTo>
                <a:close/>
                <a:moveTo>
                  <a:pt x="16792" y="22336"/>
                </a:moveTo>
                <a:cubicBezTo>
                  <a:pt x="16836" y="22366"/>
                  <a:pt x="16836" y="22410"/>
                  <a:pt x="16850" y="22439"/>
                </a:cubicBezTo>
                <a:cubicBezTo>
                  <a:pt x="16821" y="22498"/>
                  <a:pt x="16792" y="22527"/>
                  <a:pt x="16762" y="22586"/>
                </a:cubicBezTo>
                <a:cubicBezTo>
                  <a:pt x="16747" y="22557"/>
                  <a:pt x="16747" y="22513"/>
                  <a:pt x="16718" y="22483"/>
                </a:cubicBezTo>
                <a:cubicBezTo>
                  <a:pt x="16733" y="22424"/>
                  <a:pt x="16777" y="22395"/>
                  <a:pt x="16792" y="22336"/>
                </a:cubicBezTo>
                <a:close/>
                <a:moveTo>
                  <a:pt x="16615" y="22395"/>
                </a:moveTo>
                <a:cubicBezTo>
                  <a:pt x="16615" y="22424"/>
                  <a:pt x="16630" y="22439"/>
                  <a:pt x="16630" y="22483"/>
                </a:cubicBezTo>
                <a:cubicBezTo>
                  <a:pt x="16615" y="22513"/>
                  <a:pt x="16585" y="22557"/>
                  <a:pt x="16571" y="22616"/>
                </a:cubicBezTo>
                <a:cubicBezTo>
                  <a:pt x="16571" y="22572"/>
                  <a:pt x="16571" y="22527"/>
                  <a:pt x="16556" y="22513"/>
                </a:cubicBezTo>
                <a:cubicBezTo>
                  <a:pt x="16571" y="22483"/>
                  <a:pt x="16600" y="22439"/>
                  <a:pt x="16615" y="22395"/>
                </a:cubicBezTo>
                <a:close/>
                <a:moveTo>
                  <a:pt x="16365" y="22704"/>
                </a:moveTo>
                <a:lnTo>
                  <a:pt x="16365" y="22719"/>
                </a:lnTo>
                <a:cubicBezTo>
                  <a:pt x="16365" y="22733"/>
                  <a:pt x="16350" y="22748"/>
                  <a:pt x="16350" y="22778"/>
                </a:cubicBezTo>
                <a:lnTo>
                  <a:pt x="16350" y="22763"/>
                </a:lnTo>
                <a:cubicBezTo>
                  <a:pt x="16350" y="22733"/>
                  <a:pt x="16365" y="22719"/>
                  <a:pt x="16365" y="22704"/>
                </a:cubicBezTo>
                <a:close/>
                <a:moveTo>
                  <a:pt x="16497" y="22630"/>
                </a:moveTo>
                <a:cubicBezTo>
                  <a:pt x="16497" y="22645"/>
                  <a:pt x="16512" y="22689"/>
                  <a:pt x="16512" y="22704"/>
                </a:cubicBezTo>
                <a:lnTo>
                  <a:pt x="16468" y="22807"/>
                </a:lnTo>
                <a:lnTo>
                  <a:pt x="16468" y="22733"/>
                </a:lnTo>
                <a:cubicBezTo>
                  <a:pt x="16482" y="22704"/>
                  <a:pt x="16497" y="22660"/>
                  <a:pt x="16497" y="22630"/>
                </a:cubicBezTo>
                <a:close/>
                <a:moveTo>
                  <a:pt x="16688" y="22586"/>
                </a:moveTo>
                <a:cubicBezTo>
                  <a:pt x="16703" y="22630"/>
                  <a:pt x="16703" y="22660"/>
                  <a:pt x="16718" y="22689"/>
                </a:cubicBezTo>
                <a:cubicBezTo>
                  <a:pt x="16703" y="22719"/>
                  <a:pt x="16674" y="22778"/>
                  <a:pt x="16644" y="22807"/>
                </a:cubicBezTo>
                <a:cubicBezTo>
                  <a:pt x="16644" y="22792"/>
                  <a:pt x="16630" y="22748"/>
                  <a:pt x="16630" y="22733"/>
                </a:cubicBezTo>
                <a:cubicBezTo>
                  <a:pt x="16615" y="22733"/>
                  <a:pt x="16615" y="22733"/>
                  <a:pt x="16615" y="22719"/>
                </a:cubicBezTo>
                <a:cubicBezTo>
                  <a:pt x="16630" y="22689"/>
                  <a:pt x="16674" y="22630"/>
                  <a:pt x="16688" y="22586"/>
                </a:cubicBezTo>
                <a:close/>
                <a:moveTo>
                  <a:pt x="16895" y="22542"/>
                </a:moveTo>
                <a:lnTo>
                  <a:pt x="16939" y="22645"/>
                </a:lnTo>
                <a:lnTo>
                  <a:pt x="16836" y="22807"/>
                </a:lnTo>
                <a:cubicBezTo>
                  <a:pt x="16821" y="22778"/>
                  <a:pt x="16821" y="22733"/>
                  <a:pt x="16792" y="22704"/>
                </a:cubicBezTo>
                <a:cubicBezTo>
                  <a:pt x="16836" y="22645"/>
                  <a:pt x="16850" y="22586"/>
                  <a:pt x="16895" y="22542"/>
                </a:cubicBezTo>
                <a:close/>
                <a:moveTo>
                  <a:pt x="16409" y="22881"/>
                </a:moveTo>
                <a:lnTo>
                  <a:pt x="16409" y="22940"/>
                </a:lnTo>
                <a:cubicBezTo>
                  <a:pt x="16394" y="22984"/>
                  <a:pt x="16394" y="22998"/>
                  <a:pt x="16365" y="23028"/>
                </a:cubicBezTo>
                <a:lnTo>
                  <a:pt x="16365" y="22984"/>
                </a:lnTo>
                <a:cubicBezTo>
                  <a:pt x="16394" y="22940"/>
                  <a:pt x="16394" y="22925"/>
                  <a:pt x="16409" y="22881"/>
                </a:cubicBezTo>
                <a:close/>
                <a:moveTo>
                  <a:pt x="16762" y="22778"/>
                </a:moveTo>
                <a:cubicBezTo>
                  <a:pt x="16762" y="22836"/>
                  <a:pt x="16777" y="22851"/>
                  <a:pt x="16792" y="22881"/>
                </a:cubicBezTo>
                <a:cubicBezTo>
                  <a:pt x="16762" y="22940"/>
                  <a:pt x="16747" y="22984"/>
                  <a:pt x="16703" y="23028"/>
                </a:cubicBezTo>
                <a:cubicBezTo>
                  <a:pt x="16688" y="22998"/>
                  <a:pt x="16688" y="22954"/>
                  <a:pt x="16674" y="22925"/>
                </a:cubicBezTo>
                <a:cubicBezTo>
                  <a:pt x="16703" y="22866"/>
                  <a:pt x="16718" y="22836"/>
                  <a:pt x="16762" y="22778"/>
                </a:cubicBezTo>
                <a:close/>
                <a:moveTo>
                  <a:pt x="16556" y="22836"/>
                </a:moveTo>
                <a:cubicBezTo>
                  <a:pt x="16556" y="22866"/>
                  <a:pt x="16571" y="22881"/>
                  <a:pt x="16571" y="22925"/>
                </a:cubicBezTo>
                <a:cubicBezTo>
                  <a:pt x="16556" y="22954"/>
                  <a:pt x="16512" y="22998"/>
                  <a:pt x="16497" y="23057"/>
                </a:cubicBezTo>
                <a:lnTo>
                  <a:pt x="16497" y="23013"/>
                </a:lnTo>
                <a:lnTo>
                  <a:pt x="16497" y="22954"/>
                </a:lnTo>
                <a:cubicBezTo>
                  <a:pt x="16512" y="22925"/>
                  <a:pt x="16541" y="22881"/>
                  <a:pt x="16556" y="22836"/>
                </a:cubicBezTo>
                <a:close/>
                <a:moveTo>
                  <a:pt x="16291" y="23146"/>
                </a:moveTo>
                <a:lnTo>
                  <a:pt x="16291" y="23160"/>
                </a:lnTo>
                <a:cubicBezTo>
                  <a:pt x="16291" y="23175"/>
                  <a:pt x="16276" y="23190"/>
                  <a:pt x="16276" y="23219"/>
                </a:cubicBezTo>
                <a:lnTo>
                  <a:pt x="16276" y="23204"/>
                </a:lnTo>
                <a:cubicBezTo>
                  <a:pt x="16276" y="23175"/>
                  <a:pt x="16291" y="23160"/>
                  <a:pt x="16291" y="23146"/>
                </a:cubicBezTo>
                <a:close/>
                <a:moveTo>
                  <a:pt x="16615" y="23057"/>
                </a:moveTo>
                <a:cubicBezTo>
                  <a:pt x="16630" y="23087"/>
                  <a:pt x="16630" y="23131"/>
                  <a:pt x="16644" y="23146"/>
                </a:cubicBezTo>
                <a:cubicBezTo>
                  <a:pt x="16615" y="23175"/>
                  <a:pt x="16600" y="23234"/>
                  <a:pt x="16556" y="23263"/>
                </a:cubicBezTo>
                <a:cubicBezTo>
                  <a:pt x="16541" y="23234"/>
                  <a:pt x="16541" y="23204"/>
                  <a:pt x="16541" y="23175"/>
                </a:cubicBezTo>
                <a:cubicBezTo>
                  <a:pt x="16556" y="23116"/>
                  <a:pt x="16600" y="23087"/>
                  <a:pt x="16615" y="23057"/>
                </a:cubicBezTo>
                <a:close/>
                <a:moveTo>
                  <a:pt x="16424" y="23087"/>
                </a:moveTo>
                <a:cubicBezTo>
                  <a:pt x="16424" y="23101"/>
                  <a:pt x="16424" y="23146"/>
                  <a:pt x="16438" y="23160"/>
                </a:cubicBezTo>
                <a:lnTo>
                  <a:pt x="16394" y="23278"/>
                </a:lnTo>
                <a:cubicBezTo>
                  <a:pt x="16394" y="23234"/>
                  <a:pt x="16394" y="23219"/>
                  <a:pt x="16365" y="23204"/>
                </a:cubicBezTo>
                <a:lnTo>
                  <a:pt x="16424" y="23087"/>
                </a:lnTo>
                <a:close/>
                <a:moveTo>
                  <a:pt x="16321" y="23322"/>
                </a:moveTo>
                <a:lnTo>
                  <a:pt x="16321" y="23381"/>
                </a:lnTo>
                <a:cubicBezTo>
                  <a:pt x="16306" y="23425"/>
                  <a:pt x="16276" y="23440"/>
                  <a:pt x="16276" y="23469"/>
                </a:cubicBezTo>
                <a:lnTo>
                  <a:pt x="16276" y="23425"/>
                </a:lnTo>
                <a:cubicBezTo>
                  <a:pt x="16291" y="23381"/>
                  <a:pt x="16291" y="23366"/>
                  <a:pt x="16321" y="23322"/>
                </a:cubicBezTo>
                <a:close/>
                <a:moveTo>
                  <a:pt x="16482" y="23278"/>
                </a:moveTo>
                <a:cubicBezTo>
                  <a:pt x="16482" y="23307"/>
                  <a:pt x="16497" y="23322"/>
                  <a:pt x="16497" y="23366"/>
                </a:cubicBezTo>
                <a:cubicBezTo>
                  <a:pt x="16482" y="23396"/>
                  <a:pt x="16453" y="23440"/>
                  <a:pt x="16424" y="23499"/>
                </a:cubicBezTo>
                <a:cubicBezTo>
                  <a:pt x="16409" y="23455"/>
                  <a:pt x="16409" y="23440"/>
                  <a:pt x="16409" y="23396"/>
                </a:cubicBezTo>
                <a:cubicBezTo>
                  <a:pt x="16424" y="23366"/>
                  <a:pt x="16453" y="23322"/>
                  <a:pt x="16482" y="23278"/>
                </a:cubicBezTo>
                <a:close/>
                <a:moveTo>
                  <a:pt x="16188" y="23587"/>
                </a:moveTo>
                <a:lnTo>
                  <a:pt x="16188" y="23602"/>
                </a:lnTo>
                <a:cubicBezTo>
                  <a:pt x="16188" y="23616"/>
                  <a:pt x="16173" y="23631"/>
                  <a:pt x="16173" y="23661"/>
                </a:cubicBezTo>
                <a:lnTo>
                  <a:pt x="16173" y="23631"/>
                </a:lnTo>
                <a:cubicBezTo>
                  <a:pt x="16173" y="23616"/>
                  <a:pt x="16188" y="23602"/>
                  <a:pt x="16188" y="23587"/>
                </a:cubicBezTo>
                <a:close/>
                <a:moveTo>
                  <a:pt x="16335" y="23528"/>
                </a:moveTo>
                <a:cubicBezTo>
                  <a:pt x="16335" y="23543"/>
                  <a:pt x="16335" y="23587"/>
                  <a:pt x="16350" y="23602"/>
                </a:cubicBezTo>
                <a:lnTo>
                  <a:pt x="16291" y="23719"/>
                </a:lnTo>
                <a:cubicBezTo>
                  <a:pt x="16276" y="23675"/>
                  <a:pt x="16276" y="23661"/>
                  <a:pt x="16276" y="23631"/>
                </a:cubicBezTo>
                <a:lnTo>
                  <a:pt x="16335" y="23528"/>
                </a:lnTo>
                <a:close/>
                <a:moveTo>
                  <a:pt x="16203" y="23764"/>
                </a:moveTo>
                <a:lnTo>
                  <a:pt x="16203" y="23822"/>
                </a:lnTo>
                <a:cubicBezTo>
                  <a:pt x="16193" y="23832"/>
                  <a:pt x="16183" y="23855"/>
                  <a:pt x="16173" y="23874"/>
                </a:cubicBezTo>
                <a:lnTo>
                  <a:pt x="16173" y="23874"/>
                </a:lnTo>
                <a:cubicBezTo>
                  <a:pt x="16173" y="23871"/>
                  <a:pt x="16173" y="23869"/>
                  <a:pt x="16173" y="23867"/>
                </a:cubicBezTo>
                <a:cubicBezTo>
                  <a:pt x="16188" y="23822"/>
                  <a:pt x="16203" y="23808"/>
                  <a:pt x="16203" y="23764"/>
                </a:cubicBezTo>
                <a:close/>
                <a:moveTo>
                  <a:pt x="16085" y="24043"/>
                </a:moveTo>
                <a:lnTo>
                  <a:pt x="16085" y="24058"/>
                </a:lnTo>
                <a:cubicBezTo>
                  <a:pt x="16085" y="24087"/>
                  <a:pt x="16056" y="24102"/>
                  <a:pt x="16056" y="24102"/>
                </a:cubicBezTo>
                <a:cubicBezTo>
                  <a:pt x="16056" y="24087"/>
                  <a:pt x="16085" y="24058"/>
                  <a:pt x="16085" y="24043"/>
                </a:cubicBezTo>
                <a:close/>
                <a:moveTo>
                  <a:pt x="18528" y="20364"/>
                </a:moveTo>
                <a:cubicBezTo>
                  <a:pt x="19705" y="21144"/>
                  <a:pt x="21103" y="21556"/>
                  <a:pt x="22457" y="21983"/>
                </a:cubicBezTo>
                <a:cubicBezTo>
                  <a:pt x="24194" y="22498"/>
                  <a:pt x="25975" y="23057"/>
                  <a:pt x="27270" y="24279"/>
                </a:cubicBezTo>
                <a:cubicBezTo>
                  <a:pt x="28962" y="25897"/>
                  <a:pt x="29580" y="28694"/>
                  <a:pt x="28933" y="31740"/>
                </a:cubicBezTo>
                <a:cubicBezTo>
                  <a:pt x="28918" y="31843"/>
                  <a:pt x="28888" y="31975"/>
                  <a:pt x="28844" y="32078"/>
                </a:cubicBezTo>
                <a:cubicBezTo>
                  <a:pt x="29271" y="29062"/>
                  <a:pt x="28535" y="26383"/>
                  <a:pt x="26828" y="24705"/>
                </a:cubicBezTo>
                <a:cubicBezTo>
                  <a:pt x="25548" y="23455"/>
                  <a:pt x="23841" y="22866"/>
                  <a:pt x="22192" y="22292"/>
                </a:cubicBezTo>
                <a:cubicBezTo>
                  <a:pt x="20868" y="21836"/>
                  <a:pt x="19499" y="21380"/>
                  <a:pt x="18396" y="20570"/>
                </a:cubicBezTo>
                <a:cubicBezTo>
                  <a:pt x="18440" y="20497"/>
                  <a:pt x="18484" y="20423"/>
                  <a:pt x="18528" y="20364"/>
                </a:cubicBezTo>
                <a:close/>
                <a:moveTo>
                  <a:pt x="18351" y="20644"/>
                </a:moveTo>
                <a:cubicBezTo>
                  <a:pt x="19485" y="21453"/>
                  <a:pt x="20839" y="21924"/>
                  <a:pt x="22163" y="22395"/>
                </a:cubicBezTo>
                <a:cubicBezTo>
                  <a:pt x="23811" y="22954"/>
                  <a:pt x="25518" y="23543"/>
                  <a:pt x="26769" y="24779"/>
                </a:cubicBezTo>
                <a:cubicBezTo>
                  <a:pt x="28491" y="26471"/>
                  <a:pt x="29212" y="29194"/>
                  <a:pt x="28756" y="32226"/>
                </a:cubicBezTo>
                <a:cubicBezTo>
                  <a:pt x="28712" y="32402"/>
                  <a:pt x="28697" y="32579"/>
                  <a:pt x="28638" y="32770"/>
                </a:cubicBezTo>
                <a:lnTo>
                  <a:pt x="28638" y="32711"/>
                </a:lnTo>
                <a:cubicBezTo>
                  <a:pt x="28815" y="30945"/>
                  <a:pt x="28741" y="27619"/>
                  <a:pt x="26298" y="25206"/>
                </a:cubicBezTo>
                <a:cubicBezTo>
                  <a:pt x="25077" y="23970"/>
                  <a:pt x="23458" y="23322"/>
                  <a:pt x="21883" y="22719"/>
                </a:cubicBezTo>
                <a:cubicBezTo>
                  <a:pt x="20544" y="22189"/>
                  <a:pt x="19264" y="21689"/>
                  <a:pt x="18234" y="20850"/>
                </a:cubicBezTo>
                <a:cubicBezTo>
                  <a:pt x="18263" y="20776"/>
                  <a:pt x="18322" y="20688"/>
                  <a:pt x="18351" y="20644"/>
                </a:cubicBezTo>
                <a:close/>
                <a:moveTo>
                  <a:pt x="18160" y="20923"/>
                </a:moveTo>
                <a:cubicBezTo>
                  <a:pt x="19205" y="21762"/>
                  <a:pt x="20485" y="22277"/>
                  <a:pt x="21839" y="22792"/>
                </a:cubicBezTo>
                <a:cubicBezTo>
                  <a:pt x="23399" y="23396"/>
                  <a:pt x="25003" y="24043"/>
                  <a:pt x="26225" y="25265"/>
                </a:cubicBezTo>
                <a:cubicBezTo>
                  <a:pt x="28624" y="27649"/>
                  <a:pt x="28697" y="30945"/>
                  <a:pt x="28535" y="32711"/>
                </a:cubicBezTo>
                <a:cubicBezTo>
                  <a:pt x="28550" y="32844"/>
                  <a:pt x="28535" y="32991"/>
                  <a:pt x="28506" y="33138"/>
                </a:cubicBezTo>
                <a:cubicBezTo>
                  <a:pt x="28491" y="33182"/>
                  <a:pt x="28476" y="33226"/>
                  <a:pt x="28462" y="33285"/>
                </a:cubicBezTo>
                <a:lnTo>
                  <a:pt x="28462" y="33182"/>
                </a:lnTo>
                <a:cubicBezTo>
                  <a:pt x="28565" y="30195"/>
                  <a:pt x="27638" y="27546"/>
                  <a:pt x="25813" y="25706"/>
                </a:cubicBezTo>
                <a:cubicBezTo>
                  <a:pt x="24606" y="24485"/>
                  <a:pt x="23090" y="23808"/>
                  <a:pt x="21589" y="23160"/>
                </a:cubicBezTo>
                <a:cubicBezTo>
                  <a:pt x="20294" y="22572"/>
                  <a:pt x="19043" y="22027"/>
                  <a:pt x="18028" y="21115"/>
                </a:cubicBezTo>
                <a:cubicBezTo>
                  <a:pt x="18057" y="21041"/>
                  <a:pt x="18116" y="20997"/>
                  <a:pt x="18160" y="20923"/>
                </a:cubicBezTo>
                <a:close/>
                <a:moveTo>
                  <a:pt x="18028" y="21174"/>
                </a:moveTo>
                <a:cubicBezTo>
                  <a:pt x="19043" y="22071"/>
                  <a:pt x="20294" y="22630"/>
                  <a:pt x="21604" y="23219"/>
                </a:cubicBezTo>
                <a:cubicBezTo>
                  <a:pt x="23075" y="23867"/>
                  <a:pt x="24591" y="24544"/>
                  <a:pt x="25769" y="25750"/>
                </a:cubicBezTo>
                <a:cubicBezTo>
                  <a:pt x="27579" y="27575"/>
                  <a:pt x="28521" y="30224"/>
                  <a:pt x="28388" y="33182"/>
                </a:cubicBezTo>
                <a:cubicBezTo>
                  <a:pt x="28388" y="33300"/>
                  <a:pt x="28373" y="33403"/>
                  <a:pt x="28373" y="33521"/>
                </a:cubicBezTo>
                <a:cubicBezTo>
                  <a:pt x="28344" y="33594"/>
                  <a:pt x="28315" y="33653"/>
                  <a:pt x="28285" y="33727"/>
                </a:cubicBezTo>
                <a:lnTo>
                  <a:pt x="28285" y="33653"/>
                </a:lnTo>
                <a:cubicBezTo>
                  <a:pt x="28256" y="30739"/>
                  <a:pt x="27211" y="28090"/>
                  <a:pt x="25327" y="26177"/>
                </a:cubicBezTo>
                <a:cubicBezTo>
                  <a:pt x="24179" y="24985"/>
                  <a:pt x="22737" y="24279"/>
                  <a:pt x="21354" y="23587"/>
                </a:cubicBezTo>
                <a:cubicBezTo>
                  <a:pt x="20073" y="22940"/>
                  <a:pt x="18837" y="22336"/>
                  <a:pt x="17895" y="21380"/>
                </a:cubicBezTo>
                <a:cubicBezTo>
                  <a:pt x="17939" y="21306"/>
                  <a:pt x="17998" y="21247"/>
                  <a:pt x="18028" y="21174"/>
                </a:cubicBezTo>
                <a:close/>
                <a:moveTo>
                  <a:pt x="28344" y="33815"/>
                </a:moveTo>
                <a:cubicBezTo>
                  <a:pt x="28329" y="33844"/>
                  <a:pt x="28329" y="33889"/>
                  <a:pt x="28329" y="33918"/>
                </a:cubicBezTo>
                <a:cubicBezTo>
                  <a:pt x="28315" y="33962"/>
                  <a:pt x="28285" y="34021"/>
                  <a:pt x="28285" y="34050"/>
                </a:cubicBezTo>
                <a:lnTo>
                  <a:pt x="28285" y="33947"/>
                </a:lnTo>
                <a:cubicBezTo>
                  <a:pt x="28314" y="33903"/>
                  <a:pt x="28329" y="33844"/>
                  <a:pt x="28344" y="33815"/>
                </a:cubicBezTo>
                <a:close/>
                <a:moveTo>
                  <a:pt x="17866" y="21453"/>
                </a:moveTo>
                <a:cubicBezTo>
                  <a:pt x="18822" y="22410"/>
                  <a:pt x="20059" y="23013"/>
                  <a:pt x="21339" y="23661"/>
                </a:cubicBezTo>
                <a:cubicBezTo>
                  <a:pt x="22722" y="24338"/>
                  <a:pt x="24135" y="25059"/>
                  <a:pt x="25298" y="26236"/>
                </a:cubicBezTo>
                <a:cubicBezTo>
                  <a:pt x="27152" y="28134"/>
                  <a:pt x="28182" y="30754"/>
                  <a:pt x="28241" y="33653"/>
                </a:cubicBezTo>
                <a:cubicBezTo>
                  <a:pt x="28197" y="33741"/>
                  <a:pt x="28197" y="33830"/>
                  <a:pt x="28197" y="33918"/>
                </a:cubicBezTo>
                <a:cubicBezTo>
                  <a:pt x="28167" y="33992"/>
                  <a:pt x="28123" y="34095"/>
                  <a:pt x="28108" y="34168"/>
                </a:cubicBezTo>
                <a:lnTo>
                  <a:pt x="28108" y="34124"/>
                </a:lnTo>
                <a:cubicBezTo>
                  <a:pt x="27932" y="31269"/>
                  <a:pt x="26784" y="28694"/>
                  <a:pt x="24841" y="26677"/>
                </a:cubicBezTo>
                <a:cubicBezTo>
                  <a:pt x="23738" y="25515"/>
                  <a:pt x="22384" y="24779"/>
                  <a:pt x="21118" y="24058"/>
                </a:cubicBezTo>
                <a:cubicBezTo>
                  <a:pt x="19853" y="23352"/>
                  <a:pt x="18631" y="22660"/>
                  <a:pt x="17733" y="21659"/>
                </a:cubicBezTo>
                <a:cubicBezTo>
                  <a:pt x="17778" y="21586"/>
                  <a:pt x="17822" y="21527"/>
                  <a:pt x="17866" y="21453"/>
                </a:cubicBezTo>
                <a:close/>
                <a:moveTo>
                  <a:pt x="28197" y="34168"/>
                </a:moveTo>
                <a:lnTo>
                  <a:pt x="28197" y="34168"/>
                </a:lnTo>
                <a:cubicBezTo>
                  <a:pt x="28197" y="34212"/>
                  <a:pt x="28182" y="34271"/>
                  <a:pt x="28182" y="34345"/>
                </a:cubicBezTo>
                <a:cubicBezTo>
                  <a:pt x="28167" y="34404"/>
                  <a:pt x="28138" y="34477"/>
                  <a:pt x="28108" y="34536"/>
                </a:cubicBezTo>
                <a:lnTo>
                  <a:pt x="28108" y="34359"/>
                </a:lnTo>
                <a:cubicBezTo>
                  <a:pt x="28123" y="34315"/>
                  <a:pt x="28138" y="34256"/>
                  <a:pt x="28182" y="34198"/>
                </a:cubicBezTo>
                <a:cubicBezTo>
                  <a:pt x="28182" y="34183"/>
                  <a:pt x="28197" y="34183"/>
                  <a:pt x="28197" y="34168"/>
                </a:cubicBezTo>
                <a:close/>
                <a:moveTo>
                  <a:pt x="17660" y="21703"/>
                </a:moveTo>
                <a:cubicBezTo>
                  <a:pt x="18557" y="22733"/>
                  <a:pt x="19779" y="23425"/>
                  <a:pt x="21059" y="24117"/>
                </a:cubicBezTo>
                <a:cubicBezTo>
                  <a:pt x="22354" y="24838"/>
                  <a:pt x="23664" y="25574"/>
                  <a:pt x="24768" y="26707"/>
                </a:cubicBezTo>
                <a:cubicBezTo>
                  <a:pt x="26696" y="28723"/>
                  <a:pt x="27829" y="31269"/>
                  <a:pt x="28020" y="34109"/>
                </a:cubicBezTo>
                <a:cubicBezTo>
                  <a:pt x="28020" y="34183"/>
                  <a:pt x="28020" y="34256"/>
                  <a:pt x="28035" y="34330"/>
                </a:cubicBezTo>
                <a:lnTo>
                  <a:pt x="27932" y="34610"/>
                </a:lnTo>
                <a:lnTo>
                  <a:pt x="27932" y="34580"/>
                </a:lnTo>
                <a:cubicBezTo>
                  <a:pt x="27593" y="31858"/>
                  <a:pt x="26357" y="29282"/>
                  <a:pt x="24326" y="27148"/>
                </a:cubicBezTo>
                <a:cubicBezTo>
                  <a:pt x="23267" y="26045"/>
                  <a:pt x="22031" y="25279"/>
                  <a:pt x="20868" y="24544"/>
                </a:cubicBezTo>
                <a:cubicBezTo>
                  <a:pt x="19588" y="23749"/>
                  <a:pt x="18381" y="22998"/>
                  <a:pt x="17527" y="21895"/>
                </a:cubicBezTo>
                <a:cubicBezTo>
                  <a:pt x="17571" y="21836"/>
                  <a:pt x="17630" y="21762"/>
                  <a:pt x="17660" y="21703"/>
                </a:cubicBezTo>
                <a:close/>
                <a:moveTo>
                  <a:pt x="28138" y="34654"/>
                </a:moveTo>
                <a:cubicBezTo>
                  <a:pt x="28167" y="34698"/>
                  <a:pt x="28167" y="34713"/>
                  <a:pt x="28138" y="34757"/>
                </a:cubicBezTo>
                <a:cubicBezTo>
                  <a:pt x="28123" y="34786"/>
                  <a:pt x="28123" y="34830"/>
                  <a:pt x="28108" y="34860"/>
                </a:cubicBezTo>
                <a:lnTo>
                  <a:pt x="28108" y="34771"/>
                </a:lnTo>
                <a:cubicBezTo>
                  <a:pt x="28123" y="34727"/>
                  <a:pt x="28123" y="34698"/>
                  <a:pt x="28138" y="34654"/>
                </a:cubicBezTo>
                <a:close/>
                <a:moveTo>
                  <a:pt x="28035" y="34551"/>
                </a:moveTo>
                <a:lnTo>
                  <a:pt x="28035" y="34757"/>
                </a:lnTo>
                <a:cubicBezTo>
                  <a:pt x="28020" y="34830"/>
                  <a:pt x="27976" y="34904"/>
                  <a:pt x="27961" y="34978"/>
                </a:cubicBezTo>
                <a:lnTo>
                  <a:pt x="27961" y="34992"/>
                </a:lnTo>
                <a:cubicBezTo>
                  <a:pt x="27961" y="34919"/>
                  <a:pt x="27947" y="34860"/>
                  <a:pt x="27947" y="34786"/>
                </a:cubicBezTo>
                <a:cubicBezTo>
                  <a:pt x="27976" y="34698"/>
                  <a:pt x="28020" y="34624"/>
                  <a:pt x="28035" y="34551"/>
                </a:cubicBezTo>
                <a:close/>
                <a:moveTo>
                  <a:pt x="17498" y="21968"/>
                </a:moveTo>
                <a:cubicBezTo>
                  <a:pt x="18351" y="23072"/>
                  <a:pt x="19558" y="23822"/>
                  <a:pt x="20824" y="24617"/>
                </a:cubicBezTo>
                <a:cubicBezTo>
                  <a:pt x="22001" y="25353"/>
                  <a:pt x="23208" y="26104"/>
                  <a:pt x="24267" y="27207"/>
                </a:cubicBezTo>
                <a:cubicBezTo>
                  <a:pt x="26284" y="29326"/>
                  <a:pt x="27520" y="31887"/>
                  <a:pt x="27829" y="34610"/>
                </a:cubicBezTo>
                <a:cubicBezTo>
                  <a:pt x="27829" y="34654"/>
                  <a:pt x="27844" y="34713"/>
                  <a:pt x="27844" y="34771"/>
                </a:cubicBezTo>
                <a:cubicBezTo>
                  <a:pt x="27814" y="34860"/>
                  <a:pt x="27770" y="34978"/>
                  <a:pt x="27741" y="35066"/>
                </a:cubicBezTo>
                <a:lnTo>
                  <a:pt x="27741" y="35051"/>
                </a:lnTo>
                <a:cubicBezTo>
                  <a:pt x="27299" y="32432"/>
                  <a:pt x="25989" y="29945"/>
                  <a:pt x="23826" y="27649"/>
                </a:cubicBezTo>
                <a:cubicBezTo>
                  <a:pt x="22825" y="26604"/>
                  <a:pt x="21722" y="25824"/>
                  <a:pt x="20662" y="25073"/>
                </a:cubicBezTo>
                <a:cubicBezTo>
                  <a:pt x="19382" y="24190"/>
                  <a:pt x="18175" y="23352"/>
                  <a:pt x="17365" y="22145"/>
                </a:cubicBezTo>
                <a:cubicBezTo>
                  <a:pt x="17380" y="22130"/>
                  <a:pt x="17395" y="22086"/>
                  <a:pt x="17424" y="22071"/>
                </a:cubicBezTo>
                <a:cubicBezTo>
                  <a:pt x="17439" y="22042"/>
                  <a:pt x="17468" y="21998"/>
                  <a:pt x="17498" y="21968"/>
                </a:cubicBezTo>
                <a:close/>
                <a:moveTo>
                  <a:pt x="28050" y="35022"/>
                </a:moveTo>
                <a:cubicBezTo>
                  <a:pt x="28035" y="35066"/>
                  <a:pt x="28035" y="35125"/>
                  <a:pt x="28035" y="35169"/>
                </a:cubicBezTo>
                <a:cubicBezTo>
                  <a:pt x="28020" y="35228"/>
                  <a:pt x="28005" y="35301"/>
                  <a:pt x="27976" y="35360"/>
                </a:cubicBezTo>
                <a:lnTo>
                  <a:pt x="27976" y="35213"/>
                </a:lnTo>
                <a:cubicBezTo>
                  <a:pt x="28005" y="35154"/>
                  <a:pt x="28020" y="35081"/>
                  <a:pt x="28050" y="35022"/>
                </a:cubicBezTo>
                <a:close/>
                <a:moveTo>
                  <a:pt x="27873" y="34948"/>
                </a:moveTo>
                <a:cubicBezTo>
                  <a:pt x="27873" y="35022"/>
                  <a:pt x="27888" y="35095"/>
                  <a:pt x="27888" y="35169"/>
                </a:cubicBezTo>
                <a:cubicBezTo>
                  <a:pt x="27858" y="35287"/>
                  <a:pt x="27829" y="35375"/>
                  <a:pt x="27799" y="35448"/>
                </a:cubicBezTo>
                <a:cubicBezTo>
                  <a:pt x="27799" y="35375"/>
                  <a:pt x="27785" y="35301"/>
                  <a:pt x="27755" y="35242"/>
                </a:cubicBezTo>
                <a:cubicBezTo>
                  <a:pt x="27799" y="35154"/>
                  <a:pt x="27829" y="35051"/>
                  <a:pt x="27873" y="34948"/>
                </a:cubicBezTo>
                <a:close/>
                <a:moveTo>
                  <a:pt x="17307" y="22218"/>
                </a:moveTo>
                <a:cubicBezTo>
                  <a:pt x="18116" y="23425"/>
                  <a:pt x="19337" y="24264"/>
                  <a:pt x="20603" y="25147"/>
                </a:cubicBezTo>
                <a:cubicBezTo>
                  <a:pt x="21677" y="25883"/>
                  <a:pt x="22781" y="26663"/>
                  <a:pt x="23767" y="27708"/>
                </a:cubicBezTo>
                <a:cubicBezTo>
                  <a:pt x="25916" y="29989"/>
                  <a:pt x="27225" y="32476"/>
                  <a:pt x="27652" y="35081"/>
                </a:cubicBezTo>
                <a:cubicBezTo>
                  <a:pt x="27652" y="35139"/>
                  <a:pt x="27667" y="35198"/>
                  <a:pt x="27667" y="35228"/>
                </a:cubicBezTo>
                <a:cubicBezTo>
                  <a:pt x="27638" y="35360"/>
                  <a:pt x="27593" y="35463"/>
                  <a:pt x="27564" y="35581"/>
                </a:cubicBezTo>
                <a:lnTo>
                  <a:pt x="27564" y="35537"/>
                </a:lnTo>
                <a:cubicBezTo>
                  <a:pt x="27019" y="33035"/>
                  <a:pt x="25651" y="30636"/>
                  <a:pt x="23326" y="28149"/>
                </a:cubicBezTo>
                <a:cubicBezTo>
                  <a:pt x="22428" y="27163"/>
                  <a:pt x="21427" y="26398"/>
                  <a:pt x="20471" y="25662"/>
                </a:cubicBezTo>
                <a:cubicBezTo>
                  <a:pt x="19190" y="24676"/>
                  <a:pt x="17954" y="23719"/>
                  <a:pt x="17204" y="22410"/>
                </a:cubicBezTo>
                <a:cubicBezTo>
                  <a:pt x="17233" y="22351"/>
                  <a:pt x="17277" y="22292"/>
                  <a:pt x="17307" y="22218"/>
                </a:cubicBezTo>
                <a:close/>
                <a:moveTo>
                  <a:pt x="28020" y="35508"/>
                </a:moveTo>
                <a:lnTo>
                  <a:pt x="28020" y="35508"/>
                </a:lnTo>
                <a:cubicBezTo>
                  <a:pt x="28005" y="35537"/>
                  <a:pt x="28005" y="35566"/>
                  <a:pt x="28005" y="35581"/>
                </a:cubicBezTo>
                <a:cubicBezTo>
                  <a:pt x="28005" y="35610"/>
                  <a:pt x="27976" y="35640"/>
                  <a:pt x="27976" y="35669"/>
                </a:cubicBezTo>
                <a:lnTo>
                  <a:pt x="27976" y="35596"/>
                </a:lnTo>
                <a:cubicBezTo>
                  <a:pt x="28005" y="35566"/>
                  <a:pt x="28005" y="35537"/>
                  <a:pt x="28020" y="35508"/>
                </a:cubicBezTo>
                <a:close/>
                <a:moveTo>
                  <a:pt x="27902" y="35390"/>
                </a:moveTo>
                <a:cubicBezTo>
                  <a:pt x="27888" y="35463"/>
                  <a:pt x="27902" y="35537"/>
                  <a:pt x="27902" y="35596"/>
                </a:cubicBezTo>
                <a:cubicBezTo>
                  <a:pt x="27888" y="35669"/>
                  <a:pt x="27858" y="35743"/>
                  <a:pt x="27829" y="35816"/>
                </a:cubicBezTo>
                <a:cubicBezTo>
                  <a:pt x="27829" y="35757"/>
                  <a:pt x="27814" y="35684"/>
                  <a:pt x="27814" y="35625"/>
                </a:cubicBezTo>
                <a:cubicBezTo>
                  <a:pt x="27858" y="35551"/>
                  <a:pt x="27873" y="35463"/>
                  <a:pt x="27902" y="35390"/>
                </a:cubicBezTo>
                <a:close/>
                <a:moveTo>
                  <a:pt x="27711" y="35419"/>
                </a:moveTo>
                <a:cubicBezTo>
                  <a:pt x="27726" y="35493"/>
                  <a:pt x="27726" y="35566"/>
                  <a:pt x="27726" y="35654"/>
                </a:cubicBezTo>
                <a:cubicBezTo>
                  <a:pt x="27682" y="35743"/>
                  <a:pt x="27652" y="35860"/>
                  <a:pt x="27608" y="35949"/>
                </a:cubicBezTo>
                <a:cubicBezTo>
                  <a:pt x="27593" y="35875"/>
                  <a:pt x="27593" y="35816"/>
                  <a:pt x="27579" y="35743"/>
                </a:cubicBezTo>
                <a:cubicBezTo>
                  <a:pt x="27638" y="35640"/>
                  <a:pt x="27667" y="35522"/>
                  <a:pt x="27711" y="35419"/>
                </a:cubicBezTo>
                <a:close/>
                <a:moveTo>
                  <a:pt x="17145" y="22483"/>
                </a:moveTo>
                <a:cubicBezTo>
                  <a:pt x="17925" y="23793"/>
                  <a:pt x="19131" y="24720"/>
                  <a:pt x="20412" y="25721"/>
                </a:cubicBezTo>
                <a:cubicBezTo>
                  <a:pt x="21383" y="26457"/>
                  <a:pt x="22369" y="27222"/>
                  <a:pt x="23267" y="28179"/>
                </a:cubicBezTo>
                <a:cubicBezTo>
                  <a:pt x="25563" y="30666"/>
                  <a:pt x="26946" y="33064"/>
                  <a:pt x="27490" y="35537"/>
                </a:cubicBezTo>
                <a:cubicBezTo>
                  <a:pt x="27505" y="35596"/>
                  <a:pt x="27505" y="35654"/>
                  <a:pt x="27520" y="35713"/>
                </a:cubicBezTo>
                <a:cubicBezTo>
                  <a:pt x="27490" y="35802"/>
                  <a:pt x="27461" y="35875"/>
                  <a:pt x="27446" y="35949"/>
                </a:cubicBezTo>
                <a:cubicBezTo>
                  <a:pt x="27432" y="36008"/>
                  <a:pt x="27402" y="36052"/>
                  <a:pt x="27387" y="36096"/>
                </a:cubicBezTo>
                <a:cubicBezTo>
                  <a:pt x="27387" y="36052"/>
                  <a:pt x="27373" y="36037"/>
                  <a:pt x="27373" y="36008"/>
                </a:cubicBezTo>
                <a:cubicBezTo>
                  <a:pt x="26769" y="33609"/>
                  <a:pt x="25401" y="31401"/>
                  <a:pt x="22825" y="28620"/>
                </a:cubicBezTo>
                <a:cubicBezTo>
                  <a:pt x="22016" y="27737"/>
                  <a:pt x="21162" y="27001"/>
                  <a:pt x="20323" y="26295"/>
                </a:cubicBezTo>
                <a:cubicBezTo>
                  <a:pt x="18999" y="25162"/>
                  <a:pt x="17733" y="24087"/>
                  <a:pt x="17042" y="22645"/>
                </a:cubicBezTo>
                <a:lnTo>
                  <a:pt x="17145" y="22483"/>
                </a:lnTo>
                <a:close/>
                <a:moveTo>
                  <a:pt x="27902" y="35907"/>
                </a:moveTo>
                <a:cubicBezTo>
                  <a:pt x="27899" y="35942"/>
                  <a:pt x="27888" y="35971"/>
                  <a:pt x="27888" y="36022"/>
                </a:cubicBezTo>
                <a:cubicBezTo>
                  <a:pt x="27873" y="36081"/>
                  <a:pt x="27858" y="36125"/>
                  <a:pt x="27858" y="36184"/>
                </a:cubicBezTo>
                <a:lnTo>
                  <a:pt x="27858" y="36052"/>
                </a:lnTo>
                <a:cubicBezTo>
                  <a:pt x="27873" y="36008"/>
                  <a:pt x="27887" y="35951"/>
                  <a:pt x="27902" y="35907"/>
                </a:cubicBezTo>
                <a:close/>
                <a:moveTo>
                  <a:pt x="27755" y="35831"/>
                </a:moveTo>
                <a:lnTo>
                  <a:pt x="27755" y="36037"/>
                </a:lnTo>
                <a:cubicBezTo>
                  <a:pt x="27741" y="36125"/>
                  <a:pt x="27711" y="36228"/>
                  <a:pt x="27682" y="36302"/>
                </a:cubicBezTo>
                <a:cubicBezTo>
                  <a:pt x="27682" y="36228"/>
                  <a:pt x="27667" y="36170"/>
                  <a:pt x="27667" y="36111"/>
                </a:cubicBezTo>
                <a:cubicBezTo>
                  <a:pt x="27711" y="36022"/>
                  <a:pt x="27726" y="35934"/>
                  <a:pt x="27755" y="35831"/>
                </a:cubicBezTo>
                <a:close/>
                <a:moveTo>
                  <a:pt x="27535" y="35905"/>
                </a:moveTo>
                <a:cubicBezTo>
                  <a:pt x="27549" y="35978"/>
                  <a:pt x="27549" y="36052"/>
                  <a:pt x="27579" y="36111"/>
                </a:cubicBezTo>
                <a:lnTo>
                  <a:pt x="27461" y="36449"/>
                </a:lnTo>
                <a:cubicBezTo>
                  <a:pt x="27446" y="36376"/>
                  <a:pt x="27446" y="36317"/>
                  <a:pt x="27432" y="36258"/>
                </a:cubicBezTo>
                <a:cubicBezTo>
                  <a:pt x="27461" y="36170"/>
                  <a:pt x="27490" y="36081"/>
                  <a:pt x="27520" y="35978"/>
                </a:cubicBezTo>
                <a:cubicBezTo>
                  <a:pt x="27520" y="35949"/>
                  <a:pt x="27535" y="35934"/>
                  <a:pt x="27535" y="35905"/>
                </a:cubicBezTo>
                <a:close/>
                <a:moveTo>
                  <a:pt x="27873" y="36390"/>
                </a:moveTo>
                <a:lnTo>
                  <a:pt x="27873" y="36449"/>
                </a:lnTo>
                <a:cubicBezTo>
                  <a:pt x="27873" y="36464"/>
                  <a:pt x="27858" y="36479"/>
                  <a:pt x="27858" y="36493"/>
                </a:cubicBezTo>
                <a:lnTo>
                  <a:pt x="27858" y="36464"/>
                </a:lnTo>
                <a:cubicBezTo>
                  <a:pt x="27858" y="36449"/>
                  <a:pt x="27873" y="36420"/>
                  <a:pt x="27873" y="36390"/>
                </a:cubicBezTo>
                <a:close/>
                <a:moveTo>
                  <a:pt x="16998" y="22748"/>
                </a:moveTo>
                <a:cubicBezTo>
                  <a:pt x="17719" y="24190"/>
                  <a:pt x="18970" y="25250"/>
                  <a:pt x="20294" y="26383"/>
                </a:cubicBezTo>
                <a:cubicBezTo>
                  <a:pt x="21118" y="27090"/>
                  <a:pt x="21986" y="27811"/>
                  <a:pt x="22796" y="28694"/>
                </a:cubicBezTo>
                <a:cubicBezTo>
                  <a:pt x="25342" y="31475"/>
                  <a:pt x="26710" y="33682"/>
                  <a:pt x="27314" y="36052"/>
                </a:cubicBezTo>
                <a:lnTo>
                  <a:pt x="27373" y="36273"/>
                </a:lnTo>
                <a:cubicBezTo>
                  <a:pt x="27299" y="36376"/>
                  <a:pt x="27270" y="36479"/>
                  <a:pt x="27225" y="36611"/>
                </a:cubicBezTo>
                <a:cubicBezTo>
                  <a:pt x="27211" y="36567"/>
                  <a:pt x="27211" y="36537"/>
                  <a:pt x="27181" y="36493"/>
                </a:cubicBezTo>
                <a:cubicBezTo>
                  <a:pt x="26343" y="33697"/>
                  <a:pt x="24415" y="31416"/>
                  <a:pt x="22325" y="29135"/>
                </a:cubicBezTo>
                <a:cubicBezTo>
                  <a:pt x="21633" y="28370"/>
                  <a:pt x="20912" y="27693"/>
                  <a:pt x="20220" y="27045"/>
                </a:cubicBezTo>
                <a:cubicBezTo>
                  <a:pt x="18764" y="25691"/>
                  <a:pt x="17513" y="24529"/>
                  <a:pt x="16880" y="22925"/>
                </a:cubicBezTo>
                <a:lnTo>
                  <a:pt x="16998" y="22748"/>
                </a:lnTo>
                <a:close/>
                <a:moveTo>
                  <a:pt x="27785" y="36302"/>
                </a:moveTo>
                <a:lnTo>
                  <a:pt x="27770" y="36464"/>
                </a:lnTo>
                <a:lnTo>
                  <a:pt x="27726" y="36685"/>
                </a:lnTo>
                <a:cubicBezTo>
                  <a:pt x="27726" y="36626"/>
                  <a:pt x="27711" y="36567"/>
                  <a:pt x="27711" y="36523"/>
                </a:cubicBezTo>
                <a:cubicBezTo>
                  <a:pt x="27726" y="36449"/>
                  <a:pt x="27755" y="36361"/>
                  <a:pt x="27785" y="36302"/>
                </a:cubicBezTo>
                <a:close/>
                <a:moveTo>
                  <a:pt x="27593" y="36302"/>
                </a:moveTo>
                <a:cubicBezTo>
                  <a:pt x="27593" y="36376"/>
                  <a:pt x="27608" y="36420"/>
                  <a:pt x="27608" y="36493"/>
                </a:cubicBezTo>
                <a:cubicBezTo>
                  <a:pt x="27593" y="36596"/>
                  <a:pt x="27564" y="36699"/>
                  <a:pt x="27535" y="36788"/>
                </a:cubicBezTo>
                <a:cubicBezTo>
                  <a:pt x="27520" y="36729"/>
                  <a:pt x="27520" y="36670"/>
                  <a:pt x="27505" y="36611"/>
                </a:cubicBezTo>
                <a:cubicBezTo>
                  <a:pt x="27535" y="36493"/>
                  <a:pt x="27549" y="36405"/>
                  <a:pt x="27593" y="36302"/>
                </a:cubicBezTo>
                <a:close/>
                <a:moveTo>
                  <a:pt x="27387" y="36405"/>
                </a:moveTo>
                <a:cubicBezTo>
                  <a:pt x="27402" y="36479"/>
                  <a:pt x="27432" y="36537"/>
                  <a:pt x="27432" y="36611"/>
                </a:cubicBezTo>
                <a:cubicBezTo>
                  <a:pt x="27387" y="36714"/>
                  <a:pt x="27358" y="36846"/>
                  <a:pt x="27314" y="36964"/>
                </a:cubicBezTo>
                <a:lnTo>
                  <a:pt x="27270" y="36743"/>
                </a:lnTo>
                <a:cubicBezTo>
                  <a:pt x="27299" y="36626"/>
                  <a:pt x="27343" y="36523"/>
                  <a:pt x="27387" y="36405"/>
                </a:cubicBezTo>
                <a:close/>
                <a:moveTo>
                  <a:pt x="27770" y="36758"/>
                </a:moveTo>
                <a:lnTo>
                  <a:pt x="27770" y="36861"/>
                </a:lnTo>
                <a:cubicBezTo>
                  <a:pt x="27755" y="36920"/>
                  <a:pt x="27755" y="36979"/>
                  <a:pt x="27741" y="37038"/>
                </a:cubicBezTo>
                <a:lnTo>
                  <a:pt x="27741" y="36920"/>
                </a:lnTo>
                <a:cubicBezTo>
                  <a:pt x="27755" y="36861"/>
                  <a:pt x="27770" y="36817"/>
                  <a:pt x="27770" y="36758"/>
                </a:cubicBezTo>
                <a:close/>
                <a:moveTo>
                  <a:pt x="16821" y="22954"/>
                </a:moveTo>
                <a:cubicBezTo>
                  <a:pt x="17454" y="24573"/>
                  <a:pt x="18734" y="25736"/>
                  <a:pt x="20162" y="27075"/>
                </a:cubicBezTo>
                <a:cubicBezTo>
                  <a:pt x="20868" y="27722"/>
                  <a:pt x="21574" y="28399"/>
                  <a:pt x="22281" y="29179"/>
                </a:cubicBezTo>
                <a:cubicBezTo>
                  <a:pt x="24356" y="31460"/>
                  <a:pt x="26269" y="33741"/>
                  <a:pt x="27122" y="36523"/>
                </a:cubicBezTo>
                <a:lnTo>
                  <a:pt x="27167" y="36743"/>
                </a:lnTo>
                <a:cubicBezTo>
                  <a:pt x="27137" y="36846"/>
                  <a:pt x="27078" y="36964"/>
                  <a:pt x="27034" y="37067"/>
                </a:cubicBezTo>
                <a:cubicBezTo>
                  <a:pt x="27019" y="37038"/>
                  <a:pt x="27019" y="36994"/>
                  <a:pt x="27005" y="36964"/>
                </a:cubicBezTo>
                <a:cubicBezTo>
                  <a:pt x="26107" y="34345"/>
                  <a:pt x="24209" y="32255"/>
                  <a:pt x="22207" y="30018"/>
                </a:cubicBezTo>
                <a:lnTo>
                  <a:pt x="21839" y="29606"/>
                </a:lnTo>
                <a:cubicBezTo>
                  <a:pt x="21280" y="28973"/>
                  <a:pt x="20721" y="28399"/>
                  <a:pt x="20162" y="27855"/>
                </a:cubicBezTo>
                <a:cubicBezTo>
                  <a:pt x="18616" y="26295"/>
                  <a:pt x="17277" y="24926"/>
                  <a:pt x="16718" y="23131"/>
                </a:cubicBezTo>
                <a:cubicBezTo>
                  <a:pt x="16762" y="23072"/>
                  <a:pt x="16792" y="23013"/>
                  <a:pt x="16821" y="22954"/>
                </a:cubicBezTo>
                <a:close/>
                <a:moveTo>
                  <a:pt x="27638" y="36743"/>
                </a:moveTo>
                <a:cubicBezTo>
                  <a:pt x="27652" y="36773"/>
                  <a:pt x="27652" y="36846"/>
                  <a:pt x="27652" y="36905"/>
                </a:cubicBezTo>
                <a:cubicBezTo>
                  <a:pt x="27638" y="36979"/>
                  <a:pt x="27608" y="37067"/>
                  <a:pt x="27579" y="37156"/>
                </a:cubicBezTo>
                <a:cubicBezTo>
                  <a:pt x="27579" y="37111"/>
                  <a:pt x="27564" y="37053"/>
                  <a:pt x="27564" y="36994"/>
                </a:cubicBezTo>
                <a:cubicBezTo>
                  <a:pt x="27579" y="36905"/>
                  <a:pt x="27608" y="36817"/>
                  <a:pt x="27638" y="36743"/>
                </a:cubicBezTo>
                <a:close/>
                <a:moveTo>
                  <a:pt x="27446" y="36788"/>
                </a:moveTo>
                <a:cubicBezTo>
                  <a:pt x="27461" y="36846"/>
                  <a:pt x="27461" y="36920"/>
                  <a:pt x="27490" y="36979"/>
                </a:cubicBezTo>
                <a:cubicBezTo>
                  <a:pt x="27461" y="37067"/>
                  <a:pt x="27432" y="37156"/>
                  <a:pt x="27402" y="37259"/>
                </a:cubicBezTo>
                <a:cubicBezTo>
                  <a:pt x="27402" y="37273"/>
                  <a:pt x="27387" y="37288"/>
                  <a:pt x="27387" y="37303"/>
                </a:cubicBezTo>
                <a:cubicBezTo>
                  <a:pt x="27373" y="37229"/>
                  <a:pt x="27373" y="37185"/>
                  <a:pt x="27358" y="37111"/>
                </a:cubicBezTo>
                <a:cubicBezTo>
                  <a:pt x="27387" y="36994"/>
                  <a:pt x="27432" y="36891"/>
                  <a:pt x="27446" y="36788"/>
                </a:cubicBezTo>
                <a:close/>
                <a:moveTo>
                  <a:pt x="27211" y="36861"/>
                </a:moveTo>
                <a:cubicBezTo>
                  <a:pt x="27225" y="36935"/>
                  <a:pt x="27240" y="37023"/>
                  <a:pt x="27270" y="37097"/>
                </a:cubicBezTo>
                <a:lnTo>
                  <a:pt x="27152" y="37435"/>
                </a:lnTo>
                <a:cubicBezTo>
                  <a:pt x="27137" y="37362"/>
                  <a:pt x="27093" y="37273"/>
                  <a:pt x="27078" y="37200"/>
                </a:cubicBezTo>
                <a:cubicBezTo>
                  <a:pt x="27122" y="37082"/>
                  <a:pt x="27167" y="36979"/>
                  <a:pt x="27211" y="36861"/>
                </a:cubicBezTo>
                <a:close/>
                <a:moveTo>
                  <a:pt x="16674" y="23234"/>
                </a:moveTo>
                <a:cubicBezTo>
                  <a:pt x="17233" y="25015"/>
                  <a:pt x="18587" y="26383"/>
                  <a:pt x="20103" y="27928"/>
                </a:cubicBezTo>
                <a:cubicBezTo>
                  <a:pt x="20662" y="28473"/>
                  <a:pt x="21236" y="29047"/>
                  <a:pt x="21780" y="29680"/>
                </a:cubicBezTo>
                <a:lnTo>
                  <a:pt x="22148" y="30092"/>
                </a:lnTo>
                <a:cubicBezTo>
                  <a:pt x="24150" y="32329"/>
                  <a:pt x="26033" y="34418"/>
                  <a:pt x="26931" y="36994"/>
                </a:cubicBezTo>
                <a:cubicBezTo>
                  <a:pt x="26946" y="37053"/>
                  <a:pt x="26975" y="37126"/>
                  <a:pt x="26990" y="37185"/>
                </a:cubicBezTo>
                <a:cubicBezTo>
                  <a:pt x="26931" y="37288"/>
                  <a:pt x="26902" y="37406"/>
                  <a:pt x="26843" y="37509"/>
                </a:cubicBezTo>
                <a:cubicBezTo>
                  <a:pt x="26843" y="37494"/>
                  <a:pt x="26828" y="37450"/>
                  <a:pt x="26828" y="37435"/>
                </a:cubicBezTo>
                <a:cubicBezTo>
                  <a:pt x="25945" y="35139"/>
                  <a:pt x="24267" y="33315"/>
                  <a:pt x="22487" y="31372"/>
                </a:cubicBezTo>
                <a:cubicBezTo>
                  <a:pt x="22119" y="30960"/>
                  <a:pt x="21707" y="30518"/>
                  <a:pt x="21339" y="30092"/>
                </a:cubicBezTo>
                <a:cubicBezTo>
                  <a:pt x="20956" y="29650"/>
                  <a:pt x="20574" y="29253"/>
                  <a:pt x="20206" y="28841"/>
                </a:cubicBezTo>
                <a:cubicBezTo>
                  <a:pt x="18513" y="27031"/>
                  <a:pt x="17042" y="25427"/>
                  <a:pt x="16571" y="23366"/>
                </a:cubicBezTo>
                <a:cubicBezTo>
                  <a:pt x="16615" y="23322"/>
                  <a:pt x="16630" y="23293"/>
                  <a:pt x="16674" y="23234"/>
                </a:cubicBezTo>
                <a:close/>
                <a:moveTo>
                  <a:pt x="27652" y="37156"/>
                </a:moveTo>
                <a:cubicBezTo>
                  <a:pt x="27667" y="37214"/>
                  <a:pt x="27667" y="37259"/>
                  <a:pt x="27667" y="37303"/>
                </a:cubicBezTo>
                <a:cubicBezTo>
                  <a:pt x="27652" y="37376"/>
                  <a:pt x="27638" y="37435"/>
                  <a:pt x="27608" y="37509"/>
                </a:cubicBezTo>
                <a:cubicBezTo>
                  <a:pt x="27608" y="37450"/>
                  <a:pt x="27608" y="37420"/>
                  <a:pt x="27593" y="37362"/>
                </a:cubicBezTo>
                <a:cubicBezTo>
                  <a:pt x="27608" y="37288"/>
                  <a:pt x="27638" y="37229"/>
                  <a:pt x="27652" y="37156"/>
                </a:cubicBezTo>
                <a:close/>
                <a:moveTo>
                  <a:pt x="27505" y="37156"/>
                </a:moveTo>
                <a:cubicBezTo>
                  <a:pt x="27505" y="37214"/>
                  <a:pt x="27520" y="37288"/>
                  <a:pt x="27520" y="37347"/>
                </a:cubicBezTo>
                <a:cubicBezTo>
                  <a:pt x="27505" y="37450"/>
                  <a:pt x="27490" y="37553"/>
                  <a:pt x="27461" y="37641"/>
                </a:cubicBezTo>
                <a:cubicBezTo>
                  <a:pt x="27446" y="37582"/>
                  <a:pt x="27446" y="37523"/>
                  <a:pt x="27432" y="37450"/>
                </a:cubicBezTo>
                <a:cubicBezTo>
                  <a:pt x="27446" y="37376"/>
                  <a:pt x="27461" y="37332"/>
                  <a:pt x="27490" y="37259"/>
                </a:cubicBezTo>
                <a:cubicBezTo>
                  <a:pt x="27490" y="37214"/>
                  <a:pt x="27505" y="37200"/>
                  <a:pt x="27505" y="37156"/>
                </a:cubicBezTo>
                <a:close/>
                <a:moveTo>
                  <a:pt x="27299" y="37259"/>
                </a:moveTo>
                <a:cubicBezTo>
                  <a:pt x="27314" y="37332"/>
                  <a:pt x="27343" y="37406"/>
                  <a:pt x="27343" y="37479"/>
                </a:cubicBezTo>
                <a:cubicBezTo>
                  <a:pt x="27314" y="37582"/>
                  <a:pt x="27284" y="37671"/>
                  <a:pt x="27240" y="37788"/>
                </a:cubicBezTo>
                <a:lnTo>
                  <a:pt x="27196" y="37568"/>
                </a:lnTo>
                <a:cubicBezTo>
                  <a:pt x="27225" y="37479"/>
                  <a:pt x="27270" y="37362"/>
                  <a:pt x="27299" y="37259"/>
                </a:cubicBezTo>
                <a:close/>
                <a:moveTo>
                  <a:pt x="27684" y="37684"/>
                </a:moveTo>
                <a:cubicBezTo>
                  <a:pt x="27682" y="37697"/>
                  <a:pt x="27682" y="37709"/>
                  <a:pt x="27682" y="37715"/>
                </a:cubicBezTo>
                <a:cubicBezTo>
                  <a:pt x="27682" y="37744"/>
                  <a:pt x="27667" y="37803"/>
                  <a:pt x="27667" y="37832"/>
                </a:cubicBezTo>
                <a:lnTo>
                  <a:pt x="27667" y="37744"/>
                </a:lnTo>
                <a:cubicBezTo>
                  <a:pt x="27674" y="37729"/>
                  <a:pt x="27678" y="37707"/>
                  <a:pt x="27684" y="37684"/>
                </a:cubicBezTo>
                <a:close/>
                <a:moveTo>
                  <a:pt x="27034" y="37303"/>
                </a:moveTo>
                <a:cubicBezTo>
                  <a:pt x="27064" y="37406"/>
                  <a:pt x="27093" y="37479"/>
                  <a:pt x="27122" y="37568"/>
                </a:cubicBezTo>
                <a:cubicBezTo>
                  <a:pt x="27064" y="37656"/>
                  <a:pt x="27019" y="37774"/>
                  <a:pt x="26990" y="37877"/>
                </a:cubicBezTo>
                <a:cubicBezTo>
                  <a:pt x="26946" y="37788"/>
                  <a:pt x="26931" y="37715"/>
                  <a:pt x="26902" y="37626"/>
                </a:cubicBezTo>
                <a:cubicBezTo>
                  <a:pt x="26946" y="37509"/>
                  <a:pt x="26990" y="37420"/>
                  <a:pt x="27034" y="37303"/>
                </a:cubicBezTo>
                <a:close/>
                <a:moveTo>
                  <a:pt x="16527" y="23499"/>
                </a:moveTo>
                <a:cubicBezTo>
                  <a:pt x="17012" y="25530"/>
                  <a:pt x="18469" y="27119"/>
                  <a:pt x="20147" y="28914"/>
                </a:cubicBezTo>
                <a:cubicBezTo>
                  <a:pt x="20515" y="29326"/>
                  <a:pt x="20897" y="29724"/>
                  <a:pt x="21280" y="30165"/>
                </a:cubicBezTo>
                <a:cubicBezTo>
                  <a:pt x="21677" y="30607"/>
                  <a:pt x="22060" y="31034"/>
                  <a:pt x="22443" y="31446"/>
                </a:cubicBezTo>
                <a:cubicBezTo>
                  <a:pt x="24209" y="33373"/>
                  <a:pt x="25886" y="35198"/>
                  <a:pt x="26769" y="37479"/>
                </a:cubicBezTo>
                <a:cubicBezTo>
                  <a:pt x="26784" y="37523"/>
                  <a:pt x="26799" y="37568"/>
                  <a:pt x="26828" y="37626"/>
                </a:cubicBezTo>
                <a:cubicBezTo>
                  <a:pt x="26769" y="37729"/>
                  <a:pt x="26710" y="37818"/>
                  <a:pt x="26681" y="37935"/>
                </a:cubicBezTo>
                <a:lnTo>
                  <a:pt x="26681" y="37921"/>
                </a:lnTo>
                <a:cubicBezTo>
                  <a:pt x="25798" y="35831"/>
                  <a:pt x="24223" y="34198"/>
                  <a:pt x="22590" y="32446"/>
                </a:cubicBezTo>
                <a:cubicBezTo>
                  <a:pt x="22016" y="31858"/>
                  <a:pt x="21457" y="31240"/>
                  <a:pt x="20883" y="30592"/>
                </a:cubicBezTo>
                <a:cubicBezTo>
                  <a:pt x="20736" y="30415"/>
                  <a:pt x="20574" y="30239"/>
                  <a:pt x="20426" y="30077"/>
                </a:cubicBezTo>
                <a:cubicBezTo>
                  <a:pt x="18454" y="27884"/>
                  <a:pt x="16792" y="26001"/>
                  <a:pt x="16424" y="23616"/>
                </a:cubicBezTo>
                <a:cubicBezTo>
                  <a:pt x="16468" y="23558"/>
                  <a:pt x="16482" y="23528"/>
                  <a:pt x="16527" y="23499"/>
                </a:cubicBezTo>
                <a:close/>
                <a:moveTo>
                  <a:pt x="27579" y="37582"/>
                </a:moveTo>
                <a:lnTo>
                  <a:pt x="27579" y="37582"/>
                </a:lnTo>
                <a:cubicBezTo>
                  <a:pt x="27564" y="37641"/>
                  <a:pt x="27564" y="37700"/>
                  <a:pt x="27579" y="37744"/>
                </a:cubicBezTo>
                <a:cubicBezTo>
                  <a:pt x="27564" y="37818"/>
                  <a:pt x="27535" y="37921"/>
                  <a:pt x="27520" y="37994"/>
                </a:cubicBezTo>
                <a:cubicBezTo>
                  <a:pt x="27520" y="37935"/>
                  <a:pt x="27505" y="37877"/>
                  <a:pt x="27505" y="37847"/>
                </a:cubicBezTo>
                <a:cubicBezTo>
                  <a:pt x="27520" y="37744"/>
                  <a:pt x="27535" y="37671"/>
                  <a:pt x="27579" y="37582"/>
                </a:cubicBezTo>
                <a:close/>
                <a:moveTo>
                  <a:pt x="27373" y="37656"/>
                </a:moveTo>
                <a:cubicBezTo>
                  <a:pt x="27387" y="37715"/>
                  <a:pt x="27387" y="37788"/>
                  <a:pt x="27417" y="37847"/>
                </a:cubicBezTo>
                <a:cubicBezTo>
                  <a:pt x="27417" y="37862"/>
                  <a:pt x="27387" y="37877"/>
                  <a:pt x="27387" y="37921"/>
                </a:cubicBezTo>
                <a:cubicBezTo>
                  <a:pt x="27373" y="37994"/>
                  <a:pt x="27358" y="38068"/>
                  <a:pt x="27343" y="38156"/>
                </a:cubicBezTo>
                <a:cubicBezTo>
                  <a:pt x="27314" y="38083"/>
                  <a:pt x="27314" y="38024"/>
                  <a:pt x="27299" y="37950"/>
                </a:cubicBezTo>
                <a:cubicBezTo>
                  <a:pt x="27314" y="37847"/>
                  <a:pt x="27343" y="37744"/>
                  <a:pt x="27373" y="37656"/>
                </a:cubicBezTo>
                <a:close/>
                <a:moveTo>
                  <a:pt x="27152" y="37715"/>
                </a:moveTo>
                <a:cubicBezTo>
                  <a:pt x="27167" y="37788"/>
                  <a:pt x="27196" y="37877"/>
                  <a:pt x="27211" y="37950"/>
                </a:cubicBezTo>
                <a:cubicBezTo>
                  <a:pt x="27167" y="38039"/>
                  <a:pt x="27137" y="38142"/>
                  <a:pt x="27093" y="38245"/>
                </a:cubicBezTo>
                <a:cubicBezTo>
                  <a:pt x="27078" y="38156"/>
                  <a:pt x="27049" y="38083"/>
                  <a:pt x="27019" y="38009"/>
                </a:cubicBezTo>
                <a:cubicBezTo>
                  <a:pt x="27064" y="37921"/>
                  <a:pt x="27122" y="37803"/>
                  <a:pt x="27152" y="37715"/>
                </a:cubicBezTo>
                <a:close/>
                <a:moveTo>
                  <a:pt x="26843" y="37715"/>
                </a:moveTo>
                <a:cubicBezTo>
                  <a:pt x="26872" y="37803"/>
                  <a:pt x="26902" y="37891"/>
                  <a:pt x="26931" y="37994"/>
                </a:cubicBezTo>
                <a:cubicBezTo>
                  <a:pt x="26902" y="38097"/>
                  <a:pt x="26843" y="38186"/>
                  <a:pt x="26799" y="38303"/>
                </a:cubicBezTo>
                <a:lnTo>
                  <a:pt x="26696" y="38024"/>
                </a:lnTo>
                <a:cubicBezTo>
                  <a:pt x="26755" y="37935"/>
                  <a:pt x="26799" y="37818"/>
                  <a:pt x="26843" y="37715"/>
                </a:cubicBezTo>
                <a:close/>
                <a:moveTo>
                  <a:pt x="16365" y="23734"/>
                </a:moveTo>
                <a:cubicBezTo>
                  <a:pt x="16762" y="26089"/>
                  <a:pt x="18410" y="27987"/>
                  <a:pt x="20323" y="30136"/>
                </a:cubicBezTo>
                <a:cubicBezTo>
                  <a:pt x="20471" y="30298"/>
                  <a:pt x="20647" y="30489"/>
                  <a:pt x="20780" y="30651"/>
                </a:cubicBezTo>
                <a:cubicBezTo>
                  <a:pt x="21354" y="31298"/>
                  <a:pt x="21928" y="31902"/>
                  <a:pt x="22502" y="32505"/>
                </a:cubicBezTo>
                <a:cubicBezTo>
                  <a:pt x="24135" y="34242"/>
                  <a:pt x="25680" y="35875"/>
                  <a:pt x="26578" y="37950"/>
                </a:cubicBezTo>
                <a:cubicBezTo>
                  <a:pt x="26593" y="37965"/>
                  <a:pt x="26593" y="38009"/>
                  <a:pt x="26622" y="38024"/>
                </a:cubicBezTo>
                <a:cubicBezTo>
                  <a:pt x="26563" y="38142"/>
                  <a:pt x="26504" y="38230"/>
                  <a:pt x="26446" y="38333"/>
                </a:cubicBezTo>
                <a:cubicBezTo>
                  <a:pt x="25548" y="36420"/>
                  <a:pt x="24076" y="34948"/>
                  <a:pt x="22516" y="33373"/>
                </a:cubicBezTo>
                <a:cubicBezTo>
                  <a:pt x="21795" y="32652"/>
                  <a:pt x="21059" y="31902"/>
                  <a:pt x="20368" y="31107"/>
                </a:cubicBezTo>
                <a:cubicBezTo>
                  <a:pt x="18190" y="28605"/>
                  <a:pt x="16497" y="26457"/>
                  <a:pt x="16321" y="23881"/>
                </a:cubicBezTo>
                <a:cubicBezTo>
                  <a:pt x="16321" y="23808"/>
                  <a:pt x="16335" y="23764"/>
                  <a:pt x="16365" y="23734"/>
                </a:cubicBezTo>
                <a:close/>
                <a:moveTo>
                  <a:pt x="27593" y="38024"/>
                </a:moveTo>
                <a:lnTo>
                  <a:pt x="27593" y="38156"/>
                </a:lnTo>
                <a:cubicBezTo>
                  <a:pt x="27579" y="38230"/>
                  <a:pt x="27549" y="38289"/>
                  <a:pt x="27549" y="38362"/>
                </a:cubicBezTo>
                <a:cubicBezTo>
                  <a:pt x="27549" y="38318"/>
                  <a:pt x="27549" y="38289"/>
                  <a:pt x="27535" y="38230"/>
                </a:cubicBezTo>
                <a:cubicBezTo>
                  <a:pt x="27549" y="38186"/>
                  <a:pt x="27549" y="38156"/>
                  <a:pt x="27579" y="38112"/>
                </a:cubicBezTo>
                <a:cubicBezTo>
                  <a:pt x="27579" y="38083"/>
                  <a:pt x="27593" y="38068"/>
                  <a:pt x="27593" y="38024"/>
                </a:cubicBezTo>
                <a:close/>
                <a:moveTo>
                  <a:pt x="27432" y="38068"/>
                </a:moveTo>
                <a:cubicBezTo>
                  <a:pt x="27432" y="38112"/>
                  <a:pt x="27446" y="38171"/>
                  <a:pt x="27446" y="38230"/>
                </a:cubicBezTo>
                <a:cubicBezTo>
                  <a:pt x="27432" y="38303"/>
                  <a:pt x="27402" y="38392"/>
                  <a:pt x="27387" y="38480"/>
                </a:cubicBezTo>
                <a:cubicBezTo>
                  <a:pt x="27373" y="38436"/>
                  <a:pt x="27373" y="38377"/>
                  <a:pt x="27358" y="38318"/>
                </a:cubicBezTo>
                <a:cubicBezTo>
                  <a:pt x="27373" y="38230"/>
                  <a:pt x="27402" y="38142"/>
                  <a:pt x="27432" y="38068"/>
                </a:cubicBezTo>
                <a:close/>
                <a:moveTo>
                  <a:pt x="27240" y="38068"/>
                </a:moveTo>
                <a:cubicBezTo>
                  <a:pt x="27270" y="38142"/>
                  <a:pt x="27284" y="38215"/>
                  <a:pt x="27284" y="38289"/>
                </a:cubicBezTo>
                <a:cubicBezTo>
                  <a:pt x="27240" y="38406"/>
                  <a:pt x="27211" y="38509"/>
                  <a:pt x="27196" y="38598"/>
                </a:cubicBezTo>
                <a:cubicBezTo>
                  <a:pt x="27167" y="38524"/>
                  <a:pt x="27152" y="38451"/>
                  <a:pt x="27137" y="38362"/>
                </a:cubicBezTo>
                <a:cubicBezTo>
                  <a:pt x="27167" y="38259"/>
                  <a:pt x="27211" y="38171"/>
                  <a:pt x="27240" y="38068"/>
                </a:cubicBezTo>
                <a:close/>
                <a:moveTo>
                  <a:pt x="26975" y="38097"/>
                </a:moveTo>
                <a:cubicBezTo>
                  <a:pt x="26990" y="38186"/>
                  <a:pt x="27019" y="38259"/>
                  <a:pt x="27049" y="38362"/>
                </a:cubicBezTo>
                <a:cubicBezTo>
                  <a:pt x="27005" y="38451"/>
                  <a:pt x="26975" y="38554"/>
                  <a:pt x="26931" y="38657"/>
                </a:cubicBezTo>
                <a:cubicBezTo>
                  <a:pt x="26902" y="38554"/>
                  <a:pt x="26872" y="38480"/>
                  <a:pt x="26843" y="38392"/>
                </a:cubicBezTo>
                <a:cubicBezTo>
                  <a:pt x="26872" y="38303"/>
                  <a:pt x="26931" y="38215"/>
                  <a:pt x="26975" y="38097"/>
                </a:cubicBezTo>
                <a:close/>
                <a:moveTo>
                  <a:pt x="26637" y="38112"/>
                </a:moveTo>
                <a:lnTo>
                  <a:pt x="26755" y="38392"/>
                </a:lnTo>
                <a:cubicBezTo>
                  <a:pt x="26696" y="38509"/>
                  <a:pt x="26652" y="38598"/>
                  <a:pt x="26607" y="38686"/>
                </a:cubicBezTo>
                <a:cubicBezTo>
                  <a:pt x="26563" y="38598"/>
                  <a:pt x="26504" y="38509"/>
                  <a:pt x="26475" y="38406"/>
                </a:cubicBezTo>
                <a:cubicBezTo>
                  <a:pt x="26534" y="38318"/>
                  <a:pt x="26578" y="38215"/>
                  <a:pt x="26637" y="38112"/>
                </a:cubicBezTo>
                <a:close/>
                <a:moveTo>
                  <a:pt x="27593" y="38480"/>
                </a:moveTo>
                <a:lnTo>
                  <a:pt x="27593" y="38554"/>
                </a:lnTo>
                <a:cubicBezTo>
                  <a:pt x="27593" y="38598"/>
                  <a:pt x="27579" y="38627"/>
                  <a:pt x="27579" y="38686"/>
                </a:cubicBezTo>
                <a:lnTo>
                  <a:pt x="27579" y="38612"/>
                </a:lnTo>
                <a:cubicBezTo>
                  <a:pt x="27593" y="38583"/>
                  <a:pt x="27593" y="38539"/>
                  <a:pt x="27593" y="38480"/>
                </a:cubicBezTo>
                <a:close/>
                <a:moveTo>
                  <a:pt x="16232" y="23970"/>
                </a:moveTo>
                <a:cubicBezTo>
                  <a:pt x="16468" y="26530"/>
                  <a:pt x="18145" y="28664"/>
                  <a:pt x="20294" y="31151"/>
                </a:cubicBezTo>
                <a:cubicBezTo>
                  <a:pt x="20986" y="31961"/>
                  <a:pt x="21722" y="32696"/>
                  <a:pt x="22443" y="33432"/>
                </a:cubicBezTo>
                <a:cubicBezTo>
                  <a:pt x="24003" y="35007"/>
                  <a:pt x="25489" y="36523"/>
                  <a:pt x="26401" y="38436"/>
                </a:cubicBezTo>
                <a:cubicBezTo>
                  <a:pt x="26343" y="38539"/>
                  <a:pt x="26284" y="38627"/>
                  <a:pt x="26210" y="38745"/>
                </a:cubicBezTo>
                <a:cubicBezTo>
                  <a:pt x="25298" y="36994"/>
                  <a:pt x="23870" y="35610"/>
                  <a:pt x="22369" y="34183"/>
                </a:cubicBezTo>
                <a:cubicBezTo>
                  <a:pt x="21516" y="33373"/>
                  <a:pt x="20662" y="32520"/>
                  <a:pt x="19853" y="31607"/>
                </a:cubicBezTo>
                <a:cubicBezTo>
                  <a:pt x="17939" y="29371"/>
                  <a:pt x="16173" y="26913"/>
                  <a:pt x="16173" y="24102"/>
                </a:cubicBezTo>
                <a:cubicBezTo>
                  <a:pt x="16188" y="24043"/>
                  <a:pt x="16203" y="23999"/>
                  <a:pt x="16232" y="23970"/>
                </a:cubicBezTo>
                <a:close/>
                <a:moveTo>
                  <a:pt x="27461" y="38436"/>
                </a:moveTo>
                <a:cubicBezTo>
                  <a:pt x="27490" y="38509"/>
                  <a:pt x="27490" y="38554"/>
                  <a:pt x="27490" y="38598"/>
                </a:cubicBezTo>
                <a:lnTo>
                  <a:pt x="27432" y="38818"/>
                </a:lnTo>
                <a:cubicBezTo>
                  <a:pt x="27432" y="38760"/>
                  <a:pt x="27417" y="38730"/>
                  <a:pt x="27417" y="38671"/>
                </a:cubicBezTo>
                <a:cubicBezTo>
                  <a:pt x="27417" y="38627"/>
                  <a:pt x="27432" y="38598"/>
                  <a:pt x="27432" y="38554"/>
                </a:cubicBezTo>
                <a:cubicBezTo>
                  <a:pt x="27446" y="38524"/>
                  <a:pt x="27446" y="38465"/>
                  <a:pt x="27461" y="38436"/>
                </a:cubicBezTo>
                <a:close/>
                <a:moveTo>
                  <a:pt x="27299" y="38480"/>
                </a:moveTo>
                <a:cubicBezTo>
                  <a:pt x="27314" y="38554"/>
                  <a:pt x="27314" y="38612"/>
                  <a:pt x="27343" y="38686"/>
                </a:cubicBezTo>
                <a:cubicBezTo>
                  <a:pt x="27314" y="38774"/>
                  <a:pt x="27284" y="38877"/>
                  <a:pt x="27270" y="38966"/>
                </a:cubicBezTo>
                <a:cubicBezTo>
                  <a:pt x="27240" y="38892"/>
                  <a:pt x="27225" y="38818"/>
                  <a:pt x="27225" y="38760"/>
                </a:cubicBezTo>
                <a:cubicBezTo>
                  <a:pt x="27240" y="38671"/>
                  <a:pt x="27284" y="38583"/>
                  <a:pt x="27299" y="38480"/>
                </a:cubicBezTo>
                <a:close/>
                <a:moveTo>
                  <a:pt x="27078" y="38509"/>
                </a:moveTo>
                <a:cubicBezTo>
                  <a:pt x="27093" y="38598"/>
                  <a:pt x="27108" y="38671"/>
                  <a:pt x="27137" y="38760"/>
                </a:cubicBezTo>
                <a:cubicBezTo>
                  <a:pt x="27093" y="38833"/>
                  <a:pt x="27064" y="38921"/>
                  <a:pt x="27034" y="39039"/>
                </a:cubicBezTo>
                <a:cubicBezTo>
                  <a:pt x="27019" y="38951"/>
                  <a:pt x="26990" y="38877"/>
                  <a:pt x="26961" y="38774"/>
                </a:cubicBezTo>
                <a:lnTo>
                  <a:pt x="27078" y="38509"/>
                </a:lnTo>
                <a:close/>
                <a:moveTo>
                  <a:pt x="26784" y="38509"/>
                </a:moveTo>
                <a:cubicBezTo>
                  <a:pt x="26828" y="38598"/>
                  <a:pt x="26843" y="38686"/>
                  <a:pt x="26872" y="38774"/>
                </a:cubicBezTo>
                <a:cubicBezTo>
                  <a:pt x="26843" y="38877"/>
                  <a:pt x="26784" y="38980"/>
                  <a:pt x="26755" y="39069"/>
                </a:cubicBezTo>
                <a:lnTo>
                  <a:pt x="26637" y="38804"/>
                </a:lnTo>
                <a:cubicBezTo>
                  <a:pt x="26696" y="38701"/>
                  <a:pt x="26725" y="38598"/>
                  <a:pt x="26784" y="38509"/>
                </a:cubicBezTo>
                <a:close/>
                <a:moveTo>
                  <a:pt x="26416" y="38524"/>
                </a:moveTo>
                <a:cubicBezTo>
                  <a:pt x="26460" y="38612"/>
                  <a:pt x="26504" y="38701"/>
                  <a:pt x="26549" y="38804"/>
                </a:cubicBezTo>
                <a:cubicBezTo>
                  <a:pt x="26490" y="38892"/>
                  <a:pt x="26431" y="38980"/>
                  <a:pt x="26387" y="39098"/>
                </a:cubicBezTo>
                <a:lnTo>
                  <a:pt x="26269" y="38877"/>
                </a:lnTo>
                <a:cubicBezTo>
                  <a:pt x="26254" y="38848"/>
                  <a:pt x="26254" y="38833"/>
                  <a:pt x="26239" y="38818"/>
                </a:cubicBezTo>
                <a:cubicBezTo>
                  <a:pt x="26284" y="38730"/>
                  <a:pt x="26343" y="38612"/>
                  <a:pt x="26416" y="38524"/>
                </a:cubicBezTo>
                <a:close/>
                <a:moveTo>
                  <a:pt x="16085" y="24235"/>
                </a:moveTo>
                <a:cubicBezTo>
                  <a:pt x="16159" y="27001"/>
                  <a:pt x="17881" y="29429"/>
                  <a:pt x="19779" y="31637"/>
                </a:cubicBezTo>
                <a:cubicBezTo>
                  <a:pt x="20559" y="32579"/>
                  <a:pt x="21442" y="33403"/>
                  <a:pt x="22295" y="34242"/>
                </a:cubicBezTo>
                <a:cubicBezTo>
                  <a:pt x="23811" y="35684"/>
                  <a:pt x="25224" y="37053"/>
                  <a:pt x="26136" y="38818"/>
                </a:cubicBezTo>
                <a:cubicBezTo>
                  <a:pt x="26092" y="38921"/>
                  <a:pt x="26019" y="39025"/>
                  <a:pt x="25960" y="39113"/>
                </a:cubicBezTo>
                <a:cubicBezTo>
                  <a:pt x="25003" y="37465"/>
                  <a:pt x="23620" y="36228"/>
                  <a:pt x="22163" y="34889"/>
                </a:cubicBezTo>
                <a:cubicBezTo>
                  <a:pt x="21206" y="34006"/>
                  <a:pt x="20220" y="33109"/>
                  <a:pt x="19337" y="32078"/>
                </a:cubicBezTo>
                <a:cubicBezTo>
                  <a:pt x="16909" y="29209"/>
                  <a:pt x="15864" y="26751"/>
                  <a:pt x="16026" y="24323"/>
                </a:cubicBezTo>
                <a:cubicBezTo>
                  <a:pt x="16041" y="24279"/>
                  <a:pt x="16056" y="24249"/>
                  <a:pt x="16085" y="24235"/>
                </a:cubicBezTo>
                <a:close/>
                <a:moveTo>
                  <a:pt x="27505" y="38892"/>
                </a:moveTo>
                <a:cubicBezTo>
                  <a:pt x="27520" y="38921"/>
                  <a:pt x="27520" y="38966"/>
                  <a:pt x="27520" y="38995"/>
                </a:cubicBezTo>
                <a:cubicBezTo>
                  <a:pt x="27505" y="39054"/>
                  <a:pt x="27505" y="39113"/>
                  <a:pt x="27490" y="39172"/>
                </a:cubicBezTo>
                <a:cubicBezTo>
                  <a:pt x="27490" y="39128"/>
                  <a:pt x="27490" y="39098"/>
                  <a:pt x="27461" y="39054"/>
                </a:cubicBezTo>
                <a:cubicBezTo>
                  <a:pt x="27490" y="38995"/>
                  <a:pt x="27490" y="38951"/>
                  <a:pt x="27505" y="38892"/>
                </a:cubicBezTo>
                <a:close/>
                <a:moveTo>
                  <a:pt x="27373" y="38877"/>
                </a:moveTo>
                <a:cubicBezTo>
                  <a:pt x="27373" y="38951"/>
                  <a:pt x="27387" y="38995"/>
                  <a:pt x="27387" y="39054"/>
                </a:cubicBezTo>
                <a:cubicBezTo>
                  <a:pt x="27373" y="39113"/>
                  <a:pt x="27373" y="39172"/>
                  <a:pt x="27358" y="39216"/>
                </a:cubicBezTo>
                <a:cubicBezTo>
                  <a:pt x="27358" y="39260"/>
                  <a:pt x="27343" y="39289"/>
                  <a:pt x="27343" y="39319"/>
                </a:cubicBezTo>
                <a:cubicBezTo>
                  <a:pt x="27314" y="39260"/>
                  <a:pt x="27314" y="39201"/>
                  <a:pt x="27299" y="39128"/>
                </a:cubicBezTo>
                <a:cubicBezTo>
                  <a:pt x="27314" y="39054"/>
                  <a:pt x="27358" y="38966"/>
                  <a:pt x="27373" y="38877"/>
                </a:cubicBezTo>
                <a:close/>
                <a:moveTo>
                  <a:pt x="27167" y="38892"/>
                </a:moveTo>
                <a:cubicBezTo>
                  <a:pt x="27181" y="38966"/>
                  <a:pt x="27211" y="39039"/>
                  <a:pt x="27225" y="39128"/>
                </a:cubicBezTo>
                <a:cubicBezTo>
                  <a:pt x="27196" y="39216"/>
                  <a:pt x="27152" y="39319"/>
                  <a:pt x="27137" y="39407"/>
                </a:cubicBezTo>
                <a:cubicBezTo>
                  <a:pt x="27122" y="39334"/>
                  <a:pt x="27093" y="39245"/>
                  <a:pt x="27078" y="39172"/>
                </a:cubicBezTo>
                <a:cubicBezTo>
                  <a:pt x="27122" y="39069"/>
                  <a:pt x="27152" y="38980"/>
                  <a:pt x="27167" y="38892"/>
                </a:cubicBezTo>
                <a:close/>
                <a:moveTo>
                  <a:pt x="26916" y="38892"/>
                </a:moveTo>
                <a:cubicBezTo>
                  <a:pt x="26931" y="38980"/>
                  <a:pt x="26975" y="39069"/>
                  <a:pt x="26990" y="39142"/>
                </a:cubicBezTo>
                <a:lnTo>
                  <a:pt x="26872" y="39422"/>
                </a:lnTo>
                <a:cubicBezTo>
                  <a:pt x="26843" y="39334"/>
                  <a:pt x="26828" y="39245"/>
                  <a:pt x="26784" y="39172"/>
                </a:cubicBezTo>
                <a:cubicBezTo>
                  <a:pt x="26828" y="39069"/>
                  <a:pt x="26872" y="38980"/>
                  <a:pt x="26916" y="38892"/>
                </a:cubicBezTo>
                <a:close/>
                <a:moveTo>
                  <a:pt x="26195" y="38892"/>
                </a:moveTo>
                <a:lnTo>
                  <a:pt x="26195" y="38907"/>
                </a:lnTo>
                <a:cubicBezTo>
                  <a:pt x="26254" y="38980"/>
                  <a:pt x="26284" y="39069"/>
                  <a:pt x="26343" y="39172"/>
                </a:cubicBezTo>
                <a:cubicBezTo>
                  <a:pt x="26284" y="39260"/>
                  <a:pt x="26239" y="39363"/>
                  <a:pt x="26181" y="39466"/>
                </a:cubicBezTo>
                <a:cubicBezTo>
                  <a:pt x="26166" y="39422"/>
                  <a:pt x="26136" y="39363"/>
                  <a:pt x="26107" y="39334"/>
                </a:cubicBezTo>
                <a:cubicBezTo>
                  <a:pt x="26063" y="39275"/>
                  <a:pt x="26048" y="39245"/>
                  <a:pt x="26004" y="39186"/>
                </a:cubicBezTo>
                <a:cubicBezTo>
                  <a:pt x="26078" y="39098"/>
                  <a:pt x="26136" y="38980"/>
                  <a:pt x="26195" y="38892"/>
                </a:cubicBezTo>
                <a:close/>
                <a:moveTo>
                  <a:pt x="26578" y="38892"/>
                </a:moveTo>
                <a:lnTo>
                  <a:pt x="26696" y="39172"/>
                </a:lnTo>
                <a:cubicBezTo>
                  <a:pt x="26637" y="39260"/>
                  <a:pt x="26593" y="39363"/>
                  <a:pt x="26549" y="39466"/>
                </a:cubicBezTo>
                <a:cubicBezTo>
                  <a:pt x="26504" y="39363"/>
                  <a:pt x="26475" y="39275"/>
                  <a:pt x="26416" y="39186"/>
                </a:cubicBezTo>
                <a:cubicBezTo>
                  <a:pt x="26490" y="39069"/>
                  <a:pt x="26534" y="38980"/>
                  <a:pt x="26578" y="38892"/>
                </a:cubicBezTo>
                <a:close/>
                <a:moveTo>
                  <a:pt x="15953" y="24485"/>
                </a:moveTo>
                <a:lnTo>
                  <a:pt x="15953" y="24485"/>
                </a:lnTo>
                <a:cubicBezTo>
                  <a:pt x="15835" y="26883"/>
                  <a:pt x="16909" y="29326"/>
                  <a:pt x="19293" y="32123"/>
                </a:cubicBezTo>
                <a:cubicBezTo>
                  <a:pt x="20176" y="33153"/>
                  <a:pt x="21177" y="34065"/>
                  <a:pt x="22134" y="34948"/>
                </a:cubicBezTo>
                <a:cubicBezTo>
                  <a:pt x="23605" y="36302"/>
                  <a:pt x="24989" y="37553"/>
                  <a:pt x="25916" y="39186"/>
                </a:cubicBezTo>
                <a:cubicBezTo>
                  <a:pt x="25842" y="39289"/>
                  <a:pt x="25798" y="39392"/>
                  <a:pt x="25724" y="39481"/>
                </a:cubicBezTo>
                <a:cubicBezTo>
                  <a:pt x="24738" y="37950"/>
                  <a:pt x="23399" y="36788"/>
                  <a:pt x="21972" y="35551"/>
                </a:cubicBezTo>
                <a:cubicBezTo>
                  <a:pt x="20897" y="34639"/>
                  <a:pt x="19794" y="33682"/>
                  <a:pt x="18852" y="32564"/>
                </a:cubicBezTo>
                <a:cubicBezTo>
                  <a:pt x="16571" y="29856"/>
                  <a:pt x="15585" y="27075"/>
                  <a:pt x="15909" y="24544"/>
                </a:cubicBezTo>
                <a:cubicBezTo>
                  <a:pt x="15909" y="24529"/>
                  <a:pt x="15923" y="24499"/>
                  <a:pt x="15953" y="24485"/>
                </a:cubicBezTo>
                <a:close/>
                <a:moveTo>
                  <a:pt x="27520" y="39348"/>
                </a:moveTo>
                <a:lnTo>
                  <a:pt x="27520" y="39407"/>
                </a:lnTo>
                <a:cubicBezTo>
                  <a:pt x="27520" y="39437"/>
                  <a:pt x="27505" y="39466"/>
                  <a:pt x="27505" y="39495"/>
                </a:cubicBezTo>
                <a:lnTo>
                  <a:pt x="27505" y="39437"/>
                </a:lnTo>
                <a:cubicBezTo>
                  <a:pt x="27505" y="39407"/>
                  <a:pt x="27520" y="39392"/>
                  <a:pt x="27520" y="39348"/>
                </a:cubicBezTo>
                <a:close/>
                <a:moveTo>
                  <a:pt x="27417" y="39275"/>
                </a:moveTo>
                <a:cubicBezTo>
                  <a:pt x="27432" y="39334"/>
                  <a:pt x="27432" y="39392"/>
                  <a:pt x="27432" y="39422"/>
                </a:cubicBezTo>
                <a:lnTo>
                  <a:pt x="27373" y="39643"/>
                </a:lnTo>
                <a:cubicBezTo>
                  <a:pt x="27373" y="39584"/>
                  <a:pt x="27358" y="39554"/>
                  <a:pt x="27358" y="39495"/>
                </a:cubicBezTo>
                <a:lnTo>
                  <a:pt x="27417" y="39275"/>
                </a:lnTo>
                <a:close/>
                <a:moveTo>
                  <a:pt x="27240" y="39289"/>
                </a:moveTo>
                <a:cubicBezTo>
                  <a:pt x="27270" y="39363"/>
                  <a:pt x="27270" y="39437"/>
                  <a:pt x="27284" y="39495"/>
                </a:cubicBezTo>
                <a:cubicBezTo>
                  <a:pt x="27270" y="39584"/>
                  <a:pt x="27240" y="39657"/>
                  <a:pt x="27211" y="39760"/>
                </a:cubicBezTo>
                <a:lnTo>
                  <a:pt x="27152" y="39540"/>
                </a:lnTo>
                <a:cubicBezTo>
                  <a:pt x="27196" y="39466"/>
                  <a:pt x="27225" y="39392"/>
                  <a:pt x="27240" y="39289"/>
                </a:cubicBezTo>
                <a:close/>
                <a:moveTo>
                  <a:pt x="27019" y="39289"/>
                </a:moveTo>
                <a:cubicBezTo>
                  <a:pt x="27034" y="39392"/>
                  <a:pt x="27064" y="39466"/>
                  <a:pt x="27078" y="39554"/>
                </a:cubicBezTo>
                <a:cubicBezTo>
                  <a:pt x="27034" y="39643"/>
                  <a:pt x="27019" y="39731"/>
                  <a:pt x="26990" y="39804"/>
                </a:cubicBezTo>
                <a:cubicBezTo>
                  <a:pt x="26975" y="39716"/>
                  <a:pt x="26931" y="39643"/>
                  <a:pt x="26916" y="39554"/>
                </a:cubicBezTo>
                <a:cubicBezTo>
                  <a:pt x="26946" y="39466"/>
                  <a:pt x="26990" y="39363"/>
                  <a:pt x="27019" y="39289"/>
                </a:cubicBezTo>
                <a:close/>
                <a:moveTo>
                  <a:pt x="26725" y="39275"/>
                </a:moveTo>
                <a:cubicBezTo>
                  <a:pt x="26769" y="39363"/>
                  <a:pt x="26784" y="39466"/>
                  <a:pt x="26813" y="39554"/>
                </a:cubicBezTo>
                <a:cubicBezTo>
                  <a:pt x="26784" y="39643"/>
                  <a:pt x="26725" y="39731"/>
                  <a:pt x="26696" y="39834"/>
                </a:cubicBezTo>
                <a:lnTo>
                  <a:pt x="26578" y="39554"/>
                </a:lnTo>
                <a:cubicBezTo>
                  <a:pt x="26637" y="39466"/>
                  <a:pt x="26666" y="39363"/>
                  <a:pt x="26725" y="39275"/>
                </a:cubicBezTo>
                <a:close/>
                <a:moveTo>
                  <a:pt x="15806" y="24764"/>
                </a:moveTo>
                <a:lnTo>
                  <a:pt x="15806" y="24764"/>
                </a:lnTo>
                <a:cubicBezTo>
                  <a:pt x="15541" y="27266"/>
                  <a:pt x="16571" y="29974"/>
                  <a:pt x="18778" y="32623"/>
                </a:cubicBezTo>
                <a:cubicBezTo>
                  <a:pt x="19720" y="33741"/>
                  <a:pt x="20824" y="34698"/>
                  <a:pt x="21913" y="35610"/>
                </a:cubicBezTo>
                <a:cubicBezTo>
                  <a:pt x="23340" y="36846"/>
                  <a:pt x="24709" y="38024"/>
                  <a:pt x="25666" y="39554"/>
                </a:cubicBezTo>
                <a:cubicBezTo>
                  <a:pt x="25592" y="39657"/>
                  <a:pt x="25518" y="39760"/>
                  <a:pt x="25445" y="39849"/>
                </a:cubicBezTo>
                <a:cubicBezTo>
                  <a:pt x="24444" y="38436"/>
                  <a:pt x="23120" y="37332"/>
                  <a:pt x="21707" y="36184"/>
                </a:cubicBezTo>
                <a:cubicBezTo>
                  <a:pt x="20529" y="35228"/>
                  <a:pt x="19337" y="34242"/>
                  <a:pt x="18337" y="33035"/>
                </a:cubicBezTo>
                <a:cubicBezTo>
                  <a:pt x="16159" y="30386"/>
                  <a:pt x="15246" y="27472"/>
                  <a:pt x="15806" y="24764"/>
                </a:cubicBezTo>
                <a:close/>
                <a:moveTo>
                  <a:pt x="25975" y="39260"/>
                </a:moveTo>
                <a:cubicBezTo>
                  <a:pt x="25989" y="39289"/>
                  <a:pt x="26019" y="39334"/>
                  <a:pt x="26048" y="39363"/>
                </a:cubicBezTo>
                <a:cubicBezTo>
                  <a:pt x="26048" y="39422"/>
                  <a:pt x="26092" y="39495"/>
                  <a:pt x="26122" y="39554"/>
                </a:cubicBezTo>
                <a:cubicBezTo>
                  <a:pt x="26063" y="39643"/>
                  <a:pt x="25989" y="39760"/>
                  <a:pt x="25930" y="39849"/>
                </a:cubicBezTo>
                <a:cubicBezTo>
                  <a:pt x="25930" y="39834"/>
                  <a:pt x="25916" y="39834"/>
                  <a:pt x="25916" y="39804"/>
                </a:cubicBezTo>
                <a:cubicBezTo>
                  <a:pt x="25872" y="39716"/>
                  <a:pt x="25813" y="39643"/>
                  <a:pt x="25769" y="39554"/>
                </a:cubicBezTo>
                <a:cubicBezTo>
                  <a:pt x="25842" y="39466"/>
                  <a:pt x="25901" y="39348"/>
                  <a:pt x="25975" y="39260"/>
                </a:cubicBezTo>
                <a:close/>
                <a:moveTo>
                  <a:pt x="26387" y="39275"/>
                </a:moveTo>
                <a:cubicBezTo>
                  <a:pt x="26416" y="39363"/>
                  <a:pt x="26460" y="39466"/>
                  <a:pt x="26504" y="39569"/>
                </a:cubicBezTo>
                <a:cubicBezTo>
                  <a:pt x="26460" y="39643"/>
                  <a:pt x="26401" y="39731"/>
                  <a:pt x="26343" y="39849"/>
                </a:cubicBezTo>
                <a:cubicBezTo>
                  <a:pt x="26298" y="39760"/>
                  <a:pt x="26254" y="39657"/>
                  <a:pt x="26210" y="39569"/>
                </a:cubicBezTo>
                <a:cubicBezTo>
                  <a:pt x="26269" y="39481"/>
                  <a:pt x="26328" y="39392"/>
                  <a:pt x="26387" y="39275"/>
                </a:cubicBezTo>
                <a:close/>
                <a:moveTo>
                  <a:pt x="27432" y="39701"/>
                </a:moveTo>
                <a:cubicBezTo>
                  <a:pt x="27446" y="39760"/>
                  <a:pt x="27446" y="39790"/>
                  <a:pt x="27446" y="39804"/>
                </a:cubicBezTo>
                <a:cubicBezTo>
                  <a:pt x="27432" y="39863"/>
                  <a:pt x="27432" y="39922"/>
                  <a:pt x="27402" y="39981"/>
                </a:cubicBezTo>
                <a:cubicBezTo>
                  <a:pt x="27402" y="39937"/>
                  <a:pt x="27402" y="39922"/>
                  <a:pt x="27387" y="39878"/>
                </a:cubicBezTo>
                <a:lnTo>
                  <a:pt x="27387" y="39863"/>
                </a:lnTo>
                <a:cubicBezTo>
                  <a:pt x="27402" y="39804"/>
                  <a:pt x="27402" y="39760"/>
                  <a:pt x="27432" y="39701"/>
                </a:cubicBezTo>
                <a:close/>
                <a:moveTo>
                  <a:pt x="27314" y="39701"/>
                </a:moveTo>
                <a:cubicBezTo>
                  <a:pt x="27314" y="39775"/>
                  <a:pt x="27314" y="39834"/>
                  <a:pt x="27343" y="39878"/>
                </a:cubicBezTo>
                <a:lnTo>
                  <a:pt x="27284" y="40099"/>
                </a:lnTo>
                <a:cubicBezTo>
                  <a:pt x="27270" y="40040"/>
                  <a:pt x="27270" y="39981"/>
                  <a:pt x="27240" y="39922"/>
                </a:cubicBezTo>
                <a:cubicBezTo>
                  <a:pt x="27270" y="39849"/>
                  <a:pt x="27284" y="39775"/>
                  <a:pt x="27314" y="39701"/>
                </a:cubicBezTo>
                <a:close/>
                <a:moveTo>
                  <a:pt x="27122" y="39672"/>
                </a:moveTo>
                <a:cubicBezTo>
                  <a:pt x="27137" y="39760"/>
                  <a:pt x="27152" y="39849"/>
                  <a:pt x="27167" y="39922"/>
                </a:cubicBezTo>
                <a:cubicBezTo>
                  <a:pt x="27137" y="40010"/>
                  <a:pt x="27122" y="40084"/>
                  <a:pt x="27078" y="40172"/>
                </a:cubicBezTo>
                <a:cubicBezTo>
                  <a:pt x="27064" y="40099"/>
                  <a:pt x="27034" y="40010"/>
                  <a:pt x="27019" y="39937"/>
                </a:cubicBezTo>
                <a:cubicBezTo>
                  <a:pt x="27064" y="39849"/>
                  <a:pt x="27078" y="39775"/>
                  <a:pt x="27122" y="39672"/>
                </a:cubicBezTo>
                <a:close/>
                <a:moveTo>
                  <a:pt x="15658" y="25162"/>
                </a:moveTo>
                <a:lnTo>
                  <a:pt x="15658" y="25162"/>
                </a:lnTo>
                <a:cubicBezTo>
                  <a:pt x="15276" y="27781"/>
                  <a:pt x="16203" y="30563"/>
                  <a:pt x="18293" y="33094"/>
                </a:cubicBezTo>
                <a:cubicBezTo>
                  <a:pt x="19279" y="34286"/>
                  <a:pt x="20500" y="35287"/>
                  <a:pt x="21677" y="36243"/>
                </a:cubicBezTo>
                <a:cubicBezTo>
                  <a:pt x="23075" y="37406"/>
                  <a:pt x="24415" y="38480"/>
                  <a:pt x="25401" y="39907"/>
                </a:cubicBezTo>
                <a:cubicBezTo>
                  <a:pt x="25327" y="39996"/>
                  <a:pt x="25253" y="40099"/>
                  <a:pt x="25180" y="40202"/>
                </a:cubicBezTo>
                <a:cubicBezTo>
                  <a:pt x="24179" y="38848"/>
                  <a:pt x="22811" y="37803"/>
                  <a:pt x="21486" y="36773"/>
                </a:cubicBezTo>
                <a:cubicBezTo>
                  <a:pt x="20220" y="35802"/>
                  <a:pt x="18911" y="34786"/>
                  <a:pt x="17881" y="33521"/>
                </a:cubicBezTo>
                <a:cubicBezTo>
                  <a:pt x="15806" y="31034"/>
                  <a:pt x="14981" y="27928"/>
                  <a:pt x="15658" y="25162"/>
                </a:cubicBezTo>
                <a:close/>
                <a:moveTo>
                  <a:pt x="26858" y="39657"/>
                </a:moveTo>
                <a:cubicBezTo>
                  <a:pt x="26872" y="39760"/>
                  <a:pt x="26916" y="39849"/>
                  <a:pt x="26931" y="39922"/>
                </a:cubicBezTo>
                <a:lnTo>
                  <a:pt x="26828" y="40202"/>
                </a:lnTo>
                <a:cubicBezTo>
                  <a:pt x="26784" y="40099"/>
                  <a:pt x="26769" y="40010"/>
                  <a:pt x="26725" y="39922"/>
                </a:cubicBezTo>
                <a:cubicBezTo>
                  <a:pt x="26784" y="39849"/>
                  <a:pt x="26828" y="39760"/>
                  <a:pt x="26858" y="39657"/>
                </a:cubicBezTo>
                <a:close/>
                <a:moveTo>
                  <a:pt x="25724" y="39628"/>
                </a:moveTo>
                <a:cubicBezTo>
                  <a:pt x="25754" y="39701"/>
                  <a:pt x="25798" y="39775"/>
                  <a:pt x="25842" y="39849"/>
                </a:cubicBezTo>
                <a:cubicBezTo>
                  <a:pt x="25857" y="39863"/>
                  <a:pt x="25857" y="39907"/>
                  <a:pt x="25886" y="39922"/>
                </a:cubicBezTo>
                <a:cubicBezTo>
                  <a:pt x="25813" y="40010"/>
                  <a:pt x="25754" y="40128"/>
                  <a:pt x="25680" y="40217"/>
                </a:cubicBezTo>
                <a:cubicBezTo>
                  <a:pt x="25621" y="40128"/>
                  <a:pt x="25548" y="40010"/>
                  <a:pt x="25504" y="39922"/>
                </a:cubicBezTo>
                <a:cubicBezTo>
                  <a:pt x="25577" y="39834"/>
                  <a:pt x="25651" y="39716"/>
                  <a:pt x="25724" y="39628"/>
                </a:cubicBezTo>
                <a:close/>
                <a:moveTo>
                  <a:pt x="26181" y="39628"/>
                </a:moveTo>
                <a:cubicBezTo>
                  <a:pt x="26210" y="39731"/>
                  <a:pt x="26254" y="39834"/>
                  <a:pt x="26298" y="39922"/>
                </a:cubicBezTo>
                <a:cubicBezTo>
                  <a:pt x="26254" y="40010"/>
                  <a:pt x="26195" y="40099"/>
                  <a:pt x="26136" y="40217"/>
                </a:cubicBezTo>
                <a:cubicBezTo>
                  <a:pt x="26078" y="40128"/>
                  <a:pt x="26048" y="40025"/>
                  <a:pt x="25989" y="39922"/>
                </a:cubicBezTo>
                <a:cubicBezTo>
                  <a:pt x="26048" y="39834"/>
                  <a:pt x="26122" y="39731"/>
                  <a:pt x="26181" y="39628"/>
                </a:cubicBezTo>
                <a:close/>
                <a:moveTo>
                  <a:pt x="26534" y="39657"/>
                </a:moveTo>
                <a:lnTo>
                  <a:pt x="26637" y="39937"/>
                </a:lnTo>
                <a:cubicBezTo>
                  <a:pt x="26593" y="40025"/>
                  <a:pt x="26549" y="40128"/>
                  <a:pt x="26490" y="40217"/>
                </a:cubicBezTo>
                <a:cubicBezTo>
                  <a:pt x="26475" y="40128"/>
                  <a:pt x="26431" y="40025"/>
                  <a:pt x="26387" y="39937"/>
                </a:cubicBezTo>
                <a:cubicBezTo>
                  <a:pt x="26431" y="39849"/>
                  <a:pt x="26490" y="39760"/>
                  <a:pt x="26534" y="39657"/>
                </a:cubicBezTo>
                <a:close/>
                <a:moveTo>
                  <a:pt x="27461" y="40172"/>
                </a:moveTo>
                <a:lnTo>
                  <a:pt x="27461" y="40202"/>
                </a:lnTo>
                <a:cubicBezTo>
                  <a:pt x="27461" y="40231"/>
                  <a:pt x="27446" y="40275"/>
                  <a:pt x="27446" y="40305"/>
                </a:cubicBezTo>
                <a:lnTo>
                  <a:pt x="27446" y="40275"/>
                </a:lnTo>
                <a:cubicBezTo>
                  <a:pt x="27446" y="40231"/>
                  <a:pt x="27461" y="40217"/>
                  <a:pt x="27461" y="40172"/>
                </a:cubicBezTo>
                <a:close/>
                <a:moveTo>
                  <a:pt x="27373" y="40128"/>
                </a:moveTo>
                <a:lnTo>
                  <a:pt x="27373" y="40128"/>
                </a:lnTo>
                <a:cubicBezTo>
                  <a:pt x="27358" y="40172"/>
                  <a:pt x="27373" y="40217"/>
                  <a:pt x="27373" y="40275"/>
                </a:cubicBezTo>
                <a:cubicBezTo>
                  <a:pt x="27358" y="40320"/>
                  <a:pt x="27358" y="40393"/>
                  <a:pt x="27343" y="40452"/>
                </a:cubicBezTo>
                <a:cubicBezTo>
                  <a:pt x="27343" y="40393"/>
                  <a:pt x="27314" y="40364"/>
                  <a:pt x="27314" y="40305"/>
                </a:cubicBezTo>
                <a:cubicBezTo>
                  <a:pt x="27343" y="40246"/>
                  <a:pt x="27358" y="40172"/>
                  <a:pt x="27373" y="40128"/>
                </a:cubicBezTo>
                <a:close/>
                <a:moveTo>
                  <a:pt x="27167" y="40084"/>
                </a:moveTo>
                <a:cubicBezTo>
                  <a:pt x="27211" y="40158"/>
                  <a:pt x="27211" y="40231"/>
                  <a:pt x="27225" y="40305"/>
                </a:cubicBezTo>
                <a:cubicBezTo>
                  <a:pt x="27211" y="40378"/>
                  <a:pt x="27181" y="40467"/>
                  <a:pt x="27152" y="40540"/>
                </a:cubicBezTo>
                <a:lnTo>
                  <a:pt x="27093" y="40320"/>
                </a:lnTo>
                <a:cubicBezTo>
                  <a:pt x="27108" y="40246"/>
                  <a:pt x="27152" y="40172"/>
                  <a:pt x="27167" y="40084"/>
                </a:cubicBezTo>
                <a:close/>
                <a:moveTo>
                  <a:pt x="15467" y="25633"/>
                </a:moveTo>
                <a:cubicBezTo>
                  <a:pt x="14996" y="28296"/>
                  <a:pt x="15820" y="31225"/>
                  <a:pt x="17792" y="33594"/>
                </a:cubicBezTo>
                <a:cubicBezTo>
                  <a:pt x="18837" y="34860"/>
                  <a:pt x="20147" y="35890"/>
                  <a:pt x="21412" y="36861"/>
                </a:cubicBezTo>
                <a:cubicBezTo>
                  <a:pt x="22737" y="37891"/>
                  <a:pt x="24091" y="38951"/>
                  <a:pt x="25106" y="40290"/>
                </a:cubicBezTo>
                <a:cubicBezTo>
                  <a:pt x="25033" y="40378"/>
                  <a:pt x="24944" y="40496"/>
                  <a:pt x="24871" y="40584"/>
                </a:cubicBezTo>
                <a:cubicBezTo>
                  <a:pt x="23826" y="39334"/>
                  <a:pt x="22487" y="38333"/>
                  <a:pt x="21177" y="37376"/>
                </a:cubicBezTo>
                <a:cubicBezTo>
                  <a:pt x="19808" y="36390"/>
                  <a:pt x="18410" y="35360"/>
                  <a:pt x="17351" y="34036"/>
                </a:cubicBezTo>
                <a:cubicBezTo>
                  <a:pt x="15393" y="31622"/>
                  <a:pt x="14702" y="28429"/>
                  <a:pt x="15467" y="25633"/>
                </a:cubicBezTo>
                <a:close/>
                <a:moveTo>
                  <a:pt x="25445" y="39996"/>
                </a:moveTo>
                <a:cubicBezTo>
                  <a:pt x="25518" y="40084"/>
                  <a:pt x="25563" y="40172"/>
                  <a:pt x="25621" y="40290"/>
                </a:cubicBezTo>
                <a:cubicBezTo>
                  <a:pt x="25548" y="40378"/>
                  <a:pt x="25474" y="40496"/>
                  <a:pt x="25430" y="40584"/>
                </a:cubicBezTo>
                <a:cubicBezTo>
                  <a:pt x="25357" y="40496"/>
                  <a:pt x="25298" y="40378"/>
                  <a:pt x="25224" y="40290"/>
                </a:cubicBezTo>
                <a:cubicBezTo>
                  <a:pt x="25298" y="40202"/>
                  <a:pt x="25371" y="40084"/>
                  <a:pt x="25445" y="39996"/>
                </a:cubicBezTo>
                <a:close/>
                <a:moveTo>
                  <a:pt x="25930" y="39996"/>
                </a:moveTo>
                <a:cubicBezTo>
                  <a:pt x="25975" y="40099"/>
                  <a:pt x="26033" y="40202"/>
                  <a:pt x="26092" y="40290"/>
                </a:cubicBezTo>
                <a:cubicBezTo>
                  <a:pt x="26033" y="40378"/>
                  <a:pt x="25975" y="40467"/>
                  <a:pt x="25901" y="40584"/>
                </a:cubicBezTo>
                <a:cubicBezTo>
                  <a:pt x="25842" y="40496"/>
                  <a:pt x="25798" y="40378"/>
                  <a:pt x="25739" y="40290"/>
                </a:cubicBezTo>
                <a:cubicBezTo>
                  <a:pt x="25813" y="40202"/>
                  <a:pt x="25872" y="40099"/>
                  <a:pt x="25930" y="39996"/>
                </a:cubicBezTo>
                <a:close/>
                <a:moveTo>
                  <a:pt x="26343" y="40025"/>
                </a:moveTo>
                <a:cubicBezTo>
                  <a:pt x="26387" y="40128"/>
                  <a:pt x="26416" y="40217"/>
                  <a:pt x="26475" y="40320"/>
                </a:cubicBezTo>
                <a:cubicBezTo>
                  <a:pt x="26416" y="40393"/>
                  <a:pt x="26357" y="40496"/>
                  <a:pt x="26298" y="40584"/>
                </a:cubicBezTo>
                <a:cubicBezTo>
                  <a:pt x="26269" y="40496"/>
                  <a:pt x="26210" y="40393"/>
                  <a:pt x="26181" y="40305"/>
                </a:cubicBezTo>
                <a:lnTo>
                  <a:pt x="26343" y="40025"/>
                </a:lnTo>
                <a:close/>
                <a:moveTo>
                  <a:pt x="26681" y="40025"/>
                </a:moveTo>
                <a:cubicBezTo>
                  <a:pt x="26710" y="40128"/>
                  <a:pt x="26725" y="40217"/>
                  <a:pt x="26769" y="40305"/>
                </a:cubicBezTo>
                <a:cubicBezTo>
                  <a:pt x="26725" y="40393"/>
                  <a:pt x="26696" y="40496"/>
                  <a:pt x="26637" y="40584"/>
                </a:cubicBezTo>
                <a:cubicBezTo>
                  <a:pt x="26622" y="40496"/>
                  <a:pt x="26578" y="40393"/>
                  <a:pt x="26549" y="40305"/>
                </a:cubicBezTo>
                <a:cubicBezTo>
                  <a:pt x="26607" y="40217"/>
                  <a:pt x="26637" y="40128"/>
                  <a:pt x="26681" y="40025"/>
                </a:cubicBezTo>
                <a:close/>
                <a:moveTo>
                  <a:pt x="26975" y="40069"/>
                </a:moveTo>
                <a:cubicBezTo>
                  <a:pt x="26990" y="40158"/>
                  <a:pt x="27005" y="40231"/>
                  <a:pt x="27019" y="40320"/>
                </a:cubicBezTo>
                <a:cubicBezTo>
                  <a:pt x="26990" y="40423"/>
                  <a:pt x="26975" y="40496"/>
                  <a:pt x="26931" y="40584"/>
                </a:cubicBezTo>
                <a:cubicBezTo>
                  <a:pt x="26916" y="40496"/>
                  <a:pt x="26872" y="40423"/>
                  <a:pt x="26858" y="40320"/>
                </a:cubicBezTo>
                <a:cubicBezTo>
                  <a:pt x="26902" y="40231"/>
                  <a:pt x="26931" y="40158"/>
                  <a:pt x="26975" y="40069"/>
                </a:cubicBezTo>
                <a:close/>
                <a:moveTo>
                  <a:pt x="27387" y="40584"/>
                </a:moveTo>
                <a:lnTo>
                  <a:pt x="27387" y="40658"/>
                </a:lnTo>
                <a:cubicBezTo>
                  <a:pt x="27387" y="40717"/>
                  <a:pt x="27373" y="40746"/>
                  <a:pt x="27373" y="40805"/>
                </a:cubicBezTo>
                <a:cubicBezTo>
                  <a:pt x="27373" y="40761"/>
                  <a:pt x="27373" y="40732"/>
                  <a:pt x="27358" y="40717"/>
                </a:cubicBezTo>
                <a:cubicBezTo>
                  <a:pt x="27373" y="40673"/>
                  <a:pt x="27373" y="40614"/>
                  <a:pt x="27387" y="40584"/>
                </a:cubicBezTo>
                <a:close/>
                <a:moveTo>
                  <a:pt x="25165" y="40364"/>
                </a:moveTo>
                <a:cubicBezTo>
                  <a:pt x="25239" y="40452"/>
                  <a:pt x="25312" y="40540"/>
                  <a:pt x="25371" y="40658"/>
                </a:cubicBezTo>
                <a:cubicBezTo>
                  <a:pt x="25312" y="40732"/>
                  <a:pt x="25239" y="40820"/>
                  <a:pt x="25180" y="40893"/>
                </a:cubicBezTo>
                <a:cubicBezTo>
                  <a:pt x="25165" y="40879"/>
                  <a:pt x="25150" y="40879"/>
                  <a:pt x="25150" y="40864"/>
                </a:cubicBezTo>
                <a:lnTo>
                  <a:pt x="25106" y="40893"/>
                </a:lnTo>
                <a:cubicBezTo>
                  <a:pt x="25062" y="40820"/>
                  <a:pt x="24974" y="40732"/>
                  <a:pt x="24930" y="40658"/>
                </a:cubicBezTo>
                <a:cubicBezTo>
                  <a:pt x="25003" y="40570"/>
                  <a:pt x="25092" y="40452"/>
                  <a:pt x="25165" y="40364"/>
                </a:cubicBezTo>
                <a:close/>
                <a:moveTo>
                  <a:pt x="27240" y="40511"/>
                </a:moveTo>
                <a:cubicBezTo>
                  <a:pt x="27270" y="40570"/>
                  <a:pt x="27270" y="40643"/>
                  <a:pt x="27284" y="40687"/>
                </a:cubicBezTo>
                <a:lnTo>
                  <a:pt x="27225" y="40908"/>
                </a:lnTo>
                <a:cubicBezTo>
                  <a:pt x="27211" y="40835"/>
                  <a:pt x="27211" y="40790"/>
                  <a:pt x="27196" y="40717"/>
                </a:cubicBezTo>
                <a:cubicBezTo>
                  <a:pt x="27211" y="40643"/>
                  <a:pt x="27225" y="40584"/>
                  <a:pt x="27240" y="40511"/>
                </a:cubicBezTo>
                <a:close/>
                <a:moveTo>
                  <a:pt x="15261" y="26074"/>
                </a:moveTo>
                <a:lnTo>
                  <a:pt x="15261" y="26074"/>
                </a:lnTo>
                <a:cubicBezTo>
                  <a:pt x="14672" y="28767"/>
                  <a:pt x="15408" y="31769"/>
                  <a:pt x="17277" y="34065"/>
                </a:cubicBezTo>
                <a:cubicBezTo>
                  <a:pt x="18366" y="35390"/>
                  <a:pt x="19764" y="36449"/>
                  <a:pt x="21118" y="37435"/>
                </a:cubicBezTo>
                <a:cubicBezTo>
                  <a:pt x="22428" y="38392"/>
                  <a:pt x="23767" y="39392"/>
                  <a:pt x="24797" y="40643"/>
                </a:cubicBezTo>
                <a:cubicBezTo>
                  <a:pt x="24709" y="40746"/>
                  <a:pt x="24635" y="40835"/>
                  <a:pt x="24547" y="40938"/>
                </a:cubicBezTo>
                <a:cubicBezTo>
                  <a:pt x="23517" y="39775"/>
                  <a:pt x="22192" y="38833"/>
                  <a:pt x="20883" y="37935"/>
                </a:cubicBezTo>
                <a:cubicBezTo>
                  <a:pt x="19440" y="36920"/>
                  <a:pt x="17954" y="35890"/>
                  <a:pt x="16850" y="34507"/>
                </a:cubicBezTo>
                <a:cubicBezTo>
                  <a:pt x="14967" y="32181"/>
                  <a:pt x="14378" y="28914"/>
                  <a:pt x="15261" y="26074"/>
                </a:cubicBezTo>
                <a:close/>
                <a:moveTo>
                  <a:pt x="25680" y="40349"/>
                </a:moveTo>
                <a:cubicBezTo>
                  <a:pt x="25739" y="40452"/>
                  <a:pt x="25798" y="40540"/>
                  <a:pt x="25842" y="40658"/>
                </a:cubicBezTo>
                <a:cubicBezTo>
                  <a:pt x="25798" y="40746"/>
                  <a:pt x="25710" y="40835"/>
                  <a:pt x="25666" y="40938"/>
                </a:cubicBezTo>
                <a:cubicBezTo>
                  <a:pt x="25621" y="40879"/>
                  <a:pt x="25592" y="40805"/>
                  <a:pt x="25548" y="40746"/>
                </a:cubicBezTo>
                <a:cubicBezTo>
                  <a:pt x="25533" y="40717"/>
                  <a:pt x="25504" y="40673"/>
                  <a:pt x="25474" y="40643"/>
                </a:cubicBezTo>
                <a:cubicBezTo>
                  <a:pt x="25548" y="40540"/>
                  <a:pt x="25621" y="40452"/>
                  <a:pt x="25680" y="40349"/>
                </a:cubicBezTo>
                <a:close/>
                <a:moveTo>
                  <a:pt x="26136" y="40378"/>
                </a:moveTo>
                <a:cubicBezTo>
                  <a:pt x="26195" y="40467"/>
                  <a:pt x="26239" y="40584"/>
                  <a:pt x="26269" y="40673"/>
                </a:cubicBezTo>
                <a:lnTo>
                  <a:pt x="26107" y="40952"/>
                </a:lnTo>
                <a:cubicBezTo>
                  <a:pt x="26048" y="40864"/>
                  <a:pt x="26019" y="40746"/>
                  <a:pt x="25960" y="40658"/>
                </a:cubicBezTo>
                <a:cubicBezTo>
                  <a:pt x="26019" y="40570"/>
                  <a:pt x="26063" y="40467"/>
                  <a:pt x="26136" y="40378"/>
                </a:cubicBezTo>
                <a:close/>
                <a:moveTo>
                  <a:pt x="26490" y="40393"/>
                </a:moveTo>
                <a:lnTo>
                  <a:pt x="26593" y="40673"/>
                </a:lnTo>
                <a:cubicBezTo>
                  <a:pt x="26563" y="40761"/>
                  <a:pt x="26504" y="40864"/>
                  <a:pt x="26475" y="40952"/>
                </a:cubicBezTo>
                <a:cubicBezTo>
                  <a:pt x="26431" y="40864"/>
                  <a:pt x="26401" y="40761"/>
                  <a:pt x="26343" y="40673"/>
                </a:cubicBezTo>
                <a:cubicBezTo>
                  <a:pt x="26401" y="40584"/>
                  <a:pt x="26431" y="40496"/>
                  <a:pt x="26490" y="40393"/>
                </a:cubicBezTo>
                <a:close/>
                <a:moveTo>
                  <a:pt x="27078" y="40467"/>
                </a:moveTo>
                <a:cubicBezTo>
                  <a:pt x="27078" y="40540"/>
                  <a:pt x="27093" y="40643"/>
                  <a:pt x="27122" y="40717"/>
                </a:cubicBezTo>
                <a:cubicBezTo>
                  <a:pt x="27093" y="40790"/>
                  <a:pt x="27064" y="40879"/>
                  <a:pt x="27034" y="40952"/>
                </a:cubicBezTo>
                <a:cubicBezTo>
                  <a:pt x="27019" y="40879"/>
                  <a:pt x="27005" y="40790"/>
                  <a:pt x="26990" y="40717"/>
                </a:cubicBezTo>
                <a:cubicBezTo>
                  <a:pt x="27019" y="40643"/>
                  <a:pt x="27034" y="40540"/>
                  <a:pt x="27078" y="40467"/>
                </a:cubicBezTo>
                <a:close/>
                <a:moveTo>
                  <a:pt x="26799" y="40437"/>
                </a:moveTo>
                <a:cubicBezTo>
                  <a:pt x="26813" y="40526"/>
                  <a:pt x="26858" y="40614"/>
                  <a:pt x="26872" y="40717"/>
                </a:cubicBezTo>
                <a:cubicBezTo>
                  <a:pt x="26843" y="40805"/>
                  <a:pt x="26799" y="40879"/>
                  <a:pt x="26769" y="40967"/>
                </a:cubicBezTo>
                <a:cubicBezTo>
                  <a:pt x="26725" y="40879"/>
                  <a:pt x="26710" y="40790"/>
                  <a:pt x="26681" y="40687"/>
                </a:cubicBezTo>
                <a:cubicBezTo>
                  <a:pt x="26725" y="40599"/>
                  <a:pt x="26769" y="40526"/>
                  <a:pt x="26799" y="40437"/>
                </a:cubicBezTo>
                <a:close/>
                <a:moveTo>
                  <a:pt x="24871" y="40717"/>
                </a:moveTo>
                <a:cubicBezTo>
                  <a:pt x="24944" y="40805"/>
                  <a:pt x="25003" y="40879"/>
                  <a:pt x="25062" y="40952"/>
                </a:cubicBezTo>
                <a:lnTo>
                  <a:pt x="25003" y="41011"/>
                </a:lnTo>
                <a:cubicBezTo>
                  <a:pt x="24944" y="41085"/>
                  <a:pt x="24871" y="41158"/>
                  <a:pt x="24797" y="41232"/>
                </a:cubicBezTo>
                <a:cubicBezTo>
                  <a:pt x="24738" y="41158"/>
                  <a:pt x="24665" y="41085"/>
                  <a:pt x="24621" y="41011"/>
                </a:cubicBezTo>
                <a:cubicBezTo>
                  <a:pt x="24709" y="40908"/>
                  <a:pt x="24783" y="40820"/>
                  <a:pt x="24871" y="40717"/>
                </a:cubicBezTo>
                <a:close/>
                <a:moveTo>
                  <a:pt x="27299" y="40938"/>
                </a:moveTo>
                <a:cubicBezTo>
                  <a:pt x="27314" y="40967"/>
                  <a:pt x="27314" y="41026"/>
                  <a:pt x="27314" y="41085"/>
                </a:cubicBezTo>
                <a:cubicBezTo>
                  <a:pt x="27314" y="41114"/>
                  <a:pt x="27299" y="41158"/>
                  <a:pt x="27299" y="41173"/>
                </a:cubicBezTo>
                <a:cubicBezTo>
                  <a:pt x="27299" y="41188"/>
                  <a:pt x="27284" y="41232"/>
                  <a:pt x="27284" y="41247"/>
                </a:cubicBezTo>
                <a:cubicBezTo>
                  <a:pt x="27284" y="41188"/>
                  <a:pt x="27270" y="41129"/>
                  <a:pt x="27270" y="41100"/>
                </a:cubicBezTo>
                <a:cubicBezTo>
                  <a:pt x="27284" y="41041"/>
                  <a:pt x="27299" y="40982"/>
                  <a:pt x="27299" y="40938"/>
                </a:cubicBezTo>
                <a:close/>
                <a:moveTo>
                  <a:pt x="25430" y="40717"/>
                </a:moveTo>
                <a:cubicBezTo>
                  <a:pt x="25445" y="40746"/>
                  <a:pt x="25460" y="40761"/>
                  <a:pt x="25474" y="40805"/>
                </a:cubicBezTo>
                <a:cubicBezTo>
                  <a:pt x="25518" y="40879"/>
                  <a:pt x="25563" y="40952"/>
                  <a:pt x="25607" y="41011"/>
                </a:cubicBezTo>
                <a:cubicBezTo>
                  <a:pt x="25533" y="41100"/>
                  <a:pt x="25474" y="41188"/>
                  <a:pt x="25401" y="41276"/>
                </a:cubicBezTo>
                <a:cubicBezTo>
                  <a:pt x="25386" y="41261"/>
                  <a:pt x="25386" y="41247"/>
                  <a:pt x="25371" y="41232"/>
                </a:cubicBezTo>
                <a:cubicBezTo>
                  <a:pt x="25401" y="41188"/>
                  <a:pt x="25430" y="41158"/>
                  <a:pt x="25460" y="41114"/>
                </a:cubicBezTo>
                <a:cubicBezTo>
                  <a:pt x="25445" y="41114"/>
                  <a:pt x="25430" y="41100"/>
                  <a:pt x="25401" y="41085"/>
                </a:cubicBezTo>
                <a:cubicBezTo>
                  <a:pt x="25386" y="41114"/>
                  <a:pt x="25357" y="41129"/>
                  <a:pt x="25327" y="41173"/>
                </a:cubicBezTo>
                <a:cubicBezTo>
                  <a:pt x="25298" y="41114"/>
                  <a:pt x="25253" y="41055"/>
                  <a:pt x="25195" y="41011"/>
                </a:cubicBezTo>
                <a:cubicBezTo>
                  <a:pt x="25283" y="40908"/>
                  <a:pt x="25342" y="40820"/>
                  <a:pt x="25430" y="40717"/>
                </a:cubicBezTo>
                <a:close/>
                <a:moveTo>
                  <a:pt x="25886" y="40732"/>
                </a:moveTo>
                <a:cubicBezTo>
                  <a:pt x="25930" y="40820"/>
                  <a:pt x="25989" y="40938"/>
                  <a:pt x="26033" y="41026"/>
                </a:cubicBezTo>
                <a:cubicBezTo>
                  <a:pt x="25975" y="41114"/>
                  <a:pt x="25916" y="41203"/>
                  <a:pt x="25842" y="41306"/>
                </a:cubicBezTo>
                <a:cubicBezTo>
                  <a:pt x="25827" y="41203"/>
                  <a:pt x="25754" y="41114"/>
                  <a:pt x="25695" y="41011"/>
                </a:cubicBezTo>
                <a:cubicBezTo>
                  <a:pt x="25754" y="40908"/>
                  <a:pt x="25827" y="40820"/>
                  <a:pt x="25886" y="40732"/>
                </a:cubicBezTo>
                <a:close/>
                <a:moveTo>
                  <a:pt x="26298" y="40761"/>
                </a:moveTo>
                <a:cubicBezTo>
                  <a:pt x="26343" y="40864"/>
                  <a:pt x="26387" y="40952"/>
                  <a:pt x="26431" y="41055"/>
                </a:cubicBezTo>
                <a:cubicBezTo>
                  <a:pt x="26387" y="41158"/>
                  <a:pt x="26343" y="41247"/>
                  <a:pt x="26284" y="41335"/>
                </a:cubicBezTo>
                <a:cubicBezTo>
                  <a:pt x="26254" y="41247"/>
                  <a:pt x="26195" y="41144"/>
                  <a:pt x="26166" y="41041"/>
                </a:cubicBezTo>
                <a:cubicBezTo>
                  <a:pt x="26195" y="40952"/>
                  <a:pt x="26254" y="40864"/>
                  <a:pt x="26298" y="40761"/>
                </a:cubicBezTo>
                <a:close/>
                <a:moveTo>
                  <a:pt x="26637" y="40805"/>
                </a:moveTo>
                <a:cubicBezTo>
                  <a:pt x="26681" y="40893"/>
                  <a:pt x="26696" y="40982"/>
                  <a:pt x="26725" y="41085"/>
                </a:cubicBezTo>
                <a:cubicBezTo>
                  <a:pt x="26696" y="41173"/>
                  <a:pt x="26652" y="41261"/>
                  <a:pt x="26622" y="41335"/>
                </a:cubicBezTo>
                <a:lnTo>
                  <a:pt x="26504" y="41055"/>
                </a:lnTo>
                <a:cubicBezTo>
                  <a:pt x="26549" y="40967"/>
                  <a:pt x="26607" y="40893"/>
                  <a:pt x="26637" y="40805"/>
                </a:cubicBezTo>
                <a:close/>
                <a:moveTo>
                  <a:pt x="26916" y="40835"/>
                </a:moveTo>
                <a:cubicBezTo>
                  <a:pt x="26931" y="40938"/>
                  <a:pt x="26946" y="41026"/>
                  <a:pt x="26975" y="41100"/>
                </a:cubicBezTo>
                <a:cubicBezTo>
                  <a:pt x="26931" y="41173"/>
                  <a:pt x="26916" y="41261"/>
                  <a:pt x="26872" y="41335"/>
                </a:cubicBezTo>
                <a:cubicBezTo>
                  <a:pt x="26858" y="41247"/>
                  <a:pt x="26828" y="41144"/>
                  <a:pt x="26799" y="41070"/>
                </a:cubicBezTo>
                <a:cubicBezTo>
                  <a:pt x="26858" y="41011"/>
                  <a:pt x="26902" y="40908"/>
                  <a:pt x="26916" y="40835"/>
                </a:cubicBezTo>
                <a:close/>
                <a:moveTo>
                  <a:pt x="27137" y="40893"/>
                </a:moveTo>
                <a:cubicBezTo>
                  <a:pt x="27152" y="40952"/>
                  <a:pt x="27167" y="41026"/>
                  <a:pt x="27167" y="41100"/>
                </a:cubicBezTo>
                <a:cubicBezTo>
                  <a:pt x="27152" y="41173"/>
                  <a:pt x="27137" y="41247"/>
                  <a:pt x="27122" y="41335"/>
                </a:cubicBezTo>
                <a:lnTo>
                  <a:pt x="27064" y="41114"/>
                </a:lnTo>
                <a:cubicBezTo>
                  <a:pt x="27078" y="41041"/>
                  <a:pt x="27122" y="40967"/>
                  <a:pt x="27137" y="40893"/>
                </a:cubicBezTo>
                <a:close/>
                <a:moveTo>
                  <a:pt x="25150" y="41085"/>
                </a:moveTo>
                <a:cubicBezTo>
                  <a:pt x="25180" y="41129"/>
                  <a:pt x="25224" y="41188"/>
                  <a:pt x="25283" y="41247"/>
                </a:cubicBezTo>
                <a:lnTo>
                  <a:pt x="25062" y="41512"/>
                </a:lnTo>
                <a:cubicBezTo>
                  <a:pt x="25018" y="41467"/>
                  <a:pt x="24959" y="41409"/>
                  <a:pt x="24930" y="41350"/>
                </a:cubicBezTo>
                <a:lnTo>
                  <a:pt x="25150" y="41085"/>
                </a:lnTo>
                <a:close/>
                <a:moveTo>
                  <a:pt x="27343" y="41379"/>
                </a:moveTo>
                <a:cubicBezTo>
                  <a:pt x="27343" y="41394"/>
                  <a:pt x="27343" y="41423"/>
                  <a:pt x="27358" y="41467"/>
                </a:cubicBezTo>
                <a:cubicBezTo>
                  <a:pt x="27358" y="41497"/>
                  <a:pt x="27343" y="41556"/>
                  <a:pt x="27343" y="41600"/>
                </a:cubicBezTo>
                <a:cubicBezTo>
                  <a:pt x="27343" y="41556"/>
                  <a:pt x="27343" y="41526"/>
                  <a:pt x="27314" y="41497"/>
                </a:cubicBezTo>
                <a:cubicBezTo>
                  <a:pt x="27343" y="41467"/>
                  <a:pt x="27343" y="41409"/>
                  <a:pt x="27343" y="41379"/>
                </a:cubicBezTo>
                <a:close/>
                <a:moveTo>
                  <a:pt x="25312" y="41320"/>
                </a:moveTo>
                <a:cubicBezTo>
                  <a:pt x="25327" y="41335"/>
                  <a:pt x="25327" y="41350"/>
                  <a:pt x="25357" y="41379"/>
                </a:cubicBezTo>
                <a:cubicBezTo>
                  <a:pt x="25283" y="41467"/>
                  <a:pt x="25209" y="41556"/>
                  <a:pt x="25136" y="41673"/>
                </a:cubicBezTo>
                <a:lnTo>
                  <a:pt x="25077" y="41615"/>
                </a:lnTo>
                <a:cubicBezTo>
                  <a:pt x="25165" y="41497"/>
                  <a:pt x="25239" y="41409"/>
                  <a:pt x="25312" y="41320"/>
                </a:cubicBezTo>
                <a:close/>
                <a:moveTo>
                  <a:pt x="25666" y="41100"/>
                </a:moveTo>
                <a:cubicBezTo>
                  <a:pt x="25724" y="41188"/>
                  <a:pt x="25769" y="41306"/>
                  <a:pt x="25827" y="41394"/>
                </a:cubicBezTo>
                <a:cubicBezTo>
                  <a:pt x="25769" y="41482"/>
                  <a:pt x="25695" y="41570"/>
                  <a:pt x="25651" y="41673"/>
                </a:cubicBezTo>
                <a:cubicBezTo>
                  <a:pt x="25621" y="41629"/>
                  <a:pt x="25592" y="41600"/>
                  <a:pt x="25577" y="41541"/>
                </a:cubicBezTo>
                <a:cubicBezTo>
                  <a:pt x="25607" y="41482"/>
                  <a:pt x="25651" y="41423"/>
                  <a:pt x="25695" y="41379"/>
                </a:cubicBezTo>
                <a:cubicBezTo>
                  <a:pt x="25666" y="41350"/>
                  <a:pt x="25651" y="41335"/>
                  <a:pt x="25621" y="41320"/>
                </a:cubicBezTo>
                <a:cubicBezTo>
                  <a:pt x="25592" y="41379"/>
                  <a:pt x="25548" y="41423"/>
                  <a:pt x="25518" y="41467"/>
                </a:cubicBezTo>
                <a:cubicBezTo>
                  <a:pt x="25504" y="41423"/>
                  <a:pt x="25474" y="41394"/>
                  <a:pt x="25460" y="41379"/>
                </a:cubicBezTo>
                <a:cubicBezTo>
                  <a:pt x="25533" y="41276"/>
                  <a:pt x="25592" y="41188"/>
                  <a:pt x="25666" y="41100"/>
                </a:cubicBezTo>
                <a:close/>
                <a:moveTo>
                  <a:pt x="26092" y="41114"/>
                </a:moveTo>
                <a:cubicBezTo>
                  <a:pt x="26136" y="41203"/>
                  <a:pt x="26181" y="41320"/>
                  <a:pt x="26210" y="41409"/>
                </a:cubicBezTo>
                <a:lnTo>
                  <a:pt x="26048" y="41688"/>
                </a:lnTo>
                <a:cubicBezTo>
                  <a:pt x="25989" y="41600"/>
                  <a:pt x="25960" y="41482"/>
                  <a:pt x="25901" y="41394"/>
                </a:cubicBezTo>
                <a:cubicBezTo>
                  <a:pt x="25975" y="41306"/>
                  <a:pt x="26033" y="41203"/>
                  <a:pt x="26092" y="41114"/>
                </a:cubicBezTo>
                <a:close/>
                <a:moveTo>
                  <a:pt x="26475" y="41158"/>
                </a:moveTo>
                <a:lnTo>
                  <a:pt x="26578" y="41423"/>
                </a:lnTo>
                <a:cubicBezTo>
                  <a:pt x="26534" y="41512"/>
                  <a:pt x="26475" y="41615"/>
                  <a:pt x="26431" y="41688"/>
                </a:cubicBezTo>
                <a:lnTo>
                  <a:pt x="26328" y="41409"/>
                </a:lnTo>
                <a:cubicBezTo>
                  <a:pt x="26387" y="41320"/>
                  <a:pt x="26416" y="41247"/>
                  <a:pt x="26475" y="41158"/>
                </a:cubicBezTo>
                <a:close/>
                <a:moveTo>
                  <a:pt x="27181" y="41306"/>
                </a:moveTo>
                <a:cubicBezTo>
                  <a:pt x="27211" y="41350"/>
                  <a:pt x="27225" y="41423"/>
                  <a:pt x="27225" y="41482"/>
                </a:cubicBezTo>
                <a:cubicBezTo>
                  <a:pt x="27211" y="41556"/>
                  <a:pt x="27181" y="41615"/>
                  <a:pt x="27167" y="41688"/>
                </a:cubicBezTo>
                <a:cubicBezTo>
                  <a:pt x="27152" y="41615"/>
                  <a:pt x="27152" y="41556"/>
                  <a:pt x="27137" y="41482"/>
                </a:cubicBezTo>
                <a:cubicBezTo>
                  <a:pt x="27152" y="41423"/>
                  <a:pt x="27167" y="41350"/>
                  <a:pt x="27181" y="41306"/>
                </a:cubicBezTo>
                <a:close/>
                <a:moveTo>
                  <a:pt x="26769" y="41188"/>
                </a:moveTo>
                <a:cubicBezTo>
                  <a:pt x="26784" y="41276"/>
                  <a:pt x="26813" y="41379"/>
                  <a:pt x="26843" y="41467"/>
                </a:cubicBezTo>
                <a:cubicBezTo>
                  <a:pt x="26799" y="41556"/>
                  <a:pt x="26769" y="41629"/>
                  <a:pt x="26725" y="41718"/>
                </a:cubicBezTo>
                <a:cubicBezTo>
                  <a:pt x="26696" y="41629"/>
                  <a:pt x="26681" y="41541"/>
                  <a:pt x="26637" y="41453"/>
                </a:cubicBezTo>
                <a:cubicBezTo>
                  <a:pt x="26696" y="41350"/>
                  <a:pt x="26725" y="41276"/>
                  <a:pt x="26769" y="41188"/>
                </a:cubicBezTo>
                <a:close/>
                <a:moveTo>
                  <a:pt x="27019" y="41247"/>
                </a:moveTo>
                <a:cubicBezTo>
                  <a:pt x="27034" y="41320"/>
                  <a:pt x="27034" y="41394"/>
                  <a:pt x="27064" y="41482"/>
                </a:cubicBezTo>
                <a:cubicBezTo>
                  <a:pt x="27049" y="41556"/>
                  <a:pt x="27005" y="41629"/>
                  <a:pt x="26990" y="41718"/>
                </a:cubicBezTo>
                <a:cubicBezTo>
                  <a:pt x="26975" y="41629"/>
                  <a:pt x="26946" y="41556"/>
                  <a:pt x="26931" y="41482"/>
                </a:cubicBezTo>
                <a:cubicBezTo>
                  <a:pt x="26975" y="41409"/>
                  <a:pt x="26990" y="41335"/>
                  <a:pt x="27019" y="41247"/>
                </a:cubicBezTo>
                <a:close/>
                <a:moveTo>
                  <a:pt x="25401" y="41453"/>
                </a:moveTo>
                <a:cubicBezTo>
                  <a:pt x="25430" y="41482"/>
                  <a:pt x="25445" y="41497"/>
                  <a:pt x="25460" y="41541"/>
                </a:cubicBezTo>
                <a:lnTo>
                  <a:pt x="25239" y="41821"/>
                </a:lnTo>
                <a:cubicBezTo>
                  <a:pt x="25224" y="41776"/>
                  <a:pt x="25195" y="41762"/>
                  <a:pt x="25180" y="41718"/>
                </a:cubicBezTo>
                <a:lnTo>
                  <a:pt x="25401" y="41453"/>
                </a:lnTo>
                <a:close/>
                <a:moveTo>
                  <a:pt x="25518" y="41615"/>
                </a:moveTo>
                <a:cubicBezTo>
                  <a:pt x="25533" y="41644"/>
                  <a:pt x="25563" y="41703"/>
                  <a:pt x="25592" y="41732"/>
                </a:cubicBezTo>
                <a:cubicBezTo>
                  <a:pt x="25518" y="41835"/>
                  <a:pt x="25460" y="41924"/>
                  <a:pt x="25386" y="42012"/>
                </a:cubicBezTo>
                <a:cubicBezTo>
                  <a:pt x="25357" y="41982"/>
                  <a:pt x="25327" y="41924"/>
                  <a:pt x="25298" y="41879"/>
                </a:cubicBezTo>
                <a:lnTo>
                  <a:pt x="25518" y="41615"/>
                </a:lnTo>
                <a:close/>
                <a:moveTo>
                  <a:pt x="25842" y="41453"/>
                </a:moveTo>
                <a:cubicBezTo>
                  <a:pt x="25901" y="41541"/>
                  <a:pt x="25960" y="41644"/>
                  <a:pt x="25989" y="41747"/>
                </a:cubicBezTo>
                <a:cubicBezTo>
                  <a:pt x="25960" y="41850"/>
                  <a:pt x="25901" y="41938"/>
                  <a:pt x="25842" y="42041"/>
                </a:cubicBezTo>
                <a:cubicBezTo>
                  <a:pt x="25813" y="41968"/>
                  <a:pt x="25769" y="41909"/>
                  <a:pt x="25739" y="41835"/>
                </a:cubicBezTo>
                <a:cubicBezTo>
                  <a:pt x="25798" y="41762"/>
                  <a:pt x="25842" y="41688"/>
                  <a:pt x="25886" y="41615"/>
                </a:cubicBezTo>
                <a:cubicBezTo>
                  <a:pt x="25872" y="41585"/>
                  <a:pt x="25842" y="41570"/>
                  <a:pt x="25827" y="41541"/>
                </a:cubicBezTo>
                <a:cubicBezTo>
                  <a:pt x="25769" y="41615"/>
                  <a:pt x="25739" y="41688"/>
                  <a:pt x="25680" y="41747"/>
                </a:cubicBezTo>
                <a:cubicBezTo>
                  <a:pt x="25680" y="41747"/>
                  <a:pt x="25680" y="41718"/>
                  <a:pt x="25666" y="41718"/>
                </a:cubicBezTo>
                <a:cubicBezTo>
                  <a:pt x="25724" y="41629"/>
                  <a:pt x="25798" y="41541"/>
                  <a:pt x="25842" y="41453"/>
                </a:cubicBezTo>
                <a:close/>
                <a:moveTo>
                  <a:pt x="27270" y="41718"/>
                </a:moveTo>
                <a:cubicBezTo>
                  <a:pt x="27270" y="41776"/>
                  <a:pt x="27270" y="41821"/>
                  <a:pt x="27284" y="41865"/>
                </a:cubicBezTo>
                <a:cubicBezTo>
                  <a:pt x="27270" y="41924"/>
                  <a:pt x="27270" y="41982"/>
                  <a:pt x="27240" y="42041"/>
                </a:cubicBezTo>
                <a:cubicBezTo>
                  <a:pt x="27240" y="41982"/>
                  <a:pt x="27225" y="41938"/>
                  <a:pt x="27225" y="41879"/>
                </a:cubicBezTo>
                <a:cubicBezTo>
                  <a:pt x="27240" y="41835"/>
                  <a:pt x="27270" y="41776"/>
                  <a:pt x="27270" y="41718"/>
                </a:cubicBezTo>
                <a:close/>
                <a:moveTo>
                  <a:pt x="26269" y="41497"/>
                </a:moveTo>
                <a:cubicBezTo>
                  <a:pt x="26313" y="41600"/>
                  <a:pt x="26343" y="41703"/>
                  <a:pt x="26387" y="41791"/>
                </a:cubicBezTo>
                <a:cubicBezTo>
                  <a:pt x="26328" y="41894"/>
                  <a:pt x="26284" y="41982"/>
                  <a:pt x="26239" y="42056"/>
                </a:cubicBezTo>
                <a:cubicBezTo>
                  <a:pt x="26195" y="41968"/>
                  <a:pt x="26136" y="41850"/>
                  <a:pt x="26107" y="41762"/>
                </a:cubicBezTo>
                <a:cubicBezTo>
                  <a:pt x="26166" y="41673"/>
                  <a:pt x="26210" y="41600"/>
                  <a:pt x="26269" y="41497"/>
                </a:cubicBezTo>
                <a:close/>
                <a:moveTo>
                  <a:pt x="27093" y="41629"/>
                </a:moveTo>
                <a:cubicBezTo>
                  <a:pt x="27122" y="41718"/>
                  <a:pt x="27122" y="41791"/>
                  <a:pt x="27137" y="41865"/>
                </a:cubicBezTo>
                <a:cubicBezTo>
                  <a:pt x="27122" y="41938"/>
                  <a:pt x="27093" y="42012"/>
                  <a:pt x="27078" y="42071"/>
                </a:cubicBezTo>
                <a:lnTo>
                  <a:pt x="27019" y="41850"/>
                </a:lnTo>
                <a:cubicBezTo>
                  <a:pt x="27034" y="41776"/>
                  <a:pt x="27078" y="41703"/>
                  <a:pt x="27093" y="41629"/>
                </a:cubicBezTo>
                <a:close/>
                <a:moveTo>
                  <a:pt x="26607" y="41541"/>
                </a:moveTo>
                <a:cubicBezTo>
                  <a:pt x="26637" y="41629"/>
                  <a:pt x="26652" y="41718"/>
                  <a:pt x="26696" y="41835"/>
                </a:cubicBezTo>
                <a:cubicBezTo>
                  <a:pt x="26652" y="41924"/>
                  <a:pt x="26622" y="41997"/>
                  <a:pt x="26578" y="42086"/>
                </a:cubicBezTo>
                <a:cubicBezTo>
                  <a:pt x="26549" y="41982"/>
                  <a:pt x="26504" y="41879"/>
                  <a:pt x="26475" y="41791"/>
                </a:cubicBezTo>
                <a:cubicBezTo>
                  <a:pt x="26504" y="41703"/>
                  <a:pt x="26563" y="41629"/>
                  <a:pt x="26607" y="41541"/>
                </a:cubicBezTo>
                <a:close/>
                <a:moveTo>
                  <a:pt x="26872" y="41600"/>
                </a:moveTo>
                <a:cubicBezTo>
                  <a:pt x="26902" y="41688"/>
                  <a:pt x="26916" y="41776"/>
                  <a:pt x="26931" y="41850"/>
                </a:cubicBezTo>
                <a:cubicBezTo>
                  <a:pt x="26902" y="41924"/>
                  <a:pt x="26872" y="42012"/>
                  <a:pt x="26843" y="42086"/>
                </a:cubicBezTo>
                <a:cubicBezTo>
                  <a:pt x="26828" y="41997"/>
                  <a:pt x="26784" y="41909"/>
                  <a:pt x="26769" y="41835"/>
                </a:cubicBezTo>
                <a:cubicBezTo>
                  <a:pt x="26828" y="41747"/>
                  <a:pt x="26843" y="41673"/>
                  <a:pt x="26872" y="41600"/>
                </a:cubicBezTo>
                <a:close/>
                <a:moveTo>
                  <a:pt x="25621" y="41821"/>
                </a:moveTo>
                <a:cubicBezTo>
                  <a:pt x="25621" y="41821"/>
                  <a:pt x="25621" y="41835"/>
                  <a:pt x="25651" y="41835"/>
                </a:cubicBezTo>
                <a:cubicBezTo>
                  <a:pt x="25592" y="41924"/>
                  <a:pt x="25518" y="42012"/>
                  <a:pt x="25445" y="42115"/>
                </a:cubicBezTo>
                <a:cubicBezTo>
                  <a:pt x="25445" y="42115"/>
                  <a:pt x="25445" y="42086"/>
                  <a:pt x="25430" y="42086"/>
                </a:cubicBezTo>
                <a:cubicBezTo>
                  <a:pt x="25504" y="41997"/>
                  <a:pt x="25563" y="41909"/>
                  <a:pt x="25621" y="41821"/>
                </a:cubicBezTo>
                <a:close/>
                <a:moveTo>
                  <a:pt x="26063" y="41865"/>
                </a:moveTo>
                <a:cubicBezTo>
                  <a:pt x="26107" y="41938"/>
                  <a:pt x="26122" y="42012"/>
                  <a:pt x="26166" y="42086"/>
                </a:cubicBezTo>
                <a:cubicBezTo>
                  <a:pt x="26107" y="42189"/>
                  <a:pt x="26063" y="42247"/>
                  <a:pt x="26019" y="42350"/>
                </a:cubicBezTo>
                <a:lnTo>
                  <a:pt x="25901" y="42130"/>
                </a:lnTo>
                <a:cubicBezTo>
                  <a:pt x="25960" y="42041"/>
                  <a:pt x="26019" y="41968"/>
                  <a:pt x="26063" y="41865"/>
                </a:cubicBezTo>
                <a:close/>
                <a:moveTo>
                  <a:pt x="27284" y="42159"/>
                </a:moveTo>
                <a:cubicBezTo>
                  <a:pt x="27299" y="42203"/>
                  <a:pt x="27299" y="42218"/>
                  <a:pt x="27299" y="42247"/>
                </a:cubicBezTo>
                <a:cubicBezTo>
                  <a:pt x="27299" y="42292"/>
                  <a:pt x="27284" y="42321"/>
                  <a:pt x="27284" y="42365"/>
                </a:cubicBezTo>
                <a:cubicBezTo>
                  <a:pt x="27284" y="42336"/>
                  <a:pt x="27284" y="42292"/>
                  <a:pt x="27270" y="42277"/>
                </a:cubicBezTo>
                <a:cubicBezTo>
                  <a:pt x="27270" y="42233"/>
                  <a:pt x="27284" y="42203"/>
                  <a:pt x="27284" y="42159"/>
                </a:cubicBezTo>
                <a:close/>
                <a:moveTo>
                  <a:pt x="25680" y="41909"/>
                </a:moveTo>
                <a:cubicBezTo>
                  <a:pt x="25724" y="41982"/>
                  <a:pt x="25754" y="42041"/>
                  <a:pt x="25798" y="42115"/>
                </a:cubicBezTo>
                <a:cubicBezTo>
                  <a:pt x="25739" y="42203"/>
                  <a:pt x="25666" y="42292"/>
                  <a:pt x="25607" y="42380"/>
                </a:cubicBezTo>
                <a:cubicBezTo>
                  <a:pt x="25563" y="42306"/>
                  <a:pt x="25518" y="42233"/>
                  <a:pt x="25474" y="42189"/>
                </a:cubicBezTo>
                <a:cubicBezTo>
                  <a:pt x="25548" y="42086"/>
                  <a:pt x="25621" y="41997"/>
                  <a:pt x="25680" y="41909"/>
                </a:cubicBezTo>
                <a:close/>
                <a:moveTo>
                  <a:pt x="26431" y="41894"/>
                </a:moveTo>
                <a:cubicBezTo>
                  <a:pt x="26475" y="41982"/>
                  <a:pt x="26504" y="42086"/>
                  <a:pt x="26549" y="42189"/>
                </a:cubicBezTo>
                <a:cubicBezTo>
                  <a:pt x="26504" y="42277"/>
                  <a:pt x="26460" y="42350"/>
                  <a:pt x="26416" y="42439"/>
                </a:cubicBezTo>
                <a:cubicBezTo>
                  <a:pt x="26416" y="42424"/>
                  <a:pt x="26401" y="42409"/>
                  <a:pt x="26401" y="42380"/>
                </a:cubicBezTo>
                <a:cubicBezTo>
                  <a:pt x="26401" y="42365"/>
                  <a:pt x="26416" y="42365"/>
                  <a:pt x="26416" y="42350"/>
                </a:cubicBezTo>
                <a:cubicBezTo>
                  <a:pt x="26387" y="42336"/>
                  <a:pt x="26387" y="42292"/>
                  <a:pt x="26357" y="42277"/>
                </a:cubicBezTo>
                <a:cubicBezTo>
                  <a:pt x="26357" y="42277"/>
                  <a:pt x="26357" y="42292"/>
                  <a:pt x="26343" y="42292"/>
                </a:cubicBezTo>
                <a:cubicBezTo>
                  <a:pt x="26328" y="42233"/>
                  <a:pt x="26313" y="42203"/>
                  <a:pt x="26284" y="42144"/>
                </a:cubicBezTo>
                <a:cubicBezTo>
                  <a:pt x="26343" y="42056"/>
                  <a:pt x="26387" y="41982"/>
                  <a:pt x="26431" y="41894"/>
                </a:cubicBezTo>
                <a:close/>
                <a:moveTo>
                  <a:pt x="26725" y="41938"/>
                </a:moveTo>
                <a:cubicBezTo>
                  <a:pt x="26755" y="42041"/>
                  <a:pt x="26784" y="42130"/>
                  <a:pt x="26799" y="42218"/>
                </a:cubicBezTo>
                <a:cubicBezTo>
                  <a:pt x="26769" y="42292"/>
                  <a:pt x="26725" y="42380"/>
                  <a:pt x="26710" y="42453"/>
                </a:cubicBezTo>
                <a:cubicBezTo>
                  <a:pt x="26681" y="42365"/>
                  <a:pt x="26652" y="42277"/>
                  <a:pt x="26622" y="42189"/>
                </a:cubicBezTo>
                <a:cubicBezTo>
                  <a:pt x="26652" y="42115"/>
                  <a:pt x="26696" y="42012"/>
                  <a:pt x="26725" y="41938"/>
                </a:cubicBezTo>
                <a:close/>
                <a:moveTo>
                  <a:pt x="27167" y="42071"/>
                </a:moveTo>
                <a:cubicBezTo>
                  <a:pt x="27167" y="42130"/>
                  <a:pt x="27167" y="42203"/>
                  <a:pt x="27196" y="42277"/>
                </a:cubicBezTo>
                <a:cubicBezTo>
                  <a:pt x="27167" y="42336"/>
                  <a:pt x="27152" y="42409"/>
                  <a:pt x="27152" y="42453"/>
                </a:cubicBezTo>
                <a:cubicBezTo>
                  <a:pt x="27137" y="42380"/>
                  <a:pt x="27137" y="42336"/>
                  <a:pt x="27122" y="42247"/>
                </a:cubicBezTo>
                <a:cubicBezTo>
                  <a:pt x="27137" y="42203"/>
                  <a:pt x="27152" y="42130"/>
                  <a:pt x="27167" y="42071"/>
                </a:cubicBezTo>
                <a:close/>
                <a:moveTo>
                  <a:pt x="26990" y="42012"/>
                </a:moveTo>
                <a:cubicBezTo>
                  <a:pt x="27005" y="42115"/>
                  <a:pt x="27019" y="42189"/>
                  <a:pt x="27034" y="42277"/>
                </a:cubicBezTo>
                <a:cubicBezTo>
                  <a:pt x="27005" y="42336"/>
                  <a:pt x="26975" y="42409"/>
                  <a:pt x="26946" y="42483"/>
                </a:cubicBezTo>
                <a:cubicBezTo>
                  <a:pt x="26931" y="42409"/>
                  <a:pt x="26916" y="42306"/>
                  <a:pt x="26902" y="42233"/>
                </a:cubicBezTo>
                <a:cubicBezTo>
                  <a:pt x="26931" y="42159"/>
                  <a:pt x="26946" y="42086"/>
                  <a:pt x="26990" y="42012"/>
                </a:cubicBezTo>
                <a:close/>
                <a:moveTo>
                  <a:pt x="26239" y="42233"/>
                </a:moveTo>
                <a:cubicBezTo>
                  <a:pt x="26254" y="42292"/>
                  <a:pt x="26269" y="42336"/>
                  <a:pt x="26284" y="42380"/>
                </a:cubicBezTo>
                <a:cubicBezTo>
                  <a:pt x="26254" y="42483"/>
                  <a:pt x="26195" y="42556"/>
                  <a:pt x="26136" y="42645"/>
                </a:cubicBezTo>
                <a:cubicBezTo>
                  <a:pt x="26122" y="42586"/>
                  <a:pt x="26092" y="42556"/>
                  <a:pt x="26063" y="42498"/>
                </a:cubicBezTo>
                <a:cubicBezTo>
                  <a:pt x="26136" y="42409"/>
                  <a:pt x="26181" y="42336"/>
                  <a:pt x="26239" y="42233"/>
                </a:cubicBezTo>
                <a:close/>
                <a:moveTo>
                  <a:pt x="25842" y="42203"/>
                </a:moveTo>
                <a:lnTo>
                  <a:pt x="25960" y="42424"/>
                </a:lnTo>
                <a:cubicBezTo>
                  <a:pt x="25901" y="42512"/>
                  <a:pt x="25842" y="42601"/>
                  <a:pt x="25783" y="42674"/>
                </a:cubicBezTo>
                <a:cubicBezTo>
                  <a:pt x="25754" y="42601"/>
                  <a:pt x="25710" y="42527"/>
                  <a:pt x="25666" y="42453"/>
                </a:cubicBezTo>
                <a:cubicBezTo>
                  <a:pt x="25739" y="42380"/>
                  <a:pt x="25798" y="42292"/>
                  <a:pt x="25842" y="42203"/>
                </a:cubicBezTo>
                <a:close/>
                <a:moveTo>
                  <a:pt x="26328" y="42483"/>
                </a:moveTo>
                <a:cubicBezTo>
                  <a:pt x="26328" y="42498"/>
                  <a:pt x="26343" y="42512"/>
                  <a:pt x="26343" y="42527"/>
                </a:cubicBezTo>
                <a:cubicBezTo>
                  <a:pt x="26298" y="42630"/>
                  <a:pt x="26254" y="42704"/>
                  <a:pt x="26210" y="42792"/>
                </a:cubicBezTo>
                <a:cubicBezTo>
                  <a:pt x="26210" y="42777"/>
                  <a:pt x="26195" y="42748"/>
                  <a:pt x="26195" y="42733"/>
                </a:cubicBezTo>
                <a:cubicBezTo>
                  <a:pt x="26239" y="42645"/>
                  <a:pt x="26284" y="42571"/>
                  <a:pt x="26328" y="42483"/>
                </a:cubicBezTo>
                <a:close/>
                <a:moveTo>
                  <a:pt x="26563" y="42292"/>
                </a:moveTo>
                <a:cubicBezTo>
                  <a:pt x="26607" y="42380"/>
                  <a:pt x="26622" y="42468"/>
                  <a:pt x="26652" y="42586"/>
                </a:cubicBezTo>
                <a:cubicBezTo>
                  <a:pt x="26622" y="42659"/>
                  <a:pt x="26578" y="42748"/>
                  <a:pt x="26549" y="42821"/>
                </a:cubicBezTo>
                <a:cubicBezTo>
                  <a:pt x="26534" y="42792"/>
                  <a:pt x="26504" y="42733"/>
                  <a:pt x="26490" y="42704"/>
                </a:cubicBezTo>
                <a:cubicBezTo>
                  <a:pt x="26504" y="42659"/>
                  <a:pt x="26534" y="42630"/>
                  <a:pt x="26549" y="42601"/>
                </a:cubicBezTo>
                <a:cubicBezTo>
                  <a:pt x="26534" y="42571"/>
                  <a:pt x="26504" y="42556"/>
                  <a:pt x="26490" y="42512"/>
                </a:cubicBezTo>
                <a:cubicBezTo>
                  <a:pt x="26475" y="42527"/>
                  <a:pt x="26475" y="42571"/>
                  <a:pt x="26460" y="42586"/>
                </a:cubicBezTo>
                <a:cubicBezTo>
                  <a:pt x="26460" y="42571"/>
                  <a:pt x="26431" y="42556"/>
                  <a:pt x="26431" y="42527"/>
                </a:cubicBezTo>
                <a:cubicBezTo>
                  <a:pt x="26475" y="42453"/>
                  <a:pt x="26534" y="42365"/>
                  <a:pt x="26563" y="42292"/>
                </a:cubicBezTo>
                <a:close/>
                <a:moveTo>
                  <a:pt x="27211" y="42512"/>
                </a:moveTo>
                <a:cubicBezTo>
                  <a:pt x="27225" y="42556"/>
                  <a:pt x="27225" y="42601"/>
                  <a:pt x="27225" y="42659"/>
                </a:cubicBezTo>
                <a:cubicBezTo>
                  <a:pt x="27211" y="42718"/>
                  <a:pt x="27211" y="42777"/>
                  <a:pt x="27181" y="42821"/>
                </a:cubicBezTo>
                <a:cubicBezTo>
                  <a:pt x="27181" y="42777"/>
                  <a:pt x="27167" y="42718"/>
                  <a:pt x="27167" y="42659"/>
                </a:cubicBezTo>
                <a:cubicBezTo>
                  <a:pt x="27181" y="42601"/>
                  <a:pt x="27211" y="42571"/>
                  <a:pt x="27211" y="42512"/>
                </a:cubicBezTo>
                <a:close/>
                <a:moveTo>
                  <a:pt x="26843" y="42350"/>
                </a:moveTo>
                <a:cubicBezTo>
                  <a:pt x="26858" y="42439"/>
                  <a:pt x="26872" y="42527"/>
                  <a:pt x="26902" y="42601"/>
                </a:cubicBezTo>
                <a:cubicBezTo>
                  <a:pt x="26872" y="42674"/>
                  <a:pt x="26843" y="42748"/>
                  <a:pt x="26799" y="42836"/>
                </a:cubicBezTo>
                <a:cubicBezTo>
                  <a:pt x="26784" y="42748"/>
                  <a:pt x="26755" y="42659"/>
                  <a:pt x="26725" y="42586"/>
                </a:cubicBezTo>
                <a:cubicBezTo>
                  <a:pt x="26784" y="42512"/>
                  <a:pt x="26799" y="42424"/>
                  <a:pt x="26843" y="42350"/>
                </a:cubicBezTo>
                <a:close/>
                <a:moveTo>
                  <a:pt x="27064" y="42424"/>
                </a:moveTo>
                <a:cubicBezTo>
                  <a:pt x="27064" y="42498"/>
                  <a:pt x="27078" y="42571"/>
                  <a:pt x="27093" y="42645"/>
                </a:cubicBezTo>
                <a:cubicBezTo>
                  <a:pt x="27078" y="42718"/>
                  <a:pt x="27064" y="42777"/>
                  <a:pt x="27049" y="42851"/>
                </a:cubicBezTo>
                <a:lnTo>
                  <a:pt x="26990" y="42630"/>
                </a:lnTo>
                <a:cubicBezTo>
                  <a:pt x="27005" y="42556"/>
                  <a:pt x="27049" y="42498"/>
                  <a:pt x="27064" y="42424"/>
                </a:cubicBezTo>
                <a:close/>
                <a:moveTo>
                  <a:pt x="26401" y="42645"/>
                </a:moveTo>
                <a:cubicBezTo>
                  <a:pt x="26401" y="42659"/>
                  <a:pt x="26416" y="42674"/>
                  <a:pt x="26416" y="42704"/>
                </a:cubicBezTo>
                <a:cubicBezTo>
                  <a:pt x="26372" y="42792"/>
                  <a:pt x="26328" y="42865"/>
                  <a:pt x="26284" y="42954"/>
                </a:cubicBezTo>
                <a:cubicBezTo>
                  <a:pt x="26284" y="42939"/>
                  <a:pt x="26269" y="42924"/>
                  <a:pt x="26269" y="42895"/>
                </a:cubicBezTo>
                <a:cubicBezTo>
                  <a:pt x="26298" y="42792"/>
                  <a:pt x="26343" y="42718"/>
                  <a:pt x="26401" y="42645"/>
                </a:cubicBezTo>
                <a:close/>
                <a:moveTo>
                  <a:pt x="27240" y="42939"/>
                </a:moveTo>
                <a:cubicBezTo>
                  <a:pt x="27270" y="42968"/>
                  <a:pt x="27270" y="43013"/>
                  <a:pt x="27270" y="43042"/>
                </a:cubicBezTo>
                <a:cubicBezTo>
                  <a:pt x="27270" y="43086"/>
                  <a:pt x="27270" y="43101"/>
                  <a:pt x="27240" y="43145"/>
                </a:cubicBezTo>
                <a:lnTo>
                  <a:pt x="27240" y="43160"/>
                </a:lnTo>
                <a:cubicBezTo>
                  <a:pt x="27240" y="43116"/>
                  <a:pt x="27240" y="43086"/>
                  <a:pt x="27225" y="43042"/>
                </a:cubicBezTo>
                <a:cubicBezTo>
                  <a:pt x="27225" y="43013"/>
                  <a:pt x="27240" y="42968"/>
                  <a:pt x="27240" y="42939"/>
                </a:cubicBezTo>
                <a:close/>
                <a:moveTo>
                  <a:pt x="26460" y="42807"/>
                </a:moveTo>
                <a:cubicBezTo>
                  <a:pt x="26475" y="42836"/>
                  <a:pt x="26490" y="42895"/>
                  <a:pt x="26490" y="42939"/>
                </a:cubicBezTo>
                <a:cubicBezTo>
                  <a:pt x="26460" y="43013"/>
                  <a:pt x="26416" y="43101"/>
                  <a:pt x="26387" y="43175"/>
                </a:cubicBezTo>
                <a:cubicBezTo>
                  <a:pt x="26357" y="43145"/>
                  <a:pt x="26343" y="43086"/>
                  <a:pt x="26328" y="43042"/>
                </a:cubicBezTo>
                <a:cubicBezTo>
                  <a:pt x="26357" y="42968"/>
                  <a:pt x="26416" y="42880"/>
                  <a:pt x="26460" y="42807"/>
                </a:cubicBezTo>
                <a:close/>
                <a:moveTo>
                  <a:pt x="26696" y="42704"/>
                </a:moveTo>
                <a:cubicBezTo>
                  <a:pt x="26710" y="42792"/>
                  <a:pt x="26755" y="42880"/>
                  <a:pt x="26769" y="42968"/>
                </a:cubicBezTo>
                <a:cubicBezTo>
                  <a:pt x="26769" y="42998"/>
                  <a:pt x="26769" y="42998"/>
                  <a:pt x="26755" y="43013"/>
                </a:cubicBezTo>
                <a:cubicBezTo>
                  <a:pt x="26725" y="43086"/>
                  <a:pt x="26696" y="43160"/>
                  <a:pt x="26681" y="43219"/>
                </a:cubicBezTo>
                <a:cubicBezTo>
                  <a:pt x="26652" y="43160"/>
                  <a:pt x="26637" y="43086"/>
                  <a:pt x="26622" y="43027"/>
                </a:cubicBezTo>
                <a:cubicBezTo>
                  <a:pt x="26637" y="42968"/>
                  <a:pt x="26681" y="42924"/>
                  <a:pt x="26696" y="42865"/>
                </a:cubicBezTo>
                <a:cubicBezTo>
                  <a:pt x="26666" y="42821"/>
                  <a:pt x="26652" y="42807"/>
                  <a:pt x="26652" y="42792"/>
                </a:cubicBezTo>
                <a:cubicBezTo>
                  <a:pt x="26666" y="42748"/>
                  <a:pt x="26696" y="42733"/>
                  <a:pt x="26696" y="42704"/>
                </a:cubicBezTo>
                <a:close/>
                <a:moveTo>
                  <a:pt x="26931" y="42748"/>
                </a:moveTo>
                <a:cubicBezTo>
                  <a:pt x="26946" y="42851"/>
                  <a:pt x="26975" y="42924"/>
                  <a:pt x="26990" y="43013"/>
                </a:cubicBezTo>
                <a:cubicBezTo>
                  <a:pt x="26975" y="43086"/>
                  <a:pt x="26931" y="43160"/>
                  <a:pt x="26916" y="43233"/>
                </a:cubicBezTo>
                <a:cubicBezTo>
                  <a:pt x="26902" y="43145"/>
                  <a:pt x="26872" y="43072"/>
                  <a:pt x="26858" y="42968"/>
                </a:cubicBezTo>
                <a:cubicBezTo>
                  <a:pt x="26902" y="42895"/>
                  <a:pt x="26916" y="42821"/>
                  <a:pt x="26931" y="42748"/>
                </a:cubicBezTo>
                <a:close/>
                <a:moveTo>
                  <a:pt x="27137" y="42836"/>
                </a:moveTo>
                <a:cubicBezTo>
                  <a:pt x="27137" y="42924"/>
                  <a:pt x="27137" y="42968"/>
                  <a:pt x="27152" y="43042"/>
                </a:cubicBezTo>
                <a:cubicBezTo>
                  <a:pt x="27137" y="43101"/>
                  <a:pt x="27122" y="43160"/>
                  <a:pt x="27122" y="43233"/>
                </a:cubicBezTo>
                <a:cubicBezTo>
                  <a:pt x="27093" y="43160"/>
                  <a:pt x="27093" y="43101"/>
                  <a:pt x="27078" y="43027"/>
                </a:cubicBezTo>
                <a:cubicBezTo>
                  <a:pt x="27093" y="42968"/>
                  <a:pt x="27122" y="42910"/>
                  <a:pt x="27137" y="42836"/>
                </a:cubicBezTo>
                <a:close/>
                <a:moveTo>
                  <a:pt x="26799" y="43116"/>
                </a:moveTo>
                <a:cubicBezTo>
                  <a:pt x="26813" y="43175"/>
                  <a:pt x="26813" y="43219"/>
                  <a:pt x="26843" y="43263"/>
                </a:cubicBezTo>
                <a:cubicBezTo>
                  <a:pt x="26799" y="43322"/>
                  <a:pt x="26784" y="43410"/>
                  <a:pt x="26755" y="43484"/>
                </a:cubicBezTo>
                <a:cubicBezTo>
                  <a:pt x="26725" y="43439"/>
                  <a:pt x="26710" y="43381"/>
                  <a:pt x="26710" y="43336"/>
                </a:cubicBezTo>
                <a:cubicBezTo>
                  <a:pt x="26755" y="43263"/>
                  <a:pt x="26769" y="43189"/>
                  <a:pt x="26799" y="43116"/>
                </a:cubicBezTo>
                <a:close/>
                <a:moveTo>
                  <a:pt x="26563" y="43116"/>
                </a:moveTo>
                <a:cubicBezTo>
                  <a:pt x="26578" y="43189"/>
                  <a:pt x="26607" y="43248"/>
                  <a:pt x="26622" y="43322"/>
                </a:cubicBezTo>
                <a:cubicBezTo>
                  <a:pt x="26578" y="43395"/>
                  <a:pt x="26549" y="43469"/>
                  <a:pt x="26504" y="43557"/>
                </a:cubicBezTo>
                <a:cubicBezTo>
                  <a:pt x="26490" y="43484"/>
                  <a:pt x="26460" y="43439"/>
                  <a:pt x="26431" y="43366"/>
                </a:cubicBezTo>
                <a:cubicBezTo>
                  <a:pt x="26490" y="43292"/>
                  <a:pt x="26534" y="43189"/>
                  <a:pt x="26563" y="43116"/>
                </a:cubicBezTo>
                <a:close/>
                <a:moveTo>
                  <a:pt x="27167" y="43263"/>
                </a:moveTo>
                <a:cubicBezTo>
                  <a:pt x="27167" y="43322"/>
                  <a:pt x="27196" y="43381"/>
                  <a:pt x="27196" y="43439"/>
                </a:cubicBezTo>
                <a:cubicBezTo>
                  <a:pt x="27167" y="43484"/>
                  <a:pt x="27167" y="43528"/>
                  <a:pt x="27152" y="43587"/>
                </a:cubicBezTo>
                <a:cubicBezTo>
                  <a:pt x="27152" y="43528"/>
                  <a:pt x="27137" y="43469"/>
                  <a:pt x="27137" y="43410"/>
                </a:cubicBezTo>
                <a:cubicBezTo>
                  <a:pt x="27152" y="43366"/>
                  <a:pt x="27152" y="43322"/>
                  <a:pt x="27167" y="43263"/>
                </a:cubicBezTo>
                <a:close/>
                <a:moveTo>
                  <a:pt x="27019" y="43189"/>
                </a:moveTo>
                <a:cubicBezTo>
                  <a:pt x="27019" y="43263"/>
                  <a:pt x="27034" y="43336"/>
                  <a:pt x="27064" y="43410"/>
                </a:cubicBezTo>
                <a:cubicBezTo>
                  <a:pt x="27049" y="43484"/>
                  <a:pt x="27019" y="43542"/>
                  <a:pt x="27005" y="43616"/>
                </a:cubicBezTo>
                <a:lnTo>
                  <a:pt x="27005" y="43601"/>
                </a:lnTo>
                <a:lnTo>
                  <a:pt x="27005" y="43572"/>
                </a:lnTo>
                <a:cubicBezTo>
                  <a:pt x="27005" y="43557"/>
                  <a:pt x="26990" y="43557"/>
                  <a:pt x="26990" y="43542"/>
                </a:cubicBezTo>
                <a:cubicBezTo>
                  <a:pt x="26990" y="43528"/>
                  <a:pt x="26990" y="43528"/>
                  <a:pt x="26975" y="43513"/>
                </a:cubicBezTo>
                <a:cubicBezTo>
                  <a:pt x="26975" y="43469"/>
                  <a:pt x="26946" y="43439"/>
                  <a:pt x="26946" y="43395"/>
                </a:cubicBezTo>
                <a:cubicBezTo>
                  <a:pt x="26975" y="43322"/>
                  <a:pt x="26990" y="43263"/>
                  <a:pt x="27019" y="43189"/>
                </a:cubicBezTo>
                <a:close/>
                <a:moveTo>
                  <a:pt x="26902" y="43528"/>
                </a:moveTo>
                <a:cubicBezTo>
                  <a:pt x="26902" y="43542"/>
                  <a:pt x="26902" y="43557"/>
                  <a:pt x="26916" y="43587"/>
                </a:cubicBezTo>
                <a:cubicBezTo>
                  <a:pt x="26902" y="43660"/>
                  <a:pt x="26858" y="43734"/>
                  <a:pt x="26843" y="43807"/>
                </a:cubicBezTo>
                <a:cubicBezTo>
                  <a:pt x="26843" y="43778"/>
                  <a:pt x="26813" y="43748"/>
                  <a:pt x="26813" y="43734"/>
                </a:cubicBezTo>
                <a:cubicBezTo>
                  <a:pt x="26843" y="43675"/>
                  <a:pt x="26872" y="43601"/>
                  <a:pt x="26902" y="43528"/>
                </a:cubicBezTo>
                <a:close/>
                <a:moveTo>
                  <a:pt x="27093" y="43616"/>
                </a:moveTo>
                <a:cubicBezTo>
                  <a:pt x="27093" y="43675"/>
                  <a:pt x="27093" y="43748"/>
                  <a:pt x="27122" y="43822"/>
                </a:cubicBezTo>
                <a:cubicBezTo>
                  <a:pt x="27078" y="43763"/>
                  <a:pt x="27078" y="43748"/>
                  <a:pt x="27064" y="43704"/>
                </a:cubicBezTo>
                <a:cubicBezTo>
                  <a:pt x="27078" y="43675"/>
                  <a:pt x="27078" y="43645"/>
                  <a:pt x="27093" y="43616"/>
                </a:cubicBezTo>
                <a:close/>
                <a:moveTo>
                  <a:pt x="26652" y="43454"/>
                </a:moveTo>
                <a:lnTo>
                  <a:pt x="26710" y="43616"/>
                </a:lnTo>
                <a:cubicBezTo>
                  <a:pt x="26666" y="43690"/>
                  <a:pt x="26637" y="43763"/>
                  <a:pt x="26607" y="43851"/>
                </a:cubicBezTo>
                <a:cubicBezTo>
                  <a:pt x="26578" y="43807"/>
                  <a:pt x="26563" y="43748"/>
                  <a:pt x="26549" y="43675"/>
                </a:cubicBezTo>
                <a:lnTo>
                  <a:pt x="26652" y="43454"/>
                </a:lnTo>
                <a:close/>
                <a:moveTo>
                  <a:pt x="27211" y="43719"/>
                </a:moveTo>
                <a:cubicBezTo>
                  <a:pt x="27211" y="43763"/>
                  <a:pt x="27225" y="43807"/>
                  <a:pt x="27225" y="43837"/>
                </a:cubicBezTo>
                <a:cubicBezTo>
                  <a:pt x="27225" y="43881"/>
                  <a:pt x="27211" y="43910"/>
                  <a:pt x="27211" y="43925"/>
                </a:cubicBezTo>
                <a:cubicBezTo>
                  <a:pt x="27211" y="43896"/>
                  <a:pt x="27211" y="43851"/>
                  <a:pt x="27196" y="43822"/>
                </a:cubicBezTo>
                <a:cubicBezTo>
                  <a:pt x="27196" y="43778"/>
                  <a:pt x="27211" y="43763"/>
                  <a:pt x="27211" y="43719"/>
                </a:cubicBezTo>
                <a:close/>
                <a:moveTo>
                  <a:pt x="26946" y="43763"/>
                </a:moveTo>
                <a:lnTo>
                  <a:pt x="26946" y="43778"/>
                </a:lnTo>
                <a:cubicBezTo>
                  <a:pt x="26931" y="43851"/>
                  <a:pt x="26902" y="43910"/>
                  <a:pt x="26872" y="43984"/>
                </a:cubicBezTo>
                <a:lnTo>
                  <a:pt x="26872" y="43969"/>
                </a:lnTo>
                <a:cubicBezTo>
                  <a:pt x="26902" y="43896"/>
                  <a:pt x="26931" y="43822"/>
                  <a:pt x="26946" y="43763"/>
                </a:cubicBezTo>
                <a:close/>
                <a:moveTo>
                  <a:pt x="27078" y="43822"/>
                </a:moveTo>
                <a:cubicBezTo>
                  <a:pt x="27078" y="43837"/>
                  <a:pt x="27078" y="43837"/>
                  <a:pt x="27093" y="43851"/>
                </a:cubicBezTo>
                <a:cubicBezTo>
                  <a:pt x="27078" y="43910"/>
                  <a:pt x="27078" y="43954"/>
                  <a:pt x="27064" y="43984"/>
                </a:cubicBezTo>
                <a:cubicBezTo>
                  <a:pt x="27064" y="43969"/>
                  <a:pt x="27064" y="43954"/>
                  <a:pt x="27049" y="43925"/>
                </a:cubicBezTo>
                <a:cubicBezTo>
                  <a:pt x="27064" y="43896"/>
                  <a:pt x="27064" y="43851"/>
                  <a:pt x="27078" y="43822"/>
                </a:cubicBezTo>
                <a:close/>
                <a:moveTo>
                  <a:pt x="26769" y="43851"/>
                </a:moveTo>
                <a:cubicBezTo>
                  <a:pt x="26769" y="43896"/>
                  <a:pt x="26784" y="43910"/>
                  <a:pt x="26784" y="43940"/>
                </a:cubicBezTo>
                <a:cubicBezTo>
                  <a:pt x="26769" y="44028"/>
                  <a:pt x="26725" y="44087"/>
                  <a:pt x="26710" y="44175"/>
                </a:cubicBezTo>
                <a:cubicBezTo>
                  <a:pt x="26696" y="44131"/>
                  <a:pt x="26696" y="44102"/>
                  <a:pt x="26666" y="44058"/>
                </a:cubicBezTo>
                <a:cubicBezTo>
                  <a:pt x="26710" y="43984"/>
                  <a:pt x="26725" y="43910"/>
                  <a:pt x="26769" y="43851"/>
                </a:cubicBezTo>
                <a:close/>
                <a:moveTo>
                  <a:pt x="26799" y="44116"/>
                </a:moveTo>
                <a:lnTo>
                  <a:pt x="26799" y="44146"/>
                </a:lnTo>
                <a:cubicBezTo>
                  <a:pt x="26799" y="44205"/>
                  <a:pt x="26784" y="44278"/>
                  <a:pt x="26755" y="44352"/>
                </a:cubicBezTo>
                <a:cubicBezTo>
                  <a:pt x="26755" y="44337"/>
                  <a:pt x="26755" y="44337"/>
                  <a:pt x="26725" y="44322"/>
                </a:cubicBezTo>
                <a:cubicBezTo>
                  <a:pt x="26755" y="44249"/>
                  <a:pt x="26784" y="44190"/>
                  <a:pt x="26799" y="44116"/>
                </a:cubicBezTo>
                <a:close/>
                <a:moveTo>
                  <a:pt x="27137" y="44175"/>
                </a:moveTo>
                <a:cubicBezTo>
                  <a:pt x="27152" y="44175"/>
                  <a:pt x="27152" y="44205"/>
                  <a:pt x="27152" y="44219"/>
                </a:cubicBezTo>
                <a:cubicBezTo>
                  <a:pt x="27137" y="44278"/>
                  <a:pt x="27137" y="44322"/>
                  <a:pt x="27122" y="44367"/>
                </a:cubicBezTo>
                <a:cubicBezTo>
                  <a:pt x="27122" y="44352"/>
                  <a:pt x="27122" y="44322"/>
                  <a:pt x="27093" y="44293"/>
                </a:cubicBezTo>
                <a:cubicBezTo>
                  <a:pt x="27122" y="44264"/>
                  <a:pt x="27122" y="44205"/>
                  <a:pt x="27137" y="44175"/>
                </a:cubicBezTo>
                <a:close/>
                <a:moveTo>
                  <a:pt x="26990" y="44131"/>
                </a:moveTo>
                <a:cubicBezTo>
                  <a:pt x="27005" y="44131"/>
                  <a:pt x="27005" y="44175"/>
                  <a:pt x="27005" y="44190"/>
                </a:cubicBezTo>
                <a:cubicBezTo>
                  <a:pt x="26990" y="44264"/>
                  <a:pt x="26975" y="44308"/>
                  <a:pt x="26946" y="44396"/>
                </a:cubicBezTo>
                <a:cubicBezTo>
                  <a:pt x="26946" y="44367"/>
                  <a:pt x="26931" y="44337"/>
                  <a:pt x="26931" y="44322"/>
                </a:cubicBezTo>
                <a:cubicBezTo>
                  <a:pt x="26946" y="44264"/>
                  <a:pt x="26975" y="44190"/>
                  <a:pt x="26990" y="44131"/>
                </a:cubicBezTo>
                <a:close/>
                <a:moveTo>
                  <a:pt x="26858" y="44278"/>
                </a:moveTo>
                <a:cubicBezTo>
                  <a:pt x="26843" y="44352"/>
                  <a:pt x="26813" y="44425"/>
                  <a:pt x="26784" y="44499"/>
                </a:cubicBezTo>
                <a:lnTo>
                  <a:pt x="26784" y="44484"/>
                </a:lnTo>
                <a:cubicBezTo>
                  <a:pt x="26799" y="44411"/>
                  <a:pt x="26843" y="44352"/>
                  <a:pt x="26858" y="44278"/>
                </a:cubicBezTo>
                <a:close/>
                <a:moveTo>
                  <a:pt x="27184" y="44596"/>
                </a:moveTo>
                <a:cubicBezTo>
                  <a:pt x="27188" y="44608"/>
                  <a:pt x="27196" y="44617"/>
                  <a:pt x="27196" y="44617"/>
                </a:cubicBezTo>
                <a:cubicBezTo>
                  <a:pt x="27196" y="44646"/>
                  <a:pt x="27167" y="44676"/>
                  <a:pt x="27167" y="44705"/>
                </a:cubicBezTo>
                <a:lnTo>
                  <a:pt x="27167" y="44646"/>
                </a:lnTo>
                <a:cubicBezTo>
                  <a:pt x="27167" y="44629"/>
                  <a:pt x="27176" y="44613"/>
                  <a:pt x="27184" y="44596"/>
                </a:cubicBezTo>
                <a:close/>
                <a:moveTo>
                  <a:pt x="26902" y="44455"/>
                </a:moveTo>
                <a:cubicBezTo>
                  <a:pt x="26902" y="44499"/>
                  <a:pt x="26916" y="44514"/>
                  <a:pt x="26916" y="44558"/>
                </a:cubicBezTo>
                <a:cubicBezTo>
                  <a:pt x="26902" y="44617"/>
                  <a:pt x="26858" y="44690"/>
                  <a:pt x="26843" y="44734"/>
                </a:cubicBezTo>
                <a:cubicBezTo>
                  <a:pt x="26843" y="44705"/>
                  <a:pt x="26828" y="44676"/>
                  <a:pt x="26828" y="44646"/>
                </a:cubicBezTo>
                <a:cubicBezTo>
                  <a:pt x="26843" y="44587"/>
                  <a:pt x="26872" y="44514"/>
                  <a:pt x="26902" y="44455"/>
                </a:cubicBezTo>
                <a:close/>
                <a:moveTo>
                  <a:pt x="27064" y="44484"/>
                </a:moveTo>
                <a:cubicBezTo>
                  <a:pt x="27064" y="44514"/>
                  <a:pt x="27064" y="44558"/>
                  <a:pt x="27078" y="44587"/>
                </a:cubicBezTo>
                <a:lnTo>
                  <a:pt x="27019" y="44764"/>
                </a:lnTo>
                <a:cubicBezTo>
                  <a:pt x="27019" y="44720"/>
                  <a:pt x="27005" y="44690"/>
                  <a:pt x="27005" y="44646"/>
                </a:cubicBezTo>
                <a:lnTo>
                  <a:pt x="27064" y="44484"/>
                </a:lnTo>
                <a:close/>
                <a:moveTo>
                  <a:pt x="26975" y="44808"/>
                </a:moveTo>
                <a:cubicBezTo>
                  <a:pt x="26975" y="44852"/>
                  <a:pt x="26990" y="44911"/>
                  <a:pt x="26990" y="44940"/>
                </a:cubicBezTo>
                <a:cubicBezTo>
                  <a:pt x="26975" y="45014"/>
                  <a:pt x="26946" y="45073"/>
                  <a:pt x="26931" y="45132"/>
                </a:cubicBezTo>
                <a:cubicBezTo>
                  <a:pt x="26931" y="45073"/>
                  <a:pt x="26916" y="45029"/>
                  <a:pt x="26916" y="44985"/>
                </a:cubicBezTo>
                <a:lnTo>
                  <a:pt x="26975" y="44808"/>
                </a:lnTo>
                <a:close/>
                <a:moveTo>
                  <a:pt x="27093" y="44882"/>
                </a:moveTo>
                <a:cubicBezTo>
                  <a:pt x="27093" y="44926"/>
                  <a:pt x="27093" y="44955"/>
                  <a:pt x="27122" y="44999"/>
                </a:cubicBezTo>
                <a:cubicBezTo>
                  <a:pt x="27093" y="45058"/>
                  <a:pt x="27093" y="45088"/>
                  <a:pt x="27078" y="45147"/>
                </a:cubicBezTo>
                <a:cubicBezTo>
                  <a:pt x="27078" y="45102"/>
                  <a:pt x="27064" y="45073"/>
                  <a:pt x="27064" y="45014"/>
                </a:cubicBezTo>
                <a:cubicBezTo>
                  <a:pt x="27078" y="44985"/>
                  <a:pt x="27078" y="44926"/>
                  <a:pt x="27093" y="44882"/>
                </a:cubicBezTo>
                <a:close/>
                <a:moveTo>
                  <a:pt x="27137" y="45323"/>
                </a:moveTo>
                <a:lnTo>
                  <a:pt x="27137" y="45426"/>
                </a:lnTo>
                <a:cubicBezTo>
                  <a:pt x="27137" y="45442"/>
                  <a:pt x="27133" y="45454"/>
                  <a:pt x="27129" y="45468"/>
                </a:cubicBezTo>
                <a:lnTo>
                  <a:pt x="27129" y="45468"/>
                </a:lnTo>
                <a:cubicBezTo>
                  <a:pt x="27128" y="45445"/>
                  <a:pt x="27122" y="45424"/>
                  <a:pt x="27122" y="45397"/>
                </a:cubicBezTo>
                <a:cubicBezTo>
                  <a:pt x="27122" y="45382"/>
                  <a:pt x="27137" y="45353"/>
                  <a:pt x="27137" y="45323"/>
                </a:cubicBezTo>
                <a:close/>
                <a:moveTo>
                  <a:pt x="26990" y="45220"/>
                </a:moveTo>
                <a:cubicBezTo>
                  <a:pt x="26990" y="45279"/>
                  <a:pt x="27005" y="45323"/>
                  <a:pt x="27005" y="45367"/>
                </a:cubicBezTo>
                <a:cubicBezTo>
                  <a:pt x="27019" y="45426"/>
                  <a:pt x="27005" y="45470"/>
                  <a:pt x="26990" y="45529"/>
                </a:cubicBezTo>
                <a:cubicBezTo>
                  <a:pt x="26975" y="45470"/>
                  <a:pt x="26975" y="45411"/>
                  <a:pt x="26946" y="45353"/>
                </a:cubicBezTo>
                <a:cubicBezTo>
                  <a:pt x="26961" y="45308"/>
                  <a:pt x="26990" y="45250"/>
                  <a:pt x="26990" y="45220"/>
                </a:cubicBezTo>
                <a:close/>
                <a:moveTo>
                  <a:pt x="24577" y="41085"/>
                </a:moveTo>
                <a:cubicBezTo>
                  <a:pt x="24635" y="41158"/>
                  <a:pt x="24709" y="41232"/>
                  <a:pt x="24768" y="41306"/>
                </a:cubicBezTo>
                <a:cubicBezTo>
                  <a:pt x="23855" y="42306"/>
                  <a:pt x="22855" y="43204"/>
                  <a:pt x="21854" y="44072"/>
                </a:cubicBezTo>
                <a:cubicBezTo>
                  <a:pt x="21236" y="44631"/>
                  <a:pt x="20588" y="45205"/>
                  <a:pt x="19985" y="45794"/>
                </a:cubicBezTo>
                <a:cubicBezTo>
                  <a:pt x="20691" y="45014"/>
                  <a:pt x="21457" y="44264"/>
                  <a:pt x="22207" y="43528"/>
                </a:cubicBezTo>
                <a:cubicBezTo>
                  <a:pt x="22987" y="42733"/>
                  <a:pt x="23811" y="41924"/>
                  <a:pt x="24577" y="41085"/>
                </a:cubicBezTo>
                <a:close/>
                <a:moveTo>
                  <a:pt x="27064" y="45617"/>
                </a:moveTo>
                <a:cubicBezTo>
                  <a:pt x="27064" y="45676"/>
                  <a:pt x="27078" y="45735"/>
                  <a:pt x="27078" y="45779"/>
                </a:cubicBezTo>
                <a:cubicBezTo>
                  <a:pt x="27078" y="45823"/>
                  <a:pt x="27064" y="45853"/>
                  <a:pt x="27064" y="45897"/>
                </a:cubicBezTo>
                <a:cubicBezTo>
                  <a:pt x="27034" y="45838"/>
                  <a:pt x="27034" y="45794"/>
                  <a:pt x="27019" y="45735"/>
                </a:cubicBezTo>
                <a:cubicBezTo>
                  <a:pt x="27034" y="45691"/>
                  <a:pt x="27034" y="45662"/>
                  <a:pt x="27064" y="45617"/>
                </a:cubicBezTo>
                <a:close/>
                <a:moveTo>
                  <a:pt x="27314" y="45529"/>
                </a:moveTo>
                <a:cubicBezTo>
                  <a:pt x="27314" y="45647"/>
                  <a:pt x="27299" y="45765"/>
                  <a:pt x="27284" y="45897"/>
                </a:cubicBezTo>
                <a:lnTo>
                  <a:pt x="27284" y="45823"/>
                </a:lnTo>
                <a:lnTo>
                  <a:pt x="27284" y="45735"/>
                </a:lnTo>
                <a:cubicBezTo>
                  <a:pt x="27299" y="45662"/>
                  <a:pt x="27299" y="45588"/>
                  <a:pt x="27314" y="45529"/>
                </a:cubicBezTo>
                <a:close/>
                <a:moveTo>
                  <a:pt x="27093" y="46059"/>
                </a:moveTo>
                <a:cubicBezTo>
                  <a:pt x="27093" y="46118"/>
                  <a:pt x="27093" y="46162"/>
                  <a:pt x="27122" y="46206"/>
                </a:cubicBezTo>
                <a:lnTo>
                  <a:pt x="27122" y="46250"/>
                </a:lnTo>
                <a:cubicBezTo>
                  <a:pt x="27093" y="46250"/>
                  <a:pt x="27093" y="46265"/>
                  <a:pt x="27093" y="46265"/>
                </a:cubicBezTo>
                <a:cubicBezTo>
                  <a:pt x="27093" y="46236"/>
                  <a:pt x="27078" y="46191"/>
                  <a:pt x="27078" y="46133"/>
                </a:cubicBezTo>
                <a:cubicBezTo>
                  <a:pt x="27078" y="46118"/>
                  <a:pt x="27093" y="46088"/>
                  <a:pt x="27093" y="46059"/>
                </a:cubicBezTo>
                <a:close/>
                <a:moveTo>
                  <a:pt x="24812" y="41350"/>
                </a:moveTo>
                <a:lnTo>
                  <a:pt x="24812" y="41350"/>
                </a:lnTo>
                <a:cubicBezTo>
                  <a:pt x="24797" y="41379"/>
                  <a:pt x="24783" y="41394"/>
                  <a:pt x="24768" y="41423"/>
                </a:cubicBezTo>
                <a:lnTo>
                  <a:pt x="24812" y="41482"/>
                </a:lnTo>
                <a:lnTo>
                  <a:pt x="24871" y="41423"/>
                </a:lnTo>
                <a:cubicBezTo>
                  <a:pt x="24915" y="41482"/>
                  <a:pt x="24959" y="41541"/>
                  <a:pt x="25003" y="41585"/>
                </a:cubicBezTo>
                <a:cubicBezTo>
                  <a:pt x="24003" y="42762"/>
                  <a:pt x="22869" y="43675"/>
                  <a:pt x="21648" y="44631"/>
                </a:cubicBezTo>
                <a:cubicBezTo>
                  <a:pt x="20897" y="45220"/>
                  <a:pt x="20147" y="45823"/>
                  <a:pt x="19411" y="46500"/>
                </a:cubicBezTo>
                <a:cubicBezTo>
                  <a:pt x="20206" y="45662"/>
                  <a:pt x="21059" y="44882"/>
                  <a:pt x="21913" y="44131"/>
                </a:cubicBezTo>
                <a:cubicBezTo>
                  <a:pt x="22899" y="43263"/>
                  <a:pt x="23914" y="42365"/>
                  <a:pt x="24812" y="41350"/>
                </a:cubicBezTo>
                <a:close/>
                <a:moveTo>
                  <a:pt x="27019" y="46353"/>
                </a:moveTo>
                <a:cubicBezTo>
                  <a:pt x="27019" y="46412"/>
                  <a:pt x="27019" y="46471"/>
                  <a:pt x="27034" y="46500"/>
                </a:cubicBezTo>
                <a:cubicBezTo>
                  <a:pt x="27019" y="46545"/>
                  <a:pt x="27019" y="46574"/>
                  <a:pt x="27005" y="46618"/>
                </a:cubicBezTo>
                <a:cubicBezTo>
                  <a:pt x="27005" y="46574"/>
                  <a:pt x="26990" y="46545"/>
                  <a:pt x="26990" y="46500"/>
                </a:cubicBezTo>
                <a:cubicBezTo>
                  <a:pt x="27005" y="46456"/>
                  <a:pt x="27005" y="46412"/>
                  <a:pt x="27019" y="46353"/>
                </a:cubicBezTo>
                <a:close/>
                <a:moveTo>
                  <a:pt x="27343" y="46000"/>
                </a:moveTo>
                <a:cubicBezTo>
                  <a:pt x="27343" y="46265"/>
                  <a:pt x="27299" y="46545"/>
                  <a:pt x="27240" y="46824"/>
                </a:cubicBezTo>
                <a:lnTo>
                  <a:pt x="27240" y="46633"/>
                </a:lnTo>
                <a:lnTo>
                  <a:pt x="27240" y="46515"/>
                </a:lnTo>
                <a:cubicBezTo>
                  <a:pt x="27284" y="46353"/>
                  <a:pt x="27314" y="46177"/>
                  <a:pt x="27343" y="46000"/>
                </a:cubicBezTo>
                <a:close/>
                <a:moveTo>
                  <a:pt x="27064" y="46868"/>
                </a:moveTo>
                <a:cubicBezTo>
                  <a:pt x="27064" y="46898"/>
                  <a:pt x="27078" y="46927"/>
                  <a:pt x="27078" y="46971"/>
                </a:cubicBezTo>
                <a:cubicBezTo>
                  <a:pt x="27078" y="46986"/>
                  <a:pt x="27064" y="47001"/>
                  <a:pt x="27064" y="47030"/>
                </a:cubicBezTo>
                <a:cubicBezTo>
                  <a:pt x="27064" y="47015"/>
                  <a:pt x="27064" y="46986"/>
                  <a:pt x="27049" y="46971"/>
                </a:cubicBezTo>
                <a:cubicBezTo>
                  <a:pt x="27049" y="46927"/>
                  <a:pt x="27064" y="46912"/>
                  <a:pt x="27064" y="46868"/>
                </a:cubicBezTo>
                <a:close/>
                <a:moveTo>
                  <a:pt x="25033" y="41644"/>
                </a:moveTo>
                <a:cubicBezTo>
                  <a:pt x="25062" y="41673"/>
                  <a:pt x="25077" y="41688"/>
                  <a:pt x="25092" y="41718"/>
                </a:cubicBezTo>
                <a:lnTo>
                  <a:pt x="25062" y="41762"/>
                </a:lnTo>
                <a:lnTo>
                  <a:pt x="25106" y="41821"/>
                </a:lnTo>
                <a:cubicBezTo>
                  <a:pt x="25106" y="41791"/>
                  <a:pt x="25121" y="41791"/>
                  <a:pt x="25121" y="41776"/>
                </a:cubicBezTo>
                <a:cubicBezTo>
                  <a:pt x="25150" y="41821"/>
                  <a:pt x="25165" y="41835"/>
                  <a:pt x="25180" y="41865"/>
                </a:cubicBezTo>
                <a:cubicBezTo>
                  <a:pt x="25121" y="41938"/>
                  <a:pt x="25077" y="42012"/>
                  <a:pt x="25018" y="42071"/>
                </a:cubicBezTo>
                <a:cubicBezTo>
                  <a:pt x="23988" y="43307"/>
                  <a:pt x="22737" y="44190"/>
                  <a:pt x="21427" y="45132"/>
                </a:cubicBezTo>
                <a:cubicBezTo>
                  <a:pt x="20544" y="45750"/>
                  <a:pt x="19647" y="46397"/>
                  <a:pt x="18778" y="47163"/>
                </a:cubicBezTo>
                <a:cubicBezTo>
                  <a:pt x="19720" y="46250"/>
                  <a:pt x="20721" y="45456"/>
                  <a:pt x="21692" y="44690"/>
                </a:cubicBezTo>
                <a:cubicBezTo>
                  <a:pt x="22899" y="43734"/>
                  <a:pt x="24047" y="42821"/>
                  <a:pt x="25033" y="41644"/>
                </a:cubicBezTo>
                <a:close/>
                <a:moveTo>
                  <a:pt x="25253" y="41938"/>
                </a:moveTo>
                <a:cubicBezTo>
                  <a:pt x="25298" y="41982"/>
                  <a:pt x="25312" y="42041"/>
                  <a:pt x="25342" y="42071"/>
                </a:cubicBezTo>
                <a:cubicBezTo>
                  <a:pt x="25371" y="42086"/>
                  <a:pt x="25386" y="42115"/>
                  <a:pt x="25401" y="42144"/>
                </a:cubicBezTo>
                <a:cubicBezTo>
                  <a:pt x="25401" y="42144"/>
                  <a:pt x="25401" y="42159"/>
                  <a:pt x="25415" y="42159"/>
                </a:cubicBezTo>
                <a:cubicBezTo>
                  <a:pt x="25312" y="42306"/>
                  <a:pt x="25180" y="42453"/>
                  <a:pt x="25077" y="42630"/>
                </a:cubicBezTo>
                <a:cubicBezTo>
                  <a:pt x="24003" y="43910"/>
                  <a:pt x="22678" y="44764"/>
                  <a:pt x="21280" y="45662"/>
                </a:cubicBezTo>
                <a:cubicBezTo>
                  <a:pt x="20323" y="46265"/>
                  <a:pt x="19337" y="46912"/>
                  <a:pt x="18410" y="47707"/>
                </a:cubicBezTo>
                <a:cubicBezTo>
                  <a:pt x="18396" y="47678"/>
                  <a:pt x="18410" y="47663"/>
                  <a:pt x="18440" y="47634"/>
                </a:cubicBezTo>
                <a:cubicBezTo>
                  <a:pt x="19411" y="46677"/>
                  <a:pt x="20456" y="45941"/>
                  <a:pt x="21486" y="45205"/>
                </a:cubicBezTo>
                <a:cubicBezTo>
                  <a:pt x="22811" y="44264"/>
                  <a:pt x="24047" y="43381"/>
                  <a:pt x="25092" y="42130"/>
                </a:cubicBezTo>
                <a:cubicBezTo>
                  <a:pt x="25150" y="42071"/>
                  <a:pt x="25195" y="41997"/>
                  <a:pt x="25253" y="41938"/>
                </a:cubicBezTo>
                <a:close/>
                <a:moveTo>
                  <a:pt x="25460" y="42218"/>
                </a:moveTo>
                <a:cubicBezTo>
                  <a:pt x="25518" y="42292"/>
                  <a:pt x="25548" y="42350"/>
                  <a:pt x="25607" y="42424"/>
                </a:cubicBezTo>
                <a:cubicBezTo>
                  <a:pt x="25445" y="42659"/>
                  <a:pt x="25253" y="42895"/>
                  <a:pt x="25062" y="43145"/>
                </a:cubicBezTo>
                <a:cubicBezTo>
                  <a:pt x="23958" y="44484"/>
                  <a:pt x="22575" y="45294"/>
                  <a:pt x="21089" y="46133"/>
                </a:cubicBezTo>
                <a:cubicBezTo>
                  <a:pt x="20095" y="46717"/>
                  <a:pt x="19073" y="47301"/>
                  <a:pt x="18108" y="48087"/>
                </a:cubicBezTo>
                <a:lnTo>
                  <a:pt x="18108" y="48087"/>
                </a:lnTo>
                <a:cubicBezTo>
                  <a:pt x="18130" y="48063"/>
                  <a:pt x="18153" y="48024"/>
                  <a:pt x="18175" y="48001"/>
                </a:cubicBezTo>
                <a:cubicBezTo>
                  <a:pt x="19190" y="47074"/>
                  <a:pt x="20250" y="46397"/>
                  <a:pt x="21309" y="45720"/>
                </a:cubicBezTo>
                <a:cubicBezTo>
                  <a:pt x="22708" y="44808"/>
                  <a:pt x="24032" y="43969"/>
                  <a:pt x="25106" y="42659"/>
                </a:cubicBezTo>
                <a:cubicBezTo>
                  <a:pt x="25224" y="42512"/>
                  <a:pt x="25357" y="42365"/>
                  <a:pt x="25460" y="42218"/>
                </a:cubicBezTo>
                <a:close/>
                <a:moveTo>
                  <a:pt x="25651" y="42512"/>
                </a:moveTo>
                <a:cubicBezTo>
                  <a:pt x="25695" y="42586"/>
                  <a:pt x="25739" y="42645"/>
                  <a:pt x="25769" y="42718"/>
                </a:cubicBezTo>
                <a:cubicBezTo>
                  <a:pt x="25548" y="43042"/>
                  <a:pt x="25312" y="43381"/>
                  <a:pt x="25062" y="43690"/>
                </a:cubicBezTo>
                <a:cubicBezTo>
                  <a:pt x="23929" y="45073"/>
                  <a:pt x="22457" y="45838"/>
                  <a:pt x="20897" y="46677"/>
                </a:cubicBezTo>
                <a:cubicBezTo>
                  <a:pt x="19867" y="47222"/>
                  <a:pt x="18808" y="47781"/>
                  <a:pt x="17792" y="48531"/>
                </a:cubicBezTo>
                <a:cubicBezTo>
                  <a:pt x="17836" y="48472"/>
                  <a:pt x="17881" y="48414"/>
                  <a:pt x="17925" y="48369"/>
                </a:cubicBezTo>
                <a:cubicBezTo>
                  <a:pt x="18940" y="47501"/>
                  <a:pt x="20044" y="46854"/>
                  <a:pt x="21118" y="46236"/>
                </a:cubicBezTo>
                <a:cubicBezTo>
                  <a:pt x="22605" y="45367"/>
                  <a:pt x="24003" y="44558"/>
                  <a:pt x="25106" y="43219"/>
                </a:cubicBezTo>
                <a:cubicBezTo>
                  <a:pt x="25298" y="42998"/>
                  <a:pt x="25474" y="42748"/>
                  <a:pt x="25651" y="42512"/>
                </a:cubicBezTo>
                <a:close/>
                <a:moveTo>
                  <a:pt x="17704" y="48561"/>
                </a:moveTo>
                <a:cubicBezTo>
                  <a:pt x="17675" y="48605"/>
                  <a:pt x="17645" y="48634"/>
                  <a:pt x="17630" y="48693"/>
                </a:cubicBezTo>
                <a:cubicBezTo>
                  <a:pt x="17601" y="48708"/>
                  <a:pt x="17571" y="48723"/>
                  <a:pt x="17557" y="48752"/>
                </a:cubicBezTo>
                <a:cubicBezTo>
                  <a:pt x="17571" y="48693"/>
                  <a:pt x="17601" y="48664"/>
                  <a:pt x="17630" y="48620"/>
                </a:cubicBezTo>
                <a:cubicBezTo>
                  <a:pt x="17645" y="48605"/>
                  <a:pt x="17675" y="48590"/>
                  <a:pt x="17704" y="48561"/>
                </a:cubicBezTo>
                <a:close/>
                <a:moveTo>
                  <a:pt x="26048" y="42586"/>
                </a:moveTo>
                <a:cubicBezTo>
                  <a:pt x="26063" y="42645"/>
                  <a:pt x="26107" y="42704"/>
                  <a:pt x="26122" y="42733"/>
                </a:cubicBezTo>
                <a:cubicBezTo>
                  <a:pt x="25827" y="43248"/>
                  <a:pt x="25474" y="43748"/>
                  <a:pt x="25092" y="44249"/>
                </a:cubicBezTo>
                <a:cubicBezTo>
                  <a:pt x="23929" y="45676"/>
                  <a:pt x="22413" y="46412"/>
                  <a:pt x="20765" y="47192"/>
                </a:cubicBezTo>
                <a:cubicBezTo>
                  <a:pt x="19705" y="47707"/>
                  <a:pt x="18616" y="48222"/>
                  <a:pt x="17586" y="48958"/>
                </a:cubicBezTo>
                <a:cubicBezTo>
                  <a:pt x="17586" y="48855"/>
                  <a:pt x="17645" y="48811"/>
                  <a:pt x="17675" y="48737"/>
                </a:cubicBezTo>
                <a:cubicBezTo>
                  <a:pt x="18734" y="47898"/>
                  <a:pt x="19853" y="47310"/>
                  <a:pt x="20956" y="46751"/>
                </a:cubicBezTo>
                <a:cubicBezTo>
                  <a:pt x="22516" y="45912"/>
                  <a:pt x="23988" y="45147"/>
                  <a:pt x="25136" y="43748"/>
                </a:cubicBezTo>
                <a:cubicBezTo>
                  <a:pt x="25386" y="43439"/>
                  <a:pt x="25621" y="43116"/>
                  <a:pt x="25827" y="42792"/>
                </a:cubicBezTo>
                <a:cubicBezTo>
                  <a:pt x="25872" y="42865"/>
                  <a:pt x="25901" y="42924"/>
                  <a:pt x="25960" y="42998"/>
                </a:cubicBezTo>
                <a:cubicBezTo>
                  <a:pt x="25945" y="42939"/>
                  <a:pt x="25901" y="42895"/>
                  <a:pt x="25886" y="42851"/>
                </a:cubicBezTo>
                <a:cubicBezTo>
                  <a:pt x="25930" y="42748"/>
                  <a:pt x="25989" y="42659"/>
                  <a:pt x="26048" y="42586"/>
                </a:cubicBezTo>
                <a:close/>
                <a:moveTo>
                  <a:pt x="17498" y="48870"/>
                </a:moveTo>
                <a:cubicBezTo>
                  <a:pt x="17454" y="48929"/>
                  <a:pt x="17424" y="48987"/>
                  <a:pt x="17395" y="49046"/>
                </a:cubicBezTo>
                <a:cubicBezTo>
                  <a:pt x="17365" y="49076"/>
                  <a:pt x="17321" y="49090"/>
                  <a:pt x="17292" y="49135"/>
                </a:cubicBezTo>
                <a:cubicBezTo>
                  <a:pt x="17307" y="49076"/>
                  <a:pt x="17351" y="49032"/>
                  <a:pt x="17380" y="48973"/>
                </a:cubicBezTo>
                <a:cubicBezTo>
                  <a:pt x="17424" y="48929"/>
                  <a:pt x="17454" y="48914"/>
                  <a:pt x="17498" y="48870"/>
                </a:cubicBezTo>
                <a:close/>
                <a:moveTo>
                  <a:pt x="17159" y="49149"/>
                </a:moveTo>
                <a:cubicBezTo>
                  <a:pt x="17145" y="49194"/>
                  <a:pt x="17101" y="49223"/>
                  <a:pt x="17086" y="49267"/>
                </a:cubicBezTo>
                <a:lnTo>
                  <a:pt x="17027" y="49326"/>
                </a:lnTo>
                <a:cubicBezTo>
                  <a:pt x="17056" y="49282"/>
                  <a:pt x="17071" y="49238"/>
                  <a:pt x="17101" y="49208"/>
                </a:cubicBezTo>
                <a:lnTo>
                  <a:pt x="17159" y="49149"/>
                </a:lnTo>
                <a:close/>
                <a:moveTo>
                  <a:pt x="26136" y="42836"/>
                </a:moveTo>
                <a:cubicBezTo>
                  <a:pt x="26166" y="42851"/>
                  <a:pt x="26166" y="42865"/>
                  <a:pt x="26181" y="42880"/>
                </a:cubicBezTo>
                <a:cubicBezTo>
                  <a:pt x="26122" y="42968"/>
                  <a:pt x="26092" y="43042"/>
                  <a:pt x="26033" y="43145"/>
                </a:cubicBezTo>
                <a:cubicBezTo>
                  <a:pt x="26048" y="43160"/>
                  <a:pt x="26063" y="43189"/>
                  <a:pt x="26063" y="43204"/>
                </a:cubicBezTo>
                <a:cubicBezTo>
                  <a:pt x="26122" y="43145"/>
                  <a:pt x="26166" y="43042"/>
                  <a:pt x="26210" y="42968"/>
                </a:cubicBezTo>
                <a:cubicBezTo>
                  <a:pt x="26239" y="42983"/>
                  <a:pt x="26239" y="43013"/>
                  <a:pt x="26239" y="43042"/>
                </a:cubicBezTo>
                <a:cubicBezTo>
                  <a:pt x="25916" y="43631"/>
                  <a:pt x="25533" y="44205"/>
                  <a:pt x="25077" y="44779"/>
                </a:cubicBezTo>
                <a:cubicBezTo>
                  <a:pt x="23900" y="46250"/>
                  <a:pt x="22281" y="46942"/>
                  <a:pt x="20574" y="47678"/>
                </a:cubicBezTo>
                <a:cubicBezTo>
                  <a:pt x="19485" y="48163"/>
                  <a:pt x="18381" y="48634"/>
                  <a:pt x="17307" y="49341"/>
                </a:cubicBezTo>
                <a:cubicBezTo>
                  <a:pt x="17351" y="49267"/>
                  <a:pt x="17410" y="49194"/>
                  <a:pt x="17439" y="49120"/>
                </a:cubicBezTo>
                <a:cubicBezTo>
                  <a:pt x="18528" y="48325"/>
                  <a:pt x="19661" y="47795"/>
                  <a:pt x="20765" y="47251"/>
                </a:cubicBezTo>
                <a:cubicBezTo>
                  <a:pt x="22413" y="46471"/>
                  <a:pt x="23958" y="45735"/>
                  <a:pt x="25136" y="44293"/>
                </a:cubicBezTo>
                <a:cubicBezTo>
                  <a:pt x="25518" y="43822"/>
                  <a:pt x="25842" y="43336"/>
                  <a:pt x="26136" y="42836"/>
                </a:cubicBezTo>
                <a:close/>
                <a:moveTo>
                  <a:pt x="17292" y="49223"/>
                </a:moveTo>
                <a:cubicBezTo>
                  <a:pt x="17248" y="49297"/>
                  <a:pt x="17218" y="49355"/>
                  <a:pt x="17189" y="49429"/>
                </a:cubicBezTo>
                <a:cubicBezTo>
                  <a:pt x="17130" y="49458"/>
                  <a:pt x="17086" y="49503"/>
                  <a:pt x="17042" y="49517"/>
                </a:cubicBezTo>
                <a:cubicBezTo>
                  <a:pt x="17071" y="49473"/>
                  <a:pt x="17101" y="49400"/>
                  <a:pt x="17145" y="49341"/>
                </a:cubicBezTo>
                <a:cubicBezTo>
                  <a:pt x="17189" y="49297"/>
                  <a:pt x="17233" y="49267"/>
                  <a:pt x="17292" y="49223"/>
                </a:cubicBezTo>
                <a:close/>
                <a:moveTo>
                  <a:pt x="16968" y="49488"/>
                </a:moveTo>
                <a:cubicBezTo>
                  <a:pt x="16924" y="49547"/>
                  <a:pt x="16909" y="49591"/>
                  <a:pt x="16865" y="49650"/>
                </a:cubicBezTo>
                <a:cubicBezTo>
                  <a:pt x="16836" y="49664"/>
                  <a:pt x="16792" y="49709"/>
                  <a:pt x="16777" y="49723"/>
                </a:cubicBezTo>
                <a:cubicBezTo>
                  <a:pt x="16792" y="49664"/>
                  <a:pt x="16836" y="49606"/>
                  <a:pt x="16865" y="49561"/>
                </a:cubicBezTo>
                <a:cubicBezTo>
                  <a:pt x="16909" y="49547"/>
                  <a:pt x="16924" y="49503"/>
                  <a:pt x="16968" y="49488"/>
                </a:cubicBezTo>
                <a:close/>
                <a:moveTo>
                  <a:pt x="26254" y="43145"/>
                </a:moveTo>
                <a:cubicBezTo>
                  <a:pt x="26269" y="43175"/>
                  <a:pt x="26284" y="43233"/>
                  <a:pt x="26298" y="43263"/>
                </a:cubicBezTo>
                <a:lnTo>
                  <a:pt x="26195" y="43484"/>
                </a:lnTo>
                <a:cubicBezTo>
                  <a:pt x="26210" y="43513"/>
                  <a:pt x="26210" y="43542"/>
                  <a:pt x="26225" y="43557"/>
                </a:cubicBezTo>
                <a:cubicBezTo>
                  <a:pt x="25930" y="44116"/>
                  <a:pt x="25548" y="44705"/>
                  <a:pt x="25077" y="45294"/>
                </a:cubicBezTo>
                <a:cubicBezTo>
                  <a:pt x="23855" y="46795"/>
                  <a:pt x="22178" y="47457"/>
                  <a:pt x="20397" y="48178"/>
                </a:cubicBezTo>
                <a:cubicBezTo>
                  <a:pt x="19293" y="48620"/>
                  <a:pt x="18175" y="49061"/>
                  <a:pt x="17086" y="49723"/>
                </a:cubicBezTo>
                <a:cubicBezTo>
                  <a:pt x="17130" y="49650"/>
                  <a:pt x="17174" y="49561"/>
                  <a:pt x="17218" y="49488"/>
                </a:cubicBezTo>
                <a:cubicBezTo>
                  <a:pt x="18337" y="48737"/>
                  <a:pt x="19485" y="48237"/>
                  <a:pt x="20603" y="47751"/>
                </a:cubicBezTo>
                <a:cubicBezTo>
                  <a:pt x="22310" y="47001"/>
                  <a:pt x="23929" y="46309"/>
                  <a:pt x="25121" y="44808"/>
                </a:cubicBezTo>
                <a:cubicBezTo>
                  <a:pt x="25563" y="44264"/>
                  <a:pt x="25930" y="43704"/>
                  <a:pt x="26254" y="43145"/>
                </a:cubicBezTo>
                <a:close/>
                <a:moveTo>
                  <a:pt x="16644" y="49767"/>
                </a:moveTo>
                <a:lnTo>
                  <a:pt x="16644" y="49767"/>
                </a:lnTo>
                <a:cubicBezTo>
                  <a:pt x="16630" y="49797"/>
                  <a:pt x="16600" y="49826"/>
                  <a:pt x="16571" y="49870"/>
                </a:cubicBezTo>
                <a:cubicBezTo>
                  <a:pt x="16556" y="49885"/>
                  <a:pt x="16527" y="49915"/>
                  <a:pt x="16497" y="49929"/>
                </a:cubicBezTo>
                <a:cubicBezTo>
                  <a:pt x="16541" y="49885"/>
                  <a:pt x="16556" y="49856"/>
                  <a:pt x="16571" y="49812"/>
                </a:cubicBezTo>
                <a:cubicBezTo>
                  <a:pt x="16600" y="49797"/>
                  <a:pt x="16615" y="49782"/>
                  <a:pt x="16644" y="49767"/>
                </a:cubicBezTo>
                <a:close/>
                <a:moveTo>
                  <a:pt x="17086" y="49591"/>
                </a:moveTo>
                <a:lnTo>
                  <a:pt x="16983" y="49812"/>
                </a:lnTo>
                <a:lnTo>
                  <a:pt x="16821" y="49929"/>
                </a:lnTo>
                <a:cubicBezTo>
                  <a:pt x="16836" y="49856"/>
                  <a:pt x="16895" y="49782"/>
                  <a:pt x="16924" y="49709"/>
                </a:cubicBezTo>
                <a:lnTo>
                  <a:pt x="17086" y="49591"/>
                </a:lnTo>
                <a:close/>
                <a:moveTo>
                  <a:pt x="16762" y="49812"/>
                </a:moveTo>
                <a:lnTo>
                  <a:pt x="16762" y="49812"/>
                </a:lnTo>
                <a:cubicBezTo>
                  <a:pt x="16718" y="49885"/>
                  <a:pt x="16688" y="49944"/>
                  <a:pt x="16644" y="50018"/>
                </a:cubicBezTo>
                <a:cubicBezTo>
                  <a:pt x="16615" y="50062"/>
                  <a:pt x="16556" y="50076"/>
                  <a:pt x="16527" y="50106"/>
                </a:cubicBezTo>
                <a:cubicBezTo>
                  <a:pt x="16556" y="50032"/>
                  <a:pt x="16600" y="49973"/>
                  <a:pt x="16630" y="49915"/>
                </a:cubicBezTo>
                <a:cubicBezTo>
                  <a:pt x="16674" y="49870"/>
                  <a:pt x="16718" y="49841"/>
                  <a:pt x="16762" y="49812"/>
                </a:cubicBezTo>
                <a:close/>
                <a:moveTo>
                  <a:pt x="26387" y="43454"/>
                </a:moveTo>
                <a:cubicBezTo>
                  <a:pt x="26401" y="43528"/>
                  <a:pt x="26431" y="43601"/>
                  <a:pt x="26460" y="43660"/>
                </a:cubicBezTo>
                <a:cubicBezTo>
                  <a:pt x="26122" y="44352"/>
                  <a:pt x="25680" y="45073"/>
                  <a:pt x="25092" y="45823"/>
                </a:cubicBezTo>
                <a:cubicBezTo>
                  <a:pt x="23855" y="47369"/>
                  <a:pt x="22089" y="48016"/>
                  <a:pt x="20250" y="48678"/>
                </a:cubicBezTo>
                <a:cubicBezTo>
                  <a:pt x="19146" y="49076"/>
                  <a:pt x="18013" y="49488"/>
                  <a:pt x="16909" y="50106"/>
                </a:cubicBezTo>
                <a:cubicBezTo>
                  <a:pt x="16939" y="50018"/>
                  <a:pt x="16998" y="49944"/>
                  <a:pt x="17042" y="49856"/>
                </a:cubicBezTo>
                <a:cubicBezTo>
                  <a:pt x="18160" y="49179"/>
                  <a:pt x="19308" y="48708"/>
                  <a:pt x="20441" y="48252"/>
                </a:cubicBezTo>
                <a:cubicBezTo>
                  <a:pt x="22222" y="47531"/>
                  <a:pt x="23929" y="46868"/>
                  <a:pt x="25150" y="45353"/>
                </a:cubicBezTo>
                <a:cubicBezTo>
                  <a:pt x="25666" y="44705"/>
                  <a:pt x="26063" y="44058"/>
                  <a:pt x="26387" y="43454"/>
                </a:cubicBezTo>
                <a:close/>
                <a:moveTo>
                  <a:pt x="16468" y="50062"/>
                </a:moveTo>
                <a:lnTo>
                  <a:pt x="16468" y="50062"/>
                </a:lnTo>
                <a:cubicBezTo>
                  <a:pt x="16424" y="50106"/>
                  <a:pt x="16409" y="50165"/>
                  <a:pt x="16365" y="50209"/>
                </a:cubicBezTo>
                <a:cubicBezTo>
                  <a:pt x="16335" y="50238"/>
                  <a:pt x="16291" y="50253"/>
                  <a:pt x="16262" y="50297"/>
                </a:cubicBezTo>
                <a:cubicBezTo>
                  <a:pt x="16276" y="50253"/>
                  <a:pt x="16321" y="50209"/>
                  <a:pt x="16350" y="50150"/>
                </a:cubicBezTo>
                <a:cubicBezTo>
                  <a:pt x="16394" y="50106"/>
                  <a:pt x="16424" y="50091"/>
                  <a:pt x="16468" y="50062"/>
                </a:cubicBezTo>
                <a:close/>
                <a:moveTo>
                  <a:pt x="16909" y="49929"/>
                </a:moveTo>
                <a:lnTo>
                  <a:pt x="16909" y="49929"/>
                </a:lnTo>
                <a:cubicBezTo>
                  <a:pt x="16865" y="50032"/>
                  <a:pt x="16821" y="50106"/>
                  <a:pt x="16777" y="50180"/>
                </a:cubicBezTo>
                <a:cubicBezTo>
                  <a:pt x="16718" y="50224"/>
                  <a:pt x="16644" y="50253"/>
                  <a:pt x="16600" y="50297"/>
                </a:cubicBezTo>
                <a:cubicBezTo>
                  <a:pt x="16630" y="50224"/>
                  <a:pt x="16674" y="50135"/>
                  <a:pt x="16718" y="50062"/>
                </a:cubicBezTo>
                <a:cubicBezTo>
                  <a:pt x="16777" y="50018"/>
                  <a:pt x="16850" y="49988"/>
                  <a:pt x="16909" y="49929"/>
                </a:cubicBezTo>
                <a:close/>
                <a:moveTo>
                  <a:pt x="16600" y="50150"/>
                </a:moveTo>
                <a:lnTo>
                  <a:pt x="16600" y="50150"/>
                </a:lnTo>
                <a:cubicBezTo>
                  <a:pt x="16541" y="50238"/>
                  <a:pt x="16497" y="50312"/>
                  <a:pt x="16468" y="50386"/>
                </a:cubicBezTo>
                <a:cubicBezTo>
                  <a:pt x="16409" y="50430"/>
                  <a:pt x="16350" y="50459"/>
                  <a:pt x="16321" y="50474"/>
                </a:cubicBezTo>
                <a:cubicBezTo>
                  <a:pt x="16350" y="50400"/>
                  <a:pt x="16394" y="50327"/>
                  <a:pt x="16453" y="50253"/>
                </a:cubicBezTo>
                <a:cubicBezTo>
                  <a:pt x="16497" y="50224"/>
                  <a:pt x="16541" y="50180"/>
                  <a:pt x="16600" y="50150"/>
                </a:cubicBezTo>
                <a:close/>
                <a:moveTo>
                  <a:pt x="16129" y="50327"/>
                </a:moveTo>
                <a:cubicBezTo>
                  <a:pt x="16115" y="50371"/>
                  <a:pt x="16100" y="50400"/>
                  <a:pt x="16056" y="50444"/>
                </a:cubicBezTo>
                <a:cubicBezTo>
                  <a:pt x="16041" y="50459"/>
                  <a:pt x="16012" y="50474"/>
                  <a:pt x="15982" y="50503"/>
                </a:cubicBezTo>
                <a:cubicBezTo>
                  <a:pt x="15997" y="50474"/>
                  <a:pt x="16026" y="50444"/>
                  <a:pt x="16056" y="50400"/>
                </a:cubicBezTo>
                <a:cubicBezTo>
                  <a:pt x="16085" y="50386"/>
                  <a:pt x="16115" y="50371"/>
                  <a:pt x="16129" y="50327"/>
                </a:cubicBezTo>
                <a:close/>
                <a:moveTo>
                  <a:pt x="26504" y="43763"/>
                </a:moveTo>
                <a:cubicBezTo>
                  <a:pt x="26534" y="43822"/>
                  <a:pt x="26549" y="43896"/>
                  <a:pt x="26563" y="43940"/>
                </a:cubicBezTo>
                <a:cubicBezTo>
                  <a:pt x="26195" y="44793"/>
                  <a:pt x="25724" y="45603"/>
                  <a:pt x="25106" y="46383"/>
                </a:cubicBezTo>
                <a:cubicBezTo>
                  <a:pt x="23841" y="47972"/>
                  <a:pt x="22016" y="48561"/>
                  <a:pt x="20088" y="49208"/>
                </a:cubicBezTo>
                <a:cubicBezTo>
                  <a:pt x="18970" y="49576"/>
                  <a:pt x="17822" y="49944"/>
                  <a:pt x="16718" y="50533"/>
                </a:cubicBezTo>
                <a:cubicBezTo>
                  <a:pt x="16762" y="50444"/>
                  <a:pt x="16792" y="50341"/>
                  <a:pt x="16850" y="50253"/>
                </a:cubicBezTo>
                <a:cubicBezTo>
                  <a:pt x="17969" y="49606"/>
                  <a:pt x="19146" y="49194"/>
                  <a:pt x="20294" y="48767"/>
                </a:cubicBezTo>
                <a:cubicBezTo>
                  <a:pt x="22148" y="48090"/>
                  <a:pt x="23914" y="47457"/>
                  <a:pt x="25165" y="45882"/>
                </a:cubicBezTo>
                <a:cubicBezTo>
                  <a:pt x="25695" y="45220"/>
                  <a:pt x="26107" y="44573"/>
                  <a:pt x="26416" y="43940"/>
                </a:cubicBezTo>
                <a:cubicBezTo>
                  <a:pt x="26460" y="43896"/>
                  <a:pt x="26475" y="43822"/>
                  <a:pt x="26504" y="43763"/>
                </a:cubicBezTo>
                <a:close/>
                <a:moveTo>
                  <a:pt x="16262" y="50386"/>
                </a:moveTo>
                <a:lnTo>
                  <a:pt x="16262" y="50386"/>
                </a:lnTo>
                <a:cubicBezTo>
                  <a:pt x="16232" y="50444"/>
                  <a:pt x="16188" y="50518"/>
                  <a:pt x="16159" y="50562"/>
                </a:cubicBezTo>
                <a:cubicBezTo>
                  <a:pt x="16100" y="50606"/>
                  <a:pt x="16056" y="50636"/>
                  <a:pt x="16012" y="50665"/>
                </a:cubicBezTo>
                <a:cubicBezTo>
                  <a:pt x="16041" y="50621"/>
                  <a:pt x="16085" y="50547"/>
                  <a:pt x="16115" y="50503"/>
                </a:cubicBezTo>
                <a:cubicBezTo>
                  <a:pt x="16159" y="50459"/>
                  <a:pt x="16203" y="50430"/>
                  <a:pt x="16262" y="50386"/>
                </a:cubicBezTo>
                <a:close/>
                <a:moveTo>
                  <a:pt x="16718" y="50312"/>
                </a:moveTo>
                <a:lnTo>
                  <a:pt x="16718" y="50312"/>
                </a:lnTo>
                <a:cubicBezTo>
                  <a:pt x="16688" y="50400"/>
                  <a:pt x="16644" y="50474"/>
                  <a:pt x="16615" y="50577"/>
                </a:cubicBezTo>
                <a:cubicBezTo>
                  <a:pt x="16541" y="50621"/>
                  <a:pt x="16468" y="50665"/>
                  <a:pt x="16394" y="50695"/>
                </a:cubicBezTo>
                <a:cubicBezTo>
                  <a:pt x="16424" y="50606"/>
                  <a:pt x="16468" y="50533"/>
                  <a:pt x="16527" y="50444"/>
                </a:cubicBezTo>
                <a:cubicBezTo>
                  <a:pt x="16600" y="50400"/>
                  <a:pt x="16644" y="50371"/>
                  <a:pt x="16718" y="50312"/>
                </a:cubicBezTo>
                <a:close/>
                <a:moveTo>
                  <a:pt x="15923" y="50650"/>
                </a:moveTo>
                <a:cubicBezTo>
                  <a:pt x="15894" y="50695"/>
                  <a:pt x="15879" y="50739"/>
                  <a:pt x="15835" y="50798"/>
                </a:cubicBezTo>
                <a:cubicBezTo>
                  <a:pt x="15806" y="50827"/>
                  <a:pt x="15761" y="50842"/>
                  <a:pt x="15732" y="50886"/>
                </a:cubicBezTo>
                <a:cubicBezTo>
                  <a:pt x="15761" y="50827"/>
                  <a:pt x="15806" y="50798"/>
                  <a:pt x="15820" y="50739"/>
                </a:cubicBezTo>
                <a:cubicBezTo>
                  <a:pt x="15864" y="50695"/>
                  <a:pt x="15894" y="50680"/>
                  <a:pt x="15923" y="50650"/>
                </a:cubicBezTo>
                <a:close/>
                <a:moveTo>
                  <a:pt x="16394" y="50533"/>
                </a:moveTo>
                <a:lnTo>
                  <a:pt x="16394" y="50533"/>
                </a:lnTo>
                <a:cubicBezTo>
                  <a:pt x="16350" y="50606"/>
                  <a:pt x="16321" y="50695"/>
                  <a:pt x="16276" y="50768"/>
                </a:cubicBezTo>
                <a:cubicBezTo>
                  <a:pt x="16232" y="50812"/>
                  <a:pt x="16173" y="50842"/>
                  <a:pt x="16100" y="50886"/>
                </a:cubicBezTo>
                <a:cubicBezTo>
                  <a:pt x="16129" y="50812"/>
                  <a:pt x="16173" y="50739"/>
                  <a:pt x="16232" y="50650"/>
                </a:cubicBezTo>
                <a:cubicBezTo>
                  <a:pt x="16276" y="50606"/>
                  <a:pt x="16335" y="50547"/>
                  <a:pt x="16394" y="50533"/>
                </a:cubicBezTo>
                <a:close/>
                <a:moveTo>
                  <a:pt x="26622" y="44205"/>
                </a:moveTo>
                <a:cubicBezTo>
                  <a:pt x="26637" y="44249"/>
                  <a:pt x="26637" y="44278"/>
                  <a:pt x="26652" y="44322"/>
                </a:cubicBezTo>
                <a:cubicBezTo>
                  <a:pt x="26328" y="45147"/>
                  <a:pt x="25827" y="46015"/>
                  <a:pt x="25136" y="46927"/>
                </a:cubicBezTo>
                <a:cubicBezTo>
                  <a:pt x="23841" y="48561"/>
                  <a:pt x="21942" y="49135"/>
                  <a:pt x="19941" y="49738"/>
                </a:cubicBezTo>
                <a:cubicBezTo>
                  <a:pt x="18822" y="50076"/>
                  <a:pt x="17675" y="50430"/>
                  <a:pt x="16556" y="50959"/>
                </a:cubicBezTo>
                <a:cubicBezTo>
                  <a:pt x="16600" y="50827"/>
                  <a:pt x="16630" y="50739"/>
                  <a:pt x="16674" y="50650"/>
                </a:cubicBezTo>
                <a:cubicBezTo>
                  <a:pt x="17807" y="50032"/>
                  <a:pt x="18970" y="49650"/>
                  <a:pt x="20103" y="49282"/>
                </a:cubicBezTo>
                <a:cubicBezTo>
                  <a:pt x="22060" y="48634"/>
                  <a:pt x="23885" y="48046"/>
                  <a:pt x="25165" y="46427"/>
                </a:cubicBezTo>
                <a:cubicBezTo>
                  <a:pt x="25724" y="45735"/>
                  <a:pt x="26181" y="44999"/>
                  <a:pt x="26504" y="44278"/>
                </a:cubicBezTo>
                <a:cubicBezTo>
                  <a:pt x="26534" y="44322"/>
                  <a:pt x="26534" y="44337"/>
                  <a:pt x="26549" y="44367"/>
                </a:cubicBezTo>
                <a:cubicBezTo>
                  <a:pt x="26563" y="44322"/>
                  <a:pt x="26607" y="44264"/>
                  <a:pt x="26622" y="44205"/>
                </a:cubicBezTo>
                <a:close/>
                <a:moveTo>
                  <a:pt x="15599" y="50915"/>
                </a:moveTo>
                <a:cubicBezTo>
                  <a:pt x="15585" y="50959"/>
                  <a:pt x="15570" y="50974"/>
                  <a:pt x="15541" y="51018"/>
                </a:cubicBezTo>
                <a:cubicBezTo>
                  <a:pt x="15526" y="51033"/>
                  <a:pt x="15496" y="51048"/>
                  <a:pt x="15467" y="51062"/>
                </a:cubicBezTo>
                <a:cubicBezTo>
                  <a:pt x="15496" y="51048"/>
                  <a:pt x="15511" y="51033"/>
                  <a:pt x="15526" y="50989"/>
                </a:cubicBezTo>
                <a:cubicBezTo>
                  <a:pt x="15541" y="50974"/>
                  <a:pt x="15585" y="50959"/>
                  <a:pt x="15599" y="50915"/>
                </a:cubicBezTo>
                <a:close/>
                <a:moveTo>
                  <a:pt x="16085" y="50753"/>
                </a:moveTo>
                <a:lnTo>
                  <a:pt x="16085" y="50753"/>
                </a:lnTo>
                <a:cubicBezTo>
                  <a:pt x="16041" y="50812"/>
                  <a:pt x="15997" y="50886"/>
                  <a:pt x="15967" y="50959"/>
                </a:cubicBezTo>
                <a:lnTo>
                  <a:pt x="15806" y="51062"/>
                </a:lnTo>
                <a:cubicBezTo>
                  <a:pt x="15835" y="50989"/>
                  <a:pt x="15879" y="50915"/>
                  <a:pt x="15909" y="50871"/>
                </a:cubicBezTo>
                <a:lnTo>
                  <a:pt x="16085" y="50753"/>
                </a:lnTo>
                <a:close/>
                <a:moveTo>
                  <a:pt x="16571" y="50680"/>
                </a:moveTo>
                <a:lnTo>
                  <a:pt x="16468" y="50959"/>
                </a:lnTo>
                <a:cubicBezTo>
                  <a:pt x="16365" y="51018"/>
                  <a:pt x="16306" y="51048"/>
                  <a:pt x="16232" y="51077"/>
                </a:cubicBezTo>
                <a:cubicBezTo>
                  <a:pt x="16262" y="50989"/>
                  <a:pt x="16306" y="50901"/>
                  <a:pt x="16350" y="50812"/>
                </a:cubicBezTo>
                <a:cubicBezTo>
                  <a:pt x="16424" y="50768"/>
                  <a:pt x="16497" y="50739"/>
                  <a:pt x="16571" y="50680"/>
                </a:cubicBezTo>
                <a:close/>
                <a:moveTo>
                  <a:pt x="16232" y="50886"/>
                </a:moveTo>
                <a:cubicBezTo>
                  <a:pt x="16188" y="50974"/>
                  <a:pt x="16144" y="51048"/>
                  <a:pt x="16115" y="51136"/>
                </a:cubicBezTo>
                <a:cubicBezTo>
                  <a:pt x="16041" y="51180"/>
                  <a:pt x="15967" y="51210"/>
                  <a:pt x="15909" y="51254"/>
                </a:cubicBezTo>
                <a:cubicBezTo>
                  <a:pt x="15953" y="51166"/>
                  <a:pt x="15982" y="51092"/>
                  <a:pt x="16041" y="50989"/>
                </a:cubicBezTo>
                <a:cubicBezTo>
                  <a:pt x="16100" y="50959"/>
                  <a:pt x="16173" y="50915"/>
                  <a:pt x="16232" y="50886"/>
                </a:cubicBezTo>
                <a:close/>
                <a:moveTo>
                  <a:pt x="15747" y="50974"/>
                </a:moveTo>
                <a:lnTo>
                  <a:pt x="15747" y="50974"/>
                </a:lnTo>
                <a:cubicBezTo>
                  <a:pt x="15717" y="51033"/>
                  <a:pt x="15673" y="51107"/>
                  <a:pt x="15644" y="51151"/>
                </a:cubicBezTo>
                <a:cubicBezTo>
                  <a:pt x="15585" y="51195"/>
                  <a:pt x="15541" y="51224"/>
                  <a:pt x="15496" y="51269"/>
                </a:cubicBezTo>
                <a:cubicBezTo>
                  <a:pt x="15526" y="51195"/>
                  <a:pt x="15570" y="51136"/>
                  <a:pt x="15599" y="51077"/>
                </a:cubicBezTo>
                <a:cubicBezTo>
                  <a:pt x="15658" y="51048"/>
                  <a:pt x="15688" y="51018"/>
                  <a:pt x="15747" y="50974"/>
                </a:cubicBezTo>
                <a:close/>
                <a:moveTo>
                  <a:pt x="26681" y="44425"/>
                </a:moveTo>
                <a:cubicBezTo>
                  <a:pt x="26681" y="44440"/>
                  <a:pt x="26681" y="44440"/>
                  <a:pt x="26696" y="44470"/>
                </a:cubicBezTo>
                <a:lnTo>
                  <a:pt x="26637" y="44631"/>
                </a:lnTo>
                <a:cubicBezTo>
                  <a:pt x="26652" y="44661"/>
                  <a:pt x="26652" y="44720"/>
                  <a:pt x="26681" y="44764"/>
                </a:cubicBezTo>
                <a:cubicBezTo>
                  <a:pt x="26696" y="44705"/>
                  <a:pt x="26710" y="44661"/>
                  <a:pt x="26725" y="44617"/>
                </a:cubicBezTo>
                <a:lnTo>
                  <a:pt x="26725" y="44646"/>
                </a:lnTo>
                <a:cubicBezTo>
                  <a:pt x="26416" y="45514"/>
                  <a:pt x="25901" y="46471"/>
                  <a:pt x="25136" y="47442"/>
                </a:cubicBezTo>
                <a:cubicBezTo>
                  <a:pt x="23811" y="49135"/>
                  <a:pt x="21839" y="49664"/>
                  <a:pt x="19764" y="50224"/>
                </a:cubicBezTo>
                <a:cubicBezTo>
                  <a:pt x="18631" y="50518"/>
                  <a:pt x="17513" y="50827"/>
                  <a:pt x="16394" y="51327"/>
                </a:cubicBezTo>
                <a:cubicBezTo>
                  <a:pt x="16424" y="51239"/>
                  <a:pt x="16468" y="51121"/>
                  <a:pt x="16497" y="51033"/>
                </a:cubicBezTo>
                <a:cubicBezTo>
                  <a:pt x="17645" y="50474"/>
                  <a:pt x="18808" y="50135"/>
                  <a:pt x="19941" y="49782"/>
                </a:cubicBezTo>
                <a:cubicBezTo>
                  <a:pt x="21972" y="49179"/>
                  <a:pt x="23855" y="48605"/>
                  <a:pt x="25165" y="46942"/>
                </a:cubicBezTo>
                <a:cubicBezTo>
                  <a:pt x="25813" y="46118"/>
                  <a:pt x="26313" y="45279"/>
                  <a:pt x="26681" y="44425"/>
                </a:cubicBezTo>
                <a:close/>
                <a:moveTo>
                  <a:pt x="15894" y="51077"/>
                </a:moveTo>
                <a:lnTo>
                  <a:pt x="15894" y="51077"/>
                </a:lnTo>
                <a:cubicBezTo>
                  <a:pt x="15864" y="51151"/>
                  <a:pt x="15820" y="51254"/>
                  <a:pt x="15791" y="51327"/>
                </a:cubicBezTo>
                <a:cubicBezTo>
                  <a:pt x="15717" y="51357"/>
                  <a:pt x="15658" y="51401"/>
                  <a:pt x="15585" y="51430"/>
                </a:cubicBezTo>
                <a:cubicBezTo>
                  <a:pt x="15614" y="51357"/>
                  <a:pt x="15658" y="51283"/>
                  <a:pt x="15717" y="51210"/>
                </a:cubicBezTo>
                <a:cubicBezTo>
                  <a:pt x="15761" y="51166"/>
                  <a:pt x="15835" y="51121"/>
                  <a:pt x="15894" y="51077"/>
                </a:cubicBezTo>
                <a:close/>
                <a:moveTo>
                  <a:pt x="15408" y="51239"/>
                </a:moveTo>
                <a:lnTo>
                  <a:pt x="15408" y="51239"/>
                </a:lnTo>
                <a:cubicBezTo>
                  <a:pt x="15379" y="51283"/>
                  <a:pt x="15364" y="51327"/>
                  <a:pt x="15320" y="51386"/>
                </a:cubicBezTo>
                <a:cubicBezTo>
                  <a:pt x="15290" y="51416"/>
                  <a:pt x="15246" y="51430"/>
                  <a:pt x="15187" y="51475"/>
                </a:cubicBezTo>
                <a:cubicBezTo>
                  <a:pt x="15246" y="51416"/>
                  <a:pt x="15290" y="51357"/>
                  <a:pt x="15305" y="51327"/>
                </a:cubicBezTo>
                <a:cubicBezTo>
                  <a:pt x="15349" y="51283"/>
                  <a:pt x="15379" y="51254"/>
                  <a:pt x="15408" y="51239"/>
                </a:cubicBezTo>
                <a:close/>
                <a:moveTo>
                  <a:pt x="16409" y="51092"/>
                </a:moveTo>
                <a:cubicBezTo>
                  <a:pt x="16365" y="51180"/>
                  <a:pt x="16335" y="51269"/>
                  <a:pt x="16306" y="51386"/>
                </a:cubicBezTo>
                <a:cubicBezTo>
                  <a:pt x="16232" y="51416"/>
                  <a:pt x="16129" y="51445"/>
                  <a:pt x="16056" y="51489"/>
                </a:cubicBezTo>
                <a:lnTo>
                  <a:pt x="16173" y="51210"/>
                </a:lnTo>
                <a:cubicBezTo>
                  <a:pt x="16247" y="51180"/>
                  <a:pt x="16335" y="51136"/>
                  <a:pt x="16409" y="51092"/>
                </a:cubicBezTo>
                <a:close/>
                <a:moveTo>
                  <a:pt x="15541" y="51327"/>
                </a:moveTo>
                <a:lnTo>
                  <a:pt x="15541" y="51327"/>
                </a:lnTo>
                <a:cubicBezTo>
                  <a:pt x="15526" y="51386"/>
                  <a:pt x="15496" y="51445"/>
                  <a:pt x="15452" y="51533"/>
                </a:cubicBezTo>
                <a:cubicBezTo>
                  <a:pt x="15393" y="51563"/>
                  <a:pt x="15349" y="51607"/>
                  <a:pt x="15261" y="51636"/>
                </a:cubicBezTo>
                <a:cubicBezTo>
                  <a:pt x="15305" y="51563"/>
                  <a:pt x="15349" y="51504"/>
                  <a:pt x="15379" y="51430"/>
                </a:cubicBezTo>
                <a:lnTo>
                  <a:pt x="15541" y="51327"/>
                </a:lnTo>
                <a:close/>
                <a:moveTo>
                  <a:pt x="16056" y="51269"/>
                </a:moveTo>
                <a:lnTo>
                  <a:pt x="15953" y="51548"/>
                </a:lnTo>
                <a:lnTo>
                  <a:pt x="15732" y="51651"/>
                </a:lnTo>
                <a:cubicBezTo>
                  <a:pt x="15761" y="51563"/>
                  <a:pt x="15806" y="51475"/>
                  <a:pt x="15835" y="51401"/>
                </a:cubicBezTo>
                <a:cubicBezTo>
                  <a:pt x="15909" y="51342"/>
                  <a:pt x="15982" y="51313"/>
                  <a:pt x="16056" y="51269"/>
                </a:cubicBezTo>
                <a:close/>
                <a:moveTo>
                  <a:pt x="15084" y="51504"/>
                </a:moveTo>
                <a:cubicBezTo>
                  <a:pt x="15070" y="51548"/>
                  <a:pt x="15040" y="51563"/>
                  <a:pt x="15026" y="51607"/>
                </a:cubicBezTo>
                <a:cubicBezTo>
                  <a:pt x="14996" y="51622"/>
                  <a:pt x="14981" y="51636"/>
                  <a:pt x="14937" y="51666"/>
                </a:cubicBezTo>
                <a:lnTo>
                  <a:pt x="14937" y="51666"/>
                </a:lnTo>
                <a:cubicBezTo>
                  <a:pt x="14981" y="51636"/>
                  <a:pt x="14996" y="51622"/>
                  <a:pt x="15011" y="51578"/>
                </a:cubicBezTo>
                <a:lnTo>
                  <a:pt x="15070" y="51533"/>
                </a:lnTo>
                <a:lnTo>
                  <a:pt x="15084" y="51504"/>
                </a:lnTo>
                <a:close/>
                <a:moveTo>
                  <a:pt x="26784" y="44779"/>
                </a:moveTo>
                <a:cubicBezTo>
                  <a:pt x="26784" y="44808"/>
                  <a:pt x="26799" y="44852"/>
                  <a:pt x="26799" y="44882"/>
                </a:cubicBezTo>
                <a:cubicBezTo>
                  <a:pt x="26784" y="44940"/>
                  <a:pt x="26769" y="44999"/>
                  <a:pt x="26755" y="45029"/>
                </a:cubicBezTo>
                <a:cubicBezTo>
                  <a:pt x="26755" y="45073"/>
                  <a:pt x="26769" y="45088"/>
                  <a:pt x="26769" y="45132"/>
                </a:cubicBezTo>
                <a:cubicBezTo>
                  <a:pt x="26431" y="46015"/>
                  <a:pt x="25916" y="46971"/>
                  <a:pt x="25150" y="47972"/>
                </a:cubicBezTo>
                <a:cubicBezTo>
                  <a:pt x="23782" y="49709"/>
                  <a:pt x="21766" y="50224"/>
                  <a:pt x="19617" y="50739"/>
                </a:cubicBezTo>
                <a:cubicBezTo>
                  <a:pt x="18513" y="51018"/>
                  <a:pt x="17380" y="51283"/>
                  <a:pt x="16276" y="51725"/>
                </a:cubicBezTo>
                <a:cubicBezTo>
                  <a:pt x="16321" y="51622"/>
                  <a:pt x="16335" y="51519"/>
                  <a:pt x="16379" y="51416"/>
                </a:cubicBezTo>
                <a:cubicBezTo>
                  <a:pt x="17513" y="50915"/>
                  <a:pt x="18661" y="50592"/>
                  <a:pt x="19794" y="50297"/>
                </a:cubicBezTo>
                <a:cubicBezTo>
                  <a:pt x="21898" y="49723"/>
                  <a:pt x="23855" y="49194"/>
                  <a:pt x="25209" y="47472"/>
                </a:cubicBezTo>
                <a:cubicBezTo>
                  <a:pt x="25901" y="46589"/>
                  <a:pt x="26416" y="45691"/>
                  <a:pt x="26784" y="44779"/>
                </a:cubicBezTo>
                <a:close/>
                <a:moveTo>
                  <a:pt x="15702" y="51460"/>
                </a:moveTo>
                <a:lnTo>
                  <a:pt x="15702" y="51460"/>
                </a:lnTo>
                <a:cubicBezTo>
                  <a:pt x="15688" y="51548"/>
                  <a:pt x="15658" y="51622"/>
                  <a:pt x="15614" y="51710"/>
                </a:cubicBezTo>
                <a:lnTo>
                  <a:pt x="15393" y="51828"/>
                </a:lnTo>
                <a:cubicBezTo>
                  <a:pt x="15438" y="51725"/>
                  <a:pt x="15467" y="51651"/>
                  <a:pt x="15511" y="51578"/>
                </a:cubicBezTo>
                <a:cubicBezTo>
                  <a:pt x="15585" y="51548"/>
                  <a:pt x="15629" y="51489"/>
                  <a:pt x="15702" y="51460"/>
                </a:cubicBezTo>
                <a:close/>
                <a:moveTo>
                  <a:pt x="15232" y="51548"/>
                </a:moveTo>
                <a:lnTo>
                  <a:pt x="15232" y="51548"/>
                </a:lnTo>
                <a:cubicBezTo>
                  <a:pt x="15187" y="51607"/>
                  <a:pt x="15158" y="51666"/>
                  <a:pt x="15143" y="51725"/>
                </a:cubicBezTo>
                <a:cubicBezTo>
                  <a:pt x="15084" y="51769"/>
                  <a:pt x="15026" y="51798"/>
                  <a:pt x="14996" y="51842"/>
                </a:cubicBezTo>
                <a:cubicBezTo>
                  <a:pt x="15026" y="51769"/>
                  <a:pt x="15055" y="51710"/>
                  <a:pt x="15084" y="51651"/>
                </a:cubicBezTo>
                <a:cubicBezTo>
                  <a:pt x="15143" y="51622"/>
                  <a:pt x="15173" y="51578"/>
                  <a:pt x="15232" y="51548"/>
                </a:cubicBezTo>
                <a:close/>
                <a:moveTo>
                  <a:pt x="16276" y="51489"/>
                </a:moveTo>
                <a:cubicBezTo>
                  <a:pt x="16247" y="51578"/>
                  <a:pt x="16203" y="51695"/>
                  <a:pt x="16188" y="51784"/>
                </a:cubicBezTo>
                <a:cubicBezTo>
                  <a:pt x="16100" y="51813"/>
                  <a:pt x="16026" y="51857"/>
                  <a:pt x="15938" y="51901"/>
                </a:cubicBezTo>
                <a:cubicBezTo>
                  <a:pt x="15953" y="51784"/>
                  <a:pt x="15982" y="51695"/>
                  <a:pt x="16026" y="51607"/>
                </a:cubicBezTo>
                <a:cubicBezTo>
                  <a:pt x="16115" y="51563"/>
                  <a:pt x="16188" y="51533"/>
                  <a:pt x="16276" y="51489"/>
                </a:cubicBezTo>
                <a:close/>
                <a:moveTo>
                  <a:pt x="15393" y="51651"/>
                </a:moveTo>
                <a:lnTo>
                  <a:pt x="15393" y="51651"/>
                </a:lnTo>
                <a:cubicBezTo>
                  <a:pt x="15364" y="51725"/>
                  <a:pt x="15320" y="51798"/>
                  <a:pt x="15290" y="51901"/>
                </a:cubicBezTo>
                <a:cubicBezTo>
                  <a:pt x="15217" y="51931"/>
                  <a:pt x="15158" y="51975"/>
                  <a:pt x="15084" y="52004"/>
                </a:cubicBezTo>
                <a:lnTo>
                  <a:pt x="15202" y="51784"/>
                </a:lnTo>
                <a:cubicBezTo>
                  <a:pt x="15261" y="51754"/>
                  <a:pt x="15320" y="51695"/>
                  <a:pt x="15393" y="51651"/>
                </a:cubicBezTo>
                <a:close/>
                <a:moveTo>
                  <a:pt x="14893" y="51798"/>
                </a:moveTo>
                <a:lnTo>
                  <a:pt x="14893" y="51798"/>
                </a:lnTo>
                <a:cubicBezTo>
                  <a:pt x="14864" y="51857"/>
                  <a:pt x="14849" y="51901"/>
                  <a:pt x="14820" y="51945"/>
                </a:cubicBezTo>
                <a:cubicBezTo>
                  <a:pt x="14790" y="51990"/>
                  <a:pt x="14731" y="52004"/>
                  <a:pt x="14702" y="52048"/>
                </a:cubicBezTo>
                <a:cubicBezTo>
                  <a:pt x="14731" y="51990"/>
                  <a:pt x="14761" y="51945"/>
                  <a:pt x="14790" y="51901"/>
                </a:cubicBezTo>
                <a:cubicBezTo>
                  <a:pt x="14834" y="51857"/>
                  <a:pt x="14864" y="51828"/>
                  <a:pt x="14893" y="51798"/>
                </a:cubicBezTo>
                <a:close/>
                <a:moveTo>
                  <a:pt x="15894" y="51651"/>
                </a:moveTo>
                <a:lnTo>
                  <a:pt x="15894" y="51651"/>
                </a:lnTo>
                <a:cubicBezTo>
                  <a:pt x="15864" y="51754"/>
                  <a:pt x="15820" y="51842"/>
                  <a:pt x="15806" y="51945"/>
                </a:cubicBezTo>
                <a:cubicBezTo>
                  <a:pt x="15732" y="51975"/>
                  <a:pt x="15658" y="52004"/>
                  <a:pt x="15570" y="52048"/>
                </a:cubicBezTo>
                <a:lnTo>
                  <a:pt x="15673" y="51769"/>
                </a:lnTo>
                <a:lnTo>
                  <a:pt x="15894" y="51651"/>
                </a:lnTo>
                <a:close/>
                <a:moveTo>
                  <a:pt x="26843" y="45147"/>
                </a:moveTo>
                <a:cubicBezTo>
                  <a:pt x="26858" y="45205"/>
                  <a:pt x="26858" y="45250"/>
                  <a:pt x="26872" y="45308"/>
                </a:cubicBezTo>
                <a:cubicBezTo>
                  <a:pt x="26858" y="45367"/>
                  <a:pt x="26843" y="45426"/>
                  <a:pt x="26828" y="45456"/>
                </a:cubicBezTo>
                <a:lnTo>
                  <a:pt x="26828" y="45500"/>
                </a:lnTo>
                <a:cubicBezTo>
                  <a:pt x="26490" y="46427"/>
                  <a:pt x="25960" y="47442"/>
                  <a:pt x="25136" y="48502"/>
                </a:cubicBezTo>
                <a:cubicBezTo>
                  <a:pt x="23752" y="50297"/>
                  <a:pt x="21648" y="50753"/>
                  <a:pt x="19426" y="51269"/>
                </a:cubicBezTo>
                <a:cubicBezTo>
                  <a:pt x="18381" y="51504"/>
                  <a:pt x="17262" y="51769"/>
                  <a:pt x="16129" y="52166"/>
                </a:cubicBezTo>
                <a:lnTo>
                  <a:pt x="16247" y="51842"/>
                </a:lnTo>
                <a:cubicBezTo>
                  <a:pt x="17365" y="51386"/>
                  <a:pt x="18513" y="51107"/>
                  <a:pt x="19632" y="50827"/>
                </a:cubicBezTo>
                <a:cubicBezTo>
                  <a:pt x="21795" y="50297"/>
                  <a:pt x="23841" y="49782"/>
                  <a:pt x="25209" y="48031"/>
                </a:cubicBezTo>
                <a:cubicBezTo>
                  <a:pt x="25989" y="47015"/>
                  <a:pt x="26504" y="46044"/>
                  <a:pt x="26843" y="45147"/>
                </a:cubicBezTo>
                <a:close/>
                <a:moveTo>
                  <a:pt x="15055" y="51857"/>
                </a:moveTo>
                <a:lnTo>
                  <a:pt x="15055" y="51857"/>
                </a:lnTo>
                <a:cubicBezTo>
                  <a:pt x="15026" y="51945"/>
                  <a:pt x="14996" y="52019"/>
                  <a:pt x="14952" y="52078"/>
                </a:cubicBezTo>
                <a:cubicBezTo>
                  <a:pt x="14908" y="52122"/>
                  <a:pt x="14834" y="52152"/>
                  <a:pt x="14775" y="52196"/>
                </a:cubicBezTo>
                <a:cubicBezTo>
                  <a:pt x="14805" y="52122"/>
                  <a:pt x="14849" y="52063"/>
                  <a:pt x="14878" y="51990"/>
                </a:cubicBezTo>
                <a:cubicBezTo>
                  <a:pt x="14937" y="51945"/>
                  <a:pt x="14996" y="51916"/>
                  <a:pt x="15055" y="51857"/>
                </a:cubicBezTo>
                <a:close/>
                <a:moveTo>
                  <a:pt x="15570" y="51813"/>
                </a:moveTo>
                <a:lnTo>
                  <a:pt x="15452" y="52093"/>
                </a:lnTo>
                <a:cubicBezTo>
                  <a:pt x="15379" y="52137"/>
                  <a:pt x="15290" y="52166"/>
                  <a:pt x="15217" y="52210"/>
                </a:cubicBezTo>
                <a:cubicBezTo>
                  <a:pt x="15246" y="52122"/>
                  <a:pt x="15290" y="52019"/>
                  <a:pt x="15320" y="51945"/>
                </a:cubicBezTo>
                <a:cubicBezTo>
                  <a:pt x="15423" y="51916"/>
                  <a:pt x="15496" y="51857"/>
                  <a:pt x="15570" y="51813"/>
                </a:cubicBezTo>
                <a:close/>
                <a:moveTo>
                  <a:pt x="14569" y="52093"/>
                </a:moveTo>
                <a:lnTo>
                  <a:pt x="14569" y="52093"/>
                </a:lnTo>
                <a:cubicBezTo>
                  <a:pt x="14555" y="52122"/>
                  <a:pt x="14525" y="52152"/>
                  <a:pt x="14510" y="52166"/>
                </a:cubicBezTo>
                <a:cubicBezTo>
                  <a:pt x="14481" y="52196"/>
                  <a:pt x="14466" y="52225"/>
                  <a:pt x="14422" y="52240"/>
                </a:cubicBezTo>
                <a:cubicBezTo>
                  <a:pt x="14437" y="52225"/>
                  <a:pt x="14466" y="52210"/>
                  <a:pt x="14481" y="52166"/>
                </a:cubicBezTo>
                <a:cubicBezTo>
                  <a:pt x="14510" y="52152"/>
                  <a:pt x="14525" y="52122"/>
                  <a:pt x="14569" y="52093"/>
                </a:cubicBezTo>
                <a:close/>
                <a:moveTo>
                  <a:pt x="16129" y="51872"/>
                </a:moveTo>
                <a:cubicBezTo>
                  <a:pt x="16100" y="51990"/>
                  <a:pt x="16085" y="52093"/>
                  <a:pt x="16041" y="52181"/>
                </a:cubicBezTo>
                <a:cubicBezTo>
                  <a:pt x="15967" y="52225"/>
                  <a:pt x="15879" y="52269"/>
                  <a:pt x="15791" y="52299"/>
                </a:cubicBezTo>
                <a:cubicBezTo>
                  <a:pt x="15820" y="52181"/>
                  <a:pt x="15835" y="52093"/>
                  <a:pt x="15879" y="51990"/>
                </a:cubicBezTo>
                <a:cubicBezTo>
                  <a:pt x="15967" y="51945"/>
                  <a:pt x="16056" y="51916"/>
                  <a:pt x="16129" y="51872"/>
                </a:cubicBezTo>
                <a:close/>
                <a:moveTo>
                  <a:pt x="15217" y="52004"/>
                </a:moveTo>
                <a:cubicBezTo>
                  <a:pt x="15202" y="52093"/>
                  <a:pt x="15158" y="52181"/>
                  <a:pt x="15129" y="52269"/>
                </a:cubicBezTo>
                <a:lnTo>
                  <a:pt x="14893" y="52372"/>
                </a:lnTo>
                <a:cubicBezTo>
                  <a:pt x="14937" y="52299"/>
                  <a:pt x="14981" y="52210"/>
                  <a:pt x="15011" y="52137"/>
                </a:cubicBezTo>
                <a:cubicBezTo>
                  <a:pt x="15084" y="52093"/>
                  <a:pt x="15158" y="52048"/>
                  <a:pt x="15217" y="52004"/>
                </a:cubicBezTo>
                <a:close/>
                <a:moveTo>
                  <a:pt x="14731" y="52122"/>
                </a:moveTo>
                <a:cubicBezTo>
                  <a:pt x="14702" y="52166"/>
                  <a:pt x="14658" y="52225"/>
                  <a:pt x="14643" y="52299"/>
                </a:cubicBezTo>
                <a:lnTo>
                  <a:pt x="14481" y="52416"/>
                </a:lnTo>
                <a:lnTo>
                  <a:pt x="14584" y="52240"/>
                </a:lnTo>
                <a:cubicBezTo>
                  <a:pt x="14628" y="52181"/>
                  <a:pt x="14687" y="52152"/>
                  <a:pt x="14731" y="52122"/>
                </a:cubicBezTo>
                <a:close/>
                <a:moveTo>
                  <a:pt x="15776" y="52034"/>
                </a:moveTo>
                <a:lnTo>
                  <a:pt x="15776" y="52034"/>
                </a:lnTo>
                <a:cubicBezTo>
                  <a:pt x="15747" y="52152"/>
                  <a:pt x="15732" y="52240"/>
                  <a:pt x="15688" y="52358"/>
                </a:cubicBezTo>
                <a:cubicBezTo>
                  <a:pt x="15599" y="52372"/>
                  <a:pt x="15511" y="52416"/>
                  <a:pt x="15438" y="52446"/>
                </a:cubicBezTo>
                <a:cubicBezTo>
                  <a:pt x="15467" y="52358"/>
                  <a:pt x="15511" y="52240"/>
                  <a:pt x="15541" y="52152"/>
                </a:cubicBezTo>
                <a:cubicBezTo>
                  <a:pt x="15614" y="52122"/>
                  <a:pt x="15717" y="52078"/>
                  <a:pt x="15776" y="52034"/>
                </a:cubicBezTo>
                <a:close/>
                <a:moveTo>
                  <a:pt x="14878" y="52225"/>
                </a:moveTo>
                <a:lnTo>
                  <a:pt x="14878" y="52225"/>
                </a:lnTo>
                <a:cubicBezTo>
                  <a:pt x="14849" y="52299"/>
                  <a:pt x="14805" y="52372"/>
                  <a:pt x="14775" y="52461"/>
                </a:cubicBezTo>
                <a:cubicBezTo>
                  <a:pt x="14702" y="52505"/>
                  <a:pt x="14643" y="52534"/>
                  <a:pt x="14569" y="52593"/>
                </a:cubicBezTo>
                <a:lnTo>
                  <a:pt x="14687" y="52372"/>
                </a:lnTo>
                <a:cubicBezTo>
                  <a:pt x="14761" y="52299"/>
                  <a:pt x="14834" y="52269"/>
                  <a:pt x="14878" y="52225"/>
                </a:cubicBezTo>
                <a:close/>
                <a:moveTo>
                  <a:pt x="26902" y="45529"/>
                </a:moveTo>
                <a:cubicBezTo>
                  <a:pt x="26931" y="45588"/>
                  <a:pt x="26931" y="45647"/>
                  <a:pt x="26946" y="45720"/>
                </a:cubicBezTo>
                <a:cubicBezTo>
                  <a:pt x="26946" y="45750"/>
                  <a:pt x="26931" y="45765"/>
                  <a:pt x="26931" y="45809"/>
                </a:cubicBezTo>
                <a:cubicBezTo>
                  <a:pt x="26622" y="46824"/>
                  <a:pt x="26063" y="47898"/>
                  <a:pt x="25165" y="49061"/>
                </a:cubicBezTo>
                <a:cubicBezTo>
                  <a:pt x="23752" y="50886"/>
                  <a:pt x="21574" y="51327"/>
                  <a:pt x="19279" y="51798"/>
                </a:cubicBezTo>
                <a:cubicBezTo>
                  <a:pt x="18248" y="52004"/>
                  <a:pt x="17145" y="52240"/>
                  <a:pt x="16041" y="52593"/>
                </a:cubicBezTo>
                <a:cubicBezTo>
                  <a:pt x="16056" y="52475"/>
                  <a:pt x="16100" y="52372"/>
                  <a:pt x="16115" y="52255"/>
                </a:cubicBezTo>
                <a:cubicBezTo>
                  <a:pt x="17218" y="51857"/>
                  <a:pt x="18337" y="51592"/>
                  <a:pt x="19440" y="51357"/>
                </a:cubicBezTo>
                <a:cubicBezTo>
                  <a:pt x="21692" y="50871"/>
                  <a:pt x="23811" y="50386"/>
                  <a:pt x="25209" y="48575"/>
                </a:cubicBezTo>
                <a:cubicBezTo>
                  <a:pt x="26033" y="47516"/>
                  <a:pt x="26563" y="46486"/>
                  <a:pt x="26902" y="45529"/>
                </a:cubicBezTo>
                <a:close/>
                <a:moveTo>
                  <a:pt x="14393" y="52387"/>
                </a:moveTo>
                <a:cubicBezTo>
                  <a:pt x="14363" y="52431"/>
                  <a:pt x="14334" y="52490"/>
                  <a:pt x="14304" y="52519"/>
                </a:cubicBezTo>
                <a:cubicBezTo>
                  <a:pt x="14275" y="52549"/>
                  <a:pt x="14216" y="52593"/>
                  <a:pt x="14187" y="52608"/>
                </a:cubicBezTo>
                <a:cubicBezTo>
                  <a:pt x="14201" y="52578"/>
                  <a:pt x="14246" y="52534"/>
                  <a:pt x="14260" y="52505"/>
                </a:cubicBezTo>
                <a:cubicBezTo>
                  <a:pt x="14290" y="52461"/>
                  <a:pt x="14349" y="52431"/>
                  <a:pt x="14393" y="52387"/>
                </a:cubicBezTo>
                <a:close/>
                <a:moveTo>
                  <a:pt x="15408" y="52210"/>
                </a:moveTo>
                <a:cubicBezTo>
                  <a:pt x="15379" y="52299"/>
                  <a:pt x="15335" y="52416"/>
                  <a:pt x="15320" y="52505"/>
                </a:cubicBezTo>
                <a:cubicBezTo>
                  <a:pt x="15246" y="52534"/>
                  <a:pt x="15158" y="52578"/>
                  <a:pt x="15070" y="52608"/>
                </a:cubicBezTo>
                <a:lnTo>
                  <a:pt x="15173" y="52343"/>
                </a:lnTo>
                <a:cubicBezTo>
                  <a:pt x="15246" y="52299"/>
                  <a:pt x="15349" y="52240"/>
                  <a:pt x="15408" y="52210"/>
                </a:cubicBezTo>
                <a:close/>
                <a:moveTo>
                  <a:pt x="16041" y="52299"/>
                </a:moveTo>
                <a:cubicBezTo>
                  <a:pt x="16026" y="52416"/>
                  <a:pt x="15982" y="52519"/>
                  <a:pt x="15967" y="52637"/>
                </a:cubicBezTo>
                <a:cubicBezTo>
                  <a:pt x="15864" y="52652"/>
                  <a:pt x="15761" y="52681"/>
                  <a:pt x="15673" y="52725"/>
                </a:cubicBezTo>
                <a:cubicBezTo>
                  <a:pt x="15688" y="52608"/>
                  <a:pt x="15732" y="52505"/>
                  <a:pt x="15761" y="52416"/>
                </a:cubicBezTo>
                <a:lnTo>
                  <a:pt x="16041" y="52299"/>
                </a:lnTo>
                <a:close/>
                <a:moveTo>
                  <a:pt x="14555" y="52431"/>
                </a:moveTo>
                <a:cubicBezTo>
                  <a:pt x="14510" y="52519"/>
                  <a:pt x="14481" y="52578"/>
                  <a:pt x="14437" y="52652"/>
                </a:cubicBezTo>
                <a:cubicBezTo>
                  <a:pt x="14393" y="52681"/>
                  <a:pt x="14304" y="52725"/>
                  <a:pt x="14260" y="52755"/>
                </a:cubicBezTo>
                <a:cubicBezTo>
                  <a:pt x="14290" y="52681"/>
                  <a:pt x="14334" y="52637"/>
                  <a:pt x="14363" y="52549"/>
                </a:cubicBezTo>
                <a:cubicBezTo>
                  <a:pt x="14422" y="52519"/>
                  <a:pt x="14481" y="52461"/>
                  <a:pt x="14555" y="52431"/>
                </a:cubicBezTo>
                <a:close/>
                <a:moveTo>
                  <a:pt x="14039" y="52667"/>
                </a:moveTo>
                <a:cubicBezTo>
                  <a:pt x="14025" y="52681"/>
                  <a:pt x="13995" y="52725"/>
                  <a:pt x="13981" y="52740"/>
                </a:cubicBezTo>
                <a:cubicBezTo>
                  <a:pt x="13970" y="52746"/>
                  <a:pt x="13957" y="52755"/>
                  <a:pt x="13944" y="52766"/>
                </a:cubicBezTo>
                <a:lnTo>
                  <a:pt x="13944" y="52766"/>
                </a:lnTo>
                <a:cubicBezTo>
                  <a:pt x="13946" y="52763"/>
                  <a:pt x="13949" y="52759"/>
                  <a:pt x="13951" y="52755"/>
                </a:cubicBezTo>
                <a:lnTo>
                  <a:pt x="14039" y="52667"/>
                </a:lnTo>
                <a:close/>
                <a:moveTo>
                  <a:pt x="15070" y="52387"/>
                </a:moveTo>
                <a:lnTo>
                  <a:pt x="14952" y="52667"/>
                </a:lnTo>
                <a:cubicBezTo>
                  <a:pt x="14878" y="52711"/>
                  <a:pt x="14790" y="52740"/>
                  <a:pt x="14716" y="52784"/>
                </a:cubicBezTo>
                <a:cubicBezTo>
                  <a:pt x="14761" y="52681"/>
                  <a:pt x="14790" y="52593"/>
                  <a:pt x="14834" y="52519"/>
                </a:cubicBezTo>
                <a:cubicBezTo>
                  <a:pt x="14923" y="52461"/>
                  <a:pt x="14996" y="52431"/>
                  <a:pt x="15070" y="52387"/>
                </a:cubicBezTo>
                <a:close/>
                <a:moveTo>
                  <a:pt x="15658" y="52431"/>
                </a:moveTo>
                <a:lnTo>
                  <a:pt x="15658" y="52431"/>
                </a:lnTo>
                <a:cubicBezTo>
                  <a:pt x="15614" y="52534"/>
                  <a:pt x="15599" y="52637"/>
                  <a:pt x="15585" y="52740"/>
                </a:cubicBezTo>
                <a:lnTo>
                  <a:pt x="15305" y="52858"/>
                </a:lnTo>
                <a:cubicBezTo>
                  <a:pt x="15349" y="52740"/>
                  <a:pt x="15364" y="52652"/>
                  <a:pt x="15393" y="52534"/>
                </a:cubicBezTo>
                <a:cubicBezTo>
                  <a:pt x="15496" y="52505"/>
                  <a:pt x="15585" y="52461"/>
                  <a:pt x="15658" y="52431"/>
                </a:cubicBezTo>
                <a:close/>
                <a:moveTo>
                  <a:pt x="14216" y="52681"/>
                </a:moveTo>
                <a:cubicBezTo>
                  <a:pt x="14187" y="52740"/>
                  <a:pt x="14172" y="52799"/>
                  <a:pt x="14128" y="52858"/>
                </a:cubicBezTo>
                <a:lnTo>
                  <a:pt x="13966" y="52961"/>
                </a:lnTo>
                <a:cubicBezTo>
                  <a:pt x="13995" y="52902"/>
                  <a:pt x="14025" y="52858"/>
                  <a:pt x="14054" y="52799"/>
                </a:cubicBezTo>
                <a:cubicBezTo>
                  <a:pt x="14113" y="52784"/>
                  <a:pt x="14157" y="52740"/>
                  <a:pt x="14216" y="52681"/>
                </a:cubicBezTo>
                <a:close/>
                <a:moveTo>
                  <a:pt x="14731" y="52593"/>
                </a:moveTo>
                <a:cubicBezTo>
                  <a:pt x="14687" y="52667"/>
                  <a:pt x="14658" y="52740"/>
                  <a:pt x="14628" y="52828"/>
                </a:cubicBezTo>
                <a:cubicBezTo>
                  <a:pt x="14555" y="52873"/>
                  <a:pt x="14481" y="52902"/>
                  <a:pt x="14407" y="52961"/>
                </a:cubicBezTo>
                <a:cubicBezTo>
                  <a:pt x="14437" y="52873"/>
                  <a:pt x="14481" y="52799"/>
                  <a:pt x="14510" y="52725"/>
                </a:cubicBezTo>
                <a:cubicBezTo>
                  <a:pt x="14584" y="52681"/>
                  <a:pt x="14658" y="52622"/>
                  <a:pt x="14731" y="52593"/>
                </a:cubicBezTo>
                <a:close/>
                <a:moveTo>
                  <a:pt x="15305" y="52593"/>
                </a:moveTo>
                <a:cubicBezTo>
                  <a:pt x="15261" y="52711"/>
                  <a:pt x="15246" y="52799"/>
                  <a:pt x="15217" y="52902"/>
                </a:cubicBezTo>
                <a:cubicBezTo>
                  <a:pt x="15129" y="52917"/>
                  <a:pt x="15026" y="52961"/>
                  <a:pt x="14937" y="53020"/>
                </a:cubicBezTo>
                <a:cubicBezTo>
                  <a:pt x="14981" y="52917"/>
                  <a:pt x="15011" y="52814"/>
                  <a:pt x="15040" y="52725"/>
                </a:cubicBezTo>
                <a:cubicBezTo>
                  <a:pt x="15143" y="52681"/>
                  <a:pt x="15217" y="52652"/>
                  <a:pt x="15305" y="52593"/>
                </a:cubicBezTo>
                <a:close/>
                <a:moveTo>
                  <a:pt x="26975" y="45941"/>
                </a:moveTo>
                <a:cubicBezTo>
                  <a:pt x="26990" y="45985"/>
                  <a:pt x="26990" y="46059"/>
                  <a:pt x="27005" y="46133"/>
                </a:cubicBezTo>
                <a:cubicBezTo>
                  <a:pt x="26990" y="46191"/>
                  <a:pt x="26975" y="46236"/>
                  <a:pt x="26975" y="46280"/>
                </a:cubicBezTo>
                <a:lnTo>
                  <a:pt x="26975" y="46309"/>
                </a:lnTo>
                <a:cubicBezTo>
                  <a:pt x="26652" y="47310"/>
                  <a:pt x="26092" y="48443"/>
                  <a:pt x="25180" y="49620"/>
                </a:cubicBezTo>
                <a:cubicBezTo>
                  <a:pt x="23752" y="51489"/>
                  <a:pt x="21604" y="51872"/>
                  <a:pt x="19131" y="52343"/>
                </a:cubicBezTo>
                <a:cubicBezTo>
                  <a:pt x="18116" y="52519"/>
                  <a:pt x="17071" y="52725"/>
                  <a:pt x="15982" y="53034"/>
                </a:cubicBezTo>
                <a:lnTo>
                  <a:pt x="16041" y="52711"/>
                </a:lnTo>
                <a:cubicBezTo>
                  <a:pt x="17159" y="52343"/>
                  <a:pt x="18263" y="52093"/>
                  <a:pt x="19293" y="51901"/>
                </a:cubicBezTo>
                <a:cubicBezTo>
                  <a:pt x="21619" y="51416"/>
                  <a:pt x="23811" y="50974"/>
                  <a:pt x="25224" y="49135"/>
                </a:cubicBezTo>
                <a:cubicBezTo>
                  <a:pt x="26048" y="48075"/>
                  <a:pt x="26578" y="47045"/>
                  <a:pt x="26916" y="46088"/>
                </a:cubicBezTo>
                <a:lnTo>
                  <a:pt x="26916" y="46103"/>
                </a:lnTo>
                <a:lnTo>
                  <a:pt x="26975" y="45941"/>
                </a:lnTo>
                <a:close/>
                <a:moveTo>
                  <a:pt x="15938" y="52681"/>
                </a:moveTo>
                <a:lnTo>
                  <a:pt x="15938" y="52681"/>
                </a:lnTo>
                <a:cubicBezTo>
                  <a:pt x="15909" y="52814"/>
                  <a:pt x="15894" y="52917"/>
                  <a:pt x="15879" y="53034"/>
                </a:cubicBezTo>
                <a:cubicBezTo>
                  <a:pt x="15761" y="53079"/>
                  <a:pt x="15673" y="53093"/>
                  <a:pt x="15570" y="53123"/>
                </a:cubicBezTo>
                <a:cubicBezTo>
                  <a:pt x="15585" y="53020"/>
                  <a:pt x="15599" y="52902"/>
                  <a:pt x="15644" y="52799"/>
                </a:cubicBezTo>
                <a:cubicBezTo>
                  <a:pt x="15732" y="52755"/>
                  <a:pt x="15835" y="52725"/>
                  <a:pt x="15938" y="52681"/>
                </a:cubicBezTo>
                <a:close/>
                <a:moveTo>
                  <a:pt x="14393" y="52799"/>
                </a:moveTo>
                <a:lnTo>
                  <a:pt x="14393" y="52799"/>
                </a:lnTo>
                <a:cubicBezTo>
                  <a:pt x="14349" y="52873"/>
                  <a:pt x="14304" y="52946"/>
                  <a:pt x="14275" y="53034"/>
                </a:cubicBezTo>
                <a:cubicBezTo>
                  <a:pt x="14201" y="53079"/>
                  <a:pt x="14128" y="53108"/>
                  <a:pt x="14069" y="53167"/>
                </a:cubicBezTo>
                <a:lnTo>
                  <a:pt x="14187" y="52946"/>
                </a:lnTo>
                <a:cubicBezTo>
                  <a:pt x="14246" y="52873"/>
                  <a:pt x="14319" y="52828"/>
                  <a:pt x="14393" y="52799"/>
                </a:cubicBezTo>
                <a:close/>
                <a:moveTo>
                  <a:pt x="14923" y="52755"/>
                </a:moveTo>
                <a:lnTo>
                  <a:pt x="14923" y="52755"/>
                </a:lnTo>
                <a:cubicBezTo>
                  <a:pt x="14878" y="52858"/>
                  <a:pt x="14849" y="52946"/>
                  <a:pt x="14820" y="53049"/>
                </a:cubicBezTo>
                <a:cubicBezTo>
                  <a:pt x="14761" y="53093"/>
                  <a:pt x="14658" y="53123"/>
                  <a:pt x="14569" y="53167"/>
                </a:cubicBezTo>
                <a:lnTo>
                  <a:pt x="14672" y="52887"/>
                </a:lnTo>
                <a:cubicBezTo>
                  <a:pt x="14761" y="52858"/>
                  <a:pt x="14849" y="52799"/>
                  <a:pt x="14923" y="52755"/>
                </a:cubicBezTo>
                <a:close/>
                <a:moveTo>
                  <a:pt x="13878" y="52961"/>
                </a:moveTo>
                <a:lnTo>
                  <a:pt x="13878" y="52961"/>
                </a:lnTo>
                <a:cubicBezTo>
                  <a:pt x="13848" y="53005"/>
                  <a:pt x="13819" y="53049"/>
                  <a:pt x="13804" y="53093"/>
                </a:cubicBezTo>
                <a:cubicBezTo>
                  <a:pt x="13745" y="53123"/>
                  <a:pt x="13701" y="53167"/>
                  <a:pt x="13657" y="53196"/>
                </a:cubicBezTo>
                <a:cubicBezTo>
                  <a:pt x="13672" y="53167"/>
                  <a:pt x="13701" y="53123"/>
                  <a:pt x="13730" y="53093"/>
                </a:cubicBezTo>
                <a:cubicBezTo>
                  <a:pt x="13745" y="53079"/>
                  <a:pt x="13775" y="53049"/>
                  <a:pt x="13804" y="53020"/>
                </a:cubicBezTo>
                <a:cubicBezTo>
                  <a:pt x="13819" y="53005"/>
                  <a:pt x="13833" y="52976"/>
                  <a:pt x="13878" y="52961"/>
                </a:cubicBezTo>
                <a:close/>
                <a:moveTo>
                  <a:pt x="15541" y="52858"/>
                </a:moveTo>
                <a:lnTo>
                  <a:pt x="15541" y="52858"/>
                </a:lnTo>
                <a:cubicBezTo>
                  <a:pt x="15526" y="52961"/>
                  <a:pt x="15496" y="53079"/>
                  <a:pt x="15467" y="53167"/>
                </a:cubicBezTo>
                <a:lnTo>
                  <a:pt x="15202" y="53270"/>
                </a:lnTo>
                <a:cubicBezTo>
                  <a:pt x="15217" y="53167"/>
                  <a:pt x="15246" y="53079"/>
                  <a:pt x="15276" y="52961"/>
                </a:cubicBezTo>
                <a:lnTo>
                  <a:pt x="15541" y="52858"/>
                </a:lnTo>
                <a:close/>
                <a:moveTo>
                  <a:pt x="14040" y="53020"/>
                </a:moveTo>
                <a:cubicBezTo>
                  <a:pt x="13995" y="53093"/>
                  <a:pt x="13966" y="53167"/>
                  <a:pt x="13951" y="53226"/>
                </a:cubicBezTo>
                <a:cubicBezTo>
                  <a:pt x="13878" y="53255"/>
                  <a:pt x="13819" y="53285"/>
                  <a:pt x="13745" y="53344"/>
                </a:cubicBezTo>
                <a:cubicBezTo>
                  <a:pt x="13775" y="53270"/>
                  <a:pt x="13819" y="53226"/>
                  <a:pt x="13848" y="53138"/>
                </a:cubicBezTo>
                <a:cubicBezTo>
                  <a:pt x="13907" y="53093"/>
                  <a:pt x="13981" y="53049"/>
                  <a:pt x="14040" y="53020"/>
                </a:cubicBezTo>
                <a:close/>
                <a:moveTo>
                  <a:pt x="14569" y="52946"/>
                </a:moveTo>
                <a:lnTo>
                  <a:pt x="14466" y="53226"/>
                </a:lnTo>
                <a:cubicBezTo>
                  <a:pt x="14393" y="53255"/>
                  <a:pt x="14290" y="53285"/>
                  <a:pt x="14216" y="53344"/>
                </a:cubicBezTo>
                <a:cubicBezTo>
                  <a:pt x="14260" y="53255"/>
                  <a:pt x="14290" y="53167"/>
                  <a:pt x="14334" y="53093"/>
                </a:cubicBezTo>
                <a:cubicBezTo>
                  <a:pt x="14422" y="53034"/>
                  <a:pt x="14496" y="52976"/>
                  <a:pt x="14569" y="52946"/>
                </a:cubicBezTo>
                <a:close/>
                <a:moveTo>
                  <a:pt x="15173" y="53020"/>
                </a:moveTo>
                <a:lnTo>
                  <a:pt x="15173" y="53020"/>
                </a:lnTo>
                <a:cubicBezTo>
                  <a:pt x="15143" y="53123"/>
                  <a:pt x="15129" y="53226"/>
                  <a:pt x="15099" y="53329"/>
                </a:cubicBezTo>
                <a:cubicBezTo>
                  <a:pt x="15011" y="53329"/>
                  <a:pt x="14893" y="53373"/>
                  <a:pt x="14805" y="53417"/>
                </a:cubicBezTo>
                <a:cubicBezTo>
                  <a:pt x="14849" y="53314"/>
                  <a:pt x="14864" y="53226"/>
                  <a:pt x="14893" y="53123"/>
                </a:cubicBezTo>
                <a:lnTo>
                  <a:pt x="15173" y="53020"/>
                </a:lnTo>
                <a:close/>
                <a:moveTo>
                  <a:pt x="13524" y="53270"/>
                </a:moveTo>
                <a:cubicBezTo>
                  <a:pt x="13510" y="53299"/>
                  <a:pt x="13480" y="53329"/>
                  <a:pt x="13466" y="53344"/>
                </a:cubicBezTo>
                <a:cubicBezTo>
                  <a:pt x="13421" y="53388"/>
                  <a:pt x="13392" y="53402"/>
                  <a:pt x="13363" y="53447"/>
                </a:cubicBezTo>
                <a:cubicBezTo>
                  <a:pt x="13377" y="53417"/>
                  <a:pt x="13392" y="53388"/>
                  <a:pt x="13407" y="53373"/>
                </a:cubicBezTo>
                <a:cubicBezTo>
                  <a:pt x="13451" y="53329"/>
                  <a:pt x="13480" y="53314"/>
                  <a:pt x="13524" y="53270"/>
                </a:cubicBezTo>
                <a:close/>
                <a:moveTo>
                  <a:pt x="26961" y="46456"/>
                </a:moveTo>
                <a:lnTo>
                  <a:pt x="26961" y="46471"/>
                </a:lnTo>
                <a:cubicBezTo>
                  <a:pt x="26975" y="46486"/>
                  <a:pt x="26990" y="46530"/>
                  <a:pt x="26990" y="46545"/>
                </a:cubicBezTo>
                <a:cubicBezTo>
                  <a:pt x="26990" y="46574"/>
                  <a:pt x="26990" y="46618"/>
                  <a:pt x="27005" y="46648"/>
                </a:cubicBezTo>
                <a:cubicBezTo>
                  <a:pt x="26666" y="47751"/>
                  <a:pt x="26107" y="48929"/>
                  <a:pt x="25180" y="50135"/>
                </a:cubicBezTo>
                <a:cubicBezTo>
                  <a:pt x="23708" y="52034"/>
                  <a:pt x="21501" y="52402"/>
                  <a:pt x="18940" y="52858"/>
                </a:cubicBezTo>
                <a:cubicBezTo>
                  <a:pt x="17969" y="53020"/>
                  <a:pt x="16939" y="53182"/>
                  <a:pt x="15909" y="53461"/>
                </a:cubicBezTo>
                <a:cubicBezTo>
                  <a:pt x="15923" y="53344"/>
                  <a:pt x="15953" y="53226"/>
                  <a:pt x="15953" y="53108"/>
                </a:cubicBezTo>
                <a:cubicBezTo>
                  <a:pt x="17027" y="52784"/>
                  <a:pt x="18101" y="52578"/>
                  <a:pt x="19117" y="52387"/>
                </a:cubicBezTo>
                <a:cubicBezTo>
                  <a:pt x="21501" y="51945"/>
                  <a:pt x="23752" y="51533"/>
                  <a:pt x="25224" y="49635"/>
                </a:cubicBezTo>
                <a:cubicBezTo>
                  <a:pt x="26033" y="48590"/>
                  <a:pt x="26593" y="47516"/>
                  <a:pt x="26961" y="46456"/>
                </a:cubicBezTo>
                <a:close/>
                <a:moveTo>
                  <a:pt x="14201" y="53167"/>
                </a:moveTo>
                <a:cubicBezTo>
                  <a:pt x="14187" y="53226"/>
                  <a:pt x="14143" y="53314"/>
                  <a:pt x="14113" y="53402"/>
                </a:cubicBezTo>
                <a:cubicBezTo>
                  <a:pt x="14040" y="53447"/>
                  <a:pt x="13966" y="53491"/>
                  <a:pt x="13878" y="53535"/>
                </a:cubicBezTo>
                <a:cubicBezTo>
                  <a:pt x="13907" y="53461"/>
                  <a:pt x="13951" y="53373"/>
                  <a:pt x="13981" y="53285"/>
                </a:cubicBezTo>
                <a:cubicBezTo>
                  <a:pt x="14054" y="53255"/>
                  <a:pt x="14128" y="53196"/>
                  <a:pt x="14201" y="53167"/>
                </a:cubicBezTo>
                <a:close/>
                <a:moveTo>
                  <a:pt x="14805" y="53152"/>
                </a:moveTo>
                <a:lnTo>
                  <a:pt x="14805" y="53152"/>
                </a:lnTo>
                <a:cubicBezTo>
                  <a:pt x="14775" y="53241"/>
                  <a:pt x="14761" y="53344"/>
                  <a:pt x="14716" y="53447"/>
                </a:cubicBezTo>
                <a:lnTo>
                  <a:pt x="14437" y="53550"/>
                </a:lnTo>
                <a:cubicBezTo>
                  <a:pt x="14481" y="53461"/>
                  <a:pt x="14496" y="53373"/>
                  <a:pt x="14525" y="53255"/>
                </a:cubicBezTo>
                <a:cubicBezTo>
                  <a:pt x="14628" y="53241"/>
                  <a:pt x="14716" y="53196"/>
                  <a:pt x="14805" y="53152"/>
                </a:cubicBezTo>
                <a:close/>
                <a:moveTo>
                  <a:pt x="13686" y="53270"/>
                </a:moveTo>
                <a:cubicBezTo>
                  <a:pt x="13657" y="53329"/>
                  <a:pt x="13627" y="53388"/>
                  <a:pt x="13598" y="53447"/>
                </a:cubicBezTo>
                <a:cubicBezTo>
                  <a:pt x="13539" y="53476"/>
                  <a:pt x="13480" y="53505"/>
                  <a:pt x="13407" y="53564"/>
                </a:cubicBezTo>
                <a:cubicBezTo>
                  <a:pt x="13451" y="53505"/>
                  <a:pt x="13480" y="53461"/>
                  <a:pt x="13510" y="53402"/>
                </a:cubicBezTo>
                <a:cubicBezTo>
                  <a:pt x="13583" y="53373"/>
                  <a:pt x="13627" y="53314"/>
                  <a:pt x="13686" y="53270"/>
                </a:cubicBezTo>
                <a:close/>
                <a:moveTo>
                  <a:pt x="15879" y="53138"/>
                </a:moveTo>
                <a:lnTo>
                  <a:pt x="15879" y="53138"/>
                </a:lnTo>
                <a:cubicBezTo>
                  <a:pt x="15864" y="53255"/>
                  <a:pt x="15835" y="53358"/>
                  <a:pt x="15835" y="53491"/>
                </a:cubicBezTo>
                <a:cubicBezTo>
                  <a:pt x="15717" y="53491"/>
                  <a:pt x="15599" y="53535"/>
                  <a:pt x="15511" y="53564"/>
                </a:cubicBezTo>
                <a:lnTo>
                  <a:pt x="15570" y="53241"/>
                </a:lnTo>
                <a:cubicBezTo>
                  <a:pt x="15673" y="53196"/>
                  <a:pt x="15761" y="53167"/>
                  <a:pt x="15879" y="53138"/>
                </a:cubicBezTo>
                <a:close/>
                <a:moveTo>
                  <a:pt x="13142" y="53594"/>
                </a:moveTo>
                <a:cubicBezTo>
                  <a:pt x="13142" y="53608"/>
                  <a:pt x="13112" y="53608"/>
                  <a:pt x="13112" y="53623"/>
                </a:cubicBezTo>
                <a:cubicBezTo>
                  <a:pt x="13100" y="53635"/>
                  <a:pt x="13078" y="53648"/>
                  <a:pt x="13053" y="53669"/>
                </a:cubicBezTo>
                <a:lnTo>
                  <a:pt x="13053" y="53669"/>
                </a:lnTo>
                <a:cubicBezTo>
                  <a:pt x="13054" y="53665"/>
                  <a:pt x="13054" y="53659"/>
                  <a:pt x="13054" y="53653"/>
                </a:cubicBezTo>
                <a:lnTo>
                  <a:pt x="13142" y="53594"/>
                </a:lnTo>
                <a:close/>
                <a:moveTo>
                  <a:pt x="15467" y="53255"/>
                </a:moveTo>
                <a:lnTo>
                  <a:pt x="15423" y="53594"/>
                </a:lnTo>
                <a:cubicBezTo>
                  <a:pt x="15305" y="53623"/>
                  <a:pt x="15217" y="53653"/>
                  <a:pt x="15099" y="53697"/>
                </a:cubicBezTo>
                <a:cubicBezTo>
                  <a:pt x="15129" y="53594"/>
                  <a:pt x="15143" y="53476"/>
                  <a:pt x="15173" y="53373"/>
                </a:cubicBezTo>
                <a:cubicBezTo>
                  <a:pt x="15276" y="53329"/>
                  <a:pt x="15379" y="53299"/>
                  <a:pt x="15467" y="53255"/>
                </a:cubicBezTo>
                <a:close/>
                <a:moveTo>
                  <a:pt x="13878" y="53373"/>
                </a:moveTo>
                <a:cubicBezTo>
                  <a:pt x="13833" y="53447"/>
                  <a:pt x="13789" y="53520"/>
                  <a:pt x="13760" y="53608"/>
                </a:cubicBezTo>
                <a:cubicBezTo>
                  <a:pt x="13686" y="53638"/>
                  <a:pt x="13613" y="53697"/>
                  <a:pt x="13539" y="53741"/>
                </a:cubicBezTo>
                <a:lnTo>
                  <a:pt x="13657" y="53520"/>
                </a:lnTo>
                <a:cubicBezTo>
                  <a:pt x="13730" y="53461"/>
                  <a:pt x="13789" y="53402"/>
                  <a:pt x="13878" y="53373"/>
                </a:cubicBezTo>
                <a:close/>
                <a:moveTo>
                  <a:pt x="14437" y="53329"/>
                </a:moveTo>
                <a:lnTo>
                  <a:pt x="14437" y="53329"/>
                </a:lnTo>
                <a:cubicBezTo>
                  <a:pt x="14407" y="53417"/>
                  <a:pt x="14363" y="53520"/>
                  <a:pt x="14349" y="53608"/>
                </a:cubicBezTo>
                <a:cubicBezTo>
                  <a:pt x="14260" y="53638"/>
                  <a:pt x="14157" y="53682"/>
                  <a:pt x="14069" y="53741"/>
                </a:cubicBezTo>
                <a:lnTo>
                  <a:pt x="14187" y="53461"/>
                </a:lnTo>
                <a:cubicBezTo>
                  <a:pt x="14275" y="53417"/>
                  <a:pt x="14349" y="53373"/>
                  <a:pt x="14437" y="53329"/>
                </a:cubicBezTo>
                <a:close/>
                <a:moveTo>
                  <a:pt x="13333" y="53550"/>
                </a:moveTo>
                <a:lnTo>
                  <a:pt x="13333" y="53550"/>
                </a:lnTo>
                <a:cubicBezTo>
                  <a:pt x="13318" y="53594"/>
                  <a:pt x="13289" y="53638"/>
                  <a:pt x="13260" y="53682"/>
                </a:cubicBezTo>
                <a:cubicBezTo>
                  <a:pt x="13201" y="53711"/>
                  <a:pt x="13157" y="53756"/>
                  <a:pt x="13112" y="53785"/>
                </a:cubicBezTo>
                <a:cubicBezTo>
                  <a:pt x="13127" y="53756"/>
                  <a:pt x="13171" y="53711"/>
                  <a:pt x="13186" y="53682"/>
                </a:cubicBezTo>
                <a:cubicBezTo>
                  <a:pt x="13230" y="53638"/>
                  <a:pt x="13289" y="53608"/>
                  <a:pt x="13333" y="53550"/>
                </a:cubicBezTo>
                <a:close/>
                <a:moveTo>
                  <a:pt x="15084" y="53402"/>
                </a:moveTo>
                <a:cubicBezTo>
                  <a:pt x="15070" y="53520"/>
                  <a:pt x="15040" y="53623"/>
                  <a:pt x="15011" y="53711"/>
                </a:cubicBezTo>
                <a:cubicBezTo>
                  <a:pt x="14893" y="53756"/>
                  <a:pt x="14805" y="53785"/>
                  <a:pt x="14702" y="53829"/>
                </a:cubicBezTo>
                <a:cubicBezTo>
                  <a:pt x="14731" y="53711"/>
                  <a:pt x="14761" y="53608"/>
                  <a:pt x="14790" y="53520"/>
                </a:cubicBezTo>
                <a:cubicBezTo>
                  <a:pt x="14878" y="53476"/>
                  <a:pt x="14996" y="53447"/>
                  <a:pt x="15084" y="53402"/>
                </a:cubicBezTo>
                <a:close/>
                <a:moveTo>
                  <a:pt x="14069" y="53520"/>
                </a:moveTo>
                <a:lnTo>
                  <a:pt x="14069" y="53520"/>
                </a:lnTo>
                <a:cubicBezTo>
                  <a:pt x="14040" y="53608"/>
                  <a:pt x="13995" y="53697"/>
                  <a:pt x="13981" y="53770"/>
                </a:cubicBezTo>
                <a:cubicBezTo>
                  <a:pt x="13892" y="53814"/>
                  <a:pt x="13819" y="53859"/>
                  <a:pt x="13716" y="53903"/>
                </a:cubicBezTo>
                <a:cubicBezTo>
                  <a:pt x="13760" y="53814"/>
                  <a:pt x="13789" y="53741"/>
                  <a:pt x="13833" y="53638"/>
                </a:cubicBezTo>
                <a:cubicBezTo>
                  <a:pt x="13907" y="53608"/>
                  <a:pt x="13995" y="53550"/>
                  <a:pt x="14069" y="53520"/>
                </a:cubicBezTo>
                <a:close/>
                <a:moveTo>
                  <a:pt x="27005" y="46868"/>
                </a:moveTo>
                <a:cubicBezTo>
                  <a:pt x="27005" y="46927"/>
                  <a:pt x="27019" y="46986"/>
                  <a:pt x="27019" y="47015"/>
                </a:cubicBezTo>
                <a:cubicBezTo>
                  <a:pt x="27034" y="47030"/>
                  <a:pt x="27034" y="47060"/>
                  <a:pt x="27034" y="47089"/>
                </a:cubicBezTo>
                <a:cubicBezTo>
                  <a:pt x="26710" y="48237"/>
                  <a:pt x="26122" y="49429"/>
                  <a:pt x="25180" y="50665"/>
                </a:cubicBezTo>
                <a:cubicBezTo>
                  <a:pt x="23679" y="52622"/>
                  <a:pt x="21412" y="52976"/>
                  <a:pt x="18764" y="53358"/>
                </a:cubicBezTo>
                <a:cubicBezTo>
                  <a:pt x="17822" y="53505"/>
                  <a:pt x="16850" y="53653"/>
                  <a:pt x="15864" y="53903"/>
                </a:cubicBezTo>
                <a:cubicBezTo>
                  <a:pt x="15864" y="53785"/>
                  <a:pt x="15879" y="53653"/>
                  <a:pt x="15894" y="53550"/>
                </a:cubicBezTo>
                <a:cubicBezTo>
                  <a:pt x="16939" y="53270"/>
                  <a:pt x="17969" y="53093"/>
                  <a:pt x="18940" y="52917"/>
                </a:cubicBezTo>
                <a:cubicBezTo>
                  <a:pt x="21516" y="52505"/>
                  <a:pt x="23723" y="52122"/>
                  <a:pt x="25239" y="50180"/>
                </a:cubicBezTo>
                <a:cubicBezTo>
                  <a:pt x="26107" y="49046"/>
                  <a:pt x="26666" y="47943"/>
                  <a:pt x="27005" y="46868"/>
                </a:cubicBezTo>
                <a:close/>
                <a:moveTo>
                  <a:pt x="13524" y="53564"/>
                </a:moveTo>
                <a:lnTo>
                  <a:pt x="13524" y="53564"/>
                </a:lnTo>
                <a:cubicBezTo>
                  <a:pt x="13480" y="53653"/>
                  <a:pt x="13451" y="53741"/>
                  <a:pt x="13407" y="53785"/>
                </a:cubicBezTo>
                <a:cubicBezTo>
                  <a:pt x="13333" y="53829"/>
                  <a:pt x="13289" y="53888"/>
                  <a:pt x="13215" y="53917"/>
                </a:cubicBezTo>
                <a:cubicBezTo>
                  <a:pt x="13245" y="53844"/>
                  <a:pt x="13289" y="53785"/>
                  <a:pt x="13318" y="53711"/>
                </a:cubicBezTo>
                <a:cubicBezTo>
                  <a:pt x="13392" y="53653"/>
                  <a:pt x="13451" y="53623"/>
                  <a:pt x="13524" y="53564"/>
                </a:cubicBezTo>
                <a:close/>
                <a:moveTo>
                  <a:pt x="14687" y="53550"/>
                </a:moveTo>
                <a:lnTo>
                  <a:pt x="14687" y="53550"/>
                </a:lnTo>
                <a:cubicBezTo>
                  <a:pt x="14658" y="53667"/>
                  <a:pt x="14628" y="53756"/>
                  <a:pt x="14613" y="53859"/>
                </a:cubicBezTo>
                <a:cubicBezTo>
                  <a:pt x="14510" y="53903"/>
                  <a:pt x="14422" y="53932"/>
                  <a:pt x="14319" y="53976"/>
                </a:cubicBezTo>
                <a:cubicBezTo>
                  <a:pt x="14334" y="53859"/>
                  <a:pt x="14363" y="53770"/>
                  <a:pt x="14407" y="53682"/>
                </a:cubicBezTo>
                <a:cubicBezTo>
                  <a:pt x="14496" y="53638"/>
                  <a:pt x="14584" y="53608"/>
                  <a:pt x="14687" y="53550"/>
                </a:cubicBezTo>
                <a:close/>
                <a:moveTo>
                  <a:pt x="15820" y="53564"/>
                </a:moveTo>
                <a:lnTo>
                  <a:pt x="15820" y="53564"/>
                </a:lnTo>
                <a:cubicBezTo>
                  <a:pt x="15806" y="53682"/>
                  <a:pt x="15806" y="53814"/>
                  <a:pt x="15806" y="53917"/>
                </a:cubicBezTo>
                <a:cubicBezTo>
                  <a:pt x="15673" y="53932"/>
                  <a:pt x="15570" y="53976"/>
                  <a:pt x="15452" y="54006"/>
                </a:cubicBezTo>
                <a:cubicBezTo>
                  <a:pt x="15467" y="53903"/>
                  <a:pt x="15467" y="53770"/>
                  <a:pt x="15496" y="53667"/>
                </a:cubicBezTo>
                <a:cubicBezTo>
                  <a:pt x="15599" y="53623"/>
                  <a:pt x="15717" y="53608"/>
                  <a:pt x="15820" y="53564"/>
                </a:cubicBezTo>
                <a:close/>
                <a:moveTo>
                  <a:pt x="12965" y="53859"/>
                </a:moveTo>
                <a:cubicBezTo>
                  <a:pt x="12951" y="53888"/>
                  <a:pt x="12936" y="53917"/>
                  <a:pt x="12921" y="53932"/>
                </a:cubicBezTo>
                <a:cubicBezTo>
                  <a:pt x="12877" y="53976"/>
                  <a:pt x="12818" y="54006"/>
                  <a:pt x="12789" y="54050"/>
                </a:cubicBezTo>
                <a:cubicBezTo>
                  <a:pt x="12803" y="54020"/>
                  <a:pt x="12818" y="54006"/>
                  <a:pt x="12847" y="53976"/>
                </a:cubicBezTo>
                <a:cubicBezTo>
                  <a:pt x="12877" y="53932"/>
                  <a:pt x="12936" y="53903"/>
                  <a:pt x="12965" y="53859"/>
                </a:cubicBezTo>
                <a:close/>
                <a:moveTo>
                  <a:pt x="13716" y="53697"/>
                </a:moveTo>
                <a:lnTo>
                  <a:pt x="13716" y="53697"/>
                </a:lnTo>
                <a:cubicBezTo>
                  <a:pt x="13686" y="53785"/>
                  <a:pt x="13657" y="53888"/>
                  <a:pt x="13613" y="53962"/>
                </a:cubicBezTo>
                <a:cubicBezTo>
                  <a:pt x="13539" y="53991"/>
                  <a:pt x="13451" y="54050"/>
                  <a:pt x="13377" y="54079"/>
                </a:cubicBezTo>
                <a:cubicBezTo>
                  <a:pt x="13407" y="54006"/>
                  <a:pt x="13451" y="53917"/>
                  <a:pt x="13480" y="53844"/>
                </a:cubicBezTo>
                <a:cubicBezTo>
                  <a:pt x="13554" y="53785"/>
                  <a:pt x="13657" y="53756"/>
                  <a:pt x="13716" y="53697"/>
                </a:cubicBezTo>
                <a:close/>
                <a:moveTo>
                  <a:pt x="14319" y="53711"/>
                </a:moveTo>
                <a:cubicBezTo>
                  <a:pt x="14275" y="53814"/>
                  <a:pt x="14260" y="53917"/>
                  <a:pt x="14246" y="54006"/>
                </a:cubicBezTo>
                <a:cubicBezTo>
                  <a:pt x="14143" y="54050"/>
                  <a:pt x="14054" y="54079"/>
                  <a:pt x="13951" y="54123"/>
                </a:cubicBezTo>
                <a:cubicBezTo>
                  <a:pt x="13981" y="54035"/>
                  <a:pt x="13995" y="53932"/>
                  <a:pt x="14040" y="53829"/>
                </a:cubicBezTo>
                <a:lnTo>
                  <a:pt x="14319" y="53711"/>
                </a:lnTo>
                <a:close/>
                <a:moveTo>
                  <a:pt x="15393" y="53682"/>
                </a:moveTo>
                <a:lnTo>
                  <a:pt x="15393" y="53682"/>
                </a:lnTo>
                <a:cubicBezTo>
                  <a:pt x="15379" y="53785"/>
                  <a:pt x="15364" y="53903"/>
                  <a:pt x="15364" y="54020"/>
                </a:cubicBezTo>
                <a:cubicBezTo>
                  <a:pt x="15246" y="54065"/>
                  <a:pt x="15143" y="54079"/>
                  <a:pt x="15026" y="54123"/>
                </a:cubicBezTo>
                <a:cubicBezTo>
                  <a:pt x="15055" y="54006"/>
                  <a:pt x="15070" y="53903"/>
                  <a:pt x="15084" y="53770"/>
                </a:cubicBezTo>
                <a:cubicBezTo>
                  <a:pt x="15187" y="53741"/>
                  <a:pt x="15305" y="53697"/>
                  <a:pt x="15393" y="53682"/>
                </a:cubicBezTo>
                <a:close/>
                <a:moveTo>
                  <a:pt x="13157" y="53859"/>
                </a:moveTo>
                <a:cubicBezTo>
                  <a:pt x="13112" y="53917"/>
                  <a:pt x="13098" y="53976"/>
                  <a:pt x="13054" y="54020"/>
                </a:cubicBezTo>
                <a:cubicBezTo>
                  <a:pt x="13009" y="54065"/>
                  <a:pt x="12936" y="54123"/>
                  <a:pt x="12877" y="54153"/>
                </a:cubicBezTo>
                <a:cubicBezTo>
                  <a:pt x="12921" y="54094"/>
                  <a:pt x="12936" y="54050"/>
                  <a:pt x="12965" y="54006"/>
                </a:cubicBezTo>
                <a:cubicBezTo>
                  <a:pt x="13039" y="53962"/>
                  <a:pt x="13098" y="53903"/>
                  <a:pt x="13157" y="53859"/>
                </a:cubicBezTo>
                <a:close/>
                <a:moveTo>
                  <a:pt x="14996" y="53814"/>
                </a:moveTo>
                <a:lnTo>
                  <a:pt x="14937" y="54138"/>
                </a:lnTo>
                <a:cubicBezTo>
                  <a:pt x="14849" y="54182"/>
                  <a:pt x="14731" y="54212"/>
                  <a:pt x="14628" y="54256"/>
                </a:cubicBezTo>
                <a:lnTo>
                  <a:pt x="14672" y="53917"/>
                </a:lnTo>
                <a:cubicBezTo>
                  <a:pt x="14790" y="53888"/>
                  <a:pt x="14878" y="53844"/>
                  <a:pt x="14996" y="53814"/>
                </a:cubicBezTo>
                <a:close/>
                <a:moveTo>
                  <a:pt x="13363" y="53932"/>
                </a:moveTo>
                <a:lnTo>
                  <a:pt x="13245" y="54153"/>
                </a:lnTo>
                <a:cubicBezTo>
                  <a:pt x="13171" y="54197"/>
                  <a:pt x="13098" y="54241"/>
                  <a:pt x="13009" y="54285"/>
                </a:cubicBezTo>
                <a:lnTo>
                  <a:pt x="13112" y="54065"/>
                </a:lnTo>
                <a:cubicBezTo>
                  <a:pt x="13215" y="54020"/>
                  <a:pt x="13289" y="53976"/>
                  <a:pt x="13363" y="53932"/>
                </a:cubicBezTo>
                <a:close/>
                <a:moveTo>
                  <a:pt x="13951" y="53888"/>
                </a:moveTo>
                <a:cubicBezTo>
                  <a:pt x="13907" y="53976"/>
                  <a:pt x="13878" y="54065"/>
                  <a:pt x="13848" y="54153"/>
                </a:cubicBezTo>
                <a:cubicBezTo>
                  <a:pt x="13760" y="54197"/>
                  <a:pt x="13672" y="54227"/>
                  <a:pt x="13583" y="54285"/>
                </a:cubicBezTo>
                <a:lnTo>
                  <a:pt x="13686" y="54006"/>
                </a:lnTo>
                <a:cubicBezTo>
                  <a:pt x="13775" y="53976"/>
                  <a:pt x="13878" y="53917"/>
                  <a:pt x="13951" y="53888"/>
                </a:cubicBezTo>
                <a:close/>
                <a:moveTo>
                  <a:pt x="12568" y="54197"/>
                </a:moveTo>
                <a:cubicBezTo>
                  <a:pt x="12553" y="54212"/>
                  <a:pt x="12553" y="54227"/>
                  <a:pt x="12524" y="54256"/>
                </a:cubicBezTo>
                <a:cubicBezTo>
                  <a:pt x="12509" y="54271"/>
                  <a:pt x="12494" y="54285"/>
                  <a:pt x="12450" y="54300"/>
                </a:cubicBezTo>
                <a:cubicBezTo>
                  <a:pt x="12494" y="54285"/>
                  <a:pt x="12509" y="54271"/>
                  <a:pt x="12509" y="54256"/>
                </a:cubicBezTo>
                <a:lnTo>
                  <a:pt x="12568" y="54197"/>
                </a:lnTo>
                <a:close/>
                <a:moveTo>
                  <a:pt x="27075" y="47307"/>
                </a:moveTo>
                <a:lnTo>
                  <a:pt x="27075" y="47307"/>
                </a:lnTo>
                <a:cubicBezTo>
                  <a:pt x="27064" y="47345"/>
                  <a:pt x="27065" y="47371"/>
                  <a:pt x="27078" y="47398"/>
                </a:cubicBezTo>
                <a:lnTo>
                  <a:pt x="27078" y="47457"/>
                </a:lnTo>
                <a:lnTo>
                  <a:pt x="27078" y="47531"/>
                </a:lnTo>
                <a:cubicBezTo>
                  <a:pt x="26769" y="48664"/>
                  <a:pt x="26195" y="49885"/>
                  <a:pt x="25195" y="51195"/>
                </a:cubicBezTo>
                <a:cubicBezTo>
                  <a:pt x="23649" y="53211"/>
                  <a:pt x="21324" y="53535"/>
                  <a:pt x="18616" y="53903"/>
                </a:cubicBezTo>
                <a:cubicBezTo>
                  <a:pt x="17733" y="54020"/>
                  <a:pt x="16821" y="54138"/>
                  <a:pt x="15879" y="54344"/>
                </a:cubicBezTo>
                <a:cubicBezTo>
                  <a:pt x="15879" y="54212"/>
                  <a:pt x="15879" y="54094"/>
                  <a:pt x="15894" y="53976"/>
                </a:cubicBezTo>
                <a:cubicBezTo>
                  <a:pt x="16880" y="53726"/>
                  <a:pt x="17881" y="53579"/>
                  <a:pt x="18822" y="53432"/>
                </a:cubicBezTo>
                <a:cubicBezTo>
                  <a:pt x="21471" y="53034"/>
                  <a:pt x="23752" y="52681"/>
                  <a:pt x="25268" y="50695"/>
                </a:cubicBezTo>
                <a:cubicBezTo>
                  <a:pt x="26148" y="49536"/>
                  <a:pt x="26736" y="48393"/>
                  <a:pt x="27075" y="47307"/>
                </a:cubicBezTo>
                <a:close/>
                <a:moveTo>
                  <a:pt x="14584" y="53962"/>
                </a:moveTo>
                <a:cubicBezTo>
                  <a:pt x="14569" y="54065"/>
                  <a:pt x="14555" y="54182"/>
                  <a:pt x="14525" y="54271"/>
                </a:cubicBezTo>
                <a:cubicBezTo>
                  <a:pt x="14422" y="54300"/>
                  <a:pt x="14334" y="54344"/>
                  <a:pt x="14216" y="54374"/>
                </a:cubicBezTo>
                <a:cubicBezTo>
                  <a:pt x="14246" y="54271"/>
                  <a:pt x="14275" y="54182"/>
                  <a:pt x="14290" y="54065"/>
                </a:cubicBezTo>
                <a:cubicBezTo>
                  <a:pt x="14393" y="54035"/>
                  <a:pt x="14496" y="53991"/>
                  <a:pt x="14584" y="53962"/>
                </a:cubicBezTo>
                <a:close/>
                <a:moveTo>
                  <a:pt x="12789" y="54153"/>
                </a:moveTo>
                <a:lnTo>
                  <a:pt x="12789" y="54153"/>
                </a:lnTo>
                <a:cubicBezTo>
                  <a:pt x="12774" y="54197"/>
                  <a:pt x="12730" y="54227"/>
                  <a:pt x="12715" y="54285"/>
                </a:cubicBezTo>
                <a:cubicBezTo>
                  <a:pt x="12656" y="54330"/>
                  <a:pt x="12583" y="54374"/>
                  <a:pt x="12524" y="54418"/>
                </a:cubicBezTo>
                <a:cubicBezTo>
                  <a:pt x="12538" y="54374"/>
                  <a:pt x="12583" y="54344"/>
                  <a:pt x="12597" y="54300"/>
                </a:cubicBezTo>
                <a:cubicBezTo>
                  <a:pt x="12671" y="54256"/>
                  <a:pt x="12730" y="54197"/>
                  <a:pt x="12789" y="54153"/>
                </a:cubicBezTo>
                <a:close/>
                <a:moveTo>
                  <a:pt x="15806" y="53991"/>
                </a:moveTo>
                <a:lnTo>
                  <a:pt x="15806" y="54359"/>
                </a:lnTo>
                <a:cubicBezTo>
                  <a:pt x="15673" y="54374"/>
                  <a:pt x="15570" y="54418"/>
                  <a:pt x="15438" y="54433"/>
                </a:cubicBezTo>
                <a:cubicBezTo>
                  <a:pt x="15423" y="54359"/>
                  <a:pt x="15423" y="54271"/>
                  <a:pt x="15438" y="54197"/>
                </a:cubicBezTo>
                <a:cubicBezTo>
                  <a:pt x="15438" y="54153"/>
                  <a:pt x="15438" y="54123"/>
                  <a:pt x="15452" y="54079"/>
                </a:cubicBezTo>
                <a:cubicBezTo>
                  <a:pt x="15555" y="54050"/>
                  <a:pt x="15688" y="54020"/>
                  <a:pt x="15806" y="53991"/>
                </a:cubicBezTo>
                <a:close/>
                <a:moveTo>
                  <a:pt x="13554" y="54065"/>
                </a:moveTo>
                <a:lnTo>
                  <a:pt x="13554" y="54065"/>
                </a:lnTo>
                <a:cubicBezTo>
                  <a:pt x="13524" y="54153"/>
                  <a:pt x="13480" y="54256"/>
                  <a:pt x="13466" y="54330"/>
                </a:cubicBezTo>
                <a:cubicBezTo>
                  <a:pt x="13377" y="54359"/>
                  <a:pt x="13289" y="54418"/>
                  <a:pt x="13201" y="54447"/>
                </a:cubicBezTo>
                <a:cubicBezTo>
                  <a:pt x="13245" y="54359"/>
                  <a:pt x="13289" y="54285"/>
                  <a:pt x="13318" y="54197"/>
                </a:cubicBezTo>
                <a:cubicBezTo>
                  <a:pt x="13392" y="54182"/>
                  <a:pt x="13480" y="54123"/>
                  <a:pt x="13554" y="54065"/>
                </a:cubicBezTo>
                <a:close/>
                <a:moveTo>
                  <a:pt x="12980" y="54197"/>
                </a:moveTo>
                <a:cubicBezTo>
                  <a:pt x="12951" y="54256"/>
                  <a:pt x="12921" y="54300"/>
                  <a:pt x="12892" y="54374"/>
                </a:cubicBezTo>
                <a:cubicBezTo>
                  <a:pt x="12818" y="54418"/>
                  <a:pt x="12744" y="54477"/>
                  <a:pt x="12671" y="54521"/>
                </a:cubicBezTo>
                <a:cubicBezTo>
                  <a:pt x="12715" y="54477"/>
                  <a:pt x="12744" y="54403"/>
                  <a:pt x="12789" y="54344"/>
                </a:cubicBezTo>
                <a:cubicBezTo>
                  <a:pt x="12862" y="54285"/>
                  <a:pt x="12936" y="54227"/>
                  <a:pt x="12980" y="54197"/>
                </a:cubicBezTo>
                <a:close/>
                <a:moveTo>
                  <a:pt x="14201" y="54109"/>
                </a:moveTo>
                <a:lnTo>
                  <a:pt x="14201" y="54109"/>
                </a:lnTo>
                <a:cubicBezTo>
                  <a:pt x="14187" y="54212"/>
                  <a:pt x="14143" y="54300"/>
                  <a:pt x="14128" y="54418"/>
                </a:cubicBezTo>
                <a:cubicBezTo>
                  <a:pt x="14025" y="54447"/>
                  <a:pt x="13922" y="54491"/>
                  <a:pt x="13819" y="54521"/>
                </a:cubicBezTo>
                <a:cubicBezTo>
                  <a:pt x="13848" y="54418"/>
                  <a:pt x="13892" y="54330"/>
                  <a:pt x="13907" y="54227"/>
                </a:cubicBezTo>
                <a:cubicBezTo>
                  <a:pt x="13995" y="54197"/>
                  <a:pt x="14113" y="54138"/>
                  <a:pt x="14201" y="54109"/>
                </a:cubicBezTo>
                <a:close/>
                <a:moveTo>
                  <a:pt x="15349" y="54094"/>
                </a:moveTo>
                <a:lnTo>
                  <a:pt x="15349" y="54168"/>
                </a:lnTo>
                <a:cubicBezTo>
                  <a:pt x="15349" y="54271"/>
                  <a:pt x="15320" y="54359"/>
                  <a:pt x="15320" y="54447"/>
                </a:cubicBezTo>
                <a:cubicBezTo>
                  <a:pt x="15217" y="54491"/>
                  <a:pt x="15099" y="54521"/>
                  <a:pt x="14981" y="54550"/>
                </a:cubicBezTo>
                <a:lnTo>
                  <a:pt x="14981" y="54433"/>
                </a:lnTo>
                <a:cubicBezTo>
                  <a:pt x="14981" y="54359"/>
                  <a:pt x="14996" y="54271"/>
                  <a:pt x="15011" y="54197"/>
                </a:cubicBezTo>
                <a:cubicBezTo>
                  <a:pt x="15129" y="54153"/>
                  <a:pt x="15232" y="54123"/>
                  <a:pt x="15349" y="54094"/>
                </a:cubicBezTo>
                <a:close/>
                <a:moveTo>
                  <a:pt x="14937" y="54212"/>
                </a:moveTo>
                <a:cubicBezTo>
                  <a:pt x="14937" y="54285"/>
                  <a:pt x="14923" y="54359"/>
                  <a:pt x="14923" y="54433"/>
                </a:cubicBezTo>
                <a:cubicBezTo>
                  <a:pt x="14923" y="54462"/>
                  <a:pt x="14923" y="54521"/>
                  <a:pt x="14908" y="54565"/>
                </a:cubicBezTo>
                <a:cubicBezTo>
                  <a:pt x="14790" y="54594"/>
                  <a:pt x="14687" y="54624"/>
                  <a:pt x="14555" y="54653"/>
                </a:cubicBezTo>
                <a:cubicBezTo>
                  <a:pt x="14569" y="54565"/>
                  <a:pt x="14584" y="54447"/>
                  <a:pt x="14613" y="54330"/>
                </a:cubicBezTo>
                <a:lnTo>
                  <a:pt x="14937" y="54212"/>
                </a:lnTo>
                <a:close/>
                <a:moveTo>
                  <a:pt x="12406" y="54462"/>
                </a:moveTo>
                <a:cubicBezTo>
                  <a:pt x="12377" y="54506"/>
                  <a:pt x="12362" y="54521"/>
                  <a:pt x="12347" y="54565"/>
                </a:cubicBezTo>
                <a:cubicBezTo>
                  <a:pt x="12303" y="54594"/>
                  <a:pt x="12259" y="54639"/>
                  <a:pt x="12215" y="54668"/>
                </a:cubicBezTo>
                <a:cubicBezTo>
                  <a:pt x="12229" y="54639"/>
                  <a:pt x="12259" y="54624"/>
                  <a:pt x="12274" y="54580"/>
                </a:cubicBezTo>
                <a:cubicBezTo>
                  <a:pt x="12303" y="54550"/>
                  <a:pt x="12362" y="54506"/>
                  <a:pt x="12406" y="54462"/>
                </a:cubicBezTo>
                <a:close/>
                <a:moveTo>
                  <a:pt x="13186" y="54285"/>
                </a:moveTo>
                <a:lnTo>
                  <a:pt x="13186" y="54285"/>
                </a:lnTo>
                <a:cubicBezTo>
                  <a:pt x="13157" y="54359"/>
                  <a:pt x="13112" y="54447"/>
                  <a:pt x="13098" y="54521"/>
                </a:cubicBezTo>
                <a:cubicBezTo>
                  <a:pt x="13009" y="54565"/>
                  <a:pt x="12936" y="54624"/>
                  <a:pt x="12833" y="54668"/>
                </a:cubicBezTo>
                <a:cubicBezTo>
                  <a:pt x="12877" y="54594"/>
                  <a:pt x="12921" y="54506"/>
                  <a:pt x="12951" y="54433"/>
                </a:cubicBezTo>
                <a:cubicBezTo>
                  <a:pt x="13024" y="54374"/>
                  <a:pt x="13112" y="54330"/>
                  <a:pt x="13186" y="54285"/>
                </a:cubicBezTo>
                <a:close/>
                <a:moveTo>
                  <a:pt x="13819" y="54271"/>
                </a:moveTo>
                <a:cubicBezTo>
                  <a:pt x="13775" y="54359"/>
                  <a:pt x="13760" y="54477"/>
                  <a:pt x="13745" y="54565"/>
                </a:cubicBezTo>
                <a:cubicBezTo>
                  <a:pt x="13657" y="54594"/>
                  <a:pt x="13539" y="54639"/>
                  <a:pt x="13451" y="54697"/>
                </a:cubicBezTo>
                <a:cubicBezTo>
                  <a:pt x="13480" y="54594"/>
                  <a:pt x="13510" y="54506"/>
                  <a:pt x="13539" y="54388"/>
                </a:cubicBezTo>
                <a:cubicBezTo>
                  <a:pt x="13627" y="54359"/>
                  <a:pt x="13730" y="54300"/>
                  <a:pt x="13819" y="54271"/>
                </a:cubicBezTo>
                <a:close/>
                <a:moveTo>
                  <a:pt x="12597" y="54447"/>
                </a:moveTo>
                <a:lnTo>
                  <a:pt x="12597" y="54447"/>
                </a:lnTo>
                <a:cubicBezTo>
                  <a:pt x="12568" y="54506"/>
                  <a:pt x="12553" y="54565"/>
                  <a:pt x="12509" y="54624"/>
                </a:cubicBezTo>
                <a:cubicBezTo>
                  <a:pt x="12435" y="54668"/>
                  <a:pt x="12362" y="54712"/>
                  <a:pt x="12303" y="54771"/>
                </a:cubicBezTo>
                <a:cubicBezTo>
                  <a:pt x="12347" y="54712"/>
                  <a:pt x="12362" y="54668"/>
                  <a:pt x="12406" y="54624"/>
                </a:cubicBezTo>
                <a:cubicBezTo>
                  <a:pt x="12435" y="54580"/>
                  <a:pt x="12494" y="54550"/>
                  <a:pt x="12524" y="54506"/>
                </a:cubicBezTo>
                <a:cubicBezTo>
                  <a:pt x="12553" y="54491"/>
                  <a:pt x="12583" y="54477"/>
                  <a:pt x="12597" y="54447"/>
                </a:cubicBezTo>
                <a:close/>
                <a:moveTo>
                  <a:pt x="14510" y="54359"/>
                </a:moveTo>
                <a:lnTo>
                  <a:pt x="14466" y="54697"/>
                </a:lnTo>
                <a:lnTo>
                  <a:pt x="14128" y="54800"/>
                </a:lnTo>
                <a:cubicBezTo>
                  <a:pt x="14157" y="54697"/>
                  <a:pt x="14187" y="54580"/>
                  <a:pt x="14201" y="54477"/>
                </a:cubicBezTo>
                <a:cubicBezTo>
                  <a:pt x="14304" y="54433"/>
                  <a:pt x="14422" y="54403"/>
                  <a:pt x="14510" y="54359"/>
                </a:cubicBezTo>
                <a:close/>
                <a:moveTo>
                  <a:pt x="27078" y="47737"/>
                </a:moveTo>
                <a:cubicBezTo>
                  <a:pt x="27122" y="47766"/>
                  <a:pt x="27122" y="47766"/>
                  <a:pt x="27122" y="47795"/>
                </a:cubicBezTo>
                <a:lnTo>
                  <a:pt x="27122" y="47810"/>
                </a:lnTo>
                <a:lnTo>
                  <a:pt x="27122" y="47854"/>
                </a:lnTo>
                <a:lnTo>
                  <a:pt x="27122" y="47869"/>
                </a:lnTo>
                <a:lnTo>
                  <a:pt x="27122" y="47898"/>
                </a:lnTo>
                <a:lnTo>
                  <a:pt x="27122" y="47928"/>
                </a:lnTo>
                <a:lnTo>
                  <a:pt x="27122" y="47943"/>
                </a:lnTo>
                <a:lnTo>
                  <a:pt x="27122" y="47957"/>
                </a:lnTo>
                <a:cubicBezTo>
                  <a:pt x="26828" y="49105"/>
                  <a:pt x="26210" y="50371"/>
                  <a:pt x="25180" y="51725"/>
                </a:cubicBezTo>
                <a:cubicBezTo>
                  <a:pt x="23620" y="53785"/>
                  <a:pt x="21192" y="54109"/>
                  <a:pt x="18410" y="54433"/>
                </a:cubicBezTo>
                <a:cubicBezTo>
                  <a:pt x="17586" y="54550"/>
                  <a:pt x="16718" y="54639"/>
                  <a:pt x="15864" y="54800"/>
                </a:cubicBezTo>
                <a:cubicBezTo>
                  <a:pt x="15864" y="54668"/>
                  <a:pt x="15864" y="54550"/>
                  <a:pt x="15835" y="54418"/>
                </a:cubicBezTo>
                <a:cubicBezTo>
                  <a:pt x="16777" y="54212"/>
                  <a:pt x="17719" y="54079"/>
                  <a:pt x="18602" y="53976"/>
                </a:cubicBezTo>
                <a:cubicBezTo>
                  <a:pt x="21324" y="53608"/>
                  <a:pt x="23694" y="53270"/>
                  <a:pt x="25239" y="51239"/>
                </a:cubicBezTo>
                <a:cubicBezTo>
                  <a:pt x="26195" y="49988"/>
                  <a:pt x="26769" y="48826"/>
                  <a:pt x="27078" y="47737"/>
                </a:cubicBezTo>
                <a:close/>
                <a:moveTo>
                  <a:pt x="13421" y="54447"/>
                </a:moveTo>
                <a:cubicBezTo>
                  <a:pt x="13392" y="54550"/>
                  <a:pt x="13377" y="54639"/>
                  <a:pt x="13333" y="54727"/>
                </a:cubicBezTo>
                <a:cubicBezTo>
                  <a:pt x="13245" y="54771"/>
                  <a:pt x="13157" y="54815"/>
                  <a:pt x="13054" y="54859"/>
                </a:cubicBezTo>
                <a:cubicBezTo>
                  <a:pt x="13098" y="54771"/>
                  <a:pt x="13142" y="54668"/>
                  <a:pt x="13157" y="54580"/>
                </a:cubicBezTo>
                <a:cubicBezTo>
                  <a:pt x="13245" y="54550"/>
                  <a:pt x="13333" y="54491"/>
                  <a:pt x="13421" y="54447"/>
                </a:cubicBezTo>
                <a:close/>
                <a:moveTo>
                  <a:pt x="12818" y="54506"/>
                </a:moveTo>
                <a:lnTo>
                  <a:pt x="12818" y="54506"/>
                </a:lnTo>
                <a:cubicBezTo>
                  <a:pt x="12789" y="54580"/>
                  <a:pt x="12744" y="54653"/>
                  <a:pt x="12730" y="54727"/>
                </a:cubicBezTo>
                <a:cubicBezTo>
                  <a:pt x="12656" y="54786"/>
                  <a:pt x="12568" y="54815"/>
                  <a:pt x="12494" y="54874"/>
                </a:cubicBezTo>
                <a:cubicBezTo>
                  <a:pt x="12524" y="54800"/>
                  <a:pt x="12568" y="54727"/>
                  <a:pt x="12597" y="54668"/>
                </a:cubicBezTo>
                <a:cubicBezTo>
                  <a:pt x="12656" y="54624"/>
                  <a:pt x="12744" y="54565"/>
                  <a:pt x="12818" y="54506"/>
                </a:cubicBezTo>
                <a:close/>
                <a:moveTo>
                  <a:pt x="15761" y="54447"/>
                </a:moveTo>
                <a:cubicBezTo>
                  <a:pt x="15791" y="54580"/>
                  <a:pt x="15791" y="54697"/>
                  <a:pt x="15791" y="54815"/>
                </a:cubicBezTo>
                <a:cubicBezTo>
                  <a:pt x="15658" y="54845"/>
                  <a:pt x="15526" y="54874"/>
                  <a:pt x="15393" y="54889"/>
                </a:cubicBezTo>
                <a:lnTo>
                  <a:pt x="15393" y="54521"/>
                </a:lnTo>
                <a:cubicBezTo>
                  <a:pt x="15526" y="54491"/>
                  <a:pt x="15644" y="54462"/>
                  <a:pt x="15761" y="54447"/>
                </a:cubicBezTo>
                <a:close/>
                <a:moveTo>
                  <a:pt x="12009" y="54800"/>
                </a:moveTo>
                <a:lnTo>
                  <a:pt x="12009" y="54800"/>
                </a:lnTo>
                <a:cubicBezTo>
                  <a:pt x="11994" y="54815"/>
                  <a:pt x="11994" y="54845"/>
                  <a:pt x="11979" y="54859"/>
                </a:cubicBezTo>
                <a:cubicBezTo>
                  <a:pt x="11935" y="54874"/>
                  <a:pt x="11906" y="54918"/>
                  <a:pt x="11891" y="54933"/>
                </a:cubicBezTo>
                <a:lnTo>
                  <a:pt x="11891" y="54933"/>
                </a:lnTo>
                <a:cubicBezTo>
                  <a:pt x="11906" y="54918"/>
                  <a:pt x="11920" y="54889"/>
                  <a:pt x="11920" y="54874"/>
                </a:cubicBezTo>
                <a:cubicBezTo>
                  <a:pt x="11965" y="54859"/>
                  <a:pt x="11979" y="54815"/>
                  <a:pt x="12009" y="54800"/>
                </a:cubicBezTo>
                <a:close/>
                <a:moveTo>
                  <a:pt x="14113" y="54506"/>
                </a:moveTo>
                <a:lnTo>
                  <a:pt x="14113" y="54506"/>
                </a:lnTo>
                <a:cubicBezTo>
                  <a:pt x="14098" y="54624"/>
                  <a:pt x="14069" y="54727"/>
                  <a:pt x="14054" y="54815"/>
                </a:cubicBezTo>
                <a:lnTo>
                  <a:pt x="13730" y="54933"/>
                </a:lnTo>
                <a:cubicBezTo>
                  <a:pt x="13745" y="54815"/>
                  <a:pt x="13775" y="54727"/>
                  <a:pt x="13789" y="54624"/>
                </a:cubicBezTo>
                <a:cubicBezTo>
                  <a:pt x="13907" y="54580"/>
                  <a:pt x="13995" y="54550"/>
                  <a:pt x="14113" y="54506"/>
                </a:cubicBezTo>
                <a:close/>
                <a:moveTo>
                  <a:pt x="15320" y="54550"/>
                </a:moveTo>
                <a:lnTo>
                  <a:pt x="15320" y="54918"/>
                </a:lnTo>
                <a:cubicBezTo>
                  <a:pt x="15202" y="54933"/>
                  <a:pt x="15084" y="54962"/>
                  <a:pt x="14952" y="54992"/>
                </a:cubicBezTo>
                <a:cubicBezTo>
                  <a:pt x="14952" y="54874"/>
                  <a:pt x="14981" y="54771"/>
                  <a:pt x="14981" y="54639"/>
                </a:cubicBezTo>
                <a:cubicBezTo>
                  <a:pt x="15084" y="54594"/>
                  <a:pt x="15217" y="54580"/>
                  <a:pt x="15320" y="54550"/>
                </a:cubicBezTo>
                <a:close/>
                <a:moveTo>
                  <a:pt x="12215" y="54742"/>
                </a:moveTo>
                <a:cubicBezTo>
                  <a:pt x="12200" y="54800"/>
                  <a:pt x="12185" y="54845"/>
                  <a:pt x="12141" y="54889"/>
                </a:cubicBezTo>
                <a:cubicBezTo>
                  <a:pt x="12097" y="54918"/>
                  <a:pt x="12082" y="54933"/>
                  <a:pt x="12053" y="54948"/>
                </a:cubicBezTo>
                <a:cubicBezTo>
                  <a:pt x="12009" y="54962"/>
                  <a:pt x="11979" y="55006"/>
                  <a:pt x="11935" y="55021"/>
                </a:cubicBezTo>
                <a:cubicBezTo>
                  <a:pt x="11950" y="54992"/>
                  <a:pt x="11994" y="54948"/>
                  <a:pt x="12038" y="54889"/>
                </a:cubicBezTo>
                <a:cubicBezTo>
                  <a:pt x="12082" y="54845"/>
                  <a:pt x="12141" y="54800"/>
                  <a:pt x="12215" y="54742"/>
                </a:cubicBezTo>
                <a:close/>
                <a:moveTo>
                  <a:pt x="13039" y="54639"/>
                </a:moveTo>
                <a:lnTo>
                  <a:pt x="13039" y="54639"/>
                </a:lnTo>
                <a:cubicBezTo>
                  <a:pt x="13024" y="54727"/>
                  <a:pt x="12995" y="54815"/>
                  <a:pt x="12951" y="54918"/>
                </a:cubicBezTo>
                <a:cubicBezTo>
                  <a:pt x="12862" y="54948"/>
                  <a:pt x="12774" y="55006"/>
                  <a:pt x="12671" y="55036"/>
                </a:cubicBezTo>
                <a:cubicBezTo>
                  <a:pt x="12715" y="54948"/>
                  <a:pt x="12744" y="54874"/>
                  <a:pt x="12789" y="54786"/>
                </a:cubicBezTo>
                <a:cubicBezTo>
                  <a:pt x="12877" y="54727"/>
                  <a:pt x="12965" y="54697"/>
                  <a:pt x="13039" y="54639"/>
                </a:cubicBezTo>
                <a:close/>
                <a:moveTo>
                  <a:pt x="13701" y="54653"/>
                </a:moveTo>
                <a:lnTo>
                  <a:pt x="13701" y="54653"/>
                </a:lnTo>
                <a:cubicBezTo>
                  <a:pt x="13686" y="54771"/>
                  <a:pt x="13657" y="54859"/>
                  <a:pt x="13627" y="54962"/>
                </a:cubicBezTo>
                <a:cubicBezTo>
                  <a:pt x="13524" y="55006"/>
                  <a:pt x="13421" y="55036"/>
                  <a:pt x="13318" y="55080"/>
                </a:cubicBezTo>
                <a:cubicBezTo>
                  <a:pt x="13363" y="54992"/>
                  <a:pt x="13377" y="54874"/>
                  <a:pt x="13407" y="54786"/>
                </a:cubicBezTo>
                <a:cubicBezTo>
                  <a:pt x="13510" y="54742"/>
                  <a:pt x="13613" y="54697"/>
                  <a:pt x="13701" y="54653"/>
                </a:cubicBezTo>
                <a:close/>
                <a:moveTo>
                  <a:pt x="12435" y="54771"/>
                </a:moveTo>
                <a:lnTo>
                  <a:pt x="12435" y="54771"/>
                </a:lnTo>
                <a:cubicBezTo>
                  <a:pt x="12421" y="54845"/>
                  <a:pt x="12377" y="54889"/>
                  <a:pt x="12347" y="54948"/>
                </a:cubicBezTo>
                <a:cubicBezTo>
                  <a:pt x="12274" y="55006"/>
                  <a:pt x="12185" y="55065"/>
                  <a:pt x="12112" y="55095"/>
                </a:cubicBezTo>
                <a:cubicBezTo>
                  <a:pt x="12141" y="55036"/>
                  <a:pt x="12156" y="54992"/>
                  <a:pt x="12200" y="54933"/>
                </a:cubicBezTo>
                <a:cubicBezTo>
                  <a:pt x="12274" y="54874"/>
                  <a:pt x="12362" y="54815"/>
                  <a:pt x="12435" y="54771"/>
                </a:cubicBezTo>
                <a:close/>
                <a:moveTo>
                  <a:pt x="14908" y="54653"/>
                </a:moveTo>
                <a:cubicBezTo>
                  <a:pt x="14908" y="54771"/>
                  <a:pt x="14878" y="54889"/>
                  <a:pt x="14878" y="55006"/>
                </a:cubicBezTo>
                <a:cubicBezTo>
                  <a:pt x="14761" y="55036"/>
                  <a:pt x="14643" y="55065"/>
                  <a:pt x="14510" y="55095"/>
                </a:cubicBezTo>
                <a:cubicBezTo>
                  <a:pt x="14510" y="54992"/>
                  <a:pt x="14525" y="54874"/>
                  <a:pt x="14555" y="54742"/>
                </a:cubicBezTo>
                <a:cubicBezTo>
                  <a:pt x="14658" y="54712"/>
                  <a:pt x="14790" y="54668"/>
                  <a:pt x="14908" y="54653"/>
                </a:cubicBezTo>
                <a:close/>
                <a:moveTo>
                  <a:pt x="14452" y="54786"/>
                </a:moveTo>
                <a:lnTo>
                  <a:pt x="14452" y="54786"/>
                </a:lnTo>
                <a:cubicBezTo>
                  <a:pt x="14437" y="54889"/>
                  <a:pt x="14437" y="55021"/>
                  <a:pt x="14422" y="55139"/>
                </a:cubicBezTo>
                <a:cubicBezTo>
                  <a:pt x="14304" y="55168"/>
                  <a:pt x="14187" y="55183"/>
                  <a:pt x="14069" y="55227"/>
                </a:cubicBezTo>
                <a:cubicBezTo>
                  <a:pt x="14098" y="55139"/>
                  <a:pt x="14098" y="55065"/>
                  <a:pt x="14113" y="54962"/>
                </a:cubicBezTo>
                <a:cubicBezTo>
                  <a:pt x="14113" y="54948"/>
                  <a:pt x="14113" y="54918"/>
                  <a:pt x="14128" y="54889"/>
                </a:cubicBezTo>
                <a:lnTo>
                  <a:pt x="14452" y="54786"/>
                </a:lnTo>
                <a:close/>
                <a:moveTo>
                  <a:pt x="12671" y="54859"/>
                </a:moveTo>
                <a:lnTo>
                  <a:pt x="12671" y="54859"/>
                </a:lnTo>
                <a:cubicBezTo>
                  <a:pt x="12641" y="54933"/>
                  <a:pt x="12597" y="55021"/>
                  <a:pt x="12583" y="55095"/>
                </a:cubicBezTo>
                <a:cubicBezTo>
                  <a:pt x="12494" y="55154"/>
                  <a:pt x="12406" y="55183"/>
                  <a:pt x="12303" y="55242"/>
                </a:cubicBezTo>
                <a:cubicBezTo>
                  <a:pt x="12347" y="55168"/>
                  <a:pt x="12377" y="55095"/>
                  <a:pt x="12421" y="55006"/>
                </a:cubicBezTo>
                <a:cubicBezTo>
                  <a:pt x="12494" y="54962"/>
                  <a:pt x="12583" y="54918"/>
                  <a:pt x="12671" y="54859"/>
                </a:cubicBezTo>
                <a:close/>
                <a:moveTo>
                  <a:pt x="13318" y="54845"/>
                </a:moveTo>
                <a:lnTo>
                  <a:pt x="13318" y="54845"/>
                </a:lnTo>
                <a:cubicBezTo>
                  <a:pt x="13289" y="54933"/>
                  <a:pt x="13260" y="55036"/>
                  <a:pt x="13245" y="55139"/>
                </a:cubicBezTo>
                <a:cubicBezTo>
                  <a:pt x="13142" y="55168"/>
                  <a:pt x="13039" y="55227"/>
                  <a:pt x="12936" y="55257"/>
                </a:cubicBezTo>
                <a:cubicBezTo>
                  <a:pt x="12951" y="55154"/>
                  <a:pt x="12995" y="55065"/>
                  <a:pt x="13024" y="54962"/>
                </a:cubicBezTo>
                <a:cubicBezTo>
                  <a:pt x="13112" y="54918"/>
                  <a:pt x="13230" y="54874"/>
                  <a:pt x="13318" y="54845"/>
                </a:cubicBezTo>
                <a:close/>
                <a:moveTo>
                  <a:pt x="11832" y="55065"/>
                </a:moveTo>
                <a:lnTo>
                  <a:pt x="11832" y="55065"/>
                </a:lnTo>
                <a:cubicBezTo>
                  <a:pt x="11817" y="55095"/>
                  <a:pt x="11788" y="55139"/>
                  <a:pt x="11758" y="55168"/>
                </a:cubicBezTo>
                <a:cubicBezTo>
                  <a:pt x="11714" y="55183"/>
                  <a:pt x="11700" y="55227"/>
                  <a:pt x="11655" y="55242"/>
                </a:cubicBezTo>
                <a:cubicBezTo>
                  <a:pt x="11641" y="55257"/>
                  <a:pt x="11611" y="55286"/>
                  <a:pt x="11582" y="55301"/>
                </a:cubicBezTo>
                <a:cubicBezTo>
                  <a:pt x="11626" y="55257"/>
                  <a:pt x="11670" y="55227"/>
                  <a:pt x="11685" y="55183"/>
                </a:cubicBezTo>
                <a:cubicBezTo>
                  <a:pt x="11729" y="55154"/>
                  <a:pt x="11788" y="55095"/>
                  <a:pt x="11832" y="55065"/>
                </a:cubicBezTo>
                <a:close/>
                <a:moveTo>
                  <a:pt x="14040" y="54903"/>
                </a:moveTo>
                <a:lnTo>
                  <a:pt x="14040" y="54948"/>
                </a:lnTo>
                <a:cubicBezTo>
                  <a:pt x="14025" y="55036"/>
                  <a:pt x="14025" y="55154"/>
                  <a:pt x="13995" y="55242"/>
                </a:cubicBezTo>
                <a:cubicBezTo>
                  <a:pt x="13892" y="55271"/>
                  <a:pt x="13775" y="55316"/>
                  <a:pt x="13657" y="55360"/>
                </a:cubicBezTo>
                <a:cubicBezTo>
                  <a:pt x="13657" y="55316"/>
                  <a:pt x="13672" y="55257"/>
                  <a:pt x="13672" y="55227"/>
                </a:cubicBezTo>
                <a:cubicBezTo>
                  <a:pt x="13686" y="55154"/>
                  <a:pt x="13686" y="55095"/>
                  <a:pt x="13701" y="55021"/>
                </a:cubicBezTo>
                <a:lnTo>
                  <a:pt x="14040" y="54903"/>
                </a:lnTo>
                <a:close/>
                <a:moveTo>
                  <a:pt x="12053" y="55065"/>
                </a:moveTo>
                <a:cubicBezTo>
                  <a:pt x="12009" y="55109"/>
                  <a:pt x="11994" y="55168"/>
                  <a:pt x="11950" y="55213"/>
                </a:cubicBezTo>
                <a:lnTo>
                  <a:pt x="11729" y="55374"/>
                </a:lnTo>
                <a:cubicBezTo>
                  <a:pt x="11773" y="55316"/>
                  <a:pt x="11788" y="55286"/>
                  <a:pt x="11832" y="55227"/>
                </a:cubicBezTo>
                <a:lnTo>
                  <a:pt x="12053" y="55065"/>
                </a:lnTo>
                <a:close/>
                <a:moveTo>
                  <a:pt x="12921" y="55006"/>
                </a:moveTo>
                <a:lnTo>
                  <a:pt x="12921" y="55006"/>
                </a:lnTo>
                <a:cubicBezTo>
                  <a:pt x="12877" y="55095"/>
                  <a:pt x="12862" y="55183"/>
                  <a:pt x="12818" y="55286"/>
                </a:cubicBezTo>
                <a:cubicBezTo>
                  <a:pt x="12730" y="55316"/>
                  <a:pt x="12627" y="55374"/>
                  <a:pt x="12524" y="55404"/>
                </a:cubicBezTo>
                <a:cubicBezTo>
                  <a:pt x="12568" y="55330"/>
                  <a:pt x="12597" y="55242"/>
                  <a:pt x="12641" y="55154"/>
                </a:cubicBezTo>
                <a:cubicBezTo>
                  <a:pt x="12730" y="55095"/>
                  <a:pt x="12818" y="55065"/>
                  <a:pt x="12921" y="55006"/>
                </a:cubicBezTo>
                <a:close/>
                <a:moveTo>
                  <a:pt x="12288" y="55095"/>
                </a:moveTo>
                <a:lnTo>
                  <a:pt x="12288" y="55095"/>
                </a:lnTo>
                <a:cubicBezTo>
                  <a:pt x="12259" y="55168"/>
                  <a:pt x="12215" y="55242"/>
                  <a:pt x="12200" y="55316"/>
                </a:cubicBezTo>
                <a:cubicBezTo>
                  <a:pt x="12112" y="55374"/>
                  <a:pt x="12009" y="55433"/>
                  <a:pt x="11935" y="55477"/>
                </a:cubicBezTo>
                <a:cubicBezTo>
                  <a:pt x="11979" y="55404"/>
                  <a:pt x="12009" y="55360"/>
                  <a:pt x="12053" y="55271"/>
                </a:cubicBezTo>
                <a:cubicBezTo>
                  <a:pt x="12112" y="55213"/>
                  <a:pt x="12200" y="55154"/>
                  <a:pt x="12288" y="55095"/>
                </a:cubicBezTo>
                <a:close/>
                <a:moveTo>
                  <a:pt x="13613" y="55065"/>
                </a:moveTo>
                <a:lnTo>
                  <a:pt x="13613" y="55065"/>
                </a:lnTo>
                <a:cubicBezTo>
                  <a:pt x="13598" y="55109"/>
                  <a:pt x="13598" y="55154"/>
                  <a:pt x="13583" y="55213"/>
                </a:cubicBezTo>
                <a:cubicBezTo>
                  <a:pt x="13554" y="55257"/>
                  <a:pt x="13554" y="55316"/>
                  <a:pt x="13554" y="55374"/>
                </a:cubicBezTo>
                <a:lnTo>
                  <a:pt x="13230" y="55477"/>
                </a:lnTo>
                <a:cubicBezTo>
                  <a:pt x="13245" y="55389"/>
                  <a:pt x="13260" y="55286"/>
                  <a:pt x="13304" y="55183"/>
                </a:cubicBezTo>
                <a:cubicBezTo>
                  <a:pt x="13407" y="55154"/>
                  <a:pt x="13524" y="55109"/>
                  <a:pt x="13613" y="55065"/>
                </a:cubicBezTo>
                <a:close/>
                <a:moveTo>
                  <a:pt x="11420" y="55404"/>
                </a:moveTo>
                <a:lnTo>
                  <a:pt x="11420" y="55404"/>
                </a:lnTo>
                <a:cubicBezTo>
                  <a:pt x="11405" y="55433"/>
                  <a:pt x="11391" y="55463"/>
                  <a:pt x="11376" y="55477"/>
                </a:cubicBezTo>
                <a:cubicBezTo>
                  <a:pt x="11332" y="55507"/>
                  <a:pt x="11302" y="55536"/>
                  <a:pt x="11258" y="55551"/>
                </a:cubicBezTo>
                <a:cubicBezTo>
                  <a:pt x="11317" y="55522"/>
                  <a:pt x="11317" y="55507"/>
                  <a:pt x="11332" y="55477"/>
                </a:cubicBezTo>
                <a:cubicBezTo>
                  <a:pt x="11376" y="55463"/>
                  <a:pt x="11405" y="55433"/>
                  <a:pt x="11420" y="55404"/>
                </a:cubicBezTo>
                <a:close/>
                <a:moveTo>
                  <a:pt x="12524" y="55227"/>
                </a:moveTo>
                <a:lnTo>
                  <a:pt x="12524" y="55227"/>
                </a:lnTo>
                <a:cubicBezTo>
                  <a:pt x="12494" y="55316"/>
                  <a:pt x="12465" y="55389"/>
                  <a:pt x="12435" y="55477"/>
                </a:cubicBezTo>
                <a:cubicBezTo>
                  <a:pt x="12318" y="55522"/>
                  <a:pt x="12229" y="55580"/>
                  <a:pt x="12141" y="55625"/>
                </a:cubicBezTo>
                <a:cubicBezTo>
                  <a:pt x="12185" y="55536"/>
                  <a:pt x="12215" y="55463"/>
                  <a:pt x="12244" y="55374"/>
                </a:cubicBezTo>
                <a:cubicBezTo>
                  <a:pt x="12347" y="55316"/>
                  <a:pt x="12435" y="55257"/>
                  <a:pt x="12524" y="55227"/>
                </a:cubicBezTo>
                <a:close/>
                <a:moveTo>
                  <a:pt x="11641" y="55374"/>
                </a:moveTo>
                <a:lnTo>
                  <a:pt x="11641" y="55374"/>
                </a:lnTo>
                <a:cubicBezTo>
                  <a:pt x="11626" y="55404"/>
                  <a:pt x="11582" y="55463"/>
                  <a:pt x="11567" y="55507"/>
                </a:cubicBezTo>
                <a:cubicBezTo>
                  <a:pt x="11494" y="55551"/>
                  <a:pt x="11420" y="55610"/>
                  <a:pt x="11346" y="55654"/>
                </a:cubicBezTo>
                <a:cubicBezTo>
                  <a:pt x="11391" y="55610"/>
                  <a:pt x="11405" y="55551"/>
                  <a:pt x="11449" y="55522"/>
                </a:cubicBezTo>
                <a:cubicBezTo>
                  <a:pt x="11523" y="55463"/>
                  <a:pt x="11567" y="55404"/>
                  <a:pt x="11641" y="55374"/>
                </a:cubicBezTo>
                <a:close/>
                <a:moveTo>
                  <a:pt x="13215" y="55227"/>
                </a:moveTo>
                <a:lnTo>
                  <a:pt x="13215" y="55227"/>
                </a:lnTo>
                <a:cubicBezTo>
                  <a:pt x="13186" y="55301"/>
                  <a:pt x="13171" y="55389"/>
                  <a:pt x="13157" y="55463"/>
                </a:cubicBezTo>
                <a:cubicBezTo>
                  <a:pt x="13157" y="55477"/>
                  <a:pt x="13157" y="55507"/>
                  <a:pt x="13142" y="55522"/>
                </a:cubicBezTo>
                <a:cubicBezTo>
                  <a:pt x="13024" y="55551"/>
                  <a:pt x="12921" y="55595"/>
                  <a:pt x="12803" y="55654"/>
                </a:cubicBezTo>
                <a:cubicBezTo>
                  <a:pt x="12847" y="55551"/>
                  <a:pt x="12862" y="55448"/>
                  <a:pt x="12892" y="55360"/>
                </a:cubicBezTo>
                <a:cubicBezTo>
                  <a:pt x="13009" y="55316"/>
                  <a:pt x="13098" y="55257"/>
                  <a:pt x="13215" y="55227"/>
                </a:cubicBezTo>
                <a:close/>
                <a:moveTo>
                  <a:pt x="11876" y="55374"/>
                </a:moveTo>
                <a:lnTo>
                  <a:pt x="11876" y="55374"/>
                </a:lnTo>
                <a:cubicBezTo>
                  <a:pt x="11847" y="55433"/>
                  <a:pt x="11832" y="55507"/>
                  <a:pt x="11788" y="55551"/>
                </a:cubicBezTo>
                <a:cubicBezTo>
                  <a:pt x="11700" y="55610"/>
                  <a:pt x="11626" y="55669"/>
                  <a:pt x="11538" y="55728"/>
                </a:cubicBezTo>
                <a:cubicBezTo>
                  <a:pt x="11567" y="55669"/>
                  <a:pt x="11582" y="55610"/>
                  <a:pt x="11626" y="55551"/>
                </a:cubicBezTo>
                <a:cubicBezTo>
                  <a:pt x="11641" y="55536"/>
                  <a:pt x="11670" y="55522"/>
                  <a:pt x="11685" y="55522"/>
                </a:cubicBezTo>
                <a:cubicBezTo>
                  <a:pt x="11758" y="55463"/>
                  <a:pt x="11817" y="55433"/>
                  <a:pt x="11876" y="55374"/>
                </a:cubicBezTo>
                <a:close/>
                <a:moveTo>
                  <a:pt x="12803" y="55389"/>
                </a:moveTo>
                <a:lnTo>
                  <a:pt x="12803" y="55389"/>
                </a:lnTo>
                <a:cubicBezTo>
                  <a:pt x="12774" y="55477"/>
                  <a:pt x="12744" y="55595"/>
                  <a:pt x="12730" y="55683"/>
                </a:cubicBezTo>
                <a:cubicBezTo>
                  <a:pt x="12627" y="55728"/>
                  <a:pt x="12509" y="55772"/>
                  <a:pt x="12406" y="55816"/>
                </a:cubicBezTo>
                <a:cubicBezTo>
                  <a:pt x="12435" y="55728"/>
                  <a:pt x="12450" y="55625"/>
                  <a:pt x="12494" y="55536"/>
                </a:cubicBezTo>
                <a:cubicBezTo>
                  <a:pt x="12597" y="55477"/>
                  <a:pt x="12686" y="55448"/>
                  <a:pt x="12803" y="55389"/>
                </a:cubicBezTo>
                <a:close/>
                <a:moveTo>
                  <a:pt x="12126" y="55448"/>
                </a:moveTo>
                <a:cubicBezTo>
                  <a:pt x="12082" y="55522"/>
                  <a:pt x="12053" y="55610"/>
                  <a:pt x="12038" y="55683"/>
                </a:cubicBezTo>
                <a:cubicBezTo>
                  <a:pt x="11935" y="55728"/>
                  <a:pt x="11847" y="55772"/>
                  <a:pt x="11744" y="55831"/>
                </a:cubicBezTo>
                <a:lnTo>
                  <a:pt x="11847" y="55610"/>
                </a:lnTo>
                <a:lnTo>
                  <a:pt x="12126" y="55448"/>
                </a:lnTo>
                <a:close/>
                <a:moveTo>
                  <a:pt x="11258" y="55669"/>
                </a:moveTo>
                <a:cubicBezTo>
                  <a:pt x="11243" y="55698"/>
                  <a:pt x="11199" y="55742"/>
                  <a:pt x="11185" y="55772"/>
                </a:cubicBezTo>
                <a:cubicBezTo>
                  <a:pt x="11126" y="55816"/>
                  <a:pt x="11082" y="55875"/>
                  <a:pt x="11023" y="55904"/>
                </a:cubicBezTo>
                <a:cubicBezTo>
                  <a:pt x="11037" y="55875"/>
                  <a:pt x="11052" y="55831"/>
                  <a:pt x="11096" y="55801"/>
                </a:cubicBezTo>
                <a:cubicBezTo>
                  <a:pt x="11155" y="55757"/>
                  <a:pt x="11199" y="55728"/>
                  <a:pt x="11258" y="55669"/>
                </a:cubicBezTo>
                <a:close/>
                <a:moveTo>
                  <a:pt x="11479" y="55669"/>
                </a:moveTo>
                <a:lnTo>
                  <a:pt x="11479" y="55669"/>
                </a:lnTo>
                <a:cubicBezTo>
                  <a:pt x="11449" y="55728"/>
                  <a:pt x="11420" y="55772"/>
                  <a:pt x="11391" y="55816"/>
                </a:cubicBezTo>
                <a:cubicBezTo>
                  <a:pt x="11332" y="55845"/>
                  <a:pt x="11273" y="55889"/>
                  <a:pt x="11214" y="55948"/>
                </a:cubicBezTo>
                <a:cubicBezTo>
                  <a:pt x="11199" y="55963"/>
                  <a:pt x="11170" y="55978"/>
                  <a:pt x="11140" y="55992"/>
                </a:cubicBezTo>
                <a:cubicBezTo>
                  <a:pt x="11185" y="55948"/>
                  <a:pt x="11199" y="55889"/>
                  <a:pt x="11243" y="55845"/>
                </a:cubicBezTo>
                <a:cubicBezTo>
                  <a:pt x="11317" y="55801"/>
                  <a:pt x="11391" y="55728"/>
                  <a:pt x="11479" y="55669"/>
                </a:cubicBezTo>
                <a:close/>
                <a:moveTo>
                  <a:pt x="12377" y="55595"/>
                </a:moveTo>
                <a:lnTo>
                  <a:pt x="12377" y="55595"/>
                </a:lnTo>
                <a:cubicBezTo>
                  <a:pt x="12347" y="55683"/>
                  <a:pt x="12318" y="55772"/>
                  <a:pt x="12288" y="55875"/>
                </a:cubicBezTo>
                <a:cubicBezTo>
                  <a:pt x="12185" y="55919"/>
                  <a:pt x="12082" y="55963"/>
                  <a:pt x="11979" y="56022"/>
                </a:cubicBezTo>
                <a:cubicBezTo>
                  <a:pt x="12038" y="55904"/>
                  <a:pt x="12068" y="55831"/>
                  <a:pt x="12082" y="55742"/>
                </a:cubicBezTo>
                <a:cubicBezTo>
                  <a:pt x="12185" y="55683"/>
                  <a:pt x="12288" y="55625"/>
                  <a:pt x="12377" y="55595"/>
                </a:cubicBezTo>
                <a:close/>
                <a:moveTo>
                  <a:pt x="11714" y="55683"/>
                </a:moveTo>
                <a:lnTo>
                  <a:pt x="11714" y="55683"/>
                </a:lnTo>
                <a:cubicBezTo>
                  <a:pt x="11685" y="55757"/>
                  <a:pt x="11641" y="55831"/>
                  <a:pt x="11626" y="55904"/>
                </a:cubicBezTo>
                <a:lnTo>
                  <a:pt x="11346" y="56066"/>
                </a:lnTo>
                <a:cubicBezTo>
                  <a:pt x="11391" y="55992"/>
                  <a:pt x="11420" y="55934"/>
                  <a:pt x="11449" y="55860"/>
                </a:cubicBezTo>
                <a:cubicBezTo>
                  <a:pt x="11538" y="55816"/>
                  <a:pt x="11626" y="55757"/>
                  <a:pt x="11714" y="55683"/>
                </a:cubicBezTo>
                <a:close/>
                <a:moveTo>
                  <a:pt x="10861" y="55963"/>
                </a:moveTo>
                <a:cubicBezTo>
                  <a:pt x="10831" y="55992"/>
                  <a:pt x="10817" y="56022"/>
                  <a:pt x="10802" y="56051"/>
                </a:cubicBezTo>
                <a:cubicBezTo>
                  <a:pt x="10758" y="56095"/>
                  <a:pt x="10714" y="56125"/>
                  <a:pt x="10669" y="56140"/>
                </a:cubicBezTo>
                <a:cubicBezTo>
                  <a:pt x="10684" y="56125"/>
                  <a:pt x="10714" y="56110"/>
                  <a:pt x="10728" y="56066"/>
                </a:cubicBezTo>
                <a:cubicBezTo>
                  <a:pt x="10758" y="56037"/>
                  <a:pt x="10817" y="55992"/>
                  <a:pt x="10861" y="55963"/>
                </a:cubicBezTo>
                <a:close/>
                <a:moveTo>
                  <a:pt x="11994" y="55801"/>
                </a:moveTo>
                <a:cubicBezTo>
                  <a:pt x="11950" y="55889"/>
                  <a:pt x="11935" y="55963"/>
                  <a:pt x="11906" y="56051"/>
                </a:cubicBezTo>
                <a:cubicBezTo>
                  <a:pt x="11788" y="56110"/>
                  <a:pt x="11700" y="56169"/>
                  <a:pt x="11582" y="56199"/>
                </a:cubicBezTo>
                <a:cubicBezTo>
                  <a:pt x="11626" y="56125"/>
                  <a:pt x="11670" y="56037"/>
                  <a:pt x="11700" y="55963"/>
                </a:cubicBezTo>
                <a:cubicBezTo>
                  <a:pt x="11788" y="55904"/>
                  <a:pt x="11891" y="55845"/>
                  <a:pt x="11994" y="55801"/>
                </a:cubicBezTo>
                <a:close/>
                <a:moveTo>
                  <a:pt x="11052" y="55978"/>
                </a:moveTo>
                <a:cubicBezTo>
                  <a:pt x="11023" y="56037"/>
                  <a:pt x="10993" y="56066"/>
                  <a:pt x="10964" y="56125"/>
                </a:cubicBezTo>
                <a:cubicBezTo>
                  <a:pt x="10890" y="56184"/>
                  <a:pt x="10817" y="56213"/>
                  <a:pt x="10743" y="56272"/>
                </a:cubicBezTo>
                <a:cubicBezTo>
                  <a:pt x="10787" y="56213"/>
                  <a:pt x="10817" y="56169"/>
                  <a:pt x="10846" y="56125"/>
                </a:cubicBezTo>
                <a:cubicBezTo>
                  <a:pt x="10934" y="56066"/>
                  <a:pt x="10993" y="56037"/>
                  <a:pt x="11052" y="55978"/>
                </a:cubicBezTo>
                <a:close/>
                <a:moveTo>
                  <a:pt x="11309" y="55989"/>
                </a:moveTo>
                <a:cubicBezTo>
                  <a:pt x="11271" y="56044"/>
                  <a:pt x="11255" y="56100"/>
                  <a:pt x="11214" y="56169"/>
                </a:cubicBezTo>
                <a:cubicBezTo>
                  <a:pt x="11126" y="56213"/>
                  <a:pt x="11037" y="56287"/>
                  <a:pt x="10949" y="56346"/>
                </a:cubicBezTo>
                <a:cubicBezTo>
                  <a:pt x="10964" y="56287"/>
                  <a:pt x="11008" y="56243"/>
                  <a:pt x="11037" y="56184"/>
                </a:cubicBezTo>
                <a:cubicBezTo>
                  <a:pt x="11111" y="56125"/>
                  <a:pt x="11199" y="56066"/>
                  <a:pt x="11273" y="56022"/>
                </a:cubicBezTo>
                <a:cubicBezTo>
                  <a:pt x="11283" y="56002"/>
                  <a:pt x="11299" y="55996"/>
                  <a:pt x="11309" y="55989"/>
                </a:cubicBezTo>
                <a:close/>
                <a:moveTo>
                  <a:pt x="10449" y="56316"/>
                </a:moveTo>
                <a:cubicBezTo>
                  <a:pt x="10449" y="56331"/>
                  <a:pt x="10434" y="56331"/>
                  <a:pt x="10434" y="56346"/>
                </a:cubicBezTo>
                <a:cubicBezTo>
                  <a:pt x="10419" y="56360"/>
                  <a:pt x="10390" y="56360"/>
                  <a:pt x="10375" y="56390"/>
                </a:cubicBezTo>
                <a:cubicBezTo>
                  <a:pt x="10375" y="56360"/>
                  <a:pt x="10375" y="56360"/>
                  <a:pt x="10390" y="56346"/>
                </a:cubicBezTo>
                <a:cubicBezTo>
                  <a:pt x="10405" y="56331"/>
                  <a:pt x="10434" y="56331"/>
                  <a:pt x="10449" y="56316"/>
                </a:cubicBezTo>
                <a:close/>
                <a:moveTo>
                  <a:pt x="11567" y="56037"/>
                </a:moveTo>
                <a:cubicBezTo>
                  <a:pt x="11538" y="56110"/>
                  <a:pt x="11494" y="56199"/>
                  <a:pt x="11479" y="56272"/>
                </a:cubicBezTo>
                <a:cubicBezTo>
                  <a:pt x="11376" y="56331"/>
                  <a:pt x="11273" y="56390"/>
                  <a:pt x="11170" y="56434"/>
                </a:cubicBezTo>
                <a:lnTo>
                  <a:pt x="11273" y="56213"/>
                </a:lnTo>
                <a:cubicBezTo>
                  <a:pt x="11376" y="56140"/>
                  <a:pt x="11479" y="56095"/>
                  <a:pt x="11567" y="56037"/>
                </a:cubicBezTo>
                <a:close/>
                <a:moveTo>
                  <a:pt x="10655" y="56272"/>
                </a:moveTo>
                <a:cubicBezTo>
                  <a:pt x="10611" y="56316"/>
                  <a:pt x="10596" y="56360"/>
                  <a:pt x="10566" y="56405"/>
                </a:cubicBezTo>
                <a:cubicBezTo>
                  <a:pt x="10478" y="56434"/>
                  <a:pt x="10434" y="56493"/>
                  <a:pt x="10360" y="56537"/>
                </a:cubicBezTo>
                <a:cubicBezTo>
                  <a:pt x="10390" y="56493"/>
                  <a:pt x="10434" y="56434"/>
                  <a:pt x="10463" y="56405"/>
                </a:cubicBezTo>
                <a:cubicBezTo>
                  <a:pt x="10522" y="56360"/>
                  <a:pt x="10596" y="56316"/>
                  <a:pt x="10655" y="56272"/>
                </a:cubicBezTo>
                <a:close/>
                <a:moveTo>
                  <a:pt x="10875" y="56287"/>
                </a:moveTo>
                <a:cubicBezTo>
                  <a:pt x="10831" y="56346"/>
                  <a:pt x="10817" y="56405"/>
                  <a:pt x="10787" y="56463"/>
                </a:cubicBezTo>
                <a:cubicBezTo>
                  <a:pt x="10684" y="56508"/>
                  <a:pt x="10596" y="56581"/>
                  <a:pt x="10508" y="56640"/>
                </a:cubicBezTo>
                <a:lnTo>
                  <a:pt x="10611" y="56478"/>
                </a:lnTo>
                <a:cubicBezTo>
                  <a:pt x="10714" y="56405"/>
                  <a:pt x="10802" y="56346"/>
                  <a:pt x="10875" y="56287"/>
                </a:cubicBezTo>
                <a:close/>
                <a:moveTo>
                  <a:pt x="11155" y="56287"/>
                </a:moveTo>
                <a:lnTo>
                  <a:pt x="11155" y="56287"/>
                </a:lnTo>
                <a:cubicBezTo>
                  <a:pt x="11111" y="56360"/>
                  <a:pt x="11096" y="56419"/>
                  <a:pt x="11052" y="56493"/>
                </a:cubicBezTo>
                <a:cubicBezTo>
                  <a:pt x="10949" y="56552"/>
                  <a:pt x="10861" y="56625"/>
                  <a:pt x="10743" y="56684"/>
                </a:cubicBezTo>
                <a:cubicBezTo>
                  <a:pt x="10787" y="56625"/>
                  <a:pt x="10802" y="56552"/>
                  <a:pt x="10831" y="56493"/>
                </a:cubicBezTo>
                <a:cubicBezTo>
                  <a:pt x="10949" y="56434"/>
                  <a:pt x="11052" y="56360"/>
                  <a:pt x="11155" y="56287"/>
                </a:cubicBezTo>
                <a:close/>
                <a:moveTo>
                  <a:pt x="10243" y="56552"/>
                </a:moveTo>
                <a:cubicBezTo>
                  <a:pt x="10228" y="56581"/>
                  <a:pt x="10199" y="56625"/>
                  <a:pt x="10169" y="56655"/>
                </a:cubicBezTo>
                <a:cubicBezTo>
                  <a:pt x="10140" y="56699"/>
                  <a:pt x="10081" y="56714"/>
                  <a:pt x="10037" y="56758"/>
                </a:cubicBezTo>
                <a:lnTo>
                  <a:pt x="10022" y="56772"/>
                </a:lnTo>
                <a:cubicBezTo>
                  <a:pt x="10051" y="56728"/>
                  <a:pt x="10081" y="56699"/>
                  <a:pt x="10110" y="56655"/>
                </a:cubicBezTo>
                <a:cubicBezTo>
                  <a:pt x="10154" y="56625"/>
                  <a:pt x="10213" y="56581"/>
                  <a:pt x="10243" y="56552"/>
                </a:cubicBezTo>
                <a:close/>
                <a:moveTo>
                  <a:pt x="10449" y="56581"/>
                </a:moveTo>
                <a:lnTo>
                  <a:pt x="10449" y="56581"/>
                </a:lnTo>
                <a:cubicBezTo>
                  <a:pt x="10434" y="56625"/>
                  <a:pt x="10390" y="56684"/>
                  <a:pt x="10360" y="56728"/>
                </a:cubicBezTo>
                <a:cubicBezTo>
                  <a:pt x="10287" y="56787"/>
                  <a:pt x="10199" y="56846"/>
                  <a:pt x="10096" y="56905"/>
                </a:cubicBezTo>
                <a:cubicBezTo>
                  <a:pt x="10140" y="56846"/>
                  <a:pt x="10169" y="56787"/>
                  <a:pt x="10228" y="56728"/>
                </a:cubicBezTo>
                <a:cubicBezTo>
                  <a:pt x="10302" y="56684"/>
                  <a:pt x="10375" y="56625"/>
                  <a:pt x="10449" y="56581"/>
                </a:cubicBezTo>
                <a:close/>
                <a:moveTo>
                  <a:pt x="10699" y="56581"/>
                </a:moveTo>
                <a:lnTo>
                  <a:pt x="10699" y="56581"/>
                </a:lnTo>
                <a:cubicBezTo>
                  <a:pt x="10669" y="56655"/>
                  <a:pt x="10655" y="56714"/>
                  <a:pt x="10611" y="56772"/>
                </a:cubicBezTo>
                <a:cubicBezTo>
                  <a:pt x="10522" y="56831"/>
                  <a:pt x="10449" y="56875"/>
                  <a:pt x="10360" y="56934"/>
                </a:cubicBezTo>
                <a:cubicBezTo>
                  <a:pt x="10349" y="56946"/>
                  <a:pt x="10327" y="56948"/>
                  <a:pt x="10312" y="56964"/>
                </a:cubicBezTo>
                <a:lnTo>
                  <a:pt x="10312" y="56964"/>
                </a:lnTo>
                <a:cubicBezTo>
                  <a:pt x="10350" y="56908"/>
                  <a:pt x="10378" y="56841"/>
                  <a:pt x="10405" y="56787"/>
                </a:cubicBezTo>
                <a:cubicBezTo>
                  <a:pt x="10508" y="56714"/>
                  <a:pt x="10611" y="56655"/>
                  <a:pt x="10699" y="56581"/>
                </a:cubicBezTo>
                <a:close/>
                <a:moveTo>
                  <a:pt x="9831" y="56876"/>
                </a:moveTo>
                <a:lnTo>
                  <a:pt x="9831" y="56876"/>
                </a:lnTo>
                <a:cubicBezTo>
                  <a:pt x="9801" y="56905"/>
                  <a:pt x="9786" y="56920"/>
                  <a:pt x="9786" y="56934"/>
                </a:cubicBezTo>
                <a:cubicBezTo>
                  <a:pt x="9772" y="56949"/>
                  <a:pt x="9728" y="56978"/>
                  <a:pt x="9713" y="56993"/>
                </a:cubicBezTo>
                <a:cubicBezTo>
                  <a:pt x="9728" y="56978"/>
                  <a:pt x="9728" y="56949"/>
                  <a:pt x="9742" y="56934"/>
                </a:cubicBezTo>
                <a:cubicBezTo>
                  <a:pt x="9772" y="56920"/>
                  <a:pt x="9801" y="56905"/>
                  <a:pt x="9831" y="56876"/>
                </a:cubicBezTo>
                <a:close/>
                <a:moveTo>
                  <a:pt x="10037" y="56861"/>
                </a:moveTo>
                <a:cubicBezTo>
                  <a:pt x="10007" y="56920"/>
                  <a:pt x="9963" y="56949"/>
                  <a:pt x="9948" y="57008"/>
                </a:cubicBezTo>
                <a:cubicBezTo>
                  <a:pt x="9875" y="57052"/>
                  <a:pt x="9801" y="57096"/>
                  <a:pt x="9728" y="57140"/>
                </a:cubicBezTo>
                <a:cubicBezTo>
                  <a:pt x="9772" y="57081"/>
                  <a:pt x="9801" y="57052"/>
                  <a:pt x="9845" y="56993"/>
                </a:cubicBezTo>
                <a:cubicBezTo>
                  <a:pt x="9919" y="56949"/>
                  <a:pt x="9978" y="56905"/>
                  <a:pt x="10037" y="56861"/>
                </a:cubicBezTo>
                <a:close/>
                <a:moveTo>
                  <a:pt x="10272" y="56905"/>
                </a:moveTo>
                <a:cubicBezTo>
                  <a:pt x="10228" y="56949"/>
                  <a:pt x="10199" y="57023"/>
                  <a:pt x="10169" y="57081"/>
                </a:cubicBezTo>
                <a:cubicBezTo>
                  <a:pt x="10081" y="57140"/>
                  <a:pt x="9978" y="57214"/>
                  <a:pt x="9875" y="57273"/>
                </a:cubicBezTo>
                <a:cubicBezTo>
                  <a:pt x="9919" y="57199"/>
                  <a:pt x="9978" y="57140"/>
                  <a:pt x="10007" y="57067"/>
                </a:cubicBezTo>
                <a:cubicBezTo>
                  <a:pt x="10081" y="57008"/>
                  <a:pt x="10169" y="56949"/>
                  <a:pt x="10272" y="56905"/>
                </a:cubicBezTo>
                <a:close/>
                <a:moveTo>
                  <a:pt x="9639" y="57140"/>
                </a:moveTo>
                <a:lnTo>
                  <a:pt x="9639" y="57140"/>
                </a:lnTo>
                <a:cubicBezTo>
                  <a:pt x="9610" y="57170"/>
                  <a:pt x="9580" y="57214"/>
                  <a:pt x="9551" y="57258"/>
                </a:cubicBezTo>
                <a:lnTo>
                  <a:pt x="9374" y="57376"/>
                </a:lnTo>
                <a:cubicBezTo>
                  <a:pt x="9404" y="57317"/>
                  <a:pt x="9433" y="57288"/>
                  <a:pt x="9477" y="57243"/>
                </a:cubicBezTo>
                <a:lnTo>
                  <a:pt x="9639" y="57140"/>
                </a:lnTo>
                <a:close/>
                <a:moveTo>
                  <a:pt x="9831" y="57170"/>
                </a:moveTo>
                <a:cubicBezTo>
                  <a:pt x="9801" y="57229"/>
                  <a:pt x="9772" y="57288"/>
                  <a:pt x="9728" y="57346"/>
                </a:cubicBezTo>
                <a:lnTo>
                  <a:pt x="9463" y="57508"/>
                </a:lnTo>
                <a:cubicBezTo>
                  <a:pt x="9492" y="57449"/>
                  <a:pt x="9551" y="57376"/>
                  <a:pt x="9580" y="57317"/>
                </a:cubicBezTo>
                <a:cubicBezTo>
                  <a:pt x="9654" y="57258"/>
                  <a:pt x="9757" y="57229"/>
                  <a:pt x="9831" y="57170"/>
                </a:cubicBezTo>
                <a:close/>
                <a:moveTo>
                  <a:pt x="9170" y="57449"/>
                </a:moveTo>
                <a:cubicBezTo>
                  <a:pt x="9159" y="57462"/>
                  <a:pt x="9147" y="57478"/>
                  <a:pt x="9139" y="57494"/>
                </a:cubicBezTo>
                <a:cubicBezTo>
                  <a:pt x="9126" y="57500"/>
                  <a:pt x="9111" y="57506"/>
                  <a:pt x="9097" y="57512"/>
                </a:cubicBezTo>
                <a:lnTo>
                  <a:pt x="9097" y="57512"/>
                </a:lnTo>
                <a:cubicBezTo>
                  <a:pt x="9101" y="57507"/>
                  <a:pt x="9106" y="57501"/>
                  <a:pt x="9110" y="57494"/>
                </a:cubicBezTo>
                <a:cubicBezTo>
                  <a:pt x="9128" y="57475"/>
                  <a:pt x="9151" y="57463"/>
                  <a:pt x="9170" y="57449"/>
                </a:cubicBezTo>
                <a:close/>
                <a:moveTo>
                  <a:pt x="9408" y="57434"/>
                </a:moveTo>
                <a:lnTo>
                  <a:pt x="9301" y="57582"/>
                </a:lnTo>
                <a:cubicBezTo>
                  <a:pt x="9227" y="57611"/>
                  <a:pt x="9154" y="57670"/>
                  <a:pt x="9065" y="57714"/>
                </a:cubicBezTo>
                <a:cubicBezTo>
                  <a:pt x="9124" y="57670"/>
                  <a:pt x="9168" y="57611"/>
                  <a:pt x="9198" y="57567"/>
                </a:cubicBezTo>
                <a:cubicBezTo>
                  <a:pt x="9271" y="57523"/>
                  <a:pt x="9330" y="57494"/>
                  <a:pt x="9404" y="57435"/>
                </a:cubicBezTo>
                <a:cubicBezTo>
                  <a:pt x="9404" y="57435"/>
                  <a:pt x="9406" y="57435"/>
                  <a:pt x="9408" y="57434"/>
                </a:cubicBezTo>
                <a:close/>
                <a:moveTo>
                  <a:pt x="8992" y="57685"/>
                </a:moveTo>
                <a:lnTo>
                  <a:pt x="8992" y="57685"/>
                </a:lnTo>
                <a:cubicBezTo>
                  <a:pt x="8962" y="57729"/>
                  <a:pt x="8918" y="57773"/>
                  <a:pt x="8889" y="57832"/>
                </a:cubicBezTo>
                <a:cubicBezTo>
                  <a:pt x="8830" y="57876"/>
                  <a:pt x="8771" y="57891"/>
                  <a:pt x="8742" y="57935"/>
                </a:cubicBezTo>
                <a:cubicBezTo>
                  <a:pt x="8727" y="57935"/>
                  <a:pt x="8727" y="57950"/>
                  <a:pt x="8697" y="57950"/>
                </a:cubicBezTo>
                <a:cubicBezTo>
                  <a:pt x="8756" y="57876"/>
                  <a:pt x="8800" y="57832"/>
                  <a:pt x="8830" y="57803"/>
                </a:cubicBezTo>
                <a:lnTo>
                  <a:pt x="8992" y="57685"/>
                </a:lnTo>
                <a:close/>
                <a:moveTo>
                  <a:pt x="8565" y="57950"/>
                </a:moveTo>
                <a:cubicBezTo>
                  <a:pt x="8550" y="57979"/>
                  <a:pt x="8521" y="58009"/>
                  <a:pt x="8491" y="58038"/>
                </a:cubicBezTo>
                <a:cubicBezTo>
                  <a:pt x="8462" y="58053"/>
                  <a:pt x="8418" y="58082"/>
                  <a:pt x="8374" y="58112"/>
                </a:cubicBezTo>
                <a:cubicBezTo>
                  <a:pt x="8403" y="58082"/>
                  <a:pt x="8447" y="58053"/>
                  <a:pt x="8462" y="58023"/>
                </a:cubicBezTo>
                <a:cubicBezTo>
                  <a:pt x="8506" y="58009"/>
                  <a:pt x="8536" y="57964"/>
                  <a:pt x="8565" y="57950"/>
                </a:cubicBezTo>
                <a:close/>
                <a:moveTo>
                  <a:pt x="15791" y="54903"/>
                </a:moveTo>
                <a:cubicBezTo>
                  <a:pt x="15879" y="56493"/>
                  <a:pt x="16335" y="58038"/>
                  <a:pt x="16777" y="59554"/>
                </a:cubicBezTo>
                <a:cubicBezTo>
                  <a:pt x="17277" y="61246"/>
                  <a:pt x="17792" y="62968"/>
                  <a:pt x="17778" y="64734"/>
                </a:cubicBezTo>
                <a:cubicBezTo>
                  <a:pt x="17778" y="67736"/>
                  <a:pt x="16188" y="70635"/>
                  <a:pt x="13701" y="72313"/>
                </a:cubicBezTo>
                <a:cubicBezTo>
                  <a:pt x="15864" y="70562"/>
                  <a:pt x="17159" y="67766"/>
                  <a:pt x="17145" y="64808"/>
                </a:cubicBezTo>
                <a:cubicBezTo>
                  <a:pt x="17145" y="63100"/>
                  <a:pt x="16688" y="61408"/>
                  <a:pt x="16262" y="59789"/>
                </a:cubicBezTo>
                <a:cubicBezTo>
                  <a:pt x="15835" y="58215"/>
                  <a:pt x="15423" y="56596"/>
                  <a:pt x="15393" y="54977"/>
                </a:cubicBezTo>
                <a:cubicBezTo>
                  <a:pt x="15526" y="54962"/>
                  <a:pt x="15658" y="54933"/>
                  <a:pt x="15791" y="54903"/>
                </a:cubicBezTo>
                <a:close/>
                <a:moveTo>
                  <a:pt x="15320" y="55006"/>
                </a:moveTo>
                <a:cubicBezTo>
                  <a:pt x="15335" y="56640"/>
                  <a:pt x="15776" y="58244"/>
                  <a:pt x="16188" y="59819"/>
                </a:cubicBezTo>
                <a:cubicBezTo>
                  <a:pt x="16630" y="61438"/>
                  <a:pt x="17071" y="63130"/>
                  <a:pt x="17071" y="64822"/>
                </a:cubicBezTo>
                <a:cubicBezTo>
                  <a:pt x="17086" y="67927"/>
                  <a:pt x="15629" y="70856"/>
                  <a:pt x="13260" y="72548"/>
                </a:cubicBezTo>
                <a:cubicBezTo>
                  <a:pt x="15320" y="70782"/>
                  <a:pt x="16497" y="67972"/>
                  <a:pt x="16468" y="64881"/>
                </a:cubicBezTo>
                <a:cubicBezTo>
                  <a:pt x="16453" y="63248"/>
                  <a:pt x="16056" y="61629"/>
                  <a:pt x="15688" y="60069"/>
                </a:cubicBezTo>
                <a:cubicBezTo>
                  <a:pt x="15305" y="58421"/>
                  <a:pt x="14893" y="56758"/>
                  <a:pt x="14952" y="55080"/>
                </a:cubicBezTo>
                <a:cubicBezTo>
                  <a:pt x="15084" y="55036"/>
                  <a:pt x="15217" y="55021"/>
                  <a:pt x="15320" y="55006"/>
                </a:cubicBezTo>
                <a:close/>
                <a:moveTo>
                  <a:pt x="14864" y="55095"/>
                </a:moveTo>
                <a:lnTo>
                  <a:pt x="14864" y="55095"/>
                </a:lnTo>
                <a:cubicBezTo>
                  <a:pt x="14834" y="56772"/>
                  <a:pt x="15217" y="58450"/>
                  <a:pt x="15614" y="60084"/>
                </a:cubicBezTo>
                <a:cubicBezTo>
                  <a:pt x="15982" y="61644"/>
                  <a:pt x="16365" y="63248"/>
                  <a:pt x="16394" y="64881"/>
                </a:cubicBezTo>
                <a:cubicBezTo>
                  <a:pt x="16424" y="68119"/>
                  <a:pt x="15099" y="71062"/>
                  <a:pt x="12862" y="72799"/>
                </a:cubicBezTo>
                <a:cubicBezTo>
                  <a:pt x="14790" y="71003"/>
                  <a:pt x="15820" y="68251"/>
                  <a:pt x="15761" y="64955"/>
                </a:cubicBezTo>
                <a:cubicBezTo>
                  <a:pt x="15747" y="63395"/>
                  <a:pt x="15408" y="61864"/>
                  <a:pt x="15099" y="60378"/>
                </a:cubicBezTo>
                <a:cubicBezTo>
                  <a:pt x="14731" y="58597"/>
                  <a:pt x="14363" y="56905"/>
                  <a:pt x="14496" y="55183"/>
                </a:cubicBezTo>
                <a:cubicBezTo>
                  <a:pt x="14628" y="55154"/>
                  <a:pt x="14731" y="55139"/>
                  <a:pt x="14864" y="55095"/>
                </a:cubicBezTo>
                <a:close/>
                <a:moveTo>
                  <a:pt x="14407" y="55213"/>
                </a:moveTo>
                <a:lnTo>
                  <a:pt x="14407" y="55213"/>
                </a:lnTo>
                <a:cubicBezTo>
                  <a:pt x="14290" y="56934"/>
                  <a:pt x="14643" y="58627"/>
                  <a:pt x="15011" y="60393"/>
                </a:cubicBezTo>
                <a:cubicBezTo>
                  <a:pt x="15320" y="61864"/>
                  <a:pt x="15644" y="63395"/>
                  <a:pt x="15673" y="64955"/>
                </a:cubicBezTo>
                <a:cubicBezTo>
                  <a:pt x="15747" y="68398"/>
                  <a:pt x="14613" y="71253"/>
                  <a:pt x="12480" y="73019"/>
                </a:cubicBezTo>
                <a:cubicBezTo>
                  <a:pt x="14246" y="71224"/>
                  <a:pt x="15143" y="68472"/>
                  <a:pt x="15070" y="65028"/>
                </a:cubicBezTo>
                <a:cubicBezTo>
                  <a:pt x="15026" y="63557"/>
                  <a:pt x="14775" y="62129"/>
                  <a:pt x="14510" y="60731"/>
                </a:cubicBezTo>
                <a:cubicBezTo>
                  <a:pt x="14157" y="58862"/>
                  <a:pt x="13848" y="57096"/>
                  <a:pt x="14054" y="55301"/>
                </a:cubicBezTo>
                <a:cubicBezTo>
                  <a:pt x="14157" y="55257"/>
                  <a:pt x="14290" y="55227"/>
                  <a:pt x="14407" y="55213"/>
                </a:cubicBezTo>
                <a:close/>
                <a:moveTo>
                  <a:pt x="13995" y="55316"/>
                </a:moveTo>
                <a:lnTo>
                  <a:pt x="13995" y="55316"/>
                </a:lnTo>
                <a:cubicBezTo>
                  <a:pt x="13804" y="57096"/>
                  <a:pt x="14128" y="58862"/>
                  <a:pt x="14466" y="60716"/>
                </a:cubicBezTo>
                <a:cubicBezTo>
                  <a:pt x="14716" y="62100"/>
                  <a:pt x="14981" y="63557"/>
                  <a:pt x="15011" y="65014"/>
                </a:cubicBezTo>
                <a:cubicBezTo>
                  <a:pt x="15084" y="68546"/>
                  <a:pt x="14128" y="71342"/>
                  <a:pt x="12274" y="73108"/>
                </a:cubicBezTo>
                <a:cubicBezTo>
                  <a:pt x="12229" y="73122"/>
                  <a:pt x="12215" y="73137"/>
                  <a:pt x="12200" y="73137"/>
                </a:cubicBezTo>
                <a:cubicBezTo>
                  <a:pt x="13775" y="71342"/>
                  <a:pt x="14481" y="68766"/>
                  <a:pt x="14393" y="65087"/>
                </a:cubicBezTo>
                <a:cubicBezTo>
                  <a:pt x="14349" y="63719"/>
                  <a:pt x="14143" y="62394"/>
                  <a:pt x="13951" y="61114"/>
                </a:cubicBezTo>
                <a:cubicBezTo>
                  <a:pt x="13627" y="59156"/>
                  <a:pt x="13363" y="57302"/>
                  <a:pt x="13657" y="55433"/>
                </a:cubicBezTo>
                <a:cubicBezTo>
                  <a:pt x="13760" y="55389"/>
                  <a:pt x="13892" y="55360"/>
                  <a:pt x="13995" y="55316"/>
                </a:cubicBezTo>
                <a:close/>
                <a:moveTo>
                  <a:pt x="13524" y="55477"/>
                </a:moveTo>
                <a:lnTo>
                  <a:pt x="13524" y="55477"/>
                </a:lnTo>
                <a:cubicBezTo>
                  <a:pt x="13245" y="57346"/>
                  <a:pt x="13524" y="59201"/>
                  <a:pt x="13833" y="61143"/>
                </a:cubicBezTo>
                <a:cubicBezTo>
                  <a:pt x="14040" y="62438"/>
                  <a:pt x="14246" y="63763"/>
                  <a:pt x="14275" y="65117"/>
                </a:cubicBezTo>
                <a:cubicBezTo>
                  <a:pt x="14407" y="68840"/>
                  <a:pt x="13672" y="71430"/>
                  <a:pt x="12009" y="73211"/>
                </a:cubicBezTo>
                <a:cubicBezTo>
                  <a:pt x="11979" y="73240"/>
                  <a:pt x="11965" y="73240"/>
                  <a:pt x="11920" y="73255"/>
                </a:cubicBezTo>
                <a:cubicBezTo>
                  <a:pt x="13613" y="71047"/>
                  <a:pt x="13760" y="68060"/>
                  <a:pt x="13672" y="65161"/>
                </a:cubicBezTo>
                <a:cubicBezTo>
                  <a:pt x="13627" y="63925"/>
                  <a:pt x="13466" y="62733"/>
                  <a:pt x="13318" y="61570"/>
                </a:cubicBezTo>
                <a:cubicBezTo>
                  <a:pt x="13039" y="59495"/>
                  <a:pt x="12803" y="57538"/>
                  <a:pt x="13186" y="55595"/>
                </a:cubicBezTo>
                <a:lnTo>
                  <a:pt x="13524" y="55477"/>
                </a:lnTo>
                <a:close/>
                <a:moveTo>
                  <a:pt x="13112" y="55610"/>
                </a:moveTo>
                <a:cubicBezTo>
                  <a:pt x="12730" y="57567"/>
                  <a:pt x="12980" y="59510"/>
                  <a:pt x="13260" y="61570"/>
                </a:cubicBezTo>
                <a:cubicBezTo>
                  <a:pt x="13407" y="62733"/>
                  <a:pt x="13569" y="63939"/>
                  <a:pt x="13613" y="65161"/>
                </a:cubicBezTo>
                <a:cubicBezTo>
                  <a:pt x="13701" y="68104"/>
                  <a:pt x="13539" y="71121"/>
                  <a:pt x="11788" y="73314"/>
                </a:cubicBezTo>
                <a:cubicBezTo>
                  <a:pt x="11744" y="73343"/>
                  <a:pt x="11700" y="73343"/>
                  <a:pt x="11670" y="73358"/>
                </a:cubicBezTo>
                <a:cubicBezTo>
                  <a:pt x="13083" y="71209"/>
                  <a:pt x="13112" y="68501"/>
                  <a:pt x="12995" y="65234"/>
                </a:cubicBezTo>
                <a:cubicBezTo>
                  <a:pt x="12951" y="64160"/>
                  <a:pt x="12847" y="63115"/>
                  <a:pt x="12730" y="62100"/>
                </a:cubicBezTo>
                <a:cubicBezTo>
                  <a:pt x="12509" y="59878"/>
                  <a:pt x="12288" y="57803"/>
                  <a:pt x="12789" y="55742"/>
                </a:cubicBezTo>
                <a:cubicBezTo>
                  <a:pt x="12892" y="55698"/>
                  <a:pt x="13009" y="55654"/>
                  <a:pt x="13112" y="55610"/>
                </a:cubicBezTo>
                <a:close/>
                <a:moveTo>
                  <a:pt x="11881" y="73374"/>
                </a:moveTo>
                <a:cubicBezTo>
                  <a:pt x="11888" y="73374"/>
                  <a:pt x="11881" y="73387"/>
                  <a:pt x="11861" y="73387"/>
                </a:cubicBezTo>
                <a:cubicBezTo>
                  <a:pt x="11871" y="73377"/>
                  <a:pt x="11878" y="73374"/>
                  <a:pt x="11881" y="73374"/>
                </a:cubicBezTo>
                <a:close/>
                <a:moveTo>
                  <a:pt x="11861" y="73387"/>
                </a:moveTo>
                <a:lnTo>
                  <a:pt x="11861" y="73387"/>
                </a:lnTo>
                <a:cubicBezTo>
                  <a:pt x="11847" y="73402"/>
                  <a:pt x="11832" y="73402"/>
                  <a:pt x="11817" y="73417"/>
                </a:cubicBezTo>
                <a:lnTo>
                  <a:pt x="11832" y="73402"/>
                </a:lnTo>
                <a:cubicBezTo>
                  <a:pt x="11847" y="73387"/>
                  <a:pt x="11861" y="73387"/>
                  <a:pt x="11861" y="73387"/>
                </a:cubicBezTo>
                <a:close/>
                <a:moveTo>
                  <a:pt x="12686" y="55801"/>
                </a:moveTo>
                <a:lnTo>
                  <a:pt x="12686" y="55801"/>
                </a:lnTo>
                <a:cubicBezTo>
                  <a:pt x="12215" y="57861"/>
                  <a:pt x="12421" y="59936"/>
                  <a:pt x="12656" y="62144"/>
                </a:cubicBezTo>
                <a:cubicBezTo>
                  <a:pt x="12759" y="63159"/>
                  <a:pt x="12877" y="64204"/>
                  <a:pt x="12906" y="65249"/>
                </a:cubicBezTo>
                <a:cubicBezTo>
                  <a:pt x="13039" y="68560"/>
                  <a:pt x="13009" y="71283"/>
                  <a:pt x="11538" y="73431"/>
                </a:cubicBezTo>
                <a:cubicBezTo>
                  <a:pt x="11494" y="73461"/>
                  <a:pt x="11435" y="73476"/>
                  <a:pt x="11405" y="73490"/>
                </a:cubicBezTo>
                <a:cubicBezTo>
                  <a:pt x="12568" y="71401"/>
                  <a:pt x="12450" y="68869"/>
                  <a:pt x="12318" y="66000"/>
                </a:cubicBezTo>
                <a:cubicBezTo>
                  <a:pt x="12303" y="65764"/>
                  <a:pt x="12303" y="65543"/>
                  <a:pt x="12288" y="65308"/>
                </a:cubicBezTo>
                <a:cubicBezTo>
                  <a:pt x="12244" y="64454"/>
                  <a:pt x="12185" y="63616"/>
                  <a:pt x="12126" y="62791"/>
                </a:cubicBezTo>
                <a:cubicBezTo>
                  <a:pt x="11935" y="60407"/>
                  <a:pt x="11758" y="58171"/>
                  <a:pt x="12347" y="55992"/>
                </a:cubicBezTo>
                <a:cubicBezTo>
                  <a:pt x="12347" y="55978"/>
                  <a:pt x="12362" y="55948"/>
                  <a:pt x="12362" y="55919"/>
                </a:cubicBezTo>
                <a:cubicBezTo>
                  <a:pt x="12465" y="55875"/>
                  <a:pt x="12583" y="55831"/>
                  <a:pt x="12686" y="55801"/>
                </a:cubicBezTo>
                <a:close/>
                <a:moveTo>
                  <a:pt x="11660" y="73469"/>
                </a:moveTo>
                <a:cubicBezTo>
                  <a:pt x="11649" y="73474"/>
                  <a:pt x="11641" y="73482"/>
                  <a:pt x="11641" y="73490"/>
                </a:cubicBezTo>
                <a:cubicBezTo>
                  <a:pt x="11611" y="73505"/>
                  <a:pt x="11597" y="73505"/>
                  <a:pt x="11552" y="73534"/>
                </a:cubicBezTo>
                <a:cubicBezTo>
                  <a:pt x="11567" y="73505"/>
                  <a:pt x="11567" y="73490"/>
                  <a:pt x="11597" y="73490"/>
                </a:cubicBezTo>
                <a:cubicBezTo>
                  <a:pt x="11620" y="73479"/>
                  <a:pt x="11634" y="73476"/>
                  <a:pt x="11660" y="73469"/>
                </a:cubicBezTo>
                <a:close/>
                <a:moveTo>
                  <a:pt x="12288" y="55963"/>
                </a:moveTo>
                <a:lnTo>
                  <a:pt x="12288" y="55978"/>
                </a:lnTo>
                <a:cubicBezTo>
                  <a:pt x="11685" y="58171"/>
                  <a:pt x="11861" y="60407"/>
                  <a:pt x="12053" y="62806"/>
                </a:cubicBezTo>
                <a:cubicBezTo>
                  <a:pt x="12126" y="63616"/>
                  <a:pt x="12185" y="64454"/>
                  <a:pt x="12215" y="65323"/>
                </a:cubicBezTo>
                <a:cubicBezTo>
                  <a:pt x="12229" y="65558"/>
                  <a:pt x="12229" y="65779"/>
                  <a:pt x="12259" y="66029"/>
                </a:cubicBezTo>
                <a:cubicBezTo>
                  <a:pt x="12377" y="68928"/>
                  <a:pt x="12494" y="71445"/>
                  <a:pt x="11302" y="73534"/>
                </a:cubicBezTo>
                <a:cubicBezTo>
                  <a:pt x="11243" y="73549"/>
                  <a:pt x="11199" y="73564"/>
                  <a:pt x="11155" y="73579"/>
                </a:cubicBezTo>
                <a:cubicBezTo>
                  <a:pt x="12009" y="71665"/>
                  <a:pt x="11861" y="69517"/>
                  <a:pt x="11700" y="67074"/>
                </a:cubicBezTo>
                <a:cubicBezTo>
                  <a:pt x="11670" y="66515"/>
                  <a:pt x="11626" y="65970"/>
                  <a:pt x="11597" y="65382"/>
                </a:cubicBezTo>
                <a:cubicBezTo>
                  <a:pt x="11552" y="64808"/>
                  <a:pt x="11523" y="64219"/>
                  <a:pt x="11494" y="63674"/>
                </a:cubicBezTo>
                <a:cubicBezTo>
                  <a:pt x="11332" y="61055"/>
                  <a:pt x="11170" y="58597"/>
                  <a:pt x="11920" y="56257"/>
                </a:cubicBezTo>
                <a:cubicBezTo>
                  <a:pt x="11935" y="56199"/>
                  <a:pt x="11965" y="56169"/>
                  <a:pt x="11979" y="56110"/>
                </a:cubicBezTo>
                <a:cubicBezTo>
                  <a:pt x="12082" y="56051"/>
                  <a:pt x="12185" y="56022"/>
                  <a:pt x="12288" y="55963"/>
                </a:cubicBezTo>
                <a:close/>
                <a:moveTo>
                  <a:pt x="11449" y="73549"/>
                </a:moveTo>
                <a:cubicBezTo>
                  <a:pt x="11420" y="73564"/>
                  <a:pt x="11420" y="73579"/>
                  <a:pt x="11405" y="73608"/>
                </a:cubicBezTo>
                <a:cubicBezTo>
                  <a:pt x="11376" y="73608"/>
                  <a:pt x="11332" y="73623"/>
                  <a:pt x="11302" y="73637"/>
                </a:cubicBezTo>
                <a:cubicBezTo>
                  <a:pt x="11317" y="73623"/>
                  <a:pt x="11317" y="73608"/>
                  <a:pt x="11332" y="73579"/>
                </a:cubicBezTo>
                <a:cubicBezTo>
                  <a:pt x="11376" y="73564"/>
                  <a:pt x="11405" y="73549"/>
                  <a:pt x="11449" y="73549"/>
                </a:cubicBezTo>
                <a:close/>
                <a:moveTo>
                  <a:pt x="11861" y="56169"/>
                </a:moveTo>
                <a:cubicBezTo>
                  <a:pt x="11861" y="56184"/>
                  <a:pt x="11847" y="56213"/>
                  <a:pt x="11847" y="56243"/>
                </a:cubicBezTo>
                <a:cubicBezTo>
                  <a:pt x="11111" y="58568"/>
                  <a:pt x="11258" y="61055"/>
                  <a:pt x="11420" y="63689"/>
                </a:cubicBezTo>
                <a:cubicBezTo>
                  <a:pt x="11464" y="64234"/>
                  <a:pt x="11494" y="64822"/>
                  <a:pt x="11523" y="65396"/>
                </a:cubicBezTo>
                <a:cubicBezTo>
                  <a:pt x="11552" y="65970"/>
                  <a:pt x="11597" y="66544"/>
                  <a:pt x="11626" y="67089"/>
                </a:cubicBezTo>
                <a:cubicBezTo>
                  <a:pt x="11788" y="69576"/>
                  <a:pt x="11935" y="71724"/>
                  <a:pt x="11023" y="73623"/>
                </a:cubicBezTo>
                <a:cubicBezTo>
                  <a:pt x="10964" y="73623"/>
                  <a:pt x="10905" y="73637"/>
                  <a:pt x="10846" y="73652"/>
                </a:cubicBezTo>
                <a:cubicBezTo>
                  <a:pt x="11508" y="71916"/>
                  <a:pt x="11332" y="70017"/>
                  <a:pt x="11111" y="67839"/>
                </a:cubicBezTo>
                <a:cubicBezTo>
                  <a:pt x="11037" y="67074"/>
                  <a:pt x="10949" y="66265"/>
                  <a:pt x="10905" y="65440"/>
                </a:cubicBezTo>
                <a:lnTo>
                  <a:pt x="10875" y="64881"/>
                </a:lnTo>
                <a:cubicBezTo>
                  <a:pt x="10714" y="61908"/>
                  <a:pt x="10537" y="59083"/>
                  <a:pt x="11479" y="56508"/>
                </a:cubicBezTo>
                <a:cubicBezTo>
                  <a:pt x="11494" y="56463"/>
                  <a:pt x="11538" y="56390"/>
                  <a:pt x="11552" y="56331"/>
                </a:cubicBezTo>
                <a:cubicBezTo>
                  <a:pt x="11670" y="56272"/>
                  <a:pt x="11758" y="56213"/>
                  <a:pt x="11861" y="56169"/>
                </a:cubicBezTo>
                <a:close/>
                <a:moveTo>
                  <a:pt x="11491" y="73646"/>
                </a:moveTo>
                <a:cubicBezTo>
                  <a:pt x="11493" y="73646"/>
                  <a:pt x="11494" y="73648"/>
                  <a:pt x="11494" y="73652"/>
                </a:cubicBezTo>
                <a:cubicBezTo>
                  <a:pt x="11479" y="73682"/>
                  <a:pt x="11464" y="73682"/>
                  <a:pt x="11449" y="73696"/>
                </a:cubicBezTo>
                <a:lnTo>
                  <a:pt x="11464" y="73682"/>
                </a:lnTo>
                <a:cubicBezTo>
                  <a:pt x="11475" y="73660"/>
                  <a:pt x="11486" y="73646"/>
                  <a:pt x="11491" y="73646"/>
                </a:cubicBezTo>
                <a:close/>
                <a:moveTo>
                  <a:pt x="11199" y="73623"/>
                </a:moveTo>
                <a:lnTo>
                  <a:pt x="11199" y="73623"/>
                </a:lnTo>
                <a:cubicBezTo>
                  <a:pt x="11185" y="73637"/>
                  <a:pt x="11170" y="73682"/>
                  <a:pt x="11170" y="73696"/>
                </a:cubicBezTo>
                <a:cubicBezTo>
                  <a:pt x="11126" y="73711"/>
                  <a:pt x="11082" y="73726"/>
                  <a:pt x="11037" y="73755"/>
                </a:cubicBezTo>
                <a:cubicBezTo>
                  <a:pt x="11052" y="73726"/>
                  <a:pt x="11052" y="73696"/>
                  <a:pt x="11082" y="73682"/>
                </a:cubicBezTo>
                <a:cubicBezTo>
                  <a:pt x="11111" y="73652"/>
                  <a:pt x="11170" y="73637"/>
                  <a:pt x="11199" y="73623"/>
                </a:cubicBezTo>
                <a:close/>
                <a:moveTo>
                  <a:pt x="11449" y="56375"/>
                </a:moveTo>
                <a:lnTo>
                  <a:pt x="11449" y="56375"/>
                </a:lnTo>
                <a:cubicBezTo>
                  <a:pt x="11420" y="56419"/>
                  <a:pt x="11420" y="56449"/>
                  <a:pt x="11405" y="56493"/>
                </a:cubicBezTo>
                <a:cubicBezTo>
                  <a:pt x="10463" y="59083"/>
                  <a:pt x="10625" y="61923"/>
                  <a:pt x="10802" y="64896"/>
                </a:cubicBezTo>
                <a:lnTo>
                  <a:pt x="10831" y="65455"/>
                </a:lnTo>
                <a:cubicBezTo>
                  <a:pt x="10875" y="66294"/>
                  <a:pt x="10964" y="67089"/>
                  <a:pt x="11037" y="67869"/>
                </a:cubicBezTo>
                <a:cubicBezTo>
                  <a:pt x="11258" y="70032"/>
                  <a:pt x="11464" y="71945"/>
                  <a:pt x="10758" y="73696"/>
                </a:cubicBezTo>
                <a:cubicBezTo>
                  <a:pt x="10684" y="73711"/>
                  <a:pt x="10640" y="73726"/>
                  <a:pt x="10581" y="73770"/>
                </a:cubicBezTo>
                <a:cubicBezTo>
                  <a:pt x="11082" y="72136"/>
                  <a:pt x="10817" y="70415"/>
                  <a:pt x="10537" y="68487"/>
                </a:cubicBezTo>
                <a:cubicBezTo>
                  <a:pt x="10405" y="67545"/>
                  <a:pt x="10257" y="66574"/>
                  <a:pt x="10213" y="65529"/>
                </a:cubicBezTo>
                <a:cubicBezTo>
                  <a:pt x="10022" y="62453"/>
                  <a:pt x="9948" y="59480"/>
                  <a:pt x="11037" y="56772"/>
                </a:cubicBezTo>
                <a:cubicBezTo>
                  <a:pt x="11082" y="56699"/>
                  <a:pt x="11096" y="56625"/>
                  <a:pt x="11126" y="56566"/>
                </a:cubicBezTo>
                <a:cubicBezTo>
                  <a:pt x="11243" y="56508"/>
                  <a:pt x="11332" y="56434"/>
                  <a:pt x="11449" y="56375"/>
                </a:cubicBezTo>
                <a:close/>
                <a:moveTo>
                  <a:pt x="11296" y="73750"/>
                </a:moveTo>
                <a:cubicBezTo>
                  <a:pt x="11291" y="73757"/>
                  <a:pt x="11284" y="73764"/>
                  <a:pt x="11273" y="73770"/>
                </a:cubicBezTo>
                <a:cubicBezTo>
                  <a:pt x="11258" y="73785"/>
                  <a:pt x="11229" y="73799"/>
                  <a:pt x="11199" y="73799"/>
                </a:cubicBezTo>
                <a:cubicBezTo>
                  <a:pt x="11214" y="73785"/>
                  <a:pt x="11214" y="73770"/>
                  <a:pt x="11243" y="73770"/>
                </a:cubicBezTo>
                <a:cubicBezTo>
                  <a:pt x="11261" y="73761"/>
                  <a:pt x="11279" y="73757"/>
                  <a:pt x="11296" y="73750"/>
                </a:cubicBezTo>
                <a:close/>
                <a:moveTo>
                  <a:pt x="11008" y="56625"/>
                </a:moveTo>
                <a:lnTo>
                  <a:pt x="10949" y="56728"/>
                </a:lnTo>
                <a:cubicBezTo>
                  <a:pt x="9860" y="59436"/>
                  <a:pt x="9934" y="62438"/>
                  <a:pt x="10125" y="65514"/>
                </a:cubicBezTo>
                <a:cubicBezTo>
                  <a:pt x="10169" y="66559"/>
                  <a:pt x="10316" y="67530"/>
                  <a:pt x="10449" y="68472"/>
                </a:cubicBezTo>
                <a:cubicBezTo>
                  <a:pt x="10728" y="70415"/>
                  <a:pt x="10978" y="72136"/>
                  <a:pt x="10463" y="73770"/>
                </a:cubicBezTo>
                <a:cubicBezTo>
                  <a:pt x="10419" y="73785"/>
                  <a:pt x="10346" y="73799"/>
                  <a:pt x="10287" y="73829"/>
                </a:cubicBezTo>
                <a:cubicBezTo>
                  <a:pt x="10640" y="72254"/>
                  <a:pt x="10316" y="70635"/>
                  <a:pt x="9992" y="68928"/>
                </a:cubicBezTo>
                <a:cubicBezTo>
                  <a:pt x="9786" y="67869"/>
                  <a:pt x="9566" y="66735"/>
                  <a:pt x="9492" y="65543"/>
                </a:cubicBezTo>
                <a:cubicBezTo>
                  <a:pt x="9242" y="61776"/>
                  <a:pt x="9566" y="59215"/>
                  <a:pt x="10581" y="56993"/>
                </a:cubicBezTo>
                <a:cubicBezTo>
                  <a:pt x="10611" y="56920"/>
                  <a:pt x="10640" y="56861"/>
                  <a:pt x="10669" y="56787"/>
                </a:cubicBezTo>
                <a:cubicBezTo>
                  <a:pt x="10802" y="56758"/>
                  <a:pt x="10890" y="56699"/>
                  <a:pt x="11008" y="56625"/>
                </a:cubicBezTo>
                <a:close/>
                <a:moveTo>
                  <a:pt x="10964" y="73711"/>
                </a:moveTo>
                <a:cubicBezTo>
                  <a:pt x="10949" y="73755"/>
                  <a:pt x="10934" y="73770"/>
                  <a:pt x="10934" y="73799"/>
                </a:cubicBezTo>
                <a:cubicBezTo>
                  <a:pt x="10875" y="73829"/>
                  <a:pt x="10831" y="73843"/>
                  <a:pt x="10787" y="73858"/>
                </a:cubicBezTo>
                <a:cubicBezTo>
                  <a:pt x="10787" y="73829"/>
                  <a:pt x="10802" y="73785"/>
                  <a:pt x="10817" y="73770"/>
                </a:cubicBezTo>
                <a:cubicBezTo>
                  <a:pt x="10875" y="73755"/>
                  <a:pt x="10934" y="73726"/>
                  <a:pt x="10964" y="73711"/>
                </a:cubicBezTo>
                <a:close/>
                <a:moveTo>
                  <a:pt x="10558" y="56925"/>
                </a:moveTo>
                <a:lnTo>
                  <a:pt x="10558" y="56925"/>
                </a:lnTo>
                <a:cubicBezTo>
                  <a:pt x="10537" y="56943"/>
                  <a:pt x="10536" y="56980"/>
                  <a:pt x="10522" y="56993"/>
                </a:cubicBezTo>
                <a:cubicBezTo>
                  <a:pt x="9507" y="59230"/>
                  <a:pt x="9183" y="61805"/>
                  <a:pt x="9433" y="65588"/>
                </a:cubicBezTo>
                <a:cubicBezTo>
                  <a:pt x="9507" y="66780"/>
                  <a:pt x="9728" y="67898"/>
                  <a:pt x="9934" y="68972"/>
                </a:cubicBezTo>
                <a:cubicBezTo>
                  <a:pt x="10272" y="70679"/>
                  <a:pt x="10581" y="72298"/>
                  <a:pt x="10213" y="73858"/>
                </a:cubicBezTo>
                <a:cubicBezTo>
                  <a:pt x="10140" y="73873"/>
                  <a:pt x="10081" y="73902"/>
                  <a:pt x="10007" y="73917"/>
                </a:cubicBezTo>
                <a:cubicBezTo>
                  <a:pt x="10228" y="72445"/>
                  <a:pt x="9860" y="70959"/>
                  <a:pt x="9492" y="69370"/>
                </a:cubicBezTo>
                <a:cubicBezTo>
                  <a:pt x="9213" y="68192"/>
                  <a:pt x="8918" y="66986"/>
                  <a:pt x="8830" y="65661"/>
                </a:cubicBezTo>
                <a:cubicBezTo>
                  <a:pt x="8594" y="62291"/>
                  <a:pt x="9021" y="59554"/>
                  <a:pt x="10169" y="57288"/>
                </a:cubicBezTo>
                <a:cubicBezTo>
                  <a:pt x="10199" y="57229"/>
                  <a:pt x="10228" y="57170"/>
                  <a:pt x="10243" y="57140"/>
                </a:cubicBezTo>
                <a:cubicBezTo>
                  <a:pt x="10302" y="57096"/>
                  <a:pt x="10375" y="57052"/>
                  <a:pt x="10434" y="57008"/>
                </a:cubicBezTo>
                <a:cubicBezTo>
                  <a:pt x="10462" y="56980"/>
                  <a:pt x="10515" y="56953"/>
                  <a:pt x="10558" y="56925"/>
                </a:cubicBezTo>
                <a:close/>
                <a:moveTo>
                  <a:pt x="11096" y="73799"/>
                </a:moveTo>
                <a:cubicBezTo>
                  <a:pt x="11082" y="73829"/>
                  <a:pt x="11052" y="73843"/>
                  <a:pt x="11052" y="73858"/>
                </a:cubicBezTo>
                <a:cubicBezTo>
                  <a:pt x="11023" y="73902"/>
                  <a:pt x="10978" y="73917"/>
                  <a:pt x="10949" y="73932"/>
                </a:cubicBezTo>
                <a:cubicBezTo>
                  <a:pt x="10964" y="73917"/>
                  <a:pt x="10964" y="73902"/>
                  <a:pt x="10978" y="73858"/>
                </a:cubicBezTo>
                <a:lnTo>
                  <a:pt x="11096" y="73799"/>
                </a:lnTo>
                <a:close/>
                <a:moveTo>
                  <a:pt x="10714" y="73799"/>
                </a:moveTo>
                <a:lnTo>
                  <a:pt x="10714" y="73799"/>
                </a:lnTo>
                <a:cubicBezTo>
                  <a:pt x="10684" y="73843"/>
                  <a:pt x="10669" y="73873"/>
                  <a:pt x="10669" y="73902"/>
                </a:cubicBezTo>
                <a:cubicBezTo>
                  <a:pt x="10611" y="73917"/>
                  <a:pt x="10566" y="73932"/>
                  <a:pt x="10508" y="73976"/>
                </a:cubicBezTo>
                <a:cubicBezTo>
                  <a:pt x="10522" y="73932"/>
                  <a:pt x="10522" y="73902"/>
                  <a:pt x="10537" y="73858"/>
                </a:cubicBezTo>
                <a:lnTo>
                  <a:pt x="10714" y="73799"/>
                </a:lnTo>
                <a:close/>
                <a:moveTo>
                  <a:pt x="11136" y="73926"/>
                </a:moveTo>
                <a:cubicBezTo>
                  <a:pt x="11140" y="73926"/>
                  <a:pt x="11146" y="73927"/>
                  <a:pt x="11155" y="73932"/>
                </a:cubicBezTo>
                <a:cubicBezTo>
                  <a:pt x="11126" y="73946"/>
                  <a:pt x="11111" y="73946"/>
                  <a:pt x="11096" y="73976"/>
                </a:cubicBezTo>
                <a:lnTo>
                  <a:pt x="11111" y="73946"/>
                </a:lnTo>
                <a:cubicBezTo>
                  <a:pt x="11121" y="73936"/>
                  <a:pt x="11124" y="73926"/>
                  <a:pt x="11136" y="73926"/>
                </a:cubicBezTo>
                <a:close/>
                <a:moveTo>
                  <a:pt x="10096" y="57214"/>
                </a:moveTo>
                <a:cubicBezTo>
                  <a:pt x="10096" y="57229"/>
                  <a:pt x="10081" y="57229"/>
                  <a:pt x="10081" y="57243"/>
                </a:cubicBezTo>
                <a:cubicBezTo>
                  <a:pt x="8918" y="59524"/>
                  <a:pt x="8506" y="62276"/>
                  <a:pt x="8742" y="65661"/>
                </a:cubicBezTo>
                <a:cubicBezTo>
                  <a:pt x="8830" y="66971"/>
                  <a:pt x="9124" y="68192"/>
                  <a:pt x="9419" y="69370"/>
                </a:cubicBezTo>
                <a:cubicBezTo>
                  <a:pt x="9801" y="70959"/>
                  <a:pt x="10154" y="72460"/>
                  <a:pt x="9934" y="73946"/>
                </a:cubicBezTo>
                <a:cubicBezTo>
                  <a:pt x="9860" y="73961"/>
                  <a:pt x="9801" y="73991"/>
                  <a:pt x="9728" y="74020"/>
                </a:cubicBezTo>
                <a:cubicBezTo>
                  <a:pt x="9845" y="72593"/>
                  <a:pt x="9433" y="71165"/>
                  <a:pt x="8992" y="69679"/>
                </a:cubicBezTo>
                <a:cubicBezTo>
                  <a:pt x="8624" y="68428"/>
                  <a:pt x="8241" y="67147"/>
                  <a:pt x="8138" y="65705"/>
                </a:cubicBezTo>
                <a:cubicBezTo>
                  <a:pt x="7888" y="62585"/>
                  <a:pt x="8433" y="59833"/>
                  <a:pt x="9713" y="57523"/>
                </a:cubicBezTo>
                <a:cubicBezTo>
                  <a:pt x="9728" y="57479"/>
                  <a:pt x="9772" y="57435"/>
                  <a:pt x="9786" y="57391"/>
                </a:cubicBezTo>
                <a:cubicBezTo>
                  <a:pt x="9904" y="57346"/>
                  <a:pt x="9992" y="57288"/>
                  <a:pt x="10096" y="57214"/>
                </a:cubicBezTo>
                <a:close/>
                <a:moveTo>
                  <a:pt x="10861" y="73917"/>
                </a:moveTo>
                <a:cubicBezTo>
                  <a:pt x="10861" y="73917"/>
                  <a:pt x="10861" y="73932"/>
                  <a:pt x="10831" y="73932"/>
                </a:cubicBezTo>
                <a:cubicBezTo>
                  <a:pt x="10817" y="73946"/>
                  <a:pt x="10817" y="73976"/>
                  <a:pt x="10802" y="73991"/>
                </a:cubicBezTo>
                <a:cubicBezTo>
                  <a:pt x="10787" y="74005"/>
                  <a:pt x="10728" y="74020"/>
                  <a:pt x="10684" y="74049"/>
                </a:cubicBezTo>
                <a:cubicBezTo>
                  <a:pt x="10714" y="74020"/>
                  <a:pt x="10714" y="73991"/>
                  <a:pt x="10728" y="73976"/>
                </a:cubicBezTo>
                <a:cubicBezTo>
                  <a:pt x="10758" y="73946"/>
                  <a:pt x="10817" y="73932"/>
                  <a:pt x="10861" y="73917"/>
                </a:cubicBezTo>
                <a:close/>
                <a:moveTo>
                  <a:pt x="10463" y="73873"/>
                </a:moveTo>
                <a:lnTo>
                  <a:pt x="10463" y="73873"/>
                </a:lnTo>
                <a:cubicBezTo>
                  <a:pt x="10449" y="73917"/>
                  <a:pt x="10449" y="73946"/>
                  <a:pt x="10434" y="73991"/>
                </a:cubicBezTo>
                <a:cubicBezTo>
                  <a:pt x="10360" y="74020"/>
                  <a:pt x="10302" y="74049"/>
                  <a:pt x="10243" y="74064"/>
                </a:cubicBezTo>
                <a:cubicBezTo>
                  <a:pt x="10257" y="74020"/>
                  <a:pt x="10257" y="73991"/>
                  <a:pt x="10287" y="73932"/>
                </a:cubicBezTo>
                <a:cubicBezTo>
                  <a:pt x="10346" y="73917"/>
                  <a:pt x="10419" y="73902"/>
                  <a:pt x="10463" y="73873"/>
                </a:cubicBezTo>
                <a:close/>
                <a:moveTo>
                  <a:pt x="10949" y="73991"/>
                </a:moveTo>
                <a:cubicBezTo>
                  <a:pt x="10949" y="74020"/>
                  <a:pt x="10949" y="74049"/>
                  <a:pt x="10934" y="74049"/>
                </a:cubicBezTo>
                <a:cubicBezTo>
                  <a:pt x="10905" y="74064"/>
                  <a:pt x="10875" y="74079"/>
                  <a:pt x="10831" y="74079"/>
                </a:cubicBezTo>
                <a:cubicBezTo>
                  <a:pt x="10831" y="74064"/>
                  <a:pt x="10846" y="74049"/>
                  <a:pt x="10846" y="74020"/>
                </a:cubicBezTo>
                <a:cubicBezTo>
                  <a:pt x="10890" y="74005"/>
                  <a:pt x="10905" y="74005"/>
                  <a:pt x="10949" y="73991"/>
                </a:cubicBezTo>
                <a:close/>
                <a:moveTo>
                  <a:pt x="9639" y="57494"/>
                </a:moveTo>
                <a:lnTo>
                  <a:pt x="9639" y="57494"/>
                </a:lnTo>
                <a:cubicBezTo>
                  <a:pt x="8315" y="59819"/>
                  <a:pt x="7785" y="62585"/>
                  <a:pt x="8035" y="65735"/>
                </a:cubicBezTo>
                <a:cubicBezTo>
                  <a:pt x="8153" y="67162"/>
                  <a:pt x="8536" y="68472"/>
                  <a:pt x="8903" y="69723"/>
                </a:cubicBezTo>
                <a:cubicBezTo>
                  <a:pt x="9345" y="71209"/>
                  <a:pt x="9742" y="72622"/>
                  <a:pt x="9639" y="74064"/>
                </a:cubicBezTo>
                <a:cubicBezTo>
                  <a:pt x="9610" y="74079"/>
                  <a:pt x="9580" y="74079"/>
                  <a:pt x="9551" y="74094"/>
                </a:cubicBezTo>
                <a:cubicBezTo>
                  <a:pt x="9507" y="74123"/>
                  <a:pt x="9477" y="74123"/>
                  <a:pt x="9419" y="74138"/>
                </a:cubicBezTo>
                <a:cubicBezTo>
                  <a:pt x="9433" y="72740"/>
                  <a:pt x="8977" y="71401"/>
                  <a:pt x="8477" y="69973"/>
                </a:cubicBezTo>
                <a:cubicBezTo>
                  <a:pt x="8020" y="68663"/>
                  <a:pt x="7564" y="67309"/>
                  <a:pt x="7432" y="65808"/>
                </a:cubicBezTo>
                <a:cubicBezTo>
                  <a:pt x="7196" y="62880"/>
                  <a:pt x="7814" y="60113"/>
                  <a:pt x="9271" y="57803"/>
                </a:cubicBezTo>
                <a:cubicBezTo>
                  <a:pt x="9316" y="57744"/>
                  <a:pt x="9330" y="57714"/>
                  <a:pt x="9360" y="57655"/>
                </a:cubicBezTo>
                <a:lnTo>
                  <a:pt x="9639" y="57494"/>
                </a:lnTo>
                <a:close/>
                <a:moveTo>
                  <a:pt x="10611" y="74005"/>
                </a:moveTo>
                <a:lnTo>
                  <a:pt x="10611" y="74005"/>
                </a:lnTo>
                <a:cubicBezTo>
                  <a:pt x="10596" y="74020"/>
                  <a:pt x="10596" y="74064"/>
                  <a:pt x="10581" y="74079"/>
                </a:cubicBezTo>
                <a:lnTo>
                  <a:pt x="10581" y="74094"/>
                </a:lnTo>
                <a:cubicBezTo>
                  <a:pt x="10522" y="74123"/>
                  <a:pt x="10478" y="74138"/>
                  <a:pt x="10434" y="74152"/>
                </a:cubicBezTo>
                <a:cubicBezTo>
                  <a:pt x="10449" y="74138"/>
                  <a:pt x="10463" y="74094"/>
                  <a:pt x="10463" y="74064"/>
                </a:cubicBezTo>
                <a:cubicBezTo>
                  <a:pt x="10522" y="74049"/>
                  <a:pt x="10566" y="74020"/>
                  <a:pt x="10611" y="74005"/>
                </a:cubicBezTo>
                <a:close/>
                <a:moveTo>
                  <a:pt x="10169" y="73991"/>
                </a:moveTo>
                <a:cubicBezTo>
                  <a:pt x="10154" y="74020"/>
                  <a:pt x="10154" y="74079"/>
                  <a:pt x="10140" y="74123"/>
                </a:cubicBezTo>
                <a:cubicBezTo>
                  <a:pt x="10081" y="74123"/>
                  <a:pt x="10022" y="74138"/>
                  <a:pt x="9978" y="74167"/>
                </a:cubicBezTo>
                <a:cubicBezTo>
                  <a:pt x="9978" y="74138"/>
                  <a:pt x="9992" y="74079"/>
                  <a:pt x="9992" y="74049"/>
                </a:cubicBezTo>
                <a:cubicBezTo>
                  <a:pt x="10037" y="74020"/>
                  <a:pt x="10110" y="74005"/>
                  <a:pt x="10169" y="73991"/>
                </a:cubicBezTo>
                <a:close/>
                <a:moveTo>
                  <a:pt x="9198" y="57758"/>
                </a:moveTo>
                <a:lnTo>
                  <a:pt x="9198" y="57758"/>
                </a:lnTo>
                <a:cubicBezTo>
                  <a:pt x="7726" y="60098"/>
                  <a:pt x="7079" y="62880"/>
                  <a:pt x="7344" y="65808"/>
                </a:cubicBezTo>
                <a:cubicBezTo>
                  <a:pt x="7476" y="67324"/>
                  <a:pt x="7947" y="68693"/>
                  <a:pt x="8403" y="70002"/>
                </a:cubicBezTo>
                <a:cubicBezTo>
                  <a:pt x="8903" y="71415"/>
                  <a:pt x="9360" y="72754"/>
                  <a:pt x="9345" y="74152"/>
                </a:cubicBezTo>
                <a:cubicBezTo>
                  <a:pt x="9271" y="74167"/>
                  <a:pt x="9198" y="74211"/>
                  <a:pt x="9124" y="74226"/>
                </a:cubicBezTo>
                <a:cubicBezTo>
                  <a:pt x="9051" y="72872"/>
                  <a:pt x="8536" y="71577"/>
                  <a:pt x="7976" y="70223"/>
                </a:cubicBezTo>
                <a:cubicBezTo>
                  <a:pt x="7432" y="68855"/>
                  <a:pt x="6858" y="67457"/>
                  <a:pt x="6711" y="65867"/>
                </a:cubicBezTo>
                <a:cubicBezTo>
                  <a:pt x="6461" y="63100"/>
                  <a:pt x="7196" y="60393"/>
                  <a:pt x="8815" y="58053"/>
                </a:cubicBezTo>
                <a:cubicBezTo>
                  <a:pt x="8845" y="57994"/>
                  <a:pt x="8903" y="57950"/>
                  <a:pt x="8933" y="57891"/>
                </a:cubicBezTo>
                <a:cubicBezTo>
                  <a:pt x="9036" y="57832"/>
                  <a:pt x="9124" y="57788"/>
                  <a:pt x="9198" y="57758"/>
                </a:cubicBezTo>
                <a:close/>
                <a:moveTo>
                  <a:pt x="10743" y="74094"/>
                </a:moveTo>
                <a:lnTo>
                  <a:pt x="10743" y="74094"/>
                </a:lnTo>
                <a:cubicBezTo>
                  <a:pt x="10728" y="74123"/>
                  <a:pt x="10728" y="74138"/>
                  <a:pt x="10714" y="74152"/>
                </a:cubicBezTo>
                <a:cubicBezTo>
                  <a:pt x="10669" y="74197"/>
                  <a:pt x="10640" y="74211"/>
                  <a:pt x="10596" y="74226"/>
                </a:cubicBezTo>
                <a:cubicBezTo>
                  <a:pt x="10611" y="74211"/>
                  <a:pt x="10611" y="74197"/>
                  <a:pt x="10640" y="74152"/>
                </a:cubicBezTo>
                <a:lnTo>
                  <a:pt x="10743" y="74094"/>
                </a:lnTo>
                <a:close/>
                <a:moveTo>
                  <a:pt x="10798" y="74220"/>
                </a:moveTo>
                <a:cubicBezTo>
                  <a:pt x="10801" y="74220"/>
                  <a:pt x="10802" y="74222"/>
                  <a:pt x="10802" y="74226"/>
                </a:cubicBezTo>
                <a:cubicBezTo>
                  <a:pt x="10788" y="74240"/>
                  <a:pt x="10760" y="74241"/>
                  <a:pt x="10758" y="74267"/>
                </a:cubicBezTo>
                <a:lnTo>
                  <a:pt x="10758" y="74267"/>
                </a:lnTo>
                <a:cubicBezTo>
                  <a:pt x="10758" y="74259"/>
                  <a:pt x="10761" y="74241"/>
                  <a:pt x="10772" y="74241"/>
                </a:cubicBezTo>
                <a:cubicBezTo>
                  <a:pt x="10783" y="74230"/>
                  <a:pt x="10793" y="74220"/>
                  <a:pt x="10798" y="74220"/>
                </a:cubicBezTo>
                <a:close/>
                <a:moveTo>
                  <a:pt x="9904" y="74064"/>
                </a:moveTo>
                <a:cubicBezTo>
                  <a:pt x="9904" y="74094"/>
                  <a:pt x="9875" y="74152"/>
                  <a:pt x="9875" y="74197"/>
                </a:cubicBezTo>
                <a:cubicBezTo>
                  <a:pt x="9831" y="74211"/>
                  <a:pt x="9757" y="74241"/>
                  <a:pt x="9698" y="74270"/>
                </a:cubicBezTo>
                <a:cubicBezTo>
                  <a:pt x="9698" y="74211"/>
                  <a:pt x="9713" y="74167"/>
                  <a:pt x="9713" y="74123"/>
                </a:cubicBezTo>
                <a:cubicBezTo>
                  <a:pt x="9772" y="74094"/>
                  <a:pt x="9845" y="74079"/>
                  <a:pt x="9904" y="74064"/>
                </a:cubicBezTo>
                <a:close/>
                <a:moveTo>
                  <a:pt x="10375" y="74094"/>
                </a:moveTo>
                <a:lnTo>
                  <a:pt x="10375" y="74094"/>
                </a:lnTo>
                <a:cubicBezTo>
                  <a:pt x="10360" y="74138"/>
                  <a:pt x="10360" y="74167"/>
                  <a:pt x="10346" y="74211"/>
                </a:cubicBezTo>
                <a:cubicBezTo>
                  <a:pt x="10287" y="74226"/>
                  <a:pt x="10228" y="74241"/>
                  <a:pt x="10199" y="74285"/>
                </a:cubicBezTo>
                <a:cubicBezTo>
                  <a:pt x="10199" y="74226"/>
                  <a:pt x="10213" y="74197"/>
                  <a:pt x="10213" y="74152"/>
                </a:cubicBezTo>
                <a:lnTo>
                  <a:pt x="10375" y="74094"/>
                </a:lnTo>
                <a:close/>
                <a:moveTo>
                  <a:pt x="8756" y="57979"/>
                </a:moveTo>
                <a:cubicBezTo>
                  <a:pt x="8771" y="57979"/>
                  <a:pt x="8771" y="58009"/>
                  <a:pt x="8756" y="58023"/>
                </a:cubicBezTo>
                <a:cubicBezTo>
                  <a:pt x="7123" y="60363"/>
                  <a:pt x="6387" y="63086"/>
                  <a:pt x="6637" y="65882"/>
                </a:cubicBezTo>
                <a:cubicBezTo>
                  <a:pt x="6784" y="67471"/>
                  <a:pt x="7358" y="68869"/>
                  <a:pt x="7917" y="70253"/>
                </a:cubicBezTo>
                <a:cubicBezTo>
                  <a:pt x="8462" y="71621"/>
                  <a:pt x="8977" y="72902"/>
                  <a:pt x="9036" y="74270"/>
                </a:cubicBezTo>
                <a:cubicBezTo>
                  <a:pt x="8962" y="74285"/>
                  <a:pt x="8889" y="74314"/>
                  <a:pt x="8815" y="74344"/>
                </a:cubicBezTo>
                <a:cubicBezTo>
                  <a:pt x="8668" y="72990"/>
                  <a:pt x="8094" y="71739"/>
                  <a:pt x="7491" y="70444"/>
                </a:cubicBezTo>
                <a:cubicBezTo>
                  <a:pt x="6843" y="69046"/>
                  <a:pt x="6181" y="67589"/>
                  <a:pt x="6019" y="65955"/>
                </a:cubicBezTo>
                <a:cubicBezTo>
                  <a:pt x="5754" y="63321"/>
                  <a:pt x="6608" y="60613"/>
                  <a:pt x="8374" y="58332"/>
                </a:cubicBezTo>
                <a:lnTo>
                  <a:pt x="8536" y="58112"/>
                </a:lnTo>
                <a:cubicBezTo>
                  <a:pt x="8609" y="58082"/>
                  <a:pt x="8683" y="58023"/>
                  <a:pt x="8756" y="57979"/>
                </a:cubicBezTo>
                <a:close/>
                <a:moveTo>
                  <a:pt x="10522" y="74211"/>
                </a:moveTo>
                <a:cubicBezTo>
                  <a:pt x="10508" y="74226"/>
                  <a:pt x="10508" y="74270"/>
                  <a:pt x="10493" y="74285"/>
                </a:cubicBezTo>
                <a:cubicBezTo>
                  <a:pt x="10449" y="74300"/>
                  <a:pt x="10390" y="74344"/>
                  <a:pt x="10360" y="74359"/>
                </a:cubicBezTo>
                <a:cubicBezTo>
                  <a:pt x="10375" y="74314"/>
                  <a:pt x="10375" y="74300"/>
                  <a:pt x="10390" y="74270"/>
                </a:cubicBezTo>
                <a:cubicBezTo>
                  <a:pt x="10434" y="74241"/>
                  <a:pt x="10463" y="74226"/>
                  <a:pt x="10522" y="74211"/>
                </a:cubicBezTo>
                <a:close/>
                <a:moveTo>
                  <a:pt x="9625" y="74152"/>
                </a:moveTo>
                <a:cubicBezTo>
                  <a:pt x="9625" y="74211"/>
                  <a:pt x="9610" y="74241"/>
                  <a:pt x="9610" y="74300"/>
                </a:cubicBezTo>
                <a:cubicBezTo>
                  <a:pt x="9551" y="74314"/>
                  <a:pt x="9477" y="74344"/>
                  <a:pt x="9419" y="74373"/>
                </a:cubicBezTo>
                <a:lnTo>
                  <a:pt x="9419" y="74226"/>
                </a:lnTo>
                <a:cubicBezTo>
                  <a:pt x="9477" y="74211"/>
                  <a:pt x="9507" y="74197"/>
                  <a:pt x="9566" y="74167"/>
                </a:cubicBezTo>
                <a:cubicBezTo>
                  <a:pt x="9580" y="74167"/>
                  <a:pt x="9610" y="74152"/>
                  <a:pt x="9625" y="74152"/>
                </a:cubicBezTo>
                <a:close/>
                <a:moveTo>
                  <a:pt x="10096" y="74197"/>
                </a:moveTo>
                <a:lnTo>
                  <a:pt x="10096" y="74197"/>
                </a:lnTo>
                <a:cubicBezTo>
                  <a:pt x="10081" y="74226"/>
                  <a:pt x="10081" y="74270"/>
                  <a:pt x="10066" y="74300"/>
                </a:cubicBezTo>
                <a:cubicBezTo>
                  <a:pt x="10022" y="74344"/>
                  <a:pt x="9978" y="74359"/>
                  <a:pt x="9919" y="74373"/>
                </a:cubicBezTo>
                <a:cubicBezTo>
                  <a:pt x="9934" y="74344"/>
                  <a:pt x="9934" y="74300"/>
                  <a:pt x="9934" y="74241"/>
                </a:cubicBezTo>
                <a:lnTo>
                  <a:pt x="10096" y="74197"/>
                </a:lnTo>
                <a:close/>
                <a:moveTo>
                  <a:pt x="10611" y="74314"/>
                </a:moveTo>
                <a:cubicBezTo>
                  <a:pt x="10611" y="74314"/>
                  <a:pt x="10596" y="74344"/>
                  <a:pt x="10596" y="74359"/>
                </a:cubicBezTo>
                <a:cubicBezTo>
                  <a:pt x="10581" y="74373"/>
                  <a:pt x="10537" y="74388"/>
                  <a:pt x="10522" y="74388"/>
                </a:cubicBezTo>
                <a:cubicBezTo>
                  <a:pt x="10522" y="74373"/>
                  <a:pt x="10537" y="74359"/>
                  <a:pt x="10537" y="74359"/>
                </a:cubicBezTo>
                <a:cubicBezTo>
                  <a:pt x="10552" y="74329"/>
                  <a:pt x="10596" y="74329"/>
                  <a:pt x="10611" y="74314"/>
                </a:cubicBezTo>
                <a:close/>
                <a:moveTo>
                  <a:pt x="8374" y="58200"/>
                </a:moveTo>
                <a:lnTo>
                  <a:pt x="8315" y="58259"/>
                </a:lnTo>
                <a:cubicBezTo>
                  <a:pt x="6534" y="60555"/>
                  <a:pt x="5681" y="63277"/>
                  <a:pt x="5945" y="65926"/>
                </a:cubicBezTo>
                <a:cubicBezTo>
                  <a:pt x="6107" y="67589"/>
                  <a:pt x="6770" y="69031"/>
                  <a:pt x="7417" y="70444"/>
                </a:cubicBezTo>
                <a:cubicBezTo>
                  <a:pt x="8020" y="71739"/>
                  <a:pt x="8594" y="72990"/>
                  <a:pt x="8742" y="74329"/>
                </a:cubicBezTo>
                <a:cubicBezTo>
                  <a:pt x="8668" y="74359"/>
                  <a:pt x="8594" y="74388"/>
                  <a:pt x="8521" y="74403"/>
                </a:cubicBezTo>
                <a:cubicBezTo>
                  <a:pt x="8300" y="73078"/>
                  <a:pt x="7667" y="71871"/>
                  <a:pt x="7005" y="70576"/>
                </a:cubicBezTo>
                <a:cubicBezTo>
                  <a:pt x="6269" y="69149"/>
                  <a:pt x="5519" y="67677"/>
                  <a:pt x="5327" y="65985"/>
                </a:cubicBezTo>
                <a:cubicBezTo>
                  <a:pt x="5077" y="63424"/>
                  <a:pt x="5990" y="60790"/>
                  <a:pt x="7947" y="58553"/>
                </a:cubicBezTo>
                <a:lnTo>
                  <a:pt x="8182" y="58318"/>
                </a:lnTo>
                <a:cubicBezTo>
                  <a:pt x="8241" y="58274"/>
                  <a:pt x="8315" y="58244"/>
                  <a:pt x="8374" y="58200"/>
                </a:cubicBezTo>
                <a:close/>
                <a:moveTo>
                  <a:pt x="9330" y="74226"/>
                </a:moveTo>
                <a:lnTo>
                  <a:pt x="9330" y="74388"/>
                </a:lnTo>
                <a:lnTo>
                  <a:pt x="9316" y="74388"/>
                </a:lnTo>
                <a:cubicBezTo>
                  <a:pt x="9257" y="74432"/>
                  <a:pt x="9183" y="74447"/>
                  <a:pt x="9124" y="74462"/>
                </a:cubicBezTo>
                <a:lnTo>
                  <a:pt x="9124" y="74300"/>
                </a:lnTo>
                <a:cubicBezTo>
                  <a:pt x="9198" y="74285"/>
                  <a:pt x="9271" y="74270"/>
                  <a:pt x="9330" y="74226"/>
                </a:cubicBezTo>
                <a:close/>
                <a:moveTo>
                  <a:pt x="10287" y="74314"/>
                </a:moveTo>
                <a:lnTo>
                  <a:pt x="10287" y="74314"/>
                </a:lnTo>
                <a:cubicBezTo>
                  <a:pt x="10257" y="74359"/>
                  <a:pt x="10257" y="74373"/>
                  <a:pt x="10243" y="74417"/>
                </a:cubicBezTo>
                <a:cubicBezTo>
                  <a:pt x="10213" y="74432"/>
                  <a:pt x="10154" y="74447"/>
                  <a:pt x="10110" y="74462"/>
                </a:cubicBezTo>
                <a:cubicBezTo>
                  <a:pt x="10110" y="74447"/>
                  <a:pt x="10140" y="74417"/>
                  <a:pt x="10140" y="74388"/>
                </a:cubicBezTo>
                <a:lnTo>
                  <a:pt x="10140" y="74373"/>
                </a:lnTo>
                <a:cubicBezTo>
                  <a:pt x="10184" y="74359"/>
                  <a:pt x="10228" y="74344"/>
                  <a:pt x="10287" y="74314"/>
                </a:cubicBezTo>
                <a:close/>
                <a:moveTo>
                  <a:pt x="9860" y="74285"/>
                </a:moveTo>
                <a:cubicBezTo>
                  <a:pt x="9860" y="74314"/>
                  <a:pt x="9845" y="74373"/>
                  <a:pt x="9816" y="74417"/>
                </a:cubicBezTo>
                <a:cubicBezTo>
                  <a:pt x="9772" y="74447"/>
                  <a:pt x="9713" y="74462"/>
                  <a:pt x="9654" y="74491"/>
                </a:cubicBezTo>
                <a:cubicBezTo>
                  <a:pt x="9654" y="74447"/>
                  <a:pt x="9669" y="74388"/>
                  <a:pt x="9669" y="74359"/>
                </a:cubicBezTo>
                <a:cubicBezTo>
                  <a:pt x="9728" y="74344"/>
                  <a:pt x="9801" y="74314"/>
                  <a:pt x="9860" y="74285"/>
                </a:cubicBezTo>
                <a:close/>
                <a:moveTo>
                  <a:pt x="7947" y="58450"/>
                </a:moveTo>
                <a:cubicBezTo>
                  <a:pt x="7932" y="58465"/>
                  <a:pt x="7903" y="58494"/>
                  <a:pt x="7873" y="58509"/>
                </a:cubicBezTo>
                <a:cubicBezTo>
                  <a:pt x="5901" y="60775"/>
                  <a:pt x="4959" y="63424"/>
                  <a:pt x="5239" y="66000"/>
                </a:cubicBezTo>
                <a:cubicBezTo>
                  <a:pt x="5430" y="67692"/>
                  <a:pt x="6181" y="69178"/>
                  <a:pt x="6917" y="70621"/>
                </a:cubicBezTo>
                <a:cubicBezTo>
                  <a:pt x="7579" y="71886"/>
                  <a:pt x="8197" y="73122"/>
                  <a:pt x="8418" y="74432"/>
                </a:cubicBezTo>
                <a:cubicBezTo>
                  <a:pt x="8344" y="74447"/>
                  <a:pt x="8271" y="74491"/>
                  <a:pt x="8197" y="74506"/>
                </a:cubicBezTo>
                <a:cubicBezTo>
                  <a:pt x="7903" y="73181"/>
                  <a:pt x="7226" y="71974"/>
                  <a:pt x="6505" y="70724"/>
                </a:cubicBezTo>
                <a:cubicBezTo>
                  <a:pt x="5681" y="69281"/>
                  <a:pt x="4812" y="67766"/>
                  <a:pt x="4636" y="66058"/>
                </a:cubicBezTo>
                <a:cubicBezTo>
                  <a:pt x="4268" y="62718"/>
                  <a:pt x="6269" y="60084"/>
                  <a:pt x="7505" y="58818"/>
                </a:cubicBezTo>
                <a:lnTo>
                  <a:pt x="7814" y="58494"/>
                </a:lnTo>
                <a:cubicBezTo>
                  <a:pt x="7859" y="58494"/>
                  <a:pt x="7903" y="58480"/>
                  <a:pt x="7947" y="58450"/>
                </a:cubicBezTo>
                <a:close/>
                <a:moveTo>
                  <a:pt x="10419" y="74388"/>
                </a:moveTo>
                <a:cubicBezTo>
                  <a:pt x="10390" y="74417"/>
                  <a:pt x="10390" y="74432"/>
                  <a:pt x="10375" y="74447"/>
                </a:cubicBezTo>
                <a:cubicBezTo>
                  <a:pt x="10346" y="74506"/>
                  <a:pt x="10316" y="74520"/>
                  <a:pt x="10287" y="74520"/>
                </a:cubicBezTo>
                <a:cubicBezTo>
                  <a:pt x="10302" y="74506"/>
                  <a:pt x="10302" y="74491"/>
                  <a:pt x="10316" y="74447"/>
                </a:cubicBezTo>
                <a:cubicBezTo>
                  <a:pt x="10360" y="74432"/>
                  <a:pt x="10390" y="74417"/>
                  <a:pt x="10419" y="74388"/>
                </a:cubicBezTo>
                <a:close/>
                <a:moveTo>
                  <a:pt x="10455" y="74549"/>
                </a:moveTo>
                <a:cubicBezTo>
                  <a:pt x="10450" y="74556"/>
                  <a:pt x="10445" y="74561"/>
                  <a:pt x="10441" y="74565"/>
                </a:cubicBezTo>
                <a:lnTo>
                  <a:pt x="10441" y="74565"/>
                </a:lnTo>
                <a:lnTo>
                  <a:pt x="10449" y="74550"/>
                </a:lnTo>
                <a:cubicBezTo>
                  <a:pt x="10451" y="74550"/>
                  <a:pt x="10453" y="74550"/>
                  <a:pt x="10455" y="74549"/>
                </a:cubicBezTo>
                <a:close/>
                <a:moveTo>
                  <a:pt x="9051" y="74344"/>
                </a:moveTo>
                <a:lnTo>
                  <a:pt x="9051" y="74506"/>
                </a:lnTo>
                <a:cubicBezTo>
                  <a:pt x="8977" y="74520"/>
                  <a:pt x="8918" y="74565"/>
                  <a:pt x="8845" y="74579"/>
                </a:cubicBezTo>
                <a:cubicBezTo>
                  <a:pt x="8845" y="74520"/>
                  <a:pt x="8845" y="74462"/>
                  <a:pt x="8830" y="74417"/>
                </a:cubicBezTo>
                <a:cubicBezTo>
                  <a:pt x="8903" y="74373"/>
                  <a:pt x="8977" y="74359"/>
                  <a:pt x="9051" y="74344"/>
                </a:cubicBezTo>
                <a:close/>
                <a:moveTo>
                  <a:pt x="9580" y="74373"/>
                </a:moveTo>
                <a:cubicBezTo>
                  <a:pt x="9580" y="74432"/>
                  <a:pt x="9566" y="74462"/>
                  <a:pt x="9566" y="74520"/>
                </a:cubicBezTo>
                <a:cubicBezTo>
                  <a:pt x="9507" y="74535"/>
                  <a:pt x="9463" y="74579"/>
                  <a:pt x="9389" y="74594"/>
                </a:cubicBezTo>
                <a:cubicBezTo>
                  <a:pt x="9404" y="74565"/>
                  <a:pt x="9404" y="74506"/>
                  <a:pt x="9404" y="74447"/>
                </a:cubicBezTo>
                <a:cubicBezTo>
                  <a:pt x="9463" y="74432"/>
                  <a:pt x="9536" y="74417"/>
                  <a:pt x="9580" y="74373"/>
                </a:cubicBezTo>
                <a:close/>
                <a:moveTo>
                  <a:pt x="10037" y="74417"/>
                </a:moveTo>
                <a:lnTo>
                  <a:pt x="10037" y="74417"/>
                </a:lnTo>
                <a:cubicBezTo>
                  <a:pt x="10022" y="74447"/>
                  <a:pt x="10022" y="74491"/>
                  <a:pt x="10007" y="74520"/>
                </a:cubicBezTo>
                <a:cubicBezTo>
                  <a:pt x="9948" y="74535"/>
                  <a:pt x="9919" y="74579"/>
                  <a:pt x="9860" y="74594"/>
                </a:cubicBezTo>
                <a:cubicBezTo>
                  <a:pt x="9875" y="74579"/>
                  <a:pt x="9875" y="74565"/>
                  <a:pt x="9875" y="74520"/>
                </a:cubicBezTo>
                <a:cubicBezTo>
                  <a:pt x="9875" y="74506"/>
                  <a:pt x="9875" y="74491"/>
                  <a:pt x="9889" y="74462"/>
                </a:cubicBezTo>
                <a:cubicBezTo>
                  <a:pt x="9948" y="74447"/>
                  <a:pt x="10007" y="74432"/>
                  <a:pt x="10037" y="74417"/>
                </a:cubicBezTo>
                <a:close/>
                <a:moveTo>
                  <a:pt x="7440" y="58780"/>
                </a:moveTo>
                <a:lnTo>
                  <a:pt x="7440" y="58780"/>
                </a:lnTo>
                <a:cubicBezTo>
                  <a:pt x="6204" y="60048"/>
                  <a:pt x="4195" y="62694"/>
                  <a:pt x="4562" y="66073"/>
                </a:cubicBezTo>
                <a:cubicBezTo>
                  <a:pt x="4739" y="67810"/>
                  <a:pt x="5607" y="69340"/>
                  <a:pt x="6461" y="70782"/>
                </a:cubicBezTo>
                <a:cubicBezTo>
                  <a:pt x="7167" y="72033"/>
                  <a:pt x="7859" y="73240"/>
                  <a:pt x="8153" y="74535"/>
                </a:cubicBezTo>
                <a:cubicBezTo>
                  <a:pt x="8079" y="74565"/>
                  <a:pt x="8006" y="74594"/>
                  <a:pt x="7932" y="74609"/>
                </a:cubicBezTo>
                <a:cubicBezTo>
                  <a:pt x="7564" y="73270"/>
                  <a:pt x="6799" y="72063"/>
                  <a:pt x="6048" y="70856"/>
                </a:cubicBezTo>
                <a:cubicBezTo>
                  <a:pt x="5136" y="69384"/>
                  <a:pt x="4179" y="67869"/>
                  <a:pt x="3973" y="66117"/>
                </a:cubicBezTo>
                <a:cubicBezTo>
                  <a:pt x="3694" y="63704"/>
                  <a:pt x="4842" y="61128"/>
                  <a:pt x="7093" y="59053"/>
                </a:cubicBezTo>
                <a:cubicBezTo>
                  <a:pt x="7185" y="58975"/>
                  <a:pt x="7310" y="58874"/>
                  <a:pt x="7440" y="58780"/>
                </a:cubicBezTo>
                <a:close/>
                <a:moveTo>
                  <a:pt x="8756" y="74417"/>
                </a:moveTo>
                <a:lnTo>
                  <a:pt x="8756" y="74594"/>
                </a:lnTo>
                <a:cubicBezTo>
                  <a:pt x="8683" y="74609"/>
                  <a:pt x="8609" y="74653"/>
                  <a:pt x="8550" y="74668"/>
                </a:cubicBezTo>
                <a:cubicBezTo>
                  <a:pt x="8550" y="74609"/>
                  <a:pt x="8536" y="74550"/>
                  <a:pt x="8536" y="74491"/>
                </a:cubicBezTo>
                <a:cubicBezTo>
                  <a:pt x="8609" y="74462"/>
                  <a:pt x="8683" y="74432"/>
                  <a:pt x="8756" y="74417"/>
                </a:cubicBezTo>
                <a:close/>
                <a:moveTo>
                  <a:pt x="10199" y="74520"/>
                </a:moveTo>
                <a:cubicBezTo>
                  <a:pt x="10169" y="74535"/>
                  <a:pt x="10169" y="74579"/>
                  <a:pt x="10154" y="74594"/>
                </a:cubicBezTo>
                <a:cubicBezTo>
                  <a:pt x="10110" y="74609"/>
                  <a:pt x="10081" y="74653"/>
                  <a:pt x="10051" y="74668"/>
                </a:cubicBezTo>
                <a:cubicBezTo>
                  <a:pt x="10066" y="74638"/>
                  <a:pt x="10066" y="74609"/>
                  <a:pt x="10081" y="74579"/>
                </a:cubicBezTo>
                <a:lnTo>
                  <a:pt x="10199" y="74520"/>
                </a:lnTo>
                <a:close/>
                <a:moveTo>
                  <a:pt x="9330" y="74491"/>
                </a:moveTo>
                <a:cubicBezTo>
                  <a:pt x="9330" y="74535"/>
                  <a:pt x="9316" y="74579"/>
                  <a:pt x="9316" y="74638"/>
                </a:cubicBezTo>
                <a:cubicBezTo>
                  <a:pt x="9257" y="74668"/>
                  <a:pt x="9183" y="74682"/>
                  <a:pt x="9124" y="74712"/>
                </a:cubicBezTo>
                <a:lnTo>
                  <a:pt x="9124" y="74565"/>
                </a:lnTo>
                <a:cubicBezTo>
                  <a:pt x="9198" y="74535"/>
                  <a:pt x="9257" y="74506"/>
                  <a:pt x="9330" y="74491"/>
                </a:cubicBezTo>
                <a:close/>
                <a:moveTo>
                  <a:pt x="9801" y="74506"/>
                </a:moveTo>
                <a:lnTo>
                  <a:pt x="9801" y="74506"/>
                </a:lnTo>
                <a:cubicBezTo>
                  <a:pt x="9786" y="74535"/>
                  <a:pt x="9786" y="74579"/>
                  <a:pt x="9772" y="74609"/>
                </a:cubicBezTo>
                <a:cubicBezTo>
                  <a:pt x="9728" y="74653"/>
                  <a:pt x="9683" y="74682"/>
                  <a:pt x="9625" y="74712"/>
                </a:cubicBezTo>
                <a:lnTo>
                  <a:pt x="9625" y="74668"/>
                </a:lnTo>
                <a:cubicBezTo>
                  <a:pt x="9625" y="74638"/>
                  <a:pt x="9639" y="74609"/>
                  <a:pt x="9639" y="74579"/>
                </a:cubicBezTo>
                <a:cubicBezTo>
                  <a:pt x="9698" y="74565"/>
                  <a:pt x="9742" y="74535"/>
                  <a:pt x="9801" y="74506"/>
                </a:cubicBezTo>
                <a:close/>
                <a:moveTo>
                  <a:pt x="10287" y="74638"/>
                </a:moveTo>
                <a:cubicBezTo>
                  <a:pt x="10287" y="74638"/>
                  <a:pt x="10287" y="74653"/>
                  <a:pt x="10272" y="74668"/>
                </a:cubicBezTo>
                <a:cubicBezTo>
                  <a:pt x="10243" y="74682"/>
                  <a:pt x="10213" y="74712"/>
                  <a:pt x="10199" y="74726"/>
                </a:cubicBezTo>
                <a:cubicBezTo>
                  <a:pt x="10199" y="74712"/>
                  <a:pt x="10213" y="74682"/>
                  <a:pt x="10213" y="74668"/>
                </a:cubicBezTo>
                <a:cubicBezTo>
                  <a:pt x="10228" y="74653"/>
                  <a:pt x="10257" y="74653"/>
                  <a:pt x="10287" y="74638"/>
                </a:cubicBezTo>
                <a:close/>
                <a:moveTo>
                  <a:pt x="6887" y="59142"/>
                </a:moveTo>
                <a:cubicBezTo>
                  <a:pt x="4680" y="61217"/>
                  <a:pt x="3576" y="63777"/>
                  <a:pt x="3841" y="66176"/>
                </a:cubicBezTo>
                <a:cubicBezTo>
                  <a:pt x="4047" y="67942"/>
                  <a:pt x="5018" y="69458"/>
                  <a:pt x="5945" y="70959"/>
                </a:cubicBezTo>
                <a:cubicBezTo>
                  <a:pt x="6681" y="72122"/>
                  <a:pt x="7447" y="73358"/>
                  <a:pt x="7814" y="74682"/>
                </a:cubicBezTo>
                <a:cubicBezTo>
                  <a:pt x="7741" y="74726"/>
                  <a:pt x="7667" y="74741"/>
                  <a:pt x="7594" y="74785"/>
                </a:cubicBezTo>
                <a:cubicBezTo>
                  <a:pt x="7167" y="73402"/>
                  <a:pt x="6343" y="72210"/>
                  <a:pt x="5533" y="71033"/>
                </a:cubicBezTo>
                <a:cubicBezTo>
                  <a:pt x="4533" y="69532"/>
                  <a:pt x="3458" y="68016"/>
                  <a:pt x="3238" y="66220"/>
                </a:cubicBezTo>
                <a:cubicBezTo>
                  <a:pt x="2943" y="63895"/>
                  <a:pt x="4209" y="61335"/>
                  <a:pt x="6608" y="59363"/>
                </a:cubicBezTo>
                <a:lnTo>
                  <a:pt x="6887" y="59142"/>
                </a:lnTo>
                <a:close/>
                <a:moveTo>
                  <a:pt x="8447" y="74520"/>
                </a:moveTo>
                <a:cubicBezTo>
                  <a:pt x="8462" y="74594"/>
                  <a:pt x="8462" y="74653"/>
                  <a:pt x="8477" y="74712"/>
                </a:cubicBezTo>
                <a:cubicBezTo>
                  <a:pt x="8403" y="74726"/>
                  <a:pt x="8330" y="74756"/>
                  <a:pt x="8256" y="74785"/>
                </a:cubicBezTo>
                <a:cubicBezTo>
                  <a:pt x="8241" y="74726"/>
                  <a:pt x="8241" y="74653"/>
                  <a:pt x="8227" y="74594"/>
                </a:cubicBezTo>
                <a:cubicBezTo>
                  <a:pt x="8300" y="74579"/>
                  <a:pt x="8374" y="74535"/>
                  <a:pt x="8447" y="74520"/>
                </a:cubicBezTo>
                <a:close/>
                <a:moveTo>
                  <a:pt x="9978" y="74653"/>
                </a:moveTo>
                <a:lnTo>
                  <a:pt x="9978" y="74653"/>
                </a:lnTo>
                <a:cubicBezTo>
                  <a:pt x="9948" y="74682"/>
                  <a:pt x="9948" y="74712"/>
                  <a:pt x="9934" y="74741"/>
                </a:cubicBezTo>
                <a:cubicBezTo>
                  <a:pt x="9904" y="74741"/>
                  <a:pt x="9860" y="74756"/>
                  <a:pt x="9801" y="74800"/>
                </a:cubicBezTo>
                <a:cubicBezTo>
                  <a:pt x="9831" y="74756"/>
                  <a:pt x="9831" y="74726"/>
                  <a:pt x="9845" y="74712"/>
                </a:cubicBezTo>
                <a:cubicBezTo>
                  <a:pt x="9875" y="74682"/>
                  <a:pt x="9934" y="74668"/>
                  <a:pt x="9978" y="74653"/>
                </a:cubicBezTo>
                <a:close/>
                <a:moveTo>
                  <a:pt x="9051" y="74579"/>
                </a:moveTo>
                <a:lnTo>
                  <a:pt x="9051" y="74741"/>
                </a:lnTo>
                <a:cubicBezTo>
                  <a:pt x="8992" y="74756"/>
                  <a:pt x="8918" y="74800"/>
                  <a:pt x="8874" y="74815"/>
                </a:cubicBezTo>
                <a:lnTo>
                  <a:pt x="8874" y="74653"/>
                </a:lnTo>
                <a:cubicBezTo>
                  <a:pt x="8903" y="74638"/>
                  <a:pt x="8977" y="74609"/>
                  <a:pt x="9051" y="74579"/>
                </a:cubicBezTo>
                <a:close/>
                <a:moveTo>
                  <a:pt x="9551" y="74609"/>
                </a:moveTo>
                <a:lnTo>
                  <a:pt x="9551" y="74653"/>
                </a:lnTo>
                <a:cubicBezTo>
                  <a:pt x="9551" y="74682"/>
                  <a:pt x="9536" y="74712"/>
                  <a:pt x="9536" y="74741"/>
                </a:cubicBezTo>
                <a:cubicBezTo>
                  <a:pt x="9477" y="74785"/>
                  <a:pt x="9419" y="74800"/>
                  <a:pt x="9360" y="74815"/>
                </a:cubicBezTo>
                <a:cubicBezTo>
                  <a:pt x="9360" y="74756"/>
                  <a:pt x="9374" y="74726"/>
                  <a:pt x="9374" y="74682"/>
                </a:cubicBezTo>
                <a:cubicBezTo>
                  <a:pt x="9433" y="74668"/>
                  <a:pt x="9492" y="74638"/>
                  <a:pt x="9551" y="74609"/>
                </a:cubicBezTo>
                <a:close/>
                <a:moveTo>
                  <a:pt x="10096" y="74726"/>
                </a:moveTo>
                <a:cubicBezTo>
                  <a:pt x="10081" y="74741"/>
                  <a:pt x="10081" y="74785"/>
                  <a:pt x="10066" y="74800"/>
                </a:cubicBezTo>
                <a:cubicBezTo>
                  <a:pt x="10022" y="74815"/>
                  <a:pt x="10007" y="74829"/>
                  <a:pt x="9978" y="74859"/>
                </a:cubicBezTo>
                <a:cubicBezTo>
                  <a:pt x="9992" y="74829"/>
                  <a:pt x="9992" y="74800"/>
                  <a:pt x="10007" y="74785"/>
                </a:cubicBezTo>
                <a:cubicBezTo>
                  <a:pt x="10051" y="74756"/>
                  <a:pt x="10066" y="74741"/>
                  <a:pt x="10096" y="74726"/>
                </a:cubicBezTo>
                <a:close/>
                <a:moveTo>
                  <a:pt x="8138" y="74653"/>
                </a:moveTo>
                <a:cubicBezTo>
                  <a:pt x="8168" y="74682"/>
                  <a:pt x="8168" y="74756"/>
                  <a:pt x="8182" y="74815"/>
                </a:cubicBezTo>
                <a:cubicBezTo>
                  <a:pt x="8109" y="74829"/>
                  <a:pt x="8035" y="74874"/>
                  <a:pt x="7962" y="74903"/>
                </a:cubicBezTo>
                <a:cubicBezTo>
                  <a:pt x="7947" y="74859"/>
                  <a:pt x="7932" y="74785"/>
                  <a:pt x="7903" y="74726"/>
                </a:cubicBezTo>
                <a:cubicBezTo>
                  <a:pt x="7991" y="74697"/>
                  <a:pt x="8050" y="74668"/>
                  <a:pt x="8138" y="74653"/>
                </a:cubicBezTo>
                <a:close/>
                <a:moveTo>
                  <a:pt x="9742" y="74726"/>
                </a:moveTo>
                <a:cubicBezTo>
                  <a:pt x="9728" y="74756"/>
                  <a:pt x="9728" y="74800"/>
                  <a:pt x="9713" y="74829"/>
                </a:cubicBezTo>
                <a:cubicBezTo>
                  <a:pt x="9669" y="74859"/>
                  <a:pt x="9625" y="74888"/>
                  <a:pt x="9580" y="74903"/>
                </a:cubicBezTo>
                <a:cubicBezTo>
                  <a:pt x="9580" y="74888"/>
                  <a:pt x="9580" y="74859"/>
                  <a:pt x="9610" y="74800"/>
                </a:cubicBezTo>
                <a:cubicBezTo>
                  <a:pt x="9654" y="74785"/>
                  <a:pt x="9698" y="74756"/>
                  <a:pt x="9742" y="74726"/>
                </a:cubicBezTo>
                <a:close/>
                <a:moveTo>
                  <a:pt x="8771" y="74682"/>
                </a:moveTo>
                <a:lnTo>
                  <a:pt x="8771" y="74859"/>
                </a:lnTo>
                <a:cubicBezTo>
                  <a:pt x="8727" y="74874"/>
                  <a:pt x="8639" y="74903"/>
                  <a:pt x="8580" y="74918"/>
                </a:cubicBezTo>
                <a:cubicBezTo>
                  <a:pt x="8580" y="74874"/>
                  <a:pt x="8550" y="74815"/>
                  <a:pt x="8550" y="74756"/>
                </a:cubicBezTo>
                <a:cubicBezTo>
                  <a:pt x="8624" y="74741"/>
                  <a:pt x="8697" y="74712"/>
                  <a:pt x="8771" y="74682"/>
                </a:cubicBezTo>
                <a:close/>
                <a:moveTo>
                  <a:pt x="9286" y="74726"/>
                </a:moveTo>
                <a:lnTo>
                  <a:pt x="9286" y="74800"/>
                </a:lnTo>
                <a:cubicBezTo>
                  <a:pt x="9286" y="74815"/>
                  <a:pt x="9286" y="74829"/>
                  <a:pt x="9271" y="74874"/>
                </a:cubicBezTo>
                <a:cubicBezTo>
                  <a:pt x="9213" y="74888"/>
                  <a:pt x="9168" y="74918"/>
                  <a:pt x="9110" y="74947"/>
                </a:cubicBezTo>
                <a:lnTo>
                  <a:pt x="9110" y="74800"/>
                </a:lnTo>
                <a:cubicBezTo>
                  <a:pt x="9183" y="74785"/>
                  <a:pt x="9242" y="74741"/>
                  <a:pt x="9286" y="74726"/>
                </a:cubicBezTo>
                <a:close/>
                <a:moveTo>
                  <a:pt x="9889" y="74859"/>
                </a:moveTo>
                <a:lnTo>
                  <a:pt x="9889" y="74859"/>
                </a:lnTo>
                <a:cubicBezTo>
                  <a:pt x="9875" y="74888"/>
                  <a:pt x="9875" y="74903"/>
                  <a:pt x="9860" y="74947"/>
                </a:cubicBezTo>
                <a:cubicBezTo>
                  <a:pt x="9831" y="74947"/>
                  <a:pt x="9786" y="74962"/>
                  <a:pt x="9742" y="75006"/>
                </a:cubicBezTo>
                <a:cubicBezTo>
                  <a:pt x="9772" y="74962"/>
                  <a:pt x="9772" y="74947"/>
                  <a:pt x="9786" y="74903"/>
                </a:cubicBezTo>
                <a:lnTo>
                  <a:pt x="9889" y="74859"/>
                </a:lnTo>
                <a:close/>
                <a:moveTo>
                  <a:pt x="7844" y="74741"/>
                </a:moveTo>
                <a:cubicBezTo>
                  <a:pt x="7859" y="74800"/>
                  <a:pt x="7873" y="74874"/>
                  <a:pt x="7888" y="74932"/>
                </a:cubicBezTo>
                <a:cubicBezTo>
                  <a:pt x="7814" y="74962"/>
                  <a:pt x="7741" y="74977"/>
                  <a:pt x="7667" y="75021"/>
                </a:cubicBezTo>
                <a:cubicBezTo>
                  <a:pt x="7653" y="74947"/>
                  <a:pt x="7638" y="74888"/>
                  <a:pt x="7623" y="74829"/>
                </a:cubicBezTo>
                <a:cubicBezTo>
                  <a:pt x="7697" y="74800"/>
                  <a:pt x="7770" y="74785"/>
                  <a:pt x="7844" y="74741"/>
                </a:cubicBezTo>
                <a:close/>
                <a:moveTo>
                  <a:pt x="9992" y="74932"/>
                </a:moveTo>
                <a:lnTo>
                  <a:pt x="9992" y="74932"/>
                </a:lnTo>
                <a:cubicBezTo>
                  <a:pt x="9978" y="74962"/>
                  <a:pt x="9978" y="74962"/>
                  <a:pt x="9948" y="74977"/>
                </a:cubicBezTo>
                <a:cubicBezTo>
                  <a:pt x="9934" y="75006"/>
                  <a:pt x="9919" y="75021"/>
                  <a:pt x="9904" y="75021"/>
                </a:cubicBezTo>
                <a:cubicBezTo>
                  <a:pt x="9904" y="75006"/>
                  <a:pt x="9919" y="74977"/>
                  <a:pt x="9919" y="74962"/>
                </a:cubicBezTo>
                <a:cubicBezTo>
                  <a:pt x="9934" y="74947"/>
                  <a:pt x="9948" y="74947"/>
                  <a:pt x="9992" y="74932"/>
                </a:cubicBezTo>
                <a:close/>
                <a:moveTo>
                  <a:pt x="8477" y="74800"/>
                </a:moveTo>
                <a:cubicBezTo>
                  <a:pt x="8477" y="74859"/>
                  <a:pt x="8506" y="74903"/>
                  <a:pt x="8506" y="74962"/>
                </a:cubicBezTo>
                <a:cubicBezTo>
                  <a:pt x="8418" y="74977"/>
                  <a:pt x="8374" y="75021"/>
                  <a:pt x="8300" y="75035"/>
                </a:cubicBezTo>
                <a:cubicBezTo>
                  <a:pt x="8300" y="74977"/>
                  <a:pt x="8285" y="74918"/>
                  <a:pt x="8256" y="74859"/>
                </a:cubicBezTo>
                <a:cubicBezTo>
                  <a:pt x="8359" y="74859"/>
                  <a:pt x="8403" y="74815"/>
                  <a:pt x="8477" y="74800"/>
                </a:cubicBezTo>
                <a:close/>
                <a:moveTo>
                  <a:pt x="9492" y="74829"/>
                </a:moveTo>
                <a:lnTo>
                  <a:pt x="9492" y="74829"/>
                </a:lnTo>
                <a:cubicBezTo>
                  <a:pt x="9477" y="74874"/>
                  <a:pt x="9477" y="74903"/>
                  <a:pt x="9448" y="74962"/>
                </a:cubicBezTo>
                <a:cubicBezTo>
                  <a:pt x="9433" y="75006"/>
                  <a:pt x="9374" y="75021"/>
                  <a:pt x="9330" y="75035"/>
                </a:cubicBezTo>
                <a:cubicBezTo>
                  <a:pt x="9330" y="75006"/>
                  <a:pt x="9345" y="74962"/>
                  <a:pt x="9345" y="74903"/>
                </a:cubicBezTo>
                <a:cubicBezTo>
                  <a:pt x="9404" y="74888"/>
                  <a:pt x="9448" y="74859"/>
                  <a:pt x="9492" y="74829"/>
                </a:cubicBezTo>
                <a:close/>
                <a:moveTo>
                  <a:pt x="9036" y="74829"/>
                </a:moveTo>
                <a:lnTo>
                  <a:pt x="9036" y="74947"/>
                </a:lnTo>
                <a:lnTo>
                  <a:pt x="9036" y="74977"/>
                </a:lnTo>
                <a:cubicBezTo>
                  <a:pt x="8977" y="75006"/>
                  <a:pt x="8918" y="75035"/>
                  <a:pt x="8874" y="75050"/>
                </a:cubicBezTo>
                <a:lnTo>
                  <a:pt x="8874" y="74903"/>
                </a:lnTo>
                <a:cubicBezTo>
                  <a:pt x="8918" y="74888"/>
                  <a:pt x="8977" y="74859"/>
                  <a:pt x="9036" y="74829"/>
                </a:cubicBezTo>
                <a:close/>
                <a:moveTo>
                  <a:pt x="9698" y="74947"/>
                </a:moveTo>
                <a:lnTo>
                  <a:pt x="9698" y="74947"/>
                </a:lnTo>
                <a:cubicBezTo>
                  <a:pt x="9683" y="74977"/>
                  <a:pt x="9683" y="75021"/>
                  <a:pt x="9654" y="75035"/>
                </a:cubicBezTo>
                <a:cubicBezTo>
                  <a:pt x="9610" y="75080"/>
                  <a:pt x="9566" y="75109"/>
                  <a:pt x="9536" y="75124"/>
                </a:cubicBezTo>
                <a:cubicBezTo>
                  <a:pt x="9551" y="75094"/>
                  <a:pt x="9551" y="75050"/>
                  <a:pt x="9566" y="75021"/>
                </a:cubicBezTo>
                <a:cubicBezTo>
                  <a:pt x="9610" y="75006"/>
                  <a:pt x="9654" y="74977"/>
                  <a:pt x="9698" y="74947"/>
                </a:cubicBezTo>
                <a:close/>
                <a:moveTo>
                  <a:pt x="9271" y="74962"/>
                </a:moveTo>
                <a:cubicBezTo>
                  <a:pt x="9271" y="75006"/>
                  <a:pt x="9257" y="75050"/>
                  <a:pt x="9257" y="75094"/>
                </a:cubicBezTo>
                <a:cubicBezTo>
                  <a:pt x="9198" y="75109"/>
                  <a:pt x="9139" y="75153"/>
                  <a:pt x="9095" y="75168"/>
                </a:cubicBezTo>
                <a:cubicBezTo>
                  <a:pt x="9095" y="75124"/>
                  <a:pt x="9095" y="75080"/>
                  <a:pt x="9110" y="75035"/>
                </a:cubicBezTo>
                <a:cubicBezTo>
                  <a:pt x="9154" y="75021"/>
                  <a:pt x="9213" y="74977"/>
                  <a:pt x="9271" y="74962"/>
                </a:cubicBezTo>
                <a:close/>
                <a:moveTo>
                  <a:pt x="8182" y="74903"/>
                </a:moveTo>
                <a:cubicBezTo>
                  <a:pt x="8197" y="74962"/>
                  <a:pt x="8197" y="75021"/>
                  <a:pt x="8197" y="75094"/>
                </a:cubicBezTo>
                <a:cubicBezTo>
                  <a:pt x="8124" y="75124"/>
                  <a:pt x="8079" y="75153"/>
                  <a:pt x="8006" y="75183"/>
                </a:cubicBezTo>
                <a:cubicBezTo>
                  <a:pt x="8020" y="75109"/>
                  <a:pt x="8006" y="75035"/>
                  <a:pt x="7991" y="74977"/>
                </a:cubicBezTo>
                <a:cubicBezTo>
                  <a:pt x="8065" y="74947"/>
                  <a:pt x="8138" y="74932"/>
                  <a:pt x="8182" y="74903"/>
                </a:cubicBezTo>
                <a:close/>
                <a:moveTo>
                  <a:pt x="8771" y="74947"/>
                </a:moveTo>
                <a:lnTo>
                  <a:pt x="8771" y="75094"/>
                </a:lnTo>
                <a:lnTo>
                  <a:pt x="8771" y="75109"/>
                </a:lnTo>
                <a:cubicBezTo>
                  <a:pt x="8727" y="75124"/>
                  <a:pt x="8639" y="75168"/>
                  <a:pt x="8594" y="75183"/>
                </a:cubicBezTo>
                <a:cubicBezTo>
                  <a:pt x="8594" y="75124"/>
                  <a:pt x="8594" y="75080"/>
                  <a:pt x="8580" y="75021"/>
                </a:cubicBezTo>
                <a:cubicBezTo>
                  <a:pt x="8639" y="75006"/>
                  <a:pt x="8697" y="74962"/>
                  <a:pt x="8771" y="74947"/>
                </a:cubicBezTo>
                <a:close/>
                <a:moveTo>
                  <a:pt x="9786" y="75050"/>
                </a:moveTo>
                <a:cubicBezTo>
                  <a:pt x="9786" y="75080"/>
                  <a:pt x="9772" y="75109"/>
                  <a:pt x="9772" y="75124"/>
                </a:cubicBezTo>
                <a:cubicBezTo>
                  <a:pt x="9728" y="75153"/>
                  <a:pt x="9713" y="75168"/>
                  <a:pt x="9683" y="75183"/>
                </a:cubicBezTo>
                <a:cubicBezTo>
                  <a:pt x="9683" y="75168"/>
                  <a:pt x="9698" y="75124"/>
                  <a:pt x="9698" y="75109"/>
                </a:cubicBezTo>
                <a:cubicBezTo>
                  <a:pt x="9728" y="75094"/>
                  <a:pt x="9742" y="75080"/>
                  <a:pt x="9786" y="75050"/>
                </a:cubicBezTo>
                <a:close/>
                <a:moveTo>
                  <a:pt x="9433" y="75080"/>
                </a:moveTo>
                <a:lnTo>
                  <a:pt x="9433" y="75080"/>
                </a:lnTo>
                <a:cubicBezTo>
                  <a:pt x="9419" y="75109"/>
                  <a:pt x="9419" y="75153"/>
                  <a:pt x="9404" y="75183"/>
                </a:cubicBezTo>
                <a:cubicBezTo>
                  <a:pt x="9360" y="75197"/>
                  <a:pt x="9316" y="75241"/>
                  <a:pt x="9271" y="75256"/>
                </a:cubicBezTo>
                <a:cubicBezTo>
                  <a:pt x="9316" y="75227"/>
                  <a:pt x="9316" y="75183"/>
                  <a:pt x="9316" y="75153"/>
                </a:cubicBezTo>
                <a:cubicBezTo>
                  <a:pt x="9345" y="75124"/>
                  <a:pt x="9404" y="75094"/>
                  <a:pt x="9433" y="75080"/>
                </a:cubicBezTo>
                <a:close/>
                <a:moveTo>
                  <a:pt x="7903" y="75006"/>
                </a:moveTo>
                <a:cubicBezTo>
                  <a:pt x="7932" y="75050"/>
                  <a:pt x="7932" y="75124"/>
                  <a:pt x="7947" y="75183"/>
                </a:cubicBezTo>
                <a:cubicBezTo>
                  <a:pt x="7873" y="75227"/>
                  <a:pt x="7814" y="75241"/>
                  <a:pt x="7741" y="75271"/>
                </a:cubicBezTo>
                <a:cubicBezTo>
                  <a:pt x="7726" y="75227"/>
                  <a:pt x="7711" y="75168"/>
                  <a:pt x="7711" y="75094"/>
                </a:cubicBezTo>
                <a:cubicBezTo>
                  <a:pt x="7785" y="75050"/>
                  <a:pt x="7859" y="75035"/>
                  <a:pt x="7903" y="75006"/>
                </a:cubicBezTo>
                <a:close/>
                <a:moveTo>
                  <a:pt x="9006" y="75080"/>
                </a:moveTo>
                <a:cubicBezTo>
                  <a:pt x="9006" y="75124"/>
                  <a:pt x="8992" y="75168"/>
                  <a:pt x="8992" y="75227"/>
                </a:cubicBezTo>
                <a:cubicBezTo>
                  <a:pt x="8948" y="75241"/>
                  <a:pt x="8889" y="75271"/>
                  <a:pt x="8830" y="75300"/>
                </a:cubicBezTo>
                <a:lnTo>
                  <a:pt x="8830" y="75153"/>
                </a:lnTo>
                <a:cubicBezTo>
                  <a:pt x="8903" y="75124"/>
                  <a:pt x="8962" y="75094"/>
                  <a:pt x="9006" y="75080"/>
                </a:cubicBezTo>
                <a:close/>
                <a:moveTo>
                  <a:pt x="8506" y="75050"/>
                </a:moveTo>
                <a:cubicBezTo>
                  <a:pt x="8506" y="75109"/>
                  <a:pt x="8506" y="75168"/>
                  <a:pt x="8521" y="75227"/>
                </a:cubicBezTo>
                <a:cubicBezTo>
                  <a:pt x="8462" y="75256"/>
                  <a:pt x="8388" y="75271"/>
                  <a:pt x="8330" y="75315"/>
                </a:cubicBezTo>
                <a:cubicBezTo>
                  <a:pt x="8330" y="75256"/>
                  <a:pt x="8315" y="75197"/>
                  <a:pt x="8315" y="75153"/>
                </a:cubicBezTo>
                <a:cubicBezTo>
                  <a:pt x="8374" y="75109"/>
                  <a:pt x="8447" y="75080"/>
                  <a:pt x="8506" y="75050"/>
                </a:cubicBezTo>
                <a:close/>
                <a:moveTo>
                  <a:pt x="9580" y="75183"/>
                </a:moveTo>
                <a:lnTo>
                  <a:pt x="9580" y="75183"/>
                </a:lnTo>
                <a:cubicBezTo>
                  <a:pt x="9566" y="75227"/>
                  <a:pt x="9566" y="75241"/>
                  <a:pt x="9551" y="75256"/>
                </a:cubicBezTo>
                <a:cubicBezTo>
                  <a:pt x="9536" y="75271"/>
                  <a:pt x="9492" y="75315"/>
                  <a:pt x="9463" y="75330"/>
                </a:cubicBezTo>
                <a:cubicBezTo>
                  <a:pt x="9477" y="75300"/>
                  <a:pt x="9477" y="75271"/>
                  <a:pt x="9477" y="75241"/>
                </a:cubicBezTo>
                <a:lnTo>
                  <a:pt x="9580" y="75183"/>
                </a:lnTo>
                <a:close/>
                <a:moveTo>
                  <a:pt x="9669" y="75256"/>
                </a:moveTo>
                <a:cubicBezTo>
                  <a:pt x="9683" y="75300"/>
                  <a:pt x="9683" y="75300"/>
                  <a:pt x="9654" y="75315"/>
                </a:cubicBezTo>
                <a:cubicBezTo>
                  <a:pt x="9639" y="75330"/>
                  <a:pt x="9625" y="75345"/>
                  <a:pt x="9610" y="75345"/>
                </a:cubicBezTo>
                <a:cubicBezTo>
                  <a:pt x="9610" y="75330"/>
                  <a:pt x="9625" y="75315"/>
                  <a:pt x="9625" y="75300"/>
                </a:cubicBezTo>
                <a:cubicBezTo>
                  <a:pt x="9639" y="75271"/>
                  <a:pt x="9654" y="75256"/>
                  <a:pt x="9669" y="75256"/>
                </a:cubicBezTo>
                <a:close/>
                <a:moveTo>
                  <a:pt x="9242" y="75183"/>
                </a:moveTo>
                <a:cubicBezTo>
                  <a:pt x="9242" y="75227"/>
                  <a:pt x="9213" y="75271"/>
                  <a:pt x="9198" y="75315"/>
                </a:cubicBezTo>
                <a:cubicBezTo>
                  <a:pt x="9139" y="75345"/>
                  <a:pt x="9110" y="75374"/>
                  <a:pt x="9065" y="75389"/>
                </a:cubicBezTo>
                <a:cubicBezTo>
                  <a:pt x="9065" y="75345"/>
                  <a:pt x="9095" y="75300"/>
                  <a:pt x="9095" y="75256"/>
                </a:cubicBezTo>
                <a:cubicBezTo>
                  <a:pt x="9139" y="75241"/>
                  <a:pt x="9183" y="75197"/>
                  <a:pt x="9242" y="75183"/>
                </a:cubicBezTo>
                <a:close/>
                <a:moveTo>
                  <a:pt x="8241" y="75168"/>
                </a:moveTo>
                <a:cubicBezTo>
                  <a:pt x="8241" y="75227"/>
                  <a:pt x="8256" y="75271"/>
                  <a:pt x="8256" y="75330"/>
                </a:cubicBezTo>
                <a:cubicBezTo>
                  <a:pt x="8212" y="75374"/>
                  <a:pt x="8138" y="75389"/>
                  <a:pt x="8079" y="75418"/>
                </a:cubicBezTo>
                <a:cubicBezTo>
                  <a:pt x="8079" y="75374"/>
                  <a:pt x="8065" y="75315"/>
                  <a:pt x="8065" y="75241"/>
                </a:cubicBezTo>
                <a:cubicBezTo>
                  <a:pt x="8109" y="75227"/>
                  <a:pt x="8168" y="75183"/>
                  <a:pt x="8241" y="75168"/>
                </a:cubicBezTo>
                <a:close/>
                <a:moveTo>
                  <a:pt x="8756" y="75197"/>
                </a:moveTo>
                <a:lnTo>
                  <a:pt x="8756" y="75345"/>
                </a:lnTo>
                <a:cubicBezTo>
                  <a:pt x="8697" y="75374"/>
                  <a:pt x="8639" y="75389"/>
                  <a:pt x="8594" y="75418"/>
                </a:cubicBezTo>
                <a:lnTo>
                  <a:pt x="8594" y="75271"/>
                </a:lnTo>
                <a:cubicBezTo>
                  <a:pt x="8639" y="75256"/>
                  <a:pt x="8697" y="75227"/>
                  <a:pt x="8756" y="75197"/>
                </a:cubicBezTo>
                <a:close/>
                <a:moveTo>
                  <a:pt x="9360" y="75315"/>
                </a:moveTo>
                <a:lnTo>
                  <a:pt x="9360" y="75315"/>
                </a:lnTo>
                <a:cubicBezTo>
                  <a:pt x="9345" y="75345"/>
                  <a:pt x="9345" y="75389"/>
                  <a:pt x="9330" y="75403"/>
                </a:cubicBezTo>
                <a:cubicBezTo>
                  <a:pt x="9316" y="75418"/>
                  <a:pt x="9271" y="75448"/>
                  <a:pt x="9242" y="75477"/>
                </a:cubicBezTo>
                <a:cubicBezTo>
                  <a:pt x="9242" y="75448"/>
                  <a:pt x="9257" y="75403"/>
                  <a:pt x="9257" y="75389"/>
                </a:cubicBezTo>
                <a:cubicBezTo>
                  <a:pt x="9286" y="75374"/>
                  <a:pt x="9330" y="75345"/>
                  <a:pt x="9360" y="75315"/>
                </a:cubicBezTo>
                <a:close/>
                <a:moveTo>
                  <a:pt x="9492" y="75389"/>
                </a:moveTo>
                <a:cubicBezTo>
                  <a:pt x="9492" y="75418"/>
                  <a:pt x="9477" y="75448"/>
                  <a:pt x="9477" y="75462"/>
                </a:cubicBezTo>
                <a:cubicBezTo>
                  <a:pt x="9463" y="75477"/>
                  <a:pt x="9419" y="75492"/>
                  <a:pt x="9404" y="75521"/>
                </a:cubicBezTo>
                <a:cubicBezTo>
                  <a:pt x="9404" y="75492"/>
                  <a:pt x="9419" y="75462"/>
                  <a:pt x="9419" y="75448"/>
                </a:cubicBezTo>
                <a:cubicBezTo>
                  <a:pt x="9433" y="75418"/>
                  <a:pt x="9477" y="75403"/>
                  <a:pt x="9492" y="75389"/>
                </a:cubicBezTo>
                <a:close/>
                <a:moveTo>
                  <a:pt x="8992" y="75330"/>
                </a:moveTo>
                <a:cubicBezTo>
                  <a:pt x="8992" y="75374"/>
                  <a:pt x="8977" y="75418"/>
                  <a:pt x="8977" y="75462"/>
                </a:cubicBezTo>
                <a:cubicBezTo>
                  <a:pt x="8918" y="75477"/>
                  <a:pt x="8874" y="75492"/>
                  <a:pt x="8830" y="75536"/>
                </a:cubicBezTo>
                <a:cubicBezTo>
                  <a:pt x="8830" y="75492"/>
                  <a:pt x="8830" y="75448"/>
                  <a:pt x="8845" y="75403"/>
                </a:cubicBezTo>
                <a:cubicBezTo>
                  <a:pt x="8903" y="75389"/>
                  <a:pt x="8962" y="75345"/>
                  <a:pt x="8992" y="75330"/>
                </a:cubicBezTo>
                <a:close/>
                <a:moveTo>
                  <a:pt x="7962" y="75271"/>
                </a:moveTo>
                <a:cubicBezTo>
                  <a:pt x="7976" y="75330"/>
                  <a:pt x="7976" y="75389"/>
                  <a:pt x="7976" y="75462"/>
                </a:cubicBezTo>
                <a:cubicBezTo>
                  <a:pt x="7932" y="75492"/>
                  <a:pt x="7859" y="75521"/>
                  <a:pt x="7800" y="75551"/>
                </a:cubicBezTo>
                <a:cubicBezTo>
                  <a:pt x="7785" y="75477"/>
                  <a:pt x="7785" y="75418"/>
                  <a:pt x="7770" y="75374"/>
                </a:cubicBezTo>
                <a:cubicBezTo>
                  <a:pt x="7844" y="75330"/>
                  <a:pt x="7888" y="75315"/>
                  <a:pt x="7962" y="75271"/>
                </a:cubicBezTo>
                <a:close/>
                <a:moveTo>
                  <a:pt x="8521" y="75300"/>
                </a:moveTo>
                <a:lnTo>
                  <a:pt x="8521" y="75462"/>
                </a:lnTo>
                <a:cubicBezTo>
                  <a:pt x="8462" y="75492"/>
                  <a:pt x="8403" y="75521"/>
                  <a:pt x="8359" y="75551"/>
                </a:cubicBezTo>
                <a:lnTo>
                  <a:pt x="8359" y="75389"/>
                </a:lnTo>
                <a:cubicBezTo>
                  <a:pt x="8388" y="75345"/>
                  <a:pt x="8462" y="75330"/>
                  <a:pt x="8521" y="75300"/>
                </a:cubicBezTo>
                <a:close/>
                <a:moveTo>
                  <a:pt x="9183" y="75418"/>
                </a:moveTo>
                <a:lnTo>
                  <a:pt x="9183" y="75418"/>
                </a:lnTo>
                <a:cubicBezTo>
                  <a:pt x="9168" y="75462"/>
                  <a:pt x="9168" y="75492"/>
                  <a:pt x="9139" y="75536"/>
                </a:cubicBezTo>
                <a:cubicBezTo>
                  <a:pt x="9110" y="75551"/>
                  <a:pt x="9065" y="75595"/>
                  <a:pt x="9036" y="75609"/>
                </a:cubicBezTo>
                <a:cubicBezTo>
                  <a:pt x="9036" y="75565"/>
                  <a:pt x="9036" y="75536"/>
                  <a:pt x="9051" y="75492"/>
                </a:cubicBezTo>
                <a:cubicBezTo>
                  <a:pt x="9095" y="75477"/>
                  <a:pt x="9139" y="75448"/>
                  <a:pt x="9183" y="75418"/>
                </a:cubicBezTo>
                <a:close/>
                <a:moveTo>
                  <a:pt x="8756" y="75418"/>
                </a:moveTo>
                <a:cubicBezTo>
                  <a:pt x="8756" y="75477"/>
                  <a:pt x="8756" y="75521"/>
                  <a:pt x="8742" y="75565"/>
                </a:cubicBezTo>
                <a:cubicBezTo>
                  <a:pt x="8683" y="75609"/>
                  <a:pt x="8653" y="75624"/>
                  <a:pt x="8594" y="75668"/>
                </a:cubicBezTo>
                <a:lnTo>
                  <a:pt x="8594" y="75521"/>
                </a:lnTo>
                <a:cubicBezTo>
                  <a:pt x="8639" y="75477"/>
                  <a:pt x="8697" y="75462"/>
                  <a:pt x="8756" y="75418"/>
                </a:cubicBezTo>
                <a:close/>
                <a:moveTo>
                  <a:pt x="8256" y="75418"/>
                </a:moveTo>
                <a:lnTo>
                  <a:pt x="8256" y="75595"/>
                </a:lnTo>
                <a:cubicBezTo>
                  <a:pt x="8212" y="75624"/>
                  <a:pt x="8153" y="75639"/>
                  <a:pt x="8094" y="75683"/>
                </a:cubicBezTo>
                <a:cubicBezTo>
                  <a:pt x="8094" y="75624"/>
                  <a:pt x="8079" y="75565"/>
                  <a:pt x="8079" y="75521"/>
                </a:cubicBezTo>
                <a:cubicBezTo>
                  <a:pt x="8138" y="75477"/>
                  <a:pt x="8212" y="75448"/>
                  <a:pt x="8256" y="75418"/>
                </a:cubicBezTo>
                <a:close/>
                <a:moveTo>
                  <a:pt x="9286" y="75536"/>
                </a:moveTo>
                <a:cubicBezTo>
                  <a:pt x="9271" y="75551"/>
                  <a:pt x="9271" y="75595"/>
                  <a:pt x="9257" y="75609"/>
                </a:cubicBezTo>
                <a:cubicBezTo>
                  <a:pt x="9257" y="75624"/>
                  <a:pt x="9213" y="75639"/>
                  <a:pt x="9183" y="75683"/>
                </a:cubicBezTo>
                <a:cubicBezTo>
                  <a:pt x="9183" y="75639"/>
                  <a:pt x="9198" y="75624"/>
                  <a:pt x="9198" y="75595"/>
                </a:cubicBezTo>
                <a:cubicBezTo>
                  <a:pt x="9242" y="75565"/>
                  <a:pt x="9271" y="75551"/>
                  <a:pt x="9286" y="75536"/>
                </a:cubicBezTo>
                <a:close/>
                <a:moveTo>
                  <a:pt x="9404" y="75609"/>
                </a:moveTo>
                <a:lnTo>
                  <a:pt x="9404" y="75609"/>
                </a:lnTo>
                <a:cubicBezTo>
                  <a:pt x="9374" y="75624"/>
                  <a:pt x="9374" y="75639"/>
                  <a:pt x="9374" y="75668"/>
                </a:cubicBezTo>
                <a:cubicBezTo>
                  <a:pt x="9360" y="75683"/>
                  <a:pt x="9345" y="75683"/>
                  <a:pt x="9330" y="75698"/>
                </a:cubicBezTo>
                <a:cubicBezTo>
                  <a:pt x="9330" y="75683"/>
                  <a:pt x="9345" y="75668"/>
                  <a:pt x="9345" y="75639"/>
                </a:cubicBezTo>
                <a:cubicBezTo>
                  <a:pt x="9360" y="75624"/>
                  <a:pt x="9374" y="75624"/>
                  <a:pt x="9404" y="75609"/>
                </a:cubicBezTo>
                <a:close/>
                <a:moveTo>
                  <a:pt x="8948" y="75551"/>
                </a:moveTo>
                <a:cubicBezTo>
                  <a:pt x="8948" y="75595"/>
                  <a:pt x="8918" y="75624"/>
                  <a:pt x="8918" y="75683"/>
                </a:cubicBezTo>
                <a:cubicBezTo>
                  <a:pt x="8889" y="75698"/>
                  <a:pt x="8845" y="75712"/>
                  <a:pt x="8800" y="75757"/>
                </a:cubicBezTo>
                <a:cubicBezTo>
                  <a:pt x="8800" y="75712"/>
                  <a:pt x="8815" y="75668"/>
                  <a:pt x="8815" y="75624"/>
                </a:cubicBezTo>
                <a:cubicBezTo>
                  <a:pt x="8845" y="75609"/>
                  <a:pt x="8903" y="75565"/>
                  <a:pt x="8948" y="75551"/>
                </a:cubicBezTo>
                <a:close/>
                <a:moveTo>
                  <a:pt x="8006" y="75536"/>
                </a:moveTo>
                <a:cubicBezTo>
                  <a:pt x="8006" y="75595"/>
                  <a:pt x="8020" y="75639"/>
                  <a:pt x="8020" y="75698"/>
                </a:cubicBezTo>
                <a:cubicBezTo>
                  <a:pt x="7962" y="75727"/>
                  <a:pt x="7903" y="75757"/>
                  <a:pt x="7829" y="75786"/>
                </a:cubicBezTo>
                <a:cubicBezTo>
                  <a:pt x="7844" y="75757"/>
                  <a:pt x="7844" y="75698"/>
                  <a:pt x="7814" y="75639"/>
                </a:cubicBezTo>
                <a:cubicBezTo>
                  <a:pt x="7873" y="75595"/>
                  <a:pt x="7947" y="75565"/>
                  <a:pt x="8006" y="75536"/>
                </a:cubicBezTo>
                <a:close/>
                <a:moveTo>
                  <a:pt x="8521" y="75565"/>
                </a:moveTo>
                <a:lnTo>
                  <a:pt x="8521" y="75712"/>
                </a:lnTo>
                <a:cubicBezTo>
                  <a:pt x="8462" y="75742"/>
                  <a:pt x="8403" y="75757"/>
                  <a:pt x="8359" y="75786"/>
                </a:cubicBezTo>
                <a:lnTo>
                  <a:pt x="8359" y="75639"/>
                </a:lnTo>
                <a:cubicBezTo>
                  <a:pt x="8403" y="75624"/>
                  <a:pt x="8462" y="75595"/>
                  <a:pt x="8521" y="75565"/>
                </a:cubicBezTo>
                <a:close/>
                <a:moveTo>
                  <a:pt x="9110" y="75668"/>
                </a:moveTo>
                <a:lnTo>
                  <a:pt x="9110" y="75668"/>
                </a:lnTo>
                <a:cubicBezTo>
                  <a:pt x="9095" y="75698"/>
                  <a:pt x="9095" y="75742"/>
                  <a:pt x="9065" y="75757"/>
                </a:cubicBezTo>
                <a:cubicBezTo>
                  <a:pt x="9051" y="75771"/>
                  <a:pt x="9006" y="75786"/>
                  <a:pt x="8977" y="75830"/>
                </a:cubicBezTo>
                <a:cubicBezTo>
                  <a:pt x="8977" y="75786"/>
                  <a:pt x="8992" y="75757"/>
                  <a:pt x="8992" y="75742"/>
                </a:cubicBezTo>
                <a:cubicBezTo>
                  <a:pt x="9036" y="75712"/>
                  <a:pt x="9065" y="75683"/>
                  <a:pt x="9110" y="75668"/>
                </a:cubicBezTo>
                <a:close/>
                <a:moveTo>
                  <a:pt x="9213" y="75742"/>
                </a:moveTo>
                <a:cubicBezTo>
                  <a:pt x="9213" y="75771"/>
                  <a:pt x="9198" y="75786"/>
                  <a:pt x="9198" y="75815"/>
                </a:cubicBezTo>
                <a:cubicBezTo>
                  <a:pt x="9183" y="75830"/>
                  <a:pt x="9139" y="75845"/>
                  <a:pt x="9124" y="75860"/>
                </a:cubicBezTo>
                <a:cubicBezTo>
                  <a:pt x="9124" y="75845"/>
                  <a:pt x="9139" y="75830"/>
                  <a:pt x="9139" y="75786"/>
                </a:cubicBezTo>
                <a:cubicBezTo>
                  <a:pt x="9154" y="75771"/>
                  <a:pt x="9198" y="75757"/>
                  <a:pt x="9213" y="75742"/>
                </a:cubicBezTo>
                <a:close/>
                <a:moveTo>
                  <a:pt x="8742" y="75683"/>
                </a:moveTo>
                <a:cubicBezTo>
                  <a:pt x="8742" y="75712"/>
                  <a:pt x="8727" y="75771"/>
                  <a:pt x="8727" y="75815"/>
                </a:cubicBezTo>
                <a:cubicBezTo>
                  <a:pt x="8668" y="75830"/>
                  <a:pt x="8624" y="75860"/>
                  <a:pt x="8580" y="75889"/>
                </a:cubicBezTo>
                <a:cubicBezTo>
                  <a:pt x="8580" y="75845"/>
                  <a:pt x="8580" y="75786"/>
                  <a:pt x="8594" y="75757"/>
                </a:cubicBezTo>
                <a:cubicBezTo>
                  <a:pt x="8639" y="75742"/>
                  <a:pt x="8683" y="75698"/>
                  <a:pt x="8742" y="75683"/>
                </a:cubicBezTo>
                <a:close/>
                <a:moveTo>
                  <a:pt x="8271" y="75683"/>
                </a:moveTo>
                <a:lnTo>
                  <a:pt x="8271" y="75845"/>
                </a:lnTo>
                <a:cubicBezTo>
                  <a:pt x="8256" y="75860"/>
                  <a:pt x="8241" y="75860"/>
                  <a:pt x="8227" y="75889"/>
                </a:cubicBezTo>
                <a:lnTo>
                  <a:pt x="8109" y="75933"/>
                </a:lnTo>
                <a:cubicBezTo>
                  <a:pt x="8109" y="75889"/>
                  <a:pt x="8109" y="75830"/>
                  <a:pt x="8094" y="75771"/>
                </a:cubicBezTo>
                <a:cubicBezTo>
                  <a:pt x="8168" y="75742"/>
                  <a:pt x="8227" y="75698"/>
                  <a:pt x="8271" y="75683"/>
                </a:cubicBezTo>
                <a:close/>
                <a:moveTo>
                  <a:pt x="8903" y="75786"/>
                </a:moveTo>
                <a:cubicBezTo>
                  <a:pt x="8903" y="75830"/>
                  <a:pt x="8889" y="75860"/>
                  <a:pt x="8889" y="75904"/>
                </a:cubicBezTo>
                <a:cubicBezTo>
                  <a:pt x="8845" y="75918"/>
                  <a:pt x="8815" y="75963"/>
                  <a:pt x="8771" y="75977"/>
                </a:cubicBezTo>
                <a:lnTo>
                  <a:pt x="8771" y="75860"/>
                </a:lnTo>
                <a:cubicBezTo>
                  <a:pt x="8815" y="75845"/>
                  <a:pt x="8845" y="75815"/>
                  <a:pt x="8903" y="75786"/>
                </a:cubicBezTo>
                <a:close/>
                <a:moveTo>
                  <a:pt x="8506" y="75815"/>
                </a:moveTo>
                <a:cubicBezTo>
                  <a:pt x="8506" y="75860"/>
                  <a:pt x="8506" y="75904"/>
                  <a:pt x="8477" y="75963"/>
                </a:cubicBezTo>
                <a:cubicBezTo>
                  <a:pt x="8447" y="75977"/>
                  <a:pt x="8388" y="75992"/>
                  <a:pt x="8359" y="76036"/>
                </a:cubicBezTo>
                <a:lnTo>
                  <a:pt x="8359" y="75889"/>
                </a:lnTo>
                <a:cubicBezTo>
                  <a:pt x="8403" y="75860"/>
                  <a:pt x="8447" y="75830"/>
                  <a:pt x="8506" y="75815"/>
                </a:cubicBezTo>
                <a:close/>
                <a:moveTo>
                  <a:pt x="9036" y="75889"/>
                </a:moveTo>
                <a:lnTo>
                  <a:pt x="9036" y="75889"/>
                </a:lnTo>
                <a:cubicBezTo>
                  <a:pt x="9006" y="75918"/>
                  <a:pt x="9006" y="75933"/>
                  <a:pt x="8992" y="75977"/>
                </a:cubicBezTo>
                <a:cubicBezTo>
                  <a:pt x="8977" y="75977"/>
                  <a:pt x="8962" y="76007"/>
                  <a:pt x="8918" y="76036"/>
                </a:cubicBezTo>
                <a:cubicBezTo>
                  <a:pt x="8918" y="75992"/>
                  <a:pt x="8933" y="75977"/>
                  <a:pt x="8933" y="75933"/>
                </a:cubicBezTo>
                <a:cubicBezTo>
                  <a:pt x="8977" y="75918"/>
                  <a:pt x="8992" y="75904"/>
                  <a:pt x="9036" y="75889"/>
                </a:cubicBezTo>
                <a:close/>
                <a:moveTo>
                  <a:pt x="8020" y="75786"/>
                </a:moveTo>
                <a:lnTo>
                  <a:pt x="8020" y="75963"/>
                </a:lnTo>
                <a:cubicBezTo>
                  <a:pt x="7962" y="75992"/>
                  <a:pt x="7917" y="76007"/>
                  <a:pt x="7859" y="76051"/>
                </a:cubicBezTo>
                <a:cubicBezTo>
                  <a:pt x="7859" y="75992"/>
                  <a:pt x="7844" y="75933"/>
                  <a:pt x="7844" y="75889"/>
                </a:cubicBezTo>
                <a:cubicBezTo>
                  <a:pt x="7903" y="75860"/>
                  <a:pt x="7962" y="75830"/>
                  <a:pt x="8020" y="75786"/>
                </a:cubicBezTo>
                <a:close/>
                <a:moveTo>
                  <a:pt x="9124" y="75977"/>
                </a:moveTo>
                <a:lnTo>
                  <a:pt x="9124" y="75977"/>
                </a:lnTo>
                <a:cubicBezTo>
                  <a:pt x="9124" y="75978"/>
                  <a:pt x="9110" y="75992"/>
                  <a:pt x="9110" y="76007"/>
                </a:cubicBezTo>
                <a:cubicBezTo>
                  <a:pt x="9095" y="76036"/>
                  <a:pt x="9065" y="76051"/>
                  <a:pt x="9051" y="76051"/>
                </a:cubicBezTo>
                <a:cubicBezTo>
                  <a:pt x="9051" y="76021"/>
                  <a:pt x="9065" y="76007"/>
                  <a:pt x="9065" y="76007"/>
                </a:cubicBezTo>
                <a:cubicBezTo>
                  <a:pt x="9080" y="75992"/>
                  <a:pt x="9109" y="75992"/>
                  <a:pt x="9124" y="75977"/>
                </a:cubicBezTo>
                <a:close/>
                <a:moveTo>
                  <a:pt x="8697" y="75918"/>
                </a:moveTo>
                <a:cubicBezTo>
                  <a:pt x="8697" y="75963"/>
                  <a:pt x="8683" y="75992"/>
                  <a:pt x="8683" y="76051"/>
                </a:cubicBezTo>
                <a:cubicBezTo>
                  <a:pt x="8624" y="76066"/>
                  <a:pt x="8594" y="76080"/>
                  <a:pt x="8550" y="76124"/>
                </a:cubicBezTo>
                <a:cubicBezTo>
                  <a:pt x="8550" y="76080"/>
                  <a:pt x="8565" y="76036"/>
                  <a:pt x="8565" y="75992"/>
                </a:cubicBezTo>
                <a:cubicBezTo>
                  <a:pt x="8609" y="75977"/>
                  <a:pt x="8668" y="75933"/>
                  <a:pt x="8697" y="75918"/>
                </a:cubicBezTo>
                <a:close/>
                <a:moveTo>
                  <a:pt x="8271" y="75933"/>
                </a:moveTo>
                <a:lnTo>
                  <a:pt x="8271" y="76080"/>
                </a:lnTo>
                <a:cubicBezTo>
                  <a:pt x="8227" y="76110"/>
                  <a:pt x="8168" y="76139"/>
                  <a:pt x="8109" y="76154"/>
                </a:cubicBezTo>
                <a:lnTo>
                  <a:pt x="8109" y="76007"/>
                </a:lnTo>
                <a:cubicBezTo>
                  <a:pt x="8168" y="75992"/>
                  <a:pt x="8212" y="75963"/>
                  <a:pt x="8256" y="75933"/>
                </a:cubicBezTo>
                <a:close/>
                <a:moveTo>
                  <a:pt x="8845" y="76007"/>
                </a:moveTo>
                <a:cubicBezTo>
                  <a:pt x="8845" y="76051"/>
                  <a:pt x="8830" y="76080"/>
                  <a:pt x="8830" y="76110"/>
                </a:cubicBezTo>
                <a:cubicBezTo>
                  <a:pt x="8800" y="76139"/>
                  <a:pt x="8756" y="76154"/>
                  <a:pt x="8727" y="76183"/>
                </a:cubicBezTo>
                <a:cubicBezTo>
                  <a:pt x="8727" y="76139"/>
                  <a:pt x="8742" y="76110"/>
                  <a:pt x="8742" y="76080"/>
                </a:cubicBezTo>
                <a:cubicBezTo>
                  <a:pt x="8771" y="76066"/>
                  <a:pt x="8815" y="76036"/>
                  <a:pt x="8845" y="76007"/>
                </a:cubicBezTo>
                <a:close/>
                <a:moveTo>
                  <a:pt x="8962" y="76110"/>
                </a:moveTo>
                <a:lnTo>
                  <a:pt x="8962" y="76110"/>
                </a:lnTo>
                <a:cubicBezTo>
                  <a:pt x="8948" y="76124"/>
                  <a:pt x="8948" y="76139"/>
                  <a:pt x="8918" y="76183"/>
                </a:cubicBezTo>
                <a:lnTo>
                  <a:pt x="8874" y="76227"/>
                </a:lnTo>
                <a:cubicBezTo>
                  <a:pt x="8874" y="76213"/>
                  <a:pt x="8889" y="76198"/>
                  <a:pt x="8889" y="76154"/>
                </a:cubicBezTo>
                <a:cubicBezTo>
                  <a:pt x="8903" y="76139"/>
                  <a:pt x="8918" y="76124"/>
                  <a:pt x="8962" y="76110"/>
                </a:cubicBezTo>
                <a:close/>
                <a:moveTo>
                  <a:pt x="8477" y="76051"/>
                </a:moveTo>
                <a:cubicBezTo>
                  <a:pt x="8477" y="76080"/>
                  <a:pt x="8462" y="76139"/>
                  <a:pt x="8462" y="76183"/>
                </a:cubicBezTo>
                <a:cubicBezTo>
                  <a:pt x="8433" y="76213"/>
                  <a:pt x="8374" y="76227"/>
                  <a:pt x="8330" y="76272"/>
                </a:cubicBezTo>
                <a:cubicBezTo>
                  <a:pt x="8330" y="76213"/>
                  <a:pt x="8359" y="76183"/>
                  <a:pt x="8359" y="76124"/>
                </a:cubicBezTo>
                <a:cubicBezTo>
                  <a:pt x="8388" y="76110"/>
                  <a:pt x="8447" y="76066"/>
                  <a:pt x="8477" y="76051"/>
                </a:cubicBezTo>
                <a:close/>
                <a:moveTo>
                  <a:pt x="8035" y="76051"/>
                </a:moveTo>
                <a:lnTo>
                  <a:pt x="8035" y="76213"/>
                </a:lnTo>
                <a:cubicBezTo>
                  <a:pt x="8006" y="76227"/>
                  <a:pt x="7947" y="76272"/>
                  <a:pt x="7903" y="76286"/>
                </a:cubicBezTo>
                <a:lnTo>
                  <a:pt x="7888" y="76286"/>
                </a:lnTo>
                <a:cubicBezTo>
                  <a:pt x="7888" y="76227"/>
                  <a:pt x="7888" y="76169"/>
                  <a:pt x="7873" y="76124"/>
                </a:cubicBezTo>
                <a:cubicBezTo>
                  <a:pt x="7932" y="76124"/>
                  <a:pt x="7991" y="76080"/>
                  <a:pt x="8035" y="76051"/>
                </a:cubicBezTo>
                <a:close/>
                <a:moveTo>
                  <a:pt x="8639" y="76154"/>
                </a:moveTo>
                <a:cubicBezTo>
                  <a:pt x="8639" y="76198"/>
                  <a:pt x="8624" y="76227"/>
                  <a:pt x="8624" y="76272"/>
                </a:cubicBezTo>
                <a:cubicBezTo>
                  <a:pt x="8594" y="76286"/>
                  <a:pt x="8550" y="76301"/>
                  <a:pt x="8521" y="76345"/>
                </a:cubicBezTo>
                <a:cubicBezTo>
                  <a:pt x="8521" y="76301"/>
                  <a:pt x="8536" y="76272"/>
                  <a:pt x="8536" y="76227"/>
                </a:cubicBezTo>
                <a:cubicBezTo>
                  <a:pt x="8580" y="76213"/>
                  <a:pt x="8609" y="76169"/>
                  <a:pt x="8639" y="76154"/>
                </a:cubicBezTo>
                <a:close/>
                <a:moveTo>
                  <a:pt x="8771" y="76227"/>
                </a:moveTo>
                <a:cubicBezTo>
                  <a:pt x="8771" y="76257"/>
                  <a:pt x="8756" y="76286"/>
                  <a:pt x="8756" y="76301"/>
                </a:cubicBezTo>
                <a:lnTo>
                  <a:pt x="8668" y="76404"/>
                </a:lnTo>
                <a:cubicBezTo>
                  <a:pt x="8668" y="76360"/>
                  <a:pt x="8683" y="76345"/>
                  <a:pt x="8683" y="76301"/>
                </a:cubicBezTo>
                <a:cubicBezTo>
                  <a:pt x="8727" y="76286"/>
                  <a:pt x="8742" y="76272"/>
                  <a:pt x="8771" y="76227"/>
                </a:cubicBezTo>
                <a:close/>
                <a:moveTo>
                  <a:pt x="8256" y="76183"/>
                </a:moveTo>
                <a:cubicBezTo>
                  <a:pt x="8256" y="76227"/>
                  <a:pt x="8256" y="76272"/>
                  <a:pt x="8241" y="76331"/>
                </a:cubicBezTo>
                <a:cubicBezTo>
                  <a:pt x="8212" y="76360"/>
                  <a:pt x="8153" y="76375"/>
                  <a:pt x="8109" y="76419"/>
                </a:cubicBezTo>
                <a:lnTo>
                  <a:pt x="8109" y="76272"/>
                </a:lnTo>
                <a:cubicBezTo>
                  <a:pt x="8168" y="76227"/>
                  <a:pt x="8227" y="76198"/>
                  <a:pt x="8256" y="76183"/>
                </a:cubicBezTo>
                <a:close/>
                <a:moveTo>
                  <a:pt x="8845" y="76365"/>
                </a:moveTo>
                <a:cubicBezTo>
                  <a:pt x="8845" y="76368"/>
                  <a:pt x="8845" y="76371"/>
                  <a:pt x="8845" y="76375"/>
                </a:cubicBezTo>
                <a:lnTo>
                  <a:pt x="8815" y="76419"/>
                </a:lnTo>
                <a:cubicBezTo>
                  <a:pt x="8815" y="76389"/>
                  <a:pt x="8830" y="76375"/>
                  <a:pt x="8830" y="76375"/>
                </a:cubicBezTo>
                <a:lnTo>
                  <a:pt x="8845" y="76365"/>
                </a:lnTo>
                <a:close/>
                <a:moveTo>
                  <a:pt x="8447" y="76286"/>
                </a:moveTo>
                <a:cubicBezTo>
                  <a:pt x="8447" y="76331"/>
                  <a:pt x="8418" y="76360"/>
                  <a:pt x="8418" y="76419"/>
                </a:cubicBezTo>
                <a:cubicBezTo>
                  <a:pt x="8388" y="76434"/>
                  <a:pt x="8359" y="76448"/>
                  <a:pt x="8315" y="76492"/>
                </a:cubicBezTo>
                <a:cubicBezTo>
                  <a:pt x="8315" y="76448"/>
                  <a:pt x="8330" y="76404"/>
                  <a:pt x="8330" y="76360"/>
                </a:cubicBezTo>
                <a:cubicBezTo>
                  <a:pt x="8374" y="76345"/>
                  <a:pt x="8403" y="76301"/>
                  <a:pt x="8447" y="76286"/>
                </a:cubicBezTo>
                <a:close/>
                <a:moveTo>
                  <a:pt x="8035" y="76301"/>
                </a:moveTo>
                <a:lnTo>
                  <a:pt x="8035" y="76448"/>
                </a:lnTo>
                <a:cubicBezTo>
                  <a:pt x="8006" y="76492"/>
                  <a:pt x="7947" y="76507"/>
                  <a:pt x="7903" y="76551"/>
                </a:cubicBezTo>
                <a:lnTo>
                  <a:pt x="7903" y="76404"/>
                </a:lnTo>
                <a:cubicBezTo>
                  <a:pt x="7903" y="76375"/>
                  <a:pt x="7932" y="76375"/>
                  <a:pt x="7947" y="76360"/>
                </a:cubicBezTo>
                <a:cubicBezTo>
                  <a:pt x="7991" y="76345"/>
                  <a:pt x="8006" y="76331"/>
                  <a:pt x="8035" y="76301"/>
                </a:cubicBezTo>
                <a:close/>
                <a:moveTo>
                  <a:pt x="8594" y="76375"/>
                </a:moveTo>
                <a:cubicBezTo>
                  <a:pt x="8594" y="76419"/>
                  <a:pt x="8580" y="76448"/>
                  <a:pt x="8580" y="76478"/>
                </a:cubicBezTo>
                <a:cubicBezTo>
                  <a:pt x="8536" y="76492"/>
                  <a:pt x="8521" y="76522"/>
                  <a:pt x="8477" y="76551"/>
                </a:cubicBezTo>
                <a:cubicBezTo>
                  <a:pt x="8477" y="76522"/>
                  <a:pt x="8506" y="76492"/>
                  <a:pt x="8506" y="76448"/>
                </a:cubicBezTo>
                <a:cubicBezTo>
                  <a:pt x="8536" y="76434"/>
                  <a:pt x="8550" y="76404"/>
                  <a:pt x="8594" y="76375"/>
                </a:cubicBezTo>
                <a:close/>
                <a:moveTo>
                  <a:pt x="8727" y="76448"/>
                </a:moveTo>
                <a:cubicBezTo>
                  <a:pt x="8697" y="76492"/>
                  <a:pt x="8683" y="76507"/>
                  <a:pt x="8683" y="76522"/>
                </a:cubicBezTo>
                <a:lnTo>
                  <a:pt x="8624" y="76581"/>
                </a:lnTo>
                <a:cubicBezTo>
                  <a:pt x="8624" y="76566"/>
                  <a:pt x="8639" y="76551"/>
                  <a:pt x="8639" y="76507"/>
                </a:cubicBezTo>
                <a:cubicBezTo>
                  <a:pt x="8668" y="76492"/>
                  <a:pt x="8683" y="76478"/>
                  <a:pt x="8727" y="76448"/>
                </a:cubicBezTo>
                <a:close/>
                <a:moveTo>
                  <a:pt x="8241" y="76419"/>
                </a:moveTo>
                <a:cubicBezTo>
                  <a:pt x="8241" y="76448"/>
                  <a:pt x="8227" y="76507"/>
                  <a:pt x="8227" y="76551"/>
                </a:cubicBezTo>
                <a:cubicBezTo>
                  <a:pt x="8182" y="76581"/>
                  <a:pt x="8153" y="76625"/>
                  <a:pt x="8109" y="76640"/>
                </a:cubicBezTo>
                <a:lnTo>
                  <a:pt x="8109" y="76507"/>
                </a:lnTo>
                <a:cubicBezTo>
                  <a:pt x="8153" y="76478"/>
                  <a:pt x="8212" y="76448"/>
                  <a:pt x="8241" y="76419"/>
                </a:cubicBezTo>
                <a:close/>
                <a:moveTo>
                  <a:pt x="8388" y="76522"/>
                </a:moveTo>
                <a:cubicBezTo>
                  <a:pt x="8388" y="76566"/>
                  <a:pt x="8374" y="76595"/>
                  <a:pt x="8374" y="76640"/>
                </a:cubicBezTo>
                <a:cubicBezTo>
                  <a:pt x="8330" y="76654"/>
                  <a:pt x="8315" y="76698"/>
                  <a:pt x="8285" y="76713"/>
                </a:cubicBezTo>
                <a:cubicBezTo>
                  <a:pt x="8300" y="76669"/>
                  <a:pt x="8300" y="76640"/>
                  <a:pt x="8300" y="76595"/>
                </a:cubicBezTo>
                <a:cubicBezTo>
                  <a:pt x="8330" y="76581"/>
                  <a:pt x="8374" y="76551"/>
                  <a:pt x="8388" y="76522"/>
                </a:cubicBezTo>
                <a:close/>
                <a:moveTo>
                  <a:pt x="8521" y="76625"/>
                </a:moveTo>
                <a:cubicBezTo>
                  <a:pt x="8521" y="76640"/>
                  <a:pt x="8506" y="76669"/>
                  <a:pt x="8506" y="76698"/>
                </a:cubicBezTo>
                <a:cubicBezTo>
                  <a:pt x="8477" y="76728"/>
                  <a:pt x="8462" y="76743"/>
                  <a:pt x="8433" y="76772"/>
                </a:cubicBezTo>
                <a:cubicBezTo>
                  <a:pt x="8433" y="76728"/>
                  <a:pt x="8447" y="76713"/>
                  <a:pt x="8447" y="76669"/>
                </a:cubicBezTo>
                <a:cubicBezTo>
                  <a:pt x="8462" y="76654"/>
                  <a:pt x="8506" y="76640"/>
                  <a:pt x="8521" y="76625"/>
                </a:cubicBezTo>
                <a:close/>
                <a:moveTo>
                  <a:pt x="8609" y="76731"/>
                </a:moveTo>
                <a:cubicBezTo>
                  <a:pt x="8609" y="76735"/>
                  <a:pt x="8609" y="76739"/>
                  <a:pt x="8609" y="76743"/>
                </a:cubicBezTo>
                <a:lnTo>
                  <a:pt x="8580" y="76787"/>
                </a:lnTo>
                <a:cubicBezTo>
                  <a:pt x="8580" y="76757"/>
                  <a:pt x="8594" y="76743"/>
                  <a:pt x="8594" y="76743"/>
                </a:cubicBezTo>
                <a:cubicBezTo>
                  <a:pt x="8600" y="76737"/>
                  <a:pt x="8605" y="76734"/>
                  <a:pt x="8609" y="76731"/>
                </a:cubicBezTo>
                <a:close/>
                <a:moveTo>
                  <a:pt x="8035" y="76566"/>
                </a:moveTo>
                <a:cubicBezTo>
                  <a:pt x="8035" y="76625"/>
                  <a:pt x="8035" y="76654"/>
                  <a:pt x="8020" y="76713"/>
                </a:cubicBezTo>
                <a:cubicBezTo>
                  <a:pt x="7991" y="76743"/>
                  <a:pt x="7947" y="76772"/>
                  <a:pt x="7888" y="76801"/>
                </a:cubicBezTo>
                <a:lnTo>
                  <a:pt x="7888" y="76654"/>
                </a:lnTo>
                <a:cubicBezTo>
                  <a:pt x="7947" y="76625"/>
                  <a:pt x="7991" y="76581"/>
                  <a:pt x="8035" y="76566"/>
                </a:cubicBezTo>
                <a:close/>
                <a:moveTo>
                  <a:pt x="8227" y="76669"/>
                </a:moveTo>
                <a:cubicBezTo>
                  <a:pt x="8227" y="76713"/>
                  <a:pt x="8197" y="76743"/>
                  <a:pt x="8197" y="76801"/>
                </a:cubicBezTo>
                <a:cubicBezTo>
                  <a:pt x="8168" y="76816"/>
                  <a:pt x="8138" y="76846"/>
                  <a:pt x="8094" y="76875"/>
                </a:cubicBezTo>
                <a:cubicBezTo>
                  <a:pt x="8094" y="76846"/>
                  <a:pt x="8094" y="76801"/>
                  <a:pt x="8109" y="76743"/>
                </a:cubicBezTo>
                <a:cubicBezTo>
                  <a:pt x="8153" y="76728"/>
                  <a:pt x="8182" y="76698"/>
                  <a:pt x="8227" y="76669"/>
                </a:cubicBezTo>
                <a:close/>
                <a:moveTo>
                  <a:pt x="8359" y="76772"/>
                </a:moveTo>
                <a:cubicBezTo>
                  <a:pt x="8359" y="76801"/>
                  <a:pt x="8330" y="76846"/>
                  <a:pt x="8330" y="76860"/>
                </a:cubicBezTo>
                <a:cubicBezTo>
                  <a:pt x="8300" y="76875"/>
                  <a:pt x="8271" y="76890"/>
                  <a:pt x="8256" y="76934"/>
                </a:cubicBezTo>
                <a:cubicBezTo>
                  <a:pt x="8256" y="76890"/>
                  <a:pt x="8271" y="76860"/>
                  <a:pt x="8271" y="76846"/>
                </a:cubicBezTo>
                <a:cubicBezTo>
                  <a:pt x="8300" y="76816"/>
                  <a:pt x="8330" y="76801"/>
                  <a:pt x="8359" y="76772"/>
                </a:cubicBezTo>
                <a:close/>
                <a:moveTo>
                  <a:pt x="8447" y="76846"/>
                </a:moveTo>
                <a:cubicBezTo>
                  <a:pt x="8447" y="76875"/>
                  <a:pt x="8447" y="76890"/>
                  <a:pt x="8433" y="76919"/>
                </a:cubicBezTo>
                <a:lnTo>
                  <a:pt x="8374" y="76963"/>
                </a:lnTo>
                <a:cubicBezTo>
                  <a:pt x="8374" y="76949"/>
                  <a:pt x="8388" y="76934"/>
                  <a:pt x="8388" y="76890"/>
                </a:cubicBezTo>
                <a:lnTo>
                  <a:pt x="8447" y="76846"/>
                </a:lnTo>
                <a:close/>
                <a:moveTo>
                  <a:pt x="8006" y="76801"/>
                </a:moveTo>
                <a:cubicBezTo>
                  <a:pt x="8006" y="76846"/>
                  <a:pt x="7991" y="76890"/>
                  <a:pt x="7991" y="76934"/>
                </a:cubicBezTo>
                <a:cubicBezTo>
                  <a:pt x="7962" y="76963"/>
                  <a:pt x="7932" y="77007"/>
                  <a:pt x="7888" y="77022"/>
                </a:cubicBezTo>
                <a:lnTo>
                  <a:pt x="7888" y="76890"/>
                </a:lnTo>
                <a:cubicBezTo>
                  <a:pt x="7932" y="76860"/>
                  <a:pt x="7962" y="76846"/>
                  <a:pt x="8006" y="76801"/>
                </a:cubicBezTo>
                <a:close/>
                <a:moveTo>
                  <a:pt x="8168" y="76919"/>
                </a:moveTo>
                <a:cubicBezTo>
                  <a:pt x="8168" y="76949"/>
                  <a:pt x="8153" y="76993"/>
                  <a:pt x="8153" y="77022"/>
                </a:cubicBezTo>
                <a:cubicBezTo>
                  <a:pt x="8109" y="77037"/>
                  <a:pt x="8094" y="77081"/>
                  <a:pt x="8065" y="77096"/>
                </a:cubicBezTo>
                <a:cubicBezTo>
                  <a:pt x="8079" y="77066"/>
                  <a:pt x="8079" y="77022"/>
                  <a:pt x="8079" y="76993"/>
                </a:cubicBezTo>
                <a:cubicBezTo>
                  <a:pt x="8109" y="76963"/>
                  <a:pt x="8153" y="76934"/>
                  <a:pt x="8168" y="76919"/>
                </a:cubicBezTo>
                <a:close/>
                <a:moveTo>
                  <a:pt x="8271" y="77007"/>
                </a:moveTo>
                <a:cubicBezTo>
                  <a:pt x="8271" y="77022"/>
                  <a:pt x="8271" y="77066"/>
                  <a:pt x="8256" y="77081"/>
                </a:cubicBezTo>
                <a:lnTo>
                  <a:pt x="8212" y="77140"/>
                </a:lnTo>
                <a:cubicBezTo>
                  <a:pt x="8212" y="77110"/>
                  <a:pt x="8227" y="77081"/>
                  <a:pt x="8227" y="77066"/>
                </a:cubicBezTo>
                <a:lnTo>
                  <a:pt x="8271" y="77007"/>
                </a:lnTo>
                <a:close/>
                <a:moveTo>
                  <a:pt x="8374" y="77096"/>
                </a:moveTo>
                <a:cubicBezTo>
                  <a:pt x="8374" y="77110"/>
                  <a:pt x="8359" y="77110"/>
                  <a:pt x="8359" y="77140"/>
                </a:cubicBezTo>
                <a:cubicBezTo>
                  <a:pt x="8359" y="77155"/>
                  <a:pt x="8330" y="77155"/>
                  <a:pt x="8330" y="77169"/>
                </a:cubicBezTo>
                <a:cubicBezTo>
                  <a:pt x="8330" y="77155"/>
                  <a:pt x="8330" y="77140"/>
                  <a:pt x="8359" y="77140"/>
                </a:cubicBezTo>
                <a:cubicBezTo>
                  <a:pt x="8359" y="77110"/>
                  <a:pt x="8359" y="77096"/>
                  <a:pt x="8374" y="77096"/>
                </a:cubicBezTo>
                <a:close/>
                <a:moveTo>
                  <a:pt x="8006" y="77066"/>
                </a:moveTo>
                <a:cubicBezTo>
                  <a:pt x="8006" y="77096"/>
                  <a:pt x="7991" y="77140"/>
                  <a:pt x="7991" y="77184"/>
                </a:cubicBezTo>
                <a:cubicBezTo>
                  <a:pt x="7932" y="77213"/>
                  <a:pt x="7903" y="77228"/>
                  <a:pt x="7873" y="77258"/>
                </a:cubicBezTo>
                <a:cubicBezTo>
                  <a:pt x="7873" y="77228"/>
                  <a:pt x="7873" y="77184"/>
                  <a:pt x="7888" y="77140"/>
                </a:cubicBezTo>
                <a:cubicBezTo>
                  <a:pt x="7932" y="77110"/>
                  <a:pt x="7962" y="77081"/>
                  <a:pt x="8006" y="77066"/>
                </a:cubicBezTo>
                <a:close/>
                <a:moveTo>
                  <a:pt x="8109" y="77155"/>
                </a:moveTo>
                <a:cubicBezTo>
                  <a:pt x="8109" y="77184"/>
                  <a:pt x="8094" y="77213"/>
                  <a:pt x="8094" y="77243"/>
                </a:cubicBezTo>
                <a:lnTo>
                  <a:pt x="8020" y="77317"/>
                </a:lnTo>
                <a:cubicBezTo>
                  <a:pt x="8020" y="77287"/>
                  <a:pt x="8035" y="77243"/>
                  <a:pt x="8035" y="77228"/>
                </a:cubicBezTo>
                <a:lnTo>
                  <a:pt x="8109" y="77155"/>
                </a:lnTo>
                <a:close/>
                <a:moveTo>
                  <a:pt x="8227" y="77243"/>
                </a:moveTo>
                <a:cubicBezTo>
                  <a:pt x="8212" y="77258"/>
                  <a:pt x="8212" y="77287"/>
                  <a:pt x="8212" y="77302"/>
                </a:cubicBezTo>
                <a:lnTo>
                  <a:pt x="8168" y="77331"/>
                </a:lnTo>
                <a:cubicBezTo>
                  <a:pt x="8168" y="77317"/>
                  <a:pt x="8168" y="77302"/>
                  <a:pt x="8182" y="77272"/>
                </a:cubicBezTo>
                <a:lnTo>
                  <a:pt x="8227" y="77243"/>
                </a:lnTo>
                <a:close/>
                <a:moveTo>
                  <a:pt x="7947" y="77302"/>
                </a:moveTo>
                <a:cubicBezTo>
                  <a:pt x="7947" y="77331"/>
                  <a:pt x="7932" y="77375"/>
                  <a:pt x="7932" y="77405"/>
                </a:cubicBezTo>
                <a:cubicBezTo>
                  <a:pt x="7917" y="77434"/>
                  <a:pt x="7873" y="77464"/>
                  <a:pt x="7844" y="77478"/>
                </a:cubicBezTo>
                <a:cubicBezTo>
                  <a:pt x="7844" y="77449"/>
                  <a:pt x="7859" y="77405"/>
                  <a:pt x="7859" y="77375"/>
                </a:cubicBezTo>
                <a:cubicBezTo>
                  <a:pt x="7888" y="77361"/>
                  <a:pt x="7932" y="77317"/>
                  <a:pt x="7947" y="77302"/>
                </a:cubicBezTo>
                <a:close/>
                <a:moveTo>
                  <a:pt x="8094" y="77390"/>
                </a:moveTo>
                <a:lnTo>
                  <a:pt x="8094" y="77390"/>
                </a:lnTo>
                <a:cubicBezTo>
                  <a:pt x="8065" y="77405"/>
                  <a:pt x="8065" y="77434"/>
                  <a:pt x="8065" y="77464"/>
                </a:cubicBezTo>
                <a:lnTo>
                  <a:pt x="8006" y="77523"/>
                </a:lnTo>
                <a:cubicBezTo>
                  <a:pt x="8006" y="77508"/>
                  <a:pt x="8020" y="77464"/>
                  <a:pt x="8020" y="77449"/>
                </a:cubicBezTo>
                <a:cubicBezTo>
                  <a:pt x="8035" y="77434"/>
                  <a:pt x="8065" y="77405"/>
                  <a:pt x="8094" y="77390"/>
                </a:cubicBezTo>
                <a:close/>
                <a:moveTo>
                  <a:pt x="7903" y="77537"/>
                </a:moveTo>
                <a:cubicBezTo>
                  <a:pt x="7888" y="77581"/>
                  <a:pt x="7888" y="77596"/>
                  <a:pt x="7888" y="77626"/>
                </a:cubicBezTo>
                <a:cubicBezTo>
                  <a:pt x="7873" y="77655"/>
                  <a:pt x="7859" y="77684"/>
                  <a:pt x="7814" y="77699"/>
                </a:cubicBezTo>
                <a:cubicBezTo>
                  <a:pt x="7814" y="77670"/>
                  <a:pt x="7829" y="77626"/>
                  <a:pt x="7829" y="77611"/>
                </a:cubicBezTo>
                <a:cubicBezTo>
                  <a:pt x="7859" y="77596"/>
                  <a:pt x="7888" y="77581"/>
                  <a:pt x="7903" y="77537"/>
                </a:cubicBezTo>
                <a:close/>
                <a:moveTo>
                  <a:pt x="8020" y="77611"/>
                </a:moveTo>
                <a:cubicBezTo>
                  <a:pt x="8006" y="77655"/>
                  <a:pt x="8006" y="77655"/>
                  <a:pt x="7991" y="77670"/>
                </a:cubicBezTo>
                <a:cubicBezTo>
                  <a:pt x="7962" y="77684"/>
                  <a:pt x="7947" y="77699"/>
                  <a:pt x="7947" y="77729"/>
                </a:cubicBezTo>
                <a:cubicBezTo>
                  <a:pt x="7947" y="77699"/>
                  <a:pt x="7947" y="77684"/>
                  <a:pt x="7962" y="77670"/>
                </a:cubicBezTo>
                <a:lnTo>
                  <a:pt x="8020" y="77611"/>
                </a:lnTo>
                <a:close/>
                <a:moveTo>
                  <a:pt x="7859" y="77773"/>
                </a:moveTo>
                <a:lnTo>
                  <a:pt x="7859" y="77773"/>
                </a:lnTo>
                <a:cubicBezTo>
                  <a:pt x="7844" y="77817"/>
                  <a:pt x="7844" y="77832"/>
                  <a:pt x="7844" y="77846"/>
                </a:cubicBezTo>
                <a:lnTo>
                  <a:pt x="7785" y="77905"/>
                </a:lnTo>
                <a:cubicBezTo>
                  <a:pt x="7785" y="77890"/>
                  <a:pt x="7800" y="77846"/>
                  <a:pt x="7800" y="77832"/>
                </a:cubicBezTo>
                <a:lnTo>
                  <a:pt x="7859" y="77773"/>
                </a:lnTo>
                <a:close/>
                <a:moveTo>
                  <a:pt x="7800" y="78023"/>
                </a:moveTo>
                <a:cubicBezTo>
                  <a:pt x="7785" y="78038"/>
                  <a:pt x="7785" y="78052"/>
                  <a:pt x="7785" y="78067"/>
                </a:cubicBezTo>
                <a:cubicBezTo>
                  <a:pt x="7770" y="78096"/>
                  <a:pt x="7770" y="78111"/>
                  <a:pt x="7741" y="78111"/>
                </a:cubicBezTo>
                <a:cubicBezTo>
                  <a:pt x="7741" y="78096"/>
                  <a:pt x="7741" y="78067"/>
                  <a:pt x="7770" y="78052"/>
                </a:cubicBezTo>
                <a:cubicBezTo>
                  <a:pt x="7785" y="78038"/>
                  <a:pt x="7785" y="78023"/>
                  <a:pt x="7800" y="78023"/>
                </a:cubicBezTo>
                <a:close/>
                <a:moveTo>
                  <a:pt x="7535" y="74859"/>
                </a:moveTo>
                <a:cubicBezTo>
                  <a:pt x="7564" y="74918"/>
                  <a:pt x="7579" y="74977"/>
                  <a:pt x="7594" y="75050"/>
                </a:cubicBezTo>
                <a:cubicBezTo>
                  <a:pt x="7064" y="75271"/>
                  <a:pt x="6534" y="75521"/>
                  <a:pt x="6019" y="75815"/>
                </a:cubicBezTo>
                <a:cubicBezTo>
                  <a:pt x="3723" y="77110"/>
                  <a:pt x="1987" y="79392"/>
                  <a:pt x="1266" y="81893"/>
                </a:cubicBezTo>
                <a:cubicBezTo>
                  <a:pt x="1913" y="79230"/>
                  <a:pt x="3694" y="76816"/>
                  <a:pt x="6107" y="75521"/>
                </a:cubicBezTo>
                <a:cubicBezTo>
                  <a:pt x="6564" y="75256"/>
                  <a:pt x="7049" y="75050"/>
                  <a:pt x="7535" y="74859"/>
                </a:cubicBezTo>
                <a:close/>
                <a:moveTo>
                  <a:pt x="7638" y="75109"/>
                </a:moveTo>
                <a:cubicBezTo>
                  <a:pt x="7638" y="75183"/>
                  <a:pt x="7653" y="75256"/>
                  <a:pt x="7667" y="75315"/>
                </a:cubicBezTo>
                <a:cubicBezTo>
                  <a:pt x="7108" y="75565"/>
                  <a:pt x="6519" y="75845"/>
                  <a:pt x="5975" y="76183"/>
                </a:cubicBezTo>
                <a:cubicBezTo>
                  <a:pt x="3738" y="77508"/>
                  <a:pt x="2075" y="79642"/>
                  <a:pt x="1339" y="82026"/>
                </a:cubicBezTo>
                <a:cubicBezTo>
                  <a:pt x="2016" y="79495"/>
                  <a:pt x="3753" y="77184"/>
                  <a:pt x="6063" y="75860"/>
                </a:cubicBezTo>
                <a:cubicBezTo>
                  <a:pt x="6564" y="75565"/>
                  <a:pt x="7093" y="75330"/>
                  <a:pt x="7638" y="75109"/>
                </a:cubicBezTo>
                <a:close/>
                <a:moveTo>
                  <a:pt x="7682" y="75403"/>
                </a:moveTo>
                <a:cubicBezTo>
                  <a:pt x="7711" y="75462"/>
                  <a:pt x="7711" y="75536"/>
                  <a:pt x="7726" y="75595"/>
                </a:cubicBezTo>
                <a:cubicBezTo>
                  <a:pt x="7123" y="75889"/>
                  <a:pt x="6519" y="76198"/>
                  <a:pt x="5931" y="76537"/>
                </a:cubicBezTo>
                <a:cubicBezTo>
                  <a:pt x="3635" y="77964"/>
                  <a:pt x="1957" y="80201"/>
                  <a:pt x="1251" y="82629"/>
                </a:cubicBezTo>
                <a:cubicBezTo>
                  <a:pt x="1884" y="80039"/>
                  <a:pt x="3606" y="77670"/>
                  <a:pt x="6019" y="76257"/>
                </a:cubicBezTo>
                <a:cubicBezTo>
                  <a:pt x="6549" y="75933"/>
                  <a:pt x="7123" y="75668"/>
                  <a:pt x="7682" y="75403"/>
                </a:cubicBezTo>
                <a:close/>
                <a:moveTo>
                  <a:pt x="7741" y="75668"/>
                </a:moveTo>
                <a:cubicBezTo>
                  <a:pt x="7770" y="75712"/>
                  <a:pt x="7770" y="75771"/>
                  <a:pt x="7770" y="75845"/>
                </a:cubicBezTo>
                <a:cubicBezTo>
                  <a:pt x="7123" y="76183"/>
                  <a:pt x="6490" y="76522"/>
                  <a:pt x="5872" y="76919"/>
                </a:cubicBezTo>
                <a:cubicBezTo>
                  <a:pt x="3606" y="78361"/>
                  <a:pt x="1913" y="80628"/>
                  <a:pt x="1221" y="83041"/>
                </a:cubicBezTo>
                <a:cubicBezTo>
                  <a:pt x="1854" y="80466"/>
                  <a:pt x="3591" y="78096"/>
                  <a:pt x="5960" y="76625"/>
                </a:cubicBezTo>
                <a:cubicBezTo>
                  <a:pt x="6534" y="76272"/>
                  <a:pt x="7137" y="75963"/>
                  <a:pt x="7741" y="75668"/>
                </a:cubicBezTo>
                <a:close/>
                <a:moveTo>
                  <a:pt x="7785" y="75933"/>
                </a:moveTo>
                <a:cubicBezTo>
                  <a:pt x="7785" y="75992"/>
                  <a:pt x="7800" y="76051"/>
                  <a:pt x="7800" y="76110"/>
                </a:cubicBezTo>
                <a:cubicBezTo>
                  <a:pt x="7137" y="76478"/>
                  <a:pt x="6475" y="76860"/>
                  <a:pt x="5828" y="77272"/>
                </a:cubicBezTo>
                <a:cubicBezTo>
                  <a:pt x="3591" y="78788"/>
                  <a:pt x="1943" y="80981"/>
                  <a:pt x="1236" y="83321"/>
                </a:cubicBezTo>
                <a:cubicBezTo>
                  <a:pt x="1884" y="80834"/>
                  <a:pt x="3591" y="78494"/>
                  <a:pt x="5931" y="76993"/>
                </a:cubicBezTo>
                <a:cubicBezTo>
                  <a:pt x="6534" y="76595"/>
                  <a:pt x="7152" y="76257"/>
                  <a:pt x="7785" y="75933"/>
                </a:cubicBezTo>
                <a:close/>
                <a:moveTo>
                  <a:pt x="7800" y="76198"/>
                </a:moveTo>
                <a:cubicBezTo>
                  <a:pt x="7800" y="76257"/>
                  <a:pt x="7800" y="76301"/>
                  <a:pt x="7814" y="76360"/>
                </a:cubicBezTo>
                <a:cubicBezTo>
                  <a:pt x="7137" y="76757"/>
                  <a:pt x="6461" y="77184"/>
                  <a:pt x="5784" y="77670"/>
                </a:cubicBezTo>
                <a:cubicBezTo>
                  <a:pt x="3517" y="79244"/>
                  <a:pt x="1884" y="81496"/>
                  <a:pt x="1177" y="83836"/>
                </a:cubicBezTo>
                <a:cubicBezTo>
                  <a:pt x="1781" y="81305"/>
                  <a:pt x="3473" y="78950"/>
                  <a:pt x="5872" y="77361"/>
                </a:cubicBezTo>
                <a:cubicBezTo>
                  <a:pt x="6490" y="76934"/>
                  <a:pt x="7152" y="76551"/>
                  <a:pt x="7800" y="76198"/>
                </a:cubicBezTo>
                <a:close/>
                <a:moveTo>
                  <a:pt x="7800" y="76448"/>
                </a:moveTo>
                <a:lnTo>
                  <a:pt x="7800" y="76625"/>
                </a:lnTo>
                <a:cubicBezTo>
                  <a:pt x="7726" y="76669"/>
                  <a:pt x="7638" y="76728"/>
                  <a:pt x="7564" y="76787"/>
                </a:cubicBezTo>
                <a:cubicBezTo>
                  <a:pt x="6961" y="77184"/>
                  <a:pt x="6313" y="77596"/>
                  <a:pt x="5710" y="78052"/>
                </a:cubicBezTo>
                <a:cubicBezTo>
                  <a:pt x="3458" y="79701"/>
                  <a:pt x="1854" y="81864"/>
                  <a:pt x="1163" y="84145"/>
                </a:cubicBezTo>
                <a:cubicBezTo>
                  <a:pt x="1825" y="81673"/>
                  <a:pt x="3473" y="79362"/>
                  <a:pt x="5813" y="77729"/>
                </a:cubicBezTo>
                <a:cubicBezTo>
                  <a:pt x="6475" y="77258"/>
                  <a:pt x="7152" y="76846"/>
                  <a:pt x="7800" y="76448"/>
                </a:cubicBezTo>
                <a:close/>
                <a:moveTo>
                  <a:pt x="7829" y="76698"/>
                </a:moveTo>
                <a:lnTo>
                  <a:pt x="7829" y="76846"/>
                </a:lnTo>
                <a:cubicBezTo>
                  <a:pt x="7653" y="76963"/>
                  <a:pt x="7447" y="77110"/>
                  <a:pt x="7270" y="77243"/>
                </a:cubicBezTo>
                <a:cubicBezTo>
                  <a:pt x="6755" y="77611"/>
                  <a:pt x="6210" y="77979"/>
                  <a:pt x="5695" y="78391"/>
                </a:cubicBezTo>
                <a:cubicBezTo>
                  <a:pt x="3414" y="80113"/>
                  <a:pt x="1825" y="82335"/>
                  <a:pt x="1148" y="84616"/>
                </a:cubicBezTo>
                <a:cubicBezTo>
                  <a:pt x="1737" y="82188"/>
                  <a:pt x="3370" y="79833"/>
                  <a:pt x="5784" y="78096"/>
                </a:cubicBezTo>
                <a:cubicBezTo>
                  <a:pt x="6387" y="77655"/>
                  <a:pt x="7005" y="77228"/>
                  <a:pt x="7638" y="76816"/>
                </a:cubicBezTo>
                <a:cubicBezTo>
                  <a:pt x="7711" y="76787"/>
                  <a:pt x="7770" y="76728"/>
                  <a:pt x="7829" y="76698"/>
                </a:cubicBezTo>
                <a:close/>
                <a:moveTo>
                  <a:pt x="7800" y="76949"/>
                </a:moveTo>
                <a:lnTo>
                  <a:pt x="7800" y="77096"/>
                </a:lnTo>
                <a:cubicBezTo>
                  <a:pt x="7505" y="77331"/>
                  <a:pt x="7196" y="77552"/>
                  <a:pt x="6902" y="77802"/>
                </a:cubicBezTo>
                <a:cubicBezTo>
                  <a:pt x="6475" y="78111"/>
                  <a:pt x="6048" y="78435"/>
                  <a:pt x="5622" y="78773"/>
                </a:cubicBezTo>
                <a:cubicBezTo>
                  <a:pt x="4253" y="79862"/>
                  <a:pt x="2016" y="81996"/>
                  <a:pt x="1118" y="84910"/>
                </a:cubicBezTo>
                <a:cubicBezTo>
                  <a:pt x="1751" y="82541"/>
                  <a:pt x="3385" y="80245"/>
                  <a:pt x="5725" y="78464"/>
                </a:cubicBezTo>
                <a:cubicBezTo>
                  <a:pt x="6240" y="78067"/>
                  <a:pt x="6770" y="77684"/>
                  <a:pt x="7285" y="77317"/>
                </a:cubicBezTo>
                <a:cubicBezTo>
                  <a:pt x="7476" y="77184"/>
                  <a:pt x="7638" y="77081"/>
                  <a:pt x="7800" y="76949"/>
                </a:cubicBezTo>
                <a:close/>
                <a:moveTo>
                  <a:pt x="7785" y="77213"/>
                </a:moveTo>
                <a:cubicBezTo>
                  <a:pt x="7785" y="77243"/>
                  <a:pt x="7785" y="77302"/>
                  <a:pt x="7770" y="77331"/>
                </a:cubicBezTo>
                <a:cubicBezTo>
                  <a:pt x="7358" y="77670"/>
                  <a:pt x="6946" y="78008"/>
                  <a:pt x="6534" y="78347"/>
                </a:cubicBezTo>
                <a:cubicBezTo>
                  <a:pt x="6210" y="78597"/>
                  <a:pt x="5887" y="78862"/>
                  <a:pt x="5578" y="79141"/>
                </a:cubicBezTo>
                <a:cubicBezTo>
                  <a:pt x="3355" y="80981"/>
                  <a:pt x="1795" y="83129"/>
                  <a:pt x="1104" y="85278"/>
                </a:cubicBezTo>
                <a:lnTo>
                  <a:pt x="1104" y="85263"/>
                </a:lnTo>
                <a:cubicBezTo>
                  <a:pt x="1928" y="82188"/>
                  <a:pt x="4268" y="79965"/>
                  <a:pt x="5666" y="78832"/>
                </a:cubicBezTo>
                <a:cubicBezTo>
                  <a:pt x="6093" y="78494"/>
                  <a:pt x="6505" y="78170"/>
                  <a:pt x="6931" y="77846"/>
                </a:cubicBezTo>
                <a:cubicBezTo>
                  <a:pt x="7226" y="77626"/>
                  <a:pt x="7505" y="77405"/>
                  <a:pt x="7785" y="77213"/>
                </a:cubicBezTo>
                <a:close/>
                <a:moveTo>
                  <a:pt x="7770" y="77449"/>
                </a:moveTo>
                <a:cubicBezTo>
                  <a:pt x="7770" y="77478"/>
                  <a:pt x="7741" y="77523"/>
                  <a:pt x="7741" y="77581"/>
                </a:cubicBezTo>
                <a:cubicBezTo>
                  <a:pt x="7255" y="78038"/>
                  <a:pt x="6711" y="78494"/>
                  <a:pt x="6181" y="78950"/>
                </a:cubicBezTo>
                <a:cubicBezTo>
                  <a:pt x="5960" y="79141"/>
                  <a:pt x="5739" y="79318"/>
                  <a:pt x="5519" y="79524"/>
                </a:cubicBezTo>
                <a:cubicBezTo>
                  <a:pt x="3959" y="80869"/>
                  <a:pt x="2107" y="82854"/>
                  <a:pt x="1194" y="85316"/>
                </a:cubicBezTo>
                <a:lnTo>
                  <a:pt x="1194" y="85316"/>
                </a:lnTo>
                <a:cubicBezTo>
                  <a:pt x="1869" y="83161"/>
                  <a:pt x="3422" y="81026"/>
                  <a:pt x="5636" y="79200"/>
                </a:cubicBezTo>
                <a:cubicBezTo>
                  <a:pt x="5945" y="78935"/>
                  <a:pt x="6269" y="78656"/>
                  <a:pt x="6593" y="78406"/>
                </a:cubicBezTo>
                <a:cubicBezTo>
                  <a:pt x="6990" y="78067"/>
                  <a:pt x="7373" y="77758"/>
                  <a:pt x="7770" y="77449"/>
                </a:cubicBezTo>
                <a:close/>
                <a:moveTo>
                  <a:pt x="7726" y="77684"/>
                </a:moveTo>
                <a:cubicBezTo>
                  <a:pt x="7726" y="77714"/>
                  <a:pt x="7711" y="77758"/>
                  <a:pt x="7711" y="77802"/>
                </a:cubicBezTo>
                <a:cubicBezTo>
                  <a:pt x="7123" y="78376"/>
                  <a:pt x="6475" y="78965"/>
                  <a:pt x="5813" y="79568"/>
                </a:cubicBezTo>
                <a:lnTo>
                  <a:pt x="5460" y="79877"/>
                </a:lnTo>
                <a:cubicBezTo>
                  <a:pt x="3318" y="81799"/>
                  <a:pt x="1892" y="83751"/>
                  <a:pt x="1169" y="85702"/>
                </a:cubicBezTo>
                <a:lnTo>
                  <a:pt x="1169" y="85702"/>
                </a:lnTo>
                <a:cubicBezTo>
                  <a:pt x="1168" y="85693"/>
                  <a:pt x="1163" y="85684"/>
                  <a:pt x="1163" y="85675"/>
                </a:cubicBezTo>
                <a:cubicBezTo>
                  <a:pt x="2001" y="83071"/>
                  <a:pt x="3959" y="80951"/>
                  <a:pt x="5578" y="79568"/>
                </a:cubicBezTo>
                <a:cubicBezTo>
                  <a:pt x="5798" y="79377"/>
                  <a:pt x="6019" y="79200"/>
                  <a:pt x="6240" y="78994"/>
                </a:cubicBezTo>
                <a:cubicBezTo>
                  <a:pt x="6755" y="78553"/>
                  <a:pt x="7255" y="78126"/>
                  <a:pt x="7726" y="77684"/>
                </a:cubicBezTo>
                <a:close/>
                <a:moveTo>
                  <a:pt x="7711" y="77964"/>
                </a:moveTo>
                <a:cubicBezTo>
                  <a:pt x="7697" y="77979"/>
                  <a:pt x="7697" y="77993"/>
                  <a:pt x="7667" y="78038"/>
                </a:cubicBezTo>
                <a:cubicBezTo>
                  <a:pt x="6990" y="78788"/>
                  <a:pt x="6210" y="79509"/>
                  <a:pt x="5460" y="80216"/>
                </a:cubicBezTo>
                <a:lnTo>
                  <a:pt x="5430" y="80260"/>
                </a:lnTo>
                <a:cubicBezTo>
                  <a:pt x="3296" y="82246"/>
                  <a:pt x="1928" y="84101"/>
                  <a:pt x="1192" y="85940"/>
                </a:cubicBezTo>
                <a:lnTo>
                  <a:pt x="1192" y="85881"/>
                </a:lnTo>
                <a:cubicBezTo>
                  <a:pt x="1898" y="83895"/>
                  <a:pt x="3355" y="81893"/>
                  <a:pt x="5533" y="79951"/>
                </a:cubicBezTo>
                <a:lnTo>
                  <a:pt x="5887" y="79627"/>
                </a:lnTo>
                <a:cubicBezTo>
                  <a:pt x="6519" y="79068"/>
                  <a:pt x="7137" y="78509"/>
                  <a:pt x="7711" y="77964"/>
                </a:cubicBezTo>
                <a:close/>
                <a:moveTo>
                  <a:pt x="7638" y="78199"/>
                </a:moveTo>
                <a:lnTo>
                  <a:pt x="7638" y="78258"/>
                </a:lnTo>
                <a:cubicBezTo>
                  <a:pt x="6990" y="79024"/>
                  <a:pt x="6210" y="79804"/>
                  <a:pt x="5386" y="80613"/>
                </a:cubicBezTo>
                <a:cubicBezTo>
                  <a:pt x="3900" y="82070"/>
                  <a:pt x="2193" y="83939"/>
                  <a:pt x="1251" y="86161"/>
                </a:cubicBezTo>
                <a:cubicBezTo>
                  <a:pt x="1251" y="86146"/>
                  <a:pt x="1236" y="86117"/>
                  <a:pt x="1236" y="86087"/>
                </a:cubicBezTo>
                <a:cubicBezTo>
                  <a:pt x="1928" y="84218"/>
                  <a:pt x="3311" y="82335"/>
                  <a:pt x="5475" y="80319"/>
                </a:cubicBezTo>
                <a:lnTo>
                  <a:pt x="5519" y="80274"/>
                </a:lnTo>
                <a:cubicBezTo>
                  <a:pt x="6240" y="79598"/>
                  <a:pt x="6976" y="78921"/>
                  <a:pt x="7638" y="78199"/>
                </a:cubicBezTo>
                <a:close/>
                <a:moveTo>
                  <a:pt x="7579" y="78435"/>
                </a:moveTo>
                <a:cubicBezTo>
                  <a:pt x="7579" y="78464"/>
                  <a:pt x="7579" y="78464"/>
                  <a:pt x="7564" y="78479"/>
                </a:cubicBezTo>
                <a:cubicBezTo>
                  <a:pt x="6902" y="79347"/>
                  <a:pt x="6107" y="80171"/>
                  <a:pt x="5342" y="80981"/>
                </a:cubicBezTo>
                <a:cubicBezTo>
                  <a:pt x="3738" y="82600"/>
                  <a:pt x="2193" y="84366"/>
                  <a:pt x="1310" y="86367"/>
                </a:cubicBezTo>
                <a:cubicBezTo>
                  <a:pt x="1310" y="86352"/>
                  <a:pt x="1295" y="86308"/>
                  <a:pt x="1295" y="86293"/>
                </a:cubicBezTo>
                <a:cubicBezTo>
                  <a:pt x="2207" y="84027"/>
                  <a:pt x="3944" y="82143"/>
                  <a:pt x="5445" y="80672"/>
                </a:cubicBezTo>
                <a:cubicBezTo>
                  <a:pt x="6225" y="79907"/>
                  <a:pt x="6961" y="79171"/>
                  <a:pt x="7579" y="78435"/>
                </a:cubicBezTo>
                <a:close/>
                <a:moveTo>
                  <a:pt x="1118" y="86382"/>
                </a:moveTo>
                <a:cubicBezTo>
                  <a:pt x="1118" y="86411"/>
                  <a:pt x="1118" y="86426"/>
                  <a:pt x="1148" y="86441"/>
                </a:cubicBezTo>
                <a:lnTo>
                  <a:pt x="1148" y="86455"/>
                </a:lnTo>
                <a:cubicBezTo>
                  <a:pt x="1118" y="86441"/>
                  <a:pt x="1118" y="86426"/>
                  <a:pt x="1118" y="86411"/>
                </a:cubicBezTo>
                <a:lnTo>
                  <a:pt x="1118" y="86382"/>
                </a:lnTo>
                <a:close/>
                <a:moveTo>
                  <a:pt x="1221" y="86455"/>
                </a:moveTo>
                <a:cubicBezTo>
                  <a:pt x="1236" y="86455"/>
                  <a:pt x="1236" y="86500"/>
                  <a:pt x="1236" y="86514"/>
                </a:cubicBezTo>
                <a:lnTo>
                  <a:pt x="1236" y="86529"/>
                </a:lnTo>
                <a:cubicBezTo>
                  <a:pt x="1236" y="86500"/>
                  <a:pt x="1236" y="86485"/>
                  <a:pt x="1221" y="86455"/>
                </a:cubicBezTo>
                <a:close/>
                <a:moveTo>
                  <a:pt x="7478" y="78754"/>
                </a:moveTo>
                <a:lnTo>
                  <a:pt x="7478" y="78754"/>
                </a:lnTo>
                <a:cubicBezTo>
                  <a:pt x="6821" y="79681"/>
                  <a:pt x="6038" y="80551"/>
                  <a:pt x="5298" y="81349"/>
                </a:cubicBezTo>
                <a:cubicBezTo>
                  <a:pt x="3797" y="82953"/>
                  <a:pt x="2281" y="84660"/>
                  <a:pt x="1369" y="86603"/>
                </a:cubicBezTo>
                <a:cubicBezTo>
                  <a:pt x="1369" y="86573"/>
                  <a:pt x="1339" y="86558"/>
                  <a:pt x="1339" y="86514"/>
                </a:cubicBezTo>
                <a:cubicBezTo>
                  <a:pt x="2222" y="84454"/>
                  <a:pt x="3797" y="82688"/>
                  <a:pt x="5416" y="81040"/>
                </a:cubicBezTo>
                <a:cubicBezTo>
                  <a:pt x="6135" y="80292"/>
                  <a:pt x="6854" y="79543"/>
                  <a:pt x="7478" y="78754"/>
                </a:cubicBezTo>
                <a:close/>
                <a:moveTo>
                  <a:pt x="1177" y="86588"/>
                </a:moveTo>
                <a:cubicBezTo>
                  <a:pt x="1177" y="86603"/>
                  <a:pt x="1177" y="86632"/>
                  <a:pt x="1192" y="86647"/>
                </a:cubicBezTo>
                <a:cubicBezTo>
                  <a:pt x="1192" y="86661"/>
                  <a:pt x="1192" y="86661"/>
                  <a:pt x="1177" y="86676"/>
                </a:cubicBezTo>
                <a:cubicBezTo>
                  <a:pt x="1163" y="86661"/>
                  <a:pt x="1163" y="86647"/>
                  <a:pt x="1163" y="86632"/>
                </a:cubicBezTo>
                <a:cubicBezTo>
                  <a:pt x="1163" y="86603"/>
                  <a:pt x="1163" y="86603"/>
                  <a:pt x="1177" y="86588"/>
                </a:cubicBezTo>
                <a:close/>
                <a:moveTo>
                  <a:pt x="1280" y="86647"/>
                </a:moveTo>
                <a:cubicBezTo>
                  <a:pt x="1280" y="86661"/>
                  <a:pt x="1310" y="86706"/>
                  <a:pt x="1310" y="86720"/>
                </a:cubicBezTo>
                <a:cubicBezTo>
                  <a:pt x="1310" y="86720"/>
                  <a:pt x="1310" y="86735"/>
                  <a:pt x="1280" y="86735"/>
                </a:cubicBezTo>
                <a:cubicBezTo>
                  <a:pt x="1280" y="86720"/>
                  <a:pt x="1266" y="86676"/>
                  <a:pt x="1266" y="86661"/>
                </a:cubicBezTo>
                <a:cubicBezTo>
                  <a:pt x="1266" y="86661"/>
                  <a:pt x="1266" y="86647"/>
                  <a:pt x="1280" y="86647"/>
                </a:cubicBezTo>
                <a:close/>
                <a:moveTo>
                  <a:pt x="7299" y="79141"/>
                </a:moveTo>
                <a:lnTo>
                  <a:pt x="7299" y="79141"/>
                </a:lnTo>
                <a:cubicBezTo>
                  <a:pt x="6681" y="80054"/>
                  <a:pt x="5960" y="80922"/>
                  <a:pt x="5239" y="81717"/>
                </a:cubicBezTo>
                <a:cubicBezTo>
                  <a:pt x="3885" y="83218"/>
                  <a:pt x="2369" y="84895"/>
                  <a:pt x="1413" y="86809"/>
                </a:cubicBezTo>
                <a:cubicBezTo>
                  <a:pt x="1413" y="86779"/>
                  <a:pt x="1398" y="86750"/>
                  <a:pt x="1398" y="86720"/>
                </a:cubicBezTo>
                <a:cubicBezTo>
                  <a:pt x="2296" y="84748"/>
                  <a:pt x="3826" y="83012"/>
                  <a:pt x="5357" y="81408"/>
                </a:cubicBezTo>
                <a:cubicBezTo>
                  <a:pt x="6019" y="80701"/>
                  <a:pt x="6696" y="79951"/>
                  <a:pt x="7299" y="79141"/>
                </a:cubicBezTo>
                <a:close/>
                <a:moveTo>
                  <a:pt x="1104" y="86794"/>
                </a:moveTo>
                <a:cubicBezTo>
                  <a:pt x="1104" y="86809"/>
                  <a:pt x="1104" y="86823"/>
                  <a:pt x="1118" y="86853"/>
                </a:cubicBezTo>
                <a:cubicBezTo>
                  <a:pt x="1118" y="86853"/>
                  <a:pt x="1118" y="86867"/>
                  <a:pt x="1104" y="86867"/>
                </a:cubicBezTo>
                <a:lnTo>
                  <a:pt x="1104" y="86809"/>
                </a:lnTo>
                <a:lnTo>
                  <a:pt x="1104" y="86794"/>
                </a:lnTo>
                <a:close/>
                <a:moveTo>
                  <a:pt x="1207" y="86794"/>
                </a:moveTo>
                <a:cubicBezTo>
                  <a:pt x="1207" y="86809"/>
                  <a:pt x="1236" y="86853"/>
                  <a:pt x="1236" y="86867"/>
                </a:cubicBezTo>
                <a:cubicBezTo>
                  <a:pt x="1236" y="86882"/>
                  <a:pt x="1207" y="86897"/>
                  <a:pt x="1207" y="86897"/>
                </a:cubicBezTo>
                <a:cubicBezTo>
                  <a:pt x="1221" y="86882"/>
                  <a:pt x="1192" y="86867"/>
                  <a:pt x="1192" y="86823"/>
                </a:cubicBezTo>
                <a:cubicBezTo>
                  <a:pt x="1192" y="86809"/>
                  <a:pt x="1207" y="86794"/>
                  <a:pt x="1207" y="86794"/>
                </a:cubicBezTo>
                <a:close/>
                <a:moveTo>
                  <a:pt x="1339" y="86823"/>
                </a:moveTo>
                <a:cubicBezTo>
                  <a:pt x="1339" y="86867"/>
                  <a:pt x="1354" y="86882"/>
                  <a:pt x="1354" y="86926"/>
                </a:cubicBezTo>
                <a:cubicBezTo>
                  <a:pt x="1354" y="86941"/>
                  <a:pt x="1339" y="86941"/>
                  <a:pt x="1339" y="86956"/>
                </a:cubicBezTo>
                <a:cubicBezTo>
                  <a:pt x="1324" y="86941"/>
                  <a:pt x="1324" y="86897"/>
                  <a:pt x="1324" y="86867"/>
                </a:cubicBezTo>
                <a:cubicBezTo>
                  <a:pt x="1324" y="86838"/>
                  <a:pt x="1324" y="86838"/>
                  <a:pt x="1339" y="86823"/>
                </a:cubicBezTo>
                <a:close/>
                <a:moveTo>
                  <a:pt x="7137" y="79480"/>
                </a:moveTo>
                <a:cubicBezTo>
                  <a:pt x="6564" y="80451"/>
                  <a:pt x="5857" y="81334"/>
                  <a:pt x="5195" y="82085"/>
                </a:cubicBezTo>
                <a:lnTo>
                  <a:pt x="4930" y="82379"/>
                </a:lnTo>
                <a:cubicBezTo>
                  <a:pt x="3664" y="83851"/>
                  <a:pt x="2340" y="85352"/>
                  <a:pt x="1457" y="87044"/>
                </a:cubicBezTo>
                <a:cubicBezTo>
                  <a:pt x="1428" y="87015"/>
                  <a:pt x="1428" y="86970"/>
                  <a:pt x="1413" y="86941"/>
                </a:cubicBezTo>
                <a:cubicBezTo>
                  <a:pt x="2355" y="84984"/>
                  <a:pt x="3885" y="83291"/>
                  <a:pt x="5283" y="81761"/>
                </a:cubicBezTo>
                <a:cubicBezTo>
                  <a:pt x="5916" y="81054"/>
                  <a:pt x="6564" y="80289"/>
                  <a:pt x="7137" y="79480"/>
                </a:cubicBezTo>
                <a:close/>
                <a:moveTo>
                  <a:pt x="1148" y="86970"/>
                </a:moveTo>
                <a:cubicBezTo>
                  <a:pt x="1148" y="87000"/>
                  <a:pt x="1163" y="87015"/>
                  <a:pt x="1163" y="87044"/>
                </a:cubicBezTo>
                <a:cubicBezTo>
                  <a:pt x="1163" y="87073"/>
                  <a:pt x="1148" y="87073"/>
                  <a:pt x="1148" y="87088"/>
                </a:cubicBezTo>
                <a:cubicBezTo>
                  <a:pt x="1148" y="87044"/>
                  <a:pt x="1148" y="87029"/>
                  <a:pt x="1118" y="87015"/>
                </a:cubicBezTo>
                <a:cubicBezTo>
                  <a:pt x="1118" y="87000"/>
                  <a:pt x="1118" y="87000"/>
                  <a:pt x="1148" y="86970"/>
                </a:cubicBezTo>
                <a:close/>
                <a:moveTo>
                  <a:pt x="1266" y="87000"/>
                </a:moveTo>
                <a:cubicBezTo>
                  <a:pt x="1266" y="87029"/>
                  <a:pt x="1280" y="87044"/>
                  <a:pt x="1280" y="87088"/>
                </a:cubicBezTo>
                <a:cubicBezTo>
                  <a:pt x="1280" y="87103"/>
                  <a:pt x="1266" y="87118"/>
                  <a:pt x="1266" y="87147"/>
                </a:cubicBezTo>
                <a:cubicBezTo>
                  <a:pt x="1251" y="87103"/>
                  <a:pt x="1251" y="87073"/>
                  <a:pt x="1251" y="87044"/>
                </a:cubicBezTo>
                <a:cubicBezTo>
                  <a:pt x="1251" y="87029"/>
                  <a:pt x="1266" y="87015"/>
                  <a:pt x="1266" y="87000"/>
                </a:cubicBezTo>
                <a:close/>
                <a:moveTo>
                  <a:pt x="1383" y="87044"/>
                </a:moveTo>
                <a:cubicBezTo>
                  <a:pt x="1383" y="87088"/>
                  <a:pt x="1398" y="87118"/>
                  <a:pt x="1413" y="87147"/>
                </a:cubicBezTo>
                <a:cubicBezTo>
                  <a:pt x="1413" y="87162"/>
                  <a:pt x="1398" y="87162"/>
                  <a:pt x="1398" y="87176"/>
                </a:cubicBezTo>
                <a:cubicBezTo>
                  <a:pt x="1383" y="87162"/>
                  <a:pt x="1383" y="87118"/>
                  <a:pt x="1369" y="87088"/>
                </a:cubicBezTo>
                <a:cubicBezTo>
                  <a:pt x="1369" y="87073"/>
                  <a:pt x="1383" y="87073"/>
                  <a:pt x="1383" y="87044"/>
                </a:cubicBezTo>
                <a:close/>
                <a:moveTo>
                  <a:pt x="7005" y="79848"/>
                </a:moveTo>
                <a:lnTo>
                  <a:pt x="7005" y="79848"/>
                </a:lnTo>
                <a:cubicBezTo>
                  <a:pt x="6461" y="80819"/>
                  <a:pt x="5784" y="81673"/>
                  <a:pt x="5136" y="82453"/>
                </a:cubicBezTo>
                <a:cubicBezTo>
                  <a:pt x="4945" y="82673"/>
                  <a:pt x="4783" y="82879"/>
                  <a:pt x="4592" y="83100"/>
                </a:cubicBezTo>
                <a:cubicBezTo>
                  <a:pt x="3488" y="84425"/>
                  <a:pt x="2355" y="85764"/>
                  <a:pt x="1531" y="87265"/>
                </a:cubicBezTo>
                <a:cubicBezTo>
                  <a:pt x="1516" y="87235"/>
                  <a:pt x="1516" y="87191"/>
                  <a:pt x="1486" y="87162"/>
                </a:cubicBezTo>
                <a:cubicBezTo>
                  <a:pt x="2369" y="85425"/>
                  <a:pt x="3694" y="83924"/>
                  <a:pt x="4989" y="82423"/>
                </a:cubicBezTo>
                <a:lnTo>
                  <a:pt x="5239" y="82129"/>
                </a:lnTo>
                <a:cubicBezTo>
                  <a:pt x="5828" y="81452"/>
                  <a:pt x="6461" y="80687"/>
                  <a:pt x="7005" y="79848"/>
                </a:cubicBezTo>
                <a:close/>
                <a:moveTo>
                  <a:pt x="1192" y="87176"/>
                </a:moveTo>
                <a:cubicBezTo>
                  <a:pt x="1192" y="87191"/>
                  <a:pt x="1207" y="87235"/>
                  <a:pt x="1207" y="87250"/>
                </a:cubicBezTo>
                <a:cubicBezTo>
                  <a:pt x="1207" y="87265"/>
                  <a:pt x="1192" y="87294"/>
                  <a:pt x="1192" y="87294"/>
                </a:cubicBezTo>
                <a:cubicBezTo>
                  <a:pt x="1177" y="87265"/>
                  <a:pt x="1177" y="87250"/>
                  <a:pt x="1177" y="87221"/>
                </a:cubicBezTo>
                <a:cubicBezTo>
                  <a:pt x="1177" y="87191"/>
                  <a:pt x="1192" y="87176"/>
                  <a:pt x="1192" y="87176"/>
                </a:cubicBezTo>
                <a:close/>
                <a:moveTo>
                  <a:pt x="1310" y="87191"/>
                </a:moveTo>
                <a:cubicBezTo>
                  <a:pt x="1310" y="87235"/>
                  <a:pt x="1324" y="87250"/>
                  <a:pt x="1324" y="87294"/>
                </a:cubicBezTo>
                <a:cubicBezTo>
                  <a:pt x="1324" y="87309"/>
                  <a:pt x="1310" y="87324"/>
                  <a:pt x="1310" y="87338"/>
                </a:cubicBezTo>
                <a:cubicBezTo>
                  <a:pt x="1310" y="87324"/>
                  <a:pt x="1310" y="87294"/>
                  <a:pt x="1280" y="87250"/>
                </a:cubicBezTo>
                <a:cubicBezTo>
                  <a:pt x="1280" y="87235"/>
                  <a:pt x="1310" y="87221"/>
                  <a:pt x="1310" y="87191"/>
                </a:cubicBezTo>
                <a:close/>
                <a:moveTo>
                  <a:pt x="1457" y="87265"/>
                </a:moveTo>
                <a:cubicBezTo>
                  <a:pt x="1472" y="87309"/>
                  <a:pt x="1472" y="87338"/>
                  <a:pt x="1486" y="87383"/>
                </a:cubicBezTo>
                <a:cubicBezTo>
                  <a:pt x="1486" y="87397"/>
                  <a:pt x="1472" y="87412"/>
                  <a:pt x="1472" y="87412"/>
                </a:cubicBezTo>
                <a:cubicBezTo>
                  <a:pt x="1457" y="87383"/>
                  <a:pt x="1442" y="87338"/>
                  <a:pt x="1442" y="87309"/>
                </a:cubicBezTo>
                <a:cubicBezTo>
                  <a:pt x="1442" y="87294"/>
                  <a:pt x="1457" y="87294"/>
                  <a:pt x="1457" y="87265"/>
                </a:cubicBezTo>
                <a:close/>
                <a:moveTo>
                  <a:pt x="1118" y="87368"/>
                </a:moveTo>
                <a:lnTo>
                  <a:pt x="1118" y="87368"/>
                </a:lnTo>
                <a:cubicBezTo>
                  <a:pt x="1148" y="87383"/>
                  <a:pt x="1148" y="87397"/>
                  <a:pt x="1148" y="87412"/>
                </a:cubicBezTo>
                <a:lnTo>
                  <a:pt x="1148" y="87441"/>
                </a:lnTo>
                <a:cubicBezTo>
                  <a:pt x="1118" y="87412"/>
                  <a:pt x="1118" y="87397"/>
                  <a:pt x="1118" y="87368"/>
                </a:cubicBezTo>
                <a:close/>
                <a:moveTo>
                  <a:pt x="6755" y="80436"/>
                </a:moveTo>
                <a:lnTo>
                  <a:pt x="6755" y="80436"/>
                </a:lnTo>
                <a:cubicBezTo>
                  <a:pt x="6240" y="81349"/>
                  <a:pt x="5636" y="82158"/>
                  <a:pt x="5092" y="82835"/>
                </a:cubicBezTo>
                <a:cubicBezTo>
                  <a:pt x="4842" y="83144"/>
                  <a:pt x="4577" y="83483"/>
                  <a:pt x="4327" y="83792"/>
                </a:cubicBezTo>
                <a:cubicBezTo>
                  <a:pt x="3355" y="84969"/>
                  <a:pt x="2369" y="86190"/>
                  <a:pt x="1619" y="87515"/>
                </a:cubicBezTo>
                <a:cubicBezTo>
                  <a:pt x="1604" y="87471"/>
                  <a:pt x="1604" y="87441"/>
                  <a:pt x="1575" y="87397"/>
                </a:cubicBezTo>
                <a:cubicBezTo>
                  <a:pt x="2414" y="85867"/>
                  <a:pt x="3547" y="84513"/>
                  <a:pt x="4665" y="83159"/>
                </a:cubicBezTo>
                <a:cubicBezTo>
                  <a:pt x="4856" y="82953"/>
                  <a:pt x="5033" y="82747"/>
                  <a:pt x="5210" y="82526"/>
                </a:cubicBezTo>
                <a:cubicBezTo>
                  <a:pt x="5725" y="81893"/>
                  <a:pt x="6269" y="81202"/>
                  <a:pt x="6755" y="80436"/>
                </a:cubicBezTo>
                <a:close/>
                <a:moveTo>
                  <a:pt x="1236" y="87383"/>
                </a:moveTo>
                <a:cubicBezTo>
                  <a:pt x="1236" y="87412"/>
                  <a:pt x="1251" y="87441"/>
                  <a:pt x="1251" y="87471"/>
                </a:cubicBezTo>
                <a:cubicBezTo>
                  <a:pt x="1251" y="87486"/>
                  <a:pt x="1236" y="87515"/>
                  <a:pt x="1236" y="87530"/>
                </a:cubicBezTo>
                <a:cubicBezTo>
                  <a:pt x="1236" y="87486"/>
                  <a:pt x="1221" y="87456"/>
                  <a:pt x="1221" y="87441"/>
                </a:cubicBezTo>
                <a:cubicBezTo>
                  <a:pt x="1221" y="87412"/>
                  <a:pt x="1236" y="87397"/>
                  <a:pt x="1236" y="87383"/>
                </a:cubicBezTo>
                <a:close/>
                <a:moveTo>
                  <a:pt x="1383" y="87412"/>
                </a:moveTo>
                <a:cubicBezTo>
                  <a:pt x="1398" y="87456"/>
                  <a:pt x="1398" y="87486"/>
                  <a:pt x="1413" y="87515"/>
                </a:cubicBezTo>
                <a:cubicBezTo>
                  <a:pt x="1398" y="87530"/>
                  <a:pt x="1398" y="87544"/>
                  <a:pt x="1383" y="87559"/>
                </a:cubicBezTo>
                <a:cubicBezTo>
                  <a:pt x="1369" y="87544"/>
                  <a:pt x="1369" y="87515"/>
                  <a:pt x="1339" y="87471"/>
                </a:cubicBezTo>
                <a:cubicBezTo>
                  <a:pt x="1369" y="87456"/>
                  <a:pt x="1369" y="87441"/>
                  <a:pt x="1383" y="87412"/>
                </a:cubicBezTo>
                <a:close/>
                <a:moveTo>
                  <a:pt x="1045" y="87530"/>
                </a:moveTo>
                <a:cubicBezTo>
                  <a:pt x="1045" y="87544"/>
                  <a:pt x="1045" y="87559"/>
                  <a:pt x="1060" y="87589"/>
                </a:cubicBezTo>
                <a:lnTo>
                  <a:pt x="1060" y="87603"/>
                </a:lnTo>
                <a:cubicBezTo>
                  <a:pt x="1045" y="87589"/>
                  <a:pt x="1045" y="87559"/>
                  <a:pt x="1045" y="87544"/>
                </a:cubicBezTo>
                <a:lnTo>
                  <a:pt x="1045" y="87530"/>
                </a:lnTo>
                <a:close/>
                <a:moveTo>
                  <a:pt x="1163" y="87559"/>
                </a:moveTo>
                <a:cubicBezTo>
                  <a:pt x="1163" y="87589"/>
                  <a:pt x="1177" y="87618"/>
                  <a:pt x="1177" y="87633"/>
                </a:cubicBezTo>
                <a:cubicBezTo>
                  <a:pt x="1177" y="87633"/>
                  <a:pt x="1177" y="87662"/>
                  <a:pt x="1163" y="87662"/>
                </a:cubicBezTo>
                <a:lnTo>
                  <a:pt x="1163" y="87589"/>
                </a:lnTo>
                <a:lnTo>
                  <a:pt x="1163" y="87559"/>
                </a:lnTo>
                <a:close/>
                <a:moveTo>
                  <a:pt x="1516" y="87486"/>
                </a:moveTo>
                <a:cubicBezTo>
                  <a:pt x="1531" y="87530"/>
                  <a:pt x="1531" y="87559"/>
                  <a:pt x="1545" y="87603"/>
                </a:cubicBezTo>
                <a:cubicBezTo>
                  <a:pt x="1545" y="87618"/>
                  <a:pt x="1531" y="87633"/>
                  <a:pt x="1531" y="87662"/>
                </a:cubicBezTo>
                <a:cubicBezTo>
                  <a:pt x="1516" y="87603"/>
                  <a:pt x="1516" y="87559"/>
                  <a:pt x="1486" y="87530"/>
                </a:cubicBezTo>
                <a:cubicBezTo>
                  <a:pt x="1486" y="87515"/>
                  <a:pt x="1516" y="87486"/>
                  <a:pt x="1516" y="87486"/>
                </a:cubicBezTo>
                <a:close/>
                <a:moveTo>
                  <a:pt x="1280" y="87589"/>
                </a:moveTo>
                <a:cubicBezTo>
                  <a:pt x="1280" y="87618"/>
                  <a:pt x="1310" y="87633"/>
                  <a:pt x="1310" y="87677"/>
                </a:cubicBezTo>
                <a:cubicBezTo>
                  <a:pt x="1280" y="87692"/>
                  <a:pt x="1280" y="87706"/>
                  <a:pt x="1266" y="87736"/>
                </a:cubicBezTo>
                <a:cubicBezTo>
                  <a:pt x="1280" y="87706"/>
                  <a:pt x="1266" y="87677"/>
                  <a:pt x="1266" y="87633"/>
                </a:cubicBezTo>
                <a:cubicBezTo>
                  <a:pt x="1266" y="87618"/>
                  <a:pt x="1280" y="87603"/>
                  <a:pt x="1280" y="87589"/>
                </a:cubicBezTo>
                <a:close/>
                <a:moveTo>
                  <a:pt x="6534" y="80996"/>
                </a:moveTo>
                <a:cubicBezTo>
                  <a:pt x="6107" y="81702"/>
                  <a:pt x="5636" y="82438"/>
                  <a:pt x="5048" y="83203"/>
                </a:cubicBezTo>
                <a:cubicBezTo>
                  <a:pt x="4724" y="83630"/>
                  <a:pt x="4386" y="84057"/>
                  <a:pt x="4062" y="84454"/>
                </a:cubicBezTo>
                <a:cubicBezTo>
                  <a:pt x="3223" y="85499"/>
                  <a:pt x="2369" y="86573"/>
                  <a:pt x="1692" y="87736"/>
                </a:cubicBezTo>
                <a:cubicBezTo>
                  <a:pt x="1678" y="87692"/>
                  <a:pt x="1648" y="87662"/>
                  <a:pt x="1648" y="87603"/>
                </a:cubicBezTo>
                <a:cubicBezTo>
                  <a:pt x="2414" y="86264"/>
                  <a:pt x="3414" y="85043"/>
                  <a:pt x="4400" y="83851"/>
                </a:cubicBezTo>
                <a:cubicBezTo>
                  <a:pt x="4650" y="83542"/>
                  <a:pt x="4915" y="83203"/>
                  <a:pt x="5165" y="82894"/>
                </a:cubicBezTo>
                <a:cubicBezTo>
                  <a:pt x="5607" y="82335"/>
                  <a:pt x="6093" y="81702"/>
                  <a:pt x="6534" y="80996"/>
                </a:cubicBezTo>
                <a:close/>
                <a:moveTo>
                  <a:pt x="1442" y="87618"/>
                </a:moveTo>
                <a:cubicBezTo>
                  <a:pt x="1457" y="87662"/>
                  <a:pt x="1457" y="87692"/>
                  <a:pt x="1472" y="87736"/>
                </a:cubicBezTo>
                <a:cubicBezTo>
                  <a:pt x="1457" y="87750"/>
                  <a:pt x="1457" y="87765"/>
                  <a:pt x="1442" y="87809"/>
                </a:cubicBezTo>
                <a:cubicBezTo>
                  <a:pt x="1413" y="87765"/>
                  <a:pt x="1413" y="87736"/>
                  <a:pt x="1398" y="87692"/>
                </a:cubicBezTo>
                <a:cubicBezTo>
                  <a:pt x="1413" y="87677"/>
                  <a:pt x="1413" y="87662"/>
                  <a:pt x="1442" y="87618"/>
                </a:cubicBezTo>
                <a:close/>
                <a:moveTo>
                  <a:pt x="1104" y="87706"/>
                </a:moveTo>
                <a:cubicBezTo>
                  <a:pt x="1104" y="87736"/>
                  <a:pt x="1104" y="87750"/>
                  <a:pt x="1118" y="87780"/>
                </a:cubicBezTo>
                <a:cubicBezTo>
                  <a:pt x="1118" y="87809"/>
                  <a:pt x="1118" y="87809"/>
                  <a:pt x="1104" y="87824"/>
                </a:cubicBezTo>
                <a:cubicBezTo>
                  <a:pt x="1104" y="87809"/>
                  <a:pt x="1089" y="87765"/>
                  <a:pt x="1089" y="87750"/>
                </a:cubicBezTo>
                <a:cubicBezTo>
                  <a:pt x="1089" y="87736"/>
                  <a:pt x="1089" y="87736"/>
                  <a:pt x="1104" y="87706"/>
                </a:cubicBezTo>
                <a:close/>
                <a:moveTo>
                  <a:pt x="1575" y="87692"/>
                </a:moveTo>
                <a:cubicBezTo>
                  <a:pt x="1604" y="87736"/>
                  <a:pt x="1604" y="87765"/>
                  <a:pt x="1619" y="87809"/>
                </a:cubicBezTo>
                <a:cubicBezTo>
                  <a:pt x="1619" y="87824"/>
                  <a:pt x="1604" y="87839"/>
                  <a:pt x="1604" y="87853"/>
                </a:cubicBezTo>
                <a:cubicBezTo>
                  <a:pt x="1589" y="87824"/>
                  <a:pt x="1589" y="87780"/>
                  <a:pt x="1560" y="87750"/>
                </a:cubicBezTo>
                <a:cubicBezTo>
                  <a:pt x="1560" y="87736"/>
                  <a:pt x="1575" y="87706"/>
                  <a:pt x="1575" y="87692"/>
                </a:cubicBezTo>
                <a:close/>
                <a:moveTo>
                  <a:pt x="1207" y="87750"/>
                </a:moveTo>
                <a:cubicBezTo>
                  <a:pt x="1207" y="87780"/>
                  <a:pt x="1236" y="87809"/>
                  <a:pt x="1236" y="87839"/>
                </a:cubicBezTo>
                <a:cubicBezTo>
                  <a:pt x="1236" y="87848"/>
                  <a:pt x="1223" y="87852"/>
                  <a:pt x="1215" y="87861"/>
                </a:cubicBezTo>
                <a:lnTo>
                  <a:pt x="1215" y="87861"/>
                </a:lnTo>
                <a:cubicBezTo>
                  <a:pt x="1220" y="87838"/>
                  <a:pt x="1214" y="87813"/>
                  <a:pt x="1192" y="87780"/>
                </a:cubicBezTo>
                <a:cubicBezTo>
                  <a:pt x="1192" y="87765"/>
                  <a:pt x="1192" y="87765"/>
                  <a:pt x="1207" y="87750"/>
                </a:cubicBezTo>
                <a:close/>
                <a:moveTo>
                  <a:pt x="1369" y="87809"/>
                </a:moveTo>
                <a:cubicBezTo>
                  <a:pt x="1383" y="87839"/>
                  <a:pt x="1383" y="87883"/>
                  <a:pt x="1398" y="87912"/>
                </a:cubicBezTo>
                <a:cubicBezTo>
                  <a:pt x="1383" y="87927"/>
                  <a:pt x="1383" y="87956"/>
                  <a:pt x="1369" y="87971"/>
                </a:cubicBezTo>
                <a:cubicBezTo>
                  <a:pt x="1339" y="87927"/>
                  <a:pt x="1324" y="87898"/>
                  <a:pt x="1324" y="87853"/>
                </a:cubicBezTo>
                <a:cubicBezTo>
                  <a:pt x="1339" y="87839"/>
                  <a:pt x="1339" y="87824"/>
                  <a:pt x="1369" y="87809"/>
                </a:cubicBezTo>
                <a:close/>
                <a:moveTo>
                  <a:pt x="1148" y="87912"/>
                </a:moveTo>
                <a:cubicBezTo>
                  <a:pt x="1148" y="87927"/>
                  <a:pt x="1163" y="87971"/>
                  <a:pt x="1163" y="87986"/>
                </a:cubicBezTo>
                <a:cubicBezTo>
                  <a:pt x="1163" y="88001"/>
                  <a:pt x="1148" y="88001"/>
                  <a:pt x="1148" y="88030"/>
                </a:cubicBezTo>
                <a:cubicBezTo>
                  <a:pt x="1148" y="88001"/>
                  <a:pt x="1148" y="87986"/>
                  <a:pt x="1118" y="87956"/>
                </a:cubicBezTo>
                <a:cubicBezTo>
                  <a:pt x="1118" y="87927"/>
                  <a:pt x="1148" y="87927"/>
                  <a:pt x="1148" y="87912"/>
                </a:cubicBezTo>
                <a:close/>
                <a:moveTo>
                  <a:pt x="1516" y="87839"/>
                </a:moveTo>
                <a:cubicBezTo>
                  <a:pt x="1531" y="87883"/>
                  <a:pt x="1531" y="87912"/>
                  <a:pt x="1545" y="87956"/>
                </a:cubicBezTo>
                <a:cubicBezTo>
                  <a:pt x="1531" y="87971"/>
                  <a:pt x="1516" y="88001"/>
                  <a:pt x="1516" y="88030"/>
                </a:cubicBezTo>
                <a:cubicBezTo>
                  <a:pt x="1486" y="87986"/>
                  <a:pt x="1486" y="87956"/>
                  <a:pt x="1472" y="87912"/>
                </a:cubicBezTo>
                <a:cubicBezTo>
                  <a:pt x="1486" y="87898"/>
                  <a:pt x="1486" y="87853"/>
                  <a:pt x="1516" y="87839"/>
                </a:cubicBezTo>
                <a:close/>
                <a:moveTo>
                  <a:pt x="1266" y="87971"/>
                </a:moveTo>
                <a:cubicBezTo>
                  <a:pt x="1266" y="88001"/>
                  <a:pt x="1280" y="88030"/>
                  <a:pt x="1280" y="88059"/>
                </a:cubicBezTo>
                <a:cubicBezTo>
                  <a:pt x="1280" y="88074"/>
                  <a:pt x="1266" y="88074"/>
                  <a:pt x="1266" y="88104"/>
                </a:cubicBezTo>
                <a:cubicBezTo>
                  <a:pt x="1266" y="88059"/>
                  <a:pt x="1266" y="88045"/>
                  <a:pt x="1251" y="88001"/>
                </a:cubicBezTo>
                <a:cubicBezTo>
                  <a:pt x="1251" y="87986"/>
                  <a:pt x="1266" y="87986"/>
                  <a:pt x="1266" y="87971"/>
                </a:cubicBezTo>
                <a:close/>
                <a:moveTo>
                  <a:pt x="1089" y="88104"/>
                </a:moveTo>
                <a:cubicBezTo>
                  <a:pt x="1089" y="88118"/>
                  <a:pt x="1104" y="88148"/>
                  <a:pt x="1104" y="88162"/>
                </a:cubicBezTo>
                <a:cubicBezTo>
                  <a:pt x="1104" y="88162"/>
                  <a:pt x="1104" y="88192"/>
                  <a:pt x="1089" y="88192"/>
                </a:cubicBezTo>
                <a:cubicBezTo>
                  <a:pt x="1089" y="88177"/>
                  <a:pt x="1074" y="88133"/>
                  <a:pt x="1074" y="88118"/>
                </a:cubicBezTo>
                <a:cubicBezTo>
                  <a:pt x="1074" y="88118"/>
                  <a:pt x="1074" y="88104"/>
                  <a:pt x="1089" y="88104"/>
                </a:cubicBezTo>
                <a:close/>
                <a:moveTo>
                  <a:pt x="1413" y="88001"/>
                </a:moveTo>
                <a:cubicBezTo>
                  <a:pt x="1428" y="88045"/>
                  <a:pt x="1428" y="88074"/>
                  <a:pt x="1457" y="88118"/>
                </a:cubicBezTo>
                <a:cubicBezTo>
                  <a:pt x="1442" y="88133"/>
                  <a:pt x="1413" y="88148"/>
                  <a:pt x="1413" y="88192"/>
                </a:cubicBezTo>
                <a:cubicBezTo>
                  <a:pt x="1398" y="88148"/>
                  <a:pt x="1398" y="88118"/>
                  <a:pt x="1383" y="88074"/>
                </a:cubicBezTo>
                <a:cubicBezTo>
                  <a:pt x="1398" y="88059"/>
                  <a:pt x="1398" y="88045"/>
                  <a:pt x="1413" y="88001"/>
                </a:cubicBezTo>
                <a:close/>
                <a:moveTo>
                  <a:pt x="1192" y="88133"/>
                </a:moveTo>
                <a:cubicBezTo>
                  <a:pt x="1192" y="88177"/>
                  <a:pt x="1207" y="88192"/>
                  <a:pt x="1207" y="88221"/>
                </a:cubicBezTo>
                <a:cubicBezTo>
                  <a:pt x="1207" y="88251"/>
                  <a:pt x="1192" y="88265"/>
                  <a:pt x="1192" y="88265"/>
                </a:cubicBezTo>
                <a:cubicBezTo>
                  <a:pt x="1192" y="88221"/>
                  <a:pt x="1177" y="88207"/>
                  <a:pt x="1177" y="88177"/>
                </a:cubicBezTo>
                <a:cubicBezTo>
                  <a:pt x="1177" y="88148"/>
                  <a:pt x="1192" y="88133"/>
                  <a:pt x="1192" y="88133"/>
                </a:cubicBezTo>
                <a:close/>
                <a:moveTo>
                  <a:pt x="1324" y="88177"/>
                </a:moveTo>
                <a:cubicBezTo>
                  <a:pt x="1339" y="88207"/>
                  <a:pt x="1339" y="88251"/>
                  <a:pt x="1369" y="88280"/>
                </a:cubicBezTo>
                <a:cubicBezTo>
                  <a:pt x="1339" y="88295"/>
                  <a:pt x="1339" y="88324"/>
                  <a:pt x="1339" y="88324"/>
                </a:cubicBezTo>
                <a:cubicBezTo>
                  <a:pt x="1324" y="88280"/>
                  <a:pt x="1324" y="88251"/>
                  <a:pt x="1310" y="88207"/>
                </a:cubicBezTo>
                <a:cubicBezTo>
                  <a:pt x="1310" y="88192"/>
                  <a:pt x="1324" y="88192"/>
                  <a:pt x="1324" y="88177"/>
                </a:cubicBezTo>
                <a:close/>
                <a:moveTo>
                  <a:pt x="1001" y="88251"/>
                </a:moveTo>
                <a:cubicBezTo>
                  <a:pt x="1015" y="88280"/>
                  <a:pt x="1030" y="88295"/>
                  <a:pt x="1030" y="88324"/>
                </a:cubicBezTo>
                <a:cubicBezTo>
                  <a:pt x="1030" y="88324"/>
                  <a:pt x="1030" y="88339"/>
                  <a:pt x="1015" y="88339"/>
                </a:cubicBezTo>
                <a:cubicBezTo>
                  <a:pt x="1015" y="88324"/>
                  <a:pt x="1015" y="88295"/>
                  <a:pt x="1001" y="88265"/>
                </a:cubicBezTo>
                <a:lnTo>
                  <a:pt x="1001" y="88251"/>
                </a:lnTo>
                <a:close/>
                <a:moveTo>
                  <a:pt x="1118" y="88280"/>
                </a:moveTo>
                <a:cubicBezTo>
                  <a:pt x="1118" y="88295"/>
                  <a:pt x="1133" y="88339"/>
                  <a:pt x="1133" y="88354"/>
                </a:cubicBezTo>
                <a:cubicBezTo>
                  <a:pt x="1133" y="88368"/>
                  <a:pt x="1118" y="88368"/>
                  <a:pt x="1118" y="88398"/>
                </a:cubicBezTo>
                <a:cubicBezTo>
                  <a:pt x="1118" y="88368"/>
                  <a:pt x="1118" y="88354"/>
                  <a:pt x="1104" y="88324"/>
                </a:cubicBezTo>
                <a:cubicBezTo>
                  <a:pt x="1104" y="88295"/>
                  <a:pt x="1104" y="88295"/>
                  <a:pt x="1118" y="88280"/>
                </a:cubicBezTo>
                <a:close/>
                <a:moveTo>
                  <a:pt x="1251" y="88339"/>
                </a:moveTo>
                <a:cubicBezTo>
                  <a:pt x="1251" y="88368"/>
                  <a:pt x="1266" y="88413"/>
                  <a:pt x="1295" y="88427"/>
                </a:cubicBezTo>
                <a:cubicBezTo>
                  <a:pt x="1266" y="88442"/>
                  <a:pt x="1266" y="88472"/>
                  <a:pt x="1251" y="88486"/>
                </a:cubicBezTo>
                <a:cubicBezTo>
                  <a:pt x="1251" y="88442"/>
                  <a:pt x="1236" y="88413"/>
                  <a:pt x="1236" y="88398"/>
                </a:cubicBezTo>
                <a:cubicBezTo>
                  <a:pt x="1236" y="88368"/>
                  <a:pt x="1251" y="88354"/>
                  <a:pt x="1251" y="88339"/>
                </a:cubicBezTo>
                <a:close/>
                <a:moveTo>
                  <a:pt x="1060" y="88442"/>
                </a:moveTo>
                <a:cubicBezTo>
                  <a:pt x="1060" y="88472"/>
                  <a:pt x="1089" y="88501"/>
                  <a:pt x="1089" y="88516"/>
                </a:cubicBezTo>
                <a:cubicBezTo>
                  <a:pt x="1089" y="88545"/>
                  <a:pt x="1060" y="88545"/>
                  <a:pt x="1060" y="88560"/>
                </a:cubicBezTo>
                <a:cubicBezTo>
                  <a:pt x="1045" y="88545"/>
                  <a:pt x="1045" y="88516"/>
                  <a:pt x="1045" y="88486"/>
                </a:cubicBezTo>
                <a:cubicBezTo>
                  <a:pt x="1045" y="88472"/>
                  <a:pt x="1045" y="88472"/>
                  <a:pt x="1060" y="88442"/>
                </a:cubicBezTo>
                <a:close/>
                <a:moveTo>
                  <a:pt x="1177" y="88501"/>
                </a:moveTo>
                <a:cubicBezTo>
                  <a:pt x="1177" y="88545"/>
                  <a:pt x="1192" y="88560"/>
                  <a:pt x="1192" y="88589"/>
                </a:cubicBezTo>
                <a:cubicBezTo>
                  <a:pt x="1192" y="88619"/>
                  <a:pt x="1192" y="88619"/>
                  <a:pt x="1177" y="88633"/>
                </a:cubicBezTo>
                <a:cubicBezTo>
                  <a:pt x="1177" y="88589"/>
                  <a:pt x="1163" y="88575"/>
                  <a:pt x="1163" y="88545"/>
                </a:cubicBezTo>
                <a:cubicBezTo>
                  <a:pt x="1163" y="88516"/>
                  <a:pt x="1177" y="88516"/>
                  <a:pt x="1177" y="88501"/>
                </a:cubicBezTo>
                <a:close/>
                <a:moveTo>
                  <a:pt x="957" y="88633"/>
                </a:moveTo>
                <a:cubicBezTo>
                  <a:pt x="1001" y="88663"/>
                  <a:pt x="1001" y="88678"/>
                  <a:pt x="1001" y="88707"/>
                </a:cubicBezTo>
                <a:cubicBezTo>
                  <a:pt x="1001" y="88707"/>
                  <a:pt x="1001" y="88722"/>
                  <a:pt x="971" y="88722"/>
                </a:cubicBezTo>
                <a:cubicBezTo>
                  <a:pt x="971" y="88707"/>
                  <a:pt x="971" y="88678"/>
                  <a:pt x="957" y="88648"/>
                </a:cubicBezTo>
                <a:lnTo>
                  <a:pt x="957" y="88633"/>
                </a:lnTo>
                <a:close/>
                <a:moveTo>
                  <a:pt x="1104" y="88663"/>
                </a:moveTo>
                <a:cubicBezTo>
                  <a:pt x="1104" y="88707"/>
                  <a:pt x="1118" y="88722"/>
                  <a:pt x="1118" y="88751"/>
                </a:cubicBezTo>
                <a:cubicBezTo>
                  <a:pt x="1118" y="88766"/>
                  <a:pt x="1104" y="88781"/>
                  <a:pt x="1104" y="88795"/>
                </a:cubicBezTo>
                <a:cubicBezTo>
                  <a:pt x="1104" y="88751"/>
                  <a:pt x="1089" y="88736"/>
                  <a:pt x="1089" y="88707"/>
                </a:cubicBezTo>
                <a:cubicBezTo>
                  <a:pt x="1089" y="88678"/>
                  <a:pt x="1104" y="88663"/>
                  <a:pt x="1104" y="88663"/>
                </a:cubicBezTo>
                <a:close/>
                <a:moveTo>
                  <a:pt x="1030" y="88854"/>
                </a:moveTo>
                <a:cubicBezTo>
                  <a:pt x="1030" y="88869"/>
                  <a:pt x="1030" y="88884"/>
                  <a:pt x="1045" y="88928"/>
                </a:cubicBezTo>
                <a:cubicBezTo>
                  <a:pt x="1045" y="88942"/>
                  <a:pt x="1030" y="88942"/>
                  <a:pt x="1030" y="88957"/>
                </a:cubicBezTo>
                <a:cubicBezTo>
                  <a:pt x="1030" y="88942"/>
                  <a:pt x="1015" y="88913"/>
                  <a:pt x="1015" y="88884"/>
                </a:cubicBezTo>
                <a:cubicBezTo>
                  <a:pt x="1015" y="88869"/>
                  <a:pt x="1015" y="88869"/>
                  <a:pt x="1030" y="88854"/>
                </a:cubicBezTo>
                <a:close/>
                <a:moveTo>
                  <a:pt x="957" y="89001"/>
                </a:moveTo>
                <a:cubicBezTo>
                  <a:pt x="957" y="89031"/>
                  <a:pt x="971" y="89045"/>
                  <a:pt x="971" y="89075"/>
                </a:cubicBezTo>
                <a:cubicBezTo>
                  <a:pt x="957" y="89075"/>
                  <a:pt x="957" y="89031"/>
                  <a:pt x="957" y="89016"/>
                </a:cubicBezTo>
                <a:lnTo>
                  <a:pt x="957" y="89001"/>
                </a:lnTo>
                <a:close/>
                <a:moveTo>
                  <a:pt x="883" y="89178"/>
                </a:moveTo>
                <a:cubicBezTo>
                  <a:pt x="898" y="89207"/>
                  <a:pt x="898" y="89222"/>
                  <a:pt x="898" y="89237"/>
                </a:cubicBezTo>
                <a:cubicBezTo>
                  <a:pt x="898" y="89237"/>
                  <a:pt x="898" y="89251"/>
                  <a:pt x="883" y="89251"/>
                </a:cubicBezTo>
                <a:lnTo>
                  <a:pt x="883" y="89207"/>
                </a:lnTo>
                <a:lnTo>
                  <a:pt x="883" y="89178"/>
                </a:lnTo>
                <a:close/>
                <a:moveTo>
                  <a:pt x="9151" y="1"/>
                </a:moveTo>
                <a:cubicBezTo>
                  <a:pt x="8699" y="1"/>
                  <a:pt x="8245" y="78"/>
                  <a:pt x="7800" y="247"/>
                </a:cubicBezTo>
                <a:lnTo>
                  <a:pt x="7844" y="320"/>
                </a:lnTo>
                <a:cubicBezTo>
                  <a:pt x="8284" y="155"/>
                  <a:pt x="8730" y="79"/>
                  <a:pt x="9173" y="79"/>
                </a:cubicBezTo>
                <a:cubicBezTo>
                  <a:pt x="10580" y="79"/>
                  <a:pt x="11953" y="849"/>
                  <a:pt x="12995" y="1969"/>
                </a:cubicBezTo>
                <a:cubicBezTo>
                  <a:pt x="12597" y="1601"/>
                  <a:pt x="12185" y="1248"/>
                  <a:pt x="11714" y="997"/>
                </a:cubicBezTo>
                <a:cubicBezTo>
                  <a:pt x="10828" y="465"/>
                  <a:pt x="9902" y="191"/>
                  <a:pt x="9007" y="191"/>
                </a:cubicBezTo>
                <a:cubicBezTo>
                  <a:pt x="8565" y="191"/>
                  <a:pt x="8130" y="258"/>
                  <a:pt x="7711" y="394"/>
                </a:cubicBezTo>
                <a:lnTo>
                  <a:pt x="7726" y="468"/>
                </a:lnTo>
                <a:cubicBezTo>
                  <a:pt x="8149" y="330"/>
                  <a:pt x="8578" y="266"/>
                  <a:pt x="9006" y="266"/>
                </a:cubicBezTo>
                <a:cubicBezTo>
                  <a:pt x="10494" y="266"/>
                  <a:pt x="11959" y="1043"/>
                  <a:pt x="13068" y="2175"/>
                </a:cubicBezTo>
                <a:cubicBezTo>
                  <a:pt x="11931" y="1095"/>
                  <a:pt x="10445" y="356"/>
                  <a:pt x="8903" y="356"/>
                </a:cubicBezTo>
                <a:cubicBezTo>
                  <a:pt x="8469" y="356"/>
                  <a:pt x="8030" y="415"/>
                  <a:pt x="7594" y="541"/>
                </a:cubicBezTo>
                <a:lnTo>
                  <a:pt x="7623" y="615"/>
                </a:lnTo>
                <a:cubicBezTo>
                  <a:pt x="8046" y="495"/>
                  <a:pt x="8471" y="439"/>
                  <a:pt x="8892" y="439"/>
                </a:cubicBezTo>
                <a:cubicBezTo>
                  <a:pt x="10538" y="439"/>
                  <a:pt x="12123" y="1291"/>
                  <a:pt x="13260" y="2498"/>
                </a:cubicBezTo>
                <a:cubicBezTo>
                  <a:pt x="12818" y="2086"/>
                  <a:pt x="12332" y="1719"/>
                  <a:pt x="11817" y="1424"/>
                </a:cubicBezTo>
                <a:cubicBezTo>
                  <a:pt x="10796" y="845"/>
                  <a:pt x="9729" y="545"/>
                  <a:pt x="8698" y="545"/>
                </a:cubicBezTo>
                <a:cubicBezTo>
                  <a:pt x="8288" y="545"/>
                  <a:pt x="7884" y="592"/>
                  <a:pt x="7491" y="688"/>
                </a:cubicBezTo>
                <a:lnTo>
                  <a:pt x="7505" y="762"/>
                </a:lnTo>
                <a:cubicBezTo>
                  <a:pt x="7888" y="668"/>
                  <a:pt x="8283" y="623"/>
                  <a:pt x="8681" y="623"/>
                </a:cubicBezTo>
                <a:cubicBezTo>
                  <a:pt x="10351" y="623"/>
                  <a:pt x="12097" y="1412"/>
                  <a:pt x="13392" y="2719"/>
                </a:cubicBezTo>
                <a:cubicBezTo>
                  <a:pt x="12043" y="1478"/>
                  <a:pt x="10270" y="721"/>
                  <a:pt x="8541" y="721"/>
                </a:cubicBezTo>
                <a:cubicBezTo>
                  <a:pt x="8157" y="721"/>
                  <a:pt x="7776" y="758"/>
                  <a:pt x="7402" y="836"/>
                </a:cubicBezTo>
                <a:lnTo>
                  <a:pt x="7417" y="909"/>
                </a:lnTo>
                <a:cubicBezTo>
                  <a:pt x="7782" y="835"/>
                  <a:pt x="8155" y="799"/>
                  <a:pt x="8531" y="799"/>
                </a:cubicBezTo>
                <a:cubicBezTo>
                  <a:pt x="10386" y="799"/>
                  <a:pt x="12316" y="1673"/>
                  <a:pt x="13686" y="3117"/>
                </a:cubicBezTo>
                <a:cubicBezTo>
                  <a:pt x="13157" y="2616"/>
                  <a:pt x="12568" y="2175"/>
                  <a:pt x="11906" y="1822"/>
                </a:cubicBezTo>
                <a:cubicBezTo>
                  <a:pt x="10775" y="1206"/>
                  <a:pt x="9550" y="888"/>
                  <a:pt x="8374" y="888"/>
                </a:cubicBezTo>
                <a:cubicBezTo>
                  <a:pt x="8005" y="888"/>
                  <a:pt x="7640" y="919"/>
                  <a:pt x="7285" y="983"/>
                </a:cubicBezTo>
                <a:lnTo>
                  <a:pt x="7299" y="1056"/>
                </a:lnTo>
                <a:cubicBezTo>
                  <a:pt x="7645" y="995"/>
                  <a:pt x="7996" y="966"/>
                  <a:pt x="8349" y="966"/>
                </a:cubicBezTo>
                <a:cubicBezTo>
                  <a:pt x="10296" y="966"/>
                  <a:pt x="12300" y="1861"/>
                  <a:pt x="13745" y="3293"/>
                </a:cubicBezTo>
                <a:cubicBezTo>
                  <a:pt x="12225" y="1900"/>
                  <a:pt x="10172" y="1063"/>
                  <a:pt x="8146" y="1063"/>
                </a:cubicBezTo>
                <a:cubicBezTo>
                  <a:pt x="7818" y="1063"/>
                  <a:pt x="7491" y="1085"/>
                  <a:pt x="7167" y="1130"/>
                </a:cubicBezTo>
                <a:lnTo>
                  <a:pt x="7196" y="1203"/>
                </a:lnTo>
                <a:cubicBezTo>
                  <a:pt x="7513" y="1158"/>
                  <a:pt x="7833" y="1137"/>
                  <a:pt x="8155" y="1137"/>
                </a:cubicBezTo>
                <a:cubicBezTo>
                  <a:pt x="10254" y="1137"/>
                  <a:pt x="12405" y="2069"/>
                  <a:pt x="13937" y="3587"/>
                </a:cubicBezTo>
                <a:cubicBezTo>
                  <a:pt x="12339" y="2133"/>
                  <a:pt x="10145" y="1228"/>
                  <a:pt x="7952" y="1228"/>
                </a:cubicBezTo>
                <a:cubicBezTo>
                  <a:pt x="7660" y="1228"/>
                  <a:pt x="7369" y="1244"/>
                  <a:pt x="7079" y="1277"/>
                </a:cubicBezTo>
                <a:lnTo>
                  <a:pt x="7079" y="1351"/>
                </a:lnTo>
                <a:cubicBezTo>
                  <a:pt x="7363" y="1320"/>
                  <a:pt x="7648" y="1305"/>
                  <a:pt x="7934" y="1305"/>
                </a:cubicBezTo>
                <a:cubicBezTo>
                  <a:pt x="10237" y="1305"/>
                  <a:pt x="12545" y="2286"/>
                  <a:pt x="14143" y="3897"/>
                </a:cubicBezTo>
                <a:cubicBezTo>
                  <a:pt x="13539" y="3337"/>
                  <a:pt x="12818" y="2852"/>
                  <a:pt x="12038" y="2454"/>
                </a:cubicBezTo>
                <a:cubicBezTo>
                  <a:pt x="10678" y="1762"/>
                  <a:pt x="9157" y="1392"/>
                  <a:pt x="7695" y="1392"/>
                </a:cubicBezTo>
                <a:cubicBezTo>
                  <a:pt x="7448" y="1392"/>
                  <a:pt x="7203" y="1403"/>
                  <a:pt x="6961" y="1424"/>
                </a:cubicBezTo>
                <a:lnTo>
                  <a:pt x="6961" y="1498"/>
                </a:lnTo>
                <a:cubicBezTo>
                  <a:pt x="7195" y="1478"/>
                  <a:pt x="7429" y="1469"/>
                  <a:pt x="7664" y="1469"/>
                </a:cubicBezTo>
                <a:cubicBezTo>
                  <a:pt x="10108" y="1469"/>
                  <a:pt x="12583" y="2497"/>
                  <a:pt x="14275" y="4161"/>
                </a:cubicBezTo>
                <a:cubicBezTo>
                  <a:pt x="12492" y="2542"/>
                  <a:pt x="9992" y="1552"/>
                  <a:pt x="7460" y="1552"/>
                </a:cubicBezTo>
                <a:cubicBezTo>
                  <a:pt x="7255" y="1552"/>
                  <a:pt x="7049" y="1558"/>
                  <a:pt x="6843" y="1571"/>
                </a:cubicBezTo>
                <a:lnTo>
                  <a:pt x="6843" y="1645"/>
                </a:lnTo>
                <a:cubicBezTo>
                  <a:pt x="7017" y="1636"/>
                  <a:pt x="7190" y="1631"/>
                  <a:pt x="7363" y="1631"/>
                </a:cubicBezTo>
                <a:cubicBezTo>
                  <a:pt x="9997" y="1631"/>
                  <a:pt x="12584" y="2670"/>
                  <a:pt x="14393" y="4382"/>
                </a:cubicBezTo>
                <a:cubicBezTo>
                  <a:pt x="12488" y="2690"/>
                  <a:pt x="9800" y="1685"/>
                  <a:pt x="7032" y="1685"/>
                </a:cubicBezTo>
                <a:cubicBezTo>
                  <a:pt x="6935" y="1685"/>
                  <a:pt x="6838" y="1687"/>
                  <a:pt x="6740" y="1689"/>
                </a:cubicBezTo>
                <a:lnTo>
                  <a:pt x="6740" y="1763"/>
                </a:lnTo>
                <a:cubicBezTo>
                  <a:pt x="6853" y="1759"/>
                  <a:pt x="6966" y="1758"/>
                  <a:pt x="7078" y="1758"/>
                </a:cubicBezTo>
                <a:cubicBezTo>
                  <a:pt x="9873" y="1758"/>
                  <a:pt x="12570" y="2803"/>
                  <a:pt x="14437" y="4529"/>
                </a:cubicBezTo>
                <a:lnTo>
                  <a:pt x="14437" y="4544"/>
                </a:lnTo>
                <a:cubicBezTo>
                  <a:pt x="13760" y="3970"/>
                  <a:pt x="13009" y="3484"/>
                  <a:pt x="12141" y="3072"/>
                </a:cubicBezTo>
                <a:cubicBezTo>
                  <a:pt x="10518" y="2289"/>
                  <a:pt x="8632" y="1864"/>
                  <a:pt x="6805" y="1864"/>
                </a:cubicBezTo>
                <a:cubicBezTo>
                  <a:pt x="6744" y="1864"/>
                  <a:pt x="6683" y="1865"/>
                  <a:pt x="6622" y="1866"/>
                </a:cubicBezTo>
                <a:lnTo>
                  <a:pt x="6622" y="1939"/>
                </a:lnTo>
                <a:cubicBezTo>
                  <a:pt x="6665" y="1939"/>
                  <a:pt x="6707" y="1939"/>
                  <a:pt x="6749" y="1939"/>
                </a:cubicBezTo>
                <a:cubicBezTo>
                  <a:pt x="9733" y="1939"/>
                  <a:pt x="12522" y="2964"/>
                  <a:pt x="14496" y="4691"/>
                </a:cubicBezTo>
                <a:cubicBezTo>
                  <a:pt x="14496" y="4706"/>
                  <a:pt x="14496" y="4706"/>
                  <a:pt x="14510" y="4735"/>
                </a:cubicBezTo>
                <a:cubicBezTo>
                  <a:pt x="13833" y="4176"/>
                  <a:pt x="13054" y="3676"/>
                  <a:pt x="12200" y="3278"/>
                </a:cubicBezTo>
                <a:cubicBezTo>
                  <a:pt x="10463" y="2469"/>
                  <a:pt x="8521" y="2028"/>
                  <a:pt x="6534" y="1983"/>
                </a:cubicBezTo>
                <a:lnTo>
                  <a:pt x="6534" y="2057"/>
                </a:lnTo>
                <a:cubicBezTo>
                  <a:pt x="9625" y="2116"/>
                  <a:pt x="12524" y="3161"/>
                  <a:pt x="14569" y="4883"/>
                </a:cubicBezTo>
                <a:lnTo>
                  <a:pt x="14569" y="4897"/>
                </a:lnTo>
                <a:cubicBezTo>
                  <a:pt x="13892" y="4367"/>
                  <a:pt x="13112" y="3882"/>
                  <a:pt x="12259" y="3484"/>
                </a:cubicBezTo>
                <a:cubicBezTo>
                  <a:pt x="10508" y="2675"/>
                  <a:pt x="8506" y="2204"/>
                  <a:pt x="6416" y="2131"/>
                </a:cubicBezTo>
                <a:lnTo>
                  <a:pt x="6416" y="2204"/>
                </a:lnTo>
                <a:cubicBezTo>
                  <a:pt x="9051" y="2307"/>
                  <a:pt x="12229" y="3131"/>
                  <a:pt x="14613" y="5030"/>
                </a:cubicBezTo>
                <a:cubicBezTo>
                  <a:pt x="14613" y="5044"/>
                  <a:pt x="14613" y="5044"/>
                  <a:pt x="14628" y="5059"/>
                </a:cubicBezTo>
                <a:cubicBezTo>
                  <a:pt x="13951" y="4544"/>
                  <a:pt x="13171" y="4088"/>
                  <a:pt x="12303" y="3676"/>
                </a:cubicBezTo>
                <a:cubicBezTo>
                  <a:pt x="10537" y="2896"/>
                  <a:pt x="8477" y="2395"/>
                  <a:pt x="6328" y="2263"/>
                </a:cubicBezTo>
                <a:lnTo>
                  <a:pt x="6328" y="2337"/>
                </a:lnTo>
                <a:cubicBezTo>
                  <a:pt x="9639" y="2528"/>
                  <a:pt x="12568" y="3558"/>
                  <a:pt x="14658" y="5192"/>
                </a:cubicBezTo>
                <a:cubicBezTo>
                  <a:pt x="14658" y="5206"/>
                  <a:pt x="14658" y="5221"/>
                  <a:pt x="14687" y="5250"/>
                </a:cubicBezTo>
                <a:cubicBezTo>
                  <a:pt x="12553" y="3676"/>
                  <a:pt x="9625" y="2690"/>
                  <a:pt x="6240" y="2425"/>
                </a:cubicBezTo>
                <a:lnTo>
                  <a:pt x="6240" y="2498"/>
                </a:lnTo>
                <a:cubicBezTo>
                  <a:pt x="9654" y="2763"/>
                  <a:pt x="12597" y="3764"/>
                  <a:pt x="14716" y="5368"/>
                </a:cubicBezTo>
                <a:cubicBezTo>
                  <a:pt x="14716" y="5383"/>
                  <a:pt x="14716" y="5412"/>
                  <a:pt x="14731" y="5427"/>
                </a:cubicBezTo>
                <a:cubicBezTo>
                  <a:pt x="11935" y="3440"/>
                  <a:pt x="8374" y="2793"/>
                  <a:pt x="6137" y="2572"/>
                </a:cubicBezTo>
                <a:lnTo>
                  <a:pt x="6137" y="2646"/>
                </a:lnTo>
                <a:cubicBezTo>
                  <a:pt x="8388" y="2866"/>
                  <a:pt x="11994" y="3514"/>
                  <a:pt x="14775" y="5530"/>
                </a:cubicBezTo>
                <a:cubicBezTo>
                  <a:pt x="14775" y="5559"/>
                  <a:pt x="14775" y="5574"/>
                  <a:pt x="14790" y="5589"/>
                </a:cubicBezTo>
                <a:cubicBezTo>
                  <a:pt x="14084" y="5118"/>
                  <a:pt x="13318" y="4691"/>
                  <a:pt x="12465" y="4323"/>
                </a:cubicBezTo>
                <a:cubicBezTo>
                  <a:pt x="10669" y="3529"/>
                  <a:pt x="8506" y="2999"/>
                  <a:pt x="6048" y="2719"/>
                </a:cubicBezTo>
                <a:lnTo>
                  <a:pt x="6048" y="2793"/>
                </a:lnTo>
                <a:cubicBezTo>
                  <a:pt x="8786" y="3102"/>
                  <a:pt x="12200" y="3867"/>
                  <a:pt x="14820" y="5707"/>
                </a:cubicBezTo>
                <a:lnTo>
                  <a:pt x="14820" y="5751"/>
                </a:lnTo>
                <a:cubicBezTo>
                  <a:pt x="12656" y="4309"/>
                  <a:pt x="9713" y="3352"/>
                  <a:pt x="5960" y="2866"/>
                </a:cubicBezTo>
                <a:lnTo>
                  <a:pt x="5945" y="2940"/>
                </a:lnTo>
                <a:cubicBezTo>
                  <a:pt x="9728" y="3440"/>
                  <a:pt x="12671" y="4397"/>
                  <a:pt x="14849" y="5869"/>
                </a:cubicBezTo>
                <a:cubicBezTo>
                  <a:pt x="14849" y="5883"/>
                  <a:pt x="14864" y="5927"/>
                  <a:pt x="14864" y="5942"/>
                </a:cubicBezTo>
                <a:cubicBezTo>
                  <a:pt x="12068" y="4117"/>
                  <a:pt x="8550" y="3396"/>
                  <a:pt x="5842" y="3014"/>
                </a:cubicBezTo>
                <a:lnTo>
                  <a:pt x="5828" y="3087"/>
                </a:lnTo>
                <a:cubicBezTo>
                  <a:pt x="8550" y="3470"/>
                  <a:pt x="12068" y="4206"/>
                  <a:pt x="14878" y="6045"/>
                </a:cubicBezTo>
                <a:cubicBezTo>
                  <a:pt x="14878" y="6089"/>
                  <a:pt x="14893" y="6104"/>
                  <a:pt x="14893" y="6148"/>
                </a:cubicBezTo>
                <a:cubicBezTo>
                  <a:pt x="12141" y="4412"/>
                  <a:pt x="8727" y="3646"/>
                  <a:pt x="5739" y="3161"/>
                </a:cubicBezTo>
                <a:lnTo>
                  <a:pt x="5725" y="3234"/>
                </a:lnTo>
                <a:cubicBezTo>
                  <a:pt x="8697" y="3720"/>
                  <a:pt x="12156" y="4485"/>
                  <a:pt x="14908" y="6236"/>
                </a:cubicBezTo>
                <a:cubicBezTo>
                  <a:pt x="14908" y="6251"/>
                  <a:pt x="14908" y="6266"/>
                  <a:pt x="14923" y="6295"/>
                </a:cubicBezTo>
                <a:cubicBezTo>
                  <a:pt x="12274" y="4676"/>
                  <a:pt x="8962" y="3882"/>
                  <a:pt x="5636" y="3308"/>
                </a:cubicBezTo>
                <a:lnTo>
                  <a:pt x="5607" y="3381"/>
                </a:lnTo>
                <a:cubicBezTo>
                  <a:pt x="8948" y="3970"/>
                  <a:pt x="12274" y="4765"/>
                  <a:pt x="14923" y="6398"/>
                </a:cubicBezTo>
                <a:cubicBezTo>
                  <a:pt x="15129" y="7737"/>
                  <a:pt x="15129" y="9136"/>
                  <a:pt x="15129" y="10504"/>
                </a:cubicBezTo>
                <a:cubicBezTo>
                  <a:pt x="15129" y="11019"/>
                  <a:pt x="15129" y="11564"/>
                  <a:pt x="15143" y="12079"/>
                </a:cubicBezTo>
                <a:cubicBezTo>
                  <a:pt x="15173" y="13668"/>
                  <a:pt x="15364" y="15022"/>
                  <a:pt x="15702" y="16199"/>
                </a:cubicBezTo>
                <a:cubicBezTo>
                  <a:pt x="15747" y="16376"/>
                  <a:pt x="15776" y="16523"/>
                  <a:pt x="15820" y="16670"/>
                </a:cubicBezTo>
                <a:cubicBezTo>
                  <a:pt x="15850" y="16862"/>
                  <a:pt x="15909" y="17068"/>
                  <a:pt x="15967" y="17274"/>
                </a:cubicBezTo>
                <a:cubicBezTo>
                  <a:pt x="15982" y="17377"/>
                  <a:pt x="15997" y="17480"/>
                  <a:pt x="16041" y="17583"/>
                </a:cubicBezTo>
                <a:lnTo>
                  <a:pt x="16100" y="17921"/>
                </a:lnTo>
                <a:cubicBezTo>
                  <a:pt x="16115" y="18113"/>
                  <a:pt x="16144" y="18319"/>
                  <a:pt x="16188" y="18525"/>
                </a:cubicBezTo>
                <a:cubicBezTo>
                  <a:pt x="16203" y="18657"/>
                  <a:pt x="16218" y="18775"/>
                  <a:pt x="16247" y="18893"/>
                </a:cubicBezTo>
                <a:lnTo>
                  <a:pt x="16291" y="19393"/>
                </a:lnTo>
                <a:cubicBezTo>
                  <a:pt x="16291" y="19496"/>
                  <a:pt x="16321" y="19614"/>
                  <a:pt x="16321" y="19731"/>
                </a:cubicBezTo>
                <a:cubicBezTo>
                  <a:pt x="16321" y="19908"/>
                  <a:pt x="16335" y="20085"/>
                  <a:pt x="16335" y="20246"/>
                </a:cubicBezTo>
                <a:lnTo>
                  <a:pt x="16335" y="20688"/>
                </a:lnTo>
                <a:cubicBezTo>
                  <a:pt x="16335" y="20850"/>
                  <a:pt x="16321" y="21012"/>
                  <a:pt x="16321" y="21159"/>
                </a:cubicBezTo>
                <a:cubicBezTo>
                  <a:pt x="16291" y="21306"/>
                  <a:pt x="16291" y="21424"/>
                  <a:pt x="16291" y="21586"/>
                </a:cubicBezTo>
                <a:cubicBezTo>
                  <a:pt x="16276" y="21733"/>
                  <a:pt x="16262" y="21880"/>
                  <a:pt x="16262" y="22027"/>
                </a:cubicBezTo>
                <a:lnTo>
                  <a:pt x="16203" y="22469"/>
                </a:lnTo>
                <a:cubicBezTo>
                  <a:pt x="16173" y="22616"/>
                  <a:pt x="16144" y="22763"/>
                  <a:pt x="16129" y="22910"/>
                </a:cubicBezTo>
                <a:cubicBezTo>
                  <a:pt x="16100" y="23057"/>
                  <a:pt x="16056" y="23204"/>
                  <a:pt x="16041" y="23352"/>
                </a:cubicBezTo>
                <a:lnTo>
                  <a:pt x="15923" y="23793"/>
                </a:lnTo>
                <a:cubicBezTo>
                  <a:pt x="15894" y="23940"/>
                  <a:pt x="15835" y="24087"/>
                  <a:pt x="15806" y="24205"/>
                </a:cubicBezTo>
                <a:cubicBezTo>
                  <a:pt x="15747" y="24352"/>
                  <a:pt x="15702" y="24499"/>
                  <a:pt x="15658" y="24647"/>
                </a:cubicBezTo>
                <a:lnTo>
                  <a:pt x="15482" y="25088"/>
                </a:lnTo>
                <a:lnTo>
                  <a:pt x="15379" y="25368"/>
                </a:lnTo>
                <a:cubicBezTo>
                  <a:pt x="14201" y="28385"/>
                  <a:pt x="14746" y="31961"/>
                  <a:pt x="16762" y="34477"/>
                </a:cubicBezTo>
                <a:cubicBezTo>
                  <a:pt x="17866" y="35860"/>
                  <a:pt x="19367" y="36905"/>
                  <a:pt x="20809" y="37921"/>
                </a:cubicBezTo>
                <a:cubicBezTo>
                  <a:pt x="22089" y="38818"/>
                  <a:pt x="23414" y="39731"/>
                  <a:pt x="24488" y="40908"/>
                </a:cubicBezTo>
                <a:cubicBezTo>
                  <a:pt x="24459" y="40952"/>
                  <a:pt x="24429" y="40967"/>
                  <a:pt x="24415" y="41011"/>
                </a:cubicBezTo>
                <a:cubicBezTo>
                  <a:pt x="23679" y="41821"/>
                  <a:pt x="22884" y="42601"/>
                  <a:pt x="22104" y="43366"/>
                </a:cubicBezTo>
                <a:cubicBezTo>
                  <a:pt x="21133" y="44337"/>
                  <a:pt x="20117" y="45323"/>
                  <a:pt x="19205" y="46397"/>
                </a:cubicBezTo>
                <a:cubicBezTo>
                  <a:pt x="19087" y="46530"/>
                  <a:pt x="18984" y="46648"/>
                  <a:pt x="18867" y="46795"/>
                </a:cubicBezTo>
                <a:lnTo>
                  <a:pt x="18778" y="46898"/>
                </a:lnTo>
                <a:cubicBezTo>
                  <a:pt x="18616" y="47074"/>
                  <a:pt x="18469" y="47266"/>
                  <a:pt x="18322" y="47442"/>
                </a:cubicBezTo>
                <a:cubicBezTo>
                  <a:pt x="18131" y="47648"/>
                  <a:pt x="17954" y="47869"/>
                  <a:pt x="17763" y="48075"/>
                </a:cubicBezTo>
                <a:cubicBezTo>
                  <a:pt x="17586" y="48252"/>
                  <a:pt x="17424" y="48472"/>
                  <a:pt x="17233" y="48693"/>
                </a:cubicBezTo>
                <a:cubicBezTo>
                  <a:pt x="17056" y="48870"/>
                  <a:pt x="16880" y="49090"/>
                  <a:pt x="16703" y="49297"/>
                </a:cubicBezTo>
                <a:cubicBezTo>
                  <a:pt x="16512" y="49503"/>
                  <a:pt x="16321" y="49723"/>
                  <a:pt x="16144" y="49929"/>
                </a:cubicBezTo>
                <a:cubicBezTo>
                  <a:pt x="15967" y="50106"/>
                  <a:pt x="15806" y="50312"/>
                  <a:pt x="15629" y="50503"/>
                </a:cubicBezTo>
                <a:cubicBezTo>
                  <a:pt x="15452" y="50695"/>
                  <a:pt x="15290" y="50886"/>
                  <a:pt x="15114" y="51077"/>
                </a:cubicBezTo>
                <a:lnTo>
                  <a:pt x="14569" y="51695"/>
                </a:lnTo>
                <a:lnTo>
                  <a:pt x="14069" y="52240"/>
                </a:lnTo>
                <a:cubicBezTo>
                  <a:pt x="13848" y="52461"/>
                  <a:pt x="13642" y="52681"/>
                  <a:pt x="13466" y="52902"/>
                </a:cubicBezTo>
                <a:cubicBezTo>
                  <a:pt x="13274" y="53093"/>
                  <a:pt x="13112" y="53270"/>
                  <a:pt x="12951" y="53461"/>
                </a:cubicBezTo>
                <a:cubicBezTo>
                  <a:pt x="12730" y="53682"/>
                  <a:pt x="12524" y="53903"/>
                  <a:pt x="12318" y="54123"/>
                </a:cubicBezTo>
                <a:cubicBezTo>
                  <a:pt x="12141" y="54300"/>
                  <a:pt x="11979" y="54477"/>
                  <a:pt x="11832" y="54639"/>
                </a:cubicBezTo>
                <a:cubicBezTo>
                  <a:pt x="11611" y="54845"/>
                  <a:pt x="11391" y="55065"/>
                  <a:pt x="11185" y="55301"/>
                </a:cubicBezTo>
                <a:cubicBezTo>
                  <a:pt x="10978" y="55507"/>
                  <a:pt x="10772" y="55683"/>
                  <a:pt x="10581" y="55904"/>
                </a:cubicBezTo>
                <a:cubicBezTo>
                  <a:pt x="10360" y="56095"/>
                  <a:pt x="10154" y="56287"/>
                  <a:pt x="9963" y="56478"/>
                </a:cubicBezTo>
                <a:cubicBezTo>
                  <a:pt x="9742" y="56655"/>
                  <a:pt x="9551" y="56846"/>
                  <a:pt x="9345" y="57052"/>
                </a:cubicBezTo>
                <a:cubicBezTo>
                  <a:pt x="9124" y="57229"/>
                  <a:pt x="8903" y="57420"/>
                  <a:pt x="8697" y="57597"/>
                </a:cubicBezTo>
                <a:cubicBezTo>
                  <a:pt x="8477" y="57758"/>
                  <a:pt x="8256" y="57935"/>
                  <a:pt x="8050" y="58112"/>
                </a:cubicBezTo>
                <a:cubicBezTo>
                  <a:pt x="7829" y="58259"/>
                  <a:pt x="7608" y="58421"/>
                  <a:pt x="7417" y="58597"/>
                </a:cubicBezTo>
                <a:cubicBezTo>
                  <a:pt x="7123" y="58774"/>
                  <a:pt x="6828" y="58980"/>
                  <a:pt x="6549" y="59201"/>
                </a:cubicBezTo>
                <a:cubicBezTo>
                  <a:pt x="5445" y="60098"/>
                  <a:pt x="4562" y="61143"/>
                  <a:pt x="3959" y="62276"/>
                </a:cubicBezTo>
                <a:cubicBezTo>
                  <a:pt x="3252" y="63557"/>
                  <a:pt x="2973" y="64866"/>
                  <a:pt x="3149" y="66147"/>
                </a:cubicBezTo>
                <a:cubicBezTo>
                  <a:pt x="3370" y="67957"/>
                  <a:pt x="4430" y="69502"/>
                  <a:pt x="5445" y="70988"/>
                </a:cubicBezTo>
                <a:cubicBezTo>
                  <a:pt x="6255" y="72166"/>
                  <a:pt x="7079" y="73358"/>
                  <a:pt x="7505" y="74712"/>
                </a:cubicBezTo>
                <a:cubicBezTo>
                  <a:pt x="7005" y="74888"/>
                  <a:pt x="6505" y="75109"/>
                  <a:pt x="6048" y="75374"/>
                </a:cubicBezTo>
                <a:cubicBezTo>
                  <a:pt x="3149" y="76949"/>
                  <a:pt x="1133" y="80098"/>
                  <a:pt x="957" y="83409"/>
                </a:cubicBezTo>
                <a:cubicBezTo>
                  <a:pt x="957" y="83483"/>
                  <a:pt x="957" y="83556"/>
                  <a:pt x="942" y="83615"/>
                </a:cubicBezTo>
                <a:lnTo>
                  <a:pt x="942" y="83718"/>
                </a:lnTo>
                <a:cubicBezTo>
                  <a:pt x="942" y="83792"/>
                  <a:pt x="942" y="83880"/>
                  <a:pt x="912" y="83954"/>
                </a:cubicBezTo>
                <a:lnTo>
                  <a:pt x="912" y="84027"/>
                </a:lnTo>
                <a:cubicBezTo>
                  <a:pt x="912" y="84130"/>
                  <a:pt x="898" y="84233"/>
                  <a:pt x="898" y="84321"/>
                </a:cubicBezTo>
                <a:lnTo>
                  <a:pt x="898" y="84351"/>
                </a:lnTo>
                <a:cubicBezTo>
                  <a:pt x="883" y="84469"/>
                  <a:pt x="883" y="84601"/>
                  <a:pt x="883" y="84734"/>
                </a:cubicBezTo>
                <a:cubicBezTo>
                  <a:pt x="868" y="84837"/>
                  <a:pt x="868" y="84969"/>
                  <a:pt x="868" y="85087"/>
                </a:cubicBezTo>
                <a:cubicBezTo>
                  <a:pt x="839" y="85204"/>
                  <a:pt x="839" y="85352"/>
                  <a:pt x="839" y="85484"/>
                </a:cubicBezTo>
                <a:cubicBezTo>
                  <a:pt x="824" y="85602"/>
                  <a:pt x="824" y="85705"/>
                  <a:pt x="824" y="85823"/>
                </a:cubicBezTo>
                <a:cubicBezTo>
                  <a:pt x="809" y="85940"/>
                  <a:pt x="809" y="86073"/>
                  <a:pt x="809" y="86205"/>
                </a:cubicBezTo>
                <a:cubicBezTo>
                  <a:pt x="795" y="86308"/>
                  <a:pt x="795" y="86441"/>
                  <a:pt x="795" y="86558"/>
                </a:cubicBezTo>
                <a:cubicBezTo>
                  <a:pt x="780" y="86676"/>
                  <a:pt x="780" y="86809"/>
                  <a:pt x="751" y="86956"/>
                </a:cubicBezTo>
                <a:cubicBezTo>
                  <a:pt x="736" y="87088"/>
                  <a:pt x="736" y="87221"/>
                  <a:pt x="721" y="87324"/>
                </a:cubicBezTo>
                <a:cubicBezTo>
                  <a:pt x="706" y="87456"/>
                  <a:pt x="706" y="87559"/>
                  <a:pt x="677" y="87692"/>
                </a:cubicBezTo>
                <a:cubicBezTo>
                  <a:pt x="662" y="87809"/>
                  <a:pt x="662" y="87912"/>
                  <a:pt x="648" y="88045"/>
                </a:cubicBezTo>
                <a:cubicBezTo>
                  <a:pt x="633" y="88192"/>
                  <a:pt x="603" y="88324"/>
                  <a:pt x="603" y="88472"/>
                </a:cubicBezTo>
                <a:cubicBezTo>
                  <a:pt x="589" y="88589"/>
                  <a:pt x="589" y="88707"/>
                  <a:pt x="574" y="88839"/>
                </a:cubicBezTo>
                <a:cubicBezTo>
                  <a:pt x="545" y="88942"/>
                  <a:pt x="545" y="89075"/>
                  <a:pt x="530" y="89178"/>
                </a:cubicBezTo>
                <a:cubicBezTo>
                  <a:pt x="515" y="89310"/>
                  <a:pt x="515" y="89428"/>
                  <a:pt x="500" y="89546"/>
                </a:cubicBezTo>
                <a:cubicBezTo>
                  <a:pt x="471" y="89693"/>
                  <a:pt x="456" y="89840"/>
                  <a:pt x="456" y="89987"/>
                </a:cubicBezTo>
                <a:cubicBezTo>
                  <a:pt x="441" y="90105"/>
                  <a:pt x="441" y="90193"/>
                  <a:pt x="427" y="90311"/>
                </a:cubicBezTo>
                <a:cubicBezTo>
                  <a:pt x="397" y="90414"/>
                  <a:pt x="397" y="90502"/>
                  <a:pt x="383" y="90620"/>
                </a:cubicBezTo>
                <a:cubicBezTo>
                  <a:pt x="368" y="90753"/>
                  <a:pt x="353" y="90900"/>
                  <a:pt x="353" y="91017"/>
                </a:cubicBezTo>
                <a:cubicBezTo>
                  <a:pt x="0" y="93490"/>
                  <a:pt x="986" y="96271"/>
                  <a:pt x="3326" y="97051"/>
                </a:cubicBezTo>
                <a:lnTo>
                  <a:pt x="3341" y="96978"/>
                </a:lnTo>
                <a:cubicBezTo>
                  <a:pt x="1486" y="96359"/>
                  <a:pt x="515" y="94461"/>
                  <a:pt x="383" y="92460"/>
                </a:cubicBezTo>
                <a:lnTo>
                  <a:pt x="383" y="92460"/>
                </a:lnTo>
                <a:cubicBezTo>
                  <a:pt x="441" y="92989"/>
                  <a:pt x="574" y="93519"/>
                  <a:pt x="751" y="94020"/>
                </a:cubicBezTo>
                <a:cubicBezTo>
                  <a:pt x="1280" y="95477"/>
                  <a:pt x="2266" y="96536"/>
                  <a:pt x="3517" y="97007"/>
                </a:cubicBezTo>
                <a:lnTo>
                  <a:pt x="3547" y="96933"/>
                </a:lnTo>
                <a:cubicBezTo>
                  <a:pt x="1692" y="96212"/>
                  <a:pt x="662" y="94255"/>
                  <a:pt x="471" y="92254"/>
                </a:cubicBezTo>
                <a:lnTo>
                  <a:pt x="471" y="92254"/>
                </a:lnTo>
                <a:cubicBezTo>
                  <a:pt x="751" y="94240"/>
                  <a:pt x="1795" y="96153"/>
                  <a:pt x="3694" y="96963"/>
                </a:cubicBezTo>
                <a:lnTo>
                  <a:pt x="3738" y="96889"/>
                </a:lnTo>
                <a:cubicBezTo>
                  <a:pt x="1751" y="96050"/>
                  <a:pt x="692" y="93961"/>
                  <a:pt x="515" y="91871"/>
                </a:cubicBezTo>
                <a:lnTo>
                  <a:pt x="515" y="91871"/>
                </a:lnTo>
                <a:cubicBezTo>
                  <a:pt x="589" y="92474"/>
                  <a:pt x="751" y="93063"/>
                  <a:pt x="971" y="93637"/>
                </a:cubicBezTo>
                <a:cubicBezTo>
                  <a:pt x="1560" y="95138"/>
                  <a:pt x="2605" y="96301"/>
                  <a:pt x="3885" y="96904"/>
                </a:cubicBezTo>
                <a:lnTo>
                  <a:pt x="3915" y="96830"/>
                </a:lnTo>
                <a:cubicBezTo>
                  <a:pt x="2060" y="95977"/>
                  <a:pt x="809" y="93872"/>
                  <a:pt x="574" y="91606"/>
                </a:cubicBezTo>
                <a:lnTo>
                  <a:pt x="574" y="91606"/>
                </a:lnTo>
                <a:cubicBezTo>
                  <a:pt x="898" y="93843"/>
                  <a:pt x="2193" y="95903"/>
                  <a:pt x="4062" y="96860"/>
                </a:cubicBezTo>
                <a:lnTo>
                  <a:pt x="4106" y="96786"/>
                </a:lnTo>
                <a:cubicBezTo>
                  <a:pt x="2119" y="95771"/>
                  <a:pt x="809" y="93505"/>
                  <a:pt x="589" y="91120"/>
                </a:cubicBezTo>
                <a:lnTo>
                  <a:pt x="589" y="91120"/>
                </a:lnTo>
                <a:cubicBezTo>
                  <a:pt x="677" y="91827"/>
                  <a:pt x="883" y="92548"/>
                  <a:pt x="1163" y="93225"/>
                </a:cubicBezTo>
                <a:cubicBezTo>
                  <a:pt x="1825" y="94800"/>
                  <a:pt x="2899" y="96050"/>
                  <a:pt x="4224" y="96786"/>
                </a:cubicBezTo>
                <a:lnTo>
                  <a:pt x="4268" y="96713"/>
                </a:lnTo>
                <a:cubicBezTo>
                  <a:pt x="2281" y="95609"/>
                  <a:pt x="912" y="93328"/>
                  <a:pt x="648" y="90929"/>
                </a:cubicBezTo>
                <a:lnTo>
                  <a:pt x="648" y="90929"/>
                </a:lnTo>
                <a:cubicBezTo>
                  <a:pt x="1015" y="93298"/>
                  <a:pt x="2384" y="95535"/>
                  <a:pt x="4400" y="96727"/>
                </a:cubicBezTo>
                <a:lnTo>
                  <a:pt x="4430" y="96654"/>
                </a:lnTo>
                <a:cubicBezTo>
                  <a:pt x="2355" y="95418"/>
                  <a:pt x="957" y="93034"/>
                  <a:pt x="677" y="90561"/>
                </a:cubicBezTo>
                <a:lnTo>
                  <a:pt x="677" y="90561"/>
                </a:lnTo>
                <a:cubicBezTo>
                  <a:pt x="1060" y="93004"/>
                  <a:pt x="2487" y="95329"/>
                  <a:pt x="4577" y="96669"/>
                </a:cubicBezTo>
                <a:lnTo>
                  <a:pt x="4621" y="96595"/>
                </a:lnTo>
                <a:cubicBezTo>
                  <a:pt x="2443" y="95197"/>
                  <a:pt x="986" y="92739"/>
                  <a:pt x="721" y="90179"/>
                </a:cubicBezTo>
                <a:lnTo>
                  <a:pt x="721" y="90179"/>
                </a:lnTo>
                <a:cubicBezTo>
                  <a:pt x="839" y="91003"/>
                  <a:pt x="1089" y="91812"/>
                  <a:pt x="1457" y="92622"/>
                </a:cubicBezTo>
                <a:cubicBezTo>
                  <a:pt x="2193" y="94240"/>
                  <a:pt x="3370" y="95653"/>
                  <a:pt x="4768" y="96610"/>
                </a:cubicBezTo>
                <a:lnTo>
                  <a:pt x="4798" y="96536"/>
                </a:lnTo>
                <a:cubicBezTo>
                  <a:pt x="2575" y="95035"/>
                  <a:pt x="1089" y="92460"/>
                  <a:pt x="765" y="89870"/>
                </a:cubicBezTo>
                <a:lnTo>
                  <a:pt x="765" y="89870"/>
                </a:lnTo>
                <a:cubicBezTo>
                  <a:pt x="1177" y="92415"/>
                  <a:pt x="2708" y="94947"/>
                  <a:pt x="4930" y="96536"/>
                </a:cubicBezTo>
                <a:lnTo>
                  <a:pt x="4989" y="96463"/>
                </a:lnTo>
                <a:cubicBezTo>
                  <a:pt x="2708" y="94829"/>
                  <a:pt x="1177" y="92224"/>
                  <a:pt x="809" y="89605"/>
                </a:cubicBezTo>
                <a:lnTo>
                  <a:pt x="809" y="89605"/>
                </a:lnTo>
                <a:cubicBezTo>
                  <a:pt x="1251" y="92195"/>
                  <a:pt x="2796" y="94755"/>
                  <a:pt x="5092" y="96492"/>
                </a:cubicBezTo>
                <a:lnTo>
                  <a:pt x="5151" y="96433"/>
                </a:lnTo>
                <a:cubicBezTo>
                  <a:pt x="2811" y="94667"/>
                  <a:pt x="1266" y="92077"/>
                  <a:pt x="868" y="89458"/>
                </a:cubicBezTo>
                <a:lnTo>
                  <a:pt x="868" y="89443"/>
                </a:lnTo>
                <a:cubicBezTo>
                  <a:pt x="1030" y="90311"/>
                  <a:pt x="1324" y="91165"/>
                  <a:pt x="1722" y="92033"/>
                </a:cubicBezTo>
                <a:cubicBezTo>
                  <a:pt x="2531" y="93711"/>
                  <a:pt x="3782" y="95270"/>
                  <a:pt x="5254" y="96448"/>
                </a:cubicBezTo>
                <a:lnTo>
                  <a:pt x="5313" y="96389"/>
                </a:lnTo>
                <a:cubicBezTo>
                  <a:pt x="2943" y="94520"/>
                  <a:pt x="1383" y="91930"/>
                  <a:pt x="912" y="89310"/>
                </a:cubicBezTo>
                <a:cubicBezTo>
                  <a:pt x="912" y="89296"/>
                  <a:pt x="912" y="89296"/>
                  <a:pt x="942" y="89281"/>
                </a:cubicBezTo>
                <a:cubicBezTo>
                  <a:pt x="1118" y="90134"/>
                  <a:pt x="1413" y="91003"/>
                  <a:pt x="1840" y="91856"/>
                </a:cubicBezTo>
                <a:cubicBezTo>
                  <a:pt x="2664" y="93563"/>
                  <a:pt x="3915" y="95138"/>
                  <a:pt x="5460" y="96418"/>
                </a:cubicBezTo>
                <a:lnTo>
                  <a:pt x="5519" y="96359"/>
                </a:lnTo>
                <a:cubicBezTo>
                  <a:pt x="3149" y="94387"/>
                  <a:pt x="1531" y="91739"/>
                  <a:pt x="1015" y="89148"/>
                </a:cubicBezTo>
                <a:cubicBezTo>
                  <a:pt x="1015" y="89148"/>
                  <a:pt x="1015" y="89134"/>
                  <a:pt x="1030" y="89134"/>
                </a:cubicBezTo>
                <a:cubicBezTo>
                  <a:pt x="1236" y="89973"/>
                  <a:pt x="1531" y="90841"/>
                  <a:pt x="1943" y="91680"/>
                </a:cubicBezTo>
                <a:cubicBezTo>
                  <a:pt x="2796" y="93401"/>
                  <a:pt x="4076" y="95035"/>
                  <a:pt x="5651" y="96374"/>
                </a:cubicBezTo>
                <a:lnTo>
                  <a:pt x="5695" y="96315"/>
                </a:lnTo>
                <a:cubicBezTo>
                  <a:pt x="3709" y="94594"/>
                  <a:pt x="1722" y="91959"/>
                  <a:pt x="1089" y="89016"/>
                </a:cubicBezTo>
                <a:cubicBezTo>
                  <a:pt x="1089" y="89001"/>
                  <a:pt x="1104" y="89001"/>
                  <a:pt x="1104" y="88987"/>
                </a:cubicBezTo>
                <a:cubicBezTo>
                  <a:pt x="1310" y="89811"/>
                  <a:pt x="1619" y="90650"/>
                  <a:pt x="2060" y="91503"/>
                </a:cubicBezTo>
                <a:cubicBezTo>
                  <a:pt x="2929" y="93225"/>
                  <a:pt x="4224" y="94903"/>
                  <a:pt x="5828" y="96345"/>
                </a:cubicBezTo>
                <a:lnTo>
                  <a:pt x="5887" y="96286"/>
                </a:lnTo>
                <a:cubicBezTo>
                  <a:pt x="3414" y="94064"/>
                  <a:pt x="1781" y="91430"/>
                  <a:pt x="1177" y="88854"/>
                </a:cubicBezTo>
                <a:cubicBezTo>
                  <a:pt x="1177" y="88839"/>
                  <a:pt x="1192" y="88810"/>
                  <a:pt x="1192" y="88810"/>
                </a:cubicBezTo>
                <a:cubicBezTo>
                  <a:pt x="1869" y="91371"/>
                  <a:pt x="3532" y="93990"/>
                  <a:pt x="6019" y="96301"/>
                </a:cubicBezTo>
                <a:lnTo>
                  <a:pt x="6063" y="96242"/>
                </a:lnTo>
                <a:cubicBezTo>
                  <a:pt x="3561" y="93887"/>
                  <a:pt x="1913" y="91282"/>
                  <a:pt x="1251" y="88707"/>
                </a:cubicBezTo>
                <a:cubicBezTo>
                  <a:pt x="1251" y="88692"/>
                  <a:pt x="1266" y="88663"/>
                  <a:pt x="1266" y="88648"/>
                </a:cubicBezTo>
                <a:cubicBezTo>
                  <a:pt x="2207" y="91945"/>
                  <a:pt x="4577" y="94682"/>
                  <a:pt x="6181" y="96242"/>
                </a:cubicBezTo>
                <a:lnTo>
                  <a:pt x="6240" y="96198"/>
                </a:lnTo>
                <a:cubicBezTo>
                  <a:pt x="4621" y="94623"/>
                  <a:pt x="2222" y="91856"/>
                  <a:pt x="1324" y="88545"/>
                </a:cubicBezTo>
                <a:cubicBezTo>
                  <a:pt x="1324" y="88516"/>
                  <a:pt x="1339" y="88501"/>
                  <a:pt x="1339" y="88486"/>
                </a:cubicBezTo>
                <a:cubicBezTo>
                  <a:pt x="1575" y="89296"/>
                  <a:pt x="1913" y="90105"/>
                  <a:pt x="2355" y="90929"/>
                </a:cubicBezTo>
                <a:cubicBezTo>
                  <a:pt x="3267" y="92680"/>
                  <a:pt x="4621" y="94446"/>
                  <a:pt x="6358" y="96198"/>
                </a:cubicBezTo>
                <a:lnTo>
                  <a:pt x="6416" y="96139"/>
                </a:lnTo>
                <a:cubicBezTo>
                  <a:pt x="4474" y="94181"/>
                  <a:pt x="2310" y="91459"/>
                  <a:pt x="1413" y="88368"/>
                </a:cubicBezTo>
                <a:cubicBezTo>
                  <a:pt x="1413" y="88354"/>
                  <a:pt x="1428" y="88339"/>
                  <a:pt x="1428" y="88339"/>
                </a:cubicBezTo>
                <a:cubicBezTo>
                  <a:pt x="2222" y="90826"/>
                  <a:pt x="3900" y="93416"/>
                  <a:pt x="6549" y="96153"/>
                </a:cubicBezTo>
                <a:lnTo>
                  <a:pt x="6608" y="96095"/>
                </a:lnTo>
                <a:cubicBezTo>
                  <a:pt x="3959" y="93343"/>
                  <a:pt x="2266" y="90753"/>
                  <a:pt x="1486" y="88251"/>
                </a:cubicBezTo>
                <a:cubicBezTo>
                  <a:pt x="1501" y="88221"/>
                  <a:pt x="1501" y="88192"/>
                  <a:pt x="1531" y="88177"/>
                </a:cubicBezTo>
                <a:cubicBezTo>
                  <a:pt x="2575" y="91356"/>
                  <a:pt x="4856" y="94093"/>
                  <a:pt x="6711" y="96095"/>
                </a:cubicBezTo>
                <a:lnTo>
                  <a:pt x="6770" y="96050"/>
                </a:lnTo>
                <a:cubicBezTo>
                  <a:pt x="4886" y="94034"/>
                  <a:pt x="2590" y="91268"/>
                  <a:pt x="1575" y="88074"/>
                </a:cubicBezTo>
                <a:cubicBezTo>
                  <a:pt x="1604" y="88059"/>
                  <a:pt x="1604" y="88030"/>
                  <a:pt x="1619" y="88001"/>
                </a:cubicBezTo>
                <a:cubicBezTo>
                  <a:pt x="2678" y="91076"/>
                  <a:pt x="4871" y="93843"/>
                  <a:pt x="6902" y="96050"/>
                </a:cubicBezTo>
                <a:lnTo>
                  <a:pt x="6946" y="95992"/>
                </a:lnTo>
                <a:cubicBezTo>
                  <a:pt x="4930" y="93769"/>
                  <a:pt x="2723" y="90988"/>
                  <a:pt x="1678" y="87898"/>
                </a:cubicBezTo>
                <a:cubicBezTo>
                  <a:pt x="1692" y="87883"/>
                  <a:pt x="1692" y="87853"/>
                  <a:pt x="1707" y="87839"/>
                </a:cubicBezTo>
                <a:cubicBezTo>
                  <a:pt x="2752" y="90767"/>
                  <a:pt x="4856" y="93446"/>
                  <a:pt x="7079" y="95992"/>
                </a:cubicBezTo>
                <a:lnTo>
                  <a:pt x="7137" y="95933"/>
                </a:lnTo>
                <a:cubicBezTo>
                  <a:pt x="4915" y="93401"/>
                  <a:pt x="2796" y="90694"/>
                  <a:pt x="1766" y="87750"/>
                </a:cubicBezTo>
                <a:cubicBezTo>
                  <a:pt x="2458" y="86573"/>
                  <a:pt x="3326" y="85484"/>
                  <a:pt x="4179" y="84439"/>
                </a:cubicBezTo>
                <a:cubicBezTo>
                  <a:pt x="4503" y="84027"/>
                  <a:pt x="4842" y="83615"/>
                  <a:pt x="5151" y="83188"/>
                </a:cubicBezTo>
                <a:cubicBezTo>
                  <a:pt x="6107" y="81937"/>
                  <a:pt x="6828" y="80745"/>
                  <a:pt x="7285" y="79612"/>
                </a:cubicBezTo>
                <a:cubicBezTo>
                  <a:pt x="7358" y="79465"/>
                  <a:pt x="7417" y="79318"/>
                  <a:pt x="7491" y="79171"/>
                </a:cubicBezTo>
                <a:cubicBezTo>
                  <a:pt x="7579" y="78994"/>
                  <a:pt x="7667" y="78788"/>
                  <a:pt x="7756" y="78612"/>
                </a:cubicBezTo>
                <a:cubicBezTo>
                  <a:pt x="7814" y="78509"/>
                  <a:pt x="7859" y="78420"/>
                  <a:pt x="7903" y="78317"/>
                </a:cubicBezTo>
                <a:cubicBezTo>
                  <a:pt x="7962" y="78214"/>
                  <a:pt x="8020" y="78111"/>
                  <a:pt x="8079" y="78023"/>
                </a:cubicBezTo>
                <a:cubicBezTo>
                  <a:pt x="8182" y="77832"/>
                  <a:pt x="8271" y="77670"/>
                  <a:pt x="8374" y="77478"/>
                </a:cubicBezTo>
                <a:cubicBezTo>
                  <a:pt x="8447" y="77375"/>
                  <a:pt x="8491" y="77258"/>
                  <a:pt x="8565" y="77155"/>
                </a:cubicBezTo>
                <a:cubicBezTo>
                  <a:pt x="8668" y="77007"/>
                  <a:pt x="8756" y="76875"/>
                  <a:pt x="8845" y="76728"/>
                </a:cubicBezTo>
                <a:cubicBezTo>
                  <a:pt x="8918" y="76640"/>
                  <a:pt x="8977" y="76551"/>
                  <a:pt x="9051" y="76448"/>
                </a:cubicBezTo>
                <a:cubicBezTo>
                  <a:pt x="9154" y="76331"/>
                  <a:pt x="9257" y="76183"/>
                  <a:pt x="9345" y="76051"/>
                </a:cubicBezTo>
                <a:cubicBezTo>
                  <a:pt x="9433" y="75933"/>
                  <a:pt x="9522" y="75815"/>
                  <a:pt x="9625" y="75698"/>
                </a:cubicBezTo>
                <a:lnTo>
                  <a:pt x="9889" y="75374"/>
                </a:lnTo>
                <a:cubicBezTo>
                  <a:pt x="10007" y="75256"/>
                  <a:pt x="10096" y="75153"/>
                  <a:pt x="10184" y="75035"/>
                </a:cubicBezTo>
                <a:lnTo>
                  <a:pt x="10508" y="74726"/>
                </a:lnTo>
                <a:cubicBezTo>
                  <a:pt x="10611" y="74638"/>
                  <a:pt x="10728" y="74520"/>
                  <a:pt x="10817" y="74417"/>
                </a:cubicBezTo>
                <a:cubicBezTo>
                  <a:pt x="10920" y="74314"/>
                  <a:pt x="11052" y="74211"/>
                  <a:pt x="11170" y="74123"/>
                </a:cubicBezTo>
                <a:cubicBezTo>
                  <a:pt x="11288" y="74020"/>
                  <a:pt x="11405" y="73932"/>
                  <a:pt x="11508" y="73829"/>
                </a:cubicBezTo>
                <a:cubicBezTo>
                  <a:pt x="11641" y="73726"/>
                  <a:pt x="11758" y="73637"/>
                  <a:pt x="11861" y="73549"/>
                </a:cubicBezTo>
                <a:cubicBezTo>
                  <a:pt x="11994" y="73461"/>
                  <a:pt x="12097" y="73387"/>
                  <a:pt x="12229" y="73284"/>
                </a:cubicBezTo>
                <a:cubicBezTo>
                  <a:pt x="12362" y="73211"/>
                  <a:pt x="12494" y="73122"/>
                  <a:pt x="12612" y="73034"/>
                </a:cubicBezTo>
                <a:cubicBezTo>
                  <a:pt x="12744" y="72960"/>
                  <a:pt x="12892" y="72872"/>
                  <a:pt x="13024" y="72799"/>
                </a:cubicBezTo>
                <a:cubicBezTo>
                  <a:pt x="13112" y="72740"/>
                  <a:pt x="13201" y="72696"/>
                  <a:pt x="13304" y="72651"/>
                </a:cubicBezTo>
                <a:cubicBezTo>
                  <a:pt x="16100" y="71047"/>
                  <a:pt x="17910" y="67898"/>
                  <a:pt x="17939" y="64675"/>
                </a:cubicBezTo>
                <a:cubicBezTo>
                  <a:pt x="17939" y="62894"/>
                  <a:pt x="17424" y="61143"/>
                  <a:pt x="16924" y="59480"/>
                </a:cubicBezTo>
                <a:cubicBezTo>
                  <a:pt x="16482" y="57964"/>
                  <a:pt x="16026" y="56405"/>
                  <a:pt x="15953" y="54845"/>
                </a:cubicBezTo>
                <a:cubicBezTo>
                  <a:pt x="16836" y="54668"/>
                  <a:pt x="17689" y="54565"/>
                  <a:pt x="18499" y="54477"/>
                </a:cubicBezTo>
                <a:cubicBezTo>
                  <a:pt x="21324" y="54123"/>
                  <a:pt x="23752" y="53829"/>
                  <a:pt x="25327" y="51725"/>
                </a:cubicBezTo>
                <a:cubicBezTo>
                  <a:pt x="26210" y="50577"/>
                  <a:pt x="26813" y="49414"/>
                  <a:pt x="27167" y="48237"/>
                </a:cubicBezTo>
                <a:cubicBezTo>
                  <a:pt x="27167" y="48193"/>
                  <a:pt x="27167" y="48178"/>
                  <a:pt x="27181" y="48163"/>
                </a:cubicBezTo>
                <a:cubicBezTo>
                  <a:pt x="27211" y="48105"/>
                  <a:pt x="27225" y="48031"/>
                  <a:pt x="27240" y="47972"/>
                </a:cubicBezTo>
                <a:cubicBezTo>
                  <a:pt x="27240" y="47957"/>
                  <a:pt x="27255" y="47957"/>
                  <a:pt x="27255" y="47943"/>
                </a:cubicBezTo>
                <a:cubicBezTo>
                  <a:pt x="27314" y="47737"/>
                  <a:pt x="27358" y="47516"/>
                  <a:pt x="27387" y="47310"/>
                </a:cubicBezTo>
                <a:cubicBezTo>
                  <a:pt x="27432" y="47045"/>
                  <a:pt x="27432" y="46780"/>
                  <a:pt x="27432" y="46500"/>
                </a:cubicBezTo>
                <a:lnTo>
                  <a:pt x="27432" y="46486"/>
                </a:lnTo>
                <a:cubicBezTo>
                  <a:pt x="27402" y="46839"/>
                  <a:pt x="27358" y="47207"/>
                  <a:pt x="27255" y="47575"/>
                </a:cubicBezTo>
                <a:lnTo>
                  <a:pt x="27255" y="47428"/>
                </a:lnTo>
                <a:cubicBezTo>
                  <a:pt x="27255" y="47369"/>
                  <a:pt x="27255" y="47310"/>
                  <a:pt x="27284" y="47266"/>
                </a:cubicBezTo>
                <a:cubicBezTo>
                  <a:pt x="27358" y="46986"/>
                  <a:pt x="27387" y="46721"/>
                  <a:pt x="27432" y="46471"/>
                </a:cubicBezTo>
                <a:cubicBezTo>
                  <a:pt x="27432" y="46118"/>
                  <a:pt x="27446" y="45765"/>
                  <a:pt x="27446" y="45426"/>
                </a:cubicBezTo>
                <a:cubicBezTo>
                  <a:pt x="27446" y="45102"/>
                  <a:pt x="27387" y="44852"/>
                  <a:pt x="27402" y="44558"/>
                </a:cubicBezTo>
                <a:cubicBezTo>
                  <a:pt x="27402" y="44543"/>
                  <a:pt x="27402" y="44543"/>
                  <a:pt x="27387" y="44514"/>
                </a:cubicBezTo>
                <a:cubicBezTo>
                  <a:pt x="27387" y="44411"/>
                  <a:pt x="27387" y="44293"/>
                  <a:pt x="27402" y="44190"/>
                </a:cubicBezTo>
                <a:cubicBezTo>
                  <a:pt x="27432" y="43925"/>
                  <a:pt x="27446" y="43660"/>
                  <a:pt x="27446" y="43395"/>
                </a:cubicBezTo>
                <a:cubicBezTo>
                  <a:pt x="27461" y="43116"/>
                  <a:pt x="27476" y="42851"/>
                  <a:pt x="27476" y="42571"/>
                </a:cubicBezTo>
                <a:cubicBezTo>
                  <a:pt x="27505" y="42336"/>
                  <a:pt x="27520" y="42071"/>
                  <a:pt x="27520" y="41835"/>
                </a:cubicBezTo>
                <a:cubicBezTo>
                  <a:pt x="27549" y="41526"/>
                  <a:pt x="27579" y="41232"/>
                  <a:pt x="27579" y="40938"/>
                </a:cubicBezTo>
                <a:cubicBezTo>
                  <a:pt x="27593" y="40673"/>
                  <a:pt x="27608" y="40437"/>
                  <a:pt x="27623" y="40172"/>
                </a:cubicBezTo>
                <a:cubicBezTo>
                  <a:pt x="27667" y="39863"/>
                  <a:pt x="27682" y="39569"/>
                  <a:pt x="27696" y="39275"/>
                </a:cubicBezTo>
                <a:cubicBezTo>
                  <a:pt x="27726" y="39039"/>
                  <a:pt x="27755" y="38804"/>
                  <a:pt x="27755" y="38554"/>
                </a:cubicBezTo>
                <a:cubicBezTo>
                  <a:pt x="27799" y="38259"/>
                  <a:pt x="27829" y="37950"/>
                  <a:pt x="27844" y="37641"/>
                </a:cubicBezTo>
                <a:cubicBezTo>
                  <a:pt x="27888" y="37362"/>
                  <a:pt x="27917" y="37067"/>
                  <a:pt x="27947" y="36788"/>
                </a:cubicBezTo>
                <a:cubicBezTo>
                  <a:pt x="27991" y="36523"/>
                  <a:pt x="28035" y="36243"/>
                  <a:pt x="28050" y="35963"/>
                </a:cubicBezTo>
                <a:cubicBezTo>
                  <a:pt x="28108" y="35684"/>
                  <a:pt x="28138" y="35419"/>
                  <a:pt x="28182" y="35139"/>
                </a:cubicBezTo>
                <a:lnTo>
                  <a:pt x="28344" y="34315"/>
                </a:lnTo>
                <a:cubicBezTo>
                  <a:pt x="28418" y="34036"/>
                  <a:pt x="28476" y="33771"/>
                  <a:pt x="28535" y="33506"/>
                </a:cubicBezTo>
                <a:cubicBezTo>
                  <a:pt x="28609" y="33241"/>
                  <a:pt x="28682" y="32991"/>
                  <a:pt x="28727" y="32726"/>
                </a:cubicBezTo>
                <a:cubicBezTo>
                  <a:pt x="28844" y="32402"/>
                  <a:pt x="28947" y="32049"/>
                  <a:pt x="29021" y="31710"/>
                </a:cubicBezTo>
                <a:cubicBezTo>
                  <a:pt x="29315" y="30342"/>
                  <a:pt x="29359" y="28944"/>
                  <a:pt x="29124" y="27708"/>
                </a:cubicBezTo>
                <a:cubicBezTo>
                  <a:pt x="28844" y="26310"/>
                  <a:pt x="28241" y="25118"/>
                  <a:pt x="27314" y="24205"/>
                </a:cubicBezTo>
                <a:cubicBezTo>
                  <a:pt x="26019" y="22940"/>
                  <a:pt x="24223" y="22410"/>
                  <a:pt x="22502" y="21895"/>
                </a:cubicBezTo>
                <a:cubicBezTo>
                  <a:pt x="21133" y="21483"/>
                  <a:pt x="19735" y="21071"/>
                  <a:pt x="18557" y="20291"/>
                </a:cubicBezTo>
                <a:cubicBezTo>
                  <a:pt x="18837" y="19834"/>
                  <a:pt x="19073" y="19349"/>
                  <a:pt x="19279" y="18863"/>
                </a:cubicBezTo>
                <a:cubicBezTo>
                  <a:pt x="20559" y="15802"/>
                  <a:pt x="20147" y="12094"/>
                  <a:pt x="18204" y="9400"/>
                </a:cubicBezTo>
                <a:cubicBezTo>
                  <a:pt x="18175" y="9371"/>
                  <a:pt x="18131" y="9312"/>
                  <a:pt x="18116" y="9268"/>
                </a:cubicBezTo>
                <a:cubicBezTo>
                  <a:pt x="18087" y="9239"/>
                  <a:pt x="18072" y="9180"/>
                  <a:pt x="18028" y="9150"/>
                </a:cubicBezTo>
                <a:lnTo>
                  <a:pt x="17925" y="8974"/>
                </a:lnTo>
                <a:cubicBezTo>
                  <a:pt x="17895" y="8944"/>
                  <a:pt x="17881" y="8900"/>
                  <a:pt x="17836" y="8885"/>
                </a:cubicBezTo>
                <a:cubicBezTo>
                  <a:pt x="17792" y="8812"/>
                  <a:pt x="17733" y="8723"/>
                  <a:pt x="17675" y="8650"/>
                </a:cubicBezTo>
                <a:cubicBezTo>
                  <a:pt x="17675" y="8650"/>
                  <a:pt x="17675" y="8635"/>
                  <a:pt x="17660" y="8635"/>
                </a:cubicBezTo>
                <a:cubicBezTo>
                  <a:pt x="17586" y="8517"/>
                  <a:pt x="17513" y="8429"/>
                  <a:pt x="17439" y="8311"/>
                </a:cubicBezTo>
                <a:cubicBezTo>
                  <a:pt x="17365" y="8223"/>
                  <a:pt x="17307" y="8120"/>
                  <a:pt x="17233" y="8017"/>
                </a:cubicBezTo>
                <a:cubicBezTo>
                  <a:pt x="17159" y="7914"/>
                  <a:pt x="17086" y="7796"/>
                  <a:pt x="16998" y="7693"/>
                </a:cubicBezTo>
                <a:cubicBezTo>
                  <a:pt x="16939" y="7605"/>
                  <a:pt x="16865" y="7502"/>
                  <a:pt x="16792" y="7414"/>
                </a:cubicBezTo>
                <a:cubicBezTo>
                  <a:pt x="16718" y="7311"/>
                  <a:pt x="16644" y="7193"/>
                  <a:pt x="16571" y="7105"/>
                </a:cubicBezTo>
                <a:cubicBezTo>
                  <a:pt x="16497" y="7016"/>
                  <a:pt x="16453" y="6899"/>
                  <a:pt x="16379" y="6810"/>
                </a:cubicBezTo>
                <a:lnTo>
                  <a:pt x="16159" y="6472"/>
                </a:lnTo>
                <a:cubicBezTo>
                  <a:pt x="16085" y="6369"/>
                  <a:pt x="16012" y="6281"/>
                  <a:pt x="15938" y="6163"/>
                </a:cubicBezTo>
                <a:cubicBezTo>
                  <a:pt x="15864" y="6060"/>
                  <a:pt x="15806" y="5957"/>
                  <a:pt x="15732" y="5869"/>
                </a:cubicBezTo>
                <a:cubicBezTo>
                  <a:pt x="15673" y="5780"/>
                  <a:pt x="15599" y="5692"/>
                  <a:pt x="15526" y="5574"/>
                </a:cubicBezTo>
                <a:cubicBezTo>
                  <a:pt x="15452" y="5471"/>
                  <a:pt x="15379" y="5339"/>
                  <a:pt x="15290" y="5221"/>
                </a:cubicBezTo>
                <a:cubicBezTo>
                  <a:pt x="15217" y="5118"/>
                  <a:pt x="15158" y="5030"/>
                  <a:pt x="15084" y="4927"/>
                </a:cubicBezTo>
                <a:cubicBezTo>
                  <a:pt x="15026" y="4838"/>
                  <a:pt x="14952" y="4735"/>
                  <a:pt x="14878" y="4632"/>
                </a:cubicBezTo>
                <a:cubicBezTo>
                  <a:pt x="14805" y="4529"/>
                  <a:pt x="14761" y="4441"/>
                  <a:pt x="14687" y="4323"/>
                </a:cubicBezTo>
                <a:cubicBezTo>
                  <a:pt x="14613" y="4191"/>
                  <a:pt x="14510" y="4073"/>
                  <a:pt x="14437" y="3955"/>
                </a:cubicBezTo>
                <a:cubicBezTo>
                  <a:pt x="14393" y="3867"/>
                  <a:pt x="14334" y="3794"/>
                  <a:pt x="14275" y="3705"/>
                </a:cubicBezTo>
                <a:lnTo>
                  <a:pt x="14113" y="3426"/>
                </a:lnTo>
                <a:cubicBezTo>
                  <a:pt x="14040" y="3308"/>
                  <a:pt x="13966" y="3190"/>
                  <a:pt x="13892" y="3072"/>
                </a:cubicBezTo>
                <a:cubicBezTo>
                  <a:pt x="12872" y="1341"/>
                  <a:pt x="11030" y="1"/>
                  <a:pt x="9151" y="1"/>
                </a:cubicBezTo>
                <a:close/>
              </a:path>
            </a:pathLst>
          </a:custGeom>
          <a:gradFill>
            <a:gsLst>
              <a:gs pos="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6"/>
          <p:cNvSpPr/>
          <p:nvPr/>
        </p:nvSpPr>
        <p:spPr>
          <a:xfrm rot="3468536">
            <a:off x="6438118" y="1669092"/>
            <a:ext cx="1790010" cy="5872825"/>
          </a:xfrm>
          <a:custGeom>
            <a:rect b="b" l="l" r="r" t="t"/>
            <a:pathLst>
              <a:path extrusionOk="0" h="97052" w="29581">
                <a:moveTo>
                  <a:pt x="14658" y="4824"/>
                </a:moveTo>
                <a:cubicBezTo>
                  <a:pt x="14687" y="4838"/>
                  <a:pt x="14687" y="4853"/>
                  <a:pt x="14702" y="4883"/>
                </a:cubicBezTo>
                <a:lnTo>
                  <a:pt x="14702" y="4897"/>
                </a:lnTo>
                <a:cubicBezTo>
                  <a:pt x="14687" y="4883"/>
                  <a:pt x="14658" y="4883"/>
                  <a:pt x="14658" y="4853"/>
                </a:cubicBezTo>
                <a:lnTo>
                  <a:pt x="14658" y="4824"/>
                </a:lnTo>
                <a:close/>
                <a:moveTo>
                  <a:pt x="14716" y="5015"/>
                </a:moveTo>
                <a:lnTo>
                  <a:pt x="14775" y="5074"/>
                </a:lnTo>
                <a:cubicBezTo>
                  <a:pt x="14761" y="5059"/>
                  <a:pt x="14731" y="5044"/>
                  <a:pt x="14716" y="5044"/>
                </a:cubicBezTo>
                <a:lnTo>
                  <a:pt x="14716" y="5015"/>
                </a:lnTo>
                <a:close/>
                <a:moveTo>
                  <a:pt x="14761" y="5147"/>
                </a:moveTo>
                <a:lnTo>
                  <a:pt x="14805" y="5206"/>
                </a:lnTo>
                <a:lnTo>
                  <a:pt x="14805" y="5250"/>
                </a:lnTo>
                <a:lnTo>
                  <a:pt x="14761" y="5192"/>
                </a:lnTo>
                <a:lnTo>
                  <a:pt x="14761" y="5147"/>
                </a:lnTo>
                <a:close/>
                <a:moveTo>
                  <a:pt x="14923" y="5309"/>
                </a:moveTo>
                <a:cubicBezTo>
                  <a:pt x="14937" y="5324"/>
                  <a:pt x="14952" y="5339"/>
                  <a:pt x="14981" y="5353"/>
                </a:cubicBezTo>
                <a:lnTo>
                  <a:pt x="14981" y="5368"/>
                </a:lnTo>
                <a:cubicBezTo>
                  <a:pt x="14952" y="5353"/>
                  <a:pt x="14937" y="5353"/>
                  <a:pt x="14923" y="5339"/>
                </a:cubicBezTo>
                <a:lnTo>
                  <a:pt x="14923" y="5309"/>
                </a:lnTo>
                <a:close/>
                <a:moveTo>
                  <a:pt x="14789" y="5352"/>
                </a:moveTo>
                <a:cubicBezTo>
                  <a:pt x="14801" y="5364"/>
                  <a:pt x="14818" y="5377"/>
                  <a:pt x="14849" y="5398"/>
                </a:cubicBezTo>
                <a:cubicBezTo>
                  <a:pt x="14864" y="5412"/>
                  <a:pt x="14864" y="5427"/>
                  <a:pt x="14864" y="5427"/>
                </a:cubicBezTo>
                <a:cubicBezTo>
                  <a:pt x="14849" y="5412"/>
                  <a:pt x="14834" y="5398"/>
                  <a:pt x="14790" y="5368"/>
                </a:cubicBezTo>
                <a:cubicBezTo>
                  <a:pt x="14790" y="5363"/>
                  <a:pt x="14790" y="5357"/>
                  <a:pt x="14789" y="5352"/>
                </a:cubicBezTo>
                <a:close/>
                <a:moveTo>
                  <a:pt x="14981" y="5486"/>
                </a:moveTo>
                <a:lnTo>
                  <a:pt x="15026" y="5530"/>
                </a:lnTo>
                <a:lnTo>
                  <a:pt x="15026" y="5559"/>
                </a:lnTo>
                <a:cubicBezTo>
                  <a:pt x="15011" y="5545"/>
                  <a:pt x="14996" y="5515"/>
                  <a:pt x="14981" y="5515"/>
                </a:cubicBezTo>
                <a:lnTo>
                  <a:pt x="14981" y="5486"/>
                </a:lnTo>
                <a:close/>
                <a:moveTo>
                  <a:pt x="14848" y="5535"/>
                </a:moveTo>
                <a:cubicBezTo>
                  <a:pt x="14863" y="5552"/>
                  <a:pt x="14886" y="5563"/>
                  <a:pt x="14908" y="5574"/>
                </a:cubicBezTo>
                <a:cubicBezTo>
                  <a:pt x="14893" y="5574"/>
                  <a:pt x="14923" y="5589"/>
                  <a:pt x="14923" y="5618"/>
                </a:cubicBezTo>
                <a:cubicBezTo>
                  <a:pt x="14908" y="5589"/>
                  <a:pt x="14864" y="5574"/>
                  <a:pt x="14849" y="5559"/>
                </a:cubicBezTo>
                <a:cubicBezTo>
                  <a:pt x="14849" y="5553"/>
                  <a:pt x="14849" y="5543"/>
                  <a:pt x="14848" y="5535"/>
                </a:cubicBezTo>
                <a:close/>
                <a:moveTo>
                  <a:pt x="15143" y="5633"/>
                </a:moveTo>
                <a:cubicBezTo>
                  <a:pt x="15158" y="5648"/>
                  <a:pt x="15173" y="5662"/>
                  <a:pt x="15202" y="5662"/>
                </a:cubicBezTo>
                <a:lnTo>
                  <a:pt x="15202" y="5692"/>
                </a:lnTo>
                <a:cubicBezTo>
                  <a:pt x="15173" y="5662"/>
                  <a:pt x="15158" y="5662"/>
                  <a:pt x="15143" y="5648"/>
                </a:cubicBezTo>
                <a:lnTo>
                  <a:pt x="15143" y="5633"/>
                </a:lnTo>
                <a:close/>
                <a:moveTo>
                  <a:pt x="15008" y="5661"/>
                </a:moveTo>
                <a:cubicBezTo>
                  <a:pt x="15020" y="5676"/>
                  <a:pt x="15037" y="5696"/>
                  <a:pt x="15070" y="5707"/>
                </a:cubicBezTo>
                <a:cubicBezTo>
                  <a:pt x="15084" y="5707"/>
                  <a:pt x="15084" y="5721"/>
                  <a:pt x="15084" y="5736"/>
                </a:cubicBezTo>
                <a:cubicBezTo>
                  <a:pt x="15070" y="5721"/>
                  <a:pt x="15040" y="5707"/>
                  <a:pt x="15011" y="5692"/>
                </a:cubicBezTo>
                <a:cubicBezTo>
                  <a:pt x="15011" y="5674"/>
                  <a:pt x="15011" y="5667"/>
                  <a:pt x="15008" y="5661"/>
                </a:cubicBezTo>
                <a:close/>
                <a:moveTo>
                  <a:pt x="14864" y="5663"/>
                </a:moveTo>
                <a:cubicBezTo>
                  <a:pt x="14878" y="5692"/>
                  <a:pt x="14923" y="5707"/>
                  <a:pt x="14937" y="5721"/>
                </a:cubicBezTo>
                <a:cubicBezTo>
                  <a:pt x="14952" y="5736"/>
                  <a:pt x="14952" y="5766"/>
                  <a:pt x="14952" y="5780"/>
                </a:cubicBezTo>
                <a:cubicBezTo>
                  <a:pt x="14937" y="5766"/>
                  <a:pt x="14908" y="5736"/>
                  <a:pt x="14878" y="5721"/>
                </a:cubicBezTo>
                <a:cubicBezTo>
                  <a:pt x="14878" y="5707"/>
                  <a:pt x="14878" y="5692"/>
                  <a:pt x="14864" y="5663"/>
                </a:cubicBezTo>
                <a:close/>
                <a:moveTo>
                  <a:pt x="15202" y="5810"/>
                </a:moveTo>
                <a:lnTo>
                  <a:pt x="15246" y="5869"/>
                </a:lnTo>
                <a:cubicBezTo>
                  <a:pt x="15232" y="5854"/>
                  <a:pt x="15217" y="5839"/>
                  <a:pt x="15202" y="5839"/>
                </a:cubicBezTo>
                <a:lnTo>
                  <a:pt x="15202" y="5810"/>
                </a:lnTo>
                <a:close/>
                <a:moveTo>
                  <a:pt x="15055" y="5795"/>
                </a:moveTo>
                <a:cubicBezTo>
                  <a:pt x="15070" y="5810"/>
                  <a:pt x="15099" y="5839"/>
                  <a:pt x="15129" y="5854"/>
                </a:cubicBezTo>
                <a:cubicBezTo>
                  <a:pt x="15129" y="5883"/>
                  <a:pt x="15129" y="5883"/>
                  <a:pt x="15143" y="5913"/>
                </a:cubicBezTo>
                <a:cubicBezTo>
                  <a:pt x="15129" y="5883"/>
                  <a:pt x="15084" y="5869"/>
                  <a:pt x="15070" y="5854"/>
                </a:cubicBezTo>
                <a:cubicBezTo>
                  <a:pt x="15070" y="5839"/>
                  <a:pt x="15070" y="5810"/>
                  <a:pt x="15055" y="5795"/>
                </a:cubicBezTo>
                <a:close/>
                <a:moveTo>
                  <a:pt x="14893" y="5854"/>
                </a:moveTo>
                <a:cubicBezTo>
                  <a:pt x="14937" y="5869"/>
                  <a:pt x="14952" y="5883"/>
                  <a:pt x="14996" y="5913"/>
                </a:cubicBezTo>
                <a:lnTo>
                  <a:pt x="14996" y="5942"/>
                </a:lnTo>
                <a:cubicBezTo>
                  <a:pt x="14952" y="5927"/>
                  <a:pt x="14937" y="5913"/>
                  <a:pt x="14893" y="5883"/>
                </a:cubicBezTo>
                <a:lnTo>
                  <a:pt x="14893" y="5854"/>
                </a:lnTo>
                <a:close/>
                <a:moveTo>
                  <a:pt x="15231" y="5958"/>
                </a:moveTo>
                <a:cubicBezTo>
                  <a:pt x="15243" y="5973"/>
                  <a:pt x="15259" y="5991"/>
                  <a:pt x="15290" y="6001"/>
                </a:cubicBezTo>
                <a:cubicBezTo>
                  <a:pt x="15290" y="6016"/>
                  <a:pt x="15305" y="6030"/>
                  <a:pt x="15305" y="6030"/>
                </a:cubicBezTo>
                <a:cubicBezTo>
                  <a:pt x="15290" y="6016"/>
                  <a:pt x="15261" y="6001"/>
                  <a:pt x="15232" y="5986"/>
                </a:cubicBezTo>
                <a:cubicBezTo>
                  <a:pt x="15232" y="5975"/>
                  <a:pt x="15232" y="5965"/>
                  <a:pt x="15231" y="5958"/>
                </a:cubicBezTo>
                <a:close/>
                <a:moveTo>
                  <a:pt x="15099" y="5986"/>
                </a:moveTo>
                <a:cubicBezTo>
                  <a:pt x="15114" y="6001"/>
                  <a:pt x="15158" y="6016"/>
                  <a:pt x="15173" y="6030"/>
                </a:cubicBezTo>
                <a:lnTo>
                  <a:pt x="15173" y="6075"/>
                </a:lnTo>
                <a:cubicBezTo>
                  <a:pt x="15158" y="6060"/>
                  <a:pt x="15129" y="6030"/>
                  <a:pt x="15099" y="6016"/>
                </a:cubicBezTo>
                <a:lnTo>
                  <a:pt x="15099" y="5986"/>
                </a:lnTo>
                <a:close/>
                <a:moveTo>
                  <a:pt x="14937" y="6001"/>
                </a:moveTo>
                <a:lnTo>
                  <a:pt x="14937" y="6001"/>
                </a:lnTo>
                <a:cubicBezTo>
                  <a:pt x="14981" y="6016"/>
                  <a:pt x="14996" y="6030"/>
                  <a:pt x="15026" y="6075"/>
                </a:cubicBezTo>
                <a:cubicBezTo>
                  <a:pt x="15026" y="6089"/>
                  <a:pt x="15040" y="6133"/>
                  <a:pt x="15040" y="6148"/>
                </a:cubicBezTo>
                <a:cubicBezTo>
                  <a:pt x="15011" y="6133"/>
                  <a:pt x="14996" y="6104"/>
                  <a:pt x="14952" y="6089"/>
                </a:cubicBezTo>
                <a:cubicBezTo>
                  <a:pt x="14937" y="6045"/>
                  <a:pt x="14937" y="6030"/>
                  <a:pt x="14937" y="6001"/>
                </a:cubicBezTo>
                <a:close/>
                <a:moveTo>
                  <a:pt x="15408" y="6104"/>
                </a:moveTo>
                <a:lnTo>
                  <a:pt x="15452" y="6148"/>
                </a:lnTo>
                <a:cubicBezTo>
                  <a:pt x="15452" y="6163"/>
                  <a:pt x="15452" y="6163"/>
                  <a:pt x="15467" y="6178"/>
                </a:cubicBezTo>
                <a:cubicBezTo>
                  <a:pt x="15452" y="6163"/>
                  <a:pt x="15438" y="6148"/>
                  <a:pt x="15408" y="6148"/>
                </a:cubicBezTo>
                <a:lnTo>
                  <a:pt x="15408" y="6104"/>
                </a:lnTo>
                <a:close/>
                <a:moveTo>
                  <a:pt x="15261" y="6104"/>
                </a:moveTo>
                <a:cubicBezTo>
                  <a:pt x="15290" y="6133"/>
                  <a:pt x="15320" y="6148"/>
                  <a:pt x="15349" y="6163"/>
                </a:cubicBezTo>
                <a:lnTo>
                  <a:pt x="15349" y="6207"/>
                </a:lnTo>
                <a:cubicBezTo>
                  <a:pt x="15320" y="6178"/>
                  <a:pt x="15290" y="6163"/>
                  <a:pt x="15261" y="6148"/>
                </a:cubicBezTo>
                <a:lnTo>
                  <a:pt x="15261" y="6104"/>
                </a:lnTo>
                <a:close/>
                <a:moveTo>
                  <a:pt x="15099" y="6148"/>
                </a:moveTo>
                <a:cubicBezTo>
                  <a:pt x="15143" y="6163"/>
                  <a:pt x="15158" y="6178"/>
                  <a:pt x="15202" y="6192"/>
                </a:cubicBezTo>
                <a:cubicBezTo>
                  <a:pt x="15217" y="6222"/>
                  <a:pt x="15217" y="6236"/>
                  <a:pt x="15217" y="6281"/>
                </a:cubicBezTo>
                <a:cubicBezTo>
                  <a:pt x="15173" y="6251"/>
                  <a:pt x="15158" y="6236"/>
                  <a:pt x="15129" y="6222"/>
                </a:cubicBezTo>
                <a:cubicBezTo>
                  <a:pt x="15129" y="6207"/>
                  <a:pt x="15129" y="6163"/>
                  <a:pt x="15099" y="6148"/>
                </a:cubicBezTo>
                <a:close/>
                <a:moveTo>
                  <a:pt x="15585" y="6236"/>
                </a:moveTo>
                <a:cubicBezTo>
                  <a:pt x="15585" y="6251"/>
                  <a:pt x="15599" y="6251"/>
                  <a:pt x="15614" y="6281"/>
                </a:cubicBezTo>
                <a:lnTo>
                  <a:pt x="15614" y="6295"/>
                </a:lnTo>
                <a:cubicBezTo>
                  <a:pt x="15599" y="6281"/>
                  <a:pt x="15585" y="6281"/>
                  <a:pt x="15585" y="6251"/>
                </a:cubicBezTo>
                <a:lnTo>
                  <a:pt x="15585" y="6236"/>
                </a:lnTo>
                <a:close/>
                <a:moveTo>
                  <a:pt x="14952" y="6178"/>
                </a:moveTo>
                <a:lnTo>
                  <a:pt x="14952" y="6178"/>
                </a:lnTo>
                <a:cubicBezTo>
                  <a:pt x="14996" y="6192"/>
                  <a:pt x="15026" y="6222"/>
                  <a:pt x="15055" y="6251"/>
                </a:cubicBezTo>
                <a:cubicBezTo>
                  <a:pt x="15055" y="6281"/>
                  <a:pt x="15070" y="6310"/>
                  <a:pt x="15070" y="6325"/>
                </a:cubicBezTo>
                <a:cubicBezTo>
                  <a:pt x="15026" y="6310"/>
                  <a:pt x="14996" y="6295"/>
                  <a:pt x="14981" y="6251"/>
                </a:cubicBezTo>
                <a:cubicBezTo>
                  <a:pt x="14981" y="6236"/>
                  <a:pt x="14981" y="6222"/>
                  <a:pt x="14952" y="6178"/>
                </a:cubicBezTo>
                <a:close/>
                <a:moveTo>
                  <a:pt x="15452" y="6251"/>
                </a:moveTo>
                <a:cubicBezTo>
                  <a:pt x="15467" y="6281"/>
                  <a:pt x="15496" y="6295"/>
                  <a:pt x="15511" y="6325"/>
                </a:cubicBezTo>
                <a:lnTo>
                  <a:pt x="15452" y="6281"/>
                </a:lnTo>
                <a:lnTo>
                  <a:pt x="15452" y="6251"/>
                </a:lnTo>
                <a:close/>
                <a:moveTo>
                  <a:pt x="15305" y="6281"/>
                </a:moveTo>
                <a:cubicBezTo>
                  <a:pt x="15320" y="6295"/>
                  <a:pt x="15364" y="6310"/>
                  <a:pt x="15379" y="6325"/>
                </a:cubicBezTo>
                <a:cubicBezTo>
                  <a:pt x="15379" y="6354"/>
                  <a:pt x="15393" y="6369"/>
                  <a:pt x="15393" y="6384"/>
                </a:cubicBezTo>
                <a:cubicBezTo>
                  <a:pt x="15379" y="6369"/>
                  <a:pt x="15349" y="6354"/>
                  <a:pt x="15320" y="6325"/>
                </a:cubicBezTo>
                <a:cubicBezTo>
                  <a:pt x="15320" y="6310"/>
                  <a:pt x="15320" y="6295"/>
                  <a:pt x="15305" y="6281"/>
                </a:cubicBezTo>
                <a:close/>
                <a:moveTo>
                  <a:pt x="15158" y="6310"/>
                </a:moveTo>
                <a:lnTo>
                  <a:pt x="15158" y="6310"/>
                </a:lnTo>
                <a:cubicBezTo>
                  <a:pt x="15202" y="6325"/>
                  <a:pt x="15217" y="6354"/>
                  <a:pt x="15246" y="6369"/>
                </a:cubicBezTo>
                <a:cubicBezTo>
                  <a:pt x="15246" y="6384"/>
                  <a:pt x="15261" y="6413"/>
                  <a:pt x="15261" y="6442"/>
                </a:cubicBezTo>
                <a:cubicBezTo>
                  <a:pt x="15232" y="6428"/>
                  <a:pt x="15217" y="6398"/>
                  <a:pt x="15173" y="6384"/>
                </a:cubicBezTo>
                <a:cubicBezTo>
                  <a:pt x="15158" y="6369"/>
                  <a:pt x="15158" y="6354"/>
                  <a:pt x="15158" y="6310"/>
                </a:cubicBezTo>
                <a:close/>
                <a:moveTo>
                  <a:pt x="14996" y="6369"/>
                </a:moveTo>
                <a:cubicBezTo>
                  <a:pt x="15026" y="6384"/>
                  <a:pt x="15070" y="6398"/>
                  <a:pt x="15099" y="6442"/>
                </a:cubicBezTo>
                <a:cubicBezTo>
                  <a:pt x="15099" y="6457"/>
                  <a:pt x="15099" y="6472"/>
                  <a:pt x="15114" y="6501"/>
                </a:cubicBezTo>
                <a:cubicBezTo>
                  <a:pt x="15084" y="6472"/>
                  <a:pt x="15040" y="6457"/>
                  <a:pt x="15011" y="6413"/>
                </a:cubicBezTo>
                <a:cubicBezTo>
                  <a:pt x="14996" y="6398"/>
                  <a:pt x="14996" y="6384"/>
                  <a:pt x="14996" y="6369"/>
                </a:cubicBezTo>
                <a:close/>
                <a:moveTo>
                  <a:pt x="15467" y="6398"/>
                </a:moveTo>
                <a:cubicBezTo>
                  <a:pt x="15496" y="6413"/>
                  <a:pt x="15511" y="6442"/>
                  <a:pt x="15541" y="6457"/>
                </a:cubicBezTo>
                <a:cubicBezTo>
                  <a:pt x="15570" y="6472"/>
                  <a:pt x="15570" y="6501"/>
                  <a:pt x="15570" y="6516"/>
                </a:cubicBezTo>
                <a:cubicBezTo>
                  <a:pt x="15541" y="6501"/>
                  <a:pt x="15511" y="6472"/>
                  <a:pt x="15496" y="6457"/>
                </a:cubicBezTo>
                <a:cubicBezTo>
                  <a:pt x="15496" y="6442"/>
                  <a:pt x="15496" y="6413"/>
                  <a:pt x="15467" y="6398"/>
                </a:cubicBezTo>
                <a:close/>
                <a:moveTo>
                  <a:pt x="15349" y="6457"/>
                </a:moveTo>
                <a:lnTo>
                  <a:pt x="15349" y="6457"/>
                </a:lnTo>
                <a:cubicBezTo>
                  <a:pt x="15379" y="6472"/>
                  <a:pt x="15393" y="6501"/>
                  <a:pt x="15438" y="6516"/>
                </a:cubicBezTo>
                <a:cubicBezTo>
                  <a:pt x="15438" y="6531"/>
                  <a:pt x="15438" y="6545"/>
                  <a:pt x="15452" y="6590"/>
                </a:cubicBezTo>
                <a:cubicBezTo>
                  <a:pt x="15408" y="6575"/>
                  <a:pt x="15393" y="6545"/>
                  <a:pt x="15364" y="6531"/>
                </a:cubicBezTo>
                <a:cubicBezTo>
                  <a:pt x="15364" y="6516"/>
                  <a:pt x="15349" y="6472"/>
                  <a:pt x="15349" y="6457"/>
                </a:cubicBezTo>
                <a:close/>
                <a:moveTo>
                  <a:pt x="15202" y="6501"/>
                </a:moveTo>
                <a:cubicBezTo>
                  <a:pt x="15232" y="6516"/>
                  <a:pt x="15276" y="6531"/>
                  <a:pt x="15290" y="6575"/>
                </a:cubicBezTo>
                <a:cubicBezTo>
                  <a:pt x="15290" y="6590"/>
                  <a:pt x="15290" y="6604"/>
                  <a:pt x="15305" y="6619"/>
                </a:cubicBezTo>
                <a:cubicBezTo>
                  <a:pt x="15261" y="6604"/>
                  <a:pt x="15232" y="6590"/>
                  <a:pt x="15217" y="6575"/>
                </a:cubicBezTo>
                <a:cubicBezTo>
                  <a:pt x="15202" y="6531"/>
                  <a:pt x="15202" y="6516"/>
                  <a:pt x="15202" y="6501"/>
                </a:cubicBezTo>
                <a:close/>
                <a:moveTo>
                  <a:pt x="15658" y="6531"/>
                </a:moveTo>
                <a:lnTo>
                  <a:pt x="15717" y="6590"/>
                </a:lnTo>
                <a:cubicBezTo>
                  <a:pt x="15732" y="6619"/>
                  <a:pt x="15732" y="6619"/>
                  <a:pt x="15732" y="6648"/>
                </a:cubicBezTo>
                <a:lnTo>
                  <a:pt x="15673" y="6590"/>
                </a:lnTo>
                <a:cubicBezTo>
                  <a:pt x="15673" y="6575"/>
                  <a:pt x="15673" y="6546"/>
                  <a:pt x="15658" y="6531"/>
                </a:cubicBezTo>
                <a:close/>
                <a:moveTo>
                  <a:pt x="15526" y="6604"/>
                </a:moveTo>
                <a:cubicBezTo>
                  <a:pt x="15541" y="6619"/>
                  <a:pt x="15585" y="6648"/>
                  <a:pt x="15599" y="6663"/>
                </a:cubicBezTo>
                <a:cubicBezTo>
                  <a:pt x="15614" y="6663"/>
                  <a:pt x="15614" y="6678"/>
                  <a:pt x="15614" y="6722"/>
                </a:cubicBezTo>
                <a:cubicBezTo>
                  <a:pt x="15599" y="6693"/>
                  <a:pt x="15570" y="6678"/>
                  <a:pt x="15541" y="6663"/>
                </a:cubicBezTo>
                <a:cubicBezTo>
                  <a:pt x="15541" y="6648"/>
                  <a:pt x="15526" y="6619"/>
                  <a:pt x="15526" y="6604"/>
                </a:cubicBezTo>
                <a:close/>
                <a:moveTo>
                  <a:pt x="15393" y="6648"/>
                </a:moveTo>
                <a:cubicBezTo>
                  <a:pt x="15438" y="6663"/>
                  <a:pt x="15452" y="6678"/>
                  <a:pt x="15496" y="6693"/>
                </a:cubicBezTo>
                <a:cubicBezTo>
                  <a:pt x="15481" y="6708"/>
                  <a:pt x="15473" y="6720"/>
                  <a:pt x="15474" y="6727"/>
                </a:cubicBezTo>
                <a:lnTo>
                  <a:pt x="15474" y="6727"/>
                </a:lnTo>
                <a:cubicBezTo>
                  <a:pt x="15446" y="6712"/>
                  <a:pt x="15429" y="6690"/>
                  <a:pt x="15393" y="6678"/>
                </a:cubicBezTo>
                <a:lnTo>
                  <a:pt x="15393" y="6648"/>
                </a:lnTo>
                <a:close/>
                <a:moveTo>
                  <a:pt x="15836" y="6693"/>
                </a:moveTo>
                <a:cubicBezTo>
                  <a:pt x="15865" y="6722"/>
                  <a:pt x="15879" y="6737"/>
                  <a:pt x="15894" y="6737"/>
                </a:cubicBezTo>
                <a:cubicBezTo>
                  <a:pt x="15894" y="6752"/>
                  <a:pt x="15894" y="6752"/>
                  <a:pt x="15909" y="6766"/>
                </a:cubicBezTo>
                <a:cubicBezTo>
                  <a:pt x="15894" y="6752"/>
                  <a:pt x="15879" y="6737"/>
                  <a:pt x="15864" y="6737"/>
                </a:cubicBezTo>
                <a:cubicBezTo>
                  <a:pt x="15864" y="6722"/>
                  <a:pt x="15864" y="6722"/>
                  <a:pt x="15836" y="6693"/>
                </a:cubicBezTo>
                <a:close/>
                <a:moveTo>
                  <a:pt x="15688" y="6737"/>
                </a:moveTo>
                <a:lnTo>
                  <a:pt x="15688" y="6737"/>
                </a:lnTo>
                <a:cubicBezTo>
                  <a:pt x="15717" y="6752"/>
                  <a:pt x="15732" y="6766"/>
                  <a:pt x="15761" y="6796"/>
                </a:cubicBezTo>
                <a:cubicBezTo>
                  <a:pt x="15791" y="6810"/>
                  <a:pt x="15791" y="6825"/>
                  <a:pt x="15791" y="6840"/>
                </a:cubicBezTo>
                <a:cubicBezTo>
                  <a:pt x="15761" y="6825"/>
                  <a:pt x="15747" y="6810"/>
                  <a:pt x="15717" y="6796"/>
                </a:cubicBezTo>
                <a:cubicBezTo>
                  <a:pt x="15717" y="6766"/>
                  <a:pt x="15688" y="6752"/>
                  <a:pt x="15688" y="6737"/>
                </a:cubicBezTo>
                <a:close/>
                <a:moveTo>
                  <a:pt x="15585" y="6766"/>
                </a:moveTo>
                <a:cubicBezTo>
                  <a:pt x="15614" y="6781"/>
                  <a:pt x="15629" y="6810"/>
                  <a:pt x="15658" y="6825"/>
                </a:cubicBezTo>
                <a:lnTo>
                  <a:pt x="15658" y="6869"/>
                </a:lnTo>
                <a:cubicBezTo>
                  <a:pt x="15644" y="6840"/>
                  <a:pt x="15599" y="6825"/>
                  <a:pt x="15585" y="6810"/>
                </a:cubicBezTo>
                <a:lnTo>
                  <a:pt x="15585" y="6766"/>
                </a:lnTo>
                <a:close/>
                <a:moveTo>
                  <a:pt x="15997" y="6825"/>
                </a:moveTo>
                <a:cubicBezTo>
                  <a:pt x="16026" y="6869"/>
                  <a:pt x="16026" y="6869"/>
                  <a:pt x="16041" y="6884"/>
                </a:cubicBezTo>
                <a:lnTo>
                  <a:pt x="16041" y="6899"/>
                </a:lnTo>
                <a:lnTo>
                  <a:pt x="15997" y="6855"/>
                </a:lnTo>
                <a:lnTo>
                  <a:pt x="15997" y="6825"/>
                </a:lnTo>
                <a:close/>
                <a:moveTo>
                  <a:pt x="15892" y="6879"/>
                </a:moveTo>
                <a:lnTo>
                  <a:pt x="15938" y="6913"/>
                </a:lnTo>
                <a:cubicBezTo>
                  <a:pt x="15953" y="6943"/>
                  <a:pt x="15953" y="6958"/>
                  <a:pt x="15953" y="6958"/>
                </a:cubicBezTo>
                <a:lnTo>
                  <a:pt x="15894" y="6899"/>
                </a:lnTo>
                <a:cubicBezTo>
                  <a:pt x="15894" y="6892"/>
                  <a:pt x="15894" y="6884"/>
                  <a:pt x="15892" y="6879"/>
                </a:cubicBezTo>
                <a:close/>
                <a:moveTo>
                  <a:pt x="15761" y="6899"/>
                </a:moveTo>
                <a:cubicBezTo>
                  <a:pt x="15776" y="6913"/>
                  <a:pt x="15820" y="6943"/>
                  <a:pt x="15835" y="6958"/>
                </a:cubicBezTo>
                <a:cubicBezTo>
                  <a:pt x="15820" y="6972"/>
                  <a:pt x="15835" y="6987"/>
                  <a:pt x="15835" y="6987"/>
                </a:cubicBezTo>
                <a:cubicBezTo>
                  <a:pt x="15820" y="6972"/>
                  <a:pt x="15791" y="6958"/>
                  <a:pt x="15761" y="6943"/>
                </a:cubicBezTo>
                <a:lnTo>
                  <a:pt x="15761" y="6899"/>
                </a:lnTo>
                <a:close/>
                <a:moveTo>
                  <a:pt x="16041" y="7016"/>
                </a:moveTo>
                <a:cubicBezTo>
                  <a:pt x="16056" y="7031"/>
                  <a:pt x="16085" y="7031"/>
                  <a:pt x="16085" y="7046"/>
                </a:cubicBezTo>
                <a:cubicBezTo>
                  <a:pt x="16115" y="7061"/>
                  <a:pt x="16115" y="7090"/>
                  <a:pt x="16115" y="7090"/>
                </a:cubicBezTo>
                <a:cubicBezTo>
                  <a:pt x="16100" y="7061"/>
                  <a:pt x="16085" y="7061"/>
                  <a:pt x="16056" y="7046"/>
                </a:cubicBezTo>
                <a:cubicBezTo>
                  <a:pt x="16056" y="7031"/>
                  <a:pt x="16056" y="7031"/>
                  <a:pt x="16041" y="7016"/>
                </a:cubicBezTo>
                <a:close/>
                <a:moveTo>
                  <a:pt x="15923" y="7046"/>
                </a:moveTo>
                <a:cubicBezTo>
                  <a:pt x="15953" y="7061"/>
                  <a:pt x="15967" y="7090"/>
                  <a:pt x="15997" y="7105"/>
                </a:cubicBezTo>
                <a:lnTo>
                  <a:pt x="15997" y="7119"/>
                </a:lnTo>
                <a:cubicBezTo>
                  <a:pt x="15982" y="7105"/>
                  <a:pt x="15967" y="7090"/>
                  <a:pt x="15923" y="7061"/>
                </a:cubicBezTo>
                <a:lnTo>
                  <a:pt x="15923" y="7046"/>
                </a:lnTo>
                <a:close/>
                <a:moveTo>
                  <a:pt x="16232" y="7149"/>
                </a:moveTo>
                <a:lnTo>
                  <a:pt x="16262" y="7193"/>
                </a:lnTo>
                <a:lnTo>
                  <a:pt x="16262" y="7208"/>
                </a:lnTo>
                <a:cubicBezTo>
                  <a:pt x="16247" y="7193"/>
                  <a:pt x="16232" y="7193"/>
                  <a:pt x="16232" y="7178"/>
                </a:cubicBezTo>
                <a:lnTo>
                  <a:pt x="16232" y="7149"/>
                </a:lnTo>
                <a:close/>
                <a:moveTo>
                  <a:pt x="16115" y="7193"/>
                </a:moveTo>
                <a:cubicBezTo>
                  <a:pt x="16129" y="7208"/>
                  <a:pt x="16159" y="7208"/>
                  <a:pt x="16173" y="7252"/>
                </a:cubicBezTo>
                <a:cubicBezTo>
                  <a:pt x="16159" y="7237"/>
                  <a:pt x="16129" y="7208"/>
                  <a:pt x="16115" y="7208"/>
                </a:cubicBezTo>
                <a:lnTo>
                  <a:pt x="16115" y="7193"/>
                </a:lnTo>
                <a:close/>
                <a:moveTo>
                  <a:pt x="15011" y="6531"/>
                </a:moveTo>
                <a:lnTo>
                  <a:pt x="15011" y="6531"/>
                </a:lnTo>
                <a:cubicBezTo>
                  <a:pt x="15055" y="6545"/>
                  <a:pt x="15084" y="6590"/>
                  <a:pt x="15129" y="6604"/>
                </a:cubicBezTo>
                <a:cubicBezTo>
                  <a:pt x="15379" y="8120"/>
                  <a:pt x="15364" y="9695"/>
                  <a:pt x="15349" y="11240"/>
                </a:cubicBezTo>
                <a:lnTo>
                  <a:pt x="15349" y="12476"/>
                </a:lnTo>
                <a:cubicBezTo>
                  <a:pt x="15349" y="13168"/>
                  <a:pt x="15364" y="13977"/>
                  <a:pt x="15467" y="14787"/>
                </a:cubicBezTo>
                <a:cubicBezTo>
                  <a:pt x="15320" y="14007"/>
                  <a:pt x="15246" y="13124"/>
                  <a:pt x="15232" y="12167"/>
                </a:cubicBezTo>
                <a:cubicBezTo>
                  <a:pt x="15217" y="11623"/>
                  <a:pt x="15217" y="11093"/>
                  <a:pt x="15217" y="10578"/>
                </a:cubicBezTo>
                <a:cubicBezTo>
                  <a:pt x="15217" y="9239"/>
                  <a:pt x="15217" y="7870"/>
                  <a:pt x="15011" y="6531"/>
                </a:cubicBezTo>
                <a:close/>
                <a:moveTo>
                  <a:pt x="15232" y="6678"/>
                </a:moveTo>
                <a:lnTo>
                  <a:pt x="15232" y="6678"/>
                </a:lnTo>
                <a:cubicBezTo>
                  <a:pt x="15246" y="6678"/>
                  <a:pt x="15290" y="6722"/>
                  <a:pt x="15320" y="6737"/>
                </a:cubicBezTo>
                <a:cubicBezTo>
                  <a:pt x="15644" y="8429"/>
                  <a:pt x="15599" y="10225"/>
                  <a:pt x="15570" y="11976"/>
                </a:cubicBezTo>
                <a:cubicBezTo>
                  <a:pt x="15570" y="12255"/>
                  <a:pt x="15541" y="12535"/>
                  <a:pt x="15541" y="12800"/>
                </a:cubicBezTo>
                <a:cubicBezTo>
                  <a:pt x="15526" y="13609"/>
                  <a:pt x="15541" y="14492"/>
                  <a:pt x="15644" y="15405"/>
                </a:cubicBezTo>
                <a:cubicBezTo>
                  <a:pt x="15467" y="14375"/>
                  <a:pt x="15438" y="13359"/>
                  <a:pt x="15438" y="12491"/>
                </a:cubicBezTo>
                <a:lnTo>
                  <a:pt x="15438" y="11255"/>
                </a:lnTo>
                <a:cubicBezTo>
                  <a:pt x="15452" y="9739"/>
                  <a:pt x="15452" y="8164"/>
                  <a:pt x="15232" y="6678"/>
                </a:cubicBezTo>
                <a:close/>
                <a:moveTo>
                  <a:pt x="15408" y="6810"/>
                </a:moveTo>
                <a:cubicBezTo>
                  <a:pt x="15438" y="6810"/>
                  <a:pt x="15467" y="6840"/>
                  <a:pt x="15511" y="6869"/>
                </a:cubicBezTo>
                <a:cubicBezTo>
                  <a:pt x="15894" y="8753"/>
                  <a:pt x="15820" y="10769"/>
                  <a:pt x="15747" y="12726"/>
                </a:cubicBezTo>
                <a:lnTo>
                  <a:pt x="15732" y="13124"/>
                </a:lnTo>
                <a:cubicBezTo>
                  <a:pt x="15688" y="14021"/>
                  <a:pt x="15688" y="15007"/>
                  <a:pt x="15791" y="16008"/>
                </a:cubicBezTo>
                <a:cubicBezTo>
                  <a:pt x="15614" y="14904"/>
                  <a:pt x="15599" y="13801"/>
                  <a:pt x="15614" y="12800"/>
                </a:cubicBezTo>
                <a:cubicBezTo>
                  <a:pt x="15614" y="12535"/>
                  <a:pt x="15629" y="12255"/>
                  <a:pt x="15629" y="11976"/>
                </a:cubicBezTo>
                <a:cubicBezTo>
                  <a:pt x="15673" y="10254"/>
                  <a:pt x="15717" y="8488"/>
                  <a:pt x="15408" y="6810"/>
                </a:cubicBezTo>
                <a:close/>
                <a:moveTo>
                  <a:pt x="15599" y="6913"/>
                </a:moveTo>
                <a:cubicBezTo>
                  <a:pt x="15644" y="6928"/>
                  <a:pt x="15658" y="6958"/>
                  <a:pt x="15688" y="6972"/>
                </a:cubicBezTo>
                <a:cubicBezTo>
                  <a:pt x="16173" y="9091"/>
                  <a:pt x="16041" y="11358"/>
                  <a:pt x="15938" y="13418"/>
                </a:cubicBezTo>
                <a:cubicBezTo>
                  <a:pt x="15879" y="14375"/>
                  <a:pt x="15835" y="15361"/>
                  <a:pt x="15909" y="16332"/>
                </a:cubicBezTo>
                <a:cubicBezTo>
                  <a:pt x="15791" y="15228"/>
                  <a:pt x="15791" y="14110"/>
                  <a:pt x="15820" y="13080"/>
                </a:cubicBezTo>
                <a:lnTo>
                  <a:pt x="15835" y="12697"/>
                </a:lnTo>
                <a:cubicBezTo>
                  <a:pt x="15894" y="10799"/>
                  <a:pt x="15967" y="8797"/>
                  <a:pt x="15599" y="6913"/>
                </a:cubicBezTo>
                <a:close/>
                <a:moveTo>
                  <a:pt x="15791" y="7061"/>
                </a:moveTo>
                <a:cubicBezTo>
                  <a:pt x="15806" y="7075"/>
                  <a:pt x="15835" y="7105"/>
                  <a:pt x="15864" y="7119"/>
                </a:cubicBezTo>
                <a:cubicBezTo>
                  <a:pt x="16394" y="9239"/>
                  <a:pt x="16276" y="11534"/>
                  <a:pt x="16100" y="13742"/>
                </a:cubicBezTo>
                <a:cubicBezTo>
                  <a:pt x="16026" y="14698"/>
                  <a:pt x="15953" y="15728"/>
                  <a:pt x="15982" y="16729"/>
                </a:cubicBezTo>
                <a:cubicBezTo>
                  <a:pt x="15894" y="15640"/>
                  <a:pt x="15909" y="14492"/>
                  <a:pt x="15982" y="13433"/>
                </a:cubicBezTo>
                <a:cubicBezTo>
                  <a:pt x="16115" y="11402"/>
                  <a:pt x="16247" y="9165"/>
                  <a:pt x="15791" y="7061"/>
                </a:cubicBezTo>
                <a:close/>
                <a:moveTo>
                  <a:pt x="15967" y="7193"/>
                </a:moveTo>
                <a:cubicBezTo>
                  <a:pt x="15982" y="7208"/>
                  <a:pt x="16026" y="7237"/>
                  <a:pt x="16041" y="7252"/>
                </a:cubicBezTo>
                <a:cubicBezTo>
                  <a:pt x="16630" y="9400"/>
                  <a:pt x="16541" y="11770"/>
                  <a:pt x="16306" y="14051"/>
                </a:cubicBezTo>
                <a:cubicBezTo>
                  <a:pt x="16188" y="15108"/>
                  <a:pt x="16100" y="16165"/>
                  <a:pt x="16114" y="17208"/>
                </a:cubicBezTo>
                <a:lnTo>
                  <a:pt x="16114" y="17208"/>
                </a:lnTo>
                <a:cubicBezTo>
                  <a:pt x="16114" y="17200"/>
                  <a:pt x="16112" y="17197"/>
                  <a:pt x="16100" y="17185"/>
                </a:cubicBezTo>
                <a:cubicBezTo>
                  <a:pt x="16026" y="16038"/>
                  <a:pt x="16100" y="14860"/>
                  <a:pt x="16173" y="13742"/>
                </a:cubicBezTo>
                <a:cubicBezTo>
                  <a:pt x="16365" y="11578"/>
                  <a:pt x="16482" y="9297"/>
                  <a:pt x="15967" y="7193"/>
                </a:cubicBezTo>
                <a:close/>
                <a:moveTo>
                  <a:pt x="16159" y="7340"/>
                </a:moveTo>
                <a:lnTo>
                  <a:pt x="16203" y="7399"/>
                </a:lnTo>
                <a:cubicBezTo>
                  <a:pt x="16909" y="9739"/>
                  <a:pt x="16747" y="12314"/>
                  <a:pt x="16497" y="14389"/>
                </a:cubicBezTo>
                <a:cubicBezTo>
                  <a:pt x="16365" y="15478"/>
                  <a:pt x="16262" y="16508"/>
                  <a:pt x="16232" y="17480"/>
                </a:cubicBezTo>
                <a:cubicBezTo>
                  <a:pt x="16232" y="17465"/>
                  <a:pt x="16203" y="17436"/>
                  <a:pt x="16203" y="17421"/>
                </a:cubicBezTo>
                <a:cubicBezTo>
                  <a:pt x="16188" y="16332"/>
                  <a:pt x="16276" y="15199"/>
                  <a:pt x="16394" y="14066"/>
                </a:cubicBezTo>
                <a:cubicBezTo>
                  <a:pt x="16615" y="11814"/>
                  <a:pt x="16718" y="9474"/>
                  <a:pt x="16159" y="7340"/>
                </a:cubicBezTo>
                <a:close/>
                <a:moveTo>
                  <a:pt x="16321" y="7487"/>
                </a:moveTo>
                <a:lnTo>
                  <a:pt x="16365" y="7546"/>
                </a:lnTo>
                <a:cubicBezTo>
                  <a:pt x="16998" y="9459"/>
                  <a:pt x="17086" y="11770"/>
                  <a:pt x="16688" y="14713"/>
                </a:cubicBezTo>
                <a:lnTo>
                  <a:pt x="16688" y="14757"/>
                </a:lnTo>
                <a:cubicBezTo>
                  <a:pt x="16541" y="15743"/>
                  <a:pt x="16409" y="16744"/>
                  <a:pt x="16335" y="17715"/>
                </a:cubicBezTo>
                <a:cubicBezTo>
                  <a:pt x="16321" y="17700"/>
                  <a:pt x="16321" y="17686"/>
                  <a:pt x="16291" y="17642"/>
                </a:cubicBezTo>
                <a:cubicBezTo>
                  <a:pt x="16321" y="16626"/>
                  <a:pt x="16424" y="15537"/>
                  <a:pt x="16571" y="14404"/>
                </a:cubicBezTo>
                <a:cubicBezTo>
                  <a:pt x="16836" y="12329"/>
                  <a:pt x="16998" y="9813"/>
                  <a:pt x="16321" y="7487"/>
                </a:cubicBezTo>
                <a:close/>
                <a:moveTo>
                  <a:pt x="16306" y="17803"/>
                </a:moveTo>
                <a:cubicBezTo>
                  <a:pt x="16306" y="17818"/>
                  <a:pt x="16321" y="17848"/>
                  <a:pt x="16321" y="17862"/>
                </a:cubicBezTo>
                <a:lnTo>
                  <a:pt x="16321" y="17921"/>
                </a:lnTo>
                <a:cubicBezTo>
                  <a:pt x="16321" y="17907"/>
                  <a:pt x="16306" y="17877"/>
                  <a:pt x="16306" y="17862"/>
                </a:cubicBezTo>
                <a:lnTo>
                  <a:pt x="16306" y="17803"/>
                </a:lnTo>
                <a:close/>
                <a:moveTo>
                  <a:pt x="16510" y="7643"/>
                </a:moveTo>
                <a:cubicBezTo>
                  <a:pt x="16528" y="7643"/>
                  <a:pt x="16531" y="7657"/>
                  <a:pt x="16541" y="7679"/>
                </a:cubicBezTo>
                <a:cubicBezTo>
                  <a:pt x="17233" y="9665"/>
                  <a:pt x="17365" y="12123"/>
                  <a:pt x="16895" y="15037"/>
                </a:cubicBezTo>
                <a:lnTo>
                  <a:pt x="16821" y="15493"/>
                </a:lnTo>
                <a:cubicBezTo>
                  <a:pt x="16688" y="16317"/>
                  <a:pt x="16541" y="17141"/>
                  <a:pt x="16453" y="17936"/>
                </a:cubicBezTo>
                <a:cubicBezTo>
                  <a:pt x="16424" y="17921"/>
                  <a:pt x="16409" y="17877"/>
                  <a:pt x="16409" y="17862"/>
                </a:cubicBezTo>
                <a:cubicBezTo>
                  <a:pt x="16468" y="16847"/>
                  <a:pt x="16615" y="15802"/>
                  <a:pt x="16762" y="14772"/>
                </a:cubicBezTo>
                <a:lnTo>
                  <a:pt x="16762" y="14742"/>
                </a:lnTo>
                <a:cubicBezTo>
                  <a:pt x="17159" y="11843"/>
                  <a:pt x="17086" y="9548"/>
                  <a:pt x="16482" y="7649"/>
                </a:cubicBezTo>
                <a:cubicBezTo>
                  <a:pt x="16494" y="7645"/>
                  <a:pt x="16503" y="7643"/>
                  <a:pt x="16510" y="7643"/>
                </a:cubicBezTo>
                <a:close/>
                <a:moveTo>
                  <a:pt x="16644" y="7767"/>
                </a:moveTo>
                <a:lnTo>
                  <a:pt x="16644" y="7767"/>
                </a:lnTo>
                <a:cubicBezTo>
                  <a:pt x="16674" y="7782"/>
                  <a:pt x="16688" y="7796"/>
                  <a:pt x="16703" y="7796"/>
                </a:cubicBezTo>
                <a:cubicBezTo>
                  <a:pt x="17675" y="10357"/>
                  <a:pt x="17483" y="13227"/>
                  <a:pt x="17086" y="15331"/>
                </a:cubicBezTo>
                <a:cubicBezTo>
                  <a:pt x="17042" y="15596"/>
                  <a:pt x="16983" y="15890"/>
                  <a:pt x="16924" y="16170"/>
                </a:cubicBezTo>
                <a:cubicBezTo>
                  <a:pt x="16792" y="16832"/>
                  <a:pt x="16659" y="17494"/>
                  <a:pt x="16571" y="18113"/>
                </a:cubicBezTo>
                <a:cubicBezTo>
                  <a:pt x="16556" y="18083"/>
                  <a:pt x="16541" y="18068"/>
                  <a:pt x="16512" y="18024"/>
                </a:cubicBezTo>
                <a:cubicBezTo>
                  <a:pt x="16615" y="17200"/>
                  <a:pt x="16733" y="16332"/>
                  <a:pt x="16880" y="15464"/>
                </a:cubicBezTo>
                <a:lnTo>
                  <a:pt x="16968" y="15007"/>
                </a:lnTo>
                <a:cubicBezTo>
                  <a:pt x="17424" y="12152"/>
                  <a:pt x="17336" y="9724"/>
                  <a:pt x="16644" y="7767"/>
                </a:cubicBezTo>
                <a:close/>
                <a:moveTo>
                  <a:pt x="16394" y="18010"/>
                </a:moveTo>
                <a:cubicBezTo>
                  <a:pt x="16409" y="18024"/>
                  <a:pt x="16409" y="18039"/>
                  <a:pt x="16424" y="18083"/>
                </a:cubicBezTo>
                <a:lnTo>
                  <a:pt x="16424" y="18157"/>
                </a:lnTo>
                <a:cubicBezTo>
                  <a:pt x="16409" y="18113"/>
                  <a:pt x="16409" y="18098"/>
                  <a:pt x="16394" y="18083"/>
                </a:cubicBezTo>
                <a:lnTo>
                  <a:pt x="16394" y="18010"/>
                </a:lnTo>
                <a:close/>
                <a:moveTo>
                  <a:pt x="16394" y="18230"/>
                </a:moveTo>
                <a:cubicBezTo>
                  <a:pt x="16394" y="18274"/>
                  <a:pt x="16409" y="18289"/>
                  <a:pt x="16409" y="18289"/>
                </a:cubicBezTo>
                <a:lnTo>
                  <a:pt x="16409" y="18363"/>
                </a:lnTo>
                <a:cubicBezTo>
                  <a:pt x="16409" y="18348"/>
                  <a:pt x="16394" y="18319"/>
                  <a:pt x="16394" y="18304"/>
                </a:cubicBezTo>
                <a:lnTo>
                  <a:pt x="16394" y="18230"/>
                </a:lnTo>
                <a:close/>
                <a:moveTo>
                  <a:pt x="16512" y="18171"/>
                </a:moveTo>
                <a:cubicBezTo>
                  <a:pt x="16541" y="18216"/>
                  <a:pt x="16556" y="18230"/>
                  <a:pt x="16571" y="18274"/>
                </a:cubicBezTo>
                <a:cubicBezTo>
                  <a:pt x="16541" y="18304"/>
                  <a:pt x="16541" y="18348"/>
                  <a:pt x="16541" y="18363"/>
                </a:cubicBezTo>
                <a:cubicBezTo>
                  <a:pt x="16527" y="18319"/>
                  <a:pt x="16497" y="18304"/>
                  <a:pt x="16497" y="18274"/>
                </a:cubicBezTo>
                <a:cubicBezTo>
                  <a:pt x="16497" y="18230"/>
                  <a:pt x="16497" y="18201"/>
                  <a:pt x="16512" y="18171"/>
                </a:cubicBezTo>
                <a:close/>
                <a:moveTo>
                  <a:pt x="16904" y="8079"/>
                </a:moveTo>
                <a:lnTo>
                  <a:pt x="16904" y="8079"/>
                </a:lnTo>
                <a:cubicBezTo>
                  <a:pt x="17725" y="10191"/>
                  <a:pt x="17853" y="12831"/>
                  <a:pt x="17277" y="15655"/>
                </a:cubicBezTo>
                <a:cubicBezTo>
                  <a:pt x="17189" y="16067"/>
                  <a:pt x="17101" y="16479"/>
                  <a:pt x="17012" y="16876"/>
                </a:cubicBezTo>
                <a:cubicBezTo>
                  <a:pt x="16909" y="17362"/>
                  <a:pt x="16792" y="17862"/>
                  <a:pt x="16703" y="18363"/>
                </a:cubicBezTo>
                <a:lnTo>
                  <a:pt x="16644" y="18245"/>
                </a:lnTo>
                <a:cubicBezTo>
                  <a:pt x="16733" y="17583"/>
                  <a:pt x="16880" y="16891"/>
                  <a:pt x="17012" y="16185"/>
                </a:cubicBezTo>
                <a:cubicBezTo>
                  <a:pt x="17071" y="15920"/>
                  <a:pt x="17130" y="15625"/>
                  <a:pt x="17189" y="15346"/>
                </a:cubicBezTo>
                <a:cubicBezTo>
                  <a:pt x="17564" y="13326"/>
                  <a:pt x="17769" y="10558"/>
                  <a:pt x="16904" y="8079"/>
                </a:cubicBezTo>
                <a:close/>
                <a:moveTo>
                  <a:pt x="16998" y="8091"/>
                </a:moveTo>
                <a:cubicBezTo>
                  <a:pt x="18263" y="11005"/>
                  <a:pt x="17866" y="14198"/>
                  <a:pt x="17454" y="15964"/>
                </a:cubicBezTo>
                <a:cubicBezTo>
                  <a:pt x="17351" y="16508"/>
                  <a:pt x="17204" y="17024"/>
                  <a:pt x="17086" y="17539"/>
                </a:cubicBezTo>
                <a:cubicBezTo>
                  <a:pt x="16998" y="17877"/>
                  <a:pt x="16924" y="18230"/>
                  <a:pt x="16836" y="18569"/>
                </a:cubicBezTo>
                <a:cubicBezTo>
                  <a:pt x="16821" y="18525"/>
                  <a:pt x="16777" y="18480"/>
                  <a:pt x="16762" y="18451"/>
                </a:cubicBezTo>
                <a:cubicBezTo>
                  <a:pt x="16850" y="17936"/>
                  <a:pt x="16983" y="17421"/>
                  <a:pt x="17086" y="16891"/>
                </a:cubicBezTo>
                <a:cubicBezTo>
                  <a:pt x="17174" y="16479"/>
                  <a:pt x="17277" y="16082"/>
                  <a:pt x="17351" y="15670"/>
                </a:cubicBezTo>
                <a:cubicBezTo>
                  <a:pt x="17939" y="12829"/>
                  <a:pt x="17807" y="10195"/>
                  <a:pt x="16998" y="8091"/>
                </a:cubicBezTo>
                <a:close/>
                <a:moveTo>
                  <a:pt x="16615" y="18377"/>
                </a:moveTo>
                <a:cubicBezTo>
                  <a:pt x="16630" y="18407"/>
                  <a:pt x="16644" y="18436"/>
                  <a:pt x="16659" y="18466"/>
                </a:cubicBezTo>
                <a:cubicBezTo>
                  <a:pt x="16674" y="18510"/>
                  <a:pt x="16674" y="18539"/>
                  <a:pt x="16644" y="18583"/>
                </a:cubicBezTo>
                <a:cubicBezTo>
                  <a:pt x="16630" y="18539"/>
                  <a:pt x="16615" y="18510"/>
                  <a:pt x="16600" y="18480"/>
                </a:cubicBezTo>
                <a:cubicBezTo>
                  <a:pt x="16600" y="18451"/>
                  <a:pt x="16615" y="18407"/>
                  <a:pt x="16615" y="18377"/>
                </a:cubicBezTo>
                <a:close/>
                <a:moveTo>
                  <a:pt x="16482" y="18436"/>
                </a:moveTo>
                <a:cubicBezTo>
                  <a:pt x="16497" y="18451"/>
                  <a:pt x="16497" y="18495"/>
                  <a:pt x="16527" y="18510"/>
                </a:cubicBezTo>
                <a:cubicBezTo>
                  <a:pt x="16527" y="18539"/>
                  <a:pt x="16527" y="18569"/>
                  <a:pt x="16497" y="18598"/>
                </a:cubicBezTo>
                <a:cubicBezTo>
                  <a:pt x="16482" y="18583"/>
                  <a:pt x="16482" y="18539"/>
                  <a:pt x="16468" y="18525"/>
                </a:cubicBezTo>
                <a:cubicBezTo>
                  <a:pt x="16482" y="18480"/>
                  <a:pt x="16482" y="18451"/>
                  <a:pt x="16482" y="18436"/>
                </a:cubicBezTo>
                <a:close/>
                <a:moveTo>
                  <a:pt x="17218" y="8370"/>
                </a:moveTo>
                <a:cubicBezTo>
                  <a:pt x="18190" y="10592"/>
                  <a:pt x="18381" y="13433"/>
                  <a:pt x="17660" y="16288"/>
                </a:cubicBezTo>
                <a:cubicBezTo>
                  <a:pt x="17513" y="16906"/>
                  <a:pt x="17336" y="17539"/>
                  <a:pt x="17145" y="18142"/>
                </a:cubicBezTo>
                <a:cubicBezTo>
                  <a:pt x="17086" y="18348"/>
                  <a:pt x="17042" y="18539"/>
                  <a:pt x="16968" y="18760"/>
                </a:cubicBezTo>
                <a:cubicBezTo>
                  <a:pt x="16924" y="18731"/>
                  <a:pt x="16909" y="18686"/>
                  <a:pt x="16880" y="18657"/>
                </a:cubicBezTo>
                <a:lnTo>
                  <a:pt x="17159" y="17553"/>
                </a:lnTo>
                <a:cubicBezTo>
                  <a:pt x="17292" y="17038"/>
                  <a:pt x="17424" y="16523"/>
                  <a:pt x="17542" y="15993"/>
                </a:cubicBezTo>
                <a:cubicBezTo>
                  <a:pt x="17939" y="14272"/>
                  <a:pt x="18337" y="11225"/>
                  <a:pt x="17218" y="8370"/>
                </a:cubicBezTo>
                <a:close/>
                <a:moveTo>
                  <a:pt x="16468" y="18686"/>
                </a:moveTo>
                <a:cubicBezTo>
                  <a:pt x="16468" y="18716"/>
                  <a:pt x="16482" y="18731"/>
                  <a:pt x="16482" y="18745"/>
                </a:cubicBezTo>
                <a:lnTo>
                  <a:pt x="16482" y="18804"/>
                </a:lnTo>
                <a:cubicBezTo>
                  <a:pt x="16482" y="18789"/>
                  <a:pt x="16468" y="18760"/>
                  <a:pt x="16468" y="18745"/>
                </a:cubicBezTo>
                <a:lnTo>
                  <a:pt x="16468" y="18686"/>
                </a:lnTo>
                <a:close/>
                <a:moveTo>
                  <a:pt x="16733" y="18569"/>
                </a:moveTo>
                <a:cubicBezTo>
                  <a:pt x="16762" y="18598"/>
                  <a:pt x="16777" y="18642"/>
                  <a:pt x="16821" y="18672"/>
                </a:cubicBezTo>
                <a:cubicBezTo>
                  <a:pt x="16792" y="18716"/>
                  <a:pt x="16792" y="18745"/>
                  <a:pt x="16777" y="18804"/>
                </a:cubicBezTo>
                <a:lnTo>
                  <a:pt x="16718" y="18686"/>
                </a:lnTo>
                <a:cubicBezTo>
                  <a:pt x="16718" y="18657"/>
                  <a:pt x="16733" y="18598"/>
                  <a:pt x="16733" y="18569"/>
                </a:cubicBezTo>
                <a:close/>
                <a:moveTo>
                  <a:pt x="16571" y="18613"/>
                </a:moveTo>
                <a:cubicBezTo>
                  <a:pt x="16600" y="18657"/>
                  <a:pt x="16615" y="18672"/>
                  <a:pt x="16630" y="18716"/>
                </a:cubicBezTo>
                <a:cubicBezTo>
                  <a:pt x="16630" y="18745"/>
                  <a:pt x="16615" y="18789"/>
                  <a:pt x="16615" y="18819"/>
                </a:cubicBezTo>
                <a:cubicBezTo>
                  <a:pt x="16600" y="18789"/>
                  <a:pt x="16571" y="18760"/>
                  <a:pt x="16571" y="18731"/>
                </a:cubicBezTo>
                <a:lnTo>
                  <a:pt x="16571" y="18613"/>
                </a:lnTo>
                <a:close/>
                <a:moveTo>
                  <a:pt x="17395" y="8562"/>
                </a:moveTo>
                <a:cubicBezTo>
                  <a:pt x="18454" y="10872"/>
                  <a:pt x="18616" y="13727"/>
                  <a:pt x="17866" y="16597"/>
                </a:cubicBezTo>
                <a:cubicBezTo>
                  <a:pt x="17660" y="17333"/>
                  <a:pt x="17439" y="18054"/>
                  <a:pt x="17218" y="18731"/>
                </a:cubicBezTo>
                <a:cubicBezTo>
                  <a:pt x="17204" y="18804"/>
                  <a:pt x="17159" y="18878"/>
                  <a:pt x="17145" y="18951"/>
                </a:cubicBezTo>
                <a:cubicBezTo>
                  <a:pt x="17101" y="18907"/>
                  <a:pt x="17086" y="18878"/>
                  <a:pt x="17056" y="18834"/>
                </a:cubicBezTo>
                <a:cubicBezTo>
                  <a:pt x="17101" y="18613"/>
                  <a:pt x="17189" y="18392"/>
                  <a:pt x="17233" y="18157"/>
                </a:cubicBezTo>
                <a:cubicBezTo>
                  <a:pt x="17410" y="17553"/>
                  <a:pt x="17586" y="16921"/>
                  <a:pt x="17748" y="16288"/>
                </a:cubicBezTo>
                <a:cubicBezTo>
                  <a:pt x="18440" y="13506"/>
                  <a:pt x="18307" y="10769"/>
                  <a:pt x="17395" y="8562"/>
                </a:cubicBezTo>
                <a:close/>
                <a:moveTo>
                  <a:pt x="16453" y="18966"/>
                </a:moveTo>
                <a:cubicBezTo>
                  <a:pt x="16468" y="18981"/>
                  <a:pt x="16468" y="18981"/>
                  <a:pt x="16468" y="19010"/>
                </a:cubicBezTo>
                <a:cubicBezTo>
                  <a:pt x="16453" y="18981"/>
                  <a:pt x="16453" y="18966"/>
                  <a:pt x="16453" y="18966"/>
                </a:cubicBezTo>
                <a:close/>
                <a:moveTo>
                  <a:pt x="16865" y="18760"/>
                </a:moveTo>
                <a:cubicBezTo>
                  <a:pt x="16880" y="18804"/>
                  <a:pt x="16924" y="18834"/>
                  <a:pt x="16939" y="18878"/>
                </a:cubicBezTo>
                <a:cubicBezTo>
                  <a:pt x="16939" y="18907"/>
                  <a:pt x="16924" y="18966"/>
                  <a:pt x="16909" y="19010"/>
                </a:cubicBezTo>
                <a:cubicBezTo>
                  <a:pt x="16895" y="18966"/>
                  <a:pt x="16850" y="18937"/>
                  <a:pt x="16836" y="18893"/>
                </a:cubicBezTo>
                <a:cubicBezTo>
                  <a:pt x="16850" y="18863"/>
                  <a:pt x="16850" y="18804"/>
                  <a:pt x="16865" y="18760"/>
                </a:cubicBezTo>
                <a:close/>
                <a:moveTo>
                  <a:pt x="16541" y="18878"/>
                </a:moveTo>
                <a:cubicBezTo>
                  <a:pt x="16556" y="18893"/>
                  <a:pt x="16556" y="18937"/>
                  <a:pt x="16571" y="18951"/>
                </a:cubicBezTo>
                <a:cubicBezTo>
                  <a:pt x="16600" y="18966"/>
                  <a:pt x="16571" y="19010"/>
                  <a:pt x="16571" y="19025"/>
                </a:cubicBezTo>
                <a:cubicBezTo>
                  <a:pt x="16556" y="19010"/>
                  <a:pt x="16556" y="18966"/>
                  <a:pt x="16541" y="18951"/>
                </a:cubicBezTo>
                <a:lnTo>
                  <a:pt x="16541" y="18878"/>
                </a:lnTo>
                <a:close/>
                <a:moveTo>
                  <a:pt x="16688" y="18819"/>
                </a:moveTo>
                <a:cubicBezTo>
                  <a:pt x="16703" y="18848"/>
                  <a:pt x="16718" y="18878"/>
                  <a:pt x="16733" y="18907"/>
                </a:cubicBezTo>
                <a:cubicBezTo>
                  <a:pt x="16733" y="18951"/>
                  <a:pt x="16733" y="18981"/>
                  <a:pt x="16718" y="19025"/>
                </a:cubicBezTo>
                <a:cubicBezTo>
                  <a:pt x="16703" y="18981"/>
                  <a:pt x="16688" y="18951"/>
                  <a:pt x="16674" y="18937"/>
                </a:cubicBezTo>
                <a:cubicBezTo>
                  <a:pt x="16674" y="18893"/>
                  <a:pt x="16688" y="18848"/>
                  <a:pt x="16688" y="18819"/>
                </a:cubicBezTo>
                <a:close/>
                <a:moveTo>
                  <a:pt x="17675" y="9018"/>
                </a:moveTo>
                <a:cubicBezTo>
                  <a:pt x="18690" y="11314"/>
                  <a:pt x="18837" y="14183"/>
                  <a:pt x="18042" y="16921"/>
                </a:cubicBezTo>
                <a:cubicBezTo>
                  <a:pt x="17822" y="17700"/>
                  <a:pt x="17557" y="18436"/>
                  <a:pt x="17292" y="19172"/>
                </a:cubicBezTo>
                <a:cubicBezTo>
                  <a:pt x="17262" y="19128"/>
                  <a:pt x="17218" y="19099"/>
                  <a:pt x="17204" y="19040"/>
                </a:cubicBezTo>
                <a:cubicBezTo>
                  <a:pt x="17233" y="18951"/>
                  <a:pt x="17262" y="18863"/>
                  <a:pt x="17292" y="18760"/>
                </a:cubicBezTo>
                <a:cubicBezTo>
                  <a:pt x="17513" y="18068"/>
                  <a:pt x="17748" y="17347"/>
                  <a:pt x="17954" y="16611"/>
                </a:cubicBezTo>
                <a:cubicBezTo>
                  <a:pt x="18675" y="13933"/>
                  <a:pt x="18587" y="11240"/>
                  <a:pt x="17675" y="9018"/>
                </a:cubicBezTo>
                <a:close/>
                <a:moveTo>
                  <a:pt x="17012" y="18951"/>
                </a:moveTo>
                <a:cubicBezTo>
                  <a:pt x="17056" y="18981"/>
                  <a:pt x="17071" y="19025"/>
                  <a:pt x="17101" y="19054"/>
                </a:cubicBezTo>
                <a:cubicBezTo>
                  <a:pt x="17086" y="19113"/>
                  <a:pt x="17071" y="19157"/>
                  <a:pt x="17056" y="19202"/>
                </a:cubicBezTo>
                <a:cubicBezTo>
                  <a:pt x="17012" y="19172"/>
                  <a:pt x="16998" y="19128"/>
                  <a:pt x="16983" y="19099"/>
                </a:cubicBezTo>
                <a:cubicBezTo>
                  <a:pt x="16998" y="19040"/>
                  <a:pt x="16998" y="19010"/>
                  <a:pt x="17012" y="18951"/>
                </a:cubicBezTo>
                <a:close/>
                <a:moveTo>
                  <a:pt x="16527" y="19113"/>
                </a:moveTo>
                <a:cubicBezTo>
                  <a:pt x="16527" y="19128"/>
                  <a:pt x="16541" y="19143"/>
                  <a:pt x="16541" y="19172"/>
                </a:cubicBezTo>
                <a:lnTo>
                  <a:pt x="16541" y="19246"/>
                </a:lnTo>
                <a:cubicBezTo>
                  <a:pt x="16541" y="19231"/>
                  <a:pt x="16527" y="19202"/>
                  <a:pt x="16527" y="19187"/>
                </a:cubicBezTo>
                <a:lnTo>
                  <a:pt x="16527" y="19113"/>
                </a:lnTo>
                <a:close/>
                <a:moveTo>
                  <a:pt x="16659" y="19054"/>
                </a:moveTo>
                <a:cubicBezTo>
                  <a:pt x="16688" y="19099"/>
                  <a:pt x="16703" y="19113"/>
                  <a:pt x="16718" y="19157"/>
                </a:cubicBezTo>
                <a:cubicBezTo>
                  <a:pt x="16688" y="19187"/>
                  <a:pt x="16688" y="19216"/>
                  <a:pt x="16688" y="19246"/>
                </a:cubicBezTo>
                <a:cubicBezTo>
                  <a:pt x="16674" y="19202"/>
                  <a:pt x="16644" y="19187"/>
                  <a:pt x="16644" y="19157"/>
                </a:cubicBezTo>
                <a:cubicBezTo>
                  <a:pt x="16644" y="19113"/>
                  <a:pt x="16659" y="19084"/>
                  <a:pt x="16659" y="19054"/>
                </a:cubicBezTo>
                <a:close/>
                <a:moveTo>
                  <a:pt x="16836" y="19010"/>
                </a:moveTo>
                <a:cubicBezTo>
                  <a:pt x="16850" y="19040"/>
                  <a:pt x="16895" y="19084"/>
                  <a:pt x="16909" y="19113"/>
                </a:cubicBezTo>
                <a:cubicBezTo>
                  <a:pt x="16865" y="19157"/>
                  <a:pt x="16850" y="19187"/>
                  <a:pt x="16850" y="19246"/>
                </a:cubicBezTo>
                <a:lnTo>
                  <a:pt x="16792" y="19128"/>
                </a:lnTo>
                <a:cubicBezTo>
                  <a:pt x="16821" y="19099"/>
                  <a:pt x="16821" y="19040"/>
                  <a:pt x="16836" y="19010"/>
                </a:cubicBezTo>
                <a:close/>
                <a:moveTo>
                  <a:pt x="17866" y="9239"/>
                </a:moveTo>
                <a:cubicBezTo>
                  <a:pt x="18940" y="11593"/>
                  <a:pt x="19102" y="14492"/>
                  <a:pt x="18248" y="17244"/>
                </a:cubicBezTo>
                <a:cubicBezTo>
                  <a:pt x="18028" y="17951"/>
                  <a:pt x="17748" y="18672"/>
                  <a:pt x="17468" y="19349"/>
                </a:cubicBezTo>
                <a:cubicBezTo>
                  <a:pt x="17439" y="19319"/>
                  <a:pt x="17395" y="19275"/>
                  <a:pt x="17365" y="19231"/>
                </a:cubicBezTo>
                <a:cubicBezTo>
                  <a:pt x="17645" y="18495"/>
                  <a:pt x="17925" y="17715"/>
                  <a:pt x="18145" y="16921"/>
                </a:cubicBezTo>
                <a:cubicBezTo>
                  <a:pt x="18911" y="14257"/>
                  <a:pt x="18808" y="11505"/>
                  <a:pt x="17866" y="9239"/>
                </a:cubicBezTo>
                <a:close/>
                <a:moveTo>
                  <a:pt x="17159" y="19128"/>
                </a:moveTo>
                <a:cubicBezTo>
                  <a:pt x="17204" y="19172"/>
                  <a:pt x="17233" y="19202"/>
                  <a:pt x="17248" y="19246"/>
                </a:cubicBezTo>
                <a:cubicBezTo>
                  <a:pt x="17262" y="19260"/>
                  <a:pt x="17233" y="19275"/>
                  <a:pt x="17233" y="19305"/>
                </a:cubicBezTo>
                <a:cubicBezTo>
                  <a:pt x="17218" y="19334"/>
                  <a:pt x="17218" y="19378"/>
                  <a:pt x="17204" y="19408"/>
                </a:cubicBezTo>
                <a:cubicBezTo>
                  <a:pt x="17159" y="19378"/>
                  <a:pt x="17145" y="19334"/>
                  <a:pt x="17101" y="19275"/>
                </a:cubicBezTo>
                <a:cubicBezTo>
                  <a:pt x="17130" y="19216"/>
                  <a:pt x="17145" y="19172"/>
                  <a:pt x="17159" y="19128"/>
                </a:cubicBezTo>
                <a:close/>
                <a:moveTo>
                  <a:pt x="16497" y="19349"/>
                </a:moveTo>
                <a:cubicBezTo>
                  <a:pt x="16497" y="19378"/>
                  <a:pt x="16512" y="19378"/>
                  <a:pt x="16512" y="19393"/>
                </a:cubicBezTo>
                <a:lnTo>
                  <a:pt x="16512" y="19452"/>
                </a:lnTo>
                <a:cubicBezTo>
                  <a:pt x="16512" y="19422"/>
                  <a:pt x="16512" y="19422"/>
                  <a:pt x="16497" y="19408"/>
                </a:cubicBezTo>
                <a:lnTo>
                  <a:pt x="16497" y="19349"/>
                </a:lnTo>
                <a:close/>
                <a:moveTo>
                  <a:pt x="16762" y="19246"/>
                </a:moveTo>
                <a:cubicBezTo>
                  <a:pt x="16777" y="19275"/>
                  <a:pt x="16792" y="19319"/>
                  <a:pt x="16821" y="19334"/>
                </a:cubicBezTo>
                <a:cubicBezTo>
                  <a:pt x="16792" y="19378"/>
                  <a:pt x="16792" y="19408"/>
                  <a:pt x="16777" y="19452"/>
                </a:cubicBezTo>
                <a:cubicBezTo>
                  <a:pt x="16762" y="19408"/>
                  <a:pt x="16733" y="19378"/>
                  <a:pt x="16718" y="19349"/>
                </a:cubicBezTo>
                <a:cubicBezTo>
                  <a:pt x="16733" y="19334"/>
                  <a:pt x="16762" y="19305"/>
                  <a:pt x="16762" y="19246"/>
                </a:cubicBezTo>
                <a:close/>
                <a:moveTo>
                  <a:pt x="16939" y="19187"/>
                </a:moveTo>
                <a:cubicBezTo>
                  <a:pt x="16968" y="19216"/>
                  <a:pt x="16998" y="19260"/>
                  <a:pt x="17012" y="19305"/>
                </a:cubicBezTo>
                <a:cubicBezTo>
                  <a:pt x="16998" y="19349"/>
                  <a:pt x="16998" y="19408"/>
                  <a:pt x="16983" y="19452"/>
                </a:cubicBezTo>
                <a:cubicBezTo>
                  <a:pt x="16968" y="19408"/>
                  <a:pt x="16924" y="19378"/>
                  <a:pt x="16909" y="19334"/>
                </a:cubicBezTo>
                <a:cubicBezTo>
                  <a:pt x="16924" y="19275"/>
                  <a:pt x="16924" y="19246"/>
                  <a:pt x="16939" y="19187"/>
                </a:cubicBezTo>
                <a:close/>
                <a:moveTo>
                  <a:pt x="16615" y="19305"/>
                </a:moveTo>
                <a:cubicBezTo>
                  <a:pt x="16630" y="19319"/>
                  <a:pt x="16630" y="19349"/>
                  <a:pt x="16644" y="19378"/>
                </a:cubicBezTo>
                <a:cubicBezTo>
                  <a:pt x="16644" y="19408"/>
                  <a:pt x="16630" y="19422"/>
                  <a:pt x="16630" y="19466"/>
                </a:cubicBezTo>
                <a:cubicBezTo>
                  <a:pt x="16615" y="19452"/>
                  <a:pt x="16615" y="19408"/>
                  <a:pt x="16600" y="19393"/>
                </a:cubicBezTo>
                <a:cubicBezTo>
                  <a:pt x="16600" y="19349"/>
                  <a:pt x="16615" y="19334"/>
                  <a:pt x="16615" y="19305"/>
                </a:cubicBezTo>
                <a:close/>
                <a:moveTo>
                  <a:pt x="18101" y="9680"/>
                </a:moveTo>
                <a:lnTo>
                  <a:pt x="18101" y="9680"/>
                </a:lnTo>
                <a:cubicBezTo>
                  <a:pt x="19176" y="12020"/>
                  <a:pt x="19308" y="14919"/>
                  <a:pt x="18440" y="17553"/>
                </a:cubicBezTo>
                <a:cubicBezTo>
                  <a:pt x="18204" y="18230"/>
                  <a:pt x="17939" y="18893"/>
                  <a:pt x="17645" y="19540"/>
                </a:cubicBezTo>
                <a:lnTo>
                  <a:pt x="17513" y="19408"/>
                </a:lnTo>
                <a:cubicBezTo>
                  <a:pt x="17792" y="18716"/>
                  <a:pt x="18087" y="17995"/>
                  <a:pt x="18307" y="17259"/>
                </a:cubicBezTo>
                <a:cubicBezTo>
                  <a:pt x="19117" y="14669"/>
                  <a:pt x="19028" y="11946"/>
                  <a:pt x="18101" y="9680"/>
                </a:cubicBezTo>
                <a:close/>
                <a:moveTo>
                  <a:pt x="17336" y="19319"/>
                </a:moveTo>
                <a:lnTo>
                  <a:pt x="17439" y="19422"/>
                </a:lnTo>
                <a:cubicBezTo>
                  <a:pt x="17410" y="19496"/>
                  <a:pt x="17380" y="19555"/>
                  <a:pt x="17365" y="19614"/>
                </a:cubicBezTo>
                <a:cubicBezTo>
                  <a:pt x="17336" y="19569"/>
                  <a:pt x="17292" y="19540"/>
                  <a:pt x="17277" y="19481"/>
                </a:cubicBezTo>
                <a:cubicBezTo>
                  <a:pt x="17292" y="19422"/>
                  <a:pt x="17307" y="19393"/>
                  <a:pt x="17336" y="19334"/>
                </a:cubicBezTo>
                <a:lnTo>
                  <a:pt x="17336" y="19319"/>
                </a:lnTo>
                <a:close/>
                <a:moveTo>
                  <a:pt x="17086" y="19393"/>
                </a:moveTo>
                <a:cubicBezTo>
                  <a:pt x="17130" y="19422"/>
                  <a:pt x="17145" y="19466"/>
                  <a:pt x="17174" y="19496"/>
                </a:cubicBezTo>
                <a:cubicBezTo>
                  <a:pt x="17145" y="19555"/>
                  <a:pt x="17130" y="19584"/>
                  <a:pt x="17101" y="19643"/>
                </a:cubicBezTo>
                <a:cubicBezTo>
                  <a:pt x="17086" y="19614"/>
                  <a:pt x="17056" y="19569"/>
                  <a:pt x="17027" y="19540"/>
                </a:cubicBezTo>
                <a:cubicBezTo>
                  <a:pt x="17056" y="19481"/>
                  <a:pt x="17071" y="19422"/>
                  <a:pt x="17086" y="19393"/>
                </a:cubicBezTo>
                <a:close/>
                <a:moveTo>
                  <a:pt x="16895" y="19452"/>
                </a:moveTo>
                <a:cubicBezTo>
                  <a:pt x="16909" y="19481"/>
                  <a:pt x="16924" y="19525"/>
                  <a:pt x="16968" y="19555"/>
                </a:cubicBezTo>
                <a:cubicBezTo>
                  <a:pt x="16924" y="19584"/>
                  <a:pt x="16924" y="19628"/>
                  <a:pt x="16909" y="19687"/>
                </a:cubicBezTo>
                <a:lnTo>
                  <a:pt x="16850" y="19569"/>
                </a:lnTo>
                <a:cubicBezTo>
                  <a:pt x="16865" y="19540"/>
                  <a:pt x="16865" y="19481"/>
                  <a:pt x="16895" y="19452"/>
                </a:cubicBezTo>
                <a:close/>
                <a:moveTo>
                  <a:pt x="16571" y="19555"/>
                </a:moveTo>
                <a:cubicBezTo>
                  <a:pt x="16571" y="19569"/>
                  <a:pt x="16600" y="19584"/>
                  <a:pt x="16600" y="19614"/>
                </a:cubicBezTo>
                <a:cubicBezTo>
                  <a:pt x="16600" y="19643"/>
                  <a:pt x="16571" y="19672"/>
                  <a:pt x="16571" y="19702"/>
                </a:cubicBezTo>
                <a:cubicBezTo>
                  <a:pt x="16571" y="19687"/>
                  <a:pt x="16556" y="19672"/>
                  <a:pt x="16556" y="19643"/>
                </a:cubicBezTo>
                <a:cubicBezTo>
                  <a:pt x="16556" y="19614"/>
                  <a:pt x="16556" y="19584"/>
                  <a:pt x="16571" y="19555"/>
                </a:cubicBezTo>
                <a:close/>
                <a:moveTo>
                  <a:pt x="16703" y="19496"/>
                </a:moveTo>
                <a:cubicBezTo>
                  <a:pt x="16718" y="19540"/>
                  <a:pt x="16747" y="19555"/>
                  <a:pt x="16762" y="19584"/>
                </a:cubicBezTo>
                <a:cubicBezTo>
                  <a:pt x="16747" y="19628"/>
                  <a:pt x="16747" y="19672"/>
                  <a:pt x="16718" y="19702"/>
                </a:cubicBezTo>
                <a:cubicBezTo>
                  <a:pt x="16703" y="19672"/>
                  <a:pt x="16688" y="19643"/>
                  <a:pt x="16688" y="19614"/>
                </a:cubicBezTo>
                <a:cubicBezTo>
                  <a:pt x="16688" y="19569"/>
                  <a:pt x="16703" y="19540"/>
                  <a:pt x="16703" y="19496"/>
                </a:cubicBezTo>
                <a:close/>
                <a:moveTo>
                  <a:pt x="18322" y="9886"/>
                </a:moveTo>
                <a:lnTo>
                  <a:pt x="18322" y="9886"/>
                </a:lnTo>
                <a:cubicBezTo>
                  <a:pt x="19426" y="12285"/>
                  <a:pt x="19573" y="15228"/>
                  <a:pt x="18631" y="17862"/>
                </a:cubicBezTo>
                <a:cubicBezTo>
                  <a:pt x="18410" y="18510"/>
                  <a:pt x="18145" y="19113"/>
                  <a:pt x="17851" y="19717"/>
                </a:cubicBezTo>
                <a:cubicBezTo>
                  <a:pt x="17807" y="19687"/>
                  <a:pt x="17748" y="19643"/>
                  <a:pt x="17719" y="19599"/>
                </a:cubicBezTo>
                <a:cubicBezTo>
                  <a:pt x="18013" y="18937"/>
                  <a:pt x="18293" y="18274"/>
                  <a:pt x="18528" y="17568"/>
                </a:cubicBezTo>
                <a:cubicBezTo>
                  <a:pt x="19367" y="15007"/>
                  <a:pt x="19279" y="12197"/>
                  <a:pt x="18322" y="9886"/>
                </a:cubicBezTo>
                <a:close/>
                <a:moveTo>
                  <a:pt x="17498" y="19496"/>
                </a:moveTo>
                <a:lnTo>
                  <a:pt x="17630" y="19628"/>
                </a:lnTo>
                <a:cubicBezTo>
                  <a:pt x="17586" y="19687"/>
                  <a:pt x="17571" y="19746"/>
                  <a:pt x="17527" y="19790"/>
                </a:cubicBezTo>
                <a:cubicBezTo>
                  <a:pt x="17498" y="19761"/>
                  <a:pt x="17454" y="19717"/>
                  <a:pt x="17424" y="19672"/>
                </a:cubicBezTo>
                <a:cubicBezTo>
                  <a:pt x="17439" y="19614"/>
                  <a:pt x="17483" y="19555"/>
                  <a:pt x="17498" y="19496"/>
                </a:cubicBezTo>
                <a:close/>
                <a:moveTo>
                  <a:pt x="17233" y="19555"/>
                </a:moveTo>
                <a:cubicBezTo>
                  <a:pt x="17277" y="19584"/>
                  <a:pt x="17307" y="19628"/>
                  <a:pt x="17336" y="19672"/>
                </a:cubicBezTo>
                <a:cubicBezTo>
                  <a:pt x="17307" y="19746"/>
                  <a:pt x="17292" y="19790"/>
                  <a:pt x="17277" y="19834"/>
                </a:cubicBezTo>
                <a:cubicBezTo>
                  <a:pt x="17233" y="19820"/>
                  <a:pt x="17204" y="19775"/>
                  <a:pt x="17189" y="19717"/>
                </a:cubicBezTo>
                <a:lnTo>
                  <a:pt x="17233" y="19555"/>
                </a:lnTo>
                <a:close/>
                <a:moveTo>
                  <a:pt x="17277" y="19834"/>
                </a:moveTo>
                <a:cubicBezTo>
                  <a:pt x="17277" y="19842"/>
                  <a:pt x="17273" y="19845"/>
                  <a:pt x="17272" y="19845"/>
                </a:cubicBezTo>
                <a:cubicBezTo>
                  <a:pt x="17270" y="19845"/>
                  <a:pt x="17270" y="19842"/>
                  <a:pt x="17277" y="19834"/>
                </a:cubicBezTo>
                <a:close/>
                <a:moveTo>
                  <a:pt x="16998" y="19628"/>
                </a:moveTo>
                <a:cubicBezTo>
                  <a:pt x="17012" y="19672"/>
                  <a:pt x="17056" y="19702"/>
                  <a:pt x="17071" y="19746"/>
                </a:cubicBezTo>
                <a:cubicBezTo>
                  <a:pt x="17071" y="19790"/>
                  <a:pt x="17056" y="19849"/>
                  <a:pt x="17042" y="19893"/>
                </a:cubicBezTo>
                <a:cubicBezTo>
                  <a:pt x="17012" y="19849"/>
                  <a:pt x="16983" y="19820"/>
                  <a:pt x="16968" y="19775"/>
                </a:cubicBezTo>
                <a:cubicBezTo>
                  <a:pt x="16983" y="19717"/>
                  <a:pt x="16998" y="19687"/>
                  <a:pt x="16998" y="19628"/>
                </a:cubicBezTo>
                <a:close/>
                <a:moveTo>
                  <a:pt x="16541" y="19820"/>
                </a:moveTo>
                <a:cubicBezTo>
                  <a:pt x="16541" y="19834"/>
                  <a:pt x="16556" y="19849"/>
                  <a:pt x="16556" y="19849"/>
                </a:cubicBezTo>
                <a:cubicBezTo>
                  <a:pt x="16556" y="19864"/>
                  <a:pt x="16556" y="19879"/>
                  <a:pt x="16541" y="19908"/>
                </a:cubicBezTo>
                <a:cubicBezTo>
                  <a:pt x="16541" y="19893"/>
                  <a:pt x="16541" y="19864"/>
                  <a:pt x="16527" y="19864"/>
                </a:cubicBezTo>
                <a:cubicBezTo>
                  <a:pt x="16541" y="19849"/>
                  <a:pt x="16541" y="19834"/>
                  <a:pt x="16541" y="19820"/>
                </a:cubicBezTo>
                <a:close/>
                <a:moveTo>
                  <a:pt x="16821" y="19672"/>
                </a:moveTo>
                <a:cubicBezTo>
                  <a:pt x="16836" y="19702"/>
                  <a:pt x="16850" y="19746"/>
                  <a:pt x="16865" y="19761"/>
                </a:cubicBezTo>
                <a:cubicBezTo>
                  <a:pt x="16850" y="19834"/>
                  <a:pt x="16850" y="19864"/>
                  <a:pt x="16836" y="19908"/>
                </a:cubicBezTo>
                <a:lnTo>
                  <a:pt x="16777" y="19790"/>
                </a:lnTo>
                <a:cubicBezTo>
                  <a:pt x="16792" y="19761"/>
                  <a:pt x="16792" y="19702"/>
                  <a:pt x="16821" y="19672"/>
                </a:cubicBezTo>
                <a:close/>
                <a:moveTo>
                  <a:pt x="18543" y="10210"/>
                </a:moveTo>
                <a:cubicBezTo>
                  <a:pt x="19676" y="12638"/>
                  <a:pt x="19808" y="15567"/>
                  <a:pt x="18822" y="18201"/>
                </a:cubicBezTo>
                <a:cubicBezTo>
                  <a:pt x="18602" y="18775"/>
                  <a:pt x="18322" y="19349"/>
                  <a:pt x="18042" y="19908"/>
                </a:cubicBezTo>
                <a:cubicBezTo>
                  <a:pt x="17998" y="19864"/>
                  <a:pt x="17954" y="19834"/>
                  <a:pt x="17895" y="19775"/>
                </a:cubicBezTo>
                <a:cubicBezTo>
                  <a:pt x="18190" y="19172"/>
                  <a:pt x="18469" y="18539"/>
                  <a:pt x="18705" y="17907"/>
                </a:cubicBezTo>
                <a:cubicBezTo>
                  <a:pt x="19617" y="15361"/>
                  <a:pt x="19514" y="12564"/>
                  <a:pt x="18543" y="10210"/>
                </a:cubicBezTo>
                <a:close/>
                <a:moveTo>
                  <a:pt x="16674" y="19746"/>
                </a:moveTo>
                <a:cubicBezTo>
                  <a:pt x="16688" y="19761"/>
                  <a:pt x="16688" y="19790"/>
                  <a:pt x="16703" y="19820"/>
                </a:cubicBezTo>
                <a:cubicBezTo>
                  <a:pt x="16703" y="19849"/>
                  <a:pt x="16688" y="19893"/>
                  <a:pt x="16688" y="19923"/>
                </a:cubicBezTo>
                <a:cubicBezTo>
                  <a:pt x="16674" y="19908"/>
                  <a:pt x="16674" y="19864"/>
                  <a:pt x="16644" y="19849"/>
                </a:cubicBezTo>
                <a:cubicBezTo>
                  <a:pt x="16644" y="19820"/>
                  <a:pt x="16644" y="19775"/>
                  <a:pt x="16674" y="19746"/>
                </a:cubicBezTo>
                <a:close/>
                <a:moveTo>
                  <a:pt x="17660" y="19672"/>
                </a:moveTo>
                <a:lnTo>
                  <a:pt x="17778" y="19775"/>
                </a:lnTo>
                <a:lnTo>
                  <a:pt x="17792" y="19790"/>
                </a:lnTo>
                <a:cubicBezTo>
                  <a:pt x="17778" y="19864"/>
                  <a:pt x="17748" y="19923"/>
                  <a:pt x="17719" y="19982"/>
                </a:cubicBezTo>
                <a:lnTo>
                  <a:pt x="17586" y="19849"/>
                </a:lnTo>
                <a:cubicBezTo>
                  <a:pt x="17601" y="19790"/>
                  <a:pt x="17645" y="19746"/>
                  <a:pt x="17660" y="19672"/>
                </a:cubicBezTo>
                <a:close/>
                <a:moveTo>
                  <a:pt x="17365" y="19761"/>
                </a:moveTo>
                <a:cubicBezTo>
                  <a:pt x="17410" y="19790"/>
                  <a:pt x="17439" y="19834"/>
                  <a:pt x="17468" y="19879"/>
                </a:cubicBezTo>
                <a:cubicBezTo>
                  <a:pt x="17468" y="19937"/>
                  <a:pt x="17439" y="19996"/>
                  <a:pt x="17424" y="20055"/>
                </a:cubicBezTo>
                <a:cubicBezTo>
                  <a:pt x="17380" y="20011"/>
                  <a:pt x="17351" y="19982"/>
                  <a:pt x="17307" y="19923"/>
                </a:cubicBezTo>
                <a:cubicBezTo>
                  <a:pt x="17307" y="19908"/>
                  <a:pt x="17336" y="19893"/>
                  <a:pt x="17336" y="19864"/>
                </a:cubicBezTo>
                <a:cubicBezTo>
                  <a:pt x="17351" y="19834"/>
                  <a:pt x="17365" y="19790"/>
                  <a:pt x="17365" y="19761"/>
                </a:cubicBezTo>
                <a:close/>
                <a:moveTo>
                  <a:pt x="18852" y="10769"/>
                </a:moveTo>
                <a:cubicBezTo>
                  <a:pt x="19911" y="13153"/>
                  <a:pt x="20000" y="16023"/>
                  <a:pt x="19028" y="18510"/>
                </a:cubicBezTo>
                <a:cubicBezTo>
                  <a:pt x="18808" y="19040"/>
                  <a:pt x="18543" y="19555"/>
                  <a:pt x="18263" y="20070"/>
                </a:cubicBezTo>
                <a:cubicBezTo>
                  <a:pt x="18219" y="20040"/>
                  <a:pt x="18160" y="19996"/>
                  <a:pt x="18116" y="19967"/>
                </a:cubicBezTo>
                <a:cubicBezTo>
                  <a:pt x="18410" y="19393"/>
                  <a:pt x="18690" y="18819"/>
                  <a:pt x="18911" y="18230"/>
                </a:cubicBezTo>
                <a:cubicBezTo>
                  <a:pt x="19838" y="15787"/>
                  <a:pt x="19794" y="13080"/>
                  <a:pt x="18852" y="10769"/>
                </a:cubicBezTo>
                <a:close/>
                <a:moveTo>
                  <a:pt x="17145" y="19834"/>
                </a:moveTo>
                <a:cubicBezTo>
                  <a:pt x="17189" y="19864"/>
                  <a:pt x="17204" y="19908"/>
                  <a:pt x="17233" y="19937"/>
                </a:cubicBezTo>
                <a:cubicBezTo>
                  <a:pt x="17204" y="19996"/>
                  <a:pt x="17189" y="20040"/>
                  <a:pt x="17159" y="20085"/>
                </a:cubicBezTo>
                <a:cubicBezTo>
                  <a:pt x="17145" y="20055"/>
                  <a:pt x="17115" y="20011"/>
                  <a:pt x="17086" y="19982"/>
                </a:cubicBezTo>
                <a:cubicBezTo>
                  <a:pt x="17101" y="19923"/>
                  <a:pt x="17130" y="19864"/>
                  <a:pt x="17145" y="19834"/>
                </a:cubicBezTo>
                <a:close/>
                <a:moveTo>
                  <a:pt x="16615" y="19996"/>
                </a:moveTo>
                <a:cubicBezTo>
                  <a:pt x="16615" y="20011"/>
                  <a:pt x="16630" y="20040"/>
                  <a:pt x="16630" y="20070"/>
                </a:cubicBezTo>
                <a:cubicBezTo>
                  <a:pt x="16630" y="20085"/>
                  <a:pt x="16615" y="20129"/>
                  <a:pt x="16615" y="20143"/>
                </a:cubicBezTo>
                <a:cubicBezTo>
                  <a:pt x="16615" y="20129"/>
                  <a:pt x="16600" y="20114"/>
                  <a:pt x="16600" y="20070"/>
                </a:cubicBezTo>
                <a:cubicBezTo>
                  <a:pt x="16600" y="20055"/>
                  <a:pt x="16615" y="20011"/>
                  <a:pt x="16615" y="19996"/>
                </a:cubicBezTo>
                <a:close/>
                <a:moveTo>
                  <a:pt x="16762" y="19923"/>
                </a:moveTo>
                <a:cubicBezTo>
                  <a:pt x="16762" y="19952"/>
                  <a:pt x="16777" y="19996"/>
                  <a:pt x="16792" y="20011"/>
                </a:cubicBezTo>
                <a:cubicBezTo>
                  <a:pt x="16777" y="20055"/>
                  <a:pt x="16777" y="20085"/>
                  <a:pt x="16762" y="20143"/>
                </a:cubicBezTo>
                <a:cubicBezTo>
                  <a:pt x="16747" y="20114"/>
                  <a:pt x="16747" y="20085"/>
                  <a:pt x="16718" y="20055"/>
                </a:cubicBezTo>
                <a:cubicBezTo>
                  <a:pt x="16733" y="20011"/>
                  <a:pt x="16733" y="19982"/>
                  <a:pt x="16762" y="19923"/>
                </a:cubicBezTo>
                <a:close/>
                <a:moveTo>
                  <a:pt x="16924" y="19893"/>
                </a:moveTo>
                <a:cubicBezTo>
                  <a:pt x="16939" y="19923"/>
                  <a:pt x="16968" y="19967"/>
                  <a:pt x="16998" y="19996"/>
                </a:cubicBezTo>
                <a:cubicBezTo>
                  <a:pt x="16983" y="20055"/>
                  <a:pt x="16968" y="20085"/>
                  <a:pt x="16939" y="20143"/>
                </a:cubicBezTo>
                <a:lnTo>
                  <a:pt x="16895" y="20040"/>
                </a:lnTo>
                <a:cubicBezTo>
                  <a:pt x="16909" y="19982"/>
                  <a:pt x="16909" y="19923"/>
                  <a:pt x="16924" y="19893"/>
                </a:cubicBezTo>
                <a:close/>
                <a:moveTo>
                  <a:pt x="17881" y="19849"/>
                </a:moveTo>
                <a:cubicBezTo>
                  <a:pt x="17939" y="19893"/>
                  <a:pt x="17969" y="19923"/>
                  <a:pt x="18028" y="19967"/>
                </a:cubicBezTo>
                <a:cubicBezTo>
                  <a:pt x="17969" y="20040"/>
                  <a:pt x="17939" y="20114"/>
                  <a:pt x="17925" y="20158"/>
                </a:cubicBezTo>
                <a:cubicBezTo>
                  <a:pt x="17881" y="20129"/>
                  <a:pt x="17822" y="20085"/>
                  <a:pt x="17792" y="20040"/>
                </a:cubicBezTo>
                <a:cubicBezTo>
                  <a:pt x="17822" y="19982"/>
                  <a:pt x="17836" y="19908"/>
                  <a:pt x="17881" y="19849"/>
                </a:cubicBezTo>
                <a:close/>
                <a:moveTo>
                  <a:pt x="17557" y="19923"/>
                </a:moveTo>
                <a:cubicBezTo>
                  <a:pt x="17586" y="19952"/>
                  <a:pt x="17630" y="19996"/>
                  <a:pt x="17660" y="20055"/>
                </a:cubicBezTo>
                <a:cubicBezTo>
                  <a:pt x="17645" y="20129"/>
                  <a:pt x="17630" y="20188"/>
                  <a:pt x="17586" y="20232"/>
                </a:cubicBezTo>
                <a:cubicBezTo>
                  <a:pt x="17557" y="20202"/>
                  <a:pt x="17513" y="20158"/>
                  <a:pt x="17483" y="20114"/>
                </a:cubicBezTo>
                <a:cubicBezTo>
                  <a:pt x="17498" y="20055"/>
                  <a:pt x="17527" y="19996"/>
                  <a:pt x="17557" y="19923"/>
                </a:cubicBezTo>
                <a:close/>
                <a:moveTo>
                  <a:pt x="18940" y="10813"/>
                </a:moveTo>
                <a:cubicBezTo>
                  <a:pt x="20162" y="13300"/>
                  <a:pt x="20279" y="16288"/>
                  <a:pt x="19205" y="18819"/>
                </a:cubicBezTo>
                <a:cubicBezTo>
                  <a:pt x="18999" y="19305"/>
                  <a:pt x="18764" y="19775"/>
                  <a:pt x="18484" y="20232"/>
                </a:cubicBezTo>
                <a:lnTo>
                  <a:pt x="18322" y="20129"/>
                </a:lnTo>
                <a:cubicBezTo>
                  <a:pt x="18602" y="19614"/>
                  <a:pt x="18867" y="19099"/>
                  <a:pt x="19073" y="18539"/>
                </a:cubicBezTo>
                <a:cubicBezTo>
                  <a:pt x="20044" y="16096"/>
                  <a:pt x="19970" y="13227"/>
                  <a:pt x="18940" y="10813"/>
                </a:cubicBezTo>
                <a:close/>
                <a:moveTo>
                  <a:pt x="17292" y="19996"/>
                </a:moveTo>
                <a:cubicBezTo>
                  <a:pt x="17336" y="20040"/>
                  <a:pt x="17365" y="20070"/>
                  <a:pt x="17380" y="20129"/>
                </a:cubicBezTo>
                <a:cubicBezTo>
                  <a:pt x="17365" y="20188"/>
                  <a:pt x="17336" y="20232"/>
                  <a:pt x="17307" y="20291"/>
                </a:cubicBezTo>
                <a:cubicBezTo>
                  <a:pt x="17277" y="20261"/>
                  <a:pt x="17262" y="20217"/>
                  <a:pt x="17218" y="20158"/>
                </a:cubicBezTo>
                <a:cubicBezTo>
                  <a:pt x="17233" y="20114"/>
                  <a:pt x="17262" y="20055"/>
                  <a:pt x="17292" y="19996"/>
                </a:cubicBezTo>
                <a:close/>
                <a:moveTo>
                  <a:pt x="17056" y="20070"/>
                </a:moveTo>
                <a:cubicBezTo>
                  <a:pt x="17071" y="20099"/>
                  <a:pt x="17101" y="20143"/>
                  <a:pt x="17130" y="20173"/>
                </a:cubicBezTo>
                <a:cubicBezTo>
                  <a:pt x="17101" y="20232"/>
                  <a:pt x="17086" y="20291"/>
                  <a:pt x="17071" y="20320"/>
                </a:cubicBezTo>
                <a:cubicBezTo>
                  <a:pt x="17056" y="20291"/>
                  <a:pt x="17012" y="20246"/>
                  <a:pt x="16998" y="20217"/>
                </a:cubicBezTo>
                <a:cubicBezTo>
                  <a:pt x="17012" y="20158"/>
                  <a:pt x="17042" y="20129"/>
                  <a:pt x="17056" y="20070"/>
                </a:cubicBezTo>
                <a:close/>
                <a:moveTo>
                  <a:pt x="18087" y="20011"/>
                </a:moveTo>
                <a:cubicBezTo>
                  <a:pt x="18131" y="20055"/>
                  <a:pt x="18190" y="20085"/>
                  <a:pt x="18234" y="20129"/>
                </a:cubicBezTo>
                <a:cubicBezTo>
                  <a:pt x="18190" y="20202"/>
                  <a:pt x="18160" y="20246"/>
                  <a:pt x="18116" y="20320"/>
                </a:cubicBezTo>
                <a:cubicBezTo>
                  <a:pt x="18072" y="20291"/>
                  <a:pt x="18013" y="20261"/>
                  <a:pt x="17969" y="20217"/>
                </a:cubicBezTo>
                <a:cubicBezTo>
                  <a:pt x="18013" y="20143"/>
                  <a:pt x="18042" y="20085"/>
                  <a:pt x="18087" y="20011"/>
                </a:cubicBezTo>
                <a:close/>
                <a:moveTo>
                  <a:pt x="16571" y="20261"/>
                </a:moveTo>
                <a:cubicBezTo>
                  <a:pt x="16571" y="20276"/>
                  <a:pt x="16600" y="20291"/>
                  <a:pt x="16600" y="20291"/>
                </a:cubicBezTo>
                <a:cubicBezTo>
                  <a:pt x="16600" y="20305"/>
                  <a:pt x="16571" y="20320"/>
                  <a:pt x="16571" y="20349"/>
                </a:cubicBezTo>
                <a:cubicBezTo>
                  <a:pt x="16571" y="20335"/>
                  <a:pt x="16571" y="20305"/>
                  <a:pt x="16556" y="20305"/>
                </a:cubicBezTo>
                <a:cubicBezTo>
                  <a:pt x="16556" y="20291"/>
                  <a:pt x="16556" y="20276"/>
                  <a:pt x="16571" y="20261"/>
                </a:cubicBezTo>
                <a:close/>
                <a:moveTo>
                  <a:pt x="16836" y="20129"/>
                </a:moveTo>
                <a:cubicBezTo>
                  <a:pt x="16865" y="20158"/>
                  <a:pt x="16895" y="20202"/>
                  <a:pt x="16909" y="20232"/>
                </a:cubicBezTo>
                <a:cubicBezTo>
                  <a:pt x="16895" y="20276"/>
                  <a:pt x="16865" y="20320"/>
                  <a:pt x="16850" y="20364"/>
                </a:cubicBezTo>
                <a:lnTo>
                  <a:pt x="16792" y="20246"/>
                </a:lnTo>
                <a:cubicBezTo>
                  <a:pt x="16821" y="20217"/>
                  <a:pt x="16821" y="20158"/>
                  <a:pt x="16836" y="20129"/>
                </a:cubicBezTo>
                <a:close/>
                <a:moveTo>
                  <a:pt x="16659" y="20188"/>
                </a:moveTo>
                <a:cubicBezTo>
                  <a:pt x="16703" y="20217"/>
                  <a:pt x="16718" y="20232"/>
                  <a:pt x="16718" y="20276"/>
                </a:cubicBezTo>
                <a:cubicBezTo>
                  <a:pt x="16703" y="20305"/>
                  <a:pt x="16703" y="20349"/>
                  <a:pt x="16688" y="20379"/>
                </a:cubicBezTo>
                <a:cubicBezTo>
                  <a:pt x="16674" y="20349"/>
                  <a:pt x="16674" y="20320"/>
                  <a:pt x="16644" y="20291"/>
                </a:cubicBezTo>
                <a:cubicBezTo>
                  <a:pt x="16644" y="20261"/>
                  <a:pt x="16659" y="20217"/>
                  <a:pt x="16659" y="20188"/>
                </a:cubicBezTo>
                <a:close/>
                <a:moveTo>
                  <a:pt x="17733" y="20129"/>
                </a:moveTo>
                <a:cubicBezTo>
                  <a:pt x="17778" y="20158"/>
                  <a:pt x="17822" y="20202"/>
                  <a:pt x="17866" y="20246"/>
                </a:cubicBezTo>
                <a:cubicBezTo>
                  <a:pt x="17822" y="20305"/>
                  <a:pt x="17792" y="20379"/>
                  <a:pt x="17778" y="20438"/>
                </a:cubicBezTo>
                <a:cubicBezTo>
                  <a:pt x="17733" y="20379"/>
                  <a:pt x="17675" y="20349"/>
                  <a:pt x="17645" y="20305"/>
                </a:cubicBezTo>
                <a:cubicBezTo>
                  <a:pt x="17675" y="20246"/>
                  <a:pt x="17704" y="20188"/>
                  <a:pt x="17733" y="20129"/>
                </a:cubicBezTo>
                <a:close/>
                <a:moveTo>
                  <a:pt x="18293" y="20188"/>
                </a:moveTo>
                <a:lnTo>
                  <a:pt x="18454" y="20291"/>
                </a:lnTo>
                <a:cubicBezTo>
                  <a:pt x="18410" y="20364"/>
                  <a:pt x="18381" y="20438"/>
                  <a:pt x="18322" y="20497"/>
                </a:cubicBezTo>
                <a:cubicBezTo>
                  <a:pt x="18293" y="20482"/>
                  <a:pt x="18234" y="20438"/>
                  <a:pt x="18175" y="20379"/>
                </a:cubicBezTo>
                <a:cubicBezTo>
                  <a:pt x="18219" y="20305"/>
                  <a:pt x="18248" y="20261"/>
                  <a:pt x="18293" y="20188"/>
                </a:cubicBezTo>
                <a:close/>
                <a:moveTo>
                  <a:pt x="17439" y="20202"/>
                </a:moveTo>
                <a:cubicBezTo>
                  <a:pt x="17483" y="20232"/>
                  <a:pt x="17513" y="20276"/>
                  <a:pt x="17557" y="20320"/>
                </a:cubicBezTo>
                <a:cubicBezTo>
                  <a:pt x="17513" y="20379"/>
                  <a:pt x="17498" y="20438"/>
                  <a:pt x="17454" y="20511"/>
                </a:cubicBezTo>
                <a:cubicBezTo>
                  <a:pt x="17424" y="20452"/>
                  <a:pt x="17410" y="20408"/>
                  <a:pt x="17365" y="20364"/>
                </a:cubicBezTo>
                <a:cubicBezTo>
                  <a:pt x="17380" y="20305"/>
                  <a:pt x="17424" y="20261"/>
                  <a:pt x="17439" y="20202"/>
                </a:cubicBezTo>
                <a:close/>
                <a:moveTo>
                  <a:pt x="17189" y="20261"/>
                </a:moveTo>
                <a:cubicBezTo>
                  <a:pt x="17218" y="20291"/>
                  <a:pt x="17233" y="20335"/>
                  <a:pt x="17277" y="20364"/>
                </a:cubicBezTo>
                <a:cubicBezTo>
                  <a:pt x="17262" y="20423"/>
                  <a:pt x="17218" y="20482"/>
                  <a:pt x="17204" y="20526"/>
                </a:cubicBezTo>
                <a:cubicBezTo>
                  <a:pt x="17189" y="20497"/>
                  <a:pt x="17145" y="20452"/>
                  <a:pt x="17130" y="20408"/>
                </a:cubicBezTo>
                <a:cubicBezTo>
                  <a:pt x="17145" y="20364"/>
                  <a:pt x="17159" y="20305"/>
                  <a:pt x="17189" y="20261"/>
                </a:cubicBezTo>
                <a:close/>
                <a:moveTo>
                  <a:pt x="16968" y="20305"/>
                </a:moveTo>
                <a:cubicBezTo>
                  <a:pt x="16983" y="20349"/>
                  <a:pt x="16998" y="20379"/>
                  <a:pt x="17042" y="20423"/>
                </a:cubicBezTo>
                <a:cubicBezTo>
                  <a:pt x="17012" y="20482"/>
                  <a:pt x="16983" y="20526"/>
                  <a:pt x="16968" y="20570"/>
                </a:cubicBezTo>
                <a:lnTo>
                  <a:pt x="16909" y="20452"/>
                </a:lnTo>
                <a:cubicBezTo>
                  <a:pt x="16924" y="20408"/>
                  <a:pt x="16939" y="20364"/>
                  <a:pt x="16968" y="20305"/>
                </a:cubicBezTo>
                <a:close/>
                <a:moveTo>
                  <a:pt x="16630" y="20438"/>
                </a:moveTo>
                <a:cubicBezTo>
                  <a:pt x="16630" y="20452"/>
                  <a:pt x="16644" y="20482"/>
                  <a:pt x="16644" y="20511"/>
                </a:cubicBezTo>
                <a:cubicBezTo>
                  <a:pt x="16644" y="20555"/>
                  <a:pt x="16630" y="20570"/>
                  <a:pt x="16630" y="20600"/>
                </a:cubicBezTo>
                <a:cubicBezTo>
                  <a:pt x="16630" y="20585"/>
                  <a:pt x="16615" y="20570"/>
                  <a:pt x="16615" y="20526"/>
                </a:cubicBezTo>
                <a:cubicBezTo>
                  <a:pt x="16615" y="20497"/>
                  <a:pt x="16630" y="20452"/>
                  <a:pt x="16630" y="20438"/>
                </a:cubicBezTo>
                <a:close/>
                <a:moveTo>
                  <a:pt x="16792" y="20408"/>
                </a:moveTo>
                <a:lnTo>
                  <a:pt x="16836" y="20482"/>
                </a:lnTo>
                <a:cubicBezTo>
                  <a:pt x="16821" y="20511"/>
                  <a:pt x="16792" y="20555"/>
                  <a:pt x="16792" y="20600"/>
                </a:cubicBezTo>
                <a:cubicBezTo>
                  <a:pt x="16777" y="20570"/>
                  <a:pt x="16777" y="20541"/>
                  <a:pt x="16762" y="20511"/>
                </a:cubicBezTo>
                <a:cubicBezTo>
                  <a:pt x="16777" y="20482"/>
                  <a:pt x="16777" y="20438"/>
                  <a:pt x="16792" y="20408"/>
                </a:cubicBezTo>
                <a:close/>
                <a:moveTo>
                  <a:pt x="17939" y="20291"/>
                </a:moveTo>
                <a:cubicBezTo>
                  <a:pt x="17984" y="20320"/>
                  <a:pt x="18028" y="20364"/>
                  <a:pt x="18087" y="20408"/>
                </a:cubicBezTo>
                <a:cubicBezTo>
                  <a:pt x="18042" y="20482"/>
                  <a:pt x="18013" y="20526"/>
                  <a:pt x="17969" y="20600"/>
                </a:cubicBezTo>
                <a:cubicBezTo>
                  <a:pt x="17925" y="20570"/>
                  <a:pt x="17866" y="20526"/>
                  <a:pt x="17822" y="20482"/>
                </a:cubicBezTo>
                <a:cubicBezTo>
                  <a:pt x="17866" y="20423"/>
                  <a:pt x="17895" y="20349"/>
                  <a:pt x="17939" y="20291"/>
                </a:cubicBezTo>
                <a:close/>
                <a:moveTo>
                  <a:pt x="17601" y="20379"/>
                </a:moveTo>
                <a:lnTo>
                  <a:pt x="17733" y="20511"/>
                </a:lnTo>
                <a:cubicBezTo>
                  <a:pt x="17704" y="20570"/>
                  <a:pt x="17660" y="20644"/>
                  <a:pt x="17645" y="20688"/>
                </a:cubicBezTo>
                <a:lnTo>
                  <a:pt x="17513" y="20570"/>
                </a:lnTo>
                <a:cubicBezTo>
                  <a:pt x="17557" y="20511"/>
                  <a:pt x="17571" y="20438"/>
                  <a:pt x="17601" y="20379"/>
                </a:cubicBezTo>
                <a:close/>
                <a:moveTo>
                  <a:pt x="17336" y="20452"/>
                </a:moveTo>
                <a:cubicBezTo>
                  <a:pt x="17365" y="20497"/>
                  <a:pt x="17380" y="20526"/>
                  <a:pt x="17424" y="20570"/>
                </a:cubicBezTo>
                <a:cubicBezTo>
                  <a:pt x="17380" y="20629"/>
                  <a:pt x="17365" y="20673"/>
                  <a:pt x="17336" y="20732"/>
                </a:cubicBezTo>
                <a:cubicBezTo>
                  <a:pt x="17292" y="20703"/>
                  <a:pt x="17277" y="20658"/>
                  <a:pt x="17233" y="20600"/>
                </a:cubicBezTo>
                <a:cubicBezTo>
                  <a:pt x="17277" y="20570"/>
                  <a:pt x="17292" y="20511"/>
                  <a:pt x="17336" y="20452"/>
                </a:cubicBezTo>
                <a:close/>
                <a:moveTo>
                  <a:pt x="17071" y="20511"/>
                </a:moveTo>
                <a:cubicBezTo>
                  <a:pt x="17086" y="20541"/>
                  <a:pt x="17130" y="20585"/>
                  <a:pt x="17145" y="20614"/>
                </a:cubicBezTo>
                <a:cubicBezTo>
                  <a:pt x="17130" y="20673"/>
                  <a:pt x="17086" y="20732"/>
                  <a:pt x="17071" y="20776"/>
                </a:cubicBezTo>
                <a:cubicBezTo>
                  <a:pt x="17056" y="20732"/>
                  <a:pt x="17042" y="20688"/>
                  <a:pt x="16998" y="20658"/>
                </a:cubicBezTo>
                <a:cubicBezTo>
                  <a:pt x="17042" y="20629"/>
                  <a:pt x="17056" y="20570"/>
                  <a:pt x="17071" y="20511"/>
                </a:cubicBezTo>
                <a:close/>
                <a:moveTo>
                  <a:pt x="18131" y="20452"/>
                </a:moveTo>
                <a:cubicBezTo>
                  <a:pt x="18190" y="20497"/>
                  <a:pt x="18248" y="20526"/>
                  <a:pt x="18278" y="20570"/>
                </a:cubicBezTo>
                <a:cubicBezTo>
                  <a:pt x="18248" y="20644"/>
                  <a:pt x="18190" y="20688"/>
                  <a:pt x="18160" y="20776"/>
                </a:cubicBezTo>
                <a:cubicBezTo>
                  <a:pt x="18116" y="20747"/>
                  <a:pt x="18072" y="20688"/>
                  <a:pt x="18028" y="20658"/>
                </a:cubicBezTo>
                <a:cubicBezTo>
                  <a:pt x="18072" y="20585"/>
                  <a:pt x="18101" y="20526"/>
                  <a:pt x="18131" y="20452"/>
                </a:cubicBezTo>
                <a:close/>
                <a:moveTo>
                  <a:pt x="16600" y="20688"/>
                </a:moveTo>
                <a:cubicBezTo>
                  <a:pt x="16600" y="20717"/>
                  <a:pt x="16615" y="20732"/>
                  <a:pt x="16615" y="20747"/>
                </a:cubicBezTo>
                <a:cubicBezTo>
                  <a:pt x="16615" y="20776"/>
                  <a:pt x="16600" y="20791"/>
                  <a:pt x="16600" y="20806"/>
                </a:cubicBezTo>
                <a:cubicBezTo>
                  <a:pt x="16571" y="20791"/>
                  <a:pt x="16571" y="20776"/>
                  <a:pt x="16571" y="20747"/>
                </a:cubicBezTo>
                <a:cubicBezTo>
                  <a:pt x="16571" y="20732"/>
                  <a:pt x="16571" y="20717"/>
                  <a:pt x="16600" y="20688"/>
                </a:cubicBezTo>
                <a:close/>
                <a:moveTo>
                  <a:pt x="16850" y="20570"/>
                </a:moveTo>
                <a:cubicBezTo>
                  <a:pt x="16895" y="20600"/>
                  <a:pt x="16909" y="20644"/>
                  <a:pt x="16924" y="20673"/>
                </a:cubicBezTo>
                <a:cubicBezTo>
                  <a:pt x="16909" y="20717"/>
                  <a:pt x="16880" y="20776"/>
                  <a:pt x="16865" y="20806"/>
                </a:cubicBezTo>
                <a:lnTo>
                  <a:pt x="16821" y="20688"/>
                </a:lnTo>
                <a:cubicBezTo>
                  <a:pt x="16836" y="20658"/>
                  <a:pt x="16850" y="20600"/>
                  <a:pt x="16850" y="20570"/>
                </a:cubicBezTo>
                <a:close/>
                <a:moveTo>
                  <a:pt x="16703" y="20629"/>
                </a:moveTo>
                <a:cubicBezTo>
                  <a:pt x="16718" y="20658"/>
                  <a:pt x="16733" y="20673"/>
                  <a:pt x="16733" y="20717"/>
                </a:cubicBezTo>
                <a:cubicBezTo>
                  <a:pt x="16718" y="20747"/>
                  <a:pt x="16718" y="20791"/>
                  <a:pt x="16703" y="20820"/>
                </a:cubicBezTo>
                <a:cubicBezTo>
                  <a:pt x="16688" y="20791"/>
                  <a:pt x="16688" y="20776"/>
                  <a:pt x="16659" y="20732"/>
                </a:cubicBezTo>
                <a:cubicBezTo>
                  <a:pt x="16688" y="20703"/>
                  <a:pt x="16688" y="20658"/>
                  <a:pt x="16703" y="20629"/>
                </a:cubicBezTo>
                <a:close/>
                <a:moveTo>
                  <a:pt x="17792" y="20570"/>
                </a:moveTo>
                <a:cubicBezTo>
                  <a:pt x="17822" y="20600"/>
                  <a:pt x="17881" y="20644"/>
                  <a:pt x="17925" y="20673"/>
                </a:cubicBezTo>
                <a:cubicBezTo>
                  <a:pt x="17881" y="20732"/>
                  <a:pt x="17836" y="20806"/>
                  <a:pt x="17807" y="20865"/>
                </a:cubicBezTo>
                <a:cubicBezTo>
                  <a:pt x="17778" y="20820"/>
                  <a:pt x="17733" y="20791"/>
                  <a:pt x="17675" y="20747"/>
                </a:cubicBezTo>
                <a:cubicBezTo>
                  <a:pt x="17719" y="20688"/>
                  <a:pt x="17748" y="20629"/>
                  <a:pt x="17792" y="20570"/>
                </a:cubicBezTo>
                <a:close/>
                <a:moveTo>
                  <a:pt x="17483" y="20644"/>
                </a:moveTo>
                <a:cubicBezTo>
                  <a:pt x="17513" y="20673"/>
                  <a:pt x="17557" y="20717"/>
                  <a:pt x="17586" y="20776"/>
                </a:cubicBezTo>
                <a:cubicBezTo>
                  <a:pt x="17557" y="20820"/>
                  <a:pt x="17513" y="20879"/>
                  <a:pt x="17498" y="20953"/>
                </a:cubicBezTo>
                <a:cubicBezTo>
                  <a:pt x="17454" y="20894"/>
                  <a:pt x="17424" y="20865"/>
                  <a:pt x="17410" y="20820"/>
                </a:cubicBezTo>
                <a:cubicBezTo>
                  <a:pt x="17424" y="20747"/>
                  <a:pt x="17454" y="20703"/>
                  <a:pt x="17483" y="20644"/>
                </a:cubicBezTo>
                <a:close/>
                <a:moveTo>
                  <a:pt x="17218" y="20717"/>
                </a:moveTo>
                <a:cubicBezTo>
                  <a:pt x="17262" y="20747"/>
                  <a:pt x="17277" y="20791"/>
                  <a:pt x="17307" y="20820"/>
                </a:cubicBezTo>
                <a:cubicBezTo>
                  <a:pt x="17277" y="20879"/>
                  <a:pt x="17233" y="20938"/>
                  <a:pt x="17218" y="20997"/>
                </a:cubicBezTo>
                <a:cubicBezTo>
                  <a:pt x="17204" y="20953"/>
                  <a:pt x="17159" y="20923"/>
                  <a:pt x="17145" y="20879"/>
                </a:cubicBezTo>
                <a:cubicBezTo>
                  <a:pt x="17159" y="20820"/>
                  <a:pt x="17204" y="20776"/>
                  <a:pt x="17218" y="20717"/>
                </a:cubicBezTo>
                <a:close/>
                <a:moveTo>
                  <a:pt x="16983" y="20776"/>
                </a:moveTo>
                <a:cubicBezTo>
                  <a:pt x="16998" y="20806"/>
                  <a:pt x="17012" y="20850"/>
                  <a:pt x="17056" y="20879"/>
                </a:cubicBezTo>
                <a:cubicBezTo>
                  <a:pt x="17042" y="20938"/>
                  <a:pt x="17012" y="20968"/>
                  <a:pt x="16983" y="21026"/>
                </a:cubicBezTo>
                <a:lnTo>
                  <a:pt x="16924" y="20923"/>
                </a:lnTo>
                <a:cubicBezTo>
                  <a:pt x="16939" y="20865"/>
                  <a:pt x="16968" y="20820"/>
                  <a:pt x="16983" y="20776"/>
                </a:cubicBezTo>
                <a:close/>
                <a:moveTo>
                  <a:pt x="16644" y="20879"/>
                </a:moveTo>
                <a:cubicBezTo>
                  <a:pt x="16644" y="20894"/>
                  <a:pt x="16659" y="20938"/>
                  <a:pt x="16659" y="20953"/>
                </a:cubicBezTo>
                <a:cubicBezTo>
                  <a:pt x="16644" y="20982"/>
                  <a:pt x="16644" y="21012"/>
                  <a:pt x="16630" y="21041"/>
                </a:cubicBezTo>
                <a:cubicBezTo>
                  <a:pt x="16630" y="21026"/>
                  <a:pt x="16615" y="21012"/>
                  <a:pt x="16615" y="20968"/>
                </a:cubicBezTo>
                <a:cubicBezTo>
                  <a:pt x="16630" y="20938"/>
                  <a:pt x="16630" y="20894"/>
                  <a:pt x="16644" y="20879"/>
                </a:cubicBezTo>
                <a:close/>
                <a:moveTo>
                  <a:pt x="16792" y="20820"/>
                </a:moveTo>
                <a:cubicBezTo>
                  <a:pt x="16821" y="20865"/>
                  <a:pt x="16836" y="20879"/>
                  <a:pt x="16836" y="20923"/>
                </a:cubicBezTo>
                <a:cubicBezTo>
                  <a:pt x="16821" y="20953"/>
                  <a:pt x="16792" y="21012"/>
                  <a:pt x="16777" y="21041"/>
                </a:cubicBezTo>
                <a:cubicBezTo>
                  <a:pt x="16762" y="21012"/>
                  <a:pt x="16762" y="20982"/>
                  <a:pt x="16747" y="20953"/>
                </a:cubicBezTo>
                <a:cubicBezTo>
                  <a:pt x="16762" y="20894"/>
                  <a:pt x="16777" y="20865"/>
                  <a:pt x="16792" y="20820"/>
                </a:cubicBezTo>
                <a:close/>
                <a:moveTo>
                  <a:pt x="17969" y="20732"/>
                </a:moveTo>
                <a:cubicBezTo>
                  <a:pt x="18028" y="20776"/>
                  <a:pt x="18072" y="20806"/>
                  <a:pt x="18116" y="20865"/>
                </a:cubicBezTo>
                <a:cubicBezTo>
                  <a:pt x="18087" y="20938"/>
                  <a:pt x="18028" y="20982"/>
                  <a:pt x="17984" y="21056"/>
                </a:cubicBezTo>
                <a:cubicBezTo>
                  <a:pt x="17954" y="21012"/>
                  <a:pt x="17925" y="20968"/>
                  <a:pt x="17866" y="20938"/>
                </a:cubicBezTo>
                <a:cubicBezTo>
                  <a:pt x="17895" y="20865"/>
                  <a:pt x="17939" y="20806"/>
                  <a:pt x="17969" y="20732"/>
                </a:cubicBezTo>
                <a:close/>
                <a:moveTo>
                  <a:pt x="17645" y="20820"/>
                </a:moveTo>
                <a:lnTo>
                  <a:pt x="17778" y="20953"/>
                </a:lnTo>
                <a:cubicBezTo>
                  <a:pt x="17733" y="21012"/>
                  <a:pt x="17704" y="21085"/>
                  <a:pt x="17660" y="21144"/>
                </a:cubicBezTo>
                <a:cubicBezTo>
                  <a:pt x="17630" y="21085"/>
                  <a:pt x="17586" y="21041"/>
                  <a:pt x="17557" y="21012"/>
                </a:cubicBezTo>
                <a:cubicBezTo>
                  <a:pt x="17586" y="20953"/>
                  <a:pt x="17630" y="20879"/>
                  <a:pt x="17645" y="20820"/>
                </a:cubicBezTo>
                <a:close/>
                <a:moveTo>
                  <a:pt x="17351" y="20894"/>
                </a:moveTo>
                <a:cubicBezTo>
                  <a:pt x="17380" y="20938"/>
                  <a:pt x="17410" y="20968"/>
                  <a:pt x="17439" y="21012"/>
                </a:cubicBezTo>
                <a:cubicBezTo>
                  <a:pt x="17410" y="21071"/>
                  <a:pt x="17365" y="21115"/>
                  <a:pt x="17351" y="21174"/>
                </a:cubicBezTo>
                <a:cubicBezTo>
                  <a:pt x="17336" y="21144"/>
                  <a:pt x="17307" y="21115"/>
                  <a:pt x="17277" y="21085"/>
                </a:cubicBezTo>
                <a:cubicBezTo>
                  <a:pt x="17277" y="21071"/>
                  <a:pt x="17262" y="21071"/>
                  <a:pt x="17262" y="21041"/>
                </a:cubicBezTo>
                <a:cubicBezTo>
                  <a:pt x="17292" y="21012"/>
                  <a:pt x="17336" y="20953"/>
                  <a:pt x="17351" y="20894"/>
                </a:cubicBezTo>
                <a:close/>
                <a:moveTo>
                  <a:pt x="17115" y="20968"/>
                </a:moveTo>
                <a:cubicBezTo>
                  <a:pt x="17130" y="21012"/>
                  <a:pt x="17159" y="21041"/>
                  <a:pt x="17189" y="21085"/>
                </a:cubicBezTo>
                <a:cubicBezTo>
                  <a:pt x="17145" y="21115"/>
                  <a:pt x="17130" y="21174"/>
                  <a:pt x="17086" y="21232"/>
                </a:cubicBezTo>
                <a:lnTo>
                  <a:pt x="17042" y="21115"/>
                </a:lnTo>
                <a:cubicBezTo>
                  <a:pt x="17056" y="21056"/>
                  <a:pt x="17086" y="21012"/>
                  <a:pt x="17115" y="20968"/>
                </a:cubicBezTo>
                <a:close/>
                <a:moveTo>
                  <a:pt x="16571" y="21115"/>
                </a:moveTo>
                <a:cubicBezTo>
                  <a:pt x="16571" y="21144"/>
                  <a:pt x="16571" y="21159"/>
                  <a:pt x="16585" y="21174"/>
                </a:cubicBezTo>
                <a:cubicBezTo>
                  <a:pt x="16585" y="21188"/>
                  <a:pt x="16571" y="21232"/>
                  <a:pt x="16571" y="21247"/>
                </a:cubicBezTo>
                <a:cubicBezTo>
                  <a:pt x="16571" y="21232"/>
                  <a:pt x="16556" y="21218"/>
                  <a:pt x="16556" y="21188"/>
                </a:cubicBezTo>
                <a:cubicBezTo>
                  <a:pt x="16556" y="21174"/>
                  <a:pt x="16571" y="21144"/>
                  <a:pt x="16571" y="21115"/>
                </a:cubicBezTo>
                <a:close/>
                <a:moveTo>
                  <a:pt x="16718" y="21056"/>
                </a:moveTo>
                <a:cubicBezTo>
                  <a:pt x="16718" y="21100"/>
                  <a:pt x="16733" y="21115"/>
                  <a:pt x="16733" y="21159"/>
                </a:cubicBezTo>
                <a:cubicBezTo>
                  <a:pt x="16718" y="21188"/>
                  <a:pt x="16703" y="21232"/>
                  <a:pt x="16703" y="21262"/>
                </a:cubicBezTo>
                <a:cubicBezTo>
                  <a:pt x="16703" y="21232"/>
                  <a:pt x="16688" y="21203"/>
                  <a:pt x="16688" y="21174"/>
                </a:cubicBezTo>
                <a:cubicBezTo>
                  <a:pt x="16703" y="21144"/>
                  <a:pt x="16703" y="21100"/>
                  <a:pt x="16718" y="21056"/>
                </a:cubicBezTo>
                <a:close/>
                <a:moveTo>
                  <a:pt x="16895" y="21012"/>
                </a:moveTo>
                <a:lnTo>
                  <a:pt x="16939" y="21115"/>
                </a:lnTo>
                <a:cubicBezTo>
                  <a:pt x="16924" y="21174"/>
                  <a:pt x="16909" y="21218"/>
                  <a:pt x="16895" y="21262"/>
                </a:cubicBezTo>
                <a:cubicBezTo>
                  <a:pt x="16865" y="21232"/>
                  <a:pt x="16850" y="21188"/>
                  <a:pt x="16850" y="21159"/>
                </a:cubicBezTo>
                <a:cubicBezTo>
                  <a:pt x="16850" y="21100"/>
                  <a:pt x="16865" y="21056"/>
                  <a:pt x="16895" y="21012"/>
                </a:cubicBezTo>
                <a:close/>
                <a:moveTo>
                  <a:pt x="17822" y="21012"/>
                </a:moveTo>
                <a:cubicBezTo>
                  <a:pt x="17866" y="21041"/>
                  <a:pt x="17925" y="21085"/>
                  <a:pt x="17954" y="21144"/>
                </a:cubicBezTo>
                <a:cubicBezTo>
                  <a:pt x="17925" y="21218"/>
                  <a:pt x="17866" y="21262"/>
                  <a:pt x="17822" y="21335"/>
                </a:cubicBezTo>
                <a:cubicBezTo>
                  <a:pt x="17792" y="21262"/>
                  <a:pt x="17748" y="21232"/>
                  <a:pt x="17719" y="21188"/>
                </a:cubicBezTo>
                <a:cubicBezTo>
                  <a:pt x="17748" y="21144"/>
                  <a:pt x="17792" y="21071"/>
                  <a:pt x="17822" y="21012"/>
                </a:cubicBezTo>
                <a:close/>
                <a:moveTo>
                  <a:pt x="17498" y="21056"/>
                </a:moveTo>
                <a:cubicBezTo>
                  <a:pt x="17527" y="21100"/>
                  <a:pt x="17571" y="21144"/>
                  <a:pt x="17601" y="21188"/>
                </a:cubicBezTo>
                <a:cubicBezTo>
                  <a:pt x="17571" y="21247"/>
                  <a:pt x="17527" y="21321"/>
                  <a:pt x="17498" y="21380"/>
                </a:cubicBezTo>
                <a:cubicBezTo>
                  <a:pt x="17454" y="21335"/>
                  <a:pt x="17439" y="21306"/>
                  <a:pt x="17410" y="21247"/>
                </a:cubicBezTo>
                <a:cubicBezTo>
                  <a:pt x="17439" y="21188"/>
                  <a:pt x="17483" y="21144"/>
                  <a:pt x="17498" y="21056"/>
                </a:cubicBezTo>
                <a:close/>
                <a:moveTo>
                  <a:pt x="17218" y="21144"/>
                </a:moveTo>
                <a:cubicBezTo>
                  <a:pt x="17233" y="21174"/>
                  <a:pt x="17277" y="21218"/>
                  <a:pt x="17307" y="21247"/>
                </a:cubicBezTo>
                <a:cubicBezTo>
                  <a:pt x="17277" y="21306"/>
                  <a:pt x="17262" y="21350"/>
                  <a:pt x="17218" y="21409"/>
                </a:cubicBezTo>
                <a:cubicBezTo>
                  <a:pt x="17204" y="21394"/>
                  <a:pt x="17204" y="21380"/>
                  <a:pt x="17189" y="21350"/>
                </a:cubicBezTo>
                <a:cubicBezTo>
                  <a:pt x="17159" y="21335"/>
                  <a:pt x="17159" y="21321"/>
                  <a:pt x="17145" y="21306"/>
                </a:cubicBezTo>
                <a:cubicBezTo>
                  <a:pt x="17159" y="21247"/>
                  <a:pt x="17204" y="21188"/>
                  <a:pt x="17218" y="21144"/>
                </a:cubicBezTo>
                <a:close/>
                <a:moveTo>
                  <a:pt x="16983" y="21218"/>
                </a:moveTo>
                <a:lnTo>
                  <a:pt x="17042" y="21321"/>
                </a:lnTo>
                <a:cubicBezTo>
                  <a:pt x="17012" y="21380"/>
                  <a:pt x="16983" y="21424"/>
                  <a:pt x="16968" y="21468"/>
                </a:cubicBezTo>
                <a:lnTo>
                  <a:pt x="16909" y="21365"/>
                </a:lnTo>
                <a:cubicBezTo>
                  <a:pt x="16939" y="21306"/>
                  <a:pt x="16968" y="21247"/>
                  <a:pt x="16983" y="21218"/>
                </a:cubicBezTo>
                <a:close/>
                <a:moveTo>
                  <a:pt x="16644" y="21321"/>
                </a:moveTo>
                <a:cubicBezTo>
                  <a:pt x="16644" y="21335"/>
                  <a:pt x="16674" y="21380"/>
                  <a:pt x="16674" y="21394"/>
                </a:cubicBezTo>
                <a:cubicBezTo>
                  <a:pt x="16644" y="21424"/>
                  <a:pt x="16644" y="21468"/>
                  <a:pt x="16630" y="21483"/>
                </a:cubicBezTo>
                <a:cubicBezTo>
                  <a:pt x="16615" y="21453"/>
                  <a:pt x="16615" y="21424"/>
                  <a:pt x="16615" y="21409"/>
                </a:cubicBezTo>
                <a:cubicBezTo>
                  <a:pt x="16630" y="21380"/>
                  <a:pt x="16630" y="21335"/>
                  <a:pt x="16644" y="21321"/>
                </a:cubicBezTo>
                <a:close/>
                <a:moveTo>
                  <a:pt x="16792" y="21262"/>
                </a:moveTo>
                <a:cubicBezTo>
                  <a:pt x="16806" y="21306"/>
                  <a:pt x="16836" y="21335"/>
                  <a:pt x="16836" y="21365"/>
                </a:cubicBezTo>
                <a:cubicBezTo>
                  <a:pt x="16821" y="21394"/>
                  <a:pt x="16792" y="21453"/>
                  <a:pt x="16777" y="21483"/>
                </a:cubicBezTo>
                <a:cubicBezTo>
                  <a:pt x="16762" y="21453"/>
                  <a:pt x="16762" y="21409"/>
                  <a:pt x="16733" y="21394"/>
                </a:cubicBezTo>
                <a:cubicBezTo>
                  <a:pt x="16762" y="21365"/>
                  <a:pt x="16777" y="21306"/>
                  <a:pt x="16792" y="21262"/>
                </a:cubicBezTo>
                <a:close/>
                <a:moveTo>
                  <a:pt x="17660" y="21262"/>
                </a:moveTo>
                <a:cubicBezTo>
                  <a:pt x="17704" y="21306"/>
                  <a:pt x="17733" y="21365"/>
                  <a:pt x="17763" y="21394"/>
                </a:cubicBezTo>
                <a:cubicBezTo>
                  <a:pt x="17733" y="21453"/>
                  <a:pt x="17675" y="21527"/>
                  <a:pt x="17645" y="21586"/>
                </a:cubicBezTo>
                <a:cubicBezTo>
                  <a:pt x="17630" y="21541"/>
                  <a:pt x="17586" y="21483"/>
                  <a:pt x="17557" y="21453"/>
                </a:cubicBezTo>
                <a:cubicBezTo>
                  <a:pt x="17586" y="21394"/>
                  <a:pt x="17630" y="21321"/>
                  <a:pt x="17660" y="21262"/>
                </a:cubicBezTo>
                <a:close/>
                <a:moveTo>
                  <a:pt x="17365" y="21335"/>
                </a:moveTo>
                <a:cubicBezTo>
                  <a:pt x="17410" y="21380"/>
                  <a:pt x="17424" y="21409"/>
                  <a:pt x="17454" y="21468"/>
                </a:cubicBezTo>
                <a:lnTo>
                  <a:pt x="17351" y="21630"/>
                </a:lnTo>
                <a:cubicBezTo>
                  <a:pt x="17307" y="21600"/>
                  <a:pt x="17292" y="21541"/>
                  <a:pt x="17277" y="21512"/>
                </a:cubicBezTo>
                <a:cubicBezTo>
                  <a:pt x="17307" y="21453"/>
                  <a:pt x="17336" y="21394"/>
                  <a:pt x="17365" y="21335"/>
                </a:cubicBezTo>
                <a:close/>
                <a:moveTo>
                  <a:pt x="17086" y="21394"/>
                </a:moveTo>
                <a:cubicBezTo>
                  <a:pt x="17096" y="21394"/>
                  <a:pt x="17099" y="21401"/>
                  <a:pt x="17096" y="21401"/>
                </a:cubicBezTo>
                <a:cubicBezTo>
                  <a:pt x="17094" y="21401"/>
                  <a:pt x="17091" y="21399"/>
                  <a:pt x="17086" y="21394"/>
                </a:cubicBezTo>
                <a:lnTo>
                  <a:pt x="17086" y="21394"/>
                </a:lnTo>
                <a:cubicBezTo>
                  <a:pt x="17130" y="21453"/>
                  <a:pt x="17145" y="21468"/>
                  <a:pt x="17159" y="21512"/>
                </a:cubicBezTo>
                <a:cubicBezTo>
                  <a:pt x="17130" y="21556"/>
                  <a:pt x="17115" y="21615"/>
                  <a:pt x="17071" y="21674"/>
                </a:cubicBezTo>
                <a:cubicBezTo>
                  <a:pt x="17071" y="21659"/>
                  <a:pt x="17056" y="21659"/>
                  <a:pt x="17056" y="21630"/>
                </a:cubicBezTo>
                <a:cubicBezTo>
                  <a:pt x="17042" y="21600"/>
                  <a:pt x="17012" y="21586"/>
                  <a:pt x="17012" y="21541"/>
                </a:cubicBezTo>
                <a:cubicBezTo>
                  <a:pt x="17042" y="21512"/>
                  <a:pt x="17071" y="21453"/>
                  <a:pt x="17086" y="21394"/>
                </a:cubicBezTo>
                <a:close/>
                <a:moveTo>
                  <a:pt x="16556" y="21556"/>
                </a:moveTo>
                <a:cubicBezTo>
                  <a:pt x="16556" y="21586"/>
                  <a:pt x="16556" y="21600"/>
                  <a:pt x="16571" y="21615"/>
                </a:cubicBezTo>
                <a:cubicBezTo>
                  <a:pt x="16571" y="21630"/>
                  <a:pt x="16556" y="21674"/>
                  <a:pt x="16556" y="21689"/>
                </a:cubicBezTo>
                <a:cubicBezTo>
                  <a:pt x="16541" y="21674"/>
                  <a:pt x="16541" y="21659"/>
                  <a:pt x="16541" y="21630"/>
                </a:cubicBezTo>
                <a:cubicBezTo>
                  <a:pt x="16541" y="21615"/>
                  <a:pt x="16556" y="21586"/>
                  <a:pt x="16556" y="21556"/>
                </a:cubicBezTo>
                <a:close/>
                <a:moveTo>
                  <a:pt x="16688" y="21512"/>
                </a:moveTo>
                <a:cubicBezTo>
                  <a:pt x="16703" y="21541"/>
                  <a:pt x="16718" y="21556"/>
                  <a:pt x="16718" y="21600"/>
                </a:cubicBezTo>
                <a:lnTo>
                  <a:pt x="16674" y="21703"/>
                </a:lnTo>
                <a:cubicBezTo>
                  <a:pt x="16674" y="21674"/>
                  <a:pt x="16644" y="21644"/>
                  <a:pt x="16644" y="21615"/>
                </a:cubicBezTo>
                <a:cubicBezTo>
                  <a:pt x="16674" y="21586"/>
                  <a:pt x="16688" y="21541"/>
                  <a:pt x="16688" y="21512"/>
                </a:cubicBezTo>
                <a:close/>
                <a:moveTo>
                  <a:pt x="16865" y="21453"/>
                </a:moveTo>
                <a:lnTo>
                  <a:pt x="16924" y="21556"/>
                </a:lnTo>
                <a:cubicBezTo>
                  <a:pt x="16909" y="21615"/>
                  <a:pt x="16865" y="21659"/>
                  <a:pt x="16850" y="21703"/>
                </a:cubicBezTo>
                <a:cubicBezTo>
                  <a:pt x="16836" y="21674"/>
                  <a:pt x="16836" y="21630"/>
                  <a:pt x="16806" y="21600"/>
                </a:cubicBezTo>
                <a:cubicBezTo>
                  <a:pt x="16836" y="21541"/>
                  <a:pt x="16850" y="21512"/>
                  <a:pt x="16865" y="21453"/>
                </a:cubicBezTo>
                <a:close/>
                <a:moveTo>
                  <a:pt x="17513" y="21527"/>
                </a:moveTo>
                <a:cubicBezTo>
                  <a:pt x="17557" y="21556"/>
                  <a:pt x="17586" y="21615"/>
                  <a:pt x="17616" y="21644"/>
                </a:cubicBezTo>
                <a:cubicBezTo>
                  <a:pt x="17586" y="21703"/>
                  <a:pt x="17542" y="21777"/>
                  <a:pt x="17498" y="21836"/>
                </a:cubicBezTo>
                <a:cubicBezTo>
                  <a:pt x="17454" y="21777"/>
                  <a:pt x="17424" y="21747"/>
                  <a:pt x="17410" y="21689"/>
                </a:cubicBezTo>
                <a:lnTo>
                  <a:pt x="17513" y="21527"/>
                </a:lnTo>
                <a:close/>
                <a:moveTo>
                  <a:pt x="17218" y="21586"/>
                </a:moveTo>
                <a:cubicBezTo>
                  <a:pt x="17233" y="21615"/>
                  <a:pt x="17277" y="21659"/>
                  <a:pt x="17292" y="21703"/>
                </a:cubicBezTo>
                <a:cubicBezTo>
                  <a:pt x="17262" y="21762"/>
                  <a:pt x="17233" y="21821"/>
                  <a:pt x="17204" y="21880"/>
                </a:cubicBezTo>
                <a:cubicBezTo>
                  <a:pt x="17189" y="21836"/>
                  <a:pt x="17145" y="21792"/>
                  <a:pt x="17130" y="21747"/>
                </a:cubicBezTo>
                <a:cubicBezTo>
                  <a:pt x="17159" y="21689"/>
                  <a:pt x="17174" y="21630"/>
                  <a:pt x="17218" y="21586"/>
                </a:cubicBezTo>
                <a:close/>
                <a:moveTo>
                  <a:pt x="16497" y="21836"/>
                </a:moveTo>
                <a:lnTo>
                  <a:pt x="16497" y="21850"/>
                </a:lnTo>
                <a:cubicBezTo>
                  <a:pt x="16497" y="21880"/>
                  <a:pt x="16482" y="21895"/>
                  <a:pt x="16482" y="21895"/>
                </a:cubicBezTo>
                <a:lnTo>
                  <a:pt x="16482" y="21880"/>
                </a:lnTo>
                <a:cubicBezTo>
                  <a:pt x="16482" y="21850"/>
                  <a:pt x="16482" y="21836"/>
                  <a:pt x="16497" y="21836"/>
                </a:cubicBezTo>
                <a:close/>
                <a:moveTo>
                  <a:pt x="16983" y="21659"/>
                </a:moveTo>
                <a:cubicBezTo>
                  <a:pt x="16983" y="21674"/>
                  <a:pt x="16998" y="21674"/>
                  <a:pt x="16998" y="21689"/>
                </a:cubicBezTo>
                <a:cubicBezTo>
                  <a:pt x="17012" y="21703"/>
                  <a:pt x="17042" y="21747"/>
                  <a:pt x="17042" y="21762"/>
                </a:cubicBezTo>
                <a:cubicBezTo>
                  <a:pt x="16998" y="21821"/>
                  <a:pt x="16983" y="21880"/>
                  <a:pt x="16939" y="21909"/>
                </a:cubicBezTo>
                <a:lnTo>
                  <a:pt x="16895" y="21806"/>
                </a:lnTo>
                <a:cubicBezTo>
                  <a:pt x="16924" y="21747"/>
                  <a:pt x="16939" y="21689"/>
                  <a:pt x="16983" y="21659"/>
                </a:cubicBezTo>
                <a:close/>
                <a:moveTo>
                  <a:pt x="16615" y="21762"/>
                </a:moveTo>
                <a:cubicBezTo>
                  <a:pt x="16615" y="21777"/>
                  <a:pt x="16630" y="21821"/>
                  <a:pt x="16630" y="21836"/>
                </a:cubicBezTo>
                <a:cubicBezTo>
                  <a:pt x="16615" y="21880"/>
                  <a:pt x="16615" y="21909"/>
                  <a:pt x="16600" y="21924"/>
                </a:cubicBezTo>
                <a:cubicBezTo>
                  <a:pt x="16600" y="21909"/>
                  <a:pt x="16571" y="21880"/>
                  <a:pt x="16571" y="21850"/>
                </a:cubicBezTo>
                <a:cubicBezTo>
                  <a:pt x="16600" y="21821"/>
                  <a:pt x="16600" y="21777"/>
                  <a:pt x="16615" y="21762"/>
                </a:cubicBezTo>
                <a:close/>
                <a:moveTo>
                  <a:pt x="16777" y="21703"/>
                </a:moveTo>
                <a:cubicBezTo>
                  <a:pt x="16777" y="21733"/>
                  <a:pt x="16792" y="21762"/>
                  <a:pt x="16821" y="21792"/>
                </a:cubicBezTo>
                <a:cubicBezTo>
                  <a:pt x="16792" y="21836"/>
                  <a:pt x="16777" y="21895"/>
                  <a:pt x="16762" y="21924"/>
                </a:cubicBezTo>
                <a:cubicBezTo>
                  <a:pt x="16747" y="21895"/>
                  <a:pt x="16747" y="21865"/>
                  <a:pt x="16718" y="21836"/>
                </a:cubicBezTo>
                <a:cubicBezTo>
                  <a:pt x="16733" y="21792"/>
                  <a:pt x="16762" y="21747"/>
                  <a:pt x="16777" y="21703"/>
                </a:cubicBezTo>
                <a:close/>
                <a:moveTo>
                  <a:pt x="17351" y="21777"/>
                </a:moveTo>
                <a:cubicBezTo>
                  <a:pt x="17380" y="21821"/>
                  <a:pt x="17410" y="21880"/>
                  <a:pt x="17439" y="21909"/>
                </a:cubicBezTo>
                <a:cubicBezTo>
                  <a:pt x="17410" y="21939"/>
                  <a:pt x="17380" y="21998"/>
                  <a:pt x="17351" y="22042"/>
                </a:cubicBezTo>
                <a:cubicBezTo>
                  <a:pt x="17336" y="22057"/>
                  <a:pt x="17336" y="22071"/>
                  <a:pt x="17307" y="22086"/>
                </a:cubicBezTo>
                <a:cubicBezTo>
                  <a:pt x="17292" y="22057"/>
                  <a:pt x="17262" y="22012"/>
                  <a:pt x="17233" y="21968"/>
                </a:cubicBezTo>
                <a:cubicBezTo>
                  <a:pt x="17277" y="21895"/>
                  <a:pt x="17307" y="21836"/>
                  <a:pt x="17351" y="21777"/>
                </a:cubicBezTo>
                <a:close/>
                <a:moveTo>
                  <a:pt x="17086" y="21836"/>
                </a:moveTo>
                <a:cubicBezTo>
                  <a:pt x="17101" y="21880"/>
                  <a:pt x="17130" y="21909"/>
                  <a:pt x="17159" y="21954"/>
                </a:cubicBezTo>
                <a:cubicBezTo>
                  <a:pt x="17130" y="21998"/>
                  <a:pt x="17086" y="22057"/>
                  <a:pt x="17071" y="22115"/>
                </a:cubicBezTo>
                <a:cubicBezTo>
                  <a:pt x="17042" y="22071"/>
                  <a:pt x="17012" y="22042"/>
                  <a:pt x="16998" y="21998"/>
                </a:cubicBezTo>
                <a:cubicBezTo>
                  <a:pt x="17042" y="21954"/>
                  <a:pt x="17056" y="21895"/>
                  <a:pt x="17086" y="21836"/>
                </a:cubicBezTo>
                <a:close/>
                <a:moveTo>
                  <a:pt x="16512" y="22027"/>
                </a:moveTo>
                <a:cubicBezTo>
                  <a:pt x="16512" y="22042"/>
                  <a:pt x="16512" y="22057"/>
                  <a:pt x="16541" y="22071"/>
                </a:cubicBezTo>
                <a:cubicBezTo>
                  <a:pt x="16512" y="22101"/>
                  <a:pt x="16512" y="22130"/>
                  <a:pt x="16497" y="22145"/>
                </a:cubicBezTo>
                <a:lnTo>
                  <a:pt x="16497" y="22101"/>
                </a:lnTo>
                <a:cubicBezTo>
                  <a:pt x="16497" y="22071"/>
                  <a:pt x="16512" y="22042"/>
                  <a:pt x="16512" y="22027"/>
                </a:cubicBezTo>
                <a:close/>
                <a:moveTo>
                  <a:pt x="16674" y="21954"/>
                </a:moveTo>
                <a:cubicBezTo>
                  <a:pt x="16688" y="21983"/>
                  <a:pt x="16688" y="21998"/>
                  <a:pt x="16703" y="22042"/>
                </a:cubicBezTo>
                <a:lnTo>
                  <a:pt x="16644" y="22145"/>
                </a:lnTo>
                <a:cubicBezTo>
                  <a:pt x="16644" y="22115"/>
                  <a:pt x="16630" y="22086"/>
                  <a:pt x="16630" y="22057"/>
                </a:cubicBezTo>
                <a:cubicBezTo>
                  <a:pt x="16630" y="22042"/>
                  <a:pt x="16644" y="21983"/>
                  <a:pt x="16674" y="21954"/>
                </a:cubicBezTo>
                <a:close/>
                <a:moveTo>
                  <a:pt x="16850" y="21895"/>
                </a:moveTo>
                <a:cubicBezTo>
                  <a:pt x="16865" y="21909"/>
                  <a:pt x="16865" y="21924"/>
                  <a:pt x="16865" y="21954"/>
                </a:cubicBezTo>
                <a:cubicBezTo>
                  <a:pt x="16865" y="21968"/>
                  <a:pt x="16880" y="21983"/>
                  <a:pt x="16880" y="21998"/>
                </a:cubicBezTo>
                <a:cubicBezTo>
                  <a:pt x="16865" y="22057"/>
                  <a:pt x="16836" y="22101"/>
                  <a:pt x="16806" y="22145"/>
                </a:cubicBezTo>
                <a:cubicBezTo>
                  <a:pt x="16792" y="22115"/>
                  <a:pt x="16792" y="22071"/>
                  <a:pt x="16777" y="22042"/>
                </a:cubicBezTo>
                <a:cubicBezTo>
                  <a:pt x="16792" y="21983"/>
                  <a:pt x="16836" y="21954"/>
                  <a:pt x="16850" y="21895"/>
                </a:cubicBezTo>
                <a:close/>
                <a:moveTo>
                  <a:pt x="16453" y="22263"/>
                </a:moveTo>
                <a:lnTo>
                  <a:pt x="16453" y="22292"/>
                </a:lnTo>
                <a:cubicBezTo>
                  <a:pt x="16453" y="22307"/>
                  <a:pt x="16424" y="22336"/>
                  <a:pt x="16424" y="22336"/>
                </a:cubicBezTo>
                <a:lnTo>
                  <a:pt x="16424" y="22321"/>
                </a:lnTo>
                <a:cubicBezTo>
                  <a:pt x="16424" y="22292"/>
                  <a:pt x="16453" y="22277"/>
                  <a:pt x="16453" y="22263"/>
                </a:cubicBezTo>
                <a:close/>
                <a:moveTo>
                  <a:pt x="17204" y="22042"/>
                </a:moveTo>
                <a:cubicBezTo>
                  <a:pt x="17218" y="22071"/>
                  <a:pt x="17248" y="22115"/>
                  <a:pt x="17277" y="22160"/>
                </a:cubicBezTo>
                <a:lnTo>
                  <a:pt x="17159" y="22336"/>
                </a:lnTo>
                <a:cubicBezTo>
                  <a:pt x="17145" y="22292"/>
                  <a:pt x="17130" y="22263"/>
                  <a:pt x="17086" y="22204"/>
                </a:cubicBezTo>
                <a:lnTo>
                  <a:pt x="17204" y="22042"/>
                </a:lnTo>
                <a:close/>
                <a:moveTo>
                  <a:pt x="16556" y="22189"/>
                </a:moveTo>
                <a:cubicBezTo>
                  <a:pt x="16556" y="22204"/>
                  <a:pt x="16571" y="22248"/>
                  <a:pt x="16571" y="22263"/>
                </a:cubicBezTo>
                <a:lnTo>
                  <a:pt x="16538" y="22340"/>
                </a:lnTo>
                <a:cubicBezTo>
                  <a:pt x="16538" y="22329"/>
                  <a:pt x="16534" y="22314"/>
                  <a:pt x="16527" y="22292"/>
                </a:cubicBezTo>
                <a:cubicBezTo>
                  <a:pt x="16541" y="22263"/>
                  <a:pt x="16541" y="22218"/>
                  <a:pt x="16556" y="22189"/>
                </a:cubicBezTo>
                <a:close/>
                <a:moveTo>
                  <a:pt x="16718" y="22145"/>
                </a:moveTo>
                <a:cubicBezTo>
                  <a:pt x="16733" y="22160"/>
                  <a:pt x="16762" y="22204"/>
                  <a:pt x="16762" y="22218"/>
                </a:cubicBezTo>
                <a:lnTo>
                  <a:pt x="16762" y="22248"/>
                </a:lnTo>
                <a:cubicBezTo>
                  <a:pt x="16747" y="22277"/>
                  <a:pt x="16703" y="22336"/>
                  <a:pt x="16688" y="22366"/>
                </a:cubicBezTo>
                <a:cubicBezTo>
                  <a:pt x="16674" y="22336"/>
                  <a:pt x="16674" y="22292"/>
                  <a:pt x="16674" y="22277"/>
                </a:cubicBezTo>
                <a:cubicBezTo>
                  <a:pt x="16688" y="22248"/>
                  <a:pt x="16703" y="22189"/>
                  <a:pt x="16718" y="22145"/>
                </a:cubicBezTo>
                <a:close/>
                <a:moveTo>
                  <a:pt x="16968" y="22101"/>
                </a:moveTo>
                <a:cubicBezTo>
                  <a:pt x="16968" y="22130"/>
                  <a:pt x="16983" y="22160"/>
                  <a:pt x="16998" y="22204"/>
                </a:cubicBezTo>
                <a:cubicBezTo>
                  <a:pt x="16968" y="22263"/>
                  <a:pt x="16939" y="22321"/>
                  <a:pt x="16909" y="22366"/>
                </a:cubicBezTo>
                <a:cubicBezTo>
                  <a:pt x="16895" y="22336"/>
                  <a:pt x="16865" y="22292"/>
                  <a:pt x="16865" y="22263"/>
                </a:cubicBezTo>
                <a:cubicBezTo>
                  <a:pt x="16909" y="22204"/>
                  <a:pt x="16924" y="22145"/>
                  <a:pt x="16968" y="22101"/>
                </a:cubicBezTo>
                <a:close/>
                <a:moveTo>
                  <a:pt x="17042" y="22277"/>
                </a:moveTo>
                <a:cubicBezTo>
                  <a:pt x="17056" y="22321"/>
                  <a:pt x="17071" y="22351"/>
                  <a:pt x="17115" y="22395"/>
                </a:cubicBezTo>
                <a:lnTo>
                  <a:pt x="16998" y="22557"/>
                </a:lnTo>
                <a:lnTo>
                  <a:pt x="16939" y="22439"/>
                </a:lnTo>
                <a:cubicBezTo>
                  <a:pt x="16983" y="22395"/>
                  <a:pt x="17012" y="22336"/>
                  <a:pt x="17042" y="22277"/>
                </a:cubicBezTo>
                <a:close/>
                <a:moveTo>
                  <a:pt x="16482" y="22454"/>
                </a:moveTo>
                <a:cubicBezTo>
                  <a:pt x="16482" y="22483"/>
                  <a:pt x="16482" y="22498"/>
                  <a:pt x="16497" y="22513"/>
                </a:cubicBezTo>
                <a:cubicBezTo>
                  <a:pt x="16482" y="22527"/>
                  <a:pt x="16482" y="22572"/>
                  <a:pt x="16468" y="22586"/>
                </a:cubicBezTo>
                <a:cubicBezTo>
                  <a:pt x="16453" y="22572"/>
                  <a:pt x="16453" y="22557"/>
                  <a:pt x="16453" y="22527"/>
                </a:cubicBezTo>
                <a:cubicBezTo>
                  <a:pt x="16468" y="22513"/>
                  <a:pt x="16468" y="22483"/>
                  <a:pt x="16482" y="22454"/>
                </a:cubicBezTo>
                <a:close/>
                <a:moveTo>
                  <a:pt x="16792" y="22336"/>
                </a:moveTo>
                <a:cubicBezTo>
                  <a:pt x="16836" y="22366"/>
                  <a:pt x="16836" y="22410"/>
                  <a:pt x="16850" y="22439"/>
                </a:cubicBezTo>
                <a:cubicBezTo>
                  <a:pt x="16821" y="22498"/>
                  <a:pt x="16792" y="22527"/>
                  <a:pt x="16762" y="22586"/>
                </a:cubicBezTo>
                <a:cubicBezTo>
                  <a:pt x="16747" y="22557"/>
                  <a:pt x="16747" y="22513"/>
                  <a:pt x="16718" y="22483"/>
                </a:cubicBezTo>
                <a:cubicBezTo>
                  <a:pt x="16733" y="22424"/>
                  <a:pt x="16777" y="22395"/>
                  <a:pt x="16792" y="22336"/>
                </a:cubicBezTo>
                <a:close/>
                <a:moveTo>
                  <a:pt x="16615" y="22395"/>
                </a:moveTo>
                <a:cubicBezTo>
                  <a:pt x="16615" y="22424"/>
                  <a:pt x="16630" y="22439"/>
                  <a:pt x="16630" y="22483"/>
                </a:cubicBezTo>
                <a:cubicBezTo>
                  <a:pt x="16615" y="22513"/>
                  <a:pt x="16585" y="22557"/>
                  <a:pt x="16571" y="22616"/>
                </a:cubicBezTo>
                <a:cubicBezTo>
                  <a:pt x="16571" y="22572"/>
                  <a:pt x="16571" y="22527"/>
                  <a:pt x="16556" y="22513"/>
                </a:cubicBezTo>
                <a:cubicBezTo>
                  <a:pt x="16571" y="22483"/>
                  <a:pt x="16600" y="22439"/>
                  <a:pt x="16615" y="22395"/>
                </a:cubicBezTo>
                <a:close/>
                <a:moveTo>
                  <a:pt x="16365" y="22704"/>
                </a:moveTo>
                <a:lnTo>
                  <a:pt x="16365" y="22719"/>
                </a:lnTo>
                <a:cubicBezTo>
                  <a:pt x="16365" y="22733"/>
                  <a:pt x="16350" y="22748"/>
                  <a:pt x="16350" y="22778"/>
                </a:cubicBezTo>
                <a:lnTo>
                  <a:pt x="16350" y="22763"/>
                </a:lnTo>
                <a:cubicBezTo>
                  <a:pt x="16350" y="22733"/>
                  <a:pt x="16365" y="22719"/>
                  <a:pt x="16365" y="22704"/>
                </a:cubicBezTo>
                <a:close/>
                <a:moveTo>
                  <a:pt x="16497" y="22630"/>
                </a:moveTo>
                <a:cubicBezTo>
                  <a:pt x="16497" y="22645"/>
                  <a:pt x="16512" y="22689"/>
                  <a:pt x="16512" y="22704"/>
                </a:cubicBezTo>
                <a:lnTo>
                  <a:pt x="16468" y="22807"/>
                </a:lnTo>
                <a:lnTo>
                  <a:pt x="16468" y="22733"/>
                </a:lnTo>
                <a:cubicBezTo>
                  <a:pt x="16482" y="22704"/>
                  <a:pt x="16497" y="22660"/>
                  <a:pt x="16497" y="22630"/>
                </a:cubicBezTo>
                <a:close/>
                <a:moveTo>
                  <a:pt x="16688" y="22586"/>
                </a:moveTo>
                <a:cubicBezTo>
                  <a:pt x="16703" y="22630"/>
                  <a:pt x="16703" y="22660"/>
                  <a:pt x="16718" y="22689"/>
                </a:cubicBezTo>
                <a:cubicBezTo>
                  <a:pt x="16703" y="22719"/>
                  <a:pt x="16674" y="22778"/>
                  <a:pt x="16644" y="22807"/>
                </a:cubicBezTo>
                <a:cubicBezTo>
                  <a:pt x="16644" y="22792"/>
                  <a:pt x="16630" y="22748"/>
                  <a:pt x="16630" y="22733"/>
                </a:cubicBezTo>
                <a:cubicBezTo>
                  <a:pt x="16615" y="22733"/>
                  <a:pt x="16615" y="22733"/>
                  <a:pt x="16615" y="22719"/>
                </a:cubicBezTo>
                <a:cubicBezTo>
                  <a:pt x="16630" y="22689"/>
                  <a:pt x="16674" y="22630"/>
                  <a:pt x="16688" y="22586"/>
                </a:cubicBezTo>
                <a:close/>
                <a:moveTo>
                  <a:pt x="16895" y="22542"/>
                </a:moveTo>
                <a:lnTo>
                  <a:pt x="16939" y="22645"/>
                </a:lnTo>
                <a:lnTo>
                  <a:pt x="16836" y="22807"/>
                </a:lnTo>
                <a:cubicBezTo>
                  <a:pt x="16821" y="22778"/>
                  <a:pt x="16821" y="22733"/>
                  <a:pt x="16792" y="22704"/>
                </a:cubicBezTo>
                <a:cubicBezTo>
                  <a:pt x="16836" y="22645"/>
                  <a:pt x="16850" y="22586"/>
                  <a:pt x="16895" y="22542"/>
                </a:cubicBezTo>
                <a:close/>
                <a:moveTo>
                  <a:pt x="16409" y="22881"/>
                </a:moveTo>
                <a:lnTo>
                  <a:pt x="16409" y="22940"/>
                </a:lnTo>
                <a:cubicBezTo>
                  <a:pt x="16394" y="22984"/>
                  <a:pt x="16394" y="22998"/>
                  <a:pt x="16365" y="23028"/>
                </a:cubicBezTo>
                <a:lnTo>
                  <a:pt x="16365" y="22984"/>
                </a:lnTo>
                <a:cubicBezTo>
                  <a:pt x="16394" y="22940"/>
                  <a:pt x="16394" y="22925"/>
                  <a:pt x="16409" y="22881"/>
                </a:cubicBezTo>
                <a:close/>
                <a:moveTo>
                  <a:pt x="16762" y="22778"/>
                </a:moveTo>
                <a:cubicBezTo>
                  <a:pt x="16762" y="22836"/>
                  <a:pt x="16777" y="22851"/>
                  <a:pt x="16792" y="22881"/>
                </a:cubicBezTo>
                <a:cubicBezTo>
                  <a:pt x="16762" y="22940"/>
                  <a:pt x="16747" y="22984"/>
                  <a:pt x="16703" y="23028"/>
                </a:cubicBezTo>
                <a:cubicBezTo>
                  <a:pt x="16688" y="22998"/>
                  <a:pt x="16688" y="22954"/>
                  <a:pt x="16674" y="22925"/>
                </a:cubicBezTo>
                <a:cubicBezTo>
                  <a:pt x="16703" y="22866"/>
                  <a:pt x="16718" y="22836"/>
                  <a:pt x="16762" y="22778"/>
                </a:cubicBezTo>
                <a:close/>
                <a:moveTo>
                  <a:pt x="16556" y="22836"/>
                </a:moveTo>
                <a:cubicBezTo>
                  <a:pt x="16556" y="22866"/>
                  <a:pt x="16571" y="22881"/>
                  <a:pt x="16571" y="22925"/>
                </a:cubicBezTo>
                <a:cubicBezTo>
                  <a:pt x="16556" y="22954"/>
                  <a:pt x="16512" y="22998"/>
                  <a:pt x="16497" y="23057"/>
                </a:cubicBezTo>
                <a:lnTo>
                  <a:pt x="16497" y="23013"/>
                </a:lnTo>
                <a:lnTo>
                  <a:pt x="16497" y="22954"/>
                </a:lnTo>
                <a:cubicBezTo>
                  <a:pt x="16512" y="22925"/>
                  <a:pt x="16541" y="22881"/>
                  <a:pt x="16556" y="22836"/>
                </a:cubicBezTo>
                <a:close/>
                <a:moveTo>
                  <a:pt x="16291" y="23146"/>
                </a:moveTo>
                <a:lnTo>
                  <a:pt x="16291" y="23160"/>
                </a:lnTo>
                <a:cubicBezTo>
                  <a:pt x="16291" y="23175"/>
                  <a:pt x="16276" y="23190"/>
                  <a:pt x="16276" y="23219"/>
                </a:cubicBezTo>
                <a:lnTo>
                  <a:pt x="16276" y="23204"/>
                </a:lnTo>
                <a:cubicBezTo>
                  <a:pt x="16276" y="23175"/>
                  <a:pt x="16291" y="23160"/>
                  <a:pt x="16291" y="23146"/>
                </a:cubicBezTo>
                <a:close/>
                <a:moveTo>
                  <a:pt x="16615" y="23057"/>
                </a:moveTo>
                <a:cubicBezTo>
                  <a:pt x="16630" y="23087"/>
                  <a:pt x="16630" y="23131"/>
                  <a:pt x="16644" y="23146"/>
                </a:cubicBezTo>
                <a:cubicBezTo>
                  <a:pt x="16615" y="23175"/>
                  <a:pt x="16600" y="23234"/>
                  <a:pt x="16556" y="23263"/>
                </a:cubicBezTo>
                <a:cubicBezTo>
                  <a:pt x="16541" y="23234"/>
                  <a:pt x="16541" y="23204"/>
                  <a:pt x="16541" y="23175"/>
                </a:cubicBezTo>
                <a:cubicBezTo>
                  <a:pt x="16556" y="23116"/>
                  <a:pt x="16600" y="23087"/>
                  <a:pt x="16615" y="23057"/>
                </a:cubicBezTo>
                <a:close/>
                <a:moveTo>
                  <a:pt x="16424" y="23087"/>
                </a:moveTo>
                <a:cubicBezTo>
                  <a:pt x="16424" y="23101"/>
                  <a:pt x="16424" y="23146"/>
                  <a:pt x="16438" y="23160"/>
                </a:cubicBezTo>
                <a:lnTo>
                  <a:pt x="16394" y="23278"/>
                </a:lnTo>
                <a:cubicBezTo>
                  <a:pt x="16394" y="23234"/>
                  <a:pt x="16394" y="23219"/>
                  <a:pt x="16365" y="23204"/>
                </a:cubicBezTo>
                <a:lnTo>
                  <a:pt x="16424" y="23087"/>
                </a:lnTo>
                <a:close/>
                <a:moveTo>
                  <a:pt x="16321" y="23322"/>
                </a:moveTo>
                <a:lnTo>
                  <a:pt x="16321" y="23381"/>
                </a:lnTo>
                <a:cubicBezTo>
                  <a:pt x="16306" y="23425"/>
                  <a:pt x="16276" y="23440"/>
                  <a:pt x="16276" y="23469"/>
                </a:cubicBezTo>
                <a:lnTo>
                  <a:pt x="16276" y="23425"/>
                </a:lnTo>
                <a:cubicBezTo>
                  <a:pt x="16291" y="23381"/>
                  <a:pt x="16291" y="23366"/>
                  <a:pt x="16321" y="23322"/>
                </a:cubicBezTo>
                <a:close/>
                <a:moveTo>
                  <a:pt x="16482" y="23278"/>
                </a:moveTo>
                <a:cubicBezTo>
                  <a:pt x="16482" y="23307"/>
                  <a:pt x="16497" y="23322"/>
                  <a:pt x="16497" y="23366"/>
                </a:cubicBezTo>
                <a:cubicBezTo>
                  <a:pt x="16482" y="23396"/>
                  <a:pt x="16453" y="23440"/>
                  <a:pt x="16424" y="23499"/>
                </a:cubicBezTo>
                <a:cubicBezTo>
                  <a:pt x="16409" y="23455"/>
                  <a:pt x="16409" y="23440"/>
                  <a:pt x="16409" y="23396"/>
                </a:cubicBezTo>
                <a:cubicBezTo>
                  <a:pt x="16424" y="23366"/>
                  <a:pt x="16453" y="23322"/>
                  <a:pt x="16482" y="23278"/>
                </a:cubicBezTo>
                <a:close/>
                <a:moveTo>
                  <a:pt x="16188" y="23587"/>
                </a:moveTo>
                <a:lnTo>
                  <a:pt x="16188" y="23602"/>
                </a:lnTo>
                <a:cubicBezTo>
                  <a:pt x="16188" y="23616"/>
                  <a:pt x="16173" y="23631"/>
                  <a:pt x="16173" y="23661"/>
                </a:cubicBezTo>
                <a:lnTo>
                  <a:pt x="16173" y="23631"/>
                </a:lnTo>
                <a:cubicBezTo>
                  <a:pt x="16173" y="23616"/>
                  <a:pt x="16188" y="23602"/>
                  <a:pt x="16188" y="23587"/>
                </a:cubicBezTo>
                <a:close/>
                <a:moveTo>
                  <a:pt x="16335" y="23528"/>
                </a:moveTo>
                <a:cubicBezTo>
                  <a:pt x="16335" y="23543"/>
                  <a:pt x="16335" y="23587"/>
                  <a:pt x="16350" y="23602"/>
                </a:cubicBezTo>
                <a:lnTo>
                  <a:pt x="16291" y="23719"/>
                </a:lnTo>
                <a:cubicBezTo>
                  <a:pt x="16276" y="23675"/>
                  <a:pt x="16276" y="23661"/>
                  <a:pt x="16276" y="23631"/>
                </a:cubicBezTo>
                <a:lnTo>
                  <a:pt x="16335" y="23528"/>
                </a:lnTo>
                <a:close/>
                <a:moveTo>
                  <a:pt x="16203" y="23764"/>
                </a:moveTo>
                <a:lnTo>
                  <a:pt x="16203" y="23822"/>
                </a:lnTo>
                <a:cubicBezTo>
                  <a:pt x="16193" y="23832"/>
                  <a:pt x="16183" y="23855"/>
                  <a:pt x="16173" y="23874"/>
                </a:cubicBezTo>
                <a:lnTo>
                  <a:pt x="16173" y="23874"/>
                </a:lnTo>
                <a:cubicBezTo>
                  <a:pt x="16173" y="23871"/>
                  <a:pt x="16173" y="23869"/>
                  <a:pt x="16173" y="23867"/>
                </a:cubicBezTo>
                <a:cubicBezTo>
                  <a:pt x="16188" y="23822"/>
                  <a:pt x="16203" y="23808"/>
                  <a:pt x="16203" y="23764"/>
                </a:cubicBezTo>
                <a:close/>
                <a:moveTo>
                  <a:pt x="16085" y="24043"/>
                </a:moveTo>
                <a:lnTo>
                  <a:pt x="16085" y="24058"/>
                </a:lnTo>
                <a:cubicBezTo>
                  <a:pt x="16085" y="24087"/>
                  <a:pt x="16056" y="24102"/>
                  <a:pt x="16056" y="24102"/>
                </a:cubicBezTo>
                <a:cubicBezTo>
                  <a:pt x="16056" y="24087"/>
                  <a:pt x="16085" y="24058"/>
                  <a:pt x="16085" y="24043"/>
                </a:cubicBezTo>
                <a:close/>
                <a:moveTo>
                  <a:pt x="18528" y="20364"/>
                </a:moveTo>
                <a:cubicBezTo>
                  <a:pt x="19705" y="21144"/>
                  <a:pt x="21103" y="21556"/>
                  <a:pt x="22457" y="21983"/>
                </a:cubicBezTo>
                <a:cubicBezTo>
                  <a:pt x="24194" y="22498"/>
                  <a:pt x="25975" y="23057"/>
                  <a:pt x="27270" y="24279"/>
                </a:cubicBezTo>
                <a:cubicBezTo>
                  <a:pt x="28962" y="25897"/>
                  <a:pt x="29580" y="28694"/>
                  <a:pt x="28933" y="31740"/>
                </a:cubicBezTo>
                <a:cubicBezTo>
                  <a:pt x="28918" y="31843"/>
                  <a:pt x="28888" y="31975"/>
                  <a:pt x="28844" y="32078"/>
                </a:cubicBezTo>
                <a:cubicBezTo>
                  <a:pt x="29271" y="29062"/>
                  <a:pt x="28535" y="26383"/>
                  <a:pt x="26828" y="24705"/>
                </a:cubicBezTo>
                <a:cubicBezTo>
                  <a:pt x="25548" y="23455"/>
                  <a:pt x="23841" y="22866"/>
                  <a:pt x="22192" y="22292"/>
                </a:cubicBezTo>
                <a:cubicBezTo>
                  <a:pt x="20868" y="21836"/>
                  <a:pt x="19499" y="21380"/>
                  <a:pt x="18396" y="20570"/>
                </a:cubicBezTo>
                <a:cubicBezTo>
                  <a:pt x="18440" y="20497"/>
                  <a:pt x="18484" y="20423"/>
                  <a:pt x="18528" y="20364"/>
                </a:cubicBezTo>
                <a:close/>
                <a:moveTo>
                  <a:pt x="18351" y="20644"/>
                </a:moveTo>
                <a:cubicBezTo>
                  <a:pt x="19485" y="21453"/>
                  <a:pt x="20839" y="21924"/>
                  <a:pt x="22163" y="22395"/>
                </a:cubicBezTo>
                <a:cubicBezTo>
                  <a:pt x="23811" y="22954"/>
                  <a:pt x="25518" y="23543"/>
                  <a:pt x="26769" y="24779"/>
                </a:cubicBezTo>
                <a:cubicBezTo>
                  <a:pt x="28491" y="26471"/>
                  <a:pt x="29212" y="29194"/>
                  <a:pt x="28756" y="32226"/>
                </a:cubicBezTo>
                <a:cubicBezTo>
                  <a:pt x="28712" y="32402"/>
                  <a:pt x="28697" y="32579"/>
                  <a:pt x="28638" y="32770"/>
                </a:cubicBezTo>
                <a:lnTo>
                  <a:pt x="28638" y="32711"/>
                </a:lnTo>
                <a:cubicBezTo>
                  <a:pt x="28815" y="30945"/>
                  <a:pt x="28741" y="27619"/>
                  <a:pt x="26298" y="25206"/>
                </a:cubicBezTo>
                <a:cubicBezTo>
                  <a:pt x="25077" y="23970"/>
                  <a:pt x="23458" y="23322"/>
                  <a:pt x="21883" y="22719"/>
                </a:cubicBezTo>
                <a:cubicBezTo>
                  <a:pt x="20544" y="22189"/>
                  <a:pt x="19264" y="21689"/>
                  <a:pt x="18234" y="20850"/>
                </a:cubicBezTo>
                <a:cubicBezTo>
                  <a:pt x="18263" y="20776"/>
                  <a:pt x="18322" y="20688"/>
                  <a:pt x="18351" y="20644"/>
                </a:cubicBezTo>
                <a:close/>
                <a:moveTo>
                  <a:pt x="18160" y="20923"/>
                </a:moveTo>
                <a:cubicBezTo>
                  <a:pt x="19205" y="21762"/>
                  <a:pt x="20485" y="22277"/>
                  <a:pt x="21839" y="22792"/>
                </a:cubicBezTo>
                <a:cubicBezTo>
                  <a:pt x="23399" y="23396"/>
                  <a:pt x="25003" y="24043"/>
                  <a:pt x="26225" y="25265"/>
                </a:cubicBezTo>
                <a:cubicBezTo>
                  <a:pt x="28624" y="27649"/>
                  <a:pt x="28697" y="30945"/>
                  <a:pt x="28535" y="32711"/>
                </a:cubicBezTo>
                <a:cubicBezTo>
                  <a:pt x="28550" y="32844"/>
                  <a:pt x="28535" y="32991"/>
                  <a:pt x="28506" y="33138"/>
                </a:cubicBezTo>
                <a:cubicBezTo>
                  <a:pt x="28491" y="33182"/>
                  <a:pt x="28476" y="33226"/>
                  <a:pt x="28462" y="33285"/>
                </a:cubicBezTo>
                <a:lnTo>
                  <a:pt x="28462" y="33182"/>
                </a:lnTo>
                <a:cubicBezTo>
                  <a:pt x="28565" y="30195"/>
                  <a:pt x="27638" y="27546"/>
                  <a:pt x="25813" y="25706"/>
                </a:cubicBezTo>
                <a:cubicBezTo>
                  <a:pt x="24606" y="24485"/>
                  <a:pt x="23090" y="23808"/>
                  <a:pt x="21589" y="23160"/>
                </a:cubicBezTo>
                <a:cubicBezTo>
                  <a:pt x="20294" y="22572"/>
                  <a:pt x="19043" y="22027"/>
                  <a:pt x="18028" y="21115"/>
                </a:cubicBezTo>
                <a:cubicBezTo>
                  <a:pt x="18057" y="21041"/>
                  <a:pt x="18116" y="20997"/>
                  <a:pt x="18160" y="20923"/>
                </a:cubicBezTo>
                <a:close/>
                <a:moveTo>
                  <a:pt x="18028" y="21174"/>
                </a:moveTo>
                <a:cubicBezTo>
                  <a:pt x="19043" y="22071"/>
                  <a:pt x="20294" y="22630"/>
                  <a:pt x="21604" y="23219"/>
                </a:cubicBezTo>
                <a:cubicBezTo>
                  <a:pt x="23075" y="23867"/>
                  <a:pt x="24591" y="24544"/>
                  <a:pt x="25769" y="25750"/>
                </a:cubicBezTo>
                <a:cubicBezTo>
                  <a:pt x="27579" y="27575"/>
                  <a:pt x="28521" y="30224"/>
                  <a:pt x="28388" y="33182"/>
                </a:cubicBezTo>
                <a:cubicBezTo>
                  <a:pt x="28388" y="33300"/>
                  <a:pt x="28373" y="33403"/>
                  <a:pt x="28373" y="33521"/>
                </a:cubicBezTo>
                <a:cubicBezTo>
                  <a:pt x="28344" y="33594"/>
                  <a:pt x="28315" y="33653"/>
                  <a:pt x="28285" y="33727"/>
                </a:cubicBezTo>
                <a:lnTo>
                  <a:pt x="28285" y="33653"/>
                </a:lnTo>
                <a:cubicBezTo>
                  <a:pt x="28256" y="30739"/>
                  <a:pt x="27211" y="28090"/>
                  <a:pt x="25327" y="26177"/>
                </a:cubicBezTo>
                <a:cubicBezTo>
                  <a:pt x="24179" y="24985"/>
                  <a:pt x="22737" y="24279"/>
                  <a:pt x="21354" y="23587"/>
                </a:cubicBezTo>
                <a:cubicBezTo>
                  <a:pt x="20073" y="22940"/>
                  <a:pt x="18837" y="22336"/>
                  <a:pt x="17895" y="21380"/>
                </a:cubicBezTo>
                <a:cubicBezTo>
                  <a:pt x="17939" y="21306"/>
                  <a:pt x="17998" y="21247"/>
                  <a:pt x="18028" y="21174"/>
                </a:cubicBezTo>
                <a:close/>
                <a:moveTo>
                  <a:pt x="28344" y="33815"/>
                </a:moveTo>
                <a:cubicBezTo>
                  <a:pt x="28329" y="33844"/>
                  <a:pt x="28329" y="33889"/>
                  <a:pt x="28329" y="33918"/>
                </a:cubicBezTo>
                <a:cubicBezTo>
                  <a:pt x="28315" y="33962"/>
                  <a:pt x="28285" y="34021"/>
                  <a:pt x="28285" y="34050"/>
                </a:cubicBezTo>
                <a:lnTo>
                  <a:pt x="28285" y="33947"/>
                </a:lnTo>
                <a:cubicBezTo>
                  <a:pt x="28314" y="33903"/>
                  <a:pt x="28329" y="33844"/>
                  <a:pt x="28344" y="33815"/>
                </a:cubicBezTo>
                <a:close/>
                <a:moveTo>
                  <a:pt x="17866" y="21453"/>
                </a:moveTo>
                <a:cubicBezTo>
                  <a:pt x="18822" y="22410"/>
                  <a:pt x="20059" y="23013"/>
                  <a:pt x="21339" y="23661"/>
                </a:cubicBezTo>
                <a:cubicBezTo>
                  <a:pt x="22722" y="24338"/>
                  <a:pt x="24135" y="25059"/>
                  <a:pt x="25298" y="26236"/>
                </a:cubicBezTo>
                <a:cubicBezTo>
                  <a:pt x="27152" y="28134"/>
                  <a:pt x="28182" y="30754"/>
                  <a:pt x="28241" y="33653"/>
                </a:cubicBezTo>
                <a:cubicBezTo>
                  <a:pt x="28197" y="33741"/>
                  <a:pt x="28197" y="33830"/>
                  <a:pt x="28197" y="33918"/>
                </a:cubicBezTo>
                <a:cubicBezTo>
                  <a:pt x="28167" y="33992"/>
                  <a:pt x="28123" y="34095"/>
                  <a:pt x="28108" y="34168"/>
                </a:cubicBezTo>
                <a:lnTo>
                  <a:pt x="28108" y="34124"/>
                </a:lnTo>
                <a:cubicBezTo>
                  <a:pt x="27932" y="31269"/>
                  <a:pt x="26784" y="28694"/>
                  <a:pt x="24841" y="26677"/>
                </a:cubicBezTo>
                <a:cubicBezTo>
                  <a:pt x="23738" y="25515"/>
                  <a:pt x="22384" y="24779"/>
                  <a:pt x="21118" y="24058"/>
                </a:cubicBezTo>
                <a:cubicBezTo>
                  <a:pt x="19853" y="23352"/>
                  <a:pt x="18631" y="22660"/>
                  <a:pt x="17733" y="21659"/>
                </a:cubicBezTo>
                <a:cubicBezTo>
                  <a:pt x="17778" y="21586"/>
                  <a:pt x="17822" y="21527"/>
                  <a:pt x="17866" y="21453"/>
                </a:cubicBezTo>
                <a:close/>
                <a:moveTo>
                  <a:pt x="28197" y="34168"/>
                </a:moveTo>
                <a:lnTo>
                  <a:pt x="28197" y="34168"/>
                </a:lnTo>
                <a:cubicBezTo>
                  <a:pt x="28197" y="34212"/>
                  <a:pt x="28182" y="34271"/>
                  <a:pt x="28182" y="34345"/>
                </a:cubicBezTo>
                <a:cubicBezTo>
                  <a:pt x="28167" y="34404"/>
                  <a:pt x="28138" y="34477"/>
                  <a:pt x="28108" y="34536"/>
                </a:cubicBezTo>
                <a:lnTo>
                  <a:pt x="28108" y="34359"/>
                </a:lnTo>
                <a:cubicBezTo>
                  <a:pt x="28123" y="34315"/>
                  <a:pt x="28138" y="34256"/>
                  <a:pt x="28182" y="34198"/>
                </a:cubicBezTo>
                <a:cubicBezTo>
                  <a:pt x="28182" y="34183"/>
                  <a:pt x="28197" y="34183"/>
                  <a:pt x="28197" y="34168"/>
                </a:cubicBezTo>
                <a:close/>
                <a:moveTo>
                  <a:pt x="17660" y="21703"/>
                </a:moveTo>
                <a:cubicBezTo>
                  <a:pt x="18557" y="22733"/>
                  <a:pt x="19779" y="23425"/>
                  <a:pt x="21059" y="24117"/>
                </a:cubicBezTo>
                <a:cubicBezTo>
                  <a:pt x="22354" y="24838"/>
                  <a:pt x="23664" y="25574"/>
                  <a:pt x="24768" y="26707"/>
                </a:cubicBezTo>
                <a:cubicBezTo>
                  <a:pt x="26696" y="28723"/>
                  <a:pt x="27829" y="31269"/>
                  <a:pt x="28020" y="34109"/>
                </a:cubicBezTo>
                <a:cubicBezTo>
                  <a:pt x="28020" y="34183"/>
                  <a:pt x="28020" y="34256"/>
                  <a:pt x="28035" y="34330"/>
                </a:cubicBezTo>
                <a:lnTo>
                  <a:pt x="27932" y="34610"/>
                </a:lnTo>
                <a:lnTo>
                  <a:pt x="27932" y="34580"/>
                </a:lnTo>
                <a:cubicBezTo>
                  <a:pt x="27593" y="31858"/>
                  <a:pt x="26357" y="29282"/>
                  <a:pt x="24326" y="27148"/>
                </a:cubicBezTo>
                <a:cubicBezTo>
                  <a:pt x="23267" y="26045"/>
                  <a:pt x="22031" y="25279"/>
                  <a:pt x="20868" y="24544"/>
                </a:cubicBezTo>
                <a:cubicBezTo>
                  <a:pt x="19588" y="23749"/>
                  <a:pt x="18381" y="22998"/>
                  <a:pt x="17527" y="21895"/>
                </a:cubicBezTo>
                <a:cubicBezTo>
                  <a:pt x="17571" y="21836"/>
                  <a:pt x="17630" y="21762"/>
                  <a:pt x="17660" y="21703"/>
                </a:cubicBezTo>
                <a:close/>
                <a:moveTo>
                  <a:pt x="28138" y="34654"/>
                </a:moveTo>
                <a:cubicBezTo>
                  <a:pt x="28167" y="34698"/>
                  <a:pt x="28167" y="34713"/>
                  <a:pt x="28138" y="34757"/>
                </a:cubicBezTo>
                <a:cubicBezTo>
                  <a:pt x="28123" y="34786"/>
                  <a:pt x="28123" y="34830"/>
                  <a:pt x="28108" y="34860"/>
                </a:cubicBezTo>
                <a:lnTo>
                  <a:pt x="28108" y="34771"/>
                </a:lnTo>
                <a:cubicBezTo>
                  <a:pt x="28123" y="34727"/>
                  <a:pt x="28123" y="34698"/>
                  <a:pt x="28138" y="34654"/>
                </a:cubicBezTo>
                <a:close/>
                <a:moveTo>
                  <a:pt x="28035" y="34551"/>
                </a:moveTo>
                <a:lnTo>
                  <a:pt x="28035" y="34757"/>
                </a:lnTo>
                <a:cubicBezTo>
                  <a:pt x="28020" y="34830"/>
                  <a:pt x="27976" y="34904"/>
                  <a:pt x="27961" y="34978"/>
                </a:cubicBezTo>
                <a:lnTo>
                  <a:pt x="27961" y="34992"/>
                </a:lnTo>
                <a:cubicBezTo>
                  <a:pt x="27961" y="34919"/>
                  <a:pt x="27947" y="34860"/>
                  <a:pt x="27947" y="34786"/>
                </a:cubicBezTo>
                <a:cubicBezTo>
                  <a:pt x="27976" y="34698"/>
                  <a:pt x="28020" y="34624"/>
                  <a:pt x="28035" y="34551"/>
                </a:cubicBezTo>
                <a:close/>
                <a:moveTo>
                  <a:pt x="17498" y="21968"/>
                </a:moveTo>
                <a:cubicBezTo>
                  <a:pt x="18351" y="23072"/>
                  <a:pt x="19558" y="23822"/>
                  <a:pt x="20824" y="24617"/>
                </a:cubicBezTo>
                <a:cubicBezTo>
                  <a:pt x="22001" y="25353"/>
                  <a:pt x="23208" y="26104"/>
                  <a:pt x="24267" y="27207"/>
                </a:cubicBezTo>
                <a:cubicBezTo>
                  <a:pt x="26284" y="29326"/>
                  <a:pt x="27520" y="31887"/>
                  <a:pt x="27829" y="34610"/>
                </a:cubicBezTo>
                <a:cubicBezTo>
                  <a:pt x="27829" y="34654"/>
                  <a:pt x="27844" y="34713"/>
                  <a:pt x="27844" y="34771"/>
                </a:cubicBezTo>
                <a:cubicBezTo>
                  <a:pt x="27814" y="34860"/>
                  <a:pt x="27770" y="34978"/>
                  <a:pt x="27741" y="35066"/>
                </a:cubicBezTo>
                <a:lnTo>
                  <a:pt x="27741" y="35051"/>
                </a:lnTo>
                <a:cubicBezTo>
                  <a:pt x="27299" y="32432"/>
                  <a:pt x="25989" y="29945"/>
                  <a:pt x="23826" y="27649"/>
                </a:cubicBezTo>
                <a:cubicBezTo>
                  <a:pt x="22825" y="26604"/>
                  <a:pt x="21722" y="25824"/>
                  <a:pt x="20662" y="25073"/>
                </a:cubicBezTo>
                <a:cubicBezTo>
                  <a:pt x="19382" y="24190"/>
                  <a:pt x="18175" y="23352"/>
                  <a:pt x="17365" y="22145"/>
                </a:cubicBezTo>
                <a:cubicBezTo>
                  <a:pt x="17380" y="22130"/>
                  <a:pt x="17395" y="22086"/>
                  <a:pt x="17424" y="22071"/>
                </a:cubicBezTo>
                <a:cubicBezTo>
                  <a:pt x="17439" y="22042"/>
                  <a:pt x="17468" y="21998"/>
                  <a:pt x="17498" y="21968"/>
                </a:cubicBezTo>
                <a:close/>
                <a:moveTo>
                  <a:pt x="28050" y="35022"/>
                </a:moveTo>
                <a:cubicBezTo>
                  <a:pt x="28035" y="35066"/>
                  <a:pt x="28035" y="35125"/>
                  <a:pt x="28035" y="35169"/>
                </a:cubicBezTo>
                <a:cubicBezTo>
                  <a:pt x="28020" y="35228"/>
                  <a:pt x="28005" y="35301"/>
                  <a:pt x="27976" y="35360"/>
                </a:cubicBezTo>
                <a:lnTo>
                  <a:pt x="27976" y="35213"/>
                </a:lnTo>
                <a:cubicBezTo>
                  <a:pt x="28005" y="35154"/>
                  <a:pt x="28020" y="35081"/>
                  <a:pt x="28050" y="35022"/>
                </a:cubicBezTo>
                <a:close/>
                <a:moveTo>
                  <a:pt x="27873" y="34948"/>
                </a:moveTo>
                <a:cubicBezTo>
                  <a:pt x="27873" y="35022"/>
                  <a:pt x="27888" y="35095"/>
                  <a:pt x="27888" y="35169"/>
                </a:cubicBezTo>
                <a:cubicBezTo>
                  <a:pt x="27858" y="35287"/>
                  <a:pt x="27829" y="35375"/>
                  <a:pt x="27799" y="35448"/>
                </a:cubicBezTo>
                <a:cubicBezTo>
                  <a:pt x="27799" y="35375"/>
                  <a:pt x="27785" y="35301"/>
                  <a:pt x="27755" y="35242"/>
                </a:cubicBezTo>
                <a:cubicBezTo>
                  <a:pt x="27799" y="35154"/>
                  <a:pt x="27829" y="35051"/>
                  <a:pt x="27873" y="34948"/>
                </a:cubicBezTo>
                <a:close/>
                <a:moveTo>
                  <a:pt x="17307" y="22218"/>
                </a:moveTo>
                <a:cubicBezTo>
                  <a:pt x="18116" y="23425"/>
                  <a:pt x="19337" y="24264"/>
                  <a:pt x="20603" y="25147"/>
                </a:cubicBezTo>
                <a:cubicBezTo>
                  <a:pt x="21677" y="25883"/>
                  <a:pt x="22781" y="26663"/>
                  <a:pt x="23767" y="27708"/>
                </a:cubicBezTo>
                <a:cubicBezTo>
                  <a:pt x="25916" y="29989"/>
                  <a:pt x="27225" y="32476"/>
                  <a:pt x="27652" y="35081"/>
                </a:cubicBezTo>
                <a:cubicBezTo>
                  <a:pt x="27652" y="35139"/>
                  <a:pt x="27667" y="35198"/>
                  <a:pt x="27667" y="35228"/>
                </a:cubicBezTo>
                <a:cubicBezTo>
                  <a:pt x="27638" y="35360"/>
                  <a:pt x="27593" y="35463"/>
                  <a:pt x="27564" y="35581"/>
                </a:cubicBezTo>
                <a:lnTo>
                  <a:pt x="27564" y="35537"/>
                </a:lnTo>
                <a:cubicBezTo>
                  <a:pt x="27019" y="33035"/>
                  <a:pt x="25651" y="30636"/>
                  <a:pt x="23326" y="28149"/>
                </a:cubicBezTo>
                <a:cubicBezTo>
                  <a:pt x="22428" y="27163"/>
                  <a:pt x="21427" y="26398"/>
                  <a:pt x="20471" y="25662"/>
                </a:cubicBezTo>
                <a:cubicBezTo>
                  <a:pt x="19190" y="24676"/>
                  <a:pt x="17954" y="23719"/>
                  <a:pt x="17204" y="22410"/>
                </a:cubicBezTo>
                <a:cubicBezTo>
                  <a:pt x="17233" y="22351"/>
                  <a:pt x="17277" y="22292"/>
                  <a:pt x="17307" y="22218"/>
                </a:cubicBezTo>
                <a:close/>
                <a:moveTo>
                  <a:pt x="28020" y="35508"/>
                </a:moveTo>
                <a:lnTo>
                  <a:pt x="28020" y="35508"/>
                </a:lnTo>
                <a:cubicBezTo>
                  <a:pt x="28005" y="35537"/>
                  <a:pt x="28005" y="35566"/>
                  <a:pt x="28005" y="35581"/>
                </a:cubicBezTo>
                <a:cubicBezTo>
                  <a:pt x="28005" y="35610"/>
                  <a:pt x="27976" y="35640"/>
                  <a:pt x="27976" y="35669"/>
                </a:cubicBezTo>
                <a:lnTo>
                  <a:pt x="27976" y="35596"/>
                </a:lnTo>
                <a:cubicBezTo>
                  <a:pt x="28005" y="35566"/>
                  <a:pt x="28005" y="35537"/>
                  <a:pt x="28020" y="35508"/>
                </a:cubicBezTo>
                <a:close/>
                <a:moveTo>
                  <a:pt x="27902" y="35390"/>
                </a:moveTo>
                <a:cubicBezTo>
                  <a:pt x="27888" y="35463"/>
                  <a:pt x="27902" y="35537"/>
                  <a:pt x="27902" y="35596"/>
                </a:cubicBezTo>
                <a:cubicBezTo>
                  <a:pt x="27888" y="35669"/>
                  <a:pt x="27858" y="35743"/>
                  <a:pt x="27829" y="35816"/>
                </a:cubicBezTo>
                <a:cubicBezTo>
                  <a:pt x="27829" y="35757"/>
                  <a:pt x="27814" y="35684"/>
                  <a:pt x="27814" y="35625"/>
                </a:cubicBezTo>
                <a:cubicBezTo>
                  <a:pt x="27858" y="35551"/>
                  <a:pt x="27873" y="35463"/>
                  <a:pt x="27902" y="35390"/>
                </a:cubicBezTo>
                <a:close/>
                <a:moveTo>
                  <a:pt x="27711" y="35419"/>
                </a:moveTo>
                <a:cubicBezTo>
                  <a:pt x="27726" y="35493"/>
                  <a:pt x="27726" y="35566"/>
                  <a:pt x="27726" y="35654"/>
                </a:cubicBezTo>
                <a:cubicBezTo>
                  <a:pt x="27682" y="35743"/>
                  <a:pt x="27652" y="35860"/>
                  <a:pt x="27608" y="35949"/>
                </a:cubicBezTo>
                <a:cubicBezTo>
                  <a:pt x="27593" y="35875"/>
                  <a:pt x="27593" y="35816"/>
                  <a:pt x="27579" y="35743"/>
                </a:cubicBezTo>
                <a:cubicBezTo>
                  <a:pt x="27638" y="35640"/>
                  <a:pt x="27667" y="35522"/>
                  <a:pt x="27711" y="35419"/>
                </a:cubicBezTo>
                <a:close/>
                <a:moveTo>
                  <a:pt x="17145" y="22483"/>
                </a:moveTo>
                <a:cubicBezTo>
                  <a:pt x="17925" y="23793"/>
                  <a:pt x="19131" y="24720"/>
                  <a:pt x="20412" y="25721"/>
                </a:cubicBezTo>
                <a:cubicBezTo>
                  <a:pt x="21383" y="26457"/>
                  <a:pt x="22369" y="27222"/>
                  <a:pt x="23267" y="28179"/>
                </a:cubicBezTo>
                <a:cubicBezTo>
                  <a:pt x="25563" y="30666"/>
                  <a:pt x="26946" y="33064"/>
                  <a:pt x="27490" y="35537"/>
                </a:cubicBezTo>
                <a:cubicBezTo>
                  <a:pt x="27505" y="35596"/>
                  <a:pt x="27505" y="35654"/>
                  <a:pt x="27520" y="35713"/>
                </a:cubicBezTo>
                <a:cubicBezTo>
                  <a:pt x="27490" y="35802"/>
                  <a:pt x="27461" y="35875"/>
                  <a:pt x="27446" y="35949"/>
                </a:cubicBezTo>
                <a:cubicBezTo>
                  <a:pt x="27432" y="36008"/>
                  <a:pt x="27402" y="36052"/>
                  <a:pt x="27387" y="36096"/>
                </a:cubicBezTo>
                <a:cubicBezTo>
                  <a:pt x="27387" y="36052"/>
                  <a:pt x="27373" y="36037"/>
                  <a:pt x="27373" y="36008"/>
                </a:cubicBezTo>
                <a:cubicBezTo>
                  <a:pt x="26769" y="33609"/>
                  <a:pt x="25401" y="31401"/>
                  <a:pt x="22825" y="28620"/>
                </a:cubicBezTo>
                <a:cubicBezTo>
                  <a:pt x="22016" y="27737"/>
                  <a:pt x="21162" y="27001"/>
                  <a:pt x="20323" y="26295"/>
                </a:cubicBezTo>
                <a:cubicBezTo>
                  <a:pt x="18999" y="25162"/>
                  <a:pt x="17733" y="24087"/>
                  <a:pt x="17042" y="22645"/>
                </a:cubicBezTo>
                <a:lnTo>
                  <a:pt x="17145" y="22483"/>
                </a:lnTo>
                <a:close/>
                <a:moveTo>
                  <a:pt x="27902" y="35907"/>
                </a:moveTo>
                <a:cubicBezTo>
                  <a:pt x="27899" y="35942"/>
                  <a:pt x="27888" y="35971"/>
                  <a:pt x="27888" y="36022"/>
                </a:cubicBezTo>
                <a:cubicBezTo>
                  <a:pt x="27873" y="36081"/>
                  <a:pt x="27858" y="36125"/>
                  <a:pt x="27858" y="36184"/>
                </a:cubicBezTo>
                <a:lnTo>
                  <a:pt x="27858" y="36052"/>
                </a:lnTo>
                <a:cubicBezTo>
                  <a:pt x="27873" y="36008"/>
                  <a:pt x="27887" y="35951"/>
                  <a:pt x="27902" y="35907"/>
                </a:cubicBezTo>
                <a:close/>
                <a:moveTo>
                  <a:pt x="27755" y="35831"/>
                </a:moveTo>
                <a:lnTo>
                  <a:pt x="27755" y="36037"/>
                </a:lnTo>
                <a:cubicBezTo>
                  <a:pt x="27741" y="36125"/>
                  <a:pt x="27711" y="36228"/>
                  <a:pt x="27682" y="36302"/>
                </a:cubicBezTo>
                <a:cubicBezTo>
                  <a:pt x="27682" y="36228"/>
                  <a:pt x="27667" y="36170"/>
                  <a:pt x="27667" y="36111"/>
                </a:cubicBezTo>
                <a:cubicBezTo>
                  <a:pt x="27711" y="36022"/>
                  <a:pt x="27726" y="35934"/>
                  <a:pt x="27755" y="35831"/>
                </a:cubicBezTo>
                <a:close/>
                <a:moveTo>
                  <a:pt x="27535" y="35905"/>
                </a:moveTo>
                <a:cubicBezTo>
                  <a:pt x="27549" y="35978"/>
                  <a:pt x="27549" y="36052"/>
                  <a:pt x="27579" y="36111"/>
                </a:cubicBezTo>
                <a:lnTo>
                  <a:pt x="27461" y="36449"/>
                </a:lnTo>
                <a:cubicBezTo>
                  <a:pt x="27446" y="36376"/>
                  <a:pt x="27446" y="36317"/>
                  <a:pt x="27432" y="36258"/>
                </a:cubicBezTo>
                <a:cubicBezTo>
                  <a:pt x="27461" y="36170"/>
                  <a:pt x="27490" y="36081"/>
                  <a:pt x="27520" y="35978"/>
                </a:cubicBezTo>
                <a:cubicBezTo>
                  <a:pt x="27520" y="35949"/>
                  <a:pt x="27535" y="35934"/>
                  <a:pt x="27535" y="35905"/>
                </a:cubicBezTo>
                <a:close/>
                <a:moveTo>
                  <a:pt x="27873" y="36390"/>
                </a:moveTo>
                <a:lnTo>
                  <a:pt x="27873" y="36449"/>
                </a:lnTo>
                <a:cubicBezTo>
                  <a:pt x="27873" y="36464"/>
                  <a:pt x="27858" y="36479"/>
                  <a:pt x="27858" y="36493"/>
                </a:cubicBezTo>
                <a:lnTo>
                  <a:pt x="27858" y="36464"/>
                </a:lnTo>
                <a:cubicBezTo>
                  <a:pt x="27858" y="36449"/>
                  <a:pt x="27873" y="36420"/>
                  <a:pt x="27873" y="36390"/>
                </a:cubicBezTo>
                <a:close/>
                <a:moveTo>
                  <a:pt x="16998" y="22748"/>
                </a:moveTo>
                <a:cubicBezTo>
                  <a:pt x="17719" y="24190"/>
                  <a:pt x="18970" y="25250"/>
                  <a:pt x="20294" y="26383"/>
                </a:cubicBezTo>
                <a:cubicBezTo>
                  <a:pt x="21118" y="27090"/>
                  <a:pt x="21986" y="27811"/>
                  <a:pt x="22796" y="28694"/>
                </a:cubicBezTo>
                <a:cubicBezTo>
                  <a:pt x="25342" y="31475"/>
                  <a:pt x="26710" y="33682"/>
                  <a:pt x="27314" y="36052"/>
                </a:cubicBezTo>
                <a:lnTo>
                  <a:pt x="27373" y="36273"/>
                </a:lnTo>
                <a:cubicBezTo>
                  <a:pt x="27299" y="36376"/>
                  <a:pt x="27270" y="36479"/>
                  <a:pt x="27225" y="36611"/>
                </a:cubicBezTo>
                <a:cubicBezTo>
                  <a:pt x="27211" y="36567"/>
                  <a:pt x="27211" y="36537"/>
                  <a:pt x="27181" y="36493"/>
                </a:cubicBezTo>
                <a:cubicBezTo>
                  <a:pt x="26343" y="33697"/>
                  <a:pt x="24415" y="31416"/>
                  <a:pt x="22325" y="29135"/>
                </a:cubicBezTo>
                <a:cubicBezTo>
                  <a:pt x="21633" y="28370"/>
                  <a:pt x="20912" y="27693"/>
                  <a:pt x="20220" y="27045"/>
                </a:cubicBezTo>
                <a:cubicBezTo>
                  <a:pt x="18764" y="25691"/>
                  <a:pt x="17513" y="24529"/>
                  <a:pt x="16880" y="22925"/>
                </a:cubicBezTo>
                <a:lnTo>
                  <a:pt x="16998" y="22748"/>
                </a:lnTo>
                <a:close/>
                <a:moveTo>
                  <a:pt x="27785" y="36302"/>
                </a:moveTo>
                <a:lnTo>
                  <a:pt x="27770" y="36464"/>
                </a:lnTo>
                <a:lnTo>
                  <a:pt x="27726" y="36685"/>
                </a:lnTo>
                <a:cubicBezTo>
                  <a:pt x="27726" y="36626"/>
                  <a:pt x="27711" y="36567"/>
                  <a:pt x="27711" y="36523"/>
                </a:cubicBezTo>
                <a:cubicBezTo>
                  <a:pt x="27726" y="36449"/>
                  <a:pt x="27755" y="36361"/>
                  <a:pt x="27785" y="36302"/>
                </a:cubicBezTo>
                <a:close/>
                <a:moveTo>
                  <a:pt x="27593" y="36302"/>
                </a:moveTo>
                <a:cubicBezTo>
                  <a:pt x="27593" y="36376"/>
                  <a:pt x="27608" y="36420"/>
                  <a:pt x="27608" y="36493"/>
                </a:cubicBezTo>
                <a:cubicBezTo>
                  <a:pt x="27593" y="36596"/>
                  <a:pt x="27564" y="36699"/>
                  <a:pt x="27535" y="36788"/>
                </a:cubicBezTo>
                <a:cubicBezTo>
                  <a:pt x="27520" y="36729"/>
                  <a:pt x="27520" y="36670"/>
                  <a:pt x="27505" y="36611"/>
                </a:cubicBezTo>
                <a:cubicBezTo>
                  <a:pt x="27535" y="36493"/>
                  <a:pt x="27549" y="36405"/>
                  <a:pt x="27593" y="36302"/>
                </a:cubicBezTo>
                <a:close/>
                <a:moveTo>
                  <a:pt x="27387" y="36405"/>
                </a:moveTo>
                <a:cubicBezTo>
                  <a:pt x="27402" y="36479"/>
                  <a:pt x="27432" y="36537"/>
                  <a:pt x="27432" y="36611"/>
                </a:cubicBezTo>
                <a:cubicBezTo>
                  <a:pt x="27387" y="36714"/>
                  <a:pt x="27358" y="36846"/>
                  <a:pt x="27314" y="36964"/>
                </a:cubicBezTo>
                <a:lnTo>
                  <a:pt x="27270" y="36743"/>
                </a:lnTo>
                <a:cubicBezTo>
                  <a:pt x="27299" y="36626"/>
                  <a:pt x="27343" y="36523"/>
                  <a:pt x="27387" y="36405"/>
                </a:cubicBezTo>
                <a:close/>
                <a:moveTo>
                  <a:pt x="27770" y="36758"/>
                </a:moveTo>
                <a:lnTo>
                  <a:pt x="27770" y="36861"/>
                </a:lnTo>
                <a:cubicBezTo>
                  <a:pt x="27755" y="36920"/>
                  <a:pt x="27755" y="36979"/>
                  <a:pt x="27741" y="37038"/>
                </a:cubicBezTo>
                <a:lnTo>
                  <a:pt x="27741" y="36920"/>
                </a:lnTo>
                <a:cubicBezTo>
                  <a:pt x="27755" y="36861"/>
                  <a:pt x="27770" y="36817"/>
                  <a:pt x="27770" y="36758"/>
                </a:cubicBezTo>
                <a:close/>
                <a:moveTo>
                  <a:pt x="16821" y="22954"/>
                </a:moveTo>
                <a:cubicBezTo>
                  <a:pt x="17454" y="24573"/>
                  <a:pt x="18734" y="25736"/>
                  <a:pt x="20162" y="27075"/>
                </a:cubicBezTo>
                <a:cubicBezTo>
                  <a:pt x="20868" y="27722"/>
                  <a:pt x="21574" y="28399"/>
                  <a:pt x="22281" y="29179"/>
                </a:cubicBezTo>
                <a:cubicBezTo>
                  <a:pt x="24356" y="31460"/>
                  <a:pt x="26269" y="33741"/>
                  <a:pt x="27122" y="36523"/>
                </a:cubicBezTo>
                <a:lnTo>
                  <a:pt x="27167" y="36743"/>
                </a:lnTo>
                <a:cubicBezTo>
                  <a:pt x="27137" y="36846"/>
                  <a:pt x="27078" y="36964"/>
                  <a:pt x="27034" y="37067"/>
                </a:cubicBezTo>
                <a:cubicBezTo>
                  <a:pt x="27019" y="37038"/>
                  <a:pt x="27019" y="36994"/>
                  <a:pt x="27005" y="36964"/>
                </a:cubicBezTo>
                <a:cubicBezTo>
                  <a:pt x="26107" y="34345"/>
                  <a:pt x="24209" y="32255"/>
                  <a:pt x="22207" y="30018"/>
                </a:cubicBezTo>
                <a:lnTo>
                  <a:pt x="21839" y="29606"/>
                </a:lnTo>
                <a:cubicBezTo>
                  <a:pt x="21280" y="28973"/>
                  <a:pt x="20721" y="28399"/>
                  <a:pt x="20162" y="27855"/>
                </a:cubicBezTo>
                <a:cubicBezTo>
                  <a:pt x="18616" y="26295"/>
                  <a:pt x="17277" y="24926"/>
                  <a:pt x="16718" y="23131"/>
                </a:cubicBezTo>
                <a:cubicBezTo>
                  <a:pt x="16762" y="23072"/>
                  <a:pt x="16792" y="23013"/>
                  <a:pt x="16821" y="22954"/>
                </a:cubicBezTo>
                <a:close/>
                <a:moveTo>
                  <a:pt x="27638" y="36743"/>
                </a:moveTo>
                <a:cubicBezTo>
                  <a:pt x="27652" y="36773"/>
                  <a:pt x="27652" y="36846"/>
                  <a:pt x="27652" y="36905"/>
                </a:cubicBezTo>
                <a:cubicBezTo>
                  <a:pt x="27638" y="36979"/>
                  <a:pt x="27608" y="37067"/>
                  <a:pt x="27579" y="37156"/>
                </a:cubicBezTo>
                <a:cubicBezTo>
                  <a:pt x="27579" y="37111"/>
                  <a:pt x="27564" y="37053"/>
                  <a:pt x="27564" y="36994"/>
                </a:cubicBezTo>
                <a:cubicBezTo>
                  <a:pt x="27579" y="36905"/>
                  <a:pt x="27608" y="36817"/>
                  <a:pt x="27638" y="36743"/>
                </a:cubicBezTo>
                <a:close/>
                <a:moveTo>
                  <a:pt x="27446" y="36788"/>
                </a:moveTo>
                <a:cubicBezTo>
                  <a:pt x="27461" y="36846"/>
                  <a:pt x="27461" y="36920"/>
                  <a:pt x="27490" y="36979"/>
                </a:cubicBezTo>
                <a:cubicBezTo>
                  <a:pt x="27461" y="37067"/>
                  <a:pt x="27432" y="37156"/>
                  <a:pt x="27402" y="37259"/>
                </a:cubicBezTo>
                <a:cubicBezTo>
                  <a:pt x="27402" y="37273"/>
                  <a:pt x="27387" y="37288"/>
                  <a:pt x="27387" y="37303"/>
                </a:cubicBezTo>
                <a:cubicBezTo>
                  <a:pt x="27373" y="37229"/>
                  <a:pt x="27373" y="37185"/>
                  <a:pt x="27358" y="37111"/>
                </a:cubicBezTo>
                <a:cubicBezTo>
                  <a:pt x="27387" y="36994"/>
                  <a:pt x="27432" y="36891"/>
                  <a:pt x="27446" y="36788"/>
                </a:cubicBezTo>
                <a:close/>
                <a:moveTo>
                  <a:pt x="27211" y="36861"/>
                </a:moveTo>
                <a:cubicBezTo>
                  <a:pt x="27225" y="36935"/>
                  <a:pt x="27240" y="37023"/>
                  <a:pt x="27270" y="37097"/>
                </a:cubicBezTo>
                <a:lnTo>
                  <a:pt x="27152" y="37435"/>
                </a:lnTo>
                <a:cubicBezTo>
                  <a:pt x="27137" y="37362"/>
                  <a:pt x="27093" y="37273"/>
                  <a:pt x="27078" y="37200"/>
                </a:cubicBezTo>
                <a:cubicBezTo>
                  <a:pt x="27122" y="37082"/>
                  <a:pt x="27167" y="36979"/>
                  <a:pt x="27211" y="36861"/>
                </a:cubicBezTo>
                <a:close/>
                <a:moveTo>
                  <a:pt x="16674" y="23234"/>
                </a:moveTo>
                <a:cubicBezTo>
                  <a:pt x="17233" y="25015"/>
                  <a:pt x="18587" y="26383"/>
                  <a:pt x="20103" y="27928"/>
                </a:cubicBezTo>
                <a:cubicBezTo>
                  <a:pt x="20662" y="28473"/>
                  <a:pt x="21236" y="29047"/>
                  <a:pt x="21780" y="29680"/>
                </a:cubicBezTo>
                <a:lnTo>
                  <a:pt x="22148" y="30092"/>
                </a:lnTo>
                <a:cubicBezTo>
                  <a:pt x="24150" y="32329"/>
                  <a:pt x="26033" y="34418"/>
                  <a:pt x="26931" y="36994"/>
                </a:cubicBezTo>
                <a:cubicBezTo>
                  <a:pt x="26946" y="37053"/>
                  <a:pt x="26975" y="37126"/>
                  <a:pt x="26990" y="37185"/>
                </a:cubicBezTo>
                <a:cubicBezTo>
                  <a:pt x="26931" y="37288"/>
                  <a:pt x="26902" y="37406"/>
                  <a:pt x="26843" y="37509"/>
                </a:cubicBezTo>
                <a:cubicBezTo>
                  <a:pt x="26843" y="37494"/>
                  <a:pt x="26828" y="37450"/>
                  <a:pt x="26828" y="37435"/>
                </a:cubicBezTo>
                <a:cubicBezTo>
                  <a:pt x="25945" y="35139"/>
                  <a:pt x="24267" y="33315"/>
                  <a:pt x="22487" y="31372"/>
                </a:cubicBezTo>
                <a:cubicBezTo>
                  <a:pt x="22119" y="30960"/>
                  <a:pt x="21707" y="30518"/>
                  <a:pt x="21339" y="30092"/>
                </a:cubicBezTo>
                <a:cubicBezTo>
                  <a:pt x="20956" y="29650"/>
                  <a:pt x="20574" y="29253"/>
                  <a:pt x="20206" y="28841"/>
                </a:cubicBezTo>
                <a:cubicBezTo>
                  <a:pt x="18513" y="27031"/>
                  <a:pt x="17042" y="25427"/>
                  <a:pt x="16571" y="23366"/>
                </a:cubicBezTo>
                <a:cubicBezTo>
                  <a:pt x="16615" y="23322"/>
                  <a:pt x="16630" y="23293"/>
                  <a:pt x="16674" y="23234"/>
                </a:cubicBezTo>
                <a:close/>
                <a:moveTo>
                  <a:pt x="27652" y="37156"/>
                </a:moveTo>
                <a:cubicBezTo>
                  <a:pt x="27667" y="37214"/>
                  <a:pt x="27667" y="37259"/>
                  <a:pt x="27667" y="37303"/>
                </a:cubicBezTo>
                <a:cubicBezTo>
                  <a:pt x="27652" y="37376"/>
                  <a:pt x="27638" y="37435"/>
                  <a:pt x="27608" y="37509"/>
                </a:cubicBezTo>
                <a:cubicBezTo>
                  <a:pt x="27608" y="37450"/>
                  <a:pt x="27608" y="37420"/>
                  <a:pt x="27593" y="37362"/>
                </a:cubicBezTo>
                <a:cubicBezTo>
                  <a:pt x="27608" y="37288"/>
                  <a:pt x="27638" y="37229"/>
                  <a:pt x="27652" y="37156"/>
                </a:cubicBezTo>
                <a:close/>
                <a:moveTo>
                  <a:pt x="27505" y="37156"/>
                </a:moveTo>
                <a:cubicBezTo>
                  <a:pt x="27505" y="37214"/>
                  <a:pt x="27520" y="37288"/>
                  <a:pt x="27520" y="37347"/>
                </a:cubicBezTo>
                <a:cubicBezTo>
                  <a:pt x="27505" y="37450"/>
                  <a:pt x="27490" y="37553"/>
                  <a:pt x="27461" y="37641"/>
                </a:cubicBezTo>
                <a:cubicBezTo>
                  <a:pt x="27446" y="37582"/>
                  <a:pt x="27446" y="37523"/>
                  <a:pt x="27432" y="37450"/>
                </a:cubicBezTo>
                <a:cubicBezTo>
                  <a:pt x="27446" y="37376"/>
                  <a:pt x="27461" y="37332"/>
                  <a:pt x="27490" y="37259"/>
                </a:cubicBezTo>
                <a:cubicBezTo>
                  <a:pt x="27490" y="37214"/>
                  <a:pt x="27505" y="37200"/>
                  <a:pt x="27505" y="37156"/>
                </a:cubicBezTo>
                <a:close/>
                <a:moveTo>
                  <a:pt x="27299" y="37259"/>
                </a:moveTo>
                <a:cubicBezTo>
                  <a:pt x="27314" y="37332"/>
                  <a:pt x="27343" y="37406"/>
                  <a:pt x="27343" y="37479"/>
                </a:cubicBezTo>
                <a:cubicBezTo>
                  <a:pt x="27314" y="37582"/>
                  <a:pt x="27284" y="37671"/>
                  <a:pt x="27240" y="37788"/>
                </a:cubicBezTo>
                <a:lnTo>
                  <a:pt x="27196" y="37568"/>
                </a:lnTo>
                <a:cubicBezTo>
                  <a:pt x="27225" y="37479"/>
                  <a:pt x="27270" y="37362"/>
                  <a:pt x="27299" y="37259"/>
                </a:cubicBezTo>
                <a:close/>
                <a:moveTo>
                  <a:pt x="27684" y="37684"/>
                </a:moveTo>
                <a:cubicBezTo>
                  <a:pt x="27682" y="37697"/>
                  <a:pt x="27682" y="37709"/>
                  <a:pt x="27682" y="37715"/>
                </a:cubicBezTo>
                <a:cubicBezTo>
                  <a:pt x="27682" y="37744"/>
                  <a:pt x="27667" y="37803"/>
                  <a:pt x="27667" y="37832"/>
                </a:cubicBezTo>
                <a:lnTo>
                  <a:pt x="27667" y="37744"/>
                </a:lnTo>
                <a:cubicBezTo>
                  <a:pt x="27674" y="37729"/>
                  <a:pt x="27678" y="37707"/>
                  <a:pt x="27684" y="37684"/>
                </a:cubicBezTo>
                <a:close/>
                <a:moveTo>
                  <a:pt x="27034" y="37303"/>
                </a:moveTo>
                <a:cubicBezTo>
                  <a:pt x="27064" y="37406"/>
                  <a:pt x="27093" y="37479"/>
                  <a:pt x="27122" y="37568"/>
                </a:cubicBezTo>
                <a:cubicBezTo>
                  <a:pt x="27064" y="37656"/>
                  <a:pt x="27019" y="37774"/>
                  <a:pt x="26990" y="37877"/>
                </a:cubicBezTo>
                <a:cubicBezTo>
                  <a:pt x="26946" y="37788"/>
                  <a:pt x="26931" y="37715"/>
                  <a:pt x="26902" y="37626"/>
                </a:cubicBezTo>
                <a:cubicBezTo>
                  <a:pt x="26946" y="37509"/>
                  <a:pt x="26990" y="37420"/>
                  <a:pt x="27034" y="37303"/>
                </a:cubicBezTo>
                <a:close/>
                <a:moveTo>
                  <a:pt x="16527" y="23499"/>
                </a:moveTo>
                <a:cubicBezTo>
                  <a:pt x="17012" y="25530"/>
                  <a:pt x="18469" y="27119"/>
                  <a:pt x="20147" y="28914"/>
                </a:cubicBezTo>
                <a:cubicBezTo>
                  <a:pt x="20515" y="29326"/>
                  <a:pt x="20897" y="29724"/>
                  <a:pt x="21280" y="30165"/>
                </a:cubicBezTo>
                <a:cubicBezTo>
                  <a:pt x="21677" y="30607"/>
                  <a:pt x="22060" y="31034"/>
                  <a:pt x="22443" y="31446"/>
                </a:cubicBezTo>
                <a:cubicBezTo>
                  <a:pt x="24209" y="33373"/>
                  <a:pt x="25886" y="35198"/>
                  <a:pt x="26769" y="37479"/>
                </a:cubicBezTo>
                <a:cubicBezTo>
                  <a:pt x="26784" y="37523"/>
                  <a:pt x="26799" y="37568"/>
                  <a:pt x="26828" y="37626"/>
                </a:cubicBezTo>
                <a:cubicBezTo>
                  <a:pt x="26769" y="37729"/>
                  <a:pt x="26710" y="37818"/>
                  <a:pt x="26681" y="37935"/>
                </a:cubicBezTo>
                <a:lnTo>
                  <a:pt x="26681" y="37921"/>
                </a:lnTo>
                <a:cubicBezTo>
                  <a:pt x="25798" y="35831"/>
                  <a:pt x="24223" y="34198"/>
                  <a:pt x="22590" y="32446"/>
                </a:cubicBezTo>
                <a:cubicBezTo>
                  <a:pt x="22016" y="31858"/>
                  <a:pt x="21457" y="31240"/>
                  <a:pt x="20883" y="30592"/>
                </a:cubicBezTo>
                <a:cubicBezTo>
                  <a:pt x="20736" y="30415"/>
                  <a:pt x="20574" y="30239"/>
                  <a:pt x="20426" y="30077"/>
                </a:cubicBezTo>
                <a:cubicBezTo>
                  <a:pt x="18454" y="27884"/>
                  <a:pt x="16792" y="26001"/>
                  <a:pt x="16424" y="23616"/>
                </a:cubicBezTo>
                <a:cubicBezTo>
                  <a:pt x="16468" y="23558"/>
                  <a:pt x="16482" y="23528"/>
                  <a:pt x="16527" y="23499"/>
                </a:cubicBezTo>
                <a:close/>
                <a:moveTo>
                  <a:pt x="27579" y="37582"/>
                </a:moveTo>
                <a:lnTo>
                  <a:pt x="27579" y="37582"/>
                </a:lnTo>
                <a:cubicBezTo>
                  <a:pt x="27564" y="37641"/>
                  <a:pt x="27564" y="37700"/>
                  <a:pt x="27579" y="37744"/>
                </a:cubicBezTo>
                <a:cubicBezTo>
                  <a:pt x="27564" y="37818"/>
                  <a:pt x="27535" y="37921"/>
                  <a:pt x="27520" y="37994"/>
                </a:cubicBezTo>
                <a:cubicBezTo>
                  <a:pt x="27520" y="37935"/>
                  <a:pt x="27505" y="37877"/>
                  <a:pt x="27505" y="37847"/>
                </a:cubicBezTo>
                <a:cubicBezTo>
                  <a:pt x="27520" y="37744"/>
                  <a:pt x="27535" y="37671"/>
                  <a:pt x="27579" y="37582"/>
                </a:cubicBezTo>
                <a:close/>
                <a:moveTo>
                  <a:pt x="27373" y="37656"/>
                </a:moveTo>
                <a:cubicBezTo>
                  <a:pt x="27387" y="37715"/>
                  <a:pt x="27387" y="37788"/>
                  <a:pt x="27417" y="37847"/>
                </a:cubicBezTo>
                <a:cubicBezTo>
                  <a:pt x="27417" y="37862"/>
                  <a:pt x="27387" y="37877"/>
                  <a:pt x="27387" y="37921"/>
                </a:cubicBezTo>
                <a:cubicBezTo>
                  <a:pt x="27373" y="37994"/>
                  <a:pt x="27358" y="38068"/>
                  <a:pt x="27343" y="38156"/>
                </a:cubicBezTo>
                <a:cubicBezTo>
                  <a:pt x="27314" y="38083"/>
                  <a:pt x="27314" y="38024"/>
                  <a:pt x="27299" y="37950"/>
                </a:cubicBezTo>
                <a:cubicBezTo>
                  <a:pt x="27314" y="37847"/>
                  <a:pt x="27343" y="37744"/>
                  <a:pt x="27373" y="37656"/>
                </a:cubicBezTo>
                <a:close/>
                <a:moveTo>
                  <a:pt x="27152" y="37715"/>
                </a:moveTo>
                <a:cubicBezTo>
                  <a:pt x="27167" y="37788"/>
                  <a:pt x="27196" y="37877"/>
                  <a:pt x="27211" y="37950"/>
                </a:cubicBezTo>
                <a:cubicBezTo>
                  <a:pt x="27167" y="38039"/>
                  <a:pt x="27137" y="38142"/>
                  <a:pt x="27093" y="38245"/>
                </a:cubicBezTo>
                <a:cubicBezTo>
                  <a:pt x="27078" y="38156"/>
                  <a:pt x="27049" y="38083"/>
                  <a:pt x="27019" y="38009"/>
                </a:cubicBezTo>
                <a:cubicBezTo>
                  <a:pt x="27064" y="37921"/>
                  <a:pt x="27122" y="37803"/>
                  <a:pt x="27152" y="37715"/>
                </a:cubicBezTo>
                <a:close/>
                <a:moveTo>
                  <a:pt x="26843" y="37715"/>
                </a:moveTo>
                <a:cubicBezTo>
                  <a:pt x="26872" y="37803"/>
                  <a:pt x="26902" y="37891"/>
                  <a:pt x="26931" y="37994"/>
                </a:cubicBezTo>
                <a:cubicBezTo>
                  <a:pt x="26902" y="38097"/>
                  <a:pt x="26843" y="38186"/>
                  <a:pt x="26799" y="38303"/>
                </a:cubicBezTo>
                <a:lnTo>
                  <a:pt x="26696" y="38024"/>
                </a:lnTo>
                <a:cubicBezTo>
                  <a:pt x="26755" y="37935"/>
                  <a:pt x="26799" y="37818"/>
                  <a:pt x="26843" y="37715"/>
                </a:cubicBezTo>
                <a:close/>
                <a:moveTo>
                  <a:pt x="16365" y="23734"/>
                </a:moveTo>
                <a:cubicBezTo>
                  <a:pt x="16762" y="26089"/>
                  <a:pt x="18410" y="27987"/>
                  <a:pt x="20323" y="30136"/>
                </a:cubicBezTo>
                <a:cubicBezTo>
                  <a:pt x="20471" y="30298"/>
                  <a:pt x="20647" y="30489"/>
                  <a:pt x="20780" y="30651"/>
                </a:cubicBezTo>
                <a:cubicBezTo>
                  <a:pt x="21354" y="31298"/>
                  <a:pt x="21928" y="31902"/>
                  <a:pt x="22502" y="32505"/>
                </a:cubicBezTo>
                <a:cubicBezTo>
                  <a:pt x="24135" y="34242"/>
                  <a:pt x="25680" y="35875"/>
                  <a:pt x="26578" y="37950"/>
                </a:cubicBezTo>
                <a:cubicBezTo>
                  <a:pt x="26593" y="37965"/>
                  <a:pt x="26593" y="38009"/>
                  <a:pt x="26622" y="38024"/>
                </a:cubicBezTo>
                <a:cubicBezTo>
                  <a:pt x="26563" y="38142"/>
                  <a:pt x="26504" y="38230"/>
                  <a:pt x="26446" y="38333"/>
                </a:cubicBezTo>
                <a:cubicBezTo>
                  <a:pt x="25548" y="36420"/>
                  <a:pt x="24076" y="34948"/>
                  <a:pt x="22516" y="33373"/>
                </a:cubicBezTo>
                <a:cubicBezTo>
                  <a:pt x="21795" y="32652"/>
                  <a:pt x="21059" y="31902"/>
                  <a:pt x="20368" y="31107"/>
                </a:cubicBezTo>
                <a:cubicBezTo>
                  <a:pt x="18190" y="28605"/>
                  <a:pt x="16497" y="26457"/>
                  <a:pt x="16321" y="23881"/>
                </a:cubicBezTo>
                <a:cubicBezTo>
                  <a:pt x="16321" y="23808"/>
                  <a:pt x="16335" y="23764"/>
                  <a:pt x="16365" y="23734"/>
                </a:cubicBezTo>
                <a:close/>
                <a:moveTo>
                  <a:pt x="27593" y="38024"/>
                </a:moveTo>
                <a:lnTo>
                  <a:pt x="27593" y="38156"/>
                </a:lnTo>
                <a:cubicBezTo>
                  <a:pt x="27579" y="38230"/>
                  <a:pt x="27549" y="38289"/>
                  <a:pt x="27549" y="38362"/>
                </a:cubicBezTo>
                <a:cubicBezTo>
                  <a:pt x="27549" y="38318"/>
                  <a:pt x="27549" y="38289"/>
                  <a:pt x="27535" y="38230"/>
                </a:cubicBezTo>
                <a:cubicBezTo>
                  <a:pt x="27549" y="38186"/>
                  <a:pt x="27549" y="38156"/>
                  <a:pt x="27579" y="38112"/>
                </a:cubicBezTo>
                <a:cubicBezTo>
                  <a:pt x="27579" y="38083"/>
                  <a:pt x="27593" y="38068"/>
                  <a:pt x="27593" y="38024"/>
                </a:cubicBezTo>
                <a:close/>
                <a:moveTo>
                  <a:pt x="27432" y="38068"/>
                </a:moveTo>
                <a:cubicBezTo>
                  <a:pt x="27432" y="38112"/>
                  <a:pt x="27446" y="38171"/>
                  <a:pt x="27446" y="38230"/>
                </a:cubicBezTo>
                <a:cubicBezTo>
                  <a:pt x="27432" y="38303"/>
                  <a:pt x="27402" y="38392"/>
                  <a:pt x="27387" y="38480"/>
                </a:cubicBezTo>
                <a:cubicBezTo>
                  <a:pt x="27373" y="38436"/>
                  <a:pt x="27373" y="38377"/>
                  <a:pt x="27358" y="38318"/>
                </a:cubicBezTo>
                <a:cubicBezTo>
                  <a:pt x="27373" y="38230"/>
                  <a:pt x="27402" y="38142"/>
                  <a:pt x="27432" y="38068"/>
                </a:cubicBezTo>
                <a:close/>
                <a:moveTo>
                  <a:pt x="27240" y="38068"/>
                </a:moveTo>
                <a:cubicBezTo>
                  <a:pt x="27270" y="38142"/>
                  <a:pt x="27284" y="38215"/>
                  <a:pt x="27284" y="38289"/>
                </a:cubicBezTo>
                <a:cubicBezTo>
                  <a:pt x="27240" y="38406"/>
                  <a:pt x="27211" y="38509"/>
                  <a:pt x="27196" y="38598"/>
                </a:cubicBezTo>
                <a:cubicBezTo>
                  <a:pt x="27167" y="38524"/>
                  <a:pt x="27152" y="38451"/>
                  <a:pt x="27137" y="38362"/>
                </a:cubicBezTo>
                <a:cubicBezTo>
                  <a:pt x="27167" y="38259"/>
                  <a:pt x="27211" y="38171"/>
                  <a:pt x="27240" y="38068"/>
                </a:cubicBezTo>
                <a:close/>
                <a:moveTo>
                  <a:pt x="26975" y="38097"/>
                </a:moveTo>
                <a:cubicBezTo>
                  <a:pt x="26990" y="38186"/>
                  <a:pt x="27019" y="38259"/>
                  <a:pt x="27049" y="38362"/>
                </a:cubicBezTo>
                <a:cubicBezTo>
                  <a:pt x="27005" y="38451"/>
                  <a:pt x="26975" y="38554"/>
                  <a:pt x="26931" y="38657"/>
                </a:cubicBezTo>
                <a:cubicBezTo>
                  <a:pt x="26902" y="38554"/>
                  <a:pt x="26872" y="38480"/>
                  <a:pt x="26843" y="38392"/>
                </a:cubicBezTo>
                <a:cubicBezTo>
                  <a:pt x="26872" y="38303"/>
                  <a:pt x="26931" y="38215"/>
                  <a:pt x="26975" y="38097"/>
                </a:cubicBezTo>
                <a:close/>
                <a:moveTo>
                  <a:pt x="26637" y="38112"/>
                </a:moveTo>
                <a:lnTo>
                  <a:pt x="26755" y="38392"/>
                </a:lnTo>
                <a:cubicBezTo>
                  <a:pt x="26696" y="38509"/>
                  <a:pt x="26652" y="38598"/>
                  <a:pt x="26607" y="38686"/>
                </a:cubicBezTo>
                <a:cubicBezTo>
                  <a:pt x="26563" y="38598"/>
                  <a:pt x="26504" y="38509"/>
                  <a:pt x="26475" y="38406"/>
                </a:cubicBezTo>
                <a:cubicBezTo>
                  <a:pt x="26534" y="38318"/>
                  <a:pt x="26578" y="38215"/>
                  <a:pt x="26637" y="38112"/>
                </a:cubicBezTo>
                <a:close/>
                <a:moveTo>
                  <a:pt x="27593" y="38480"/>
                </a:moveTo>
                <a:lnTo>
                  <a:pt x="27593" y="38554"/>
                </a:lnTo>
                <a:cubicBezTo>
                  <a:pt x="27593" y="38598"/>
                  <a:pt x="27579" y="38627"/>
                  <a:pt x="27579" y="38686"/>
                </a:cubicBezTo>
                <a:lnTo>
                  <a:pt x="27579" y="38612"/>
                </a:lnTo>
                <a:cubicBezTo>
                  <a:pt x="27593" y="38583"/>
                  <a:pt x="27593" y="38539"/>
                  <a:pt x="27593" y="38480"/>
                </a:cubicBezTo>
                <a:close/>
                <a:moveTo>
                  <a:pt x="16232" y="23970"/>
                </a:moveTo>
                <a:cubicBezTo>
                  <a:pt x="16468" y="26530"/>
                  <a:pt x="18145" y="28664"/>
                  <a:pt x="20294" y="31151"/>
                </a:cubicBezTo>
                <a:cubicBezTo>
                  <a:pt x="20986" y="31961"/>
                  <a:pt x="21722" y="32696"/>
                  <a:pt x="22443" y="33432"/>
                </a:cubicBezTo>
                <a:cubicBezTo>
                  <a:pt x="24003" y="35007"/>
                  <a:pt x="25489" y="36523"/>
                  <a:pt x="26401" y="38436"/>
                </a:cubicBezTo>
                <a:cubicBezTo>
                  <a:pt x="26343" y="38539"/>
                  <a:pt x="26284" y="38627"/>
                  <a:pt x="26210" y="38745"/>
                </a:cubicBezTo>
                <a:cubicBezTo>
                  <a:pt x="25298" y="36994"/>
                  <a:pt x="23870" y="35610"/>
                  <a:pt x="22369" y="34183"/>
                </a:cubicBezTo>
                <a:cubicBezTo>
                  <a:pt x="21516" y="33373"/>
                  <a:pt x="20662" y="32520"/>
                  <a:pt x="19853" y="31607"/>
                </a:cubicBezTo>
                <a:cubicBezTo>
                  <a:pt x="17939" y="29371"/>
                  <a:pt x="16173" y="26913"/>
                  <a:pt x="16173" y="24102"/>
                </a:cubicBezTo>
                <a:cubicBezTo>
                  <a:pt x="16188" y="24043"/>
                  <a:pt x="16203" y="23999"/>
                  <a:pt x="16232" y="23970"/>
                </a:cubicBezTo>
                <a:close/>
                <a:moveTo>
                  <a:pt x="27461" y="38436"/>
                </a:moveTo>
                <a:cubicBezTo>
                  <a:pt x="27490" y="38509"/>
                  <a:pt x="27490" y="38554"/>
                  <a:pt x="27490" y="38598"/>
                </a:cubicBezTo>
                <a:lnTo>
                  <a:pt x="27432" y="38818"/>
                </a:lnTo>
                <a:cubicBezTo>
                  <a:pt x="27432" y="38760"/>
                  <a:pt x="27417" y="38730"/>
                  <a:pt x="27417" y="38671"/>
                </a:cubicBezTo>
                <a:cubicBezTo>
                  <a:pt x="27417" y="38627"/>
                  <a:pt x="27432" y="38598"/>
                  <a:pt x="27432" y="38554"/>
                </a:cubicBezTo>
                <a:cubicBezTo>
                  <a:pt x="27446" y="38524"/>
                  <a:pt x="27446" y="38465"/>
                  <a:pt x="27461" y="38436"/>
                </a:cubicBezTo>
                <a:close/>
                <a:moveTo>
                  <a:pt x="27299" y="38480"/>
                </a:moveTo>
                <a:cubicBezTo>
                  <a:pt x="27314" y="38554"/>
                  <a:pt x="27314" y="38612"/>
                  <a:pt x="27343" y="38686"/>
                </a:cubicBezTo>
                <a:cubicBezTo>
                  <a:pt x="27314" y="38774"/>
                  <a:pt x="27284" y="38877"/>
                  <a:pt x="27270" y="38966"/>
                </a:cubicBezTo>
                <a:cubicBezTo>
                  <a:pt x="27240" y="38892"/>
                  <a:pt x="27225" y="38818"/>
                  <a:pt x="27225" y="38760"/>
                </a:cubicBezTo>
                <a:cubicBezTo>
                  <a:pt x="27240" y="38671"/>
                  <a:pt x="27284" y="38583"/>
                  <a:pt x="27299" y="38480"/>
                </a:cubicBezTo>
                <a:close/>
                <a:moveTo>
                  <a:pt x="27078" y="38509"/>
                </a:moveTo>
                <a:cubicBezTo>
                  <a:pt x="27093" y="38598"/>
                  <a:pt x="27108" y="38671"/>
                  <a:pt x="27137" y="38760"/>
                </a:cubicBezTo>
                <a:cubicBezTo>
                  <a:pt x="27093" y="38833"/>
                  <a:pt x="27064" y="38921"/>
                  <a:pt x="27034" y="39039"/>
                </a:cubicBezTo>
                <a:cubicBezTo>
                  <a:pt x="27019" y="38951"/>
                  <a:pt x="26990" y="38877"/>
                  <a:pt x="26961" y="38774"/>
                </a:cubicBezTo>
                <a:lnTo>
                  <a:pt x="27078" y="38509"/>
                </a:lnTo>
                <a:close/>
                <a:moveTo>
                  <a:pt x="26784" y="38509"/>
                </a:moveTo>
                <a:cubicBezTo>
                  <a:pt x="26828" y="38598"/>
                  <a:pt x="26843" y="38686"/>
                  <a:pt x="26872" y="38774"/>
                </a:cubicBezTo>
                <a:cubicBezTo>
                  <a:pt x="26843" y="38877"/>
                  <a:pt x="26784" y="38980"/>
                  <a:pt x="26755" y="39069"/>
                </a:cubicBezTo>
                <a:lnTo>
                  <a:pt x="26637" y="38804"/>
                </a:lnTo>
                <a:cubicBezTo>
                  <a:pt x="26696" y="38701"/>
                  <a:pt x="26725" y="38598"/>
                  <a:pt x="26784" y="38509"/>
                </a:cubicBezTo>
                <a:close/>
                <a:moveTo>
                  <a:pt x="26416" y="38524"/>
                </a:moveTo>
                <a:cubicBezTo>
                  <a:pt x="26460" y="38612"/>
                  <a:pt x="26504" y="38701"/>
                  <a:pt x="26549" y="38804"/>
                </a:cubicBezTo>
                <a:cubicBezTo>
                  <a:pt x="26490" y="38892"/>
                  <a:pt x="26431" y="38980"/>
                  <a:pt x="26387" y="39098"/>
                </a:cubicBezTo>
                <a:lnTo>
                  <a:pt x="26269" y="38877"/>
                </a:lnTo>
                <a:cubicBezTo>
                  <a:pt x="26254" y="38848"/>
                  <a:pt x="26254" y="38833"/>
                  <a:pt x="26239" y="38818"/>
                </a:cubicBezTo>
                <a:cubicBezTo>
                  <a:pt x="26284" y="38730"/>
                  <a:pt x="26343" y="38612"/>
                  <a:pt x="26416" y="38524"/>
                </a:cubicBezTo>
                <a:close/>
                <a:moveTo>
                  <a:pt x="16085" y="24235"/>
                </a:moveTo>
                <a:cubicBezTo>
                  <a:pt x="16159" y="27001"/>
                  <a:pt x="17881" y="29429"/>
                  <a:pt x="19779" y="31637"/>
                </a:cubicBezTo>
                <a:cubicBezTo>
                  <a:pt x="20559" y="32579"/>
                  <a:pt x="21442" y="33403"/>
                  <a:pt x="22295" y="34242"/>
                </a:cubicBezTo>
                <a:cubicBezTo>
                  <a:pt x="23811" y="35684"/>
                  <a:pt x="25224" y="37053"/>
                  <a:pt x="26136" y="38818"/>
                </a:cubicBezTo>
                <a:cubicBezTo>
                  <a:pt x="26092" y="38921"/>
                  <a:pt x="26019" y="39025"/>
                  <a:pt x="25960" y="39113"/>
                </a:cubicBezTo>
                <a:cubicBezTo>
                  <a:pt x="25003" y="37465"/>
                  <a:pt x="23620" y="36228"/>
                  <a:pt x="22163" y="34889"/>
                </a:cubicBezTo>
                <a:cubicBezTo>
                  <a:pt x="21206" y="34006"/>
                  <a:pt x="20220" y="33109"/>
                  <a:pt x="19337" y="32078"/>
                </a:cubicBezTo>
                <a:cubicBezTo>
                  <a:pt x="16909" y="29209"/>
                  <a:pt x="15864" y="26751"/>
                  <a:pt x="16026" y="24323"/>
                </a:cubicBezTo>
                <a:cubicBezTo>
                  <a:pt x="16041" y="24279"/>
                  <a:pt x="16056" y="24249"/>
                  <a:pt x="16085" y="24235"/>
                </a:cubicBezTo>
                <a:close/>
                <a:moveTo>
                  <a:pt x="27505" y="38892"/>
                </a:moveTo>
                <a:cubicBezTo>
                  <a:pt x="27520" y="38921"/>
                  <a:pt x="27520" y="38966"/>
                  <a:pt x="27520" y="38995"/>
                </a:cubicBezTo>
                <a:cubicBezTo>
                  <a:pt x="27505" y="39054"/>
                  <a:pt x="27505" y="39113"/>
                  <a:pt x="27490" y="39172"/>
                </a:cubicBezTo>
                <a:cubicBezTo>
                  <a:pt x="27490" y="39128"/>
                  <a:pt x="27490" y="39098"/>
                  <a:pt x="27461" y="39054"/>
                </a:cubicBezTo>
                <a:cubicBezTo>
                  <a:pt x="27490" y="38995"/>
                  <a:pt x="27490" y="38951"/>
                  <a:pt x="27505" y="38892"/>
                </a:cubicBezTo>
                <a:close/>
                <a:moveTo>
                  <a:pt x="27373" y="38877"/>
                </a:moveTo>
                <a:cubicBezTo>
                  <a:pt x="27373" y="38951"/>
                  <a:pt x="27387" y="38995"/>
                  <a:pt x="27387" y="39054"/>
                </a:cubicBezTo>
                <a:cubicBezTo>
                  <a:pt x="27373" y="39113"/>
                  <a:pt x="27373" y="39172"/>
                  <a:pt x="27358" y="39216"/>
                </a:cubicBezTo>
                <a:cubicBezTo>
                  <a:pt x="27358" y="39260"/>
                  <a:pt x="27343" y="39289"/>
                  <a:pt x="27343" y="39319"/>
                </a:cubicBezTo>
                <a:cubicBezTo>
                  <a:pt x="27314" y="39260"/>
                  <a:pt x="27314" y="39201"/>
                  <a:pt x="27299" y="39128"/>
                </a:cubicBezTo>
                <a:cubicBezTo>
                  <a:pt x="27314" y="39054"/>
                  <a:pt x="27358" y="38966"/>
                  <a:pt x="27373" y="38877"/>
                </a:cubicBezTo>
                <a:close/>
                <a:moveTo>
                  <a:pt x="27167" y="38892"/>
                </a:moveTo>
                <a:cubicBezTo>
                  <a:pt x="27181" y="38966"/>
                  <a:pt x="27211" y="39039"/>
                  <a:pt x="27225" y="39128"/>
                </a:cubicBezTo>
                <a:cubicBezTo>
                  <a:pt x="27196" y="39216"/>
                  <a:pt x="27152" y="39319"/>
                  <a:pt x="27137" y="39407"/>
                </a:cubicBezTo>
                <a:cubicBezTo>
                  <a:pt x="27122" y="39334"/>
                  <a:pt x="27093" y="39245"/>
                  <a:pt x="27078" y="39172"/>
                </a:cubicBezTo>
                <a:cubicBezTo>
                  <a:pt x="27122" y="39069"/>
                  <a:pt x="27152" y="38980"/>
                  <a:pt x="27167" y="38892"/>
                </a:cubicBezTo>
                <a:close/>
                <a:moveTo>
                  <a:pt x="26916" y="38892"/>
                </a:moveTo>
                <a:cubicBezTo>
                  <a:pt x="26931" y="38980"/>
                  <a:pt x="26975" y="39069"/>
                  <a:pt x="26990" y="39142"/>
                </a:cubicBezTo>
                <a:lnTo>
                  <a:pt x="26872" y="39422"/>
                </a:lnTo>
                <a:cubicBezTo>
                  <a:pt x="26843" y="39334"/>
                  <a:pt x="26828" y="39245"/>
                  <a:pt x="26784" y="39172"/>
                </a:cubicBezTo>
                <a:cubicBezTo>
                  <a:pt x="26828" y="39069"/>
                  <a:pt x="26872" y="38980"/>
                  <a:pt x="26916" y="38892"/>
                </a:cubicBezTo>
                <a:close/>
                <a:moveTo>
                  <a:pt x="26195" y="38892"/>
                </a:moveTo>
                <a:lnTo>
                  <a:pt x="26195" y="38907"/>
                </a:lnTo>
                <a:cubicBezTo>
                  <a:pt x="26254" y="38980"/>
                  <a:pt x="26284" y="39069"/>
                  <a:pt x="26343" y="39172"/>
                </a:cubicBezTo>
                <a:cubicBezTo>
                  <a:pt x="26284" y="39260"/>
                  <a:pt x="26239" y="39363"/>
                  <a:pt x="26181" y="39466"/>
                </a:cubicBezTo>
                <a:cubicBezTo>
                  <a:pt x="26166" y="39422"/>
                  <a:pt x="26136" y="39363"/>
                  <a:pt x="26107" y="39334"/>
                </a:cubicBezTo>
                <a:cubicBezTo>
                  <a:pt x="26063" y="39275"/>
                  <a:pt x="26048" y="39245"/>
                  <a:pt x="26004" y="39186"/>
                </a:cubicBezTo>
                <a:cubicBezTo>
                  <a:pt x="26078" y="39098"/>
                  <a:pt x="26136" y="38980"/>
                  <a:pt x="26195" y="38892"/>
                </a:cubicBezTo>
                <a:close/>
                <a:moveTo>
                  <a:pt x="26578" y="38892"/>
                </a:moveTo>
                <a:lnTo>
                  <a:pt x="26696" y="39172"/>
                </a:lnTo>
                <a:cubicBezTo>
                  <a:pt x="26637" y="39260"/>
                  <a:pt x="26593" y="39363"/>
                  <a:pt x="26549" y="39466"/>
                </a:cubicBezTo>
                <a:cubicBezTo>
                  <a:pt x="26504" y="39363"/>
                  <a:pt x="26475" y="39275"/>
                  <a:pt x="26416" y="39186"/>
                </a:cubicBezTo>
                <a:cubicBezTo>
                  <a:pt x="26490" y="39069"/>
                  <a:pt x="26534" y="38980"/>
                  <a:pt x="26578" y="38892"/>
                </a:cubicBezTo>
                <a:close/>
                <a:moveTo>
                  <a:pt x="15953" y="24485"/>
                </a:moveTo>
                <a:lnTo>
                  <a:pt x="15953" y="24485"/>
                </a:lnTo>
                <a:cubicBezTo>
                  <a:pt x="15835" y="26883"/>
                  <a:pt x="16909" y="29326"/>
                  <a:pt x="19293" y="32123"/>
                </a:cubicBezTo>
                <a:cubicBezTo>
                  <a:pt x="20176" y="33153"/>
                  <a:pt x="21177" y="34065"/>
                  <a:pt x="22134" y="34948"/>
                </a:cubicBezTo>
                <a:cubicBezTo>
                  <a:pt x="23605" y="36302"/>
                  <a:pt x="24989" y="37553"/>
                  <a:pt x="25916" y="39186"/>
                </a:cubicBezTo>
                <a:cubicBezTo>
                  <a:pt x="25842" y="39289"/>
                  <a:pt x="25798" y="39392"/>
                  <a:pt x="25724" y="39481"/>
                </a:cubicBezTo>
                <a:cubicBezTo>
                  <a:pt x="24738" y="37950"/>
                  <a:pt x="23399" y="36788"/>
                  <a:pt x="21972" y="35551"/>
                </a:cubicBezTo>
                <a:cubicBezTo>
                  <a:pt x="20897" y="34639"/>
                  <a:pt x="19794" y="33682"/>
                  <a:pt x="18852" y="32564"/>
                </a:cubicBezTo>
                <a:cubicBezTo>
                  <a:pt x="16571" y="29856"/>
                  <a:pt x="15585" y="27075"/>
                  <a:pt x="15909" y="24544"/>
                </a:cubicBezTo>
                <a:cubicBezTo>
                  <a:pt x="15909" y="24529"/>
                  <a:pt x="15923" y="24499"/>
                  <a:pt x="15953" y="24485"/>
                </a:cubicBezTo>
                <a:close/>
                <a:moveTo>
                  <a:pt x="27520" y="39348"/>
                </a:moveTo>
                <a:lnTo>
                  <a:pt x="27520" y="39407"/>
                </a:lnTo>
                <a:cubicBezTo>
                  <a:pt x="27520" y="39437"/>
                  <a:pt x="27505" y="39466"/>
                  <a:pt x="27505" y="39495"/>
                </a:cubicBezTo>
                <a:lnTo>
                  <a:pt x="27505" y="39437"/>
                </a:lnTo>
                <a:cubicBezTo>
                  <a:pt x="27505" y="39407"/>
                  <a:pt x="27520" y="39392"/>
                  <a:pt x="27520" y="39348"/>
                </a:cubicBezTo>
                <a:close/>
                <a:moveTo>
                  <a:pt x="27417" y="39275"/>
                </a:moveTo>
                <a:cubicBezTo>
                  <a:pt x="27432" y="39334"/>
                  <a:pt x="27432" y="39392"/>
                  <a:pt x="27432" y="39422"/>
                </a:cubicBezTo>
                <a:lnTo>
                  <a:pt x="27373" y="39643"/>
                </a:lnTo>
                <a:cubicBezTo>
                  <a:pt x="27373" y="39584"/>
                  <a:pt x="27358" y="39554"/>
                  <a:pt x="27358" y="39495"/>
                </a:cubicBezTo>
                <a:lnTo>
                  <a:pt x="27417" y="39275"/>
                </a:lnTo>
                <a:close/>
                <a:moveTo>
                  <a:pt x="27240" y="39289"/>
                </a:moveTo>
                <a:cubicBezTo>
                  <a:pt x="27270" y="39363"/>
                  <a:pt x="27270" y="39437"/>
                  <a:pt x="27284" y="39495"/>
                </a:cubicBezTo>
                <a:cubicBezTo>
                  <a:pt x="27270" y="39584"/>
                  <a:pt x="27240" y="39657"/>
                  <a:pt x="27211" y="39760"/>
                </a:cubicBezTo>
                <a:lnTo>
                  <a:pt x="27152" y="39540"/>
                </a:lnTo>
                <a:cubicBezTo>
                  <a:pt x="27196" y="39466"/>
                  <a:pt x="27225" y="39392"/>
                  <a:pt x="27240" y="39289"/>
                </a:cubicBezTo>
                <a:close/>
                <a:moveTo>
                  <a:pt x="27019" y="39289"/>
                </a:moveTo>
                <a:cubicBezTo>
                  <a:pt x="27034" y="39392"/>
                  <a:pt x="27064" y="39466"/>
                  <a:pt x="27078" y="39554"/>
                </a:cubicBezTo>
                <a:cubicBezTo>
                  <a:pt x="27034" y="39643"/>
                  <a:pt x="27019" y="39731"/>
                  <a:pt x="26990" y="39804"/>
                </a:cubicBezTo>
                <a:cubicBezTo>
                  <a:pt x="26975" y="39716"/>
                  <a:pt x="26931" y="39643"/>
                  <a:pt x="26916" y="39554"/>
                </a:cubicBezTo>
                <a:cubicBezTo>
                  <a:pt x="26946" y="39466"/>
                  <a:pt x="26990" y="39363"/>
                  <a:pt x="27019" y="39289"/>
                </a:cubicBezTo>
                <a:close/>
                <a:moveTo>
                  <a:pt x="26725" y="39275"/>
                </a:moveTo>
                <a:cubicBezTo>
                  <a:pt x="26769" y="39363"/>
                  <a:pt x="26784" y="39466"/>
                  <a:pt x="26813" y="39554"/>
                </a:cubicBezTo>
                <a:cubicBezTo>
                  <a:pt x="26784" y="39643"/>
                  <a:pt x="26725" y="39731"/>
                  <a:pt x="26696" y="39834"/>
                </a:cubicBezTo>
                <a:lnTo>
                  <a:pt x="26578" y="39554"/>
                </a:lnTo>
                <a:cubicBezTo>
                  <a:pt x="26637" y="39466"/>
                  <a:pt x="26666" y="39363"/>
                  <a:pt x="26725" y="39275"/>
                </a:cubicBezTo>
                <a:close/>
                <a:moveTo>
                  <a:pt x="15806" y="24764"/>
                </a:moveTo>
                <a:lnTo>
                  <a:pt x="15806" y="24764"/>
                </a:lnTo>
                <a:cubicBezTo>
                  <a:pt x="15541" y="27266"/>
                  <a:pt x="16571" y="29974"/>
                  <a:pt x="18778" y="32623"/>
                </a:cubicBezTo>
                <a:cubicBezTo>
                  <a:pt x="19720" y="33741"/>
                  <a:pt x="20824" y="34698"/>
                  <a:pt x="21913" y="35610"/>
                </a:cubicBezTo>
                <a:cubicBezTo>
                  <a:pt x="23340" y="36846"/>
                  <a:pt x="24709" y="38024"/>
                  <a:pt x="25666" y="39554"/>
                </a:cubicBezTo>
                <a:cubicBezTo>
                  <a:pt x="25592" y="39657"/>
                  <a:pt x="25518" y="39760"/>
                  <a:pt x="25445" y="39849"/>
                </a:cubicBezTo>
                <a:cubicBezTo>
                  <a:pt x="24444" y="38436"/>
                  <a:pt x="23120" y="37332"/>
                  <a:pt x="21707" y="36184"/>
                </a:cubicBezTo>
                <a:cubicBezTo>
                  <a:pt x="20529" y="35228"/>
                  <a:pt x="19337" y="34242"/>
                  <a:pt x="18337" y="33035"/>
                </a:cubicBezTo>
                <a:cubicBezTo>
                  <a:pt x="16159" y="30386"/>
                  <a:pt x="15246" y="27472"/>
                  <a:pt x="15806" y="24764"/>
                </a:cubicBezTo>
                <a:close/>
                <a:moveTo>
                  <a:pt x="25975" y="39260"/>
                </a:moveTo>
                <a:cubicBezTo>
                  <a:pt x="25989" y="39289"/>
                  <a:pt x="26019" y="39334"/>
                  <a:pt x="26048" y="39363"/>
                </a:cubicBezTo>
                <a:cubicBezTo>
                  <a:pt x="26048" y="39422"/>
                  <a:pt x="26092" y="39495"/>
                  <a:pt x="26122" y="39554"/>
                </a:cubicBezTo>
                <a:cubicBezTo>
                  <a:pt x="26063" y="39643"/>
                  <a:pt x="25989" y="39760"/>
                  <a:pt x="25930" y="39849"/>
                </a:cubicBezTo>
                <a:cubicBezTo>
                  <a:pt x="25930" y="39834"/>
                  <a:pt x="25916" y="39834"/>
                  <a:pt x="25916" y="39804"/>
                </a:cubicBezTo>
                <a:cubicBezTo>
                  <a:pt x="25872" y="39716"/>
                  <a:pt x="25813" y="39643"/>
                  <a:pt x="25769" y="39554"/>
                </a:cubicBezTo>
                <a:cubicBezTo>
                  <a:pt x="25842" y="39466"/>
                  <a:pt x="25901" y="39348"/>
                  <a:pt x="25975" y="39260"/>
                </a:cubicBezTo>
                <a:close/>
                <a:moveTo>
                  <a:pt x="26387" y="39275"/>
                </a:moveTo>
                <a:cubicBezTo>
                  <a:pt x="26416" y="39363"/>
                  <a:pt x="26460" y="39466"/>
                  <a:pt x="26504" y="39569"/>
                </a:cubicBezTo>
                <a:cubicBezTo>
                  <a:pt x="26460" y="39643"/>
                  <a:pt x="26401" y="39731"/>
                  <a:pt x="26343" y="39849"/>
                </a:cubicBezTo>
                <a:cubicBezTo>
                  <a:pt x="26298" y="39760"/>
                  <a:pt x="26254" y="39657"/>
                  <a:pt x="26210" y="39569"/>
                </a:cubicBezTo>
                <a:cubicBezTo>
                  <a:pt x="26269" y="39481"/>
                  <a:pt x="26328" y="39392"/>
                  <a:pt x="26387" y="39275"/>
                </a:cubicBezTo>
                <a:close/>
                <a:moveTo>
                  <a:pt x="27432" y="39701"/>
                </a:moveTo>
                <a:cubicBezTo>
                  <a:pt x="27446" y="39760"/>
                  <a:pt x="27446" y="39790"/>
                  <a:pt x="27446" y="39804"/>
                </a:cubicBezTo>
                <a:cubicBezTo>
                  <a:pt x="27432" y="39863"/>
                  <a:pt x="27432" y="39922"/>
                  <a:pt x="27402" y="39981"/>
                </a:cubicBezTo>
                <a:cubicBezTo>
                  <a:pt x="27402" y="39937"/>
                  <a:pt x="27402" y="39922"/>
                  <a:pt x="27387" y="39878"/>
                </a:cubicBezTo>
                <a:lnTo>
                  <a:pt x="27387" y="39863"/>
                </a:lnTo>
                <a:cubicBezTo>
                  <a:pt x="27402" y="39804"/>
                  <a:pt x="27402" y="39760"/>
                  <a:pt x="27432" y="39701"/>
                </a:cubicBezTo>
                <a:close/>
                <a:moveTo>
                  <a:pt x="27314" y="39701"/>
                </a:moveTo>
                <a:cubicBezTo>
                  <a:pt x="27314" y="39775"/>
                  <a:pt x="27314" y="39834"/>
                  <a:pt x="27343" y="39878"/>
                </a:cubicBezTo>
                <a:lnTo>
                  <a:pt x="27284" y="40099"/>
                </a:lnTo>
                <a:cubicBezTo>
                  <a:pt x="27270" y="40040"/>
                  <a:pt x="27270" y="39981"/>
                  <a:pt x="27240" y="39922"/>
                </a:cubicBezTo>
                <a:cubicBezTo>
                  <a:pt x="27270" y="39849"/>
                  <a:pt x="27284" y="39775"/>
                  <a:pt x="27314" y="39701"/>
                </a:cubicBezTo>
                <a:close/>
                <a:moveTo>
                  <a:pt x="27122" y="39672"/>
                </a:moveTo>
                <a:cubicBezTo>
                  <a:pt x="27137" y="39760"/>
                  <a:pt x="27152" y="39849"/>
                  <a:pt x="27167" y="39922"/>
                </a:cubicBezTo>
                <a:cubicBezTo>
                  <a:pt x="27137" y="40010"/>
                  <a:pt x="27122" y="40084"/>
                  <a:pt x="27078" y="40172"/>
                </a:cubicBezTo>
                <a:cubicBezTo>
                  <a:pt x="27064" y="40099"/>
                  <a:pt x="27034" y="40010"/>
                  <a:pt x="27019" y="39937"/>
                </a:cubicBezTo>
                <a:cubicBezTo>
                  <a:pt x="27064" y="39849"/>
                  <a:pt x="27078" y="39775"/>
                  <a:pt x="27122" y="39672"/>
                </a:cubicBezTo>
                <a:close/>
                <a:moveTo>
                  <a:pt x="15658" y="25162"/>
                </a:moveTo>
                <a:lnTo>
                  <a:pt x="15658" y="25162"/>
                </a:lnTo>
                <a:cubicBezTo>
                  <a:pt x="15276" y="27781"/>
                  <a:pt x="16203" y="30563"/>
                  <a:pt x="18293" y="33094"/>
                </a:cubicBezTo>
                <a:cubicBezTo>
                  <a:pt x="19279" y="34286"/>
                  <a:pt x="20500" y="35287"/>
                  <a:pt x="21677" y="36243"/>
                </a:cubicBezTo>
                <a:cubicBezTo>
                  <a:pt x="23075" y="37406"/>
                  <a:pt x="24415" y="38480"/>
                  <a:pt x="25401" y="39907"/>
                </a:cubicBezTo>
                <a:cubicBezTo>
                  <a:pt x="25327" y="39996"/>
                  <a:pt x="25253" y="40099"/>
                  <a:pt x="25180" y="40202"/>
                </a:cubicBezTo>
                <a:cubicBezTo>
                  <a:pt x="24179" y="38848"/>
                  <a:pt x="22811" y="37803"/>
                  <a:pt x="21486" y="36773"/>
                </a:cubicBezTo>
                <a:cubicBezTo>
                  <a:pt x="20220" y="35802"/>
                  <a:pt x="18911" y="34786"/>
                  <a:pt x="17881" y="33521"/>
                </a:cubicBezTo>
                <a:cubicBezTo>
                  <a:pt x="15806" y="31034"/>
                  <a:pt x="14981" y="27928"/>
                  <a:pt x="15658" y="25162"/>
                </a:cubicBezTo>
                <a:close/>
                <a:moveTo>
                  <a:pt x="26858" y="39657"/>
                </a:moveTo>
                <a:cubicBezTo>
                  <a:pt x="26872" y="39760"/>
                  <a:pt x="26916" y="39849"/>
                  <a:pt x="26931" y="39922"/>
                </a:cubicBezTo>
                <a:lnTo>
                  <a:pt x="26828" y="40202"/>
                </a:lnTo>
                <a:cubicBezTo>
                  <a:pt x="26784" y="40099"/>
                  <a:pt x="26769" y="40010"/>
                  <a:pt x="26725" y="39922"/>
                </a:cubicBezTo>
                <a:cubicBezTo>
                  <a:pt x="26784" y="39849"/>
                  <a:pt x="26828" y="39760"/>
                  <a:pt x="26858" y="39657"/>
                </a:cubicBezTo>
                <a:close/>
                <a:moveTo>
                  <a:pt x="25724" y="39628"/>
                </a:moveTo>
                <a:cubicBezTo>
                  <a:pt x="25754" y="39701"/>
                  <a:pt x="25798" y="39775"/>
                  <a:pt x="25842" y="39849"/>
                </a:cubicBezTo>
                <a:cubicBezTo>
                  <a:pt x="25857" y="39863"/>
                  <a:pt x="25857" y="39907"/>
                  <a:pt x="25886" y="39922"/>
                </a:cubicBezTo>
                <a:cubicBezTo>
                  <a:pt x="25813" y="40010"/>
                  <a:pt x="25754" y="40128"/>
                  <a:pt x="25680" y="40217"/>
                </a:cubicBezTo>
                <a:cubicBezTo>
                  <a:pt x="25621" y="40128"/>
                  <a:pt x="25548" y="40010"/>
                  <a:pt x="25504" y="39922"/>
                </a:cubicBezTo>
                <a:cubicBezTo>
                  <a:pt x="25577" y="39834"/>
                  <a:pt x="25651" y="39716"/>
                  <a:pt x="25724" y="39628"/>
                </a:cubicBezTo>
                <a:close/>
                <a:moveTo>
                  <a:pt x="26181" y="39628"/>
                </a:moveTo>
                <a:cubicBezTo>
                  <a:pt x="26210" y="39731"/>
                  <a:pt x="26254" y="39834"/>
                  <a:pt x="26298" y="39922"/>
                </a:cubicBezTo>
                <a:cubicBezTo>
                  <a:pt x="26254" y="40010"/>
                  <a:pt x="26195" y="40099"/>
                  <a:pt x="26136" y="40217"/>
                </a:cubicBezTo>
                <a:cubicBezTo>
                  <a:pt x="26078" y="40128"/>
                  <a:pt x="26048" y="40025"/>
                  <a:pt x="25989" y="39922"/>
                </a:cubicBezTo>
                <a:cubicBezTo>
                  <a:pt x="26048" y="39834"/>
                  <a:pt x="26122" y="39731"/>
                  <a:pt x="26181" y="39628"/>
                </a:cubicBezTo>
                <a:close/>
                <a:moveTo>
                  <a:pt x="26534" y="39657"/>
                </a:moveTo>
                <a:lnTo>
                  <a:pt x="26637" y="39937"/>
                </a:lnTo>
                <a:cubicBezTo>
                  <a:pt x="26593" y="40025"/>
                  <a:pt x="26549" y="40128"/>
                  <a:pt x="26490" y="40217"/>
                </a:cubicBezTo>
                <a:cubicBezTo>
                  <a:pt x="26475" y="40128"/>
                  <a:pt x="26431" y="40025"/>
                  <a:pt x="26387" y="39937"/>
                </a:cubicBezTo>
                <a:cubicBezTo>
                  <a:pt x="26431" y="39849"/>
                  <a:pt x="26490" y="39760"/>
                  <a:pt x="26534" y="39657"/>
                </a:cubicBezTo>
                <a:close/>
                <a:moveTo>
                  <a:pt x="27461" y="40172"/>
                </a:moveTo>
                <a:lnTo>
                  <a:pt x="27461" y="40202"/>
                </a:lnTo>
                <a:cubicBezTo>
                  <a:pt x="27461" y="40231"/>
                  <a:pt x="27446" y="40275"/>
                  <a:pt x="27446" y="40305"/>
                </a:cubicBezTo>
                <a:lnTo>
                  <a:pt x="27446" y="40275"/>
                </a:lnTo>
                <a:cubicBezTo>
                  <a:pt x="27446" y="40231"/>
                  <a:pt x="27461" y="40217"/>
                  <a:pt x="27461" y="40172"/>
                </a:cubicBezTo>
                <a:close/>
                <a:moveTo>
                  <a:pt x="27373" y="40128"/>
                </a:moveTo>
                <a:lnTo>
                  <a:pt x="27373" y="40128"/>
                </a:lnTo>
                <a:cubicBezTo>
                  <a:pt x="27358" y="40172"/>
                  <a:pt x="27373" y="40217"/>
                  <a:pt x="27373" y="40275"/>
                </a:cubicBezTo>
                <a:cubicBezTo>
                  <a:pt x="27358" y="40320"/>
                  <a:pt x="27358" y="40393"/>
                  <a:pt x="27343" y="40452"/>
                </a:cubicBezTo>
                <a:cubicBezTo>
                  <a:pt x="27343" y="40393"/>
                  <a:pt x="27314" y="40364"/>
                  <a:pt x="27314" y="40305"/>
                </a:cubicBezTo>
                <a:cubicBezTo>
                  <a:pt x="27343" y="40246"/>
                  <a:pt x="27358" y="40172"/>
                  <a:pt x="27373" y="40128"/>
                </a:cubicBezTo>
                <a:close/>
                <a:moveTo>
                  <a:pt x="27167" y="40084"/>
                </a:moveTo>
                <a:cubicBezTo>
                  <a:pt x="27211" y="40158"/>
                  <a:pt x="27211" y="40231"/>
                  <a:pt x="27225" y="40305"/>
                </a:cubicBezTo>
                <a:cubicBezTo>
                  <a:pt x="27211" y="40378"/>
                  <a:pt x="27181" y="40467"/>
                  <a:pt x="27152" y="40540"/>
                </a:cubicBezTo>
                <a:lnTo>
                  <a:pt x="27093" y="40320"/>
                </a:lnTo>
                <a:cubicBezTo>
                  <a:pt x="27108" y="40246"/>
                  <a:pt x="27152" y="40172"/>
                  <a:pt x="27167" y="40084"/>
                </a:cubicBezTo>
                <a:close/>
                <a:moveTo>
                  <a:pt x="15467" y="25633"/>
                </a:moveTo>
                <a:cubicBezTo>
                  <a:pt x="14996" y="28296"/>
                  <a:pt x="15820" y="31225"/>
                  <a:pt x="17792" y="33594"/>
                </a:cubicBezTo>
                <a:cubicBezTo>
                  <a:pt x="18837" y="34860"/>
                  <a:pt x="20147" y="35890"/>
                  <a:pt x="21412" y="36861"/>
                </a:cubicBezTo>
                <a:cubicBezTo>
                  <a:pt x="22737" y="37891"/>
                  <a:pt x="24091" y="38951"/>
                  <a:pt x="25106" y="40290"/>
                </a:cubicBezTo>
                <a:cubicBezTo>
                  <a:pt x="25033" y="40378"/>
                  <a:pt x="24944" y="40496"/>
                  <a:pt x="24871" y="40584"/>
                </a:cubicBezTo>
                <a:cubicBezTo>
                  <a:pt x="23826" y="39334"/>
                  <a:pt x="22487" y="38333"/>
                  <a:pt x="21177" y="37376"/>
                </a:cubicBezTo>
                <a:cubicBezTo>
                  <a:pt x="19808" y="36390"/>
                  <a:pt x="18410" y="35360"/>
                  <a:pt x="17351" y="34036"/>
                </a:cubicBezTo>
                <a:cubicBezTo>
                  <a:pt x="15393" y="31622"/>
                  <a:pt x="14702" y="28429"/>
                  <a:pt x="15467" y="25633"/>
                </a:cubicBezTo>
                <a:close/>
                <a:moveTo>
                  <a:pt x="25445" y="39996"/>
                </a:moveTo>
                <a:cubicBezTo>
                  <a:pt x="25518" y="40084"/>
                  <a:pt x="25563" y="40172"/>
                  <a:pt x="25621" y="40290"/>
                </a:cubicBezTo>
                <a:cubicBezTo>
                  <a:pt x="25548" y="40378"/>
                  <a:pt x="25474" y="40496"/>
                  <a:pt x="25430" y="40584"/>
                </a:cubicBezTo>
                <a:cubicBezTo>
                  <a:pt x="25357" y="40496"/>
                  <a:pt x="25298" y="40378"/>
                  <a:pt x="25224" y="40290"/>
                </a:cubicBezTo>
                <a:cubicBezTo>
                  <a:pt x="25298" y="40202"/>
                  <a:pt x="25371" y="40084"/>
                  <a:pt x="25445" y="39996"/>
                </a:cubicBezTo>
                <a:close/>
                <a:moveTo>
                  <a:pt x="25930" y="39996"/>
                </a:moveTo>
                <a:cubicBezTo>
                  <a:pt x="25975" y="40099"/>
                  <a:pt x="26033" y="40202"/>
                  <a:pt x="26092" y="40290"/>
                </a:cubicBezTo>
                <a:cubicBezTo>
                  <a:pt x="26033" y="40378"/>
                  <a:pt x="25975" y="40467"/>
                  <a:pt x="25901" y="40584"/>
                </a:cubicBezTo>
                <a:cubicBezTo>
                  <a:pt x="25842" y="40496"/>
                  <a:pt x="25798" y="40378"/>
                  <a:pt x="25739" y="40290"/>
                </a:cubicBezTo>
                <a:cubicBezTo>
                  <a:pt x="25813" y="40202"/>
                  <a:pt x="25872" y="40099"/>
                  <a:pt x="25930" y="39996"/>
                </a:cubicBezTo>
                <a:close/>
                <a:moveTo>
                  <a:pt x="26343" y="40025"/>
                </a:moveTo>
                <a:cubicBezTo>
                  <a:pt x="26387" y="40128"/>
                  <a:pt x="26416" y="40217"/>
                  <a:pt x="26475" y="40320"/>
                </a:cubicBezTo>
                <a:cubicBezTo>
                  <a:pt x="26416" y="40393"/>
                  <a:pt x="26357" y="40496"/>
                  <a:pt x="26298" y="40584"/>
                </a:cubicBezTo>
                <a:cubicBezTo>
                  <a:pt x="26269" y="40496"/>
                  <a:pt x="26210" y="40393"/>
                  <a:pt x="26181" y="40305"/>
                </a:cubicBezTo>
                <a:lnTo>
                  <a:pt x="26343" y="40025"/>
                </a:lnTo>
                <a:close/>
                <a:moveTo>
                  <a:pt x="26681" y="40025"/>
                </a:moveTo>
                <a:cubicBezTo>
                  <a:pt x="26710" y="40128"/>
                  <a:pt x="26725" y="40217"/>
                  <a:pt x="26769" y="40305"/>
                </a:cubicBezTo>
                <a:cubicBezTo>
                  <a:pt x="26725" y="40393"/>
                  <a:pt x="26696" y="40496"/>
                  <a:pt x="26637" y="40584"/>
                </a:cubicBezTo>
                <a:cubicBezTo>
                  <a:pt x="26622" y="40496"/>
                  <a:pt x="26578" y="40393"/>
                  <a:pt x="26549" y="40305"/>
                </a:cubicBezTo>
                <a:cubicBezTo>
                  <a:pt x="26607" y="40217"/>
                  <a:pt x="26637" y="40128"/>
                  <a:pt x="26681" y="40025"/>
                </a:cubicBezTo>
                <a:close/>
                <a:moveTo>
                  <a:pt x="26975" y="40069"/>
                </a:moveTo>
                <a:cubicBezTo>
                  <a:pt x="26990" y="40158"/>
                  <a:pt x="27005" y="40231"/>
                  <a:pt x="27019" y="40320"/>
                </a:cubicBezTo>
                <a:cubicBezTo>
                  <a:pt x="26990" y="40423"/>
                  <a:pt x="26975" y="40496"/>
                  <a:pt x="26931" y="40584"/>
                </a:cubicBezTo>
                <a:cubicBezTo>
                  <a:pt x="26916" y="40496"/>
                  <a:pt x="26872" y="40423"/>
                  <a:pt x="26858" y="40320"/>
                </a:cubicBezTo>
                <a:cubicBezTo>
                  <a:pt x="26902" y="40231"/>
                  <a:pt x="26931" y="40158"/>
                  <a:pt x="26975" y="40069"/>
                </a:cubicBezTo>
                <a:close/>
                <a:moveTo>
                  <a:pt x="27387" y="40584"/>
                </a:moveTo>
                <a:lnTo>
                  <a:pt x="27387" y="40658"/>
                </a:lnTo>
                <a:cubicBezTo>
                  <a:pt x="27387" y="40717"/>
                  <a:pt x="27373" y="40746"/>
                  <a:pt x="27373" y="40805"/>
                </a:cubicBezTo>
                <a:cubicBezTo>
                  <a:pt x="27373" y="40761"/>
                  <a:pt x="27373" y="40732"/>
                  <a:pt x="27358" y="40717"/>
                </a:cubicBezTo>
                <a:cubicBezTo>
                  <a:pt x="27373" y="40673"/>
                  <a:pt x="27373" y="40614"/>
                  <a:pt x="27387" y="40584"/>
                </a:cubicBezTo>
                <a:close/>
                <a:moveTo>
                  <a:pt x="25165" y="40364"/>
                </a:moveTo>
                <a:cubicBezTo>
                  <a:pt x="25239" y="40452"/>
                  <a:pt x="25312" y="40540"/>
                  <a:pt x="25371" y="40658"/>
                </a:cubicBezTo>
                <a:cubicBezTo>
                  <a:pt x="25312" y="40732"/>
                  <a:pt x="25239" y="40820"/>
                  <a:pt x="25180" y="40893"/>
                </a:cubicBezTo>
                <a:cubicBezTo>
                  <a:pt x="25165" y="40879"/>
                  <a:pt x="25150" y="40879"/>
                  <a:pt x="25150" y="40864"/>
                </a:cubicBezTo>
                <a:lnTo>
                  <a:pt x="25106" y="40893"/>
                </a:lnTo>
                <a:cubicBezTo>
                  <a:pt x="25062" y="40820"/>
                  <a:pt x="24974" y="40732"/>
                  <a:pt x="24930" y="40658"/>
                </a:cubicBezTo>
                <a:cubicBezTo>
                  <a:pt x="25003" y="40570"/>
                  <a:pt x="25092" y="40452"/>
                  <a:pt x="25165" y="40364"/>
                </a:cubicBezTo>
                <a:close/>
                <a:moveTo>
                  <a:pt x="27240" y="40511"/>
                </a:moveTo>
                <a:cubicBezTo>
                  <a:pt x="27270" y="40570"/>
                  <a:pt x="27270" y="40643"/>
                  <a:pt x="27284" y="40687"/>
                </a:cubicBezTo>
                <a:lnTo>
                  <a:pt x="27225" y="40908"/>
                </a:lnTo>
                <a:cubicBezTo>
                  <a:pt x="27211" y="40835"/>
                  <a:pt x="27211" y="40790"/>
                  <a:pt x="27196" y="40717"/>
                </a:cubicBezTo>
                <a:cubicBezTo>
                  <a:pt x="27211" y="40643"/>
                  <a:pt x="27225" y="40584"/>
                  <a:pt x="27240" y="40511"/>
                </a:cubicBezTo>
                <a:close/>
                <a:moveTo>
                  <a:pt x="15261" y="26074"/>
                </a:moveTo>
                <a:lnTo>
                  <a:pt x="15261" y="26074"/>
                </a:lnTo>
                <a:cubicBezTo>
                  <a:pt x="14672" y="28767"/>
                  <a:pt x="15408" y="31769"/>
                  <a:pt x="17277" y="34065"/>
                </a:cubicBezTo>
                <a:cubicBezTo>
                  <a:pt x="18366" y="35390"/>
                  <a:pt x="19764" y="36449"/>
                  <a:pt x="21118" y="37435"/>
                </a:cubicBezTo>
                <a:cubicBezTo>
                  <a:pt x="22428" y="38392"/>
                  <a:pt x="23767" y="39392"/>
                  <a:pt x="24797" y="40643"/>
                </a:cubicBezTo>
                <a:cubicBezTo>
                  <a:pt x="24709" y="40746"/>
                  <a:pt x="24635" y="40835"/>
                  <a:pt x="24547" y="40938"/>
                </a:cubicBezTo>
                <a:cubicBezTo>
                  <a:pt x="23517" y="39775"/>
                  <a:pt x="22192" y="38833"/>
                  <a:pt x="20883" y="37935"/>
                </a:cubicBezTo>
                <a:cubicBezTo>
                  <a:pt x="19440" y="36920"/>
                  <a:pt x="17954" y="35890"/>
                  <a:pt x="16850" y="34507"/>
                </a:cubicBezTo>
                <a:cubicBezTo>
                  <a:pt x="14967" y="32181"/>
                  <a:pt x="14378" y="28914"/>
                  <a:pt x="15261" y="26074"/>
                </a:cubicBezTo>
                <a:close/>
                <a:moveTo>
                  <a:pt x="25680" y="40349"/>
                </a:moveTo>
                <a:cubicBezTo>
                  <a:pt x="25739" y="40452"/>
                  <a:pt x="25798" y="40540"/>
                  <a:pt x="25842" y="40658"/>
                </a:cubicBezTo>
                <a:cubicBezTo>
                  <a:pt x="25798" y="40746"/>
                  <a:pt x="25710" y="40835"/>
                  <a:pt x="25666" y="40938"/>
                </a:cubicBezTo>
                <a:cubicBezTo>
                  <a:pt x="25621" y="40879"/>
                  <a:pt x="25592" y="40805"/>
                  <a:pt x="25548" y="40746"/>
                </a:cubicBezTo>
                <a:cubicBezTo>
                  <a:pt x="25533" y="40717"/>
                  <a:pt x="25504" y="40673"/>
                  <a:pt x="25474" y="40643"/>
                </a:cubicBezTo>
                <a:cubicBezTo>
                  <a:pt x="25548" y="40540"/>
                  <a:pt x="25621" y="40452"/>
                  <a:pt x="25680" y="40349"/>
                </a:cubicBezTo>
                <a:close/>
                <a:moveTo>
                  <a:pt x="26136" y="40378"/>
                </a:moveTo>
                <a:cubicBezTo>
                  <a:pt x="26195" y="40467"/>
                  <a:pt x="26239" y="40584"/>
                  <a:pt x="26269" y="40673"/>
                </a:cubicBezTo>
                <a:lnTo>
                  <a:pt x="26107" y="40952"/>
                </a:lnTo>
                <a:cubicBezTo>
                  <a:pt x="26048" y="40864"/>
                  <a:pt x="26019" y="40746"/>
                  <a:pt x="25960" y="40658"/>
                </a:cubicBezTo>
                <a:cubicBezTo>
                  <a:pt x="26019" y="40570"/>
                  <a:pt x="26063" y="40467"/>
                  <a:pt x="26136" y="40378"/>
                </a:cubicBezTo>
                <a:close/>
                <a:moveTo>
                  <a:pt x="26490" y="40393"/>
                </a:moveTo>
                <a:lnTo>
                  <a:pt x="26593" y="40673"/>
                </a:lnTo>
                <a:cubicBezTo>
                  <a:pt x="26563" y="40761"/>
                  <a:pt x="26504" y="40864"/>
                  <a:pt x="26475" y="40952"/>
                </a:cubicBezTo>
                <a:cubicBezTo>
                  <a:pt x="26431" y="40864"/>
                  <a:pt x="26401" y="40761"/>
                  <a:pt x="26343" y="40673"/>
                </a:cubicBezTo>
                <a:cubicBezTo>
                  <a:pt x="26401" y="40584"/>
                  <a:pt x="26431" y="40496"/>
                  <a:pt x="26490" y="40393"/>
                </a:cubicBezTo>
                <a:close/>
                <a:moveTo>
                  <a:pt x="27078" y="40467"/>
                </a:moveTo>
                <a:cubicBezTo>
                  <a:pt x="27078" y="40540"/>
                  <a:pt x="27093" y="40643"/>
                  <a:pt x="27122" y="40717"/>
                </a:cubicBezTo>
                <a:cubicBezTo>
                  <a:pt x="27093" y="40790"/>
                  <a:pt x="27064" y="40879"/>
                  <a:pt x="27034" y="40952"/>
                </a:cubicBezTo>
                <a:cubicBezTo>
                  <a:pt x="27019" y="40879"/>
                  <a:pt x="27005" y="40790"/>
                  <a:pt x="26990" y="40717"/>
                </a:cubicBezTo>
                <a:cubicBezTo>
                  <a:pt x="27019" y="40643"/>
                  <a:pt x="27034" y="40540"/>
                  <a:pt x="27078" y="40467"/>
                </a:cubicBezTo>
                <a:close/>
                <a:moveTo>
                  <a:pt x="26799" y="40437"/>
                </a:moveTo>
                <a:cubicBezTo>
                  <a:pt x="26813" y="40526"/>
                  <a:pt x="26858" y="40614"/>
                  <a:pt x="26872" y="40717"/>
                </a:cubicBezTo>
                <a:cubicBezTo>
                  <a:pt x="26843" y="40805"/>
                  <a:pt x="26799" y="40879"/>
                  <a:pt x="26769" y="40967"/>
                </a:cubicBezTo>
                <a:cubicBezTo>
                  <a:pt x="26725" y="40879"/>
                  <a:pt x="26710" y="40790"/>
                  <a:pt x="26681" y="40687"/>
                </a:cubicBezTo>
                <a:cubicBezTo>
                  <a:pt x="26725" y="40599"/>
                  <a:pt x="26769" y="40526"/>
                  <a:pt x="26799" y="40437"/>
                </a:cubicBezTo>
                <a:close/>
                <a:moveTo>
                  <a:pt x="24871" y="40717"/>
                </a:moveTo>
                <a:cubicBezTo>
                  <a:pt x="24944" y="40805"/>
                  <a:pt x="25003" y="40879"/>
                  <a:pt x="25062" y="40952"/>
                </a:cubicBezTo>
                <a:lnTo>
                  <a:pt x="25003" y="41011"/>
                </a:lnTo>
                <a:cubicBezTo>
                  <a:pt x="24944" y="41085"/>
                  <a:pt x="24871" y="41158"/>
                  <a:pt x="24797" y="41232"/>
                </a:cubicBezTo>
                <a:cubicBezTo>
                  <a:pt x="24738" y="41158"/>
                  <a:pt x="24665" y="41085"/>
                  <a:pt x="24621" y="41011"/>
                </a:cubicBezTo>
                <a:cubicBezTo>
                  <a:pt x="24709" y="40908"/>
                  <a:pt x="24783" y="40820"/>
                  <a:pt x="24871" y="40717"/>
                </a:cubicBezTo>
                <a:close/>
                <a:moveTo>
                  <a:pt x="27299" y="40938"/>
                </a:moveTo>
                <a:cubicBezTo>
                  <a:pt x="27314" y="40967"/>
                  <a:pt x="27314" y="41026"/>
                  <a:pt x="27314" y="41085"/>
                </a:cubicBezTo>
                <a:cubicBezTo>
                  <a:pt x="27314" y="41114"/>
                  <a:pt x="27299" y="41158"/>
                  <a:pt x="27299" y="41173"/>
                </a:cubicBezTo>
                <a:cubicBezTo>
                  <a:pt x="27299" y="41188"/>
                  <a:pt x="27284" y="41232"/>
                  <a:pt x="27284" y="41247"/>
                </a:cubicBezTo>
                <a:cubicBezTo>
                  <a:pt x="27284" y="41188"/>
                  <a:pt x="27270" y="41129"/>
                  <a:pt x="27270" y="41100"/>
                </a:cubicBezTo>
                <a:cubicBezTo>
                  <a:pt x="27284" y="41041"/>
                  <a:pt x="27299" y="40982"/>
                  <a:pt x="27299" y="40938"/>
                </a:cubicBezTo>
                <a:close/>
                <a:moveTo>
                  <a:pt x="25430" y="40717"/>
                </a:moveTo>
                <a:cubicBezTo>
                  <a:pt x="25445" y="40746"/>
                  <a:pt x="25460" y="40761"/>
                  <a:pt x="25474" y="40805"/>
                </a:cubicBezTo>
                <a:cubicBezTo>
                  <a:pt x="25518" y="40879"/>
                  <a:pt x="25563" y="40952"/>
                  <a:pt x="25607" y="41011"/>
                </a:cubicBezTo>
                <a:cubicBezTo>
                  <a:pt x="25533" y="41100"/>
                  <a:pt x="25474" y="41188"/>
                  <a:pt x="25401" y="41276"/>
                </a:cubicBezTo>
                <a:cubicBezTo>
                  <a:pt x="25386" y="41261"/>
                  <a:pt x="25386" y="41247"/>
                  <a:pt x="25371" y="41232"/>
                </a:cubicBezTo>
                <a:cubicBezTo>
                  <a:pt x="25401" y="41188"/>
                  <a:pt x="25430" y="41158"/>
                  <a:pt x="25460" y="41114"/>
                </a:cubicBezTo>
                <a:cubicBezTo>
                  <a:pt x="25445" y="41114"/>
                  <a:pt x="25430" y="41100"/>
                  <a:pt x="25401" y="41085"/>
                </a:cubicBezTo>
                <a:cubicBezTo>
                  <a:pt x="25386" y="41114"/>
                  <a:pt x="25357" y="41129"/>
                  <a:pt x="25327" y="41173"/>
                </a:cubicBezTo>
                <a:cubicBezTo>
                  <a:pt x="25298" y="41114"/>
                  <a:pt x="25253" y="41055"/>
                  <a:pt x="25195" y="41011"/>
                </a:cubicBezTo>
                <a:cubicBezTo>
                  <a:pt x="25283" y="40908"/>
                  <a:pt x="25342" y="40820"/>
                  <a:pt x="25430" y="40717"/>
                </a:cubicBezTo>
                <a:close/>
                <a:moveTo>
                  <a:pt x="25886" y="40732"/>
                </a:moveTo>
                <a:cubicBezTo>
                  <a:pt x="25930" y="40820"/>
                  <a:pt x="25989" y="40938"/>
                  <a:pt x="26033" y="41026"/>
                </a:cubicBezTo>
                <a:cubicBezTo>
                  <a:pt x="25975" y="41114"/>
                  <a:pt x="25916" y="41203"/>
                  <a:pt x="25842" y="41306"/>
                </a:cubicBezTo>
                <a:cubicBezTo>
                  <a:pt x="25827" y="41203"/>
                  <a:pt x="25754" y="41114"/>
                  <a:pt x="25695" y="41011"/>
                </a:cubicBezTo>
                <a:cubicBezTo>
                  <a:pt x="25754" y="40908"/>
                  <a:pt x="25827" y="40820"/>
                  <a:pt x="25886" y="40732"/>
                </a:cubicBezTo>
                <a:close/>
                <a:moveTo>
                  <a:pt x="26298" y="40761"/>
                </a:moveTo>
                <a:cubicBezTo>
                  <a:pt x="26343" y="40864"/>
                  <a:pt x="26387" y="40952"/>
                  <a:pt x="26431" y="41055"/>
                </a:cubicBezTo>
                <a:cubicBezTo>
                  <a:pt x="26387" y="41158"/>
                  <a:pt x="26343" y="41247"/>
                  <a:pt x="26284" y="41335"/>
                </a:cubicBezTo>
                <a:cubicBezTo>
                  <a:pt x="26254" y="41247"/>
                  <a:pt x="26195" y="41144"/>
                  <a:pt x="26166" y="41041"/>
                </a:cubicBezTo>
                <a:cubicBezTo>
                  <a:pt x="26195" y="40952"/>
                  <a:pt x="26254" y="40864"/>
                  <a:pt x="26298" y="40761"/>
                </a:cubicBezTo>
                <a:close/>
                <a:moveTo>
                  <a:pt x="26637" y="40805"/>
                </a:moveTo>
                <a:cubicBezTo>
                  <a:pt x="26681" y="40893"/>
                  <a:pt x="26696" y="40982"/>
                  <a:pt x="26725" y="41085"/>
                </a:cubicBezTo>
                <a:cubicBezTo>
                  <a:pt x="26696" y="41173"/>
                  <a:pt x="26652" y="41261"/>
                  <a:pt x="26622" y="41335"/>
                </a:cubicBezTo>
                <a:lnTo>
                  <a:pt x="26504" y="41055"/>
                </a:lnTo>
                <a:cubicBezTo>
                  <a:pt x="26549" y="40967"/>
                  <a:pt x="26607" y="40893"/>
                  <a:pt x="26637" y="40805"/>
                </a:cubicBezTo>
                <a:close/>
                <a:moveTo>
                  <a:pt x="26916" y="40835"/>
                </a:moveTo>
                <a:cubicBezTo>
                  <a:pt x="26931" y="40938"/>
                  <a:pt x="26946" y="41026"/>
                  <a:pt x="26975" y="41100"/>
                </a:cubicBezTo>
                <a:cubicBezTo>
                  <a:pt x="26931" y="41173"/>
                  <a:pt x="26916" y="41261"/>
                  <a:pt x="26872" y="41335"/>
                </a:cubicBezTo>
                <a:cubicBezTo>
                  <a:pt x="26858" y="41247"/>
                  <a:pt x="26828" y="41144"/>
                  <a:pt x="26799" y="41070"/>
                </a:cubicBezTo>
                <a:cubicBezTo>
                  <a:pt x="26858" y="41011"/>
                  <a:pt x="26902" y="40908"/>
                  <a:pt x="26916" y="40835"/>
                </a:cubicBezTo>
                <a:close/>
                <a:moveTo>
                  <a:pt x="27137" y="40893"/>
                </a:moveTo>
                <a:cubicBezTo>
                  <a:pt x="27152" y="40952"/>
                  <a:pt x="27167" y="41026"/>
                  <a:pt x="27167" y="41100"/>
                </a:cubicBezTo>
                <a:cubicBezTo>
                  <a:pt x="27152" y="41173"/>
                  <a:pt x="27137" y="41247"/>
                  <a:pt x="27122" y="41335"/>
                </a:cubicBezTo>
                <a:lnTo>
                  <a:pt x="27064" y="41114"/>
                </a:lnTo>
                <a:cubicBezTo>
                  <a:pt x="27078" y="41041"/>
                  <a:pt x="27122" y="40967"/>
                  <a:pt x="27137" y="40893"/>
                </a:cubicBezTo>
                <a:close/>
                <a:moveTo>
                  <a:pt x="25150" y="41085"/>
                </a:moveTo>
                <a:cubicBezTo>
                  <a:pt x="25180" y="41129"/>
                  <a:pt x="25224" y="41188"/>
                  <a:pt x="25283" y="41247"/>
                </a:cubicBezTo>
                <a:lnTo>
                  <a:pt x="25062" y="41512"/>
                </a:lnTo>
                <a:cubicBezTo>
                  <a:pt x="25018" y="41467"/>
                  <a:pt x="24959" y="41409"/>
                  <a:pt x="24930" y="41350"/>
                </a:cubicBezTo>
                <a:lnTo>
                  <a:pt x="25150" y="41085"/>
                </a:lnTo>
                <a:close/>
                <a:moveTo>
                  <a:pt x="27343" y="41379"/>
                </a:moveTo>
                <a:cubicBezTo>
                  <a:pt x="27343" y="41394"/>
                  <a:pt x="27343" y="41423"/>
                  <a:pt x="27358" y="41467"/>
                </a:cubicBezTo>
                <a:cubicBezTo>
                  <a:pt x="27358" y="41497"/>
                  <a:pt x="27343" y="41556"/>
                  <a:pt x="27343" y="41600"/>
                </a:cubicBezTo>
                <a:cubicBezTo>
                  <a:pt x="27343" y="41556"/>
                  <a:pt x="27343" y="41526"/>
                  <a:pt x="27314" y="41497"/>
                </a:cubicBezTo>
                <a:cubicBezTo>
                  <a:pt x="27343" y="41467"/>
                  <a:pt x="27343" y="41409"/>
                  <a:pt x="27343" y="41379"/>
                </a:cubicBezTo>
                <a:close/>
                <a:moveTo>
                  <a:pt x="25312" y="41320"/>
                </a:moveTo>
                <a:cubicBezTo>
                  <a:pt x="25327" y="41335"/>
                  <a:pt x="25327" y="41350"/>
                  <a:pt x="25357" y="41379"/>
                </a:cubicBezTo>
                <a:cubicBezTo>
                  <a:pt x="25283" y="41467"/>
                  <a:pt x="25209" y="41556"/>
                  <a:pt x="25136" y="41673"/>
                </a:cubicBezTo>
                <a:lnTo>
                  <a:pt x="25077" y="41615"/>
                </a:lnTo>
                <a:cubicBezTo>
                  <a:pt x="25165" y="41497"/>
                  <a:pt x="25239" y="41409"/>
                  <a:pt x="25312" y="41320"/>
                </a:cubicBezTo>
                <a:close/>
                <a:moveTo>
                  <a:pt x="25666" y="41100"/>
                </a:moveTo>
                <a:cubicBezTo>
                  <a:pt x="25724" y="41188"/>
                  <a:pt x="25769" y="41306"/>
                  <a:pt x="25827" y="41394"/>
                </a:cubicBezTo>
                <a:cubicBezTo>
                  <a:pt x="25769" y="41482"/>
                  <a:pt x="25695" y="41570"/>
                  <a:pt x="25651" y="41673"/>
                </a:cubicBezTo>
                <a:cubicBezTo>
                  <a:pt x="25621" y="41629"/>
                  <a:pt x="25592" y="41600"/>
                  <a:pt x="25577" y="41541"/>
                </a:cubicBezTo>
                <a:cubicBezTo>
                  <a:pt x="25607" y="41482"/>
                  <a:pt x="25651" y="41423"/>
                  <a:pt x="25695" y="41379"/>
                </a:cubicBezTo>
                <a:cubicBezTo>
                  <a:pt x="25666" y="41350"/>
                  <a:pt x="25651" y="41335"/>
                  <a:pt x="25621" y="41320"/>
                </a:cubicBezTo>
                <a:cubicBezTo>
                  <a:pt x="25592" y="41379"/>
                  <a:pt x="25548" y="41423"/>
                  <a:pt x="25518" y="41467"/>
                </a:cubicBezTo>
                <a:cubicBezTo>
                  <a:pt x="25504" y="41423"/>
                  <a:pt x="25474" y="41394"/>
                  <a:pt x="25460" y="41379"/>
                </a:cubicBezTo>
                <a:cubicBezTo>
                  <a:pt x="25533" y="41276"/>
                  <a:pt x="25592" y="41188"/>
                  <a:pt x="25666" y="41100"/>
                </a:cubicBezTo>
                <a:close/>
                <a:moveTo>
                  <a:pt x="26092" y="41114"/>
                </a:moveTo>
                <a:cubicBezTo>
                  <a:pt x="26136" y="41203"/>
                  <a:pt x="26181" y="41320"/>
                  <a:pt x="26210" y="41409"/>
                </a:cubicBezTo>
                <a:lnTo>
                  <a:pt x="26048" y="41688"/>
                </a:lnTo>
                <a:cubicBezTo>
                  <a:pt x="25989" y="41600"/>
                  <a:pt x="25960" y="41482"/>
                  <a:pt x="25901" y="41394"/>
                </a:cubicBezTo>
                <a:cubicBezTo>
                  <a:pt x="25975" y="41306"/>
                  <a:pt x="26033" y="41203"/>
                  <a:pt x="26092" y="41114"/>
                </a:cubicBezTo>
                <a:close/>
                <a:moveTo>
                  <a:pt x="26475" y="41158"/>
                </a:moveTo>
                <a:lnTo>
                  <a:pt x="26578" y="41423"/>
                </a:lnTo>
                <a:cubicBezTo>
                  <a:pt x="26534" y="41512"/>
                  <a:pt x="26475" y="41615"/>
                  <a:pt x="26431" y="41688"/>
                </a:cubicBezTo>
                <a:lnTo>
                  <a:pt x="26328" y="41409"/>
                </a:lnTo>
                <a:cubicBezTo>
                  <a:pt x="26387" y="41320"/>
                  <a:pt x="26416" y="41247"/>
                  <a:pt x="26475" y="41158"/>
                </a:cubicBezTo>
                <a:close/>
                <a:moveTo>
                  <a:pt x="27181" y="41306"/>
                </a:moveTo>
                <a:cubicBezTo>
                  <a:pt x="27211" y="41350"/>
                  <a:pt x="27225" y="41423"/>
                  <a:pt x="27225" y="41482"/>
                </a:cubicBezTo>
                <a:cubicBezTo>
                  <a:pt x="27211" y="41556"/>
                  <a:pt x="27181" y="41615"/>
                  <a:pt x="27167" y="41688"/>
                </a:cubicBezTo>
                <a:cubicBezTo>
                  <a:pt x="27152" y="41615"/>
                  <a:pt x="27152" y="41556"/>
                  <a:pt x="27137" y="41482"/>
                </a:cubicBezTo>
                <a:cubicBezTo>
                  <a:pt x="27152" y="41423"/>
                  <a:pt x="27167" y="41350"/>
                  <a:pt x="27181" y="41306"/>
                </a:cubicBezTo>
                <a:close/>
                <a:moveTo>
                  <a:pt x="26769" y="41188"/>
                </a:moveTo>
                <a:cubicBezTo>
                  <a:pt x="26784" y="41276"/>
                  <a:pt x="26813" y="41379"/>
                  <a:pt x="26843" y="41467"/>
                </a:cubicBezTo>
                <a:cubicBezTo>
                  <a:pt x="26799" y="41556"/>
                  <a:pt x="26769" y="41629"/>
                  <a:pt x="26725" y="41718"/>
                </a:cubicBezTo>
                <a:cubicBezTo>
                  <a:pt x="26696" y="41629"/>
                  <a:pt x="26681" y="41541"/>
                  <a:pt x="26637" y="41453"/>
                </a:cubicBezTo>
                <a:cubicBezTo>
                  <a:pt x="26696" y="41350"/>
                  <a:pt x="26725" y="41276"/>
                  <a:pt x="26769" y="41188"/>
                </a:cubicBezTo>
                <a:close/>
                <a:moveTo>
                  <a:pt x="27019" y="41247"/>
                </a:moveTo>
                <a:cubicBezTo>
                  <a:pt x="27034" y="41320"/>
                  <a:pt x="27034" y="41394"/>
                  <a:pt x="27064" y="41482"/>
                </a:cubicBezTo>
                <a:cubicBezTo>
                  <a:pt x="27049" y="41556"/>
                  <a:pt x="27005" y="41629"/>
                  <a:pt x="26990" y="41718"/>
                </a:cubicBezTo>
                <a:cubicBezTo>
                  <a:pt x="26975" y="41629"/>
                  <a:pt x="26946" y="41556"/>
                  <a:pt x="26931" y="41482"/>
                </a:cubicBezTo>
                <a:cubicBezTo>
                  <a:pt x="26975" y="41409"/>
                  <a:pt x="26990" y="41335"/>
                  <a:pt x="27019" y="41247"/>
                </a:cubicBezTo>
                <a:close/>
                <a:moveTo>
                  <a:pt x="25401" y="41453"/>
                </a:moveTo>
                <a:cubicBezTo>
                  <a:pt x="25430" y="41482"/>
                  <a:pt x="25445" y="41497"/>
                  <a:pt x="25460" y="41541"/>
                </a:cubicBezTo>
                <a:lnTo>
                  <a:pt x="25239" y="41821"/>
                </a:lnTo>
                <a:cubicBezTo>
                  <a:pt x="25224" y="41776"/>
                  <a:pt x="25195" y="41762"/>
                  <a:pt x="25180" y="41718"/>
                </a:cubicBezTo>
                <a:lnTo>
                  <a:pt x="25401" y="41453"/>
                </a:lnTo>
                <a:close/>
                <a:moveTo>
                  <a:pt x="25518" y="41615"/>
                </a:moveTo>
                <a:cubicBezTo>
                  <a:pt x="25533" y="41644"/>
                  <a:pt x="25563" y="41703"/>
                  <a:pt x="25592" y="41732"/>
                </a:cubicBezTo>
                <a:cubicBezTo>
                  <a:pt x="25518" y="41835"/>
                  <a:pt x="25460" y="41924"/>
                  <a:pt x="25386" y="42012"/>
                </a:cubicBezTo>
                <a:cubicBezTo>
                  <a:pt x="25357" y="41982"/>
                  <a:pt x="25327" y="41924"/>
                  <a:pt x="25298" y="41879"/>
                </a:cubicBezTo>
                <a:lnTo>
                  <a:pt x="25518" y="41615"/>
                </a:lnTo>
                <a:close/>
                <a:moveTo>
                  <a:pt x="25842" y="41453"/>
                </a:moveTo>
                <a:cubicBezTo>
                  <a:pt x="25901" y="41541"/>
                  <a:pt x="25960" y="41644"/>
                  <a:pt x="25989" y="41747"/>
                </a:cubicBezTo>
                <a:cubicBezTo>
                  <a:pt x="25960" y="41850"/>
                  <a:pt x="25901" y="41938"/>
                  <a:pt x="25842" y="42041"/>
                </a:cubicBezTo>
                <a:cubicBezTo>
                  <a:pt x="25813" y="41968"/>
                  <a:pt x="25769" y="41909"/>
                  <a:pt x="25739" y="41835"/>
                </a:cubicBezTo>
                <a:cubicBezTo>
                  <a:pt x="25798" y="41762"/>
                  <a:pt x="25842" y="41688"/>
                  <a:pt x="25886" y="41615"/>
                </a:cubicBezTo>
                <a:cubicBezTo>
                  <a:pt x="25872" y="41585"/>
                  <a:pt x="25842" y="41570"/>
                  <a:pt x="25827" y="41541"/>
                </a:cubicBezTo>
                <a:cubicBezTo>
                  <a:pt x="25769" y="41615"/>
                  <a:pt x="25739" y="41688"/>
                  <a:pt x="25680" y="41747"/>
                </a:cubicBezTo>
                <a:cubicBezTo>
                  <a:pt x="25680" y="41747"/>
                  <a:pt x="25680" y="41718"/>
                  <a:pt x="25666" y="41718"/>
                </a:cubicBezTo>
                <a:cubicBezTo>
                  <a:pt x="25724" y="41629"/>
                  <a:pt x="25798" y="41541"/>
                  <a:pt x="25842" y="41453"/>
                </a:cubicBezTo>
                <a:close/>
                <a:moveTo>
                  <a:pt x="27270" y="41718"/>
                </a:moveTo>
                <a:cubicBezTo>
                  <a:pt x="27270" y="41776"/>
                  <a:pt x="27270" y="41821"/>
                  <a:pt x="27284" y="41865"/>
                </a:cubicBezTo>
                <a:cubicBezTo>
                  <a:pt x="27270" y="41924"/>
                  <a:pt x="27270" y="41982"/>
                  <a:pt x="27240" y="42041"/>
                </a:cubicBezTo>
                <a:cubicBezTo>
                  <a:pt x="27240" y="41982"/>
                  <a:pt x="27225" y="41938"/>
                  <a:pt x="27225" y="41879"/>
                </a:cubicBezTo>
                <a:cubicBezTo>
                  <a:pt x="27240" y="41835"/>
                  <a:pt x="27270" y="41776"/>
                  <a:pt x="27270" y="41718"/>
                </a:cubicBezTo>
                <a:close/>
                <a:moveTo>
                  <a:pt x="26269" y="41497"/>
                </a:moveTo>
                <a:cubicBezTo>
                  <a:pt x="26313" y="41600"/>
                  <a:pt x="26343" y="41703"/>
                  <a:pt x="26387" y="41791"/>
                </a:cubicBezTo>
                <a:cubicBezTo>
                  <a:pt x="26328" y="41894"/>
                  <a:pt x="26284" y="41982"/>
                  <a:pt x="26239" y="42056"/>
                </a:cubicBezTo>
                <a:cubicBezTo>
                  <a:pt x="26195" y="41968"/>
                  <a:pt x="26136" y="41850"/>
                  <a:pt x="26107" y="41762"/>
                </a:cubicBezTo>
                <a:cubicBezTo>
                  <a:pt x="26166" y="41673"/>
                  <a:pt x="26210" y="41600"/>
                  <a:pt x="26269" y="41497"/>
                </a:cubicBezTo>
                <a:close/>
                <a:moveTo>
                  <a:pt x="27093" y="41629"/>
                </a:moveTo>
                <a:cubicBezTo>
                  <a:pt x="27122" y="41718"/>
                  <a:pt x="27122" y="41791"/>
                  <a:pt x="27137" y="41865"/>
                </a:cubicBezTo>
                <a:cubicBezTo>
                  <a:pt x="27122" y="41938"/>
                  <a:pt x="27093" y="42012"/>
                  <a:pt x="27078" y="42071"/>
                </a:cubicBezTo>
                <a:lnTo>
                  <a:pt x="27019" y="41850"/>
                </a:lnTo>
                <a:cubicBezTo>
                  <a:pt x="27034" y="41776"/>
                  <a:pt x="27078" y="41703"/>
                  <a:pt x="27093" y="41629"/>
                </a:cubicBezTo>
                <a:close/>
                <a:moveTo>
                  <a:pt x="26607" y="41541"/>
                </a:moveTo>
                <a:cubicBezTo>
                  <a:pt x="26637" y="41629"/>
                  <a:pt x="26652" y="41718"/>
                  <a:pt x="26696" y="41835"/>
                </a:cubicBezTo>
                <a:cubicBezTo>
                  <a:pt x="26652" y="41924"/>
                  <a:pt x="26622" y="41997"/>
                  <a:pt x="26578" y="42086"/>
                </a:cubicBezTo>
                <a:cubicBezTo>
                  <a:pt x="26549" y="41982"/>
                  <a:pt x="26504" y="41879"/>
                  <a:pt x="26475" y="41791"/>
                </a:cubicBezTo>
                <a:cubicBezTo>
                  <a:pt x="26504" y="41703"/>
                  <a:pt x="26563" y="41629"/>
                  <a:pt x="26607" y="41541"/>
                </a:cubicBezTo>
                <a:close/>
                <a:moveTo>
                  <a:pt x="26872" y="41600"/>
                </a:moveTo>
                <a:cubicBezTo>
                  <a:pt x="26902" y="41688"/>
                  <a:pt x="26916" y="41776"/>
                  <a:pt x="26931" y="41850"/>
                </a:cubicBezTo>
                <a:cubicBezTo>
                  <a:pt x="26902" y="41924"/>
                  <a:pt x="26872" y="42012"/>
                  <a:pt x="26843" y="42086"/>
                </a:cubicBezTo>
                <a:cubicBezTo>
                  <a:pt x="26828" y="41997"/>
                  <a:pt x="26784" y="41909"/>
                  <a:pt x="26769" y="41835"/>
                </a:cubicBezTo>
                <a:cubicBezTo>
                  <a:pt x="26828" y="41747"/>
                  <a:pt x="26843" y="41673"/>
                  <a:pt x="26872" y="41600"/>
                </a:cubicBezTo>
                <a:close/>
                <a:moveTo>
                  <a:pt x="25621" y="41821"/>
                </a:moveTo>
                <a:cubicBezTo>
                  <a:pt x="25621" y="41821"/>
                  <a:pt x="25621" y="41835"/>
                  <a:pt x="25651" y="41835"/>
                </a:cubicBezTo>
                <a:cubicBezTo>
                  <a:pt x="25592" y="41924"/>
                  <a:pt x="25518" y="42012"/>
                  <a:pt x="25445" y="42115"/>
                </a:cubicBezTo>
                <a:cubicBezTo>
                  <a:pt x="25445" y="42115"/>
                  <a:pt x="25445" y="42086"/>
                  <a:pt x="25430" y="42086"/>
                </a:cubicBezTo>
                <a:cubicBezTo>
                  <a:pt x="25504" y="41997"/>
                  <a:pt x="25563" y="41909"/>
                  <a:pt x="25621" y="41821"/>
                </a:cubicBezTo>
                <a:close/>
                <a:moveTo>
                  <a:pt x="26063" y="41865"/>
                </a:moveTo>
                <a:cubicBezTo>
                  <a:pt x="26107" y="41938"/>
                  <a:pt x="26122" y="42012"/>
                  <a:pt x="26166" y="42086"/>
                </a:cubicBezTo>
                <a:cubicBezTo>
                  <a:pt x="26107" y="42189"/>
                  <a:pt x="26063" y="42247"/>
                  <a:pt x="26019" y="42350"/>
                </a:cubicBezTo>
                <a:lnTo>
                  <a:pt x="25901" y="42130"/>
                </a:lnTo>
                <a:cubicBezTo>
                  <a:pt x="25960" y="42041"/>
                  <a:pt x="26019" y="41968"/>
                  <a:pt x="26063" y="41865"/>
                </a:cubicBezTo>
                <a:close/>
                <a:moveTo>
                  <a:pt x="27284" y="42159"/>
                </a:moveTo>
                <a:cubicBezTo>
                  <a:pt x="27299" y="42203"/>
                  <a:pt x="27299" y="42218"/>
                  <a:pt x="27299" y="42247"/>
                </a:cubicBezTo>
                <a:cubicBezTo>
                  <a:pt x="27299" y="42292"/>
                  <a:pt x="27284" y="42321"/>
                  <a:pt x="27284" y="42365"/>
                </a:cubicBezTo>
                <a:cubicBezTo>
                  <a:pt x="27284" y="42336"/>
                  <a:pt x="27284" y="42292"/>
                  <a:pt x="27270" y="42277"/>
                </a:cubicBezTo>
                <a:cubicBezTo>
                  <a:pt x="27270" y="42233"/>
                  <a:pt x="27284" y="42203"/>
                  <a:pt x="27284" y="42159"/>
                </a:cubicBezTo>
                <a:close/>
                <a:moveTo>
                  <a:pt x="25680" y="41909"/>
                </a:moveTo>
                <a:cubicBezTo>
                  <a:pt x="25724" y="41982"/>
                  <a:pt x="25754" y="42041"/>
                  <a:pt x="25798" y="42115"/>
                </a:cubicBezTo>
                <a:cubicBezTo>
                  <a:pt x="25739" y="42203"/>
                  <a:pt x="25666" y="42292"/>
                  <a:pt x="25607" y="42380"/>
                </a:cubicBezTo>
                <a:cubicBezTo>
                  <a:pt x="25563" y="42306"/>
                  <a:pt x="25518" y="42233"/>
                  <a:pt x="25474" y="42189"/>
                </a:cubicBezTo>
                <a:cubicBezTo>
                  <a:pt x="25548" y="42086"/>
                  <a:pt x="25621" y="41997"/>
                  <a:pt x="25680" y="41909"/>
                </a:cubicBezTo>
                <a:close/>
                <a:moveTo>
                  <a:pt x="26431" y="41894"/>
                </a:moveTo>
                <a:cubicBezTo>
                  <a:pt x="26475" y="41982"/>
                  <a:pt x="26504" y="42086"/>
                  <a:pt x="26549" y="42189"/>
                </a:cubicBezTo>
                <a:cubicBezTo>
                  <a:pt x="26504" y="42277"/>
                  <a:pt x="26460" y="42350"/>
                  <a:pt x="26416" y="42439"/>
                </a:cubicBezTo>
                <a:cubicBezTo>
                  <a:pt x="26416" y="42424"/>
                  <a:pt x="26401" y="42409"/>
                  <a:pt x="26401" y="42380"/>
                </a:cubicBezTo>
                <a:cubicBezTo>
                  <a:pt x="26401" y="42365"/>
                  <a:pt x="26416" y="42365"/>
                  <a:pt x="26416" y="42350"/>
                </a:cubicBezTo>
                <a:cubicBezTo>
                  <a:pt x="26387" y="42336"/>
                  <a:pt x="26387" y="42292"/>
                  <a:pt x="26357" y="42277"/>
                </a:cubicBezTo>
                <a:cubicBezTo>
                  <a:pt x="26357" y="42277"/>
                  <a:pt x="26357" y="42292"/>
                  <a:pt x="26343" y="42292"/>
                </a:cubicBezTo>
                <a:cubicBezTo>
                  <a:pt x="26328" y="42233"/>
                  <a:pt x="26313" y="42203"/>
                  <a:pt x="26284" y="42144"/>
                </a:cubicBezTo>
                <a:cubicBezTo>
                  <a:pt x="26343" y="42056"/>
                  <a:pt x="26387" y="41982"/>
                  <a:pt x="26431" y="41894"/>
                </a:cubicBezTo>
                <a:close/>
                <a:moveTo>
                  <a:pt x="26725" y="41938"/>
                </a:moveTo>
                <a:cubicBezTo>
                  <a:pt x="26755" y="42041"/>
                  <a:pt x="26784" y="42130"/>
                  <a:pt x="26799" y="42218"/>
                </a:cubicBezTo>
                <a:cubicBezTo>
                  <a:pt x="26769" y="42292"/>
                  <a:pt x="26725" y="42380"/>
                  <a:pt x="26710" y="42453"/>
                </a:cubicBezTo>
                <a:cubicBezTo>
                  <a:pt x="26681" y="42365"/>
                  <a:pt x="26652" y="42277"/>
                  <a:pt x="26622" y="42189"/>
                </a:cubicBezTo>
                <a:cubicBezTo>
                  <a:pt x="26652" y="42115"/>
                  <a:pt x="26696" y="42012"/>
                  <a:pt x="26725" y="41938"/>
                </a:cubicBezTo>
                <a:close/>
                <a:moveTo>
                  <a:pt x="27167" y="42071"/>
                </a:moveTo>
                <a:cubicBezTo>
                  <a:pt x="27167" y="42130"/>
                  <a:pt x="27167" y="42203"/>
                  <a:pt x="27196" y="42277"/>
                </a:cubicBezTo>
                <a:cubicBezTo>
                  <a:pt x="27167" y="42336"/>
                  <a:pt x="27152" y="42409"/>
                  <a:pt x="27152" y="42453"/>
                </a:cubicBezTo>
                <a:cubicBezTo>
                  <a:pt x="27137" y="42380"/>
                  <a:pt x="27137" y="42336"/>
                  <a:pt x="27122" y="42247"/>
                </a:cubicBezTo>
                <a:cubicBezTo>
                  <a:pt x="27137" y="42203"/>
                  <a:pt x="27152" y="42130"/>
                  <a:pt x="27167" y="42071"/>
                </a:cubicBezTo>
                <a:close/>
                <a:moveTo>
                  <a:pt x="26990" y="42012"/>
                </a:moveTo>
                <a:cubicBezTo>
                  <a:pt x="27005" y="42115"/>
                  <a:pt x="27019" y="42189"/>
                  <a:pt x="27034" y="42277"/>
                </a:cubicBezTo>
                <a:cubicBezTo>
                  <a:pt x="27005" y="42336"/>
                  <a:pt x="26975" y="42409"/>
                  <a:pt x="26946" y="42483"/>
                </a:cubicBezTo>
                <a:cubicBezTo>
                  <a:pt x="26931" y="42409"/>
                  <a:pt x="26916" y="42306"/>
                  <a:pt x="26902" y="42233"/>
                </a:cubicBezTo>
                <a:cubicBezTo>
                  <a:pt x="26931" y="42159"/>
                  <a:pt x="26946" y="42086"/>
                  <a:pt x="26990" y="42012"/>
                </a:cubicBezTo>
                <a:close/>
                <a:moveTo>
                  <a:pt x="26239" y="42233"/>
                </a:moveTo>
                <a:cubicBezTo>
                  <a:pt x="26254" y="42292"/>
                  <a:pt x="26269" y="42336"/>
                  <a:pt x="26284" y="42380"/>
                </a:cubicBezTo>
                <a:cubicBezTo>
                  <a:pt x="26254" y="42483"/>
                  <a:pt x="26195" y="42556"/>
                  <a:pt x="26136" y="42645"/>
                </a:cubicBezTo>
                <a:cubicBezTo>
                  <a:pt x="26122" y="42586"/>
                  <a:pt x="26092" y="42556"/>
                  <a:pt x="26063" y="42498"/>
                </a:cubicBezTo>
                <a:cubicBezTo>
                  <a:pt x="26136" y="42409"/>
                  <a:pt x="26181" y="42336"/>
                  <a:pt x="26239" y="42233"/>
                </a:cubicBezTo>
                <a:close/>
                <a:moveTo>
                  <a:pt x="25842" y="42203"/>
                </a:moveTo>
                <a:lnTo>
                  <a:pt x="25960" y="42424"/>
                </a:lnTo>
                <a:cubicBezTo>
                  <a:pt x="25901" y="42512"/>
                  <a:pt x="25842" y="42601"/>
                  <a:pt x="25783" y="42674"/>
                </a:cubicBezTo>
                <a:cubicBezTo>
                  <a:pt x="25754" y="42601"/>
                  <a:pt x="25710" y="42527"/>
                  <a:pt x="25666" y="42453"/>
                </a:cubicBezTo>
                <a:cubicBezTo>
                  <a:pt x="25739" y="42380"/>
                  <a:pt x="25798" y="42292"/>
                  <a:pt x="25842" y="42203"/>
                </a:cubicBezTo>
                <a:close/>
                <a:moveTo>
                  <a:pt x="26328" y="42483"/>
                </a:moveTo>
                <a:cubicBezTo>
                  <a:pt x="26328" y="42498"/>
                  <a:pt x="26343" y="42512"/>
                  <a:pt x="26343" y="42527"/>
                </a:cubicBezTo>
                <a:cubicBezTo>
                  <a:pt x="26298" y="42630"/>
                  <a:pt x="26254" y="42704"/>
                  <a:pt x="26210" y="42792"/>
                </a:cubicBezTo>
                <a:cubicBezTo>
                  <a:pt x="26210" y="42777"/>
                  <a:pt x="26195" y="42748"/>
                  <a:pt x="26195" y="42733"/>
                </a:cubicBezTo>
                <a:cubicBezTo>
                  <a:pt x="26239" y="42645"/>
                  <a:pt x="26284" y="42571"/>
                  <a:pt x="26328" y="42483"/>
                </a:cubicBezTo>
                <a:close/>
                <a:moveTo>
                  <a:pt x="26563" y="42292"/>
                </a:moveTo>
                <a:cubicBezTo>
                  <a:pt x="26607" y="42380"/>
                  <a:pt x="26622" y="42468"/>
                  <a:pt x="26652" y="42586"/>
                </a:cubicBezTo>
                <a:cubicBezTo>
                  <a:pt x="26622" y="42659"/>
                  <a:pt x="26578" y="42748"/>
                  <a:pt x="26549" y="42821"/>
                </a:cubicBezTo>
                <a:cubicBezTo>
                  <a:pt x="26534" y="42792"/>
                  <a:pt x="26504" y="42733"/>
                  <a:pt x="26490" y="42704"/>
                </a:cubicBezTo>
                <a:cubicBezTo>
                  <a:pt x="26504" y="42659"/>
                  <a:pt x="26534" y="42630"/>
                  <a:pt x="26549" y="42601"/>
                </a:cubicBezTo>
                <a:cubicBezTo>
                  <a:pt x="26534" y="42571"/>
                  <a:pt x="26504" y="42556"/>
                  <a:pt x="26490" y="42512"/>
                </a:cubicBezTo>
                <a:cubicBezTo>
                  <a:pt x="26475" y="42527"/>
                  <a:pt x="26475" y="42571"/>
                  <a:pt x="26460" y="42586"/>
                </a:cubicBezTo>
                <a:cubicBezTo>
                  <a:pt x="26460" y="42571"/>
                  <a:pt x="26431" y="42556"/>
                  <a:pt x="26431" y="42527"/>
                </a:cubicBezTo>
                <a:cubicBezTo>
                  <a:pt x="26475" y="42453"/>
                  <a:pt x="26534" y="42365"/>
                  <a:pt x="26563" y="42292"/>
                </a:cubicBezTo>
                <a:close/>
                <a:moveTo>
                  <a:pt x="27211" y="42512"/>
                </a:moveTo>
                <a:cubicBezTo>
                  <a:pt x="27225" y="42556"/>
                  <a:pt x="27225" y="42601"/>
                  <a:pt x="27225" y="42659"/>
                </a:cubicBezTo>
                <a:cubicBezTo>
                  <a:pt x="27211" y="42718"/>
                  <a:pt x="27211" y="42777"/>
                  <a:pt x="27181" y="42821"/>
                </a:cubicBezTo>
                <a:cubicBezTo>
                  <a:pt x="27181" y="42777"/>
                  <a:pt x="27167" y="42718"/>
                  <a:pt x="27167" y="42659"/>
                </a:cubicBezTo>
                <a:cubicBezTo>
                  <a:pt x="27181" y="42601"/>
                  <a:pt x="27211" y="42571"/>
                  <a:pt x="27211" y="42512"/>
                </a:cubicBezTo>
                <a:close/>
                <a:moveTo>
                  <a:pt x="26843" y="42350"/>
                </a:moveTo>
                <a:cubicBezTo>
                  <a:pt x="26858" y="42439"/>
                  <a:pt x="26872" y="42527"/>
                  <a:pt x="26902" y="42601"/>
                </a:cubicBezTo>
                <a:cubicBezTo>
                  <a:pt x="26872" y="42674"/>
                  <a:pt x="26843" y="42748"/>
                  <a:pt x="26799" y="42836"/>
                </a:cubicBezTo>
                <a:cubicBezTo>
                  <a:pt x="26784" y="42748"/>
                  <a:pt x="26755" y="42659"/>
                  <a:pt x="26725" y="42586"/>
                </a:cubicBezTo>
                <a:cubicBezTo>
                  <a:pt x="26784" y="42512"/>
                  <a:pt x="26799" y="42424"/>
                  <a:pt x="26843" y="42350"/>
                </a:cubicBezTo>
                <a:close/>
                <a:moveTo>
                  <a:pt x="27064" y="42424"/>
                </a:moveTo>
                <a:cubicBezTo>
                  <a:pt x="27064" y="42498"/>
                  <a:pt x="27078" y="42571"/>
                  <a:pt x="27093" y="42645"/>
                </a:cubicBezTo>
                <a:cubicBezTo>
                  <a:pt x="27078" y="42718"/>
                  <a:pt x="27064" y="42777"/>
                  <a:pt x="27049" y="42851"/>
                </a:cubicBezTo>
                <a:lnTo>
                  <a:pt x="26990" y="42630"/>
                </a:lnTo>
                <a:cubicBezTo>
                  <a:pt x="27005" y="42556"/>
                  <a:pt x="27049" y="42498"/>
                  <a:pt x="27064" y="42424"/>
                </a:cubicBezTo>
                <a:close/>
                <a:moveTo>
                  <a:pt x="26401" y="42645"/>
                </a:moveTo>
                <a:cubicBezTo>
                  <a:pt x="26401" y="42659"/>
                  <a:pt x="26416" y="42674"/>
                  <a:pt x="26416" y="42704"/>
                </a:cubicBezTo>
                <a:cubicBezTo>
                  <a:pt x="26372" y="42792"/>
                  <a:pt x="26328" y="42865"/>
                  <a:pt x="26284" y="42954"/>
                </a:cubicBezTo>
                <a:cubicBezTo>
                  <a:pt x="26284" y="42939"/>
                  <a:pt x="26269" y="42924"/>
                  <a:pt x="26269" y="42895"/>
                </a:cubicBezTo>
                <a:cubicBezTo>
                  <a:pt x="26298" y="42792"/>
                  <a:pt x="26343" y="42718"/>
                  <a:pt x="26401" y="42645"/>
                </a:cubicBezTo>
                <a:close/>
                <a:moveTo>
                  <a:pt x="27240" y="42939"/>
                </a:moveTo>
                <a:cubicBezTo>
                  <a:pt x="27270" y="42968"/>
                  <a:pt x="27270" y="43013"/>
                  <a:pt x="27270" y="43042"/>
                </a:cubicBezTo>
                <a:cubicBezTo>
                  <a:pt x="27270" y="43086"/>
                  <a:pt x="27270" y="43101"/>
                  <a:pt x="27240" y="43145"/>
                </a:cubicBezTo>
                <a:lnTo>
                  <a:pt x="27240" y="43160"/>
                </a:lnTo>
                <a:cubicBezTo>
                  <a:pt x="27240" y="43116"/>
                  <a:pt x="27240" y="43086"/>
                  <a:pt x="27225" y="43042"/>
                </a:cubicBezTo>
                <a:cubicBezTo>
                  <a:pt x="27225" y="43013"/>
                  <a:pt x="27240" y="42968"/>
                  <a:pt x="27240" y="42939"/>
                </a:cubicBezTo>
                <a:close/>
                <a:moveTo>
                  <a:pt x="26460" y="42807"/>
                </a:moveTo>
                <a:cubicBezTo>
                  <a:pt x="26475" y="42836"/>
                  <a:pt x="26490" y="42895"/>
                  <a:pt x="26490" y="42939"/>
                </a:cubicBezTo>
                <a:cubicBezTo>
                  <a:pt x="26460" y="43013"/>
                  <a:pt x="26416" y="43101"/>
                  <a:pt x="26387" y="43175"/>
                </a:cubicBezTo>
                <a:cubicBezTo>
                  <a:pt x="26357" y="43145"/>
                  <a:pt x="26343" y="43086"/>
                  <a:pt x="26328" y="43042"/>
                </a:cubicBezTo>
                <a:cubicBezTo>
                  <a:pt x="26357" y="42968"/>
                  <a:pt x="26416" y="42880"/>
                  <a:pt x="26460" y="42807"/>
                </a:cubicBezTo>
                <a:close/>
                <a:moveTo>
                  <a:pt x="26696" y="42704"/>
                </a:moveTo>
                <a:cubicBezTo>
                  <a:pt x="26710" y="42792"/>
                  <a:pt x="26755" y="42880"/>
                  <a:pt x="26769" y="42968"/>
                </a:cubicBezTo>
                <a:cubicBezTo>
                  <a:pt x="26769" y="42998"/>
                  <a:pt x="26769" y="42998"/>
                  <a:pt x="26755" y="43013"/>
                </a:cubicBezTo>
                <a:cubicBezTo>
                  <a:pt x="26725" y="43086"/>
                  <a:pt x="26696" y="43160"/>
                  <a:pt x="26681" y="43219"/>
                </a:cubicBezTo>
                <a:cubicBezTo>
                  <a:pt x="26652" y="43160"/>
                  <a:pt x="26637" y="43086"/>
                  <a:pt x="26622" y="43027"/>
                </a:cubicBezTo>
                <a:cubicBezTo>
                  <a:pt x="26637" y="42968"/>
                  <a:pt x="26681" y="42924"/>
                  <a:pt x="26696" y="42865"/>
                </a:cubicBezTo>
                <a:cubicBezTo>
                  <a:pt x="26666" y="42821"/>
                  <a:pt x="26652" y="42807"/>
                  <a:pt x="26652" y="42792"/>
                </a:cubicBezTo>
                <a:cubicBezTo>
                  <a:pt x="26666" y="42748"/>
                  <a:pt x="26696" y="42733"/>
                  <a:pt x="26696" y="42704"/>
                </a:cubicBezTo>
                <a:close/>
                <a:moveTo>
                  <a:pt x="26931" y="42748"/>
                </a:moveTo>
                <a:cubicBezTo>
                  <a:pt x="26946" y="42851"/>
                  <a:pt x="26975" y="42924"/>
                  <a:pt x="26990" y="43013"/>
                </a:cubicBezTo>
                <a:cubicBezTo>
                  <a:pt x="26975" y="43086"/>
                  <a:pt x="26931" y="43160"/>
                  <a:pt x="26916" y="43233"/>
                </a:cubicBezTo>
                <a:cubicBezTo>
                  <a:pt x="26902" y="43145"/>
                  <a:pt x="26872" y="43072"/>
                  <a:pt x="26858" y="42968"/>
                </a:cubicBezTo>
                <a:cubicBezTo>
                  <a:pt x="26902" y="42895"/>
                  <a:pt x="26916" y="42821"/>
                  <a:pt x="26931" y="42748"/>
                </a:cubicBezTo>
                <a:close/>
                <a:moveTo>
                  <a:pt x="27137" y="42836"/>
                </a:moveTo>
                <a:cubicBezTo>
                  <a:pt x="27137" y="42924"/>
                  <a:pt x="27137" y="42968"/>
                  <a:pt x="27152" y="43042"/>
                </a:cubicBezTo>
                <a:cubicBezTo>
                  <a:pt x="27137" y="43101"/>
                  <a:pt x="27122" y="43160"/>
                  <a:pt x="27122" y="43233"/>
                </a:cubicBezTo>
                <a:cubicBezTo>
                  <a:pt x="27093" y="43160"/>
                  <a:pt x="27093" y="43101"/>
                  <a:pt x="27078" y="43027"/>
                </a:cubicBezTo>
                <a:cubicBezTo>
                  <a:pt x="27093" y="42968"/>
                  <a:pt x="27122" y="42910"/>
                  <a:pt x="27137" y="42836"/>
                </a:cubicBezTo>
                <a:close/>
                <a:moveTo>
                  <a:pt x="26799" y="43116"/>
                </a:moveTo>
                <a:cubicBezTo>
                  <a:pt x="26813" y="43175"/>
                  <a:pt x="26813" y="43219"/>
                  <a:pt x="26843" y="43263"/>
                </a:cubicBezTo>
                <a:cubicBezTo>
                  <a:pt x="26799" y="43322"/>
                  <a:pt x="26784" y="43410"/>
                  <a:pt x="26755" y="43484"/>
                </a:cubicBezTo>
                <a:cubicBezTo>
                  <a:pt x="26725" y="43439"/>
                  <a:pt x="26710" y="43381"/>
                  <a:pt x="26710" y="43336"/>
                </a:cubicBezTo>
                <a:cubicBezTo>
                  <a:pt x="26755" y="43263"/>
                  <a:pt x="26769" y="43189"/>
                  <a:pt x="26799" y="43116"/>
                </a:cubicBezTo>
                <a:close/>
                <a:moveTo>
                  <a:pt x="26563" y="43116"/>
                </a:moveTo>
                <a:cubicBezTo>
                  <a:pt x="26578" y="43189"/>
                  <a:pt x="26607" y="43248"/>
                  <a:pt x="26622" y="43322"/>
                </a:cubicBezTo>
                <a:cubicBezTo>
                  <a:pt x="26578" y="43395"/>
                  <a:pt x="26549" y="43469"/>
                  <a:pt x="26504" y="43557"/>
                </a:cubicBezTo>
                <a:cubicBezTo>
                  <a:pt x="26490" y="43484"/>
                  <a:pt x="26460" y="43439"/>
                  <a:pt x="26431" y="43366"/>
                </a:cubicBezTo>
                <a:cubicBezTo>
                  <a:pt x="26490" y="43292"/>
                  <a:pt x="26534" y="43189"/>
                  <a:pt x="26563" y="43116"/>
                </a:cubicBezTo>
                <a:close/>
                <a:moveTo>
                  <a:pt x="27167" y="43263"/>
                </a:moveTo>
                <a:cubicBezTo>
                  <a:pt x="27167" y="43322"/>
                  <a:pt x="27196" y="43381"/>
                  <a:pt x="27196" y="43439"/>
                </a:cubicBezTo>
                <a:cubicBezTo>
                  <a:pt x="27167" y="43484"/>
                  <a:pt x="27167" y="43528"/>
                  <a:pt x="27152" y="43587"/>
                </a:cubicBezTo>
                <a:cubicBezTo>
                  <a:pt x="27152" y="43528"/>
                  <a:pt x="27137" y="43469"/>
                  <a:pt x="27137" y="43410"/>
                </a:cubicBezTo>
                <a:cubicBezTo>
                  <a:pt x="27152" y="43366"/>
                  <a:pt x="27152" y="43322"/>
                  <a:pt x="27167" y="43263"/>
                </a:cubicBezTo>
                <a:close/>
                <a:moveTo>
                  <a:pt x="27019" y="43189"/>
                </a:moveTo>
                <a:cubicBezTo>
                  <a:pt x="27019" y="43263"/>
                  <a:pt x="27034" y="43336"/>
                  <a:pt x="27064" y="43410"/>
                </a:cubicBezTo>
                <a:cubicBezTo>
                  <a:pt x="27049" y="43484"/>
                  <a:pt x="27019" y="43542"/>
                  <a:pt x="27005" y="43616"/>
                </a:cubicBezTo>
                <a:lnTo>
                  <a:pt x="27005" y="43601"/>
                </a:lnTo>
                <a:lnTo>
                  <a:pt x="27005" y="43572"/>
                </a:lnTo>
                <a:cubicBezTo>
                  <a:pt x="27005" y="43557"/>
                  <a:pt x="26990" y="43557"/>
                  <a:pt x="26990" y="43542"/>
                </a:cubicBezTo>
                <a:cubicBezTo>
                  <a:pt x="26990" y="43528"/>
                  <a:pt x="26990" y="43528"/>
                  <a:pt x="26975" y="43513"/>
                </a:cubicBezTo>
                <a:cubicBezTo>
                  <a:pt x="26975" y="43469"/>
                  <a:pt x="26946" y="43439"/>
                  <a:pt x="26946" y="43395"/>
                </a:cubicBezTo>
                <a:cubicBezTo>
                  <a:pt x="26975" y="43322"/>
                  <a:pt x="26990" y="43263"/>
                  <a:pt x="27019" y="43189"/>
                </a:cubicBezTo>
                <a:close/>
                <a:moveTo>
                  <a:pt x="26902" y="43528"/>
                </a:moveTo>
                <a:cubicBezTo>
                  <a:pt x="26902" y="43542"/>
                  <a:pt x="26902" y="43557"/>
                  <a:pt x="26916" y="43587"/>
                </a:cubicBezTo>
                <a:cubicBezTo>
                  <a:pt x="26902" y="43660"/>
                  <a:pt x="26858" y="43734"/>
                  <a:pt x="26843" y="43807"/>
                </a:cubicBezTo>
                <a:cubicBezTo>
                  <a:pt x="26843" y="43778"/>
                  <a:pt x="26813" y="43748"/>
                  <a:pt x="26813" y="43734"/>
                </a:cubicBezTo>
                <a:cubicBezTo>
                  <a:pt x="26843" y="43675"/>
                  <a:pt x="26872" y="43601"/>
                  <a:pt x="26902" y="43528"/>
                </a:cubicBezTo>
                <a:close/>
                <a:moveTo>
                  <a:pt x="27093" y="43616"/>
                </a:moveTo>
                <a:cubicBezTo>
                  <a:pt x="27093" y="43675"/>
                  <a:pt x="27093" y="43748"/>
                  <a:pt x="27122" y="43822"/>
                </a:cubicBezTo>
                <a:cubicBezTo>
                  <a:pt x="27078" y="43763"/>
                  <a:pt x="27078" y="43748"/>
                  <a:pt x="27064" y="43704"/>
                </a:cubicBezTo>
                <a:cubicBezTo>
                  <a:pt x="27078" y="43675"/>
                  <a:pt x="27078" y="43645"/>
                  <a:pt x="27093" y="43616"/>
                </a:cubicBezTo>
                <a:close/>
                <a:moveTo>
                  <a:pt x="26652" y="43454"/>
                </a:moveTo>
                <a:lnTo>
                  <a:pt x="26710" y="43616"/>
                </a:lnTo>
                <a:cubicBezTo>
                  <a:pt x="26666" y="43690"/>
                  <a:pt x="26637" y="43763"/>
                  <a:pt x="26607" y="43851"/>
                </a:cubicBezTo>
                <a:cubicBezTo>
                  <a:pt x="26578" y="43807"/>
                  <a:pt x="26563" y="43748"/>
                  <a:pt x="26549" y="43675"/>
                </a:cubicBezTo>
                <a:lnTo>
                  <a:pt x="26652" y="43454"/>
                </a:lnTo>
                <a:close/>
                <a:moveTo>
                  <a:pt x="27211" y="43719"/>
                </a:moveTo>
                <a:cubicBezTo>
                  <a:pt x="27211" y="43763"/>
                  <a:pt x="27225" y="43807"/>
                  <a:pt x="27225" y="43837"/>
                </a:cubicBezTo>
                <a:cubicBezTo>
                  <a:pt x="27225" y="43881"/>
                  <a:pt x="27211" y="43910"/>
                  <a:pt x="27211" y="43925"/>
                </a:cubicBezTo>
                <a:cubicBezTo>
                  <a:pt x="27211" y="43896"/>
                  <a:pt x="27211" y="43851"/>
                  <a:pt x="27196" y="43822"/>
                </a:cubicBezTo>
                <a:cubicBezTo>
                  <a:pt x="27196" y="43778"/>
                  <a:pt x="27211" y="43763"/>
                  <a:pt x="27211" y="43719"/>
                </a:cubicBezTo>
                <a:close/>
                <a:moveTo>
                  <a:pt x="26946" y="43763"/>
                </a:moveTo>
                <a:lnTo>
                  <a:pt x="26946" y="43778"/>
                </a:lnTo>
                <a:cubicBezTo>
                  <a:pt x="26931" y="43851"/>
                  <a:pt x="26902" y="43910"/>
                  <a:pt x="26872" y="43984"/>
                </a:cubicBezTo>
                <a:lnTo>
                  <a:pt x="26872" y="43969"/>
                </a:lnTo>
                <a:cubicBezTo>
                  <a:pt x="26902" y="43896"/>
                  <a:pt x="26931" y="43822"/>
                  <a:pt x="26946" y="43763"/>
                </a:cubicBezTo>
                <a:close/>
                <a:moveTo>
                  <a:pt x="27078" y="43822"/>
                </a:moveTo>
                <a:cubicBezTo>
                  <a:pt x="27078" y="43837"/>
                  <a:pt x="27078" y="43837"/>
                  <a:pt x="27093" y="43851"/>
                </a:cubicBezTo>
                <a:cubicBezTo>
                  <a:pt x="27078" y="43910"/>
                  <a:pt x="27078" y="43954"/>
                  <a:pt x="27064" y="43984"/>
                </a:cubicBezTo>
                <a:cubicBezTo>
                  <a:pt x="27064" y="43969"/>
                  <a:pt x="27064" y="43954"/>
                  <a:pt x="27049" y="43925"/>
                </a:cubicBezTo>
                <a:cubicBezTo>
                  <a:pt x="27064" y="43896"/>
                  <a:pt x="27064" y="43851"/>
                  <a:pt x="27078" y="43822"/>
                </a:cubicBezTo>
                <a:close/>
                <a:moveTo>
                  <a:pt x="26769" y="43851"/>
                </a:moveTo>
                <a:cubicBezTo>
                  <a:pt x="26769" y="43896"/>
                  <a:pt x="26784" y="43910"/>
                  <a:pt x="26784" y="43940"/>
                </a:cubicBezTo>
                <a:cubicBezTo>
                  <a:pt x="26769" y="44028"/>
                  <a:pt x="26725" y="44087"/>
                  <a:pt x="26710" y="44175"/>
                </a:cubicBezTo>
                <a:cubicBezTo>
                  <a:pt x="26696" y="44131"/>
                  <a:pt x="26696" y="44102"/>
                  <a:pt x="26666" y="44058"/>
                </a:cubicBezTo>
                <a:cubicBezTo>
                  <a:pt x="26710" y="43984"/>
                  <a:pt x="26725" y="43910"/>
                  <a:pt x="26769" y="43851"/>
                </a:cubicBezTo>
                <a:close/>
                <a:moveTo>
                  <a:pt x="26799" y="44116"/>
                </a:moveTo>
                <a:lnTo>
                  <a:pt x="26799" y="44146"/>
                </a:lnTo>
                <a:cubicBezTo>
                  <a:pt x="26799" y="44205"/>
                  <a:pt x="26784" y="44278"/>
                  <a:pt x="26755" y="44352"/>
                </a:cubicBezTo>
                <a:cubicBezTo>
                  <a:pt x="26755" y="44337"/>
                  <a:pt x="26755" y="44337"/>
                  <a:pt x="26725" y="44322"/>
                </a:cubicBezTo>
                <a:cubicBezTo>
                  <a:pt x="26755" y="44249"/>
                  <a:pt x="26784" y="44190"/>
                  <a:pt x="26799" y="44116"/>
                </a:cubicBezTo>
                <a:close/>
                <a:moveTo>
                  <a:pt x="27137" y="44175"/>
                </a:moveTo>
                <a:cubicBezTo>
                  <a:pt x="27152" y="44175"/>
                  <a:pt x="27152" y="44205"/>
                  <a:pt x="27152" y="44219"/>
                </a:cubicBezTo>
                <a:cubicBezTo>
                  <a:pt x="27137" y="44278"/>
                  <a:pt x="27137" y="44322"/>
                  <a:pt x="27122" y="44367"/>
                </a:cubicBezTo>
                <a:cubicBezTo>
                  <a:pt x="27122" y="44352"/>
                  <a:pt x="27122" y="44322"/>
                  <a:pt x="27093" y="44293"/>
                </a:cubicBezTo>
                <a:cubicBezTo>
                  <a:pt x="27122" y="44264"/>
                  <a:pt x="27122" y="44205"/>
                  <a:pt x="27137" y="44175"/>
                </a:cubicBezTo>
                <a:close/>
                <a:moveTo>
                  <a:pt x="26990" y="44131"/>
                </a:moveTo>
                <a:cubicBezTo>
                  <a:pt x="27005" y="44131"/>
                  <a:pt x="27005" y="44175"/>
                  <a:pt x="27005" y="44190"/>
                </a:cubicBezTo>
                <a:cubicBezTo>
                  <a:pt x="26990" y="44264"/>
                  <a:pt x="26975" y="44308"/>
                  <a:pt x="26946" y="44396"/>
                </a:cubicBezTo>
                <a:cubicBezTo>
                  <a:pt x="26946" y="44367"/>
                  <a:pt x="26931" y="44337"/>
                  <a:pt x="26931" y="44322"/>
                </a:cubicBezTo>
                <a:cubicBezTo>
                  <a:pt x="26946" y="44264"/>
                  <a:pt x="26975" y="44190"/>
                  <a:pt x="26990" y="44131"/>
                </a:cubicBezTo>
                <a:close/>
                <a:moveTo>
                  <a:pt x="26858" y="44278"/>
                </a:moveTo>
                <a:cubicBezTo>
                  <a:pt x="26843" y="44352"/>
                  <a:pt x="26813" y="44425"/>
                  <a:pt x="26784" y="44499"/>
                </a:cubicBezTo>
                <a:lnTo>
                  <a:pt x="26784" y="44484"/>
                </a:lnTo>
                <a:cubicBezTo>
                  <a:pt x="26799" y="44411"/>
                  <a:pt x="26843" y="44352"/>
                  <a:pt x="26858" y="44278"/>
                </a:cubicBezTo>
                <a:close/>
                <a:moveTo>
                  <a:pt x="27184" y="44596"/>
                </a:moveTo>
                <a:cubicBezTo>
                  <a:pt x="27188" y="44608"/>
                  <a:pt x="27196" y="44617"/>
                  <a:pt x="27196" y="44617"/>
                </a:cubicBezTo>
                <a:cubicBezTo>
                  <a:pt x="27196" y="44646"/>
                  <a:pt x="27167" y="44676"/>
                  <a:pt x="27167" y="44705"/>
                </a:cubicBezTo>
                <a:lnTo>
                  <a:pt x="27167" y="44646"/>
                </a:lnTo>
                <a:cubicBezTo>
                  <a:pt x="27167" y="44629"/>
                  <a:pt x="27176" y="44613"/>
                  <a:pt x="27184" y="44596"/>
                </a:cubicBezTo>
                <a:close/>
                <a:moveTo>
                  <a:pt x="26902" y="44455"/>
                </a:moveTo>
                <a:cubicBezTo>
                  <a:pt x="26902" y="44499"/>
                  <a:pt x="26916" y="44514"/>
                  <a:pt x="26916" y="44558"/>
                </a:cubicBezTo>
                <a:cubicBezTo>
                  <a:pt x="26902" y="44617"/>
                  <a:pt x="26858" y="44690"/>
                  <a:pt x="26843" y="44734"/>
                </a:cubicBezTo>
                <a:cubicBezTo>
                  <a:pt x="26843" y="44705"/>
                  <a:pt x="26828" y="44676"/>
                  <a:pt x="26828" y="44646"/>
                </a:cubicBezTo>
                <a:cubicBezTo>
                  <a:pt x="26843" y="44587"/>
                  <a:pt x="26872" y="44514"/>
                  <a:pt x="26902" y="44455"/>
                </a:cubicBezTo>
                <a:close/>
                <a:moveTo>
                  <a:pt x="27064" y="44484"/>
                </a:moveTo>
                <a:cubicBezTo>
                  <a:pt x="27064" y="44514"/>
                  <a:pt x="27064" y="44558"/>
                  <a:pt x="27078" y="44587"/>
                </a:cubicBezTo>
                <a:lnTo>
                  <a:pt x="27019" y="44764"/>
                </a:lnTo>
                <a:cubicBezTo>
                  <a:pt x="27019" y="44720"/>
                  <a:pt x="27005" y="44690"/>
                  <a:pt x="27005" y="44646"/>
                </a:cubicBezTo>
                <a:lnTo>
                  <a:pt x="27064" y="44484"/>
                </a:lnTo>
                <a:close/>
                <a:moveTo>
                  <a:pt x="26975" y="44808"/>
                </a:moveTo>
                <a:cubicBezTo>
                  <a:pt x="26975" y="44852"/>
                  <a:pt x="26990" y="44911"/>
                  <a:pt x="26990" y="44940"/>
                </a:cubicBezTo>
                <a:cubicBezTo>
                  <a:pt x="26975" y="45014"/>
                  <a:pt x="26946" y="45073"/>
                  <a:pt x="26931" y="45132"/>
                </a:cubicBezTo>
                <a:cubicBezTo>
                  <a:pt x="26931" y="45073"/>
                  <a:pt x="26916" y="45029"/>
                  <a:pt x="26916" y="44985"/>
                </a:cubicBezTo>
                <a:lnTo>
                  <a:pt x="26975" y="44808"/>
                </a:lnTo>
                <a:close/>
                <a:moveTo>
                  <a:pt x="27093" y="44882"/>
                </a:moveTo>
                <a:cubicBezTo>
                  <a:pt x="27093" y="44926"/>
                  <a:pt x="27093" y="44955"/>
                  <a:pt x="27122" y="44999"/>
                </a:cubicBezTo>
                <a:cubicBezTo>
                  <a:pt x="27093" y="45058"/>
                  <a:pt x="27093" y="45088"/>
                  <a:pt x="27078" y="45147"/>
                </a:cubicBezTo>
                <a:cubicBezTo>
                  <a:pt x="27078" y="45102"/>
                  <a:pt x="27064" y="45073"/>
                  <a:pt x="27064" y="45014"/>
                </a:cubicBezTo>
                <a:cubicBezTo>
                  <a:pt x="27078" y="44985"/>
                  <a:pt x="27078" y="44926"/>
                  <a:pt x="27093" y="44882"/>
                </a:cubicBezTo>
                <a:close/>
                <a:moveTo>
                  <a:pt x="27137" y="45323"/>
                </a:moveTo>
                <a:lnTo>
                  <a:pt x="27137" y="45426"/>
                </a:lnTo>
                <a:cubicBezTo>
                  <a:pt x="27137" y="45442"/>
                  <a:pt x="27133" y="45454"/>
                  <a:pt x="27129" y="45468"/>
                </a:cubicBezTo>
                <a:lnTo>
                  <a:pt x="27129" y="45468"/>
                </a:lnTo>
                <a:cubicBezTo>
                  <a:pt x="27128" y="45445"/>
                  <a:pt x="27122" y="45424"/>
                  <a:pt x="27122" y="45397"/>
                </a:cubicBezTo>
                <a:cubicBezTo>
                  <a:pt x="27122" y="45382"/>
                  <a:pt x="27137" y="45353"/>
                  <a:pt x="27137" y="45323"/>
                </a:cubicBezTo>
                <a:close/>
                <a:moveTo>
                  <a:pt x="26990" y="45220"/>
                </a:moveTo>
                <a:cubicBezTo>
                  <a:pt x="26990" y="45279"/>
                  <a:pt x="27005" y="45323"/>
                  <a:pt x="27005" y="45367"/>
                </a:cubicBezTo>
                <a:cubicBezTo>
                  <a:pt x="27019" y="45426"/>
                  <a:pt x="27005" y="45470"/>
                  <a:pt x="26990" y="45529"/>
                </a:cubicBezTo>
                <a:cubicBezTo>
                  <a:pt x="26975" y="45470"/>
                  <a:pt x="26975" y="45411"/>
                  <a:pt x="26946" y="45353"/>
                </a:cubicBezTo>
                <a:cubicBezTo>
                  <a:pt x="26961" y="45308"/>
                  <a:pt x="26990" y="45250"/>
                  <a:pt x="26990" y="45220"/>
                </a:cubicBezTo>
                <a:close/>
                <a:moveTo>
                  <a:pt x="24577" y="41085"/>
                </a:moveTo>
                <a:cubicBezTo>
                  <a:pt x="24635" y="41158"/>
                  <a:pt x="24709" y="41232"/>
                  <a:pt x="24768" y="41306"/>
                </a:cubicBezTo>
                <a:cubicBezTo>
                  <a:pt x="23855" y="42306"/>
                  <a:pt x="22855" y="43204"/>
                  <a:pt x="21854" y="44072"/>
                </a:cubicBezTo>
                <a:cubicBezTo>
                  <a:pt x="21236" y="44631"/>
                  <a:pt x="20588" y="45205"/>
                  <a:pt x="19985" y="45794"/>
                </a:cubicBezTo>
                <a:cubicBezTo>
                  <a:pt x="20691" y="45014"/>
                  <a:pt x="21457" y="44264"/>
                  <a:pt x="22207" y="43528"/>
                </a:cubicBezTo>
                <a:cubicBezTo>
                  <a:pt x="22987" y="42733"/>
                  <a:pt x="23811" y="41924"/>
                  <a:pt x="24577" y="41085"/>
                </a:cubicBezTo>
                <a:close/>
                <a:moveTo>
                  <a:pt x="27064" y="45617"/>
                </a:moveTo>
                <a:cubicBezTo>
                  <a:pt x="27064" y="45676"/>
                  <a:pt x="27078" y="45735"/>
                  <a:pt x="27078" y="45779"/>
                </a:cubicBezTo>
                <a:cubicBezTo>
                  <a:pt x="27078" y="45823"/>
                  <a:pt x="27064" y="45853"/>
                  <a:pt x="27064" y="45897"/>
                </a:cubicBezTo>
                <a:cubicBezTo>
                  <a:pt x="27034" y="45838"/>
                  <a:pt x="27034" y="45794"/>
                  <a:pt x="27019" y="45735"/>
                </a:cubicBezTo>
                <a:cubicBezTo>
                  <a:pt x="27034" y="45691"/>
                  <a:pt x="27034" y="45662"/>
                  <a:pt x="27064" y="45617"/>
                </a:cubicBezTo>
                <a:close/>
                <a:moveTo>
                  <a:pt x="27314" y="45529"/>
                </a:moveTo>
                <a:cubicBezTo>
                  <a:pt x="27314" y="45647"/>
                  <a:pt x="27299" y="45765"/>
                  <a:pt x="27284" y="45897"/>
                </a:cubicBezTo>
                <a:lnTo>
                  <a:pt x="27284" y="45823"/>
                </a:lnTo>
                <a:lnTo>
                  <a:pt x="27284" y="45735"/>
                </a:lnTo>
                <a:cubicBezTo>
                  <a:pt x="27299" y="45662"/>
                  <a:pt x="27299" y="45588"/>
                  <a:pt x="27314" y="45529"/>
                </a:cubicBezTo>
                <a:close/>
                <a:moveTo>
                  <a:pt x="27093" y="46059"/>
                </a:moveTo>
                <a:cubicBezTo>
                  <a:pt x="27093" y="46118"/>
                  <a:pt x="27093" y="46162"/>
                  <a:pt x="27122" y="46206"/>
                </a:cubicBezTo>
                <a:lnTo>
                  <a:pt x="27122" y="46250"/>
                </a:lnTo>
                <a:cubicBezTo>
                  <a:pt x="27093" y="46250"/>
                  <a:pt x="27093" y="46265"/>
                  <a:pt x="27093" y="46265"/>
                </a:cubicBezTo>
                <a:cubicBezTo>
                  <a:pt x="27093" y="46236"/>
                  <a:pt x="27078" y="46191"/>
                  <a:pt x="27078" y="46133"/>
                </a:cubicBezTo>
                <a:cubicBezTo>
                  <a:pt x="27078" y="46118"/>
                  <a:pt x="27093" y="46088"/>
                  <a:pt x="27093" y="46059"/>
                </a:cubicBezTo>
                <a:close/>
                <a:moveTo>
                  <a:pt x="24812" y="41350"/>
                </a:moveTo>
                <a:lnTo>
                  <a:pt x="24812" y="41350"/>
                </a:lnTo>
                <a:cubicBezTo>
                  <a:pt x="24797" y="41379"/>
                  <a:pt x="24783" y="41394"/>
                  <a:pt x="24768" y="41423"/>
                </a:cubicBezTo>
                <a:lnTo>
                  <a:pt x="24812" y="41482"/>
                </a:lnTo>
                <a:lnTo>
                  <a:pt x="24871" y="41423"/>
                </a:lnTo>
                <a:cubicBezTo>
                  <a:pt x="24915" y="41482"/>
                  <a:pt x="24959" y="41541"/>
                  <a:pt x="25003" y="41585"/>
                </a:cubicBezTo>
                <a:cubicBezTo>
                  <a:pt x="24003" y="42762"/>
                  <a:pt x="22869" y="43675"/>
                  <a:pt x="21648" y="44631"/>
                </a:cubicBezTo>
                <a:cubicBezTo>
                  <a:pt x="20897" y="45220"/>
                  <a:pt x="20147" y="45823"/>
                  <a:pt x="19411" y="46500"/>
                </a:cubicBezTo>
                <a:cubicBezTo>
                  <a:pt x="20206" y="45662"/>
                  <a:pt x="21059" y="44882"/>
                  <a:pt x="21913" y="44131"/>
                </a:cubicBezTo>
                <a:cubicBezTo>
                  <a:pt x="22899" y="43263"/>
                  <a:pt x="23914" y="42365"/>
                  <a:pt x="24812" y="41350"/>
                </a:cubicBezTo>
                <a:close/>
                <a:moveTo>
                  <a:pt x="27019" y="46353"/>
                </a:moveTo>
                <a:cubicBezTo>
                  <a:pt x="27019" y="46412"/>
                  <a:pt x="27019" y="46471"/>
                  <a:pt x="27034" y="46500"/>
                </a:cubicBezTo>
                <a:cubicBezTo>
                  <a:pt x="27019" y="46545"/>
                  <a:pt x="27019" y="46574"/>
                  <a:pt x="27005" y="46618"/>
                </a:cubicBezTo>
                <a:cubicBezTo>
                  <a:pt x="27005" y="46574"/>
                  <a:pt x="26990" y="46545"/>
                  <a:pt x="26990" y="46500"/>
                </a:cubicBezTo>
                <a:cubicBezTo>
                  <a:pt x="27005" y="46456"/>
                  <a:pt x="27005" y="46412"/>
                  <a:pt x="27019" y="46353"/>
                </a:cubicBezTo>
                <a:close/>
                <a:moveTo>
                  <a:pt x="27343" y="46000"/>
                </a:moveTo>
                <a:cubicBezTo>
                  <a:pt x="27343" y="46265"/>
                  <a:pt x="27299" y="46545"/>
                  <a:pt x="27240" y="46824"/>
                </a:cubicBezTo>
                <a:lnTo>
                  <a:pt x="27240" y="46633"/>
                </a:lnTo>
                <a:lnTo>
                  <a:pt x="27240" y="46515"/>
                </a:lnTo>
                <a:cubicBezTo>
                  <a:pt x="27284" y="46353"/>
                  <a:pt x="27314" y="46177"/>
                  <a:pt x="27343" y="46000"/>
                </a:cubicBezTo>
                <a:close/>
                <a:moveTo>
                  <a:pt x="27064" y="46868"/>
                </a:moveTo>
                <a:cubicBezTo>
                  <a:pt x="27064" y="46898"/>
                  <a:pt x="27078" y="46927"/>
                  <a:pt x="27078" y="46971"/>
                </a:cubicBezTo>
                <a:cubicBezTo>
                  <a:pt x="27078" y="46986"/>
                  <a:pt x="27064" y="47001"/>
                  <a:pt x="27064" y="47030"/>
                </a:cubicBezTo>
                <a:cubicBezTo>
                  <a:pt x="27064" y="47015"/>
                  <a:pt x="27064" y="46986"/>
                  <a:pt x="27049" y="46971"/>
                </a:cubicBezTo>
                <a:cubicBezTo>
                  <a:pt x="27049" y="46927"/>
                  <a:pt x="27064" y="46912"/>
                  <a:pt x="27064" y="46868"/>
                </a:cubicBezTo>
                <a:close/>
                <a:moveTo>
                  <a:pt x="25033" y="41644"/>
                </a:moveTo>
                <a:cubicBezTo>
                  <a:pt x="25062" y="41673"/>
                  <a:pt x="25077" y="41688"/>
                  <a:pt x="25092" y="41718"/>
                </a:cubicBezTo>
                <a:lnTo>
                  <a:pt x="25062" y="41762"/>
                </a:lnTo>
                <a:lnTo>
                  <a:pt x="25106" y="41821"/>
                </a:lnTo>
                <a:cubicBezTo>
                  <a:pt x="25106" y="41791"/>
                  <a:pt x="25121" y="41791"/>
                  <a:pt x="25121" y="41776"/>
                </a:cubicBezTo>
                <a:cubicBezTo>
                  <a:pt x="25150" y="41821"/>
                  <a:pt x="25165" y="41835"/>
                  <a:pt x="25180" y="41865"/>
                </a:cubicBezTo>
                <a:cubicBezTo>
                  <a:pt x="25121" y="41938"/>
                  <a:pt x="25077" y="42012"/>
                  <a:pt x="25018" y="42071"/>
                </a:cubicBezTo>
                <a:cubicBezTo>
                  <a:pt x="23988" y="43307"/>
                  <a:pt x="22737" y="44190"/>
                  <a:pt x="21427" y="45132"/>
                </a:cubicBezTo>
                <a:cubicBezTo>
                  <a:pt x="20544" y="45750"/>
                  <a:pt x="19647" y="46397"/>
                  <a:pt x="18778" y="47163"/>
                </a:cubicBezTo>
                <a:cubicBezTo>
                  <a:pt x="19720" y="46250"/>
                  <a:pt x="20721" y="45456"/>
                  <a:pt x="21692" y="44690"/>
                </a:cubicBezTo>
                <a:cubicBezTo>
                  <a:pt x="22899" y="43734"/>
                  <a:pt x="24047" y="42821"/>
                  <a:pt x="25033" y="41644"/>
                </a:cubicBezTo>
                <a:close/>
                <a:moveTo>
                  <a:pt x="25253" y="41938"/>
                </a:moveTo>
                <a:cubicBezTo>
                  <a:pt x="25298" y="41982"/>
                  <a:pt x="25312" y="42041"/>
                  <a:pt x="25342" y="42071"/>
                </a:cubicBezTo>
                <a:cubicBezTo>
                  <a:pt x="25371" y="42086"/>
                  <a:pt x="25386" y="42115"/>
                  <a:pt x="25401" y="42144"/>
                </a:cubicBezTo>
                <a:cubicBezTo>
                  <a:pt x="25401" y="42144"/>
                  <a:pt x="25401" y="42159"/>
                  <a:pt x="25415" y="42159"/>
                </a:cubicBezTo>
                <a:cubicBezTo>
                  <a:pt x="25312" y="42306"/>
                  <a:pt x="25180" y="42453"/>
                  <a:pt x="25077" y="42630"/>
                </a:cubicBezTo>
                <a:cubicBezTo>
                  <a:pt x="24003" y="43910"/>
                  <a:pt x="22678" y="44764"/>
                  <a:pt x="21280" y="45662"/>
                </a:cubicBezTo>
                <a:cubicBezTo>
                  <a:pt x="20323" y="46265"/>
                  <a:pt x="19337" y="46912"/>
                  <a:pt x="18410" y="47707"/>
                </a:cubicBezTo>
                <a:cubicBezTo>
                  <a:pt x="18396" y="47678"/>
                  <a:pt x="18410" y="47663"/>
                  <a:pt x="18440" y="47634"/>
                </a:cubicBezTo>
                <a:cubicBezTo>
                  <a:pt x="19411" y="46677"/>
                  <a:pt x="20456" y="45941"/>
                  <a:pt x="21486" y="45205"/>
                </a:cubicBezTo>
                <a:cubicBezTo>
                  <a:pt x="22811" y="44264"/>
                  <a:pt x="24047" y="43381"/>
                  <a:pt x="25092" y="42130"/>
                </a:cubicBezTo>
                <a:cubicBezTo>
                  <a:pt x="25150" y="42071"/>
                  <a:pt x="25195" y="41997"/>
                  <a:pt x="25253" y="41938"/>
                </a:cubicBezTo>
                <a:close/>
                <a:moveTo>
                  <a:pt x="25460" y="42218"/>
                </a:moveTo>
                <a:cubicBezTo>
                  <a:pt x="25518" y="42292"/>
                  <a:pt x="25548" y="42350"/>
                  <a:pt x="25607" y="42424"/>
                </a:cubicBezTo>
                <a:cubicBezTo>
                  <a:pt x="25445" y="42659"/>
                  <a:pt x="25253" y="42895"/>
                  <a:pt x="25062" y="43145"/>
                </a:cubicBezTo>
                <a:cubicBezTo>
                  <a:pt x="23958" y="44484"/>
                  <a:pt x="22575" y="45294"/>
                  <a:pt x="21089" y="46133"/>
                </a:cubicBezTo>
                <a:cubicBezTo>
                  <a:pt x="20095" y="46717"/>
                  <a:pt x="19073" y="47301"/>
                  <a:pt x="18108" y="48087"/>
                </a:cubicBezTo>
                <a:lnTo>
                  <a:pt x="18108" y="48087"/>
                </a:lnTo>
                <a:cubicBezTo>
                  <a:pt x="18130" y="48063"/>
                  <a:pt x="18153" y="48024"/>
                  <a:pt x="18175" y="48001"/>
                </a:cubicBezTo>
                <a:cubicBezTo>
                  <a:pt x="19190" y="47074"/>
                  <a:pt x="20250" y="46397"/>
                  <a:pt x="21309" y="45720"/>
                </a:cubicBezTo>
                <a:cubicBezTo>
                  <a:pt x="22708" y="44808"/>
                  <a:pt x="24032" y="43969"/>
                  <a:pt x="25106" y="42659"/>
                </a:cubicBezTo>
                <a:cubicBezTo>
                  <a:pt x="25224" y="42512"/>
                  <a:pt x="25357" y="42365"/>
                  <a:pt x="25460" y="42218"/>
                </a:cubicBezTo>
                <a:close/>
                <a:moveTo>
                  <a:pt x="25651" y="42512"/>
                </a:moveTo>
                <a:cubicBezTo>
                  <a:pt x="25695" y="42586"/>
                  <a:pt x="25739" y="42645"/>
                  <a:pt x="25769" y="42718"/>
                </a:cubicBezTo>
                <a:cubicBezTo>
                  <a:pt x="25548" y="43042"/>
                  <a:pt x="25312" y="43381"/>
                  <a:pt x="25062" y="43690"/>
                </a:cubicBezTo>
                <a:cubicBezTo>
                  <a:pt x="23929" y="45073"/>
                  <a:pt x="22457" y="45838"/>
                  <a:pt x="20897" y="46677"/>
                </a:cubicBezTo>
                <a:cubicBezTo>
                  <a:pt x="19867" y="47222"/>
                  <a:pt x="18808" y="47781"/>
                  <a:pt x="17792" y="48531"/>
                </a:cubicBezTo>
                <a:cubicBezTo>
                  <a:pt x="17836" y="48472"/>
                  <a:pt x="17881" y="48414"/>
                  <a:pt x="17925" y="48369"/>
                </a:cubicBezTo>
                <a:cubicBezTo>
                  <a:pt x="18940" y="47501"/>
                  <a:pt x="20044" y="46854"/>
                  <a:pt x="21118" y="46236"/>
                </a:cubicBezTo>
                <a:cubicBezTo>
                  <a:pt x="22605" y="45367"/>
                  <a:pt x="24003" y="44558"/>
                  <a:pt x="25106" y="43219"/>
                </a:cubicBezTo>
                <a:cubicBezTo>
                  <a:pt x="25298" y="42998"/>
                  <a:pt x="25474" y="42748"/>
                  <a:pt x="25651" y="42512"/>
                </a:cubicBezTo>
                <a:close/>
                <a:moveTo>
                  <a:pt x="17704" y="48561"/>
                </a:moveTo>
                <a:cubicBezTo>
                  <a:pt x="17675" y="48605"/>
                  <a:pt x="17645" y="48634"/>
                  <a:pt x="17630" y="48693"/>
                </a:cubicBezTo>
                <a:cubicBezTo>
                  <a:pt x="17601" y="48708"/>
                  <a:pt x="17571" y="48723"/>
                  <a:pt x="17557" y="48752"/>
                </a:cubicBezTo>
                <a:cubicBezTo>
                  <a:pt x="17571" y="48693"/>
                  <a:pt x="17601" y="48664"/>
                  <a:pt x="17630" y="48620"/>
                </a:cubicBezTo>
                <a:cubicBezTo>
                  <a:pt x="17645" y="48605"/>
                  <a:pt x="17675" y="48590"/>
                  <a:pt x="17704" y="48561"/>
                </a:cubicBezTo>
                <a:close/>
                <a:moveTo>
                  <a:pt x="26048" y="42586"/>
                </a:moveTo>
                <a:cubicBezTo>
                  <a:pt x="26063" y="42645"/>
                  <a:pt x="26107" y="42704"/>
                  <a:pt x="26122" y="42733"/>
                </a:cubicBezTo>
                <a:cubicBezTo>
                  <a:pt x="25827" y="43248"/>
                  <a:pt x="25474" y="43748"/>
                  <a:pt x="25092" y="44249"/>
                </a:cubicBezTo>
                <a:cubicBezTo>
                  <a:pt x="23929" y="45676"/>
                  <a:pt x="22413" y="46412"/>
                  <a:pt x="20765" y="47192"/>
                </a:cubicBezTo>
                <a:cubicBezTo>
                  <a:pt x="19705" y="47707"/>
                  <a:pt x="18616" y="48222"/>
                  <a:pt x="17586" y="48958"/>
                </a:cubicBezTo>
                <a:cubicBezTo>
                  <a:pt x="17586" y="48855"/>
                  <a:pt x="17645" y="48811"/>
                  <a:pt x="17675" y="48737"/>
                </a:cubicBezTo>
                <a:cubicBezTo>
                  <a:pt x="18734" y="47898"/>
                  <a:pt x="19853" y="47310"/>
                  <a:pt x="20956" y="46751"/>
                </a:cubicBezTo>
                <a:cubicBezTo>
                  <a:pt x="22516" y="45912"/>
                  <a:pt x="23988" y="45147"/>
                  <a:pt x="25136" y="43748"/>
                </a:cubicBezTo>
                <a:cubicBezTo>
                  <a:pt x="25386" y="43439"/>
                  <a:pt x="25621" y="43116"/>
                  <a:pt x="25827" y="42792"/>
                </a:cubicBezTo>
                <a:cubicBezTo>
                  <a:pt x="25872" y="42865"/>
                  <a:pt x="25901" y="42924"/>
                  <a:pt x="25960" y="42998"/>
                </a:cubicBezTo>
                <a:cubicBezTo>
                  <a:pt x="25945" y="42939"/>
                  <a:pt x="25901" y="42895"/>
                  <a:pt x="25886" y="42851"/>
                </a:cubicBezTo>
                <a:cubicBezTo>
                  <a:pt x="25930" y="42748"/>
                  <a:pt x="25989" y="42659"/>
                  <a:pt x="26048" y="42586"/>
                </a:cubicBezTo>
                <a:close/>
                <a:moveTo>
                  <a:pt x="17498" y="48870"/>
                </a:moveTo>
                <a:cubicBezTo>
                  <a:pt x="17454" y="48929"/>
                  <a:pt x="17424" y="48987"/>
                  <a:pt x="17395" y="49046"/>
                </a:cubicBezTo>
                <a:cubicBezTo>
                  <a:pt x="17365" y="49076"/>
                  <a:pt x="17321" y="49090"/>
                  <a:pt x="17292" y="49135"/>
                </a:cubicBezTo>
                <a:cubicBezTo>
                  <a:pt x="17307" y="49076"/>
                  <a:pt x="17351" y="49032"/>
                  <a:pt x="17380" y="48973"/>
                </a:cubicBezTo>
                <a:cubicBezTo>
                  <a:pt x="17424" y="48929"/>
                  <a:pt x="17454" y="48914"/>
                  <a:pt x="17498" y="48870"/>
                </a:cubicBezTo>
                <a:close/>
                <a:moveTo>
                  <a:pt x="17159" y="49149"/>
                </a:moveTo>
                <a:cubicBezTo>
                  <a:pt x="17145" y="49194"/>
                  <a:pt x="17101" y="49223"/>
                  <a:pt x="17086" y="49267"/>
                </a:cubicBezTo>
                <a:lnTo>
                  <a:pt x="17027" y="49326"/>
                </a:lnTo>
                <a:cubicBezTo>
                  <a:pt x="17056" y="49282"/>
                  <a:pt x="17071" y="49238"/>
                  <a:pt x="17101" y="49208"/>
                </a:cubicBezTo>
                <a:lnTo>
                  <a:pt x="17159" y="49149"/>
                </a:lnTo>
                <a:close/>
                <a:moveTo>
                  <a:pt x="26136" y="42836"/>
                </a:moveTo>
                <a:cubicBezTo>
                  <a:pt x="26166" y="42851"/>
                  <a:pt x="26166" y="42865"/>
                  <a:pt x="26181" y="42880"/>
                </a:cubicBezTo>
                <a:cubicBezTo>
                  <a:pt x="26122" y="42968"/>
                  <a:pt x="26092" y="43042"/>
                  <a:pt x="26033" y="43145"/>
                </a:cubicBezTo>
                <a:cubicBezTo>
                  <a:pt x="26048" y="43160"/>
                  <a:pt x="26063" y="43189"/>
                  <a:pt x="26063" y="43204"/>
                </a:cubicBezTo>
                <a:cubicBezTo>
                  <a:pt x="26122" y="43145"/>
                  <a:pt x="26166" y="43042"/>
                  <a:pt x="26210" y="42968"/>
                </a:cubicBezTo>
                <a:cubicBezTo>
                  <a:pt x="26239" y="42983"/>
                  <a:pt x="26239" y="43013"/>
                  <a:pt x="26239" y="43042"/>
                </a:cubicBezTo>
                <a:cubicBezTo>
                  <a:pt x="25916" y="43631"/>
                  <a:pt x="25533" y="44205"/>
                  <a:pt x="25077" y="44779"/>
                </a:cubicBezTo>
                <a:cubicBezTo>
                  <a:pt x="23900" y="46250"/>
                  <a:pt x="22281" y="46942"/>
                  <a:pt x="20574" y="47678"/>
                </a:cubicBezTo>
                <a:cubicBezTo>
                  <a:pt x="19485" y="48163"/>
                  <a:pt x="18381" y="48634"/>
                  <a:pt x="17307" y="49341"/>
                </a:cubicBezTo>
                <a:cubicBezTo>
                  <a:pt x="17351" y="49267"/>
                  <a:pt x="17410" y="49194"/>
                  <a:pt x="17439" y="49120"/>
                </a:cubicBezTo>
                <a:cubicBezTo>
                  <a:pt x="18528" y="48325"/>
                  <a:pt x="19661" y="47795"/>
                  <a:pt x="20765" y="47251"/>
                </a:cubicBezTo>
                <a:cubicBezTo>
                  <a:pt x="22413" y="46471"/>
                  <a:pt x="23958" y="45735"/>
                  <a:pt x="25136" y="44293"/>
                </a:cubicBezTo>
                <a:cubicBezTo>
                  <a:pt x="25518" y="43822"/>
                  <a:pt x="25842" y="43336"/>
                  <a:pt x="26136" y="42836"/>
                </a:cubicBezTo>
                <a:close/>
                <a:moveTo>
                  <a:pt x="17292" y="49223"/>
                </a:moveTo>
                <a:cubicBezTo>
                  <a:pt x="17248" y="49297"/>
                  <a:pt x="17218" y="49355"/>
                  <a:pt x="17189" y="49429"/>
                </a:cubicBezTo>
                <a:cubicBezTo>
                  <a:pt x="17130" y="49458"/>
                  <a:pt x="17086" y="49503"/>
                  <a:pt x="17042" y="49517"/>
                </a:cubicBezTo>
                <a:cubicBezTo>
                  <a:pt x="17071" y="49473"/>
                  <a:pt x="17101" y="49400"/>
                  <a:pt x="17145" y="49341"/>
                </a:cubicBezTo>
                <a:cubicBezTo>
                  <a:pt x="17189" y="49297"/>
                  <a:pt x="17233" y="49267"/>
                  <a:pt x="17292" y="49223"/>
                </a:cubicBezTo>
                <a:close/>
                <a:moveTo>
                  <a:pt x="16968" y="49488"/>
                </a:moveTo>
                <a:cubicBezTo>
                  <a:pt x="16924" y="49547"/>
                  <a:pt x="16909" y="49591"/>
                  <a:pt x="16865" y="49650"/>
                </a:cubicBezTo>
                <a:cubicBezTo>
                  <a:pt x="16836" y="49664"/>
                  <a:pt x="16792" y="49709"/>
                  <a:pt x="16777" y="49723"/>
                </a:cubicBezTo>
                <a:cubicBezTo>
                  <a:pt x="16792" y="49664"/>
                  <a:pt x="16836" y="49606"/>
                  <a:pt x="16865" y="49561"/>
                </a:cubicBezTo>
                <a:cubicBezTo>
                  <a:pt x="16909" y="49547"/>
                  <a:pt x="16924" y="49503"/>
                  <a:pt x="16968" y="49488"/>
                </a:cubicBezTo>
                <a:close/>
                <a:moveTo>
                  <a:pt x="26254" y="43145"/>
                </a:moveTo>
                <a:cubicBezTo>
                  <a:pt x="26269" y="43175"/>
                  <a:pt x="26284" y="43233"/>
                  <a:pt x="26298" y="43263"/>
                </a:cubicBezTo>
                <a:lnTo>
                  <a:pt x="26195" y="43484"/>
                </a:lnTo>
                <a:cubicBezTo>
                  <a:pt x="26210" y="43513"/>
                  <a:pt x="26210" y="43542"/>
                  <a:pt x="26225" y="43557"/>
                </a:cubicBezTo>
                <a:cubicBezTo>
                  <a:pt x="25930" y="44116"/>
                  <a:pt x="25548" y="44705"/>
                  <a:pt x="25077" y="45294"/>
                </a:cubicBezTo>
                <a:cubicBezTo>
                  <a:pt x="23855" y="46795"/>
                  <a:pt x="22178" y="47457"/>
                  <a:pt x="20397" y="48178"/>
                </a:cubicBezTo>
                <a:cubicBezTo>
                  <a:pt x="19293" y="48620"/>
                  <a:pt x="18175" y="49061"/>
                  <a:pt x="17086" y="49723"/>
                </a:cubicBezTo>
                <a:cubicBezTo>
                  <a:pt x="17130" y="49650"/>
                  <a:pt x="17174" y="49561"/>
                  <a:pt x="17218" y="49488"/>
                </a:cubicBezTo>
                <a:cubicBezTo>
                  <a:pt x="18337" y="48737"/>
                  <a:pt x="19485" y="48237"/>
                  <a:pt x="20603" y="47751"/>
                </a:cubicBezTo>
                <a:cubicBezTo>
                  <a:pt x="22310" y="47001"/>
                  <a:pt x="23929" y="46309"/>
                  <a:pt x="25121" y="44808"/>
                </a:cubicBezTo>
                <a:cubicBezTo>
                  <a:pt x="25563" y="44264"/>
                  <a:pt x="25930" y="43704"/>
                  <a:pt x="26254" y="43145"/>
                </a:cubicBezTo>
                <a:close/>
                <a:moveTo>
                  <a:pt x="16644" y="49767"/>
                </a:moveTo>
                <a:lnTo>
                  <a:pt x="16644" y="49767"/>
                </a:lnTo>
                <a:cubicBezTo>
                  <a:pt x="16630" y="49797"/>
                  <a:pt x="16600" y="49826"/>
                  <a:pt x="16571" y="49870"/>
                </a:cubicBezTo>
                <a:cubicBezTo>
                  <a:pt x="16556" y="49885"/>
                  <a:pt x="16527" y="49915"/>
                  <a:pt x="16497" y="49929"/>
                </a:cubicBezTo>
                <a:cubicBezTo>
                  <a:pt x="16541" y="49885"/>
                  <a:pt x="16556" y="49856"/>
                  <a:pt x="16571" y="49812"/>
                </a:cubicBezTo>
                <a:cubicBezTo>
                  <a:pt x="16600" y="49797"/>
                  <a:pt x="16615" y="49782"/>
                  <a:pt x="16644" y="49767"/>
                </a:cubicBezTo>
                <a:close/>
                <a:moveTo>
                  <a:pt x="17086" y="49591"/>
                </a:moveTo>
                <a:lnTo>
                  <a:pt x="16983" y="49812"/>
                </a:lnTo>
                <a:lnTo>
                  <a:pt x="16821" y="49929"/>
                </a:lnTo>
                <a:cubicBezTo>
                  <a:pt x="16836" y="49856"/>
                  <a:pt x="16895" y="49782"/>
                  <a:pt x="16924" y="49709"/>
                </a:cubicBezTo>
                <a:lnTo>
                  <a:pt x="17086" y="49591"/>
                </a:lnTo>
                <a:close/>
                <a:moveTo>
                  <a:pt x="16762" y="49812"/>
                </a:moveTo>
                <a:lnTo>
                  <a:pt x="16762" y="49812"/>
                </a:lnTo>
                <a:cubicBezTo>
                  <a:pt x="16718" y="49885"/>
                  <a:pt x="16688" y="49944"/>
                  <a:pt x="16644" y="50018"/>
                </a:cubicBezTo>
                <a:cubicBezTo>
                  <a:pt x="16615" y="50062"/>
                  <a:pt x="16556" y="50076"/>
                  <a:pt x="16527" y="50106"/>
                </a:cubicBezTo>
                <a:cubicBezTo>
                  <a:pt x="16556" y="50032"/>
                  <a:pt x="16600" y="49973"/>
                  <a:pt x="16630" y="49915"/>
                </a:cubicBezTo>
                <a:cubicBezTo>
                  <a:pt x="16674" y="49870"/>
                  <a:pt x="16718" y="49841"/>
                  <a:pt x="16762" y="49812"/>
                </a:cubicBezTo>
                <a:close/>
                <a:moveTo>
                  <a:pt x="26387" y="43454"/>
                </a:moveTo>
                <a:cubicBezTo>
                  <a:pt x="26401" y="43528"/>
                  <a:pt x="26431" y="43601"/>
                  <a:pt x="26460" y="43660"/>
                </a:cubicBezTo>
                <a:cubicBezTo>
                  <a:pt x="26122" y="44352"/>
                  <a:pt x="25680" y="45073"/>
                  <a:pt x="25092" y="45823"/>
                </a:cubicBezTo>
                <a:cubicBezTo>
                  <a:pt x="23855" y="47369"/>
                  <a:pt x="22089" y="48016"/>
                  <a:pt x="20250" y="48678"/>
                </a:cubicBezTo>
                <a:cubicBezTo>
                  <a:pt x="19146" y="49076"/>
                  <a:pt x="18013" y="49488"/>
                  <a:pt x="16909" y="50106"/>
                </a:cubicBezTo>
                <a:cubicBezTo>
                  <a:pt x="16939" y="50018"/>
                  <a:pt x="16998" y="49944"/>
                  <a:pt x="17042" y="49856"/>
                </a:cubicBezTo>
                <a:cubicBezTo>
                  <a:pt x="18160" y="49179"/>
                  <a:pt x="19308" y="48708"/>
                  <a:pt x="20441" y="48252"/>
                </a:cubicBezTo>
                <a:cubicBezTo>
                  <a:pt x="22222" y="47531"/>
                  <a:pt x="23929" y="46868"/>
                  <a:pt x="25150" y="45353"/>
                </a:cubicBezTo>
                <a:cubicBezTo>
                  <a:pt x="25666" y="44705"/>
                  <a:pt x="26063" y="44058"/>
                  <a:pt x="26387" y="43454"/>
                </a:cubicBezTo>
                <a:close/>
                <a:moveTo>
                  <a:pt x="16468" y="50062"/>
                </a:moveTo>
                <a:lnTo>
                  <a:pt x="16468" y="50062"/>
                </a:lnTo>
                <a:cubicBezTo>
                  <a:pt x="16424" y="50106"/>
                  <a:pt x="16409" y="50165"/>
                  <a:pt x="16365" y="50209"/>
                </a:cubicBezTo>
                <a:cubicBezTo>
                  <a:pt x="16335" y="50238"/>
                  <a:pt x="16291" y="50253"/>
                  <a:pt x="16262" y="50297"/>
                </a:cubicBezTo>
                <a:cubicBezTo>
                  <a:pt x="16276" y="50253"/>
                  <a:pt x="16321" y="50209"/>
                  <a:pt x="16350" y="50150"/>
                </a:cubicBezTo>
                <a:cubicBezTo>
                  <a:pt x="16394" y="50106"/>
                  <a:pt x="16424" y="50091"/>
                  <a:pt x="16468" y="50062"/>
                </a:cubicBezTo>
                <a:close/>
                <a:moveTo>
                  <a:pt x="16909" y="49929"/>
                </a:moveTo>
                <a:lnTo>
                  <a:pt x="16909" y="49929"/>
                </a:lnTo>
                <a:cubicBezTo>
                  <a:pt x="16865" y="50032"/>
                  <a:pt x="16821" y="50106"/>
                  <a:pt x="16777" y="50180"/>
                </a:cubicBezTo>
                <a:cubicBezTo>
                  <a:pt x="16718" y="50224"/>
                  <a:pt x="16644" y="50253"/>
                  <a:pt x="16600" y="50297"/>
                </a:cubicBezTo>
                <a:cubicBezTo>
                  <a:pt x="16630" y="50224"/>
                  <a:pt x="16674" y="50135"/>
                  <a:pt x="16718" y="50062"/>
                </a:cubicBezTo>
                <a:cubicBezTo>
                  <a:pt x="16777" y="50018"/>
                  <a:pt x="16850" y="49988"/>
                  <a:pt x="16909" y="49929"/>
                </a:cubicBezTo>
                <a:close/>
                <a:moveTo>
                  <a:pt x="16600" y="50150"/>
                </a:moveTo>
                <a:lnTo>
                  <a:pt x="16600" y="50150"/>
                </a:lnTo>
                <a:cubicBezTo>
                  <a:pt x="16541" y="50238"/>
                  <a:pt x="16497" y="50312"/>
                  <a:pt x="16468" y="50386"/>
                </a:cubicBezTo>
                <a:cubicBezTo>
                  <a:pt x="16409" y="50430"/>
                  <a:pt x="16350" y="50459"/>
                  <a:pt x="16321" y="50474"/>
                </a:cubicBezTo>
                <a:cubicBezTo>
                  <a:pt x="16350" y="50400"/>
                  <a:pt x="16394" y="50327"/>
                  <a:pt x="16453" y="50253"/>
                </a:cubicBezTo>
                <a:cubicBezTo>
                  <a:pt x="16497" y="50224"/>
                  <a:pt x="16541" y="50180"/>
                  <a:pt x="16600" y="50150"/>
                </a:cubicBezTo>
                <a:close/>
                <a:moveTo>
                  <a:pt x="16129" y="50327"/>
                </a:moveTo>
                <a:cubicBezTo>
                  <a:pt x="16115" y="50371"/>
                  <a:pt x="16100" y="50400"/>
                  <a:pt x="16056" y="50444"/>
                </a:cubicBezTo>
                <a:cubicBezTo>
                  <a:pt x="16041" y="50459"/>
                  <a:pt x="16012" y="50474"/>
                  <a:pt x="15982" y="50503"/>
                </a:cubicBezTo>
                <a:cubicBezTo>
                  <a:pt x="15997" y="50474"/>
                  <a:pt x="16026" y="50444"/>
                  <a:pt x="16056" y="50400"/>
                </a:cubicBezTo>
                <a:cubicBezTo>
                  <a:pt x="16085" y="50386"/>
                  <a:pt x="16115" y="50371"/>
                  <a:pt x="16129" y="50327"/>
                </a:cubicBezTo>
                <a:close/>
                <a:moveTo>
                  <a:pt x="26504" y="43763"/>
                </a:moveTo>
                <a:cubicBezTo>
                  <a:pt x="26534" y="43822"/>
                  <a:pt x="26549" y="43896"/>
                  <a:pt x="26563" y="43940"/>
                </a:cubicBezTo>
                <a:cubicBezTo>
                  <a:pt x="26195" y="44793"/>
                  <a:pt x="25724" y="45603"/>
                  <a:pt x="25106" y="46383"/>
                </a:cubicBezTo>
                <a:cubicBezTo>
                  <a:pt x="23841" y="47972"/>
                  <a:pt x="22016" y="48561"/>
                  <a:pt x="20088" y="49208"/>
                </a:cubicBezTo>
                <a:cubicBezTo>
                  <a:pt x="18970" y="49576"/>
                  <a:pt x="17822" y="49944"/>
                  <a:pt x="16718" y="50533"/>
                </a:cubicBezTo>
                <a:cubicBezTo>
                  <a:pt x="16762" y="50444"/>
                  <a:pt x="16792" y="50341"/>
                  <a:pt x="16850" y="50253"/>
                </a:cubicBezTo>
                <a:cubicBezTo>
                  <a:pt x="17969" y="49606"/>
                  <a:pt x="19146" y="49194"/>
                  <a:pt x="20294" y="48767"/>
                </a:cubicBezTo>
                <a:cubicBezTo>
                  <a:pt x="22148" y="48090"/>
                  <a:pt x="23914" y="47457"/>
                  <a:pt x="25165" y="45882"/>
                </a:cubicBezTo>
                <a:cubicBezTo>
                  <a:pt x="25695" y="45220"/>
                  <a:pt x="26107" y="44573"/>
                  <a:pt x="26416" y="43940"/>
                </a:cubicBezTo>
                <a:cubicBezTo>
                  <a:pt x="26460" y="43896"/>
                  <a:pt x="26475" y="43822"/>
                  <a:pt x="26504" y="43763"/>
                </a:cubicBezTo>
                <a:close/>
                <a:moveTo>
                  <a:pt x="16262" y="50386"/>
                </a:moveTo>
                <a:lnTo>
                  <a:pt x="16262" y="50386"/>
                </a:lnTo>
                <a:cubicBezTo>
                  <a:pt x="16232" y="50444"/>
                  <a:pt x="16188" y="50518"/>
                  <a:pt x="16159" y="50562"/>
                </a:cubicBezTo>
                <a:cubicBezTo>
                  <a:pt x="16100" y="50606"/>
                  <a:pt x="16056" y="50636"/>
                  <a:pt x="16012" y="50665"/>
                </a:cubicBezTo>
                <a:cubicBezTo>
                  <a:pt x="16041" y="50621"/>
                  <a:pt x="16085" y="50547"/>
                  <a:pt x="16115" y="50503"/>
                </a:cubicBezTo>
                <a:cubicBezTo>
                  <a:pt x="16159" y="50459"/>
                  <a:pt x="16203" y="50430"/>
                  <a:pt x="16262" y="50386"/>
                </a:cubicBezTo>
                <a:close/>
                <a:moveTo>
                  <a:pt x="16718" y="50312"/>
                </a:moveTo>
                <a:lnTo>
                  <a:pt x="16718" y="50312"/>
                </a:lnTo>
                <a:cubicBezTo>
                  <a:pt x="16688" y="50400"/>
                  <a:pt x="16644" y="50474"/>
                  <a:pt x="16615" y="50577"/>
                </a:cubicBezTo>
                <a:cubicBezTo>
                  <a:pt x="16541" y="50621"/>
                  <a:pt x="16468" y="50665"/>
                  <a:pt x="16394" y="50695"/>
                </a:cubicBezTo>
                <a:cubicBezTo>
                  <a:pt x="16424" y="50606"/>
                  <a:pt x="16468" y="50533"/>
                  <a:pt x="16527" y="50444"/>
                </a:cubicBezTo>
                <a:cubicBezTo>
                  <a:pt x="16600" y="50400"/>
                  <a:pt x="16644" y="50371"/>
                  <a:pt x="16718" y="50312"/>
                </a:cubicBezTo>
                <a:close/>
                <a:moveTo>
                  <a:pt x="15923" y="50650"/>
                </a:moveTo>
                <a:cubicBezTo>
                  <a:pt x="15894" y="50695"/>
                  <a:pt x="15879" y="50739"/>
                  <a:pt x="15835" y="50798"/>
                </a:cubicBezTo>
                <a:cubicBezTo>
                  <a:pt x="15806" y="50827"/>
                  <a:pt x="15761" y="50842"/>
                  <a:pt x="15732" y="50886"/>
                </a:cubicBezTo>
                <a:cubicBezTo>
                  <a:pt x="15761" y="50827"/>
                  <a:pt x="15806" y="50798"/>
                  <a:pt x="15820" y="50739"/>
                </a:cubicBezTo>
                <a:cubicBezTo>
                  <a:pt x="15864" y="50695"/>
                  <a:pt x="15894" y="50680"/>
                  <a:pt x="15923" y="50650"/>
                </a:cubicBezTo>
                <a:close/>
                <a:moveTo>
                  <a:pt x="16394" y="50533"/>
                </a:moveTo>
                <a:lnTo>
                  <a:pt x="16394" y="50533"/>
                </a:lnTo>
                <a:cubicBezTo>
                  <a:pt x="16350" y="50606"/>
                  <a:pt x="16321" y="50695"/>
                  <a:pt x="16276" y="50768"/>
                </a:cubicBezTo>
                <a:cubicBezTo>
                  <a:pt x="16232" y="50812"/>
                  <a:pt x="16173" y="50842"/>
                  <a:pt x="16100" y="50886"/>
                </a:cubicBezTo>
                <a:cubicBezTo>
                  <a:pt x="16129" y="50812"/>
                  <a:pt x="16173" y="50739"/>
                  <a:pt x="16232" y="50650"/>
                </a:cubicBezTo>
                <a:cubicBezTo>
                  <a:pt x="16276" y="50606"/>
                  <a:pt x="16335" y="50547"/>
                  <a:pt x="16394" y="50533"/>
                </a:cubicBezTo>
                <a:close/>
                <a:moveTo>
                  <a:pt x="26622" y="44205"/>
                </a:moveTo>
                <a:cubicBezTo>
                  <a:pt x="26637" y="44249"/>
                  <a:pt x="26637" y="44278"/>
                  <a:pt x="26652" y="44322"/>
                </a:cubicBezTo>
                <a:cubicBezTo>
                  <a:pt x="26328" y="45147"/>
                  <a:pt x="25827" y="46015"/>
                  <a:pt x="25136" y="46927"/>
                </a:cubicBezTo>
                <a:cubicBezTo>
                  <a:pt x="23841" y="48561"/>
                  <a:pt x="21942" y="49135"/>
                  <a:pt x="19941" y="49738"/>
                </a:cubicBezTo>
                <a:cubicBezTo>
                  <a:pt x="18822" y="50076"/>
                  <a:pt x="17675" y="50430"/>
                  <a:pt x="16556" y="50959"/>
                </a:cubicBezTo>
                <a:cubicBezTo>
                  <a:pt x="16600" y="50827"/>
                  <a:pt x="16630" y="50739"/>
                  <a:pt x="16674" y="50650"/>
                </a:cubicBezTo>
                <a:cubicBezTo>
                  <a:pt x="17807" y="50032"/>
                  <a:pt x="18970" y="49650"/>
                  <a:pt x="20103" y="49282"/>
                </a:cubicBezTo>
                <a:cubicBezTo>
                  <a:pt x="22060" y="48634"/>
                  <a:pt x="23885" y="48046"/>
                  <a:pt x="25165" y="46427"/>
                </a:cubicBezTo>
                <a:cubicBezTo>
                  <a:pt x="25724" y="45735"/>
                  <a:pt x="26181" y="44999"/>
                  <a:pt x="26504" y="44278"/>
                </a:cubicBezTo>
                <a:cubicBezTo>
                  <a:pt x="26534" y="44322"/>
                  <a:pt x="26534" y="44337"/>
                  <a:pt x="26549" y="44367"/>
                </a:cubicBezTo>
                <a:cubicBezTo>
                  <a:pt x="26563" y="44322"/>
                  <a:pt x="26607" y="44264"/>
                  <a:pt x="26622" y="44205"/>
                </a:cubicBezTo>
                <a:close/>
                <a:moveTo>
                  <a:pt x="15599" y="50915"/>
                </a:moveTo>
                <a:cubicBezTo>
                  <a:pt x="15585" y="50959"/>
                  <a:pt x="15570" y="50974"/>
                  <a:pt x="15541" y="51018"/>
                </a:cubicBezTo>
                <a:cubicBezTo>
                  <a:pt x="15526" y="51033"/>
                  <a:pt x="15496" y="51048"/>
                  <a:pt x="15467" y="51062"/>
                </a:cubicBezTo>
                <a:cubicBezTo>
                  <a:pt x="15496" y="51048"/>
                  <a:pt x="15511" y="51033"/>
                  <a:pt x="15526" y="50989"/>
                </a:cubicBezTo>
                <a:cubicBezTo>
                  <a:pt x="15541" y="50974"/>
                  <a:pt x="15585" y="50959"/>
                  <a:pt x="15599" y="50915"/>
                </a:cubicBezTo>
                <a:close/>
                <a:moveTo>
                  <a:pt x="16085" y="50753"/>
                </a:moveTo>
                <a:lnTo>
                  <a:pt x="16085" y="50753"/>
                </a:lnTo>
                <a:cubicBezTo>
                  <a:pt x="16041" y="50812"/>
                  <a:pt x="15997" y="50886"/>
                  <a:pt x="15967" y="50959"/>
                </a:cubicBezTo>
                <a:lnTo>
                  <a:pt x="15806" y="51062"/>
                </a:lnTo>
                <a:cubicBezTo>
                  <a:pt x="15835" y="50989"/>
                  <a:pt x="15879" y="50915"/>
                  <a:pt x="15909" y="50871"/>
                </a:cubicBezTo>
                <a:lnTo>
                  <a:pt x="16085" y="50753"/>
                </a:lnTo>
                <a:close/>
                <a:moveTo>
                  <a:pt x="16571" y="50680"/>
                </a:moveTo>
                <a:lnTo>
                  <a:pt x="16468" y="50959"/>
                </a:lnTo>
                <a:cubicBezTo>
                  <a:pt x="16365" y="51018"/>
                  <a:pt x="16306" y="51048"/>
                  <a:pt x="16232" y="51077"/>
                </a:cubicBezTo>
                <a:cubicBezTo>
                  <a:pt x="16262" y="50989"/>
                  <a:pt x="16306" y="50901"/>
                  <a:pt x="16350" y="50812"/>
                </a:cubicBezTo>
                <a:cubicBezTo>
                  <a:pt x="16424" y="50768"/>
                  <a:pt x="16497" y="50739"/>
                  <a:pt x="16571" y="50680"/>
                </a:cubicBezTo>
                <a:close/>
                <a:moveTo>
                  <a:pt x="16232" y="50886"/>
                </a:moveTo>
                <a:cubicBezTo>
                  <a:pt x="16188" y="50974"/>
                  <a:pt x="16144" y="51048"/>
                  <a:pt x="16115" y="51136"/>
                </a:cubicBezTo>
                <a:cubicBezTo>
                  <a:pt x="16041" y="51180"/>
                  <a:pt x="15967" y="51210"/>
                  <a:pt x="15909" y="51254"/>
                </a:cubicBezTo>
                <a:cubicBezTo>
                  <a:pt x="15953" y="51166"/>
                  <a:pt x="15982" y="51092"/>
                  <a:pt x="16041" y="50989"/>
                </a:cubicBezTo>
                <a:cubicBezTo>
                  <a:pt x="16100" y="50959"/>
                  <a:pt x="16173" y="50915"/>
                  <a:pt x="16232" y="50886"/>
                </a:cubicBezTo>
                <a:close/>
                <a:moveTo>
                  <a:pt x="15747" y="50974"/>
                </a:moveTo>
                <a:lnTo>
                  <a:pt x="15747" y="50974"/>
                </a:lnTo>
                <a:cubicBezTo>
                  <a:pt x="15717" y="51033"/>
                  <a:pt x="15673" y="51107"/>
                  <a:pt x="15644" y="51151"/>
                </a:cubicBezTo>
                <a:cubicBezTo>
                  <a:pt x="15585" y="51195"/>
                  <a:pt x="15541" y="51224"/>
                  <a:pt x="15496" y="51269"/>
                </a:cubicBezTo>
                <a:cubicBezTo>
                  <a:pt x="15526" y="51195"/>
                  <a:pt x="15570" y="51136"/>
                  <a:pt x="15599" y="51077"/>
                </a:cubicBezTo>
                <a:cubicBezTo>
                  <a:pt x="15658" y="51048"/>
                  <a:pt x="15688" y="51018"/>
                  <a:pt x="15747" y="50974"/>
                </a:cubicBezTo>
                <a:close/>
                <a:moveTo>
                  <a:pt x="26681" y="44425"/>
                </a:moveTo>
                <a:cubicBezTo>
                  <a:pt x="26681" y="44440"/>
                  <a:pt x="26681" y="44440"/>
                  <a:pt x="26696" y="44470"/>
                </a:cubicBezTo>
                <a:lnTo>
                  <a:pt x="26637" y="44631"/>
                </a:lnTo>
                <a:cubicBezTo>
                  <a:pt x="26652" y="44661"/>
                  <a:pt x="26652" y="44720"/>
                  <a:pt x="26681" y="44764"/>
                </a:cubicBezTo>
                <a:cubicBezTo>
                  <a:pt x="26696" y="44705"/>
                  <a:pt x="26710" y="44661"/>
                  <a:pt x="26725" y="44617"/>
                </a:cubicBezTo>
                <a:lnTo>
                  <a:pt x="26725" y="44646"/>
                </a:lnTo>
                <a:cubicBezTo>
                  <a:pt x="26416" y="45514"/>
                  <a:pt x="25901" y="46471"/>
                  <a:pt x="25136" y="47442"/>
                </a:cubicBezTo>
                <a:cubicBezTo>
                  <a:pt x="23811" y="49135"/>
                  <a:pt x="21839" y="49664"/>
                  <a:pt x="19764" y="50224"/>
                </a:cubicBezTo>
                <a:cubicBezTo>
                  <a:pt x="18631" y="50518"/>
                  <a:pt x="17513" y="50827"/>
                  <a:pt x="16394" y="51327"/>
                </a:cubicBezTo>
                <a:cubicBezTo>
                  <a:pt x="16424" y="51239"/>
                  <a:pt x="16468" y="51121"/>
                  <a:pt x="16497" y="51033"/>
                </a:cubicBezTo>
                <a:cubicBezTo>
                  <a:pt x="17645" y="50474"/>
                  <a:pt x="18808" y="50135"/>
                  <a:pt x="19941" y="49782"/>
                </a:cubicBezTo>
                <a:cubicBezTo>
                  <a:pt x="21972" y="49179"/>
                  <a:pt x="23855" y="48605"/>
                  <a:pt x="25165" y="46942"/>
                </a:cubicBezTo>
                <a:cubicBezTo>
                  <a:pt x="25813" y="46118"/>
                  <a:pt x="26313" y="45279"/>
                  <a:pt x="26681" y="44425"/>
                </a:cubicBezTo>
                <a:close/>
                <a:moveTo>
                  <a:pt x="15894" y="51077"/>
                </a:moveTo>
                <a:lnTo>
                  <a:pt x="15894" y="51077"/>
                </a:lnTo>
                <a:cubicBezTo>
                  <a:pt x="15864" y="51151"/>
                  <a:pt x="15820" y="51254"/>
                  <a:pt x="15791" y="51327"/>
                </a:cubicBezTo>
                <a:cubicBezTo>
                  <a:pt x="15717" y="51357"/>
                  <a:pt x="15658" y="51401"/>
                  <a:pt x="15585" y="51430"/>
                </a:cubicBezTo>
                <a:cubicBezTo>
                  <a:pt x="15614" y="51357"/>
                  <a:pt x="15658" y="51283"/>
                  <a:pt x="15717" y="51210"/>
                </a:cubicBezTo>
                <a:cubicBezTo>
                  <a:pt x="15761" y="51166"/>
                  <a:pt x="15835" y="51121"/>
                  <a:pt x="15894" y="51077"/>
                </a:cubicBezTo>
                <a:close/>
                <a:moveTo>
                  <a:pt x="15408" y="51239"/>
                </a:moveTo>
                <a:lnTo>
                  <a:pt x="15408" y="51239"/>
                </a:lnTo>
                <a:cubicBezTo>
                  <a:pt x="15379" y="51283"/>
                  <a:pt x="15364" y="51327"/>
                  <a:pt x="15320" y="51386"/>
                </a:cubicBezTo>
                <a:cubicBezTo>
                  <a:pt x="15290" y="51416"/>
                  <a:pt x="15246" y="51430"/>
                  <a:pt x="15187" y="51475"/>
                </a:cubicBezTo>
                <a:cubicBezTo>
                  <a:pt x="15246" y="51416"/>
                  <a:pt x="15290" y="51357"/>
                  <a:pt x="15305" y="51327"/>
                </a:cubicBezTo>
                <a:cubicBezTo>
                  <a:pt x="15349" y="51283"/>
                  <a:pt x="15379" y="51254"/>
                  <a:pt x="15408" y="51239"/>
                </a:cubicBezTo>
                <a:close/>
                <a:moveTo>
                  <a:pt x="16409" y="51092"/>
                </a:moveTo>
                <a:cubicBezTo>
                  <a:pt x="16365" y="51180"/>
                  <a:pt x="16335" y="51269"/>
                  <a:pt x="16306" y="51386"/>
                </a:cubicBezTo>
                <a:cubicBezTo>
                  <a:pt x="16232" y="51416"/>
                  <a:pt x="16129" y="51445"/>
                  <a:pt x="16056" y="51489"/>
                </a:cubicBezTo>
                <a:lnTo>
                  <a:pt x="16173" y="51210"/>
                </a:lnTo>
                <a:cubicBezTo>
                  <a:pt x="16247" y="51180"/>
                  <a:pt x="16335" y="51136"/>
                  <a:pt x="16409" y="51092"/>
                </a:cubicBezTo>
                <a:close/>
                <a:moveTo>
                  <a:pt x="15541" y="51327"/>
                </a:moveTo>
                <a:lnTo>
                  <a:pt x="15541" y="51327"/>
                </a:lnTo>
                <a:cubicBezTo>
                  <a:pt x="15526" y="51386"/>
                  <a:pt x="15496" y="51445"/>
                  <a:pt x="15452" y="51533"/>
                </a:cubicBezTo>
                <a:cubicBezTo>
                  <a:pt x="15393" y="51563"/>
                  <a:pt x="15349" y="51607"/>
                  <a:pt x="15261" y="51636"/>
                </a:cubicBezTo>
                <a:cubicBezTo>
                  <a:pt x="15305" y="51563"/>
                  <a:pt x="15349" y="51504"/>
                  <a:pt x="15379" y="51430"/>
                </a:cubicBezTo>
                <a:lnTo>
                  <a:pt x="15541" y="51327"/>
                </a:lnTo>
                <a:close/>
                <a:moveTo>
                  <a:pt x="16056" y="51269"/>
                </a:moveTo>
                <a:lnTo>
                  <a:pt x="15953" y="51548"/>
                </a:lnTo>
                <a:lnTo>
                  <a:pt x="15732" y="51651"/>
                </a:lnTo>
                <a:cubicBezTo>
                  <a:pt x="15761" y="51563"/>
                  <a:pt x="15806" y="51475"/>
                  <a:pt x="15835" y="51401"/>
                </a:cubicBezTo>
                <a:cubicBezTo>
                  <a:pt x="15909" y="51342"/>
                  <a:pt x="15982" y="51313"/>
                  <a:pt x="16056" y="51269"/>
                </a:cubicBezTo>
                <a:close/>
                <a:moveTo>
                  <a:pt x="15084" y="51504"/>
                </a:moveTo>
                <a:cubicBezTo>
                  <a:pt x="15070" y="51548"/>
                  <a:pt x="15040" y="51563"/>
                  <a:pt x="15026" y="51607"/>
                </a:cubicBezTo>
                <a:cubicBezTo>
                  <a:pt x="14996" y="51622"/>
                  <a:pt x="14981" y="51636"/>
                  <a:pt x="14937" y="51666"/>
                </a:cubicBezTo>
                <a:lnTo>
                  <a:pt x="14937" y="51666"/>
                </a:lnTo>
                <a:cubicBezTo>
                  <a:pt x="14981" y="51636"/>
                  <a:pt x="14996" y="51622"/>
                  <a:pt x="15011" y="51578"/>
                </a:cubicBezTo>
                <a:lnTo>
                  <a:pt x="15070" y="51533"/>
                </a:lnTo>
                <a:lnTo>
                  <a:pt x="15084" y="51504"/>
                </a:lnTo>
                <a:close/>
                <a:moveTo>
                  <a:pt x="26784" y="44779"/>
                </a:moveTo>
                <a:cubicBezTo>
                  <a:pt x="26784" y="44808"/>
                  <a:pt x="26799" y="44852"/>
                  <a:pt x="26799" y="44882"/>
                </a:cubicBezTo>
                <a:cubicBezTo>
                  <a:pt x="26784" y="44940"/>
                  <a:pt x="26769" y="44999"/>
                  <a:pt x="26755" y="45029"/>
                </a:cubicBezTo>
                <a:cubicBezTo>
                  <a:pt x="26755" y="45073"/>
                  <a:pt x="26769" y="45088"/>
                  <a:pt x="26769" y="45132"/>
                </a:cubicBezTo>
                <a:cubicBezTo>
                  <a:pt x="26431" y="46015"/>
                  <a:pt x="25916" y="46971"/>
                  <a:pt x="25150" y="47972"/>
                </a:cubicBezTo>
                <a:cubicBezTo>
                  <a:pt x="23782" y="49709"/>
                  <a:pt x="21766" y="50224"/>
                  <a:pt x="19617" y="50739"/>
                </a:cubicBezTo>
                <a:cubicBezTo>
                  <a:pt x="18513" y="51018"/>
                  <a:pt x="17380" y="51283"/>
                  <a:pt x="16276" y="51725"/>
                </a:cubicBezTo>
                <a:cubicBezTo>
                  <a:pt x="16321" y="51622"/>
                  <a:pt x="16335" y="51519"/>
                  <a:pt x="16379" y="51416"/>
                </a:cubicBezTo>
                <a:cubicBezTo>
                  <a:pt x="17513" y="50915"/>
                  <a:pt x="18661" y="50592"/>
                  <a:pt x="19794" y="50297"/>
                </a:cubicBezTo>
                <a:cubicBezTo>
                  <a:pt x="21898" y="49723"/>
                  <a:pt x="23855" y="49194"/>
                  <a:pt x="25209" y="47472"/>
                </a:cubicBezTo>
                <a:cubicBezTo>
                  <a:pt x="25901" y="46589"/>
                  <a:pt x="26416" y="45691"/>
                  <a:pt x="26784" y="44779"/>
                </a:cubicBezTo>
                <a:close/>
                <a:moveTo>
                  <a:pt x="15702" y="51460"/>
                </a:moveTo>
                <a:lnTo>
                  <a:pt x="15702" y="51460"/>
                </a:lnTo>
                <a:cubicBezTo>
                  <a:pt x="15688" y="51548"/>
                  <a:pt x="15658" y="51622"/>
                  <a:pt x="15614" y="51710"/>
                </a:cubicBezTo>
                <a:lnTo>
                  <a:pt x="15393" y="51828"/>
                </a:lnTo>
                <a:cubicBezTo>
                  <a:pt x="15438" y="51725"/>
                  <a:pt x="15467" y="51651"/>
                  <a:pt x="15511" y="51578"/>
                </a:cubicBezTo>
                <a:cubicBezTo>
                  <a:pt x="15585" y="51548"/>
                  <a:pt x="15629" y="51489"/>
                  <a:pt x="15702" y="51460"/>
                </a:cubicBezTo>
                <a:close/>
                <a:moveTo>
                  <a:pt x="15232" y="51548"/>
                </a:moveTo>
                <a:lnTo>
                  <a:pt x="15232" y="51548"/>
                </a:lnTo>
                <a:cubicBezTo>
                  <a:pt x="15187" y="51607"/>
                  <a:pt x="15158" y="51666"/>
                  <a:pt x="15143" y="51725"/>
                </a:cubicBezTo>
                <a:cubicBezTo>
                  <a:pt x="15084" y="51769"/>
                  <a:pt x="15026" y="51798"/>
                  <a:pt x="14996" y="51842"/>
                </a:cubicBezTo>
                <a:cubicBezTo>
                  <a:pt x="15026" y="51769"/>
                  <a:pt x="15055" y="51710"/>
                  <a:pt x="15084" y="51651"/>
                </a:cubicBezTo>
                <a:cubicBezTo>
                  <a:pt x="15143" y="51622"/>
                  <a:pt x="15173" y="51578"/>
                  <a:pt x="15232" y="51548"/>
                </a:cubicBezTo>
                <a:close/>
                <a:moveTo>
                  <a:pt x="16276" y="51489"/>
                </a:moveTo>
                <a:cubicBezTo>
                  <a:pt x="16247" y="51578"/>
                  <a:pt x="16203" y="51695"/>
                  <a:pt x="16188" y="51784"/>
                </a:cubicBezTo>
                <a:cubicBezTo>
                  <a:pt x="16100" y="51813"/>
                  <a:pt x="16026" y="51857"/>
                  <a:pt x="15938" y="51901"/>
                </a:cubicBezTo>
                <a:cubicBezTo>
                  <a:pt x="15953" y="51784"/>
                  <a:pt x="15982" y="51695"/>
                  <a:pt x="16026" y="51607"/>
                </a:cubicBezTo>
                <a:cubicBezTo>
                  <a:pt x="16115" y="51563"/>
                  <a:pt x="16188" y="51533"/>
                  <a:pt x="16276" y="51489"/>
                </a:cubicBezTo>
                <a:close/>
                <a:moveTo>
                  <a:pt x="15393" y="51651"/>
                </a:moveTo>
                <a:lnTo>
                  <a:pt x="15393" y="51651"/>
                </a:lnTo>
                <a:cubicBezTo>
                  <a:pt x="15364" y="51725"/>
                  <a:pt x="15320" y="51798"/>
                  <a:pt x="15290" y="51901"/>
                </a:cubicBezTo>
                <a:cubicBezTo>
                  <a:pt x="15217" y="51931"/>
                  <a:pt x="15158" y="51975"/>
                  <a:pt x="15084" y="52004"/>
                </a:cubicBezTo>
                <a:lnTo>
                  <a:pt x="15202" y="51784"/>
                </a:lnTo>
                <a:cubicBezTo>
                  <a:pt x="15261" y="51754"/>
                  <a:pt x="15320" y="51695"/>
                  <a:pt x="15393" y="51651"/>
                </a:cubicBezTo>
                <a:close/>
                <a:moveTo>
                  <a:pt x="14893" y="51798"/>
                </a:moveTo>
                <a:lnTo>
                  <a:pt x="14893" y="51798"/>
                </a:lnTo>
                <a:cubicBezTo>
                  <a:pt x="14864" y="51857"/>
                  <a:pt x="14849" y="51901"/>
                  <a:pt x="14820" y="51945"/>
                </a:cubicBezTo>
                <a:cubicBezTo>
                  <a:pt x="14790" y="51990"/>
                  <a:pt x="14731" y="52004"/>
                  <a:pt x="14702" y="52048"/>
                </a:cubicBezTo>
                <a:cubicBezTo>
                  <a:pt x="14731" y="51990"/>
                  <a:pt x="14761" y="51945"/>
                  <a:pt x="14790" y="51901"/>
                </a:cubicBezTo>
                <a:cubicBezTo>
                  <a:pt x="14834" y="51857"/>
                  <a:pt x="14864" y="51828"/>
                  <a:pt x="14893" y="51798"/>
                </a:cubicBezTo>
                <a:close/>
                <a:moveTo>
                  <a:pt x="15894" y="51651"/>
                </a:moveTo>
                <a:lnTo>
                  <a:pt x="15894" y="51651"/>
                </a:lnTo>
                <a:cubicBezTo>
                  <a:pt x="15864" y="51754"/>
                  <a:pt x="15820" y="51842"/>
                  <a:pt x="15806" y="51945"/>
                </a:cubicBezTo>
                <a:cubicBezTo>
                  <a:pt x="15732" y="51975"/>
                  <a:pt x="15658" y="52004"/>
                  <a:pt x="15570" y="52048"/>
                </a:cubicBezTo>
                <a:lnTo>
                  <a:pt x="15673" y="51769"/>
                </a:lnTo>
                <a:lnTo>
                  <a:pt x="15894" y="51651"/>
                </a:lnTo>
                <a:close/>
                <a:moveTo>
                  <a:pt x="26843" y="45147"/>
                </a:moveTo>
                <a:cubicBezTo>
                  <a:pt x="26858" y="45205"/>
                  <a:pt x="26858" y="45250"/>
                  <a:pt x="26872" y="45308"/>
                </a:cubicBezTo>
                <a:cubicBezTo>
                  <a:pt x="26858" y="45367"/>
                  <a:pt x="26843" y="45426"/>
                  <a:pt x="26828" y="45456"/>
                </a:cubicBezTo>
                <a:lnTo>
                  <a:pt x="26828" y="45500"/>
                </a:lnTo>
                <a:cubicBezTo>
                  <a:pt x="26490" y="46427"/>
                  <a:pt x="25960" y="47442"/>
                  <a:pt x="25136" y="48502"/>
                </a:cubicBezTo>
                <a:cubicBezTo>
                  <a:pt x="23752" y="50297"/>
                  <a:pt x="21648" y="50753"/>
                  <a:pt x="19426" y="51269"/>
                </a:cubicBezTo>
                <a:cubicBezTo>
                  <a:pt x="18381" y="51504"/>
                  <a:pt x="17262" y="51769"/>
                  <a:pt x="16129" y="52166"/>
                </a:cubicBezTo>
                <a:lnTo>
                  <a:pt x="16247" y="51842"/>
                </a:lnTo>
                <a:cubicBezTo>
                  <a:pt x="17365" y="51386"/>
                  <a:pt x="18513" y="51107"/>
                  <a:pt x="19632" y="50827"/>
                </a:cubicBezTo>
                <a:cubicBezTo>
                  <a:pt x="21795" y="50297"/>
                  <a:pt x="23841" y="49782"/>
                  <a:pt x="25209" y="48031"/>
                </a:cubicBezTo>
                <a:cubicBezTo>
                  <a:pt x="25989" y="47015"/>
                  <a:pt x="26504" y="46044"/>
                  <a:pt x="26843" y="45147"/>
                </a:cubicBezTo>
                <a:close/>
                <a:moveTo>
                  <a:pt x="15055" y="51857"/>
                </a:moveTo>
                <a:lnTo>
                  <a:pt x="15055" y="51857"/>
                </a:lnTo>
                <a:cubicBezTo>
                  <a:pt x="15026" y="51945"/>
                  <a:pt x="14996" y="52019"/>
                  <a:pt x="14952" y="52078"/>
                </a:cubicBezTo>
                <a:cubicBezTo>
                  <a:pt x="14908" y="52122"/>
                  <a:pt x="14834" y="52152"/>
                  <a:pt x="14775" y="52196"/>
                </a:cubicBezTo>
                <a:cubicBezTo>
                  <a:pt x="14805" y="52122"/>
                  <a:pt x="14849" y="52063"/>
                  <a:pt x="14878" y="51990"/>
                </a:cubicBezTo>
                <a:cubicBezTo>
                  <a:pt x="14937" y="51945"/>
                  <a:pt x="14996" y="51916"/>
                  <a:pt x="15055" y="51857"/>
                </a:cubicBezTo>
                <a:close/>
                <a:moveTo>
                  <a:pt x="15570" y="51813"/>
                </a:moveTo>
                <a:lnTo>
                  <a:pt x="15452" y="52093"/>
                </a:lnTo>
                <a:cubicBezTo>
                  <a:pt x="15379" y="52137"/>
                  <a:pt x="15290" y="52166"/>
                  <a:pt x="15217" y="52210"/>
                </a:cubicBezTo>
                <a:cubicBezTo>
                  <a:pt x="15246" y="52122"/>
                  <a:pt x="15290" y="52019"/>
                  <a:pt x="15320" y="51945"/>
                </a:cubicBezTo>
                <a:cubicBezTo>
                  <a:pt x="15423" y="51916"/>
                  <a:pt x="15496" y="51857"/>
                  <a:pt x="15570" y="51813"/>
                </a:cubicBezTo>
                <a:close/>
                <a:moveTo>
                  <a:pt x="14569" y="52093"/>
                </a:moveTo>
                <a:lnTo>
                  <a:pt x="14569" y="52093"/>
                </a:lnTo>
                <a:cubicBezTo>
                  <a:pt x="14555" y="52122"/>
                  <a:pt x="14525" y="52152"/>
                  <a:pt x="14510" y="52166"/>
                </a:cubicBezTo>
                <a:cubicBezTo>
                  <a:pt x="14481" y="52196"/>
                  <a:pt x="14466" y="52225"/>
                  <a:pt x="14422" y="52240"/>
                </a:cubicBezTo>
                <a:cubicBezTo>
                  <a:pt x="14437" y="52225"/>
                  <a:pt x="14466" y="52210"/>
                  <a:pt x="14481" y="52166"/>
                </a:cubicBezTo>
                <a:cubicBezTo>
                  <a:pt x="14510" y="52152"/>
                  <a:pt x="14525" y="52122"/>
                  <a:pt x="14569" y="52093"/>
                </a:cubicBezTo>
                <a:close/>
                <a:moveTo>
                  <a:pt x="16129" y="51872"/>
                </a:moveTo>
                <a:cubicBezTo>
                  <a:pt x="16100" y="51990"/>
                  <a:pt x="16085" y="52093"/>
                  <a:pt x="16041" y="52181"/>
                </a:cubicBezTo>
                <a:cubicBezTo>
                  <a:pt x="15967" y="52225"/>
                  <a:pt x="15879" y="52269"/>
                  <a:pt x="15791" y="52299"/>
                </a:cubicBezTo>
                <a:cubicBezTo>
                  <a:pt x="15820" y="52181"/>
                  <a:pt x="15835" y="52093"/>
                  <a:pt x="15879" y="51990"/>
                </a:cubicBezTo>
                <a:cubicBezTo>
                  <a:pt x="15967" y="51945"/>
                  <a:pt x="16056" y="51916"/>
                  <a:pt x="16129" y="51872"/>
                </a:cubicBezTo>
                <a:close/>
                <a:moveTo>
                  <a:pt x="15217" y="52004"/>
                </a:moveTo>
                <a:cubicBezTo>
                  <a:pt x="15202" y="52093"/>
                  <a:pt x="15158" y="52181"/>
                  <a:pt x="15129" y="52269"/>
                </a:cubicBezTo>
                <a:lnTo>
                  <a:pt x="14893" y="52372"/>
                </a:lnTo>
                <a:cubicBezTo>
                  <a:pt x="14937" y="52299"/>
                  <a:pt x="14981" y="52210"/>
                  <a:pt x="15011" y="52137"/>
                </a:cubicBezTo>
                <a:cubicBezTo>
                  <a:pt x="15084" y="52093"/>
                  <a:pt x="15158" y="52048"/>
                  <a:pt x="15217" y="52004"/>
                </a:cubicBezTo>
                <a:close/>
                <a:moveTo>
                  <a:pt x="14731" y="52122"/>
                </a:moveTo>
                <a:cubicBezTo>
                  <a:pt x="14702" y="52166"/>
                  <a:pt x="14658" y="52225"/>
                  <a:pt x="14643" y="52299"/>
                </a:cubicBezTo>
                <a:lnTo>
                  <a:pt x="14481" y="52416"/>
                </a:lnTo>
                <a:lnTo>
                  <a:pt x="14584" y="52240"/>
                </a:lnTo>
                <a:cubicBezTo>
                  <a:pt x="14628" y="52181"/>
                  <a:pt x="14687" y="52152"/>
                  <a:pt x="14731" y="52122"/>
                </a:cubicBezTo>
                <a:close/>
                <a:moveTo>
                  <a:pt x="15776" y="52034"/>
                </a:moveTo>
                <a:lnTo>
                  <a:pt x="15776" y="52034"/>
                </a:lnTo>
                <a:cubicBezTo>
                  <a:pt x="15747" y="52152"/>
                  <a:pt x="15732" y="52240"/>
                  <a:pt x="15688" y="52358"/>
                </a:cubicBezTo>
                <a:cubicBezTo>
                  <a:pt x="15599" y="52372"/>
                  <a:pt x="15511" y="52416"/>
                  <a:pt x="15438" y="52446"/>
                </a:cubicBezTo>
                <a:cubicBezTo>
                  <a:pt x="15467" y="52358"/>
                  <a:pt x="15511" y="52240"/>
                  <a:pt x="15541" y="52152"/>
                </a:cubicBezTo>
                <a:cubicBezTo>
                  <a:pt x="15614" y="52122"/>
                  <a:pt x="15717" y="52078"/>
                  <a:pt x="15776" y="52034"/>
                </a:cubicBezTo>
                <a:close/>
                <a:moveTo>
                  <a:pt x="14878" y="52225"/>
                </a:moveTo>
                <a:lnTo>
                  <a:pt x="14878" y="52225"/>
                </a:lnTo>
                <a:cubicBezTo>
                  <a:pt x="14849" y="52299"/>
                  <a:pt x="14805" y="52372"/>
                  <a:pt x="14775" y="52461"/>
                </a:cubicBezTo>
                <a:cubicBezTo>
                  <a:pt x="14702" y="52505"/>
                  <a:pt x="14643" y="52534"/>
                  <a:pt x="14569" y="52593"/>
                </a:cubicBezTo>
                <a:lnTo>
                  <a:pt x="14687" y="52372"/>
                </a:lnTo>
                <a:cubicBezTo>
                  <a:pt x="14761" y="52299"/>
                  <a:pt x="14834" y="52269"/>
                  <a:pt x="14878" y="52225"/>
                </a:cubicBezTo>
                <a:close/>
                <a:moveTo>
                  <a:pt x="26902" y="45529"/>
                </a:moveTo>
                <a:cubicBezTo>
                  <a:pt x="26931" y="45588"/>
                  <a:pt x="26931" y="45647"/>
                  <a:pt x="26946" y="45720"/>
                </a:cubicBezTo>
                <a:cubicBezTo>
                  <a:pt x="26946" y="45750"/>
                  <a:pt x="26931" y="45765"/>
                  <a:pt x="26931" y="45809"/>
                </a:cubicBezTo>
                <a:cubicBezTo>
                  <a:pt x="26622" y="46824"/>
                  <a:pt x="26063" y="47898"/>
                  <a:pt x="25165" y="49061"/>
                </a:cubicBezTo>
                <a:cubicBezTo>
                  <a:pt x="23752" y="50886"/>
                  <a:pt x="21574" y="51327"/>
                  <a:pt x="19279" y="51798"/>
                </a:cubicBezTo>
                <a:cubicBezTo>
                  <a:pt x="18248" y="52004"/>
                  <a:pt x="17145" y="52240"/>
                  <a:pt x="16041" y="52593"/>
                </a:cubicBezTo>
                <a:cubicBezTo>
                  <a:pt x="16056" y="52475"/>
                  <a:pt x="16100" y="52372"/>
                  <a:pt x="16115" y="52255"/>
                </a:cubicBezTo>
                <a:cubicBezTo>
                  <a:pt x="17218" y="51857"/>
                  <a:pt x="18337" y="51592"/>
                  <a:pt x="19440" y="51357"/>
                </a:cubicBezTo>
                <a:cubicBezTo>
                  <a:pt x="21692" y="50871"/>
                  <a:pt x="23811" y="50386"/>
                  <a:pt x="25209" y="48575"/>
                </a:cubicBezTo>
                <a:cubicBezTo>
                  <a:pt x="26033" y="47516"/>
                  <a:pt x="26563" y="46486"/>
                  <a:pt x="26902" y="45529"/>
                </a:cubicBezTo>
                <a:close/>
                <a:moveTo>
                  <a:pt x="14393" y="52387"/>
                </a:moveTo>
                <a:cubicBezTo>
                  <a:pt x="14363" y="52431"/>
                  <a:pt x="14334" y="52490"/>
                  <a:pt x="14304" y="52519"/>
                </a:cubicBezTo>
                <a:cubicBezTo>
                  <a:pt x="14275" y="52549"/>
                  <a:pt x="14216" y="52593"/>
                  <a:pt x="14187" y="52608"/>
                </a:cubicBezTo>
                <a:cubicBezTo>
                  <a:pt x="14201" y="52578"/>
                  <a:pt x="14246" y="52534"/>
                  <a:pt x="14260" y="52505"/>
                </a:cubicBezTo>
                <a:cubicBezTo>
                  <a:pt x="14290" y="52461"/>
                  <a:pt x="14349" y="52431"/>
                  <a:pt x="14393" y="52387"/>
                </a:cubicBezTo>
                <a:close/>
                <a:moveTo>
                  <a:pt x="15408" y="52210"/>
                </a:moveTo>
                <a:cubicBezTo>
                  <a:pt x="15379" y="52299"/>
                  <a:pt x="15335" y="52416"/>
                  <a:pt x="15320" y="52505"/>
                </a:cubicBezTo>
                <a:cubicBezTo>
                  <a:pt x="15246" y="52534"/>
                  <a:pt x="15158" y="52578"/>
                  <a:pt x="15070" y="52608"/>
                </a:cubicBezTo>
                <a:lnTo>
                  <a:pt x="15173" y="52343"/>
                </a:lnTo>
                <a:cubicBezTo>
                  <a:pt x="15246" y="52299"/>
                  <a:pt x="15349" y="52240"/>
                  <a:pt x="15408" y="52210"/>
                </a:cubicBezTo>
                <a:close/>
                <a:moveTo>
                  <a:pt x="16041" y="52299"/>
                </a:moveTo>
                <a:cubicBezTo>
                  <a:pt x="16026" y="52416"/>
                  <a:pt x="15982" y="52519"/>
                  <a:pt x="15967" y="52637"/>
                </a:cubicBezTo>
                <a:cubicBezTo>
                  <a:pt x="15864" y="52652"/>
                  <a:pt x="15761" y="52681"/>
                  <a:pt x="15673" y="52725"/>
                </a:cubicBezTo>
                <a:cubicBezTo>
                  <a:pt x="15688" y="52608"/>
                  <a:pt x="15732" y="52505"/>
                  <a:pt x="15761" y="52416"/>
                </a:cubicBezTo>
                <a:lnTo>
                  <a:pt x="16041" y="52299"/>
                </a:lnTo>
                <a:close/>
                <a:moveTo>
                  <a:pt x="14555" y="52431"/>
                </a:moveTo>
                <a:cubicBezTo>
                  <a:pt x="14510" y="52519"/>
                  <a:pt x="14481" y="52578"/>
                  <a:pt x="14437" y="52652"/>
                </a:cubicBezTo>
                <a:cubicBezTo>
                  <a:pt x="14393" y="52681"/>
                  <a:pt x="14304" y="52725"/>
                  <a:pt x="14260" y="52755"/>
                </a:cubicBezTo>
                <a:cubicBezTo>
                  <a:pt x="14290" y="52681"/>
                  <a:pt x="14334" y="52637"/>
                  <a:pt x="14363" y="52549"/>
                </a:cubicBezTo>
                <a:cubicBezTo>
                  <a:pt x="14422" y="52519"/>
                  <a:pt x="14481" y="52461"/>
                  <a:pt x="14555" y="52431"/>
                </a:cubicBezTo>
                <a:close/>
                <a:moveTo>
                  <a:pt x="14039" y="52667"/>
                </a:moveTo>
                <a:cubicBezTo>
                  <a:pt x="14025" y="52681"/>
                  <a:pt x="13995" y="52725"/>
                  <a:pt x="13981" y="52740"/>
                </a:cubicBezTo>
                <a:cubicBezTo>
                  <a:pt x="13970" y="52746"/>
                  <a:pt x="13957" y="52755"/>
                  <a:pt x="13944" y="52766"/>
                </a:cubicBezTo>
                <a:lnTo>
                  <a:pt x="13944" y="52766"/>
                </a:lnTo>
                <a:cubicBezTo>
                  <a:pt x="13946" y="52763"/>
                  <a:pt x="13949" y="52759"/>
                  <a:pt x="13951" y="52755"/>
                </a:cubicBezTo>
                <a:lnTo>
                  <a:pt x="14039" y="52667"/>
                </a:lnTo>
                <a:close/>
                <a:moveTo>
                  <a:pt x="15070" y="52387"/>
                </a:moveTo>
                <a:lnTo>
                  <a:pt x="14952" y="52667"/>
                </a:lnTo>
                <a:cubicBezTo>
                  <a:pt x="14878" y="52711"/>
                  <a:pt x="14790" y="52740"/>
                  <a:pt x="14716" y="52784"/>
                </a:cubicBezTo>
                <a:cubicBezTo>
                  <a:pt x="14761" y="52681"/>
                  <a:pt x="14790" y="52593"/>
                  <a:pt x="14834" y="52519"/>
                </a:cubicBezTo>
                <a:cubicBezTo>
                  <a:pt x="14923" y="52461"/>
                  <a:pt x="14996" y="52431"/>
                  <a:pt x="15070" y="52387"/>
                </a:cubicBezTo>
                <a:close/>
                <a:moveTo>
                  <a:pt x="15658" y="52431"/>
                </a:moveTo>
                <a:lnTo>
                  <a:pt x="15658" y="52431"/>
                </a:lnTo>
                <a:cubicBezTo>
                  <a:pt x="15614" y="52534"/>
                  <a:pt x="15599" y="52637"/>
                  <a:pt x="15585" y="52740"/>
                </a:cubicBezTo>
                <a:lnTo>
                  <a:pt x="15305" y="52858"/>
                </a:lnTo>
                <a:cubicBezTo>
                  <a:pt x="15349" y="52740"/>
                  <a:pt x="15364" y="52652"/>
                  <a:pt x="15393" y="52534"/>
                </a:cubicBezTo>
                <a:cubicBezTo>
                  <a:pt x="15496" y="52505"/>
                  <a:pt x="15585" y="52461"/>
                  <a:pt x="15658" y="52431"/>
                </a:cubicBezTo>
                <a:close/>
                <a:moveTo>
                  <a:pt x="14216" y="52681"/>
                </a:moveTo>
                <a:cubicBezTo>
                  <a:pt x="14187" y="52740"/>
                  <a:pt x="14172" y="52799"/>
                  <a:pt x="14128" y="52858"/>
                </a:cubicBezTo>
                <a:lnTo>
                  <a:pt x="13966" y="52961"/>
                </a:lnTo>
                <a:cubicBezTo>
                  <a:pt x="13995" y="52902"/>
                  <a:pt x="14025" y="52858"/>
                  <a:pt x="14054" y="52799"/>
                </a:cubicBezTo>
                <a:cubicBezTo>
                  <a:pt x="14113" y="52784"/>
                  <a:pt x="14157" y="52740"/>
                  <a:pt x="14216" y="52681"/>
                </a:cubicBezTo>
                <a:close/>
                <a:moveTo>
                  <a:pt x="14731" y="52593"/>
                </a:moveTo>
                <a:cubicBezTo>
                  <a:pt x="14687" y="52667"/>
                  <a:pt x="14658" y="52740"/>
                  <a:pt x="14628" y="52828"/>
                </a:cubicBezTo>
                <a:cubicBezTo>
                  <a:pt x="14555" y="52873"/>
                  <a:pt x="14481" y="52902"/>
                  <a:pt x="14407" y="52961"/>
                </a:cubicBezTo>
                <a:cubicBezTo>
                  <a:pt x="14437" y="52873"/>
                  <a:pt x="14481" y="52799"/>
                  <a:pt x="14510" y="52725"/>
                </a:cubicBezTo>
                <a:cubicBezTo>
                  <a:pt x="14584" y="52681"/>
                  <a:pt x="14658" y="52622"/>
                  <a:pt x="14731" y="52593"/>
                </a:cubicBezTo>
                <a:close/>
                <a:moveTo>
                  <a:pt x="15305" y="52593"/>
                </a:moveTo>
                <a:cubicBezTo>
                  <a:pt x="15261" y="52711"/>
                  <a:pt x="15246" y="52799"/>
                  <a:pt x="15217" y="52902"/>
                </a:cubicBezTo>
                <a:cubicBezTo>
                  <a:pt x="15129" y="52917"/>
                  <a:pt x="15026" y="52961"/>
                  <a:pt x="14937" y="53020"/>
                </a:cubicBezTo>
                <a:cubicBezTo>
                  <a:pt x="14981" y="52917"/>
                  <a:pt x="15011" y="52814"/>
                  <a:pt x="15040" y="52725"/>
                </a:cubicBezTo>
                <a:cubicBezTo>
                  <a:pt x="15143" y="52681"/>
                  <a:pt x="15217" y="52652"/>
                  <a:pt x="15305" y="52593"/>
                </a:cubicBezTo>
                <a:close/>
                <a:moveTo>
                  <a:pt x="26975" y="45941"/>
                </a:moveTo>
                <a:cubicBezTo>
                  <a:pt x="26990" y="45985"/>
                  <a:pt x="26990" y="46059"/>
                  <a:pt x="27005" y="46133"/>
                </a:cubicBezTo>
                <a:cubicBezTo>
                  <a:pt x="26990" y="46191"/>
                  <a:pt x="26975" y="46236"/>
                  <a:pt x="26975" y="46280"/>
                </a:cubicBezTo>
                <a:lnTo>
                  <a:pt x="26975" y="46309"/>
                </a:lnTo>
                <a:cubicBezTo>
                  <a:pt x="26652" y="47310"/>
                  <a:pt x="26092" y="48443"/>
                  <a:pt x="25180" y="49620"/>
                </a:cubicBezTo>
                <a:cubicBezTo>
                  <a:pt x="23752" y="51489"/>
                  <a:pt x="21604" y="51872"/>
                  <a:pt x="19131" y="52343"/>
                </a:cubicBezTo>
                <a:cubicBezTo>
                  <a:pt x="18116" y="52519"/>
                  <a:pt x="17071" y="52725"/>
                  <a:pt x="15982" y="53034"/>
                </a:cubicBezTo>
                <a:lnTo>
                  <a:pt x="16041" y="52711"/>
                </a:lnTo>
                <a:cubicBezTo>
                  <a:pt x="17159" y="52343"/>
                  <a:pt x="18263" y="52093"/>
                  <a:pt x="19293" y="51901"/>
                </a:cubicBezTo>
                <a:cubicBezTo>
                  <a:pt x="21619" y="51416"/>
                  <a:pt x="23811" y="50974"/>
                  <a:pt x="25224" y="49135"/>
                </a:cubicBezTo>
                <a:cubicBezTo>
                  <a:pt x="26048" y="48075"/>
                  <a:pt x="26578" y="47045"/>
                  <a:pt x="26916" y="46088"/>
                </a:cubicBezTo>
                <a:lnTo>
                  <a:pt x="26916" y="46103"/>
                </a:lnTo>
                <a:lnTo>
                  <a:pt x="26975" y="45941"/>
                </a:lnTo>
                <a:close/>
                <a:moveTo>
                  <a:pt x="15938" y="52681"/>
                </a:moveTo>
                <a:lnTo>
                  <a:pt x="15938" y="52681"/>
                </a:lnTo>
                <a:cubicBezTo>
                  <a:pt x="15909" y="52814"/>
                  <a:pt x="15894" y="52917"/>
                  <a:pt x="15879" y="53034"/>
                </a:cubicBezTo>
                <a:cubicBezTo>
                  <a:pt x="15761" y="53079"/>
                  <a:pt x="15673" y="53093"/>
                  <a:pt x="15570" y="53123"/>
                </a:cubicBezTo>
                <a:cubicBezTo>
                  <a:pt x="15585" y="53020"/>
                  <a:pt x="15599" y="52902"/>
                  <a:pt x="15644" y="52799"/>
                </a:cubicBezTo>
                <a:cubicBezTo>
                  <a:pt x="15732" y="52755"/>
                  <a:pt x="15835" y="52725"/>
                  <a:pt x="15938" y="52681"/>
                </a:cubicBezTo>
                <a:close/>
                <a:moveTo>
                  <a:pt x="14393" y="52799"/>
                </a:moveTo>
                <a:lnTo>
                  <a:pt x="14393" y="52799"/>
                </a:lnTo>
                <a:cubicBezTo>
                  <a:pt x="14349" y="52873"/>
                  <a:pt x="14304" y="52946"/>
                  <a:pt x="14275" y="53034"/>
                </a:cubicBezTo>
                <a:cubicBezTo>
                  <a:pt x="14201" y="53079"/>
                  <a:pt x="14128" y="53108"/>
                  <a:pt x="14069" y="53167"/>
                </a:cubicBezTo>
                <a:lnTo>
                  <a:pt x="14187" y="52946"/>
                </a:lnTo>
                <a:cubicBezTo>
                  <a:pt x="14246" y="52873"/>
                  <a:pt x="14319" y="52828"/>
                  <a:pt x="14393" y="52799"/>
                </a:cubicBezTo>
                <a:close/>
                <a:moveTo>
                  <a:pt x="14923" y="52755"/>
                </a:moveTo>
                <a:lnTo>
                  <a:pt x="14923" y="52755"/>
                </a:lnTo>
                <a:cubicBezTo>
                  <a:pt x="14878" y="52858"/>
                  <a:pt x="14849" y="52946"/>
                  <a:pt x="14820" y="53049"/>
                </a:cubicBezTo>
                <a:cubicBezTo>
                  <a:pt x="14761" y="53093"/>
                  <a:pt x="14658" y="53123"/>
                  <a:pt x="14569" y="53167"/>
                </a:cubicBezTo>
                <a:lnTo>
                  <a:pt x="14672" y="52887"/>
                </a:lnTo>
                <a:cubicBezTo>
                  <a:pt x="14761" y="52858"/>
                  <a:pt x="14849" y="52799"/>
                  <a:pt x="14923" y="52755"/>
                </a:cubicBezTo>
                <a:close/>
                <a:moveTo>
                  <a:pt x="13878" y="52961"/>
                </a:moveTo>
                <a:lnTo>
                  <a:pt x="13878" y="52961"/>
                </a:lnTo>
                <a:cubicBezTo>
                  <a:pt x="13848" y="53005"/>
                  <a:pt x="13819" y="53049"/>
                  <a:pt x="13804" y="53093"/>
                </a:cubicBezTo>
                <a:cubicBezTo>
                  <a:pt x="13745" y="53123"/>
                  <a:pt x="13701" y="53167"/>
                  <a:pt x="13657" y="53196"/>
                </a:cubicBezTo>
                <a:cubicBezTo>
                  <a:pt x="13672" y="53167"/>
                  <a:pt x="13701" y="53123"/>
                  <a:pt x="13730" y="53093"/>
                </a:cubicBezTo>
                <a:cubicBezTo>
                  <a:pt x="13745" y="53079"/>
                  <a:pt x="13775" y="53049"/>
                  <a:pt x="13804" y="53020"/>
                </a:cubicBezTo>
                <a:cubicBezTo>
                  <a:pt x="13819" y="53005"/>
                  <a:pt x="13833" y="52976"/>
                  <a:pt x="13878" y="52961"/>
                </a:cubicBezTo>
                <a:close/>
                <a:moveTo>
                  <a:pt x="15541" y="52858"/>
                </a:moveTo>
                <a:lnTo>
                  <a:pt x="15541" y="52858"/>
                </a:lnTo>
                <a:cubicBezTo>
                  <a:pt x="15526" y="52961"/>
                  <a:pt x="15496" y="53079"/>
                  <a:pt x="15467" y="53167"/>
                </a:cubicBezTo>
                <a:lnTo>
                  <a:pt x="15202" y="53270"/>
                </a:lnTo>
                <a:cubicBezTo>
                  <a:pt x="15217" y="53167"/>
                  <a:pt x="15246" y="53079"/>
                  <a:pt x="15276" y="52961"/>
                </a:cubicBezTo>
                <a:lnTo>
                  <a:pt x="15541" y="52858"/>
                </a:lnTo>
                <a:close/>
                <a:moveTo>
                  <a:pt x="14040" y="53020"/>
                </a:moveTo>
                <a:cubicBezTo>
                  <a:pt x="13995" y="53093"/>
                  <a:pt x="13966" y="53167"/>
                  <a:pt x="13951" y="53226"/>
                </a:cubicBezTo>
                <a:cubicBezTo>
                  <a:pt x="13878" y="53255"/>
                  <a:pt x="13819" y="53285"/>
                  <a:pt x="13745" y="53344"/>
                </a:cubicBezTo>
                <a:cubicBezTo>
                  <a:pt x="13775" y="53270"/>
                  <a:pt x="13819" y="53226"/>
                  <a:pt x="13848" y="53138"/>
                </a:cubicBezTo>
                <a:cubicBezTo>
                  <a:pt x="13907" y="53093"/>
                  <a:pt x="13981" y="53049"/>
                  <a:pt x="14040" y="53020"/>
                </a:cubicBezTo>
                <a:close/>
                <a:moveTo>
                  <a:pt x="14569" y="52946"/>
                </a:moveTo>
                <a:lnTo>
                  <a:pt x="14466" y="53226"/>
                </a:lnTo>
                <a:cubicBezTo>
                  <a:pt x="14393" y="53255"/>
                  <a:pt x="14290" y="53285"/>
                  <a:pt x="14216" y="53344"/>
                </a:cubicBezTo>
                <a:cubicBezTo>
                  <a:pt x="14260" y="53255"/>
                  <a:pt x="14290" y="53167"/>
                  <a:pt x="14334" y="53093"/>
                </a:cubicBezTo>
                <a:cubicBezTo>
                  <a:pt x="14422" y="53034"/>
                  <a:pt x="14496" y="52976"/>
                  <a:pt x="14569" y="52946"/>
                </a:cubicBezTo>
                <a:close/>
                <a:moveTo>
                  <a:pt x="15173" y="53020"/>
                </a:moveTo>
                <a:lnTo>
                  <a:pt x="15173" y="53020"/>
                </a:lnTo>
                <a:cubicBezTo>
                  <a:pt x="15143" y="53123"/>
                  <a:pt x="15129" y="53226"/>
                  <a:pt x="15099" y="53329"/>
                </a:cubicBezTo>
                <a:cubicBezTo>
                  <a:pt x="15011" y="53329"/>
                  <a:pt x="14893" y="53373"/>
                  <a:pt x="14805" y="53417"/>
                </a:cubicBezTo>
                <a:cubicBezTo>
                  <a:pt x="14849" y="53314"/>
                  <a:pt x="14864" y="53226"/>
                  <a:pt x="14893" y="53123"/>
                </a:cubicBezTo>
                <a:lnTo>
                  <a:pt x="15173" y="53020"/>
                </a:lnTo>
                <a:close/>
                <a:moveTo>
                  <a:pt x="13524" y="53270"/>
                </a:moveTo>
                <a:cubicBezTo>
                  <a:pt x="13510" y="53299"/>
                  <a:pt x="13480" y="53329"/>
                  <a:pt x="13466" y="53344"/>
                </a:cubicBezTo>
                <a:cubicBezTo>
                  <a:pt x="13421" y="53388"/>
                  <a:pt x="13392" y="53402"/>
                  <a:pt x="13363" y="53447"/>
                </a:cubicBezTo>
                <a:cubicBezTo>
                  <a:pt x="13377" y="53417"/>
                  <a:pt x="13392" y="53388"/>
                  <a:pt x="13407" y="53373"/>
                </a:cubicBezTo>
                <a:cubicBezTo>
                  <a:pt x="13451" y="53329"/>
                  <a:pt x="13480" y="53314"/>
                  <a:pt x="13524" y="53270"/>
                </a:cubicBezTo>
                <a:close/>
                <a:moveTo>
                  <a:pt x="26961" y="46456"/>
                </a:moveTo>
                <a:lnTo>
                  <a:pt x="26961" y="46471"/>
                </a:lnTo>
                <a:cubicBezTo>
                  <a:pt x="26975" y="46486"/>
                  <a:pt x="26990" y="46530"/>
                  <a:pt x="26990" y="46545"/>
                </a:cubicBezTo>
                <a:cubicBezTo>
                  <a:pt x="26990" y="46574"/>
                  <a:pt x="26990" y="46618"/>
                  <a:pt x="27005" y="46648"/>
                </a:cubicBezTo>
                <a:cubicBezTo>
                  <a:pt x="26666" y="47751"/>
                  <a:pt x="26107" y="48929"/>
                  <a:pt x="25180" y="50135"/>
                </a:cubicBezTo>
                <a:cubicBezTo>
                  <a:pt x="23708" y="52034"/>
                  <a:pt x="21501" y="52402"/>
                  <a:pt x="18940" y="52858"/>
                </a:cubicBezTo>
                <a:cubicBezTo>
                  <a:pt x="17969" y="53020"/>
                  <a:pt x="16939" y="53182"/>
                  <a:pt x="15909" y="53461"/>
                </a:cubicBezTo>
                <a:cubicBezTo>
                  <a:pt x="15923" y="53344"/>
                  <a:pt x="15953" y="53226"/>
                  <a:pt x="15953" y="53108"/>
                </a:cubicBezTo>
                <a:cubicBezTo>
                  <a:pt x="17027" y="52784"/>
                  <a:pt x="18101" y="52578"/>
                  <a:pt x="19117" y="52387"/>
                </a:cubicBezTo>
                <a:cubicBezTo>
                  <a:pt x="21501" y="51945"/>
                  <a:pt x="23752" y="51533"/>
                  <a:pt x="25224" y="49635"/>
                </a:cubicBezTo>
                <a:cubicBezTo>
                  <a:pt x="26033" y="48590"/>
                  <a:pt x="26593" y="47516"/>
                  <a:pt x="26961" y="46456"/>
                </a:cubicBezTo>
                <a:close/>
                <a:moveTo>
                  <a:pt x="14201" y="53167"/>
                </a:moveTo>
                <a:cubicBezTo>
                  <a:pt x="14187" y="53226"/>
                  <a:pt x="14143" y="53314"/>
                  <a:pt x="14113" y="53402"/>
                </a:cubicBezTo>
                <a:cubicBezTo>
                  <a:pt x="14040" y="53447"/>
                  <a:pt x="13966" y="53491"/>
                  <a:pt x="13878" y="53535"/>
                </a:cubicBezTo>
                <a:cubicBezTo>
                  <a:pt x="13907" y="53461"/>
                  <a:pt x="13951" y="53373"/>
                  <a:pt x="13981" y="53285"/>
                </a:cubicBezTo>
                <a:cubicBezTo>
                  <a:pt x="14054" y="53255"/>
                  <a:pt x="14128" y="53196"/>
                  <a:pt x="14201" y="53167"/>
                </a:cubicBezTo>
                <a:close/>
                <a:moveTo>
                  <a:pt x="14805" y="53152"/>
                </a:moveTo>
                <a:lnTo>
                  <a:pt x="14805" y="53152"/>
                </a:lnTo>
                <a:cubicBezTo>
                  <a:pt x="14775" y="53241"/>
                  <a:pt x="14761" y="53344"/>
                  <a:pt x="14716" y="53447"/>
                </a:cubicBezTo>
                <a:lnTo>
                  <a:pt x="14437" y="53550"/>
                </a:lnTo>
                <a:cubicBezTo>
                  <a:pt x="14481" y="53461"/>
                  <a:pt x="14496" y="53373"/>
                  <a:pt x="14525" y="53255"/>
                </a:cubicBezTo>
                <a:cubicBezTo>
                  <a:pt x="14628" y="53241"/>
                  <a:pt x="14716" y="53196"/>
                  <a:pt x="14805" y="53152"/>
                </a:cubicBezTo>
                <a:close/>
                <a:moveTo>
                  <a:pt x="13686" y="53270"/>
                </a:moveTo>
                <a:cubicBezTo>
                  <a:pt x="13657" y="53329"/>
                  <a:pt x="13627" y="53388"/>
                  <a:pt x="13598" y="53447"/>
                </a:cubicBezTo>
                <a:cubicBezTo>
                  <a:pt x="13539" y="53476"/>
                  <a:pt x="13480" y="53505"/>
                  <a:pt x="13407" y="53564"/>
                </a:cubicBezTo>
                <a:cubicBezTo>
                  <a:pt x="13451" y="53505"/>
                  <a:pt x="13480" y="53461"/>
                  <a:pt x="13510" y="53402"/>
                </a:cubicBezTo>
                <a:cubicBezTo>
                  <a:pt x="13583" y="53373"/>
                  <a:pt x="13627" y="53314"/>
                  <a:pt x="13686" y="53270"/>
                </a:cubicBezTo>
                <a:close/>
                <a:moveTo>
                  <a:pt x="15879" y="53138"/>
                </a:moveTo>
                <a:lnTo>
                  <a:pt x="15879" y="53138"/>
                </a:lnTo>
                <a:cubicBezTo>
                  <a:pt x="15864" y="53255"/>
                  <a:pt x="15835" y="53358"/>
                  <a:pt x="15835" y="53491"/>
                </a:cubicBezTo>
                <a:cubicBezTo>
                  <a:pt x="15717" y="53491"/>
                  <a:pt x="15599" y="53535"/>
                  <a:pt x="15511" y="53564"/>
                </a:cubicBezTo>
                <a:lnTo>
                  <a:pt x="15570" y="53241"/>
                </a:lnTo>
                <a:cubicBezTo>
                  <a:pt x="15673" y="53196"/>
                  <a:pt x="15761" y="53167"/>
                  <a:pt x="15879" y="53138"/>
                </a:cubicBezTo>
                <a:close/>
                <a:moveTo>
                  <a:pt x="13142" y="53594"/>
                </a:moveTo>
                <a:cubicBezTo>
                  <a:pt x="13142" y="53608"/>
                  <a:pt x="13112" y="53608"/>
                  <a:pt x="13112" y="53623"/>
                </a:cubicBezTo>
                <a:cubicBezTo>
                  <a:pt x="13100" y="53635"/>
                  <a:pt x="13078" y="53648"/>
                  <a:pt x="13053" y="53669"/>
                </a:cubicBezTo>
                <a:lnTo>
                  <a:pt x="13053" y="53669"/>
                </a:lnTo>
                <a:cubicBezTo>
                  <a:pt x="13054" y="53665"/>
                  <a:pt x="13054" y="53659"/>
                  <a:pt x="13054" y="53653"/>
                </a:cubicBezTo>
                <a:lnTo>
                  <a:pt x="13142" y="53594"/>
                </a:lnTo>
                <a:close/>
                <a:moveTo>
                  <a:pt x="15467" y="53255"/>
                </a:moveTo>
                <a:lnTo>
                  <a:pt x="15423" y="53594"/>
                </a:lnTo>
                <a:cubicBezTo>
                  <a:pt x="15305" y="53623"/>
                  <a:pt x="15217" y="53653"/>
                  <a:pt x="15099" y="53697"/>
                </a:cubicBezTo>
                <a:cubicBezTo>
                  <a:pt x="15129" y="53594"/>
                  <a:pt x="15143" y="53476"/>
                  <a:pt x="15173" y="53373"/>
                </a:cubicBezTo>
                <a:cubicBezTo>
                  <a:pt x="15276" y="53329"/>
                  <a:pt x="15379" y="53299"/>
                  <a:pt x="15467" y="53255"/>
                </a:cubicBezTo>
                <a:close/>
                <a:moveTo>
                  <a:pt x="13878" y="53373"/>
                </a:moveTo>
                <a:cubicBezTo>
                  <a:pt x="13833" y="53447"/>
                  <a:pt x="13789" y="53520"/>
                  <a:pt x="13760" y="53608"/>
                </a:cubicBezTo>
                <a:cubicBezTo>
                  <a:pt x="13686" y="53638"/>
                  <a:pt x="13613" y="53697"/>
                  <a:pt x="13539" y="53741"/>
                </a:cubicBezTo>
                <a:lnTo>
                  <a:pt x="13657" y="53520"/>
                </a:lnTo>
                <a:cubicBezTo>
                  <a:pt x="13730" y="53461"/>
                  <a:pt x="13789" y="53402"/>
                  <a:pt x="13878" y="53373"/>
                </a:cubicBezTo>
                <a:close/>
                <a:moveTo>
                  <a:pt x="14437" y="53329"/>
                </a:moveTo>
                <a:lnTo>
                  <a:pt x="14437" y="53329"/>
                </a:lnTo>
                <a:cubicBezTo>
                  <a:pt x="14407" y="53417"/>
                  <a:pt x="14363" y="53520"/>
                  <a:pt x="14349" y="53608"/>
                </a:cubicBezTo>
                <a:cubicBezTo>
                  <a:pt x="14260" y="53638"/>
                  <a:pt x="14157" y="53682"/>
                  <a:pt x="14069" y="53741"/>
                </a:cubicBezTo>
                <a:lnTo>
                  <a:pt x="14187" y="53461"/>
                </a:lnTo>
                <a:cubicBezTo>
                  <a:pt x="14275" y="53417"/>
                  <a:pt x="14349" y="53373"/>
                  <a:pt x="14437" y="53329"/>
                </a:cubicBezTo>
                <a:close/>
                <a:moveTo>
                  <a:pt x="13333" y="53550"/>
                </a:moveTo>
                <a:lnTo>
                  <a:pt x="13333" y="53550"/>
                </a:lnTo>
                <a:cubicBezTo>
                  <a:pt x="13318" y="53594"/>
                  <a:pt x="13289" y="53638"/>
                  <a:pt x="13260" y="53682"/>
                </a:cubicBezTo>
                <a:cubicBezTo>
                  <a:pt x="13201" y="53711"/>
                  <a:pt x="13157" y="53756"/>
                  <a:pt x="13112" y="53785"/>
                </a:cubicBezTo>
                <a:cubicBezTo>
                  <a:pt x="13127" y="53756"/>
                  <a:pt x="13171" y="53711"/>
                  <a:pt x="13186" y="53682"/>
                </a:cubicBezTo>
                <a:cubicBezTo>
                  <a:pt x="13230" y="53638"/>
                  <a:pt x="13289" y="53608"/>
                  <a:pt x="13333" y="53550"/>
                </a:cubicBezTo>
                <a:close/>
                <a:moveTo>
                  <a:pt x="15084" y="53402"/>
                </a:moveTo>
                <a:cubicBezTo>
                  <a:pt x="15070" y="53520"/>
                  <a:pt x="15040" y="53623"/>
                  <a:pt x="15011" y="53711"/>
                </a:cubicBezTo>
                <a:cubicBezTo>
                  <a:pt x="14893" y="53756"/>
                  <a:pt x="14805" y="53785"/>
                  <a:pt x="14702" y="53829"/>
                </a:cubicBezTo>
                <a:cubicBezTo>
                  <a:pt x="14731" y="53711"/>
                  <a:pt x="14761" y="53608"/>
                  <a:pt x="14790" y="53520"/>
                </a:cubicBezTo>
                <a:cubicBezTo>
                  <a:pt x="14878" y="53476"/>
                  <a:pt x="14996" y="53447"/>
                  <a:pt x="15084" y="53402"/>
                </a:cubicBezTo>
                <a:close/>
                <a:moveTo>
                  <a:pt x="14069" y="53520"/>
                </a:moveTo>
                <a:lnTo>
                  <a:pt x="14069" y="53520"/>
                </a:lnTo>
                <a:cubicBezTo>
                  <a:pt x="14040" y="53608"/>
                  <a:pt x="13995" y="53697"/>
                  <a:pt x="13981" y="53770"/>
                </a:cubicBezTo>
                <a:cubicBezTo>
                  <a:pt x="13892" y="53814"/>
                  <a:pt x="13819" y="53859"/>
                  <a:pt x="13716" y="53903"/>
                </a:cubicBezTo>
                <a:cubicBezTo>
                  <a:pt x="13760" y="53814"/>
                  <a:pt x="13789" y="53741"/>
                  <a:pt x="13833" y="53638"/>
                </a:cubicBezTo>
                <a:cubicBezTo>
                  <a:pt x="13907" y="53608"/>
                  <a:pt x="13995" y="53550"/>
                  <a:pt x="14069" y="53520"/>
                </a:cubicBezTo>
                <a:close/>
                <a:moveTo>
                  <a:pt x="27005" y="46868"/>
                </a:moveTo>
                <a:cubicBezTo>
                  <a:pt x="27005" y="46927"/>
                  <a:pt x="27019" y="46986"/>
                  <a:pt x="27019" y="47015"/>
                </a:cubicBezTo>
                <a:cubicBezTo>
                  <a:pt x="27034" y="47030"/>
                  <a:pt x="27034" y="47060"/>
                  <a:pt x="27034" y="47089"/>
                </a:cubicBezTo>
                <a:cubicBezTo>
                  <a:pt x="26710" y="48237"/>
                  <a:pt x="26122" y="49429"/>
                  <a:pt x="25180" y="50665"/>
                </a:cubicBezTo>
                <a:cubicBezTo>
                  <a:pt x="23679" y="52622"/>
                  <a:pt x="21412" y="52976"/>
                  <a:pt x="18764" y="53358"/>
                </a:cubicBezTo>
                <a:cubicBezTo>
                  <a:pt x="17822" y="53505"/>
                  <a:pt x="16850" y="53653"/>
                  <a:pt x="15864" y="53903"/>
                </a:cubicBezTo>
                <a:cubicBezTo>
                  <a:pt x="15864" y="53785"/>
                  <a:pt x="15879" y="53653"/>
                  <a:pt x="15894" y="53550"/>
                </a:cubicBezTo>
                <a:cubicBezTo>
                  <a:pt x="16939" y="53270"/>
                  <a:pt x="17969" y="53093"/>
                  <a:pt x="18940" y="52917"/>
                </a:cubicBezTo>
                <a:cubicBezTo>
                  <a:pt x="21516" y="52505"/>
                  <a:pt x="23723" y="52122"/>
                  <a:pt x="25239" y="50180"/>
                </a:cubicBezTo>
                <a:cubicBezTo>
                  <a:pt x="26107" y="49046"/>
                  <a:pt x="26666" y="47943"/>
                  <a:pt x="27005" y="46868"/>
                </a:cubicBezTo>
                <a:close/>
                <a:moveTo>
                  <a:pt x="13524" y="53564"/>
                </a:moveTo>
                <a:lnTo>
                  <a:pt x="13524" y="53564"/>
                </a:lnTo>
                <a:cubicBezTo>
                  <a:pt x="13480" y="53653"/>
                  <a:pt x="13451" y="53741"/>
                  <a:pt x="13407" y="53785"/>
                </a:cubicBezTo>
                <a:cubicBezTo>
                  <a:pt x="13333" y="53829"/>
                  <a:pt x="13289" y="53888"/>
                  <a:pt x="13215" y="53917"/>
                </a:cubicBezTo>
                <a:cubicBezTo>
                  <a:pt x="13245" y="53844"/>
                  <a:pt x="13289" y="53785"/>
                  <a:pt x="13318" y="53711"/>
                </a:cubicBezTo>
                <a:cubicBezTo>
                  <a:pt x="13392" y="53653"/>
                  <a:pt x="13451" y="53623"/>
                  <a:pt x="13524" y="53564"/>
                </a:cubicBezTo>
                <a:close/>
                <a:moveTo>
                  <a:pt x="14687" y="53550"/>
                </a:moveTo>
                <a:lnTo>
                  <a:pt x="14687" y="53550"/>
                </a:lnTo>
                <a:cubicBezTo>
                  <a:pt x="14658" y="53667"/>
                  <a:pt x="14628" y="53756"/>
                  <a:pt x="14613" y="53859"/>
                </a:cubicBezTo>
                <a:cubicBezTo>
                  <a:pt x="14510" y="53903"/>
                  <a:pt x="14422" y="53932"/>
                  <a:pt x="14319" y="53976"/>
                </a:cubicBezTo>
                <a:cubicBezTo>
                  <a:pt x="14334" y="53859"/>
                  <a:pt x="14363" y="53770"/>
                  <a:pt x="14407" y="53682"/>
                </a:cubicBezTo>
                <a:cubicBezTo>
                  <a:pt x="14496" y="53638"/>
                  <a:pt x="14584" y="53608"/>
                  <a:pt x="14687" y="53550"/>
                </a:cubicBezTo>
                <a:close/>
                <a:moveTo>
                  <a:pt x="15820" y="53564"/>
                </a:moveTo>
                <a:lnTo>
                  <a:pt x="15820" y="53564"/>
                </a:lnTo>
                <a:cubicBezTo>
                  <a:pt x="15806" y="53682"/>
                  <a:pt x="15806" y="53814"/>
                  <a:pt x="15806" y="53917"/>
                </a:cubicBezTo>
                <a:cubicBezTo>
                  <a:pt x="15673" y="53932"/>
                  <a:pt x="15570" y="53976"/>
                  <a:pt x="15452" y="54006"/>
                </a:cubicBezTo>
                <a:cubicBezTo>
                  <a:pt x="15467" y="53903"/>
                  <a:pt x="15467" y="53770"/>
                  <a:pt x="15496" y="53667"/>
                </a:cubicBezTo>
                <a:cubicBezTo>
                  <a:pt x="15599" y="53623"/>
                  <a:pt x="15717" y="53608"/>
                  <a:pt x="15820" y="53564"/>
                </a:cubicBezTo>
                <a:close/>
                <a:moveTo>
                  <a:pt x="12965" y="53859"/>
                </a:moveTo>
                <a:cubicBezTo>
                  <a:pt x="12951" y="53888"/>
                  <a:pt x="12936" y="53917"/>
                  <a:pt x="12921" y="53932"/>
                </a:cubicBezTo>
                <a:cubicBezTo>
                  <a:pt x="12877" y="53976"/>
                  <a:pt x="12818" y="54006"/>
                  <a:pt x="12789" y="54050"/>
                </a:cubicBezTo>
                <a:cubicBezTo>
                  <a:pt x="12803" y="54020"/>
                  <a:pt x="12818" y="54006"/>
                  <a:pt x="12847" y="53976"/>
                </a:cubicBezTo>
                <a:cubicBezTo>
                  <a:pt x="12877" y="53932"/>
                  <a:pt x="12936" y="53903"/>
                  <a:pt x="12965" y="53859"/>
                </a:cubicBezTo>
                <a:close/>
                <a:moveTo>
                  <a:pt x="13716" y="53697"/>
                </a:moveTo>
                <a:lnTo>
                  <a:pt x="13716" y="53697"/>
                </a:lnTo>
                <a:cubicBezTo>
                  <a:pt x="13686" y="53785"/>
                  <a:pt x="13657" y="53888"/>
                  <a:pt x="13613" y="53962"/>
                </a:cubicBezTo>
                <a:cubicBezTo>
                  <a:pt x="13539" y="53991"/>
                  <a:pt x="13451" y="54050"/>
                  <a:pt x="13377" y="54079"/>
                </a:cubicBezTo>
                <a:cubicBezTo>
                  <a:pt x="13407" y="54006"/>
                  <a:pt x="13451" y="53917"/>
                  <a:pt x="13480" y="53844"/>
                </a:cubicBezTo>
                <a:cubicBezTo>
                  <a:pt x="13554" y="53785"/>
                  <a:pt x="13657" y="53756"/>
                  <a:pt x="13716" y="53697"/>
                </a:cubicBezTo>
                <a:close/>
                <a:moveTo>
                  <a:pt x="14319" y="53711"/>
                </a:moveTo>
                <a:cubicBezTo>
                  <a:pt x="14275" y="53814"/>
                  <a:pt x="14260" y="53917"/>
                  <a:pt x="14246" y="54006"/>
                </a:cubicBezTo>
                <a:cubicBezTo>
                  <a:pt x="14143" y="54050"/>
                  <a:pt x="14054" y="54079"/>
                  <a:pt x="13951" y="54123"/>
                </a:cubicBezTo>
                <a:cubicBezTo>
                  <a:pt x="13981" y="54035"/>
                  <a:pt x="13995" y="53932"/>
                  <a:pt x="14040" y="53829"/>
                </a:cubicBezTo>
                <a:lnTo>
                  <a:pt x="14319" y="53711"/>
                </a:lnTo>
                <a:close/>
                <a:moveTo>
                  <a:pt x="15393" y="53682"/>
                </a:moveTo>
                <a:lnTo>
                  <a:pt x="15393" y="53682"/>
                </a:lnTo>
                <a:cubicBezTo>
                  <a:pt x="15379" y="53785"/>
                  <a:pt x="15364" y="53903"/>
                  <a:pt x="15364" y="54020"/>
                </a:cubicBezTo>
                <a:cubicBezTo>
                  <a:pt x="15246" y="54065"/>
                  <a:pt x="15143" y="54079"/>
                  <a:pt x="15026" y="54123"/>
                </a:cubicBezTo>
                <a:cubicBezTo>
                  <a:pt x="15055" y="54006"/>
                  <a:pt x="15070" y="53903"/>
                  <a:pt x="15084" y="53770"/>
                </a:cubicBezTo>
                <a:cubicBezTo>
                  <a:pt x="15187" y="53741"/>
                  <a:pt x="15305" y="53697"/>
                  <a:pt x="15393" y="53682"/>
                </a:cubicBezTo>
                <a:close/>
                <a:moveTo>
                  <a:pt x="13157" y="53859"/>
                </a:moveTo>
                <a:cubicBezTo>
                  <a:pt x="13112" y="53917"/>
                  <a:pt x="13098" y="53976"/>
                  <a:pt x="13054" y="54020"/>
                </a:cubicBezTo>
                <a:cubicBezTo>
                  <a:pt x="13009" y="54065"/>
                  <a:pt x="12936" y="54123"/>
                  <a:pt x="12877" y="54153"/>
                </a:cubicBezTo>
                <a:cubicBezTo>
                  <a:pt x="12921" y="54094"/>
                  <a:pt x="12936" y="54050"/>
                  <a:pt x="12965" y="54006"/>
                </a:cubicBezTo>
                <a:cubicBezTo>
                  <a:pt x="13039" y="53962"/>
                  <a:pt x="13098" y="53903"/>
                  <a:pt x="13157" y="53859"/>
                </a:cubicBezTo>
                <a:close/>
                <a:moveTo>
                  <a:pt x="14996" y="53814"/>
                </a:moveTo>
                <a:lnTo>
                  <a:pt x="14937" y="54138"/>
                </a:lnTo>
                <a:cubicBezTo>
                  <a:pt x="14849" y="54182"/>
                  <a:pt x="14731" y="54212"/>
                  <a:pt x="14628" y="54256"/>
                </a:cubicBezTo>
                <a:lnTo>
                  <a:pt x="14672" y="53917"/>
                </a:lnTo>
                <a:cubicBezTo>
                  <a:pt x="14790" y="53888"/>
                  <a:pt x="14878" y="53844"/>
                  <a:pt x="14996" y="53814"/>
                </a:cubicBezTo>
                <a:close/>
                <a:moveTo>
                  <a:pt x="13363" y="53932"/>
                </a:moveTo>
                <a:lnTo>
                  <a:pt x="13245" y="54153"/>
                </a:lnTo>
                <a:cubicBezTo>
                  <a:pt x="13171" y="54197"/>
                  <a:pt x="13098" y="54241"/>
                  <a:pt x="13009" y="54285"/>
                </a:cubicBezTo>
                <a:lnTo>
                  <a:pt x="13112" y="54065"/>
                </a:lnTo>
                <a:cubicBezTo>
                  <a:pt x="13215" y="54020"/>
                  <a:pt x="13289" y="53976"/>
                  <a:pt x="13363" y="53932"/>
                </a:cubicBezTo>
                <a:close/>
                <a:moveTo>
                  <a:pt x="13951" y="53888"/>
                </a:moveTo>
                <a:cubicBezTo>
                  <a:pt x="13907" y="53976"/>
                  <a:pt x="13878" y="54065"/>
                  <a:pt x="13848" y="54153"/>
                </a:cubicBezTo>
                <a:cubicBezTo>
                  <a:pt x="13760" y="54197"/>
                  <a:pt x="13672" y="54227"/>
                  <a:pt x="13583" y="54285"/>
                </a:cubicBezTo>
                <a:lnTo>
                  <a:pt x="13686" y="54006"/>
                </a:lnTo>
                <a:cubicBezTo>
                  <a:pt x="13775" y="53976"/>
                  <a:pt x="13878" y="53917"/>
                  <a:pt x="13951" y="53888"/>
                </a:cubicBezTo>
                <a:close/>
                <a:moveTo>
                  <a:pt x="12568" y="54197"/>
                </a:moveTo>
                <a:cubicBezTo>
                  <a:pt x="12553" y="54212"/>
                  <a:pt x="12553" y="54227"/>
                  <a:pt x="12524" y="54256"/>
                </a:cubicBezTo>
                <a:cubicBezTo>
                  <a:pt x="12509" y="54271"/>
                  <a:pt x="12494" y="54285"/>
                  <a:pt x="12450" y="54300"/>
                </a:cubicBezTo>
                <a:cubicBezTo>
                  <a:pt x="12494" y="54285"/>
                  <a:pt x="12509" y="54271"/>
                  <a:pt x="12509" y="54256"/>
                </a:cubicBezTo>
                <a:lnTo>
                  <a:pt x="12568" y="54197"/>
                </a:lnTo>
                <a:close/>
                <a:moveTo>
                  <a:pt x="27075" y="47307"/>
                </a:moveTo>
                <a:lnTo>
                  <a:pt x="27075" y="47307"/>
                </a:lnTo>
                <a:cubicBezTo>
                  <a:pt x="27064" y="47345"/>
                  <a:pt x="27065" y="47371"/>
                  <a:pt x="27078" y="47398"/>
                </a:cubicBezTo>
                <a:lnTo>
                  <a:pt x="27078" y="47457"/>
                </a:lnTo>
                <a:lnTo>
                  <a:pt x="27078" y="47531"/>
                </a:lnTo>
                <a:cubicBezTo>
                  <a:pt x="26769" y="48664"/>
                  <a:pt x="26195" y="49885"/>
                  <a:pt x="25195" y="51195"/>
                </a:cubicBezTo>
                <a:cubicBezTo>
                  <a:pt x="23649" y="53211"/>
                  <a:pt x="21324" y="53535"/>
                  <a:pt x="18616" y="53903"/>
                </a:cubicBezTo>
                <a:cubicBezTo>
                  <a:pt x="17733" y="54020"/>
                  <a:pt x="16821" y="54138"/>
                  <a:pt x="15879" y="54344"/>
                </a:cubicBezTo>
                <a:cubicBezTo>
                  <a:pt x="15879" y="54212"/>
                  <a:pt x="15879" y="54094"/>
                  <a:pt x="15894" y="53976"/>
                </a:cubicBezTo>
                <a:cubicBezTo>
                  <a:pt x="16880" y="53726"/>
                  <a:pt x="17881" y="53579"/>
                  <a:pt x="18822" y="53432"/>
                </a:cubicBezTo>
                <a:cubicBezTo>
                  <a:pt x="21471" y="53034"/>
                  <a:pt x="23752" y="52681"/>
                  <a:pt x="25268" y="50695"/>
                </a:cubicBezTo>
                <a:cubicBezTo>
                  <a:pt x="26148" y="49536"/>
                  <a:pt x="26736" y="48393"/>
                  <a:pt x="27075" y="47307"/>
                </a:cubicBezTo>
                <a:close/>
                <a:moveTo>
                  <a:pt x="14584" y="53962"/>
                </a:moveTo>
                <a:cubicBezTo>
                  <a:pt x="14569" y="54065"/>
                  <a:pt x="14555" y="54182"/>
                  <a:pt x="14525" y="54271"/>
                </a:cubicBezTo>
                <a:cubicBezTo>
                  <a:pt x="14422" y="54300"/>
                  <a:pt x="14334" y="54344"/>
                  <a:pt x="14216" y="54374"/>
                </a:cubicBezTo>
                <a:cubicBezTo>
                  <a:pt x="14246" y="54271"/>
                  <a:pt x="14275" y="54182"/>
                  <a:pt x="14290" y="54065"/>
                </a:cubicBezTo>
                <a:cubicBezTo>
                  <a:pt x="14393" y="54035"/>
                  <a:pt x="14496" y="53991"/>
                  <a:pt x="14584" y="53962"/>
                </a:cubicBezTo>
                <a:close/>
                <a:moveTo>
                  <a:pt x="12789" y="54153"/>
                </a:moveTo>
                <a:lnTo>
                  <a:pt x="12789" y="54153"/>
                </a:lnTo>
                <a:cubicBezTo>
                  <a:pt x="12774" y="54197"/>
                  <a:pt x="12730" y="54227"/>
                  <a:pt x="12715" y="54285"/>
                </a:cubicBezTo>
                <a:cubicBezTo>
                  <a:pt x="12656" y="54330"/>
                  <a:pt x="12583" y="54374"/>
                  <a:pt x="12524" y="54418"/>
                </a:cubicBezTo>
                <a:cubicBezTo>
                  <a:pt x="12538" y="54374"/>
                  <a:pt x="12583" y="54344"/>
                  <a:pt x="12597" y="54300"/>
                </a:cubicBezTo>
                <a:cubicBezTo>
                  <a:pt x="12671" y="54256"/>
                  <a:pt x="12730" y="54197"/>
                  <a:pt x="12789" y="54153"/>
                </a:cubicBezTo>
                <a:close/>
                <a:moveTo>
                  <a:pt x="15806" y="53991"/>
                </a:moveTo>
                <a:lnTo>
                  <a:pt x="15806" y="54359"/>
                </a:lnTo>
                <a:cubicBezTo>
                  <a:pt x="15673" y="54374"/>
                  <a:pt x="15570" y="54418"/>
                  <a:pt x="15438" y="54433"/>
                </a:cubicBezTo>
                <a:cubicBezTo>
                  <a:pt x="15423" y="54359"/>
                  <a:pt x="15423" y="54271"/>
                  <a:pt x="15438" y="54197"/>
                </a:cubicBezTo>
                <a:cubicBezTo>
                  <a:pt x="15438" y="54153"/>
                  <a:pt x="15438" y="54123"/>
                  <a:pt x="15452" y="54079"/>
                </a:cubicBezTo>
                <a:cubicBezTo>
                  <a:pt x="15555" y="54050"/>
                  <a:pt x="15688" y="54020"/>
                  <a:pt x="15806" y="53991"/>
                </a:cubicBezTo>
                <a:close/>
                <a:moveTo>
                  <a:pt x="13554" y="54065"/>
                </a:moveTo>
                <a:lnTo>
                  <a:pt x="13554" y="54065"/>
                </a:lnTo>
                <a:cubicBezTo>
                  <a:pt x="13524" y="54153"/>
                  <a:pt x="13480" y="54256"/>
                  <a:pt x="13466" y="54330"/>
                </a:cubicBezTo>
                <a:cubicBezTo>
                  <a:pt x="13377" y="54359"/>
                  <a:pt x="13289" y="54418"/>
                  <a:pt x="13201" y="54447"/>
                </a:cubicBezTo>
                <a:cubicBezTo>
                  <a:pt x="13245" y="54359"/>
                  <a:pt x="13289" y="54285"/>
                  <a:pt x="13318" y="54197"/>
                </a:cubicBezTo>
                <a:cubicBezTo>
                  <a:pt x="13392" y="54182"/>
                  <a:pt x="13480" y="54123"/>
                  <a:pt x="13554" y="54065"/>
                </a:cubicBezTo>
                <a:close/>
                <a:moveTo>
                  <a:pt x="12980" y="54197"/>
                </a:moveTo>
                <a:cubicBezTo>
                  <a:pt x="12951" y="54256"/>
                  <a:pt x="12921" y="54300"/>
                  <a:pt x="12892" y="54374"/>
                </a:cubicBezTo>
                <a:cubicBezTo>
                  <a:pt x="12818" y="54418"/>
                  <a:pt x="12744" y="54477"/>
                  <a:pt x="12671" y="54521"/>
                </a:cubicBezTo>
                <a:cubicBezTo>
                  <a:pt x="12715" y="54477"/>
                  <a:pt x="12744" y="54403"/>
                  <a:pt x="12789" y="54344"/>
                </a:cubicBezTo>
                <a:cubicBezTo>
                  <a:pt x="12862" y="54285"/>
                  <a:pt x="12936" y="54227"/>
                  <a:pt x="12980" y="54197"/>
                </a:cubicBezTo>
                <a:close/>
                <a:moveTo>
                  <a:pt x="14201" y="54109"/>
                </a:moveTo>
                <a:lnTo>
                  <a:pt x="14201" y="54109"/>
                </a:lnTo>
                <a:cubicBezTo>
                  <a:pt x="14187" y="54212"/>
                  <a:pt x="14143" y="54300"/>
                  <a:pt x="14128" y="54418"/>
                </a:cubicBezTo>
                <a:cubicBezTo>
                  <a:pt x="14025" y="54447"/>
                  <a:pt x="13922" y="54491"/>
                  <a:pt x="13819" y="54521"/>
                </a:cubicBezTo>
                <a:cubicBezTo>
                  <a:pt x="13848" y="54418"/>
                  <a:pt x="13892" y="54330"/>
                  <a:pt x="13907" y="54227"/>
                </a:cubicBezTo>
                <a:cubicBezTo>
                  <a:pt x="13995" y="54197"/>
                  <a:pt x="14113" y="54138"/>
                  <a:pt x="14201" y="54109"/>
                </a:cubicBezTo>
                <a:close/>
                <a:moveTo>
                  <a:pt x="15349" y="54094"/>
                </a:moveTo>
                <a:lnTo>
                  <a:pt x="15349" y="54168"/>
                </a:lnTo>
                <a:cubicBezTo>
                  <a:pt x="15349" y="54271"/>
                  <a:pt x="15320" y="54359"/>
                  <a:pt x="15320" y="54447"/>
                </a:cubicBezTo>
                <a:cubicBezTo>
                  <a:pt x="15217" y="54491"/>
                  <a:pt x="15099" y="54521"/>
                  <a:pt x="14981" y="54550"/>
                </a:cubicBezTo>
                <a:lnTo>
                  <a:pt x="14981" y="54433"/>
                </a:lnTo>
                <a:cubicBezTo>
                  <a:pt x="14981" y="54359"/>
                  <a:pt x="14996" y="54271"/>
                  <a:pt x="15011" y="54197"/>
                </a:cubicBezTo>
                <a:cubicBezTo>
                  <a:pt x="15129" y="54153"/>
                  <a:pt x="15232" y="54123"/>
                  <a:pt x="15349" y="54094"/>
                </a:cubicBezTo>
                <a:close/>
                <a:moveTo>
                  <a:pt x="14937" y="54212"/>
                </a:moveTo>
                <a:cubicBezTo>
                  <a:pt x="14937" y="54285"/>
                  <a:pt x="14923" y="54359"/>
                  <a:pt x="14923" y="54433"/>
                </a:cubicBezTo>
                <a:cubicBezTo>
                  <a:pt x="14923" y="54462"/>
                  <a:pt x="14923" y="54521"/>
                  <a:pt x="14908" y="54565"/>
                </a:cubicBezTo>
                <a:cubicBezTo>
                  <a:pt x="14790" y="54594"/>
                  <a:pt x="14687" y="54624"/>
                  <a:pt x="14555" y="54653"/>
                </a:cubicBezTo>
                <a:cubicBezTo>
                  <a:pt x="14569" y="54565"/>
                  <a:pt x="14584" y="54447"/>
                  <a:pt x="14613" y="54330"/>
                </a:cubicBezTo>
                <a:lnTo>
                  <a:pt x="14937" y="54212"/>
                </a:lnTo>
                <a:close/>
                <a:moveTo>
                  <a:pt x="12406" y="54462"/>
                </a:moveTo>
                <a:cubicBezTo>
                  <a:pt x="12377" y="54506"/>
                  <a:pt x="12362" y="54521"/>
                  <a:pt x="12347" y="54565"/>
                </a:cubicBezTo>
                <a:cubicBezTo>
                  <a:pt x="12303" y="54594"/>
                  <a:pt x="12259" y="54639"/>
                  <a:pt x="12215" y="54668"/>
                </a:cubicBezTo>
                <a:cubicBezTo>
                  <a:pt x="12229" y="54639"/>
                  <a:pt x="12259" y="54624"/>
                  <a:pt x="12274" y="54580"/>
                </a:cubicBezTo>
                <a:cubicBezTo>
                  <a:pt x="12303" y="54550"/>
                  <a:pt x="12362" y="54506"/>
                  <a:pt x="12406" y="54462"/>
                </a:cubicBezTo>
                <a:close/>
                <a:moveTo>
                  <a:pt x="13186" y="54285"/>
                </a:moveTo>
                <a:lnTo>
                  <a:pt x="13186" y="54285"/>
                </a:lnTo>
                <a:cubicBezTo>
                  <a:pt x="13157" y="54359"/>
                  <a:pt x="13112" y="54447"/>
                  <a:pt x="13098" y="54521"/>
                </a:cubicBezTo>
                <a:cubicBezTo>
                  <a:pt x="13009" y="54565"/>
                  <a:pt x="12936" y="54624"/>
                  <a:pt x="12833" y="54668"/>
                </a:cubicBezTo>
                <a:cubicBezTo>
                  <a:pt x="12877" y="54594"/>
                  <a:pt x="12921" y="54506"/>
                  <a:pt x="12951" y="54433"/>
                </a:cubicBezTo>
                <a:cubicBezTo>
                  <a:pt x="13024" y="54374"/>
                  <a:pt x="13112" y="54330"/>
                  <a:pt x="13186" y="54285"/>
                </a:cubicBezTo>
                <a:close/>
                <a:moveTo>
                  <a:pt x="13819" y="54271"/>
                </a:moveTo>
                <a:cubicBezTo>
                  <a:pt x="13775" y="54359"/>
                  <a:pt x="13760" y="54477"/>
                  <a:pt x="13745" y="54565"/>
                </a:cubicBezTo>
                <a:cubicBezTo>
                  <a:pt x="13657" y="54594"/>
                  <a:pt x="13539" y="54639"/>
                  <a:pt x="13451" y="54697"/>
                </a:cubicBezTo>
                <a:cubicBezTo>
                  <a:pt x="13480" y="54594"/>
                  <a:pt x="13510" y="54506"/>
                  <a:pt x="13539" y="54388"/>
                </a:cubicBezTo>
                <a:cubicBezTo>
                  <a:pt x="13627" y="54359"/>
                  <a:pt x="13730" y="54300"/>
                  <a:pt x="13819" y="54271"/>
                </a:cubicBezTo>
                <a:close/>
                <a:moveTo>
                  <a:pt x="12597" y="54447"/>
                </a:moveTo>
                <a:lnTo>
                  <a:pt x="12597" y="54447"/>
                </a:lnTo>
                <a:cubicBezTo>
                  <a:pt x="12568" y="54506"/>
                  <a:pt x="12553" y="54565"/>
                  <a:pt x="12509" y="54624"/>
                </a:cubicBezTo>
                <a:cubicBezTo>
                  <a:pt x="12435" y="54668"/>
                  <a:pt x="12362" y="54712"/>
                  <a:pt x="12303" y="54771"/>
                </a:cubicBezTo>
                <a:cubicBezTo>
                  <a:pt x="12347" y="54712"/>
                  <a:pt x="12362" y="54668"/>
                  <a:pt x="12406" y="54624"/>
                </a:cubicBezTo>
                <a:cubicBezTo>
                  <a:pt x="12435" y="54580"/>
                  <a:pt x="12494" y="54550"/>
                  <a:pt x="12524" y="54506"/>
                </a:cubicBezTo>
                <a:cubicBezTo>
                  <a:pt x="12553" y="54491"/>
                  <a:pt x="12583" y="54477"/>
                  <a:pt x="12597" y="54447"/>
                </a:cubicBezTo>
                <a:close/>
                <a:moveTo>
                  <a:pt x="14510" y="54359"/>
                </a:moveTo>
                <a:lnTo>
                  <a:pt x="14466" y="54697"/>
                </a:lnTo>
                <a:lnTo>
                  <a:pt x="14128" y="54800"/>
                </a:lnTo>
                <a:cubicBezTo>
                  <a:pt x="14157" y="54697"/>
                  <a:pt x="14187" y="54580"/>
                  <a:pt x="14201" y="54477"/>
                </a:cubicBezTo>
                <a:cubicBezTo>
                  <a:pt x="14304" y="54433"/>
                  <a:pt x="14422" y="54403"/>
                  <a:pt x="14510" y="54359"/>
                </a:cubicBezTo>
                <a:close/>
                <a:moveTo>
                  <a:pt x="27078" y="47737"/>
                </a:moveTo>
                <a:cubicBezTo>
                  <a:pt x="27122" y="47766"/>
                  <a:pt x="27122" y="47766"/>
                  <a:pt x="27122" y="47795"/>
                </a:cubicBezTo>
                <a:lnTo>
                  <a:pt x="27122" y="47810"/>
                </a:lnTo>
                <a:lnTo>
                  <a:pt x="27122" y="47854"/>
                </a:lnTo>
                <a:lnTo>
                  <a:pt x="27122" y="47869"/>
                </a:lnTo>
                <a:lnTo>
                  <a:pt x="27122" y="47898"/>
                </a:lnTo>
                <a:lnTo>
                  <a:pt x="27122" y="47928"/>
                </a:lnTo>
                <a:lnTo>
                  <a:pt x="27122" y="47943"/>
                </a:lnTo>
                <a:lnTo>
                  <a:pt x="27122" y="47957"/>
                </a:lnTo>
                <a:cubicBezTo>
                  <a:pt x="26828" y="49105"/>
                  <a:pt x="26210" y="50371"/>
                  <a:pt x="25180" y="51725"/>
                </a:cubicBezTo>
                <a:cubicBezTo>
                  <a:pt x="23620" y="53785"/>
                  <a:pt x="21192" y="54109"/>
                  <a:pt x="18410" y="54433"/>
                </a:cubicBezTo>
                <a:cubicBezTo>
                  <a:pt x="17586" y="54550"/>
                  <a:pt x="16718" y="54639"/>
                  <a:pt x="15864" y="54800"/>
                </a:cubicBezTo>
                <a:cubicBezTo>
                  <a:pt x="15864" y="54668"/>
                  <a:pt x="15864" y="54550"/>
                  <a:pt x="15835" y="54418"/>
                </a:cubicBezTo>
                <a:cubicBezTo>
                  <a:pt x="16777" y="54212"/>
                  <a:pt x="17719" y="54079"/>
                  <a:pt x="18602" y="53976"/>
                </a:cubicBezTo>
                <a:cubicBezTo>
                  <a:pt x="21324" y="53608"/>
                  <a:pt x="23694" y="53270"/>
                  <a:pt x="25239" y="51239"/>
                </a:cubicBezTo>
                <a:cubicBezTo>
                  <a:pt x="26195" y="49988"/>
                  <a:pt x="26769" y="48826"/>
                  <a:pt x="27078" y="47737"/>
                </a:cubicBezTo>
                <a:close/>
                <a:moveTo>
                  <a:pt x="13421" y="54447"/>
                </a:moveTo>
                <a:cubicBezTo>
                  <a:pt x="13392" y="54550"/>
                  <a:pt x="13377" y="54639"/>
                  <a:pt x="13333" y="54727"/>
                </a:cubicBezTo>
                <a:cubicBezTo>
                  <a:pt x="13245" y="54771"/>
                  <a:pt x="13157" y="54815"/>
                  <a:pt x="13054" y="54859"/>
                </a:cubicBezTo>
                <a:cubicBezTo>
                  <a:pt x="13098" y="54771"/>
                  <a:pt x="13142" y="54668"/>
                  <a:pt x="13157" y="54580"/>
                </a:cubicBezTo>
                <a:cubicBezTo>
                  <a:pt x="13245" y="54550"/>
                  <a:pt x="13333" y="54491"/>
                  <a:pt x="13421" y="54447"/>
                </a:cubicBezTo>
                <a:close/>
                <a:moveTo>
                  <a:pt x="12818" y="54506"/>
                </a:moveTo>
                <a:lnTo>
                  <a:pt x="12818" y="54506"/>
                </a:lnTo>
                <a:cubicBezTo>
                  <a:pt x="12789" y="54580"/>
                  <a:pt x="12744" y="54653"/>
                  <a:pt x="12730" y="54727"/>
                </a:cubicBezTo>
                <a:cubicBezTo>
                  <a:pt x="12656" y="54786"/>
                  <a:pt x="12568" y="54815"/>
                  <a:pt x="12494" y="54874"/>
                </a:cubicBezTo>
                <a:cubicBezTo>
                  <a:pt x="12524" y="54800"/>
                  <a:pt x="12568" y="54727"/>
                  <a:pt x="12597" y="54668"/>
                </a:cubicBezTo>
                <a:cubicBezTo>
                  <a:pt x="12656" y="54624"/>
                  <a:pt x="12744" y="54565"/>
                  <a:pt x="12818" y="54506"/>
                </a:cubicBezTo>
                <a:close/>
                <a:moveTo>
                  <a:pt x="15761" y="54447"/>
                </a:moveTo>
                <a:cubicBezTo>
                  <a:pt x="15791" y="54580"/>
                  <a:pt x="15791" y="54697"/>
                  <a:pt x="15791" y="54815"/>
                </a:cubicBezTo>
                <a:cubicBezTo>
                  <a:pt x="15658" y="54845"/>
                  <a:pt x="15526" y="54874"/>
                  <a:pt x="15393" y="54889"/>
                </a:cubicBezTo>
                <a:lnTo>
                  <a:pt x="15393" y="54521"/>
                </a:lnTo>
                <a:cubicBezTo>
                  <a:pt x="15526" y="54491"/>
                  <a:pt x="15644" y="54462"/>
                  <a:pt x="15761" y="54447"/>
                </a:cubicBezTo>
                <a:close/>
                <a:moveTo>
                  <a:pt x="12009" y="54800"/>
                </a:moveTo>
                <a:lnTo>
                  <a:pt x="12009" y="54800"/>
                </a:lnTo>
                <a:cubicBezTo>
                  <a:pt x="11994" y="54815"/>
                  <a:pt x="11994" y="54845"/>
                  <a:pt x="11979" y="54859"/>
                </a:cubicBezTo>
                <a:cubicBezTo>
                  <a:pt x="11935" y="54874"/>
                  <a:pt x="11906" y="54918"/>
                  <a:pt x="11891" y="54933"/>
                </a:cubicBezTo>
                <a:lnTo>
                  <a:pt x="11891" y="54933"/>
                </a:lnTo>
                <a:cubicBezTo>
                  <a:pt x="11906" y="54918"/>
                  <a:pt x="11920" y="54889"/>
                  <a:pt x="11920" y="54874"/>
                </a:cubicBezTo>
                <a:cubicBezTo>
                  <a:pt x="11965" y="54859"/>
                  <a:pt x="11979" y="54815"/>
                  <a:pt x="12009" y="54800"/>
                </a:cubicBezTo>
                <a:close/>
                <a:moveTo>
                  <a:pt x="14113" y="54506"/>
                </a:moveTo>
                <a:lnTo>
                  <a:pt x="14113" y="54506"/>
                </a:lnTo>
                <a:cubicBezTo>
                  <a:pt x="14098" y="54624"/>
                  <a:pt x="14069" y="54727"/>
                  <a:pt x="14054" y="54815"/>
                </a:cubicBezTo>
                <a:lnTo>
                  <a:pt x="13730" y="54933"/>
                </a:lnTo>
                <a:cubicBezTo>
                  <a:pt x="13745" y="54815"/>
                  <a:pt x="13775" y="54727"/>
                  <a:pt x="13789" y="54624"/>
                </a:cubicBezTo>
                <a:cubicBezTo>
                  <a:pt x="13907" y="54580"/>
                  <a:pt x="13995" y="54550"/>
                  <a:pt x="14113" y="54506"/>
                </a:cubicBezTo>
                <a:close/>
                <a:moveTo>
                  <a:pt x="15320" y="54550"/>
                </a:moveTo>
                <a:lnTo>
                  <a:pt x="15320" y="54918"/>
                </a:lnTo>
                <a:cubicBezTo>
                  <a:pt x="15202" y="54933"/>
                  <a:pt x="15084" y="54962"/>
                  <a:pt x="14952" y="54992"/>
                </a:cubicBezTo>
                <a:cubicBezTo>
                  <a:pt x="14952" y="54874"/>
                  <a:pt x="14981" y="54771"/>
                  <a:pt x="14981" y="54639"/>
                </a:cubicBezTo>
                <a:cubicBezTo>
                  <a:pt x="15084" y="54594"/>
                  <a:pt x="15217" y="54580"/>
                  <a:pt x="15320" y="54550"/>
                </a:cubicBezTo>
                <a:close/>
                <a:moveTo>
                  <a:pt x="12215" y="54742"/>
                </a:moveTo>
                <a:cubicBezTo>
                  <a:pt x="12200" y="54800"/>
                  <a:pt x="12185" y="54845"/>
                  <a:pt x="12141" y="54889"/>
                </a:cubicBezTo>
                <a:cubicBezTo>
                  <a:pt x="12097" y="54918"/>
                  <a:pt x="12082" y="54933"/>
                  <a:pt x="12053" y="54948"/>
                </a:cubicBezTo>
                <a:cubicBezTo>
                  <a:pt x="12009" y="54962"/>
                  <a:pt x="11979" y="55006"/>
                  <a:pt x="11935" y="55021"/>
                </a:cubicBezTo>
                <a:cubicBezTo>
                  <a:pt x="11950" y="54992"/>
                  <a:pt x="11994" y="54948"/>
                  <a:pt x="12038" y="54889"/>
                </a:cubicBezTo>
                <a:cubicBezTo>
                  <a:pt x="12082" y="54845"/>
                  <a:pt x="12141" y="54800"/>
                  <a:pt x="12215" y="54742"/>
                </a:cubicBezTo>
                <a:close/>
                <a:moveTo>
                  <a:pt x="13039" y="54639"/>
                </a:moveTo>
                <a:lnTo>
                  <a:pt x="13039" y="54639"/>
                </a:lnTo>
                <a:cubicBezTo>
                  <a:pt x="13024" y="54727"/>
                  <a:pt x="12995" y="54815"/>
                  <a:pt x="12951" y="54918"/>
                </a:cubicBezTo>
                <a:cubicBezTo>
                  <a:pt x="12862" y="54948"/>
                  <a:pt x="12774" y="55006"/>
                  <a:pt x="12671" y="55036"/>
                </a:cubicBezTo>
                <a:cubicBezTo>
                  <a:pt x="12715" y="54948"/>
                  <a:pt x="12744" y="54874"/>
                  <a:pt x="12789" y="54786"/>
                </a:cubicBezTo>
                <a:cubicBezTo>
                  <a:pt x="12877" y="54727"/>
                  <a:pt x="12965" y="54697"/>
                  <a:pt x="13039" y="54639"/>
                </a:cubicBezTo>
                <a:close/>
                <a:moveTo>
                  <a:pt x="13701" y="54653"/>
                </a:moveTo>
                <a:lnTo>
                  <a:pt x="13701" y="54653"/>
                </a:lnTo>
                <a:cubicBezTo>
                  <a:pt x="13686" y="54771"/>
                  <a:pt x="13657" y="54859"/>
                  <a:pt x="13627" y="54962"/>
                </a:cubicBezTo>
                <a:cubicBezTo>
                  <a:pt x="13524" y="55006"/>
                  <a:pt x="13421" y="55036"/>
                  <a:pt x="13318" y="55080"/>
                </a:cubicBezTo>
                <a:cubicBezTo>
                  <a:pt x="13363" y="54992"/>
                  <a:pt x="13377" y="54874"/>
                  <a:pt x="13407" y="54786"/>
                </a:cubicBezTo>
                <a:cubicBezTo>
                  <a:pt x="13510" y="54742"/>
                  <a:pt x="13613" y="54697"/>
                  <a:pt x="13701" y="54653"/>
                </a:cubicBezTo>
                <a:close/>
                <a:moveTo>
                  <a:pt x="12435" y="54771"/>
                </a:moveTo>
                <a:lnTo>
                  <a:pt x="12435" y="54771"/>
                </a:lnTo>
                <a:cubicBezTo>
                  <a:pt x="12421" y="54845"/>
                  <a:pt x="12377" y="54889"/>
                  <a:pt x="12347" y="54948"/>
                </a:cubicBezTo>
                <a:cubicBezTo>
                  <a:pt x="12274" y="55006"/>
                  <a:pt x="12185" y="55065"/>
                  <a:pt x="12112" y="55095"/>
                </a:cubicBezTo>
                <a:cubicBezTo>
                  <a:pt x="12141" y="55036"/>
                  <a:pt x="12156" y="54992"/>
                  <a:pt x="12200" y="54933"/>
                </a:cubicBezTo>
                <a:cubicBezTo>
                  <a:pt x="12274" y="54874"/>
                  <a:pt x="12362" y="54815"/>
                  <a:pt x="12435" y="54771"/>
                </a:cubicBezTo>
                <a:close/>
                <a:moveTo>
                  <a:pt x="14908" y="54653"/>
                </a:moveTo>
                <a:cubicBezTo>
                  <a:pt x="14908" y="54771"/>
                  <a:pt x="14878" y="54889"/>
                  <a:pt x="14878" y="55006"/>
                </a:cubicBezTo>
                <a:cubicBezTo>
                  <a:pt x="14761" y="55036"/>
                  <a:pt x="14643" y="55065"/>
                  <a:pt x="14510" y="55095"/>
                </a:cubicBezTo>
                <a:cubicBezTo>
                  <a:pt x="14510" y="54992"/>
                  <a:pt x="14525" y="54874"/>
                  <a:pt x="14555" y="54742"/>
                </a:cubicBezTo>
                <a:cubicBezTo>
                  <a:pt x="14658" y="54712"/>
                  <a:pt x="14790" y="54668"/>
                  <a:pt x="14908" y="54653"/>
                </a:cubicBezTo>
                <a:close/>
                <a:moveTo>
                  <a:pt x="14452" y="54786"/>
                </a:moveTo>
                <a:lnTo>
                  <a:pt x="14452" y="54786"/>
                </a:lnTo>
                <a:cubicBezTo>
                  <a:pt x="14437" y="54889"/>
                  <a:pt x="14437" y="55021"/>
                  <a:pt x="14422" y="55139"/>
                </a:cubicBezTo>
                <a:cubicBezTo>
                  <a:pt x="14304" y="55168"/>
                  <a:pt x="14187" y="55183"/>
                  <a:pt x="14069" y="55227"/>
                </a:cubicBezTo>
                <a:cubicBezTo>
                  <a:pt x="14098" y="55139"/>
                  <a:pt x="14098" y="55065"/>
                  <a:pt x="14113" y="54962"/>
                </a:cubicBezTo>
                <a:cubicBezTo>
                  <a:pt x="14113" y="54948"/>
                  <a:pt x="14113" y="54918"/>
                  <a:pt x="14128" y="54889"/>
                </a:cubicBezTo>
                <a:lnTo>
                  <a:pt x="14452" y="54786"/>
                </a:lnTo>
                <a:close/>
                <a:moveTo>
                  <a:pt x="12671" y="54859"/>
                </a:moveTo>
                <a:lnTo>
                  <a:pt x="12671" y="54859"/>
                </a:lnTo>
                <a:cubicBezTo>
                  <a:pt x="12641" y="54933"/>
                  <a:pt x="12597" y="55021"/>
                  <a:pt x="12583" y="55095"/>
                </a:cubicBezTo>
                <a:cubicBezTo>
                  <a:pt x="12494" y="55154"/>
                  <a:pt x="12406" y="55183"/>
                  <a:pt x="12303" y="55242"/>
                </a:cubicBezTo>
                <a:cubicBezTo>
                  <a:pt x="12347" y="55168"/>
                  <a:pt x="12377" y="55095"/>
                  <a:pt x="12421" y="55006"/>
                </a:cubicBezTo>
                <a:cubicBezTo>
                  <a:pt x="12494" y="54962"/>
                  <a:pt x="12583" y="54918"/>
                  <a:pt x="12671" y="54859"/>
                </a:cubicBezTo>
                <a:close/>
                <a:moveTo>
                  <a:pt x="13318" y="54845"/>
                </a:moveTo>
                <a:lnTo>
                  <a:pt x="13318" y="54845"/>
                </a:lnTo>
                <a:cubicBezTo>
                  <a:pt x="13289" y="54933"/>
                  <a:pt x="13260" y="55036"/>
                  <a:pt x="13245" y="55139"/>
                </a:cubicBezTo>
                <a:cubicBezTo>
                  <a:pt x="13142" y="55168"/>
                  <a:pt x="13039" y="55227"/>
                  <a:pt x="12936" y="55257"/>
                </a:cubicBezTo>
                <a:cubicBezTo>
                  <a:pt x="12951" y="55154"/>
                  <a:pt x="12995" y="55065"/>
                  <a:pt x="13024" y="54962"/>
                </a:cubicBezTo>
                <a:cubicBezTo>
                  <a:pt x="13112" y="54918"/>
                  <a:pt x="13230" y="54874"/>
                  <a:pt x="13318" y="54845"/>
                </a:cubicBezTo>
                <a:close/>
                <a:moveTo>
                  <a:pt x="11832" y="55065"/>
                </a:moveTo>
                <a:lnTo>
                  <a:pt x="11832" y="55065"/>
                </a:lnTo>
                <a:cubicBezTo>
                  <a:pt x="11817" y="55095"/>
                  <a:pt x="11788" y="55139"/>
                  <a:pt x="11758" y="55168"/>
                </a:cubicBezTo>
                <a:cubicBezTo>
                  <a:pt x="11714" y="55183"/>
                  <a:pt x="11700" y="55227"/>
                  <a:pt x="11655" y="55242"/>
                </a:cubicBezTo>
                <a:cubicBezTo>
                  <a:pt x="11641" y="55257"/>
                  <a:pt x="11611" y="55286"/>
                  <a:pt x="11582" y="55301"/>
                </a:cubicBezTo>
                <a:cubicBezTo>
                  <a:pt x="11626" y="55257"/>
                  <a:pt x="11670" y="55227"/>
                  <a:pt x="11685" y="55183"/>
                </a:cubicBezTo>
                <a:cubicBezTo>
                  <a:pt x="11729" y="55154"/>
                  <a:pt x="11788" y="55095"/>
                  <a:pt x="11832" y="55065"/>
                </a:cubicBezTo>
                <a:close/>
                <a:moveTo>
                  <a:pt x="14040" y="54903"/>
                </a:moveTo>
                <a:lnTo>
                  <a:pt x="14040" y="54948"/>
                </a:lnTo>
                <a:cubicBezTo>
                  <a:pt x="14025" y="55036"/>
                  <a:pt x="14025" y="55154"/>
                  <a:pt x="13995" y="55242"/>
                </a:cubicBezTo>
                <a:cubicBezTo>
                  <a:pt x="13892" y="55271"/>
                  <a:pt x="13775" y="55316"/>
                  <a:pt x="13657" y="55360"/>
                </a:cubicBezTo>
                <a:cubicBezTo>
                  <a:pt x="13657" y="55316"/>
                  <a:pt x="13672" y="55257"/>
                  <a:pt x="13672" y="55227"/>
                </a:cubicBezTo>
                <a:cubicBezTo>
                  <a:pt x="13686" y="55154"/>
                  <a:pt x="13686" y="55095"/>
                  <a:pt x="13701" y="55021"/>
                </a:cubicBezTo>
                <a:lnTo>
                  <a:pt x="14040" y="54903"/>
                </a:lnTo>
                <a:close/>
                <a:moveTo>
                  <a:pt x="12053" y="55065"/>
                </a:moveTo>
                <a:cubicBezTo>
                  <a:pt x="12009" y="55109"/>
                  <a:pt x="11994" y="55168"/>
                  <a:pt x="11950" y="55213"/>
                </a:cubicBezTo>
                <a:lnTo>
                  <a:pt x="11729" y="55374"/>
                </a:lnTo>
                <a:cubicBezTo>
                  <a:pt x="11773" y="55316"/>
                  <a:pt x="11788" y="55286"/>
                  <a:pt x="11832" y="55227"/>
                </a:cubicBezTo>
                <a:lnTo>
                  <a:pt x="12053" y="55065"/>
                </a:lnTo>
                <a:close/>
                <a:moveTo>
                  <a:pt x="12921" y="55006"/>
                </a:moveTo>
                <a:lnTo>
                  <a:pt x="12921" y="55006"/>
                </a:lnTo>
                <a:cubicBezTo>
                  <a:pt x="12877" y="55095"/>
                  <a:pt x="12862" y="55183"/>
                  <a:pt x="12818" y="55286"/>
                </a:cubicBezTo>
                <a:cubicBezTo>
                  <a:pt x="12730" y="55316"/>
                  <a:pt x="12627" y="55374"/>
                  <a:pt x="12524" y="55404"/>
                </a:cubicBezTo>
                <a:cubicBezTo>
                  <a:pt x="12568" y="55330"/>
                  <a:pt x="12597" y="55242"/>
                  <a:pt x="12641" y="55154"/>
                </a:cubicBezTo>
                <a:cubicBezTo>
                  <a:pt x="12730" y="55095"/>
                  <a:pt x="12818" y="55065"/>
                  <a:pt x="12921" y="55006"/>
                </a:cubicBezTo>
                <a:close/>
                <a:moveTo>
                  <a:pt x="12288" y="55095"/>
                </a:moveTo>
                <a:lnTo>
                  <a:pt x="12288" y="55095"/>
                </a:lnTo>
                <a:cubicBezTo>
                  <a:pt x="12259" y="55168"/>
                  <a:pt x="12215" y="55242"/>
                  <a:pt x="12200" y="55316"/>
                </a:cubicBezTo>
                <a:cubicBezTo>
                  <a:pt x="12112" y="55374"/>
                  <a:pt x="12009" y="55433"/>
                  <a:pt x="11935" y="55477"/>
                </a:cubicBezTo>
                <a:cubicBezTo>
                  <a:pt x="11979" y="55404"/>
                  <a:pt x="12009" y="55360"/>
                  <a:pt x="12053" y="55271"/>
                </a:cubicBezTo>
                <a:cubicBezTo>
                  <a:pt x="12112" y="55213"/>
                  <a:pt x="12200" y="55154"/>
                  <a:pt x="12288" y="55095"/>
                </a:cubicBezTo>
                <a:close/>
                <a:moveTo>
                  <a:pt x="13613" y="55065"/>
                </a:moveTo>
                <a:lnTo>
                  <a:pt x="13613" y="55065"/>
                </a:lnTo>
                <a:cubicBezTo>
                  <a:pt x="13598" y="55109"/>
                  <a:pt x="13598" y="55154"/>
                  <a:pt x="13583" y="55213"/>
                </a:cubicBezTo>
                <a:cubicBezTo>
                  <a:pt x="13554" y="55257"/>
                  <a:pt x="13554" y="55316"/>
                  <a:pt x="13554" y="55374"/>
                </a:cubicBezTo>
                <a:lnTo>
                  <a:pt x="13230" y="55477"/>
                </a:lnTo>
                <a:cubicBezTo>
                  <a:pt x="13245" y="55389"/>
                  <a:pt x="13260" y="55286"/>
                  <a:pt x="13304" y="55183"/>
                </a:cubicBezTo>
                <a:cubicBezTo>
                  <a:pt x="13407" y="55154"/>
                  <a:pt x="13524" y="55109"/>
                  <a:pt x="13613" y="55065"/>
                </a:cubicBezTo>
                <a:close/>
                <a:moveTo>
                  <a:pt x="11420" y="55404"/>
                </a:moveTo>
                <a:lnTo>
                  <a:pt x="11420" y="55404"/>
                </a:lnTo>
                <a:cubicBezTo>
                  <a:pt x="11405" y="55433"/>
                  <a:pt x="11391" y="55463"/>
                  <a:pt x="11376" y="55477"/>
                </a:cubicBezTo>
                <a:cubicBezTo>
                  <a:pt x="11332" y="55507"/>
                  <a:pt x="11302" y="55536"/>
                  <a:pt x="11258" y="55551"/>
                </a:cubicBezTo>
                <a:cubicBezTo>
                  <a:pt x="11317" y="55522"/>
                  <a:pt x="11317" y="55507"/>
                  <a:pt x="11332" y="55477"/>
                </a:cubicBezTo>
                <a:cubicBezTo>
                  <a:pt x="11376" y="55463"/>
                  <a:pt x="11405" y="55433"/>
                  <a:pt x="11420" y="55404"/>
                </a:cubicBezTo>
                <a:close/>
                <a:moveTo>
                  <a:pt x="12524" y="55227"/>
                </a:moveTo>
                <a:lnTo>
                  <a:pt x="12524" y="55227"/>
                </a:lnTo>
                <a:cubicBezTo>
                  <a:pt x="12494" y="55316"/>
                  <a:pt x="12465" y="55389"/>
                  <a:pt x="12435" y="55477"/>
                </a:cubicBezTo>
                <a:cubicBezTo>
                  <a:pt x="12318" y="55522"/>
                  <a:pt x="12229" y="55580"/>
                  <a:pt x="12141" y="55625"/>
                </a:cubicBezTo>
                <a:cubicBezTo>
                  <a:pt x="12185" y="55536"/>
                  <a:pt x="12215" y="55463"/>
                  <a:pt x="12244" y="55374"/>
                </a:cubicBezTo>
                <a:cubicBezTo>
                  <a:pt x="12347" y="55316"/>
                  <a:pt x="12435" y="55257"/>
                  <a:pt x="12524" y="55227"/>
                </a:cubicBezTo>
                <a:close/>
                <a:moveTo>
                  <a:pt x="11641" y="55374"/>
                </a:moveTo>
                <a:lnTo>
                  <a:pt x="11641" y="55374"/>
                </a:lnTo>
                <a:cubicBezTo>
                  <a:pt x="11626" y="55404"/>
                  <a:pt x="11582" y="55463"/>
                  <a:pt x="11567" y="55507"/>
                </a:cubicBezTo>
                <a:cubicBezTo>
                  <a:pt x="11494" y="55551"/>
                  <a:pt x="11420" y="55610"/>
                  <a:pt x="11346" y="55654"/>
                </a:cubicBezTo>
                <a:cubicBezTo>
                  <a:pt x="11391" y="55610"/>
                  <a:pt x="11405" y="55551"/>
                  <a:pt x="11449" y="55522"/>
                </a:cubicBezTo>
                <a:cubicBezTo>
                  <a:pt x="11523" y="55463"/>
                  <a:pt x="11567" y="55404"/>
                  <a:pt x="11641" y="55374"/>
                </a:cubicBezTo>
                <a:close/>
                <a:moveTo>
                  <a:pt x="13215" y="55227"/>
                </a:moveTo>
                <a:lnTo>
                  <a:pt x="13215" y="55227"/>
                </a:lnTo>
                <a:cubicBezTo>
                  <a:pt x="13186" y="55301"/>
                  <a:pt x="13171" y="55389"/>
                  <a:pt x="13157" y="55463"/>
                </a:cubicBezTo>
                <a:cubicBezTo>
                  <a:pt x="13157" y="55477"/>
                  <a:pt x="13157" y="55507"/>
                  <a:pt x="13142" y="55522"/>
                </a:cubicBezTo>
                <a:cubicBezTo>
                  <a:pt x="13024" y="55551"/>
                  <a:pt x="12921" y="55595"/>
                  <a:pt x="12803" y="55654"/>
                </a:cubicBezTo>
                <a:cubicBezTo>
                  <a:pt x="12847" y="55551"/>
                  <a:pt x="12862" y="55448"/>
                  <a:pt x="12892" y="55360"/>
                </a:cubicBezTo>
                <a:cubicBezTo>
                  <a:pt x="13009" y="55316"/>
                  <a:pt x="13098" y="55257"/>
                  <a:pt x="13215" y="55227"/>
                </a:cubicBezTo>
                <a:close/>
                <a:moveTo>
                  <a:pt x="11876" y="55374"/>
                </a:moveTo>
                <a:lnTo>
                  <a:pt x="11876" y="55374"/>
                </a:lnTo>
                <a:cubicBezTo>
                  <a:pt x="11847" y="55433"/>
                  <a:pt x="11832" y="55507"/>
                  <a:pt x="11788" y="55551"/>
                </a:cubicBezTo>
                <a:cubicBezTo>
                  <a:pt x="11700" y="55610"/>
                  <a:pt x="11626" y="55669"/>
                  <a:pt x="11538" y="55728"/>
                </a:cubicBezTo>
                <a:cubicBezTo>
                  <a:pt x="11567" y="55669"/>
                  <a:pt x="11582" y="55610"/>
                  <a:pt x="11626" y="55551"/>
                </a:cubicBezTo>
                <a:cubicBezTo>
                  <a:pt x="11641" y="55536"/>
                  <a:pt x="11670" y="55522"/>
                  <a:pt x="11685" y="55522"/>
                </a:cubicBezTo>
                <a:cubicBezTo>
                  <a:pt x="11758" y="55463"/>
                  <a:pt x="11817" y="55433"/>
                  <a:pt x="11876" y="55374"/>
                </a:cubicBezTo>
                <a:close/>
                <a:moveTo>
                  <a:pt x="12803" y="55389"/>
                </a:moveTo>
                <a:lnTo>
                  <a:pt x="12803" y="55389"/>
                </a:lnTo>
                <a:cubicBezTo>
                  <a:pt x="12774" y="55477"/>
                  <a:pt x="12744" y="55595"/>
                  <a:pt x="12730" y="55683"/>
                </a:cubicBezTo>
                <a:cubicBezTo>
                  <a:pt x="12627" y="55728"/>
                  <a:pt x="12509" y="55772"/>
                  <a:pt x="12406" y="55816"/>
                </a:cubicBezTo>
                <a:cubicBezTo>
                  <a:pt x="12435" y="55728"/>
                  <a:pt x="12450" y="55625"/>
                  <a:pt x="12494" y="55536"/>
                </a:cubicBezTo>
                <a:cubicBezTo>
                  <a:pt x="12597" y="55477"/>
                  <a:pt x="12686" y="55448"/>
                  <a:pt x="12803" y="55389"/>
                </a:cubicBezTo>
                <a:close/>
                <a:moveTo>
                  <a:pt x="12126" y="55448"/>
                </a:moveTo>
                <a:cubicBezTo>
                  <a:pt x="12082" y="55522"/>
                  <a:pt x="12053" y="55610"/>
                  <a:pt x="12038" y="55683"/>
                </a:cubicBezTo>
                <a:cubicBezTo>
                  <a:pt x="11935" y="55728"/>
                  <a:pt x="11847" y="55772"/>
                  <a:pt x="11744" y="55831"/>
                </a:cubicBezTo>
                <a:lnTo>
                  <a:pt x="11847" y="55610"/>
                </a:lnTo>
                <a:lnTo>
                  <a:pt x="12126" y="55448"/>
                </a:lnTo>
                <a:close/>
                <a:moveTo>
                  <a:pt x="11258" y="55669"/>
                </a:moveTo>
                <a:cubicBezTo>
                  <a:pt x="11243" y="55698"/>
                  <a:pt x="11199" y="55742"/>
                  <a:pt x="11185" y="55772"/>
                </a:cubicBezTo>
                <a:cubicBezTo>
                  <a:pt x="11126" y="55816"/>
                  <a:pt x="11082" y="55875"/>
                  <a:pt x="11023" y="55904"/>
                </a:cubicBezTo>
                <a:cubicBezTo>
                  <a:pt x="11037" y="55875"/>
                  <a:pt x="11052" y="55831"/>
                  <a:pt x="11096" y="55801"/>
                </a:cubicBezTo>
                <a:cubicBezTo>
                  <a:pt x="11155" y="55757"/>
                  <a:pt x="11199" y="55728"/>
                  <a:pt x="11258" y="55669"/>
                </a:cubicBezTo>
                <a:close/>
                <a:moveTo>
                  <a:pt x="11479" y="55669"/>
                </a:moveTo>
                <a:lnTo>
                  <a:pt x="11479" y="55669"/>
                </a:lnTo>
                <a:cubicBezTo>
                  <a:pt x="11449" y="55728"/>
                  <a:pt x="11420" y="55772"/>
                  <a:pt x="11391" y="55816"/>
                </a:cubicBezTo>
                <a:cubicBezTo>
                  <a:pt x="11332" y="55845"/>
                  <a:pt x="11273" y="55889"/>
                  <a:pt x="11214" y="55948"/>
                </a:cubicBezTo>
                <a:cubicBezTo>
                  <a:pt x="11199" y="55963"/>
                  <a:pt x="11170" y="55978"/>
                  <a:pt x="11140" y="55992"/>
                </a:cubicBezTo>
                <a:cubicBezTo>
                  <a:pt x="11185" y="55948"/>
                  <a:pt x="11199" y="55889"/>
                  <a:pt x="11243" y="55845"/>
                </a:cubicBezTo>
                <a:cubicBezTo>
                  <a:pt x="11317" y="55801"/>
                  <a:pt x="11391" y="55728"/>
                  <a:pt x="11479" y="55669"/>
                </a:cubicBezTo>
                <a:close/>
                <a:moveTo>
                  <a:pt x="12377" y="55595"/>
                </a:moveTo>
                <a:lnTo>
                  <a:pt x="12377" y="55595"/>
                </a:lnTo>
                <a:cubicBezTo>
                  <a:pt x="12347" y="55683"/>
                  <a:pt x="12318" y="55772"/>
                  <a:pt x="12288" y="55875"/>
                </a:cubicBezTo>
                <a:cubicBezTo>
                  <a:pt x="12185" y="55919"/>
                  <a:pt x="12082" y="55963"/>
                  <a:pt x="11979" y="56022"/>
                </a:cubicBezTo>
                <a:cubicBezTo>
                  <a:pt x="12038" y="55904"/>
                  <a:pt x="12068" y="55831"/>
                  <a:pt x="12082" y="55742"/>
                </a:cubicBezTo>
                <a:cubicBezTo>
                  <a:pt x="12185" y="55683"/>
                  <a:pt x="12288" y="55625"/>
                  <a:pt x="12377" y="55595"/>
                </a:cubicBezTo>
                <a:close/>
                <a:moveTo>
                  <a:pt x="11714" y="55683"/>
                </a:moveTo>
                <a:lnTo>
                  <a:pt x="11714" y="55683"/>
                </a:lnTo>
                <a:cubicBezTo>
                  <a:pt x="11685" y="55757"/>
                  <a:pt x="11641" y="55831"/>
                  <a:pt x="11626" y="55904"/>
                </a:cubicBezTo>
                <a:lnTo>
                  <a:pt x="11346" y="56066"/>
                </a:lnTo>
                <a:cubicBezTo>
                  <a:pt x="11391" y="55992"/>
                  <a:pt x="11420" y="55934"/>
                  <a:pt x="11449" y="55860"/>
                </a:cubicBezTo>
                <a:cubicBezTo>
                  <a:pt x="11538" y="55816"/>
                  <a:pt x="11626" y="55757"/>
                  <a:pt x="11714" y="55683"/>
                </a:cubicBezTo>
                <a:close/>
                <a:moveTo>
                  <a:pt x="10861" y="55963"/>
                </a:moveTo>
                <a:cubicBezTo>
                  <a:pt x="10831" y="55992"/>
                  <a:pt x="10817" y="56022"/>
                  <a:pt x="10802" y="56051"/>
                </a:cubicBezTo>
                <a:cubicBezTo>
                  <a:pt x="10758" y="56095"/>
                  <a:pt x="10714" y="56125"/>
                  <a:pt x="10669" y="56140"/>
                </a:cubicBezTo>
                <a:cubicBezTo>
                  <a:pt x="10684" y="56125"/>
                  <a:pt x="10714" y="56110"/>
                  <a:pt x="10728" y="56066"/>
                </a:cubicBezTo>
                <a:cubicBezTo>
                  <a:pt x="10758" y="56037"/>
                  <a:pt x="10817" y="55992"/>
                  <a:pt x="10861" y="55963"/>
                </a:cubicBezTo>
                <a:close/>
                <a:moveTo>
                  <a:pt x="11994" y="55801"/>
                </a:moveTo>
                <a:cubicBezTo>
                  <a:pt x="11950" y="55889"/>
                  <a:pt x="11935" y="55963"/>
                  <a:pt x="11906" y="56051"/>
                </a:cubicBezTo>
                <a:cubicBezTo>
                  <a:pt x="11788" y="56110"/>
                  <a:pt x="11700" y="56169"/>
                  <a:pt x="11582" y="56199"/>
                </a:cubicBezTo>
                <a:cubicBezTo>
                  <a:pt x="11626" y="56125"/>
                  <a:pt x="11670" y="56037"/>
                  <a:pt x="11700" y="55963"/>
                </a:cubicBezTo>
                <a:cubicBezTo>
                  <a:pt x="11788" y="55904"/>
                  <a:pt x="11891" y="55845"/>
                  <a:pt x="11994" y="55801"/>
                </a:cubicBezTo>
                <a:close/>
                <a:moveTo>
                  <a:pt x="11052" y="55978"/>
                </a:moveTo>
                <a:cubicBezTo>
                  <a:pt x="11023" y="56037"/>
                  <a:pt x="10993" y="56066"/>
                  <a:pt x="10964" y="56125"/>
                </a:cubicBezTo>
                <a:cubicBezTo>
                  <a:pt x="10890" y="56184"/>
                  <a:pt x="10817" y="56213"/>
                  <a:pt x="10743" y="56272"/>
                </a:cubicBezTo>
                <a:cubicBezTo>
                  <a:pt x="10787" y="56213"/>
                  <a:pt x="10817" y="56169"/>
                  <a:pt x="10846" y="56125"/>
                </a:cubicBezTo>
                <a:cubicBezTo>
                  <a:pt x="10934" y="56066"/>
                  <a:pt x="10993" y="56037"/>
                  <a:pt x="11052" y="55978"/>
                </a:cubicBezTo>
                <a:close/>
                <a:moveTo>
                  <a:pt x="11309" y="55989"/>
                </a:moveTo>
                <a:cubicBezTo>
                  <a:pt x="11271" y="56044"/>
                  <a:pt x="11255" y="56100"/>
                  <a:pt x="11214" y="56169"/>
                </a:cubicBezTo>
                <a:cubicBezTo>
                  <a:pt x="11126" y="56213"/>
                  <a:pt x="11037" y="56287"/>
                  <a:pt x="10949" y="56346"/>
                </a:cubicBezTo>
                <a:cubicBezTo>
                  <a:pt x="10964" y="56287"/>
                  <a:pt x="11008" y="56243"/>
                  <a:pt x="11037" y="56184"/>
                </a:cubicBezTo>
                <a:cubicBezTo>
                  <a:pt x="11111" y="56125"/>
                  <a:pt x="11199" y="56066"/>
                  <a:pt x="11273" y="56022"/>
                </a:cubicBezTo>
                <a:cubicBezTo>
                  <a:pt x="11283" y="56002"/>
                  <a:pt x="11299" y="55996"/>
                  <a:pt x="11309" y="55989"/>
                </a:cubicBezTo>
                <a:close/>
                <a:moveTo>
                  <a:pt x="10449" y="56316"/>
                </a:moveTo>
                <a:cubicBezTo>
                  <a:pt x="10449" y="56331"/>
                  <a:pt x="10434" y="56331"/>
                  <a:pt x="10434" y="56346"/>
                </a:cubicBezTo>
                <a:cubicBezTo>
                  <a:pt x="10419" y="56360"/>
                  <a:pt x="10390" y="56360"/>
                  <a:pt x="10375" y="56390"/>
                </a:cubicBezTo>
                <a:cubicBezTo>
                  <a:pt x="10375" y="56360"/>
                  <a:pt x="10375" y="56360"/>
                  <a:pt x="10390" y="56346"/>
                </a:cubicBezTo>
                <a:cubicBezTo>
                  <a:pt x="10405" y="56331"/>
                  <a:pt x="10434" y="56331"/>
                  <a:pt x="10449" y="56316"/>
                </a:cubicBezTo>
                <a:close/>
                <a:moveTo>
                  <a:pt x="11567" y="56037"/>
                </a:moveTo>
                <a:cubicBezTo>
                  <a:pt x="11538" y="56110"/>
                  <a:pt x="11494" y="56199"/>
                  <a:pt x="11479" y="56272"/>
                </a:cubicBezTo>
                <a:cubicBezTo>
                  <a:pt x="11376" y="56331"/>
                  <a:pt x="11273" y="56390"/>
                  <a:pt x="11170" y="56434"/>
                </a:cubicBezTo>
                <a:lnTo>
                  <a:pt x="11273" y="56213"/>
                </a:lnTo>
                <a:cubicBezTo>
                  <a:pt x="11376" y="56140"/>
                  <a:pt x="11479" y="56095"/>
                  <a:pt x="11567" y="56037"/>
                </a:cubicBezTo>
                <a:close/>
                <a:moveTo>
                  <a:pt x="10655" y="56272"/>
                </a:moveTo>
                <a:cubicBezTo>
                  <a:pt x="10611" y="56316"/>
                  <a:pt x="10596" y="56360"/>
                  <a:pt x="10566" y="56405"/>
                </a:cubicBezTo>
                <a:cubicBezTo>
                  <a:pt x="10478" y="56434"/>
                  <a:pt x="10434" y="56493"/>
                  <a:pt x="10360" y="56537"/>
                </a:cubicBezTo>
                <a:cubicBezTo>
                  <a:pt x="10390" y="56493"/>
                  <a:pt x="10434" y="56434"/>
                  <a:pt x="10463" y="56405"/>
                </a:cubicBezTo>
                <a:cubicBezTo>
                  <a:pt x="10522" y="56360"/>
                  <a:pt x="10596" y="56316"/>
                  <a:pt x="10655" y="56272"/>
                </a:cubicBezTo>
                <a:close/>
                <a:moveTo>
                  <a:pt x="10875" y="56287"/>
                </a:moveTo>
                <a:cubicBezTo>
                  <a:pt x="10831" y="56346"/>
                  <a:pt x="10817" y="56405"/>
                  <a:pt x="10787" y="56463"/>
                </a:cubicBezTo>
                <a:cubicBezTo>
                  <a:pt x="10684" y="56508"/>
                  <a:pt x="10596" y="56581"/>
                  <a:pt x="10508" y="56640"/>
                </a:cubicBezTo>
                <a:lnTo>
                  <a:pt x="10611" y="56478"/>
                </a:lnTo>
                <a:cubicBezTo>
                  <a:pt x="10714" y="56405"/>
                  <a:pt x="10802" y="56346"/>
                  <a:pt x="10875" y="56287"/>
                </a:cubicBezTo>
                <a:close/>
                <a:moveTo>
                  <a:pt x="11155" y="56287"/>
                </a:moveTo>
                <a:lnTo>
                  <a:pt x="11155" y="56287"/>
                </a:lnTo>
                <a:cubicBezTo>
                  <a:pt x="11111" y="56360"/>
                  <a:pt x="11096" y="56419"/>
                  <a:pt x="11052" y="56493"/>
                </a:cubicBezTo>
                <a:cubicBezTo>
                  <a:pt x="10949" y="56552"/>
                  <a:pt x="10861" y="56625"/>
                  <a:pt x="10743" y="56684"/>
                </a:cubicBezTo>
                <a:cubicBezTo>
                  <a:pt x="10787" y="56625"/>
                  <a:pt x="10802" y="56552"/>
                  <a:pt x="10831" y="56493"/>
                </a:cubicBezTo>
                <a:cubicBezTo>
                  <a:pt x="10949" y="56434"/>
                  <a:pt x="11052" y="56360"/>
                  <a:pt x="11155" y="56287"/>
                </a:cubicBezTo>
                <a:close/>
                <a:moveTo>
                  <a:pt x="10243" y="56552"/>
                </a:moveTo>
                <a:cubicBezTo>
                  <a:pt x="10228" y="56581"/>
                  <a:pt x="10199" y="56625"/>
                  <a:pt x="10169" y="56655"/>
                </a:cubicBezTo>
                <a:cubicBezTo>
                  <a:pt x="10140" y="56699"/>
                  <a:pt x="10081" y="56714"/>
                  <a:pt x="10037" y="56758"/>
                </a:cubicBezTo>
                <a:lnTo>
                  <a:pt x="10022" y="56772"/>
                </a:lnTo>
                <a:cubicBezTo>
                  <a:pt x="10051" y="56728"/>
                  <a:pt x="10081" y="56699"/>
                  <a:pt x="10110" y="56655"/>
                </a:cubicBezTo>
                <a:cubicBezTo>
                  <a:pt x="10154" y="56625"/>
                  <a:pt x="10213" y="56581"/>
                  <a:pt x="10243" y="56552"/>
                </a:cubicBezTo>
                <a:close/>
                <a:moveTo>
                  <a:pt x="10449" y="56581"/>
                </a:moveTo>
                <a:lnTo>
                  <a:pt x="10449" y="56581"/>
                </a:lnTo>
                <a:cubicBezTo>
                  <a:pt x="10434" y="56625"/>
                  <a:pt x="10390" y="56684"/>
                  <a:pt x="10360" y="56728"/>
                </a:cubicBezTo>
                <a:cubicBezTo>
                  <a:pt x="10287" y="56787"/>
                  <a:pt x="10199" y="56846"/>
                  <a:pt x="10096" y="56905"/>
                </a:cubicBezTo>
                <a:cubicBezTo>
                  <a:pt x="10140" y="56846"/>
                  <a:pt x="10169" y="56787"/>
                  <a:pt x="10228" y="56728"/>
                </a:cubicBezTo>
                <a:cubicBezTo>
                  <a:pt x="10302" y="56684"/>
                  <a:pt x="10375" y="56625"/>
                  <a:pt x="10449" y="56581"/>
                </a:cubicBezTo>
                <a:close/>
                <a:moveTo>
                  <a:pt x="10699" y="56581"/>
                </a:moveTo>
                <a:lnTo>
                  <a:pt x="10699" y="56581"/>
                </a:lnTo>
                <a:cubicBezTo>
                  <a:pt x="10669" y="56655"/>
                  <a:pt x="10655" y="56714"/>
                  <a:pt x="10611" y="56772"/>
                </a:cubicBezTo>
                <a:cubicBezTo>
                  <a:pt x="10522" y="56831"/>
                  <a:pt x="10449" y="56875"/>
                  <a:pt x="10360" y="56934"/>
                </a:cubicBezTo>
                <a:cubicBezTo>
                  <a:pt x="10349" y="56946"/>
                  <a:pt x="10327" y="56948"/>
                  <a:pt x="10312" y="56964"/>
                </a:cubicBezTo>
                <a:lnTo>
                  <a:pt x="10312" y="56964"/>
                </a:lnTo>
                <a:cubicBezTo>
                  <a:pt x="10350" y="56908"/>
                  <a:pt x="10378" y="56841"/>
                  <a:pt x="10405" y="56787"/>
                </a:cubicBezTo>
                <a:cubicBezTo>
                  <a:pt x="10508" y="56714"/>
                  <a:pt x="10611" y="56655"/>
                  <a:pt x="10699" y="56581"/>
                </a:cubicBezTo>
                <a:close/>
                <a:moveTo>
                  <a:pt x="9831" y="56876"/>
                </a:moveTo>
                <a:lnTo>
                  <a:pt x="9831" y="56876"/>
                </a:lnTo>
                <a:cubicBezTo>
                  <a:pt x="9801" y="56905"/>
                  <a:pt x="9786" y="56920"/>
                  <a:pt x="9786" y="56934"/>
                </a:cubicBezTo>
                <a:cubicBezTo>
                  <a:pt x="9772" y="56949"/>
                  <a:pt x="9728" y="56978"/>
                  <a:pt x="9713" y="56993"/>
                </a:cubicBezTo>
                <a:cubicBezTo>
                  <a:pt x="9728" y="56978"/>
                  <a:pt x="9728" y="56949"/>
                  <a:pt x="9742" y="56934"/>
                </a:cubicBezTo>
                <a:cubicBezTo>
                  <a:pt x="9772" y="56920"/>
                  <a:pt x="9801" y="56905"/>
                  <a:pt x="9831" y="56876"/>
                </a:cubicBezTo>
                <a:close/>
                <a:moveTo>
                  <a:pt x="10037" y="56861"/>
                </a:moveTo>
                <a:cubicBezTo>
                  <a:pt x="10007" y="56920"/>
                  <a:pt x="9963" y="56949"/>
                  <a:pt x="9948" y="57008"/>
                </a:cubicBezTo>
                <a:cubicBezTo>
                  <a:pt x="9875" y="57052"/>
                  <a:pt x="9801" y="57096"/>
                  <a:pt x="9728" y="57140"/>
                </a:cubicBezTo>
                <a:cubicBezTo>
                  <a:pt x="9772" y="57081"/>
                  <a:pt x="9801" y="57052"/>
                  <a:pt x="9845" y="56993"/>
                </a:cubicBezTo>
                <a:cubicBezTo>
                  <a:pt x="9919" y="56949"/>
                  <a:pt x="9978" y="56905"/>
                  <a:pt x="10037" y="56861"/>
                </a:cubicBezTo>
                <a:close/>
                <a:moveTo>
                  <a:pt x="10272" y="56905"/>
                </a:moveTo>
                <a:cubicBezTo>
                  <a:pt x="10228" y="56949"/>
                  <a:pt x="10199" y="57023"/>
                  <a:pt x="10169" y="57081"/>
                </a:cubicBezTo>
                <a:cubicBezTo>
                  <a:pt x="10081" y="57140"/>
                  <a:pt x="9978" y="57214"/>
                  <a:pt x="9875" y="57273"/>
                </a:cubicBezTo>
                <a:cubicBezTo>
                  <a:pt x="9919" y="57199"/>
                  <a:pt x="9978" y="57140"/>
                  <a:pt x="10007" y="57067"/>
                </a:cubicBezTo>
                <a:cubicBezTo>
                  <a:pt x="10081" y="57008"/>
                  <a:pt x="10169" y="56949"/>
                  <a:pt x="10272" y="56905"/>
                </a:cubicBezTo>
                <a:close/>
                <a:moveTo>
                  <a:pt x="9639" y="57140"/>
                </a:moveTo>
                <a:lnTo>
                  <a:pt x="9639" y="57140"/>
                </a:lnTo>
                <a:cubicBezTo>
                  <a:pt x="9610" y="57170"/>
                  <a:pt x="9580" y="57214"/>
                  <a:pt x="9551" y="57258"/>
                </a:cubicBezTo>
                <a:lnTo>
                  <a:pt x="9374" y="57376"/>
                </a:lnTo>
                <a:cubicBezTo>
                  <a:pt x="9404" y="57317"/>
                  <a:pt x="9433" y="57288"/>
                  <a:pt x="9477" y="57243"/>
                </a:cubicBezTo>
                <a:lnTo>
                  <a:pt x="9639" y="57140"/>
                </a:lnTo>
                <a:close/>
                <a:moveTo>
                  <a:pt x="9831" y="57170"/>
                </a:moveTo>
                <a:cubicBezTo>
                  <a:pt x="9801" y="57229"/>
                  <a:pt x="9772" y="57288"/>
                  <a:pt x="9728" y="57346"/>
                </a:cubicBezTo>
                <a:lnTo>
                  <a:pt x="9463" y="57508"/>
                </a:lnTo>
                <a:cubicBezTo>
                  <a:pt x="9492" y="57449"/>
                  <a:pt x="9551" y="57376"/>
                  <a:pt x="9580" y="57317"/>
                </a:cubicBezTo>
                <a:cubicBezTo>
                  <a:pt x="9654" y="57258"/>
                  <a:pt x="9757" y="57229"/>
                  <a:pt x="9831" y="57170"/>
                </a:cubicBezTo>
                <a:close/>
                <a:moveTo>
                  <a:pt x="9170" y="57449"/>
                </a:moveTo>
                <a:cubicBezTo>
                  <a:pt x="9159" y="57462"/>
                  <a:pt x="9147" y="57478"/>
                  <a:pt x="9139" y="57494"/>
                </a:cubicBezTo>
                <a:cubicBezTo>
                  <a:pt x="9126" y="57500"/>
                  <a:pt x="9111" y="57506"/>
                  <a:pt x="9097" y="57512"/>
                </a:cubicBezTo>
                <a:lnTo>
                  <a:pt x="9097" y="57512"/>
                </a:lnTo>
                <a:cubicBezTo>
                  <a:pt x="9101" y="57507"/>
                  <a:pt x="9106" y="57501"/>
                  <a:pt x="9110" y="57494"/>
                </a:cubicBezTo>
                <a:cubicBezTo>
                  <a:pt x="9128" y="57475"/>
                  <a:pt x="9151" y="57463"/>
                  <a:pt x="9170" y="57449"/>
                </a:cubicBezTo>
                <a:close/>
                <a:moveTo>
                  <a:pt x="9408" y="57434"/>
                </a:moveTo>
                <a:lnTo>
                  <a:pt x="9301" y="57582"/>
                </a:lnTo>
                <a:cubicBezTo>
                  <a:pt x="9227" y="57611"/>
                  <a:pt x="9154" y="57670"/>
                  <a:pt x="9065" y="57714"/>
                </a:cubicBezTo>
                <a:cubicBezTo>
                  <a:pt x="9124" y="57670"/>
                  <a:pt x="9168" y="57611"/>
                  <a:pt x="9198" y="57567"/>
                </a:cubicBezTo>
                <a:cubicBezTo>
                  <a:pt x="9271" y="57523"/>
                  <a:pt x="9330" y="57494"/>
                  <a:pt x="9404" y="57435"/>
                </a:cubicBezTo>
                <a:cubicBezTo>
                  <a:pt x="9404" y="57435"/>
                  <a:pt x="9406" y="57435"/>
                  <a:pt x="9408" y="57434"/>
                </a:cubicBezTo>
                <a:close/>
                <a:moveTo>
                  <a:pt x="8992" y="57685"/>
                </a:moveTo>
                <a:lnTo>
                  <a:pt x="8992" y="57685"/>
                </a:lnTo>
                <a:cubicBezTo>
                  <a:pt x="8962" y="57729"/>
                  <a:pt x="8918" y="57773"/>
                  <a:pt x="8889" y="57832"/>
                </a:cubicBezTo>
                <a:cubicBezTo>
                  <a:pt x="8830" y="57876"/>
                  <a:pt x="8771" y="57891"/>
                  <a:pt x="8742" y="57935"/>
                </a:cubicBezTo>
                <a:cubicBezTo>
                  <a:pt x="8727" y="57935"/>
                  <a:pt x="8727" y="57950"/>
                  <a:pt x="8697" y="57950"/>
                </a:cubicBezTo>
                <a:cubicBezTo>
                  <a:pt x="8756" y="57876"/>
                  <a:pt x="8800" y="57832"/>
                  <a:pt x="8830" y="57803"/>
                </a:cubicBezTo>
                <a:lnTo>
                  <a:pt x="8992" y="57685"/>
                </a:lnTo>
                <a:close/>
                <a:moveTo>
                  <a:pt x="8565" y="57950"/>
                </a:moveTo>
                <a:cubicBezTo>
                  <a:pt x="8550" y="57979"/>
                  <a:pt x="8521" y="58009"/>
                  <a:pt x="8491" y="58038"/>
                </a:cubicBezTo>
                <a:cubicBezTo>
                  <a:pt x="8462" y="58053"/>
                  <a:pt x="8418" y="58082"/>
                  <a:pt x="8374" y="58112"/>
                </a:cubicBezTo>
                <a:cubicBezTo>
                  <a:pt x="8403" y="58082"/>
                  <a:pt x="8447" y="58053"/>
                  <a:pt x="8462" y="58023"/>
                </a:cubicBezTo>
                <a:cubicBezTo>
                  <a:pt x="8506" y="58009"/>
                  <a:pt x="8536" y="57964"/>
                  <a:pt x="8565" y="57950"/>
                </a:cubicBezTo>
                <a:close/>
                <a:moveTo>
                  <a:pt x="15791" y="54903"/>
                </a:moveTo>
                <a:cubicBezTo>
                  <a:pt x="15879" y="56493"/>
                  <a:pt x="16335" y="58038"/>
                  <a:pt x="16777" y="59554"/>
                </a:cubicBezTo>
                <a:cubicBezTo>
                  <a:pt x="17277" y="61246"/>
                  <a:pt x="17792" y="62968"/>
                  <a:pt x="17778" y="64734"/>
                </a:cubicBezTo>
                <a:cubicBezTo>
                  <a:pt x="17778" y="67736"/>
                  <a:pt x="16188" y="70635"/>
                  <a:pt x="13701" y="72313"/>
                </a:cubicBezTo>
                <a:cubicBezTo>
                  <a:pt x="15864" y="70562"/>
                  <a:pt x="17159" y="67766"/>
                  <a:pt x="17145" y="64808"/>
                </a:cubicBezTo>
                <a:cubicBezTo>
                  <a:pt x="17145" y="63100"/>
                  <a:pt x="16688" y="61408"/>
                  <a:pt x="16262" y="59789"/>
                </a:cubicBezTo>
                <a:cubicBezTo>
                  <a:pt x="15835" y="58215"/>
                  <a:pt x="15423" y="56596"/>
                  <a:pt x="15393" y="54977"/>
                </a:cubicBezTo>
                <a:cubicBezTo>
                  <a:pt x="15526" y="54962"/>
                  <a:pt x="15658" y="54933"/>
                  <a:pt x="15791" y="54903"/>
                </a:cubicBezTo>
                <a:close/>
                <a:moveTo>
                  <a:pt x="15320" y="55006"/>
                </a:moveTo>
                <a:cubicBezTo>
                  <a:pt x="15335" y="56640"/>
                  <a:pt x="15776" y="58244"/>
                  <a:pt x="16188" y="59819"/>
                </a:cubicBezTo>
                <a:cubicBezTo>
                  <a:pt x="16630" y="61438"/>
                  <a:pt x="17071" y="63130"/>
                  <a:pt x="17071" y="64822"/>
                </a:cubicBezTo>
                <a:cubicBezTo>
                  <a:pt x="17086" y="67927"/>
                  <a:pt x="15629" y="70856"/>
                  <a:pt x="13260" y="72548"/>
                </a:cubicBezTo>
                <a:cubicBezTo>
                  <a:pt x="15320" y="70782"/>
                  <a:pt x="16497" y="67972"/>
                  <a:pt x="16468" y="64881"/>
                </a:cubicBezTo>
                <a:cubicBezTo>
                  <a:pt x="16453" y="63248"/>
                  <a:pt x="16056" y="61629"/>
                  <a:pt x="15688" y="60069"/>
                </a:cubicBezTo>
                <a:cubicBezTo>
                  <a:pt x="15305" y="58421"/>
                  <a:pt x="14893" y="56758"/>
                  <a:pt x="14952" y="55080"/>
                </a:cubicBezTo>
                <a:cubicBezTo>
                  <a:pt x="15084" y="55036"/>
                  <a:pt x="15217" y="55021"/>
                  <a:pt x="15320" y="55006"/>
                </a:cubicBezTo>
                <a:close/>
                <a:moveTo>
                  <a:pt x="14864" y="55095"/>
                </a:moveTo>
                <a:lnTo>
                  <a:pt x="14864" y="55095"/>
                </a:lnTo>
                <a:cubicBezTo>
                  <a:pt x="14834" y="56772"/>
                  <a:pt x="15217" y="58450"/>
                  <a:pt x="15614" y="60084"/>
                </a:cubicBezTo>
                <a:cubicBezTo>
                  <a:pt x="15982" y="61644"/>
                  <a:pt x="16365" y="63248"/>
                  <a:pt x="16394" y="64881"/>
                </a:cubicBezTo>
                <a:cubicBezTo>
                  <a:pt x="16424" y="68119"/>
                  <a:pt x="15099" y="71062"/>
                  <a:pt x="12862" y="72799"/>
                </a:cubicBezTo>
                <a:cubicBezTo>
                  <a:pt x="14790" y="71003"/>
                  <a:pt x="15820" y="68251"/>
                  <a:pt x="15761" y="64955"/>
                </a:cubicBezTo>
                <a:cubicBezTo>
                  <a:pt x="15747" y="63395"/>
                  <a:pt x="15408" y="61864"/>
                  <a:pt x="15099" y="60378"/>
                </a:cubicBezTo>
                <a:cubicBezTo>
                  <a:pt x="14731" y="58597"/>
                  <a:pt x="14363" y="56905"/>
                  <a:pt x="14496" y="55183"/>
                </a:cubicBezTo>
                <a:cubicBezTo>
                  <a:pt x="14628" y="55154"/>
                  <a:pt x="14731" y="55139"/>
                  <a:pt x="14864" y="55095"/>
                </a:cubicBezTo>
                <a:close/>
                <a:moveTo>
                  <a:pt x="14407" y="55213"/>
                </a:moveTo>
                <a:lnTo>
                  <a:pt x="14407" y="55213"/>
                </a:lnTo>
                <a:cubicBezTo>
                  <a:pt x="14290" y="56934"/>
                  <a:pt x="14643" y="58627"/>
                  <a:pt x="15011" y="60393"/>
                </a:cubicBezTo>
                <a:cubicBezTo>
                  <a:pt x="15320" y="61864"/>
                  <a:pt x="15644" y="63395"/>
                  <a:pt x="15673" y="64955"/>
                </a:cubicBezTo>
                <a:cubicBezTo>
                  <a:pt x="15747" y="68398"/>
                  <a:pt x="14613" y="71253"/>
                  <a:pt x="12480" y="73019"/>
                </a:cubicBezTo>
                <a:cubicBezTo>
                  <a:pt x="14246" y="71224"/>
                  <a:pt x="15143" y="68472"/>
                  <a:pt x="15070" y="65028"/>
                </a:cubicBezTo>
                <a:cubicBezTo>
                  <a:pt x="15026" y="63557"/>
                  <a:pt x="14775" y="62129"/>
                  <a:pt x="14510" y="60731"/>
                </a:cubicBezTo>
                <a:cubicBezTo>
                  <a:pt x="14157" y="58862"/>
                  <a:pt x="13848" y="57096"/>
                  <a:pt x="14054" y="55301"/>
                </a:cubicBezTo>
                <a:cubicBezTo>
                  <a:pt x="14157" y="55257"/>
                  <a:pt x="14290" y="55227"/>
                  <a:pt x="14407" y="55213"/>
                </a:cubicBezTo>
                <a:close/>
                <a:moveTo>
                  <a:pt x="13995" y="55316"/>
                </a:moveTo>
                <a:lnTo>
                  <a:pt x="13995" y="55316"/>
                </a:lnTo>
                <a:cubicBezTo>
                  <a:pt x="13804" y="57096"/>
                  <a:pt x="14128" y="58862"/>
                  <a:pt x="14466" y="60716"/>
                </a:cubicBezTo>
                <a:cubicBezTo>
                  <a:pt x="14716" y="62100"/>
                  <a:pt x="14981" y="63557"/>
                  <a:pt x="15011" y="65014"/>
                </a:cubicBezTo>
                <a:cubicBezTo>
                  <a:pt x="15084" y="68546"/>
                  <a:pt x="14128" y="71342"/>
                  <a:pt x="12274" y="73108"/>
                </a:cubicBezTo>
                <a:cubicBezTo>
                  <a:pt x="12229" y="73122"/>
                  <a:pt x="12215" y="73137"/>
                  <a:pt x="12200" y="73137"/>
                </a:cubicBezTo>
                <a:cubicBezTo>
                  <a:pt x="13775" y="71342"/>
                  <a:pt x="14481" y="68766"/>
                  <a:pt x="14393" y="65087"/>
                </a:cubicBezTo>
                <a:cubicBezTo>
                  <a:pt x="14349" y="63719"/>
                  <a:pt x="14143" y="62394"/>
                  <a:pt x="13951" y="61114"/>
                </a:cubicBezTo>
                <a:cubicBezTo>
                  <a:pt x="13627" y="59156"/>
                  <a:pt x="13363" y="57302"/>
                  <a:pt x="13657" y="55433"/>
                </a:cubicBezTo>
                <a:cubicBezTo>
                  <a:pt x="13760" y="55389"/>
                  <a:pt x="13892" y="55360"/>
                  <a:pt x="13995" y="55316"/>
                </a:cubicBezTo>
                <a:close/>
                <a:moveTo>
                  <a:pt x="13524" y="55477"/>
                </a:moveTo>
                <a:lnTo>
                  <a:pt x="13524" y="55477"/>
                </a:lnTo>
                <a:cubicBezTo>
                  <a:pt x="13245" y="57346"/>
                  <a:pt x="13524" y="59201"/>
                  <a:pt x="13833" y="61143"/>
                </a:cubicBezTo>
                <a:cubicBezTo>
                  <a:pt x="14040" y="62438"/>
                  <a:pt x="14246" y="63763"/>
                  <a:pt x="14275" y="65117"/>
                </a:cubicBezTo>
                <a:cubicBezTo>
                  <a:pt x="14407" y="68840"/>
                  <a:pt x="13672" y="71430"/>
                  <a:pt x="12009" y="73211"/>
                </a:cubicBezTo>
                <a:cubicBezTo>
                  <a:pt x="11979" y="73240"/>
                  <a:pt x="11965" y="73240"/>
                  <a:pt x="11920" y="73255"/>
                </a:cubicBezTo>
                <a:cubicBezTo>
                  <a:pt x="13613" y="71047"/>
                  <a:pt x="13760" y="68060"/>
                  <a:pt x="13672" y="65161"/>
                </a:cubicBezTo>
                <a:cubicBezTo>
                  <a:pt x="13627" y="63925"/>
                  <a:pt x="13466" y="62733"/>
                  <a:pt x="13318" y="61570"/>
                </a:cubicBezTo>
                <a:cubicBezTo>
                  <a:pt x="13039" y="59495"/>
                  <a:pt x="12803" y="57538"/>
                  <a:pt x="13186" y="55595"/>
                </a:cubicBezTo>
                <a:lnTo>
                  <a:pt x="13524" y="55477"/>
                </a:lnTo>
                <a:close/>
                <a:moveTo>
                  <a:pt x="13112" y="55610"/>
                </a:moveTo>
                <a:cubicBezTo>
                  <a:pt x="12730" y="57567"/>
                  <a:pt x="12980" y="59510"/>
                  <a:pt x="13260" y="61570"/>
                </a:cubicBezTo>
                <a:cubicBezTo>
                  <a:pt x="13407" y="62733"/>
                  <a:pt x="13569" y="63939"/>
                  <a:pt x="13613" y="65161"/>
                </a:cubicBezTo>
                <a:cubicBezTo>
                  <a:pt x="13701" y="68104"/>
                  <a:pt x="13539" y="71121"/>
                  <a:pt x="11788" y="73314"/>
                </a:cubicBezTo>
                <a:cubicBezTo>
                  <a:pt x="11744" y="73343"/>
                  <a:pt x="11700" y="73343"/>
                  <a:pt x="11670" y="73358"/>
                </a:cubicBezTo>
                <a:cubicBezTo>
                  <a:pt x="13083" y="71209"/>
                  <a:pt x="13112" y="68501"/>
                  <a:pt x="12995" y="65234"/>
                </a:cubicBezTo>
                <a:cubicBezTo>
                  <a:pt x="12951" y="64160"/>
                  <a:pt x="12847" y="63115"/>
                  <a:pt x="12730" y="62100"/>
                </a:cubicBezTo>
                <a:cubicBezTo>
                  <a:pt x="12509" y="59878"/>
                  <a:pt x="12288" y="57803"/>
                  <a:pt x="12789" y="55742"/>
                </a:cubicBezTo>
                <a:cubicBezTo>
                  <a:pt x="12892" y="55698"/>
                  <a:pt x="13009" y="55654"/>
                  <a:pt x="13112" y="55610"/>
                </a:cubicBezTo>
                <a:close/>
                <a:moveTo>
                  <a:pt x="11881" y="73374"/>
                </a:moveTo>
                <a:cubicBezTo>
                  <a:pt x="11888" y="73374"/>
                  <a:pt x="11881" y="73387"/>
                  <a:pt x="11861" y="73387"/>
                </a:cubicBezTo>
                <a:cubicBezTo>
                  <a:pt x="11871" y="73377"/>
                  <a:pt x="11878" y="73374"/>
                  <a:pt x="11881" y="73374"/>
                </a:cubicBezTo>
                <a:close/>
                <a:moveTo>
                  <a:pt x="11861" y="73387"/>
                </a:moveTo>
                <a:lnTo>
                  <a:pt x="11861" y="73387"/>
                </a:lnTo>
                <a:cubicBezTo>
                  <a:pt x="11847" y="73402"/>
                  <a:pt x="11832" y="73402"/>
                  <a:pt x="11817" y="73417"/>
                </a:cubicBezTo>
                <a:lnTo>
                  <a:pt x="11832" y="73402"/>
                </a:lnTo>
                <a:cubicBezTo>
                  <a:pt x="11847" y="73387"/>
                  <a:pt x="11861" y="73387"/>
                  <a:pt x="11861" y="73387"/>
                </a:cubicBezTo>
                <a:close/>
                <a:moveTo>
                  <a:pt x="12686" y="55801"/>
                </a:moveTo>
                <a:lnTo>
                  <a:pt x="12686" y="55801"/>
                </a:lnTo>
                <a:cubicBezTo>
                  <a:pt x="12215" y="57861"/>
                  <a:pt x="12421" y="59936"/>
                  <a:pt x="12656" y="62144"/>
                </a:cubicBezTo>
                <a:cubicBezTo>
                  <a:pt x="12759" y="63159"/>
                  <a:pt x="12877" y="64204"/>
                  <a:pt x="12906" y="65249"/>
                </a:cubicBezTo>
                <a:cubicBezTo>
                  <a:pt x="13039" y="68560"/>
                  <a:pt x="13009" y="71283"/>
                  <a:pt x="11538" y="73431"/>
                </a:cubicBezTo>
                <a:cubicBezTo>
                  <a:pt x="11494" y="73461"/>
                  <a:pt x="11435" y="73476"/>
                  <a:pt x="11405" y="73490"/>
                </a:cubicBezTo>
                <a:cubicBezTo>
                  <a:pt x="12568" y="71401"/>
                  <a:pt x="12450" y="68869"/>
                  <a:pt x="12318" y="66000"/>
                </a:cubicBezTo>
                <a:cubicBezTo>
                  <a:pt x="12303" y="65764"/>
                  <a:pt x="12303" y="65543"/>
                  <a:pt x="12288" y="65308"/>
                </a:cubicBezTo>
                <a:cubicBezTo>
                  <a:pt x="12244" y="64454"/>
                  <a:pt x="12185" y="63616"/>
                  <a:pt x="12126" y="62791"/>
                </a:cubicBezTo>
                <a:cubicBezTo>
                  <a:pt x="11935" y="60407"/>
                  <a:pt x="11758" y="58171"/>
                  <a:pt x="12347" y="55992"/>
                </a:cubicBezTo>
                <a:cubicBezTo>
                  <a:pt x="12347" y="55978"/>
                  <a:pt x="12362" y="55948"/>
                  <a:pt x="12362" y="55919"/>
                </a:cubicBezTo>
                <a:cubicBezTo>
                  <a:pt x="12465" y="55875"/>
                  <a:pt x="12583" y="55831"/>
                  <a:pt x="12686" y="55801"/>
                </a:cubicBezTo>
                <a:close/>
                <a:moveTo>
                  <a:pt x="11660" y="73469"/>
                </a:moveTo>
                <a:cubicBezTo>
                  <a:pt x="11649" y="73474"/>
                  <a:pt x="11641" y="73482"/>
                  <a:pt x="11641" y="73490"/>
                </a:cubicBezTo>
                <a:cubicBezTo>
                  <a:pt x="11611" y="73505"/>
                  <a:pt x="11597" y="73505"/>
                  <a:pt x="11552" y="73534"/>
                </a:cubicBezTo>
                <a:cubicBezTo>
                  <a:pt x="11567" y="73505"/>
                  <a:pt x="11567" y="73490"/>
                  <a:pt x="11597" y="73490"/>
                </a:cubicBezTo>
                <a:cubicBezTo>
                  <a:pt x="11620" y="73479"/>
                  <a:pt x="11634" y="73476"/>
                  <a:pt x="11660" y="73469"/>
                </a:cubicBezTo>
                <a:close/>
                <a:moveTo>
                  <a:pt x="12288" y="55963"/>
                </a:moveTo>
                <a:lnTo>
                  <a:pt x="12288" y="55978"/>
                </a:lnTo>
                <a:cubicBezTo>
                  <a:pt x="11685" y="58171"/>
                  <a:pt x="11861" y="60407"/>
                  <a:pt x="12053" y="62806"/>
                </a:cubicBezTo>
                <a:cubicBezTo>
                  <a:pt x="12126" y="63616"/>
                  <a:pt x="12185" y="64454"/>
                  <a:pt x="12215" y="65323"/>
                </a:cubicBezTo>
                <a:cubicBezTo>
                  <a:pt x="12229" y="65558"/>
                  <a:pt x="12229" y="65779"/>
                  <a:pt x="12259" y="66029"/>
                </a:cubicBezTo>
                <a:cubicBezTo>
                  <a:pt x="12377" y="68928"/>
                  <a:pt x="12494" y="71445"/>
                  <a:pt x="11302" y="73534"/>
                </a:cubicBezTo>
                <a:cubicBezTo>
                  <a:pt x="11243" y="73549"/>
                  <a:pt x="11199" y="73564"/>
                  <a:pt x="11155" y="73579"/>
                </a:cubicBezTo>
                <a:cubicBezTo>
                  <a:pt x="12009" y="71665"/>
                  <a:pt x="11861" y="69517"/>
                  <a:pt x="11700" y="67074"/>
                </a:cubicBezTo>
                <a:cubicBezTo>
                  <a:pt x="11670" y="66515"/>
                  <a:pt x="11626" y="65970"/>
                  <a:pt x="11597" y="65382"/>
                </a:cubicBezTo>
                <a:cubicBezTo>
                  <a:pt x="11552" y="64808"/>
                  <a:pt x="11523" y="64219"/>
                  <a:pt x="11494" y="63674"/>
                </a:cubicBezTo>
                <a:cubicBezTo>
                  <a:pt x="11332" y="61055"/>
                  <a:pt x="11170" y="58597"/>
                  <a:pt x="11920" y="56257"/>
                </a:cubicBezTo>
                <a:cubicBezTo>
                  <a:pt x="11935" y="56199"/>
                  <a:pt x="11965" y="56169"/>
                  <a:pt x="11979" y="56110"/>
                </a:cubicBezTo>
                <a:cubicBezTo>
                  <a:pt x="12082" y="56051"/>
                  <a:pt x="12185" y="56022"/>
                  <a:pt x="12288" y="55963"/>
                </a:cubicBezTo>
                <a:close/>
                <a:moveTo>
                  <a:pt x="11449" y="73549"/>
                </a:moveTo>
                <a:cubicBezTo>
                  <a:pt x="11420" y="73564"/>
                  <a:pt x="11420" y="73579"/>
                  <a:pt x="11405" y="73608"/>
                </a:cubicBezTo>
                <a:cubicBezTo>
                  <a:pt x="11376" y="73608"/>
                  <a:pt x="11332" y="73623"/>
                  <a:pt x="11302" y="73637"/>
                </a:cubicBezTo>
                <a:cubicBezTo>
                  <a:pt x="11317" y="73623"/>
                  <a:pt x="11317" y="73608"/>
                  <a:pt x="11332" y="73579"/>
                </a:cubicBezTo>
                <a:cubicBezTo>
                  <a:pt x="11376" y="73564"/>
                  <a:pt x="11405" y="73549"/>
                  <a:pt x="11449" y="73549"/>
                </a:cubicBezTo>
                <a:close/>
                <a:moveTo>
                  <a:pt x="11861" y="56169"/>
                </a:moveTo>
                <a:cubicBezTo>
                  <a:pt x="11861" y="56184"/>
                  <a:pt x="11847" y="56213"/>
                  <a:pt x="11847" y="56243"/>
                </a:cubicBezTo>
                <a:cubicBezTo>
                  <a:pt x="11111" y="58568"/>
                  <a:pt x="11258" y="61055"/>
                  <a:pt x="11420" y="63689"/>
                </a:cubicBezTo>
                <a:cubicBezTo>
                  <a:pt x="11464" y="64234"/>
                  <a:pt x="11494" y="64822"/>
                  <a:pt x="11523" y="65396"/>
                </a:cubicBezTo>
                <a:cubicBezTo>
                  <a:pt x="11552" y="65970"/>
                  <a:pt x="11597" y="66544"/>
                  <a:pt x="11626" y="67089"/>
                </a:cubicBezTo>
                <a:cubicBezTo>
                  <a:pt x="11788" y="69576"/>
                  <a:pt x="11935" y="71724"/>
                  <a:pt x="11023" y="73623"/>
                </a:cubicBezTo>
                <a:cubicBezTo>
                  <a:pt x="10964" y="73623"/>
                  <a:pt x="10905" y="73637"/>
                  <a:pt x="10846" y="73652"/>
                </a:cubicBezTo>
                <a:cubicBezTo>
                  <a:pt x="11508" y="71916"/>
                  <a:pt x="11332" y="70017"/>
                  <a:pt x="11111" y="67839"/>
                </a:cubicBezTo>
                <a:cubicBezTo>
                  <a:pt x="11037" y="67074"/>
                  <a:pt x="10949" y="66265"/>
                  <a:pt x="10905" y="65440"/>
                </a:cubicBezTo>
                <a:lnTo>
                  <a:pt x="10875" y="64881"/>
                </a:lnTo>
                <a:cubicBezTo>
                  <a:pt x="10714" y="61908"/>
                  <a:pt x="10537" y="59083"/>
                  <a:pt x="11479" y="56508"/>
                </a:cubicBezTo>
                <a:cubicBezTo>
                  <a:pt x="11494" y="56463"/>
                  <a:pt x="11538" y="56390"/>
                  <a:pt x="11552" y="56331"/>
                </a:cubicBezTo>
                <a:cubicBezTo>
                  <a:pt x="11670" y="56272"/>
                  <a:pt x="11758" y="56213"/>
                  <a:pt x="11861" y="56169"/>
                </a:cubicBezTo>
                <a:close/>
                <a:moveTo>
                  <a:pt x="11491" y="73646"/>
                </a:moveTo>
                <a:cubicBezTo>
                  <a:pt x="11493" y="73646"/>
                  <a:pt x="11494" y="73648"/>
                  <a:pt x="11494" y="73652"/>
                </a:cubicBezTo>
                <a:cubicBezTo>
                  <a:pt x="11479" y="73682"/>
                  <a:pt x="11464" y="73682"/>
                  <a:pt x="11449" y="73696"/>
                </a:cubicBezTo>
                <a:lnTo>
                  <a:pt x="11464" y="73682"/>
                </a:lnTo>
                <a:cubicBezTo>
                  <a:pt x="11475" y="73660"/>
                  <a:pt x="11486" y="73646"/>
                  <a:pt x="11491" y="73646"/>
                </a:cubicBezTo>
                <a:close/>
                <a:moveTo>
                  <a:pt x="11199" y="73623"/>
                </a:moveTo>
                <a:lnTo>
                  <a:pt x="11199" y="73623"/>
                </a:lnTo>
                <a:cubicBezTo>
                  <a:pt x="11185" y="73637"/>
                  <a:pt x="11170" y="73682"/>
                  <a:pt x="11170" y="73696"/>
                </a:cubicBezTo>
                <a:cubicBezTo>
                  <a:pt x="11126" y="73711"/>
                  <a:pt x="11082" y="73726"/>
                  <a:pt x="11037" y="73755"/>
                </a:cubicBezTo>
                <a:cubicBezTo>
                  <a:pt x="11052" y="73726"/>
                  <a:pt x="11052" y="73696"/>
                  <a:pt x="11082" y="73682"/>
                </a:cubicBezTo>
                <a:cubicBezTo>
                  <a:pt x="11111" y="73652"/>
                  <a:pt x="11170" y="73637"/>
                  <a:pt x="11199" y="73623"/>
                </a:cubicBezTo>
                <a:close/>
                <a:moveTo>
                  <a:pt x="11449" y="56375"/>
                </a:moveTo>
                <a:lnTo>
                  <a:pt x="11449" y="56375"/>
                </a:lnTo>
                <a:cubicBezTo>
                  <a:pt x="11420" y="56419"/>
                  <a:pt x="11420" y="56449"/>
                  <a:pt x="11405" y="56493"/>
                </a:cubicBezTo>
                <a:cubicBezTo>
                  <a:pt x="10463" y="59083"/>
                  <a:pt x="10625" y="61923"/>
                  <a:pt x="10802" y="64896"/>
                </a:cubicBezTo>
                <a:lnTo>
                  <a:pt x="10831" y="65455"/>
                </a:lnTo>
                <a:cubicBezTo>
                  <a:pt x="10875" y="66294"/>
                  <a:pt x="10964" y="67089"/>
                  <a:pt x="11037" y="67869"/>
                </a:cubicBezTo>
                <a:cubicBezTo>
                  <a:pt x="11258" y="70032"/>
                  <a:pt x="11464" y="71945"/>
                  <a:pt x="10758" y="73696"/>
                </a:cubicBezTo>
                <a:cubicBezTo>
                  <a:pt x="10684" y="73711"/>
                  <a:pt x="10640" y="73726"/>
                  <a:pt x="10581" y="73770"/>
                </a:cubicBezTo>
                <a:cubicBezTo>
                  <a:pt x="11082" y="72136"/>
                  <a:pt x="10817" y="70415"/>
                  <a:pt x="10537" y="68487"/>
                </a:cubicBezTo>
                <a:cubicBezTo>
                  <a:pt x="10405" y="67545"/>
                  <a:pt x="10257" y="66574"/>
                  <a:pt x="10213" y="65529"/>
                </a:cubicBezTo>
                <a:cubicBezTo>
                  <a:pt x="10022" y="62453"/>
                  <a:pt x="9948" y="59480"/>
                  <a:pt x="11037" y="56772"/>
                </a:cubicBezTo>
                <a:cubicBezTo>
                  <a:pt x="11082" y="56699"/>
                  <a:pt x="11096" y="56625"/>
                  <a:pt x="11126" y="56566"/>
                </a:cubicBezTo>
                <a:cubicBezTo>
                  <a:pt x="11243" y="56508"/>
                  <a:pt x="11332" y="56434"/>
                  <a:pt x="11449" y="56375"/>
                </a:cubicBezTo>
                <a:close/>
                <a:moveTo>
                  <a:pt x="11296" y="73750"/>
                </a:moveTo>
                <a:cubicBezTo>
                  <a:pt x="11291" y="73757"/>
                  <a:pt x="11284" y="73764"/>
                  <a:pt x="11273" y="73770"/>
                </a:cubicBezTo>
                <a:cubicBezTo>
                  <a:pt x="11258" y="73785"/>
                  <a:pt x="11229" y="73799"/>
                  <a:pt x="11199" y="73799"/>
                </a:cubicBezTo>
                <a:cubicBezTo>
                  <a:pt x="11214" y="73785"/>
                  <a:pt x="11214" y="73770"/>
                  <a:pt x="11243" y="73770"/>
                </a:cubicBezTo>
                <a:cubicBezTo>
                  <a:pt x="11261" y="73761"/>
                  <a:pt x="11279" y="73757"/>
                  <a:pt x="11296" y="73750"/>
                </a:cubicBezTo>
                <a:close/>
                <a:moveTo>
                  <a:pt x="11008" y="56625"/>
                </a:moveTo>
                <a:lnTo>
                  <a:pt x="10949" y="56728"/>
                </a:lnTo>
                <a:cubicBezTo>
                  <a:pt x="9860" y="59436"/>
                  <a:pt x="9934" y="62438"/>
                  <a:pt x="10125" y="65514"/>
                </a:cubicBezTo>
                <a:cubicBezTo>
                  <a:pt x="10169" y="66559"/>
                  <a:pt x="10316" y="67530"/>
                  <a:pt x="10449" y="68472"/>
                </a:cubicBezTo>
                <a:cubicBezTo>
                  <a:pt x="10728" y="70415"/>
                  <a:pt x="10978" y="72136"/>
                  <a:pt x="10463" y="73770"/>
                </a:cubicBezTo>
                <a:cubicBezTo>
                  <a:pt x="10419" y="73785"/>
                  <a:pt x="10346" y="73799"/>
                  <a:pt x="10287" y="73829"/>
                </a:cubicBezTo>
                <a:cubicBezTo>
                  <a:pt x="10640" y="72254"/>
                  <a:pt x="10316" y="70635"/>
                  <a:pt x="9992" y="68928"/>
                </a:cubicBezTo>
                <a:cubicBezTo>
                  <a:pt x="9786" y="67869"/>
                  <a:pt x="9566" y="66735"/>
                  <a:pt x="9492" y="65543"/>
                </a:cubicBezTo>
                <a:cubicBezTo>
                  <a:pt x="9242" y="61776"/>
                  <a:pt x="9566" y="59215"/>
                  <a:pt x="10581" y="56993"/>
                </a:cubicBezTo>
                <a:cubicBezTo>
                  <a:pt x="10611" y="56920"/>
                  <a:pt x="10640" y="56861"/>
                  <a:pt x="10669" y="56787"/>
                </a:cubicBezTo>
                <a:cubicBezTo>
                  <a:pt x="10802" y="56758"/>
                  <a:pt x="10890" y="56699"/>
                  <a:pt x="11008" y="56625"/>
                </a:cubicBezTo>
                <a:close/>
                <a:moveTo>
                  <a:pt x="10964" y="73711"/>
                </a:moveTo>
                <a:cubicBezTo>
                  <a:pt x="10949" y="73755"/>
                  <a:pt x="10934" y="73770"/>
                  <a:pt x="10934" y="73799"/>
                </a:cubicBezTo>
                <a:cubicBezTo>
                  <a:pt x="10875" y="73829"/>
                  <a:pt x="10831" y="73843"/>
                  <a:pt x="10787" y="73858"/>
                </a:cubicBezTo>
                <a:cubicBezTo>
                  <a:pt x="10787" y="73829"/>
                  <a:pt x="10802" y="73785"/>
                  <a:pt x="10817" y="73770"/>
                </a:cubicBezTo>
                <a:cubicBezTo>
                  <a:pt x="10875" y="73755"/>
                  <a:pt x="10934" y="73726"/>
                  <a:pt x="10964" y="73711"/>
                </a:cubicBezTo>
                <a:close/>
                <a:moveTo>
                  <a:pt x="10558" y="56925"/>
                </a:moveTo>
                <a:lnTo>
                  <a:pt x="10558" y="56925"/>
                </a:lnTo>
                <a:cubicBezTo>
                  <a:pt x="10537" y="56943"/>
                  <a:pt x="10536" y="56980"/>
                  <a:pt x="10522" y="56993"/>
                </a:cubicBezTo>
                <a:cubicBezTo>
                  <a:pt x="9507" y="59230"/>
                  <a:pt x="9183" y="61805"/>
                  <a:pt x="9433" y="65588"/>
                </a:cubicBezTo>
                <a:cubicBezTo>
                  <a:pt x="9507" y="66780"/>
                  <a:pt x="9728" y="67898"/>
                  <a:pt x="9934" y="68972"/>
                </a:cubicBezTo>
                <a:cubicBezTo>
                  <a:pt x="10272" y="70679"/>
                  <a:pt x="10581" y="72298"/>
                  <a:pt x="10213" y="73858"/>
                </a:cubicBezTo>
                <a:cubicBezTo>
                  <a:pt x="10140" y="73873"/>
                  <a:pt x="10081" y="73902"/>
                  <a:pt x="10007" y="73917"/>
                </a:cubicBezTo>
                <a:cubicBezTo>
                  <a:pt x="10228" y="72445"/>
                  <a:pt x="9860" y="70959"/>
                  <a:pt x="9492" y="69370"/>
                </a:cubicBezTo>
                <a:cubicBezTo>
                  <a:pt x="9213" y="68192"/>
                  <a:pt x="8918" y="66986"/>
                  <a:pt x="8830" y="65661"/>
                </a:cubicBezTo>
                <a:cubicBezTo>
                  <a:pt x="8594" y="62291"/>
                  <a:pt x="9021" y="59554"/>
                  <a:pt x="10169" y="57288"/>
                </a:cubicBezTo>
                <a:cubicBezTo>
                  <a:pt x="10199" y="57229"/>
                  <a:pt x="10228" y="57170"/>
                  <a:pt x="10243" y="57140"/>
                </a:cubicBezTo>
                <a:cubicBezTo>
                  <a:pt x="10302" y="57096"/>
                  <a:pt x="10375" y="57052"/>
                  <a:pt x="10434" y="57008"/>
                </a:cubicBezTo>
                <a:cubicBezTo>
                  <a:pt x="10462" y="56980"/>
                  <a:pt x="10515" y="56953"/>
                  <a:pt x="10558" y="56925"/>
                </a:cubicBezTo>
                <a:close/>
                <a:moveTo>
                  <a:pt x="11096" y="73799"/>
                </a:moveTo>
                <a:cubicBezTo>
                  <a:pt x="11082" y="73829"/>
                  <a:pt x="11052" y="73843"/>
                  <a:pt x="11052" y="73858"/>
                </a:cubicBezTo>
                <a:cubicBezTo>
                  <a:pt x="11023" y="73902"/>
                  <a:pt x="10978" y="73917"/>
                  <a:pt x="10949" y="73932"/>
                </a:cubicBezTo>
                <a:cubicBezTo>
                  <a:pt x="10964" y="73917"/>
                  <a:pt x="10964" y="73902"/>
                  <a:pt x="10978" y="73858"/>
                </a:cubicBezTo>
                <a:lnTo>
                  <a:pt x="11096" y="73799"/>
                </a:lnTo>
                <a:close/>
                <a:moveTo>
                  <a:pt x="10714" y="73799"/>
                </a:moveTo>
                <a:lnTo>
                  <a:pt x="10714" y="73799"/>
                </a:lnTo>
                <a:cubicBezTo>
                  <a:pt x="10684" y="73843"/>
                  <a:pt x="10669" y="73873"/>
                  <a:pt x="10669" y="73902"/>
                </a:cubicBezTo>
                <a:cubicBezTo>
                  <a:pt x="10611" y="73917"/>
                  <a:pt x="10566" y="73932"/>
                  <a:pt x="10508" y="73976"/>
                </a:cubicBezTo>
                <a:cubicBezTo>
                  <a:pt x="10522" y="73932"/>
                  <a:pt x="10522" y="73902"/>
                  <a:pt x="10537" y="73858"/>
                </a:cubicBezTo>
                <a:lnTo>
                  <a:pt x="10714" y="73799"/>
                </a:lnTo>
                <a:close/>
                <a:moveTo>
                  <a:pt x="11136" y="73926"/>
                </a:moveTo>
                <a:cubicBezTo>
                  <a:pt x="11140" y="73926"/>
                  <a:pt x="11146" y="73927"/>
                  <a:pt x="11155" y="73932"/>
                </a:cubicBezTo>
                <a:cubicBezTo>
                  <a:pt x="11126" y="73946"/>
                  <a:pt x="11111" y="73946"/>
                  <a:pt x="11096" y="73976"/>
                </a:cubicBezTo>
                <a:lnTo>
                  <a:pt x="11111" y="73946"/>
                </a:lnTo>
                <a:cubicBezTo>
                  <a:pt x="11121" y="73936"/>
                  <a:pt x="11124" y="73926"/>
                  <a:pt x="11136" y="73926"/>
                </a:cubicBezTo>
                <a:close/>
                <a:moveTo>
                  <a:pt x="10096" y="57214"/>
                </a:moveTo>
                <a:cubicBezTo>
                  <a:pt x="10096" y="57229"/>
                  <a:pt x="10081" y="57229"/>
                  <a:pt x="10081" y="57243"/>
                </a:cubicBezTo>
                <a:cubicBezTo>
                  <a:pt x="8918" y="59524"/>
                  <a:pt x="8506" y="62276"/>
                  <a:pt x="8742" y="65661"/>
                </a:cubicBezTo>
                <a:cubicBezTo>
                  <a:pt x="8830" y="66971"/>
                  <a:pt x="9124" y="68192"/>
                  <a:pt x="9419" y="69370"/>
                </a:cubicBezTo>
                <a:cubicBezTo>
                  <a:pt x="9801" y="70959"/>
                  <a:pt x="10154" y="72460"/>
                  <a:pt x="9934" y="73946"/>
                </a:cubicBezTo>
                <a:cubicBezTo>
                  <a:pt x="9860" y="73961"/>
                  <a:pt x="9801" y="73991"/>
                  <a:pt x="9728" y="74020"/>
                </a:cubicBezTo>
                <a:cubicBezTo>
                  <a:pt x="9845" y="72593"/>
                  <a:pt x="9433" y="71165"/>
                  <a:pt x="8992" y="69679"/>
                </a:cubicBezTo>
                <a:cubicBezTo>
                  <a:pt x="8624" y="68428"/>
                  <a:pt x="8241" y="67147"/>
                  <a:pt x="8138" y="65705"/>
                </a:cubicBezTo>
                <a:cubicBezTo>
                  <a:pt x="7888" y="62585"/>
                  <a:pt x="8433" y="59833"/>
                  <a:pt x="9713" y="57523"/>
                </a:cubicBezTo>
                <a:cubicBezTo>
                  <a:pt x="9728" y="57479"/>
                  <a:pt x="9772" y="57435"/>
                  <a:pt x="9786" y="57391"/>
                </a:cubicBezTo>
                <a:cubicBezTo>
                  <a:pt x="9904" y="57346"/>
                  <a:pt x="9992" y="57288"/>
                  <a:pt x="10096" y="57214"/>
                </a:cubicBezTo>
                <a:close/>
                <a:moveTo>
                  <a:pt x="10861" y="73917"/>
                </a:moveTo>
                <a:cubicBezTo>
                  <a:pt x="10861" y="73917"/>
                  <a:pt x="10861" y="73932"/>
                  <a:pt x="10831" y="73932"/>
                </a:cubicBezTo>
                <a:cubicBezTo>
                  <a:pt x="10817" y="73946"/>
                  <a:pt x="10817" y="73976"/>
                  <a:pt x="10802" y="73991"/>
                </a:cubicBezTo>
                <a:cubicBezTo>
                  <a:pt x="10787" y="74005"/>
                  <a:pt x="10728" y="74020"/>
                  <a:pt x="10684" y="74049"/>
                </a:cubicBezTo>
                <a:cubicBezTo>
                  <a:pt x="10714" y="74020"/>
                  <a:pt x="10714" y="73991"/>
                  <a:pt x="10728" y="73976"/>
                </a:cubicBezTo>
                <a:cubicBezTo>
                  <a:pt x="10758" y="73946"/>
                  <a:pt x="10817" y="73932"/>
                  <a:pt x="10861" y="73917"/>
                </a:cubicBezTo>
                <a:close/>
                <a:moveTo>
                  <a:pt x="10463" y="73873"/>
                </a:moveTo>
                <a:lnTo>
                  <a:pt x="10463" y="73873"/>
                </a:lnTo>
                <a:cubicBezTo>
                  <a:pt x="10449" y="73917"/>
                  <a:pt x="10449" y="73946"/>
                  <a:pt x="10434" y="73991"/>
                </a:cubicBezTo>
                <a:cubicBezTo>
                  <a:pt x="10360" y="74020"/>
                  <a:pt x="10302" y="74049"/>
                  <a:pt x="10243" y="74064"/>
                </a:cubicBezTo>
                <a:cubicBezTo>
                  <a:pt x="10257" y="74020"/>
                  <a:pt x="10257" y="73991"/>
                  <a:pt x="10287" y="73932"/>
                </a:cubicBezTo>
                <a:cubicBezTo>
                  <a:pt x="10346" y="73917"/>
                  <a:pt x="10419" y="73902"/>
                  <a:pt x="10463" y="73873"/>
                </a:cubicBezTo>
                <a:close/>
                <a:moveTo>
                  <a:pt x="10949" y="73991"/>
                </a:moveTo>
                <a:cubicBezTo>
                  <a:pt x="10949" y="74020"/>
                  <a:pt x="10949" y="74049"/>
                  <a:pt x="10934" y="74049"/>
                </a:cubicBezTo>
                <a:cubicBezTo>
                  <a:pt x="10905" y="74064"/>
                  <a:pt x="10875" y="74079"/>
                  <a:pt x="10831" y="74079"/>
                </a:cubicBezTo>
                <a:cubicBezTo>
                  <a:pt x="10831" y="74064"/>
                  <a:pt x="10846" y="74049"/>
                  <a:pt x="10846" y="74020"/>
                </a:cubicBezTo>
                <a:cubicBezTo>
                  <a:pt x="10890" y="74005"/>
                  <a:pt x="10905" y="74005"/>
                  <a:pt x="10949" y="73991"/>
                </a:cubicBezTo>
                <a:close/>
                <a:moveTo>
                  <a:pt x="9639" y="57494"/>
                </a:moveTo>
                <a:lnTo>
                  <a:pt x="9639" y="57494"/>
                </a:lnTo>
                <a:cubicBezTo>
                  <a:pt x="8315" y="59819"/>
                  <a:pt x="7785" y="62585"/>
                  <a:pt x="8035" y="65735"/>
                </a:cubicBezTo>
                <a:cubicBezTo>
                  <a:pt x="8153" y="67162"/>
                  <a:pt x="8536" y="68472"/>
                  <a:pt x="8903" y="69723"/>
                </a:cubicBezTo>
                <a:cubicBezTo>
                  <a:pt x="9345" y="71209"/>
                  <a:pt x="9742" y="72622"/>
                  <a:pt x="9639" y="74064"/>
                </a:cubicBezTo>
                <a:cubicBezTo>
                  <a:pt x="9610" y="74079"/>
                  <a:pt x="9580" y="74079"/>
                  <a:pt x="9551" y="74094"/>
                </a:cubicBezTo>
                <a:cubicBezTo>
                  <a:pt x="9507" y="74123"/>
                  <a:pt x="9477" y="74123"/>
                  <a:pt x="9419" y="74138"/>
                </a:cubicBezTo>
                <a:cubicBezTo>
                  <a:pt x="9433" y="72740"/>
                  <a:pt x="8977" y="71401"/>
                  <a:pt x="8477" y="69973"/>
                </a:cubicBezTo>
                <a:cubicBezTo>
                  <a:pt x="8020" y="68663"/>
                  <a:pt x="7564" y="67309"/>
                  <a:pt x="7432" y="65808"/>
                </a:cubicBezTo>
                <a:cubicBezTo>
                  <a:pt x="7196" y="62880"/>
                  <a:pt x="7814" y="60113"/>
                  <a:pt x="9271" y="57803"/>
                </a:cubicBezTo>
                <a:cubicBezTo>
                  <a:pt x="9316" y="57744"/>
                  <a:pt x="9330" y="57714"/>
                  <a:pt x="9360" y="57655"/>
                </a:cubicBezTo>
                <a:lnTo>
                  <a:pt x="9639" y="57494"/>
                </a:lnTo>
                <a:close/>
                <a:moveTo>
                  <a:pt x="10611" y="74005"/>
                </a:moveTo>
                <a:lnTo>
                  <a:pt x="10611" y="74005"/>
                </a:lnTo>
                <a:cubicBezTo>
                  <a:pt x="10596" y="74020"/>
                  <a:pt x="10596" y="74064"/>
                  <a:pt x="10581" y="74079"/>
                </a:cubicBezTo>
                <a:lnTo>
                  <a:pt x="10581" y="74094"/>
                </a:lnTo>
                <a:cubicBezTo>
                  <a:pt x="10522" y="74123"/>
                  <a:pt x="10478" y="74138"/>
                  <a:pt x="10434" y="74152"/>
                </a:cubicBezTo>
                <a:cubicBezTo>
                  <a:pt x="10449" y="74138"/>
                  <a:pt x="10463" y="74094"/>
                  <a:pt x="10463" y="74064"/>
                </a:cubicBezTo>
                <a:cubicBezTo>
                  <a:pt x="10522" y="74049"/>
                  <a:pt x="10566" y="74020"/>
                  <a:pt x="10611" y="74005"/>
                </a:cubicBezTo>
                <a:close/>
                <a:moveTo>
                  <a:pt x="10169" y="73991"/>
                </a:moveTo>
                <a:cubicBezTo>
                  <a:pt x="10154" y="74020"/>
                  <a:pt x="10154" y="74079"/>
                  <a:pt x="10140" y="74123"/>
                </a:cubicBezTo>
                <a:cubicBezTo>
                  <a:pt x="10081" y="74123"/>
                  <a:pt x="10022" y="74138"/>
                  <a:pt x="9978" y="74167"/>
                </a:cubicBezTo>
                <a:cubicBezTo>
                  <a:pt x="9978" y="74138"/>
                  <a:pt x="9992" y="74079"/>
                  <a:pt x="9992" y="74049"/>
                </a:cubicBezTo>
                <a:cubicBezTo>
                  <a:pt x="10037" y="74020"/>
                  <a:pt x="10110" y="74005"/>
                  <a:pt x="10169" y="73991"/>
                </a:cubicBezTo>
                <a:close/>
                <a:moveTo>
                  <a:pt x="9198" y="57758"/>
                </a:moveTo>
                <a:lnTo>
                  <a:pt x="9198" y="57758"/>
                </a:lnTo>
                <a:cubicBezTo>
                  <a:pt x="7726" y="60098"/>
                  <a:pt x="7079" y="62880"/>
                  <a:pt x="7344" y="65808"/>
                </a:cubicBezTo>
                <a:cubicBezTo>
                  <a:pt x="7476" y="67324"/>
                  <a:pt x="7947" y="68693"/>
                  <a:pt x="8403" y="70002"/>
                </a:cubicBezTo>
                <a:cubicBezTo>
                  <a:pt x="8903" y="71415"/>
                  <a:pt x="9360" y="72754"/>
                  <a:pt x="9345" y="74152"/>
                </a:cubicBezTo>
                <a:cubicBezTo>
                  <a:pt x="9271" y="74167"/>
                  <a:pt x="9198" y="74211"/>
                  <a:pt x="9124" y="74226"/>
                </a:cubicBezTo>
                <a:cubicBezTo>
                  <a:pt x="9051" y="72872"/>
                  <a:pt x="8536" y="71577"/>
                  <a:pt x="7976" y="70223"/>
                </a:cubicBezTo>
                <a:cubicBezTo>
                  <a:pt x="7432" y="68855"/>
                  <a:pt x="6858" y="67457"/>
                  <a:pt x="6711" y="65867"/>
                </a:cubicBezTo>
                <a:cubicBezTo>
                  <a:pt x="6461" y="63100"/>
                  <a:pt x="7196" y="60393"/>
                  <a:pt x="8815" y="58053"/>
                </a:cubicBezTo>
                <a:cubicBezTo>
                  <a:pt x="8845" y="57994"/>
                  <a:pt x="8903" y="57950"/>
                  <a:pt x="8933" y="57891"/>
                </a:cubicBezTo>
                <a:cubicBezTo>
                  <a:pt x="9036" y="57832"/>
                  <a:pt x="9124" y="57788"/>
                  <a:pt x="9198" y="57758"/>
                </a:cubicBezTo>
                <a:close/>
                <a:moveTo>
                  <a:pt x="10743" y="74094"/>
                </a:moveTo>
                <a:lnTo>
                  <a:pt x="10743" y="74094"/>
                </a:lnTo>
                <a:cubicBezTo>
                  <a:pt x="10728" y="74123"/>
                  <a:pt x="10728" y="74138"/>
                  <a:pt x="10714" y="74152"/>
                </a:cubicBezTo>
                <a:cubicBezTo>
                  <a:pt x="10669" y="74197"/>
                  <a:pt x="10640" y="74211"/>
                  <a:pt x="10596" y="74226"/>
                </a:cubicBezTo>
                <a:cubicBezTo>
                  <a:pt x="10611" y="74211"/>
                  <a:pt x="10611" y="74197"/>
                  <a:pt x="10640" y="74152"/>
                </a:cubicBezTo>
                <a:lnTo>
                  <a:pt x="10743" y="74094"/>
                </a:lnTo>
                <a:close/>
                <a:moveTo>
                  <a:pt x="10798" y="74220"/>
                </a:moveTo>
                <a:cubicBezTo>
                  <a:pt x="10801" y="74220"/>
                  <a:pt x="10802" y="74222"/>
                  <a:pt x="10802" y="74226"/>
                </a:cubicBezTo>
                <a:cubicBezTo>
                  <a:pt x="10788" y="74240"/>
                  <a:pt x="10760" y="74241"/>
                  <a:pt x="10758" y="74267"/>
                </a:cubicBezTo>
                <a:lnTo>
                  <a:pt x="10758" y="74267"/>
                </a:lnTo>
                <a:cubicBezTo>
                  <a:pt x="10758" y="74259"/>
                  <a:pt x="10761" y="74241"/>
                  <a:pt x="10772" y="74241"/>
                </a:cubicBezTo>
                <a:cubicBezTo>
                  <a:pt x="10783" y="74230"/>
                  <a:pt x="10793" y="74220"/>
                  <a:pt x="10798" y="74220"/>
                </a:cubicBezTo>
                <a:close/>
                <a:moveTo>
                  <a:pt x="9904" y="74064"/>
                </a:moveTo>
                <a:cubicBezTo>
                  <a:pt x="9904" y="74094"/>
                  <a:pt x="9875" y="74152"/>
                  <a:pt x="9875" y="74197"/>
                </a:cubicBezTo>
                <a:cubicBezTo>
                  <a:pt x="9831" y="74211"/>
                  <a:pt x="9757" y="74241"/>
                  <a:pt x="9698" y="74270"/>
                </a:cubicBezTo>
                <a:cubicBezTo>
                  <a:pt x="9698" y="74211"/>
                  <a:pt x="9713" y="74167"/>
                  <a:pt x="9713" y="74123"/>
                </a:cubicBezTo>
                <a:cubicBezTo>
                  <a:pt x="9772" y="74094"/>
                  <a:pt x="9845" y="74079"/>
                  <a:pt x="9904" y="74064"/>
                </a:cubicBezTo>
                <a:close/>
                <a:moveTo>
                  <a:pt x="10375" y="74094"/>
                </a:moveTo>
                <a:lnTo>
                  <a:pt x="10375" y="74094"/>
                </a:lnTo>
                <a:cubicBezTo>
                  <a:pt x="10360" y="74138"/>
                  <a:pt x="10360" y="74167"/>
                  <a:pt x="10346" y="74211"/>
                </a:cubicBezTo>
                <a:cubicBezTo>
                  <a:pt x="10287" y="74226"/>
                  <a:pt x="10228" y="74241"/>
                  <a:pt x="10199" y="74285"/>
                </a:cubicBezTo>
                <a:cubicBezTo>
                  <a:pt x="10199" y="74226"/>
                  <a:pt x="10213" y="74197"/>
                  <a:pt x="10213" y="74152"/>
                </a:cubicBezTo>
                <a:lnTo>
                  <a:pt x="10375" y="74094"/>
                </a:lnTo>
                <a:close/>
                <a:moveTo>
                  <a:pt x="8756" y="57979"/>
                </a:moveTo>
                <a:cubicBezTo>
                  <a:pt x="8771" y="57979"/>
                  <a:pt x="8771" y="58009"/>
                  <a:pt x="8756" y="58023"/>
                </a:cubicBezTo>
                <a:cubicBezTo>
                  <a:pt x="7123" y="60363"/>
                  <a:pt x="6387" y="63086"/>
                  <a:pt x="6637" y="65882"/>
                </a:cubicBezTo>
                <a:cubicBezTo>
                  <a:pt x="6784" y="67471"/>
                  <a:pt x="7358" y="68869"/>
                  <a:pt x="7917" y="70253"/>
                </a:cubicBezTo>
                <a:cubicBezTo>
                  <a:pt x="8462" y="71621"/>
                  <a:pt x="8977" y="72902"/>
                  <a:pt x="9036" y="74270"/>
                </a:cubicBezTo>
                <a:cubicBezTo>
                  <a:pt x="8962" y="74285"/>
                  <a:pt x="8889" y="74314"/>
                  <a:pt x="8815" y="74344"/>
                </a:cubicBezTo>
                <a:cubicBezTo>
                  <a:pt x="8668" y="72990"/>
                  <a:pt x="8094" y="71739"/>
                  <a:pt x="7491" y="70444"/>
                </a:cubicBezTo>
                <a:cubicBezTo>
                  <a:pt x="6843" y="69046"/>
                  <a:pt x="6181" y="67589"/>
                  <a:pt x="6019" y="65955"/>
                </a:cubicBezTo>
                <a:cubicBezTo>
                  <a:pt x="5754" y="63321"/>
                  <a:pt x="6608" y="60613"/>
                  <a:pt x="8374" y="58332"/>
                </a:cubicBezTo>
                <a:lnTo>
                  <a:pt x="8536" y="58112"/>
                </a:lnTo>
                <a:cubicBezTo>
                  <a:pt x="8609" y="58082"/>
                  <a:pt x="8683" y="58023"/>
                  <a:pt x="8756" y="57979"/>
                </a:cubicBezTo>
                <a:close/>
                <a:moveTo>
                  <a:pt x="10522" y="74211"/>
                </a:moveTo>
                <a:cubicBezTo>
                  <a:pt x="10508" y="74226"/>
                  <a:pt x="10508" y="74270"/>
                  <a:pt x="10493" y="74285"/>
                </a:cubicBezTo>
                <a:cubicBezTo>
                  <a:pt x="10449" y="74300"/>
                  <a:pt x="10390" y="74344"/>
                  <a:pt x="10360" y="74359"/>
                </a:cubicBezTo>
                <a:cubicBezTo>
                  <a:pt x="10375" y="74314"/>
                  <a:pt x="10375" y="74300"/>
                  <a:pt x="10390" y="74270"/>
                </a:cubicBezTo>
                <a:cubicBezTo>
                  <a:pt x="10434" y="74241"/>
                  <a:pt x="10463" y="74226"/>
                  <a:pt x="10522" y="74211"/>
                </a:cubicBezTo>
                <a:close/>
                <a:moveTo>
                  <a:pt x="9625" y="74152"/>
                </a:moveTo>
                <a:cubicBezTo>
                  <a:pt x="9625" y="74211"/>
                  <a:pt x="9610" y="74241"/>
                  <a:pt x="9610" y="74300"/>
                </a:cubicBezTo>
                <a:cubicBezTo>
                  <a:pt x="9551" y="74314"/>
                  <a:pt x="9477" y="74344"/>
                  <a:pt x="9419" y="74373"/>
                </a:cubicBezTo>
                <a:lnTo>
                  <a:pt x="9419" y="74226"/>
                </a:lnTo>
                <a:cubicBezTo>
                  <a:pt x="9477" y="74211"/>
                  <a:pt x="9507" y="74197"/>
                  <a:pt x="9566" y="74167"/>
                </a:cubicBezTo>
                <a:cubicBezTo>
                  <a:pt x="9580" y="74167"/>
                  <a:pt x="9610" y="74152"/>
                  <a:pt x="9625" y="74152"/>
                </a:cubicBezTo>
                <a:close/>
                <a:moveTo>
                  <a:pt x="10096" y="74197"/>
                </a:moveTo>
                <a:lnTo>
                  <a:pt x="10096" y="74197"/>
                </a:lnTo>
                <a:cubicBezTo>
                  <a:pt x="10081" y="74226"/>
                  <a:pt x="10081" y="74270"/>
                  <a:pt x="10066" y="74300"/>
                </a:cubicBezTo>
                <a:cubicBezTo>
                  <a:pt x="10022" y="74344"/>
                  <a:pt x="9978" y="74359"/>
                  <a:pt x="9919" y="74373"/>
                </a:cubicBezTo>
                <a:cubicBezTo>
                  <a:pt x="9934" y="74344"/>
                  <a:pt x="9934" y="74300"/>
                  <a:pt x="9934" y="74241"/>
                </a:cubicBezTo>
                <a:lnTo>
                  <a:pt x="10096" y="74197"/>
                </a:lnTo>
                <a:close/>
                <a:moveTo>
                  <a:pt x="10611" y="74314"/>
                </a:moveTo>
                <a:cubicBezTo>
                  <a:pt x="10611" y="74314"/>
                  <a:pt x="10596" y="74344"/>
                  <a:pt x="10596" y="74359"/>
                </a:cubicBezTo>
                <a:cubicBezTo>
                  <a:pt x="10581" y="74373"/>
                  <a:pt x="10537" y="74388"/>
                  <a:pt x="10522" y="74388"/>
                </a:cubicBezTo>
                <a:cubicBezTo>
                  <a:pt x="10522" y="74373"/>
                  <a:pt x="10537" y="74359"/>
                  <a:pt x="10537" y="74359"/>
                </a:cubicBezTo>
                <a:cubicBezTo>
                  <a:pt x="10552" y="74329"/>
                  <a:pt x="10596" y="74329"/>
                  <a:pt x="10611" y="74314"/>
                </a:cubicBezTo>
                <a:close/>
                <a:moveTo>
                  <a:pt x="8374" y="58200"/>
                </a:moveTo>
                <a:lnTo>
                  <a:pt x="8315" y="58259"/>
                </a:lnTo>
                <a:cubicBezTo>
                  <a:pt x="6534" y="60555"/>
                  <a:pt x="5681" y="63277"/>
                  <a:pt x="5945" y="65926"/>
                </a:cubicBezTo>
                <a:cubicBezTo>
                  <a:pt x="6107" y="67589"/>
                  <a:pt x="6770" y="69031"/>
                  <a:pt x="7417" y="70444"/>
                </a:cubicBezTo>
                <a:cubicBezTo>
                  <a:pt x="8020" y="71739"/>
                  <a:pt x="8594" y="72990"/>
                  <a:pt x="8742" y="74329"/>
                </a:cubicBezTo>
                <a:cubicBezTo>
                  <a:pt x="8668" y="74359"/>
                  <a:pt x="8594" y="74388"/>
                  <a:pt x="8521" y="74403"/>
                </a:cubicBezTo>
                <a:cubicBezTo>
                  <a:pt x="8300" y="73078"/>
                  <a:pt x="7667" y="71871"/>
                  <a:pt x="7005" y="70576"/>
                </a:cubicBezTo>
                <a:cubicBezTo>
                  <a:pt x="6269" y="69149"/>
                  <a:pt x="5519" y="67677"/>
                  <a:pt x="5327" y="65985"/>
                </a:cubicBezTo>
                <a:cubicBezTo>
                  <a:pt x="5077" y="63424"/>
                  <a:pt x="5990" y="60790"/>
                  <a:pt x="7947" y="58553"/>
                </a:cubicBezTo>
                <a:lnTo>
                  <a:pt x="8182" y="58318"/>
                </a:lnTo>
                <a:cubicBezTo>
                  <a:pt x="8241" y="58274"/>
                  <a:pt x="8315" y="58244"/>
                  <a:pt x="8374" y="58200"/>
                </a:cubicBezTo>
                <a:close/>
                <a:moveTo>
                  <a:pt x="9330" y="74226"/>
                </a:moveTo>
                <a:lnTo>
                  <a:pt x="9330" y="74388"/>
                </a:lnTo>
                <a:lnTo>
                  <a:pt x="9316" y="74388"/>
                </a:lnTo>
                <a:cubicBezTo>
                  <a:pt x="9257" y="74432"/>
                  <a:pt x="9183" y="74447"/>
                  <a:pt x="9124" y="74462"/>
                </a:cubicBezTo>
                <a:lnTo>
                  <a:pt x="9124" y="74300"/>
                </a:lnTo>
                <a:cubicBezTo>
                  <a:pt x="9198" y="74285"/>
                  <a:pt x="9271" y="74270"/>
                  <a:pt x="9330" y="74226"/>
                </a:cubicBezTo>
                <a:close/>
                <a:moveTo>
                  <a:pt x="10287" y="74314"/>
                </a:moveTo>
                <a:lnTo>
                  <a:pt x="10287" y="74314"/>
                </a:lnTo>
                <a:cubicBezTo>
                  <a:pt x="10257" y="74359"/>
                  <a:pt x="10257" y="74373"/>
                  <a:pt x="10243" y="74417"/>
                </a:cubicBezTo>
                <a:cubicBezTo>
                  <a:pt x="10213" y="74432"/>
                  <a:pt x="10154" y="74447"/>
                  <a:pt x="10110" y="74462"/>
                </a:cubicBezTo>
                <a:cubicBezTo>
                  <a:pt x="10110" y="74447"/>
                  <a:pt x="10140" y="74417"/>
                  <a:pt x="10140" y="74388"/>
                </a:cubicBezTo>
                <a:lnTo>
                  <a:pt x="10140" y="74373"/>
                </a:lnTo>
                <a:cubicBezTo>
                  <a:pt x="10184" y="74359"/>
                  <a:pt x="10228" y="74344"/>
                  <a:pt x="10287" y="74314"/>
                </a:cubicBezTo>
                <a:close/>
                <a:moveTo>
                  <a:pt x="9860" y="74285"/>
                </a:moveTo>
                <a:cubicBezTo>
                  <a:pt x="9860" y="74314"/>
                  <a:pt x="9845" y="74373"/>
                  <a:pt x="9816" y="74417"/>
                </a:cubicBezTo>
                <a:cubicBezTo>
                  <a:pt x="9772" y="74447"/>
                  <a:pt x="9713" y="74462"/>
                  <a:pt x="9654" y="74491"/>
                </a:cubicBezTo>
                <a:cubicBezTo>
                  <a:pt x="9654" y="74447"/>
                  <a:pt x="9669" y="74388"/>
                  <a:pt x="9669" y="74359"/>
                </a:cubicBezTo>
                <a:cubicBezTo>
                  <a:pt x="9728" y="74344"/>
                  <a:pt x="9801" y="74314"/>
                  <a:pt x="9860" y="74285"/>
                </a:cubicBezTo>
                <a:close/>
                <a:moveTo>
                  <a:pt x="7947" y="58450"/>
                </a:moveTo>
                <a:cubicBezTo>
                  <a:pt x="7932" y="58465"/>
                  <a:pt x="7903" y="58494"/>
                  <a:pt x="7873" y="58509"/>
                </a:cubicBezTo>
                <a:cubicBezTo>
                  <a:pt x="5901" y="60775"/>
                  <a:pt x="4959" y="63424"/>
                  <a:pt x="5239" y="66000"/>
                </a:cubicBezTo>
                <a:cubicBezTo>
                  <a:pt x="5430" y="67692"/>
                  <a:pt x="6181" y="69178"/>
                  <a:pt x="6917" y="70621"/>
                </a:cubicBezTo>
                <a:cubicBezTo>
                  <a:pt x="7579" y="71886"/>
                  <a:pt x="8197" y="73122"/>
                  <a:pt x="8418" y="74432"/>
                </a:cubicBezTo>
                <a:cubicBezTo>
                  <a:pt x="8344" y="74447"/>
                  <a:pt x="8271" y="74491"/>
                  <a:pt x="8197" y="74506"/>
                </a:cubicBezTo>
                <a:cubicBezTo>
                  <a:pt x="7903" y="73181"/>
                  <a:pt x="7226" y="71974"/>
                  <a:pt x="6505" y="70724"/>
                </a:cubicBezTo>
                <a:cubicBezTo>
                  <a:pt x="5681" y="69281"/>
                  <a:pt x="4812" y="67766"/>
                  <a:pt x="4636" y="66058"/>
                </a:cubicBezTo>
                <a:cubicBezTo>
                  <a:pt x="4268" y="62718"/>
                  <a:pt x="6269" y="60084"/>
                  <a:pt x="7505" y="58818"/>
                </a:cubicBezTo>
                <a:lnTo>
                  <a:pt x="7814" y="58494"/>
                </a:lnTo>
                <a:cubicBezTo>
                  <a:pt x="7859" y="58494"/>
                  <a:pt x="7903" y="58480"/>
                  <a:pt x="7947" y="58450"/>
                </a:cubicBezTo>
                <a:close/>
                <a:moveTo>
                  <a:pt x="10419" y="74388"/>
                </a:moveTo>
                <a:cubicBezTo>
                  <a:pt x="10390" y="74417"/>
                  <a:pt x="10390" y="74432"/>
                  <a:pt x="10375" y="74447"/>
                </a:cubicBezTo>
                <a:cubicBezTo>
                  <a:pt x="10346" y="74506"/>
                  <a:pt x="10316" y="74520"/>
                  <a:pt x="10287" y="74520"/>
                </a:cubicBezTo>
                <a:cubicBezTo>
                  <a:pt x="10302" y="74506"/>
                  <a:pt x="10302" y="74491"/>
                  <a:pt x="10316" y="74447"/>
                </a:cubicBezTo>
                <a:cubicBezTo>
                  <a:pt x="10360" y="74432"/>
                  <a:pt x="10390" y="74417"/>
                  <a:pt x="10419" y="74388"/>
                </a:cubicBezTo>
                <a:close/>
                <a:moveTo>
                  <a:pt x="10455" y="74549"/>
                </a:moveTo>
                <a:cubicBezTo>
                  <a:pt x="10450" y="74556"/>
                  <a:pt x="10445" y="74561"/>
                  <a:pt x="10441" y="74565"/>
                </a:cubicBezTo>
                <a:lnTo>
                  <a:pt x="10441" y="74565"/>
                </a:lnTo>
                <a:lnTo>
                  <a:pt x="10449" y="74550"/>
                </a:lnTo>
                <a:cubicBezTo>
                  <a:pt x="10451" y="74550"/>
                  <a:pt x="10453" y="74550"/>
                  <a:pt x="10455" y="74549"/>
                </a:cubicBezTo>
                <a:close/>
                <a:moveTo>
                  <a:pt x="9051" y="74344"/>
                </a:moveTo>
                <a:lnTo>
                  <a:pt x="9051" y="74506"/>
                </a:lnTo>
                <a:cubicBezTo>
                  <a:pt x="8977" y="74520"/>
                  <a:pt x="8918" y="74565"/>
                  <a:pt x="8845" y="74579"/>
                </a:cubicBezTo>
                <a:cubicBezTo>
                  <a:pt x="8845" y="74520"/>
                  <a:pt x="8845" y="74462"/>
                  <a:pt x="8830" y="74417"/>
                </a:cubicBezTo>
                <a:cubicBezTo>
                  <a:pt x="8903" y="74373"/>
                  <a:pt x="8977" y="74359"/>
                  <a:pt x="9051" y="74344"/>
                </a:cubicBezTo>
                <a:close/>
                <a:moveTo>
                  <a:pt x="9580" y="74373"/>
                </a:moveTo>
                <a:cubicBezTo>
                  <a:pt x="9580" y="74432"/>
                  <a:pt x="9566" y="74462"/>
                  <a:pt x="9566" y="74520"/>
                </a:cubicBezTo>
                <a:cubicBezTo>
                  <a:pt x="9507" y="74535"/>
                  <a:pt x="9463" y="74579"/>
                  <a:pt x="9389" y="74594"/>
                </a:cubicBezTo>
                <a:cubicBezTo>
                  <a:pt x="9404" y="74565"/>
                  <a:pt x="9404" y="74506"/>
                  <a:pt x="9404" y="74447"/>
                </a:cubicBezTo>
                <a:cubicBezTo>
                  <a:pt x="9463" y="74432"/>
                  <a:pt x="9536" y="74417"/>
                  <a:pt x="9580" y="74373"/>
                </a:cubicBezTo>
                <a:close/>
                <a:moveTo>
                  <a:pt x="10037" y="74417"/>
                </a:moveTo>
                <a:lnTo>
                  <a:pt x="10037" y="74417"/>
                </a:lnTo>
                <a:cubicBezTo>
                  <a:pt x="10022" y="74447"/>
                  <a:pt x="10022" y="74491"/>
                  <a:pt x="10007" y="74520"/>
                </a:cubicBezTo>
                <a:cubicBezTo>
                  <a:pt x="9948" y="74535"/>
                  <a:pt x="9919" y="74579"/>
                  <a:pt x="9860" y="74594"/>
                </a:cubicBezTo>
                <a:cubicBezTo>
                  <a:pt x="9875" y="74579"/>
                  <a:pt x="9875" y="74565"/>
                  <a:pt x="9875" y="74520"/>
                </a:cubicBezTo>
                <a:cubicBezTo>
                  <a:pt x="9875" y="74506"/>
                  <a:pt x="9875" y="74491"/>
                  <a:pt x="9889" y="74462"/>
                </a:cubicBezTo>
                <a:cubicBezTo>
                  <a:pt x="9948" y="74447"/>
                  <a:pt x="10007" y="74432"/>
                  <a:pt x="10037" y="74417"/>
                </a:cubicBezTo>
                <a:close/>
                <a:moveTo>
                  <a:pt x="7440" y="58780"/>
                </a:moveTo>
                <a:lnTo>
                  <a:pt x="7440" y="58780"/>
                </a:lnTo>
                <a:cubicBezTo>
                  <a:pt x="6204" y="60048"/>
                  <a:pt x="4195" y="62694"/>
                  <a:pt x="4562" y="66073"/>
                </a:cubicBezTo>
                <a:cubicBezTo>
                  <a:pt x="4739" y="67810"/>
                  <a:pt x="5607" y="69340"/>
                  <a:pt x="6461" y="70782"/>
                </a:cubicBezTo>
                <a:cubicBezTo>
                  <a:pt x="7167" y="72033"/>
                  <a:pt x="7859" y="73240"/>
                  <a:pt x="8153" y="74535"/>
                </a:cubicBezTo>
                <a:cubicBezTo>
                  <a:pt x="8079" y="74565"/>
                  <a:pt x="8006" y="74594"/>
                  <a:pt x="7932" y="74609"/>
                </a:cubicBezTo>
                <a:cubicBezTo>
                  <a:pt x="7564" y="73270"/>
                  <a:pt x="6799" y="72063"/>
                  <a:pt x="6048" y="70856"/>
                </a:cubicBezTo>
                <a:cubicBezTo>
                  <a:pt x="5136" y="69384"/>
                  <a:pt x="4179" y="67869"/>
                  <a:pt x="3973" y="66117"/>
                </a:cubicBezTo>
                <a:cubicBezTo>
                  <a:pt x="3694" y="63704"/>
                  <a:pt x="4842" y="61128"/>
                  <a:pt x="7093" y="59053"/>
                </a:cubicBezTo>
                <a:cubicBezTo>
                  <a:pt x="7185" y="58975"/>
                  <a:pt x="7310" y="58874"/>
                  <a:pt x="7440" y="58780"/>
                </a:cubicBezTo>
                <a:close/>
                <a:moveTo>
                  <a:pt x="8756" y="74417"/>
                </a:moveTo>
                <a:lnTo>
                  <a:pt x="8756" y="74594"/>
                </a:lnTo>
                <a:cubicBezTo>
                  <a:pt x="8683" y="74609"/>
                  <a:pt x="8609" y="74653"/>
                  <a:pt x="8550" y="74668"/>
                </a:cubicBezTo>
                <a:cubicBezTo>
                  <a:pt x="8550" y="74609"/>
                  <a:pt x="8536" y="74550"/>
                  <a:pt x="8536" y="74491"/>
                </a:cubicBezTo>
                <a:cubicBezTo>
                  <a:pt x="8609" y="74462"/>
                  <a:pt x="8683" y="74432"/>
                  <a:pt x="8756" y="74417"/>
                </a:cubicBezTo>
                <a:close/>
                <a:moveTo>
                  <a:pt x="10199" y="74520"/>
                </a:moveTo>
                <a:cubicBezTo>
                  <a:pt x="10169" y="74535"/>
                  <a:pt x="10169" y="74579"/>
                  <a:pt x="10154" y="74594"/>
                </a:cubicBezTo>
                <a:cubicBezTo>
                  <a:pt x="10110" y="74609"/>
                  <a:pt x="10081" y="74653"/>
                  <a:pt x="10051" y="74668"/>
                </a:cubicBezTo>
                <a:cubicBezTo>
                  <a:pt x="10066" y="74638"/>
                  <a:pt x="10066" y="74609"/>
                  <a:pt x="10081" y="74579"/>
                </a:cubicBezTo>
                <a:lnTo>
                  <a:pt x="10199" y="74520"/>
                </a:lnTo>
                <a:close/>
                <a:moveTo>
                  <a:pt x="9330" y="74491"/>
                </a:moveTo>
                <a:cubicBezTo>
                  <a:pt x="9330" y="74535"/>
                  <a:pt x="9316" y="74579"/>
                  <a:pt x="9316" y="74638"/>
                </a:cubicBezTo>
                <a:cubicBezTo>
                  <a:pt x="9257" y="74668"/>
                  <a:pt x="9183" y="74682"/>
                  <a:pt x="9124" y="74712"/>
                </a:cubicBezTo>
                <a:lnTo>
                  <a:pt x="9124" y="74565"/>
                </a:lnTo>
                <a:cubicBezTo>
                  <a:pt x="9198" y="74535"/>
                  <a:pt x="9257" y="74506"/>
                  <a:pt x="9330" y="74491"/>
                </a:cubicBezTo>
                <a:close/>
                <a:moveTo>
                  <a:pt x="9801" y="74506"/>
                </a:moveTo>
                <a:lnTo>
                  <a:pt x="9801" y="74506"/>
                </a:lnTo>
                <a:cubicBezTo>
                  <a:pt x="9786" y="74535"/>
                  <a:pt x="9786" y="74579"/>
                  <a:pt x="9772" y="74609"/>
                </a:cubicBezTo>
                <a:cubicBezTo>
                  <a:pt x="9728" y="74653"/>
                  <a:pt x="9683" y="74682"/>
                  <a:pt x="9625" y="74712"/>
                </a:cubicBezTo>
                <a:lnTo>
                  <a:pt x="9625" y="74668"/>
                </a:lnTo>
                <a:cubicBezTo>
                  <a:pt x="9625" y="74638"/>
                  <a:pt x="9639" y="74609"/>
                  <a:pt x="9639" y="74579"/>
                </a:cubicBezTo>
                <a:cubicBezTo>
                  <a:pt x="9698" y="74565"/>
                  <a:pt x="9742" y="74535"/>
                  <a:pt x="9801" y="74506"/>
                </a:cubicBezTo>
                <a:close/>
                <a:moveTo>
                  <a:pt x="10287" y="74638"/>
                </a:moveTo>
                <a:cubicBezTo>
                  <a:pt x="10287" y="74638"/>
                  <a:pt x="10287" y="74653"/>
                  <a:pt x="10272" y="74668"/>
                </a:cubicBezTo>
                <a:cubicBezTo>
                  <a:pt x="10243" y="74682"/>
                  <a:pt x="10213" y="74712"/>
                  <a:pt x="10199" y="74726"/>
                </a:cubicBezTo>
                <a:cubicBezTo>
                  <a:pt x="10199" y="74712"/>
                  <a:pt x="10213" y="74682"/>
                  <a:pt x="10213" y="74668"/>
                </a:cubicBezTo>
                <a:cubicBezTo>
                  <a:pt x="10228" y="74653"/>
                  <a:pt x="10257" y="74653"/>
                  <a:pt x="10287" y="74638"/>
                </a:cubicBezTo>
                <a:close/>
                <a:moveTo>
                  <a:pt x="6887" y="59142"/>
                </a:moveTo>
                <a:cubicBezTo>
                  <a:pt x="4680" y="61217"/>
                  <a:pt x="3576" y="63777"/>
                  <a:pt x="3841" y="66176"/>
                </a:cubicBezTo>
                <a:cubicBezTo>
                  <a:pt x="4047" y="67942"/>
                  <a:pt x="5018" y="69458"/>
                  <a:pt x="5945" y="70959"/>
                </a:cubicBezTo>
                <a:cubicBezTo>
                  <a:pt x="6681" y="72122"/>
                  <a:pt x="7447" y="73358"/>
                  <a:pt x="7814" y="74682"/>
                </a:cubicBezTo>
                <a:cubicBezTo>
                  <a:pt x="7741" y="74726"/>
                  <a:pt x="7667" y="74741"/>
                  <a:pt x="7594" y="74785"/>
                </a:cubicBezTo>
                <a:cubicBezTo>
                  <a:pt x="7167" y="73402"/>
                  <a:pt x="6343" y="72210"/>
                  <a:pt x="5533" y="71033"/>
                </a:cubicBezTo>
                <a:cubicBezTo>
                  <a:pt x="4533" y="69532"/>
                  <a:pt x="3458" y="68016"/>
                  <a:pt x="3238" y="66220"/>
                </a:cubicBezTo>
                <a:cubicBezTo>
                  <a:pt x="2943" y="63895"/>
                  <a:pt x="4209" y="61335"/>
                  <a:pt x="6608" y="59363"/>
                </a:cubicBezTo>
                <a:lnTo>
                  <a:pt x="6887" y="59142"/>
                </a:lnTo>
                <a:close/>
                <a:moveTo>
                  <a:pt x="8447" y="74520"/>
                </a:moveTo>
                <a:cubicBezTo>
                  <a:pt x="8462" y="74594"/>
                  <a:pt x="8462" y="74653"/>
                  <a:pt x="8477" y="74712"/>
                </a:cubicBezTo>
                <a:cubicBezTo>
                  <a:pt x="8403" y="74726"/>
                  <a:pt x="8330" y="74756"/>
                  <a:pt x="8256" y="74785"/>
                </a:cubicBezTo>
                <a:cubicBezTo>
                  <a:pt x="8241" y="74726"/>
                  <a:pt x="8241" y="74653"/>
                  <a:pt x="8227" y="74594"/>
                </a:cubicBezTo>
                <a:cubicBezTo>
                  <a:pt x="8300" y="74579"/>
                  <a:pt x="8374" y="74535"/>
                  <a:pt x="8447" y="74520"/>
                </a:cubicBezTo>
                <a:close/>
                <a:moveTo>
                  <a:pt x="9978" y="74653"/>
                </a:moveTo>
                <a:lnTo>
                  <a:pt x="9978" y="74653"/>
                </a:lnTo>
                <a:cubicBezTo>
                  <a:pt x="9948" y="74682"/>
                  <a:pt x="9948" y="74712"/>
                  <a:pt x="9934" y="74741"/>
                </a:cubicBezTo>
                <a:cubicBezTo>
                  <a:pt x="9904" y="74741"/>
                  <a:pt x="9860" y="74756"/>
                  <a:pt x="9801" y="74800"/>
                </a:cubicBezTo>
                <a:cubicBezTo>
                  <a:pt x="9831" y="74756"/>
                  <a:pt x="9831" y="74726"/>
                  <a:pt x="9845" y="74712"/>
                </a:cubicBezTo>
                <a:cubicBezTo>
                  <a:pt x="9875" y="74682"/>
                  <a:pt x="9934" y="74668"/>
                  <a:pt x="9978" y="74653"/>
                </a:cubicBezTo>
                <a:close/>
                <a:moveTo>
                  <a:pt x="9051" y="74579"/>
                </a:moveTo>
                <a:lnTo>
                  <a:pt x="9051" y="74741"/>
                </a:lnTo>
                <a:cubicBezTo>
                  <a:pt x="8992" y="74756"/>
                  <a:pt x="8918" y="74800"/>
                  <a:pt x="8874" y="74815"/>
                </a:cubicBezTo>
                <a:lnTo>
                  <a:pt x="8874" y="74653"/>
                </a:lnTo>
                <a:cubicBezTo>
                  <a:pt x="8903" y="74638"/>
                  <a:pt x="8977" y="74609"/>
                  <a:pt x="9051" y="74579"/>
                </a:cubicBezTo>
                <a:close/>
                <a:moveTo>
                  <a:pt x="9551" y="74609"/>
                </a:moveTo>
                <a:lnTo>
                  <a:pt x="9551" y="74653"/>
                </a:lnTo>
                <a:cubicBezTo>
                  <a:pt x="9551" y="74682"/>
                  <a:pt x="9536" y="74712"/>
                  <a:pt x="9536" y="74741"/>
                </a:cubicBezTo>
                <a:cubicBezTo>
                  <a:pt x="9477" y="74785"/>
                  <a:pt x="9419" y="74800"/>
                  <a:pt x="9360" y="74815"/>
                </a:cubicBezTo>
                <a:cubicBezTo>
                  <a:pt x="9360" y="74756"/>
                  <a:pt x="9374" y="74726"/>
                  <a:pt x="9374" y="74682"/>
                </a:cubicBezTo>
                <a:cubicBezTo>
                  <a:pt x="9433" y="74668"/>
                  <a:pt x="9492" y="74638"/>
                  <a:pt x="9551" y="74609"/>
                </a:cubicBezTo>
                <a:close/>
                <a:moveTo>
                  <a:pt x="10096" y="74726"/>
                </a:moveTo>
                <a:cubicBezTo>
                  <a:pt x="10081" y="74741"/>
                  <a:pt x="10081" y="74785"/>
                  <a:pt x="10066" y="74800"/>
                </a:cubicBezTo>
                <a:cubicBezTo>
                  <a:pt x="10022" y="74815"/>
                  <a:pt x="10007" y="74829"/>
                  <a:pt x="9978" y="74859"/>
                </a:cubicBezTo>
                <a:cubicBezTo>
                  <a:pt x="9992" y="74829"/>
                  <a:pt x="9992" y="74800"/>
                  <a:pt x="10007" y="74785"/>
                </a:cubicBezTo>
                <a:cubicBezTo>
                  <a:pt x="10051" y="74756"/>
                  <a:pt x="10066" y="74741"/>
                  <a:pt x="10096" y="74726"/>
                </a:cubicBezTo>
                <a:close/>
                <a:moveTo>
                  <a:pt x="8138" y="74653"/>
                </a:moveTo>
                <a:cubicBezTo>
                  <a:pt x="8168" y="74682"/>
                  <a:pt x="8168" y="74756"/>
                  <a:pt x="8182" y="74815"/>
                </a:cubicBezTo>
                <a:cubicBezTo>
                  <a:pt x="8109" y="74829"/>
                  <a:pt x="8035" y="74874"/>
                  <a:pt x="7962" y="74903"/>
                </a:cubicBezTo>
                <a:cubicBezTo>
                  <a:pt x="7947" y="74859"/>
                  <a:pt x="7932" y="74785"/>
                  <a:pt x="7903" y="74726"/>
                </a:cubicBezTo>
                <a:cubicBezTo>
                  <a:pt x="7991" y="74697"/>
                  <a:pt x="8050" y="74668"/>
                  <a:pt x="8138" y="74653"/>
                </a:cubicBezTo>
                <a:close/>
                <a:moveTo>
                  <a:pt x="9742" y="74726"/>
                </a:moveTo>
                <a:cubicBezTo>
                  <a:pt x="9728" y="74756"/>
                  <a:pt x="9728" y="74800"/>
                  <a:pt x="9713" y="74829"/>
                </a:cubicBezTo>
                <a:cubicBezTo>
                  <a:pt x="9669" y="74859"/>
                  <a:pt x="9625" y="74888"/>
                  <a:pt x="9580" y="74903"/>
                </a:cubicBezTo>
                <a:cubicBezTo>
                  <a:pt x="9580" y="74888"/>
                  <a:pt x="9580" y="74859"/>
                  <a:pt x="9610" y="74800"/>
                </a:cubicBezTo>
                <a:cubicBezTo>
                  <a:pt x="9654" y="74785"/>
                  <a:pt x="9698" y="74756"/>
                  <a:pt x="9742" y="74726"/>
                </a:cubicBezTo>
                <a:close/>
                <a:moveTo>
                  <a:pt x="8771" y="74682"/>
                </a:moveTo>
                <a:lnTo>
                  <a:pt x="8771" y="74859"/>
                </a:lnTo>
                <a:cubicBezTo>
                  <a:pt x="8727" y="74874"/>
                  <a:pt x="8639" y="74903"/>
                  <a:pt x="8580" y="74918"/>
                </a:cubicBezTo>
                <a:cubicBezTo>
                  <a:pt x="8580" y="74874"/>
                  <a:pt x="8550" y="74815"/>
                  <a:pt x="8550" y="74756"/>
                </a:cubicBezTo>
                <a:cubicBezTo>
                  <a:pt x="8624" y="74741"/>
                  <a:pt x="8697" y="74712"/>
                  <a:pt x="8771" y="74682"/>
                </a:cubicBezTo>
                <a:close/>
                <a:moveTo>
                  <a:pt x="9286" y="74726"/>
                </a:moveTo>
                <a:lnTo>
                  <a:pt x="9286" y="74800"/>
                </a:lnTo>
                <a:cubicBezTo>
                  <a:pt x="9286" y="74815"/>
                  <a:pt x="9286" y="74829"/>
                  <a:pt x="9271" y="74874"/>
                </a:cubicBezTo>
                <a:cubicBezTo>
                  <a:pt x="9213" y="74888"/>
                  <a:pt x="9168" y="74918"/>
                  <a:pt x="9110" y="74947"/>
                </a:cubicBezTo>
                <a:lnTo>
                  <a:pt x="9110" y="74800"/>
                </a:lnTo>
                <a:cubicBezTo>
                  <a:pt x="9183" y="74785"/>
                  <a:pt x="9242" y="74741"/>
                  <a:pt x="9286" y="74726"/>
                </a:cubicBezTo>
                <a:close/>
                <a:moveTo>
                  <a:pt x="9889" y="74859"/>
                </a:moveTo>
                <a:lnTo>
                  <a:pt x="9889" y="74859"/>
                </a:lnTo>
                <a:cubicBezTo>
                  <a:pt x="9875" y="74888"/>
                  <a:pt x="9875" y="74903"/>
                  <a:pt x="9860" y="74947"/>
                </a:cubicBezTo>
                <a:cubicBezTo>
                  <a:pt x="9831" y="74947"/>
                  <a:pt x="9786" y="74962"/>
                  <a:pt x="9742" y="75006"/>
                </a:cubicBezTo>
                <a:cubicBezTo>
                  <a:pt x="9772" y="74962"/>
                  <a:pt x="9772" y="74947"/>
                  <a:pt x="9786" y="74903"/>
                </a:cubicBezTo>
                <a:lnTo>
                  <a:pt x="9889" y="74859"/>
                </a:lnTo>
                <a:close/>
                <a:moveTo>
                  <a:pt x="7844" y="74741"/>
                </a:moveTo>
                <a:cubicBezTo>
                  <a:pt x="7859" y="74800"/>
                  <a:pt x="7873" y="74874"/>
                  <a:pt x="7888" y="74932"/>
                </a:cubicBezTo>
                <a:cubicBezTo>
                  <a:pt x="7814" y="74962"/>
                  <a:pt x="7741" y="74977"/>
                  <a:pt x="7667" y="75021"/>
                </a:cubicBezTo>
                <a:cubicBezTo>
                  <a:pt x="7653" y="74947"/>
                  <a:pt x="7638" y="74888"/>
                  <a:pt x="7623" y="74829"/>
                </a:cubicBezTo>
                <a:cubicBezTo>
                  <a:pt x="7697" y="74800"/>
                  <a:pt x="7770" y="74785"/>
                  <a:pt x="7844" y="74741"/>
                </a:cubicBezTo>
                <a:close/>
                <a:moveTo>
                  <a:pt x="9992" y="74932"/>
                </a:moveTo>
                <a:lnTo>
                  <a:pt x="9992" y="74932"/>
                </a:lnTo>
                <a:cubicBezTo>
                  <a:pt x="9978" y="74962"/>
                  <a:pt x="9978" y="74962"/>
                  <a:pt x="9948" y="74977"/>
                </a:cubicBezTo>
                <a:cubicBezTo>
                  <a:pt x="9934" y="75006"/>
                  <a:pt x="9919" y="75021"/>
                  <a:pt x="9904" y="75021"/>
                </a:cubicBezTo>
                <a:cubicBezTo>
                  <a:pt x="9904" y="75006"/>
                  <a:pt x="9919" y="74977"/>
                  <a:pt x="9919" y="74962"/>
                </a:cubicBezTo>
                <a:cubicBezTo>
                  <a:pt x="9934" y="74947"/>
                  <a:pt x="9948" y="74947"/>
                  <a:pt x="9992" y="74932"/>
                </a:cubicBezTo>
                <a:close/>
                <a:moveTo>
                  <a:pt x="8477" y="74800"/>
                </a:moveTo>
                <a:cubicBezTo>
                  <a:pt x="8477" y="74859"/>
                  <a:pt x="8506" y="74903"/>
                  <a:pt x="8506" y="74962"/>
                </a:cubicBezTo>
                <a:cubicBezTo>
                  <a:pt x="8418" y="74977"/>
                  <a:pt x="8374" y="75021"/>
                  <a:pt x="8300" y="75035"/>
                </a:cubicBezTo>
                <a:cubicBezTo>
                  <a:pt x="8300" y="74977"/>
                  <a:pt x="8285" y="74918"/>
                  <a:pt x="8256" y="74859"/>
                </a:cubicBezTo>
                <a:cubicBezTo>
                  <a:pt x="8359" y="74859"/>
                  <a:pt x="8403" y="74815"/>
                  <a:pt x="8477" y="74800"/>
                </a:cubicBezTo>
                <a:close/>
                <a:moveTo>
                  <a:pt x="9492" y="74829"/>
                </a:moveTo>
                <a:lnTo>
                  <a:pt x="9492" y="74829"/>
                </a:lnTo>
                <a:cubicBezTo>
                  <a:pt x="9477" y="74874"/>
                  <a:pt x="9477" y="74903"/>
                  <a:pt x="9448" y="74962"/>
                </a:cubicBezTo>
                <a:cubicBezTo>
                  <a:pt x="9433" y="75006"/>
                  <a:pt x="9374" y="75021"/>
                  <a:pt x="9330" y="75035"/>
                </a:cubicBezTo>
                <a:cubicBezTo>
                  <a:pt x="9330" y="75006"/>
                  <a:pt x="9345" y="74962"/>
                  <a:pt x="9345" y="74903"/>
                </a:cubicBezTo>
                <a:cubicBezTo>
                  <a:pt x="9404" y="74888"/>
                  <a:pt x="9448" y="74859"/>
                  <a:pt x="9492" y="74829"/>
                </a:cubicBezTo>
                <a:close/>
                <a:moveTo>
                  <a:pt x="9036" y="74829"/>
                </a:moveTo>
                <a:lnTo>
                  <a:pt x="9036" y="74947"/>
                </a:lnTo>
                <a:lnTo>
                  <a:pt x="9036" y="74977"/>
                </a:lnTo>
                <a:cubicBezTo>
                  <a:pt x="8977" y="75006"/>
                  <a:pt x="8918" y="75035"/>
                  <a:pt x="8874" y="75050"/>
                </a:cubicBezTo>
                <a:lnTo>
                  <a:pt x="8874" y="74903"/>
                </a:lnTo>
                <a:cubicBezTo>
                  <a:pt x="8918" y="74888"/>
                  <a:pt x="8977" y="74859"/>
                  <a:pt x="9036" y="74829"/>
                </a:cubicBezTo>
                <a:close/>
                <a:moveTo>
                  <a:pt x="9698" y="74947"/>
                </a:moveTo>
                <a:lnTo>
                  <a:pt x="9698" y="74947"/>
                </a:lnTo>
                <a:cubicBezTo>
                  <a:pt x="9683" y="74977"/>
                  <a:pt x="9683" y="75021"/>
                  <a:pt x="9654" y="75035"/>
                </a:cubicBezTo>
                <a:cubicBezTo>
                  <a:pt x="9610" y="75080"/>
                  <a:pt x="9566" y="75109"/>
                  <a:pt x="9536" y="75124"/>
                </a:cubicBezTo>
                <a:cubicBezTo>
                  <a:pt x="9551" y="75094"/>
                  <a:pt x="9551" y="75050"/>
                  <a:pt x="9566" y="75021"/>
                </a:cubicBezTo>
                <a:cubicBezTo>
                  <a:pt x="9610" y="75006"/>
                  <a:pt x="9654" y="74977"/>
                  <a:pt x="9698" y="74947"/>
                </a:cubicBezTo>
                <a:close/>
                <a:moveTo>
                  <a:pt x="9271" y="74962"/>
                </a:moveTo>
                <a:cubicBezTo>
                  <a:pt x="9271" y="75006"/>
                  <a:pt x="9257" y="75050"/>
                  <a:pt x="9257" y="75094"/>
                </a:cubicBezTo>
                <a:cubicBezTo>
                  <a:pt x="9198" y="75109"/>
                  <a:pt x="9139" y="75153"/>
                  <a:pt x="9095" y="75168"/>
                </a:cubicBezTo>
                <a:cubicBezTo>
                  <a:pt x="9095" y="75124"/>
                  <a:pt x="9095" y="75080"/>
                  <a:pt x="9110" y="75035"/>
                </a:cubicBezTo>
                <a:cubicBezTo>
                  <a:pt x="9154" y="75021"/>
                  <a:pt x="9213" y="74977"/>
                  <a:pt x="9271" y="74962"/>
                </a:cubicBezTo>
                <a:close/>
                <a:moveTo>
                  <a:pt x="8182" y="74903"/>
                </a:moveTo>
                <a:cubicBezTo>
                  <a:pt x="8197" y="74962"/>
                  <a:pt x="8197" y="75021"/>
                  <a:pt x="8197" y="75094"/>
                </a:cubicBezTo>
                <a:cubicBezTo>
                  <a:pt x="8124" y="75124"/>
                  <a:pt x="8079" y="75153"/>
                  <a:pt x="8006" y="75183"/>
                </a:cubicBezTo>
                <a:cubicBezTo>
                  <a:pt x="8020" y="75109"/>
                  <a:pt x="8006" y="75035"/>
                  <a:pt x="7991" y="74977"/>
                </a:cubicBezTo>
                <a:cubicBezTo>
                  <a:pt x="8065" y="74947"/>
                  <a:pt x="8138" y="74932"/>
                  <a:pt x="8182" y="74903"/>
                </a:cubicBezTo>
                <a:close/>
                <a:moveTo>
                  <a:pt x="8771" y="74947"/>
                </a:moveTo>
                <a:lnTo>
                  <a:pt x="8771" y="75094"/>
                </a:lnTo>
                <a:lnTo>
                  <a:pt x="8771" y="75109"/>
                </a:lnTo>
                <a:cubicBezTo>
                  <a:pt x="8727" y="75124"/>
                  <a:pt x="8639" y="75168"/>
                  <a:pt x="8594" y="75183"/>
                </a:cubicBezTo>
                <a:cubicBezTo>
                  <a:pt x="8594" y="75124"/>
                  <a:pt x="8594" y="75080"/>
                  <a:pt x="8580" y="75021"/>
                </a:cubicBezTo>
                <a:cubicBezTo>
                  <a:pt x="8639" y="75006"/>
                  <a:pt x="8697" y="74962"/>
                  <a:pt x="8771" y="74947"/>
                </a:cubicBezTo>
                <a:close/>
                <a:moveTo>
                  <a:pt x="9786" y="75050"/>
                </a:moveTo>
                <a:cubicBezTo>
                  <a:pt x="9786" y="75080"/>
                  <a:pt x="9772" y="75109"/>
                  <a:pt x="9772" y="75124"/>
                </a:cubicBezTo>
                <a:cubicBezTo>
                  <a:pt x="9728" y="75153"/>
                  <a:pt x="9713" y="75168"/>
                  <a:pt x="9683" y="75183"/>
                </a:cubicBezTo>
                <a:cubicBezTo>
                  <a:pt x="9683" y="75168"/>
                  <a:pt x="9698" y="75124"/>
                  <a:pt x="9698" y="75109"/>
                </a:cubicBezTo>
                <a:cubicBezTo>
                  <a:pt x="9728" y="75094"/>
                  <a:pt x="9742" y="75080"/>
                  <a:pt x="9786" y="75050"/>
                </a:cubicBezTo>
                <a:close/>
                <a:moveTo>
                  <a:pt x="9433" y="75080"/>
                </a:moveTo>
                <a:lnTo>
                  <a:pt x="9433" y="75080"/>
                </a:lnTo>
                <a:cubicBezTo>
                  <a:pt x="9419" y="75109"/>
                  <a:pt x="9419" y="75153"/>
                  <a:pt x="9404" y="75183"/>
                </a:cubicBezTo>
                <a:cubicBezTo>
                  <a:pt x="9360" y="75197"/>
                  <a:pt x="9316" y="75241"/>
                  <a:pt x="9271" y="75256"/>
                </a:cubicBezTo>
                <a:cubicBezTo>
                  <a:pt x="9316" y="75227"/>
                  <a:pt x="9316" y="75183"/>
                  <a:pt x="9316" y="75153"/>
                </a:cubicBezTo>
                <a:cubicBezTo>
                  <a:pt x="9345" y="75124"/>
                  <a:pt x="9404" y="75094"/>
                  <a:pt x="9433" y="75080"/>
                </a:cubicBezTo>
                <a:close/>
                <a:moveTo>
                  <a:pt x="7903" y="75006"/>
                </a:moveTo>
                <a:cubicBezTo>
                  <a:pt x="7932" y="75050"/>
                  <a:pt x="7932" y="75124"/>
                  <a:pt x="7947" y="75183"/>
                </a:cubicBezTo>
                <a:cubicBezTo>
                  <a:pt x="7873" y="75227"/>
                  <a:pt x="7814" y="75241"/>
                  <a:pt x="7741" y="75271"/>
                </a:cubicBezTo>
                <a:cubicBezTo>
                  <a:pt x="7726" y="75227"/>
                  <a:pt x="7711" y="75168"/>
                  <a:pt x="7711" y="75094"/>
                </a:cubicBezTo>
                <a:cubicBezTo>
                  <a:pt x="7785" y="75050"/>
                  <a:pt x="7859" y="75035"/>
                  <a:pt x="7903" y="75006"/>
                </a:cubicBezTo>
                <a:close/>
                <a:moveTo>
                  <a:pt x="9006" y="75080"/>
                </a:moveTo>
                <a:cubicBezTo>
                  <a:pt x="9006" y="75124"/>
                  <a:pt x="8992" y="75168"/>
                  <a:pt x="8992" y="75227"/>
                </a:cubicBezTo>
                <a:cubicBezTo>
                  <a:pt x="8948" y="75241"/>
                  <a:pt x="8889" y="75271"/>
                  <a:pt x="8830" y="75300"/>
                </a:cubicBezTo>
                <a:lnTo>
                  <a:pt x="8830" y="75153"/>
                </a:lnTo>
                <a:cubicBezTo>
                  <a:pt x="8903" y="75124"/>
                  <a:pt x="8962" y="75094"/>
                  <a:pt x="9006" y="75080"/>
                </a:cubicBezTo>
                <a:close/>
                <a:moveTo>
                  <a:pt x="8506" y="75050"/>
                </a:moveTo>
                <a:cubicBezTo>
                  <a:pt x="8506" y="75109"/>
                  <a:pt x="8506" y="75168"/>
                  <a:pt x="8521" y="75227"/>
                </a:cubicBezTo>
                <a:cubicBezTo>
                  <a:pt x="8462" y="75256"/>
                  <a:pt x="8388" y="75271"/>
                  <a:pt x="8330" y="75315"/>
                </a:cubicBezTo>
                <a:cubicBezTo>
                  <a:pt x="8330" y="75256"/>
                  <a:pt x="8315" y="75197"/>
                  <a:pt x="8315" y="75153"/>
                </a:cubicBezTo>
                <a:cubicBezTo>
                  <a:pt x="8374" y="75109"/>
                  <a:pt x="8447" y="75080"/>
                  <a:pt x="8506" y="75050"/>
                </a:cubicBezTo>
                <a:close/>
                <a:moveTo>
                  <a:pt x="9580" y="75183"/>
                </a:moveTo>
                <a:lnTo>
                  <a:pt x="9580" y="75183"/>
                </a:lnTo>
                <a:cubicBezTo>
                  <a:pt x="9566" y="75227"/>
                  <a:pt x="9566" y="75241"/>
                  <a:pt x="9551" y="75256"/>
                </a:cubicBezTo>
                <a:cubicBezTo>
                  <a:pt x="9536" y="75271"/>
                  <a:pt x="9492" y="75315"/>
                  <a:pt x="9463" y="75330"/>
                </a:cubicBezTo>
                <a:cubicBezTo>
                  <a:pt x="9477" y="75300"/>
                  <a:pt x="9477" y="75271"/>
                  <a:pt x="9477" y="75241"/>
                </a:cubicBezTo>
                <a:lnTo>
                  <a:pt x="9580" y="75183"/>
                </a:lnTo>
                <a:close/>
                <a:moveTo>
                  <a:pt x="9669" y="75256"/>
                </a:moveTo>
                <a:cubicBezTo>
                  <a:pt x="9683" y="75300"/>
                  <a:pt x="9683" y="75300"/>
                  <a:pt x="9654" y="75315"/>
                </a:cubicBezTo>
                <a:cubicBezTo>
                  <a:pt x="9639" y="75330"/>
                  <a:pt x="9625" y="75345"/>
                  <a:pt x="9610" y="75345"/>
                </a:cubicBezTo>
                <a:cubicBezTo>
                  <a:pt x="9610" y="75330"/>
                  <a:pt x="9625" y="75315"/>
                  <a:pt x="9625" y="75300"/>
                </a:cubicBezTo>
                <a:cubicBezTo>
                  <a:pt x="9639" y="75271"/>
                  <a:pt x="9654" y="75256"/>
                  <a:pt x="9669" y="75256"/>
                </a:cubicBezTo>
                <a:close/>
                <a:moveTo>
                  <a:pt x="9242" y="75183"/>
                </a:moveTo>
                <a:cubicBezTo>
                  <a:pt x="9242" y="75227"/>
                  <a:pt x="9213" y="75271"/>
                  <a:pt x="9198" y="75315"/>
                </a:cubicBezTo>
                <a:cubicBezTo>
                  <a:pt x="9139" y="75345"/>
                  <a:pt x="9110" y="75374"/>
                  <a:pt x="9065" y="75389"/>
                </a:cubicBezTo>
                <a:cubicBezTo>
                  <a:pt x="9065" y="75345"/>
                  <a:pt x="9095" y="75300"/>
                  <a:pt x="9095" y="75256"/>
                </a:cubicBezTo>
                <a:cubicBezTo>
                  <a:pt x="9139" y="75241"/>
                  <a:pt x="9183" y="75197"/>
                  <a:pt x="9242" y="75183"/>
                </a:cubicBezTo>
                <a:close/>
                <a:moveTo>
                  <a:pt x="8241" y="75168"/>
                </a:moveTo>
                <a:cubicBezTo>
                  <a:pt x="8241" y="75227"/>
                  <a:pt x="8256" y="75271"/>
                  <a:pt x="8256" y="75330"/>
                </a:cubicBezTo>
                <a:cubicBezTo>
                  <a:pt x="8212" y="75374"/>
                  <a:pt x="8138" y="75389"/>
                  <a:pt x="8079" y="75418"/>
                </a:cubicBezTo>
                <a:cubicBezTo>
                  <a:pt x="8079" y="75374"/>
                  <a:pt x="8065" y="75315"/>
                  <a:pt x="8065" y="75241"/>
                </a:cubicBezTo>
                <a:cubicBezTo>
                  <a:pt x="8109" y="75227"/>
                  <a:pt x="8168" y="75183"/>
                  <a:pt x="8241" y="75168"/>
                </a:cubicBezTo>
                <a:close/>
                <a:moveTo>
                  <a:pt x="8756" y="75197"/>
                </a:moveTo>
                <a:lnTo>
                  <a:pt x="8756" y="75345"/>
                </a:lnTo>
                <a:cubicBezTo>
                  <a:pt x="8697" y="75374"/>
                  <a:pt x="8639" y="75389"/>
                  <a:pt x="8594" y="75418"/>
                </a:cubicBezTo>
                <a:lnTo>
                  <a:pt x="8594" y="75271"/>
                </a:lnTo>
                <a:cubicBezTo>
                  <a:pt x="8639" y="75256"/>
                  <a:pt x="8697" y="75227"/>
                  <a:pt x="8756" y="75197"/>
                </a:cubicBezTo>
                <a:close/>
                <a:moveTo>
                  <a:pt x="9360" y="75315"/>
                </a:moveTo>
                <a:lnTo>
                  <a:pt x="9360" y="75315"/>
                </a:lnTo>
                <a:cubicBezTo>
                  <a:pt x="9345" y="75345"/>
                  <a:pt x="9345" y="75389"/>
                  <a:pt x="9330" y="75403"/>
                </a:cubicBezTo>
                <a:cubicBezTo>
                  <a:pt x="9316" y="75418"/>
                  <a:pt x="9271" y="75448"/>
                  <a:pt x="9242" y="75477"/>
                </a:cubicBezTo>
                <a:cubicBezTo>
                  <a:pt x="9242" y="75448"/>
                  <a:pt x="9257" y="75403"/>
                  <a:pt x="9257" y="75389"/>
                </a:cubicBezTo>
                <a:cubicBezTo>
                  <a:pt x="9286" y="75374"/>
                  <a:pt x="9330" y="75345"/>
                  <a:pt x="9360" y="75315"/>
                </a:cubicBezTo>
                <a:close/>
                <a:moveTo>
                  <a:pt x="9492" y="75389"/>
                </a:moveTo>
                <a:cubicBezTo>
                  <a:pt x="9492" y="75418"/>
                  <a:pt x="9477" y="75448"/>
                  <a:pt x="9477" y="75462"/>
                </a:cubicBezTo>
                <a:cubicBezTo>
                  <a:pt x="9463" y="75477"/>
                  <a:pt x="9419" y="75492"/>
                  <a:pt x="9404" y="75521"/>
                </a:cubicBezTo>
                <a:cubicBezTo>
                  <a:pt x="9404" y="75492"/>
                  <a:pt x="9419" y="75462"/>
                  <a:pt x="9419" y="75448"/>
                </a:cubicBezTo>
                <a:cubicBezTo>
                  <a:pt x="9433" y="75418"/>
                  <a:pt x="9477" y="75403"/>
                  <a:pt x="9492" y="75389"/>
                </a:cubicBezTo>
                <a:close/>
                <a:moveTo>
                  <a:pt x="8992" y="75330"/>
                </a:moveTo>
                <a:cubicBezTo>
                  <a:pt x="8992" y="75374"/>
                  <a:pt x="8977" y="75418"/>
                  <a:pt x="8977" y="75462"/>
                </a:cubicBezTo>
                <a:cubicBezTo>
                  <a:pt x="8918" y="75477"/>
                  <a:pt x="8874" y="75492"/>
                  <a:pt x="8830" y="75536"/>
                </a:cubicBezTo>
                <a:cubicBezTo>
                  <a:pt x="8830" y="75492"/>
                  <a:pt x="8830" y="75448"/>
                  <a:pt x="8845" y="75403"/>
                </a:cubicBezTo>
                <a:cubicBezTo>
                  <a:pt x="8903" y="75389"/>
                  <a:pt x="8962" y="75345"/>
                  <a:pt x="8992" y="75330"/>
                </a:cubicBezTo>
                <a:close/>
                <a:moveTo>
                  <a:pt x="7962" y="75271"/>
                </a:moveTo>
                <a:cubicBezTo>
                  <a:pt x="7976" y="75330"/>
                  <a:pt x="7976" y="75389"/>
                  <a:pt x="7976" y="75462"/>
                </a:cubicBezTo>
                <a:cubicBezTo>
                  <a:pt x="7932" y="75492"/>
                  <a:pt x="7859" y="75521"/>
                  <a:pt x="7800" y="75551"/>
                </a:cubicBezTo>
                <a:cubicBezTo>
                  <a:pt x="7785" y="75477"/>
                  <a:pt x="7785" y="75418"/>
                  <a:pt x="7770" y="75374"/>
                </a:cubicBezTo>
                <a:cubicBezTo>
                  <a:pt x="7844" y="75330"/>
                  <a:pt x="7888" y="75315"/>
                  <a:pt x="7962" y="75271"/>
                </a:cubicBezTo>
                <a:close/>
                <a:moveTo>
                  <a:pt x="8521" y="75300"/>
                </a:moveTo>
                <a:lnTo>
                  <a:pt x="8521" y="75462"/>
                </a:lnTo>
                <a:cubicBezTo>
                  <a:pt x="8462" y="75492"/>
                  <a:pt x="8403" y="75521"/>
                  <a:pt x="8359" y="75551"/>
                </a:cubicBezTo>
                <a:lnTo>
                  <a:pt x="8359" y="75389"/>
                </a:lnTo>
                <a:cubicBezTo>
                  <a:pt x="8388" y="75345"/>
                  <a:pt x="8462" y="75330"/>
                  <a:pt x="8521" y="75300"/>
                </a:cubicBezTo>
                <a:close/>
                <a:moveTo>
                  <a:pt x="9183" y="75418"/>
                </a:moveTo>
                <a:lnTo>
                  <a:pt x="9183" y="75418"/>
                </a:lnTo>
                <a:cubicBezTo>
                  <a:pt x="9168" y="75462"/>
                  <a:pt x="9168" y="75492"/>
                  <a:pt x="9139" y="75536"/>
                </a:cubicBezTo>
                <a:cubicBezTo>
                  <a:pt x="9110" y="75551"/>
                  <a:pt x="9065" y="75595"/>
                  <a:pt x="9036" y="75609"/>
                </a:cubicBezTo>
                <a:cubicBezTo>
                  <a:pt x="9036" y="75565"/>
                  <a:pt x="9036" y="75536"/>
                  <a:pt x="9051" y="75492"/>
                </a:cubicBezTo>
                <a:cubicBezTo>
                  <a:pt x="9095" y="75477"/>
                  <a:pt x="9139" y="75448"/>
                  <a:pt x="9183" y="75418"/>
                </a:cubicBezTo>
                <a:close/>
                <a:moveTo>
                  <a:pt x="8756" y="75418"/>
                </a:moveTo>
                <a:cubicBezTo>
                  <a:pt x="8756" y="75477"/>
                  <a:pt x="8756" y="75521"/>
                  <a:pt x="8742" y="75565"/>
                </a:cubicBezTo>
                <a:cubicBezTo>
                  <a:pt x="8683" y="75609"/>
                  <a:pt x="8653" y="75624"/>
                  <a:pt x="8594" y="75668"/>
                </a:cubicBezTo>
                <a:lnTo>
                  <a:pt x="8594" y="75521"/>
                </a:lnTo>
                <a:cubicBezTo>
                  <a:pt x="8639" y="75477"/>
                  <a:pt x="8697" y="75462"/>
                  <a:pt x="8756" y="75418"/>
                </a:cubicBezTo>
                <a:close/>
                <a:moveTo>
                  <a:pt x="8256" y="75418"/>
                </a:moveTo>
                <a:lnTo>
                  <a:pt x="8256" y="75595"/>
                </a:lnTo>
                <a:cubicBezTo>
                  <a:pt x="8212" y="75624"/>
                  <a:pt x="8153" y="75639"/>
                  <a:pt x="8094" y="75683"/>
                </a:cubicBezTo>
                <a:cubicBezTo>
                  <a:pt x="8094" y="75624"/>
                  <a:pt x="8079" y="75565"/>
                  <a:pt x="8079" y="75521"/>
                </a:cubicBezTo>
                <a:cubicBezTo>
                  <a:pt x="8138" y="75477"/>
                  <a:pt x="8212" y="75448"/>
                  <a:pt x="8256" y="75418"/>
                </a:cubicBezTo>
                <a:close/>
                <a:moveTo>
                  <a:pt x="9286" y="75536"/>
                </a:moveTo>
                <a:cubicBezTo>
                  <a:pt x="9271" y="75551"/>
                  <a:pt x="9271" y="75595"/>
                  <a:pt x="9257" y="75609"/>
                </a:cubicBezTo>
                <a:cubicBezTo>
                  <a:pt x="9257" y="75624"/>
                  <a:pt x="9213" y="75639"/>
                  <a:pt x="9183" y="75683"/>
                </a:cubicBezTo>
                <a:cubicBezTo>
                  <a:pt x="9183" y="75639"/>
                  <a:pt x="9198" y="75624"/>
                  <a:pt x="9198" y="75595"/>
                </a:cubicBezTo>
                <a:cubicBezTo>
                  <a:pt x="9242" y="75565"/>
                  <a:pt x="9271" y="75551"/>
                  <a:pt x="9286" y="75536"/>
                </a:cubicBezTo>
                <a:close/>
                <a:moveTo>
                  <a:pt x="9404" y="75609"/>
                </a:moveTo>
                <a:lnTo>
                  <a:pt x="9404" y="75609"/>
                </a:lnTo>
                <a:cubicBezTo>
                  <a:pt x="9374" y="75624"/>
                  <a:pt x="9374" y="75639"/>
                  <a:pt x="9374" y="75668"/>
                </a:cubicBezTo>
                <a:cubicBezTo>
                  <a:pt x="9360" y="75683"/>
                  <a:pt x="9345" y="75683"/>
                  <a:pt x="9330" y="75698"/>
                </a:cubicBezTo>
                <a:cubicBezTo>
                  <a:pt x="9330" y="75683"/>
                  <a:pt x="9345" y="75668"/>
                  <a:pt x="9345" y="75639"/>
                </a:cubicBezTo>
                <a:cubicBezTo>
                  <a:pt x="9360" y="75624"/>
                  <a:pt x="9374" y="75624"/>
                  <a:pt x="9404" y="75609"/>
                </a:cubicBezTo>
                <a:close/>
                <a:moveTo>
                  <a:pt x="8948" y="75551"/>
                </a:moveTo>
                <a:cubicBezTo>
                  <a:pt x="8948" y="75595"/>
                  <a:pt x="8918" y="75624"/>
                  <a:pt x="8918" y="75683"/>
                </a:cubicBezTo>
                <a:cubicBezTo>
                  <a:pt x="8889" y="75698"/>
                  <a:pt x="8845" y="75712"/>
                  <a:pt x="8800" y="75757"/>
                </a:cubicBezTo>
                <a:cubicBezTo>
                  <a:pt x="8800" y="75712"/>
                  <a:pt x="8815" y="75668"/>
                  <a:pt x="8815" y="75624"/>
                </a:cubicBezTo>
                <a:cubicBezTo>
                  <a:pt x="8845" y="75609"/>
                  <a:pt x="8903" y="75565"/>
                  <a:pt x="8948" y="75551"/>
                </a:cubicBezTo>
                <a:close/>
                <a:moveTo>
                  <a:pt x="8006" y="75536"/>
                </a:moveTo>
                <a:cubicBezTo>
                  <a:pt x="8006" y="75595"/>
                  <a:pt x="8020" y="75639"/>
                  <a:pt x="8020" y="75698"/>
                </a:cubicBezTo>
                <a:cubicBezTo>
                  <a:pt x="7962" y="75727"/>
                  <a:pt x="7903" y="75757"/>
                  <a:pt x="7829" y="75786"/>
                </a:cubicBezTo>
                <a:cubicBezTo>
                  <a:pt x="7844" y="75757"/>
                  <a:pt x="7844" y="75698"/>
                  <a:pt x="7814" y="75639"/>
                </a:cubicBezTo>
                <a:cubicBezTo>
                  <a:pt x="7873" y="75595"/>
                  <a:pt x="7947" y="75565"/>
                  <a:pt x="8006" y="75536"/>
                </a:cubicBezTo>
                <a:close/>
                <a:moveTo>
                  <a:pt x="8521" y="75565"/>
                </a:moveTo>
                <a:lnTo>
                  <a:pt x="8521" y="75712"/>
                </a:lnTo>
                <a:cubicBezTo>
                  <a:pt x="8462" y="75742"/>
                  <a:pt x="8403" y="75757"/>
                  <a:pt x="8359" y="75786"/>
                </a:cubicBezTo>
                <a:lnTo>
                  <a:pt x="8359" y="75639"/>
                </a:lnTo>
                <a:cubicBezTo>
                  <a:pt x="8403" y="75624"/>
                  <a:pt x="8462" y="75595"/>
                  <a:pt x="8521" y="75565"/>
                </a:cubicBezTo>
                <a:close/>
                <a:moveTo>
                  <a:pt x="9110" y="75668"/>
                </a:moveTo>
                <a:lnTo>
                  <a:pt x="9110" y="75668"/>
                </a:lnTo>
                <a:cubicBezTo>
                  <a:pt x="9095" y="75698"/>
                  <a:pt x="9095" y="75742"/>
                  <a:pt x="9065" y="75757"/>
                </a:cubicBezTo>
                <a:cubicBezTo>
                  <a:pt x="9051" y="75771"/>
                  <a:pt x="9006" y="75786"/>
                  <a:pt x="8977" y="75830"/>
                </a:cubicBezTo>
                <a:cubicBezTo>
                  <a:pt x="8977" y="75786"/>
                  <a:pt x="8992" y="75757"/>
                  <a:pt x="8992" y="75742"/>
                </a:cubicBezTo>
                <a:cubicBezTo>
                  <a:pt x="9036" y="75712"/>
                  <a:pt x="9065" y="75683"/>
                  <a:pt x="9110" y="75668"/>
                </a:cubicBezTo>
                <a:close/>
                <a:moveTo>
                  <a:pt x="9213" y="75742"/>
                </a:moveTo>
                <a:cubicBezTo>
                  <a:pt x="9213" y="75771"/>
                  <a:pt x="9198" y="75786"/>
                  <a:pt x="9198" y="75815"/>
                </a:cubicBezTo>
                <a:cubicBezTo>
                  <a:pt x="9183" y="75830"/>
                  <a:pt x="9139" y="75845"/>
                  <a:pt x="9124" y="75860"/>
                </a:cubicBezTo>
                <a:cubicBezTo>
                  <a:pt x="9124" y="75845"/>
                  <a:pt x="9139" y="75830"/>
                  <a:pt x="9139" y="75786"/>
                </a:cubicBezTo>
                <a:cubicBezTo>
                  <a:pt x="9154" y="75771"/>
                  <a:pt x="9198" y="75757"/>
                  <a:pt x="9213" y="75742"/>
                </a:cubicBezTo>
                <a:close/>
                <a:moveTo>
                  <a:pt x="8742" y="75683"/>
                </a:moveTo>
                <a:cubicBezTo>
                  <a:pt x="8742" y="75712"/>
                  <a:pt x="8727" y="75771"/>
                  <a:pt x="8727" y="75815"/>
                </a:cubicBezTo>
                <a:cubicBezTo>
                  <a:pt x="8668" y="75830"/>
                  <a:pt x="8624" y="75860"/>
                  <a:pt x="8580" y="75889"/>
                </a:cubicBezTo>
                <a:cubicBezTo>
                  <a:pt x="8580" y="75845"/>
                  <a:pt x="8580" y="75786"/>
                  <a:pt x="8594" y="75757"/>
                </a:cubicBezTo>
                <a:cubicBezTo>
                  <a:pt x="8639" y="75742"/>
                  <a:pt x="8683" y="75698"/>
                  <a:pt x="8742" y="75683"/>
                </a:cubicBezTo>
                <a:close/>
                <a:moveTo>
                  <a:pt x="8271" y="75683"/>
                </a:moveTo>
                <a:lnTo>
                  <a:pt x="8271" y="75845"/>
                </a:lnTo>
                <a:cubicBezTo>
                  <a:pt x="8256" y="75860"/>
                  <a:pt x="8241" y="75860"/>
                  <a:pt x="8227" y="75889"/>
                </a:cubicBezTo>
                <a:lnTo>
                  <a:pt x="8109" y="75933"/>
                </a:lnTo>
                <a:cubicBezTo>
                  <a:pt x="8109" y="75889"/>
                  <a:pt x="8109" y="75830"/>
                  <a:pt x="8094" y="75771"/>
                </a:cubicBezTo>
                <a:cubicBezTo>
                  <a:pt x="8168" y="75742"/>
                  <a:pt x="8227" y="75698"/>
                  <a:pt x="8271" y="75683"/>
                </a:cubicBezTo>
                <a:close/>
                <a:moveTo>
                  <a:pt x="8903" y="75786"/>
                </a:moveTo>
                <a:cubicBezTo>
                  <a:pt x="8903" y="75830"/>
                  <a:pt x="8889" y="75860"/>
                  <a:pt x="8889" y="75904"/>
                </a:cubicBezTo>
                <a:cubicBezTo>
                  <a:pt x="8845" y="75918"/>
                  <a:pt x="8815" y="75963"/>
                  <a:pt x="8771" y="75977"/>
                </a:cubicBezTo>
                <a:lnTo>
                  <a:pt x="8771" y="75860"/>
                </a:lnTo>
                <a:cubicBezTo>
                  <a:pt x="8815" y="75845"/>
                  <a:pt x="8845" y="75815"/>
                  <a:pt x="8903" y="75786"/>
                </a:cubicBezTo>
                <a:close/>
                <a:moveTo>
                  <a:pt x="8506" y="75815"/>
                </a:moveTo>
                <a:cubicBezTo>
                  <a:pt x="8506" y="75860"/>
                  <a:pt x="8506" y="75904"/>
                  <a:pt x="8477" y="75963"/>
                </a:cubicBezTo>
                <a:cubicBezTo>
                  <a:pt x="8447" y="75977"/>
                  <a:pt x="8388" y="75992"/>
                  <a:pt x="8359" y="76036"/>
                </a:cubicBezTo>
                <a:lnTo>
                  <a:pt x="8359" y="75889"/>
                </a:lnTo>
                <a:cubicBezTo>
                  <a:pt x="8403" y="75860"/>
                  <a:pt x="8447" y="75830"/>
                  <a:pt x="8506" y="75815"/>
                </a:cubicBezTo>
                <a:close/>
                <a:moveTo>
                  <a:pt x="9036" y="75889"/>
                </a:moveTo>
                <a:lnTo>
                  <a:pt x="9036" y="75889"/>
                </a:lnTo>
                <a:cubicBezTo>
                  <a:pt x="9006" y="75918"/>
                  <a:pt x="9006" y="75933"/>
                  <a:pt x="8992" y="75977"/>
                </a:cubicBezTo>
                <a:cubicBezTo>
                  <a:pt x="8977" y="75977"/>
                  <a:pt x="8962" y="76007"/>
                  <a:pt x="8918" y="76036"/>
                </a:cubicBezTo>
                <a:cubicBezTo>
                  <a:pt x="8918" y="75992"/>
                  <a:pt x="8933" y="75977"/>
                  <a:pt x="8933" y="75933"/>
                </a:cubicBezTo>
                <a:cubicBezTo>
                  <a:pt x="8977" y="75918"/>
                  <a:pt x="8992" y="75904"/>
                  <a:pt x="9036" y="75889"/>
                </a:cubicBezTo>
                <a:close/>
                <a:moveTo>
                  <a:pt x="8020" y="75786"/>
                </a:moveTo>
                <a:lnTo>
                  <a:pt x="8020" y="75963"/>
                </a:lnTo>
                <a:cubicBezTo>
                  <a:pt x="7962" y="75992"/>
                  <a:pt x="7917" y="76007"/>
                  <a:pt x="7859" y="76051"/>
                </a:cubicBezTo>
                <a:cubicBezTo>
                  <a:pt x="7859" y="75992"/>
                  <a:pt x="7844" y="75933"/>
                  <a:pt x="7844" y="75889"/>
                </a:cubicBezTo>
                <a:cubicBezTo>
                  <a:pt x="7903" y="75860"/>
                  <a:pt x="7962" y="75830"/>
                  <a:pt x="8020" y="75786"/>
                </a:cubicBezTo>
                <a:close/>
                <a:moveTo>
                  <a:pt x="9124" y="75977"/>
                </a:moveTo>
                <a:lnTo>
                  <a:pt x="9124" y="75977"/>
                </a:lnTo>
                <a:cubicBezTo>
                  <a:pt x="9124" y="75978"/>
                  <a:pt x="9110" y="75992"/>
                  <a:pt x="9110" y="76007"/>
                </a:cubicBezTo>
                <a:cubicBezTo>
                  <a:pt x="9095" y="76036"/>
                  <a:pt x="9065" y="76051"/>
                  <a:pt x="9051" y="76051"/>
                </a:cubicBezTo>
                <a:cubicBezTo>
                  <a:pt x="9051" y="76021"/>
                  <a:pt x="9065" y="76007"/>
                  <a:pt x="9065" y="76007"/>
                </a:cubicBezTo>
                <a:cubicBezTo>
                  <a:pt x="9080" y="75992"/>
                  <a:pt x="9109" y="75992"/>
                  <a:pt x="9124" y="75977"/>
                </a:cubicBezTo>
                <a:close/>
                <a:moveTo>
                  <a:pt x="8697" y="75918"/>
                </a:moveTo>
                <a:cubicBezTo>
                  <a:pt x="8697" y="75963"/>
                  <a:pt x="8683" y="75992"/>
                  <a:pt x="8683" y="76051"/>
                </a:cubicBezTo>
                <a:cubicBezTo>
                  <a:pt x="8624" y="76066"/>
                  <a:pt x="8594" y="76080"/>
                  <a:pt x="8550" y="76124"/>
                </a:cubicBezTo>
                <a:cubicBezTo>
                  <a:pt x="8550" y="76080"/>
                  <a:pt x="8565" y="76036"/>
                  <a:pt x="8565" y="75992"/>
                </a:cubicBezTo>
                <a:cubicBezTo>
                  <a:pt x="8609" y="75977"/>
                  <a:pt x="8668" y="75933"/>
                  <a:pt x="8697" y="75918"/>
                </a:cubicBezTo>
                <a:close/>
                <a:moveTo>
                  <a:pt x="8271" y="75933"/>
                </a:moveTo>
                <a:lnTo>
                  <a:pt x="8271" y="76080"/>
                </a:lnTo>
                <a:cubicBezTo>
                  <a:pt x="8227" y="76110"/>
                  <a:pt x="8168" y="76139"/>
                  <a:pt x="8109" y="76154"/>
                </a:cubicBezTo>
                <a:lnTo>
                  <a:pt x="8109" y="76007"/>
                </a:lnTo>
                <a:cubicBezTo>
                  <a:pt x="8168" y="75992"/>
                  <a:pt x="8212" y="75963"/>
                  <a:pt x="8256" y="75933"/>
                </a:cubicBezTo>
                <a:close/>
                <a:moveTo>
                  <a:pt x="8845" y="76007"/>
                </a:moveTo>
                <a:cubicBezTo>
                  <a:pt x="8845" y="76051"/>
                  <a:pt x="8830" y="76080"/>
                  <a:pt x="8830" y="76110"/>
                </a:cubicBezTo>
                <a:cubicBezTo>
                  <a:pt x="8800" y="76139"/>
                  <a:pt x="8756" y="76154"/>
                  <a:pt x="8727" y="76183"/>
                </a:cubicBezTo>
                <a:cubicBezTo>
                  <a:pt x="8727" y="76139"/>
                  <a:pt x="8742" y="76110"/>
                  <a:pt x="8742" y="76080"/>
                </a:cubicBezTo>
                <a:cubicBezTo>
                  <a:pt x="8771" y="76066"/>
                  <a:pt x="8815" y="76036"/>
                  <a:pt x="8845" y="76007"/>
                </a:cubicBezTo>
                <a:close/>
                <a:moveTo>
                  <a:pt x="8962" y="76110"/>
                </a:moveTo>
                <a:lnTo>
                  <a:pt x="8962" y="76110"/>
                </a:lnTo>
                <a:cubicBezTo>
                  <a:pt x="8948" y="76124"/>
                  <a:pt x="8948" y="76139"/>
                  <a:pt x="8918" y="76183"/>
                </a:cubicBezTo>
                <a:lnTo>
                  <a:pt x="8874" y="76227"/>
                </a:lnTo>
                <a:cubicBezTo>
                  <a:pt x="8874" y="76213"/>
                  <a:pt x="8889" y="76198"/>
                  <a:pt x="8889" y="76154"/>
                </a:cubicBezTo>
                <a:cubicBezTo>
                  <a:pt x="8903" y="76139"/>
                  <a:pt x="8918" y="76124"/>
                  <a:pt x="8962" y="76110"/>
                </a:cubicBezTo>
                <a:close/>
                <a:moveTo>
                  <a:pt x="8477" y="76051"/>
                </a:moveTo>
                <a:cubicBezTo>
                  <a:pt x="8477" y="76080"/>
                  <a:pt x="8462" y="76139"/>
                  <a:pt x="8462" y="76183"/>
                </a:cubicBezTo>
                <a:cubicBezTo>
                  <a:pt x="8433" y="76213"/>
                  <a:pt x="8374" y="76227"/>
                  <a:pt x="8330" y="76272"/>
                </a:cubicBezTo>
                <a:cubicBezTo>
                  <a:pt x="8330" y="76213"/>
                  <a:pt x="8359" y="76183"/>
                  <a:pt x="8359" y="76124"/>
                </a:cubicBezTo>
                <a:cubicBezTo>
                  <a:pt x="8388" y="76110"/>
                  <a:pt x="8447" y="76066"/>
                  <a:pt x="8477" y="76051"/>
                </a:cubicBezTo>
                <a:close/>
                <a:moveTo>
                  <a:pt x="8035" y="76051"/>
                </a:moveTo>
                <a:lnTo>
                  <a:pt x="8035" y="76213"/>
                </a:lnTo>
                <a:cubicBezTo>
                  <a:pt x="8006" y="76227"/>
                  <a:pt x="7947" y="76272"/>
                  <a:pt x="7903" y="76286"/>
                </a:cubicBezTo>
                <a:lnTo>
                  <a:pt x="7888" y="76286"/>
                </a:lnTo>
                <a:cubicBezTo>
                  <a:pt x="7888" y="76227"/>
                  <a:pt x="7888" y="76169"/>
                  <a:pt x="7873" y="76124"/>
                </a:cubicBezTo>
                <a:cubicBezTo>
                  <a:pt x="7932" y="76124"/>
                  <a:pt x="7991" y="76080"/>
                  <a:pt x="8035" y="76051"/>
                </a:cubicBezTo>
                <a:close/>
                <a:moveTo>
                  <a:pt x="8639" y="76154"/>
                </a:moveTo>
                <a:cubicBezTo>
                  <a:pt x="8639" y="76198"/>
                  <a:pt x="8624" y="76227"/>
                  <a:pt x="8624" y="76272"/>
                </a:cubicBezTo>
                <a:cubicBezTo>
                  <a:pt x="8594" y="76286"/>
                  <a:pt x="8550" y="76301"/>
                  <a:pt x="8521" y="76345"/>
                </a:cubicBezTo>
                <a:cubicBezTo>
                  <a:pt x="8521" y="76301"/>
                  <a:pt x="8536" y="76272"/>
                  <a:pt x="8536" y="76227"/>
                </a:cubicBezTo>
                <a:cubicBezTo>
                  <a:pt x="8580" y="76213"/>
                  <a:pt x="8609" y="76169"/>
                  <a:pt x="8639" y="76154"/>
                </a:cubicBezTo>
                <a:close/>
                <a:moveTo>
                  <a:pt x="8771" y="76227"/>
                </a:moveTo>
                <a:cubicBezTo>
                  <a:pt x="8771" y="76257"/>
                  <a:pt x="8756" y="76286"/>
                  <a:pt x="8756" y="76301"/>
                </a:cubicBezTo>
                <a:lnTo>
                  <a:pt x="8668" y="76404"/>
                </a:lnTo>
                <a:cubicBezTo>
                  <a:pt x="8668" y="76360"/>
                  <a:pt x="8683" y="76345"/>
                  <a:pt x="8683" y="76301"/>
                </a:cubicBezTo>
                <a:cubicBezTo>
                  <a:pt x="8727" y="76286"/>
                  <a:pt x="8742" y="76272"/>
                  <a:pt x="8771" y="76227"/>
                </a:cubicBezTo>
                <a:close/>
                <a:moveTo>
                  <a:pt x="8256" y="76183"/>
                </a:moveTo>
                <a:cubicBezTo>
                  <a:pt x="8256" y="76227"/>
                  <a:pt x="8256" y="76272"/>
                  <a:pt x="8241" y="76331"/>
                </a:cubicBezTo>
                <a:cubicBezTo>
                  <a:pt x="8212" y="76360"/>
                  <a:pt x="8153" y="76375"/>
                  <a:pt x="8109" y="76419"/>
                </a:cubicBezTo>
                <a:lnTo>
                  <a:pt x="8109" y="76272"/>
                </a:lnTo>
                <a:cubicBezTo>
                  <a:pt x="8168" y="76227"/>
                  <a:pt x="8227" y="76198"/>
                  <a:pt x="8256" y="76183"/>
                </a:cubicBezTo>
                <a:close/>
                <a:moveTo>
                  <a:pt x="8845" y="76365"/>
                </a:moveTo>
                <a:cubicBezTo>
                  <a:pt x="8845" y="76368"/>
                  <a:pt x="8845" y="76371"/>
                  <a:pt x="8845" y="76375"/>
                </a:cubicBezTo>
                <a:lnTo>
                  <a:pt x="8815" y="76419"/>
                </a:lnTo>
                <a:cubicBezTo>
                  <a:pt x="8815" y="76389"/>
                  <a:pt x="8830" y="76375"/>
                  <a:pt x="8830" y="76375"/>
                </a:cubicBezTo>
                <a:lnTo>
                  <a:pt x="8845" y="76365"/>
                </a:lnTo>
                <a:close/>
                <a:moveTo>
                  <a:pt x="8447" y="76286"/>
                </a:moveTo>
                <a:cubicBezTo>
                  <a:pt x="8447" y="76331"/>
                  <a:pt x="8418" y="76360"/>
                  <a:pt x="8418" y="76419"/>
                </a:cubicBezTo>
                <a:cubicBezTo>
                  <a:pt x="8388" y="76434"/>
                  <a:pt x="8359" y="76448"/>
                  <a:pt x="8315" y="76492"/>
                </a:cubicBezTo>
                <a:cubicBezTo>
                  <a:pt x="8315" y="76448"/>
                  <a:pt x="8330" y="76404"/>
                  <a:pt x="8330" y="76360"/>
                </a:cubicBezTo>
                <a:cubicBezTo>
                  <a:pt x="8374" y="76345"/>
                  <a:pt x="8403" y="76301"/>
                  <a:pt x="8447" y="76286"/>
                </a:cubicBezTo>
                <a:close/>
                <a:moveTo>
                  <a:pt x="8035" y="76301"/>
                </a:moveTo>
                <a:lnTo>
                  <a:pt x="8035" y="76448"/>
                </a:lnTo>
                <a:cubicBezTo>
                  <a:pt x="8006" y="76492"/>
                  <a:pt x="7947" y="76507"/>
                  <a:pt x="7903" y="76551"/>
                </a:cubicBezTo>
                <a:lnTo>
                  <a:pt x="7903" y="76404"/>
                </a:lnTo>
                <a:cubicBezTo>
                  <a:pt x="7903" y="76375"/>
                  <a:pt x="7932" y="76375"/>
                  <a:pt x="7947" y="76360"/>
                </a:cubicBezTo>
                <a:cubicBezTo>
                  <a:pt x="7991" y="76345"/>
                  <a:pt x="8006" y="76331"/>
                  <a:pt x="8035" y="76301"/>
                </a:cubicBezTo>
                <a:close/>
                <a:moveTo>
                  <a:pt x="8594" y="76375"/>
                </a:moveTo>
                <a:cubicBezTo>
                  <a:pt x="8594" y="76419"/>
                  <a:pt x="8580" y="76448"/>
                  <a:pt x="8580" y="76478"/>
                </a:cubicBezTo>
                <a:cubicBezTo>
                  <a:pt x="8536" y="76492"/>
                  <a:pt x="8521" y="76522"/>
                  <a:pt x="8477" y="76551"/>
                </a:cubicBezTo>
                <a:cubicBezTo>
                  <a:pt x="8477" y="76522"/>
                  <a:pt x="8506" y="76492"/>
                  <a:pt x="8506" y="76448"/>
                </a:cubicBezTo>
                <a:cubicBezTo>
                  <a:pt x="8536" y="76434"/>
                  <a:pt x="8550" y="76404"/>
                  <a:pt x="8594" y="76375"/>
                </a:cubicBezTo>
                <a:close/>
                <a:moveTo>
                  <a:pt x="8727" y="76448"/>
                </a:moveTo>
                <a:cubicBezTo>
                  <a:pt x="8697" y="76492"/>
                  <a:pt x="8683" y="76507"/>
                  <a:pt x="8683" y="76522"/>
                </a:cubicBezTo>
                <a:lnTo>
                  <a:pt x="8624" y="76581"/>
                </a:lnTo>
                <a:cubicBezTo>
                  <a:pt x="8624" y="76566"/>
                  <a:pt x="8639" y="76551"/>
                  <a:pt x="8639" y="76507"/>
                </a:cubicBezTo>
                <a:cubicBezTo>
                  <a:pt x="8668" y="76492"/>
                  <a:pt x="8683" y="76478"/>
                  <a:pt x="8727" y="76448"/>
                </a:cubicBezTo>
                <a:close/>
                <a:moveTo>
                  <a:pt x="8241" y="76419"/>
                </a:moveTo>
                <a:cubicBezTo>
                  <a:pt x="8241" y="76448"/>
                  <a:pt x="8227" y="76507"/>
                  <a:pt x="8227" y="76551"/>
                </a:cubicBezTo>
                <a:cubicBezTo>
                  <a:pt x="8182" y="76581"/>
                  <a:pt x="8153" y="76625"/>
                  <a:pt x="8109" y="76640"/>
                </a:cubicBezTo>
                <a:lnTo>
                  <a:pt x="8109" y="76507"/>
                </a:lnTo>
                <a:cubicBezTo>
                  <a:pt x="8153" y="76478"/>
                  <a:pt x="8212" y="76448"/>
                  <a:pt x="8241" y="76419"/>
                </a:cubicBezTo>
                <a:close/>
                <a:moveTo>
                  <a:pt x="8388" y="76522"/>
                </a:moveTo>
                <a:cubicBezTo>
                  <a:pt x="8388" y="76566"/>
                  <a:pt x="8374" y="76595"/>
                  <a:pt x="8374" y="76640"/>
                </a:cubicBezTo>
                <a:cubicBezTo>
                  <a:pt x="8330" y="76654"/>
                  <a:pt x="8315" y="76698"/>
                  <a:pt x="8285" y="76713"/>
                </a:cubicBezTo>
                <a:cubicBezTo>
                  <a:pt x="8300" y="76669"/>
                  <a:pt x="8300" y="76640"/>
                  <a:pt x="8300" y="76595"/>
                </a:cubicBezTo>
                <a:cubicBezTo>
                  <a:pt x="8330" y="76581"/>
                  <a:pt x="8374" y="76551"/>
                  <a:pt x="8388" y="76522"/>
                </a:cubicBezTo>
                <a:close/>
                <a:moveTo>
                  <a:pt x="8521" y="76625"/>
                </a:moveTo>
                <a:cubicBezTo>
                  <a:pt x="8521" y="76640"/>
                  <a:pt x="8506" y="76669"/>
                  <a:pt x="8506" y="76698"/>
                </a:cubicBezTo>
                <a:cubicBezTo>
                  <a:pt x="8477" y="76728"/>
                  <a:pt x="8462" y="76743"/>
                  <a:pt x="8433" y="76772"/>
                </a:cubicBezTo>
                <a:cubicBezTo>
                  <a:pt x="8433" y="76728"/>
                  <a:pt x="8447" y="76713"/>
                  <a:pt x="8447" y="76669"/>
                </a:cubicBezTo>
                <a:cubicBezTo>
                  <a:pt x="8462" y="76654"/>
                  <a:pt x="8506" y="76640"/>
                  <a:pt x="8521" y="76625"/>
                </a:cubicBezTo>
                <a:close/>
                <a:moveTo>
                  <a:pt x="8609" y="76731"/>
                </a:moveTo>
                <a:cubicBezTo>
                  <a:pt x="8609" y="76735"/>
                  <a:pt x="8609" y="76739"/>
                  <a:pt x="8609" y="76743"/>
                </a:cubicBezTo>
                <a:lnTo>
                  <a:pt x="8580" y="76787"/>
                </a:lnTo>
                <a:cubicBezTo>
                  <a:pt x="8580" y="76757"/>
                  <a:pt x="8594" y="76743"/>
                  <a:pt x="8594" y="76743"/>
                </a:cubicBezTo>
                <a:cubicBezTo>
                  <a:pt x="8600" y="76737"/>
                  <a:pt x="8605" y="76734"/>
                  <a:pt x="8609" y="76731"/>
                </a:cubicBezTo>
                <a:close/>
                <a:moveTo>
                  <a:pt x="8035" y="76566"/>
                </a:moveTo>
                <a:cubicBezTo>
                  <a:pt x="8035" y="76625"/>
                  <a:pt x="8035" y="76654"/>
                  <a:pt x="8020" y="76713"/>
                </a:cubicBezTo>
                <a:cubicBezTo>
                  <a:pt x="7991" y="76743"/>
                  <a:pt x="7947" y="76772"/>
                  <a:pt x="7888" y="76801"/>
                </a:cubicBezTo>
                <a:lnTo>
                  <a:pt x="7888" y="76654"/>
                </a:lnTo>
                <a:cubicBezTo>
                  <a:pt x="7947" y="76625"/>
                  <a:pt x="7991" y="76581"/>
                  <a:pt x="8035" y="76566"/>
                </a:cubicBezTo>
                <a:close/>
                <a:moveTo>
                  <a:pt x="8227" y="76669"/>
                </a:moveTo>
                <a:cubicBezTo>
                  <a:pt x="8227" y="76713"/>
                  <a:pt x="8197" y="76743"/>
                  <a:pt x="8197" y="76801"/>
                </a:cubicBezTo>
                <a:cubicBezTo>
                  <a:pt x="8168" y="76816"/>
                  <a:pt x="8138" y="76846"/>
                  <a:pt x="8094" y="76875"/>
                </a:cubicBezTo>
                <a:cubicBezTo>
                  <a:pt x="8094" y="76846"/>
                  <a:pt x="8094" y="76801"/>
                  <a:pt x="8109" y="76743"/>
                </a:cubicBezTo>
                <a:cubicBezTo>
                  <a:pt x="8153" y="76728"/>
                  <a:pt x="8182" y="76698"/>
                  <a:pt x="8227" y="76669"/>
                </a:cubicBezTo>
                <a:close/>
                <a:moveTo>
                  <a:pt x="8359" y="76772"/>
                </a:moveTo>
                <a:cubicBezTo>
                  <a:pt x="8359" y="76801"/>
                  <a:pt x="8330" y="76846"/>
                  <a:pt x="8330" y="76860"/>
                </a:cubicBezTo>
                <a:cubicBezTo>
                  <a:pt x="8300" y="76875"/>
                  <a:pt x="8271" y="76890"/>
                  <a:pt x="8256" y="76934"/>
                </a:cubicBezTo>
                <a:cubicBezTo>
                  <a:pt x="8256" y="76890"/>
                  <a:pt x="8271" y="76860"/>
                  <a:pt x="8271" y="76846"/>
                </a:cubicBezTo>
                <a:cubicBezTo>
                  <a:pt x="8300" y="76816"/>
                  <a:pt x="8330" y="76801"/>
                  <a:pt x="8359" y="76772"/>
                </a:cubicBezTo>
                <a:close/>
                <a:moveTo>
                  <a:pt x="8447" y="76846"/>
                </a:moveTo>
                <a:cubicBezTo>
                  <a:pt x="8447" y="76875"/>
                  <a:pt x="8447" y="76890"/>
                  <a:pt x="8433" y="76919"/>
                </a:cubicBezTo>
                <a:lnTo>
                  <a:pt x="8374" y="76963"/>
                </a:lnTo>
                <a:cubicBezTo>
                  <a:pt x="8374" y="76949"/>
                  <a:pt x="8388" y="76934"/>
                  <a:pt x="8388" y="76890"/>
                </a:cubicBezTo>
                <a:lnTo>
                  <a:pt x="8447" y="76846"/>
                </a:lnTo>
                <a:close/>
                <a:moveTo>
                  <a:pt x="8006" y="76801"/>
                </a:moveTo>
                <a:cubicBezTo>
                  <a:pt x="8006" y="76846"/>
                  <a:pt x="7991" y="76890"/>
                  <a:pt x="7991" y="76934"/>
                </a:cubicBezTo>
                <a:cubicBezTo>
                  <a:pt x="7962" y="76963"/>
                  <a:pt x="7932" y="77007"/>
                  <a:pt x="7888" y="77022"/>
                </a:cubicBezTo>
                <a:lnTo>
                  <a:pt x="7888" y="76890"/>
                </a:lnTo>
                <a:cubicBezTo>
                  <a:pt x="7932" y="76860"/>
                  <a:pt x="7962" y="76846"/>
                  <a:pt x="8006" y="76801"/>
                </a:cubicBezTo>
                <a:close/>
                <a:moveTo>
                  <a:pt x="8168" y="76919"/>
                </a:moveTo>
                <a:cubicBezTo>
                  <a:pt x="8168" y="76949"/>
                  <a:pt x="8153" y="76993"/>
                  <a:pt x="8153" y="77022"/>
                </a:cubicBezTo>
                <a:cubicBezTo>
                  <a:pt x="8109" y="77037"/>
                  <a:pt x="8094" y="77081"/>
                  <a:pt x="8065" y="77096"/>
                </a:cubicBezTo>
                <a:cubicBezTo>
                  <a:pt x="8079" y="77066"/>
                  <a:pt x="8079" y="77022"/>
                  <a:pt x="8079" y="76993"/>
                </a:cubicBezTo>
                <a:cubicBezTo>
                  <a:pt x="8109" y="76963"/>
                  <a:pt x="8153" y="76934"/>
                  <a:pt x="8168" y="76919"/>
                </a:cubicBezTo>
                <a:close/>
                <a:moveTo>
                  <a:pt x="8271" y="77007"/>
                </a:moveTo>
                <a:cubicBezTo>
                  <a:pt x="8271" y="77022"/>
                  <a:pt x="8271" y="77066"/>
                  <a:pt x="8256" y="77081"/>
                </a:cubicBezTo>
                <a:lnTo>
                  <a:pt x="8212" y="77140"/>
                </a:lnTo>
                <a:cubicBezTo>
                  <a:pt x="8212" y="77110"/>
                  <a:pt x="8227" y="77081"/>
                  <a:pt x="8227" y="77066"/>
                </a:cubicBezTo>
                <a:lnTo>
                  <a:pt x="8271" y="77007"/>
                </a:lnTo>
                <a:close/>
                <a:moveTo>
                  <a:pt x="8374" y="77096"/>
                </a:moveTo>
                <a:cubicBezTo>
                  <a:pt x="8374" y="77110"/>
                  <a:pt x="8359" y="77110"/>
                  <a:pt x="8359" y="77140"/>
                </a:cubicBezTo>
                <a:cubicBezTo>
                  <a:pt x="8359" y="77155"/>
                  <a:pt x="8330" y="77155"/>
                  <a:pt x="8330" y="77169"/>
                </a:cubicBezTo>
                <a:cubicBezTo>
                  <a:pt x="8330" y="77155"/>
                  <a:pt x="8330" y="77140"/>
                  <a:pt x="8359" y="77140"/>
                </a:cubicBezTo>
                <a:cubicBezTo>
                  <a:pt x="8359" y="77110"/>
                  <a:pt x="8359" y="77096"/>
                  <a:pt x="8374" y="77096"/>
                </a:cubicBezTo>
                <a:close/>
                <a:moveTo>
                  <a:pt x="8006" y="77066"/>
                </a:moveTo>
                <a:cubicBezTo>
                  <a:pt x="8006" y="77096"/>
                  <a:pt x="7991" y="77140"/>
                  <a:pt x="7991" y="77184"/>
                </a:cubicBezTo>
                <a:cubicBezTo>
                  <a:pt x="7932" y="77213"/>
                  <a:pt x="7903" y="77228"/>
                  <a:pt x="7873" y="77258"/>
                </a:cubicBezTo>
                <a:cubicBezTo>
                  <a:pt x="7873" y="77228"/>
                  <a:pt x="7873" y="77184"/>
                  <a:pt x="7888" y="77140"/>
                </a:cubicBezTo>
                <a:cubicBezTo>
                  <a:pt x="7932" y="77110"/>
                  <a:pt x="7962" y="77081"/>
                  <a:pt x="8006" y="77066"/>
                </a:cubicBezTo>
                <a:close/>
                <a:moveTo>
                  <a:pt x="8109" y="77155"/>
                </a:moveTo>
                <a:cubicBezTo>
                  <a:pt x="8109" y="77184"/>
                  <a:pt x="8094" y="77213"/>
                  <a:pt x="8094" y="77243"/>
                </a:cubicBezTo>
                <a:lnTo>
                  <a:pt x="8020" y="77317"/>
                </a:lnTo>
                <a:cubicBezTo>
                  <a:pt x="8020" y="77287"/>
                  <a:pt x="8035" y="77243"/>
                  <a:pt x="8035" y="77228"/>
                </a:cubicBezTo>
                <a:lnTo>
                  <a:pt x="8109" y="77155"/>
                </a:lnTo>
                <a:close/>
                <a:moveTo>
                  <a:pt x="8227" y="77243"/>
                </a:moveTo>
                <a:cubicBezTo>
                  <a:pt x="8212" y="77258"/>
                  <a:pt x="8212" y="77287"/>
                  <a:pt x="8212" y="77302"/>
                </a:cubicBezTo>
                <a:lnTo>
                  <a:pt x="8168" y="77331"/>
                </a:lnTo>
                <a:cubicBezTo>
                  <a:pt x="8168" y="77317"/>
                  <a:pt x="8168" y="77302"/>
                  <a:pt x="8182" y="77272"/>
                </a:cubicBezTo>
                <a:lnTo>
                  <a:pt x="8227" y="77243"/>
                </a:lnTo>
                <a:close/>
                <a:moveTo>
                  <a:pt x="7947" y="77302"/>
                </a:moveTo>
                <a:cubicBezTo>
                  <a:pt x="7947" y="77331"/>
                  <a:pt x="7932" y="77375"/>
                  <a:pt x="7932" y="77405"/>
                </a:cubicBezTo>
                <a:cubicBezTo>
                  <a:pt x="7917" y="77434"/>
                  <a:pt x="7873" y="77464"/>
                  <a:pt x="7844" y="77478"/>
                </a:cubicBezTo>
                <a:cubicBezTo>
                  <a:pt x="7844" y="77449"/>
                  <a:pt x="7859" y="77405"/>
                  <a:pt x="7859" y="77375"/>
                </a:cubicBezTo>
                <a:cubicBezTo>
                  <a:pt x="7888" y="77361"/>
                  <a:pt x="7932" y="77317"/>
                  <a:pt x="7947" y="77302"/>
                </a:cubicBezTo>
                <a:close/>
                <a:moveTo>
                  <a:pt x="8094" y="77390"/>
                </a:moveTo>
                <a:lnTo>
                  <a:pt x="8094" y="77390"/>
                </a:lnTo>
                <a:cubicBezTo>
                  <a:pt x="8065" y="77405"/>
                  <a:pt x="8065" y="77434"/>
                  <a:pt x="8065" y="77464"/>
                </a:cubicBezTo>
                <a:lnTo>
                  <a:pt x="8006" y="77523"/>
                </a:lnTo>
                <a:cubicBezTo>
                  <a:pt x="8006" y="77508"/>
                  <a:pt x="8020" y="77464"/>
                  <a:pt x="8020" y="77449"/>
                </a:cubicBezTo>
                <a:cubicBezTo>
                  <a:pt x="8035" y="77434"/>
                  <a:pt x="8065" y="77405"/>
                  <a:pt x="8094" y="77390"/>
                </a:cubicBezTo>
                <a:close/>
                <a:moveTo>
                  <a:pt x="7903" y="77537"/>
                </a:moveTo>
                <a:cubicBezTo>
                  <a:pt x="7888" y="77581"/>
                  <a:pt x="7888" y="77596"/>
                  <a:pt x="7888" y="77626"/>
                </a:cubicBezTo>
                <a:cubicBezTo>
                  <a:pt x="7873" y="77655"/>
                  <a:pt x="7859" y="77684"/>
                  <a:pt x="7814" y="77699"/>
                </a:cubicBezTo>
                <a:cubicBezTo>
                  <a:pt x="7814" y="77670"/>
                  <a:pt x="7829" y="77626"/>
                  <a:pt x="7829" y="77611"/>
                </a:cubicBezTo>
                <a:cubicBezTo>
                  <a:pt x="7859" y="77596"/>
                  <a:pt x="7888" y="77581"/>
                  <a:pt x="7903" y="77537"/>
                </a:cubicBezTo>
                <a:close/>
                <a:moveTo>
                  <a:pt x="8020" y="77611"/>
                </a:moveTo>
                <a:cubicBezTo>
                  <a:pt x="8006" y="77655"/>
                  <a:pt x="8006" y="77655"/>
                  <a:pt x="7991" y="77670"/>
                </a:cubicBezTo>
                <a:cubicBezTo>
                  <a:pt x="7962" y="77684"/>
                  <a:pt x="7947" y="77699"/>
                  <a:pt x="7947" y="77729"/>
                </a:cubicBezTo>
                <a:cubicBezTo>
                  <a:pt x="7947" y="77699"/>
                  <a:pt x="7947" y="77684"/>
                  <a:pt x="7962" y="77670"/>
                </a:cubicBezTo>
                <a:lnTo>
                  <a:pt x="8020" y="77611"/>
                </a:lnTo>
                <a:close/>
                <a:moveTo>
                  <a:pt x="7859" y="77773"/>
                </a:moveTo>
                <a:lnTo>
                  <a:pt x="7859" y="77773"/>
                </a:lnTo>
                <a:cubicBezTo>
                  <a:pt x="7844" y="77817"/>
                  <a:pt x="7844" y="77832"/>
                  <a:pt x="7844" y="77846"/>
                </a:cubicBezTo>
                <a:lnTo>
                  <a:pt x="7785" y="77905"/>
                </a:lnTo>
                <a:cubicBezTo>
                  <a:pt x="7785" y="77890"/>
                  <a:pt x="7800" y="77846"/>
                  <a:pt x="7800" y="77832"/>
                </a:cubicBezTo>
                <a:lnTo>
                  <a:pt x="7859" y="77773"/>
                </a:lnTo>
                <a:close/>
                <a:moveTo>
                  <a:pt x="7800" y="78023"/>
                </a:moveTo>
                <a:cubicBezTo>
                  <a:pt x="7785" y="78038"/>
                  <a:pt x="7785" y="78052"/>
                  <a:pt x="7785" y="78067"/>
                </a:cubicBezTo>
                <a:cubicBezTo>
                  <a:pt x="7770" y="78096"/>
                  <a:pt x="7770" y="78111"/>
                  <a:pt x="7741" y="78111"/>
                </a:cubicBezTo>
                <a:cubicBezTo>
                  <a:pt x="7741" y="78096"/>
                  <a:pt x="7741" y="78067"/>
                  <a:pt x="7770" y="78052"/>
                </a:cubicBezTo>
                <a:cubicBezTo>
                  <a:pt x="7785" y="78038"/>
                  <a:pt x="7785" y="78023"/>
                  <a:pt x="7800" y="78023"/>
                </a:cubicBezTo>
                <a:close/>
                <a:moveTo>
                  <a:pt x="7535" y="74859"/>
                </a:moveTo>
                <a:cubicBezTo>
                  <a:pt x="7564" y="74918"/>
                  <a:pt x="7579" y="74977"/>
                  <a:pt x="7594" y="75050"/>
                </a:cubicBezTo>
                <a:cubicBezTo>
                  <a:pt x="7064" y="75271"/>
                  <a:pt x="6534" y="75521"/>
                  <a:pt x="6019" y="75815"/>
                </a:cubicBezTo>
                <a:cubicBezTo>
                  <a:pt x="3723" y="77110"/>
                  <a:pt x="1987" y="79392"/>
                  <a:pt x="1266" y="81893"/>
                </a:cubicBezTo>
                <a:cubicBezTo>
                  <a:pt x="1913" y="79230"/>
                  <a:pt x="3694" y="76816"/>
                  <a:pt x="6107" y="75521"/>
                </a:cubicBezTo>
                <a:cubicBezTo>
                  <a:pt x="6564" y="75256"/>
                  <a:pt x="7049" y="75050"/>
                  <a:pt x="7535" y="74859"/>
                </a:cubicBezTo>
                <a:close/>
                <a:moveTo>
                  <a:pt x="7638" y="75109"/>
                </a:moveTo>
                <a:cubicBezTo>
                  <a:pt x="7638" y="75183"/>
                  <a:pt x="7653" y="75256"/>
                  <a:pt x="7667" y="75315"/>
                </a:cubicBezTo>
                <a:cubicBezTo>
                  <a:pt x="7108" y="75565"/>
                  <a:pt x="6519" y="75845"/>
                  <a:pt x="5975" y="76183"/>
                </a:cubicBezTo>
                <a:cubicBezTo>
                  <a:pt x="3738" y="77508"/>
                  <a:pt x="2075" y="79642"/>
                  <a:pt x="1339" y="82026"/>
                </a:cubicBezTo>
                <a:cubicBezTo>
                  <a:pt x="2016" y="79495"/>
                  <a:pt x="3753" y="77184"/>
                  <a:pt x="6063" y="75860"/>
                </a:cubicBezTo>
                <a:cubicBezTo>
                  <a:pt x="6564" y="75565"/>
                  <a:pt x="7093" y="75330"/>
                  <a:pt x="7638" y="75109"/>
                </a:cubicBezTo>
                <a:close/>
                <a:moveTo>
                  <a:pt x="7682" y="75403"/>
                </a:moveTo>
                <a:cubicBezTo>
                  <a:pt x="7711" y="75462"/>
                  <a:pt x="7711" y="75536"/>
                  <a:pt x="7726" y="75595"/>
                </a:cubicBezTo>
                <a:cubicBezTo>
                  <a:pt x="7123" y="75889"/>
                  <a:pt x="6519" y="76198"/>
                  <a:pt x="5931" y="76537"/>
                </a:cubicBezTo>
                <a:cubicBezTo>
                  <a:pt x="3635" y="77964"/>
                  <a:pt x="1957" y="80201"/>
                  <a:pt x="1251" y="82629"/>
                </a:cubicBezTo>
                <a:cubicBezTo>
                  <a:pt x="1884" y="80039"/>
                  <a:pt x="3606" y="77670"/>
                  <a:pt x="6019" y="76257"/>
                </a:cubicBezTo>
                <a:cubicBezTo>
                  <a:pt x="6549" y="75933"/>
                  <a:pt x="7123" y="75668"/>
                  <a:pt x="7682" y="75403"/>
                </a:cubicBezTo>
                <a:close/>
                <a:moveTo>
                  <a:pt x="7741" y="75668"/>
                </a:moveTo>
                <a:cubicBezTo>
                  <a:pt x="7770" y="75712"/>
                  <a:pt x="7770" y="75771"/>
                  <a:pt x="7770" y="75845"/>
                </a:cubicBezTo>
                <a:cubicBezTo>
                  <a:pt x="7123" y="76183"/>
                  <a:pt x="6490" y="76522"/>
                  <a:pt x="5872" y="76919"/>
                </a:cubicBezTo>
                <a:cubicBezTo>
                  <a:pt x="3606" y="78361"/>
                  <a:pt x="1913" y="80628"/>
                  <a:pt x="1221" y="83041"/>
                </a:cubicBezTo>
                <a:cubicBezTo>
                  <a:pt x="1854" y="80466"/>
                  <a:pt x="3591" y="78096"/>
                  <a:pt x="5960" y="76625"/>
                </a:cubicBezTo>
                <a:cubicBezTo>
                  <a:pt x="6534" y="76272"/>
                  <a:pt x="7137" y="75963"/>
                  <a:pt x="7741" y="75668"/>
                </a:cubicBezTo>
                <a:close/>
                <a:moveTo>
                  <a:pt x="7785" y="75933"/>
                </a:moveTo>
                <a:cubicBezTo>
                  <a:pt x="7785" y="75992"/>
                  <a:pt x="7800" y="76051"/>
                  <a:pt x="7800" y="76110"/>
                </a:cubicBezTo>
                <a:cubicBezTo>
                  <a:pt x="7137" y="76478"/>
                  <a:pt x="6475" y="76860"/>
                  <a:pt x="5828" y="77272"/>
                </a:cubicBezTo>
                <a:cubicBezTo>
                  <a:pt x="3591" y="78788"/>
                  <a:pt x="1943" y="80981"/>
                  <a:pt x="1236" y="83321"/>
                </a:cubicBezTo>
                <a:cubicBezTo>
                  <a:pt x="1884" y="80834"/>
                  <a:pt x="3591" y="78494"/>
                  <a:pt x="5931" y="76993"/>
                </a:cubicBezTo>
                <a:cubicBezTo>
                  <a:pt x="6534" y="76595"/>
                  <a:pt x="7152" y="76257"/>
                  <a:pt x="7785" y="75933"/>
                </a:cubicBezTo>
                <a:close/>
                <a:moveTo>
                  <a:pt x="7800" y="76198"/>
                </a:moveTo>
                <a:cubicBezTo>
                  <a:pt x="7800" y="76257"/>
                  <a:pt x="7800" y="76301"/>
                  <a:pt x="7814" y="76360"/>
                </a:cubicBezTo>
                <a:cubicBezTo>
                  <a:pt x="7137" y="76757"/>
                  <a:pt x="6461" y="77184"/>
                  <a:pt x="5784" y="77670"/>
                </a:cubicBezTo>
                <a:cubicBezTo>
                  <a:pt x="3517" y="79244"/>
                  <a:pt x="1884" y="81496"/>
                  <a:pt x="1177" y="83836"/>
                </a:cubicBezTo>
                <a:cubicBezTo>
                  <a:pt x="1781" y="81305"/>
                  <a:pt x="3473" y="78950"/>
                  <a:pt x="5872" y="77361"/>
                </a:cubicBezTo>
                <a:cubicBezTo>
                  <a:pt x="6490" y="76934"/>
                  <a:pt x="7152" y="76551"/>
                  <a:pt x="7800" y="76198"/>
                </a:cubicBezTo>
                <a:close/>
                <a:moveTo>
                  <a:pt x="7800" y="76448"/>
                </a:moveTo>
                <a:lnTo>
                  <a:pt x="7800" y="76625"/>
                </a:lnTo>
                <a:cubicBezTo>
                  <a:pt x="7726" y="76669"/>
                  <a:pt x="7638" y="76728"/>
                  <a:pt x="7564" y="76787"/>
                </a:cubicBezTo>
                <a:cubicBezTo>
                  <a:pt x="6961" y="77184"/>
                  <a:pt x="6313" y="77596"/>
                  <a:pt x="5710" y="78052"/>
                </a:cubicBezTo>
                <a:cubicBezTo>
                  <a:pt x="3458" y="79701"/>
                  <a:pt x="1854" y="81864"/>
                  <a:pt x="1163" y="84145"/>
                </a:cubicBezTo>
                <a:cubicBezTo>
                  <a:pt x="1825" y="81673"/>
                  <a:pt x="3473" y="79362"/>
                  <a:pt x="5813" y="77729"/>
                </a:cubicBezTo>
                <a:cubicBezTo>
                  <a:pt x="6475" y="77258"/>
                  <a:pt x="7152" y="76846"/>
                  <a:pt x="7800" y="76448"/>
                </a:cubicBezTo>
                <a:close/>
                <a:moveTo>
                  <a:pt x="7829" y="76698"/>
                </a:moveTo>
                <a:lnTo>
                  <a:pt x="7829" y="76846"/>
                </a:lnTo>
                <a:cubicBezTo>
                  <a:pt x="7653" y="76963"/>
                  <a:pt x="7447" y="77110"/>
                  <a:pt x="7270" y="77243"/>
                </a:cubicBezTo>
                <a:cubicBezTo>
                  <a:pt x="6755" y="77611"/>
                  <a:pt x="6210" y="77979"/>
                  <a:pt x="5695" y="78391"/>
                </a:cubicBezTo>
                <a:cubicBezTo>
                  <a:pt x="3414" y="80113"/>
                  <a:pt x="1825" y="82335"/>
                  <a:pt x="1148" y="84616"/>
                </a:cubicBezTo>
                <a:cubicBezTo>
                  <a:pt x="1737" y="82188"/>
                  <a:pt x="3370" y="79833"/>
                  <a:pt x="5784" y="78096"/>
                </a:cubicBezTo>
                <a:cubicBezTo>
                  <a:pt x="6387" y="77655"/>
                  <a:pt x="7005" y="77228"/>
                  <a:pt x="7638" y="76816"/>
                </a:cubicBezTo>
                <a:cubicBezTo>
                  <a:pt x="7711" y="76787"/>
                  <a:pt x="7770" y="76728"/>
                  <a:pt x="7829" y="76698"/>
                </a:cubicBezTo>
                <a:close/>
                <a:moveTo>
                  <a:pt x="7800" y="76949"/>
                </a:moveTo>
                <a:lnTo>
                  <a:pt x="7800" y="77096"/>
                </a:lnTo>
                <a:cubicBezTo>
                  <a:pt x="7505" y="77331"/>
                  <a:pt x="7196" y="77552"/>
                  <a:pt x="6902" y="77802"/>
                </a:cubicBezTo>
                <a:cubicBezTo>
                  <a:pt x="6475" y="78111"/>
                  <a:pt x="6048" y="78435"/>
                  <a:pt x="5622" y="78773"/>
                </a:cubicBezTo>
                <a:cubicBezTo>
                  <a:pt x="4253" y="79862"/>
                  <a:pt x="2016" y="81996"/>
                  <a:pt x="1118" y="84910"/>
                </a:cubicBezTo>
                <a:cubicBezTo>
                  <a:pt x="1751" y="82541"/>
                  <a:pt x="3385" y="80245"/>
                  <a:pt x="5725" y="78464"/>
                </a:cubicBezTo>
                <a:cubicBezTo>
                  <a:pt x="6240" y="78067"/>
                  <a:pt x="6770" y="77684"/>
                  <a:pt x="7285" y="77317"/>
                </a:cubicBezTo>
                <a:cubicBezTo>
                  <a:pt x="7476" y="77184"/>
                  <a:pt x="7638" y="77081"/>
                  <a:pt x="7800" y="76949"/>
                </a:cubicBezTo>
                <a:close/>
                <a:moveTo>
                  <a:pt x="7785" y="77213"/>
                </a:moveTo>
                <a:cubicBezTo>
                  <a:pt x="7785" y="77243"/>
                  <a:pt x="7785" y="77302"/>
                  <a:pt x="7770" y="77331"/>
                </a:cubicBezTo>
                <a:cubicBezTo>
                  <a:pt x="7358" y="77670"/>
                  <a:pt x="6946" y="78008"/>
                  <a:pt x="6534" y="78347"/>
                </a:cubicBezTo>
                <a:cubicBezTo>
                  <a:pt x="6210" y="78597"/>
                  <a:pt x="5887" y="78862"/>
                  <a:pt x="5578" y="79141"/>
                </a:cubicBezTo>
                <a:cubicBezTo>
                  <a:pt x="3355" y="80981"/>
                  <a:pt x="1795" y="83129"/>
                  <a:pt x="1104" y="85278"/>
                </a:cubicBezTo>
                <a:lnTo>
                  <a:pt x="1104" y="85263"/>
                </a:lnTo>
                <a:cubicBezTo>
                  <a:pt x="1928" y="82188"/>
                  <a:pt x="4268" y="79965"/>
                  <a:pt x="5666" y="78832"/>
                </a:cubicBezTo>
                <a:cubicBezTo>
                  <a:pt x="6093" y="78494"/>
                  <a:pt x="6505" y="78170"/>
                  <a:pt x="6931" y="77846"/>
                </a:cubicBezTo>
                <a:cubicBezTo>
                  <a:pt x="7226" y="77626"/>
                  <a:pt x="7505" y="77405"/>
                  <a:pt x="7785" y="77213"/>
                </a:cubicBezTo>
                <a:close/>
                <a:moveTo>
                  <a:pt x="7770" y="77449"/>
                </a:moveTo>
                <a:cubicBezTo>
                  <a:pt x="7770" y="77478"/>
                  <a:pt x="7741" y="77523"/>
                  <a:pt x="7741" y="77581"/>
                </a:cubicBezTo>
                <a:cubicBezTo>
                  <a:pt x="7255" y="78038"/>
                  <a:pt x="6711" y="78494"/>
                  <a:pt x="6181" y="78950"/>
                </a:cubicBezTo>
                <a:cubicBezTo>
                  <a:pt x="5960" y="79141"/>
                  <a:pt x="5739" y="79318"/>
                  <a:pt x="5519" y="79524"/>
                </a:cubicBezTo>
                <a:cubicBezTo>
                  <a:pt x="3959" y="80869"/>
                  <a:pt x="2107" y="82854"/>
                  <a:pt x="1194" y="85316"/>
                </a:cubicBezTo>
                <a:lnTo>
                  <a:pt x="1194" y="85316"/>
                </a:lnTo>
                <a:cubicBezTo>
                  <a:pt x="1869" y="83161"/>
                  <a:pt x="3422" y="81026"/>
                  <a:pt x="5636" y="79200"/>
                </a:cubicBezTo>
                <a:cubicBezTo>
                  <a:pt x="5945" y="78935"/>
                  <a:pt x="6269" y="78656"/>
                  <a:pt x="6593" y="78406"/>
                </a:cubicBezTo>
                <a:cubicBezTo>
                  <a:pt x="6990" y="78067"/>
                  <a:pt x="7373" y="77758"/>
                  <a:pt x="7770" y="77449"/>
                </a:cubicBezTo>
                <a:close/>
                <a:moveTo>
                  <a:pt x="7726" y="77684"/>
                </a:moveTo>
                <a:cubicBezTo>
                  <a:pt x="7726" y="77714"/>
                  <a:pt x="7711" y="77758"/>
                  <a:pt x="7711" y="77802"/>
                </a:cubicBezTo>
                <a:cubicBezTo>
                  <a:pt x="7123" y="78376"/>
                  <a:pt x="6475" y="78965"/>
                  <a:pt x="5813" y="79568"/>
                </a:cubicBezTo>
                <a:lnTo>
                  <a:pt x="5460" y="79877"/>
                </a:lnTo>
                <a:cubicBezTo>
                  <a:pt x="3318" y="81799"/>
                  <a:pt x="1892" y="83751"/>
                  <a:pt x="1169" y="85702"/>
                </a:cubicBezTo>
                <a:lnTo>
                  <a:pt x="1169" y="85702"/>
                </a:lnTo>
                <a:cubicBezTo>
                  <a:pt x="1168" y="85693"/>
                  <a:pt x="1163" y="85684"/>
                  <a:pt x="1163" y="85675"/>
                </a:cubicBezTo>
                <a:cubicBezTo>
                  <a:pt x="2001" y="83071"/>
                  <a:pt x="3959" y="80951"/>
                  <a:pt x="5578" y="79568"/>
                </a:cubicBezTo>
                <a:cubicBezTo>
                  <a:pt x="5798" y="79377"/>
                  <a:pt x="6019" y="79200"/>
                  <a:pt x="6240" y="78994"/>
                </a:cubicBezTo>
                <a:cubicBezTo>
                  <a:pt x="6755" y="78553"/>
                  <a:pt x="7255" y="78126"/>
                  <a:pt x="7726" y="77684"/>
                </a:cubicBezTo>
                <a:close/>
                <a:moveTo>
                  <a:pt x="7711" y="77964"/>
                </a:moveTo>
                <a:cubicBezTo>
                  <a:pt x="7697" y="77979"/>
                  <a:pt x="7697" y="77993"/>
                  <a:pt x="7667" y="78038"/>
                </a:cubicBezTo>
                <a:cubicBezTo>
                  <a:pt x="6990" y="78788"/>
                  <a:pt x="6210" y="79509"/>
                  <a:pt x="5460" y="80216"/>
                </a:cubicBezTo>
                <a:lnTo>
                  <a:pt x="5430" y="80260"/>
                </a:lnTo>
                <a:cubicBezTo>
                  <a:pt x="3296" y="82246"/>
                  <a:pt x="1928" y="84101"/>
                  <a:pt x="1192" y="85940"/>
                </a:cubicBezTo>
                <a:lnTo>
                  <a:pt x="1192" y="85881"/>
                </a:lnTo>
                <a:cubicBezTo>
                  <a:pt x="1898" y="83895"/>
                  <a:pt x="3355" y="81893"/>
                  <a:pt x="5533" y="79951"/>
                </a:cubicBezTo>
                <a:lnTo>
                  <a:pt x="5887" y="79627"/>
                </a:lnTo>
                <a:cubicBezTo>
                  <a:pt x="6519" y="79068"/>
                  <a:pt x="7137" y="78509"/>
                  <a:pt x="7711" y="77964"/>
                </a:cubicBezTo>
                <a:close/>
                <a:moveTo>
                  <a:pt x="7638" y="78199"/>
                </a:moveTo>
                <a:lnTo>
                  <a:pt x="7638" y="78258"/>
                </a:lnTo>
                <a:cubicBezTo>
                  <a:pt x="6990" y="79024"/>
                  <a:pt x="6210" y="79804"/>
                  <a:pt x="5386" y="80613"/>
                </a:cubicBezTo>
                <a:cubicBezTo>
                  <a:pt x="3900" y="82070"/>
                  <a:pt x="2193" y="83939"/>
                  <a:pt x="1251" y="86161"/>
                </a:cubicBezTo>
                <a:cubicBezTo>
                  <a:pt x="1251" y="86146"/>
                  <a:pt x="1236" y="86117"/>
                  <a:pt x="1236" y="86087"/>
                </a:cubicBezTo>
                <a:cubicBezTo>
                  <a:pt x="1928" y="84218"/>
                  <a:pt x="3311" y="82335"/>
                  <a:pt x="5475" y="80319"/>
                </a:cubicBezTo>
                <a:lnTo>
                  <a:pt x="5519" y="80274"/>
                </a:lnTo>
                <a:cubicBezTo>
                  <a:pt x="6240" y="79598"/>
                  <a:pt x="6976" y="78921"/>
                  <a:pt x="7638" y="78199"/>
                </a:cubicBezTo>
                <a:close/>
                <a:moveTo>
                  <a:pt x="7579" y="78435"/>
                </a:moveTo>
                <a:cubicBezTo>
                  <a:pt x="7579" y="78464"/>
                  <a:pt x="7579" y="78464"/>
                  <a:pt x="7564" y="78479"/>
                </a:cubicBezTo>
                <a:cubicBezTo>
                  <a:pt x="6902" y="79347"/>
                  <a:pt x="6107" y="80171"/>
                  <a:pt x="5342" y="80981"/>
                </a:cubicBezTo>
                <a:cubicBezTo>
                  <a:pt x="3738" y="82600"/>
                  <a:pt x="2193" y="84366"/>
                  <a:pt x="1310" y="86367"/>
                </a:cubicBezTo>
                <a:cubicBezTo>
                  <a:pt x="1310" y="86352"/>
                  <a:pt x="1295" y="86308"/>
                  <a:pt x="1295" y="86293"/>
                </a:cubicBezTo>
                <a:cubicBezTo>
                  <a:pt x="2207" y="84027"/>
                  <a:pt x="3944" y="82143"/>
                  <a:pt x="5445" y="80672"/>
                </a:cubicBezTo>
                <a:cubicBezTo>
                  <a:pt x="6225" y="79907"/>
                  <a:pt x="6961" y="79171"/>
                  <a:pt x="7579" y="78435"/>
                </a:cubicBezTo>
                <a:close/>
                <a:moveTo>
                  <a:pt x="1118" y="86382"/>
                </a:moveTo>
                <a:cubicBezTo>
                  <a:pt x="1118" y="86411"/>
                  <a:pt x="1118" y="86426"/>
                  <a:pt x="1148" y="86441"/>
                </a:cubicBezTo>
                <a:lnTo>
                  <a:pt x="1148" y="86455"/>
                </a:lnTo>
                <a:cubicBezTo>
                  <a:pt x="1118" y="86441"/>
                  <a:pt x="1118" y="86426"/>
                  <a:pt x="1118" y="86411"/>
                </a:cubicBezTo>
                <a:lnTo>
                  <a:pt x="1118" y="86382"/>
                </a:lnTo>
                <a:close/>
                <a:moveTo>
                  <a:pt x="1221" y="86455"/>
                </a:moveTo>
                <a:cubicBezTo>
                  <a:pt x="1236" y="86455"/>
                  <a:pt x="1236" y="86500"/>
                  <a:pt x="1236" y="86514"/>
                </a:cubicBezTo>
                <a:lnTo>
                  <a:pt x="1236" y="86529"/>
                </a:lnTo>
                <a:cubicBezTo>
                  <a:pt x="1236" y="86500"/>
                  <a:pt x="1236" y="86485"/>
                  <a:pt x="1221" y="86455"/>
                </a:cubicBezTo>
                <a:close/>
                <a:moveTo>
                  <a:pt x="7478" y="78754"/>
                </a:moveTo>
                <a:lnTo>
                  <a:pt x="7478" y="78754"/>
                </a:lnTo>
                <a:cubicBezTo>
                  <a:pt x="6821" y="79681"/>
                  <a:pt x="6038" y="80551"/>
                  <a:pt x="5298" y="81349"/>
                </a:cubicBezTo>
                <a:cubicBezTo>
                  <a:pt x="3797" y="82953"/>
                  <a:pt x="2281" y="84660"/>
                  <a:pt x="1369" y="86603"/>
                </a:cubicBezTo>
                <a:cubicBezTo>
                  <a:pt x="1369" y="86573"/>
                  <a:pt x="1339" y="86558"/>
                  <a:pt x="1339" y="86514"/>
                </a:cubicBezTo>
                <a:cubicBezTo>
                  <a:pt x="2222" y="84454"/>
                  <a:pt x="3797" y="82688"/>
                  <a:pt x="5416" y="81040"/>
                </a:cubicBezTo>
                <a:cubicBezTo>
                  <a:pt x="6135" y="80292"/>
                  <a:pt x="6854" y="79543"/>
                  <a:pt x="7478" y="78754"/>
                </a:cubicBezTo>
                <a:close/>
                <a:moveTo>
                  <a:pt x="1177" y="86588"/>
                </a:moveTo>
                <a:cubicBezTo>
                  <a:pt x="1177" y="86603"/>
                  <a:pt x="1177" y="86632"/>
                  <a:pt x="1192" y="86647"/>
                </a:cubicBezTo>
                <a:cubicBezTo>
                  <a:pt x="1192" y="86661"/>
                  <a:pt x="1192" y="86661"/>
                  <a:pt x="1177" y="86676"/>
                </a:cubicBezTo>
                <a:cubicBezTo>
                  <a:pt x="1163" y="86661"/>
                  <a:pt x="1163" y="86647"/>
                  <a:pt x="1163" y="86632"/>
                </a:cubicBezTo>
                <a:cubicBezTo>
                  <a:pt x="1163" y="86603"/>
                  <a:pt x="1163" y="86603"/>
                  <a:pt x="1177" y="86588"/>
                </a:cubicBezTo>
                <a:close/>
                <a:moveTo>
                  <a:pt x="1280" y="86647"/>
                </a:moveTo>
                <a:cubicBezTo>
                  <a:pt x="1280" y="86661"/>
                  <a:pt x="1310" y="86706"/>
                  <a:pt x="1310" y="86720"/>
                </a:cubicBezTo>
                <a:cubicBezTo>
                  <a:pt x="1310" y="86720"/>
                  <a:pt x="1310" y="86735"/>
                  <a:pt x="1280" y="86735"/>
                </a:cubicBezTo>
                <a:cubicBezTo>
                  <a:pt x="1280" y="86720"/>
                  <a:pt x="1266" y="86676"/>
                  <a:pt x="1266" y="86661"/>
                </a:cubicBezTo>
                <a:cubicBezTo>
                  <a:pt x="1266" y="86661"/>
                  <a:pt x="1266" y="86647"/>
                  <a:pt x="1280" y="86647"/>
                </a:cubicBezTo>
                <a:close/>
                <a:moveTo>
                  <a:pt x="7299" y="79141"/>
                </a:moveTo>
                <a:lnTo>
                  <a:pt x="7299" y="79141"/>
                </a:lnTo>
                <a:cubicBezTo>
                  <a:pt x="6681" y="80054"/>
                  <a:pt x="5960" y="80922"/>
                  <a:pt x="5239" y="81717"/>
                </a:cubicBezTo>
                <a:cubicBezTo>
                  <a:pt x="3885" y="83218"/>
                  <a:pt x="2369" y="84895"/>
                  <a:pt x="1413" y="86809"/>
                </a:cubicBezTo>
                <a:cubicBezTo>
                  <a:pt x="1413" y="86779"/>
                  <a:pt x="1398" y="86750"/>
                  <a:pt x="1398" y="86720"/>
                </a:cubicBezTo>
                <a:cubicBezTo>
                  <a:pt x="2296" y="84748"/>
                  <a:pt x="3826" y="83012"/>
                  <a:pt x="5357" y="81408"/>
                </a:cubicBezTo>
                <a:cubicBezTo>
                  <a:pt x="6019" y="80701"/>
                  <a:pt x="6696" y="79951"/>
                  <a:pt x="7299" y="79141"/>
                </a:cubicBezTo>
                <a:close/>
                <a:moveTo>
                  <a:pt x="1104" y="86794"/>
                </a:moveTo>
                <a:cubicBezTo>
                  <a:pt x="1104" y="86809"/>
                  <a:pt x="1104" y="86823"/>
                  <a:pt x="1118" y="86853"/>
                </a:cubicBezTo>
                <a:cubicBezTo>
                  <a:pt x="1118" y="86853"/>
                  <a:pt x="1118" y="86867"/>
                  <a:pt x="1104" y="86867"/>
                </a:cubicBezTo>
                <a:lnTo>
                  <a:pt x="1104" y="86809"/>
                </a:lnTo>
                <a:lnTo>
                  <a:pt x="1104" y="86794"/>
                </a:lnTo>
                <a:close/>
                <a:moveTo>
                  <a:pt x="1207" y="86794"/>
                </a:moveTo>
                <a:cubicBezTo>
                  <a:pt x="1207" y="86809"/>
                  <a:pt x="1236" y="86853"/>
                  <a:pt x="1236" y="86867"/>
                </a:cubicBezTo>
                <a:cubicBezTo>
                  <a:pt x="1236" y="86882"/>
                  <a:pt x="1207" y="86897"/>
                  <a:pt x="1207" y="86897"/>
                </a:cubicBezTo>
                <a:cubicBezTo>
                  <a:pt x="1221" y="86882"/>
                  <a:pt x="1192" y="86867"/>
                  <a:pt x="1192" y="86823"/>
                </a:cubicBezTo>
                <a:cubicBezTo>
                  <a:pt x="1192" y="86809"/>
                  <a:pt x="1207" y="86794"/>
                  <a:pt x="1207" y="86794"/>
                </a:cubicBezTo>
                <a:close/>
                <a:moveTo>
                  <a:pt x="1339" y="86823"/>
                </a:moveTo>
                <a:cubicBezTo>
                  <a:pt x="1339" y="86867"/>
                  <a:pt x="1354" y="86882"/>
                  <a:pt x="1354" y="86926"/>
                </a:cubicBezTo>
                <a:cubicBezTo>
                  <a:pt x="1354" y="86941"/>
                  <a:pt x="1339" y="86941"/>
                  <a:pt x="1339" y="86956"/>
                </a:cubicBezTo>
                <a:cubicBezTo>
                  <a:pt x="1324" y="86941"/>
                  <a:pt x="1324" y="86897"/>
                  <a:pt x="1324" y="86867"/>
                </a:cubicBezTo>
                <a:cubicBezTo>
                  <a:pt x="1324" y="86838"/>
                  <a:pt x="1324" y="86838"/>
                  <a:pt x="1339" y="86823"/>
                </a:cubicBezTo>
                <a:close/>
                <a:moveTo>
                  <a:pt x="7137" y="79480"/>
                </a:moveTo>
                <a:cubicBezTo>
                  <a:pt x="6564" y="80451"/>
                  <a:pt x="5857" y="81334"/>
                  <a:pt x="5195" y="82085"/>
                </a:cubicBezTo>
                <a:lnTo>
                  <a:pt x="4930" y="82379"/>
                </a:lnTo>
                <a:cubicBezTo>
                  <a:pt x="3664" y="83851"/>
                  <a:pt x="2340" y="85352"/>
                  <a:pt x="1457" y="87044"/>
                </a:cubicBezTo>
                <a:cubicBezTo>
                  <a:pt x="1428" y="87015"/>
                  <a:pt x="1428" y="86970"/>
                  <a:pt x="1413" y="86941"/>
                </a:cubicBezTo>
                <a:cubicBezTo>
                  <a:pt x="2355" y="84984"/>
                  <a:pt x="3885" y="83291"/>
                  <a:pt x="5283" y="81761"/>
                </a:cubicBezTo>
                <a:cubicBezTo>
                  <a:pt x="5916" y="81054"/>
                  <a:pt x="6564" y="80289"/>
                  <a:pt x="7137" y="79480"/>
                </a:cubicBezTo>
                <a:close/>
                <a:moveTo>
                  <a:pt x="1148" y="86970"/>
                </a:moveTo>
                <a:cubicBezTo>
                  <a:pt x="1148" y="87000"/>
                  <a:pt x="1163" y="87015"/>
                  <a:pt x="1163" y="87044"/>
                </a:cubicBezTo>
                <a:cubicBezTo>
                  <a:pt x="1163" y="87073"/>
                  <a:pt x="1148" y="87073"/>
                  <a:pt x="1148" y="87088"/>
                </a:cubicBezTo>
                <a:cubicBezTo>
                  <a:pt x="1148" y="87044"/>
                  <a:pt x="1148" y="87029"/>
                  <a:pt x="1118" y="87015"/>
                </a:cubicBezTo>
                <a:cubicBezTo>
                  <a:pt x="1118" y="87000"/>
                  <a:pt x="1118" y="87000"/>
                  <a:pt x="1148" y="86970"/>
                </a:cubicBezTo>
                <a:close/>
                <a:moveTo>
                  <a:pt x="1266" y="87000"/>
                </a:moveTo>
                <a:cubicBezTo>
                  <a:pt x="1266" y="87029"/>
                  <a:pt x="1280" y="87044"/>
                  <a:pt x="1280" y="87088"/>
                </a:cubicBezTo>
                <a:cubicBezTo>
                  <a:pt x="1280" y="87103"/>
                  <a:pt x="1266" y="87118"/>
                  <a:pt x="1266" y="87147"/>
                </a:cubicBezTo>
                <a:cubicBezTo>
                  <a:pt x="1251" y="87103"/>
                  <a:pt x="1251" y="87073"/>
                  <a:pt x="1251" y="87044"/>
                </a:cubicBezTo>
                <a:cubicBezTo>
                  <a:pt x="1251" y="87029"/>
                  <a:pt x="1266" y="87015"/>
                  <a:pt x="1266" y="87000"/>
                </a:cubicBezTo>
                <a:close/>
                <a:moveTo>
                  <a:pt x="1383" y="87044"/>
                </a:moveTo>
                <a:cubicBezTo>
                  <a:pt x="1383" y="87088"/>
                  <a:pt x="1398" y="87118"/>
                  <a:pt x="1413" y="87147"/>
                </a:cubicBezTo>
                <a:cubicBezTo>
                  <a:pt x="1413" y="87162"/>
                  <a:pt x="1398" y="87162"/>
                  <a:pt x="1398" y="87176"/>
                </a:cubicBezTo>
                <a:cubicBezTo>
                  <a:pt x="1383" y="87162"/>
                  <a:pt x="1383" y="87118"/>
                  <a:pt x="1369" y="87088"/>
                </a:cubicBezTo>
                <a:cubicBezTo>
                  <a:pt x="1369" y="87073"/>
                  <a:pt x="1383" y="87073"/>
                  <a:pt x="1383" y="87044"/>
                </a:cubicBezTo>
                <a:close/>
                <a:moveTo>
                  <a:pt x="7005" y="79848"/>
                </a:moveTo>
                <a:lnTo>
                  <a:pt x="7005" y="79848"/>
                </a:lnTo>
                <a:cubicBezTo>
                  <a:pt x="6461" y="80819"/>
                  <a:pt x="5784" y="81673"/>
                  <a:pt x="5136" y="82453"/>
                </a:cubicBezTo>
                <a:cubicBezTo>
                  <a:pt x="4945" y="82673"/>
                  <a:pt x="4783" y="82879"/>
                  <a:pt x="4592" y="83100"/>
                </a:cubicBezTo>
                <a:cubicBezTo>
                  <a:pt x="3488" y="84425"/>
                  <a:pt x="2355" y="85764"/>
                  <a:pt x="1531" y="87265"/>
                </a:cubicBezTo>
                <a:cubicBezTo>
                  <a:pt x="1516" y="87235"/>
                  <a:pt x="1516" y="87191"/>
                  <a:pt x="1486" y="87162"/>
                </a:cubicBezTo>
                <a:cubicBezTo>
                  <a:pt x="2369" y="85425"/>
                  <a:pt x="3694" y="83924"/>
                  <a:pt x="4989" y="82423"/>
                </a:cubicBezTo>
                <a:lnTo>
                  <a:pt x="5239" y="82129"/>
                </a:lnTo>
                <a:cubicBezTo>
                  <a:pt x="5828" y="81452"/>
                  <a:pt x="6461" y="80687"/>
                  <a:pt x="7005" y="79848"/>
                </a:cubicBezTo>
                <a:close/>
                <a:moveTo>
                  <a:pt x="1192" y="87176"/>
                </a:moveTo>
                <a:cubicBezTo>
                  <a:pt x="1192" y="87191"/>
                  <a:pt x="1207" y="87235"/>
                  <a:pt x="1207" y="87250"/>
                </a:cubicBezTo>
                <a:cubicBezTo>
                  <a:pt x="1207" y="87265"/>
                  <a:pt x="1192" y="87294"/>
                  <a:pt x="1192" y="87294"/>
                </a:cubicBezTo>
                <a:cubicBezTo>
                  <a:pt x="1177" y="87265"/>
                  <a:pt x="1177" y="87250"/>
                  <a:pt x="1177" y="87221"/>
                </a:cubicBezTo>
                <a:cubicBezTo>
                  <a:pt x="1177" y="87191"/>
                  <a:pt x="1192" y="87176"/>
                  <a:pt x="1192" y="87176"/>
                </a:cubicBezTo>
                <a:close/>
                <a:moveTo>
                  <a:pt x="1310" y="87191"/>
                </a:moveTo>
                <a:cubicBezTo>
                  <a:pt x="1310" y="87235"/>
                  <a:pt x="1324" y="87250"/>
                  <a:pt x="1324" y="87294"/>
                </a:cubicBezTo>
                <a:cubicBezTo>
                  <a:pt x="1324" y="87309"/>
                  <a:pt x="1310" y="87324"/>
                  <a:pt x="1310" y="87338"/>
                </a:cubicBezTo>
                <a:cubicBezTo>
                  <a:pt x="1310" y="87324"/>
                  <a:pt x="1310" y="87294"/>
                  <a:pt x="1280" y="87250"/>
                </a:cubicBezTo>
                <a:cubicBezTo>
                  <a:pt x="1280" y="87235"/>
                  <a:pt x="1310" y="87221"/>
                  <a:pt x="1310" y="87191"/>
                </a:cubicBezTo>
                <a:close/>
                <a:moveTo>
                  <a:pt x="1457" y="87265"/>
                </a:moveTo>
                <a:cubicBezTo>
                  <a:pt x="1472" y="87309"/>
                  <a:pt x="1472" y="87338"/>
                  <a:pt x="1486" y="87383"/>
                </a:cubicBezTo>
                <a:cubicBezTo>
                  <a:pt x="1486" y="87397"/>
                  <a:pt x="1472" y="87412"/>
                  <a:pt x="1472" y="87412"/>
                </a:cubicBezTo>
                <a:cubicBezTo>
                  <a:pt x="1457" y="87383"/>
                  <a:pt x="1442" y="87338"/>
                  <a:pt x="1442" y="87309"/>
                </a:cubicBezTo>
                <a:cubicBezTo>
                  <a:pt x="1442" y="87294"/>
                  <a:pt x="1457" y="87294"/>
                  <a:pt x="1457" y="87265"/>
                </a:cubicBezTo>
                <a:close/>
                <a:moveTo>
                  <a:pt x="1118" y="87368"/>
                </a:moveTo>
                <a:lnTo>
                  <a:pt x="1118" y="87368"/>
                </a:lnTo>
                <a:cubicBezTo>
                  <a:pt x="1148" y="87383"/>
                  <a:pt x="1148" y="87397"/>
                  <a:pt x="1148" y="87412"/>
                </a:cubicBezTo>
                <a:lnTo>
                  <a:pt x="1148" y="87441"/>
                </a:lnTo>
                <a:cubicBezTo>
                  <a:pt x="1118" y="87412"/>
                  <a:pt x="1118" y="87397"/>
                  <a:pt x="1118" y="87368"/>
                </a:cubicBezTo>
                <a:close/>
                <a:moveTo>
                  <a:pt x="6755" y="80436"/>
                </a:moveTo>
                <a:lnTo>
                  <a:pt x="6755" y="80436"/>
                </a:lnTo>
                <a:cubicBezTo>
                  <a:pt x="6240" y="81349"/>
                  <a:pt x="5636" y="82158"/>
                  <a:pt x="5092" y="82835"/>
                </a:cubicBezTo>
                <a:cubicBezTo>
                  <a:pt x="4842" y="83144"/>
                  <a:pt x="4577" y="83483"/>
                  <a:pt x="4327" y="83792"/>
                </a:cubicBezTo>
                <a:cubicBezTo>
                  <a:pt x="3355" y="84969"/>
                  <a:pt x="2369" y="86190"/>
                  <a:pt x="1619" y="87515"/>
                </a:cubicBezTo>
                <a:cubicBezTo>
                  <a:pt x="1604" y="87471"/>
                  <a:pt x="1604" y="87441"/>
                  <a:pt x="1575" y="87397"/>
                </a:cubicBezTo>
                <a:cubicBezTo>
                  <a:pt x="2414" y="85867"/>
                  <a:pt x="3547" y="84513"/>
                  <a:pt x="4665" y="83159"/>
                </a:cubicBezTo>
                <a:cubicBezTo>
                  <a:pt x="4856" y="82953"/>
                  <a:pt x="5033" y="82747"/>
                  <a:pt x="5210" y="82526"/>
                </a:cubicBezTo>
                <a:cubicBezTo>
                  <a:pt x="5725" y="81893"/>
                  <a:pt x="6269" y="81202"/>
                  <a:pt x="6755" y="80436"/>
                </a:cubicBezTo>
                <a:close/>
                <a:moveTo>
                  <a:pt x="1236" y="87383"/>
                </a:moveTo>
                <a:cubicBezTo>
                  <a:pt x="1236" y="87412"/>
                  <a:pt x="1251" y="87441"/>
                  <a:pt x="1251" y="87471"/>
                </a:cubicBezTo>
                <a:cubicBezTo>
                  <a:pt x="1251" y="87486"/>
                  <a:pt x="1236" y="87515"/>
                  <a:pt x="1236" y="87530"/>
                </a:cubicBezTo>
                <a:cubicBezTo>
                  <a:pt x="1236" y="87486"/>
                  <a:pt x="1221" y="87456"/>
                  <a:pt x="1221" y="87441"/>
                </a:cubicBezTo>
                <a:cubicBezTo>
                  <a:pt x="1221" y="87412"/>
                  <a:pt x="1236" y="87397"/>
                  <a:pt x="1236" y="87383"/>
                </a:cubicBezTo>
                <a:close/>
                <a:moveTo>
                  <a:pt x="1383" y="87412"/>
                </a:moveTo>
                <a:cubicBezTo>
                  <a:pt x="1398" y="87456"/>
                  <a:pt x="1398" y="87486"/>
                  <a:pt x="1413" y="87515"/>
                </a:cubicBezTo>
                <a:cubicBezTo>
                  <a:pt x="1398" y="87530"/>
                  <a:pt x="1398" y="87544"/>
                  <a:pt x="1383" y="87559"/>
                </a:cubicBezTo>
                <a:cubicBezTo>
                  <a:pt x="1369" y="87544"/>
                  <a:pt x="1369" y="87515"/>
                  <a:pt x="1339" y="87471"/>
                </a:cubicBezTo>
                <a:cubicBezTo>
                  <a:pt x="1369" y="87456"/>
                  <a:pt x="1369" y="87441"/>
                  <a:pt x="1383" y="87412"/>
                </a:cubicBezTo>
                <a:close/>
                <a:moveTo>
                  <a:pt x="1045" y="87530"/>
                </a:moveTo>
                <a:cubicBezTo>
                  <a:pt x="1045" y="87544"/>
                  <a:pt x="1045" y="87559"/>
                  <a:pt x="1060" y="87589"/>
                </a:cubicBezTo>
                <a:lnTo>
                  <a:pt x="1060" y="87603"/>
                </a:lnTo>
                <a:cubicBezTo>
                  <a:pt x="1045" y="87589"/>
                  <a:pt x="1045" y="87559"/>
                  <a:pt x="1045" y="87544"/>
                </a:cubicBezTo>
                <a:lnTo>
                  <a:pt x="1045" y="87530"/>
                </a:lnTo>
                <a:close/>
                <a:moveTo>
                  <a:pt x="1163" y="87559"/>
                </a:moveTo>
                <a:cubicBezTo>
                  <a:pt x="1163" y="87589"/>
                  <a:pt x="1177" y="87618"/>
                  <a:pt x="1177" y="87633"/>
                </a:cubicBezTo>
                <a:cubicBezTo>
                  <a:pt x="1177" y="87633"/>
                  <a:pt x="1177" y="87662"/>
                  <a:pt x="1163" y="87662"/>
                </a:cubicBezTo>
                <a:lnTo>
                  <a:pt x="1163" y="87589"/>
                </a:lnTo>
                <a:lnTo>
                  <a:pt x="1163" y="87559"/>
                </a:lnTo>
                <a:close/>
                <a:moveTo>
                  <a:pt x="1516" y="87486"/>
                </a:moveTo>
                <a:cubicBezTo>
                  <a:pt x="1531" y="87530"/>
                  <a:pt x="1531" y="87559"/>
                  <a:pt x="1545" y="87603"/>
                </a:cubicBezTo>
                <a:cubicBezTo>
                  <a:pt x="1545" y="87618"/>
                  <a:pt x="1531" y="87633"/>
                  <a:pt x="1531" y="87662"/>
                </a:cubicBezTo>
                <a:cubicBezTo>
                  <a:pt x="1516" y="87603"/>
                  <a:pt x="1516" y="87559"/>
                  <a:pt x="1486" y="87530"/>
                </a:cubicBezTo>
                <a:cubicBezTo>
                  <a:pt x="1486" y="87515"/>
                  <a:pt x="1516" y="87486"/>
                  <a:pt x="1516" y="87486"/>
                </a:cubicBezTo>
                <a:close/>
                <a:moveTo>
                  <a:pt x="1280" y="87589"/>
                </a:moveTo>
                <a:cubicBezTo>
                  <a:pt x="1280" y="87618"/>
                  <a:pt x="1310" y="87633"/>
                  <a:pt x="1310" y="87677"/>
                </a:cubicBezTo>
                <a:cubicBezTo>
                  <a:pt x="1280" y="87692"/>
                  <a:pt x="1280" y="87706"/>
                  <a:pt x="1266" y="87736"/>
                </a:cubicBezTo>
                <a:cubicBezTo>
                  <a:pt x="1280" y="87706"/>
                  <a:pt x="1266" y="87677"/>
                  <a:pt x="1266" y="87633"/>
                </a:cubicBezTo>
                <a:cubicBezTo>
                  <a:pt x="1266" y="87618"/>
                  <a:pt x="1280" y="87603"/>
                  <a:pt x="1280" y="87589"/>
                </a:cubicBezTo>
                <a:close/>
                <a:moveTo>
                  <a:pt x="6534" y="80996"/>
                </a:moveTo>
                <a:cubicBezTo>
                  <a:pt x="6107" y="81702"/>
                  <a:pt x="5636" y="82438"/>
                  <a:pt x="5048" y="83203"/>
                </a:cubicBezTo>
                <a:cubicBezTo>
                  <a:pt x="4724" y="83630"/>
                  <a:pt x="4386" y="84057"/>
                  <a:pt x="4062" y="84454"/>
                </a:cubicBezTo>
                <a:cubicBezTo>
                  <a:pt x="3223" y="85499"/>
                  <a:pt x="2369" y="86573"/>
                  <a:pt x="1692" y="87736"/>
                </a:cubicBezTo>
                <a:cubicBezTo>
                  <a:pt x="1678" y="87692"/>
                  <a:pt x="1648" y="87662"/>
                  <a:pt x="1648" y="87603"/>
                </a:cubicBezTo>
                <a:cubicBezTo>
                  <a:pt x="2414" y="86264"/>
                  <a:pt x="3414" y="85043"/>
                  <a:pt x="4400" y="83851"/>
                </a:cubicBezTo>
                <a:cubicBezTo>
                  <a:pt x="4650" y="83542"/>
                  <a:pt x="4915" y="83203"/>
                  <a:pt x="5165" y="82894"/>
                </a:cubicBezTo>
                <a:cubicBezTo>
                  <a:pt x="5607" y="82335"/>
                  <a:pt x="6093" y="81702"/>
                  <a:pt x="6534" y="80996"/>
                </a:cubicBezTo>
                <a:close/>
                <a:moveTo>
                  <a:pt x="1442" y="87618"/>
                </a:moveTo>
                <a:cubicBezTo>
                  <a:pt x="1457" y="87662"/>
                  <a:pt x="1457" y="87692"/>
                  <a:pt x="1472" y="87736"/>
                </a:cubicBezTo>
                <a:cubicBezTo>
                  <a:pt x="1457" y="87750"/>
                  <a:pt x="1457" y="87765"/>
                  <a:pt x="1442" y="87809"/>
                </a:cubicBezTo>
                <a:cubicBezTo>
                  <a:pt x="1413" y="87765"/>
                  <a:pt x="1413" y="87736"/>
                  <a:pt x="1398" y="87692"/>
                </a:cubicBezTo>
                <a:cubicBezTo>
                  <a:pt x="1413" y="87677"/>
                  <a:pt x="1413" y="87662"/>
                  <a:pt x="1442" y="87618"/>
                </a:cubicBezTo>
                <a:close/>
                <a:moveTo>
                  <a:pt x="1104" y="87706"/>
                </a:moveTo>
                <a:cubicBezTo>
                  <a:pt x="1104" y="87736"/>
                  <a:pt x="1104" y="87750"/>
                  <a:pt x="1118" y="87780"/>
                </a:cubicBezTo>
                <a:cubicBezTo>
                  <a:pt x="1118" y="87809"/>
                  <a:pt x="1118" y="87809"/>
                  <a:pt x="1104" y="87824"/>
                </a:cubicBezTo>
                <a:cubicBezTo>
                  <a:pt x="1104" y="87809"/>
                  <a:pt x="1089" y="87765"/>
                  <a:pt x="1089" y="87750"/>
                </a:cubicBezTo>
                <a:cubicBezTo>
                  <a:pt x="1089" y="87736"/>
                  <a:pt x="1089" y="87736"/>
                  <a:pt x="1104" y="87706"/>
                </a:cubicBezTo>
                <a:close/>
                <a:moveTo>
                  <a:pt x="1575" y="87692"/>
                </a:moveTo>
                <a:cubicBezTo>
                  <a:pt x="1604" y="87736"/>
                  <a:pt x="1604" y="87765"/>
                  <a:pt x="1619" y="87809"/>
                </a:cubicBezTo>
                <a:cubicBezTo>
                  <a:pt x="1619" y="87824"/>
                  <a:pt x="1604" y="87839"/>
                  <a:pt x="1604" y="87853"/>
                </a:cubicBezTo>
                <a:cubicBezTo>
                  <a:pt x="1589" y="87824"/>
                  <a:pt x="1589" y="87780"/>
                  <a:pt x="1560" y="87750"/>
                </a:cubicBezTo>
                <a:cubicBezTo>
                  <a:pt x="1560" y="87736"/>
                  <a:pt x="1575" y="87706"/>
                  <a:pt x="1575" y="87692"/>
                </a:cubicBezTo>
                <a:close/>
                <a:moveTo>
                  <a:pt x="1207" y="87750"/>
                </a:moveTo>
                <a:cubicBezTo>
                  <a:pt x="1207" y="87780"/>
                  <a:pt x="1236" y="87809"/>
                  <a:pt x="1236" y="87839"/>
                </a:cubicBezTo>
                <a:cubicBezTo>
                  <a:pt x="1236" y="87848"/>
                  <a:pt x="1223" y="87852"/>
                  <a:pt x="1215" y="87861"/>
                </a:cubicBezTo>
                <a:lnTo>
                  <a:pt x="1215" y="87861"/>
                </a:lnTo>
                <a:cubicBezTo>
                  <a:pt x="1220" y="87838"/>
                  <a:pt x="1214" y="87813"/>
                  <a:pt x="1192" y="87780"/>
                </a:cubicBezTo>
                <a:cubicBezTo>
                  <a:pt x="1192" y="87765"/>
                  <a:pt x="1192" y="87765"/>
                  <a:pt x="1207" y="87750"/>
                </a:cubicBezTo>
                <a:close/>
                <a:moveTo>
                  <a:pt x="1369" y="87809"/>
                </a:moveTo>
                <a:cubicBezTo>
                  <a:pt x="1383" y="87839"/>
                  <a:pt x="1383" y="87883"/>
                  <a:pt x="1398" y="87912"/>
                </a:cubicBezTo>
                <a:cubicBezTo>
                  <a:pt x="1383" y="87927"/>
                  <a:pt x="1383" y="87956"/>
                  <a:pt x="1369" y="87971"/>
                </a:cubicBezTo>
                <a:cubicBezTo>
                  <a:pt x="1339" y="87927"/>
                  <a:pt x="1324" y="87898"/>
                  <a:pt x="1324" y="87853"/>
                </a:cubicBezTo>
                <a:cubicBezTo>
                  <a:pt x="1339" y="87839"/>
                  <a:pt x="1339" y="87824"/>
                  <a:pt x="1369" y="87809"/>
                </a:cubicBezTo>
                <a:close/>
                <a:moveTo>
                  <a:pt x="1148" y="87912"/>
                </a:moveTo>
                <a:cubicBezTo>
                  <a:pt x="1148" y="87927"/>
                  <a:pt x="1163" y="87971"/>
                  <a:pt x="1163" y="87986"/>
                </a:cubicBezTo>
                <a:cubicBezTo>
                  <a:pt x="1163" y="88001"/>
                  <a:pt x="1148" y="88001"/>
                  <a:pt x="1148" y="88030"/>
                </a:cubicBezTo>
                <a:cubicBezTo>
                  <a:pt x="1148" y="88001"/>
                  <a:pt x="1148" y="87986"/>
                  <a:pt x="1118" y="87956"/>
                </a:cubicBezTo>
                <a:cubicBezTo>
                  <a:pt x="1118" y="87927"/>
                  <a:pt x="1148" y="87927"/>
                  <a:pt x="1148" y="87912"/>
                </a:cubicBezTo>
                <a:close/>
                <a:moveTo>
                  <a:pt x="1516" y="87839"/>
                </a:moveTo>
                <a:cubicBezTo>
                  <a:pt x="1531" y="87883"/>
                  <a:pt x="1531" y="87912"/>
                  <a:pt x="1545" y="87956"/>
                </a:cubicBezTo>
                <a:cubicBezTo>
                  <a:pt x="1531" y="87971"/>
                  <a:pt x="1516" y="88001"/>
                  <a:pt x="1516" y="88030"/>
                </a:cubicBezTo>
                <a:cubicBezTo>
                  <a:pt x="1486" y="87986"/>
                  <a:pt x="1486" y="87956"/>
                  <a:pt x="1472" y="87912"/>
                </a:cubicBezTo>
                <a:cubicBezTo>
                  <a:pt x="1486" y="87898"/>
                  <a:pt x="1486" y="87853"/>
                  <a:pt x="1516" y="87839"/>
                </a:cubicBezTo>
                <a:close/>
                <a:moveTo>
                  <a:pt x="1266" y="87971"/>
                </a:moveTo>
                <a:cubicBezTo>
                  <a:pt x="1266" y="88001"/>
                  <a:pt x="1280" y="88030"/>
                  <a:pt x="1280" y="88059"/>
                </a:cubicBezTo>
                <a:cubicBezTo>
                  <a:pt x="1280" y="88074"/>
                  <a:pt x="1266" y="88074"/>
                  <a:pt x="1266" y="88104"/>
                </a:cubicBezTo>
                <a:cubicBezTo>
                  <a:pt x="1266" y="88059"/>
                  <a:pt x="1266" y="88045"/>
                  <a:pt x="1251" y="88001"/>
                </a:cubicBezTo>
                <a:cubicBezTo>
                  <a:pt x="1251" y="87986"/>
                  <a:pt x="1266" y="87986"/>
                  <a:pt x="1266" y="87971"/>
                </a:cubicBezTo>
                <a:close/>
                <a:moveTo>
                  <a:pt x="1089" y="88104"/>
                </a:moveTo>
                <a:cubicBezTo>
                  <a:pt x="1089" y="88118"/>
                  <a:pt x="1104" y="88148"/>
                  <a:pt x="1104" y="88162"/>
                </a:cubicBezTo>
                <a:cubicBezTo>
                  <a:pt x="1104" y="88162"/>
                  <a:pt x="1104" y="88192"/>
                  <a:pt x="1089" y="88192"/>
                </a:cubicBezTo>
                <a:cubicBezTo>
                  <a:pt x="1089" y="88177"/>
                  <a:pt x="1074" y="88133"/>
                  <a:pt x="1074" y="88118"/>
                </a:cubicBezTo>
                <a:cubicBezTo>
                  <a:pt x="1074" y="88118"/>
                  <a:pt x="1074" y="88104"/>
                  <a:pt x="1089" y="88104"/>
                </a:cubicBezTo>
                <a:close/>
                <a:moveTo>
                  <a:pt x="1413" y="88001"/>
                </a:moveTo>
                <a:cubicBezTo>
                  <a:pt x="1428" y="88045"/>
                  <a:pt x="1428" y="88074"/>
                  <a:pt x="1457" y="88118"/>
                </a:cubicBezTo>
                <a:cubicBezTo>
                  <a:pt x="1442" y="88133"/>
                  <a:pt x="1413" y="88148"/>
                  <a:pt x="1413" y="88192"/>
                </a:cubicBezTo>
                <a:cubicBezTo>
                  <a:pt x="1398" y="88148"/>
                  <a:pt x="1398" y="88118"/>
                  <a:pt x="1383" y="88074"/>
                </a:cubicBezTo>
                <a:cubicBezTo>
                  <a:pt x="1398" y="88059"/>
                  <a:pt x="1398" y="88045"/>
                  <a:pt x="1413" y="88001"/>
                </a:cubicBezTo>
                <a:close/>
                <a:moveTo>
                  <a:pt x="1192" y="88133"/>
                </a:moveTo>
                <a:cubicBezTo>
                  <a:pt x="1192" y="88177"/>
                  <a:pt x="1207" y="88192"/>
                  <a:pt x="1207" y="88221"/>
                </a:cubicBezTo>
                <a:cubicBezTo>
                  <a:pt x="1207" y="88251"/>
                  <a:pt x="1192" y="88265"/>
                  <a:pt x="1192" y="88265"/>
                </a:cubicBezTo>
                <a:cubicBezTo>
                  <a:pt x="1192" y="88221"/>
                  <a:pt x="1177" y="88207"/>
                  <a:pt x="1177" y="88177"/>
                </a:cubicBezTo>
                <a:cubicBezTo>
                  <a:pt x="1177" y="88148"/>
                  <a:pt x="1192" y="88133"/>
                  <a:pt x="1192" y="88133"/>
                </a:cubicBezTo>
                <a:close/>
                <a:moveTo>
                  <a:pt x="1324" y="88177"/>
                </a:moveTo>
                <a:cubicBezTo>
                  <a:pt x="1339" y="88207"/>
                  <a:pt x="1339" y="88251"/>
                  <a:pt x="1369" y="88280"/>
                </a:cubicBezTo>
                <a:cubicBezTo>
                  <a:pt x="1339" y="88295"/>
                  <a:pt x="1339" y="88324"/>
                  <a:pt x="1339" y="88324"/>
                </a:cubicBezTo>
                <a:cubicBezTo>
                  <a:pt x="1324" y="88280"/>
                  <a:pt x="1324" y="88251"/>
                  <a:pt x="1310" y="88207"/>
                </a:cubicBezTo>
                <a:cubicBezTo>
                  <a:pt x="1310" y="88192"/>
                  <a:pt x="1324" y="88192"/>
                  <a:pt x="1324" y="88177"/>
                </a:cubicBezTo>
                <a:close/>
                <a:moveTo>
                  <a:pt x="1001" y="88251"/>
                </a:moveTo>
                <a:cubicBezTo>
                  <a:pt x="1015" y="88280"/>
                  <a:pt x="1030" y="88295"/>
                  <a:pt x="1030" y="88324"/>
                </a:cubicBezTo>
                <a:cubicBezTo>
                  <a:pt x="1030" y="88324"/>
                  <a:pt x="1030" y="88339"/>
                  <a:pt x="1015" y="88339"/>
                </a:cubicBezTo>
                <a:cubicBezTo>
                  <a:pt x="1015" y="88324"/>
                  <a:pt x="1015" y="88295"/>
                  <a:pt x="1001" y="88265"/>
                </a:cubicBezTo>
                <a:lnTo>
                  <a:pt x="1001" y="88251"/>
                </a:lnTo>
                <a:close/>
                <a:moveTo>
                  <a:pt x="1118" y="88280"/>
                </a:moveTo>
                <a:cubicBezTo>
                  <a:pt x="1118" y="88295"/>
                  <a:pt x="1133" y="88339"/>
                  <a:pt x="1133" y="88354"/>
                </a:cubicBezTo>
                <a:cubicBezTo>
                  <a:pt x="1133" y="88368"/>
                  <a:pt x="1118" y="88368"/>
                  <a:pt x="1118" y="88398"/>
                </a:cubicBezTo>
                <a:cubicBezTo>
                  <a:pt x="1118" y="88368"/>
                  <a:pt x="1118" y="88354"/>
                  <a:pt x="1104" y="88324"/>
                </a:cubicBezTo>
                <a:cubicBezTo>
                  <a:pt x="1104" y="88295"/>
                  <a:pt x="1104" y="88295"/>
                  <a:pt x="1118" y="88280"/>
                </a:cubicBezTo>
                <a:close/>
                <a:moveTo>
                  <a:pt x="1251" y="88339"/>
                </a:moveTo>
                <a:cubicBezTo>
                  <a:pt x="1251" y="88368"/>
                  <a:pt x="1266" y="88413"/>
                  <a:pt x="1295" y="88427"/>
                </a:cubicBezTo>
                <a:cubicBezTo>
                  <a:pt x="1266" y="88442"/>
                  <a:pt x="1266" y="88472"/>
                  <a:pt x="1251" y="88486"/>
                </a:cubicBezTo>
                <a:cubicBezTo>
                  <a:pt x="1251" y="88442"/>
                  <a:pt x="1236" y="88413"/>
                  <a:pt x="1236" y="88398"/>
                </a:cubicBezTo>
                <a:cubicBezTo>
                  <a:pt x="1236" y="88368"/>
                  <a:pt x="1251" y="88354"/>
                  <a:pt x="1251" y="88339"/>
                </a:cubicBezTo>
                <a:close/>
                <a:moveTo>
                  <a:pt x="1060" y="88442"/>
                </a:moveTo>
                <a:cubicBezTo>
                  <a:pt x="1060" y="88472"/>
                  <a:pt x="1089" y="88501"/>
                  <a:pt x="1089" y="88516"/>
                </a:cubicBezTo>
                <a:cubicBezTo>
                  <a:pt x="1089" y="88545"/>
                  <a:pt x="1060" y="88545"/>
                  <a:pt x="1060" y="88560"/>
                </a:cubicBezTo>
                <a:cubicBezTo>
                  <a:pt x="1045" y="88545"/>
                  <a:pt x="1045" y="88516"/>
                  <a:pt x="1045" y="88486"/>
                </a:cubicBezTo>
                <a:cubicBezTo>
                  <a:pt x="1045" y="88472"/>
                  <a:pt x="1045" y="88472"/>
                  <a:pt x="1060" y="88442"/>
                </a:cubicBezTo>
                <a:close/>
                <a:moveTo>
                  <a:pt x="1177" y="88501"/>
                </a:moveTo>
                <a:cubicBezTo>
                  <a:pt x="1177" y="88545"/>
                  <a:pt x="1192" y="88560"/>
                  <a:pt x="1192" y="88589"/>
                </a:cubicBezTo>
                <a:cubicBezTo>
                  <a:pt x="1192" y="88619"/>
                  <a:pt x="1192" y="88619"/>
                  <a:pt x="1177" y="88633"/>
                </a:cubicBezTo>
                <a:cubicBezTo>
                  <a:pt x="1177" y="88589"/>
                  <a:pt x="1163" y="88575"/>
                  <a:pt x="1163" y="88545"/>
                </a:cubicBezTo>
                <a:cubicBezTo>
                  <a:pt x="1163" y="88516"/>
                  <a:pt x="1177" y="88516"/>
                  <a:pt x="1177" y="88501"/>
                </a:cubicBezTo>
                <a:close/>
                <a:moveTo>
                  <a:pt x="957" y="88633"/>
                </a:moveTo>
                <a:cubicBezTo>
                  <a:pt x="1001" y="88663"/>
                  <a:pt x="1001" y="88678"/>
                  <a:pt x="1001" y="88707"/>
                </a:cubicBezTo>
                <a:cubicBezTo>
                  <a:pt x="1001" y="88707"/>
                  <a:pt x="1001" y="88722"/>
                  <a:pt x="971" y="88722"/>
                </a:cubicBezTo>
                <a:cubicBezTo>
                  <a:pt x="971" y="88707"/>
                  <a:pt x="971" y="88678"/>
                  <a:pt x="957" y="88648"/>
                </a:cubicBezTo>
                <a:lnTo>
                  <a:pt x="957" y="88633"/>
                </a:lnTo>
                <a:close/>
                <a:moveTo>
                  <a:pt x="1104" y="88663"/>
                </a:moveTo>
                <a:cubicBezTo>
                  <a:pt x="1104" y="88707"/>
                  <a:pt x="1118" y="88722"/>
                  <a:pt x="1118" y="88751"/>
                </a:cubicBezTo>
                <a:cubicBezTo>
                  <a:pt x="1118" y="88766"/>
                  <a:pt x="1104" y="88781"/>
                  <a:pt x="1104" y="88795"/>
                </a:cubicBezTo>
                <a:cubicBezTo>
                  <a:pt x="1104" y="88751"/>
                  <a:pt x="1089" y="88736"/>
                  <a:pt x="1089" y="88707"/>
                </a:cubicBezTo>
                <a:cubicBezTo>
                  <a:pt x="1089" y="88678"/>
                  <a:pt x="1104" y="88663"/>
                  <a:pt x="1104" y="88663"/>
                </a:cubicBezTo>
                <a:close/>
                <a:moveTo>
                  <a:pt x="1030" y="88854"/>
                </a:moveTo>
                <a:cubicBezTo>
                  <a:pt x="1030" y="88869"/>
                  <a:pt x="1030" y="88884"/>
                  <a:pt x="1045" y="88928"/>
                </a:cubicBezTo>
                <a:cubicBezTo>
                  <a:pt x="1045" y="88942"/>
                  <a:pt x="1030" y="88942"/>
                  <a:pt x="1030" y="88957"/>
                </a:cubicBezTo>
                <a:cubicBezTo>
                  <a:pt x="1030" y="88942"/>
                  <a:pt x="1015" y="88913"/>
                  <a:pt x="1015" y="88884"/>
                </a:cubicBezTo>
                <a:cubicBezTo>
                  <a:pt x="1015" y="88869"/>
                  <a:pt x="1015" y="88869"/>
                  <a:pt x="1030" y="88854"/>
                </a:cubicBezTo>
                <a:close/>
                <a:moveTo>
                  <a:pt x="957" y="89001"/>
                </a:moveTo>
                <a:cubicBezTo>
                  <a:pt x="957" y="89031"/>
                  <a:pt x="971" y="89045"/>
                  <a:pt x="971" y="89075"/>
                </a:cubicBezTo>
                <a:cubicBezTo>
                  <a:pt x="957" y="89075"/>
                  <a:pt x="957" y="89031"/>
                  <a:pt x="957" y="89016"/>
                </a:cubicBezTo>
                <a:lnTo>
                  <a:pt x="957" y="89001"/>
                </a:lnTo>
                <a:close/>
                <a:moveTo>
                  <a:pt x="883" y="89178"/>
                </a:moveTo>
                <a:cubicBezTo>
                  <a:pt x="898" y="89207"/>
                  <a:pt x="898" y="89222"/>
                  <a:pt x="898" y="89237"/>
                </a:cubicBezTo>
                <a:cubicBezTo>
                  <a:pt x="898" y="89237"/>
                  <a:pt x="898" y="89251"/>
                  <a:pt x="883" y="89251"/>
                </a:cubicBezTo>
                <a:lnTo>
                  <a:pt x="883" y="89207"/>
                </a:lnTo>
                <a:lnTo>
                  <a:pt x="883" y="89178"/>
                </a:lnTo>
                <a:close/>
                <a:moveTo>
                  <a:pt x="9151" y="1"/>
                </a:moveTo>
                <a:cubicBezTo>
                  <a:pt x="8699" y="1"/>
                  <a:pt x="8245" y="78"/>
                  <a:pt x="7800" y="247"/>
                </a:cubicBezTo>
                <a:lnTo>
                  <a:pt x="7844" y="320"/>
                </a:lnTo>
                <a:cubicBezTo>
                  <a:pt x="8284" y="155"/>
                  <a:pt x="8730" y="79"/>
                  <a:pt x="9173" y="79"/>
                </a:cubicBezTo>
                <a:cubicBezTo>
                  <a:pt x="10580" y="79"/>
                  <a:pt x="11953" y="849"/>
                  <a:pt x="12995" y="1969"/>
                </a:cubicBezTo>
                <a:cubicBezTo>
                  <a:pt x="12597" y="1601"/>
                  <a:pt x="12185" y="1248"/>
                  <a:pt x="11714" y="997"/>
                </a:cubicBezTo>
                <a:cubicBezTo>
                  <a:pt x="10828" y="465"/>
                  <a:pt x="9902" y="191"/>
                  <a:pt x="9007" y="191"/>
                </a:cubicBezTo>
                <a:cubicBezTo>
                  <a:pt x="8565" y="191"/>
                  <a:pt x="8130" y="258"/>
                  <a:pt x="7711" y="394"/>
                </a:cubicBezTo>
                <a:lnTo>
                  <a:pt x="7726" y="468"/>
                </a:lnTo>
                <a:cubicBezTo>
                  <a:pt x="8149" y="330"/>
                  <a:pt x="8578" y="266"/>
                  <a:pt x="9006" y="266"/>
                </a:cubicBezTo>
                <a:cubicBezTo>
                  <a:pt x="10494" y="266"/>
                  <a:pt x="11959" y="1043"/>
                  <a:pt x="13068" y="2175"/>
                </a:cubicBezTo>
                <a:cubicBezTo>
                  <a:pt x="11931" y="1095"/>
                  <a:pt x="10445" y="356"/>
                  <a:pt x="8903" y="356"/>
                </a:cubicBezTo>
                <a:cubicBezTo>
                  <a:pt x="8469" y="356"/>
                  <a:pt x="8030" y="415"/>
                  <a:pt x="7594" y="541"/>
                </a:cubicBezTo>
                <a:lnTo>
                  <a:pt x="7623" y="615"/>
                </a:lnTo>
                <a:cubicBezTo>
                  <a:pt x="8046" y="495"/>
                  <a:pt x="8471" y="439"/>
                  <a:pt x="8892" y="439"/>
                </a:cubicBezTo>
                <a:cubicBezTo>
                  <a:pt x="10538" y="439"/>
                  <a:pt x="12123" y="1291"/>
                  <a:pt x="13260" y="2498"/>
                </a:cubicBezTo>
                <a:cubicBezTo>
                  <a:pt x="12818" y="2086"/>
                  <a:pt x="12332" y="1719"/>
                  <a:pt x="11817" y="1424"/>
                </a:cubicBezTo>
                <a:cubicBezTo>
                  <a:pt x="10796" y="845"/>
                  <a:pt x="9729" y="545"/>
                  <a:pt x="8698" y="545"/>
                </a:cubicBezTo>
                <a:cubicBezTo>
                  <a:pt x="8288" y="545"/>
                  <a:pt x="7884" y="592"/>
                  <a:pt x="7491" y="688"/>
                </a:cubicBezTo>
                <a:lnTo>
                  <a:pt x="7505" y="762"/>
                </a:lnTo>
                <a:cubicBezTo>
                  <a:pt x="7888" y="668"/>
                  <a:pt x="8283" y="623"/>
                  <a:pt x="8681" y="623"/>
                </a:cubicBezTo>
                <a:cubicBezTo>
                  <a:pt x="10351" y="623"/>
                  <a:pt x="12097" y="1412"/>
                  <a:pt x="13392" y="2719"/>
                </a:cubicBezTo>
                <a:cubicBezTo>
                  <a:pt x="12043" y="1478"/>
                  <a:pt x="10270" y="721"/>
                  <a:pt x="8541" y="721"/>
                </a:cubicBezTo>
                <a:cubicBezTo>
                  <a:pt x="8157" y="721"/>
                  <a:pt x="7776" y="758"/>
                  <a:pt x="7402" y="836"/>
                </a:cubicBezTo>
                <a:lnTo>
                  <a:pt x="7417" y="909"/>
                </a:lnTo>
                <a:cubicBezTo>
                  <a:pt x="7782" y="835"/>
                  <a:pt x="8155" y="799"/>
                  <a:pt x="8531" y="799"/>
                </a:cubicBezTo>
                <a:cubicBezTo>
                  <a:pt x="10386" y="799"/>
                  <a:pt x="12316" y="1673"/>
                  <a:pt x="13686" y="3117"/>
                </a:cubicBezTo>
                <a:cubicBezTo>
                  <a:pt x="13157" y="2616"/>
                  <a:pt x="12568" y="2175"/>
                  <a:pt x="11906" y="1822"/>
                </a:cubicBezTo>
                <a:cubicBezTo>
                  <a:pt x="10775" y="1206"/>
                  <a:pt x="9550" y="888"/>
                  <a:pt x="8374" y="888"/>
                </a:cubicBezTo>
                <a:cubicBezTo>
                  <a:pt x="8005" y="888"/>
                  <a:pt x="7640" y="919"/>
                  <a:pt x="7285" y="983"/>
                </a:cubicBezTo>
                <a:lnTo>
                  <a:pt x="7299" y="1056"/>
                </a:lnTo>
                <a:cubicBezTo>
                  <a:pt x="7645" y="995"/>
                  <a:pt x="7996" y="966"/>
                  <a:pt x="8349" y="966"/>
                </a:cubicBezTo>
                <a:cubicBezTo>
                  <a:pt x="10296" y="966"/>
                  <a:pt x="12300" y="1861"/>
                  <a:pt x="13745" y="3293"/>
                </a:cubicBezTo>
                <a:cubicBezTo>
                  <a:pt x="12225" y="1900"/>
                  <a:pt x="10172" y="1063"/>
                  <a:pt x="8146" y="1063"/>
                </a:cubicBezTo>
                <a:cubicBezTo>
                  <a:pt x="7818" y="1063"/>
                  <a:pt x="7491" y="1085"/>
                  <a:pt x="7167" y="1130"/>
                </a:cubicBezTo>
                <a:lnTo>
                  <a:pt x="7196" y="1203"/>
                </a:lnTo>
                <a:cubicBezTo>
                  <a:pt x="7513" y="1158"/>
                  <a:pt x="7833" y="1137"/>
                  <a:pt x="8155" y="1137"/>
                </a:cubicBezTo>
                <a:cubicBezTo>
                  <a:pt x="10254" y="1137"/>
                  <a:pt x="12405" y="2069"/>
                  <a:pt x="13937" y="3587"/>
                </a:cubicBezTo>
                <a:cubicBezTo>
                  <a:pt x="12339" y="2133"/>
                  <a:pt x="10145" y="1228"/>
                  <a:pt x="7952" y="1228"/>
                </a:cubicBezTo>
                <a:cubicBezTo>
                  <a:pt x="7660" y="1228"/>
                  <a:pt x="7369" y="1244"/>
                  <a:pt x="7079" y="1277"/>
                </a:cubicBezTo>
                <a:lnTo>
                  <a:pt x="7079" y="1351"/>
                </a:lnTo>
                <a:cubicBezTo>
                  <a:pt x="7363" y="1320"/>
                  <a:pt x="7648" y="1305"/>
                  <a:pt x="7934" y="1305"/>
                </a:cubicBezTo>
                <a:cubicBezTo>
                  <a:pt x="10237" y="1305"/>
                  <a:pt x="12545" y="2286"/>
                  <a:pt x="14143" y="3897"/>
                </a:cubicBezTo>
                <a:cubicBezTo>
                  <a:pt x="13539" y="3337"/>
                  <a:pt x="12818" y="2852"/>
                  <a:pt x="12038" y="2454"/>
                </a:cubicBezTo>
                <a:cubicBezTo>
                  <a:pt x="10678" y="1762"/>
                  <a:pt x="9157" y="1392"/>
                  <a:pt x="7695" y="1392"/>
                </a:cubicBezTo>
                <a:cubicBezTo>
                  <a:pt x="7448" y="1392"/>
                  <a:pt x="7203" y="1403"/>
                  <a:pt x="6961" y="1424"/>
                </a:cubicBezTo>
                <a:lnTo>
                  <a:pt x="6961" y="1498"/>
                </a:lnTo>
                <a:cubicBezTo>
                  <a:pt x="7195" y="1478"/>
                  <a:pt x="7429" y="1469"/>
                  <a:pt x="7664" y="1469"/>
                </a:cubicBezTo>
                <a:cubicBezTo>
                  <a:pt x="10108" y="1469"/>
                  <a:pt x="12583" y="2497"/>
                  <a:pt x="14275" y="4161"/>
                </a:cubicBezTo>
                <a:cubicBezTo>
                  <a:pt x="12492" y="2542"/>
                  <a:pt x="9992" y="1552"/>
                  <a:pt x="7460" y="1552"/>
                </a:cubicBezTo>
                <a:cubicBezTo>
                  <a:pt x="7255" y="1552"/>
                  <a:pt x="7049" y="1558"/>
                  <a:pt x="6843" y="1571"/>
                </a:cubicBezTo>
                <a:lnTo>
                  <a:pt x="6843" y="1645"/>
                </a:lnTo>
                <a:cubicBezTo>
                  <a:pt x="7017" y="1636"/>
                  <a:pt x="7190" y="1631"/>
                  <a:pt x="7363" y="1631"/>
                </a:cubicBezTo>
                <a:cubicBezTo>
                  <a:pt x="9997" y="1631"/>
                  <a:pt x="12584" y="2670"/>
                  <a:pt x="14393" y="4382"/>
                </a:cubicBezTo>
                <a:cubicBezTo>
                  <a:pt x="12488" y="2690"/>
                  <a:pt x="9800" y="1685"/>
                  <a:pt x="7032" y="1685"/>
                </a:cubicBezTo>
                <a:cubicBezTo>
                  <a:pt x="6935" y="1685"/>
                  <a:pt x="6838" y="1687"/>
                  <a:pt x="6740" y="1689"/>
                </a:cubicBezTo>
                <a:lnTo>
                  <a:pt x="6740" y="1763"/>
                </a:lnTo>
                <a:cubicBezTo>
                  <a:pt x="6853" y="1759"/>
                  <a:pt x="6966" y="1758"/>
                  <a:pt x="7078" y="1758"/>
                </a:cubicBezTo>
                <a:cubicBezTo>
                  <a:pt x="9873" y="1758"/>
                  <a:pt x="12570" y="2803"/>
                  <a:pt x="14437" y="4529"/>
                </a:cubicBezTo>
                <a:lnTo>
                  <a:pt x="14437" y="4544"/>
                </a:lnTo>
                <a:cubicBezTo>
                  <a:pt x="13760" y="3970"/>
                  <a:pt x="13009" y="3484"/>
                  <a:pt x="12141" y="3072"/>
                </a:cubicBezTo>
                <a:cubicBezTo>
                  <a:pt x="10518" y="2289"/>
                  <a:pt x="8632" y="1864"/>
                  <a:pt x="6805" y="1864"/>
                </a:cubicBezTo>
                <a:cubicBezTo>
                  <a:pt x="6744" y="1864"/>
                  <a:pt x="6683" y="1865"/>
                  <a:pt x="6622" y="1866"/>
                </a:cubicBezTo>
                <a:lnTo>
                  <a:pt x="6622" y="1939"/>
                </a:lnTo>
                <a:cubicBezTo>
                  <a:pt x="6665" y="1939"/>
                  <a:pt x="6707" y="1939"/>
                  <a:pt x="6749" y="1939"/>
                </a:cubicBezTo>
                <a:cubicBezTo>
                  <a:pt x="9733" y="1939"/>
                  <a:pt x="12522" y="2964"/>
                  <a:pt x="14496" y="4691"/>
                </a:cubicBezTo>
                <a:cubicBezTo>
                  <a:pt x="14496" y="4706"/>
                  <a:pt x="14496" y="4706"/>
                  <a:pt x="14510" y="4735"/>
                </a:cubicBezTo>
                <a:cubicBezTo>
                  <a:pt x="13833" y="4176"/>
                  <a:pt x="13054" y="3676"/>
                  <a:pt x="12200" y="3278"/>
                </a:cubicBezTo>
                <a:cubicBezTo>
                  <a:pt x="10463" y="2469"/>
                  <a:pt x="8521" y="2028"/>
                  <a:pt x="6534" y="1983"/>
                </a:cubicBezTo>
                <a:lnTo>
                  <a:pt x="6534" y="2057"/>
                </a:lnTo>
                <a:cubicBezTo>
                  <a:pt x="9625" y="2116"/>
                  <a:pt x="12524" y="3161"/>
                  <a:pt x="14569" y="4883"/>
                </a:cubicBezTo>
                <a:lnTo>
                  <a:pt x="14569" y="4897"/>
                </a:lnTo>
                <a:cubicBezTo>
                  <a:pt x="13892" y="4367"/>
                  <a:pt x="13112" y="3882"/>
                  <a:pt x="12259" y="3484"/>
                </a:cubicBezTo>
                <a:cubicBezTo>
                  <a:pt x="10508" y="2675"/>
                  <a:pt x="8506" y="2204"/>
                  <a:pt x="6416" y="2131"/>
                </a:cubicBezTo>
                <a:lnTo>
                  <a:pt x="6416" y="2204"/>
                </a:lnTo>
                <a:cubicBezTo>
                  <a:pt x="9051" y="2307"/>
                  <a:pt x="12229" y="3131"/>
                  <a:pt x="14613" y="5030"/>
                </a:cubicBezTo>
                <a:cubicBezTo>
                  <a:pt x="14613" y="5044"/>
                  <a:pt x="14613" y="5044"/>
                  <a:pt x="14628" y="5059"/>
                </a:cubicBezTo>
                <a:cubicBezTo>
                  <a:pt x="13951" y="4544"/>
                  <a:pt x="13171" y="4088"/>
                  <a:pt x="12303" y="3676"/>
                </a:cubicBezTo>
                <a:cubicBezTo>
                  <a:pt x="10537" y="2896"/>
                  <a:pt x="8477" y="2395"/>
                  <a:pt x="6328" y="2263"/>
                </a:cubicBezTo>
                <a:lnTo>
                  <a:pt x="6328" y="2337"/>
                </a:lnTo>
                <a:cubicBezTo>
                  <a:pt x="9639" y="2528"/>
                  <a:pt x="12568" y="3558"/>
                  <a:pt x="14658" y="5192"/>
                </a:cubicBezTo>
                <a:cubicBezTo>
                  <a:pt x="14658" y="5206"/>
                  <a:pt x="14658" y="5221"/>
                  <a:pt x="14687" y="5250"/>
                </a:cubicBezTo>
                <a:cubicBezTo>
                  <a:pt x="12553" y="3676"/>
                  <a:pt x="9625" y="2690"/>
                  <a:pt x="6240" y="2425"/>
                </a:cubicBezTo>
                <a:lnTo>
                  <a:pt x="6240" y="2498"/>
                </a:lnTo>
                <a:cubicBezTo>
                  <a:pt x="9654" y="2763"/>
                  <a:pt x="12597" y="3764"/>
                  <a:pt x="14716" y="5368"/>
                </a:cubicBezTo>
                <a:cubicBezTo>
                  <a:pt x="14716" y="5383"/>
                  <a:pt x="14716" y="5412"/>
                  <a:pt x="14731" y="5427"/>
                </a:cubicBezTo>
                <a:cubicBezTo>
                  <a:pt x="11935" y="3440"/>
                  <a:pt x="8374" y="2793"/>
                  <a:pt x="6137" y="2572"/>
                </a:cubicBezTo>
                <a:lnTo>
                  <a:pt x="6137" y="2646"/>
                </a:lnTo>
                <a:cubicBezTo>
                  <a:pt x="8388" y="2866"/>
                  <a:pt x="11994" y="3514"/>
                  <a:pt x="14775" y="5530"/>
                </a:cubicBezTo>
                <a:cubicBezTo>
                  <a:pt x="14775" y="5559"/>
                  <a:pt x="14775" y="5574"/>
                  <a:pt x="14790" y="5589"/>
                </a:cubicBezTo>
                <a:cubicBezTo>
                  <a:pt x="14084" y="5118"/>
                  <a:pt x="13318" y="4691"/>
                  <a:pt x="12465" y="4323"/>
                </a:cubicBezTo>
                <a:cubicBezTo>
                  <a:pt x="10669" y="3529"/>
                  <a:pt x="8506" y="2999"/>
                  <a:pt x="6048" y="2719"/>
                </a:cubicBezTo>
                <a:lnTo>
                  <a:pt x="6048" y="2793"/>
                </a:lnTo>
                <a:cubicBezTo>
                  <a:pt x="8786" y="3102"/>
                  <a:pt x="12200" y="3867"/>
                  <a:pt x="14820" y="5707"/>
                </a:cubicBezTo>
                <a:lnTo>
                  <a:pt x="14820" y="5751"/>
                </a:lnTo>
                <a:cubicBezTo>
                  <a:pt x="12656" y="4309"/>
                  <a:pt x="9713" y="3352"/>
                  <a:pt x="5960" y="2866"/>
                </a:cubicBezTo>
                <a:lnTo>
                  <a:pt x="5945" y="2940"/>
                </a:lnTo>
                <a:cubicBezTo>
                  <a:pt x="9728" y="3440"/>
                  <a:pt x="12671" y="4397"/>
                  <a:pt x="14849" y="5869"/>
                </a:cubicBezTo>
                <a:cubicBezTo>
                  <a:pt x="14849" y="5883"/>
                  <a:pt x="14864" y="5927"/>
                  <a:pt x="14864" y="5942"/>
                </a:cubicBezTo>
                <a:cubicBezTo>
                  <a:pt x="12068" y="4117"/>
                  <a:pt x="8550" y="3396"/>
                  <a:pt x="5842" y="3014"/>
                </a:cubicBezTo>
                <a:lnTo>
                  <a:pt x="5828" y="3087"/>
                </a:lnTo>
                <a:cubicBezTo>
                  <a:pt x="8550" y="3470"/>
                  <a:pt x="12068" y="4206"/>
                  <a:pt x="14878" y="6045"/>
                </a:cubicBezTo>
                <a:cubicBezTo>
                  <a:pt x="14878" y="6089"/>
                  <a:pt x="14893" y="6104"/>
                  <a:pt x="14893" y="6148"/>
                </a:cubicBezTo>
                <a:cubicBezTo>
                  <a:pt x="12141" y="4412"/>
                  <a:pt x="8727" y="3646"/>
                  <a:pt x="5739" y="3161"/>
                </a:cubicBezTo>
                <a:lnTo>
                  <a:pt x="5725" y="3234"/>
                </a:lnTo>
                <a:cubicBezTo>
                  <a:pt x="8697" y="3720"/>
                  <a:pt x="12156" y="4485"/>
                  <a:pt x="14908" y="6236"/>
                </a:cubicBezTo>
                <a:cubicBezTo>
                  <a:pt x="14908" y="6251"/>
                  <a:pt x="14908" y="6266"/>
                  <a:pt x="14923" y="6295"/>
                </a:cubicBezTo>
                <a:cubicBezTo>
                  <a:pt x="12274" y="4676"/>
                  <a:pt x="8962" y="3882"/>
                  <a:pt x="5636" y="3308"/>
                </a:cubicBezTo>
                <a:lnTo>
                  <a:pt x="5607" y="3381"/>
                </a:lnTo>
                <a:cubicBezTo>
                  <a:pt x="8948" y="3970"/>
                  <a:pt x="12274" y="4765"/>
                  <a:pt x="14923" y="6398"/>
                </a:cubicBezTo>
                <a:cubicBezTo>
                  <a:pt x="15129" y="7737"/>
                  <a:pt x="15129" y="9136"/>
                  <a:pt x="15129" y="10504"/>
                </a:cubicBezTo>
                <a:cubicBezTo>
                  <a:pt x="15129" y="11019"/>
                  <a:pt x="15129" y="11564"/>
                  <a:pt x="15143" y="12079"/>
                </a:cubicBezTo>
                <a:cubicBezTo>
                  <a:pt x="15173" y="13668"/>
                  <a:pt x="15364" y="15022"/>
                  <a:pt x="15702" y="16199"/>
                </a:cubicBezTo>
                <a:cubicBezTo>
                  <a:pt x="15747" y="16376"/>
                  <a:pt x="15776" y="16523"/>
                  <a:pt x="15820" y="16670"/>
                </a:cubicBezTo>
                <a:cubicBezTo>
                  <a:pt x="15850" y="16862"/>
                  <a:pt x="15909" y="17068"/>
                  <a:pt x="15967" y="17274"/>
                </a:cubicBezTo>
                <a:cubicBezTo>
                  <a:pt x="15982" y="17377"/>
                  <a:pt x="15997" y="17480"/>
                  <a:pt x="16041" y="17583"/>
                </a:cubicBezTo>
                <a:lnTo>
                  <a:pt x="16100" y="17921"/>
                </a:lnTo>
                <a:cubicBezTo>
                  <a:pt x="16115" y="18113"/>
                  <a:pt x="16144" y="18319"/>
                  <a:pt x="16188" y="18525"/>
                </a:cubicBezTo>
                <a:cubicBezTo>
                  <a:pt x="16203" y="18657"/>
                  <a:pt x="16218" y="18775"/>
                  <a:pt x="16247" y="18893"/>
                </a:cubicBezTo>
                <a:lnTo>
                  <a:pt x="16291" y="19393"/>
                </a:lnTo>
                <a:cubicBezTo>
                  <a:pt x="16291" y="19496"/>
                  <a:pt x="16321" y="19614"/>
                  <a:pt x="16321" y="19731"/>
                </a:cubicBezTo>
                <a:cubicBezTo>
                  <a:pt x="16321" y="19908"/>
                  <a:pt x="16335" y="20085"/>
                  <a:pt x="16335" y="20246"/>
                </a:cubicBezTo>
                <a:lnTo>
                  <a:pt x="16335" y="20688"/>
                </a:lnTo>
                <a:cubicBezTo>
                  <a:pt x="16335" y="20850"/>
                  <a:pt x="16321" y="21012"/>
                  <a:pt x="16321" y="21159"/>
                </a:cubicBezTo>
                <a:cubicBezTo>
                  <a:pt x="16291" y="21306"/>
                  <a:pt x="16291" y="21424"/>
                  <a:pt x="16291" y="21586"/>
                </a:cubicBezTo>
                <a:cubicBezTo>
                  <a:pt x="16276" y="21733"/>
                  <a:pt x="16262" y="21880"/>
                  <a:pt x="16262" y="22027"/>
                </a:cubicBezTo>
                <a:lnTo>
                  <a:pt x="16203" y="22469"/>
                </a:lnTo>
                <a:cubicBezTo>
                  <a:pt x="16173" y="22616"/>
                  <a:pt x="16144" y="22763"/>
                  <a:pt x="16129" y="22910"/>
                </a:cubicBezTo>
                <a:cubicBezTo>
                  <a:pt x="16100" y="23057"/>
                  <a:pt x="16056" y="23204"/>
                  <a:pt x="16041" y="23352"/>
                </a:cubicBezTo>
                <a:lnTo>
                  <a:pt x="15923" y="23793"/>
                </a:lnTo>
                <a:cubicBezTo>
                  <a:pt x="15894" y="23940"/>
                  <a:pt x="15835" y="24087"/>
                  <a:pt x="15806" y="24205"/>
                </a:cubicBezTo>
                <a:cubicBezTo>
                  <a:pt x="15747" y="24352"/>
                  <a:pt x="15702" y="24499"/>
                  <a:pt x="15658" y="24647"/>
                </a:cubicBezTo>
                <a:lnTo>
                  <a:pt x="15482" y="25088"/>
                </a:lnTo>
                <a:lnTo>
                  <a:pt x="15379" y="25368"/>
                </a:lnTo>
                <a:cubicBezTo>
                  <a:pt x="14201" y="28385"/>
                  <a:pt x="14746" y="31961"/>
                  <a:pt x="16762" y="34477"/>
                </a:cubicBezTo>
                <a:cubicBezTo>
                  <a:pt x="17866" y="35860"/>
                  <a:pt x="19367" y="36905"/>
                  <a:pt x="20809" y="37921"/>
                </a:cubicBezTo>
                <a:cubicBezTo>
                  <a:pt x="22089" y="38818"/>
                  <a:pt x="23414" y="39731"/>
                  <a:pt x="24488" y="40908"/>
                </a:cubicBezTo>
                <a:cubicBezTo>
                  <a:pt x="24459" y="40952"/>
                  <a:pt x="24429" y="40967"/>
                  <a:pt x="24415" y="41011"/>
                </a:cubicBezTo>
                <a:cubicBezTo>
                  <a:pt x="23679" y="41821"/>
                  <a:pt x="22884" y="42601"/>
                  <a:pt x="22104" y="43366"/>
                </a:cubicBezTo>
                <a:cubicBezTo>
                  <a:pt x="21133" y="44337"/>
                  <a:pt x="20117" y="45323"/>
                  <a:pt x="19205" y="46397"/>
                </a:cubicBezTo>
                <a:cubicBezTo>
                  <a:pt x="19087" y="46530"/>
                  <a:pt x="18984" y="46648"/>
                  <a:pt x="18867" y="46795"/>
                </a:cubicBezTo>
                <a:lnTo>
                  <a:pt x="18778" y="46898"/>
                </a:lnTo>
                <a:cubicBezTo>
                  <a:pt x="18616" y="47074"/>
                  <a:pt x="18469" y="47266"/>
                  <a:pt x="18322" y="47442"/>
                </a:cubicBezTo>
                <a:cubicBezTo>
                  <a:pt x="18131" y="47648"/>
                  <a:pt x="17954" y="47869"/>
                  <a:pt x="17763" y="48075"/>
                </a:cubicBezTo>
                <a:cubicBezTo>
                  <a:pt x="17586" y="48252"/>
                  <a:pt x="17424" y="48472"/>
                  <a:pt x="17233" y="48693"/>
                </a:cubicBezTo>
                <a:cubicBezTo>
                  <a:pt x="17056" y="48870"/>
                  <a:pt x="16880" y="49090"/>
                  <a:pt x="16703" y="49297"/>
                </a:cubicBezTo>
                <a:cubicBezTo>
                  <a:pt x="16512" y="49503"/>
                  <a:pt x="16321" y="49723"/>
                  <a:pt x="16144" y="49929"/>
                </a:cubicBezTo>
                <a:cubicBezTo>
                  <a:pt x="15967" y="50106"/>
                  <a:pt x="15806" y="50312"/>
                  <a:pt x="15629" y="50503"/>
                </a:cubicBezTo>
                <a:cubicBezTo>
                  <a:pt x="15452" y="50695"/>
                  <a:pt x="15290" y="50886"/>
                  <a:pt x="15114" y="51077"/>
                </a:cubicBezTo>
                <a:lnTo>
                  <a:pt x="14569" y="51695"/>
                </a:lnTo>
                <a:lnTo>
                  <a:pt x="14069" y="52240"/>
                </a:lnTo>
                <a:cubicBezTo>
                  <a:pt x="13848" y="52461"/>
                  <a:pt x="13642" y="52681"/>
                  <a:pt x="13466" y="52902"/>
                </a:cubicBezTo>
                <a:cubicBezTo>
                  <a:pt x="13274" y="53093"/>
                  <a:pt x="13112" y="53270"/>
                  <a:pt x="12951" y="53461"/>
                </a:cubicBezTo>
                <a:cubicBezTo>
                  <a:pt x="12730" y="53682"/>
                  <a:pt x="12524" y="53903"/>
                  <a:pt x="12318" y="54123"/>
                </a:cubicBezTo>
                <a:cubicBezTo>
                  <a:pt x="12141" y="54300"/>
                  <a:pt x="11979" y="54477"/>
                  <a:pt x="11832" y="54639"/>
                </a:cubicBezTo>
                <a:cubicBezTo>
                  <a:pt x="11611" y="54845"/>
                  <a:pt x="11391" y="55065"/>
                  <a:pt x="11185" y="55301"/>
                </a:cubicBezTo>
                <a:cubicBezTo>
                  <a:pt x="10978" y="55507"/>
                  <a:pt x="10772" y="55683"/>
                  <a:pt x="10581" y="55904"/>
                </a:cubicBezTo>
                <a:cubicBezTo>
                  <a:pt x="10360" y="56095"/>
                  <a:pt x="10154" y="56287"/>
                  <a:pt x="9963" y="56478"/>
                </a:cubicBezTo>
                <a:cubicBezTo>
                  <a:pt x="9742" y="56655"/>
                  <a:pt x="9551" y="56846"/>
                  <a:pt x="9345" y="57052"/>
                </a:cubicBezTo>
                <a:cubicBezTo>
                  <a:pt x="9124" y="57229"/>
                  <a:pt x="8903" y="57420"/>
                  <a:pt x="8697" y="57597"/>
                </a:cubicBezTo>
                <a:cubicBezTo>
                  <a:pt x="8477" y="57758"/>
                  <a:pt x="8256" y="57935"/>
                  <a:pt x="8050" y="58112"/>
                </a:cubicBezTo>
                <a:cubicBezTo>
                  <a:pt x="7829" y="58259"/>
                  <a:pt x="7608" y="58421"/>
                  <a:pt x="7417" y="58597"/>
                </a:cubicBezTo>
                <a:cubicBezTo>
                  <a:pt x="7123" y="58774"/>
                  <a:pt x="6828" y="58980"/>
                  <a:pt x="6549" y="59201"/>
                </a:cubicBezTo>
                <a:cubicBezTo>
                  <a:pt x="5445" y="60098"/>
                  <a:pt x="4562" y="61143"/>
                  <a:pt x="3959" y="62276"/>
                </a:cubicBezTo>
                <a:cubicBezTo>
                  <a:pt x="3252" y="63557"/>
                  <a:pt x="2973" y="64866"/>
                  <a:pt x="3149" y="66147"/>
                </a:cubicBezTo>
                <a:cubicBezTo>
                  <a:pt x="3370" y="67957"/>
                  <a:pt x="4430" y="69502"/>
                  <a:pt x="5445" y="70988"/>
                </a:cubicBezTo>
                <a:cubicBezTo>
                  <a:pt x="6255" y="72166"/>
                  <a:pt x="7079" y="73358"/>
                  <a:pt x="7505" y="74712"/>
                </a:cubicBezTo>
                <a:cubicBezTo>
                  <a:pt x="7005" y="74888"/>
                  <a:pt x="6505" y="75109"/>
                  <a:pt x="6048" y="75374"/>
                </a:cubicBezTo>
                <a:cubicBezTo>
                  <a:pt x="3149" y="76949"/>
                  <a:pt x="1133" y="80098"/>
                  <a:pt x="957" y="83409"/>
                </a:cubicBezTo>
                <a:cubicBezTo>
                  <a:pt x="957" y="83483"/>
                  <a:pt x="957" y="83556"/>
                  <a:pt x="942" y="83615"/>
                </a:cubicBezTo>
                <a:lnTo>
                  <a:pt x="942" y="83718"/>
                </a:lnTo>
                <a:cubicBezTo>
                  <a:pt x="942" y="83792"/>
                  <a:pt x="942" y="83880"/>
                  <a:pt x="912" y="83954"/>
                </a:cubicBezTo>
                <a:lnTo>
                  <a:pt x="912" y="84027"/>
                </a:lnTo>
                <a:cubicBezTo>
                  <a:pt x="912" y="84130"/>
                  <a:pt x="898" y="84233"/>
                  <a:pt x="898" y="84321"/>
                </a:cubicBezTo>
                <a:lnTo>
                  <a:pt x="898" y="84351"/>
                </a:lnTo>
                <a:cubicBezTo>
                  <a:pt x="883" y="84469"/>
                  <a:pt x="883" y="84601"/>
                  <a:pt x="883" y="84734"/>
                </a:cubicBezTo>
                <a:cubicBezTo>
                  <a:pt x="868" y="84837"/>
                  <a:pt x="868" y="84969"/>
                  <a:pt x="868" y="85087"/>
                </a:cubicBezTo>
                <a:cubicBezTo>
                  <a:pt x="839" y="85204"/>
                  <a:pt x="839" y="85352"/>
                  <a:pt x="839" y="85484"/>
                </a:cubicBezTo>
                <a:cubicBezTo>
                  <a:pt x="824" y="85602"/>
                  <a:pt x="824" y="85705"/>
                  <a:pt x="824" y="85823"/>
                </a:cubicBezTo>
                <a:cubicBezTo>
                  <a:pt x="809" y="85940"/>
                  <a:pt x="809" y="86073"/>
                  <a:pt x="809" y="86205"/>
                </a:cubicBezTo>
                <a:cubicBezTo>
                  <a:pt x="795" y="86308"/>
                  <a:pt x="795" y="86441"/>
                  <a:pt x="795" y="86558"/>
                </a:cubicBezTo>
                <a:cubicBezTo>
                  <a:pt x="780" y="86676"/>
                  <a:pt x="780" y="86809"/>
                  <a:pt x="751" y="86956"/>
                </a:cubicBezTo>
                <a:cubicBezTo>
                  <a:pt x="736" y="87088"/>
                  <a:pt x="736" y="87221"/>
                  <a:pt x="721" y="87324"/>
                </a:cubicBezTo>
                <a:cubicBezTo>
                  <a:pt x="706" y="87456"/>
                  <a:pt x="706" y="87559"/>
                  <a:pt x="677" y="87692"/>
                </a:cubicBezTo>
                <a:cubicBezTo>
                  <a:pt x="662" y="87809"/>
                  <a:pt x="662" y="87912"/>
                  <a:pt x="648" y="88045"/>
                </a:cubicBezTo>
                <a:cubicBezTo>
                  <a:pt x="633" y="88192"/>
                  <a:pt x="603" y="88324"/>
                  <a:pt x="603" y="88472"/>
                </a:cubicBezTo>
                <a:cubicBezTo>
                  <a:pt x="589" y="88589"/>
                  <a:pt x="589" y="88707"/>
                  <a:pt x="574" y="88839"/>
                </a:cubicBezTo>
                <a:cubicBezTo>
                  <a:pt x="545" y="88942"/>
                  <a:pt x="545" y="89075"/>
                  <a:pt x="530" y="89178"/>
                </a:cubicBezTo>
                <a:cubicBezTo>
                  <a:pt x="515" y="89310"/>
                  <a:pt x="515" y="89428"/>
                  <a:pt x="500" y="89546"/>
                </a:cubicBezTo>
                <a:cubicBezTo>
                  <a:pt x="471" y="89693"/>
                  <a:pt x="456" y="89840"/>
                  <a:pt x="456" y="89987"/>
                </a:cubicBezTo>
                <a:cubicBezTo>
                  <a:pt x="441" y="90105"/>
                  <a:pt x="441" y="90193"/>
                  <a:pt x="427" y="90311"/>
                </a:cubicBezTo>
                <a:cubicBezTo>
                  <a:pt x="397" y="90414"/>
                  <a:pt x="397" y="90502"/>
                  <a:pt x="383" y="90620"/>
                </a:cubicBezTo>
                <a:cubicBezTo>
                  <a:pt x="368" y="90753"/>
                  <a:pt x="353" y="90900"/>
                  <a:pt x="353" y="91017"/>
                </a:cubicBezTo>
                <a:cubicBezTo>
                  <a:pt x="0" y="93490"/>
                  <a:pt x="986" y="96271"/>
                  <a:pt x="3326" y="97051"/>
                </a:cubicBezTo>
                <a:lnTo>
                  <a:pt x="3341" y="96978"/>
                </a:lnTo>
                <a:cubicBezTo>
                  <a:pt x="1486" y="96359"/>
                  <a:pt x="515" y="94461"/>
                  <a:pt x="383" y="92460"/>
                </a:cubicBezTo>
                <a:lnTo>
                  <a:pt x="383" y="92460"/>
                </a:lnTo>
                <a:cubicBezTo>
                  <a:pt x="441" y="92989"/>
                  <a:pt x="574" y="93519"/>
                  <a:pt x="751" y="94020"/>
                </a:cubicBezTo>
                <a:cubicBezTo>
                  <a:pt x="1280" y="95477"/>
                  <a:pt x="2266" y="96536"/>
                  <a:pt x="3517" y="97007"/>
                </a:cubicBezTo>
                <a:lnTo>
                  <a:pt x="3547" y="96933"/>
                </a:lnTo>
                <a:cubicBezTo>
                  <a:pt x="1692" y="96212"/>
                  <a:pt x="662" y="94255"/>
                  <a:pt x="471" y="92254"/>
                </a:cubicBezTo>
                <a:lnTo>
                  <a:pt x="471" y="92254"/>
                </a:lnTo>
                <a:cubicBezTo>
                  <a:pt x="751" y="94240"/>
                  <a:pt x="1795" y="96153"/>
                  <a:pt x="3694" y="96963"/>
                </a:cubicBezTo>
                <a:lnTo>
                  <a:pt x="3738" y="96889"/>
                </a:lnTo>
                <a:cubicBezTo>
                  <a:pt x="1751" y="96050"/>
                  <a:pt x="692" y="93961"/>
                  <a:pt x="515" y="91871"/>
                </a:cubicBezTo>
                <a:lnTo>
                  <a:pt x="515" y="91871"/>
                </a:lnTo>
                <a:cubicBezTo>
                  <a:pt x="589" y="92474"/>
                  <a:pt x="751" y="93063"/>
                  <a:pt x="971" y="93637"/>
                </a:cubicBezTo>
                <a:cubicBezTo>
                  <a:pt x="1560" y="95138"/>
                  <a:pt x="2605" y="96301"/>
                  <a:pt x="3885" y="96904"/>
                </a:cubicBezTo>
                <a:lnTo>
                  <a:pt x="3915" y="96830"/>
                </a:lnTo>
                <a:cubicBezTo>
                  <a:pt x="2060" y="95977"/>
                  <a:pt x="809" y="93872"/>
                  <a:pt x="574" y="91606"/>
                </a:cubicBezTo>
                <a:lnTo>
                  <a:pt x="574" y="91606"/>
                </a:lnTo>
                <a:cubicBezTo>
                  <a:pt x="898" y="93843"/>
                  <a:pt x="2193" y="95903"/>
                  <a:pt x="4062" y="96860"/>
                </a:cubicBezTo>
                <a:lnTo>
                  <a:pt x="4106" y="96786"/>
                </a:lnTo>
                <a:cubicBezTo>
                  <a:pt x="2119" y="95771"/>
                  <a:pt x="809" y="93505"/>
                  <a:pt x="589" y="91120"/>
                </a:cubicBezTo>
                <a:lnTo>
                  <a:pt x="589" y="91120"/>
                </a:lnTo>
                <a:cubicBezTo>
                  <a:pt x="677" y="91827"/>
                  <a:pt x="883" y="92548"/>
                  <a:pt x="1163" y="93225"/>
                </a:cubicBezTo>
                <a:cubicBezTo>
                  <a:pt x="1825" y="94800"/>
                  <a:pt x="2899" y="96050"/>
                  <a:pt x="4224" y="96786"/>
                </a:cubicBezTo>
                <a:lnTo>
                  <a:pt x="4268" y="96713"/>
                </a:lnTo>
                <a:cubicBezTo>
                  <a:pt x="2281" y="95609"/>
                  <a:pt x="912" y="93328"/>
                  <a:pt x="648" y="90929"/>
                </a:cubicBezTo>
                <a:lnTo>
                  <a:pt x="648" y="90929"/>
                </a:lnTo>
                <a:cubicBezTo>
                  <a:pt x="1015" y="93298"/>
                  <a:pt x="2384" y="95535"/>
                  <a:pt x="4400" y="96727"/>
                </a:cubicBezTo>
                <a:lnTo>
                  <a:pt x="4430" y="96654"/>
                </a:lnTo>
                <a:cubicBezTo>
                  <a:pt x="2355" y="95418"/>
                  <a:pt x="957" y="93034"/>
                  <a:pt x="677" y="90561"/>
                </a:cubicBezTo>
                <a:lnTo>
                  <a:pt x="677" y="90561"/>
                </a:lnTo>
                <a:cubicBezTo>
                  <a:pt x="1060" y="93004"/>
                  <a:pt x="2487" y="95329"/>
                  <a:pt x="4577" y="96669"/>
                </a:cubicBezTo>
                <a:lnTo>
                  <a:pt x="4621" y="96595"/>
                </a:lnTo>
                <a:cubicBezTo>
                  <a:pt x="2443" y="95197"/>
                  <a:pt x="986" y="92739"/>
                  <a:pt x="721" y="90179"/>
                </a:cubicBezTo>
                <a:lnTo>
                  <a:pt x="721" y="90179"/>
                </a:lnTo>
                <a:cubicBezTo>
                  <a:pt x="839" y="91003"/>
                  <a:pt x="1089" y="91812"/>
                  <a:pt x="1457" y="92622"/>
                </a:cubicBezTo>
                <a:cubicBezTo>
                  <a:pt x="2193" y="94240"/>
                  <a:pt x="3370" y="95653"/>
                  <a:pt x="4768" y="96610"/>
                </a:cubicBezTo>
                <a:lnTo>
                  <a:pt x="4798" y="96536"/>
                </a:lnTo>
                <a:cubicBezTo>
                  <a:pt x="2575" y="95035"/>
                  <a:pt x="1089" y="92460"/>
                  <a:pt x="765" y="89870"/>
                </a:cubicBezTo>
                <a:lnTo>
                  <a:pt x="765" y="89870"/>
                </a:lnTo>
                <a:cubicBezTo>
                  <a:pt x="1177" y="92415"/>
                  <a:pt x="2708" y="94947"/>
                  <a:pt x="4930" y="96536"/>
                </a:cubicBezTo>
                <a:lnTo>
                  <a:pt x="4989" y="96463"/>
                </a:lnTo>
                <a:cubicBezTo>
                  <a:pt x="2708" y="94829"/>
                  <a:pt x="1177" y="92224"/>
                  <a:pt x="809" y="89605"/>
                </a:cubicBezTo>
                <a:lnTo>
                  <a:pt x="809" y="89605"/>
                </a:lnTo>
                <a:cubicBezTo>
                  <a:pt x="1251" y="92195"/>
                  <a:pt x="2796" y="94755"/>
                  <a:pt x="5092" y="96492"/>
                </a:cubicBezTo>
                <a:lnTo>
                  <a:pt x="5151" y="96433"/>
                </a:lnTo>
                <a:cubicBezTo>
                  <a:pt x="2811" y="94667"/>
                  <a:pt x="1266" y="92077"/>
                  <a:pt x="868" y="89458"/>
                </a:cubicBezTo>
                <a:lnTo>
                  <a:pt x="868" y="89443"/>
                </a:lnTo>
                <a:cubicBezTo>
                  <a:pt x="1030" y="90311"/>
                  <a:pt x="1324" y="91165"/>
                  <a:pt x="1722" y="92033"/>
                </a:cubicBezTo>
                <a:cubicBezTo>
                  <a:pt x="2531" y="93711"/>
                  <a:pt x="3782" y="95270"/>
                  <a:pt x="5254" y="96448"/>
                </a:cubicBezTo>
                <a:lnTo>
                  <a:pt x="5313" y="96389"/>
                </a:lnTo>
                <a:cubicBezTo>
                  <a:pt x="2943" y="94520"/>
                  <a:pt x="1383" y="91930"/>
                  <a:pt x="912" y="89310"/>
                </a:cubicBezTo>
                <a:cubicBezTo>
                  <a:pt x="912" y="89296"/>
                  <a:pt x="912" y="89296"/>
                  <a:pt x="942" y="89281"/>
                </a:cubicBezTo>
                <a:cubicBezTo>
                  <a:pt x="1118" y="90134"/>
                  <a:pt x="1413" y="91003"/>
                  <a:pt x="1840" y="91856"/>
                </a:cubicBezTo>
                <a:cubicBezTo>
                  <a:pt x="2664" y="93563"/>
                  <a:pt x="3915" y="95138"/>
                  <a:pt x="5460" y="96418"/>
                </a:cubicBezTo>
                <a:lnTo>
                  <a:pt x="5519" y="96359"/>
                </a:lnTo>
                <a:cubicBezTo>
                  <a:pt x="3149" y="94387"/>
                  <a:pt x="1531" y="91739"/>
                  <a:pt x="1015" y="89148"/>
                </a:cubicBezTo>
                <a:cubicBezTo>
                  <a:pt x="1015" y="89148"/>
                  <a:pt x="1015" y="89134"/>
                  <a:pt x="1030" y="89134"/>
                </a:cubicBezTo>
                <a:cubicBezTo>
                  <a:pt x="1236" y="89973"/>
                  <a:pt x="1531" y="90841"/>
                  <a:pt x="1943" y="91680"/>
                </a:cubicBezTo>
                <a:cubicBezTo>
                  <a:pt x="2796" y="93401"/>
                  <a:pt x="4076" y="95035"/>
                  <a:pt x="5651" y="96374"/>
                </a:cubicBezTo>
                <a:lnTo>
                  <a:pt x="5695" y="96315"/>
                </a:lnTo>
                <a:cubicBezTo>
                  <a:pt x="3709" y="94594"/>
                  <a:pt x="1722" y="91959"/>
                  <a:pt x="1089" y="89016"/>
                </a:cubicBezTo>
                <a:cubicBezTo>
                  <a:pt x="1089" y="89001"/>
                  <a:pt x="1104" y="89001"/>
                  <a:pt x="1104" y="88987"/>
                </a:cubicBezTo>
                <a:cubicBezTo>
                  <a:pt x="1310" y="89811"/>
                  <a:pt x="1619" y="90650"/>
                  <a:pt x="2060" y="91503"/>
                </a:cubicBezTo>
                <a:cubicBezTo>
                  <a:pt x="2929" y="93225"/>
                  <a:pt x="4224" y="94903"/>
                  <a:pt x="5828" y="96345"/>
                </a:cubicBezTo>
                <a:lnTo>
                  <a:pt x="5887" y="96286"/>
                </a:lnTo>
                <a:cubicBezTo>
                  <a:pt x="3414" y="94064"/>
                  <a:pt x="1781" y="91430"/>
                  <a:pt x="1177" y="88854"/>
                </a:cubicBezTo>
                <a:cubicBezTo>
                  <a:pt x="1177" y="88839"/>
                  <a:pt x="1192" y="88810"/>
                  <a:pt x="1192" y="88810"/>
                </a:cubicBezTo>
                <a:cubicBezTo>
                  <a:pt x="1869" y="91371"/>
                  <a:pt x="3532" y="93990"/>
                  <a:pt x="6019" y="96301"/>
                </a:cubicBezTo>
                <a:lnTo>
                  <a:pt x="6063" y="96242"/>
                </a:lnTo>
                <a:cubicBezTo>
                  <a:pt x="3561" y="93887"/>
                  <a:pt x="1913" y="91282"/>
                  <a:pt x="1251" y="88707"/>
                </a:cubicBezTo>
                <a:cubicBezTo>
                  <a:pt x="1251" y="88692"/>
                  <a:pt x="1266" y="88663"/>
                  <a:pt x="1266" y="88648"/>
                </a:cubicBezTo>
                <a:cubicBezTo>
                  <a:pt x="2207" y="91945"/>
                  <a:pt x="4577" y="94682"/>
                  <a:pt x="6181" y="96242"/>
                </a:cubicBezTo>
                <a:lnTo>
                  <a:pt x="6240" y="96198"/>
                </a:lnTo>
                <a:cubicBezTo>
                  <a:pt x="4621" y="94623"/>
                  <a:pt x="2222" y="91856"/>
                  <a:pt x="1324" y="88545"/>
                </a:cubicBezTo>
                <a:cubicBezTo>
                  <a:pt x="1324" y="88516"/>
                  <a:pt x="1339" y="88501"/>
                  <a:pt x="1339" y="88486"/>
                </a:cubicBezTo>
                <a:cubicBezTo>
                  <a:pt x="1575" y="89296"/>
                  <a:pt x="1913" y="90105"/>
                  <a:pt x="2355" y="90929"/>
                </a:cubicBezTo>
                <a:cubicBezTo>
                  <a:pt x="3267" y="92680"/>
                  <a:pt x="4621" y="94446"/>
                  <a:pt x="6358" y="96198"/>
                </a:cubicBezTo>
                <a:lnTo>
                  <a:pt x="6416" y="96139"/>
                </a:lnTo>
                <a:cubicBezTo>
                  <a:pt x="4474" y="94181"/>
                  <a:pt x="2310" y="91459"/>
                  <a:pt x="1413" y="88368"/>
                </a:cubicBezTo>
                <a:cubicBezTo>
                  <a:pt x="1413" y="88354"/>
                  <a:pt x="1428" y="88339"/>
                  <a:pt x="1428" y="88339"/>
                </a:cubicBezTo>
                <a:cubicBezTo>
                  <a:pt x="2222" y="90826"/>
                  <a:pt x="3900" y="93416"/>
                  <a:pt x="6549" y="96153"/>
                </a:cubicBezTo>
                <a:lnTo>
                  <a:pt x="6608" y="96095"/>
                </a:lnTo>
                <a:cubicBezTo>
                  <a:pt x="3959" y="93343"/>
                  <a:pt x="2266" y="90753"/>
                  <a:pt x="1486" y="88251"/>
                </a:cubicBezTo>
                <a:cubicBezTo>
                  <a:pt x="1501" y="88221"/>
                  <a:pt x="1501" y="88192"/>
                  <a:pt x="1531" y="88177"/>
                </a:cubicBezTo>
                <a:cubicBezTo>
                  <a:pt x="2575" y="91356"/>
                  <a:pt x="4856" y="94093"/>
                  <a:pt x="6711" y="96095"/>
                </a:cubicBezTo>
                <a:lnTo>
                  <a:pt x="6770" y="96050"/>
                </a:lnTo>
                <a:cubicBezTo>
                  <a:pt x="4886" y="94034"/>
                  <a:pt x="2590" y="91268"/>
                  <a:pt x="1575" y="88074"/>
                </a:cubicBezTo>
                <a:cubicBezTo>
                  <a:pt x="1604" y="88059"/>
                  <a:pt x="1604" y="88030"/>
                  <a:pt x="1619" y="88001"/>
                </a:cubicBezTo>
                <a:cubicBezTo>
                  <a:pt x="2678" y="91076"/>
                  <a:pt x="4871" y="93843"/>
                  <a:pt x="6902" y="96050"/>
                </a:cubicBezTo>
                <a:lnTo>
                  <a:pt x="6946" y="95992"/>
                </a:lnTo>
                <a:cubicBezTo>
                  <a:pt x="4930" y="93769"/>
                  <a:pt x="2723" y="90988"/>
                  <a:pt x="1678" y="87898"/>
                </a:cubicBezTo>
                <a:cubicBezTo>
                  <a:pt x="1692" y="87883"/>
                  <a:pt x="1692" y="87853"/>
                  <a:pt x="1707" y="87839"/>
                </a:cubicBezTo>
                <a:cubicBezTo>
                  <a:pt x="2752" y="90767"/>
                  <a:pt x="4856" y="93446"/>
                  <a:pt x="7079" y="95992"/>
                </a:cubicBezTo>
                <a:lnTo>
                  <a:pt x="7137" y="95933"/>
                </a:lnTo>
                <a:cubicBezTo>
                  <a:pt x="4915" y="93401"/>
                  <a:pt x="2796" y="90694"/>
                  <a:pt x="1766" y="87750"/>
                </a:cubicBezTo>
                <a:cubicBezTo>
                  <a:pt x="2458" y="86573"/>
                  <a:pt x="3326" y="85484"/>
                  <a:pt x="4179" y="84439"/>
                </a:cubicBezTo>
                <a:cubicBezTo>
                  <a:pt x="4503" y="84027"/>
                  <a:pt x="4842" y="83615"/>
                  <a:pt x="5151" y="83188"/>
                </a:cubicBezTo>
                <a:cubicBezTo>
                  <a:pt x="6107" y="81937"/>
                  <a:pt x="6828" y="80745"/>
                  <a:pt x="7285" y="79612"/>
                </a:cubicBezTo>
                <a:cubicBezTo>
                  <a:pt x="7358" y="79465"/>
                  <a:pt x="7417" y="79318"/>
                  <a:pt x="7491" y="79171"/>
                </a:cubicBezTo>
                <a:cubicBezTo>
                  <a:pt x="7579" y="78994"/>
                  <a:pt x="7667" y="78788"/>
                  <a:pt x="7756" y="78612"/>
                </a:cubicBezTo>
                <a:cubicBezTo>
                  <a:pt x="7814" y="78509"/>
                  <a:pt x="7859" y="78420"/>
                  <a:pt x="7903" y="78317"/>
                </a:cubicBezTo>
                <a:cubicBezTo>
                  <a:pt x="7962" y="78214"/>
                  <a:pt x="8020" y="78111"/>
                  <a:pt x="8079" y="78023"/>
                </a:cubicBezTo>
                <a:cubicBezTo>
                  <a:pt x="8182" y="77832"/>
                  <a:pt x="8271" y="77670"/>
                  <a:pt x="8374" y="77478"/>
                </a:cubicBezTo>
                <a:cubicBezTo>
                  <a:pt x="8447" y="77375"/>
                  <a:pt x="8491" y="77258"/>
                  <a:pt x="8565" y="77155"/>
                </a:cubicBezTo>
                <a:cubicBezTo>
                  <a:pt x="8668" y="77007"/>
                  <a:pt x="8756" y="76875"/>
                  <a:pt x="8845" y="76728"/>
                </a:cubicBezTo>
                <a:cubicBezTo>
                  <a:pt x="8918" y="76640"/>
                  <a:pt x="8977" y="76551"/>
                  <a:pt x="9051" y="76448"/>
                </a:cubicBezTo>
                <a:cubicBezTo>
                  <a:pt x="9154" y="76331"/>
                  <a:pt x="9257" y="76183"/>
                  <a:pt x="9345" y="76051"/>
                </a:cubicBezTo>
                <a:cubicBezTo>
                  <a:pt x="9433" y="75933"/>
                  <a:pt x="9522" y="75815"/>
                  <a:pt x="9625" y="75698"/>
                </a:cubicBezTo>
                <a:lnTo>
                  <a:pt x="9889" y="75374"/>
                </a:lnTo>
                <a:cubicBezTo>
                  <a:pt x="10007" y="75256"/>
                  <a:pt x="10096" y="75153"/>
                  <a:pt x="10184" y="75035"/>
                </a:cubicBezTo>
                <a:lnTo>
                  <a:pt x="10508" y="74726"/>
                </a:lnTo>
                <a:cubicBezTo>
                  <a:pt x="10611" y="74638"/>
                  <a:pt x="10728" y="74520"/>
                  <a:pt x="10817" y="74417"/>
                </a:cubicBezTo>
                <a:cubicBezTo>
                  <a:pt x="10920" y="74314"/>
                  <a:pt x="11052" y="74211"/>
                  <a:pt x="11170" y="74123"/>
                </a:cubicBezTo>
                <a:cubicBezTo>
                  <a:pt x="11288" y="74020"/>
                  <a:pt x="11405" y="73932"/>
                  <a:pt x="11508" y="73829"/>
                </a:cubicBezTo>
                <a:cubicBezTo>
                  <a:pt x="11641" y="73726"/>
                  <a:pt x="11758" y="73637"/>
                  <a:pt x="11861" y="73549"/>
                </a:cubicBezTo>
                <a:cubicBezTo>
                  <a:pt x="11994" y="73461"/>
                  <a:pt x="12097" y="73387"/>
                  <a:pt x="12229" y="73284"/>
                </a:cubicBezTo>
                <a:cubicBezTo>
                  <a:pt x="12362" y="73211"/>
                  <a:pt x="12494" y="73122"/>
                  <a:pt x="12612" y="73034"/>
                </a:cubicBezTo>
                <a:cubicBezTo>
                  <a:pt x="12744" y="72960"/>
                  <a:pt x="12892" y="72872"/>
                  <a:pt x="13024" y="72799"/>
                </a:cubicBezTo>
                <a:cubicBezTo>
                  <a:pt x="13112" y="72740"/>
                  <a:pt x="13201" y="72696"/>
                  <a:pt x="13304" y="72651"/>
                </a:cubicBezTo>
                <a:cubicBezTo>
                  <a:pt x="16100" y="71047"/>
                  <a:pt x="17910" y="67898"/>
                  <a:pt x="17939" y="64675"/>
                </a:cubicBezTo>
                <a:cubicBezTo>
                  <a:pt x="17939" y="62894"/>
                  <a:pt x="17424" y="61143"/>
                  <a:pt x="16924" y="59480"/>
                </a:cubicBezTo>
                <a:cubicBezTo>
                  <a:pt x="16482" y="57964"/>
                  <a:pt x="16026" y="56405"/>
                  <a:pt x="15953" y="54845"/>
                </a:cubicBezTo>
                <a:cubicBezTo>
                  <a:pt x="16836" y="54668"/>
                  <a:pt x="17689" y="54565"/>
                  <a:pt x="18499" y="54477"/>
                </a:cubicBezTo>
                <a:cubicBezTo>
                  <a:pt x="21324" y="54123"/>
                  <a:pt x="23752" y="53829"/>
                  <a:pt x="25327" y="51725"/>
                </a:cubicBezTo>
                <a:cubicBezTo>
                  <a:pt x="26210" y="50577"/>
                  <a:pt x="26813" y="49414"/>
                  <a:pt x="27167" y="48237"/>
                </a:cubicBezTo>
                <a:cubicBezTo>
                  <a:pt x="27167" y="48193"/>
                  <a:pt x="27167" y="48178"/>
                  <a:pt x="27181" y="48163"/>
                </a:cubicBezTo>
                <a:cubicBezTo>
                  <a:pt x="27211" y="48105"/>
                  <a:pt x="27225" y="48031"/>
                  <a:pt x="27240" y="47972"/>
                </a:cubicBezTo>
                <a:cubicBezTo>
                  <a:pt x="27240" y="47957"/>
                  <a:pt x="27255" y="47957"/>
                  <a:pt x="27255" y="47943"/>
                </a:cubicBezTo>
                <a:cubicBezTo>
                  <a:pt x="27314" y="47737"/>
                  <a:pt x="27358" y="47516"/>
                  <a:pt x="27387" y="47310"/>
                </a:cubicBezTo>
                <a:cubicBezTo>
                  <a:pt x="27432" y="47045"/>
                  <a:pt x="27432" y="46780"/>
                  <a:pt x="27432" y="46500"/>
                </a:cubicBezTo>
                <a:lnTo>
                  <a:pt x="27432" y="46486"/>
                </a:lnTo>
                <a:cubicBezTo>
                  <a:pt x="27402" y="46839"/>
                  <a:pt x="27358" y="47207"/>
                  <a:pt x="27255" y="47575"/>
                </a:cubicBezTo>
                <a:lnTo>
                  <a:pt x="27255" y="47428"/>
                </a:lnTo>
                <a:cubicBezTo>
                  <a:pt x="27255" y="47369"/>
                  <a:pt x="27255" y="47310"/>
                  <a:pt x="27284" y="47266"/>
                </a:cubicBezTo>
                <a:cubicBezTo>
                  <a:pt x="27358" y="46986"/>
                  <a:pt x="27387" y="46721"/>
                  <a:pt x="27432" y="46471"/>
                </a:cubicBezTo>
                <a:cubicBezTo>
                  <a:pt x="27432" y="46118"/>
                  <a:pt x="27446" y="45765"/>
                  <a:pt x="27446" y="45426"/>
                </a:cubicBezTo>
                <a:cubicBezTo>
                  <a:pt x="27446" y="45102"/>
                  <a:pt x="27387" y="44852"/>
                  <a:pt x="27402" y="44558"/>
                </a:cubicBezTo>
                <a:cubicBezTo>
                  <a:pt x="27402" y="44543"/>
                  <a:pt x="27402" y="44543"/>
                  <a:pt x="27387" y="44514"/>
                </a:cubicBezTo>
                <a:cubicBezTo>
                  <a:pt x="27387" y="44411"/>
                  <a:pt x="27387" y="44293"/>
                  <a:pt x="27402" y="44190"/>
                </a:cubicBezTo>
                <a:cubicBezTo>
                  <a:pt x="27432" y="43925"/>
                  <a:pt x="27446" y="43660"/>
                  <a:pt x="27446" y="43395"/>
                </a:cubicBezTo>
                <a:cubicBezTo>
                  <a:pt x="27461" y="43116"/>
                  <a:pt x="27476" y="42851"/>
                  <a:pt x="27476" y="42571"/>
                </a:cubicBezTo>
                <a:cubicBezTo>
                  <a:pt x="27505" y="42336"/>
                  <a:pt x="27520" y="42071"/>
                  <a:pt x="27520" y="41835"/>
                </a:cubicBezTo>
                <a:cubicBezTo>
                  <a:pt x="27549" y="41526"/>
                  <a:pt x="27579" y="41232"/>
                  <a:pt x="27579" y="40938"/>
                </a:cubicBezTo>
                <a:cubicBezTo>
                  <a:pt x="27593" y="40673"/>
                  <a:pt x="27608" y="40437"/>
                  <a:pt x="27623" y="40172"/>
                </a:cubicBezTo>
                <a:cubicBezTo>
                  <a:pt x="27667" y="39863"/>
                  <a:pt x="27682" y="39569"/>
                  <a:pt x="27696" y="39275"/>
                </a:cubicBezTo>
                <a:cubicBezTo>
                  <a:pt x="27726" y="39039"/>
                  <a:pt x="27755" y="38804"/>
                  <a:pt x="27755" y="38554"/>
                </a:cubicBezTo>
                <a:cubicBezTo>
                  <a:pt x="27799" y="38259"/>
                  <a:pt x="27829" y="37950"/>
                  <a:pt x="27844" y="37641"/>
                </a:cubicBezTo>
                <a:cubicBezTo>
                  <a:pt x="27888" y="37362"/>
                  <a:pt x="27917" y="37067"/>
                  <a:pt x="27947" y="36788"/>
                </a:cubicBezTo>
                <a:cubicBezTo>
                  <a:pt x="27991" y="36523"/>
                  <a:pt x="28035" y="36243"/>
                  <a:pt x="28050" y="35963"/>
                </a:cubicBezTo>
                <a:cubicBezTo>
                  <a:pt x="28108" y="35684"/>
                  <a:pt x="28138" y="35419"/>
                  <a:pt x="28182" y="35139"/>
                </a:cubicBezTo>
                <a:lnTo>
                  <a:pt x="28344" y="34315"/>
                </a:lnTo>
                <a:cubicBezTo>
                  <a:pt x="28418" y="34036"/>
                  <a:pt x="28476" y="33771"/>
                  <a:pt x="28535" y="33506"/>
                </a:cubicBezTo>
                <a:cubicBezTo>
                  <a:pt x="28609" y="33241"/>
                  <a:pt x="28682" y="32991"/>
                  <a:pt x="28727" y="32726"/>
                </a:cubicBezTo>
                <a:cubicBezTo>
                  <a:pt x="28844" y="32402"/>
                  <a:pt x="28947" y="32049"/>
                  <a:pt x="29021" y="31710"/>
                </a:cubicBezTo>
                <a:cubicBezTo>
                  <a:pt x="29315" y="30342"/>
                  <a:pt x="29359" y="28944"/>
                  <a:pt x="29124" y="27708"/>
                </a:cubicBezTo>
                <a:cubicBezTo>
                  <a:pt x="28844" y="26310"/>
                  <a:pt x="28241" y="25118"/>
                  <a:pt x="27314" y="24205"/>
                </a:cubicBezTo>
                <a:cubicBezTo>
                  <a:pt x="26019" y="22940"/>
                  <a:pt x="24223" y="22410"/>
                  <a:pt x="22502" y="21895"/>
                </a:cubicBezTo>
                <a:cubicBezTo>
                  <a:pt x="21133" y="21483"/>
                  <a:pt x="19735" y="21071"/>
                  <a:pt x="18557" y="20291"/>
                </a:cubicBezTo>
                <a:cubicBezTo>
                  <a:pt x="18837" y="19834"/>
                  <a:pt x="19073" y="19349"/>
                  <a:pt x="19279" y="18863"/>
                </a:cubicBezTo>
                <a:cubicBezTo>
                  <a:pt x="20559" y="15802"/>
                  <a:pt x="20147" y="12094"/>
                  <a:pt x="18204" y="9400"/>
                </a:cubicBezTo>
                <a:cubicBezTo>
                  <a:pt x="18175" y="9371"/>
                  <a:pt x="18131" y="9312"/>
                  <a:pt x="18116" y="9268"/>
                </a:cubicBezTo>
                <a:cubicBezTo>
                  <a:pt x="18087" y="9239"/>
                  <a:pt x="18072" y="9180"/>
                  <a:pt x="18028" y="9150"/>
                </a:cubicBezTo>
                <a:lnTo>
                  <a:pt x="17925" y="8974"/>
                </a:lnTo>
                <a:cubicBezTo>
                  <a:pt x="17895" y="8944"/>
                  <a:pt x="17881" y="8900"/>
                  <a:pt x="17836" y="8885"/>
                </a:cubicBezTo>
                <a:cubicBezTo>
                  <a:pt x="17792" y="8812"/>
                  <a:pt x="17733" y="8723"/>
                  <a:pt x="17675" y="8650"/>
                </a:cubicBezTo>
                <a:cubicBezTo>
                  <a:pt x="17675" y="8650"/>
                  <a:pt x="17675" y="8635"/>
                  <a:pt x="17660" y="8635"/>
                </a:cubicBezTo>
                <a:cubicBezTo>
                  <a:pt x="17586" y="8517"/>
                  <a:pt x="17513" y="8429"/>
                  <a:pt x="17439" y="8311"/>
                </a:cubicBezTo>
                <a:cubicBezTo>
                  <a:pt x="17365" y="8223"/>
                  <a:pt x="17307" y="8120"/>
                  <a:pt x="17233" y="8017"/>
                </a:cubicBezTo>
                <a:cubicBezTo>
                  <a:pt x="17159" y="7914"/>
                  <a:pt x="17086" y="7796"/>
                  <a:pt x="16998" y="7693"/>
                </a:cubicBezTo>
                <a:cubicBezTo>
                  <a:pt x="16939" y="7605"/>
                  <a:pt x="16865" y="7502"/>
                  <a:pt x="16792" y="7414"/>
                </a:cubicBezTo>
                <a:cubicBezTo>
                  <a:pt x="16718" y="7311"/>
                  <a:pt x="16644" y="7193"/>
                  <a:pt x="16571" y="7105"/>
                </a:cubicBezTo>
                <a:cubicBezTo>
                  <a:pt x="16497" y="7016"/>
                  <a:pt x="16453" y="6899"/>
                  <a:pt x="16379" y="6810"/>
                </a:cubicBezTo>
                <a:lnTo>
                  <a:pt x="16159" y="6472"/>
                </a:lnTo>
                <a:cubicBezTo>
                  <a:pt x="16085" y="6369"/>
                  <a:pt x="16012" y="6281"/>
                  <a:pt x="15938" y="6163"/>
                </a:cubicBezTo>
                <a:cubicBezTo>
                  <a:pt x="15864" y="6060"/>
                  <a:pt x="15806" y="5957"/>
                  <a:pt x="15732" y="5869"/>
                </a:cubicBezTo>
                <a:cubicBezTo>
                  <a:pt x="15673" y="5780"/>
                  <a:pt x="15599" y="5692"/>
                  <a:pt x="15526" y="5574"/>
                </a:cubicBezTo>
                <a:cubicBezTo>
                  <a:pt x="15452" y="5471"/>
                  <a:pt x="15379" y="5339"/>
                  <a:pt x="15290" y="5221"/>
                </a:cubicBezTo>
                <a:cubicBezTo>
                  <a:pt x="15217" y="5118"/>
                  <a:pt x="15158" y="5030"/>
                  <a:pt x="15084" y="4927"/>
                </a:cubicBezTo>
                <a:cubicBezTo>
                  <a:pt x="15026" y="4838"/>
                  <a:pt x="14952" y="4735"/>
                  <a:pt x="14878" y="4632"/>
                </a:cubicBezTo>
                <a:cubicBezTo>
                  <a:pt x="14805" y="4529"/>
                  <a:pt x="14761" y="4441"/>
                  <a:pt x="14687" y="4323"/>
                </a:cubicBezTo>
                <a:cubicBezTo>
                  <a:pt x="14613" y="4191"/>
                  <a:pt x="14510" y="4073"/>
                  <a:pt x="14437" y="3955"/>
                </a:cubicBezTo>
                <a:cubicBezTo>
                  <a:pt x="14393" y="3867"/>
                  <a:pt x="14334" y="3794"/>
                  <a:pt x="14275" y="3705"/>
                </a:cubicBezTo>
                <a:lnTo>
                  <a:pt x="14113" y="3426"/>
                </a:lnTo>
                <a:cubicBezTo>
                  <a:pt x="14040" y="3308"/>
                  <a:pt x="13966" y="3190"/>
                  <a:pt x="13892" y="3072"/>
                </a:cubicBezTo>
                <a:cubicBezTo>
                  <a:pt x="12872" y="1341"/>
                  <a:pt x="11030" y="1"/>
                  <a:pt x="9151" y="1"/>
                </a:cubicBezTo>
                <a:close/>
              </a:path>
            </a:pathLst>
          </a:custGeom>
          <a:gradFill>
            <a:gsLst>
              <a:gs pos="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6"/>
          <p:cNvSpPr/>
          <p:nvPr/>
        </p:nvSpPr>
        <p:spPr>
          <a:xfrm rot="5400000">
            <a:off x="6822149" y="589576"/>
            <a:ext cx="2957675" cy="1737700"/>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6"/>
          <p:cNvSpPr/>
          <p:nvPr/>
        </p:nvSpPr>
        <p:spPr>
          <a:xfrm rot="5400000">
            <a:off x="7652686" y="490014"/>
            <a:ext cx="2027950" cy="1006350"/>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6"/>
          <p:cNvSpPr/>
          <p:nvPr/>
        </p:nvSpPr>
        <p:spPr>
          <a:xfrm rot="4803261">
            <a:off x="6442863" y="1001372"/>
            <a:ext cx="3816097" cy="1347157"/>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6"/>
          <p:cNvSpPr/>
          <p:nvPr/>
        </p:nvSpPr>
        <p:spPr>
          <a:xfrm rot="-5400000">
            <a:off x="-632426" y="2802161"/>
            <a:ext cx="2957675" cy="1737700"/>
          </a:xfrm>
          <a:custGeom>
            <a:rect b="b" l="l" r="r" t="t"/>
            <a:pathLst>
              <a:path extrusionOk="0" h="69508" w="118307">
                <a:moveTo>
                  <a:pt x="368" y="1"/>
                </a:moveTo>
                <a:lnTo>
                  <a:pt x="0" y="68682"/>
                </a:lnTo>
                <a:cubicBezTo>
                  <a:pt x="974" y="69257"/>
                  <a:pt x="2054" y="69508"/>
                  <a:pt x="3152" y="69508"/>
                </a:cubicBezTo>
                <a:cubicBezTo>
                  <a:pt x="5456" y="69508"/>
                  <a:pt x="7843" y="68402"/>
                  <a:pt x="9507" y="66857"/>
                </a:cubicBezTo>
                <a:cubicBezTo>
                  <a:pt x="11744" y="64797"/>
                  <a:pt x="13172" y="62030"/>
                  <a:pt x="14570" y="59337"/>
                </a:cubicBezTo>
                <a:lnTo>
                  <a:pt x="15350" y="57851"/>
                </a:lnTo>
                <a:cubicBezTo>
                  <a:pt x="16998" y="54760"/>
                  <a:pt x="19147" y="51376"/>
                  <a:pt x="22590" y="49727"/>
                </a:cubicBezTo>
                <a:cubicBezTo>
                  <a:pt x="24283" y="48947"/>
                  <a:pt x="26181" y="48653"/>
                  <a:pt x="27976" y="48359"/>
                </a:cubicBezTo>
                <a:cubicBezTo>
                  <a:pt x="29110" y="48197"/>
                  <a:pt x="30287" y="48005"/>
                  <a:pt x="31391" y="47696"/>
                </a:cubicBezTo>
                <a:cubicBezTo>
                  <a:pt x="38499" y="45754"/>
                  <a:pt x="43017" y="39308"/>
                  <a:pt x="47373" y="32288"/>
                </a:cubicBezTo>
                <a:cubicBezTo>
                  <a:pt x="51626" y="25475"/>
                  <a:pt x="56379" y="18646"/>
                  <a:pt x="63693" y="16660"/>
                </a:cubicBezTo>
                <a:cubicBezTo>
                  <a:pt x="65489" y="16167"/>
                  <a:pt x="67348" y="16006"/>
                  <a:pt x="69216" y="16006"/>
                </a:cubicBezTo>
                <a:cubicBezTo>
                  <a:pt x="70977" y="16006"/>
                  <a:pt x="72746" y="16149"/>
                  <a:pt x="74481" y="16292"/>
                </a:cubicBezTo>
                <a:cubicBezTo>
                  <a:pt x="76201" y="16425"/>
                  <a:pt x="77938" y="16563"/>
                  <a:pt x="79654" y="16563"/>
                </a:cubicBezTo>
                <a:cubicBezTo>
                  <a:pt x="81932" y="16563"/>
                  <a:pt x="84175" y="16319"/>
                  <a:pt x="86298" y="15497"/>
                </a:cubicBezTo>
                <a:cubicBezTo>
                  <a:pt x="88432" y="14673"/>
                  <a:pt x="90345" y="13290"/>
                  <a:pt x="92199" y="11965"/>
                </a:cubicBezTo>
                <a:cubicBezTo>
                  <a:pt x="94083" y="10626"/>
                  <a:pt x="96011" y="9228"/>
                  <a:pt x="98189" y="8374"/>
                </a:cubicBezTo>
                <a:cubicBezTo>
                  <a:pt x="100543" y="7462"/>
                  <a:pt x="103089" y="7226"/>
                  <a:pt x="105547" y="6976"/>
                </a:cubicBezTo>
                <a:cubicBezTo>
                  <a:pt x="106989" y="6829"/>
                  <a:pt x="108476" y="6711"/>
                  <a:pt x="109918" y="6432"/>
                </a:cubicBezTo>
                <a:cubicBezTo>
                  <a:pt x="115230" y="5387"/>
                  <a:pt x="117718" y="2385"/>
                  <a:pt x="118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6"/>
          <p:cNvSpPr/>
          <p:nvPr/>
        </p:nvSpPr>
        <p:spPr>
          <a:xfrm rot="-5400000">
            <a:off x="-533239" y="3633074"/>
            <a:ext cx="2027950" cy="1006350"/>
          </a:xfrm>
          <a:custGeom>
            <a:rect b="b" l="l" r="r" t="t"/>
            <a:pathLst>
              <a:path extrusionOk="0" h="40254" w="81118">
                <a:moveTo>
                  <a:pt x="1" y="1"/>
                </a:moveTo>
                <a:lnTo>
                  <a:pt x="1" y="40073"/>
                </a:lnTo>
                <a:cubicBezTo>
                  <a:pt x="380" y="40197"/>
                  <a:pt x="767" y="40254"/>
                  <a:pt x="1155" y="40254"/>
                </a:cubicBezTo>
                <a:cubicBezTo>
                  <a:pt x="2665" y="40254"/>
                  <a:pt x="4180" y="39390"/>
                  <a:pt x="5210" y="38219"/>
                </a:cubicBezTo>
                <a:cubicBezTo>
                  <a:pt x="6491" y="36747"/>
                  <a:pt x="7212" y="34849"/>
                  <a:pt x="8006" y="33054"/>
                </a:cubicBezTo>
                <a:cubicBezTo>
                  <a:pt x="8786" y="31244"/>
                  <a:pt x="9728" y="29404"/>
                  <a:pt x="11318" y="28241"/>
                </a:cubicBezTo>
                <a:cubicBezTo>
                  <a:pt x="14379" y="26005"/>
                  <a:pt x="18985" y="26887"/>
                  <a:pt x="21914" y="24445"/>
                </a:cubicBezTo>
                <a:cubicBezTo>
                  <a:pt x="25033" y="21825"/>
                  <a:pt x="24930" y="16498"/>
                  <a:pt x="28183" y="14055"/>
                </a:cubicBezTo>
                <a:cubicBezTo>
                  <a:pt x="31273" y="11730"/>
                  <a:pt x="35850" y="13172"/>
                  <a:pt x="39308" y="11435"/>
                </a:cubicBezTo>
                <a:cubicBezTo>
                  <a:pt x="42208" y="9978"/>
                  <a:pt x="43797" y="6520"/>
                  <a:pt x="46784" y="5225"/>
                </a:cubicBezTo>
                <a:cubicBezTo>
                  <a:pt x="47746" y="4795"/>
                  <a:pt x="48744" y="4633"/>
                  <a:pt x="49765" y="4633"/>
                </a:cubicBezTo>
                <a:cubicBezTo>
                  <a:pt x="52914" y="4633"/>
                  <a:pt x="56284" y="6176"/>
                  <a:pt x="59494" y="6176"/>
                </a:cubicBezTo>
                <a:cubicBezTo>
                  <a:pt x="60308" y="6176"/>
                  <a:pt x="61111" y="6077"/>
                  <a:pt x="61898" y="5828"/>
                </a:cubicBezTo>
                <a:cubicBezTo>
                  <a:pt x="64547" y="4975"/>
                  <a:pt x="66593" y="2532"/>
                  <a:pt x="69330" y="2076"/>
                </a:cubicBezTo>
                <a:cubicBezTo>
                  <a:pt x="69677" y="2018"/>
                  <a:pt x="70022" y="1992"/>
                  <a:pt x="70367" y="1992"/>
                </a:cubicBezTo>
                <a:cubicBezTo>
                  <a:pt x="72203" y="1992"/>
                  <a:pt x="74018" y="2704"/>
                  <a:pt x="75864" y="2915"/>
                </a:cubicBezTo>
                <a:cubicBezTo>
                  <a:pt x="76107" y="2944"/>
                  <a:pt x="76356" y="2959"/>
                  <a:pt x="76608" y="2959"/>
                </a:cubicBezTo>
                <a:cubicBezTo>
                  <a:pt x="78633" y="2959"/>
                  <a:pt x="80830" y="2008"/>
                  <a:pt x="81118" y="45"/>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6"/>
          <p:cNvSpPr/>
          <p:nvPr/>
        </p:nvSpPr>
        <p:spPr>
          <a:xfrm rot="-5996739">
            <a:off x="-1111562" y="2780909"/>
            <a:ext cx="3816097" cy="1347157"/>
          </a:xfrm>
          <a:custGeom>
            <a:rect b="b" l="l" r="r" t="t"/>
            <a:pathLst>
              <a:path extrusionOk="0" h="38190" w="108181">
                <a:moveTo>
                  <a:pt x="107195" y="1"/>
                </a:moveTo>
                <a:lnTo>
                  <a:pt x="106665" y="133"/>
                </a:lnTo>
                <a:cubicBezTo>
                  <a:pt x="107578" y="3915"/>
                  <a:pt x="104634" y="7653"/>
                  <a:pt x="101382" y="9242"/>
                </a:cubicBezTo>
                <a:cubicBezTo>
                  <a:pt x="98277" y="10758"/>
                  <a:pt x="94686" y="11023"/>
                  <a:pt x="91228" y="11259"/>
                </a:cubicBezTo>
                <a:cubicBezTo>
                  <a:pt x="90816" y="11303"/>
                  <a:pt x="90403" y="11317"/>
                  <a:pt x="89991" y="11347"/>
                </a:cubicBezTo>
                <a:cubicBezTo>
                  <a:pt x="85989" y="11671"/>
                  <a:pt x="81868" y="12289"/>
                  <a:pt x="78748" y="14761"/>
                </a:cubicBezTo>
                <a:cubicBezTo>
                  <a:pt x="77556" y="15688"/>
                  <a:pt x="76599" y="16910"/>
                  <a:pt x="75687" y="18087"/>
                </a:cubicBezTo>
                <a:cubicBezTo>
                  <a:pt x="74613" y="19426"/>
                  <a:pt x="73627" y="20692"/>
                  <a:pt x="72273" y="21634"/>
                </a:cubicBezTo>
                <a:cubicBezTo>
                  <a:pt x="70129" y="23137"/>
                  <a:pt x="67353" y="23494"/>
                  <a:pt x="64974" y="23494"/>
                </a:cubicBezTo>
                <a:cubicBezTo>
                  <a:pt x="64233" y="23494"/>
                  <a:pt x="63531" y="23460"/>
                  <a:pt x="62898" y="23414"/>
                </a:cubicBezTo>
                <a:cubicBezTo>
                  <a:pt x="62177" y="23385"/>
                  <a:pt x="61427" y="23311"/>
                  <a:pt x="60706" y="23252"/>
                </a:cubicBezTo>
                <a:cubicBezTo>
                  <a:pt x="59210" y="23122"/>
                  <a:pt x="57692" y="22989"/>
                  <a:pt x="56189" y="22989"/>
                </a:cubicBezTo>
                <a:cubicBezTo>
                  <a:pt x="54289" y="22989"/>
                  <a:pt x="52414" y="23202"/>
                  <a:pt x="50640" y="23900"/>
                </a:cubicBezTo>
                <a:cubicBezTo>
                  <a:pt x="48285" y="24812"/>
                  <a:pt x="46357" y="26490"/>
                  <a:pt x="44459" y="28123"/>
                </a:cubicBezTo>
                <a:cubicBezTo>
                  <a:pt x="42501" y="29816"/>
                  <a:pt x="40470" y="31567"/>
                  <a:pt x="38042" y="32391"/>
                </a:cubicBezTo>
                <a:cubicBezTo>
                  <a:pt x="36798" y="32817"/>
                  <a:pt x="35543" y="32989"/>
                  <a:pt x="34272" y="32989"/>
                </a:cubicBezTo>
                <a:cubicBezTo>
                  <a:pt x="31725" y="32989"/>
                  <a:pt x="29116" y="32299"/>
                  <a:pt x="26416" y="31582"/>
                </a:cubicBezTo>
                <a:cubicBezTo>
                  <a:pt x="24709" y="31140"/>
                  <a:pt x="22943" y="30684"/>
                  <a:pt x="21192" y="30405"/>
                </a:cubicBezTo>
                <a:cubicBezTo>
                  <a:pt x="20052" y="30226"/>
                  <a:pt x="18893" y="30139"/>
                  <a:pt x="17727" y="30139"/>
                </a:cubicBezTo>
                <a:cubicBezTo>
                  <a:pt x="15040" y="30139"/>
                  <a:pt x="12315" y="30605"/>
                  <a:pt x="9698" y="31508"/>
                </a:cubicBezTo>
                <a:cubicBezTo>
                  <a:pt x="5946" y="32818"/>
                  <a:pt x="2590" y="35011"/>
                  <a:pt x="0" y="37822"/>
                </a:cubicBezTo>
                <a:lnTo>
                  <a:pt x="412" y="38189"/>
                </a:lnTo>
                <a:cubicBezTo>
                  <a:pt x="2929" y="35452"/>
                  <a:pt x="6196" y="33318"/>
                  <a:pt x="9860" y="32023"/>
                </a:cubicBezTo>
                <a:cubicBezTo>
                  <a:pt x="12403" y="31135"/>
                  <a:pt x="15051" y="30686"/>
                  <a:pt x="17669" y="30686"/>
                </a:cubicBezTo>
                <a:cubicBezTo>
                  <a:pt x="18824" y="30686"/>
                  <a:pt x="19973" y="30773"/>
                  <a:pt x="21104" y="30949"/>
                </a:cubicBezTo>
                <a:cubicBezTo>
                  <a:pt x="22811" y="31214"/>
                  <a:pt x="24577" y="31685"/>
                  <a:pt x="26269" y="32126"/>
                </a:cubicBezTo>
                <a:cubicBezTo>
                  <a:pt x="28906" y="32822"/>
                  <a:pt x="31609" y="33525"/>
                  <a:pt x="34263" y="33525"/>
                </a:cubicBezTo>
                <a:cubicBezTo>
                  <a:pt x="35594" y="33525"/>
                  <a:pt x="36912" y="33348"/>
                  <a:pt x="38204" y="32906"/>
                </a:cubicBezTo>
                <a:cubicBezTo>
                  <a:pt x="40750" y="32053"/>
                  <a:pt x="42810" y="30257"/>
                  <a:pt x="44812" y="28536"/>
                </a:cubicBezTo>
                <a:cubicBezTo>
                  <a:pt x="46666" y="26931"/>
                  <a:pt x="48579" y="25283"/>
                  <a:pt x="50846" y="24400"/>
                </a:cubicBezTo>
                <a:cubicBezTo>
                  <a:pt x="52559" y="23728"/>
                  <a:pt x="54387" y="23522"/>
                  <a:pt x="56243" y="23522"/>
                </a:cubicBezTo>
                <a:cubicBezTo>
                  <a:pt x="57718" y="23522"/>
                  <a:pt x="59210" y="23652"/>
                  <a:pt x="60676" y="23782"/>
                </a:cubicBezTo>
                <a:cubicBezTo>
                  <a:pt x="61412" y="23856"/>
                  <a:pt x="62148" y="23915"/>
                  <a:pt x="62884" y="23973"/>
                </a:cubicBezTo>
                <a:cubicBezTo>
                  <a:pt x="63507" y="24013"/>
                  <a:pt x="64195" y="24044"/>
                  <a:pt x="64921" y="24044"/>
                </a:cubicBezTo>
                <a:cubicBezTo>
                  <a:pt x="67401" y="24044"/>
                  <a:pt x="70323" y="23683"/>
                  <a:pt x="72611" y="22090"/>
                </a:cubicBezTo>
                <a:cubicBezTo>
                  <a:pt x="74009" y="21119"/>
                  <a:pt x="75098" y="19765"/>
                  <a:pt x="76128" y="18440"/>
                </a:cubicBezTo>
                <a:cubicBezTo>
                  <a:pt x="77026" y="17278"/>
                  <a:pt x="77968" y="16100"/>
                  <a:pt x="79101" y="15173"/>
                </a:cubicBezTo>
                <a:cubicBezTo>
                  <a:pt x="82089" y="12804"/>
                  <a:pt x="86106" y="12200"/>
                  <a:pt x="90036" y="11906"/>
                </a:cubicBezTo>
                <a:cubicBezTo>
                  <a:pt x="90433" y="11862"/>
                  <a:pt x="90860" y="11847"/>
                  <a:pt x="91257" y="11818"/>
                </a:cubicBezTo>
                <a:cubicBezTo>
                  <a:pt x="94774" y="11553"/>
                  <a:pt x="98424" y="11303"/>
                  <a:pt x="101617" y="9728"/>
                </a:cubicBezTo>
                <a:cubicBezTo>
                  <a:pt x="105061" y="8065"/>
                  <a:pt x="108181" y="4062"/>
                  <a:pt x="10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6"/>
          <p:cNvSpPr/>
          <p:nvPr/>
        </p:nvSpPr>
        <p:spPr>
          <a:xfrm flipH="1" rot="10800000">
            <a:off x="213281" y="4139193"/>
            <a:ext cx="356100" cy="356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6"/>
          <p:cNvSpPr/>
          <p:nvPr/>
        </p:nvSpPr>
        <p:spPr>
          <a:xfrm flipH="1" rot="10800000">
            <a:off x="7956507" y="1546605"/>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6"/>
          <p:cNvSpPr/>
          <p:nvPr/>
        </p:nvSpPr>
        <p:spPr>
          <a:xfrm flipH="1" rot="10800000">
            <a:off x="5230201" y="4659433"/>
            <a:ext cx="389400" cy="38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6"/>
          <p:cNvSpPr/>
          <p:nvPr/>
        </p:nvSpPr>
        <p:spPr>
          <a:xfrm flipH="1" rot="10800000">
            <a:off x="8108730" y="3944258"/>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6"/>
          <p:cNvSpPr/>
          <p:nvPr/>
        </p:nvSpPr>
        <p:spPr>
          <a:xfrm flipH="1" rot="10800000">
            <a:off x="2852330" y="249083"/>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6"/>
          <p:cNvSpPr/>
          <p:nvPr/>
        </p:nvSpPr>
        <p:spPr>
          <a:xfrm flipH="1" rot="10800000">
            <a:off x="454532" y="878130"/>
            <a:ext cx="404100" cy="40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6"/>
          <p:cNvSpPr/>
          <p:nvPr/>
        </p:nvSpPr>
        <p:spPr>
          <a:xfrm flipH="1" rot="10800000">
            <a:off x="7766593" y="348108"/>
            <a:ext cx="189900" cy="18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6"/>
          <p:cNvSpPr/>
          <p:nvPr/>
        </p:nvSpPr>
        <p:spPr>
          <a:xfrm flipH="1" rot="10800000">
            <a:off x="-296337" y="4509924"/>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6"/>
          <p:cNvSpPr/>
          <p:nvPr/>
        </p:nvSpPr>
        <p:spPr>
          <a:xfrm flipH="1" rot="10800000">
            <a:off x="8874138" y="112874"/>
            <a:ext cx="572674" cy="572710"/>
          </a:xfrm>
          <a:custGeom>
            <a:rect b="b" l="l" r="r" t="t"/>
            <a:pathLst>
              <a:path extrusionOk="0" fill="none" h="14570" w="14570">
                <a:moveTo>
                  <a:pt x="7285" y="14570"/>
                </a:moveTo>
                <a:cubicBezTo>
                  <a:pt x="3282" y="14570"/>
                  <a:pt x="0" y="11303"/>
                  <a:pt x="0" y="7285"/>
                </a:cubicBezTo>
                <a:cubicBezTo>
                  <a:pt x="0" y="3282"/>
                  <a:pt x="3267" y="0"/>
                  <a:pt x="7285" y="0"/>
                </a:cubicBezTo>
                <a:cubicBezTo>
                  <a:pt x="11317" y="0"/>
                  <a:pt x="14569" y="3282"/>
                  <a:pt x="14569" y="7285"/>
                </a:cubicBezTo>
                <a:cubicBezTo>
                  <a:pt x="14569" y="11303"/>
                  <a:pt x="11302" y="14570"/>
                  <a:pt x="7285" y="14570"/>
                </a:cubicBezTo>
                <a:close/>
                <a:moveTo>
                  <a:pt x="7285" y="2532"/>
                </a:moveTo>
                <a:cubicBezTo>
                  <a:pt x="4650" y="2532"/>
                  <a:pt x="2531" y="4666"/>
                  <a:pt x="2531" y="7285"/>
                </a:cubicBezTo>
                <a:cubicBezTo>
                  <a:pt x="2531" y="9919"/>
                  <a:pt x="4650" y="12053"/>
                  <a:pt x="7285" y="12053"/>
                </a:cubicBezTo>
                <a:cubicBezTo>
                  <a:pt x="9919" y="12053"/>
                  <a:pt x="12053" y="9919"/>
                  <a:pt x="12053" y="7285"/>
                </a:cubicBezTo>
                <a:cubicBezTo>
                  <a:pt x="12053" y="4666"/>
                  <a:pt x="9919" y="2532"/>
                  <a:pt x="7285" y="2532"/>
                </a:cubicBezTo>
                <a:close/>
              </a:path>
            </a:pathLst>
          </a:custGeom>
          <a:noFill/>
          <a:ln cap="flat" cmpd="sng" w="19050">
            <a:solidFill>
              <a:schemeClr val="accent1"/>
            </a:solidFill>
            <a:prstDash val="solid"/>
            <a:miter lim="147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9" name="Shape 1419"/>
        <p:cNvGrpSpPr/>
        <p:nvPr/>
      </p:nvGrpSpPr>
      <p:grpSpPr>
        <a:xfrm>
          <a:off x="0" y="0"/>
          <a:ext cx="0" cy="0"/>
          <a:chOff x="0" y="0"/>
          <a:chExt cx="0" cy="0"/>
        </a:xfrm>
      </p:grpSpPr>
      <p:sp>
        <p:nvSpPr>
          <p:cNvPr id="1420" name="Google Shape;1420;p67"/>
          <p:cNvSpPr txBox="1"/>
          <p:nvPr>
            <p:ph type="title"/>
          </p:nvPr>
        </p:nvSpPr>
        <p:spPr>
          <a:xfrm>
            <a:off x="732300" y="445025"/>
            <a:ext cx="7679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t>
            </a:r>
            <a:r>
              <a:rPr lang="en"/>
              <a:t>edicine icon pack </a:t>
            </a:r>
            <a:endParaRPr/>
          </a:p>
        </p:txBody>
      </p:sp>
      <p:sp>
        <p:nvSpPr>
          <p:cNvPr id="1421" name="Google Shape;1421;p67"/>
          <p:cNvSpPr txBox="1"/>
          <p:nvPr>
            <p:ph idx="1" type="subTitle"/>
          </p:nvPr>
        </p:nvSpPr>
        <p:spPr>
          <a:xfrm>
            <a:off x="1296600" y="994775"/>
            <a:ext cx="6550800" cy="33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Here’s an assortment of alternative resources whose style fits the one of this template</a:t>
            </a:r>
            <a:endParaRPr/>
          </a:p>
        </p:txBody>
      </p:sp>
      <p:sp>
        <p:nvSpPr>
          <p:cNvPr id="1422" name="Google Shape;1422;p67"/>
          <p:cNvSpPr/>
          <p:nvPr/>
        </p:nvSpPr>
        <p:spPr>
          <a:xfrm>
            <a:off x="2713697" y="3049337"/>
            <a:ext cx="40" cy="482"/>
          </a:xfrm>
          <a:custGeom>
            <a:rect b="b" l="l" r="r" t="t"/>
            <a:pathLst>
              <a:path extrusionOk="0" h="12" w="1">
                <a:moveTo>
                  <a:pt x="0" y="11"/>
                </a:moveTo>
                <a:lnTo>
                  <a:pt x="0" y="11"/>
                </a:lnTo>
                <a:lnTo>
                  <a:pt x="0" y="11"/>
                </a:lnTo>
                <a:cubicBezTo>
                  <a:pt x="0" y="1"/>
                  <a:pt x="0" y="1"/>
                  <a:pt x="0" y="1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7"/>
          <p:cNvSpPr/>
          <p:nvPr/>
        </p:nvSpPr>
        <p:spPr>
          <a:xfrm>
            <a:off x="2714982" y="3049337"/>
            <a:ext cx="40" cy="482"/>
          </a:xfrm>
          <a:custGeom>
            <a:rect b="b" l="l" r="r" t="t"/>
            <a:pathLst>
              <a:path extrusionOk="0" h="12" w="1">
                <a:moveTo>
                  <a:pt x="0" y="11"/>
                </a:moveTo>
                <a:lnTo>
                  <a:pt x="0" y="11"/>
                </a:lnTo>
                <a:lnTo>
                  <a:pt x="0" y="11"/>
                </a:lnTo>
                <a:cubicBezTo>
                  <a:pt x="0" y="1"/>
                  <a:pt x="0" y="1"/>
                  <a:pt x="0" y="1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7"/>
          <p:cNvSpPr/>
          <p:nvPr/>
        </p:nvSpPr>
        <p:spPr>
          <a:xfrm>
            <a:off x="2715383" y="3049337"/>
            <a:ext cx="40" cy="482"/>
          </a:xfrm>
          <a:custGeom>
            <a:rect b="b" l="l" r="r" t="t"/>
            <a:pathLst>
              <a:path extrusionOk="0" h="12" w="1">
                <a:moveTo>
                  <a:pt x="1" y="11"/>
                </a:moveTo>
                <a:lnTo>
                  <a:pt x="1" y="11"/>
                </a:lnTo>
                <a:lnTo>
                  <a:pt x="1" y="11"/>
                </a:lnTo>
                <a:cubicBezTo>
                  <a:pt x="1" y="1"/>
                  <a:pt x="1" y="1"/>
                  <a:pt x="1" y="1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7"/>
          <p:cNvSpPr/>
          <p:nvPr/>
        </p:nvSpPr>
        <p:spPr>
          <a:xfrm>
            <a:off x="2716667" y="3049337"/>
            <a:ext cx="40" cy="482"/>
          </a:xfrm>
          <a:custGeom>
            <a:rect b="b" l="l" r="r" t="t"/>
            <a:pathLst>
              <a:path extrusionOk="0" h="12" w="1">
                <a:moveTo>
                  <a:pt x="1" y="11"/>
                </a:moveTo>
                <a:lnTo>
                  <a:pt x="1" y="11"/>
                </a:lnTo>
                <a:lnTo>
                  <a:pt x="1" y="11"/>
                </a:lnTo>
                <a:cubicBezTo>
                  <a:pt x="1" y="1"/>
                  <a:pt x="1" y="1"/>
                  <a:pt x="1" y="1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7"/>
          <p:cNvSpPr/>
          <p:nvPr/>
        </p:nvSpPr>
        <p:spPr>
          <a:xfrm>
            <a:off x="2717550" y="3049337"/>
            <a:ext cx="40" cy="482"/>
          </a:xfrm>
          <a:custGeom>
            <a:rect b="b" l="l" r="r" t="t"/>
            <a:pathLst>
              <a:path extrusionOk="0" h="12" w="1">
                <a:moveTo>
                  <a:pt x="0" y="11"/>
                </a:moveTo>
                <a:lnTo>
                  <a:pt x="0" y="11"/>
                </a:lnTo>
                <a:lnTo>
                  <a:pt x="0" y="11"/>
                </a:lnTo>
                <a:cubicBezTo>
                  <a:pt x="0" y="1"/>
                  <a:pt x="0" y="1"/>
                  <a:pt x="0" y="1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7"/>
          <p:cNvSpPr/>
          <p:nvPr/>
        </p:nvSpPr>
        <p:spPr>
          <a:xfrm>
            <a:off x="2717952" y="3049337"/>
            <a:ext cx="40" cy="482"/>
          </a:xfrm>
          <a:custGeom>
            <a:rect b="b" l="l" r="r" t="t"/>
            <a:pathLst>
              <a:path extrusionOk="0" h="12" w="1">
                <a:moveTo>
                  <a:pt x="1" y="1"/>
                </a:moveTo>
                <a:lnTo>
                  <a:pt x="1" y="1"/>
                </a:lnTo>
                <a:cubicBezTo>
                  <a:pt x="1" y="1"/>
                  <a:pt x="1" y="11"/>
                  <a:pt x="1" y="1"/>
                </a:cubicBezTo>
                <a:cubicBezTo>
                  <a:pt x="1" y="11"/>
                  <a:pt x="1" y="11"/>
                  <a:pt x="1" y="1"/>
                </a:cubicBezTo>
                <a:cubicBezTo>
                  <a:pt x="1" y="11"/>
                  <a:pt x="1" y="1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7"/>
          <p:cNvSpPr/>
          <p:nvPr/>
        </p:nvSpPr>
        <p:spPr>
          <a:xfrm>
            <a:off x="2717952" y="3049337"/>
            <a:ext cx="40" cy="482"/>
          </a:xfrm>
          <a:custGeom>
            <a:rect b="b" l="l" r="r" t="t"/>
            <a:pathLst>
              <a:path extrusionOk="0" h="12" w="1">
                <a:moveTo>
                  <a:pt x="1" y="11"/>
                </a:moveTo>
                <a:lnTo>
                  <a:pt x="1" y="11"/>
                </a:lnTo>
                <a:lnTo>
                  <a:pt x="1" y="11"/>
                </a:lnTo>
                <a:cubicBezTo>
                  <a:pt x="1" y="1"/>
                  <a:pt x="1" y="1"/>
                  <a:pt x="1" y="1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7"/>
          <p:cNvSpPr/>
          <p:nvPr/>
        </p:nvSpPr>
        <p:spPr>
          <a:xfrm>
            <a:off x="2719236" y="3049337"/>
            <a:ext cx="40" cy="482"/>
          </a:xfrm>
          <a:custGeom>
            <a:rect b="b" l="l" r="r" t="t"/>
            <a:pathLst>
              <a:path extrusionOk="0" h="12" w="1">
                <a:moveTo>
                  <a:pt x="1" y="1"/>
                </a:moveTo>
                <a:lnTo>
                  <a:pt x="1" y="1"/>
                </a:lnTo>
                <a:cubicBezTo>
                  <a:pt x="1" y="11"/>
                  <a:pt x="1" y="11"/>
                  <a:pt x="1" y="1"/>
                </a:cubicBezTo>
                <a:cubicBezTo>
                  <a:pt x="1" y="11"/>
                  <a:pt x="1" y="11"/>
                  <a:pt x="1" y="1"/>
                </a:cubicBezTo>
                <a:cubicBezTo>
                  <a:pt x="1" y="11"/>
                  <a:pt x="1" y="1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7"/>
          <p:cNvSpPr/>
          <p:nvPr/>
        </p:nvSpPr>
        <p:spPr>
          <a:xfrm>
            <a:off x="2719678" y="3049337"/>
            <a:ext cx="40" cy="482"/>
          </a:xfrm>
          <a:custGeom>
            <a:rect b="b" l="l" r="r" t="t"/>
            <a:pathLst>
              <a:path extrusionOk="0" h="12" w="1">
                <a:moveTo>
                  <a:pt x="1" y="1"/>
                </a:moveTo>
                <a:lnTo>
                  <a:pt x="1" y="1"/>
                </a:lnTo>
                <a:cubicBezTo>
                  <a:pt x="1" y="11"/>
                  <a:pt x="1" y="11"/>
                  <a:pt x="1" y="1"/>
                </a:cubicBezTo>
                <a:cubicBezTo>
                  <a:pt x="1" y="11"/>
                  <a:pt x="1" y="11"/>
                  <a:pt x="1" y="1"/>
                </a:cubicBezTo>
                <a:cubicBezTo>
                  <a:pt x="1" y="11"/>
                  <a:pt x="1" y="1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7"/>
          <p:cNvSpPr/>
          <p:nvPr/>
        </p:nvSpPr>
        <p:spPr>
          <a:xfrm>
            <a:off x="2720962" y="3049337"/>
            <a:ext cx="40" cy="482"/>
          </a:xfrm>
          <a:custGeom>
            <a:rect b="b" l="l" r="r" t="t"/>
            <a:pathLst>
              <a:path extrusionOk="0" h="12" w="1">
                <a:moveTo>
                  <a:pt x="1" y="1"/>
                </a:moveTo>
                <a:lnTo>
                  <a:pt x="1" y="1"/>
                </a:lnTo>
                <a:cubicBezTo>
                  <a:pt x="1" y="11"/>
                  <a:pt x="1" y="11"/>
                  <a:pt x="1" y="1"/>
                </a:cubicBezTo>
                <a:cubicBezTo>
                  <a:pt x="1" y="11"/>
                  <a:pt x="1" y="11"/>
                  <a:pt x="1" y="1"/>
                </a:cubicBezTo>
                <a:cubicBezTo>
                  <a:pt x="1" y="11"/>
                  <a:pt x="1" y="1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7"/>
          <p:cNvSpPr/>
          <p:nvPr/>
        </p:nvSpPr>
        <p:spPr>
          <a:xfrm>
            <a:off x="2721805" y="3049779"/>
            <a:ext cx="40" cy="40"/>
          </a:xfrm>
          <a:custGeom>
            <a:rect b="b" l="l" r="r" t="t"/>
            <a:pathLst>
              <a:path extrusionOk="0" h="1" w="1">
                <a:moveTo>
                  <a:pt x="1" y="0"/>
                </a:moveTo>
                <a:lnTo>
                  <a:pt x="1" y="0"/>
                </a:lnTo>
                <a:lnTo>
                  <a:pt x="1" y="0"/>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7"/>
          <p:cNvSpPr/>
          <p:nvPr/>
        </p:nvSpPr>
        <p:spPr>
          <a:xfrm>
            <a:off x="2965446" y="2195107"/>
            <a:ext cx="40" cy="482"/>
          </a:xfrm>
          <a:custGeom>
            <a:rect b="b" l="l" r="r" t="t"/>
            <a:pathLst>
              <a:path extrusionOk="0" h="12" w="1">
                <a:moveTo>
                  <a:pt x="1" y="12"/>
                </a:moveTo>
                <a:cubicBezTo>
                  <a:pt x="1" y="1"/>
                  <a:pt x="1" y="1"/>
                  <a:pt x="1" y="12"/>
                </a:cubicBezTo>
                <a:cubicBezTo>
                  <a:pt x="1" y="1"/>
                  <a:pt x="1" y="1"/>
                  <a:pt x="1" y="12"/>
                </a:cubicBezTo>
                <a:lnTo>
                  <a:pt x="1" y="12"/>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7"/>
          <p:cNvSpPr/>
          <p:nvPr/>
        </p:nvSpPr>
        <p:spPr>
          <a:xfrm>
            <a:off x="2965446" y="2202814"/>
            <a:ext cx="40" cy="40"/>
          </a:xfrm>
          <a:custGeom>
            <a:rect b="b" l="l" r="r" t="t"/>
            <a:pathLst>
              <a:path extrusionOk="0" h="1" w="1">
                <a:moveTo>
                  <a:pt x="1" y="1"/>
                </a:moveTo>
                <a:lnTo>
                  <a:pt x="1" y="1"/>
                </a:lnTo>
                <a:lnTo>
                  <a:pt x="1"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7"/>
          <p:cNvSpPr/>
          <p:nvPr/>
        </p:nvSpPr>
        <p:spPr>
          <a:xfrm>
            <a:off x="2965446" y="2198960"/>
            <a:ext cx="40" cy="482"/>
          </a:xfrm>
          <a:custGeom>
            <a:rect b="b" l="l" r="r" t="t"/>
            <a:pathLst>
              <a:path extrusionOk="0" h="12" w="1">
                <a:moveTo>
                  <a:pt x="1" y="12"/>
                </a:moveTo>
                <a:lnTo>
                  <a:pt x="1" y="12"/>
                </a:lnTo>
                <a:cubicBezTo>
                  <a:pt x="1" y="1"/>
                  <a:pt x="1" y="1"/>
                  <a:pt x="1" y="12"/>
                </a:cubicBezTo>
                <a:cubicBezTo>
                  <a:pt x="1" y="1"/>
                  <a:pt x="1" y="1"/>
                  <a:pt x="1" y="1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7"/>
          <p:cNvSpPr/>
          <p:nvPr/>
        </p:nvSpPr>
        <p:spPr>
          <a:xfrm>
            <a:off x="2965446" y="2113345"/>
            <a:ext cx="40" cy="40"/>
          </a:xfrm>
          <a:custGeom>
            <a:rect b="b" l="l" r="r" t="t"/>
            <a:pathLst>
              <a:path extrusionOk="0" h="1" w="1">
                <a:moveTo>
                  <a:pt x="1" y="0"/>
                </a:moveTo>
                <a:lnTo>
                  <a:pt x="1" y="0"/>
                </a:lnTo>
                <a:lnTo>
                  <a:pt x="1" y="0"/>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7"/>
          <p:cNvSpPr/>
          <p:nvPr/>
        </p:nvSpPr>
        <p:spPr>
          <a:xfrm>
            <a:off x="2965045" y="2113345"/>
            <a:ext cx="442" cy="482"/>
          </a:xfrm>
          <a:custGeom>
            <a:rect b="b" l="l" r="r" t="t"/>
            <a:pathLst>
              <a:path extrusionOk="0" h="12" w="11">
                <a:moveTo>
                  <a:pt x="11" y="11"/>
                </a:moveTo>
                <a:cubicBezTo>
                  <a:pt x="11" y="11"/>
                  <a:pt x="11" y="0"/>
                  <a:pt x="11" y="11"/>
                </a:cubicBezTo>
                <a:cubicBezTo>
                  <a:pt x="0" y="0"/>
                  <a:pt x="0" y="0"/>
                  <a:pt x="11" y="11"/>
                </a:cubicBezTo>
                <a:cubicBezTo>
                  <a:pt x="11" y="0"/>
                  <a:pt x="11" y="0"/>
                  <a:pt x="11" y="1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7"/>
          <p:cNvSpPr/>
          <p:nvPr/>
        </p:nvSpPr>
        <p:spPr>
          <a:xfrm>
            <a:off x="2965446" y="2109933"/>
            <a:ext cx="40" cy="883"/>
          </a:xfrm>
          <a:custGeom>
            <a:rect b="b" l="l" r="r" t="t"/>
            <a:pathLst>
              <a:path extrusionOk="0" h="22" w="1">
                <a:moveTo>
                  <a:pt x="1" y="21"/>
                </a:moveTo>
                <a:lnTo>
                  <a:pt x="1" y="21"/>
                </a:lnTo>
                <a:lnTo>
                  <a:pt x="1" y="21"/>
                </a:lnTo>
                <a:cubicBezTo>
                  <a:pt x="1" y="21"/>
                  <a:pt x="1" y="0"/>
                  <a:pt x="1" y="2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7"/>
          <p:cNvSpPr/>
          <p:nvPr/>
        </p:nvSpPr>
        <p:spPr>
          <a:xfrm>
            <a:off x="2965045" y="2105638"/>
            <a:ext cx="442" cy="883"/>
          </a:xfrm>
          <a:custGeom>
            <a:rect b="b" l="l" r="r" t="t"/>
            <a:pathLst>
              <a:path extrusionOk="0" h="22" w="11">
                <a:moveTo>
                  <a:pt x="0" y="0"/>
                </a:moveTo>
                <a:lnTo>
                  <a:pt x="0" y="0"/>
                </a:lnTo>
                <a:cubicBezTo>
                  <a:pt x="11" y="22"/>
                  <a:pt x="11" y="22"/>
                  <a:pt x="0" y="0"/>
                </a:cubicBezTo>
                <a:cubicBezTo>
                  <a:pt x="11" y="22"/>
                  <a:pt x="11" y="22"/>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7"/>
          <p:cNvSpPr/>
          <p:nvPr/>
        </p:nvSpPr>
        <p:spPr>
          <a:xfrm>
            <a:off x="2965446" y="2104795"/>
            <a:ext cx="40" cy="40"/>
          </a:xfrm>
          <a:custGeom>
            <a:rect b="b" l="l" r="r" t="t"/>
            <a:pathLst>
              <a:path extrusionOk="0" h="1" w="1">
                <a:moveTo>
                  <a:pt x="1" y="0"/>
                </a:moveTo>
                <a:lnTo>
                  <a:pt x="1" y="0"/>
                </a:lnTo>
                <a:lnTo>
                  <a:pt x="1" y="0"/>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7"/>
          <p:cNvSpPr/>
          <p:nvPr/>
        </p:nvSpPr>
        <p:spPr>
          <a:xfrm>
            <a:off x="2965045" y="2104795"/>
            <a:ext cx="442" cy="442"/>
          </a:xfrm>
          <a:custGeom>
            <a:rect b="b" l="l" r="r" t="t"/>
            <a:pathLst>
              <a:path extrusionOk="0" h="11" w="11">
                <a:moveTo>
                  <a:pt x="0" y="0"/>
                </a:moveTo>
                <a:lnTo>
                  <a:pt x="11" y="11"/>
                </a:lnTo>
                <a:cubicBezTo>
                  <a:pt x="11" y="0"/>
                  <a:pt x="11"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7"/>
          <p:cNvSpPr/>
          <p:nvPr/>
        </p:nvSpPr>
        <p:spPr>
          <a:xfrm>
            <a:off x="2965446" y="2102226"/>
            <a:ext cx="40" cy="40"/>
          </a:xfrm>
          <a:custGeom>
            <a:rect b="b" l="l" r="r" t="t"/>
            <a:pathLst>
              <a:path extrusionOk="0" h="1" w="1">
                <a:moveTo>
                  <a:pt x="1" y="0"/>
                </a:moveTo>
                <a:lnTo>
                  <a:pt x="1" y="0"/>
                </a:lnTo>
                <a:lnTo>
                  <a:pt x="1" y="0"/>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7"/>
          <p:cNvSpPr/>
          <p:nvPr/>
        </p:nvSpPr>
        <p:spPr>
          <a:xfrm>
            <a:off x="2965045" y="2100500"/>
            <a:ext cx="442" cy="482"/>
          </a:xfrm>
          <a:custGeom>
            <a:rect b="b" l="l" r="r" t="t"/>
            <a:pathLst>
              <a:path extrusionOk="0" h="12" w="11">
                <a:moveTo>
                  <a:pt x="11" y="11"/>
                </a:moveTo>
                <a:cubicBezTo>
                  <a:pt x="11" y="11"/>
                  <a:pt x="11" y="0"/>
                  <a:pt x="11" y="11"/>
                </a:cubicBezTo>
                <a:cubicBezTo>
                  <a:pt x="0" y="0"/>
                  <a:pt x="0" y="0"/>
                  <a:pt x="11" y="11"/>
                </a:cubicBezTo>
                <a:cubicBezTo>
                  <a:pt x="11" y="0"/>
                  <a:pt x="11" y="0"/>
                  <a:pt x="11" y="1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7"/>
          <p:cNvSpPr/>
          <p:nvPr/>
        </p:nvSpPr>
        <p:spPr>
          <a:xfrm>
            <a:off x="2965045" y="2098774"/>
            <a:ext cx="442" cy="482"/>
          </a:xfrm>
          <a:custGeom>
            <a:rect b="b" l="l" r="r" t="t"/>
            <a:pathLst>
              <a:path extrusionOk="0" h="12" w="11">
                <a:moveTo>
                  <a:pt x="11" y="11"/>
                </a:moveTo>
                <a:lnTo>
                  <a:pt x="11" y="11"/>
                </a:lnTo>
                <a:lnTo>
                  <a:pt x="11" y="11"/>
                </a:lnTo>
                <a:cubicBezTo>
                  <a:pt x="0" y="1"/>
                  <a:pt x="0" y="1"/>
                  <a:pt x="11" y="11"/>
                </a:cubicBezTo>
                <a:cubicBezTo>
                  <a:pt x="11" y="1"/>
                  <a:pt x="11" y="11"/>
                  <a:pt x="11" y="1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7"/>
          <p:cNvSpPr/>
          <p:nvPr/>
        </p:nvSpPr>
        <p:spPr>
          <a:xfrm>
            <a:off x="2965045" y="2096205"/>
            <a:ext cx="442" cy="40"/>
          </a:xfrm>
          <a:custGeom>
            <a:rect b="b" l="l" r="r" t="t"/>
            <a:pathLst>
              <a:path extrusionOk="0" h="1" w="11">
                <a:moveTo>
                  <a:pt x="11" y="1"/>
                </a:moveTo>
                <a:lnTo>
                  <a:pt x="11" y="1"/>
                </a:lnTo>
                <a:lnTo>
                  <a:pt x="11" y="1"/>
                </a:lnTo>
                <a:cubicBezTo>
                  <a:pt x="0" y="1"/>
                  <a:pt x="0" y="1"/>
                  <a:pt x="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7"/>
          <p:cNvSpPr/>
          <p:nvPr/>
        </p:nvSpPr>
        <p:spPr>
          <a:xfrm>
            <a:off x="2965045" y="2093637"/>
            <a:ext cx="442" cy="40"/>
          </a:xfrm>
          <a:custGeom>
            <a:rect b="b" l="l" r="r" t="t"/>
            <a:pathLst>
              <a:path extrusionOk="0" h="1" w="11">
                <a:moveTo>
                  <a:pt x="11" y="1"/>
                </a:moveTo>
                <a:lnTo>
                  <a:pt x="11" y="1"/>
                </a:lnTo>
                <a:cubicBezTo>
                  <a:pt x="0" y="1"/>
                  <a:pt x="0" y="1"/>
                  <a:pt x="11" y="1"/>
                </a:cubicBezTo>
                <a:lnTo>
                  <a:pt x="1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7"/>
          <p:cNvSpPr/>
          <p:nvPr/>
        </p:nvSpPr>
        <p:spPr>
          <a:xfrm>
            <a:off x="2965446" y="2091951"/>
            <a:ext cx="40" cy="40"/>
          </a:xfrm>
          <a:custGeom>
            <a:rect b="b" l="l" r="r" t="t"/>
            <a:pathLst>
              <a:path extrusionOk="0" h="1" w="1">
                <a:moveTo>
                  <a:pt x="1" y="0"/>
                </a:moveTo>
                <a:lnTo>
                  <a:pt x="1" y="0"/>
                </a:lnTo>
                <a:lnTo>
                  <a:pt x="1" y="0"/>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7"/>
          <p:cNvSpPr/>
          <p:nvPr/>
        </p:nvSpPr>
        <p:spPr>
          <a:xfrm>
            <a:off x="2965446" y="2088499"/>
            <a:ext cx="40" cy="923"/>
          </a:xfrm>
          <a:custGeom>
            <a:rect b="b" l="l" r="r" t="t"/>
            <a:pathLst>
              <a:path extrusionOk="0" h="23" w="1">
                <a:moveTo>
                  <a:pt x="1" y="22"/>
                </a:moveTo>
                <a:lnTo>
                  <a:pt x="1" y="22"/>
                </a:lnTo>
                <a:lnTo>
                  <a:pt x="1" y="22"/>
                </a:lnTo>
                <a:cubicBezTo>
                  <a:pt x="1" y="1"/>
                  <a:pt x="1" y="1"/>
                  <a:pt x="1" y="2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7"/>
          <p:cNvSpPr/>
          <p:nvPr/>
        </p:nvSpPr>
        <p:spPr>
          <a:xfrm>
            <a:off x="2965446" y="2207951"/>
            <a:ext cx="40" cy="482"/>
          </a:xfrm>
          <a:custGeom>
            <a:rect b="b" l="l" r="r" t="t"/>
            <a:pathLst>
              <a:path extrusionOk="0" h="12" w="1">
                <a:moveTo>
                  <a:pt x="1" y="1"/>
                </a:moveTo>
                <a:lnTo>
                  <a:pt x="1" y="1"/>
                </a:lnTo>
                <a:lnTo>
                  <a:pt x="1" y="1"/>
                </a:lnTo>
                <a:cubicBezTo>
                  <a:pt x="1" y="12"/>
                  <a:pt x="1" y="12"/>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7"/>
          <p:cNvSpPr/>
          <p:nvPr/>
        </p:nvSpPr>
        <p:spPr>
          <a:xfrm>
            <a:off x="2965446" y="2211805"/>
            <a:ext cx="40" cy="40"/>
          </a:xfrm>
          <a:custGeom>
            <a:rect b="b" l="l" r="r" t="t"/>
            <a:pathLst>
              <a:path extrusionOk="0" h="1" w="1">
                <a:moveTo>
                  <a:pt x="1" y="1"/>
                </a:moveTo>
                <a:lnTo>
                  <a:pt x="1" y="1"/>
                </a:lnTo>
                <a:lnTo>
                  <a:pt x="1"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7"/>
          <p:cNvSpPr/>
          <p:nvPr/>
        </p:nvSpPr>
        <p:spPr>
          <a:xfrm>
            <a:off x="2965446" y="2215658"/>
            <a:ext cx="40" cy="40"/>
          </a:xfrm>
          <a:custGeom>
            <a:rect b="b" l="l" r="r" t="t"/>
            <a:pathLst>
              <a:path extrusionOk="0" h="1" w="1">
                <a:moveTo>
                  <a:pt x="1" y="1"/>
                </a:moveTo>
                <a:lnTo>
                  <a:pt x="1" y="1"/>
                </a:lnTo>
                <a:lnTo>
                  <a:pt x="1"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7"/>
          <p:cNvSpPr/>
          <p:nvPr/>
        </p:nvSpPr>
        <p:spPr>
          <a:xfrm>
            <a:off x="2965446" y="2218668"/>
            <a:ext cx="40" cy="482"/>
          </a:xfrm>
          <a:custGeom>
            <a:rect b="b" l="l" r="r" t="t"/>
            <a:pathLst>
              <a:path extrusionOk="0" h="12" w="1">
                <a:moveTo>
                  <a:pt x="1" y="11"/>
                </a:moveTo>
                <a:cubicBezTo>
                  <a:pt x="1" y="1"/>
                  <a:pt x="1" y="1"/>
                  <a:pt x="1" y="11"/>
                </a:cubicBezTo>
                <a:cubicBezTo>
                  <a:pt x="1" y="1"/>
                  <a:pt x="1" y="1"/>
                  <a:pt x="1" y="11"/>
                </a:cubicBezTo>
                <a:lnTo>
                  <a:pt x="1" y="1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7"/>
          <p:cNvSpPr/>
          <p:nvPr/>
        </p:nvSpPr>
        <p:spPr>
          <a:xfrm>
            <a:off x="2965446" y="2222522"/>
            <a:ext cx="40" cy="40"/>
          </a:xfrm>
          <a:custGeom>
            <a:rect b="b" l="l" r="r" t="t"/>
            <a:pathLst>
              <a:path extrusionOk="0" h="1" w="1">
                <a:moveTo>
                  <a:pt x="1" y="1"/>
                </a:moveTo>
                <a:lnTo>
                  <a:pt x="1" y="1"/>
                </a:lnTo>
                <a:lnTo>
                  <a:pt x="1"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7"/>
          <p:cNvSpPr/>
          <p:nvPr/>
        </p:nvSpPr>
        <p:spPr>
          <a:xfrm>
            <a:off x="2965446" y="2225532"/>
            <a:ext cx="40" cy="883"/>
          </a:xfrm>
          <a:custGeom>
            <a:rect b="b" l="l" r="r" t="t"/>
            <a:pathLst>
              <a:path extrusionOk="0" h="22" w="1">
                <a:moveTo>
                  <a:pt x="1" y="22"/>
                </a:moveTo>
                <a:cubicBezTo>
                  <a:pt x="1" y="22"/>
                  <a:pt x="1" y="0"/>
                  <a:pt x="1" y="22"/>
                </a:cubicBezTo>
                <a:cubicBezTo>
                  <a:pt x="1" y="0"/>
                  <a:pt x="1" y="22"/>
                  <a:pt x="1" y="22"/>
                </a:cubicBezTo>
                <a:lnTo>
                  <a:pt x="1" y="22"/>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7"/>
          <p:cNvSpPr/>
          <p:nvPr/>
        </p:nvSpPr>
        <p:spPr>
          <a:xfrm>
            <a:off x="2965446" y="2416070"/>
            <a:ext cx="40" cy="40"/>
          </a:xfrm>
          <a:custGeom>
            <a:rect b="b" l="l" r="r" t="t"/>
            <a:pathLst>
              <a:path extrusionOk="0" h="1" w="1">
                <a:moveTo>
                  <a:pt x="1" y="0"/>
                </a:moveTo>
                <a:lnTo>
                  <a:pt x="1" y="0"/>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7"/>
          <p:cNvSpPr/>
          <p:nvPr/>
        </p:nvSpPr>
        <p:spPr>
          <a:xfrm>
            <a:off x="2965446" y="2416070"/>
            <a:ext cx="40" cy="40"/>
          </a:xfrm>
          <a:custGeom>
            <a:rect b="b" l="l" r="r" t="t"/>
            <a:pathLst>
              <a:path extrusionOk="0" h="1" w="1">
                <a:moveTo>
                  <a:pt x="1" y="0"/>
                </a:moveTo>
                <a:lnTo>
                  <a:pt x="1" y="0"/>
                </a:lnTo>
                <a:lnTo>
                  <a:pt x="1" y="0"/>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7"/>
          <p:cNvSpPr/>
          <p:nvPr/>
        </p:nvSpPr>
        <p:spPr>
          <a:xfrm>
            <a:off x="2965446" y="2416070"/>
            <a:ext cx="40" cy="40"/>
          </a:xfrm>
          <a:custGeom>
            <a:rect b="b" l="l" r="r" t="t"/>
            <a:pathLst>
              <a:path extrusionOk="0" h="1" w="1">
                <a:moveTo>
                  <a:pt x="1" y="0"/>
                </a:moveTo>
                <a:lnTo>
                  <a:pt x="1" y="0"/>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7"/>
          <p:cNvSpPr/>
          <p:nvPr/>
        </p:nvSpPr>
        <p:spPr>
          <a:xfrm>
            <a:off x="2965045" y="2416070"/>
            <a:ext cx="442" cy="40"/>
          </a:xfrm>
          <a:custGeom>
            <a:rect b="b" l="l" r="r" t="t"/>
            <a:pathLst>
              <a:path extrusionOk="0" h="1" w="11">
                <a:moveTo>
                  <a:pt x="11" y="0"/>
                </a:moveTo>
                <a:lnTo>
                  <a:pt x="11" y="0"/>
                </a:lnTo>
                <a:lnTo>
                  <a:pt x="11" y="0"/>
                </a:lnTo>
                <a:cubicBezTo>
                  <a:pt x="0" y="0"/>
                  <a:pt x="0" y="0"/>
                  <a:pt x="11" y="0"/>
                </a:cubicBezTo>
                <a:cubicBezTo>
                  <a:pt x="0" y="0"/>
                  <a:pt x="11" y="0"/>
                  <a:pt x="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7"/>
          <p:cNvSpPr/>
          <p:nvPr/>
        </p:nvSpPr>
        <p:spPr>
          <a:xfrm>
            <a:off x="2965045" y="2416070"/>
            <a:ext cx="442" cy="40"/>
          </a:xfrm>
          <a:custGeom>
            <a:rect b="b" l="l" r="r" t="t"/>
            <a:pathLst>
              <a:path extrusionOk="0" h="1" w="11">
                <a:moveTo>
                  <a:pt x="11" y="0"/>
                </a:moveTo>
                <a:lnTo>
                  <a:pt x="11" y="0"/>
                </a:lnTo>
                <a:cubicBezTo>
                  <a:pt x="11" y="0"/>
                  <a:pt x="0" y="0"/>
                  <a:pt x="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7"/>
          <p:cNvSpPr/>
          <p:nvPr/>
        </p:nvSpPr>
        <p:spPr>
          <a:xfrm>
            <a:off x="2965045" y="2416070"/>
            <a:ext cx="442" cy="40"/>
          </a:xfrm>
          <a:custGeom>
            <a:rect b="b" l="l" r="r" t="t"/>
            <a:pathLst>
              <a:path extrusionOk="0" h="1" w="11">
                <a:moveTo>
                  <a:pt x="11" y="0"/>
                </a:moveTo>
                <a:lnTo>
                  <a:pt x="11" y="0"/>
                </a:lnTo>
                <a:lnTo>
                  <a:pt x="11" y="0"/>
                </a:lnTo>
                <a:cubicBezTo>
                  <a:pt x="11" y="0"/>
                  <a:pt x="0" y="0"/>
                  <a:pt x="11" y="0"/>
                </a:cubicBezTo>
                <a:cubicBezTo>
                  <a:pt x="0" y="0"/>
                  <a:pt x="11" y="0"/>
                  <a:pt x="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7"/>
          <p:cNvSpPr/>
          <p:nvPr/>
        </p:nvSpPr>
        <p:spPr>
          <a:xfrm>
            <a:off x="2965045" y="2416070"/>
            <a:ext cx="442" cy="40"/>
          </a:xfrm>
          <a:custGeom>
            <a:rect b="b" l="l" r="r" t="t"/>
            <a:pathLst>
              <a:path extrusionOk="0" h="1" w="11">
                <a:moveTo>
                  <a:pt x="11" y="0"/>
                </a:moveTo>
                <a:lnTo>
                  <a:pt x="11" y="0"/>
                </a:lnTo>
                <a:lnTo>
                  <a:pt x="11" y="0"/>
                </a:lnTo>
                <a:cubicBezTo>
                  <a:pt x="11" y="0"/>
                  <a:pt x="0" y="0"/>
                  <a:pt x="11" y="0"/>
                </a:cubicBezTo>
                <a:cubicBezTo>
                  <a:pt x="0" y="0"/>
                  <a:pt x="11" y="0"/>
                  <a:pt x="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7"/>
          <p:cNvSpPr/>
          <p:nvPr/>
        </p:nvSpPr>
        <p:spPr>
          <a:xfrm>
            <a:off x="2965045" y="2416070"/>
            <a:ext cx="442" cy="40"/>
          </a:xfrm>
          <a:custGeom>
            <a:rect b="b" l="l" r="r" t="t"/>
            <a:pathLst>
              <a:path extrusionOk="0" h="1" w="11">
                <a:moveTo>
                  <a:pt x="11" y="0"/>
                </a:moveTo>
                <a:lnTo>
                  <a:pt x="11" y="0"/>
                </a:lnTo>
                <a:lnTo>
                  <a:pt x="11" y="0"/>
                </a:lnTo>
                <a:lnTo>
                  <a:pt x="11" y="0"/>
                </a:lnTo>
                <a:cubicBezTo>
                  <a:pt x="0" y="0"/>
                  <a:pt x="11" y="0"/>
                  <a:pt x="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7"/>
          <p:cNvSpPr/>
          <p:nvPr/>
        </p:nvSpPr>
        <p:spPr>
          <a:xfrm>
            <a:off x="2965045" y="2416070"/>
            <a:ext cx="442" cy="40"/>
          </a:xfrm>
          <a:custGeom>
            <a:rect b="b" l="l" r="r" t="t"/>
            <a:pathLst>
              <a:path extrusionOk="0" h="1" w="11">
                <a:moveTo>
                  <a:pt x="11" y="0"/>
                </a:moveTo>
                <a:lnTo>
                  <a:pt x="11" y="0"/>
                </a:lnTo>
                <a:lnTo>
                  <a:pt x="11" y="0"/>
                </a:lnTo>
                <a:lnTo>
                  <a:pt x="11" y="0"/>
                </a:lnTo>
                <a:cubicBezTo>
                  <a:pt x="0" y="0"/>
                  <a:pt x="11" y="0"/>
                  <a:pt x="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7"/>
          <p:cNvSpPr/>
          <p:nvPr/>
        </p:nvSpPr>
        <p:spPr>
          <a:xfrm>
            <a:off x="2965045" y="2416070"/>
            <a:ext cx="442" cy="40"/>
          </a:xfrm>
          <a:custGeom>
            <a:rect b="b" l="l" r="r" t="t"/>
            <a:pathLst>
              <a:path extrusionOk="0" h="1" w="11">
                <a:moveTo>
                  <a:pt x="11" y="0"/>
                </a:moveTo>
                <a:lnTo>
                  <a:pt x="11" y="0"/>
                </a:lnTo>
                <a:lnTo>
                  <a:pt x="11" y="0"/>
                </a:lnTo>
                <a:cubicBezTo>
                  <a:pt x="11" y="0"/>
                  <a:pt x="0" y="0"/>
                  <a:pt x="11" y="0"/>
                </a:cubicBezTo>
                <a:cubicBezTo>
                  <a:pt x="0" y="0"/>
                  <a:pt x="0" y="0"/>
                  <a:pt x="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7"/>
          <p:cNvSpPr/>
          <p:nvPr/>
        </p:nvSpPr>
        <p:spPr>
          <a:xfrm>
            <a:off x="2965045" y="2416070"/>
            <a:ext cx="442" cy="40"/>
          </a:xfrm>
          <a:custGeom>
            <a:rect b="b" l="l" r="r" t="t"/>
            <a:pathLst>
              <a:path extrusionOk="0" h="1" w="11">
                <a:moveTo>
                  <a:pt x="0" y="0"/>
                </a:moveTo>
                <a:cubicBezTo>
                  <a:pt x="11" y="0"/>
                  <a:pt x="11" y="0"/>
                  <a:pt x="0" y="0"/>
                </a:cubicBezTo>
                <a:cubicBezTo>
                  <a:pt x="11" y="0"/>
                  <a:pt x="11" y="0"/>
                  <a:pt x="0" y="0"/>
                </a:cubicBezTo>
                <a:cubicBezTo>
                  <a:pt x="11" y="0"/>
                  <a:pt x="11" y="0"/>
                  <a:pt x="0" y="0"/>
                </a:cubicBez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7"/>
          <p:cNvSpPr/>
          <p:nvPr/>
        </p:nvSpPr>
        <p:spPr>
          <a:xfrm>
            <a:off x="2965045" y="2416070"/>
            <a:ext cx="442" cy="40"/>
          </a:xfrm>
          <a:custGeom>
            <a:rect b="b" l="l" r="r" t="t"/>
            <a:pathLst>
              <a:path extrusionOk="0" h="1" w="11">
                <a:moveTo>
                  <a:pt x="0" y="0"/>
                </a:moveTo>
                <a:cubicBezTo>
                  <a:pt x="11" y="0"/>
                  <a:pt x="11" y="0"/>
                  <a:pt x="0" y="0"/>
                </a:cubicBezTo>
                <a:cubicBezTo>
                  <a:pt x="11" y="0"/>
                  <a:pt x="11" y="0"/>
                  <a:pt x="0" y="0"/>
                </a:cubicBezTo>
                <a:cubicBezTo>
                  <a:pt x="11" y="0"/>
                  <a:pt x="0"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7"/>
          <p:cNvSpPr/>
          <p:nvPr/>
        </p:nvSpPr>
        <p:spPr>
          <a:xfrm>
            <a:off x="2857995" y="3021922"/>
            <a:ext cx="40" cy="40"/>
          </a:xfrm>
          <a:custGeom>
            <a:rect b="b" l="l" r="r" t="t"/>
            <a:pathLst>
              <a:path extrusionOk="0" h="1" w="1">
                <a:moveTo>
                  <a:pt x="0" y="1"/>
                </a:moveTo>
                <a:lnTo>
                  <a:pt x="0" y="1"/>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7"/>
          <p:cNvSpPr/>
          <p:nvPr/>
        </p:nvSpPr>
        <p:spPr>
          <a:xfrm>
            <a:off x="2722247" y="3049337"/>
            <a:ext cx="40" cy="482"/>
          </a:xfrm>
          <a:custGeom>
            <a:rect b="b" l="l" r="r" t="t"/>
            <a:pathLst>
              <a:path extrusionOk="0" h="12" w="1">
                <a:moveTo>
                  <a:pt x="1" y="1"/>
                </a:moveTo>
                <a:lnTo>
                  <a:pt x="1" y="1"/>
                </a:lnTo>
                <a:cubicBezTo>
                  <a:pt x="1" y="11"/>
                  <a:pt x="1" y="11"/>
                  <a:pt x="1" y="1"/>
                </a:cubicBezTo>
                <a:lnTo>
                  <a:pt x="1" y="1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7"/>
          <p:cNvSpPr/>
          <p:nvPr/>
        </p:nvSpPr>
        <p:spPr>
          <a:xfrm>
            <a:off x="2789479" y="3195361"/>
            <a:ext cx="40" cy="883"/>
          </a:xfrm>
          <a:custGeom>
            <a:rect b="b" l="l" r="r" t="t"/>
            <a:pathLst>
              <a:path extrusionOk="0" h="22" w="1">
                <a:moveTo>
                  <a:pt x="0" y="21"/>
                </a:moveTo>
                <a:lnTo>
                  <a:pt x="0" y="21"/>
                </a:lnTo>
                <a:lnTo>
                  <a:pt x="0" y="21"/>
                </a:lnTo>
                <a:cubicBezTo>
                  <a:pt x="0" y="0"/>
                  <a:pt x="0" y="0"/>
                  <a:pt x="0" y="21"/>
                </a:cubicBezTo>
                <a:cubicBezTo>
                  <a:pt x="0" y="0"/>
                  <a:pt x="0" y="21"/>
                  <a:pt x="0" y="2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7"/>
          <p:cNvSpPr/>
          <p:nvPr/>
        </p:nvSpPr>
        <p:spPr>
          <a:xfrm>
            <a:off x="2791646" y="3192792"/>
            <a:ext cx="442" cy="201"/>
          </a:xfrm>
          <a:custGeom>
            <a:rect b="b" l="l" r="r" t="t"/>
            <a:pathLst>
              <a:path extrusionOk="0" h="5" w="11">
                <a:moveTo>
                  <a:pt x="10" y="0"/>
                </a:moveTo>
                <a:cubicBezTo>
                  <a:pt x="3" y="0"/>
                  <a:pt x="1" y="5"/>
                  <a:pt x="3" y="5"/>
                </a:cubicBezTo>
                <a:cubicBezTo>
                  <a:pt x="4" y="5"/>
                  <a:pt x="7" y="4"/>
                  <a:pt x="10" y="0"/>
                </a:cubicBezTo>
                <a:lnTo>
                  <a:pt x="10" y="0"/>
                </a:lnTo>
                <a:cubicBezTo>
                  <a:pt x="10" y="0"/>
                  <a:pt x="10" y="0"/>
                  <a:pt x="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7"/>
          <p:cNvSpPr/>
          <p:nvPr/>
        </p:nvSpPr>
        <p:spPr>
          <a:xfrm>
            <a:off x="2794175" y="3190224"/>
            <a:ext cx="40" cy="442"/>
          </a:xfrm>
          <a:custGeom>
            <a:rect b="b" l="l" r="r" t="t"/>
            <a:pathLst>
              <a:path extrusionOk="0" h="11" w="1">
                <a:moveTo>
                  <a:pt x="1" y="0"/>
                </a:moveTo>
                <a:cubicBezTo>
                  <a:pt x="1" y="0"/>
                  <a:pt x="1" y="11"/>
                  <a:pt x="1" y="0"/>
                </a:cubicBezTo>
                <a:lnTo>
                  <a:pt x="1" y="0"/>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7"/>
          <p:cNvSpPr/>
          <p:nvPr/>
        </p:nvSpPr>
        <p:spPr>
          <a:xfrm>
            <a:off x="2798470" y="3186370"/>
            <a:ext cx="40" cy="442"/>
          </a:xfrm>
          <a:custGeom>
            <a:rect b="b" l="l" r="r" t="t"/>
            <a:pathLst>
              <a:path extrusionOk="0" h="11" w="1">
                <a:moveTo>
                  <a:pt x="0" y="0"/>
                </a:moveTo>
                <a:cubicBezTo>
                  <a:pt x="0" y="0"/>
                  <a:pt x="0" y="11"/>
                  <a:pt x="0" y="0"/>
                </a:cubicBezTo>
                <a:cubicBezTo>
                  <a:pt x="0" y="11"/>
                  <a:pt x="0" y="11"/>
                  <a:pt x="0" y="0"/>
                </a:cubicBez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7"/>
          <p:cNvSpPr/>
          <p:nvPr/>
        </p:nvSpPr>
        <p:spPr>
          <a:xfrm>
            <a:off x="2801039" y="3184203"/>
            <a:ext cx="40" cy="40"/>
          </a:xfrm>
          <a:custGeom>
            <a:rect b="b" l="l" r="r" t="t"/>
            <a:pathLst>
              <a:path extrusionOk="0" h="1" w="1">
                <a:moveTo>
                  <a:pt x="0" y="1"/>
                </a:moveTo>
                <a:lnTo>
                  <a:pt x="0" y="1"/>
                </a:lnTo>
                <a:lnTo>
                  <a:pt x="0" y="1"/>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7"/>
          <p:cNvSpPr/>
          <p:nvPr/>
        </p:nvSpPr>
        <p:spPr>
          <a:xfrm>
            <a:off x="2803166" y="3181634"/>
            <a:ext cx="482" cy="40"/>
          </a:xfrm>
          <a:custGeom>
            <a:rect b="b" l="l" r="r" t="t"/>
            <a:pathLst>
              <a:path extrusionOk="0" h="1" w="12">
                <a:moveTo>
                  <a:pt x="11" y="1"/>
                </a:moveTo>
                <a:lnTo>
                  <a:pt x="11" y="1"/>
                </a:lnTo>
                <a:cubicBezTo>
                  <a:pt x="1" y="1"/>
                  <a:pt x="11" y="1"/>
                  <a:pt x="11" y="1"/>
                </a:cubicBezTo>
                <a:lnTo>
                  <a:pt x="1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7"/>
          <p:cNvSpPr/>
          <p:nvPr/>
        </p:nvSpPr>
        <p:spPr>
          <a:xfrm>
            <a:off x="2806618" y="3179507"/>
            <a:ext cx="40" cy="40"/>
          </a:xfrm>
          <a:custGeom>
            <a:rect b="b" l="l" r="r" t="t"/>
            <a:pathLst>
              <a:path extrusionOk="0" h="1" w="1">
                <a:moveTo>
                  <a:pt x="0" y="0"/>
                </a:moveTo>
                <a:lnTo>
                  <a:pt x="0" y="0"/>
                </a:lnTo>
                <a:lnTo>
                  <a:pt x="0" y="0"/>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7"/>
          <p:cNvSpPr/>
          <p:nvPr/>
        </p:nvSpPr>
        <p:spPr>
          <a:xfrm>
            <a:off x="2809187" y="3176938"/>
            <a:ext cx="442" cy="482"/>
          </a:xfrm>
          <a:custGeom>
            <a:rect b="b" l="l" r="r" t="t"/>
            <a:pathLst>
              <a:path extrusionOk="0" h="12" w="11">
                <a:moveTo>
                  <a:pt x="0" y="0"/>
                </a:moveTo>
                <a:cubicBezTo>
                  <a:pt x="0" y="11"/>
                  <a:pt x="0" y="11"/>
                  <a:pt x="0" y="0"/>
                </a:cubicBezTo>
                <a:cubicBezTo>
                  <a:pt x="0" y="11"/>
                  <a:pt x="0" y="11"/>
                  <a:pt x="0" y="0"/>
                </a:cubicBezTo>
                <a:lnTo>
                  <a:pt x="0" y="0"/>
                </a:lnTo>
                <a:cubicBezTo>
                  <a:pt x="11" y="0"/>
                  <a:pt x="0"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7"/>
          <p:cNvSpPr/>
          <p:nvPr/>
        </p:nvSpPr>
        <p:spPr>
          <a:xfrm>
            <a:off x="2811956" y="3174810"/>
            <a:ext cx="241" cy="361"/>
          </a:xfrm>
          <a:custGeom>
            <a:rect b="b" l="l" r="r" t="t"/>
            <a:pathLst>
              <a:path extrusionOk="0" h="9" w="6">
                <a:moveTo>
                  <a:pt x="6" y="0"/>
                </a:moveTo>
                <a:cubicBezTo>
                  <a:pt x="0" y="5"/>
                  <a:pt x="0" y="8"/>
                  <a:pt x="2" y="8"/>
                </a:cubicBezTo>
                <a:cubicBezTo>
                  <a:pt x="3" y="8"/>
                  <a:pt x="6" y="5"/>
                  <a:pt x="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7"/>
          <p:cNvSpPr/>
          <p:nvPr/>
        </p:nvSpPr>
        <p:spPr>
          <a:xfrm>
            <a:off x="2815167" y="3173084"/>
            <a:ext cx="482" cy="40"/>
          </a:xfrm>
          <a:custGeom>
            <a:rect b="b" l="l" r="r" t="t"/>
            <a:pathLst>
              <a:path extrusionOk="0" h="1" w="12">
                <a:moveTo>
                  <a:pt x="0" y="0"/>
                </a:moveTo>
                <a:lnTo>
                  <a:pt x="0" y="0"/>
                </a:lnTo>
                <a:lnTo>
                  <a:pt x="0" y="0"/>
                </a:lnTo>
                <a:lnTo>
                  <a:pt x="0" y="0"/>
                </a:lnTo>
                <a:cubicBezTo>
                  <a:pt x="11" y="0"/>
                  <a:pt x="11"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7"/>
          <p:cNvSpPr/>
          <p:nvPr/>
        </p:nvSpPr>
        <p:spPr>
          <a:xfrm>
            <a:off x="2965446" y="2416070"/>
            <a:ext cx="40" cy="883"/>
          </a:xfrm>
          <a:custGeom>
            <a:rect b="b" l="l" r="r" t="t"/>
            <a:pathLst>
              <a:path extrusionOk="0" h="22" w="1">
                <a:moveTo>
                  <a:pt x="1" y="22"/>
                </a:moveTo>
                <a:lnTo>
                  <a:pt x="1" y="22"/>
                </a:lnTo>
                <a:cubicBezTo>
                  <a:pt x="1" y="0"/>
                  <a:pt x="1" y="0"/>
                  <a:pt x="1" y="22"/>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7"/>
          <p:cNvSpPr/>
          <p:nvPr/>
        </p:nvSpPr>
        <p:spPr>
          <a:xfrm>
            <a:off x="2965446" y="2416070"/>
            <a:ext cx="40" cy="40"/>
          </a:xfrm>
          <a:custGeom>
            <a:rect b="b" l="l" r="r" t="t"/>
            <a:pathLst>
              <a:path extrusionOk="0" h="1" w="1">
                <a:moveTo>
                  <a:pt x="1" y="0"/>
                </a:move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7"/>
          <p:cNvSpPr/>
          <p:nvPr/>
        </p:nvSpPr>
        <p:spPr>
          <a:xfrm>
            <a:off x="2965446" y="2416070"/>
            <a:ext cx="40" cy="40"/>
          </a:xfrm>
          <a:custGeom>
            <a:rect b="b" l="l" r="r" t="t"/>
            <a:pathLst>
              <a:path extrusionOk="0" h="1" w="1">
                <a:moveTo>
                  <a:pt x="1" y="0"/>
                </a:moveTo>
                <a:lnTo>
                  <a:pt x="1" y="0"/>
                </a:lnTo>
                <a:lnTo>
                  <a:pt x="1" y="0"/>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7"/>
          <p:cNvSpPr/>
          <p:nvPr/>
        </p:nvSpPr>
        <p:spPr>
          <a:xfrm>
            <a:off x="2965446" y="2416070"/>
            <a:ext cx="40" cy="40"/>
          </a:xfrm>
          <a:custGeom>
            <a:rect b="b" l="l" r="r" t="t"/>
            <a:pathLst>
              <a:path extrusionOk="0" h="1" w="1">
                <a:moveTo>
                  <a:pt x="1" y="0"/>
                </a:moveTo>
                <a:lnTo>
                  <a:pt x="1" y="0"/>
                </a:lnTo>
                <a:lnTo>
                  <a:pt x="1" y="0"/>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7"/>
          <p:cNvSpPr/>
          <p:nvPr/>
        </p:nvSpPr>
        <p:spPr>
          <a:xfrm>
            <a:off x="2965446" y="2416070"/>
            <a:ext cx="40" cy="40"/>
          </a:xfrm>
          <a:custGeom>
            <a:rect b="b" l="l" r="r" t="t"/>
            <a:pathLst>
              <a:path extrusionOk="0" h="1" w="1">
                <a:moveTo>
                  <a:pt x="1" y="0"/>
                </a:moveTo>
                <a:lnTo>
                  <a:pt x="1" y="0"/>
                </a:lnTo>
                <a:lnTo>
                  <a:pt x="1" y="0"/>
                </a:lnTo>
                <a:lnTo>
                  <a:pt x="1" y="0"/>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7"/>
          <p:cNvSpPr/>
          <p:nvPr/>
        </p:nvSpPr>
        <p:spPr>
          <a:xfrm>
            <a:off x="2965446" y="2416070"/>
            <a:ext cx="40" cy="883"/>
          </a:xfrm>
          <a:custGeom>
            <a:rect b="b" l="l" r="r" t="t"/>
            <a:pathLst>
              <a:path extrusionOk="0" h="22" w="1">
                <a:moveTo>
                  <a:pt x="1" y="0"/>
                </a:moveTo>
                <a:lnTo>
                  <a:pt x="1" y="0"/>
                </a:lnTo>
                <a:cubicBezTo>
                  <a:pt x="1" y="22"/>
                  <a:pt x="1" y="0"/>
                  <a:pt x="1" y="0"/>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7"/>
          <p:cNvSpPr/>
          <p:nvPr/>
        </p:nvSpPr>
        <p:spPr>
          <a:xfrm>
            <a:off x="2965446" y="2416070"/>
            <a:ext cx="40" cy="883"/>
          </a:xfrm>
          <a:custGeom>
            <a:rect b="b" l="l" r="r" t="t"/>
            <a:pathLst>
              <a:path extrusionOk="0" h="22" w="1">
                <a:moveTo>
                  <a:pt x="1" y="22"/>
                </a:moveTo>
                <a:cubicBezTo>
                  <a:pt x="1" y="0"/>
                  <a:pt x="1" y="0"/>
                  <a:pt x="1" y="22"/>
                </a:cubicBezTo>
                <a:cubicBezTo>
                  <a:pt x="1" y="0"/>
                  <a:pt x="1" y="0"/>
                  <a:pt x="1" y="22"/>
                </a:cubicBezTo>
                <a:cubicBezTo>
                  <a:pt x="1" y="0"/>
                  <a:pt x="1" y="0"/>
                  <a:pt x="1" y="2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7"/>
          <p:cNvSpPr/>
          <p:nvPr/>
        </p:nvSpPr>
        <p:spPr>
          <a:xfrm>
            <a:off x="1525475" y="1605350"/>
            <a:ext cx="341310" cy="338501"/>
          </a:xfrm>
          <a:custGeom>
            <a:rect b="b" l="l" r="r" t="t"/>
            <a:pathLst>
              <a:path extrusionOk="0" h="8433" w="8503">
                <a:moveTo>
                  <a:pt x="6327" y="485"/>
                </a:moveTo>
                <a:cubicBezTo>
                  <a:pt x="6561" y="485"/>
                  <a:pt x="6807" y="560"/>
                  <a:pt x="6977" y="730"/>
                </a:cubicBezTo>
                <a:lnTo>
                  <a:pt x="7714" y="1466"/>
                </a:lnTo>
                <a:cubicBezTo>
                  <a:pt x="7895" y="1658"/>
                  <a:pt x="7980" y="1904"/>
                  <a:pt x="7959" y="2192"/>
                </a:cubicBezTo>
                <a:cubicBezTo>
                  <a:pt x="7948" y="2480"/>
                  <a:pt x="7820" y="2757"/>
                  <a:pt x="7607" y="2970"/>
                </a:cubicBezTo>
                <a:lnTo>
                  <a:pt x="6721" y="3856"/>
                </a:lnTo>
                <a:lnTo>
                  <a:pt x="4599" y="1733"/>
                </a:lnTo>
                <a:lnTo>
                  <a:pt x="5473" y="858"/>
                </a:lnTo>
                <a:cubicBezTo>
                  <a:pt x="5708" y="613"/>
                  <a:pt x="6028" y="485"/>
                  <a:pt x="6327" y="485"/>
                </a:cubicBezTo>
                <a:close/>
                <a:moveTo>
                  <a:pt x="2177" y="496"/>
                </a:moveTo>
                <a:cubicBezTo>
                  <a:pt x="2476" y="496"/>
                  <a:pt x="2796" y="613"/>
                  <a:pt x="3031" y="869"/>
                </a:cubicBezTo>
                <a:lnTo>
                  <a:pt x="3916" y="1744"/>
                </a:lnTo>
                <a:lnTo>
                  <a:pt x="1793" y="3866"/>
                </a:lnTo>
                <a:lnTo>
                  <a:pt x="897" y="2992"/>
                </a:lnTo>
                <a:cubicBezTo>
                  <a:pt x="684" y="2778"/>
                  <a:pt x="556" y="2490"/>
                  <a:pt x="534" y="2202"/>
                </a:cubicBezTo>
                <a:cubicBezTo>
                  <a:pt x="524" y="1925"/>
                  <a:pt x="620" y="1669"/>
                  <a:pt x="790" y="1477"/>
                </a:cubicBezTo>
                <a:lnTo>
                  <a:pt x="1526" y="752"/>
                </a:lnTo>
                <a:cubicBezTo>
                  <a:pt x="1697" y="570"/>
                  <a:pt x="1942" y="496"/>
                  <a:pt x="2177" y="496"/>
                </a:cubicBezTo>
                <a:close/>
                <a:moveTo>
                  <a:pt x="4247" y="2096"/>
                </a:moveTo>
                <a:lnTo>
                  <a:pt x="6359" y="4219"/>
                </a:lnTo>
                <a:lnTo>
                  <a:pt x="4247" y="6331"/>
                </a:lnTo>
                <a:lnTo>
                  <a:pt x="2124" y="4219"/>
                </a:lnTo>
                <a:lnTo>
                  <a:pt x="4247" y="2096"/>
                </a:lnTo>
                <a:close/>
                <a:moveTo>
                  <a:pt x="1761" y="4549"/>
                </a:moveTo>
                <a:lnTo>
                  <a:pt x="3884" y="6661"/>
                </a:lnTo>
                <a:lnTo>
                  <a:pt x="3020" y="7557"/>
                </a:lnTo>
                <a:cubicBezTo>
                  <a:pt x="2807" y="7771"/>
                  <a:pt x="2529" y="7909"/>
                  <a:pt x="2230" y="7920"/>
                </a:cubicBezTo>
                <a:cubicBezTo>
                  <a:pt x="2215" y="7921"/>
                  <a:pt x="2200" y="7921"/>
                  <a:pt x="2184" y="7921"/>
                </a:cubicBezTo>
                <a:cubicBezTo>
                  <a:pt x="1925" y="7921"/>
                  <a:pt x="1687" y="7835"/>
                  <a:pt x="1516" y="7664"/>
                </a:cubicBezTo>
                <a:lnTo>
                  <a:pt x="780" y="6928"/>
                </a:lnTo>
                <a:cubicBezTo>
                  <a:pt x="588" y="6747"/>
                  <a:pt x="513" y="6491"/>
                  <a:pt x="524" y="6213"/>
                </a:cubicBezTo>
                <a:cubicBezTo>
                  <a:pt x="534" y="5915"/>
                  <a:pt x="673" y="5637"/>
                  <a:pt x="886" y="5424"/>
                </a:cubicBezTo>
                <a:lnTo>
                  <a:pt x="1761" y="4549"/>
                </a:lnTo>
                <a:close/>
                <a:moveTo>
                  <a:pt x="6711" y="4560"/>
                </a:moveTo>
                <a:lnTo>
                  <a:pt x="7596" y="5445"/>
                </a:lnTo>
                <a:cubicBezTo>
                  <a:pt x="7810" y="5659"/>
                  <a:pt x="7938" y="5936"/>
                  <a:pt x="7948" y="6224"/>
                </a:cubicBezTo>
                <a:cubicBezTo>
                  <a:pt x="7980" y="6512"/>
                  <a:pt x="7884" y="6757"/>
                  <a:pt x="7714" y="6939"/>
                </a:cubicBezTo>
                <a:lnTo>
                  <a:pt x="6977" y="7664"/>
                </a:lnTo>
                <a:cubicBezTo>
                  <a:pt x="6807" y="7844"/>
                  <a:pt x="6571" y="7921"/>
                  <a:pt x="6314" y="7921"/>
                </a:cubicBezTo>
                <a:cubicBezTo>
                  <a:pt x="6297" y="7921"/>
                  <a:pt x="6280" y="7921"/>
                  <a:pt x="6263" y="7920"/>
                </a:cubicBezTo>
                <a:cubicBezTo>
                  <a:pt x="5964" y="7909"/>
                  <a:pt x="5687" y="7771"/>
                  <a:pt x="5473" y="7557"/>
                </a:cubicBezTo>
                <a:lnTo>
                  <a:pt x="4588" y="6683"/>
                </a:lnTo>
                <a:lnTo>
                  <a:pt x="6711" y="4560"/>
                </a:lnTo>
                <a:close/>
                <a:moveTo>
                  <a:pt x="2146" y="1"/>
                </a:moveTo>
                <a:cubicBezTo>
                  <a:pt x="1757" y="1"/>
                  <a:pt x="1416" y="147"/>
                  <a:pt x="1164" y="400"/>
                </a:cubicBezTo>
                <a:lnTo>
                  <a:pt x="428" y="1136"/>
                </a:lnTo>
                <a:cubicBezTo>
                  <a:pt x="150" y="1413"/>
                  <a:pt x="1" y="1797"/>
                  <a:pt x="33" y="2224"/>
                </a:cubicBezTo>
                <a:cubicBezTo>
                  <a:pt x="54" y="2640"/>
                  <a:pt x="225" y="3024"/>
                  <a:pt x="534" y="3333"/>
                </a:cubicBezTo>
                <a:lnTo>
                  <a:pt x="1420" y="4219"/>
                </a:lnTo>
                <a:lnTo>
                  <a:pt x="556" y="5093"/>
                </a:lnTo>
                <a:cubicBezTo>
                  <a:pt x="246" y="5403"/>
                  <a:pt x="76" y="5787"/>
                  <a:pt x="44" y="6203"/>
                </a:cubicBezTo>
                <a:cubicBezTo>
                  <a:pt x="22" y="6629"/>
                  <a:pt x="161" y="7013"/>
                  <a:pt x="449" y="7291"/>
                </a:cubicBezTo>
                <a:lnTo>
                  <a:pt x="1174" y="8027"/>
                </a:lnTo>
                <a:cubicBezTo>
                  <a:pt x="1441" y="8293"/>
                  <a:pt x="1793" y="8432"/>
                  <a:pt x="2177" y="8432"/>
                </a:cubicBezTo>
                <a:lnTo>
                  <a:pt x="2273" y="8432"/>
                </a:lnTo>
                <a:cubicBezTo>
                  <a:pt x="2689" y="8400"/>
                  <a:pt x="3073" y="8229"/>
                  <a:pt x="3383" y="7920"/>
                </a:cubicBezTo>
                <a:lnTo>
                  <a:pt x="4257" y="7045"/>
                </a:lnTo>
                <a:lnTo>
                  <a:pt x="5143" y="7920"/>
                </a:lnTo>
                <a:cubicBezTo>
                  <a:pt x="5441" y="8229"/>
                  <a:pt x="5836" y="8400"/>
                  <a:pt x="6241" y="8432"/>
                </a:cubicBezTo>
                <a:lnTo>
                  <a:pt x="6337" y="8432"/>
                </a:lnTo>
                <a:cubicBezTo>
                  <a:pt x="6721" y="8432"/>
                  <a:pt x="7074" y="8283"/>
                  <a:pt x="7340" y="8027"/>
                </a:cubicBezTo>
                <a:lnTo>
                  <a:pt x="8076" y="7291"/>
                </a:lnTo>
                <a:cubicBezTo>
                  <a:pt x="8354" y="7013"/>
                  <a:pt x="8503" y="6629"/>
                  <a:pt x="8471" y="6203"/>
                </a:cubicBezTo>
                <a:cubicBezTo>
                  <a:pt x="8428" y="5787"/>
                  <a:pt x="8258" y="5381"/>
                  <a:pt x="7948" y="5093"/>
                </a:cubicBezTo>
                <a:lnTo>
                  <a:pt x="7074" y="4219"/>
                </a:lnTo>
                <a:lnTo>
                  <a:pt x="7948" y="3333"/>
                </a:lnTo>
                <a:cubicBezTo>
                  <a:pt x="8258" y="3024"/>
                  <a:pt x="8428" y="2640"/>
                  <a:pt x="8460" y="2224"/>
                </a:cubicBezTo>
                <a:cubicBezTo>
                  <a:pt x="8482" y="1797"/>
                  <a:pt x="8343" y="1413"/>
                  <a:pt x="8055" y="1136"/>
                </a:cubicBezTo>
                <a:lnTo>
                  <a:pt x="7330" y="400"/>
                </a:lnTo>
                <a:cubicBezTo>
                  <a:pt x="7067" y="147"/>
                  <a:pt x="6725" y="1"/>
                  <a:pt x="6344" y="1"/>
                </a:cubicBezTo>
                <a:cubicBezTo>
                  <a:pt x="6307" y="1"/>
                  <a:pt x="6269" y="2"/>
                  <a:pt x="6231" y="5"/>
                </a:cubicBezTo>
                <a:cubicBezTo>
                  <a:pt x="5815" y="26"/>
                  <a:pt x="5431" y="197"/>
                  <a:pt x="5121" y="506"/>
                </a:cubicBezTo>
                <a:lnTo>
                  <a:pt x="4247" y="1392"/>
                </a:lnTo>
                <a:lnTo>
                  <a:pt x="3361" y="506"/>
                </a:lnTo>
                <a:cubicBezTo>
                  <a:pt x="3063" y="197"/>
                  <a:pt x="2668" y="26"/>
                  <a:pt x="2262" y="5"/>
                </a:cubicBezTo>
                <a:cubicBezTo>
                  <a:pt x="2223" y="2"/>
                  <a:pt x="2185" y="1"/>
                  <a:pt x="21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7"/>
          <p:cNvSpPr/>
          <p:nvPr/>
        </p:nvSpPr>
        <p:spPr>
          <a:xfrm>
            <a:off x="1683902" y="1763617"/>
            <a:ext cx="23602" cy="21796"/>
          </a:xfrm>
          <a:custGeom>
            <a:rect b="b" l="l" r="r" t="t"/>
            <a:pathLst>
              <a:path extrusionOk="0" h="543" w="588">
                <a:moveTo>
                  <a:pt x="273" y="1"/>
                </a:moveTo>
                <a:cubicBezTo>
                  <a:pt x="209" y="1"/>
                  <a:pt x="145" y="25"/>
                  <a:pt x="97" y="73"/>
                </a:cubicBezTo>
                <a:cubicBezTo>
                  <a:pt x="1" y="169"/>
                  <a:pt x="1" y="329"/>
                  <a:pt x="97" y="414"/>
                </a:cubicBezTo>
                <a:lnTo>
                  <a:pt x="150" y="468"/>
                </a:lnTo>
                <a:cubicBezTo>
                  <a:pt x="204" y="521"/>
                  <a:pt x="257" y="542"/>
                  <a:pt x="321" y="542"/>
                </a:cubicBezTo>
                <a:cubicBezTo>
                  <a:pt x="396" y="542"/>
                  <a:pt x="449" y="510"/>
                  <a:pt x="502" y="468"/>
                </a:cubicBezTo>
                <a:cubicBezTo>
                  <a:pt x="588" y="382"/>
                  <a:pt x="588" y="222"/>
                  <a:pt x="502" y="126"/>
                </a:cubicBezTo>
                <a:lnTo>
                  <a:pt x="449" y="73"/>
                </a:lnTo>
                <a:cubicBezTo>
                  <a:pt x="401" y="25"/>
                  <a:pt x="337" y="1"/>
                  <a:pt x="2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7"/>
          <p:cNvSpPr/>
          <p:nvPr/>
        </p:nvSpPr>
        <p:spPr>
          <a:xfrm>
            <a:off x="1640231" y="1761048"/>
            <a:ext cx="23602" cy="21354"/>
          </a:xfrm>
          <a:custGeom>
            <a:rect b="b" l="l" r="r" t="t"/>
            <a:pathLst>
              <a:path extrusionOk="0" h="532" w="588">
                <a:moveTo>
                  <a:pt x="264" y="1"/>
                </a:moveTo>
                <a:cubicBezTo>
                  <a:pt x="201" y="1"/>
                  <a:pt x="140" y="25"/>
                  <a:pt x="97" y="73"/>
                </a:cubicBezTo>
                <a:cubicBezTo>
                  <a:pt x="1" y="158"/>
                  <a:pt x="1" y="318"/>
                  <a:pt x="97" y="414"/>
                </a:cubicBezTo>
                <a:lnTo>
                  <a:pt x="150" y="468"/>
                </a:lnTo>
                <a:cubicBezTo>
                  <a:pt x="204" y="521"/>
                  <a:pt x="257" y="532"/>
                  <a:pt x="321" y="532"/>
                </a:cubicBezTo>
                <a:cubicBezTo>
                  <a:pt x="385" y="532"/>
                  <a:pt x="438" y="510"/>
                  <a:pt x="492" y="468"/>
                </a:cubicBezTo>
                <a:cubicBezTo>
                  <a:pt x="588" y="372"/>
                  <a:pt x="588" y="211"/>
                  <a:pt x="492" y="126"/>
                </a:cubicBezTo>
                <a:lnTo>
                  <a:pt x="438" y="73"/>
                </a:lnTo>
                <a:cubicBezTo>
                  <a:pt x="390" y="25"/>
                  <a:pt x="326" y="1"/>
                  <a:pt x="2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7"/>
          <p:cNvSpPr/>
          <p:nvPr/>
        </p:nvSpPr>
        <p:spPr>
          <a:xfrm>
            <a:off x="1681775" y="1719103"/>
            <a:ext cx="23602" cy="21756"/>
          </a:xfrm>
          <a:custGeom>
            <a:rect b="b" l="l" r="r" t="t"/>
            <a:pathLst>
              <a:path extrusionOk="0" h="542" w="588">
                <a:moveTo>
                  <a:pt x="273" y="0"/>
                </a:moveTo>
                <a:cubicBezTo>
                  <a:pt x="209" y="0"/>
                  <a:pt x="145" y="24"/>
                  <a:pt x="97" y="72"/>
                </a:cubicBezTo>
                <a:cubicBezTo>
                  <a:pt x="1" y="168"/>
                  <a:pt x="1" y="328"/>
                  <a:pt x="97" y="414"/>
                </a:cubicBezTo>
                <a:lnTo>
                  <a:pt x="150" y="478"/>
                </a:lnTo>
                <a:cubicBezTo>
                  <a:pt x="203" y="531"/>
                  <a:pt x="257" y="542"/>
                  <a:pt x="321" y="542"/>
                </a:cubicBezTo>
                <a:cubicBezTo>
                  <a:pt x="395" y="542"/>
                  <a:pt x="449" y="510"/>
                  <a:pt x="502" y="478"/>
                </a:cubicBezTo>
                <a:cubicBezTo>
                  <a:pt x="587" y="382"/>
                  <a:pt x="587" y="222"/>
                  <a:pt x="502" y="126"/>
                </a:cubicBezTo>
                <a:lnTo>
                  <a:pt x="449" y="72"/>
                </a:lnTo>
                <a:cubicBezTo>
                  <a:pt x="401" y="24"/>
                  <a:pt x="337" y="0"/>
                  <a:pt x="2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7"/>
          <p:cNvSpPr/>
          <p:nvPr/>
        </p:nvSpPr>
        <p:spPr>
          <a:xfrm>
            <a:off x="1686471" y="1807609"/>
            <a:ext cx="23602" cy="21475"/>
          </a:xfrm>
          <a:custGeom>
            <a:rect b="b" l="l" r="r" t="t"/>
            <a:pathLst>
              <a:path extrusionOk="0" h="535" w="588">
                <a:moveTo>
                  <a:pt x="273" y="1"/>
                </a:moveTo>
                <a:cubicBezTo>
                  <a:pt x="209" y="1"/>
                  <a:pt x="145" y="22"/>
                  <a:pt x="97" y="65"/>
                </a:cubicBezTo>
                <a:cubicBezTo>
                  <a:pt x="1" y="161"/>
                  <a:pt x="1" y="321"/>
                  <a:pt x="97" y="417"/>
                </a:cubicBezTo>
                <a:lnTo>
                  <a:pt x="150" y="470"/>
                </a:lnTo>
                <a:cubicBezTo>
                  <a:pt x="204" y="524"/>
                  <a:pt x="257" y="534"/>
                  <a:pt x="321" y="534"/>
                </a:cubicBezTo>
                <a:cubicBezTo>
                  <a:pt x="396" y="534"/>
                  <a:pt x="449" y="513"/>
                  <a:pt x="502" y="470"/>
                </a:cubicBezTo>
                <a:cubicBezTo>
                  <a:pt x="588" y="374"/>
                  <a:pt x="588" y="214"/>
                  <a:pt x="502" y="118"/>
                </a:cubicBezTo>
                <a:lnTo>
                  <a:pt x="449" y="65"/>
                </a:lnTo>
                <a:cubicBezTo>
                  <a:pt x="401" y="22"/>
                  <a:pt x="337" y="1"/>
                  <a:pt x="2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7"/>
          <p:cNvSpPr/>
          <p:nvPr/>
        </p:nvSpPr>
        <p:spPr>
          <a:xfrm>
            <a:off x="1728456" y="1765784"/>
            <a:ext cx="23602" cy="21756"/>
          </a:xfrm>
          <a:custGeom>
            <a:rect b="b" l="l" r="r" t="t"/>
            <a:pathLst>
              <a:path extrusionOk="0" h="542" w="588">
                <a:moveTo>
                  <a:pt x="271" y="0"/>
                </a:moveTo>
                <a:cubicBezTo>
                  <a:pt x="208" y="0"/>
                  <a:pt x="144" y="24"/>
                  <a:pt x="96" y="72"/>
                </a:cubicBezTo>
                <a:cubicBezTo>
                  <a:pt x="0" y="168"/>
                  <a:pt x="0" y="328"/>
                  <a:pt x="96" y="414"/>
                </a:cubicBezTo>
                <a:lnTo>
                  <a:pt x="150" y="467"/>
                </a:lnTo>
                <a:cubicBezTo>
                  <a:pt x="203" y="520"/>
                  <a:pt x="256" y="542"/>
                  <a:pt x="320" y="542"/>
                </a:cubicBezTo>
                <a:cubicBezTo>
                  <a:pt x="384" y="542"/>
                  <a:pt x="438" y="510"/>
                  <a:pt x="491" y="467"/>
                </a:cubicBezTo>
                <a:cubicBezTo>
                  <a:pt x="587" y="382"/>
                  <a:pt x="587" y="232"/>
                  <a:pt x="491" y="126"/>
                </a:cubicBezTo>
                <a:lnTo>
                  <a:pt x="438" y="72"/>
                </a:lnTo>
                <a:cubicBezTo>
                  <a:pt x="395" y="24"/>
                  <a:pt x="334" y="0"/>
                  <a:pt x="2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7"/>
          <p:cNvSpPr/>
          <p:nvPr/>
        </p:nvSpPr>
        <p:spPr>
          <a:xfrm>
            <a:off x="2377135" y="1813630"/>
            <a:ext cx="42870" cy="69844"/>
          </a:xfrm>
          <a:custGeom>
            <a:rect b="b" l="l" r="r" t="t"/>
            <a:pathLst>
              <a:path extrusionOk="0" h="1740" w="1068">
                <a:moveTo>
                  <a:pt x="811" y="0"/>
                </a:moveTo>
                <a:cubicBezTo>
                  <a:pt x="683" y="0"/>
                  <a:pt x="577" y="107"/>
                  <a:pt x="577" y="235"/>
                </a:cubicBezTo>
                <a:cubicBezTo>
                  <a:pt x="577" y="694"/>
                  <a:pt x="427" y="1067"/>
                  <a:pt x="118" y="1323"/>
                </a:cubicBezTo>
                <a:cubicBezTo>
                  <a:pt x="11" y="1408"/>
                  <a:pt x="1" y="1558"/>
                  <a:pt x="97" y="1664"/>
                </a:cubicBezTo>
                <a:cubicBezTo>
                  <a:pt x="150" y="1718"/>
                  <a:pt x="214" y="1739"/>
                  <a:pt x="278" y="1739"/>
                </a:cubicBezTo>
                <a:cubicBezTo>
                  <a:pt x="331" y="1739"/>
                  <a:pt x="406" y="1728"/>
                  <a:pt x="438" y="1686"/>
                </a:cubicBezTo>
                <a:cubicBezTo>
                  <a:pt x="854" y="1334"/>
                  <a:pt x="1067" y="832"/>
                  <a:pt x="1067" y="235"/>
                </a:cubicBezTo>
                <a:cubicBezTo>
                  <a:pt x="1067" y="107"/>
                  <a:pt x="961" y="0"/>
                  <a:pt x="8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7"/>
          <p:cNvSpPr/>
          <p:nvPr/>
        </p:nvSpPr>
        <p:spPr>
          <a:xfrm>
            <a:off x="2197314" y="1605952"/>
            <a:ext cx="262516" cy="337015"/>
          </a:xfrm>
          <a:custGeom>
            <a:rect b="b" l="l" r="r" t="t"/>
            <a:pathLst>
              <a:path extrusionOk="0" h="8396" w="6540">
                <a:moveTo>
                  <a:pt x="3264" y="630"/>
                </a:moveTo>
                <a:cubicBezTo>
                  <a:pt x="3531" y="950"/>
                  <a:pt x="4054" y="1590"/>
                  <a:pt x="4577" y="2337"/>
                </a:cubicBezTo>
                <a:cubicBezTo>
                  <a:pt x="5537" y="3702"/>
                  <a:pt x="6038" y="4769"/>
                  <a:pt x="6038" y="5430"/>
                </a:cubicBezTo>
                <a:cubicBezTo>
                  <a:pt x="6038" y="6156"/>
                  <a:pt x="5761" y="6796"/>
                  <a:pt x="5238" y="7254"/>
                </a:cubicBezTo>
                <a:cubicBezTo>
                  <a:pt x="4747" y="7681"/>
                  <a:pt x="4043" y="7916"/>
                  <a:pt x="3264" y="7916"/>
                </a:cubicBezTo>
                <a:cubicBezTo>
                  <a:pt x="2496" y="7916"/>
                  <a:pt x="1792" y="7681"/>
                  <a:pt x="1291" y="7254"/>
                </a:cubicBezTo>
                <a:cubicBezTo>
                  <a:pt x="779" y="6796"/>
                  <a:pt x="491" y="6177"/>
                  <a:pt x="491" y="5430"/>
                </a:cubicBezTo>
                <a:cubicBezTo>
                  <a:pt x="491" y="4769"/>
                  <a:pt x="1003" y="3702"/>
                  <a:pt x="1963" y="2337"/>
                </a:cubicBezTo>
                <a:cubicBezTo>
                  <a:pt x="2486" y="1590"/>
                  <a:pt x="2998" y="950"/>
                  <a:pt x="3264" y="630"/>
                </a:cubicBezTo>
                <a:close/>
                <a:moveTo>
                  <a:pt x="3264" y="1"/>
                </a:moveTo>
                <a:cubicBezTo>
                  <a:pt x="3200" y="1"/>
                  <a:pt x="3136" y="22"/>
                  <a:pt x="3083" y="75"/>
                </a:cubicBezTo>
                <a:cubicBezTo>
                  <a:pt x="3062" y="97"/>
                  <a:pt x="2304" y="971"/>
                  <a:pt x="1558" y="2038"/>
                </a:cubicBezTo>
                <a:cubicBezTo>
                  <a:pt x="534" y="3521"/>
                  <a:pt x="0" y="4652"/>
                  <a:pt x="0" y="5409"/>
                </a:cubicBezTo>
                <a:cubicBezTo>
                  <a:pt x="0" y="6305"/>
                  <a:pt x="331" y="7062"/>
                  <a:pt x="971" y="7617"/>
                </a:cubicBezTo>
                <a:cubicBezTo>
                  <a:pt x="1558" y="8118"/>
                  <a:pt x="2368" y="8396"/>
                  <a:pt x="3264" y="8396"/>
                </a:cubicBezTo>
                <a:cubicBezTo>
                  <a:pt x="4161" y="8396"/>
                  <a:pt x="4971" y="8118"/>
                  <a:pt x="5558" y="7617"/>
                </a:cubicBezTo>
                <a:cubicBezTo>
                  <a:pt x="6198" y="7062"/>
                  <a:pt x="6529" y="6305"/>
                  <a:pt x="6529" y="5409"/>
                </a:cubicBezTo>
                <a:cubicBezTo>
                  <a:pt x="6539" y="4652"/>
                  <a:pt x="6017" y="3521"/>
                  <a:pt x="4971" y="2038"/>
                </a:cubicBezTo>
                <a:cubicBezTo>
                  <a:pt x="4214" y="961"/>
                  <a:pt x="3457" y="75"/>
                  <a:pt x="3457" y="75"/>
                </a:cubicBezTo>
                <a:cubicBezTo>
                  <a:pt x="3403" y="22"/>
                  <a:pt x="3329" y="1"/>
                  <a:pt x="32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7"/>
          <p:cNvSpPr/>
          <p:nvPr/>
        </p:nvSpPr>
        <p:spPr>
          <a:xfrm>
            <a:off x="2796342" y="1605511"/>
            <a:ext cx="337858" cy="337457"/>
          </a:xfrm>
          <a:custGeom>
            <a:rect b="b" l="l" r="r" t="t"/>
            <a:pathLst>
              <a:path extrusionOk="0" h="8407" w="8417">
                <a:moveTo>
                  <a:pt x="1643" y="4865"/>
                </a:moveTo>
                <a:lnTo>
                  <a:pt x="1643" y="7916"/>
                </a:lnTo>
                <a:lnTo>
                  <a:pt x="491" y="7916"/>
                </a:lnTo>
                <a:lnTo>
                  <a:pt x="491" y="5089"/>
                </a:lnTo>
                <a:cubicBezTo>
                  <a:pt x="491" y="4940"/>
                  <a:pt x="608" y="4865"/>
                  <a:pt x="651" y="4865"/>
                </a:cubicBezTo>
                <a:close/>
                <a:moveTo>
                  <a:pt x="7691" y="4865"/>
                </a:moveTo>
                <a:cubicBezTo>
                  <a:pt x="7830" y="4865"/>
                  <a:pt x="7915" y="4972"/>
                  <a:pt x="7915" y="5089"/>
                </a:cubicBezTo>
                <a:lnTo>
                  <a:pt x="7915" y="7916"/>
                </a:lnTo>
                <a:lnTo>
                  <a:pt x="6774" y="7916"/>
                </a:lnTo>
                <a:lnTo>
                  <a:pt x="6774" y="4865"/>
                </a:lnTo>
                <a:close/>
                <a:moveTo>
                  <a:pt x="4704" y="6529"/>
                </a:moveTo>
                <a:lnTo>
                  <a:pt x="4704" y="7948"/>
                </a:lnTo>
                <a:lnTo>
                  <a:pt x="3712" y="7948"/>
                </a:lnTo>
                <a:lnTo>
                  <a:pt x="3712" y="6529"/>
                </a:lnTo>
                <a:close/>
                <a:moveTo>
                  <a:pt x="5782" y="492"/>
                </a:moveTo>
                <a:cubicBezTo>
                  <a:pt x="6049" y="492"/>
                  <a:pt x="6283" y="716"/>
                  <a:pt x="6283" y="982"/>
                </a:cubicBezTo>
                <a:lnTo>
                  <a:pt x="6283" y="7948"/>
                </a:lnTo>
                <a:lnTo>
                  <a:pt x="5195" y="7948"/>
                </a:lnTo>
                <a:lnTo>
                  <a:pt x="5195" y="6273"/>
                </a:lnTo>
                <a:cubicBezTo>
                  <a:pt x="5195" y="6145"/>
                  <a:pt x="5088" y="6028"/>
                  <a:pt x="4960" y="6028"/>
                </a:cubicBezTo>
                <a:lnTo>
                  <a:pt x="3478" y="6028"/>
                </a:lnTo>
                <a:cubicBezTo>
                  <a:pt x="3350" y="6028"/>
                  <a:pt x="3243" y="6135"/>
                  <a:pt x="3243" y="6273"/>
                </a:cubicBezTo>
                <a:lnTo>
                  <a:pt x="3243" y="7948"/>
                </a:lnTo>
                <a:lnTo>
                  <a:pt x="2155" y="7948"/>
                </a:lnTo>
                <a:lnTo>
                  <a:pt x="2134" y="982"/>
                </a:lnTo>
                <a:cubicBezTo>
                  <a:pt x="2134" y="716"/>
                  <a:pt x="2358" y="492"/>
                  <a:pt x="2624" y="492"/>
                </a:cubicBezTo>
                <a:close/>
                <a:moveTo>
                  <a:pt x="2624" y="1"/>
                </a:moveTo>
                <a:cubicBezTo>
                  <a:pt x="2080" y="1"/>
                  <a:pt x="1632" y="438"/>
                  <a:pt x="1632" y="982"/>
                </a:cubicBezTo>
                <a:lnTo>
                  <a:pt x="1632" y="4375"/>
                </a:lnTo>
                <a:lnTo>
                  <a:pt x="651" y="4375"/>
                </a:lnTo>
                <a:cubicBezTo>
                  <a:pt x="299" y="4375"/>
                  <a:pt x="0" y="4705"/>
                  <a:pt x="0" y="5089"/>
                </a:cubicBezTo>
                <a:lnTo>
                  <a:pt x="0" y="8172"/>
                </a:lnTo>
                <a:cubicBezTo>
                  <a:pt x="0" y="8300"/>
                  <a:pt x="107" y="8407"/>
                  <a:pt x="235" y="8407"/>
                </a:cubicBezTo>
                <a:lnTo>
                  <a:pt x="8161" y="8407"/>
                </a:lnTo>
                <a:cubicBezTo>
                  <a:pt x="8289" y="8407"/>
                  <a:pt x="8406" y="8300"/>
                  <a:pt x="8406" y="8161"/>
                </a:cubicBezTo>
                <a:lnTo>
                  <a:pt x="8406" y="5089"/>
                </a:lnTo>
                <a:cubicBezTo>
                  <a:pt x="8417" y="4695"/>
                  <a:pt x="8097" y="4375"/>
                  <a:pt x="7691" y="4375"/>
                </a:cubicBezTo>
                <a:lnTo>
                  <a:pt x="6774" y="4375"/>
                </a:lnTo>
                <a:lnTo>
                  <a:pt x="6774" y="982"/>
                </a:lnTo>
                <a:cubicBezTo>
                  <a:pt x="6774" y="438"/>
                  <a:pt x="6337" y="1"/>
                  <a:pt x="57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7"/>
          <p:cNvSpPr/>
          <p:nvPr/>
        </p:nvSpPr>
        <p:spPr>
          <a:xfrm>
            <a:off x="2939356" y="1646613"/>
            <a:ext cx="50978" cy="49774"/>
          </a:xfrm>
          <a:custGeom>
            <a:rect b="b" l="l" r="r" t="t"/>
            <a:pathLst>
              <a:path extrusionOk="0" h="1240" w="1270">
                <a:moveTo>
                  <a:pt x="653" y="0"/>
                </a:moveTo>
                <a:cubicBezTo>
                  <a:pt x="521" y="0"/>
                  <a:pt x="395" y="103"/>
                  <a:pt x="395" y="236"/>
                </a:cubicBezTo>
                <a:lnTo>
                  <a:pt x="395" y="374"/>
                </a:lnTo>
                <a:lnTo>
                  <a:pt x="267" y="374"/>
                </a:lnTo>
                <a:cubicBezTo>
                  <a:pt x="117" y="374"/>
                  <a:pt x="0" y="492"/>
                  <a:pt x="21" y="652"/>
                </a:cubicBezTo>
                <a:cubicBezTo>
                  <a:pt x="32" y="769"/>
                  <a:pt x="160" y="865"/>
                  <a:pt x="277" y="865"/>
                </a:cubicBezTo>
                <a:lnTo>
                  <a:pt x="395" y="865"/>
                </a:lnTo>
                <a:lnTo>
                  <a:pt x="395" y="982"/>
                </a:lnTo>
                <a:cubicBezTo>
                  <a:pt x="395" y="1110"/>
                  <a:pt x="491" y="1228"/>
                  <a:pt x="608" y="1238"/>
                </a:cubicBezTo>
                <a:cubicBezTo>
                  <a:pt x="615" y="1239"/>
                  <a:pt x="622" y="1239"/>
                  <a:pt x="629" y="1239"/>
                </a:cubicBezTo>
                <a:cubicBezTo>
                  <a:pt x="769" y="1239"/>
                  <a:pt x="885" y="1136"/>
                  <a:pt x="885" y="1004"/>
                </a:cubicBezTo>
                <a:lnTo>
                  <a:pt x="885" y="865"/>
                </a:lnTo>
                <a:lnTo>
                  <a:pt x="1003" y="865"/>
                </a:lnTo>
                <a:cubicBezTo>
                  <a:pt x="1131" y="865"/>
                  <a:pt x="1248" y="769"/>
                  <a:pt x="1259" y="652"/>
                </a:cubicBezTo>
                <a:cubicBezTo>
                  <a:pt x="1269" y="502"/>
                  <a:pt x="1173" y="374"/>
                  <a:pt x="1024" y="374"/>
                </a:cubicBezTo>
                <a:lnTo>
                  <a:pt x="885" y="374"/>
                </a:lnTo>
                <a:lnTo>
                  <a:pt x="885" y="257"/>
                </a:lnTo>
                <a:cubicBezTo>
                  <a:pt x="885" y="118"/>
                  <a:pt x="800" y="12"/>
                  <a:pt x="672" y="1"/>
                </a:cubicBezTo>
                <a:cubicBezTo>
                  <a:pt x="666" y="0"/>
                  <a:pt x="659" y="0"/>
                  <a:pt x="6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7"/>
          <p:cNvSpPr/>
          <p:nvPr/>
        </p:nvSpPr>
        <p:spPr>
          <a:xfrm>
            <a:off x="2978291" y="1724121"/>
            <a:ext cx="43712" cy="19749"/>
          </a:xfrm>
          <a:custGeom>
            <a:rect b="b" l="l" r="r" t="t"/>
            <a:pathLst>
              <a:path extrusionOk="0" h="492" w="1089">
                <a:moveTo>
                  <a:pt x="267" y="1"/>
                </a:moveTo>
                <a:cubicBezTo>
                  <a:pt x="118" y="1"/>
                  <a:pt x="1" y="118"/>
                  <a:pt x="22" y="278"/>
                </a:cubicBezTo>
                <a:cubicBezTo>
                  <a:pt x="22" y="406"/>
                  <a:pt x="150" y="491"/>
                  <a:pt x="267" y="491"/>
                </a:cubicBezTo>
                <a:lnTo>
                  <a:pt x="822" y="491"/>
                </a:lnTo>
                <a:cubicBezTo>
                  <a:pt x="950" y="491"/>
                  <a:pt x="1067" y="406"/>
                  <a:pt x="1078" y="278"/>
                </a:cubicBezTo>
                <a:cubicBezTo>
                  <a:pt x="1089" y="139"/>
                  <a:pt x="982" y="1"/>
                  <a:pt x="8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7"/>
          <p:cNvSpPr/>
          <p:nvPr/>
        </p:nvSpPr>
        <p:spPr>
          <a:xfrm>
            <a:off x="2908088" y="1724121"/>
            <a:ext cx="44154" cy="19749"/>
          </a:xfrm>
          <a:custGeom>
            <a:rect b="b" l="l" r="r" t="t"/>
            <a:pathLst>
              <a:path extrusionOk="0" h="492" w="1100">
                <a:moveTo>
                  <a:pt x="278" y="1"/>
                </a:moveTo>
                <a:cubicBezTo>
                  <a:pt x="160" y="1"/>
                  <a:pt x="43" y="97"/>
                  <a:pt x="32" y="214"/>
                </a:cubicBezTo>
                <a:cubicBezTo>
                  <a:pt x="0" y="374"/>
                  <a:pt x="118" y="491"/>
                  <a:pt x="267" y="491"/>
                </a:cubicBezTo>
                <a:lnTo>
                  <a:pt x="832" y="491"/>
                </a:lnTo>
                <a:cubicBezTo>
                  <a:pt x="950" y="491"/>
                  <a:pt x="1067" y="406"/>
                  <a:pt x="1078" y="278"/>
                </a:cubicBezTo>
                <a:cubicBezTo>
                  <a:pt x="1099" y="139"/>
                  <a:pt x="992" y="1"/>
                  <a:pt x="8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7"/>
          <p:cNvSpPr/>
          <p:nvPr/>
        </p:nvSpPr>
        <p:spPr>
          <a:xfrm>
            <a:off x="2977889" y="1803354"/>
            <a:ext cx="44114" cy="19709"/>
          </a:xfrm>
          <a:custGeom>
            <a:rect b="b" l="l" r="r" t="t"/>
            <a:pathLst>
              <a:path extrusionOk="0" h="491" w="1099">
                <a:moveTo>
                  <a:pt x="267" y="0"/>
                </a:moveTo>
                <a:cubicBezTo>
                  <a:pt x="117" y="0"/>
                  <a:pt x="0" y="118"/>
                  <a:pt x="21" y="278"/>
                </a:cubicBezTo>
                <a:cubicBezTo>
                  <a:pt x="32" y="406"/>
                  <a:pt x="139" y="491"/>
                  <a:pt x="277" y="491"/>
                </a:cubicBezTo>
                <a:lnTo>
                  <a:pt x="832" y="491"/>
                </a:lnTo>
                <a:cubicBezTo>
                  <a:pt x="960" y="491"/>
                  <a:pt x="1077" y="406"/>
                  <a:pt x="1088" y="278"/>
                </a:cubicBezTo>
                <a:cubicBezTo>
                  <a:pt x="1099" y="118"/>
                  <a:pt x="981" y="0"/>
                  <a:pt x="8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7"/>
          <p:cNvSpPr/>
          <p:nvPr/>
        </p:nvSpPr>
        <p:spPr>
          <a:xfrm>
            <a:off x="2908088" y="1803354"/>
            <a:ext cx="44555" cy="19709"/>
          </a:xfrm>
          <a:custGeom>
            <a:rect b="b" l="l" r="r" t="t"/>
            <a:pathLst>
              <a:path extrusionOk="0" h="491" w="1110">
                <a:moveTo>
                  <a:pt x="267" y="0"/>
                </a:moveTo>
                <a:cubicBezTo>
                  <a:pt x="118" y="0"/>
                  <a:pt x="0" y="118"/>
                  <a:pt x="22" y="278"/>
                </a:cubicBezTo>
                <a:cubicBezTo>
                  <a:pt x="43" y="406"/>
                  <a:pt x="150" y="491"/>
                  <a:pt x="278" y="491"/>
                </a:cubicBezTo>
                <a:lnTo>
                  <a:pt x="843" y="491"/>
                </a:lnTo>
                <a:cubicBezTo>
                  <a:pt x="982" y="491"/>
                  <a:pt x="1110" y="374"/>
                  <a:pt x="1078" y="214"/>
                </a:cubicBezTo>
                <a:cubicBezTo>
                  <a:pt x="1067" y="96"/>
                  <a:pt x="960" y="0"/>
                  <a:pt x="8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7"/>
          <p:cNvSpPr/>
          <p:nvPr/>
        </p:nvSpPr>
        <p:spPr>
          <a:xfrm>
            <a:off x="2977889" y="1763938"/>
            <a:ext cx="44114" cy="19749"/>
          </a:xfrm>
          <a:custGeom>
            <a:rect b="b" l="l" r="r" t="t"/>
            <a:pathLst>
              <a:path extrusionOk="0" h="492" w="1099">
                <a:moveTo>
                  <a:pt x="267" y="1"/>
                </a:moveTo>
                <a:cubicBezTo>
                  <a:pt x="117" y="1"/>
                  <a:pt x="0" y="118"/>
                  <a:pt x="21" y="278"/>
                </a:cubicBezTo>
                <a:cubicBezTo>
                  <a:pt x="32" y="396"/>
                  <a:pt x="139" y="492"/>
                  <a:pt x="277" y="492"/>
                </a:cubicBezTo>
                <a:lnTo>
                  <a:pt x="832" y="492"/>
                </a:lnTo>
                <a:cubicBezTo>
                  <a:pt x="960" y="492"/>
                  <a:pt x="1077" y="396"/>
                  <a:pt x="1088" y="278"/>
                </a:cubicBezTo>
                <a:cubicBezTo>
                  <a:pt x="1099" y="118"/>
                  <a:pt x="981" y="1"/>
                  <a:pt x="8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7"/>
          <p:cNvSpPr/>
          <p:nvPr/>
        </p:nvSpPr>
        <p:spPr>
          <a:xfrm>
            <a:off x="2908088" y="1763938"/>
            <a:ext cx="44154" cy="19749"/>
          </a:xfrm>
          <a:custGeom>
            <a:rect b="b" l="l" r="r" t="t"/>
            <a:pathLst>
              <a:path extrusionOk="0" h="492" w="1100">
                <a:moveTo>
                  <a:pt x="278" y="1"/>
                </a:moveTo>
                <a:cubicBezTo>
                  <a:pt x="160" y="1"/>
                  <a:pt x="43" y="86"/>
                  <a:pt x="32" y="214"/>
                </a:cubicBezTo>
                <a:cubicBezTo>
                  <a:pt x="0" y="374"/>
                  <a:pt x="118" y="492"/>
                  <a:pt x="267" y="492"/>
                </a:cubicBezTo>
                <a:lnTo>
                  <a:pt x="832" y="492"/>
                </a:lnTo>
                <a:cubicBezTo>
                  <a:pt x="950" y="492"/>
                  <a:pt x="1067" y="396"/>
                  <a:pt x="1078" y="278"/>
                </a:cubicBezTo>
                <a:cubicBezTo>
                  <a:pt x="1099" y="129"/>
                  <a:pt x="992" y="1"/>
                  <a:pt x="8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7"/>
          <p:cNvSpPr/>
          <p:nvPr/>
        </p:nvSpPr>
        <p:spPr>
          <a:xfrm>
            <a:off x="3456140" y="1605631"/>
            <a:ext cx="340026" cy="336494"/>
          </a:xfrm>
          <a:custGeom>
            <a:rect b="b" l="l" r="r" t="t"/>
            <a:pathLst>
              <a:path extrusionOk="0" h="8383" w="8471">
                <a:moveTo>
                  <a:pt x="6540" y="1171"/>
                </a:moveTo>
                <a:lnTo>
                  <a:pt x="7297" y="1929"/>
                </a:lnTo>
                <a:lnTo>
                  <a:pt x="6828" y="2398"/>
                </a:lnTo>
                <a:lnTo>
                  <a:pt x="6070" y="1630"/>
                </a:lnTo>
                <a:lnTo>
                  <a:pt x="6540" y="1171"/>
                </a:lnTo>
                <a:close/>
                <a:moveTo>
                  <a:pt x="5292" y="1545"/>
                </a:moveTo>
                <a:lnTo>
                  <a:pt x="5537" y="1779"/>
                </a:lnTo>
                <a:lnTo>
                  <a:pt x="6647" y="2889"/>
                </a:lnTo>
                <a:lnTo>
                  <a:pt x="6881" y="3123"/>
                </a:lnTo>
                <a:lnTo>
                  <a:pt x="6241" y="3806"/>
                </a:lnTo>
                <a:lnTo>
                  <a:pt x="5441" y="3006"/>
                </a:lnTo>
                <a:cubicBezTo>
                  <a:pt x="5393" y="2958"/>
                  <a:pt x="5329" y="2934"/>
                  <a:pt x="5266" y="2934"/>
                </a:cubicBezTo>
                <a:cubicBezTo>
                  <a:pt x="5204" y="2934"/>
                  <a:pt x="5142" y="2958"/>
                  <a:pt x="5100" y="3006"/>
                </a:cubicBezTo>
                <a:cubicBezTo>
                  <a:pt x="5004" y="3102"/>
                  <a:pt x="5004" y="3262"/>
                  <a:pt x="5100" y="3358"/>
                </a:cubicBezTo>
                <a:lnTo>
                  <a:pt x="5900" y="4158"/>
                </a:lnTo>
                <a:lnTo>
                  <a:pt x="5398" y="4649"/>
                </a:lnTo>
                <a:lnTo>
                  <a:pt x="4598" y="3849"/>
                </a:lnTo>
                <a:cubicBezTo>
                  <a:pt x="4556" y="3801"/>
                  <a:pt x="4494" y="3777"/>
                  <a:pt x="4432" y="3777"/>
                </a:cubicBezTo>
                <a:cubicBezTo>
                  <a:pt x="4369" y="3777"/>
                  <a:pt x="4305" y="3801"/>
                  <a:pt x="4257" y="3849"/>
                </a:cubicBezTo>
                <a:cubicBezTo>
                  <a:pt x="4161" y="3945"/>
                  <a:pt x="4161" y="4105"/>
                  <a:pt x="4257" y="4190"/>
                </a:cubicBezTo>
                <a:lnTo>
                  <a:pt x="5057" y="4990"/>
                </a:lnTo>
                <a:lnTo>
                  <a:pt x="4566" y="5492"/>
                </a:lnTo>
                <a:lnTo>
                  <a:pt x="3766" y="4692"/>
                </a:lnTo>
                <a:cubicBezTo>
                  <a:pt x="3718" y="4644"/>
                  <a:pt x="3654" y="4620"/>
                  <a:pt x="3590" y="4620"/>
                </a:cubicBezTo>
                <a:cubicBezTo>
                  <a:pt x="3526" y="4620"/>
                  <a:pt x="3462" y="4644"/>
                  <a:pt x="3414" y="4692"/>
                </a:cubicBezTo>
                <a:cubicBezTo>
                  <a:pt x="3318" y="4777"/>
                  <a:pt x="3318" y="4937"/>
                  <a:pt x="3414" y="5033"/>
                </a:cubicBezTo>
                <a:lnTo>
                  <a:pt x="4214" y="5833"/>
                </a:lnTo>
                <a:lnTo>
                  <a:pt x="3766" y="6292"/>
                </a:lnTo>
                <a:cubicBezTo>
                  <a:pt x="3617" y="6430"/>
                  <a:pt x="3414" y="6516"/>
                  <a:pt x="3201" y="6516"/>
                </a:cubicBezTo>
                <a:cubicBezTo>
                  <a:pt x="2988" y="6516"/>
                  <a:pt x="2785" y="6430"/>
                  <a:pt x="2646" y="6292"/>
                </a:cubicBezTo>
                <a:lnTo>
                  <a:pt x="2166" y="5812"/>
                </a:lnTo>
                <a:cubicBezTo>
                  <a:pt x="2027" y="5673"/>
                  <a:pt x="1931" y="5502"/>
                  <a:pt x="1921" y="5300"/>
                </a:cubicBezTo>
                <a:cubicBezTo>
                  <a:pt x="1910" y="5076"/>
                  <a:pt x="1985" y="4852"/>
                  <a:pt x="2145" y="4692"/>
                </a:cubicBezTo>
                <a:lnTo>
                  <a:pt x="5292" y="1545"/>
                </a:lnTo>
                <a:close/>
                <a:moveTo>
                  <a:pt x="1793" y="6185"/>
                </a:moveTo>
                <a:lnTo>
                  <a:pt x="2273" y="6665"/>
                </a:lnTo>
                <a:lnTo>
                  <a:pt x="1590" y="7369"/>
                </a:lnTo>
                <a:lnTo>
                  <a:pt x="1099" y="6878"/>
                </a:lnTo>
                <a:lnTo>
                  <a:pt x="1793" y="6185"/>
                </a:lnTo>
                <a:close/>
                <a:moveTo>
                  <a:pt x="5960" y="1"/>
                </a:moveTo>
                <a:cubicBezTo>
                  <a:pt x="5897" y="1"/>
                  <a:pt x="5836" y="25"/>
                  <a:pt x="5793" y="73"/>
                </a:cubicBezTo>
                <a:cubicBezTo>
                  <a:pt x="5697" y="169"/>
                  <a:pt x="5697" y="329"/>
                  <a:pt x="5793" y="425"/>
                </a:cubicBezTo>
                <a:lnTo>
                  <a:pt x="6177" y="809"/>
                </a:lnTo>
                <a:lnTo>
                  <a:pt x="5708" y="1278"/>
                </a:lnTo>
                <a:lnTo>
                  <a:pt x="4737" y="297"/>
                </a:lnTo>
                <a:cubicBezTo>
                  <a:pt x="4689" y="254"/>
                  <a:pt x="4625" y="233"/>
                  <a:pt x="4561" y="233"/>
                </a:cubicBezTo>
                <a:cubicBezTo>
                  <a:pt x="4497" y="233"/>
                  <a:pt x="4433" y="254"/>
                  <a:pt x="4385" y="297"/>
                </a:cubicBezTo>
                <a:cubicBezTo>
                  <a:pt x="4300" y="393"/>
                  <a:pt x="4300" y="553"/>
                  <a:pt x="4385" y="649"/>
                </a:cubicBezTo>
                <a:lnTo>
                  <a:pt x="4940" y="1193"/>
                </a:lnTo>
                <a:lnTo>
                  <a:pt x="1793" y="4340"/>
                </a:lnTo>
                <a:cubicBezTo>
                  <a:pt x="1547" y="4585"/>
                  <a:pt x="1419" y="4905"/>
                  <a:pt x="1419" y="5246"/>
                </a:cubicBezTo>
                <a:cubicBezTo>
                  <a:pt x="1419" y="5417"/>
                  <a:pt x="1441" y="5577"/>
                  <a:pt x="1505" y="5726"/>
                </a:cubicBezTo>
                <a:lnTo>
                  <a:pt x="566" y="6676"/>
                </a:lnTo>
                <a:cubicBezTo>
                  <a:pt x="470" y="6772"/>
                  <a:pt x="470" y="6932"/>
                  <a:pt x="566" y="7017"/>
                </a:cubicBezTo>
                <a:lnTo>
                  <a:pt x="801" y="7262"/>
                </a:lnTo>
                <a:lnTo>
                  <a:pt x="97" y="7966"/>
                </a:lnTo>
                <a:cubicBezTo>
                  <a:pt x="1" y="8062"/>
                  <a:pt x="1" y="8222"/>
                  <a:pt x="97" y="8318"/>
                </a:cubicBezTo>
                <a:cubicBezTo>
                  <a:pt x="150" y="8372"/>
                  <a:pt x="203" y="8382"/>
                  <a:pt x="267" y="8382"/>
                </a:cubicBezTo>
                <a:cubicBezTo>
                  <a:pt x="331" y="8382"/>
                  <a:pt x="385" y="8350"/>
                  <a:pt x="438" y="8318"/>
                </a:cubicBezTo>
                <a:lnTo>
                  <a:pt x="1153" y="7604"/>
                </a:lnTo>
                <a:lnTo>
                  <a:pt x="1387" y="7849"/>
                </a:lnTo>
                <a:cubicBezTo>
                  <a:pt x="1429" y="7891"/>
                  <a:pt x="1497" y="7919"/>
                  <a:pt x="1570" y="7919"/>
                </a:cubicBezTo>
                <a:cubicBezTo>
                  <a:pt x="1609" y="7919"/>
                  <a:pt x="1649" y="7910"/>
                  <a:pt x="1686" y="7892"/>
                </a:cubicBezTo>
                <a:cubicBezTo>
                  <a:pt x="1707" y="7870"/>
                  <a:pt x="1718" y="7860"/>
                  <a:pt x="1750" y="7849"/>
                </a:cubicBezTo>
                <a:lnTo>
                  <a:pt x="2678" y="6910"/>
                </a:lnTo>
                <a:cubicBezTo>
                  <a:pt x="2828" y="6985"/>
                  <a:pt x="2998" y="7006"/>
                  <a:pt x="3158" y="7006"/>
                </a:cubicBezTo>
                <a:cubicBezTo>
                  <a:pt x="3510" y="7006"/>
                  <a:pt x="3830" y="6878"/>
                  <a:pt x="4065" y="6633"/>
                </a:cubicBezTo>
                <a:lnTo>
                  <a:pt x="5548" y="5150"/>
                </a:lnTo>
                <a:lnTo>
                  <a:pt x="7212" y="3486"/>
                </a:lnTo>
                <a:lnTo>
                  <a:pt x="7767" y="4030"/>
                </a:lnTo>
                <a:cubicBezTo>
                  <a:pt x="7820" y="4083"/>
                  <a:pt x="7873" y="4105"/>
                  <a:pt x="7937" y="4105"/>
                </a:cubicBezTo>
                <a:cubicBezTo>
                  <a:pt x="8001" y="4105"/>
                  <a:pt x="8055" y="4073"/>
                  <a:pt x="8108" y="4030"/>
                </a:cubicBezTo>
                <a:cubicBezTo>
                  <a:pt x="8204" y="3945"/>
                  <a:pt x="8204" y="3774"/>
                  <a:pt x="8108" y="3689"/>
                </a:cubicBezTo>
                <a:lnTo>
                  <a:pt x="7393" y="2963"/>
                </a:lnTo>
                <a:lnTo>
                  <a:pt x="7148" y="2729"/>
                </a:lnTo>
                <a:lnTo>
                  <a:pt x="7639" y="2270"/>
                </a:lnTo>
                <a:lnTo>
                  <a:pt x="8033" y="2665"/>
                </a:lnTo>
                <a:cubicBezTo>
                  <a:pt x="8087" y="2718"/>
                  <a:pt x="8140" y="2729"/>
                  <a:pt x="8204" y="2729"/>
                </a:cubicBezTo>
                <a:cubicBezTo>
                  <a:pt x="8268" y="2729"/>
                  <a:pt x="8321" y="2697"/>
                  <a:pt x="8375" y="2665"/>
                </a:cubicBezTo>
                <a:cubicBezTo>
                  <a:pt x="8471" y="2569"/>
                  <a:pt x="8471" y="2409"/>
                  <a:pt x="8375" y="2313"/>
                </a:cubicBezTo>
                <a:lnTo>
                  <a:pt x="6134" y="73"/>
                </a:lnTo>
                <a:cubicBezTo>
                  <a:pt x="6086" y="25"/>
                  <a:pt x="6022" y="1"/>
                  <a:pt x="59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7"/>
          <p:cNvSpPr/>
          <p:nvPr/>
        </p:nvSpPr>
        <p:spPr>
          <a:xfrm>
            <a:off x="4100966" y="1605952"/>
            <a:ext cx="337457" cy="337015"/>
          </a:xfrm>
          <a:custGeom>
            <a:rect b="b" l="l" r="r" t="t"/>
            <a:pathLst>
              <a:path extrusionOk="0" h="8396" w="8407">
                <a:moveTo>
                  <a:pt x="5441" y="481"/>
                </a:moveTo>
                <a:cubicBezTo>
                  <a:pt x="5655" y="481"/>
                  <a:pt x="5836" y="651"/>
                  <a:pt x="5836" y="865"/>
                </a:cubicBezTo>
                <a:lnTo>
                  <a:pt x="5836" y="1921"/>
                </a:lnTo>
                <a:lnTo>
                  <a:pt x="5335" y="1921"/>
                </a:lnTo>
                <a:lnTo>
                  <a:pt x="5335" y="1377"/>
                </a:lnTo>
                <a:cubicBezTo>
                  <a:pt x="5335" y="1142"/>
                  <a:pt x="5153" y="961"/>
                  <a:pt x="4929" y="961"/>
                </a:cubicBezTo>
                <a:lnTo>
                  <a:pt x="3457" y="961"/>
                </a:lnTo>
                <a:cubicBezTo>
                  <a:pt x="3233" y="961"/>
                  <a:pt x="3041" y="1142"/>
                  <a:pt x="3041" y="1377"/>
                </a:cubicBezTo>
                <a:lnTo>
                  <a:pt x="3041" y="1921"/>
                </a:lnTo>
                <a:lnTo>
                  <a:pt x="2550" y="1921"/>
                </a:lnTo>
                <a:lnTo>
                  <a:pt x="2550" y="865"/>
                </a:lnTo>
                <a:lnTo>
                  <a:pt x="2561" y="865"/>
                </a:lnTo>
                <a:cubicBezTo>
                  <a:pt x="2561" y="651"/>
                  <a:pt x="2742" y="481"/>
                  <a:pt x="2956" y="481"/>
                </a:cubicBezTo>
                <a:close/>
                <a:moveTo>
                  <a:pt x="4855" y="1462"/>
                </a:moveTo>
                <a:lnTo>
                  <a:pt x="4855" y="1931"/>
                </a:lnTo>
                <a:lnTo>
                  <a:pt x="3564" y="1931"/>
                </a:lnTo>
                <a:lnTo>
                  <a:pt x="3564" y="1462"/>
                </a:lnTo>
                <a:close/>
                <a:moveTo>
                  <a:pt x="7287" y="2422"/>
                </a:moveTo>
                <a:cubicBezTo>
                  <a:pt x="7628" y="2422"/>
                  <a:pt x="7916" y="2699"/>
                  <a:pt x="7916" y="3051"/>
                </a:cubicBezTo>
                <a:lnTo>
                  <a:pt x="7916" y="3574"/>
                </a:lnTo>
                <a:lnTo>
                  <a:pt x="481" y="3574"/>
                </a:lnTo>
                <a:lnTo>
                  <a:pt x="481" y="3051"/>
                </a:lnTo>
                <a:cubicBezTo>
                  <a:pt x="470" y="2710"/>
                  <a:pt x="769" y="2422"/>
                  <a:pt x="1110" y="2422"/>
                </a:cubicBezTo>
                <a:close/>
                <a:moveTo>
                  <a:pt x="7895" y="4054"/>
                </a:moveTo>
                <a:lnTo>
                  <a:pt x="7895" y="7905"/>
                </a:lnTo>
                <a:lnTo>
                  <a:pt x="470" y="7905"/>
                </a:lnTo>
                <a:lnTo>
                  <a:pt x="470" y="4054"/>
                </a:lnTo>
                <a:close/>
                <a:moveTo>
                  <a:pt x="2966" y="1"/>
                </a:moveTo>
                <a:cubicBezTo>
                  <a:pt x="2476" y="1"/>
                  <a:pt x="2081" y="395"/>
                  <a:pt x="2081" y="875"/>
                </a:cubicBezTo>
                <a:lnTo>
                  <a:pt x="2081" y="1931"/>
                </a:lnTo>
                <a:lnTo>
                  <a:pt x="1121" y="1931"/>
                </a:lnTo>
                <a:cubicBezTo>
                  <a:pt x="513" y="1931"/>
                  <a:pt x="1" y="2443"/>
                  <a:pt x="1" y="3051"/>
                </a:cubicBezTo>
                <a:lnTo>
                  <a:pt x="1" y="8161"/>
                </a:lnTo>
                <a:cubicBezTo>
                  <a:pt x="1" y="8289"/>
                  <a:pt x="108" y="8396"/>
                  <a:pt x="246" y="8396"/>
                </a:cubicBezTo>
                <a:lnTo>
                  <a:pt x="8162" y="8396"/>
                </a:lnTo>
                <a:cubicBezTo>
                  <a:pt x="8300" y="8396"/>
                  <a:pt x="8407" y="8289"/>
                  <a:pt x="8407" y="8161"/>
                </a:cubicBezTo>
                <a:lnTo>
                  <a:pt x="8407" y="3051"/>
                </a:lnTo>
                <a:cubicBezTo>
                  <a:pt x="8407" y="2422"/>
                  <a:pt x="7895" y="1931"/>
                  <a:pt x="7287" y="1931"/>
                </a:cubicBezTo>
                <a:lnTo>
                  <a:pt x="6337" y="1931"/>
                </a:lnTo>
                <a:lnTo>
                  <a:pt x="6337" y="875"/>
                </a:lnTo>
                <a:cubicBezTo>
                  <a:pt x="6337" y="385"/>
                  <a:pt x="5943" y="1"/>
                  <a:pt x="54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7"/>
          <p:cNvSpPr/>
          <p:nvPr/>
        </p:nvSpPr>
        <p:spPr>
          <a:xfrm>
            <a:off x="4213154" y="1790068"/>
            <a:ext cx="113516" cy="113516"/>
          </a:xfrm>
          <a:custGeom>
            <a:rect b="b" l="l" r="r" t="t"/>
            <a:pathLst>
              <a:path extrusionOk="0" h="2828" w="2828">
                <a:moveTo>
                  <a:pt x="1654" y="491"/>
                </a:moveTo>
                <a:lnTo>
                  <a:pt x="1654" y="929"/>
                </a:lnTo>
                <a:cubicBezTo>
                  <a:pt x="1654" y="1067"/>
                  <a:pt x="1761" y="1174"/>
                  <a:pt x="1889" y="1174"/>
                </a:cubicBezTo>
                <a:lnTo>
                  <a:pt x="2326" y="1174"/>
                </a:lnTo>
                <a:lnTo>
                  <a:pt x="2326" y="1665"/>
                </a:lnTo>
                <a:lnTo>
                  <a:pt x="1889" y="1665"/>
                </a:lnTo>
                <a:cubicBezTo>
                  <a:pt x="1761" y="1665"/>
                  <a:pt x="1654" y="1771"/>
                  <a:pt x="1654" y="1910"/>
                </a:cubicBezTo>
                <a:lnTo>
                  <a:pt x="1654" y="2347"/>
                </a:lnTo>
                <a:lnTo>
                  <a:pt x="1153" y="2347"/>
                </a:lnTo>
                <a:lnTo>
                  <a:pt x="1153" y="1910"/>
                </a:lnTo>
                <a:cubicBezTo>
                  <a:pt x="1153" y="1771"/>
                  <a:pt x="1046" y="1665"/>
                  <a:pt x="918" y="1665"/>
                </a:cubicBezTo>
                <a:lnTo>
                  <a:pt x="481" y="1665"/>
                </a:lnTo>
                <a:lnTo>
                  <a:pt x="481" y="1174"/>
                </a:lnTo>
                <a:lnTo>
                  <a:pt x="918" y="1174"/>
                </a:lnTo>
                <a:cubicBezTo>
                  <a:pt x="1046" y="1174"/>
                  <a:pt x="1153" y="1067"/>
                  <a:pt x="1153" y="929"/>
                </a:cubicBezTo>
                <a:lnTo>
                  <a:pt x="1153" y="491"/>
                </a:lnTo>
                <a:close/>
                <a:moveTo>
                  <a:pt x="918" y="1"/>
                </a:moveTo>
                <a:cubicBezTo>
                  <a:pt x="780" y="1"/>
                  <a:pt x="673" y="107"/>
                  <a:pt x="673" y="235"/>
                </a:cubicBezTo>
                <a:lnTo>
                  <a:pt x="673" y="683"/>
                </a:lnTo>
                <a:lnTo>
                  <a:pt x="235" y="683"/>
                </a:lnTo>
                <a:cubicBezTo>
                  <a:pt x="107" y="683"/>
                  <a:pt x="1" y="790"/>
                  <a:pt x="1" y="918"/>
                </a:cubicBezTo>
                <a:lnTo>
                  <a:pt x="1" y="1910"/>
                </a:lnTo>
                <a:cubicBezTo>
                  <a:pt x="1" y="2038"/>
                  <a:pt x="107" y="2145"/>
                  <a:pt x="235" y="2145"/>
                </a:cubicBezTo>
                <a:lnTo>
                  <a:pt x="673" y="2145"/>
                </a:lnTo>
                <a:lnTo>
                  <a:pt x="673" y="2582"/>
                </a:lnTo>
                <a:cubicBezTo>
                  <a:pt x="673" y="2721"/>
                  <a:pt x="780" y="2827"/>
                  <a:pt x="918" y="2827"/>
                </a:cubicBezTo>
                <a:lnTo>
                  <a:pt x="1900" y="2827"/>
                </a:lnTo>
                <a:cubicBezTo>
                  <a:pt x="2038" y="2827"/>
                  <a:pt x="2145" y="2721"/>
                  <a:pt x="2145" y="2582"/>
                </a:cubicBezTo>
                <a:lnTo>
                  <a:pt x="2145" y="2145"/>
                </a:lnTo>
                <a:lnTo>
                  <a:pt x="2582" y="2145"/>
                </a:lnTo>
                <a:cubicBezTo>
                  <a:pt x="2721" y="2145"/>
                  <a:pt x="2828" y="2038"/>
                  <a:pt x="2828" y="1910"/>
                </a:cubicBezTo>
                <a:lnTo>
                  <a:pt x="2828" y="918"/>
                </a:lnTo>
                <a:cubicBezTo>
                  <a:pt x="2828" y="779"/>
                  <a:pt x="2721" y="683"/>
                  <a:pt x="2582" y="683"/>
                </a:cubicBezTo>
                <a:lnTo>
                  <a:pt x="2145" y="683"/>
                </a:lnTo>
                <a:lnTo>
                  <a:pt x="2145" y="235"/>
                </a:lnTo>
                <a:cubicBezTo>
                  <a:pt x="2145" y="107"/>
                  <a:pt x="2038" y="1"/>
                  <a:pt x="19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5" name="Google Shape;1505;p67"/>
          <p:cNvGrpSpPr/>
          <p:nvPr/>
        </p:nvGrpSpPr>
        <p:grpSpPr>
          <a:xfrm>
            <a:off x="5431761" y="1605511"/>
            <a:ext cx="244974" cy="337056"/>
            <a:chOff x="5431761" y="1605511"/>
            <a:chExt cx="244974" cy="337056"/>
          </a:xfrm>
        </p:grpSpPr>
        <p:sp>
          <p:nvSpPr>
            <p:cNvPr id="1506" name="Google Shape;1506;p67"/>
            <p:cNvSpPr/>
            <p:nvPr/>
          </p:nvSpPr>
          <p:spPr>
            <a:xfrm>
              <a:off x="5431761" y="1605511"/>
              <a:ext cx="244974" cy="337056"/>
            </a:xfrm>
            <a:custGeom>
              <a:rect b="b" l="l" r="r" t="t"/>
              <a:pathLst>
                <a:path extrusionOk="0" h="8397" w="6103">
                  <a:moveTo>
                    <a:pt x="1569" y="492"/>
                  </a:moveTo>
                  <a:lnTo>
                    <a:pt x="1569" y="1249"/>
                  </a:lnTo>
                  <a:lnTo>
                    <a:pt x="1462" y="1249"/>
                  </a:lnTo>
                  <a:cubicBezTo>
                    <a:pt x="1451" y="1260"/>
                    <a:pt x="1451" y="1260"/>
                    <a:pt x="1441" y="1260"/>
                  </a:cubicBezTo>
                  <a:lnTo>
                    <a:pt x="1110" y="1260"/>
                  </a:lnTo>
                  <a:cubicBezTo>
                    <a:pt x="971" y="1260"/>
                    <a:pt x="854" y="1014"/>
                    <a:pt x="854" y="1014"/>
                  </a:cubicBezTo>
                  <a:lnTo>
                    <a:pt x="854" y="748"/>
                  </a:lnTo>
                  <a:cubicBezTo>
                    <a:pt x="854" y="598"/>
                    <a:pt x="971" y="492"/>
                    <a:pt x="1110" y="492"/>
                  </a:cubicBezTo>
                  <a:close/>
                  <a:moveTo>
                    <a:pt x="2795" y="502"/>
                  </a:moveTo>
                  <a:lnTo>
                    <a:pt x="2795" y="1281"/>
                  </a:lnTo>
                  <a:lnTo>
                    <a:pt x="2070" y="1281"/>
                  </a:lnTo>
                  <a:lnTo>
                    <a:pt x="2070" y="502"/>
                  </a:lnTo>
                  <a:close/>
                  <a:moveTo>
                    <a:pt x="4011" y="502"/>
                  </a:moveTo>
                  <a:lnTo>
                    <a:pt x="4011" y="1281"/>
                  </a:lnTo>
                  <a:lnTo>
                    <a:pt x="3275" y="1281"/>
                  </a:lnTo>
                  <a:lnTo>
                    <a:pt x="3275" y="502"/>
                  </a:lnTo>
                  <a:close/>
                  <a:moveTo>
                    <a:pt x="4982" y="502"/>
                  </a:moveTo>
                  <a:cubicBezTo>
                    <a:pt x="5132" y="502"/>
                    <a:pt x="5238" y="609"/>
                    <a:pt x="5238" y="758"/>
                  </a:cubicBezTo>
                  <a:lnTo>
                    <a:pt x="5238" y="1025"/>
                  </a:lnTo>
                  <a:cubicBezTo>
                    <a:pt x="5238" y="1025"/>
                    <a:pt x="5130" y="1261"/>
                    <a:pt x="4999" y="1261"/>
                  </a:cubicBezTo>
                  <a:cubicBezTo>
                    <a:pt x="4993" y="1261"/>
                    <a:pt x="4988" y="1260"/>
                    <a:pt x="4982" y="1260"/>
                  </a:cubicBezTo>
                  <a:lnTo>
                    <a:pt x="4651" y="1260"/>
                  </a:lnTo>
                  <a:cubicBezTo>
                    <a:pt x="4641" y="1281"/>
                    <a:pt x="4630" y="1281"/>
                    <a:pt x="4630" y="1281"/>
                  </a:cubicBezTo>
                  <a:lnTo>
                    <a:pt x="4523" y="1281"/>
                  </a:lnTo>
                  <a:lnTo>
                    <a:pt x="4523" y="502"/>
                  </a:lnTo>
                  <a:close/>
                  <a:moveTo>
                    <a:pt x="4374" y="1772"/>
                  </a:moveTo>
                  <a:lnTo>
                    <a:pt x="4374" y="2006"/>
                  </a:lnTo>
                  <a:cubicBezTo>
                    <a:pt x="4374" y="2465"/>
                    <a:pt x="4747" y="2828"/>
                    <a:pt x="5185" y="2828"/>
                  </a:cubicBezTo>
                  <a:cubicBezTo>
                    <a:pt x="5409" y="2828"/>
                    <a:pt x="5601" y="3009"/>
                    <a:pt x="5601" y="3233"/>
                  </a:cubicBezTo>
                  <a:lnTo>
                    <a:pt x="5601" y="7628"/>
                  </a:lnTo>
                  <a:cubicBezTo>
                    <a:pt x="5601" y="7777"/>
                    <a:pt x="5462" y="7905"/>
                    <a:pt x="5324" y="7905"/>
                  </a:cubicBezTo>
                  <a:lnTo>
                    <a:pt x="769" y="7905"/>
                  </a:lnTo>
                  <a:cubicBezTo>
                    <a:pt x="608" y="7905"/>
                    <a:pt x="491" y="7767"/>
                    <a:pt x="491" y="7628"/>
                  </a:cubicBezTo>
                  <a:lnTo>
                    <a:pt x="491" y="3233"/>
                  </a:lnTo>
                  <a:cubicBezTo>
                    <a:pt x="491" y="3009"/>
                    <a:pt x="683" y="2828"/>
                    <a:pt x="907" y="2828"/>
                  </a:cubicBezTo>
                  <a:cubicBezTo>
                    <a:pt x="1355" y="2828"/>
                    <a:pt x="1718" y="2454"/>
                    <a:pt x="1718" y="2006"/>
                  </a:cubicBezTo>
                  <a:lnTo>
                    <a:pt x="1718" y="1772"/>
                  </a:lnTo>
                  <a:close/>
                  <a:moveTo>
                    <a:pt x="1110" y="1"/>
                  </a:moveTo>
                  <a:cubicBezTo>
                    <a:pt x="694" y="1"/>
                    <a:pt x="363" y="332"/>
                    <a:pt x="363" y="748"/>
                  </a:cubicBezTo>
                  <a:lnTo>
                    <a:pt x="363" y="1014"/>
                  </a:lnTo>
                  <a:cubicBezTo>
                    <a:pt x="363" y="1420"/>
                    <a:pt x="694" y="1761"/>
                    <a:pt x="1110" y="1761"/>
                  </a:cubicBezTo>
                  <a:lnTo>
                    <a:pt x="1227" y="1761"/>
                  </a:lnTo>
                  <a:lnTo>
                    <a:pt x="1227" y="1996"/>
                  </a:lnTo>
                  <a:cubicBezTo>
                    <a:pt x="1227" y="2188"/>
                    <a:pt x="1078" y="2326"/>
                    <a:pt x="907" y="2326"/>
                  </a:cubicBezTo>
                  <a:cubicBezTo>
                    <a:pt x="395" y="2326"/>
                    <a:pt x="0" y="2742"/>
                    <a:pt x="0" y="3233"/>
                  </a:cubicBezTo>
                  <a:lnTo>
                    <a:pt x="0" y="7628"/>
                  </a:lnTo>
                  <a:cubicBezTo>
                    <a:pt x="0" y="8044"/>
                    <a:pt x="342" y="8396"/>
                    <a:pt x="790" y="8396"/>
                  </a:cubicBezTo>
                  <a:lnTo>
                    <a:pt x="5324" y="8396"/>
                  </a:lnTo>
                  <a:cubicBezTo>
                    <a:pt x="5750" y="8396"/>
                    <a:pt x="6102" y="8055"/>
                    <a:pt x="6102" y="7628"/>
                  </a:cubicBezTo>
                  <a:lnTo>
                    <a:pt x="6102" y="3233"/>
                  </a:lnTo>
                  <a:cubicBezTo>
                    <a:pt x="6092" y="2732"/>
                    <a:pt x="5697" y="2326"/>
                    <a:pt x="5185" y="2326"/>
                  </a:cubicBezTo>
                  <a:cubicBezTo>
                    <a:pt x="5014" y="2326"/>
                    <a:pt x="4865" y="2188"/>
                    <a:pt x="4865" y="1996"/>
                  </a:cubicBezTo>
                  <a:lnTo>
                    <a:pt x="4865" y="1761"/>
                  </a:lnTo>
                  <a:lnTo>
                    <a:pt x="4982" y="1761"/>
                  </a:lnTo>
                  <a:cubicBezTo>
                    <a:pt x="5398" y="1761"/>
                    <a:pt x="5729" y="1420"/>
                    <a:pt x="5729" y="1014"/>
                  </a:cubicBezTo>
                  <a:lnTo>
                    <a:pt x="5729" y="748"/>
                  </a:lnTo>
                  <a:cubicBezTo>
                    <a:pt x="5729" y="332"/>
                    <a:pt x="5398" y="1"/>
                    <a:pt x="49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7"/>
            <p:cNvSpPr/>
            <p:nvPr/>
          </p:nvSpPr>
          <p:spPr>
            <a:xfrm>
              <a:off x="5480569" y="1734396"/>
              <a:ext cx="146471" cy="158914"/>
            </a:xfrm>
            <a:custGeom>
              <a:rect b="b" l="l" r="r" t="t"/>
              <a:pathLst>
                <a:path extrusionOk="0" h="3959" w="3649">
                  <a:moveTo>
                    <a:pt x="2902" y="491"/>
                  </a:moveTo>
                  <a:cubicBezTo>
                    <a:pt x="3051" y="491"/>
                    <a:pt x="3158" y="609"/>
                    <a:pt x="3158" y="747"/>
                  </a:cubicBezTo>
                  <a:lnTo>
                    <a:pt x="3158" y="3212"/>
                  </a:lnTo>
                  <a:cubicBezTo>
                    <a:pt x="3158" y="3361"/>
                    <a:pt x="3041" y="3468"/>
                    <a:pt x="2902" y="3468"/>
                  </a:cubicBezTo>
                  <a:lnTo>
                    <a:pt x="747" y="3468"/>
                  </a:lnTo>
                  <a:cubicBezTo>
                    <a:pt x="598" y="3468"/>
                    <a:pt x="491" y="3350"/>
                    <a:pt x="491" y="3212"/>
                  </a:cubicBezTo>
                  <a:lnTo>
                    <a:pt x="491" y="747"/>
                  </a:lnTo>
                  <a:cubicBezTo>
                    <a:pt x="491" y="598"/>
                    <a:pt x="609" y="491"/>
                    <a:pt x="747" y="491"/>
                  </a:cubicBezTo>
                  <a:close/>
                  <a:moveTo>
                    <a:pt x="747" y="1"/>
                  </a:moveTo>
                  <a:cubicBezTo>
                    <a:pt x="331" y="1"/>
                    <a:pt x="1" y="331"/>
                    <a:pt x="1" y="747"/>
                  </a:cubicBezTo>
                  <a:lnTo>
                    <a:pt x="1" y="3212"/>
                  </a:lnTo>
                  <a:cubicBezTo>
                    <a:pt x="1" y="3628"/>
                    <a:pt x="331" y="3958"/>
                    <a:pt x="747" y="3958"/>
                  </a:cubicBezTo>
                  <a:lnTo>
                    <a:pt x="2902" y="3958"/>
                  </a:lnTo>
                  <a:cubicBezTo>
                    <a:pt x="3318" y="3958"/>
                    <a:pt x="3649" y="3628"/>
                    <a:pt x="3649" y="3212"/>
                  </a:cubicBezTo>
                  <a:lnTo>
                    <a:pt x="3649" y="747"/>
                  </a:lnTo>
                  <a:cubicBezTo>
                    <a:pt x="3649" y="331"/>
                    <a:pt x="3318" y="1"/>
                    <a:pt x="29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7"/>
            <p:cNvSpPr/>
            <p:nvPr/>
          </p:nvSpPr>
          <p:spPr>
            <a:xfrm>
              <a:off x="5513122" y="1773250"/>
              <a:ext cx="81805" cy="80762"/>
            </a:xfrm>
            <a:custGeom>
              <a:rect b="b" l="l" r="r" t="t"/>
              <a:pathLst>
                <a:path extrusionOk="0" h="2012" w="2038">
                  <a:moveTo>
                    <a:pt x="1029" y="1"/>
                  </a:moveTo>
                  <a:cubicBezTo>
                    <a:pt x="886" y="1"/>
                    <a:pt x="768" y="111"/>
                    <a:pt x="768" y="249"/>
                  </a:cubicBezTo>
                  <a:lnTo>
                    <a:pt x="768" y="750"/>
                  </a:lnTo>
                  <a:lnTo>
                    <a:pt x="278" y="750"/>
                  </a:lnTo>
                  <a:cubicBezTo>
                    <a:pt x="160" y="750"/>
                    <a:pt x="54" y="836"/>
                    <a:pt x="22" y="953"/>
                  </a:cubicBezTo>
                  <a:cubicBezTo>
                    <a:pt x="0" y="1113"/>
                    <a:pt x="118" y="1241"/>
                    <a:pt x="267" y="1241"/>
                  </a:cubicBezTo>
                  <a:lnTo>
                    <a:pt x="768" y="1241"/>
                  </a:lnTo>
                  <a:lnTo>
                    <a:pt x="768" y="1753"/>
                  </a:lnTo>
                  <a:cubicBezTo>
                    <a:pt x="768" y="1870"/>
                    <a:pt x="854" y="1977"/>
                    <a:pt x="971" y="2009"/>
                  </a:cubicBezTo>
                  <a:cubicBezTo>
                    <a:pt x="984" y="2011"/>
                    <a:pt x="996" y="2011"/>
                    <a:pt x="1008" y="2011"/>
                  </a:cubicBezTo>
                  <a:cubicBezTo>
                    <a:pt x="1151" y="2011"/>
                    <a:pt x="1259" y="1901"/>
                    <a:pt x="1259" y="1764"/>
                  </a:cubicBezTo>
                  <a:lnTo>
                    <a:pt x="1259" y="1262"/>
                  </a:lnTo>
                  <a:lnTo>
                    <a:pt x="1771" y="1262"/>
                  </a:lnTo>
                  <a:cubicBezTo>
                    <a:pt x="1920" y="1262"/>
                    <a:pt x="2038" y="1124"/>
                    <a:pt x="2006" y="964"/>
                  </a:cubicBezTo>
                  <a:cubicBezTo>
                    <a:pt x="1984" y="846"/>
                    <a:pt x="1878" y="761"/>
                    <a:pt x="1760" y="761"/>
                  </a:cubicBezTo>
                  <a:lnTo>
                    <a:pt x="1270" y="761"/>
                  </a:lnTo>
                  <a:lnTo>
                    <a:pt x="1270" y="260"/>
                  </a:lnTo>
                  <a:cubicBezTo>
                    <a:pt x="1270" y="142"/>
                    <a:pt x="1184" y="36"/>
                    <a:pt x="1067" y="4"/>
                  </a:cubicBezTo>
                  <a:cubicBezTo>
                    <a:pt x="1054" y="2"/>
                    <a:pt x="1042" y="1"/>
                    <a:pt x="10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9" name="Google Shape;1509;p67"/>
          <p:cNvSpPr/>
          <p:nvPr/>
        </p:nvSpPr>
        <p:spPr>
          <a:xfrm>
            <a:off x="6048771" y="1605511"/>
            <a:ext cx="267654" cy="337056"/>
          </a:xfrm>
          <a:custGeom>
            <a:rect b="b" l="l" r="r" t="t"/>
            <a:pathLst>
              <a:path extrusionOk="0" h="8397" w="6668">
                <a:moveTo>
                  <a:pt x="5846" y="492"/>
                </a:moveTo>
                <a:cubicBezTo>
                  <a:pt x="6027" y="492"/>
                  <a:pt x="6177" y="641"/>
                  <a:pt x="6177" y="822"/>
                </a:cubicBezTo>
                <a:lnTo>
                  <a:pt x="6177" y="7575"/>
                </a:lnTo>
                <a:cubicBezTo>
                  <a:pt x="6177" y="7767"/>
                  <a:pt x="6027" y="7916"/>
                  <a:pt x="5846" y="7916"/>
                </a:cubicBezTo>
                <a:lnTo>
                  <a:pt x="832" y="7916"/>
                </a:lnTo>
                <a:cubicBezTo>
                  <a:pt x="640" y="7916"/>
                  <a:pt x="491" y="7767"/>
                  <a:pt x="491" y="7585"/>
                </a:cubicBezTo>
                <a:lnTo>
                  <a:pt x="491" y="822"/>
                </a:lnTo>
                <a:cubicBezTo>
                  <a:pt x="491" y="641"/>
                  <a:pt x="640" y="492"/>
                  <a:pt x="832" y="492"/>
                </a:cubicBezTo>
                <a:close/>
                <a:moveTo>
                  <a:pt x="832" y="1"/>
                </a:moveTo>
                <a:cubicBezTo>
                  <a:pt x="363" y="1"/>
                  <a:pt x="0" y="374"/>
                  <a:pt x="0" y="822"/>
                </a:cubicBezTo>
                <a:lnTo>
                  <a:pt x="0" y="7575"/>
                </a:lnTo>
                <a:cubicBezTo>
                  <a:pt x="0" y="8033"/>
                  <a:pt x="374" y="8396"/>
                  <a:pt x="832" y="8396"/>
                </a:cubicBezTo>
                <a:lnTo>
                  <a:pt x="5846" y="8396"/>
                </a:lnTo>
                <a:cubicBezTo>
                  <a:pt x="6305" y="8396"/>
                  <a:pt x="6667" y="8023"/>
                  <a:pt x="6667" y="7575"/>
                </a:cubicBezTo>
                <a:lnTo>
                  <a:pt x="6667" y="822"/>
                </a:lnTo>
                <a:cubicBezTo>
                  <a:pt x="6667" y="374"/>
                  <a:pt x="6294" y="1"/>
                  <a:pt x="58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7"/>
          <p:cNvSpPr/>
          <p:nvPr/>
        </p:nvSpPr>
        <p:spPr>
          <a:xfrm>
            <a:off x="6172518" y="1647376"/>
            <a:ext cx="19709" cy="254086"/>
          </a:xfrm>
          <a:custGeom>
            <a:rect b="b" l="l" r="r" t="t"/>
            <a:pathLst>
              <a:path extrusionOk="0" h="6330" w="491">
                <a:moveTo>
                  <a:pt x="251" y="1"/>
                </a:moveTo>
                <a:cubicBezTo>
                  <a:pt x="239" y="1"/>
                  <a:pt x="226" y="2"/>
                  <a:pt x="214" y="3"/>
                </a:cubicBezTo>
                <a:cubicBezTo>
                  <a:pt x="96" y="25"/>
                  <a:pt x="0" y="131"/>
                  <a:pt x="0" y="259"/>
                </a:cubicBezTo>
                <a:lnTo>
                  <a:pt x="0" y="6073"/>
                </a:lnTo>
                <a:cubicBezTo>
                  <a:pt x="0" y="6190"/>
                  <a:pt x="96" y="6318"/>
                  <a:pt x="214" y="6329"/>
                </a:cubicBezTo>
                <a:cubicBezTo>
                  <a:pt x="220" y="6330"/>
                  <a:pt x="226" y="6330"/>
                  <a:pt x="233" y="6330"/>
                </a:cubicBezTo>
                <a:cubicBezTo>
                  <a:pt x="365" y="6330"/>
                  <a:pt x="491" y="6226"/>
                  <a:pt x="491" y="6084"/>
                </a:cubicBezTo>
                <a:lnTo>
                  <a:pt x="491" y="249"/>
                </a:lnTo>
                <a:cubicBezTo>
                  <a:pt x="491" y="111"/>
                  <a:pt x="391" y="1"/>
                  <a:pt x="2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7"/>
          <p:cNvSpPr/>
          <p:nvPr/>
        </p:nvSpPr>
        <p:spPr>
          <a:xfrm>
            <a:off x="6087745" y="1826875"/>
            <a:ext cx="65549" cy="65147"/>
          </a:xfrm>
          <a:custGeom>
            <a:rect b="b" l="l" r="r" t="t"/>
            <a:pathLst>
              <a:path extrusionOk="0" h="1623" w="1633">
                <a:moveTo>
                  <a:pt x="821" y="492"/>
                </a:moveTo>
                <a:cubicBezTo>
                  <a:pt x="992" y="492"/>
                  <a:pt x="1141" y="641"/>
                  <a:pt x="1141" y="812"/>
                </a:cubicBezTo>
                <a:cubicBezTo>
                  <a:pt x="1141" y="993"/>
                  <a:pt x="992" y="1132"/>
                  <a:pt x="821" y="1132"/>
                </a:cubicBezTo>
                <a:cubicBezTo>
                  <a:pt x="640" y="1132"/>
                  <a:pt x="501" y="993"/>
                  <a:pt x="501" y="812"/>
                </a:cubicBezTo>
                <a:cubicBezTo>
                  <a:pt x="501" y="641"/>
                  <a:pt x="640" y="492"/>
                  <a:pt x="821" y="492"/>
                </a:cubicBezTo>
                <a:close/>
                <a:moveTo>
                  <a:pt x="821" y="1"/>
                </a:moveTo>
                <a:cubicBezTo>
                  <a:pt x="373" y="1"/>
                  <a:pt x="0" y="364"/>
                  <a:pt x="0" y="812"/>
                </a:cubicBezTo>
                <a:cubicBezTo>
                  <a:pt x="0" y="1270"/>
                  <a:pt x="363" y="1622"/>
                  <a:pt x="821" y="1622"/>
                </a:cubicBezTo>
                <a:cubicBezTo>
                  <a:pt x="1259" y="1622"/>
                  <a:pt x="1632" y="1270"/>
                  <a:pt x="1632" y="812"/>
                </a:cubicBezTo>
                <a:cubicBezTo>
                  <a:pt x="1632" y="364"/>
                  <a:pt x="1259" y="1"/>
                  <a:pt x="8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7"/>
          <p:cNvSpPr/>
          <p:nvPr/>
        </p:nvSpPr>
        <p:spPr>
          <a:xfrm>
            <a:off x="6211894" y="1826875"/>
            <a:ext cx="65549" cy="65147"/>
          </a:xfrm>
          <a:custGeom>
            <a:rect b="b" l="l" r="r" t="t"/>
            <a:pathLst>
              <a:path extrusionOk="0" h="1623" w="1633">
                <a:moveTo>
                  <a:pt x="822" y="492"/>
                </a:moveTo>
                <a:cubicBezTo>
                  <a:pt x="993" y="492"/>
                  <a:pt x="1142" y="641"/>
                  <a:pt x="1142" y="812"/>
                </a:cubicBezTo>
                <a:cubicBezTo>
                  <a:pt x="1142" y="993"/>
                  <a:pt x="993" y="1132"/>
                  <a:pt x="822" y="1132"/>
                </a:cubicBezTo>
                <a:cubicBezTo>
                  <a:pt x="641" y="1132"/>
                  <a:pt x="491" y="993"/>
                  <a:pt x="491" y="812"/>
                </a:cubicBezTo>
                <a:cubicBezTo>
                  <a:pt x="491" y="641"/>
                  <a:pt x="641" y="492"/>
                  <a:pt x="822" y="492"/>
                </a:cubicBezTo>
                <a:close/>
                <a:moveTo>
                  <a:pt x="822" y="1"/>
                </a:moveTo>
                <a:cubicBezTo>
                  <a:pt x="374" y="1"/>
                  <a:pt x="1" y="364"/>
                  <a:pt x="1" y="812"/>
                </a:cubicBezTo>
                <a:cubicBezTo>
                  <a:pt x="1" y="1270"/>
                  <a:pt x="363" y="1622"/>
                  <a:pt x="822" y="1622"/>
                </a:cubicBezTo>
                <a:cubicBezTo>
                  <a:pt x="1270" y="1622"/>
                  <a:pt x="1633" y="1270"/>
                  <a:pt x="1633" y="812"/>
                </a:cubicBezTo>
                <a:cubicBezTo>
                  <a:pt x="1633" y="364"/>
                  <a:pt x="1259" y="1"/>
                  <a:pt x="8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7"/>
          <p:cNvSpPr/>
          <p:nvPr/>
        </p:nvSpPr>
        <p:spPr>
          <a:xfrm>
            <a:off x="6087745" y="1742986"/>
            <a:ext cx="65549" cy="65107"/>
          </a:xfrm>
          <a:custGeom>
            <a:rect b="b" l="l" r="r" t="t"/>
            <a:pathLst>
              <a:path extrusionOk="0" h="1622" w="1633">
                <a:moveTo>
                  <a:pt x="821" y="480"/>
                </a:moveTo>
                <a:cubicBezTo>
                  <a:pt x="992" y="480"/>
                  <a:pt x="1141" y="619"/>
                  <a:pt x="1141" y="800"/>
                </a:cubicBezTo>
                <a:cubicBezTo>
                  <a:pt x="1120" y="971"/>
                  <a:pt x="992" y="1120"/>
                  <a:pt x="821" y="1120"/>
                </a:cubicBezTo>
                <a:cubicBezTo>
                  <a:pt x="640" y="1120"/>
                  <a:pt x="501" y="971"/>
                  <a:pt x="501" y="800"/>
                </a:cubicBezTo>
                <a:cubicBezTo>
                  <a:pt x="501" y="629"/>
                  <a:pt x="640" y="480"/>
                  <a:pt x="821" y="480"/>
                </a:cubicBezTo>
                <a:close/>
                <a:moveTo>
                  <a:pt x="821" y="0"/>
                </a:moveTo>
                <a:cubicBezTo>
                  <a:pt x="373" y="0"/>
                  <a:pt x="0" y="363"/>
                  <a:pt x="0" y="811"/>
                </a:cubicBezTo>
                <a:cubicBezTo>
                  <a:pt x="0" y="1248"/>
                  <a:pt x="363" y="1622"/>
                  <a:pt x="821" y="1622"/>
                </a:cubicBezTo>
                <a:cubicBezTo>
                  <a:pt x="1259" y="1622"/>
                  <a:pt x="1632" y="1259"/>
                  <a:pt x="1632" y="811"/>
                </a:cubicBezTo>
                <a:cubicBezTo>
                  <a:pt x="1622" y="363"/>
                  <a:pt x="1259" y="0"/>
                  <a:pt x="8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7"/>
          <p:cNvSpPr/>
          <p:nvPr/>
        </p:nvSpPr>
        <p:spPr>
          <a:xfrm>
            <a:off x="6211894" y="1742986"/>
            <a:ext cx="65549" cy="65107"/>
          </a:xfrm>
          <a:custGeom>
            <a:rect b="b" l="l" r="r" t="t"/>
            <a:pathLst>
              <a:path extrusionOk="0" h="1622" w="1633">
                <a:moveTo>
                  <a:pt x="822" y="480"/>
                </a:moveTo>
                <a:cubicBezTo>
                  <a:pt x="993" y="480"/>
                  <a:pt x="1142" y="619"/>
                  <a:pt x="1142" y="800"/>
                </a:cubicBezTo>
                <a:cubicBezTo>
                  <a:pt x="1121" y="971"/>
                  <a:pt x="993" y="1120"/>
                  <a:pt x="822" y="1120"/>
                </a:cubicBezTo>
                <a:cubicBezTo>
                  <a:pt x="641" y="1120"/>
                  <a:pt x="491" y="971"/>
                  <a:pt x="491" y="800"/>
                </a:cubicBezTo>
                <a:cubicBezTo>
                  <a:pt x="491" y="629"/>
                  <a:pt x="641" y="480"/>
                  <a:pt x="822" y="480"/>
                </a:cubicBezTo>
                <a:close/>
                <a:moveTo>
                  <a:pt x="822" y="0"/>
                </a:moveTo>
                <a:cubicBezTo>
                  <a:pt x="374" y="0"/>
                  <a:pt x="1" y="363"/>
                  <a:pt x="1" y="811"/>
                </a:cubicBezTo>
                <a:cubicBezTo>
                  <a:pt x="1" y="1248"/>
                  <a:pt x="363" y="1622"/>
                  <a:pt x="822" y="1622"/>
                </a:cubicBezTo>
                <a:cubicBezTo>
                  <a:pt x="1270" y="1622"/>
                  <a:pt x="1633" y="1259"/>
                  <a:pt x="1633" y="811"/>
                </a:cubicBezTo>
                <a:cubicBezTo>
                  <a:pt x="1622" y="363"/>
                  <a:pt x="1259" y="0"/>
                  <a:pt x="8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7"/>
          <p:cNvSpPr/>
          <p:nvPr/>
        </p:nvSpPr>
        <p:spPr>
          <a:xfrm>
            <a:off x="6087745" y="1656888"/>
            <a:ext cx="65549" cy="65147"/>
          </a:xfrm>
          <a:custGeom>
            <a:rect b="b" l="l" r="r" t="t"/>
            <a:pathLst>
              <a:path extrusionOk="0" h="1623" w="1633">
                <a:moveTo>
                  <a:pt x="821" y="470"/>
                </a:moveTo>
                <a:cubicBezTo>
                  <a:pt x="992" y="470"/>
                  <a:pt x="1141" y="620"/>
                  <a:pt x="1141" y="801"/>
                </a:cubicBezTo>
                <a:cubicBezTo>
                  <a:pt x="1141" y="972"/>
                  <a:pt x="992" y="1121"/>
                  <a:pt x="821" y="1121"/>
                </a:cubicBezTo>
                <a:cubicBezTo>
                  <a:pt x="640" y="1121"/>
                  <a:pt x="501" y="972"/>
                  <a:pt x="501" y="801"/>
                </a:cubicBezTo>
                <a:cubicBezTo>
                  <a:pt x="501" y="620"/>
                  <a:pt x="640" y="470"/>
                  <a:pt x="821" y="470"/>
                </a:cubicBezTo>
                <a:close/>
                <a:moveTo>
                  <a:pt x="821" y="1"/>
                </a:moveTo>
                <a:cubicBezTo>
                  <a:pt x="373" y="1"/>
                  <a:pt x="0" y="353"/>
                  <a:pt x="0" y="812"/>
                </a:cubicBezTo>
                <a:cubicBezTo>
                  <a:pt x="0" y="1249"/>
                  <a:pt x="363" y="1622"/>
                  <a:pt x="821" y="1622"/>
                </a:cubicBezTo>
                <a:cubicBezTo>
                  <a:pt x="1259" y="1622"/>
                  <a:pt x="1632" y="1260"/>
                  <a:pt x="1632" y="812"/>
                </a:cubicBezTo>
                <a:cubicBezTo>
                  <a:pt x="1622" y="374"/>
                  <a:pt x="1259" y="1"/>
                  <a:pt x="8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7"/>
          <p:cNvSpPr/>
          <p:nvPr/>
        </p:nvSpPr>
        <p:spPr>
          <a:xfrm>
            <a:off x="6211894" y="1656888"/>
            <a:ext cx="65549" cy="65147"/>
          </a:xfrm>
          <a:custGeom>
            <a:rect b="b" l="l" r="r" t="t"/>
            <a:pathLst>
              <a:path extrusionOk="0" h="1623" w="1633">
                <a:moveTo>
                  <a:pt x="822" y="470"/>
                </a:moveTo>
                <a:cubicBezTo>
                  <a:pt x="993" y="470"/>
                  <a:pt x="1142" y="620"/>
                  <a:pt x="1142" y="801"/>
                </a:cubicBezTo>
                <a:cubicBezTo>
                  <a:pt x="1142" y="972"/>
                  <a:pt x="993" y="1121"/>
                  <a:pt x="822" y="1121"/>
                </a:cubicBezTo>
                <a:cubicBezTo>
                  <a:pt x="641" y="1121"/>
                  <a:pt x="491" y="972"/>
                  <a:pt x="491" y="801"/>
                </a:cubicBezTo>
                <a:cubicBezTo>
                  <a:pt x="491" y="620"/>
                  <a:pt x="641" y="470"/>
                  <a:pt x="822" y="470"/>
                </a:cubicBezTo>
                <a:close/>
                <a:moveTo>
                  <a:pt x="822" y="1"/>
                </a:moveTo>
                <a:cubicBezTo>
                  <a:pt x="374" y="1"/>
                  <a:pt x="1" y="353"/>
                  <a:pt x="1" y="812"/>
                </a:cubicBezTo>
                <a:cubicBezTo>
                  <a:pt x="1" y="1249"/>
                  <a:pt x="363" y="1622"/>
                  <a:pt x="822" y="1622"/>
                </a:cubicBezTo>
                <a:cubicBezTo>
                  <a:pt x="1270" y="1622"/>
                  <a:pt x="1633" y="1260"/>
                  <a:pt x="1633" y="812"/>
                </a:cubicBezTo>
                <a:cubicBezTo>
                  <a:pt x="1622" y="374"/>
                  <a:pt x="1259" y="1"/>
                  <a:pt x="8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7"/>
          <p:cNvSpPr/>
          <p:nvPr/>
        </p:nvSpPr>
        <p:spPr>
          <a:xfrm>
            <a:off x="6873016" y="1613739"/>
            <a:ext cx="31269" cy="33356"/>
          </a:xfrm>
          <a:custGeom>
            <a:rect b="b" l="l" r="r" t="t"/>
            <a:pathLst>
              <a:path extrusionOk="0" h="831" w="779">
                <a:moveTo>
                  <a:pt x="300" y="1"/>
                </a:moveTo>
                <a:cubicBezTo>
                  <a:pt x="267" y="1"/>
                  <a:pt x="234" y="7"/>
                  <a:pt x="203" y="20"/>
                </a:cubicBezTo>
                <a:cubicBezTo>
                  <a:pt x="64" y="73"/>
                  <a:pt x="0" y="212"/>
                  <a:pt x="64" y="340"/>
                </a:cubicBezTo>
                <a:lnTo>
                  <a:pt x="224" y="681"/>
                </a:lnTo>
                <a:cubicBezTo>
                  <a:pt x="267" y="777"/>
                  <a:pt x="374" y="831"/>
                  <a:pt x="470" y="831"/>
                </a:cubicBezTo>
                <a:cubicBezTo>
                  <a:pt x="512" y="831"/>
                  <a:pt x="534" y="831"/>
                  <a:pt x="576" y="809"/>
                </a:cubicBezTo>
                <a:cubicBezTo>
                  <a:pt x="704" y="745"/>
                  <a:pt x="779" y="607"/>
                  <a:pt x="704" y="479"/>
                </a:cubicBezTo>
                <a:lnTo>
                  <a:pt x="544" y="148"/>
                </a:lnTo>
                <a:cubicBezTo>
                  <a:pt x="504" y="59"/>
                  <a:pt x="402" y="1"/>
                  <a:pt x="3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7"/>
          <p:cNvSpPr/>
          <p:nvPr/>
        </p:nvSpPr>
        <p:spPr>
          <a:xfrm>
            <a:off x="6923952" y="1605631"/>
            <a:ext cx="30868" cy="33316"/>
          </a:xfrm>
          <a:custGeom>
            <a:rect b="b" l="l" r="r" t="t"/>
            <a:pathLst>
              <a:path extrusionOk="0" h="830" w="769">
                <a:moveTo>
                  <a:pt x="475" y="0"/>
                </a:moveTo>
                <a:cubicBezTo>
                  <a:pt x="367" y="0"/>
                  <a:pt x="265" y="61"/>
                  <a:pt x="225" y="158"/>
                </a:cubicBezTo>
                <a:lnTo>
                  <a:pt x="65" y="499"/>
                </a:lnTo>
                <a:cubicBezTo>
                  <a:pt x="1" y="617"/>
                  <a:pt x="65" y="766"/>
                  <a:pt x="203" y="819"/>
                </a:cubicBezTo>
                <a:cubicBezTo>
                  <a:pt x="235" y="830"/>
                  <a:pt x="267" y="830"/>
                  <a:pt x="310" y="830"/>
                </a:cubicBezTo>
                <a:cubicBezTo>
                  <a:pt x="417" y="830"/>
                  <a:pt x="502" y="777"/>
                  <a:pt x="555" y="691"/>
                </a:cubicBezTo>
                <a:lnTo>
                  <a:pt x="715" y="339"/>
                </a:lnTo>
                <a:cubicBezTo>
                  <a:pt x="769" y="222"/>
                  <a:pt x="705" y="73"/>
                  <a:pt x="577" y="19"/>
                </a:cubicBezTo>
                <a:cubicBezTo>
                  <a:pt x="543" y="6"/>
                  <a:pt x="509" y="0"/>
                  <a:pt x="4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7"/>
          <p:cNvSpPr/>
          <p:nvPr/>
        </p:nvSpPr>
        <p:spPr>
          <a:xfrm>
            <a:off x="6950082" y="1646292"/>
            <a:ext cx="39016" cy="25208"/>
          </a:xfrm>
          <a:custGeom>
            <a:rect b="b" l="l" r="r" t="t"/>
            <a:pathLst>
              <a:path extrusionOk="0" h="628" w="972">
                <a:moveTo>
                  <a:pt x="672" y="1"/>
                </a:moveTo>
                <a:cubicBezTo>
                  <a:pt x="640" y="1"/>
                  <a:pt x="607" y="7"/>
                  <a:pt x="576" y="20"/>
                </a:cubicBezTo>
                <a:lnTo>
                  <a:pt x="203" y="169"/>
                </a:lnTo>
                <a:cubicBezTo>
                  <a:pt x="64" y="222"/>
                  <a:pt x="0" y="361"/>
                  <a:pt x="54" y="489"/>
                </a:cubicBezTo>
                <a:cubicBezTo>
                  <a:pt x="96" y="585"/>
                  <a:pt x="203" y="628"/>
                  <a:pt x="299" y="628"/>
                </a:cubicBezTo>
                <a:cubicBezTo>
                  <a:pt x="331" y="628"/>
                  <a:pt x="363" y="628"/>
                  <a:pt x="406" y="617"/>
                </a:cubicBezTo>
                <a:lnTo>
                  <a:pt x="779" y="478"/>
                </a:lnTo>
                <a:cubicBezTo>
                  <a:pt x="918" y="425"/>
                  <a:pt x="971" y="276"/>
                  <a:pt x="918" y="158"/>
                </a:cubicBezTo>
                <a:cubicBezTo>
                  <a:pt x="877" y="61"/>
                  <a:pt x="775" y="1"/>
                  <a:pt x="6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7"/>
          <p:cNvSpPr/>
          <p:nvPr/>
        </p:nvSpPr>
        <p:spPr>
          <a:xfrm>
            <a:off x="6694440" y="1706580"/>
            <a:ext cx="56156" cy="41585"/>
          </a:xfrm>
          <a:custGeom>
            <a:rect b="b" l="l" r="r" t="t"/>
            <a:pathLst>
              <a:path extrusionOk="0" h="1036" w="1399">
                <a:moveTo>
                  <a:pt x="1132" y="0"/>
                </a:moveTo>
                <a:cubicBezTo>
                  <a:pt x="652" y="0"/>
                  <a:pt x="236" y="278"/>
                  <a:pt x="54" y="704"/>
                </a:cubicBezTo>
                <a:cubicBezTo>
                  <a:pt x="1" y="843"/>
                  <a:pt x="65" y="971"/>
                  <a:pt x="214" y="1024"/>
                </a:cubicBezTo>
                <a:cubicBezTo>
                  <a:pt x="236" y="1035"/>
                  <a:pt x="278" y="1035"/>
                  <a:pt x="300" y="1035"/>
                </a:cubicBezTo>
                <a:cubicBezTo>
                  <a:pt x="406" y="1035"/>
                  <a:pt x="513" y="971"/>
                  <a:pt x="556" y="875"/>
                </a:cubicBezTo>
                <a:cubicBezTo>
                  <a:pt x="662" y="640"/>
                  <a:pt x="876" y="491"/>
                  <a:pt x="1132" y="491"/>
                </a:cubicBezTo>
                <a:cubicBezTo>
                  <a:pt x="1281" y="491"/>
                  <a:pt x="1398" y="384"/>
                  <a:pt x="1398" y="235"/>
                </a:cubicBezTo>
                <a:cubicBezTo>
                  <a:pt x="1398" y="107"/>
                  <a:pt x="1281" y="0"/>
                  <a:pt x="11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7"/>
          <p:cNvSpPr/>
          <p:nvPr/>
        </p:nvSpPr>
        <p:spPr>
          <a:xfrm>
            <a:off x="6640494" y="1666762"/>
            <a:ext cx="344321" cy="276645"/>
          </a:xfrm>
          <a:custGeom>
            <a:rect b="b" l="l" r="r" t="t"/>
            <a:pathLst>
              <a:path extrusionOk="0" h="6892" w="8578">
                <a:moveTo>
                  <a:pt x="6177" y="502"/>
                </a:moveTo>
                <a:cubicBezTo>
                  <a:pt x="6529" y="502"/>
                  <a:pt x="6860" y="587"/>
                  <a:pt x="7148" y="779"/>
                </a:cubicBezTo>
                <a:cubicBezTo>
                  <a:pt x="7436" y="960"/>
                  <a:pt x="7649" y="1216"/>
                  <a:pt x="7767" y="1526"/>
                </a:cubicBezTo>
                <a:cubicBezTo>
                  <a:pt x="7991" y="2262"/>
                  <a:pt x="7692" y="2827"/>
                  <a:pt x="7329" y="3499"/>
                </a:cubicBezTo>
                <a:cubicBezTo>
                  <a:pt x="7276" y="3606"/>
                  <a:pt x="7212" y="3723"/>
                  <a:pt x="7159" y="3830"/>
                </a:cubicBezTo>
                <a:cubicBezTo>
                  <a:pt x="7052" y="4043"/>
                  <a:pt x="6956" y="4363"/>
                  <a:pt x="6860" y="4726"/>
                </a:cubicBezTo>
                <a:cubicBezTo>
                  <a:pt x="6689" y="5334"/>
                  <a:pt x="6465" y="6177"/>
                  <a:pt x="6124" y="6369"/>
                </a:cubicBezTo>
                <a:cubicBezTo>
                  <a:pt x="6085" y="6384"/>
                  <a:pt x="6040" y="6394"/>
                  <a:pt x="5994" y="6394"/>
                </a:cubicBezTo>
                <a:cubicBezTo>
                  <a:pt x="5977" y="6394"/>
                  <a:pt x="5960" y="6393"/>
                  <a:pt x="5943" y="6390"/>
                </a:cubicBezTo>
                <a:cubicBezTo>
                  <a:pt x="5676" y="6326"/>
                  <a:pt x="5537" y="5910"/>
                  <a:pt x="5409" y="5515"/>
                </a:cubicBezTo>
                <a:cubicBezTo>
                  <a:pt x="5313" y="5249"/>
                  <a:pt x="5217" y="4950"/>
                  <a:pt x="5089" y="4737"/>
                </a:cubicBezTo>
                <a:cubicBezTo>
                  <a:pt x="4897" y="4449"/>
                  <a:pt x="4630" y="4299"/>
                  <a:pt x="4321" y="4278"/>
                </a:cubicBezTo>
                <a:lnTo>
                  <a:pt x="4289" y="4278"/>
                </a:lnTo>
                <a:cubicBezTo>
                  <a:pt x="3969" y="4278"/>
                  <a:pt x="3713" y="4438"/>
                  <a:pt x="3532" y="4737"/>
                </a:cubicBezTo>
                <a:cubicBezTo>
                  <a:pt x="3382" y="4961"/>
                  <a:pt x="3286" y="5249"/>
                  <a:pt x="3212" y="5515"/>
                </a:cubicBezTo>
                <a:cubicBezTo>
                  <a:pt x="3073" y="5910"/>
                  <a:pt x="2945" y="6337"/>
                  <a:pt x="2678" y="6390"/>
                </a:cubicBezTo>
                <a:cubicBezTo>
                  <a:pt x="2651" y="6394"/>
                  <a:pt x="2625" y="6396"/>
                  <a:pt x="2601" y="6396"/>
                </a:cubicBezTo>
                <a:cubicBezTo>
                  <a:pt x="2558" y="6396"/>
                  <a:pt x="2520" y="6389"/>
                  <a:pt x="2486" y="6369"/>
                </a:cubicBezTo>
                <a:cubicBezTo>
                  <a:pt x="2145" y="6177"/>
                  <a:pt x="1910" y="5334"/>
                  <a:pt x="1750" y="4726"/>
                </a:cubicBezTo>
                <a:cubicBezTo>
                  <a:pt x="1644" y="4353"/>
                  <a:pt x="1569" y="4043"/>
                  <a:pt x="1462" y="3830"/>
                </a:cubicBezTo>
                <a:cubicBezTo>
                  <a:pt x="1409" y="3713"/>
                  <a:pt x="1334" y="3606"/>
                  <a:pt x="1281" y="3499"/>
                </a:cubicBezTo>
                <a:cubicBezTo>
                  <a:pt x="929" y="2827"/>
                  <a:pt x="619" y="2251"/>
                  <a:pt x="929" y="1526"/>
                </a:cubicBezTo>
                <a:cubicBezTo>
                  <a:pt x="1046" y="1216"/>
                  <a:pt x="1260" y="960"/>
                  <a:pt x="1537" y="779"/>
                </a:cubicBezTo>
                <a:cubicBezTo>
                  <a:pt x="1814" y="587"/>
                  <a:pt x="2156" y="502"/>
                  <a:pt x="2508" y="502"/>
                </a:cubicBezTo>
                <a:lnTo>
                  <a:pt x="2529" y="502"/>
                </a:lnTo>
                <a:cubicBezTo>
                  <a:pt x="2849" y="502"/>
                  <a:pt x="3094" y="672"/>
                  <a:pt x="3361" y="843"/>
                </a:cubicBezTo>
                <a:cubicBezTo>
                  <a:pt x="3649" y="1035"/>
                  <a:pt x="3937" y="1227"/>
                  <a:pt x="4321" y="1227"/>
                </a:cubicBezTo>
                <a:lnTo>
                  <a:pt x="4364" y="1227"/>
                </a:lnTo>
                <a:cubicBezTo>
                  <a:pt x="4737" y="1227"/>
                  <a:pt x="5036" y="1035"/>
                  <a:pt x="5324" y="843"/>
                </a:cubicBezTo>
                <a:cubicBezTo>
                  <a:pt x="5591" y="672"/>
                  <a:pt x="5847" y="502"/>
                  <a:pt x="6167" y="502"/>
                </a:cubicBezTo>
                <a:close/>
                <a:moveTo>
                  <a:pt x="2476" y="0"/>
                </a:moveTo>
                <a:cubicBezTo>
                  <a:pt x="1537" y="0"/>
                  <a:pt x="726" y="534"/>
                  <a:pt x="395" y="1355"/>
                </a:cubicBezTo>
                <a:cubicBezTo>
                  <a:pt x="1" y="2272"/>
                  <a:pt x="406" y="3009"/>
                  <a:pt x="780" y="3713"/>
                </a:cubicBezTo>
                <a:cubicBezTo>
                  <a:pt x="833" y="3819"/>
                  <a:pt x="897" y="3926"/>
                  <a:pt x="950" y="4043"/>
                </a:cubicBezTo>
                <a:cubicBezTo>
                  <a:pt x="1046" y="4214"/>
                  <a:pt x="1121" y="4523"/>
                  <a:pt x="1217" y="4854"/>
                </a:cubicBezTo>
                <a:cubicBezTo>
                  <a:pt x="1430" y="5633"/>
                  <a:pt x="1676" y="6497"/>
                  <a:pt x="2209" y="6785"/>
                </a:cubicBezTo>
                <a:cubicBezTo>
                  <a:pt x="2337" y="6853"/>
                  <a:pt x="2477" y="6889"/>
                  <a:pt x="2623" y="6889"/>
                </a:cubicBezTo>
                <a:cubicBezTo>
                  <a:pt x="2683" y="6889"/>
                  <a:pt x="2744" y="6883"/>
                  <a:pt x="2806" y="6870"/>
                </a:cubicBezTo>
                <a:cubicBezTo>
                  <a:pt x="3372" y="6731"/>
                  <a:pt x="3553" y="6166"/>
                  <a:pt x="3713" y="5643"/>
                </a:cubicBezTo>
                <a:cubicBezTo>
                  <a:pt x="3884" y="5099"/>
                  <a:pt x="4022" y="4779"/>
                  <a:pt x="4300" y="4779"/>
                </a:cubicBezTo>
                <a:cubicBezTo>
                  <a:pt x="4598" y="4779"/>
                  <a:pt x="4716" y="5110"/>
                  <a:pt x="4886" y="5643"/>
                </a:cubicBezTo>
                <a:cubicBezTo>
                  <a:pt x="5047" y="6155"/>
                  <a:pt x="5249" y="6721"/>
                  <a:pt x="5793" y="6870"/>
                </a:cubicBezTo>
                <a:cubicBezTo>
                  <a:pt x="5857" y="6881"/>
                  <a:pt x="5943" y="6891"/>
                  <a:pt x="6007" y="6891"/>
                </a:cubicBezTo>
                <a:cubicBezTo>
                  <a:pt x="6145" y="6891"/>
                  <a:pt x="6273" y="6859"/>
                  <a:pt x="6391" y="6806"/>
                </a:cubicBezTo>
                <a:cubicBezTo>
                  <a:pt x="6924" y="6507"/>
                  <a:pt x="7169" y="5643"/>
                  <a:pt x="7383" y="4865"/>
                </a:cubicBezTo>
                <a:cubicBezTo>
                  <a:pt x="7479" y="4534"/>
                  <a:pt x="7553" y="4225"/>
                  <a:pt x="7649" y="4054"/>
                </a:cubicBezTo>
                <a:cubicBezTo>
                  <a:pt x="7703" y="3947"/>
                  <a:pt x="7767" y="3830"/>
                  <a:pt x="7820" y="3723"/>
                </a:cubicBezTo>
                <a:cubicBezTo>
                  <a:pt x="8193" y="3019"/>
                  <a:pt x="8577" y="2283"/>
                  <a:pt x="8204" y="1366"/>
                </a:cubicBezTo>
                <a:cubicBezTo>
                  <a:pt x="7852" y="534"/>
                  <a:pt x="7031" y="0"/>
                  <a:pt x="6103" y="0"/>
                </a:cubicBezTo>
                <a:cubicBezTo>
                  <a:pt x="5612" y="0"/>
                  <a:pt x="5260" y="246"/>
                  <a:pt x="4940" y="448"/>
                </a:cubicBezTo>
                <a:cubicBezTo>
                  <a:pt x="4705" y="608"/>
                  <a:pt x="4502" y="736"/>
                  <a:pt x="4289" y="736"/>
                </a:cubicBezTo>
                <a:cubicBezTo>
                  <a:pt x="4076" y="736"/>
                  <a:pt x="3873" y="608"/>
                  <a:pt x="3628" y="448"/>
                </a:cubicBezTo>
                <a:cubicBezTo>
                  <a:pt x="3329" y="235"/>
                  <a:pt x="2966" y="0"/>
                  <a:pt x="24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7"/>
          <p:cNvSpPr/>
          <p:nvPr/>
        </p:nvSpPr>
        <p:spPr>
          <a:xfrm>
            <a:off x="7278938" y="1605511"/>
            <a:ext cx="338300" cy="337056"/>
          </a:xfrm>
          <a:custGeom>
            <a:rect b="b" l="l" r="r" t="t"/>
            <a:pathLst>
              <a:path extrusionOk="0" h="8397" w="8428">
                <a:moveTo>
                  <a:pt x="7585" y="492"/>
                </a:moveTo>
                <a:cubicBezTo>
                  <a:pt x="7766" y="492"/>
                  <a:pt x="7926" y="641"/>
                  <a:pt x="7926" y="822"/>
                </a:cubicBezTo>
                <a:lnTo>
                  <a:pt x="7926" y="7575"/>
                </a:lnTo>
                <a:cubicBezTo>
                  <a:pt x="7926" y="7767"/>
                  <a:pt x="7777" y="7916"/>
                  <a:pt x="7585" y="7916"/>
                </a:cubicBezTo>
                <a:lnTo>
                  <a:pt x="832" y="7916"/>
                </a:lnTo>
                <a:cubicBezTo>
                  <a:pt x="651" y="7916"/>
                  <a:pt x="491" y="7767"/>
                  <a:pt x="491" y="7585"/>
                </a:cubicBezTo>
                <a:lnTo>
                  <a:pt x="491" y="822"/>
                </a:lnTo>
                <a:cubicBezTo>
                  <a:pt x="491" y="641"/>
                  <a:pt x="640" y="492"/>
                  <a:pt x="832" y="492"/>
                </a:cubicBezTo>
                <a:close/>
                <a:moveTo>
                  <a:pt x="832" y="1"/>
                </a:moveTo>
                <a:cubicBezTo>
                  <a:pt x="373" y="1"/>
                  <a:pt x="0" y="374"/>
                  <a:pt x="0" y="822"/>
                </a:cubicBezTo>
                <a:lnTo>
                  <a:pt x="0" y="7575"/>
                </a:lnTo>
                <a:cubicBezTo>
                  <a:pt x="0" y="8033"/>
                  <a:pt x="373" y="8396"/>
                  <a:pt x="832" y="8396"/>
                </a:cubicBezTo>
                <a:lnTo>
                  <a:pt x="7585" y="8396"/>
                </a:lnTo>
                <a:cubicBezTo>
                  <a:pt x="8043" y="8396"/>
                  <a:pt x="8427" y="8023"/>
                  <a:pt x="8427" y="7575"/>
                </a:cubicBezTo>
                <a:lnTo>
                  <a:pt x="8427" y="822"/>
                </a:lnTo>
                <a:cubicBezTo>
                  <a:pt x="8427" y="374"/>
                  <a:pt x="8043" y="1"/>
                  <a:pt x="75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7"/>
          <p:cNvSpPr/>
          <p:nvPr/>
        </p:nvSpPr>
        <p:spPr>
          <a:xfrm>
            <a:off x="7438208" y="1656688"/>
            <a:ext cx="19709" cy="236224"/>
          </a:xfrm>
          <a:custGeom>
            <a:rect b="b" l="l" r="r" t="t"/>
            <a:pathLst>
              <a:path extrusionOk="0" h="5885" w="491">
                <a:moveTo>
                  <a:pt x="266" y="1"/>
                </a:moveTo>
                <a:cubicBezTo>
                  <a:pt x="249" y="1"/>
                  <a:pt x="232" y="2"/>
                  <a:pt x="214" y="6"/>
                </a:cubicBezTo>
                <a:cubicBezTo>
                  <a:pt x="96" y="6"/>
                  <a:pt x="0" y="123"/>
                  <a:pt x="0" y="241"/>
                </a:cubicBezTo>
                <a:lnTo>
                  <a:pt x="0" y="5628"/>
                </a:lnTo>
                <a:cubicBezTo>
                  <a:pt x="0" y="5745"/>
                  <a:pt x="96" y="5873"/>
                  <a:pt x="214" y="5884"/>
                </a:cubicBezTo>
                <a:cubicBezTo>
                  <a:pt x="221" y="5884"/>
                  <a:pt x="227" y="5884"/>
                  <a:pt x="234" y="5884"/>
                </a:cubicBezTo>
                <a:cubicBezTo>
                  <a:pt x="375" y="5884"/>
                  <a:pt x="491" y="5781"/>
                  <a:pt x="491" y="5638"/>
                </a:cubicBezTo>
                <a:lnTo>
                  <a:pt x="491" y="241"/>
                </a:lnTo>
                <a:cubicBezTo>
                  <a:pt x="491" y="108"/>
                  <a:pt x="398" y="1"/>
                  <a:pt x="2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7"/>
          <p:cNvSpPr/>
          <p:nvPr/>
        </p:nvSpPr>
        <p:spPr>
          <a:xfrm>
            <a:off x="7330315" y="1655604"/>
            <a:ext cx="83933" cy="238151"/>
          </a:xfrm>
          <a:custGeom>
            <a:rect b="b" l="l" r="r" t="t"/>
            <a:pathLst>
              <a:path extrusionOk="0" h="5933" w="2091">
                <a:moveTo>
                  <a:pt x="1046" y="492"/>
                </a:moveTo>
                <a:cubicBezTo>
                  <a:pt x="1355" y="492"/>
                  <a:pt x="1611" y="737"/>
                  <a:pt x="1611" y="1046"/>
                </a:cubicBezTo>
                <a:lnTo>
                  <a:pt x="1611" y="2732"/>
                </a:lnTo>
                <a:lnTo>
                  <a:pt x="501" y="2732"/>
                </a:lnTo>
                <a:lnTo>
                  <a:pt x="501" y="1046"/>
                </a:lnTo>
                <a:cubicBezTo>
                  <a:pt x="501" y="737"/>
                  <a:pt x="747" y="492"/>
                  <a:pt x="1046" y="492"/>
                </a:cubicBezTo>
                <a:close/>
                <a:moveTo>
                  <a:pt x="1600" y="3201"/>
                </a:moveTo>
                <a:lnTo>
                  <a:pt x="1600" y="4897"/>
                </a:lnTo>
                <a:cubicBezTo>
                  <a:pt x="1600" y="5196"/>
                  <a:pt x="1355" y="5441"/>
                  <a:pt x="1046" y="5441"/>
                </a:cubicBezTo>
                <a:cubicBezTo>
                  <a:pt x="747" y="5441"/>
                  <a:pt x="491" y="5196"/>
                  <a:pt x="491" y="4897"/>
                </a:cubicBezTo>
                <a:lnTo>
                  <a:pt x="491" y="3201"/>
                </a:lnTo>
                <a:close/>
                <a:moveTo>
                  <a:pt x="1046" y="1"/>
                </a:moveTo>
                <a:cubicBezTo>
                  <a:pt x="459" y="1"/>
                  <a:pt x="0" y="470"/>
                  <a:pt x="0" y="1046"/>
                </a:cubicBezTo>
                <a:lnTo>
                  <a:pt x="0" y="4897"/>
                </a:lnTo>
                <a:cubicBezTo>
                  <a:pt x="0" y="5473"/>
                  <a:pt x="459" y="5932"/>
                  <a:pt x="1035" y="5932"/>
                </a:cubicBezTo>
                <a:cubicBezTo>
                  <a:pt x="1611" y="5932"/>
                  <a:pt x="2070" y="5473"/>
                  <a:pt x="2070" y="4897"/>
                </a:cubicBezTo>
                <a:lnTo>
                  <a:pt x="2070" y="1046"/>
                </a:lnTo>
                <a:cubicBezTo>
                  <a:pt x="2091" y="470"/>
                  <a:pt x="1622" y="1"/>
                  <a:pt x="10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7"/>
          <p:cNvSpPr/>
          <p:nvPr/>
        </p:nvSpPr>
        <p:spPr>
          <a:xfrm>
            <a:off x="7481437" y="1655604"/>
            <a:ext cx="84414" cy="238151"/>
          </a:xfrm>
          <a:custGeom>
            <a:rect b="b" l="l" r="r" t="t"/>
            <a:pathLst>
              <a:path extrusionOk="0" h="5933" w="2103">
                <a:moveTo>
                  <a:pt x="1046" y="492"/>
                </a:moveTo>
                <a:cubicBezTo>
                  <a:pt x="1355" y="492"/>
                  <a:pt x="1601" y="737"/>
                  <a:pt x="1601" y="1046"/>
                </a:cubicBezTo>
                <a:lnTo>
                  <a:pt x="1601" y="2732"/>
                </a:lnTo>
                <a:lnTo>
                  <a:pt x="491" y="2732"/>
                </a:lnTo>
                <a:lnTo>
                  <a:pt x="491" y="1046"/>
                </a:lnTo>
                <a:cubicBezTo>
                  <a:pt x="502" y="737"/>
                  <a:pt x="747" y="492"/>
                  <a:pt x="1046" y="492"/>
                </a:cubicBezTo>
                <a:close/>
                <a:moveTo>
                  <a:pt x="1601" y="3201"/>
                </a:moveTo>
                <a:lnTo>
                  <a:pt x="1601" y="4897"/>
                </a:lnTo>
                <a:cubicBezTo>
                  <a:pt x="1601" y="5196"/>
                  <a:pt x="1355" y="5441"/>
                  <a:pt x="1057" y="5441"/>
                </a:cubicBezTo>
                <a:cubicBezTo>
                  <a:pt x="747" y="5441"/>
                  <a:pt x="502" y="5196"/>
                  <a:pt x="502" y="4897"/>
                </a:cubicBezTo>
                <a:lnTo>
                  <a:pt x="502" y="3201"/>
                </a:lnTo>
                <a:close/>
                <a:moveTo>
                  <a:pt x="1057" y="1"/>
                </a:moveTo>
                <a:cubicBezTo>
                  <a:pt x="470" y="1"/>
                  <a:pt x="1" y="470"/>
                  <a:pt x="1" y="1046"/>
                </a:cubicBezTo>
                <a:lnTo>
                  <a:pt x="1" y="4897"/>
                </a:lnTo>
                <a:cubicBezTo>
                  <a:pt x="1" y="5473"/>
                  <a:pt x="470" y="5932"/>
                  <a:pt x="1046" y="5932"/>
                </a:cubicBezTo>
                <a:cubicBezTo>
                  <a:pt x="1622" y="5932"/>
                  <a:pt x="2081" y="5473"/>
                  <a:pt x="2081" y="4897"/>
                </a:cubicBezTo>
                <a:lnTo>
                  <a:pt x="2081" y="1046"/>
                </a:lnTo>
                <a:cubicBezTo>
                  <a:pt x="2102" y="470"/>
                  <a:pt x="1633" y="1"/>
                  <a:pt x="10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7"/>
          <p:cNvSpPr/>
          <p:nvPr/>
        </p:nvSpPr>
        <p:spPr>
          <a:xfrm>
            <a:off x="1527642" y="2294049"/>
            <a:ext cx="338741" cy="245376"/>
          </a:xfrm>
          <a:custGeom>
            <a:rect b="b" l="l" r="r" t="t"/>
            <a:pathLst>
              <a:path extrusionOk="0" h="6113" w="8439">
                <a:moveTo>
                  <a:pt x="5942" y="533"/>
                </a:moveTo>
                <a:cubicBezTo>
                  <a:pt x="6379" y="533"/>
                  <a:pt x="6774" y="715"/>
                  <a:pt x="7084" y="1003"/>
                </a:cubicBezTo>
                <a:cubicBezTo>
                  <a:pt x="7393" y="1302"/>
                  <a:pt x="7553" y="1696"/>
                  <a:pt x="7553" y="2123"/>
                </a:cubicBezTo>
                <a:cubicBezTo>
                  <a:pt x="7553" y="2496"/>
                  <a:pt x="7361" y="2923"/>
                  <a:pt x="7009" y="3382"/>
                </a:cubicBezTo>
                <a:lnTo>
                  <a:pt x="5814" y="3382"/>
                </a:lnTo>
                <a:lnTo>
                  <a:pt x="5121" y="2390"/>
                </a:lnTo>
                <a:cubicBezTo>
                  <a:pt x="5089" y="2336"/>
                  <a:pt x="5014" y="2294"/>
                  <a:pt x="4939" y="2283"/>
                </a:cubicBezTo>
                <a:cubicBezTo>
                  <a:pt x="4854" y="2283"/>
                  <a:pt x="4790" y="2315"/>
                  <a:pt x="4737" y="2368"/>
                </a:cubicBezTo>
                <a:lnTo>
                  <a:pt x="3862" y="3275"/>
                </a:lnTo>
                <a:lnTo>
                  <a:pt x="3030" y="2379"/>
                </a:lnTo>
                <a:cubicBezTo>
                  <a:pt x="2987" y="2326"/>
                  <a:pt x="2923" y="2294"/>
                  <a:pt x="2859" y="2294"/>
                </a:cubicBezTo>
                <a:cubicBezTo>
                  <a:pt x="2795" y="2294"/>
                  <a:pt x="2721" y="2326"/>
                  <a:pt x="2689" y="2368"/>
                </a:cubicBezTo>
                <a:lnTo>
                  <a:pt x="2080" y="2923"/>
                </a:lnTo>
                <a:lnTo>
                  <a:pt x="1056" y="2923"/>
                </a:lnTo>
                <a:cubicBezTo>
                  <a:pt x="907" y="2635"/>
                  <a:pt x="832" y="2368"/>
                  <a:pt x="832" y="2123"/>
                </a:cubicBezTo>
                <a:cubicBezTo>
                  <a:pt x="832" y="1696"/>
                  <a:pt x="1003" y="1302"/>
                  <a:pt x="1312" y="1003"/>
                </a:cubicBezTo>
                <a:cubicBezTo>
                  <a:pt x="1622" y="715"/>
                  <a:pt x="2016" y="533"/>
                  <a:pt x="2443" y="533"/>
                </a:cubicBezTo>
                <a:cubicBezTo>
                  <a:pt x="3126" y="533"/>
                  <a:pt x="3734" y="960"/>
                  <a:pt x="3969" y="1590"/>
                </a:cubicBezTo>
                <a:cubicBezTo>
                  <a:pt x="4001" y="1686"/>
                  <a:pt x="4097" y="1750"/>
                  <a:pt x="4193" y="1750"/>
                </a:cubicBezTo>
                <a:cubicBezTo>
                  <a:pt x="4299" y="1750"/>
                  <a:pt x="4395" y="1686"/>
                  <a:pt x="4417" y="1590"/>
                </a:cubicBezTo>
                <a:cubicBezTo>
                  <a:pt x="4641" y="960"/>
                  <a:pt x="5259" y="533"/>
                  <a:pt x="5942" y="533"/>
                </a:cubicBezTo>
                <a:close/>
                <a:moveTo>
                  <a:pt x="2859" y="2870"/>
                </a:moveTo>
                <a:lnTo>
                  <a:pt x="3681" y="3776"/>
                </a:lnTo>
                <a:cubicBezTo>
                  <a:pt x="3723" y="3830"/>
                  <a:pt x="3787" y="3862"/>
                  <a:pt x="3862" y="3862"/>
                </a:cubicBezTo>
                <a:cubicBezTo>
                  <a:pt x="3926" y="3862"/>
                  <a:pt x="3990" y="3830"/>
                  <a:pt x="4043" y="3776"/>
                </a:cubicBezTo>
                <a:lnTo>
                  <a:pt x="4897" y="2902"/>
                </a:lnTo>
                <a:lnTo>
                  <a:pt x="5494" y="3755"/>
                </a:lnTo>
                <a:cubicBezTo>
                  <a:pt x="5537" y="3819"/>
                  <a:pt x="5622" y="3862"/>
                  <a:pt x="5697" y="3862"/>
                </a:cubicBezTo>
                <a:lnTo>
                  <a:pt x="6582" y="3862"/>
                </a:lnTo>
                <a:cubicBezTo>
                  <a:pt x="6369" y="4075"/>
                  <a:pt x="6123" y="4267"/>
                  <a:pt x="5857" y="4480"/>
                </a:cubicBezTo>
                <a:cubicBezTo>
                  <a:pt x="5163" y="5014"/>
                  <a:pt x="4470" y="5419"/>
                  <a:pt x="4203" y="5579"/>
                </a:cubicBezTo>
                <a:cubicBezTo>
                  <a:pt x="3937" y="5430"/>
                  <a:pt x="3233" y="5035"/>
                  <a:pt x="2539" y="4480"/>
                </a:cubicBezTo>
                <a:cubicBezTo>
                  <a:pt x="2059" y="4107"/>
                  <a:pt x="1675" y="3755"/>
                  <a:pt x="1387" y="3403"/>
                </a:cubicBezTo>
                <a:lnTo>
                  <a:pt x="2187" y="3403"/>
                </a:lnTo>
                <a:cubicBezTo>
                  <a:pt x="2262" y="3403"/>
                  <a:pt x="2315" y="3382"/>
                  <a:pt x="2368" y="3339"/>
                </a:cubicBezTo>
                <a:lnTo>
                  <a:pt x="2859" y="2870"/>
                </a:lnTo>
                <a:close/>
                <a:moveTo>
                  <a:pt x="2464" y="0"/>
                </a:moveTo>
                <a:cubicBezTo>
                  <a:pt x="1910" y="0"/>
                  <a:pt x="1376" y="213"/>
                  <a:pt x="971" y="619"/>
                </a:cubicBezTo>
                <a:cubicBezTo>
                  <a:pt x="576" y="1014"/>
                  <a:pt x="363" y="1536"/>
                  <a:pt x="363" y="2112"/>
                </a:cubicBezTo>
                <a:cubicBezTo>
                  <a:pt x="363" y="2379"/>
                  <a:pt x="534" y="2923"/>
                  <a:pt x="534" y="2923"/>
                </a:cubicBezTo>
                <a:lnTo>
                  <a:pt x="267" y="2923"/>
                </a:lnTo>
                <a:cubicBezTo>
                  <a:pt x="150" y="2923"/>
                  <a:pt x="32" y="3019"/>
                  <a:pt x="11" y="3136"/>
                </a:cubicBezTo>
                <a:cubicBezTo>
                  <a:pt x="0" y="3286"/>
                  <a:pt x="107" y="3414"/>
                  <a:pt x="256" y="3414"/>
                </a:cubicBezTo>
                <a:lnTo>
                  <a:pt x="800" y="3414"/>
                </a:lnTo>
                <a:cubicBezTo>
                  <a:pt x="1120" y="3883"/>
                  <a:pt x="1600" y="4374"/>
                  <a:pt x="2251" y="4886"/>
                </a:cubicBezTo>
                <a:cubicBezTo>
                  <a:pt x="3158" y="5590"/>
                  <a:pt x="4065" y="6059"/>
                  <a:pt x="4107" y="6081"/>
                </a:cubicBezTo>
                <a:cubicBezTo>
                  <a:pt x="4150" y="6102"/>
                  <a:pt x="4193" y="6113"/>
                  <a:pt x="4225" y="6113"/>
                </a:cubicBezTo>
                <a:cubicBezTo>
                  <a:pt x="4267" y="6113"/>
                  <a:pt x="4310" y="6102"/>
                  <a:pt x="4353" y="6081"/>
                </a:cubicBezTo>
                <a:cubicBezTo>
                  <a:pt x="4385" y="6070"/>
                  <a:pt x="5281" y="5590"/>
                  <a:pt x="6187" y="4886"/>
                </a:cubicBezTo>
                <a:cubicBezTo>
                  <a:pt x="6625" y="4534"/>
                  <a:pt x="6998" y="4203"/>
                  <a:pt x="7286" y="3872"/>
                </a:cubicBezTo>
                <a:lnTo>
                  <a:pt x="8193" y="3872"/>
                </a:lnTo>
                <a:cubicBezTo>
                  <a:pt x="8310" y="3872"/>
                  <a:pt x="8428" y="3776"/>
                  <a:pt x="8438" y="3659"/>
                </a:cubicBezTo>
                <a:cubicBezTo>
                  <a:pt x="8417" y="3499"/>
                  <a:pt x="8310" y="3382"/>
                  <a:pt x="8161" y="3382"/>
                </a:cubicBezTo>
                <a:lnTo>
                  <a:pt x="7628" y="3382"/>
                </a:lnTo>
                <a:cubicBezTo>
                  <a:pt x="7628" y="3382"/>
                  <a:pt x="8054" y="2507"/>
                  <a:pt x="8076" y="2112"/>
                </a:cubicBezTo>
                <a:cubicBezTo>
                  <a:pt x="8076" y="1547"/>
                  <a:pt x="7862" y="1035"/>
                  <a:pt x="7457" y="630"/>
                </a:cubicBezTo>
                <a:cubicBezTo>
                  <a:pt x="7062" y="235"/>
                  <a:pt x="6529" y="0"/>
                  <a:pt x="5963" y="0"/>
                </a:cubicBezTo>
                <a:cubicBezTo>
                  <a:pt x="5238" y="0"/>
                  <a:pt x="4587" y="363"/>
                  <a:pt x="4214" y="939"/>
                </a:cubicBezTo>
                <a:cubicBezTo>
                  <a:pt x="3830" y="363"/>
                  <a:pt x="3179" y="0"/>
                  <a:pt x="24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7"/>
          <p:cNvSpPr/>
          <p:nvPr/>
        </p:nvSpPr>
        <p:spPr>
          <a:xfrm>
            <a:off x="2151476" y="2247167"/>
            <a:ext cx="347733" cy="338059"/>
          </a:xfrm>
          <a:custGeom>
            <a:rect b="b" l="l" r="r" t="t"/>
            <a:pathLst>
              <a:path extrusionOk="0" h="8422" w="8663">
                <a:moveTo>
                  <a:pt x="5772" y="517"/>
                </a:moveTo>
                <a:lnTo>
                  <a:pt x="8097" y="2854"/>
                </a:lnTo>
                <a:lnTo>
                  <a:pt x="6860" y="4091"/>
                </a:lnTo>
                <a:lnTo>
                  <a:pt x="4535" y="1755"/>
                </a:lnTo>
                <a:lnTo>
                  <a:pt x="5772" y="517"/>
                </a:lnTo>
                <a:close/>
                <a:moveTo>
                  <a:pt x="4182" y="2107"/>
                </a:moveTo>
                <a:lnTo>
                  <a:pt x="6519" y="4443"/>
                </a:lnTo>
                <a:lnTo>
                  <a:pt x="6103" y="4848"/>
                </a:lnTo>
                <a:lnTo>
                  <a:pt x="5367" y="4123"/>
                </a:lnTo>
                <a:cubicBezTo>
                  <a:pt x="5319" y="4075"/>
                  <a:pt x="5255" y="4051"/>
                  <a:pt x="5192" y="4051"/>
                </a:cubicBezTo>
                <a:cubicBezTo>
                  <a:pt x="5129" y="4051"/>
                  <a:pt x="5068" y="4075"/>
                  <a:pt x="5025" y="4123"/>
                </a:cubicBezTo>
                <a:cubicBezTo>
                  <a:pt x="4929" y="4208"/>
                  <a:pt x="4929" y="4368"/>
                  <a:pt x="5025" y="4464"/>
                </a:cubicBezTo>
                <a:lnTo>
                  <a:pt x="5761" y="5200"/>
                </a:lnTo>
                <a:lnTo>
                  <a:pt x="5345" y="5616"/>
                </a:lnTo>
                <a:lnTo>
                  <a:pt x="4609" y="4880"/>
                </a:lnTo>
                <a:cubicBezTo>
                  <a:pt x="4561" y="4832"/>
                  <a:pt x="4497" y="4808"/>
                  <a:pt x="4435" y="4808"/>
                </a:cubicBezTo>
                <a:cubicBezTo>
                  <a:pt x="4372" y="4808"/>
                  <a:pt x="4310" y="4832"/>
                  <a:pt x="4268" y="4880"/>
                </a:cubicBezTo>
                <a:cubicBezTo>
                  <a:pt x="4172" y="4976"/>
                  <a:pt x="4172" y="5136"/>
                  <a:pt x="4268" y="5222"/>
                </a:cubicBezTo>
                <a:lnTo>
                  <a:pt x="4993" y="5958"/>
                </a:lnTo>
                <a:lnTo>
                  <a:pt x="4588" y="6374"/>
                </a:lnTo>
                <a:lnTo>
                  <a:pt x="3852" y="5638"/>
                </a:lnTo>
                <a:cubicBezTo>
                  <a:pt x="3804" y="5590"/>
                  <a:pt x="3740" y="5566"/>
                  <a:pt x="3676" y="5566"/>
                </a:cubicBezTo>
                <a:cubicBezTo>
                  <a:pt x="3612" y="5566"/>
                  <a:pt x="3548" y="5590"/>
                  <a:pt x="3500" y="5638"/>
                </a:cubicBezTo>
                <a:cubicBezTo>
                  <a:pt x="3414" y="5734"/>
                  <a:pt x="3414" y="5894"/>
                  <a:pt x="3500" y="5990"/>
                </a:cubicBezTo>
                <a:lnTo>
                  <a:pt x="4236" y="6715"/>
                </a:lnTo>
                <a:lnTo>
                  <a:pt x="3820" y="7131"/>
                </a:lnTo>
                <a:lnTo>
                  <a:pt x="3094" y="6395"/>
                </a:lnTo>
                <a:cubicBezTo>
                  <a:pt x="3046" y="6353"/>
                  <a:pt x="2982" y="6331"/>
                  <a:pt x="2918" y="6331"/>
                </a:cubicBezTo>
                <a:cubicBezTo>
                  <a:pt x="2854" y="6331"/>
                  <a:pt x="2790" y="6353"/>
                  <a:pt x="2742" y="6395"/>
                </a:cubicBezTo>
                <a:cubicBezTo>
                  <a:pt x="2646" y="6491"/>
                  <a:pt x="2646" y="6651"/>
                  <a:pt x="2742" y="6747"/>
                </a:cubicBezTo>
                <a:lnTo>
                  <a:pt x="3468" y="7462"/>
                </a:lnTo>
                <a:cubicBezTo>
                  <a:pt x="3148" y="7761"/>
                  <a:pt x="2742" y="7910"/>
                  <a:pt x="2348" y="7910"/>
                </a:cubicBezTo>
                <a:cubicBezTo>
                  <a:pt x="2322" y="7911"/>
                  <a:pt x="2297" y="7912"/>
                  <a:pt x="2272" y="7912"/>
                </a:cubicBezTo>
                <a:cubicBezTo>
                  <a:pt x="1872" y="7912"/>
                  <a:pt x="1485" y="7752"/>
                  <a:pt x="1164" y="7451"/>
                </a:cubicBezTo>
                <a:cubicBezTo>
                  <a:pt x="534" y="6811"/>
                  <a:pt x="534" y="5755"/>
                  <a:pt x="1164" y="5115"/>
                </a:cubicBezTo>
                <a:lnTo>
                  <a:pt x="4182" y="2107"/>
                </a:lnTo>
                <a:close/>
                <a:moveTo>
                  <a:pt x="5784" y="0"/>
                </a:moveTo>
                <a:cubicBezTo>
                  <a:pt x="5665" y="0"/>
                  <a:pt x="5548" y="48"/>
                  <a:pt x="5463" y="144"/>
                </a:cubicBezTo>
                <a:lnTo>
                  <a:pt x="833" y="4774"/>
                </a:lnTo>
                <a:cubicBezTo>
                  <a:pt x="1" y="5616"/>
                  <a:pt x="1" y="6971"/>
                  <a:pt x="833" y="7803"/>
                </a:cubicBezTo>
                <a:cubicBezTo>
                  <a:pt x="1249" y="8209"/>
                  <a:pt x="1804" y="8422"/>
                  <a:pt x="2358" y="8422"/>
                </a:cubicBezTo>
                <a:cubicBezTo>
                  <a:pt x="2902" y="8422"/>
                  <a:pt x="3446" y="8209"/>
                  <a:pt x="3873" y="7803"/>
                </a:cubicBezTo>
                <a:lnTo>
                  <a:pt x="8503" y="3174"/>
                </a:lnTo>
                <a:cubicBezTo>
                  <a:pt x="8663" y="2982"/>
                  <a:pt x="8663" y="2694"/>
                  <a:pt x="8492" y="2523"/>
                </a:cubicBezTo>
                <a:lnTo>
                  <a:pt x="6113" y="144"/>
                </a:lnTo>
                <a:cubicBezTo>
                  <a:pt x="6023" y="48"/>
                  <a:pt x="5903" y="0"/>
                  <a:pt x="57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7"/>
          <p:cNvSpPr/>
          <p:nvPr/>
        </p:nvSpPr>
        <p:spPr>
          <a:xfrm>
            <a:off x="2849847" y="2247809"/>
            <a:ext cx="232130" cy="337015"/>
          </a:xfrm>
          <a:custGeom>
            <a:rect b="b" l="l" r="r" t="t"/>
            <a:pathLst>
              <a:path extrusionOk="0" h="8396" w="5783">
                <a:moveTo>
                  <a:pt x="2849" y="501"/>
                </a:moveTo>
                <a:cubicBezTo>
                  <a:pt x="3009" y="501"/>
                  <a:pt x="3126" y="619"/>
                  <a:pt x="3126" y="757"/>
                </a:cubicBezTo>
                <a:lnTo>
                  <a:pt x="3126" y="3254"/>
                </a:lnTo>
                <a:cubicBezTo>
                  <a:pt x="3126" y="3382"/>
                  <a:pt x="3233" y="3488"/>
                  <a:pt x="3371" y="3488"/>
                </a:cubicBezTo>
                <a:cubicBezTo>
                  <a:pt x="3499" y="3488"/>
                  <a:pt x="3606" y="3382"/>
                  <a:pt x="3606" y="3254"/>
                </a:cubicBezTo>
                <a:lnTo>
                  <a:pt x="3606" y="1248"/>
                </a:lnTo>
                <a:cubicBezTo>
                  <a:pt x="3606" y="1099"/>
                  <a:pt x="3734" y="992"/>
                  <a:pt x="3894" y="992"/>
                </a:cubicBezTo>
                <a:cubicBezTo>
                  <a:pt x="4054" y="992"/>
                  <a:pt x="4171" y="1120"/>
                  <a:pt x="4171" y="1248"/>
                </a:cubicBezTo>
                <a:lnTo>
                  <a:pt x="4171" y="4395"/>
                </a:lnTo>
                <a:cubicBezTo>
                  <a:pt x="4171" y="4534"/>
                  <a:pt x="4278" y="4640"/>
                  <a:pt x="4406" y="4640"/>
                </a:cubicBezTo>
                <a:lnTo>
                  <a:pt x="4428" y="4640"/>
                </a:lnTo>
                <a:cubicBezTo>
                  <a:pt x="4556" y="4640"/>
                  <a:pt x="4662" y="4534"/>
                  <a:pt x="4662" y="4395"/>
                </a:cubicBezTo>
                <a:lnTo>
                  <a:pt x="4662" y="2944"/>
                </a:lnTo>
                <a:cubicBezTo>
                  <a:pt x="4662" y="2795"/>
                  <a:pt x="4780" y="2688"/>
                  <a:pt x="4940" y="2688"/>
                </a:cubicBezTo>
                <a:cubicBezTo>
                  <a:pt x="5100" y="2688"/>
                  <a:pt x="5228" y="2806"/>
                  <a:pt x="5228" y="2944"/>
                </a:cubicBezTo>
                <a:cubicBezTo>
                  <a:pt x="5281" y="3392"/>
                  <a:pt x="5281" y="4288"/>
                  <a:pt x="5281" y="4331"/>
                </a:cubicBezTo>
                <a:lnTo>
                  <a:pt x="5281" y="5451"/>
                </a:lnTo>
                <a:cubicBezTo>
                  <a:pt x="5281" y="6102"/>
                  <a:pt x="5025" y="6731"/>
                  <a:pt x="4577" y="7201"/>
                </a:cubicBezTo>
                <a:cubicBezTo>
                  <a:pt x="4118" y="7659"/>
                  <a:pt x="3521" y="7915"/>
                  <a:pt x="2881" y="7915"/>
                </a:cubicBezTo>
                <a:cubicBezTo>
                  <a:pt x="2241" y="7915"/>
                  <a:pt x="1643" y="7659"/>
                  <a:pt x="1185" y="7201"/>
                </a:cubicBezTo>
                <a:cubicBezTo>
                  <a:pt x="737" y="6731"/>
                  <a:pt x="481" y="6102"/>
                  <a:pt x="481" y="5451"/>
                </a:cubicBezTo>
                <a:lnTo>
                  <a:pt x="470" y="2091"/>
                </a:lnTo>
                <a:cubicBezTo>
                  <a:pt x="470" y="1942"/>
                  <a:pt x="598" y="1824"/>
                  <a:pt x="747" y="1824"/>
                </a:cubicBezTo>
                <a:cubicBezTo>
                  <a:pt x="907" y="1824"/>
                  <a:pt x="1025" y="1942"/>
                  <a:pt x="1025" y="2091"/>
                </a:cubicBezTo>
                <a:lnTo>
                  <a:pt x="1025" y="3744"/>
                </a:lnTo>
                <a:cubicBezTo>
                  <a:pt x="1025" y="3851"/>
                  <a:pt x="1089" y="3958"/>
                  <a:pt x="1195" y="3979"/>
                </a:cubicBezTo>
                <a:cubicBezTo>
                  <a:pt x="1222" y="3987"/>
                  <a:pt x="1249" y="3991"/>
                  <a:pt x="1275" y="3991"/>
                </a:cubicBezTo>
                <a:cubicBezTo>
                  <a:pt x="1415" y="3991"/>
                  <a:pt x="1537" y="3879"/>
                  <a:pt x="1537" y="3744"/>
                </a:cubicBezTo>
                <a:lnTo>
                  <a:pt x="1537" y="1088"/>
                </a:lnTo>
                <a:cubicBezTo>
                  <a:pt x="1537" y="939"/>
                  <a:pt x="1654" y="832"/>
                  <a:pt x="1814" y="832"/>
                </a:cubicBezTo>
                <a:cubicBezTo>
                  <a:pt x="1974" y="832"/>
                  <a:pt x="2091" y="960"/>
                  <a:pt x="2091" y="1088"/>
                </a:cubicBezTo>
                <a:lnTo>
                  <a:pt x="2091" y="3254"/>
                </a:lnTo>
                <a:cubicBezTo>
                  <a:pt x="2091" y="3382"/>
                  <a:pt x="2198" y="3488"/>
                  <a:pt x="2326" y="3488"/>
                </a:cubicBezTo>
                <a:cubicBezTo>
                  <a:pt x="2465" y="3488"/>
                  <a:pt x="2571" y="3382"/>
                  <a:pt x="2571" y="3254"/>
                </a:cubicBezTo>
                <a:lnTo>
                  <a:pt x="2571" y="757"/>
                </a:lnTo>
                <a:cubicBezTo>
                  <a:pt x="2571" y="608"/>
                  <a:pt x="2689" y="501"/>
                  <a:pt x="2849" y="501"/>
                </a:cubicBezTo>
                <a:close/>
                <a:moveTo>
                  <a:pt x="2881" y="0"/>
                </a:moveTo>
                <a:cubicBezTo>
                  <a:pt x="2571" y="0"/>
                  <a:pt x="2305" y="171"/>
                  <a:pt x="2187" y="427"/>
                </a:cubicBezTo>
                <a:cubicBezTo>
                  <a:pt x="2081" y="373"/>
                  <a:pt x="1963" y="331"/>
                  <a:pt x="1825" y="331"/>
                </a:cubicBezTo>
                <a:cubicBezTo>
                  <a:pt x="1398" y="331"/>
                  <a:pt x="1057" y="661"/>
                  <a:pt x="1057" y="1077"/>
                </a:cubicBezTo>
                <a:lnTo>
                  <a:pt x="1057" y="1365"/>
                </a:lnTo>
                <a:cubicBezTo>
                  <a:pt x="961" y="1344"/>
                  <a:pt x="865" y="1312"/>
                  <a:pt x="769" y="1312"/>
                </a:cubicBezTo>
                <a:cubicBezTo>
                  <a:pt x="342" y="1312"/>
                  <a:pt x="0" y="1653"/>
                  <a:pt x="0" y="2059"/>
                </a:cubicBezTo>
                <a:lnTo>
                  <a:pt x="0" y="5440"/>
                </a:lnTo>
                <a:cubicBezTo>
                  <a:pt x="0" y="6219"/>
                  <a:pt x="310" y="6966"/>
                  <a:pt x="854" y="7531"/>
                </a:cubicBezTo>
                <a:cubicBezTo>
                  <a:pt x="1398" y="8086"/>
                  <a:pt x="2134" y="8395"/>
                  <a:pt x="2891" y="8395"/>
                </a:cubicBezTo>
                <a:cubicBezTo>
                  <a:pt x="3649" y="8395"/>
                  <a:pt x="4385" y="8086"/>
                  <a:pt x="4929" y="7531"/>
                </a:cubicBezTo>
                <a:cubicBezTo>
                  <a:pt x="5484" y="6966"/>
                  <a:pt x="5782" y="6219"/>
                  <a:pt x="5782" y="5440"/>
                </a:cubicBezTo>
                <a:lnTo>
                  <a:pt x="5782" y="4320"/>
                </a:lnTo>
                <a:lnTo>
                  <a:pt x="5772" y="4320"/>
                </a:lnTo>
                <a:cubicBezTo>
                  <a:pt x="5761" y="4288"/>
                  <a:pt x="5761" y="4064"/>
                  <a:pt x="5761" y="2934"/>
                </a:cubicBezTo>
                <a:cubicBezTo>
                  <a:pt x="5761" y="2518"/>
                  <a:pt x="5409" y="2187"/>
                  <a:pt x="4982" y="2187"/>
                </a:cubicBezTo>
                <a:cubicBezTo>
                  <a:pt x="4876" y="2187"/>
                  <a:pt x="4790" y="2198"/>
                  <a:pt x="4705" y="2240"/>
                </a:cubicBezTo>
                <a:lnTo>
                  <a:pt x="4705" y="1248"/>
                </a:lnTo>
                <a:cubicBezTo>
                  <a:pt x="4705" y="832"/>
                  <a:pt x="4364" y="501"/>
                  <a:pt x="3937" y="501"/>
                </a:cubicBezTo>
                <a:cubicBezTo>
                  <a:pt x="3830" y="501"/>
                  <a:pt x="3723" y="533"/>
                  <a:pt x="3627" y="565"/>
                </a:cubicBezTo>
                <a:cubicBezTo>
                  <a:pt x="3542" y="245"/>
                  <a:pt x="3243" y="0"/>
                  <a:pt x="28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7"/>
          <p:cNvSpPr/>
          <p:nvPr/>
        </p:nvSpPr>
        <p:spPr>
          <a:xfrm>
            <a:off x="3458268" y="2247809"/>
            <a:ext cx="337899" cy="337417"/>
          </a:xfrm>
          <a:custGeom>
            <a:rect b="b" l="l" r="r" t="t"/>
            <a:pathLst>
              <a:path extrusionOk="0" h="8406" w="8418">
                <a:moveTo>
                  <a:pt x="2220" y="501"/>
                </a:moveTo>
                <a:lnTo>
                  <a:pt x="2444" y="725"/>
                </a:lnTo>
                <a:lnTo>
                  <a:pt x="2124" y="1045"/>
                </a:lnTo>
                <a:lnTo>
                  <a:pt x="1889" y="821"/>
                </a:lnTo>
                <a:lnTo>
                  <a:pt x="2220" y="501"/>
                </a:lnTo>
                <a:close/>
                <a:moveTo>
                  <a:pt x="2967" y="907"/>
                </a:moveTo>
                <a:lnTo>
                  <a:pt x="5047" y="3008"/>
                </a:lnTo>
                <a:lnTo>
                  <a:pt x="4375" y="3691"/>
                </a:lnTo>
                <a:lnTo>
                  <a:pt x="2295" y="1579"/>
                </a:lnTo>
                <a:lnTo>
                  <a:pt x="2967" y="907"/>
                </a:lnTo>
                <a:close/>
                <a:moveTo>
                  <a:pt x="2913" y="2902"/>
                </a:moveTo>
                <a:lnTo>
                  <a:pt x="3265" y="3264"/>
                </a:lnTo>
                <a:cubicBezTo>
                  <a:pt x="2892" y="3520"/>
                  <a:pt x="2625" y="3936"/>
                  <a:pt x="2540" y="4406"/>
                </a:cubicBezTo>
                <a:cubicBezTo>
                  <a:pt x="2487" y="4395"/>
                  <a:pt x="2444" y="4395"/>
                  <a:pt x="2391" y="4395"/>
                </a:cubicBezTo>
                <a:cubicBezTo>
                  <a:pt x="2252" y="4395"/>
                  <a:pt x="2134" y="4416"/>
                  <a:pt x="2017" y="4459"/>
                </a:cubicBezTo>
                <a:cubicBezTo>
                  <a:pt x="2038" y="4139"/>
                  <a:pt x="2134" y="3840"/>
                  <a:pt x="2295" y="3574"/>
                </a:cubicBezTo>
                <a:cubicBezTo>
                  <a:pt x="2465" y="3318"/>
                  <a:pt x="2668" y="3094"/>
                  <a:pt x="2913" y="2902"/>
                </a:cubicBezTo>
                <a:close/>
                <a:moveTo>
                  <a:pt x="2401" y="4907"/>
                </a:moveTo>
                <a:cubicBezTo>
                  <a:pt x="2668" y="4907"/>
                  <a:pt x="2881" y="5131"/>
                  <a:pt x="2881" y="5398"/>
                </a:cubicBezTo>
                <a:cubicBezTo>
                  <a:pt x="2881" y="5675"/>
                  <a:pt x="2668" y="5888"/>
                  <a:pt x="2401" y="5888"/>
                </a:cubicBezTo>
                <a:cubicBezTo>
                  <a:pt x="2134" y="5888"/>
                  <a:pt x="1921" y="5664"/>
                  <a:pt x="1921" y="5398"/>
                </a:cubicBezTo>
                <a:cubicBezTo>
                  <a:pt x="1910" y="5131"/>
                  <a:pt x="2134" y="4907"/>
                  <a:pt x="2401" y="4907"/>
                </a:cubicBezTo>
                <a:close/>
                <a:moveTo>
                  <a:pt x="6252" y="5398"/>
                </a:moveTo>
                <a:cubicBezTo>
                  <a:pt x="6124" y="5771"/>
                  <a:pt x="5900" y="6112"/>
                  <a:pt x="5591" y="6379"/>
                </a:cubicBezTo>
                <a:cubicBezTo>
                  <a:pt x="5207" y="6721"/>
                  <a:pt x="4705" y="6902"/>
                  <a:pt x="4204" y="6902"/>
                </a:cubicBezTo>
                <a:cubicBezTo>
                  <a:pt x="3692" y="6902"/>
                  <a:pt x="3148" y="6689"/>
                  <a:pt x="2753" y="6326"/>
                </a:cubicBezTo>
                <a:cubicBezTo>
                  <a:pt x="2913" y="6262"/>
                  <a:pt x="3052" y="6155"/>
                  <a:pt x="3180" y="6027"/>
                </a:cubicBezTo>
                <a:cubicBezTo>
                  <a:pt x="3457" y="6262"/>
                  <a:pt x="3831" y="6401"/>
                  <a:pt x="4193" y="6401"/>
                </a:cubicBezTo>
                <a:cubicBezTo>
                  <a:pt x="4855" y="6401"/>
                  <a:pt x="5441" y="6006"/>
                  <a:pt x="5719" y="5398"/>
                </a:cubicBezTo>
                <a:close/>
                <a:moveTo>
                  <a:pt x="7671" y="7403"/>
                </a:moveTo>
                <a:cubicBezTo>
                  <a:pt x="7799" y="7403"/>
                  <a:pt x="7906" y="7521"/>
                  <a:pt x="7906" y="7649"/>
                </a:cubicBezTo>
                <a:lnTo>
                  <a:pt x="7906" y="7670"/>
                </a:lnTo>
                <a:cubicBezTo>
                  <a:pt x="7906" y="7809"/>
                  <a:pt x="7799" y="7915"/>
                  <a:pt x="7671" y="7915"/>
                </a:cubicBezTo>
                <a:lnTo>
                  <a:pt x="726" y="7915"/>
                </a:lnTo>
                <a:cubicBezTo>
                  <a:pt x="588" y="7915"/>
                  <a:pt x="481" y="7809"/>
                  <a:pt x="481" y="7670"/>
                </a:cubicBezTo>
                <a:lnTo>
                  <a:pt x="481" y="7649"/>
                </a:lnTo>
                <a:cubicBezTo>
                  <a:pt x="481" y="7521"/>
                  <a:pt x="588" y="7403"/>
                  <a:pt x="726" y="7403"/>
                </a:cubicBezTo>
                <a:close/>
                <a:moveTo>
                  <a:pt x="2220" y="0"/>
                </a:moveTo>
                <a:cubicBezTo>
                  <a:pt x="2092" y="0"/>
                  <a:pt x="1985" y="53"/>
                  <a:pt x="1900" y="128"/>
                </a:cubicBezTo>
                <a:lnTo>
                  <a:pt x="1505" y="512"/>
                </a:lnTo>
                <a:cubicBezTo>
                  <a:pt x="1334" y="693"/>
                  <a:pt x="1334" y="971"/>
                  <a:pt x="1505" y="1141"/>
                </a:cubicBezTo>
                <a:lnTo>
                  <a:pt x="1804" y="1440"/>
                </a:lnTo>
                <a:cubicBezTo>
                  <a:pt x="1750" y="1600"/>
                  <a:pt x="1793" y="1771"/>
                  <a:pt x="1910" y="1899"/>
                </a:cubicBezTo>
                <a:lnTo>
                  <a:pt x="2561" y="2571"/>
                </a:lnTo>
                <a:cubicBezTo>
                  <a:pt x="2284" y="2784"/>
                  <a:pt x="2060" y="3051"/>
                  <a:pt x="1878" y="3360"/>
                </a:cubicBezTo>
                <a:cubicBezTo>
                  <a:pt x="1654" y="3766"/>
                  <a:pt x="1526" y="4235"/>
                  <a:pt x="1526" y="4704"/>
                </a:cubicBezTo>
                <a:cubicBezTo>
                  <a:pt x="1526" y="4779"/>
                  <a:pt x="1526" y="4864"/>
                  <a:pt x="1537" y="4939"/>
                </a:cubicBezTo>
                <a:cubicBezTo>
                  <a:pt x="1452" y="5088"/>
                  <a:pt x="1409" y="5248"/>
                  <a:pt x="1409" y="5408"/>
                </a:cubicBezTo>
                <a:cubicBezTo>
                  <a:pt x="1409" y="5835"/>
                  <a:pt x="1676" y="6198"/>
                  <a:pt x="2060" y="6347"/>
                </a:cubicBezTo>
                <a:cubicBezTo>
                  <a:pt x="2231" y="6571"/>
                  <a:pt x="2444" y="6753"/>
                  <a:pt x="2679" y="6913"/>
                </a:cubicBezTo>
                <a:lnTo>
                  <a:pt x="737" y="6913"/>
                </a:lnTo>
                <a:cubicBezTo>
                  <a:pt x="321" y="6913"/>
                  <a:pt x="1" y="7254"/>
                  <a:pt x="1" y="7649"/>
                </a:cubicBezTo>
                <a:lnTo>
                  <a:pt x="1" y="7670"/>
                </a:lnTo>
                <a:cubicBezTo>
                  <a:pt x="1" y="8086"/>
                  <a:pt x="332" y="8406"/>
                  <a:pt x="737" y="8406"/>
                </a:cubicBezTo>
                <a:lnTo>
                  <a:pt x="7682" y="8406"/>
                </a:lnTo>
                <a:cubicBezTo>
                  <a:pt x="8098" y="8406"/>
                  <a:pt x="8418" y="8075"/>
                  <a:pt x="8418" y="7670"/>
                </a:cubicBezTo>
                <a:lnTo>
                  <a:pt x="8418" y="7649"/>
                </a:lnTo>
                <a:cubicBezTo>
                  <a:pt x="8407" y="7233"/>
                  <a:pt x="8087" y="6913"/>
                  <a:pt x="7671" y="6913"/>
                </a:cubicBezTo>
                <a:lnTo>
                  <a:pt x="5697" y="6913"/>
                </a:lnTo>
                <a:cubicBezTo>
                  <a:pt x="5761" y="6859"/>
                  <a:pt x="5825" y="6827"/>
                  <a:pt x="5900" y="6763"/>
                </a:cubicBezTo>
                <a:cubicBezTo>
                  <a:pt x="6305" y="6411"/>
                  <a:pt x="6615" y="5931"/>
                  <a:pt x="6764" y="5408"/>
                </a:cubicBezTo>
                <a:lnTo>
                  <a:pt x="7052" y="5408"/>
                </a:lnTo>
                <a:cubicBezTo>
                  <a:pt x="7180" y="5408"/>
                  <a:pt x="7298" y="5312"/>
                  <a:pt x="7308" y="5195"/>
                </a:cubicBezTo>
                <a:cubicBezTo>
                  <a:pt x="7319" y="5046"/>
                  <a:pt x="7212" y="4918"/>
                  <a:pt x="7074" y="4918"/>
                </a:cubicBezTo>
                <a:lnTo>
                  <a:pt x="4801" y="4918"/>
                </a:lnTo>
                <a:cubicBezTo>
                  <a:pt x="4684" y="4918"/>
                  <a:pt x="4567" y="5003"/>
                  <a:pt x="4545" y="5131"/>
                </a:cubicBezTo>
                <a:cubicBezTo>
                  <a:pt x="4535" y="5270"/>
                  <a:pt x="4641" y="5408"/>
                  <a:pt x="4791" y="5408"/>
                </a:cubicBezTo>
                <a:lnTo>
                  <a:pt x="5153" y="5408"/>
                </a:lnTo>
                <a:cubicBezTo>
                  <a:pt x="4940" y="5718"/>
                  <a:pt x="4577" y="5920"/>
                  <a:pt x="4193" y="5920"/>
                </a:cubicBezTo>
                <a:cubicBezTo>
                  <a:pt x="3895" y="5920"/>
                  <a:pt x="3585" y="5782"/>
                  <a:pt x="3361" y="5568"/>
                </a:cubicBezTo>
                <a:cubicBezTo>
                  <a:pt x="3372" y="5515"/>
                  <a:pt x="3372" y="5462"/>
                  <a:pt x="3372" y="5419"/>
                </a:cubicBezTo>
                <a:cubicBezTo>
                  <a:pt x="3372" y="5120"/>
                  <a:pt x="3233" y="4832"/>
                  <a:pt x="3020" y="4651"/>
                </a:cubicBezTo>
                <a:cubicBezTo>
                  <a:pt x="3052" y="4235"/>
                  <a:pt x="3297" y="3851"/>
                  <a:pt x="3628" y="3648"/>
                </a:cubicBezTo>
                <a:lnTo>
                  <a:pt x="4023" y="4054"/>
                </a:lnTo>
                <a:lnTo>
                  <a:pt x="3948" y="4128"/>
                </a:lnTo>
                <a:cubicBezTo>
                  <a:pt x="3852" y="4224"/>
                  <a:pt x="3852" y="4384"/>
                  <a:pt x="3948" y="4470"/>
                </a:cubicBezTo>
                <a:cubicBezTo>
                  <a:pt x="4001" y="4534"/>
                  <a:pt x="4055" y="4544"/>
                  <a:pt x="4119" y="4544"/>
                </a:cubicBezTo>
                <a:cubicBezTo>
                  <a:pt x="4193" y="4544"/>
                  <a:pt x="4257" y="4512"/>
                  <a:pt x="4289" y="4459"/>
                </a:cubicBezTo>
                <a:lnTo>
                  <a:pt x="5548" y="3200"/>
                </a:lnTo>
                <a:lnTo>
                  <a:pt x="5559" y="3179"/>
                </a:lnTo>
                <a:lnTo>
                  <a:pt x="5569" y="3168"/>
                </a:lnTo>
                <a:lnTo>
                  <a:pt x="5804" y="2944"/>
                </a:lnTo>
                <a:cubicBezTo>
                  <a:pt x="5889" y="2848"/>
                  <a:pt x="5911" y="2699"/>
                  <a:pt x="5825" y="2614"/>
                </a:cubicBezTo>
                <a:cubicBezTo>
                  <a:pt x="5775" y="2547"/>
                  <a:pt x="5705" y="2515"/>
                  <a:pt x="5633" y="2515"/>
                </a:cubicBezTo>
                <a:cubicBezTo>
                  <a:pt x="5568" y="2515"/>
                  <a:pt x="5503" y="2541"/>
                  <a:pt x="5452" y="2592"/>
                </a:cubicBezTo>
                <a:lnTo>
                  <a:pt x="5388" y="2667"/>
                </a:lnTo>
                <a:lnTo>
                  <a:pt x="3287" y="533"/>
                </a:lnTo>
                <a:cubicBezTo>
                  <a:pt x="3201" y="448"/>
                  <a:pt x="3084" y="395"/>
                  <a:pt x="2956" y="395"/>
                </a:cubicBezTo>
                <a:lnTo>
                  <a:pt x="2945" y="395"/>
                </a:lnTo>
                <a:cubicBezTo>
                  <a:pt x="2892" y="395"/>
                  <a:pt x="2860" y="405"/>
                  <a:pt x="2807" y="427"/>
                </a:cubicBezTo>
                <a:lnTo>
                  <a:pt x="2519" y="128"/>
                </a:lnTo>
                <a:cubicBezTo>
                  <a:pt x="2444" y="53"/>
                  <a:pt x="2337" y="0"/>
                  <a:pt x="22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0" name="Google Shape;1530;p67"/>
          <p:cNvGrpSpPr/>
          <p:nvPr/>
        </p:nvGrpSpPr>
        <p:grpSpPr>
          <a:xfrm>
            <a:off x="4143353" y="2247809"/>
            <a:ext cx="251838" cy="337417"/>
            <a:chOff x="4143353" y="2247809"/>
            <a:chExt cx="251838" cy="337417"/>
          </a:xfrm>
        </p:grpSpPr>
        <p:sp>
          <p:nvSpPr>
            <p:cNvPr id="1531" name="Google Shape;1531;p67"/>
            <p:cNvSpPr/>
            <p:nvPr/>
          </p:nvSpPr>
          <p:spPr>
            <a:xfrm>
              <a:off x="4143353" y="2247809"/>
              <a:ext cx="251838" cy="337417"/>
            </a:xfrm>
            <a:custGeom>
              <a:rect b="b" l="l" r="r" t="t"/>
              <a:pathLst>
                <a:path extrusionOk="0" h="8406" w="6274">
                  <a:moveTo>
                    <a:pt x="3127" y="459"/>
                  </a:moveTo>
                  <a:cubicBezTo>
                    <a:pt x="4577" y="459"/>
                    <a:pt x="5761" y="1653"/>
                    <a:pt x="5761" y="3104"/>
                  </a:cubicBezTo>
                  <a:lnTo>
                    <a:pt x="5761" y="5888"/>
                  </a:lnTo>
                  <a:lnTo>
                    <a:pt x="5772" y="5888"/>
                  </a:lnTo>
                  <a:cubicBezTo>
                    <a:pt x="5772" y="6262"/>
                    <a:pt x="5484" y="6561"/>
                    <a:pt x="5111" y="6561"/>
                  </a:cubicBezTo>
                  <a:lnTo>
                    <a:pt x="5047" y="6561"/>
                  </a:lnTo>
                  <a:cubicBezTo>
                    <a:pt x="4908" y="6561"/>
                    <a:pt x="4801" y="6667"/>
                    <a:pt x="4801" y="6795"/>
                  </a:cubicBezTo>
                  <a:lnTo>
                    <a:pt x="4801" y="7233"/>
                  </a:lnTo>
                  <a:cubicBezTo>
                    <a:pt x="4801" y="7595"/>
                    <a:pt x="4513" y="7905"/>
                    <a:pt x="4140" y="7905"/>
                  </a:cubicBezTo>
                  <a:lnTo>
                    <a:pt x="3959" y="7905"/>
                  </a:lnTo>
                  <a:lnTo>
                    <a:pt x="3959" y="6795"/>
                  </a:lnTo>
                  <a:cubicBezTo>
                    <a:pt x="3959" y="6678"/>
                    <a:pt x="3884" y="6571"/>
                    <a:pt x="3767" y="6539"/>
                  </a:cubicBezTo>
                  <a:cubicBezTo>
                    <a:pt x="3754" y="6537"/>
                    <a:pt x="3741" y="6537"/>
                    <a:pt x="3729" y="6537"/>
                  </a:cubicBezTo>
                  <a:cubicBezTo>
                    <a:pt x="3585" y="6537"/>
                    <a:pt x="3468" y="6647"/>
                    <a:pt x="3468" y="6785"/>
                  </a:cubicBezTo>
                  <a:lnTo>
                    <a:pt x="3468" y="7894"/>
                  </a:lnTo>
                  <a:lnTo>
                    <a:pt x="2785" y="7894"/>
                  </a:lnTo>
                  <a:lnTo>
                    <a:pt x="2785" y="6785"/>
                  </a:lnTo>
                  <a:cubicBezTo>
                    <a:pt x="2785" y="6667"/>
                    <a:pt x="2711" y="6561"/>
                    <a:pt x="2593" y="6529"/>
                  </a:cubicBezTo>
                  <a:cubicBezTo>
                    <a:pt x="2580" y="6527"/>
                    <a:pt x="2568" y="6526"/>
                    <a:pt x="2556" y="6526"/>
                  </a:cubicBezTo>
                  <a:cubicBezTo>
                    <a:pt x="2412" y="6526"/>
                    <a:pt x="2294" y="6636"/>
                    <a:pt x="2294" y="6774"/>
                  </a:cubicBezTo>
                  <a:lnTo>
                    <a:pt x="2294" y="7873"/>
                  </a:lnTo>
                  <a:lnTo>
                    <a:pt x="2134" y="7873"/>
                  </a:lnTo>
                  <a:cubicBezTo>
                    <a:pt x="1772" y="7873"/>
                    <a:pt x="1473" y="7585"/>
                    <a:pt x="1473" y="7211"/>
                  </a:cubicBezTo>
                  <a:lnTo>
                    <a:pt x="1473" y="6774"/>
                  </a:lnTo>
                  <a:cubicBezTo>
                    <a:pt x="1473" y="6635"/>
                    <a:pt x="1366" y="6529"/>
                    <a:pt x="1228" y="6529"/>
                  </a:cubicBezTo>
                  <a:lnTo>
                    <a:pt x="1153" y="6529"/>
                  </a:lnTo>
                  <a:cubicBezTo>
                    <a:pt x="790" y="6529"/>
                    <a:pt x="481" y="6240"/>
                    <a:pt x="481" y="5867"/>
                  </a:cubicBezTo>
                  <a:lnTo>
                    <a:pt x="481" y="3104"/>
                  </a:lnTo>
                  <a:cubicBezTo>
                    <a:pt x="481" y="1653"/>
                    <a:pt x="1665" y="459"/>
                    <a:pt x="3127" y="459"/>
                  </a:cubicBezTo>
                  <a:close/>
                  <a:moveTo>
                    <a:pt x="3137" y="0"/>
                  </a:moveTo>
                  <a:cubicBezTo>
                    <a:pt x="1398" y="0"/>
                    <a:pt x="1" y="1408"/>
                    <a:pt x="1" y="3147"/>
                  </a:cubicBezTo>
                  <a:lnTo>
                    <a:pt x="1" y="5888"/>
                  </a:lnTo>
                  <a:cubicBezTo>
                    <a:pt x="1" y="6465"/>
                    <a:pt x="428" y="6945"/>
                    <a:pt x="993" y="7041"/>
                  </a:cubicBezTo>
                  <a:lnTo>
                    <a:pt x="993" y="7254"/>
                  </a:lnTo>
                  <a:cubicBezTo>
                    <a:pt x="993" y="7894"/>
                    <a:pt x="1505" y="8406"/>
                    <a:pt x="2145" y="8406"/>
                  </a:cubicBezTo>
                  <a:lnTo>
                    <a:pt x="4108" y="8406"/>
                  </a:lnTo>
                  <a:cubicBezTo>
                    <a:pt x="4748" y="8406"/>
                    <a:pt x="5271" y="7894"/>
                    <a:pt x="5271" y="7254"/>
                  </a:cubicBezTo>
                  <a:lnTo>
                    <a:pt x="5271" y="7041"/>
                  </a:lnTo>
                  <a:cubicBezTo>
                    <a:pt x="5825" y="6955"/>
                    <a:pt x="6252" y="6475"/>
                    <a:pt x="6252" y="5888"/>
                  </a:cubicBezTo>
                  <a:lnTo>
                    <a:pt x="6252" y="3147"/>
                  </a:lnTo>
                  <a:cubicBezTo>
                    <a:pt x="6273" y="1408"/>
                    <a:pt x="4865" y="0"/>
                    <a:pt x="31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7"/>
            <p:cNvSpPr/>
            <p:nvPr/>
          </p:nvSpPr>
          <p:spPr>
            <a:xfrm>
              <a:off x="4276091" y="2289192"/>
              <a:ext cx="67716" cy="51540"/>
            </a:xfrm>
            <a:custGeom>
              <a:rect b="b" l="l" r="r" t="t"/>
              <a:pathLst>
                <a:path extrusionOk="0" h="1284" w="1687">
                  <a:moveTo>
                    <a:pt x="277" y="0"/>
                  </a:moveTo>
                  <a:cubicBezTo>
                    <a:pt x="163" y="0"/>
                    <a:pt x="52" y="73"/>
                    <a:pt x="33" y="196"/>
                  </a:cubicBezTo>
                  <a:cubicBezTo>
                    <a:pt x="1" y="324"/>
                    <a:pt x="86" y="462"/>
                    <a:pt x="214" y="484"/>
                  </a:cubicBezTo>
                  <a:cubicBezTo>
                    <a:pt x="630" y="590"/>
                    <a:pt x="972" y="836"/>
                    <a:pt x="1206" y="1177"/>
                  </a:cubicBezTo>
                  <a:cubicBezTo>
                    <a:pt x="1260" y="1241"/>
                    <a:pt x="1324" y="1284"/>
                    <a:pt x="1398" y="1284"/>
                  </a:cubicBezTo>
                  <a:cubicBezTo>
                    <a:pt x="1452" y="1284"/>
                    <a:pt x="1494" y="1273"/>
                    <a:pt x="1537" y="1241"/>
                  </a:cubicBezTo>
                  <a:cubicBezTo>
                    <a:pt x="1644" y="1167"/>
                    <a:pt x="1686" y="1017"/>
                    <a:pt x="1601" y="900"/>
                  </a:cubicBezTo>
                  <a:cubicBezTo>
                    <a:pt x="1292" y="441"/>
                    <a:pt x="844" y="142"/>
                    <a:pt x="321" y="4"/>
                  </a:cubicBezTo>
                  <a:cubicBezTo>
                    <a:pt x="306" y="1"/>
                    <a:pt x="292" y="0"/>
                    <a:pt x="2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7"/>
            <p:cNvSpPr/>
            <p:nvPr/>
          </p:nvSpPr>
          <p:spPr>
            <a:xfrm>
              <a:off x="4184053" y="2410491"/>
              <a:ext cx="70687" cy="70285"/>
            </a:xfrm>
            <a:custGeom>
              <a:rect b="b" l="l" r="r" t="t"/>
              <a:pathLst>
                <a:path extrusionOk="0" h="1751" w="1761">
                  <a:moveTo>
                    <a:pt x="886" y="491"/>
                  </a:moveTo>
                  <a:cubicBezTo>
                    <a:pt x="1099" y="491"/>
                    <a:pt x="1270" y="662"/>
                    <a:pt x="1270" y="875"/>
                  </a:cubicBezTo>
                  <a:cubicBezTo>
                    <a:pt x="1270" y="1089"/>
                    <a:pt x="1099" y="1259"/>
                    <a:pt x="886" y="1259"/>
                  </a:cubicBezTo>
                  <a:cubicBezTo>
                    <a:pt x="672" y="1259"/>
                    <a:pt x="491" y="1089"/>
                    <a:pt x="491" y="875"/>
                  </a:cubicBezTo>
                  <a:cubicBezTo>
                    <a:pt x="491" y="662"/>
                    <a:pt x="672" y="491"/>
                    <a:pt x="886" y="491"/>
                  </a:cubicBezTo>
                  <a:close/>
                  <a:moveTo>
                    <a:pt x="886" y="1"/>
                  </a:moveTo>
                  <a:cubicBezTo>
                    <a:pt x="406" y="1"/>
                    <a:pt x="0" y="395"/>
                    <a:pt x="0" y="875"/>
                  </a:cubicBezTo>
                  <a:cubicBezTo>
                    <a:pt x="0" y="1355"/>
                    <a:pt x="406" y="1750"/>
                    <a:pt x="886" y="1750"/>
                  </a:cubicBezTo>
                  <a:cubicBezTo>
                    <a:pt x="1366" y="1750"/>
                    <a:pt x="1761" y="1355"/>
                    <a:pt x="1761" y="875"/>
                  </a:cubicBezTo>
                  <a:cubicBezTo>
                    <a:pt x="1761" y="385"/>
                    <a:pt x="1376" y="1"/>
                    <a:pt x="8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7"/>
            <p:cNvSpPr/>
            <p:nvPr/>
          </p:nvSpPr>
          <p:spPr>
            <a:xfrm>
              <a:off x="4284239" y="2410491"/>
              <a:ext cx="70687" cy="70687"/>
            </a:xfrm>
            <a:custGeom>
              <a:rect b="b" l="l" r="r" t="t"/>
              <a:pathLst>
                <a:path extrusionOk="0" h="1761" w="1761">
                  <a:moveTo>
                    <a:pt x="875" y="491"/>
                  </a:moveTo>
                  <a:cubicBezTo>
                    <a:pt x="1089" y="491"/>
                    <a:pt x="1270" y="662"/>
                    <a:pt x="1270" y="875"/>
                  </a:cubicBezTo>
                  <a:cubicBezTo>
                    <a:pt x="1270" y="1089"/>
                    <a:pt x="1089" y="1259"/>
                    <a:pt x="875" y="1259"/>
                  </a:cubicBezTo>
                  <a:cubicBezTo>
                    <a:pt x="662" y="1259"/>
                    <a:pt x="491" y="1089"/>
                    <a:pt x="491" y="875"/>
                  </a:cubicBezTo>
                  <a:cubicBezTo>
                    <a:pt x="491" y="662"/>
                    <a:pt x="662" y="491"/>
                    <a:pt x="875" y="491"/>
                  </a:cubicBezTo>
                  <a:close/>
                  <a:moveTo>
                    <a:pt x="875" y="1"/>
                  </a:moveTo>
                  <a:cubicBezTo>
                    <a:pt x="395" y="1"/>
                    <a:pt x="1" y="385"/>
                    <a:pt x="1" y="875"/>
                  </a:cubicBezTo>
                  <a:cubicBezTo>
                    <a:pt x="1" y="1355"/>
                    <a:pt x="395" y="1761"/>
                    <a:pt x="875" y="1761"/>
                  </a:cubicBezTo>
                  <a:cubicBezTo>
                    <a:pt x="1355" y="1761"/>
                    <a:pt x="1761" y="1355"/>
                    <a:pt x="1761" y="875"/>
                  </a:cubicBezTo>
                  <a:cubicBezTo>
                    <a:pt x="1761" y="395"/>
                    <a:pt x="1355" y="1"/>
                    <a:pt x="8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 name="Google Shape;1535;p67"/>
          <p:cNvGrpSpPr/>
          <p:nvPr/>
        </p:nvGrpSpPr>
        <p:grpSpPr>
          <a:xfrm>
            <a:off x="5391502" y="2246525"/>
            <a:ext cx="325054" cy="338701"/>
            <a:chOff x="5391502" y="2246525"/>
            <a:chExt cx="325054" cy="338701"/>
          </a:xfrm>
        </p:grpSpPr>
        <p:sp>
          <p:nvSpPr>
            <p:cNvPr id="1536" name="Google Shape;1536;p67"/>
            <p:cNvSpPr/>
            <p:nvPr/>
          </p:nvSpPr>
          <p:spPr>
            <a:xfrm>
              <a:off x="5434771" y="2452476"/>
              <a:ext cx="90797" cy="91238"/>
            </a:xfrm>
            <a:custGeom>
              <a:rect b="b" l="l" r="r" t="t"/>
              <a:pathLst>
                <a:path extrusionOk="0" h="2273" w="2262">
                  <a:moveTo>
                    <a:pt x="1120" y="491"/>
                  </a:moveTo>
                  <a:cubicBezTo>
                    <a:pt x="1408" y="491"/>
                    <a:pt x="1654" y="683"/>
                    <a:pt x="1739" y="949"/>
                  </a:cubicBezTo>
                  <a:cubicBezTo>
                    <a:pt x="1750" y="1003"/>
                    <a:pt x="1760" y="1067"/>
                    <a:pt x="1760" y="1120"/>
                  </a:cubicBezTo>
                  <a:cubicBezTo>
                    <a:pt x="1760" y="1483"/>
                    <a:pt x="1472" y="1771"/>
                    <a:pt x="1120" y="1771"/>
                  </a:cubicBezTo>
                  <a:cubicBezTo>
                    <a:pt x="779" y="1771"/>
                    <a:pt x="501" y="1494"/>
                    <a:pt x="501" y="1131"/>
                  </a:cubicBezTo>
                  <a:cubicBezTo>
                    <a:pt x="501" y="789"/>
                    <a:pt x="779" y="491"/>
                    <a:pt x="1120" y="491"/>
                  </a:cubicBezTo>
                  <a:close/>
                  <a:moveTo>
                    <a:pt x="1120" y="0"/>
                  </a:moveTo>
                  <a:cubicBezTo>
                    <a:pt x="501" y="0"/>
                    <a:pt x="0" y="512"/>
                    <a:pt x="0" y="1141"/>
                  </a:cubicBezTo>
                  <a:cubicBezTo>
                    <a:pt x="0" y="1760"/>
                    <a:pt x="512" y="2272"/>
                    <a:pt x="1120" y="2272"/>
                  </a:cubicBezTo>
                  <a:cubicBezTo>
                    <a:pt x="1750" y="2272"/>
                    <a:pt x="2240" y="1760"/>
                    <a:pt x="2240" y="1141"/>
                  </a:cubicBezTo>
                  <a:cubicBezTo>
                    <a:pt x="2262" y="1035"/>
                    <a:pt x="2240" y="928"/>
                    <a:pt x="2208" y="821"/>
                  </a:cubicBezTo>
                  <a:cubicBezTo>
                    <a:pt x="2070" y="341"/>
                    <a:pt x="1622" y="0"/>
                    <a:pt x="11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7"/>
            <p:cNvSpPr/>
            <p:nvPr/>
          </p:nvSpPr>
          <p:spPr>
            <a:xfrm>
              <a:off x="5391502" y="2246525"/>
              <a:ext cx="325054" cy="338701"/>
            </a:xfrm>
            <a:custGeom>
              <a:rect b="b" l="l" r="r" t="t"/>
              <a:pathLst>
                <a:path extrusionOk="0" h="8438" w="8098">
                  <a:moveTo>
                    <a:pt x="5025" y="2731"/>
                  </a:moveTo>
                  <a:lnTo>
                    <a:pt x="5025" y="2752"/>
                  </a:lnTo>
                  <a:cubicBezTo>
                    <a:pt x="5804" y="2752"/>
                    <a:pt x="6433" y="3371"/>
                    <a:pt x="6433" y="4150"/>
                  </a:cubicBezTo>
                  <a:lnTo>
                    <a:pt x="6433" y="4747"/>
                  </a:lnTo>
                  <a:lnTo>
                    <a:pt x="3766" y="4747"/>
                  </a:lnTo>
                  <a:cubicBezTo>
                    <a:pt x="3414" y="4384"/>
                    <a:pt x="2934" y="4150"/>
                    <a:pt x="2401" y="4096"/>
                  </a:cubicBezTo>
                  <a:lnTo>
                    <a:pt x="2038" y="2731"/>
                  </a:lnTo>
                  <a:close/>
                  <a:moveTo>
                    <a:pt x="6433" y="5238"/>
                  </a:moveTo>
                  <a:lnTo>
                    <a:pt x="6433" y="5803"/>
                  </a:lnTo>
                  <a:lnTo>
                    <a:pt x="4310" y="5803"/>
                  </a:lnTo>
                  <a:cubicBezTo>
                    <a:pt x="4257" y="5600"/>
                    <a:pt x="4193" y="5419"/>
                    <a:pt x="4097" y="5238"/>
                  </a:cubicBezTo>
                  <a:close/>
                  <a:moveTo>
                    <a:pt x="2198" y="4587"/>
                  </a:moveTo>
                  <a:cubicBezTo>
                    <a:pt x="3126" y="4587"/>
                    <a:pt x="3884" y="5334"/>
                    <a:pt x="3884" y="6272"/>
                  </a:cubicBezTo>
                  <a:cubicBezTo>
                    <a:pt x="3884" y="7201"/>
                    <a:pt x="3137" y="7947"/>
                    <a:pt x="2198" y="7947"/>
                  </a:cubicBezTo>
                  <a:cubicBezTo>
                    <a:pt x="1281" y="7947"/>
                    <a:pt x="523" y="7201"/>
                    <a:pt x="523" y="6272"/>
                  </a:cubicBezTo>
                  <a:cubicBezTo>
                    <a:pt x="523" y="5344"/>
                    <a:pt x="1270" y="4587"/>
                    <a:pt x="2198" y="4587"/>
                  </a:cubicBezTo>
                  <a:close/>
                  <a:moveTo>
                    <a:pt x="6391" y="6294"/>
                  </a:moveTo>
                  <a:cubicBezTo>
                    <a:pt x="6839" y="6294"/>
                    <a:pt x="7212" y="6667"/>
                    <a:pt x="7212" y="7126"/>
                  </a:cubicBezTo>
                  <a:cubicBezTo>
                    <a:pt x="7212" y="7574"/>
                    <a:pt x="6839" y="7947"/>
                    <a:pt x="6391" y="7947"/>
                  </a:cubicBezTo>
                  <a:cubicBezTo>
                    <a:pt x="5932" y="7947"/>
                    <a:pt x="5558" y="7574"/>
                    <a:pt x="5558" y="7126"/>
                  </a:cubicBezTo>
                  <a:cubicBezTo>
                    <a:pt x="5558" y="6667"/>
                    <a:pt x="5932" y="6294"/>
                    <a:pt x="6391" y="6294"/>
                  </a:cubicBezTo>
                  <a:close/>
                  <a:moveTo>
                    <a:pt x="299" y="0"/>
                  </a:moveTo>
                  <a:cubicBezTo>
                    <a:pt x="193" y="0"/>
                    <a:pt x="86" y="64"/>
                    <a:pt x="54" y="171"/>
                  </a:cubicBezTo>
                  <a:cubicBezTo>
                    <a:pt x="1" y="352"/>
                    <a:pt x="139" y="501"/>
                    <a:pt x="299" y="501"/>
                  </a:cubicBezTo>
                  <a:lnTo>
                    <a:pt x="971" y="501"/>
                  </a:lnTo>
                  <a:lnTo>
                    <a:pt x="1494" y="2550"/>
                  </a:lnTo>
                  <a:lnTo>
                    <a:pt x="1910" y="4107"/>
                  </a:lnTo>
                  <a:cubicBezTo>
                    <a:pt x="854" y="4256"/>
                    <a:pt x="54" y="5163"/>
                    <a:pt x="54" y="6251"/>
                  </a:cubicBezTo>
                  <a:cubicBezTo>
                    <a:pt x="54" y="7457"/>
                    <a:pt x="1025" y="8427"/>
                    <a:pt x="2220" y="8427"/>
                  </a:cubicBezTo>
                  <a:cubicBezTo>
                    <a:pt x="3404" y="8427"/>
                    <a:pt x="4364" y="7467"/>
                    <a:pt x="4374" y="6283"/>
                  </a:cubicBezTo>
                  <a:lnTo>
                    <a:pt x="5366" y="6283"/>
                  </a:lnTo>
                  <a:cubicBezTo>
                    <a:pt x="5174" y="6507"/>
                    <a:pt x="5068" y="6785"/>
                    <a:pt x="5068" y="7105"/>
                  </a:cubicBezTo>
                  <a:cubicBezTo>
                    <a:pt x="5068" y="7830"/>
                    <a:pt x="5654" y="8427"/>
                    <a:pt x="6391" y="8427"/>
                  </a:cubicBezTo>
                  <a:cubicBezTo>
                    <a:pt x="6828" y="8427"/>
                    <a:pt x="7212" y="8214"/>
                    <a:pt x="7457" y="7883"/>
                  </a:cubicBezTo>
                  <a:lnTo>
                    <a:pt x="7585" y="8267"/>
                  </a:lnTo>
                  <a:cubicBezTo>
                    <a:pt x="7628" y="8374"/>
                    <a:pt x="7724" y="8438"/>
                    <a:pt x="7831" y="8438"/>
                  </a:cubicBezTo>
                  <a:cubicBezTo>
                    <a:pt x="7852" y="8438"/>
                    <a:pt x="7884" y="8438"/>
                    <a:pt x="7905" y="8427"/>
                  </a:cubicBezTo>
                  <a:cubicBezTo>
                    <a:pt x="8033" y="8374"/>
                    <a:pt x="8097" y="8235"/>
                    <a:pt x="8055" y="8107"/>
                  </a:cubicBezTo>
                  <a:lnTo>
                    <a:pt x="7713" y="7062"/>
                  </a:lnTo>
                  <a:cubicBezTo>
                    <a:pt x="7692" y="6550"/>
                    <a:pt x="7372" y="6102"/>
                    <a:pt x="6924" y="5910"/>
                  </a:cubicBezTo>
                  <a:lnTo>
                    <a:pt x="6924" y="4150"/>
                  </a:lnTo>
                  <a:cubicBezTo>
                    <a:pt x="6924" y="3094"/>
                    <a:pt x="6071" y="2240"/>
                    <a:pt x="5014" y="2240"/>
                  </a:cubicBezTo>
                  <a:lnTo>
                    <a:pt x="1878" y="2240"/>
                  </a:lnTo>
                  <a:lnTo>
                    <a:pt x="1654" y="1323"/>
                  </a:lnTo>
                  <a:lnTo>
                    <a:pt x="5014" y="1323"/>
                  </a:lnTo>
                  <a:cubicBezTo>
                    <a:pt x="5132" y="1323"/>
                    <a:pt x="5260" y="1227"/>
                    <a:pt x="5270" y="1109"/>
                  </a:cubicBezTo>
                  <a:cubicBezTo>
                    <a:pt x="5281" y="960"/>
                    <a:pt x="5174" y="832"/>
                    <a:pt x="5025" y="832"/>
                  </a:cubicBezTo>
                  <a:lnTo>
                    <a:pt x="1558" y="832"/>
                  </a:lnTo>
                  <a:lnTo>
                    <a:pt x="1398" y="181"/>
                  </a:lnTo>
                  <a:cubicBezTo>
                    <a:pt x="1377" y="75"/>
                    <a:pt x="1281" y="0"/>
                    <a:pt x="11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8" name="Google Shape;1538;p67"/>
          <p:cNvSpPr/>
          <p:nvPr/>
        </p:nvSpPr>
        <p:spPr>
          <a:xfrm>
            <a:off x="6014091" y="2295654"/>
            <a:ext cx="337015" cy="241201"/>
          </a:xfrm>
          <a:custGeom>
            <a:rect b="b" l="l" r="r" t="t"/>
            <a:pathLst>
              <a:path extrusionOk="0" h="6009" w="8396">
                <a:moveTo>
                  <a:pt x="2784" y="1592"/>
                </a:moveTo>
                <a:cubicBezTo>
                  <a:pt x="2827" y="1592"/>
                  <a:pt x="2870" y="1635"/>
                  <a:pt x="2870" y="1667"/>
                </a:cubicBezTo>
                <a:lnTo>
                  <a:pt x="2870" y="2744"/>
                </a:lnTo>
                <a:lnTo>
                  <a:pt x="2603" y="2926"/>
                </a:lnTo>
                <a:lnTo>
                  <a:pt x="1750" y="2414"/>
                </a:lnTo>
                <a:cubicBezTo>
                  <a:pt x="1709" y="2393"/>
                  <a:pt x="1668" y="2384"/>
                  <a:pt x="1628" y="2384"/>
                </a:cubicBezTo>
                <a:cubicBezTo>
                  <a:pt x="1541" y="2384"/>
                  <a:pt x="1460" y="2429"/>
                  <a:pt x="1408" y="2510"/>
                </a:cubicBezTo>
                <a:cubicBezTo>
                  <a:pt x="1344" y="2627"/>
                  <a:pt x="1387" y="2776"/>
                  <a:pt x="1504" y="2840"/>
                </a:cubicBezTo>
                <a:lnTo>
                  <a:pt x="2155" y="3224"/>
                </a:lnTo>
                <a:lnTo>
                  <a:pt x="1142" y="3918"/>
                </a:lnTo>
                <a:cubicBezTo>
                  <a:pt x="1035" y="4003"/>
                  <a:pt x="1003" y="4152"/>
                  <a:pt x="1078" y="4270"/>
                </a:cubicBezTo>
                <a:cubicBezTo>
                  <a:pt x="1131" y="4334"/>
                  <a:pt x="1195" y="4376"/>
                  <a:pt x="1280" y="4376"/>
                </a:cubicBezTo>
                <a:cubicBezTo>
                  <a:pt x="1334" y="4376"/>
                  <a:pt x="1376" y="4366"/>
                  <a:pt x="1408" y="4334"/>
                </a:cubicBezTo>
                <a:lnTo>
                  <a:pt x="2742" y="3427"/>
                </a:lnTo>
                <a:lnTo>
                  <a:pt x="2870" y="3352"/>
                </a:lnTo>
                <a:lnTo>
                  <a:pt x="2870" y="3811"/>
                </a:lnTo>
                <a:cubicBezTo>
                  <a:pt x="2880" y="4750"/>
                  <a:pt x="2123" y="5507"/>
                  <a:pt x="1174" y="5507"/>
                </a:cubicBezTo>
                <a:lnTo>
                  <a:pt x="555" y="5507"/>
                </a:lnTo>
                <a:cubicBezTo>
                  <a:pt x="523" y="5507"/>
                  <a:pt x="480" y="5475"/>
                  <a:pt x="480" y="5433"/>
                </a:cubicBezTo>
                <a:lnTo>
                  <a:pt x="480" y="2926"/>
                </a:lnTo>
                <a:cubicBezTo>
                  <a:pt x="480" y="2190"/>
                  <a:pt x="1078" y="1592"/>
                  <a:pt x="1814" y="1592"/>
                </a:cubicBezTo>
                <a:close/>
                <a:moveTo>
                  <a:pt x="6582" y="1592"/>
                </a:moveTo>
                <a:cubicBezTo>
                  <a:pt x="7318" y="1592"/>
                  <a:pt x="7916" y="2190"/>
                  <a:pt x="7916" y="2926"/>
                </a:cubicBezTo>
                <a:lnTo>
                  <a:pt x="7905" y="5433"/>
                </a:lnTo>
                <a:cubicBezTo>
                  <a:pt x="7905" y="5475"/>
                  <a:pt x="7862" y="5507"/>
                  <a:pt x="7830" y="5507"/>
                </a:cubicBezTo>
                <a:lnTo>
                  <a:pt x="7222" y="5507"/>
                </a:lnTo>
                <a:cubicBezTo>
                  <a:pt x="6294" y="5507"/>
                  <a:pt x="5537" y="4750"/>
                  <a:pt x="5537" y="3822"/>
                </a:cubicBezTo>
                <a:lnTo>
                  <a:pt x="5537" y="3352"/>
                </a:lnTo>
                <a:lnTo>
                  <a:pt x="5654" y="3427"/>
                </a:lnTo>
                <a:lnTo>
                  <a:pt x="6987" y="4334"/>
                </a:lnTo>
                <a:cubicBezTo>
                  <a:pt x="7030" y="4366"/>
                  <a:pt x="7083" y="4376"/>
                  <a:pt x="7115" y="4376"/>
                </a:cubicBezTo>
                <a:cubicBezTo>
                  <a:pt x="7201" y="4376"/>
                  <a:pt x="7275" y="4334"/>
                  <a:pt x="7318" y="4270"/>
                </a:cubicBezTo>
                <a:cubicBezTo>
                  <a:pt x="7403" y="4163"/>
                  <a:pt x="7371" y="4003"/>
                  <a:pt x="7254" y="3928"/>
                </a:cubicBezTo>
                <a:lnTo>
                  <a:pt x="6241" y="3235"/>
                </a:lnTo>
                <a:lnTo>
                  <a:pt x="6891" y="2840"/>
                </a:lnTo>
                <a:cubicBezTo>
                  <a:pt x="7009" y="2776"/>
                  <a:pt x="7051" y="2627"/>
                  <a:pt x="6987" y="2510"/>
                </a:cubicBezTo>
                <a:cubicBezTo>
                  <a:pt x="6944" y="2429"/>
                  <a:pt x="6860" y="2384"/>
                  <a:pt x="6773" y="2384"/>
                </a:cubicBezTo>
                <a:cubicBezTo>
                  <a:pt x="6734" y="2384"/>
                  <a:pt x="6694" y="2393"/>
                  <a:pt x="6657" y="2414"/>
                </a:cubicBezTo>
                <a:lnTo>
                  <a:pt x="5803" y="2926"/>
                </a:lnTo>
                <a:lnTo>
                  <a:pt x="5537" y="2755"/>
                </a:lnTo>
                <a:lnTo>
                  <a:pt x="5537" y="1667"/>
                </a:lnTo>
                <a:cubicBezTo>
                  <a:pt x="5537" y="1635"/>
                  <a:pt x="5569" y="1592"/>
                  <a:pt x="5611" y="1592"/>
                </a:cubicBezTo>
                <a:close/>
                <a:moveTo>
                  <a:pt x="4219" y="0"/>
                </a:moveTo>
                <a:cubicBezTo>
                  <a:pt x="4075" y="0"/>
                  <a:pt x="3958" y="111"/>
                  <a:pt x="3958" y="248"/>
                </a:cubicBezTo>
                <a:lnTo>
                  <a:pt x="3958" y="2008"/>
                </a:lnTo>
                <a:lnTo>
                  <a:pt x="3371" y="2403"/>
                </a:lnTo>
                <a:lnTo>
                  <a:pt x="3371" y="1667"/>
                </a:lnTo>
                <a:cubicBezTo>
                  <a:pt x="3371" y="1347"/>
                  <a:pt x="3115" y="1102"/>
                  <a:pt x="2795" y="1102"/>
                </a:cubicBezTo>
                <a:lnTo>
                  <a:pt x="1824" y="1102"/>
                </a:lnTo>
                <a:cubicBezTo>
                  <a:pt x="822" y="1102"/>
                  <a:pt x="0" y="1912"/>
                  <a:pt x="0" y="2926"/>
                </a:cubicBezTo>
                <a:lnTo>
                  <a:pt x="0" y="5433"/>
                </a:lnTo>
                <a:cubicBezTo>
                  <a:pt x="0" y="5753"/>
                  <a:pt x="256" y="6009"/>
                  <a:pt x="576" y="6009"/>
                </a:cubicBezTo>
                <a:lnTo>
                  <a:pt x="1174" y="6009"/>
                </a:lnTo>
                <a:cubicBezTo>
                  <a:pt x="2390" y="6009"/>
                  <a:pt x="3371" y="5016"/>
                  <a:pt x="3371" y="3822"/>
                </a:cubicBezTo>
                <a:lnTo>
                  <a:pt x="3371" y="3022"/>
                </a:lnTo>
                <a:lnTo>
                  <a:pt x="4214" y="2456"/>
                </a:lnTo>
                <a:lnTo>
                  <a:pt x="5057" y="3022"/>
                </a:lnTo>
                <a:lnTo>
                  <a:pt x="5057" y="3822"/>
                </a:lnTo>
                <a:cubicBezTo>
                  <a:pt x="5057" y="5016"/>
                  <a:pt x="6027" y="6009"/>
                  <a:pt x="7222" y="6009"/>
                </a:cubicBezTo>
                <a:lnTo>
                  <a:pt x="7820" y="6009"/>
                </a:lnTo>
                <a:cubicBezTo>
                  <a:pt x="8150" y="6009"/>
                  <a:pt x="8396" y="5753"/>
                  <a:pt x="8396" y="5433"/>
                </a:cubicBezTo>
                <a:lnTo>
                  <a:pt x="8396" y="2926"/>
                </a:lnTo>
                <a:cubicBezTo>
                  <a:pt x="8396" y="1923"/>
                  <a:pt x="7585" y="1102"/>
                  <a:pt x="6582" y="1102"/>
                </a:cubicBezTo>
                <a:lnTo>
                  <a:pt x="5601" y="1102"/>
                </a:lnTo>
                <a:cubicBezTo>
                  <a:pt x="5281" y="1102"/>
                  <a:pt x="5025" y="1347"/>
                  <a:pt x="5025" y="1667"/>
                </a:cubicBezTo>
                <a:lnTo>
                  <a:pt x="5025" y="2414"/>
                </a:lnTo>
                <a:lnTo>
                  <a:pt x="4449" y="2019"/>
                </a:lnTo>
                <a:lnTo>
                  <a:pt x="4449" y="259"/>
                </a:lnTo>
                <a:cubicBezTo>
                  <a:pt x="4449" y="141"/>
                  <a:pt x="4374" y="35"/>
                  <a:pt x="4257" y="3"/>
                </a:cubicBezTo>
                <a:cubicBezTo>
                  <a:pt x="4244" y="1"/>
                  <a:pt x="4231" y="0"/>
                  <a:pt x="42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7"/>
          <p:cNvSpPr/>
          <p:nvPr/>
        </p:nvSpPr>
        <p:spPr>
          <a:xfrm>
            <a:off x="6682880" y="2246525"/>
            <a:ext cx="271547" cy="338300"/>
          </a:xfrm>
          <a:custGeom>
            <a:rect b="b" l="l" r="r" t="t"/>
            <a:pathLst>
              <a:path extrusionOk="0" h="8428" w="6765">
                <a:moveTo>
                  <a:pt x="5708" y="4352"/>
                </a:moveTo>
                <a:cubicBezTo>
                  <a:pt x="6028" y="4352"/>
                  <a:pt x="6284" y="4598"/>
                  <a:pt x="6284" y="4918"/>
                </a:cubicBezTo>
                <a:cubicBezTo>
                  <a:pt x="6284" y="5238"/>
                  <a:pt x="6017" y="5494"/>
                  <a:pt x="5708" y="5494"/>
                </a:cubicBezTo>
                <a:cubicBezTo>
                  <a:pt x="5388" y="5494"/>
                  <a:pt x="5143" y="5238"/>
                  <a:pt x="5143" y="4918"/>
                </a:cubicBezTo>
                <a:cubicBezTo>
                  <a:pt x="5143" y="4598"/>
                  <a:pt x="5388" y="4352"/>
                  <a:pt x="5708" y="4352"/>
                </a:cubicBezTo>
                <a:close/>
                <a:moveTo>
                  <a:pt x="1974" y="5579"/>
                </a:moveTo>
                <a:cubicBezTo>
                  <a:pt x="2060" y="5590"/>
                  <a:pt x="2166" y="5600"/>
                  <a:pt x="2284" y="5600"/>
                </a:cubicBezTo>
                <a:cubicBezTo>
                  <a:pt x="2380" y="5600"/>
                  <a:pt x="2486" y="5600"/>
                  <a:pt x="2582" y="5590"/>
                </a:cubicBezTo>
                <a:lnTo>
                  <a:pt x="2582" y="5590"/>
                </a:lnTo>
                <a:lnTo>
                  <a:pt x="2444" y="5846"/>
                </a:lnTo>
                <a:lnTo>
                  <a:pt x="2433" y="5867"/>
                </a:lnTo>
                <a:cubicBezTo>
                  <a:pt x="2390" y="5952"/>
                  <a:pt x="2316" y="5963"/>
                  <a:pt x="2284" y="5963"/>
                </a:cubicBezTo>
                <a:cubicBezTo>
                  <a:pt x="2262" y="5963"/>
                  <a:pt x="2177" y="5952"/>
                  <a:pt x="2134" y="5867"/>
                </a:cubicBezTo>
                <a:lnTo>
                  <a:pt x="1974" y="5579"/>
                </a:lnTo>
                <a:close/>
                <a:moveTo>
                  <a:pt x="3125" y="0"/>
                </a:moveTo>
                <a:cubicBezTo>
                  <a:pt x="2989" y="0"/>
                  <a:pt x="2870" y="115"/>
                  <a:pt x="2870" y="256"/>
                </a:cubicBezTo>
                <a:lnTo>
                  <a:pt x="2870" y="1003"/>
                </a:lnTo>
                <a:cubicBezTo>
                  <a:pt x="2870" y="1035"/>
                  <a:pt x="2881" y="1088"/>
                  <a:pt x="2924" y="1120"/>
                </a:cubicBezTo>
                <a:cubicBezTo>
                  <a:pt x="2986" y="1173"/>
                  <a:pt x="3052" y="1195"/>
                  <a:pt x="3112" y="1195"/>
                </a:cubicBezTo>
                <a:cubicBezTo>
                  <a:pt x="3249" y="1195"/>
                  <a:pt x="3361" y="1082"/>
                  <a:pt x="3361" y="949"/>
                </a:cubicBezTo>
                <a:lnTo>
                  <a:pt x="3361" y="843"/>
                </a:lnTo>
                <a:lnTo>
                  <a:pt x="4044" y="843"/>
                </a:lnTo>
                <a:lnTo>
                  <a:pt x="4044" y="3670"/>
                </a:lnTo>
                <a:cubicBezTo>
                  <a:pt x="4044" y="4022"/>
                  <a:pt x="3873" y="4384"/>
                  <a:pt x="3542" y="4651"/>
                </a:cubicBezTo>
                <a:cubicBezTo>
                  <a:pt x="3382" y="4790"/>
                  <a:pt x="3180" y="4896"/>
                  <a:pt x="2977" y="4971"/>
                </a:cubicBezTo>
                <a:cubicBezTo>
                  <a:pt x="2966" y="4971"/>
                  <a:pt x="2966" y="4971"/>
                  <a:pt x="2956" y="4982"/>
                </a:cubicBezTo>
                <a:cubicBezTo>
                  <a:pt x="2742" y="5056"/>
                  <a:pt x="2508" y="5088"/>
                  <a:pt x="2273" y="5088"/>
                </a:cubicBezTo>
                <a:cubicBezTo>
                  <a:pt x="2017" y="5088"/>
                  <a:pt x="1761" y="5056"/>
                  <a:pt x="1537" y="4960"/>
                </a:cubicBezTo>
                <a:lnTo>
                  <a:pt x="1526" y="4960"/>
                </a:lnTo>
                <a:cubicBezTo>
                  <a:pt x="1334" y="4896"/>
                  <a:pt x="1164" y="4790"/>
                  <a:pt x="1004" y="4662"/>
                </a:cubicBezTo>
                <a:cubicBezTo>
                  <a:pt x="684" y="4395"/>
                  <a:pt x="502" y="4054"/>
                  <a:pt x="502" y="3680"/>
                </a:cubicBezTo>
                <a:lnTo>
                  <a:pt x="502" y="853"/>
                </a:lnTo>
                <a:lnTo>
                  <a:pt x="1196" y="853"/>
                </a:lnTo>
                <a:lnTo>
                  <a:pt x="1196" y="1013"/>
                </a:lnTo>
                <a:cubicBezTo>
                  <a:pt x="1196" y="1056"/>
                  <a:pt x="1206" y="1109"/>
                  <a:pt x="1249" y="1131"/>
                </a:cubicBezTo>
                <a:cubicBezTo>
                  <a:pt x="1309" y="1185"/>
                  <a:pt x="1375" y="1208"/>
                  <a:pt x="1437" y="1208"/>
                </a:cubicBezTo>
                <a:cubicBezTo>
                  <a:pt x="1571" y="1208"/>
                  <a:pt x="1686" y="1099"/>
                  <a:pt x="1686" y="960"/>
                </a:cubicBezTo>
                <a:lnTo>
                  <a:pt x="1686" y="213"/>
                </a:lnTo>
                <a:cubicBezTo>
                  <a:pt x="1686" y="171"/>
                  <a:pt x="1676" y="117"/>
                  <a:pt x="1633" y="96"/>
                </a:cubicBezTo>
                <a:cubicBezTo>
                  <a:pt x="1569" y="39"/>
                  <a:pt x="1502" y="14"/>
                  <a:pt x="1440" y="14"/>
                </a:cubicBezTo>
                <a:cubicBezTo>
                  <a:pt x="1305" y="14"/>
                  <a:pt x="1196" y="128"/>
                  <a:pt x="1196" y="267"/>
                </a:cubicBezTo>
                <a:lnTo>
                  <a:pt x="1196" y="373"/>
                </a:lnTo>
                <a:lnTo>
                  <a:pt x="481" y="373"/>
                </a:lnTo>
                <a:cubicBezTo>
                  <a:pt x="214" y="373"/>
                  <a:pt x="1" y="576"/>
                  <a:pt x="1" y="811"/>
                </a:cubicBezTo>
                <a:lnTo>
                  <a:pt x="1" y="3691"/>
                </a:lnTo>
                <a:cubicBezTo>
                  <a:pt x="1" y="4438"/>
                  <a:pt x="513" y="5099"/>
                  <a:pt x="1260" y="5398"/>
                </a:cubicBezTo>
                <a:lnTo>
                  <a:pt x="1654" y="6112"/>
                </a:lnTo>
                <a:cubicBezTo>
                  <a:pt x="1740" y="6251"/>
                  <a:pt x="1868" y="6358"/>
                  <a:pt x="2017" y="6401"/>
                </a:cubicBezTo>
                <a:cubicBezTo>
                  <a:pt x="2060" y="6870"/>
                  <a:pt x="2262" y="7318"/>
                  <a:pt x="2561" y="7702"/>
                </a:cubicBezTo>
                <a:cubicBezTo>
                  <a:pt x="2956" y="8171"/>
                  <a:pt x="3446" y="8427"/>
                  <a:pt x="3969" y="8427"/>
                </a:cubicBezTo>
                <a:cubicBezTo>
                  <a:pt x="5047" y="8427"/>
                  <a:pt x="5921" y="7531"/>
                  <a:pt x="5921" y="6443"/>
                </a:cubicBezTo>
                <a:lnTo>
                  <a:pt x="5921" y="5942"/>
                </a:lnTo>
                <a:cubicBezTo>
                  <a:pt x="6423" y="5846"/>
                  <a:pt x="6764" y="5430"/>
                  <a:pt x="6764" y="4918"/>
                </a:cubicBezTo>
                <a:cubicBezTo>
                  <a:pt x="6764" y="4331"/>
                  <a:pt x="6284" y="3851"/>
                  <a:pt x="5697" y="3851"/>
                </a:cubicBezTo>
                <a:cubicBezTo>
                  <a:pt x="5111" y="3851"/>
                  <a:pt x="4631" y="4331"/>
                  <a:pt x="4631" y="4918"/>
                </a:cubicBezTo>
                <a:cubicBezTo>
                  <a:pt x="4631" y="5430"/>
                  <a:pt x="4983" y="5856"/>
                  <a:pt x="5463" y="5963"/>
                </a:cubicBezTo>
                <a:lnTo>
                  <a:pt x="5463" y="6454"/>
                </a:lnTo>
                <a:cubicBezTo>
                  <a:pt x="5463" y="7286"/>
                  <a:pt x="4801" y="7947"/>
                  <a:pt x="4001" y="7947"/>
                </a:cubicBezTo>
                <a:cubicBezTo>
                  <a:pt x="3649" y="7947"/>
                  <a:pt x="3286" y="7745"/>
                  <a:pt x="2988" y="7403"/>
                </a:cubicBezTo>
                <a:cubicBezTo>
                  <a:pt x="2753" y="7105"/>
                  <a:pt x="2604" y="6753"/>
                  <a:pt x="2550" y="6390"/>
                </a:cubicBezTo>
                <a:cubicBezTo>
                  <a:pt x="2668" y="6337"/>
                  <a:pt x="2774" y="6240"/>
                  <a:pt x="2860" y="6102"/>
                </a:cubicBezTo>
                <a:lnTo>
                  <a:pt x="2870" y="6070"/>
                </a:lnTo>
                <a:lnTo>
                  <a:pt x="3233" y="5408"/>
                </a:lnTo>
                <a:cubicBezTo>
                  <a:pt x="4001" y="5110"/>
                  <a:pt x="4535" y="4448"/>
                  <a:pt x="4535" y="3680"/>
                </a:cubicBezTo>
                <a:lnTo>
                  <a:pt x="4535" y="800"/>
                </a:lnTo>
                <a:cubicBezTo>
                  <a:pt x="4535" y="555"/>
                  <a:pt x="4321" y="363"/>
                  <a:pt x="4055" y="363"/>
                </a:cubicBezTo>
                <a:lnTo>
                  <a:pt x="3361" y="363"/>
                </a:lnTo>
                <a:lnTo>
                  <a:pt x="3361" y="203"/>
                </a:lnTo>
                <a:cubicBezTo>
                  <a:pt x="3361" y="160"/>
                  <a:pt x="3350" y="107"/>
                  <a:pt x="3308" y="75"/>
                </a:cubicBezTo>
                <a:cubicBezTo>
                  <a:pt x="3249" y="23"/>
                  <a:pt x="3185" y="0"/>
                  <a:pt x="31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7"/>
          <p:cNvSpPr/>
          <p:nvPr/>
        </p:nvSpPr>
        <p:spPr>
          <a:xfrm>
            <a:off x="7278938" y="2246926"/>
            <a:ext cx="338300" cy="337899"/>
          </a:xfrm>
          <a:custGeom>
            <a:rect b="b" l="l" r="r" t="t"/>
            <a:pathLst>
              <a:path extrusionOk="0" h="8418" w="8428">
                <a:moveTo>
                  <a:pt x="4192" y="513"/>
                </a:moveTo>
                <a:cubicBezTo>
                  <a:pt x="4512" y="513"/>
                  <a:pt x="4779" y="779"/>
                  <a:pt x="4779" y="1099"/>
                </a:cubicBezTo>
                <a:cubicBezTo>
                  <a:pt x="4779" y="1419"/>
                  <a:pt x="4512" y="1686"/>
                  <a:pt x="4192" y="1686"/>
                </a:cubicBezTo>
                <a:cubicBezTo>
                  <a:pt x="3872" y="1686"/>
                  <a:pt x="3606" y="1419"/>
                  <a:pt x="3606" y="1099"/>
                </a:cubicBezTo>
                <a:cubicBezTo>
                  <a:pt x="3606" y="779"/>
                  <a:pt x="3872" y="513"/>
                  <a:pt x="4192" y="513"/>
                </a:cubicBezTo>
                <a:close/>
                <a:moveTo>
                  <a:pt x="5376" y="2767"/>
                </a:moveTo>
                <a:cubicBezTo>
                  <a:pt x="5444" y="2767"/>
                  <a:pt x="5513" y="2781"/>
                  <a:pt x="5579" y="2806"/>
                </a:cubicBezTo>
                <a:lnTo>
                  <a:pt x="7905" y="3596"/>
                </a:lnTo>
                <a:cubicBezTo>
                  <a:pt x="7894" y="3670"/>
                  <a:pt x="7862" y="3713"/>
                  <a:pt x="7851" y="3756"/>
                </a:cubicBezTo>
                <a:cubicBezTo>
                  <a:pt x="7755" y="3894"/>
                  <a:pt x="7606" y="4044"/>
                  <a:pt x="7435" y="4161"/>
                </a:cubicBezTo>
                <a:lnTo>
                  <a:pt x="7435" y="4097"/>
                </a:lnTo>
                <a:cubicBezTo>
                  <a:pt x="7435" y="3969"/>
                  <a:pt x="7339" y="3862"/>
                  <a:pt x="7211" y="3862"/>
                </a:cubicBezTo>
                <a:cubicBezTo>
                  <a:pt x="7073" y="3862"/>
                  <a:pt x="6955" y="3969"/>
                  <a:pt x="6955" y="4097"/>
                </a:cubicBezTo>
                <a:lnTo>
                  <a:pt x="6955" y="4428"/>
                </a:lnTo>
                <a:cubicBezTo>
                  <a:pt x="6795" y="4502"/>
                  <a:pt x="6625" y="4566"/>
                  <a:pt x="6465" y="4609"/>
                </a:cubicBezTo>
                <a:lnTo>
                  <a:pt x="6465" y="4428"/>
                </a:lnTo>
                <a:cubicBezTo>
                  <a:pt x="6465" y="4321"/>
                  <a:pt x="6400" y="4214"/>
                  <a:pt x="6294" y="4193"/>
                </a:cubicBezTo>
                <a:cubicBezTo>
                  <a:pt x="6265" y="4185"/>
                  <a:pt x="6237" y="4181"/>
                  <a:pt x="6210" y="4181"/>
                </a:cubicBezTo>
                <a:cubicBezTo>
                  <a:pt x="6066" y="4181"/>
                  <a:pt x="5952" y="4293"/>
                  <a:pt x="5952" y="4428"/>
                </a:cubicBezTo>
                <a:lnTo>
                  <a:pt x="5952" y="4694"/>
                </a:lnTo>
                <a:cubicBezTo>
                  <a:pt x="5782" y="4726"/>
                  <a:pt x="5611" y="4726"/>
                  <a:pt x="5462" y="4726"/>
                </a:cubicBezTo>
                <a:lnTo>
                  <a:pt x="5462" y="4481"/>
                </a:lnTo>
                <a:cubicBezTo>
                  <a:pt x="5462" y="4364"/>
                  <a:pt x="5366" y="4246"/>
                  <a:pt x="5248" y="4225"/>
                </a:cubicBezTo>
                <a:cubicBezTo>
                  <a:pt x="5242" y="4225"/>
                  <a:pt x="5235" y="4224"/>
                  <a:pt x="5228" y="4224"/>
                </a:cubicBezTo>
                <a:cubicBezTo>
                  <a:pt x="5088" y="4224"/>
                  <a:pt x="4971" y="4328"/>
                  <a:pt x="4971" y="4470"/>
                </a:cubicBezTo>
                <a:lnTo>
                  <a:pt x="4971" y="4673"/>
                </a:lnTo>
                <a:cubicBezTo>
                  <a:pt x="4715" y="4620"/>
                  <a:pt x="4534" y="4524"/>
                  <a:pt x="4459" y="4428"/>
                </a:cubicBezTo>
                <a:lnTo>
                  <a:pt x="4832" y="3233"/>
                </a:lnTo>
                <a:cubicBezTo>
                  <a:pt x="4907" y="3041"/>
                  <a:pt x="5014" y="2892"/>
                  <a:pt x="5152" y="2817"/>
                </a:cubicBezTo>
                <a:cubicBezTo>
                  <a:pt x="5225" y="2783"/>
                  <a:pt x="5300" y="2767"/>
                  <a:pt x="5376" y="2767"/>
                </a:cubicBezTo>
                <a:close/>
                <a:moveTo>
                  <a:pt x="2985" y="2797"/>
                </a:moveTo>
                <a:cubicBezTo>
                  <a:pt x="3072" y="2797"/>
                  <a:pt x="3156" y="2817"/>
                  <a:pt x="3232" y="2849"/>
                </a:cubicBezTo>
                <a:cubicBezTo>
                  <a:pt x="3382" y="2913"/>
                  <a:pt x="3488" y="3062"/>
                  <a:pt x="3552" y="3254"/>
                </a:cubicBezTo>
                <a:lnTo>
                  <a:pt x="3926" y="4460"/>
                </a:lnTo>
                <a:cubicBezTo>
                  <a:pt x="3862" y="4534"/>
                  <a:pt x="3691" y="4630"/>
                  <a:pt x="3435" y="4684"/>
                </a:cubicBezTo>
                <a:lnTo>
                  <a:pt x="3435" y="4481"/>
                </a:lnTo>
                <a:cubicBezTo>
                  <a:pt x="3435" y="4353"/>
                  <a:pt x="3339" y="4246"/>
                  <a:pt x="3211" y="4246"/>
                </a:cubicBezTo>
                <a:cubicBezTo>
                  <a:pt x="3072" y="4246"/>
                  <a:pt x="2955" y="4353"/>
                  <a:pt x="2955" y="4481"/>
                </a:cubicBezTo>
                <a:lnTo>
                  <a:pt x="2955" y="4737"/>
                </a:lnTo>
                <a:cubicBezTo>
                  <a:pt x="2806" y="4737"/>
                  <a:pt x="2635" y="4726"/>
                  <a:pt x="2464" y="4716"/>
                </a:cubicBezTo>
                <a:lnTo>
                  <a:pt x="2464" y="4449"/>
                </a:lnTo>
                <a:cubicBezTo>
                  <a:pt x="2464" y="4342"/>
                  <a:pt x="2390" y="4236"/>
                  <a:pt x="2283" y="4204"/>
                </a:cubicBezTo>
                <a:cubicBezTo>
                  <a:pt x="2257" y="4196"/>
                  <a:pt x="2232" y="4192"/>
                  <a:pt x="2208" y="4192"/>
                </a:cubicBezTo>
                <a:cubicBezTo>
                  <a:pt x="2068" y="4192"/>
                  <a:pt x="1952" y="4313"/>
                  <a:pt x="1952" y="4449"/>
                </a:cubicBezTo>
                <a:lnTo>
                  <a:pt x="1952" y="4620"/>
                </a:lnTo>
                <a:cubicBezTo>
                  <a:pt x="1781" y="4577"/>
                  <a:pt x="1611" y="4513"/>
                  <a:pt x="1461" y="4460"/>
                </a:cubicBezTo>
                <a:lnTo>
                  <a:pt x="1461" y="4129"/>
                </a:lnTo>
                <a:cubicBezTo>
                  <a:pt x="1461" y="4001"/>
                  <a:pt x="1365" y="3884"/>
                  <a:pt x="1248" y="3873"/>
                </a:cubicBezTo>
                <a:cubicBezTo>
                  <a:pt x="1241" y="3872"/>
                  <a:pt x="1234" y="3872"/>
                  <a:pt x="1228" y="3872"/>
                </a:cubicBezTo>
                <a:cubicBezTo>
                  <a:pt x="1087" y="3872"/>
                  <a:pt x="971" y="3975"/>
                  <a:pt x="971" y="4108"/>
                </a:cubicBezTo>
                <a:lnTo>
                  <a:pt x="971" y="4182"/>
                </a:lnTo>
                <a:cubicBezTo>
                  <a:pt x="768" y="4044"/>
                  <a:pt x="640" y="3894"/>
                  <a:pt x="555" y="3766"/>
                </a:cubicBezTo>
                <a:cubicBezTo>
                  <a:pt x="533" y="3724"/>
                  <a:pt x="501" y="3670"/>
                  <a:pt x="491" y="3617"/>
                </a:cubicBezTo>
                <a:lnTo>
                  <a:pt x="2806" y="2828"/>
                </a:lnTo>
                <a:cubicBezTo>
                  <a:pt x="2866" y="2806"/>
                  <a:pt x="2926" y="2797"/>
                  <a:pt x="2985" y="2797"/>
                </a:cubicBezTo>
                <a:close/>
                <a:moveTo>
                  <a:pt x="4448" y="5046"/>
                </a:moveTo>
                <a:cubicBezTo>
                  <a:pt x="4587" y="5110"/>
                  <a:pt x="4747" y="5153"/>
                  <a:pt x="4918" y="5196"/>
                </a:cubicBezTo>
                <a:lnTo>
                  <a:pt x="4928" y="5196"/>
                </a:lnTo>
                <a:cubicBezTo>
                  <a:pt x="4886" y="5270"/>
                  <a:pt x="4832" y="5324"/>
                  <a:pt x="4779" y="5377"/>
                </a:cubicBezTo>
                <a:cubicBezTo>
                  <a:pt x="4694" y="5462"/>
                  <a:pt x="4566" y="5516"/>
                  <a:pt x="4448" y="5537"/>
                </a:cubicBezTo>
                <a:lnTo>
                  <a:pt x="4448" y="5046"/>
                </a:lnTo>
                <a:close/>
                <a:moveTo>
                  <a:pt x="3958" y="7393"/>
                </a:moveTo>
                <a:lnTo>
                  <a:pt x="3958" y="7927"/>
                </a:lnTo>
                <a:cubicBezTo>
                  <a:pt x="3638" y="7873"/>
                  <a:pt x="3435" y="7724"/>
                  <a:pt x="3435" y="7649"/>
                </a:cubicBezTo>
                <a:cubicBezTo>
                  <a:pt x="3435" y="7457"/>
                  <a:pt x="3574" y="7393"/>
                  <a:pt x="3680" y="7393"/>
                </a:cubicBezTo>
                <a:close/>
                <a:moveTo>
                  <a:pt x="4207" y="0"/>
                </a:moveTo>
                <a:cubicBezTo>
                  <a:pt x="3606" y="0"/>
                  <a:pt x="3115" y="483"/>
                  <a:pt x="3115" y="1089"/>
                </a:cubicBezTo>
                <a:cubicBezTo>
                  <a:pt x="3115" y="1601"/>
                  <a:pt x="3478" y="2028"/>
                  <a:pt x="3968" y="2134"/>
                </a:cubicBezTo>
                <a:lnTo>
                  <a:pt x="3968" y="2913"/>
                </a:lnTo>
                <a:cubicBezTo>
                  <a:pt x="3862" y="2689"/>
                  <a:pt x="3691" y="2508"/>
                  <a:pt x="3478" y="2401"/>
                </a:cubicBezTo>
                <a:cubicBezTo>
                  <a:pt x="3339" y="2334"/>
                  <a:pt x="3186" y="2302"/>
                  <a:pt x="3032" y="2302"/>
                </a:cubicBezTo>
                <a:cubicBezTo>
                  <a:pt x="2913" y="2302"/>
                  <a:pt x="2793" y="2321"/>
                  <a:pt x="2678" y="2358"/>
                </a:cubicBezTo>
                <a:lnTo>
                  <a:pt x="213" y="3201"/>
                </a:lnTo>
                <a:cubicBezTo>
                  <a:pt x="128" y="3233"/>
                  <a:pt x="75" y="3297"/>
                  <a:pt x="53" y="3382"/>
                </a:cubicBezTo>
                <a:cubicBezTo>
                  <a:pt x="0" y="3574"/>
                  <a:pt x="32" y="3788"/>
                  <a:pt x="171" y="4022"/>
                </a:cubicBezTo>
                <a:cubicBezTo>
                  <a:pt x="459" y="4502"/>
                  <a:pt x="1131" y="4929"/>
                  <a:pt x="1941" y="5110"/>
                </a:cubicBezTo>
                <a:cubicBezTo>
                  <a:pt x="2027" y="5121"/>
                  <a:pt x="2101" y="5153"/>
                  <a:pt x="2187" y="5164"/>
                </a:cubicBezTo>
                <a:cubicBezTo>
                  <a:pt x="2454" y="5217"/>
                  <a:pt x="2699" y="5228"/>
                  <a:pt x="2955" y="5228"/>
                </a:cubicBezTo>
                <a:cubicBezTo>
                  <a:pt x="3158" y="5228"/>
                  <a:pt x="3339" y="5217"/>
                  <a:pt x="3520" y="5174"/>
                </a:cubicBezTo>
                <a:cubicBezTo>
                  <a:pt x="3691" y="5153"/>
                  <a:pt x="3851" y="5100"/>
                  <a:pt x="3968" y="5036"/>
                </a:cubicBezTo>
                <a:lnTo>
                  <a:pt x="3968" y="5526"/>
                </a:lnTo>
                <a:cubicBezTo>
                  <a:pt x="3808" y="5526"/>
                  <a:pt x="3627" y="5548"/>
                  <a:pt x="3424" y="5654"/>
                </a:cubicBezTo>
                <a:cubicBezTo>
                  <a:pt x="3126" y="5836"/>
                  <a:pt x="2966" y="6113"/>
                  <a:pt x="2966" y="6497"/>
                </a:cubicBezTo>
                <a:cubicBezTo>
                  <a:pt x="2966" y="6625"/>
                  <a:pt x="3072" y="6753"/>
                  <a:pt x="3211" y="6753"/>
                </a:cubicBezTo>
                <a:cubicBezTo>
                  <a:pt x="3339" y="6753"/>
                  <a:pt x="3467" y="6647"/>
                  <a:pt x="3467" y="6508"/>
                </a:cubicBezTo>
                <a:cubicBezTo>
                  <a:pt x="3467" y="6348"/>
                  <a:pt x="3488" y="6188"/>
                  <a:pt x="3659" y="6081"/>
                </a:cubicBezTo>
                <a:cubicBezTo>
                  <a:pt x="3766" y="6028"/>
                  <a:pt x="3851" y="6017"/>
                  <a:pt x="3968" y="6017"/>
                </a:cubicBezTo>
                <a:lnTo>
                  <a:pt x="3968" y="6871"/>
                </a:lnTo>
                <a:lnTo>
                  <a:pt x="3691" y="6871"/>
                </a:lnTo>
                <a:cubicBezTo>
                  <a:pt x="3275" y="6871"/>
                  <a:pt x="2966" y="7191"/>
                  <a:pt x="2955" y="7617"/>
                </a:cubicBezTo>
                <a:lnTo>
                  <a:pt x="2955" y="7628"/>
                </a:lnTo>
                <a:cubicBezTo>
                  <a:pt x="2955" y="8087"/>
                  <a:pt x="3488" y="8417"/>
                  <a:pt x="4182" y="8417"/>
                </a:cubicBezTo>
                <a:cubicBezTo>
                  <a:pt x="4491" y="8417"/>
                  <a:pt x="4768" y="8353"/>
                  <a:pt x="4992" y="8225"/>
                </a:cubicBezTo>
                <a:cubicBezTo>
                  <a:pt x="5248" y="8087"/>
                  <a:pt x="5408" y="7873"/>
                  <a:pt x="5408" y="7649"/>
                </a:cubicBezTo>
                <a:cubicBezTo>
                  <a:pt x="5408" y="7511"/>
                  <a:pt x="5302" y="7383"/>
                  <a:pt x="5174" y="7383"/>
                </a:cubicBezTo>
                <a:cubicBezTo>
                  <a:pt x="5035" y="7383"/>
                  <a:pt x="4928" y="7489"/>
                  <a:pt x="4928" y="7617"/>
                </a:cubicBezTo>
                <a:cubicBezTo>
                  <a:pt x="4928" y="7671"/>
                  <a:pt x="4864" y="7735"/>
                  <a:pt x="4768" y="7788"/>
                </a:cubicBezTo>
                <a:cubicBezTo>
                  <a:pt x="4683" y="7841"/>
                  <a:pt x="4576" y="7873"/>
                  <a:pt x="4459" y="7895"/>
                </a:cubicBezTo>
                <a:lnTo>
                  <a:pt x="4459" y="7329"/>
                </a:lnTo>
                <a:cubicBezTo>
                  <a:pt x="4470" y="7329"/>
                  <a:pt x="4491" y="7329"/>
                  <a:pt x="4512" y="7308"/>
                </a:cubicBezTo>
                <a:cubicBezTo>
                  <a:pt x="4768" y="7276"/>
                  <a:pt x="4982" y="7180"/>
                  <a:pt x="5131" y="7031"/>
                </a:cubicBezTo>
                <a:cubicBezTo>
                  <a:pt x="5312" y="6860"/>
                  <a:pt x="5408" y="6615"/>
                  <a:pt x="5408" y="6327"/>
                </a:cubicBezTo>
                <a:cubicBezTo>
                  <a:pt x="5408" y="6188"/>
                  <a:pt x="5302" y="6070"/>
                  <a:pt x="5163" y="6070"/>
                </a:cubicBezTo>
                <a:cubicBezTo>
                  <a:pt x="5035" y="6070"/>
                  <a:pt x="4918" y="6177"/>
                  <a:pt x="4918" y="6305"/>
                </a:cubicBezTo>
                <a:cubicBezTo>
                  <a:pt x="4918" y="6497"/>
                  <a:pt x="4864" y="6753"/>
                  <a:pt x="4459" y="6817"/>
                </a:cubicBezTo>
                <a:lnTo>
                  <a:pt x="4459" y="6006"/>
                </a:lnTo>
                <a:cubicBezTo>
                  <a:pt x="4704" y="5974"/>
                  <a:pt x="4928" y="5878"/>
                  <a:pt x="5099" y="5718"/>
                </a:cubicBezTo>
                <a:cubicBezTo>
                  <a:pt x="5259" y="5580"/>
                  <a:pt x="5376" y="5398"/>
                  <a:pt x="5430" y="5206"/>
                </a:cubicBezTo>
                <a:lnTo>
                  <a:pt x="5472" y="5206"/>
                </a:lnTo>
                <a:cubicBezTo>
                  <a:pt x="5718" y="5206"/>
                  <a:pt x="5984" y="5174"/>
                  <a:pt x="6251" y="5132"/>
                </a:cubicBezTo>
                <a:cubicBezTo>
                  <a:pt x="6326" y="5121"/>
                  <a:pt x="6411" y="5110"/>
                  <a:pt x="6486" y="5078"/>
                </a:cubicBezTo>
                <a:cubicBezTo>
                  <a:pt x="7286" y="4897"/>
                  <a:pt x="7969" y="4481"/>
                  <a:pt x="8267" y="3990"/>
                </a:cubicBezTo>
                <a:cubicBezTo>
                  <a:pt x="8395" y="3788"/>
                  <a:pt x="8427" y="3574"/>
                  <a:pt x="8374" y="3382"/>
                </a:cubicBezTo>
                <a:cubicBezTo>
                  <a:pt x="8342" y="3297"/>
                  <a:pt x="8289" y="3233"/>
                  <a:pt x="8214" y="3201"/>
                </a:cubicBezTo>
                <a:lnTo>
                  <a:pt x="5739" y="2358"/>
                </a:lnTo>
                <a:cubicBezTo>
                  <a:pt x="5619" y="2321"/>
                  <a:pt x="5498" y="2302"/>
                  <a:pt x="5381" y="2302"/>
                </a:cubicBezTo>
                <a:cubicBezTo>
                  <a:pt x="5227" y="2302"/>
                  <a:pt x="5078" y="2334"/>
                  <a:pt x="4939" y="2401"/>
                </a:cubicBezTo>
                <a:cubicBezTo>
                  <a:pt x="4726" y="2508"/>
                  <a:pt x="4566" y="2689"/>
                  <a:pt x="4448" y="2913"/>
                </a:cubicBezTo>
                <a:lnTo>
                  <a:pt x="4448" y="2134"/>
                </a:lnTo>
                <a:cubicBezTo>
                  <a:pt x="4939" y="2017"/>
                  <a:pt x="5291" y="1558"/>
                  <a:pt x="5280" y="1046"/>
                </a:cubicBezTo>
                <a:cubicBezTo>
                  <a:pt x="5248" y="481"/>
                  <a:pt x="4800" y="33"/>
                  <a:pt x="4246" y="1"/>
                </a:cubicBezTo>
                <a:cubicBezTo>
                  <a:pt x="4233" y="0"/>
                  <a:pt x="4220" y="0"/>
                  <a:pt x="42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7"/>
          <p:cNvSpPr/>
          <p:nvPr/>
        </p:nvSpPr>
        <p:spPr>
          <a:xfrm>
            <a:off x="1710875" y="2880594"/>
            <a:ext cx="19749" cy="33156"/>
          </a:xfrm>
          <a:custGeom>
            <a:rect b="b" l="l" r="r" t="t"/>
            <a:pathLst>
              <a:path extrusionOk="0" h="826" w="492">
                <a:moveTo>
                  <a:pt x="258" y="1"/>
                </a:moveTo>
                <a:cubicBezTo>
                  <a:pt x="117" y="1"/>
                  <a:pt x="1" y="104"/>
                  <a:pt x="1" y="247"/>
                </a:cubicBezTo>
                <a:lnTo>
                  <a:pt x="1" y="578"/>
                </a:lnTo>
                <a:cubicBezTo>
                  <a:pt x="1" y="715"/>
                  <a:pt x="100" y="825"/>
                  <a:pt x="241" y="825"/>
                </a:cubicBezTo>
                <a:cubicBezTo>
                  <a:pt x="253" y="825"/>
                  <a:pt x="266" y="825"/>
                  <a:pt x="278" y="823"/>
                </a:cubicBezTo>
                <a:cubicBezTo>
                  <a:pt x="396" y="823"/>
                  <a:pt x="492" y="716"/>
                  <a:pt x="492" y="578"/>
                </a:cubicBezTo>
                <a:lnTo>
                  <a:pt x="492" y="258"/>
                </a:lnTo>
                <a:cubicBezTo>
                  <a:pt x="492" y="140"/>
                  <a:pt x="396" y="23"/>
                  <a:pt x="278" y="2"/>
                </a:cubicBezTo>
                <a:cubicBezTo>
                  <a:pt x="271" y="1"/>
                  <a:pt x="265" y="1"/>
                  <a:pt x="2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7"/>
          <p:cNvSpPr/>
          <p:nvPr/>
        </p:nvSpPr>
        <p:spPr>
          <a:xfrm>
            <a:off x="1644968" y="2898295"/>
            <a:ext cx="31269" cy="29061"/>
          </a:xfrm>
          <a:custGeom>
            <a:rect b="b" l="l" r="r" t="t"/>
            <a:pathLst>
              <a:path extrusionOk="0" h="724" w="779">
                <a:moveTo>
                  <a:pt x="271" y="1"/>
                </a:moveTo>
                <a:cubicBezTo>
                  <a:pt x="208" y="1"/>
                  <a:pt x="144" y="25"/>
                  <a:pt x="96" y="73"/>
                </a:cubicBezTo>
                <a:cubicBezTo>
                  <a:pt x="0" y="169"/>
                  <a:pt x="0" y="318"/>
                  <a:pt x="96" y="414"/>
                </a:cubicBezTo>
                <a:lnTo>
                  <a:pt x="331" y="659"/>
                </a:lnTo>
                <a:cubicBezTo>
                  <a:pt x="384" y="713"/>
                  <a:pt x="438" y="723"/>
                  <a:pt x="512" y="723"/>
                </a:cubicBezTo>
                <a:cubicBezTo>
                  <a:pt x="576" y="723"/>
                  <a:pt x="630" y="702"/>
                  <a:pt x="683" y="659"/>
                </a:cubicBezTo>
                <a:cubicBezTo>
                  <a:pt x="779" y="563"/>
                  <a:pt x="779" y="403"/>
                  <a:pt x="683" y="307"/>
                </a:cubicBezTo>
                <a:lnTo>
                  <a:pt x="438" y="73"/>
                </a:lnTo>
                <a:cubicBezTo>
                  <a:pt x="395" y="25"/>
                  <a:pt x="334" y="1"/>
                  <a:pt x="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7"/>
          <p:cNvSpPr/>
          <p:nvPr/>
        </p:nvSpPr>
        <p:spPr>
          <a:xfrm>
            <a:off x="1764420" y="2898295"/>
            <a:ext cx="30868" cy="29061"/>
          </a:xfrm>
          <a:custGeom>
            <a:rect b="b" l="l" r="r" t="t"/>
            <a:pathLst>
              <a:path extrusionOk="0" h="724" w="769">
                <a:moveTo>
                  <a:pt x="506" y="1"/>
                </a:moveTo>
                <a:cubicBezTo>
                  <a:pt x="443" y="1"/>
                  <a:pt x="379" y="25"/>
                  <a:pt x="331" y="73"/>
                </a:cubicBezTo>
                <a:lnTo>
                  <a:pt x="96" y="307"/>
                </a:lnTo>
                <a:cubicBezTo>
                  <a:pt x="0" y="403"/>
                  <a:pt x="0" y="563"/>
                  <a:pt x="96" y="659"/>
                </a:cubicBezTo>
                <a:cubicBezTo>
                  <a:pt x="128" y="713"/>
                  <a:pt x="203" y="723"/>
                  <a:pt x="267" y="723"/>
                </a:cubicBezTo>
                <a:cubicBezTo>
                  <a:pt x="331" y="723"/>
                  <a:pt x="384" y="702"/>
                  <a:pt x="438" y="659"/>
                </a:cubicBezTo>
                <a:lnTo>
                  <a:pt x="672" y="414"/>
                </a:lnTo>
                <a:cubicBezTo>
                  <a:pt x="768" y="329"/>
                  <a:pt x="768" y="169"/>
                  <a:pt x="672" y="73"/>
                </a:cubicBezTo>
                <a:cubicBezTo>
                  <a:pt x="630" y="25"/>
                  <a:pt x="568" y="1"/>
                  <a:pt x="5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7"/>
          <p:cNvSpPr/>
          <p:nvPr/>
        </p:nvSpPr>
        <p:spPr>
          <a:xfrm>
            <a:off x="1526759" y="2935865"/>
            <a:ext cx="338340" cy="283067"/>
          </a:xfrm>
          <a:custGeom>
            <a:rect b="b" l="l" r="r" t="t"/>
            <a:pathLst>
              <a:path extrusionOk="0" h="7052" w="8429">
                <a:moveTo>
                  <a:pt x="5292" y="470"/>
                </a:moveTo>
                <a:lnTo>
                  <a:pt x="5292" y="950"/>
                </a:lnTo>
                <a:lnTo>
                  <a:pt x="4385" y="950"/>
                </a:lnTo>
                <a:lnTo>
                  <a:pt x="4385" y="470"/>
                </a:lnTo>
                <a:close/>
                <a:moveTo>
                  <a:pt x="7010" y="2433"/>
                </a:moveTo>
                <a:lnTo>
                  <a:pt x="7362" y="3564"/>
                </a:lnTo>
                <a:lnTo>
                  <a:pt x="6209" y="3564"/>
                </a:lnTo>
                <a:lnTo>
                  <a:pt x="6209" y="2433"/>
                </a:lnTo>
                <a:close/>
                <a:moveTo>
                  <a:pt x="5719" y="1441"/>
                </a:moveTo>
                <a:lnTo>
                  <a:pt x="5719" y="4545"/>
                </a:lnTo>
                <a:cubicBezTo>
                  <a:pt x="5324" y="4652"/>
                  <a:pt x="5004" y="4961"/>
                  <a:pt x="4855" y="5345"/>
                </a:cubicBezTo>
                <a:lnTo>
                  <a:pt x="2817" y="5345"/>
                </a:lnTo>
                <a:cubicBezTo>
                  <a:pt x="2636" y="4854"/>
                  <a:pt x="2177" y="4492"/>
                  <a:pt x="1612" y="4492"/>
                </a:cubicBezTo>
                <a:lnTo>
                  <a:pt x="1548" y="4492"/>
                </a:lnTo>
                <a:lnTo>
                  <a:pt x="1548" y="1441"/>
                </a:lnTo>
                <a:close/>
                <a:moveTo>
                  <a:pt x="7906" y="4044"/>
                </a:moveTo>
                <a:lnTo>
                  <a:pt x="7906" y="5345"/>
                </a:lnTo>
                <a:lnTo>
                  <a:pt x="7244" y="5345"/>
                </a:lnTo>
                <a:cubicBezTo>
                  <a:pt x="7084" y="4908"/>
                  <a:pt x="6679" y="4577"/>
                  <a:pt x="6199" y="4513"/>
                </a:cubicBezTo>
                <a:lnTo>
                  <a:pt x="6199" y="4044"/>
                </a:lnTo>
                <a:close/>
                <a:moveTo>
                  <a:pt x="1612" y="5014"/>
                </a:moveTo>
                <a:cubicBezTo>
                  <a:pt x="2038" y="5014"/>
                  <a:pt x="2390" y="5366"/>
                  <a:pt x="2390" y="5793"/>
                </a:cubicBezTo>
                <a:cubicBezTo>
                  <a:pt x="2390" y="6198"/>
                  <a:pt x="2038" y="6561"/>
                  <a:pt x="1612" y="6561"/>
                </a:cubicBezTo>
                <a:cubicBezTo>
                  <a:pt x="1185" y="6561"/>
                  <a:pt x="844" y="6220"/>
                  <a:pt x="844" y="5793"/>
                </a:cubicBezTo>
                <a:cubicBezTo>
                  <a:pt x="844" y="5366"/>
                  <a:pt x="1185" y="5014"/>
                  <a:pt x="1612" y="5014"/>
                </a:cubicBezTo>
                <a:close/>
                <a:moveTo>
                  <a:pt x="6049" y="5014"/>
                </a:moveTo>
                <a:cubicBezTo>
                  <a:pt x="6476" y="5014"/>
                  <a:pt x="6828" y="5366"/>
                  <a:pt x="6828" y="5793"/>
                </a:cubicBezTo>
                <a:cubicBezTo>
                  <a:pt x="6828" y="6198"/>
                  <a:pt x="6476" y="6561"/>
                  <a:pt x="6049" y="6561"/>
                </a:cubicBezTo>
                <a:cubicBezTo>
                  <a:pt x="5623" y="6561"/>
                  <a:pt x="5281" y="6220"/>
                  <a:pt x="5281" y="5793"/>
                </a:cubicBezTo>
                <a:cubicBezTo>
                  <a:pt x="5281" y="5366"/>
                  <a:pt x="5623" y="5014"/>
                  <a:pt x="6049" y="5014"/>
                </a:cubicBezTo>
                <a:close/>
                <a:moveTo>
                  <a:pt x="4151" y="1"/>
                </a:moveTo>
                <a:cubicBezTo>
                  <a:pt x="4012" y="1"/>
                  <a:pt x="3905" y="107"/>
                  <a:pt x="3905" y="246"/>
                </a:cubicBezTo>
                <a:lnTo>
                  <a:pt x="3905" y="961"/>
                </a:lnTo>
                <a:lnTo>
                  <a:pt x="1292" y="961"/>
                </a:lnTo>
                <a:cubicBezTo>
                  <a:pt x="1164" y="961"/>
                  <a:pt x="1057" y="1067"/>
                  <a:pt x="1057" y="1206"/>
                </a:cubicBezTo>
                <a:lnTo>
                  <a:pt x="1057" y="2603"/>
                </a:lnTo>
                <a:lnTo>
                  <a:pt x="257" y="2603"/>
                </a:lnTo>
                <a:cubicBezTo>
                  <a:pt x="118" y="2603"/>
                  <a:pt x="1" y="2710"/>
                  <a:pt x="1" y="2838"/>
                </a:cubicBezTo>
                <a:cubicBezTo>
                  <a:pt x="1" y="2977"/>
                  <a:pt x="108" y="3094"/>
                  <a:pt x="257" y="3094"/>
                </a:cubicBezTo>
                <a:lnTo>
                  <a:pt x="1036" y="3094"/>
                </a:lnTo>
                <a:lnTo>
                  <a:pt x="1036" y="3585"/>
                </a:lnTo>
                <a:lnTo>
                  <a:pt x="598" y="3585"/>
                </a:lnTo>
                <a:cubicBezTo>
                  <a:pt x="481" y="3585"/>
                  <a:pt x="364" y="3681"/>
                  <a:pt x="342" y="3798"/>
                </a:cubicBezTo>
                <a:cubicBezTo>
                  <a:pt x="332" y="3948"/>
                  <a:pt x="438" y="4086"/>
                  <a:pt x="588" y="4086"/>
                </a:cubicBezTo>
                <a:lnTo>
                  <a:pt x="1025" y="4086"/>
                </a:lnTo>
                <a:lnTo>
                  <a:pt x="1025" y="4652"/>
                </a:lnTo>
                <a:cubicBezTo>
                  <a:pt x="609" y="4865"/>
                  <a:pt x="321" y="5292"/>
                  <a:pt x="321" y="5793"/>
                </a:cubicBezTo>
                <a:cubicBezTo>
                  <a:pt x="321" y="6497"/>
                  <a:pt x="897" y="7052"/>
                  <a:pt x="1590" y="7052"/>
                </a:cubicBezTo>
                <a:cubicBezTo>
                  <a:pt x="2262" y="7052"/>
                  <a:pt x="2817" y="6518"/>
                  <a:pt x="2849" y="5857"/>
                </a:cubicBezTo>
                <a:lnTo>
                  <a:pt x="4791" y="5857"/>
                </a:lnTo>
                <a:cubicBezTo>
                  <a:pt x="4823" y="6518"/>
                  <a:pt x="5377" y="7052"/>
                  <a:pt x="6049" y="7052"/>
                </a:cubicBezTo>
                <a:cubicBezTo>
                  <a:pt x="6732" y="7052"/>
                  <a:pt x="7276" y="6518"/>
                  <a:pt x="7319" y="5857"/>
                </a:cubicBezTo>
                <a:lnTo>
                  <a:pt x="8172" y="5857"/>
                </a:lnTo>
                <a:cubicBezTo>
                  <a:pt x="8311" y="5857"/>
                  <a:pt x="8428" y="5750"/>
                  <a:pt x="8428" y="5612"/>
                </a:cubicBezTo>
                <a:lnTo>
                  <a:pt x="8428" y="3830"/>
                </a:lnTo>
                <a:cubicBezTo>
                  <a:pt x="8428" y="3670"/>
                  <a:pt x="8311" y="3564"/>
                  <a:pt x="8172" y="3564"/>
                </a:cubicBezTo>
                <a:lnTo>
                  <a:pt x="7884" y="3564"/>
                </a:lnTo>
                <a:lnTo>
                  <a:pt x="7436" y="2113"/>
                </a:lnTo>
                <a:cubicBezTo>
                  <a:pt x="7415" y="2006"/>
                  <a:pt x="7308" y="1931"/>
                  <a:pt x="7202" y="1931"/>
                </a:cubicBezTo>
                <a:lnTo>
                  <a:pt x="6209" y="1931"/>
                </a:lnTo>
                <a:lnTo>
                  <a:pt x="6209" y="1206"/>
                </a:lnTo>
                <a:cubicBezTo>
                  <a:pt x="6209" y="1067"/>
                  <a:pt x="6103" y="961"/>
                  <a:pt x="5975" y="961"/>
                </a:cubicBezTo>
                <a:lnTo>
                  <a:pt x="5783" y="961"/>
                </a:lnTo>
                <a:lnTo>
                  <a:pt x="5783" y="246"/>
                </a:lnTo>
                <a:cubicBezTo>
                  <a:pt x="5783" y="107"/>
                  <a:pt x="5676" y="1"/>
                  <a:pt x="55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7"/>
          <p:cNvSpPr/>
          <p:nvPr/>
        </p:nvSpPr>
        <p:spPr>
          <a:xfrm>
            <a:off x="1614542" y="3014216"/>
            <a:ext cx="114399" cy="114359"/>
          </a:xfrm>
          <a:custGeom>
            <a:rect b="b" l="l" r="r" t="t"/>
            <a:pathLst>
              <a:path extrusionOk="0" h="2849" w="2850">
                <a:moveTo>
                  <a:pt x="1665" y="491"/>
                </a:moveTo>
                <a:lnTo>
                  <a:pt x="1665" y="929"/>
                </a:lnTo>
                <a:cubicBezTo>
                  <a:pt x="1665" y="1068"/>
                  <a:pt x="1772" y="1185"/>
                  <a:pt x="1921" y="1185"/>
                </a:cubicBezTo>
                <a:lnTo>
                  <a:pt x="2358" y="1185"/>
                </a:lnTo>
                <a:lnTo>
                  <a:pt x="2358" y="1676"/>
                </a:lnTo>
                <a:lnTo>
                  <a:pt x="1921" y="1676"/>
                </a:lnTo>
                <a:cubicBezTo>
                  <a:pt x="1782" y="1676"/>
                  <a:pt x="1676" y="1782"/>
                  <a:pt x="1676" y="1921"/>
                </a:cubicBezTo>
                <a:lnTo>
                  <a:pt x="1676" y="2358"/>
                </a:lnTo>
                <a:lnTo>
                  <a:pt x="1185" y="2358"/>
                </a:lnTo>
                <a:lnTo>
                  <a:pt x="1185" y="1921"/>
                </a:lnTo>
                <a:cubicBezTo>
                  <a:pt x="1185" y="1782"/>
                  <a:pt x="1078" y="1665"/>
                  <a:pt x="929" y="1665"/>
                </a:cubicBezTo>
                <a:lnTo>
                  <a:pt x="492" y="1665"/>
                </a:lnTo>
                <a:lnTo>
                  <a:pt x="492" y="1174"/>
                </a:lnTo>
                <a:lnTo>
                  <a:pt x="929" y="1174"/>
                </a:lnTo>
                <a:cubicBezTo>
                  <a:pt x="1068" y="1174"/>
                  <a:pt x="1174" y="1068"/>
                  <a:pt x="1174" y="929"/>
                </a:cubicBezTo>
                <a:lnTo>
                  <a:pt x="1174" y="491"/>
                </a:lnTo>
                <a:close/>
                <a:moveTo>
                  <a:pt x="918" y="1"/>
                </a:moveTo>
                <a:cubicBezTo>
                  <a:pt x="780" y="1"/>
                  <a:pt x="673" y="107"/>
                  <a:pt x="673" y="246"/>
                </a:cubicBezTo>
                <a:lnTo>
                  <a:pt x="673" y="694"/>
                </a:lnTo>
                <a:lnTo>
                  <a:pt x="235" y="694"/>
                </a:lnTo>
                <a:cubicBezTo>
                  <a:pt x="107" y="694"/>
                  <a:pt x="1" y="801"/>
                  <a:pt x="1" y="929"/>
                </a:cubicBezTo>
                <a:lnTo>
                  <a:pt x="1" y="1921"/>
                </a:lnTo>
                <a:cubicBezTo>
                  <a:pt x="1" y="2038"/>
                  <a:pt x="107" y="2156"/>
                  <a:pt x="235" y="2156"/>
                </a:cubicBezTo>
                <a:lnTo>
                  <a:pt x="673" y="2156"/>
                </a:lnTo>
                <a:lnTo>
                  <a:pt x="673" y="2593"/>
                </a:lnTo>
                <a:cubicBezTo>
                  <a:pt x="673" y="2732"/>
                  <a:pt x="780" y="2849"/>
                  <a:pt x="929" y="2849"/>
                </a:cubicBezTo>
                <a:lnTo>
                  <a:pt x="1921" y="2849"/>
                </a:lnTo>
                <a:cubicBezTo>
                  <a:pt x="2049" y="2849"/>
                  <a:pt x="2166" y="2742"/>
                  <a:pt x="2166" y="2614"/>
                </a:cubicBezTo>
                <a:lnTo>
                  <a:pt x="2166" y="2166"/>
                </a:lnTo>
                <a:lnTo>
                  <a:pt x="2614" y="2166"/>
                </a:lnTo>
                <a:cubicBezTo>
                  <a:pt x="2742" y="2166"/>
                  <a:pt x="2849" y="2060"/>
                  <a:pt x="2849" y="1932"/>
                </a:cubicBezTo>
                <a:lnTo>
                  <a:pt x="2849" y="940"/>
                </a:lnTo>
                <a:cubicBezTo>
                  <a:pt x="2849" y="812"/>
                  <a:pt x="2742" y="694"/>
                  <a:pt x="2593" y="694"/>
                </a:cubicBezTo>
                <a:lnTo>
                  <a:pt x="2156" y="694"/>
                </a:lnTo>
                <a:lnTo>
                  <a:pt x="2156" y="246"/>
                </a:lnTo>
                <a:cubicBezTo>
                  <a:pt x="2156" y="118"/>
                  <a:pt x="2049" y="1"/>
                  <a:pt x="19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7"/>
          <p:cNvSpPr/>
          <p:nvPr/>
        </p:nvSpPr>
        <p:spPr>
          <a:xfrm>
            <a:off x="2267517" y="2959386"/>
            <a:ext cx="81404" cy="219767"/>
          </a:xfrm>
          <a:custGeom>
            <a:rect b="b" l="l" r="r" t="t"/>
            <a:pathLst>
              <a:path extrusionOk="0" h="5475" w="2028">
                <a:moveTo>
                  <a:pt x="1025" y="3959"/>
                </a:moveTo>
                <a:cubicBezTo>
                  <a:pt x="1302" y="3959"/>
                  <a:pt x="1537" y="4194"/>
                  <a:pt x="1537" y="4471"/>
                </a:cubicBezTo>
                <a:cubicBezTo>
                  <a:pt x="1537" y="4748"/>
                  <a:pt x="1302" y="4972"/>
                  <a:pt x="1025" y="4972"/>
                </a:cubicBezTo>
                <a:cubicBezTo>
                  <a:pt x="747" y="4972"/>
                  <a:pt x="523" y="4748"/>
                  <a:pt x="523" y="4471"/>
                </a:cubicBezTo>
                <a:cubicBezTo>
                  <a:pt x="523" y="4194"/>
                  <a:pt x="747" y="3959"/>
                  <a:pt x="1025" y="3959"/>
                </a:cubicBezTo>
                <a:close/>
                <a:moveTo>
                  <a:pt x="1036" y="1"/>
                </a:moveTo>
                <a:cubicBezTo>
                  <a:pt x="895" y="1"/>
                  <a:pt x="769" y="104"/>
                  <a:pt x="769" y="247"/>
                </a:cubicBezTo>
                <a:lnTo>
                  <a:pt x="769" y="3500"/>
                </a:lnTo>
                <a:cubicBezTo>
                  <a:pt x="321" y="3618"/>
                  <a:pt x="1" y="4034"/>
                  <a:pt x="11" y="4514"/>
                </a:cubicBezTo>
                <a:cubicBezTo>
                  <a:pt x="43" y="5026"/>
                  <a:pt x="449" y="5442"/>
                  <a:pt x="961" y="5474"/>
                </a:cubicBezTo>
                <a:cubicBezTo>
                  <a:pt x="974" y="5474"/>
                  <a:pt x="987" y="5474"/>
                  <a:pt x="1000" y="5474"/>
                </a:cubicBezTo>
                <a:cubicBezTo>
                  <a:pt x="1559" y="5474"/>
                  <a:pt x="2017" y="5034"/>
                  <a:pt x="2017" y="4471"/>
                </a:cubicBezTo>
                <a:cubicBezTo>
                  <a:pt x="2028" y="4002"/>
                  <a:pt x="1708" y="3618"/>
                  <a:pt x="1270" y="3500"/>
                </a:cubicBezTo>
                <a:lnTo>
                  <a:pt x="1270" y="257"/>
                </a:lnTo>
                <a:cubicBezTo>
                  <a:pt x="1270" y="140"/>
                  <a:pt x="1174" y="12"/>
                  <a:pt x="1057" y="1"/>
                </a:cubicBezTo>
                <a:cubicBezTo>
                  <a:pt x="1050" y="1"/>
                  <a:pt x="1043" y="1"/>
                  <a:pt x="10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7"/>
          <p:cNvSpPr/>
          <p:nvPr/>
        </p:nvSpPr>
        <p:spPr>
          <a:xfrm>
            <a:off x="2228984" y="2880594"/>
            <a:ext cx="160199" cy="338340"/>
          </a:xfrm>
          <a:custGeom>
            <a:rect b="b" l="l" r="r" t="t"/>
            <a:pathLst>
              <a:path extrusionOk="0" h="8429" w="3991">
                <a:moveTo>
                  <a:pt x="1993" y="510"/>
                </a:moveTo>
                <a:cubicBezTo>
                  <a:pt x="2397" y="510"/>
                  <a:pt x="2721" y="847"/>
                  <a:pt x="2721" y="1250"/>
                </a:cubicBezTo>
                <a:lnTo>
                  <a:pt x="2721" y="5015"/>
                </a:lnTo>
                <a:cubicBezTo>
                  <a:pt x="2721" y="5101"/>
                  <a:pt x="2764" y="5175"/>
                  <a:pt x="2828" y="5218"/>
                </a:cubicBezTo>
                <a:cubicBezTo>
                  <a:pt x="3233" y="5495"/>
                  <a:pt x="3478" y="5965"/>
                  <a:pt x="3478" y="6455"/>
                </a:cubicBezTo>
                <a:cubicBezTo>
                  <a:pt x="3489" y="7255"/>
                  <a:pt x="2817" y="7938"/>
                  <a:pt x="1985" y="7938"/>
                </a:cubicBezTo>
                <a:cubicBezTo>
                  <a:pt x="1163" y="7938"/>
                  <a:pt x="491" y="7277"/>
                  <a:pt x="491" y="6445"/>
                </a:cubicBezTo>
                <a:cubicBezTo>
                  <a:pt x="491" y="5954"/>
                  <a:pt x="737" y="5485"/>
                  <a:pt x="1142" y="5207"/>
                </a:cubicBezTo>
                <a:cubicBezTo>
                  <a:pt x="1217" y="5165"/>
                  <a:pt x="1249" y="5090"/>
                  <a:pt x="1249" y="5005"/>
                </a:cubicBezTo>
                <a:lnTo>
                  <a:pt x="1249" y="1250"/>
                </a:lnTo>
                <a:cubicBezTo>
                  <a:pt x="1249" y="876"/>
                  <a:pt x="1547" y="535"/>
                  <a:pt x="1921" y="514"/>
                </a:cubicBezTo>
                <a:cubicBezTo>
                  <a:pt x="1945" y="511"/>
                  <a:pt x="1969" y="510"/>
                  <a:pt x="1993" y="510"/>
                </a:cubicBezTo>
                <a:close/>
                <a:moveTo>
                  <a:pt x="2011" y="0"/>
                </a:moveTo>
                <a:cubicBezTo>
                  <a:pt x="1323" y="0"/>
                  <a:pt x="758" y="544"/>
                  <a:pt x="758" y="1228"/>
                </a:cubicBezTo>
                <a:lnTo>
                  <a:pt x="758" y="4877"/>
                </a:lnTo>
                <a:cubicBezTo>
                  <a:pt x="278" y="5250"/>
                  <a:pt x="1" y="5815"/>
                  <a:pt x="1" y="6445"/>
                </a:cubicBezTo>
                <a:cubicBezTo>
                  <a:pt x="1" y="7543"/>
                  <a:pt x="897" y="8429"/>
                  <a:pt x="1985" y="8429"/>
                </a:cubicBezTo>
                <a:cubicBezTo>
                  <a:pt x="3084" y="8429"/>
                  <a:pt x="3969" y="7543"/>
                  <a:pt x="3969" y="6445"/>
                </a:cubicBezTo>
                <a:cubicBezTo>
                  <a:pt x="3990" y="5815"/>
                  <a:pt x="3692" y="5250"/>
                  <a:pt x="3212" y="4877"/>
                </a:cubicBezTo>
                <a:lnTo>
                  <a:pt x="3212" y="1250"/>
                </a:lnTo>
                <a:cubicBezTo>
                  <a:pt x="3212" y="588"/>
                  <a:pt x="2721" y="44"/>
                  <a:pt x="2070" y="2"/>
                </a:cubicBezTo>
                <a:cubicBezTo>
                  <a:pt x="2050" y="1"/>
                  <a:pt x="2031" y="0"/>
                  <a:pt x="20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7"/>
          <p:cNvSpPr/>
          <p:nvPr/>
        </p:nvSpPr>
        <p:spPr>
          <a:xfrm>
            <a:off x="2376694" y="3039062"/>
            <a:ext cx="51861" cy="20150"/>
          </a:xfrm>
          <a:custGeom>
            <a:rect b="b" l="l" r="r" t="t"/>
            <a:pathLst>
              <a:path extrusionOk="0" h="502" w="1292">
                <a:moveTo>
                  <a:pt x="268" y="0"/>
                </a:moveTo>
                <a:cubicBezTo>
                  <a:pt x="140" y="0"/>
                  <a:pt x="22" y="96"/>
                  <a:pt x="12" y="214"/>
                </a:cubicBezTo>
                <a:cubicBezTo>
                  <a:pt x="1" y="363"/>
                  <a:pt x="108" y="502"/>
                  <a:pt x="246" y="502"/>
                </a:cubicBezTo>
                <a:lnTo>
                  <a:pt x="1014" y="502"/>
                </a:lnTo>
                <a:cubicBezTo>
                  <a:pt x="1132" y="502"/>
                  <a:pt x="1249" y="406"/>
                  <a:pt x="1260" y="289"/>
                </a:cubicBezTo>
                <a:cubicBezTo>
                  <a:pt x="1292" y="128"/>
                  <a:pt x="1174" y="0"/>
                  <a:pt x="10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7"/>
          <p:cNvSpPr/>
          <p:nvPr/>
        </p:nvSpPr>
        <p:spPr>
          <a:xfrm>
            <a:off x="2376694" y="2999686"/>
            <a:ext cx="51861" cy="19709"/>
          </a:xfrm>
          <a:custGeom>
            <a:rect b="b" l="l" r="r" t="t"/>
            <a:pathLst>
              <a:path extrusionOk="0" h="491" w="1292">
                <a:moveTo>
                  <a:pt x="268" y="0"/>
                </a:moveTo>
                <a:cubicBezTo>
                  <a:pt x="140" y="0"/>
                  <a:pt x="22" y="96"/>
                  <a:pt x="12" y="213"/>
                </a:cubicBezTo>
                <a:cubicBezTo>
                  <a:pt x="1" y="363"/>
                  <a:pt x="108" y="491"/>
                  <a:pt x="246" y="491"/>
                </a:cubicBezTo>
                <a:lnTo>
                  <a:pt x="1014" y="491"/>
                </a:lnTo>
                <a:cubicBezTo>
                  <a:pt x="1132" y="491"/>
                  <a:pt x="1249" y="395"/>
                  <a:pt x="1260" y="277"/>
                </a:cubicBezTo>
                <a:cubicBezTo>
                  <a:pt x="1292" y="117"/>
                  <a:pt x="1174" y="0"/>
                  <a:pt x="10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7"/>
          <p:cNvSpPr/>
          <p:nvPr/>
        </p:nvSpPr>
        <p:spPr>
          <a:xfrm>
            <a:off x="2376694" y="2959868"/>
            <a:ext cx="51861" cy="20150"/>
          </a:xfrm>
          <a:custGeom>
            <a:rect b="b" l="l" r="r" t="t"/>
            <a:pathLst>
              <a:path extrusionOk="0" h="502" w="1292">
                <a:moveTo>
                  <a:pt x="268" y="0"/>
                </a:moveTo>
                <a:cubicBezTo>
                  <a:pt x="140" y="0"/>
                  <a:pt x="22" y="96"/>
                  <a:pt x="12" y="213"/>
                </a:cubicBezTo>
                <a:cubicBezTo>
                  <a:pt x="1" y="363"/>
                  <a:pt x="108" y="501"/>
                  <a:pt x="246" y="501"/>
                </a:cubicBezTo>
                <a:lnTo>
                  <a:pt x="1014" y="501"/>
                </a:lnTo>
                <a:cubicBezTo>
                  <a:pt x="1132" y="501"/>
                  <a:pt x="1249" y="405"/>
                  <a:pt x="1260" y="288"/>
                </a:cubicBezTo>
                <a:cubicBezTo>
                  <a:pt x="1292" y="128"/>
                  <a:pt x="1174" y="0"/>
                  <a:pt x="10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7"/>
          <p:cNvSpPr/>
          <p:nvPr/>
        </p:nvSpPr>
        <p:spPr>
          <a:xfrm>
            <a:off x="2377135" y="2920452"/>
            <a:ext cx="51419" cy="19749"/>
          </a:xfrm>
          <a:custGeom>
            <a:rect b="b" l="l" r="r" t="t"/>
            <a:pathLst>
              <a:path extrusionOk="0" h="492" w="1281">
                <a:moveTo>
                  <a:pt x="267" y="1"/>
                </a:moveTo>
                <a:cubicBezTo>
                  <a:pt x="150" y="1"/>
                  <a:pt x="33" y="86"/>
                  <a:pt x="11" y="214"/>
                </a:cubicBezTo>
                <a:cubicBezTo>
                  <a:pt x="1" y="363"/>
                  <a:pt x="107" y="491"/>
                  <a:pt x="257" y="491"/>
                </a:cubicBezTo>
                <a:lnTo>
                  <a:pt x="1014" y="491"/>
                </a:lnTo>
                <a:cubicBezTo>
                  <a:pt x="1131" y="491"/>
                  <a:pt x="1259" y="395"/>
                  <a:pt x="1270" y="278"/>
                </a:cubicBezTo>
                <a:cubicBezTo>
                  <a:pt x="1281" y="129"/>
                  <a:pt x="1174" y="1"/>
                  <a:pt x="10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7"/>
          <p:cNvSpPr/>
          <p:nvPr/>
        </p:nvSpPr>
        <p:spPr>
          <a:xfrm>
            <a:off x="2826286" y="2880634"/>
            <a:ext cx="278371" cy="337457"/>
          </a:xfrm>
          <a:custGeom>
            <a:rect b="b" l="l" r="r" t="t"/>
            <a:pathLst>
              <a:path extrusionOk="0" h="8407" w="6935">
                <a:moveTo>
                  <a:pt x="4588" y="481"/>
                </a:moveTo>
                <a:lnTo>
                  <a:pt x="4236" y="2027"/>
                </a:lnTo>
                <a:cubicBezTo>
                  <a:pt x="4236" y="2155"/>
                  <a:pt x="4310" y="2283"/>
                  <a:pt x="4417" y="2326"/>
                </a:cubicBezTo>
                <a:cubicBezTo>
                  <a:pt x="4662" y="2422"/>
                  <a:pt x="4812" y="2667"/>
                  <a:pt x="4790" y="2934"/>
                </a:cubicBezTo>
                <a:cubicBezTo>
                  <a:pt x="4769" y="3094"/>
                  <a:pt x="4694" y="3254"/>
                  <a:pt x="4556" y="3350"/>
                </a:cubicBezTo>
                <a:cubicBezTo>
                  <a:pt x="4456" y="3434"/>
                  <a:pt x="4336" y="3478"/>
                  <a:pt x="4212" y="3478"/>
                </a:cubicBezTo>
                <a:cubicBezTo>
                  <a:pt x="4177" y="3478"/>
                  <a:pt x="4143" y="3474"/>
                  <a:pt x="4108" y="3467"/>
                </a:cubicBezTo>
                <a:cubicBezTo>
                  <a:pt x="4012" y="3457"/>
                  <a:pt x="3926" y="3435"/>
                  <a:pt x="3852" y="3382"/>
                </a:cubicBezTo>
                <a:cubicBezTo>
                  <a:pt x="3708" y="3279"/>
                  <a:pt x="3533" y="3229"/>
                  <a:pt x="3356" y="3229"/>
                </a:cubicBezTo>
                <a:cubicBezTo>
                  <a:pt x="3257" y="3229"/>
                  <a:pt x="3158" y="3245"/>
                  <a:pt x="3062" y="3275"/>
                </a:cubicBezTo>
                <a:cubicBezTo>
                  <a:pt x="3008" y="3291"/>
                  <a:pt x="2942" y="3301"/>
                  <a:pt x="2872" y="3301"/>
                </a:cubicBezTo>
                <a:cubicBezTo>
                  <a:pt x="2847" y="3301"/>
                  <a:pt x="2821" y="3300"/>
                  <a:pt x="2796" y="3297"/>
                </a:cubicBezTo>
                <a:cubicBezTo>
                  <a:pt x="2636" y="3275"/>
                  <a:pt x="2486" y="3190"/>
                  <a:pt x="2401" y="3062"/>
                </a:cubicBezTo>
                <a:cubicBezTo>
                  <a:pt x="2305" y="2923"/>
                  <a:pt x="2262" y="2763"/>
                  <a:pt x="2294" y="2593"/>
                </a:cubicBezTo>
                <a:cubicBezTo>
                  <a:pt x="2348" y="2326"/>
                  <a:pt x="2561" y="2123"/>
                  <a:pt x="2828" y="2102"/>
                </a:cubicBezTo>
                <a:cubicBezTo>
                  <a:pt x="2934" y="2081"/>
                  <a:pt x="3020" y="2006"/>
                  <a:pt x="3041" y="1889"/>
                </a:cubicBezTo>
                <a:lnTo>
                  <a:pt x="3222" y="481"/>
                </a:lnTo>
                <a:close/>
                <a:moveTo>
                  <a:pt x="2742" y="502"/>
                </a:moveTo>
                <a:lnTo>
                  <a:pt x="2582" y="1654"/>
                </a:lnTo>
                <a:cubicBezTo>
                  <a:pt x="2198" y="1782"/>
                  <a:pt x="1889" y="2102"/>
                  <a:pt x="1825" y="2507"/>
                </a:cubicBezTo>
                <a:cubicBezTo>
                  <a:pt x="1772" y="2806"/>
                  <a:pt x="1836" y="3115"/>
                  <a:pt x="2006" y="3350"/>
                </a:cubicBezTo>
                <a:cubicBezTo>
                  <a:pt x="2188" y="3595"/>
                  <a:pt x="2454" y="3755"/>
                  <a:pt x="2742" y="3787"/>
                </a:cubicBezTo>
                <a:cubicBezTo>
                  <a:pt x="2802" y="3799"/>
                  <a:pt x="2864" y="3805"/>
                  <a:pt x="2925" y="3805"/>
                </a:cubicBezTo>
                <a:cubicBezTo>
                  <a:pt x="3027" y="3805"/>
                  <a:pt x="3129" y="3789"/>
                  <a:pt x="3222" y="3755"/>
                </a:cubicBezTo>
                <a:cubicBezTo>
                  <a:pt x="3266" y="3740"/>
                  <a:pt x="3313" y="3731"/>
                  <a:pt x="3360" y="3731"/>
                </a:cubicBezTo>
                <a:cubicBezTo>
                  <a:pt x="3439" y="3731"/>
                  <a:pt x="3518" y="3755"/>
                  <a:pt x="3585" y="3809"/>
                </a:cubicBezTo>
                <a:cubicBezTo>
                  <a:pt x="3713" y="3894"/>
                  <a:pt x="3873" y="3947"/>
                  <a:pt x="4033" y="3979"/>
                </a:cubicBezTo>
                <a:cubicBezTo>
                  <a:pt x="4086" y="3990"/>
                  <a:pt x="4129" y="3990"/>
                  <a:pt x="4182" y="3990"/>
                </a:cubicBezTo>
                <a:cubicBezTo>
                  <a:pt x="4428" y="3990"/>
                  <a:pt x="4662" y="3915"/>
                  <a:pt x="4865" y="3755"/>
                </a:cubicBezTo>
                <a:cubicBezTo>
                  <a:pt x="5100" y="3563"/>
                  <a:pt x="5239" y="3297"/>
                  <a:pt x="5260" y="2987"/>
                </a:cubicBezTo>
                <a:cubicBezTo>
                  <a:pt x="5303" y="2582"/>
                  <a:pt x="5100" y="2187"/>
                  <a:pt x="4769" y="1974"/>
                </a:cubicBezTo>
                <a:lnTo>
                  <a:pt x="5089" y="513"/>
                </a:lnTo>
                <a:lnTo>
                  <a:pt x="6423" y="513"/>
                </a:lnTo>
                <a:lnTo>
                  <a:pt x="6423" y="7926"/>
                </a:lnTo>
                <a:lnTo>
                  <a:pt x="5719" y="7926"/>
                </a:lnTo>
                <a:lnTo>
                  <a:pt x="4822" y="6081"/>
                </a:lnTo>
                <a:cubicBezTo>
                  <a:pt x="5089" y="5782"/>
                  <a:pt x="5185" y="5356"/>
                  <a:pt x="5036" y="4961"/>
                </a:cubicBezTo>
                <a:cubicBezTo>
                  <a:pt x="4929" y="4684"/>
                  <a:pt x="4716" y="4460"/>
                  <a:pt x="4438" y="4342"/>
                </a:cubicBezTo>
                <a:cubicBezTo>
                  <a:pt x="4300" y="4278"/>
                  <a:pt x="4153" y="4246"/>
                  <a:pt x="4008" y="4246"/>
                </a:cubicBezTo>
                <a:cubicBezTo>
                  <a:pt x="3862" y="4246"/>
                  <a:pt x="3718" y="4278"/>
                  <a:pt x="3585" y="4342"/>
                </a:cubicBezTo>
                <a:cubicBezTo>
                  <a:pt x="3436" y="4406"/>
                  <a:pt x="3308" y="4502"/>
                  <a:pt x="3180" y="4630"/>
                </a:cubicBezTo>
                <a:cubicBezTo>
                  <a:pt x="3105" y="4726"/>
                  <a:pt x="2988" y="4780"/>
                  <a:pt x="2849" y="4780"/>
                </a:cubicBezTo>
                <a:cubicBezTo>
                  <a:pt x="2829" y="4778"/>
                  <a:pt x="2809" y="4778"/>
                  <a:pt x="2789" y="4778"/>
                </a:cubicBezTo>
                <a:cubicBezTo>
                  <a:pt x="2647" y="4778"/>
                  <a:pt x="2500" y="4810"/>
                  <a:pt x="2369" y="4876"/>
                </a:cubicBezTo>
                <a:cubicBezTo>
                  <a:pt x="2092" y="4993"/>
                  <a:pt x="1889" y="5217"/>
                  <a:pt x="1782" y="5494"/>
                </a:cubicBezTo>
                <a:cubicBezTo>
                  <a:pt x="1676" y="5782"/>
                  <a:pt x="1686" y="6081"/>
                  <a:pt x="1825" y="6369"/>
                </a:cubicBezTo>
                <a:cubicBezTo>
                  <a:pt x="2006" y="6742"/>
                  <a:pt x="2380" y="6977"/>
                  <a:pt x="2796" y="6977"/>
                </a:cubicBezTo>
                <a:lnTo>
                  <a:pt x="3222" y="7926"/>
                </a:lnTo>
                <a:lnTo>
                  <a:pt x="491" y="7926"/>
                </a:lnTo>
                <a:lnTo>
                  <a:pt x="491" y="502"/>
                </a:lnTo>
                <a:close/>
                <a:moveTo>
                  <a:pt x="3990" y="4742"/>
                </a:moveTo>
                <a:cubicBezTo>
                  <a:pt x="4070" y="4742"/>
                  <a:pt x="4150" y="4758"/>
                  <a:pt x="4225" y="4790"/>
                </a:cubicBezTo>
                <a:cubicBezTo>
                  <a:pt x="4374" y="4854"/>
                  <a:pt x="4492" y="4972"/>
                  <a:pt x="4556" y="5142"/>
                </a:cubicBezTo>
                <a:cubicBezTo>
                  <a:pt x="4652" y="5388"/>
                  <a:pt x="4577" y="5676"/>
                  <a:pt x="4364" y="5825"/>
                </a:cubicBezTo>
                <a:cubicBezTo>
                  <a:pt x="4278" y="5910"/>
                  <a:pt x="4257" y="6049"/>
                  <a:pt x="4310" y="6156"/>
                </a:cubicBezTo>
                <a:lnTo>
                  <a:pt x="5175" y="7937"/>
                </a:lnTo>
                <a:lnTo>
                  <a:pt x="3756" y="7937"/>
                </a:lnTo>
                <a:lnTo>
                  <a:pt x="3169" y="6625"/>
                </a:lnTo>
                <a:cubicBezTo>
                  <a:pt x="3140" y="6529"/>
                  <a:pt x="3033" y="6485"/>
                  <a:pt x="2935" y="6485"/>
                </a:cubicBezTo>
                <a:cubicBezTo>
                  <a:pt x="2924" y="6485"/>
                  <a:pt x="2913" y="6485"/>
                  <a:pt x="2902" y="6486"/>
                </a:cubicBezTo>
                <a:cubicBezTo>
                  <a:pt x="2875" y="6490"/>
                  <a:pt x="2848" y="6491"/>
                  <a:pt x="2822" y="6491"/>
                </a:cubicBezTo>
                <a:cubicBezTo>
                  <a:pt x="2587" y="6491"/>
                  <a:pt x="2377" y="6365"/>
                  <a:pt x="2262" y="6145"/>
                </a:cubicBezTo>
                <a:cubicBezTo>
                  <a:pt x="2198" y="6006"/>
                  <a:pt x="2188" y="5825"/>
                  <a:pt x="2241" y="5665"/>
                </a:cubicBezTo>
                <a:cubicBezTo>
                  <a:pt x="2294" y="5505"/>
                  <a:pt x="2412" y="5388"/>
                  <a:pt x="2561" y="5324"/>
                </a:cubicBezTo>
                <a:cubicBezTo>
                  <a:pt x="2636" y="5281"/>
                  <a:pt x="2732" y="5270"/>
                  <a:pt x="2828" y="5270"/>
                </a:cubicBezTo>
                <a:cubicBezTo>
                  <a:pt x="2839" y="5271"/>
                  <a:pt x="2851" y="5271"/>
                  <a:pt x="2862" y="5271"/>
                </a:cubicBezTo>
                <a:cubicBezTo>
                  <a:pt x="3127" y="5271"/>
                  <a:pt x="3379" y="5155"/>
                  <a:pt x="3542" y="4950"/>
                </a:cubicBezTo>
                <a:cubicBezTo>
                  <a:pt x="3596" y="4886"/>
                  <a:pt x="3681" y="4833"/>
                  <a:pt x="3756" y="4790"/>
                </a:cubicBezTo>
                <a:cubicBezTo>
                  <a:pt x="3830" y="4758"/>
                  <a:pt x="3910" y="4742"/>
                  <a:pt x="3990" y="4742"/>
                </a:cubicBezTo>
                <a:close/>
                <a:moveTo>
                  <a:pt x="235" y="1"/>
                </a:moveTo>
                <a:cubicBezTo>
                  <a:pt x="107" y="1"/>
                  <a:pt x="1" y="107"/>
                  <a:pt x="1" y="246"/>
                </a:cubicBezTo>
                <a:lnTo>
                  <a:pt x="1" y="8161"/>
                </a:lnTo>
                <a:cubicBezTo>
                  <a:pt x="1" y="8300"/>
                  <a:pt x="107" y="8406"/>
                  <a:pt x="235" y="8406"/>
                </a:cubicBezTo>
                <a:lnTo>
                  <a:pt x="6679" y="8406"/>
                </a:lnTo>
                <a:cubicBezTo>
                  <a:pt x="6817" y="8406"/>
                  <a:pt x="6924" y="8300"/>
                  <a:pt x="6924" y="8161"/>
                </a:cubicBezTo>
                <a:lnTo>
                  <a:pt x="6924" y="257"/>
                </a:lnTo>
                <a:cubicBezTo>
                  <a:pt x="6935" y="107"/>
                  <a:pt x="6828" y="1"/>
                  <a:pt x="66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7"/>
          <p:cNvSpPr/>
          <p:nvPr/>
        </p:nvSpPr>
        <p:spPr>
          <a:xfrm>
            <a:off x="3616695" y="2910939"/>
            <a:ext cx="19749" cy="31430"/>
          </a:xfrm>
          <a:custGeom>
            <a:rect b="b" l="l" r="r" t="t"/>
            <a:pathLst>
              <a:path extrusionOk="0" h="783" w="492">
                <a:moveTo>
                  <a:pt x="252" y="0"/>
                </a:moveTo>
                <a:cubicBezTo>
                  <a:pt x="239" y="0"/>
                  <a:pt x="227" y="1"/>
                  <a:pt x="214" y="3"/>
                </a:cubicBezTo>
                <a:cubicBezTo>
                  <a:pt x="97" y="24"/>
                  <a:pt x="1" y="131"/>
                  <a:pt x="1" y="259"/>
                </a:cubicBezTo>
                <a:lnTo>
                  <a:pt x="1" y="526"/>
                </a:lnTo>
                <a:cubicBezTo>
                  <a:pt x="1" y="654"/>
                  <a:pt x="97" y="771"/>
                  <a:pt x="214" y="782"/>
                </a:cubicBezTo>
                <a:cubicBezTo>
                  <a:pt x="221" y="782"/>
                  <a:pt x="228" y="782"/>
                  <a:pt x="235" y="782"/>
                </a:cubicBezTo>
                <a:cubicBezTo>
                  <a:pt x="375" y="782"/>
                  <a:pt x="492" y="679"/>
                  <a:pt x="492" y="536"/>
                </a:cubicBezTo>
                <a:lnTo>
                  <a:pt x="492" y="248"/>
                </a:lnTo>
                <a:cubicBezTo>
                  <a:pt x="492" y="111"/>
                  <a:pt x="392" y="0"/>
                  <a:pt x="2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7"/>
          <p:cNvSpPr/>
          <p:nvPr/>
        </p:nvSpPr>
        <p:spPr>
          <a:xfrm>
            <a:off x="3521646" y="2880634"/>
            <a:ext cx="212421" cy="337899"/>
          </a:xfrm>
          <a:custGeom>
            <a:rect b="b" l="l" r="r" t="t"/>
            <a:pathLst>
              <a:path extrusionOk="0" h="8418" w="5292">
                <a:moveTo>
                  <a:pt x="3340" y="491"/>
                </a:moveTo>
                <a:lnTo>
                  <a:pt x="3340" y="897"/>
                </a:lnTo>
                <a:cubicBezTo>
                  <a:pt x="3340" y="1238"/>
                  <a:pt x="3628" y="1505"/>
                  <a:pt x="3958" y="1505"/>
                </a:cubicBezTo>
                <a:cubicBezTo>
                  <a:pt x="4406" y="1505"/>
                  <a:pt x="4769" y="1867"/>
                  <a:pt x="4769" y="2326"/>
                </a:cubicBezTo>
                <a:lnTo>
                  <a:pt x="4769" y="5996"/>
                </a:lnTo>
                <a:cubicBezTo>
                  <a:pt x="4769" y="6401"/>
                  <a:pt x="4438" y="6764"/>
                  <a:pt x="4022" y="6806"/>
                </a:cubicBezTo>
                <a:cubicBezTo>
                  <a:pt x="3894" y="6817"/>
                  <a:pt x="3798" y="6924"/>
                  <a:pt x="3798" y="7041"/>
                </a:cubicBezTo>
                <a:lnTo>
                  <a:pt x="3798" y="7926"/>
                </a:lnTo>
                <a:lnTo>
                  <a:pt x="3393" y="7926"/>
                </a:lnTo>
                <a:lnTo>
                  <a:pt x="3393" y="7062"/>
                </a:lnTo>
                <a:cubicBezTo>
                  <a:pt x="3393" y="6924"/>
                  <a:pt x="3286" y="6817"/>
                  <a:pt x="3158" y="6817"/>
                </a:cubicBezTo>
                <a:lnTo>
                  <a:pt x="2081" y="6817"/>
                </a:lnTo>
                <a:cubicBezTo>
                  <a:pt x="1942" y="6817"/>
                  <a:pt x="1836" y="6924"/>
                  <a:pt x="1836" y="7062"/>
                </a:cubicBezTo>
                <a:lnTo>
                  <a:pt x="1836" y="7926"/>
                </a:lnTo>
                <a:lnTo>
                  <a:pt x="1462" y="7926"/>
                </a:lnTo>
                <a:lnTo>
                  <a:pt x="1462" y="7041"/>
                </a:lnTo>
                <a:cubicBezTo>
                  <a:pt x="1462" y="6913"/>
                  <a:pt x="1366" y="6806"/>
                  <a:pt x="1238" y="6806"/>
                </a:cubicBezTo>
                <a:cubicBezTo>
                  <a:pt x="822" y="6764"/>
                  <a:pt x="491" y="6401"/>
                  <a:pt x="491" y="5985"/>
                </a:cubicBezTo>
                <a:lnTo>
                  <a:pt x="491" y="2326"/>
                </a:lnTo>
                <a:cubicBezTo>
                  <a:pt x="491" y="1867"/>
                  <a:pt x="854" y="1505"/>
                  <a:pt x="1302" y="1505"/>
                </a:cubicBezTo>
                <a:cubicBezTo>
                  <a:pt x="1654" y="1505"/>
                  <a:pt x="1921" y="1227"/>
                  <a:pt x="1921" y="897"/>
                </a:cubicBezTo>
                <a:lnTo>
                  <a:pt x="1921" y="491"/>
                </a:lnTo>
                <a:close/>
                <a:moveTo>
                  <a:pt x="1868" y="1"/>
                </a:moveTo>
                <a:cubicBezTo>
                  <a:pt x="1622" y="1"/>
                  <a:pt x="1420" y="203"/>
                  <a:pt x="1420" y="449"/>
                </a:cubicBezTo>
                <a:lnTo>
                  <a:pt x="1420" y="897"/>
                </a:lnTo>
                <a:cubicBezTo>
                  <a:pt x="1420" y="961"/>
                  <a:pt x="1366" y="1014"/>
                  <a:pt x="1302" y="1014"/>
                </a:cubicBezTo>
                <a:cubicBezTo>
                  <a:pt x="577" y="1014"/>
                  <a:pt x="1" y="1601"/>
                  <a:pt x="1" y="2326"/>
                </a:cubicBezTo>
                <a:lnTo>
                  <a:pt x="1" y="5996"/>
                </a:lnTo>
                <a:cubicBezTo>
                  <a:pt x="1" y="6316"/>
                  <a:pt x="118" y="6636"/>
                  <a:pt x="342" y="6870"/>
                </a:cubicBezTo>
                <a:cubicBezTo>
                  <a:pt x="513" y="7062"/>
                  <a:pt x="726" y="7190"/>
                  <a:pt x="972" y="7244"/>
                </a:cubicBezTo>
                <a:lnTo>
                  <a:pt x="972" y="7990"/>
                </a:lnTo>
                <a:cubicBezTo>
                  <a:pt x="972" y="8236"/>
                  <a:pt x="1174" y="8417"/>
                  <a:pt x="1420" y="8417"/>
                </a:cubicBezTo>
                <a:lnTo>
                  <a:pt x="1900" y="8417"/>
                </a:lnTo>
                <a:cubicBezTo>
                  <a:pt x="2145" y="8417"/>
                  <a:pt x="2348" y="8236"/>
                  <a:pt x="2348" y="7990"/>
                </a:cubicBezTo>
                <a:lnTo>
                  <a:pt x="2348" y="7297"/>
                </a:lnTo>
                <a:lnTo>
                  <a:pt x="2934" y="7297"/>
                </a:lnTo>
                <a:lnTo>
                  <a:pt x="2934" y="7990"/>
                </a:lnTo>
                <a:cubicBezTo>
                  <a:pt x="2934" y="8236"/>
                  <a:pt x="3126" y="8417"/>
                  <a:pt x="3372" y="8417"/>
                </a:cubicBezTo>
                <a:lnTo>
                  <a:pt x="3862" y="8417"/>
                </a:lnTo>
                <a:cubicBezTo>
                  <a:pt x="4118" y="8417"/>
                  <a:pt x="4321" y="8236"/>
                  <a:pt x="4321" y="7990"/>
                </a:cubicBezTo>
                <a:lnTo>
                  <a:pt x="4321" y="7244"/>
                </a:lnTo>
                <a:cubicBezTo>
                  <a:pt x="4556" y="7180"/>
                  <a:pt x="4769" y="7041"/>
                  <a:pt x="4940" y="6870"/>
                </a:cubicBezTo>
                <a:cubicBezTo>
                  <a:pt x="5175" y="6636"/>
                  <a:pt x="5292" y="6316"/>
                  <a:pt x="5292" y="5996"/>
                </a:cubicBezTo>
                <a:lnTo>
                  <a:pt x="5292" y="2326"/>
                </a:lnTo>
                <a:cubicBezTo>
                  <a:pt x="5260" y="1601"/>
                  <a:pt x="4673" y="1014"/>
                  <a:pt x="3958" y="1014"/>
                </a:cubicBezTo>
                <a:cubicBezTo>
                  <a:pt x="3894" y="1014"/>
                  <a:pt x="3841" y="961"/>
                  <a:pt x="3841" y="897"/>
                </a:cubicBezTo>
                <a:lnTo>
                  <a:pt x="3841" y="449"/>
                </a:lnTo>
                <a:cubicBezTo>
                  <a:pt x="3841" y="203"/>
                  <a:pt x="3638" y="1"/>
                  <a:pt x="33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7"/>
          <p:cNvSpPr/>
          <p:nvPr/>
        </p:nvSpPr>
        <p:spPr>
          <a:xfrm>
            <a:off x="3560621" y="2962838"/>
            <a:ext cx="133225" cy="172602"/>
          </a:xfrm>
          <a:custGeom>
            <a:rect b="b" l="l" r="r" t="t"/>
            <a:pathLst>
              <a:path extrusionOk="0" h="4300" w="3319">
                <a:moveTo>
                  <a:pt x="2817" y="491"/>
                </a:moveTo>
                <a:lnTo>
                  <a:pt x="2817" y="1227"/>
                </a:lnTo>
                <a:lnTo>
                  <a:pt x="491" y="1227"/>
                </a:lnTo>
                <a:lnTo>
                  <a:pt x="491" y="491"/>
                </a:lnTo>
                <a:close/>
                <a:moveTo>
                  <a:pt x="2817" y="1718"/>
                </a:moveTo>
                <a:lnTo>
                  <a:pt x="2817" y="2582"/>
                </a:lnTo>
                <a:lnTo>
                  <a:pt x="491" y="2582"/>
                </a:lnTo>
                <a:lnTo>
                  <a:pt x="491" y="1718"/>
                </a:lnTo>
                <a:close/>
                <a:moveTo>
                  <a:pt x="2817" y="3073"/>
                </a:moveTo>
                <a:lnTo>
                  <a:pt x="2817" y="3809"/>
                </a:lnTo>
                <a:lnTo>
                  <a:pt x="491" y="3809"/>
                </a:lnTo>
                <a:lnTo>
                  <a:pt x="491" y="3073"/>
                </a:lnTo>
                <a:close/>
                <a:moveTo>
                  <a:pt x="321" y="1"/>
                </a:moveTo>
                <a:cubicBezTo>
                  <a:pt x="150" y="1"/>
                  <a:pt x="1" y="139"/>
                  <a:pt x="1" y="310"/>
                </a:cubicBezTo>
                <a:lnTo>
                  <a:pt x="1" y="3980"/>
                </a:lnTo>
                <a:cubicBezTo>
                  <a:pt x="1" y="4140"/>
                  <a:pt x="129" y="4289"/>
                  <a:pt x="289" y="4300"/>
                </a:cubicBezTo>
                <a:lnTo>
                  <a:pt x="3030" y="4300"/>
                </a:lnTo>
                <a:cubicBezTo>
                  <a:pt x="3190" y="4289"/>
                  <a:pt x="3318" y="4140"/>
                  <a:pt x="3318" y="3980"/>
                </a:cubicBezTo>
                <a:lnTo>
                  <a:pt x="3318" y="310"/>
                </a:lnTo>
                <a:cubicBezTo>
                  <a:pt x="3307" y="139"/>
                  <a:pt x="3158" y="1"/>
                  <a:pt x="29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7"/>
          <p:cNvSpPr/>
          <p:nvPr/>
        </p:nvSpPr>
        <p:spPr>
          <a:xfrm>
            <a:off x="4125371" y="2880634"/>
            <a:ext cx="287804" cy="338300"/>
          </a:xfrm>
          <a:custGeom>
            <a:rect b="b" l="l" r="r" t="t"/>
            <a:pathLst>
              <a:path extrusionOk="0" h="8428" w="7170">
                <a:moveTo>
                  <a:pt x="3585" y="502"/>
                </a:moveTo>
                <a:cubicBezTo>
                  <a:pt x="4503" y="502"/>
                  <a:pt x="5388" y="662"/>
                  <a:pt x="6241" y="982"/>
                </a:cubicBezTo>
                <a:cubicBezTo>
                  <a:pt x="6135" y="1281"/>
                  <a:pt x="5655" y="2806"/>
                  <a:pt x="5580" y="2977"/>
                </a:cubicBezTo>
                <a:cubicBezTo>
                  <a:pt x="4940" y="2753"/>
                  <a:pt x="4279" y="2635"/>
                  <a:pt x="3585" y="2635"/>
                </a:cubicBezTo>
                <a:cubicBezTo>
                  <a:pt x="2903" y="2635"/>
                  <a:pt x="2220" y="2753"/>
                  <a:pt x="1580" y="2977"/>
                </a:cubicBezTo>
                <a:cubicBezTo>
                  <a:pt x="1516" y="2806"/>
                  <a:pt x="1046" y="1270"/>
                  <a:pt x="929" y="982"/>
                </a:cubicBezTo>
                <a:cubicBezTo>
                  <a:pt x="1782" y="662"/>
                  <a:pt x="2678" y="502"/>
                  <a:pt x="3585" y="502"/>
                </a:cubicBezTo>
                <a:close/>
                <a:moveTo>
                  <a:pt x="6145" y="2902"/>
                </a:moveTo>
                <a:cubicBezTo>
                  <a:pt x="6487" y="3339"/>
                  <a:pt x="6689" y="3894"/>
                  <a:pt x="6689" y="4470"/>
                </a:cubicBezTo>
                <a:lnTo>
                  <a:pt x="6689" y="7297"/>
                </a:lnTo>
                <a:lnTo>
                  <a:pt x="5719" y="7297"/>
                </a:lnTo>
                <a:cubicBezTo>
                  <a:pt x="5996" y="6881"/>
                  <a:pt x="6167" y="6390"/>
                  <a:pt x="6167" y="5846"/>
                </a:cubicBezTo>
                <a:cubicBezTo>
                  <a:pt x="6167" y="5622"/>
                  <a:pt x="6145" y="5409"/>
                  <a:pt x="6092" y="5196"/>
                </a:cubicBezTo>
                <a:cubicBezTo>
                  <a:pt x="6081" y="5121"/>
                  <a:pt x="6028" y="5068"/>
                  <a:pt x="5975" y="5036"/>
                </a:cubicBezTo>
                <a:cubicBezTo>
                  <a:pt x="5940" y="5015"/>
                  <a:pt x="5893" y="5003"/>
                  <a:pt x="5846" y="5003"/>
                </a:cubicBezTo>
                <a:cubicBezTo>
                  <a:pt x="5820" y="5003"/>
                  <a:pt x="5795" y="5007"/>
                  <a:pt x="5772" y="5014"/>
                </a:cubicBezTo>
                <a:cubicBezTo>
                  <a:pt x="5420" y="5121"/>
                  <a:pt x="5068" y="5174"/>
                  <a:pt x="4705" y="5174"/>
                </a:cubicBezTo>
                <a:cubicBezTo>
                  <a:pt x="3660" y="5174"/>
                  <a:pt x="2689" y="4726"/>
                  <a:pt x="2188" y="4001"/>
                </a:cubicBezTo>
                <a:cubicBezTo>
                  <a:pt x="2141" y="3936"/>
                  <a:pt x="2065" y="3904"/>
                  <a:pt x="1988" y="3904"/>
                </a:cubicBezTo>
                <a:cubicBezTo>
                  <a:pt x="1926" y="3904"/>
                  <a:pt x="1862" y="3926"/>
                  <a:pt x="1814" y="3969"/>
                </a:cubicBezTo>
                <a:cubicBezTo>
                  <a:pt x="1292" y="4460"/>
                  <a:pt x="1014" y="5121"/>
                  <a:pt x="1014" y="5846"/>
                </a:cubicBezTo>
                <a:cubicBezTo>
                  <a:pt x="1014" y="6380"/>
                  <a:pt x="1174" y="6881"/>
                  <a:pt x="1462" y="7297"/>
                </a:cubicBezTo>
                <a:lnTo>
                  <a:pt x="502" y="7297"/>
                </a:lnTo>
                <a:lnTo>
                  <a:pt x="502" y="4470"/>
                </a:lnTo>
                <a:cubicBezTo>
                  <a:pt x="502" y="3894"/>
                  <a:pt x="705" y="3350"/>
                  <a:pt x="1046" y="2902"/>
                </a:cubicBezTo>
                <a:cubicBezTo>
                  <a:pt x="1121" y="3083"/>
                  <a:pt x="1174" y="3243"/>
                  <a:pt x="1238" y="3393"/>
                </a:cubicBezTo>
                <a:cubicBezTo>
                  <a:pt x="1279" y="3482"/>
                  <a:pt x="1374" y="3540"/>
                  <a:pt x="1469" y="3540"/>
                </a:cubicBezTo>
                <a:cubicBezTo>
                  <a:pt x="1499" y="3540"/>
                  <a:pt x="1530" y="3534"/>
                  <a:pt x="1558" y="3521"/>
                </a:cubicBezTo>
                <a:cubicBezTo>
                  <a:pt x="2209" y="3254"/>
                  <a:pt x="2892" y="3126"/>
                  <a:pt x="3596" y="3126"/>
                </a:cubicBezTo>
                <a:cubicBezTo>
                  <a:pt x="4300" y="3126"/>
                  <a:pt x="4983" y="3254"/>
                  <a:pt x="5633" y="3521"/>
                </a:cubicBezTo>
                <a:cubicBezTo>
                  <a:pt x="5665" y="3534"/>
                  <a:pt x="5696" y="3540"/>
                  <a:pt x="5727" y="3540"/>
                </a:cubicBezTo>
                <a:cubicBezTo>
                  <a:pt x="5824" y="3540"/>
                  <a:pt x="5913" y="3482"/>
                  <a:pt x="5953" y="3393"/>
                </a:cubicBezTo>
                <a:cubicBezTo>
                  <a:pt x="6028" y="3243"/>
                  <a:pt x="6081" y="3073"/>
                  <a:pt x="6145" y="2902"/>
                </a:cubicBezTo>
                <a:close/>
                <a:moveTo>
                  <a:pt x="1974" y="4524"/>
                </a:moveTo>
                <a:cubicBezTo>
                  <a:pt x="2252" y="4833"/>
                  <a:pt x="2593" y="5100"/>
                  <a:pt x="2999" y="5302"/>
                </a:cubicBezTo>
                <a:cubicBezTo>
                  <a:pt x="3521" y="5537"/>
                  <a:pt x="4108" y="5676"/>
                  <a:pt x="4705" y="5676"/>
                </a:cubicBezTo>
                <a:cubicBezTo>
                  <a:pt x="5025" y="5676"/>
                  <a:pt x="5345" y="5633"/>
                  <a:pt x="5665" y="5569"/>
                </a:cubicBezTo>
                <a:cubicBezTo>
                  <a:pt x="5676" y="5654"/>
                  <a:pt x="5676" y="5750"/>
                  <a:pt x="5676" y="5846"/>
                </a:cubicBezTo>
                <a:cubicBezTo>
                  <a:pt x="5676" y="6988"/>
                  <a:pt x="4748" y="7937"/>
                  <a:pt x="3585" y="7937"/>
                </a:cubicBezTo>
                <a:cubicBezTo>
                  <a:pt x="2433" y="7937"/>
                  <a:pt x="1505" y="7009"/>
                  <a:pt x="1505" y="5846"/>
                </a:cubicBezTo>
                <a:cubicBezTo>
                  <a:pt x="1505" y="5356"/>
                  <a:pt x="1665" y="4897"/>
                  <a:pt x="1974" y="4524"/>
                </a:cubicBezTo>
                <a:close/>
                <a:moveTo>
                  <a:pt x="3585" y="1"/>
                </a:moveTo>
                <a:cubicBezTo>
                  <a:pt x="2529" y="1"/>
                  <a:pt x="1505" y="203"/>
                  <a:pt x="534" y="609"/>
                </a:cubicBezTo>
                <a:cubicBezTo>
                  <a:pt x="406" y="651"/>
                  <a:pt x="342" y="801"/>
                  <a:pt x="396" y="918"/>
                </a:cubicBezTo>
                <a:cubicBezTo>
                  <a:pt x="534" y="1238"/>
                  <a:pt x="662" y="1697"/>
                  <a:pt x="801" y="2134"/>
                </a:cubicBezTo>
                <a:cubicBezTo>
                  <a:pt x="822" y="2209"/>
                  <a:pt x="833" y="2273"/>
                  <a:pt x="865" y="2347"/>
                </a:cubicBezTo>
                <a:cubicBezTo>
                  <a:pt x="321" y="2913"/>
                  <a:pt x="1" y="3670"/>
                  <a:pt x="1" y="4470"/>
                </a:cubicBezTo>
                <a:lnTo>
                  <a:pt x="1" y="7542"/>
                </a:lnTo>
                <a:cubicBezTo>
                  <a:pt x="1" y="7670"/>
                  <a:pt x="108" y="7788"/>
                  <a:pt x="246" y="7788"/>
                </a:cubicBezTo>
                <a:lnTo>
                  <a:pt x="1889" y="7788"/>
                </a:lnTo>
                <a:cubicBezTo>
                  <a:pt x="2348" y="8193"/>
                  <a:pt x="2935" y="8428"/>
                  <a:pt x="3585" y="8428"/>
                </a:cubicBezTo>
                <a:cubicBezTo>
                  <a:pt x="4236" y="8428"/>
                  <a:pt x="4823" y="8193"/>
                  <a:pt x="5281" y="7788"/>
                </a:cubicBezTo>
                <a:lnTo>
                  <a:pt x="6913" y="7788"/>
                </a:lnTo>
                <a:cubicBezTo>
                  <a:pt x="7052" y="7788"/>
                  <a:pt x="7159" y="7681"/>
                  <a:pt x="7159" y="7553"/>
                </a:cubicBezTo>
                <a:lnTo>
                  <a:pt x="7159" y="4470"/>
                </a:lnTo>
                <a:cubicBezTo>
                  <a:pt x="7169" y="3670"/>
                  <a:pt x="6860" y="2913"/>
                  <a:pt x="6305" y="2347"/>
                </a:cubicBezTo>
                <a:cubicBezTo>
                  <a:pt x="6327" y="2283"/>
                  <a:pt x="6348" y="2209"/>
                  <a:pt x="6369" y="2134"/>
                </a:cubicBezTo>
                <a:cubicBezTo>
                  <a:pt x="6508" y="1697"/>
                  <a:pt x="6636" y="1249"/>
                  <a:pt x="6775" y="918"/>
                </a:cubicBezTo>
                <a:cubicBezTo>
                  <a:pt x="6828" y="801"/>
                  <a:pt x="6753" y="651"/>
                  <a:pt x="6636" y="609"/>
                </a:cubicBezTo>
                <a:cubicBezTo>
                  <a:pt x="5665" y="203"/>
                  <a:pt x="4641" y="1"/>
                  <a:pt x="35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7"/>
          <p:cNvSpPr/>
          <p:nvPr/>
        </p:nvSpPr>
        <p:spPr>
          <a:xfrm>
            <a:off x="4240127" y="2914873"/>
            <a:ext cx="59126" cy="59568"/>
          </a:xfrm>
          <a:custGeom>
            <a:rect b="b" l="l" r="r" t="t"/>
            <a:pathLst>
              <a:path extrusionOk="0" h="1484" w="1473">
                <a:moveTo>
                  <a:pt x="737" y="1"/>
                </a:moveTo>
                <a:cubicBezTo>
                  <a:pt x="609" y="1"/>
                  <a:pt x="502" y="108"/>
                  <a:pt x="502" y="246"/>
                </a:cubicBezTo>
                <a:lnTo>
                  <a:pt x="502" y="502"/>
                </a:lnTo>
                <a:lnTo>
                  <a:pt x="246" y="502"/>
                </a:lnTo>
                <a:cubicBezTo>
                  <a:pt x="108" y="502"/>
                  <a:pt x="1" y="609"/>
                  <a:pt x="1" y="748"/>
                </a:cubicBezTo>
                <a:cubicBezTo>
                  <a:pt x="1" y="886"/>
                  <a:pt x="108" y="993"/>
                  <a:pt x="246" y="993"/>
                </a:cubicBezTo>
                <a:lnTo>
                  <a:pt x="502" y="993"/>
                </a:lnTo>
                <a:lnTo>
                  <a:pt x="502" y="1238"/>
                </a:lnTo>
                <a:cubicBezTo>
                  <a:pt x="502" y="1377"/>
                  <a:pt x="609" y="1484"/>
                  <a:pt x="737" y="1484"/>
                </a:cubicBezTo>
                <a:cubicBezTo>
                  <a:pt x="876" y="1484"/>
                  <a:pt x="982" y="1377"/>
                  <a:pt x="982" y="1238"/>
                </a:cubicBezTo>
                <a:lnTo>
                  <a:pt x="982" y="993"/>
                </a:lnTo>
                <a:lnTo>
                  <a:pt x="1228" y="993"/>
                </a:lnTo>
                <a:cubicBezTo>
                  <a:pt x="1366" y="993"/>
                  <a:pt x="1473" y="886"/>
                  <a:pt x="1473" y="748"/>
                </a:cubicBezTo>
                <a:cubicBezTo>
                  <a:pt x="1473" y="620"/>
                  <a:pt x="1366" y="502"/>
                  <a:pt x="1228" y="502"/>
                </a:cubicBezTo>
                <a:lnTo>
                  <a:pt x="982" y="502"/>
                </a:lnTo>
                <a:lnTo>
                  <a:pt x="982" y="246"/>
                </a:lnTo>
                <a:cubicBezTo>
                  <a:pt x="982" y="108"/>
                  <a:pt x="876" y="1"/>
                  <a:pt x="7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7"/>
          <p:cNvSpPr/>
          <p:nvPr/>
        </p:nvSpPr>
        <p:spPr>
          <a:xfrm>
            <a:off x="5419358" y="2880634"/>
            <a:ext cx="269339" cy="338300"/>
          </a:xfrm>
          <a:custGeom>
            <a:rect b="b" l="l" r="r" t="t"/>
            <a:pathLst>
              <a:path extrusionOk="0" h="8428" w="6710">
                <a:moveTo>
                  <a:pt x="3712" y="1579"/>
                </a:moveTo>
                <a:cubicBezTo>
                  <a:pt x="3979" y="1643"/>
                  <a:pt x="4214" y="1782"/>
                  <a:pt x="4406" y="1974"/>
                </a:cubicBezTo>
                <a:cubicBezTo>
                  <a:pt x="4651" y="2241"/>
                  <a:pt x="4800" y="2603"/>
                  <a:pt x="4800" y="2977"/>
                </a:cubicBezTo>
                <a:lnTo>
                  <a:pt x="4800" y="3222"/>
                </a:lnTo>
                <a:cubicBezTo>
                  <a:pt x="4800" y="3382"/>
                  <a:pt x="4779" y="3521"/>
                  <a:pt x="4736" y="3659"/>
                </a:cubicBezTo>
                <a:cubicBezTo>
                  <a:pt x="4363" y="3457"/>
                  <a:pt x="3904" y="3350"/>
                  <a:pt x="3424" y="3350"/>
                </a:cubicBezTo>
                <a:cubicBezTo>
                  <a:pt x="2891" y="3350"/>
                  <a:pt x="2400" y="3489"/>
                  <a:pt x="2016" y="3723"/>
                </a:cubicBezTo>
                <a:cubicBezTo>
                  <a:pt x="1952" y="3574"/>
                  <a:pt x="1920" y="3403"/>
                  <a:pt x="1920" y="3233"/>
                </a:cubicBezTo>
                <a:lnTo>
                  <a:pt x="1920" y="3073"/>
                </a:lnTo>
                <a:cubicBezTo>
                  <a:pt x="1985" y="3082"/>
                  <a:pt x="2050" y="3087"/>
                  <a:pt x="2117" y="3087"/>
                </a:cubicBezTo>
                <a:cubicBezTo>
                  <a:pt x="2489" y="3087"/>
                  <a:pt x="2882" y="2936"/>
                  <a:pt x="3190" y="2646"/>
                </a:cubicBezTo>
                <a:cubicBezTo>
                  <a:pt x="3510" y="2347"/>
                  <a:pt x="3680" y="1963"/>
                  <a:pt x="3712" y="1579"/>
                </a:cubicBezTo>
                <a:close/>
                <a:moveTo>
                  <a:pt x="3414" y="3862"/>
                </a:moveTo>
                <a:cubicBezTo>
                  <a:pt x="3819" y="3862"/>
                  <a:pt x="4192" y="3947"/>
                  <a:pt x="4480" y="4108"/>
                </a:cubicBezTo>
                <a:cubicBezTo>
                  <a:pt x="4352" y="4289"/>
                  <a:pt x="4171" y="4428"/>
                  <a:pt x="3979" y="4524"/>
                </a:cubicBezTo>
                <a:cubicBezTo>
                  <a:pt x="3958" y="4524"/>
                  <a:pt x="3958" y="4534"/>
                  <a:pt x="3947" y="4534"/>
                </a:cubicBezTo>
                <a:cubicBezTo>
                  <a:pt x="3766" y="4620"/>
                  <a:pt x="3563" y="4673"/>
                  <a:pt x="3350" y="4673"/>
                </a:cubicBezTo>
                <a:cubicBezTo>
                  <a:pt x="3179" y="4673"/>
                  <a:pt x="2998" y="4641"/>
                  <a:pt x="2859" y="4577"/>
                </a:cubicBezTo>
                <a:cubicBezTo>
                  <a:pt x="2838" y="4577"/>
                  <a:pt x="2827" y="4566"/>
                  <a:pt x="2816" y="4566"/>
                </a:cubicBezTo>
                <a:cubicBezTo>
                  <a:pt x="2592" y="4470"/>
                  <a:pt x="2400" y="4342"/>
                  <a:pt x="2251" y="4150"/>
                </a:cubicBezTo>
                <a:cubicBezTo>
                  <a:pt x="2560" y="3969"/>
                  <a:pt x="2976" y="3862"/>
                  <a:pt x="3414" y="3862"/>
                </a:cubicBezTo>
                <a:close/>
                <a:moveTo>
                  <a:pt x="3606" y="502"/>
                </a:moveTo>
                <a:cubicBezTo>
                  <a:pt x="4651" y="502"/>
                  <a:pt x="5526" y="1355"/>
                  <a:pt x="5526" y="2422"/>
                </a:cubicBezTo>
                <a:lnTo>
                  <a:pt x="5526" y="4556"/>
                </a:lnTo>
                <a:cubicBezTo>
                  <a:pt x="5526" y="4886"/>
                  <a:pt x="5419" y="5217"/>
                  <a:pt x="5227" y="5484"/>
                </a:cubicBezTo>
                <a:lnTo>
                  <a:pt x="4992" y="5366"/>
                </a:lnTo>
                <a:cubicBezTo>
                  <a:pt x="4779" y="5270"/>
                  <a:pt x="4566" y="5217"/>
                  <a:pt x="4331" y="5174"/>
                </a:cubicBezTo>
                <a:lnTo>
                  <a:pt x="4331" y="4908"/>
                </a:lnTo>
                <a:cubicBezTo>
                  <a:pt x="4907" y="4577"/>
                  <a:pt x="5313" y="3937"/>
                  <a:pt x="5313" y="3222"/>
                </a:cubicBezTo>
                <a:lnTo>
                  <a:pt x="5313" y="2987"/>
                </a:lnTo>
                <a:cubicBezTo>
                  <a:pt x="5313" y="2486"/>
                  <a:pt x="5120" y="2017"/>
                  <a:pt x="4758" y="1654"/>
                </a:cubicBezTo>
                <a:cubicBezTo>
                  <a:pt x="4416" y="1302"/>
                  <a:pt x="3947" y="1089"/>
                  <a:pt x="3456" y="1067"/>
                </a:cubicBezTo>
                <a:cubicBezTo>
                  <a:pt x="3371" y="1067"/>
                  <a:pt x="3307" y="1099"/>
                  <a:pt x="3254" y="1163"/>
                </a:cubicBezTo>
                <a:cubicBezTo>
                  <a:pt x="3200" y="1217"/>
                  <a:pt x="3190" y="1302"/>
                  <a:pt x="3200" y="1377"/>
                </a:cubicBezTo>
                <a:cubicBezTo>
                  <a:pt x="3264" y="1686"/>
                  <a:pt x="3136" y="2049"/>
                  <a:pt x="2870" y="2315"/>
                </a:cubicBezTo>
                <a:cubicBezTo>
                  <a:pt x="2650" y="2513"/>
                  <a:pt x="2381" y="2620"/>
                  <a:pt x="2134" y="2620"/>
                </a:cubicBezTo>
                <a:cubicBezTo>
                  <a:pt x="2020" y="2620"/>
                  <a:pt x="1911" y="2597"/>
                  <a:pt x="1814" y="2550"/>
                </a:cubicBezTo>
                <a:cubicBezTo>
                  <a:pt x="1782" y="2529"/>
                  <a:pt x="1742" y="2518"/>
                  <a:pt x="1702" y="2518"/>
                </a:cubicBezTo>
                <a:cubicBezTo>
                  <a:pt x="1662" y="2518"/>
                  <a:pt x="1622" y="2529"/>
                  <a:pt x="1590" y="2550"/>
                </a:cubicBezTo>
                <a:cubicBezTo>
                  <a:pt x="1526" y="2593"/>
                  <a:pt x="1472" y="2657"/>
                  <a:pt x="1451" y="2742"/>
                </a:cubicBezTo>
                <a:cubicBezTo>
                  <a:pt x="1440" y="2827"/>
                  <a:pt x="1440" y="2923"/>
                  <a:pt x="1440" y="3009"/>
                </a:cubicBezTo>
                <a:lnTo>
                  <a:pt x="1440" y="3243"/>
                </a:lnTo>
                <a:cubicBezTo>
                  <a:pt x="1440" y="4001"/>
                  <a:pt x="1878" y="4673"/>
                  <a:pt x="2518" y="4982"/>
                </a:cubicBezTo>
                <a:lnTo>
                  <a:pt x="2518" y="5174"/>
                </a:lnTo>
                <a:cubicBezTo>
                  <a:pt x="2166" y="5217"/>
                  <a:pt x="1824" y="5334"/>
                  <a:pt x="1526" y="5494"/>
                </a:cubicBezTo>
                <a:cubicBezTo>
                  <a:pt x="1312" y="5206"/>
                  <a:pt x="1216" y="4886"/>
                  <a:pt x="1216" y="4556"/>
                </a:cubicBezTo>
                <a:lnTo>
                  <a:pt x="1216" y="2422"/>
                </a:lnTo>
                <a:cubicBezTo>
                  <a:pt x="1216" y="1366"/>
                  <a:pt x="2070" y="502"/>
                  <a:pt x="3136" y="502"/>
                </a:cubicBezTo>
                <a:close/>
                <a:moveTo>
                  <a:pt x="3830" y="5089"/>
                </a:moveTo>
                <a:lnTo>
                  <a:pt x="3830" y="5366"/>
                </a:lnTo>
                <a:lnTo>
                  <a:pt x="3830" y="5388"/>
                </a:lnTo>
                <a:cubicBezTo>
                  <a:pt x="3820" y="5620"/>
                  <a:pt x="3627" y="5799"/>
                  <a:pt x="3408" y="5799"/>
                </a:cubicBezTo>
                <a:cubicBezTo>
                  <a:pt x="3385" y="5799"/>
                  <a:pt x="3362" y="5797"/>
                  <a:pt x="3339" y="5793"/>
                </a:cubicBezTo>
                <a:cubicBezTo>
                  <a:pt x="3147" y="5750"/>
                  <a:pt x="2987" y="5569"/>
                  <a:pt x="2987" y="5377"/>
                </a:cubicBezTo>
                <a:lnTo>
                  <a:pt x="2987" y="5121"/>
                </a:lnTo>
                <a:cubicBezTo>
                  <a:pt x="3104" y="5153"/>
                  <a:pt x="3232" y="5153"/>
                  <a:pt x="3350" y="5153"/>
                </a:cubicBezTo>
                <a:cubicBezTo>
                  <a:pt x="3520" y="5153"/>
                  <a:pt x="3680" y="5121"/>
                  <a:pt x="3830" y="5089"/>
                </a:cubicBezTo>
                <a:close/>
                <a:moveTo>
                  <a:pt x="2006" y="6646"/>
                </a:moveTo>
                <a:cubicBezTo>
                  <a:pt x="2123" y="6646"/>
                  <a:pt x="2230" y="6742"/>
                  <a:pt x="2230" y="6870"/>
                </a:cubicBezTo>
                <a:cubicBezTo>
                  <a:pt x="2230" y="7009"/>
                  <a:pt x="2134" y="7094"/>
                  <a:pt x="2006" y="7094"/>
                </a:cubicBezTo>
                <a:cubicBezTo>
                  <a:pt x="1878" y="7094"/>
                  <a:pt x="1792" y="7009"/>
                  <a:pt x="1792" y="6870"/>
                </a:cubicBezTo>
                <a:cubicBezTo>
                  <a:pt x="1792" y="6742"/>
                  <a:pt x="1878" y="6646"/>
                  <a:pt x="2006" y="6646"/>
                </a:cubicBezTo>
                <a:close/>
                <a:moveTo>
                  <a:pt x="4950" y="7116"/>
                </a:moveTo>
                <a:cubicBezTo>
                  <a:pt x="5067" y="7116"/>
                  <a:pt x="5184" y="7286"/>
                  <a:pt x="5184" y="7510"/>
                </a:cubicBezTo>
                <a:lnTo>
                  <a:pt x="5184" y="7926"/>
                </a:lnTo>
                <a:lnTo>
                  <a:pt x="4544" y="7926"/>
                </a:lnTo>
                <a:lnTo>
                  <a:pt x="4544" y="7510"/>
                </a:lnTo>
                <a:cubicBezTo>
                  <a:pt x="4544" y="7286"/>
                  <a:pt x="4683" y="7116"/>
                  <a:pt x="4790" y="7116"/>
                </a:cubicBezTo>
                <a:close/>
                <a:moveTo>
                  <a:pt x="5120" y="5996"/>
                </a:moveTo>
                <a:cubicBezTo>
                  <a:pt x="5291" y="6102"/>
                  <a:pt x="5451" y="6230"/>
                  <a:pt x="5590" y="6380"/>
                </a:cubicBezTo>
                <a:cubicBezTo>
                  <a:pt x="5985" y="6806"/>
                  <a:pt x="6198" y="7350"/>
                  <a:pt x="6219" y="7926"/>
                </a:cubicBezTo>
                <a:lnTo>
                  <a:pt x="5697" y="7926"/>
                </a:lnTo>
                <a:lnTo>
                  <a:pt x="5697" y="7510"/>
                </a:lnTo>
                <a:cubicBezTo>
                  <a:pt x="5697" y="7084"/>
                  <a:pt x="5451" y="6721"/>
                  <a:pt x="5120" y="6646"/>
                </a:cubicBezTo>
                <a:lnTo>
                  <a:pt x="5120" y="5996"/>
                </a:lnTo>
                <a:close/>
                <a:moveTo>
                  <a:pt x="2528" y="5654"/>
                </a:moveTo>
                <a:cubicBezTo>
                  <a:pt x="2656" y="6028"/>
                  <a:pt x="2998" y="6294"/>
                  <a:pt x="3403" y="6294"/>
                </a:cubicBezTo>
                <a:cubicBezTo>
                  <a:pt x="3798" y="6294"/>
                  <a:pt x="4150" y="6028"/>
                  <a:pt x="4267" y="5665"/>
                </a:cubicBezTo>
                <a:cubicBezTo>
                  <a:pt x="4384" y="5697"/>
                  <a:pt x="4502" y="5718"/>
                  <a:pt x="4630" y="5761"/>
                </a:cubicBezTo>
                <a:lnTo>
                  <a:pt x="4630" y="6657"/>
                </a:lnTo>
                <a:cubicBezTo>
                  <a:pt x="4288" y="6753"/>
                  <a:pt x="4054" y="7105"/>
                  <a:pt x="4054" y="7521"/>
                </a:cubicBezTo>
                <a:lnTo>
                  <a:pt x="4054" y="7937"/>
                </a:lnTo>
                <a:lnTo>
                  <a:pt x="491" y="7937"/>
                </a:lnTo>
                <a:cubicBezTo>
                  <a:pt x="512" y="7340"/>
                  <a:pt x="747" y="6774"/>
                  <a:pt x="1152" y="6348"/>
                </a:cubicBezTo>
                <a:cubicBezTo>
                  <a:pt x="1270" y="6220"/>
                  <a:pt x="1419" y="6113"/>
                  <a:pt x="1558" y="6006"/>
                </a:cubicBezTo>
                <a:cubicBezTo>
                  <a:pt x="1558" y="6006"/>
                  <a:pt x="1568" y="6006"/>
                  <a:pt x="1568" y="5985"/>
                </a:cubicBezTo>
                <a:cubicBezTo>
                  <a:pt x="1632" y="5953"/>
                  <a:pt x="1675" y="5921"/>
                  <a:pt x="1750" y="5878"/>
                </a:cubicBezTo>
                <a:lnTo>
                  <a:pt x="1750" y="6177"/>
                </a:lnTo>
                <a:cubicBezTo>
                  <a:pt x="1472" y="6284"/>
                  <a:pt x="1270" y="6561"/>
                  <a:pt x="1280" y="6892"/>
                </a:cubicBezTo>
                <a:cubicBezTo>
                  <a:pt x="1302" y="7254"/>
                  <a:pt x="1600" y="7553"/>
                  <a:pt x="1963" y="7564"/>
                </a:cubicBezTo>
                <a:cubicBezTo>
                  <a:pt x="1969" y="7564"/>
                  <a:pt x="1976" y="7564"/>
                  <a:pt x="1983" y="7564"/>
                </a:cubicBezTo>
                <a:cubicBezTo>
                  <a:pt x="2379" y="7564"/>
                  <a:pt x="2710" y="7248"/>
                  <a:pt x="2710" y="6860"/>
                </a:cubicBezTo>
                <a:cubicBezTo>
                  <a:pt x="2710" y="6550"/>
                  <a:pt x="2507" y="6284"/>
                  <a:pt x="2240" y="6188"/>
                </a:cubicBezTo>
                <a:lnTo>
                  <a:pt x="2240" y="5708"/>
                </a:lnTo>
                <a:cubicBezTo>
                  <a:pt x="2336" y="5686"/>
                  <a:pt x="2443" y="5665"/>
                  <a:pt x="2528" y="5654"/>
                </a:cubicBezTo>
                <a:close/>
                <a:moveTo>
                  <a:pt x="3126" y="1"/>
                </a:moveTo>
                <a:cubicBezTo>
                  <a:pt x="1792" y="1"/>
                  <a:pt x="704" y="1089"/>
                  <a:pt x="704" y="2422"/>
                </a:cubicBezTo>
                <a:lnTo>
                  <a:pt x="704" y="4556"/>
                </a:lnTo>
                <a:cubicBezTo>
                  <a:pt x="704" y="4993"/>
                  <a:pt x="843" y="5409"/>
                  <a:pt x="1078" y="5750"/>
                </a:cubicBezTo>
                <a:cubicBezTo>
                  <a:pt x="971" y="5836"/>
                  <a:pt x="885" y="5921"/>
                  <a:pt x="789" y="6017"/>
                </a:cubicBezTo>
                <a:cubicBezTo>
                  <a:pt x="277" y="6550"/>
                  <a:pt x="0" y="7254"/>
                  <a:pt x="0" y="8001"/>
                </a:cubicBezTo>
                <a:lnTo>
                  <a:pt x="0" y="8193"/>
                </a:lnTo>
                <a:cubicBezTo>
                  <a:pt x="0" y="8321"/>
                  <a:pt x="107" y="8428"/>
                  <a:pt x="235" y="8428"/>
                </a:cubicBezTo>
                <a:lnTo>
                  <a:pt x="6443" y="8428"/>
                </a:lnTo>
                <a:cubicBezTo>
                  <a:pt x="6571" y="8428"/>
                  <a:pt x="6678" y="8321"/>
                  <a:pt x="6678" y="8193"/>
                </a:cubicBezTo>
                <a:lnTo>
                  <a:pt x="6678" y="7990"/>
                </a:lnTo>
                <a:cubicBezTo>
                  <a:pt x="6710" y="7276"/>
                  <a:pt x="6433" y="6582"/>
                  <a:pt x="5953" y="6060"/>
                </a:cubicBezTo>
                <a:cubicBezTo>
                  <a:pt x="5846" y="5953"/>
                  <a:pt x="5739" y="5846"/>
                  <a:pt x="5633" y="5750"/>
                </a:cubicBezTo>
                <a:cubicBezTo>
                  <a:pt x="5867" y="5409"/>
                  <a:pt x="6006" y="4982"/>
                  <a:pt x="6006" y="4556"/>
                </a:cubicBezTo>
                <a:lnTo>
                  <a:pt x="6006" y="2422"/>
                </a:lnTo>
                <a:cubicBezTo>
                  <a:pt x="6006" y="1089"/>
                  <a:pt x="4918" y="1"/>
                  <a:pt x="35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7"/>
          <p:cNvSpPr/>
          <p:nvPr/>
        </p:nvSpPr>
        <p:spPr>
          <a:xfrm>
            <a:off x="6047045" y="2880193"/>
            <a:ext cx="270664" cy="337899"/>
          </a:xfrm>
          <a:custGeom>
            <a:rect b="b" l="l" r="r" t="t"/>
            <a:pathLst>
              <a:path extrusionOk="0" h="8418" w="6743">
                <a:moveTo>
                  <a:pt x="3617" y="513"/>
                </a:moveTo>
                <a:cubicBezTo>
                  <a:pt x="4673" y="513"/>
                  <a:pt x="5537" y="1366"/>
                  <a:pt x="5537" y="2433"/>
                </a:cubicBezTo>
                <a:cubicBezTo>
                  <a:pt x="5537" y="2593"/>
                  <a:pt x="5516" y="2753"/>
                  <a:pt x="5473" y="2913"/>
                </a:cubicBezTo>
                <a:cubicBezTo>
                  <a:pt x="5462" y="2934"/>
                  <a:pt x="5409" y="3073"/>
                  <a:pt x="5313" y="3212"/>
                </a:cubicBezTo>
                <a:lnTo>
                  <a:pt x="5313" y="2988"/>
                </a:lnTo>
                <a:cubicBezTo>
                  <a:pt x="5313" y="1932"/>
                  <a:pt x="4460" y="1068"/>
                  <a:pt x="3404" y="1057"/>
                </a:cubicBezTo>
                <a:cubicBezTo>
                  <a:pt x="3308" y="1057"/>
                  <a:pt x="3233" y="1110"/>
                  <a:pt x="3190" y="1185"/>
                </a:cubicBezTo>
                <a:cubicBezTo>
                  <a:pt x="3030" y="1473"/>
                  <a:pt x="2796" y="1740"/>
                  <a:pt x="2486" y="1953"/>
                </a:cubicBezTo>
                <a:cubicBezTo>
                  <a:pt x="2230" y="2124"/>
                  <a:pt x="1963" y="2252"/>
                  <a:pt x="1697" y="2326"/>
                </a:cubicBezTo>
                <a:cubicBezTo>
                  <a:pt x="1601" y="2348"/>
                  <a:pt x="1537" y="2412"/>
                  <a:pt x="1526" y="2497"/>
                </a:cubicBezTo>
                <a:cubicBezTo>
                  <a:pt x="1483" y="2657"/>
                  <a:pt x="1462" y="2828"/>
                  <a:pt x="1462" y="2988"/>
                </a:cubicBezTo>
                <a:lnTo>
                  <a:pt x="1462" y="3201"/>
                </a:lnTo>
                <a:cubicBezTo>
                  <a:pt x="1334" y="3041"/>
                  <a:pt x="1302" y="2913"/>
                  <a:pt x="1302" y="2913"/>
                </a:cubicBezTo>
                <a:cubicBezTo>
                  <a:pt x="1249" y="2753"/>
                  <a:pt x="1227" y="2593"/>
                  <a:pt x="1227" y="2433"/>
                </a:cubicBezTo>
                <a:cubicBezTo>
                  <a:pt x="1227" y="1377"/>
                  <a:pt x="2102" y="513"/>
                  <a:pt x="3148" y="513"/>
                </a:cubicBezTo>
                <a:close/>
                <a:moveTo>
                  <a:pt x="3521" y="1558"/>
                </a:moveTo>
                <a:cubicBezTo>
                  <a:pt x="4246" y="1644"/>
                  <a:pt x="4801" y="2252"/>
                  <a:pt x="4801" y="2988"/>
                </a:cubicBezTo>
                <a:lnTo>
                  <a:pt x="4801" y="3308"/>
                </a:lnTo>
                <a:cubicBezTo>
                  <a:pt x="4801" y="3510"/>
                  <a:pt x="4769" y="3692"/>
                  <a:pt x="4694" y="3862"/>
                </a:cubicBezTo>
                <a:cubicBezTo>
                  <a:pt x="4694" y="3884"/>
                  <a:pt x="4684" y="3884"/>
                  <a:pt x="4684" y="3894"/>
                </a:cubicBezTo>
                <a:cubicBezTo>
                  <a:pt x="4556" y="4204"/>
                  <a:pt x="4310" y="4449"/>
                  <a:pt x="4001" y="4599"/>
                </a:cubicBezTo>
                <a:cubicBezTo>
                  <a:pt x="3990" y="4599"/>
                  <a:pt x="3990" y="4620"/>
                  <a:pt x="3980" y="4620"/>
                </a:cubicBezTo>
                <a:cubicBezTo>
                  <a:pt x="3788" y="4695"/>
                  <a:pt x="3596" y="4748"/>
                  <a:pt x="3382" y="4748"/>
                </a:cubicBezTo>
                <a:cubicBezTo>
                  <a:pt x="3201" y="4748"/>
                  <a:pt x="3030" y="4727"/>
                  <a:pt x="2881" y="4652"/>
                </a:cubicBezTo>
                <a:cubicBezTo>
                  <a:pt x="2870" y="4652"/>
                  <a:pt x="2870" y="4641"/>
                  <a:pt x="2860" y="4641"/>
                </a:cubicBezTo>
                <a:cubicBezTo>
                  <a:pt x="2507" y="4535"/>
                  <a:pt x="2230" y="4279"/>
                  <a:pt x="2081" y="3958"/>
                </a:cubicBezTo>
                <a:cubicBezTo>
                  <a:pt x="2081" y="3948"/>
                  <a:pt x="2070" y="3948"/>
                  <a:pt x="2070" y="3937"/>
                </a:cubicBezTo>
                <a:cubicBezTo>
                  <a:pt x="1974" y="3745"/>
                  <a:pt x="1942" y="3553"/>
                  <a:pt x="1942" y="3318"/>
                </a:cubicBezTo>
                <a:lnTo>
                  <a:pt x="1942" y="2998"/>
                </a:lnTo>
                <a:cubicBezTo>
                  <a:pt x="1942" y="2924"/>
                  <a:pt x="1942" y="2838"/>
                  <a:pt x="1953" y="2764"/>
                </a:cubicBezTo>
                <a:cubicBezTo>
                  <a:pt x="2230" y="2668"/>
                  <a:pt x="2497" y="2540"/>
                  <a:pt x="2753" y="2358"/>
                </a:cubicBezTo>
                <a:cubicBezTo>
                  <a:pt x="3073" y="2134"/>
                  <a:pt x="3340" y="1868"/>
                  <a:pt x="3521" y="1558"/>
                </a:cubicBezTo>
                <a:close/>
                <a:moveTo>
                  <a:pt x="3852" y="5175"/>
                </a:moveTo>
                <a:lnTo>
                  <a:pt x="3852" y="5388"/>
                </a:lnTo>
                <a:lnTo>
                  <a:pt x="3862" y="5388"/>
                </a:lnTo>
                <a:lnTo>
                  <a:pt x="3862" y="5420"/>
                </a:lnTo>
                <a:cubicBezTo>
                  <a:pt x="3844" y="5634"/>
                  <a:pt x="3662" y="5816"/>
                  <a:pt x="3439" y="5816"/>
                </a:cubicBezTo>
                <a:cubicBezTo>
                  <a:pt x="3407" y="5816"/>
                  <a:pt x="3373" y="5812"/>
                  <a:pt x="3340" y="5804"/>
                </a:cubicBezTo>
                <a:cubicBezTo>
                  <a:pt x="3169" y="5761"/>
                  <a:pt x="3020" y="5569"/>
                  <a:pt x="3020" y="5388"/>
                </a:cubicBezTo>
                <a:lnTo>
                  <a:pt x="3020" y="5217"/>
                </a:lnTo>
                <a:cubicBezTo>
                  <a:pt x="3137" y="5239"/>
                  <a:pt x="3254" y="5239"/>
                  <a:pt x="3372" y="5239"/>
                </a:cubicBezTo>
                <a:cubicBezTo>
                  <a:pt x="3553" y="5239"/>
                  <a:pt x="3713" y="5217"/>
                  <a:pt x="3852" y="5175"/>
                </a:cubicBezTo>
                <a:close/>
                <a:moveTo>
                  <a:pt x="2017" y="6657"/>
                </a:moveTo>
                <a:cubicBezTo>
                  <a:pt x="2134" y="6657"/>
                  <a:pt x="2241" y="6753"/>
                  <a:pt x="2241" y="6881"/>
                </a:cubicBezTo>
                <a:cubicBezTo>
                  <a:pt x="2241" y="7020"/>
                  <a:pt x="2155" y="7105"/>
                  <a:pt x="2017" y="7105"/>
                </a:cubicBezTo>
                <a:cubicBezTo>
                  <a:pt x="1899" y="7105"/>
                  <a:pt x="1803" y="7020"/>
                  <a:pt x="1803" y="6881"/>
                </a:cubicBezTo>
                <a:cubicBezTo>
                  <a:pt x="1803" y="6753"/>
                  <a:pt x="1899" y="6657"/>
                  <a:pt x="2017" y="6657"/>
                </a:cubicBezTo>
                <a:close/>
                <a:moveTo>
                  <a:pt x="2550" y="5665"/>
                </a:moveTo>
                <a:cubicBezTo>
                  <a:pt x="2668" y="6039"/>
                  <a:pt x="3020" y="6305"/>
                  <a:pt x="3436" y="6305"/>
                </a:cubicBezTo>
                <a:cubicBezTo>
                  <a:pt x="3830" y="6305"/>
                  <a:pt x="4172" y="6039"/>
                  <a:pt x="4300" y="5687"/>
                </a:cubicBezTo>
                <a:cubicBezTo>
                  <a:pt x="4417" y="5708"/>
                  <a:pt x="4534" y="5729"/>
                  <a:pt x="4662" y="5772"/>
                </a:cubicBezTo>
                <a:lnTo>
                  <a:pt x="4662" y="6657"/>
                </a:lnTo>
                <a:cubicBezTo>
                  <a:pt x="4321" y="6753"/>
                  <a:pt x="4086" y="7105"/>
                  <a:pt x="4086" y="7521"/>
                </a:cubicBezTo>
                <a:lnTo>
                  <a:pt x="4086" y="7937"/>
                </a:lnTo>
                <a:lnTo>
                  <a:pt x="513" y="7937"/>
                </a:lnTo>
                <a:cubicBezTo>
                  <a:pt x="523" y="7351"/>
                  <a:pt x="747" y="6785"/>
                  <a:pt x="1163" y="6359"/>
                </a:cubicBezTo>
                <a:cubicBezTo>
                  <a:pt x="1334" y="6177"/>
                  <a:pt x="1537" y="6028"/>
                  <a:pt x="1761" y="5911"/>
                </a:cubicBezTo>
                <a:lnTo>
                  <a:pt x="1761" y="6199"/>
                </a:lnTo>
                <a:cubicBezTo>
                  <a:pt x="1483" y="6305"/>
                  <a:pt x="1281" y="6593"/>
                  <a:pt x="1302" y="6924"/>
                </a:cubicBezTo>
                <a:cubicBezTo>
                  <a:pt x="1323" y="7287"/>
                  <a:pt x="1622" y="7575"/>
                  <a:pt x="1974" y="7585"/>
                </a:cubicBezTo>
                <a:cubicBezTo>
                  <a:pt x="1987" y="7586"/>
                  <a:pt x="2000" y="7586"/>
                  <a:pt x="2013" y="7586"/>
                </a:cubicBezTo>
                <a:cubicBezTo>
                  <a:pt x="2411" y="7586"/>
                  <a:pt x="2721" y="7274"/>
                  <a:pt x="2721" y="6881"/>
                </a:cubicBezTo>
                <a:cubicBezTo>
                  <a:pt x="2721" y="6572"/>
                  <a:pt x="2529" y="6305"/>
                  <a:pt x="2262" y="6220"/>
                </a:cubicBezTo>
                <a:lnTo>
                  <a:pt x="2262" y="5729"/>
                </a:lnTo>
                <a:cubicBezTo>
                  <a:pt x="2347" y="5708"/>
                  <a:pt x="2454" y="5697"/>
                  <a:pt x="2550" y="5665"/>
                </a:cubicBezTo>
                <a:close/>
                <a:moveTo>
                  <a:pt x="4982" y="7127"/>
                </a:moveTo>
                <a:cubicBezTo>
                  <a:pt x="5100" y="7127"/>
                  <a:pt x="5217" y="7297"/>
                  <a:pt x="5217" y="7521"/>
                </a:cubicBezTo>
                <a:lnTo>
                  <a:pt x="5217" y="7937"/>
                </a:lnTo>
                <a:lnTo>
                  <a:pt x="4577" y="7937"/>
                </a:lnTo>
                <a:lnTo>
                  <a:pt x="4577" y="7521"/>
                </a:lnTo>
                <a:cubicBezTo>
                  <a:pt x="4577" y="7297"/>
                  <a:pt x="4716" y="7127"/>
                  <a:pt x="4822" y="7127"/>
                </a:cubicBezTo>
                <a:close/>
                <a:moveTo>
                  <a:pt x="5142" y="6007"/>
                </a:moveTo>
                <a:cubicBezTo>
                  <a:pt x="5313" y="6113"/>
                  <a:pt x="5473" y="6241"/>
                  <a:pt x="5601" y="6391"/>
                </a:cubicBezTo>
                <a:cubicBezTo>
                  <a:pt x="6006" y="6817"/>
                  <a:pt x="6220" y="7361"/>
                  <a:pt x="6230" y="7937"/>
                </a:cubicBezTo>
                <a:lnTo>
                  <a:pt x="5708" y="7937"/>
                </a:lnTo>
                <a:lnTo>
                  <a:pt x="5708" y="7521"/>
                </a:lnTo>
                <a:cubicBezTo>
                  <a:pt x="5708" y="7095"/>
                  <a:pt x="5473" y="6732"/>
                  <a:pt x="5142" y="6657"/>
                </a:cubicBezTo>
                <a:lnTo>
                  <a:pt x="5142" y="6007"/>
                </a:lnTo>
                <a:close/>
                <a:moveTo>
                  <a:pt x="3137" y="1"/>
                </a:moveTo>
                <a:cubicBezTo>
                  <a:pt x="1803" y="1"/>
                  <a:pt x="726" y="1078"/>
                  <a:pt x="726" y="2412"/>
                </a:cubicBezTo>
                <a:cubicBezTo>
                  <a:pt x="726" y="2625"/>
                  <a:pt x="747" y="2838"/>
                  <a:pt x="822" y="3041"/>
                </a:cubicBezTo>
                <a:cubicBezTo>
                  <a:pt x="833" y="3073"/>
                  <a:pt x="1035" y="3734"/>
                  <a:pt x="1643" y="4204"/>
                </a:cubicBezTo>
                <a:cubicBezTo>
                  <a:pt x="1835" y="4567"/>
                  <a:pt x="2134" y="4855"/>
                  <a:pt x="2507" y="5047"/>
                </a:cubicBezTo>
                <a:lnTo>
                  <a:pt x="2507" y="5153"/>
                </a:lnTo>
                <a:cubicBezTo>
                  <a:pt x="1857" y="5228"/>
                  <a:pt x="1270" y="5527"/>
                  <a:pt x="801" y="6007"/>
                </a:cubicBezTo>
                <a:cubicBezTo>
                  <a:pt x="289" y="6540"/>
                  <a:pt x="1" y="7244"/>
                  <a:pt x="1" y="7991"/>
                </a:cubicBezTo>
                <a:lnTo>
                  <a:pt x="1" y="8172"/>
                </a:lnTo>
                <a:cubicBezTo>
                  <a:pt x="1" y="8311"/>
                  <a:pt x="107" y="8417"/>
                  <a:pt x="246" y="8417"/>
                </a:cubicBezTo>
                <a:lnTo>
                  <a:pt x="6454" y="8417"/>
                </a:lnTo>
                <a:cubicBezTo>
                  <a:pt x="6593" y="8417"/>
                  <a:pt x="6700" y="8311"/>
                  <a:pt x="6700" y="8172"/>
                </a:cubicBezTo>
                <a:lnTo>
                  <a:pt x="6700" y="8001"/>
                </a:lnTo>
                <a:cubicBezTo>
                  <a:pt x="6742" y="7287"/>
                  <a:pt x="6454" y="6593"/>
                  <a:pt x="5974" y="6071"/>
                </a:cubicBezTo>
                <a:cubicBezTo>
                  <a:pt x="5697" y="5761"/>
                  <a:pt x="5366" y="5537"/>
                  <a:pt x="5004" y="5377"/>
                </a:cubicBezTo>
                <a:cubicBezTo>
                  <a:pt x="4790" y="5281"/>
                  <a:pt x="4577" y="5228"/>
                  <a:pt x="4353" y="5185"/>
                </a:cubicBezTo>
                <a:lnTo>
                  <a:pt x="4353" y="4993"/>
                </a:lnTo>
                <a:cubicBezTo>
                  <a:pt x="4684" y="4791"/>
                  <a:pt x="4950" y="4513"/>
                  <a:pt x="5110" y="4161"/>
                </a:cubicBezTo>
                <a:cubicBezTo>
                  <a:pt x="5676" y="3766"/>
                  <a:pt x="5910" y="3094"/>
                  <a:pt x="5921" y="3073"/>
                </a:cubicBezTo>
                <a:lnTo>
                  <a:pt x="5921" y="3052"/>
                </a:lnTo>
                <a:cubicBezTo>
                  <a:pt x="5996" y="2860"/>
                  <a:pt x="6017" y="2625"/>
                  <a:pt x="6017" y="2412"/>
                </a:cubicBezTo>
                <a:cubicBezTo>
                  <a:pt x="6017" y="1078"/>
                  <a:pt x="4940" y="1"/>
                  <a:pt x="36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7"/>
          <p:cNvSpPr/>
          <p:nvPr/>
        </p:nvSpPr>
        <p:spPr>
          <a:xfrm>
            <a:off x="6716275" y="3030512"/>
            <a:ext cx="75865" cy="147755"/>
          </a:xfrm>
          <a:custGeom>
            <a:rect b="b" l="l" r="r" t="t"/>
            <a:pathLst>
              <a:path extrusionOk="0" h="3681" w="1890">
                <a:moveTo>
                  <a:pt x="1409" y="502"/>
                </a:moveTo>
                <a:lnTo>
                  <a:pt x="1409" y="3200"/>
                </a:lnTo>
                <a:lnTo>
                  <a:pt x="492" y="3200"/>
                </a:lnTo>
                <a:lnTo>
                  <a:pt x="492" y="502"/>
                </a:lnTo>
                <a:close/>
                <a:moveTo>
                  <a:pt x="236" y="0"/>
                </a:moveTo>
                <a:cubicBezTo>
                  <a:pt x="118" y="0"/>
                  <a:pt x="1" y="107"/>
                  <a:pt x="1" y="245"/>
                </a:cubicBezTo>
                <a:lnTo>
                  <a:pt x="1" y="3446"/>
                </a:lnTo>
                <a:cubicBezTo>
                  <a:pt x="1" y="3574"/>
                  <a:pt x="108" y="3680"/>
                  <a:pt x="236" y="3680"/>
                </a:cubicBezTo>
                <a:lnTo>
                  <a:pt x="1654" y="3680"/>
                </a:lnTo>
                <a:cubicBezTo>
                  <a:pt x="1782" y="3680"/>
                  <a:pt x="1889" y="3574"/>
                  <a:pt x="1889" y="3446"/>
                </a:cubicBezTo>
                <a:lnTo>
                  <a:pt x="1889" y="245"/>
                </a:lnTo>
                <a:cubicBezTo>
                  <a:pt x="1889" y="107"/>
                  <a:pt x="1782" y="0"/>
                  <a:pt x="16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7"/>
          <p:cNvSpPr/>
          <p:nvPr/>
        </p:nvSpPr>
        <p:spPr>
          <a:xfrm>
            <a:off x="6674330" y="2881919"/>
            <a:ext cx="289088" cy="336614"/>
          </a:xfrm>
          <a:custGeom>
            <a:rect b="b" l="l" r="r" t="t"/>
            <a:pathLst>
              <a:path extrusionOk="0" h="8386" w="7202">
                <a:moveTo>
                  <a:pt x="3830" y="950"/>
                </a:moveTo>
                <a:lnTo>
                  <a:pt x="3830" y="1441"/>
                </a:lnTo>
                <a:lnTo>
                  <a:pt x="3467" y="1441"/>
                </a:lnTo>
                <a:lnTo>
                  <a:pt x="3467" y="950"/>
                </a:lnTo>
                <a:close/>
                <a:moveTo>
                  <a:pt x="6710" y="747"/>
                </a:moveTo>
                <a:lnTo>
                  <a:pt x="6710" y="1622"/>
                </a:lnTo>
                <a:cubicBezTo>
                  <a:pt x="6422" y="1569"/>
                  <a:pt x="6230" y="1398"/>
                  <a:pt x="6230" y="1185"/>
                </a:cubicBezTo>
                <a:cubicBezTo>
                  <a:pt x="6230" y="971"/>
                  <a:pt x="6422" y="801"/>
                  <a:pt x="6710" y="747"/>
                </a:cubicBezTo>
                <a:close/>
                <a:moveTo>
                  <a:pt x="2977" y="470"/>
                </a:moveTo>
                <a:lnTo>
                  <a:pt x="2977" y="1921"/>
                </a:lnTo>
                <a:lnTo>
                  <a:pt x="1057" y="1921"/>
                </a:lnTo>
                <a:lnTo>
                  <a:pt x="1057" y="470"/>
                </a:lnTo>
                <a:close/>
                <a:moveTo>
                  <a:pt x="2443" y="2411"/>
                </a:moveTo>
                <a:lnTo>
                  <a:pt x="2443" y="2934"/>
                </a:lnTo>
                <a:cubicBezTo>
                  <a:pt x="2454" y="3051"/>
                  <a:pt x="2561" y="3158"/>
                  <a:pt x="2699" y="3169"/>
                </a:cubicBezTo>
                <a:cubicBezTo>
                  <a:pt x="3147" y="3201"/>
                  <a:pt x="3499" y="3521"/>
                  <a:pt x="3499" y="3894"/>
                </a:cubicBezTo>
                <a:lnTo>
                  <a:pt x="3499" y="7830"/>
                </a:lnTo>
                <a:cubicBezTo>
                  <a:pt x="3499" y="7852"/>
                  <a:pt x="3457" y="7894"/>
                  <a:pt x="3371" y="7894"/>
                </a:cubicBezTo>
                <a:lnTo>
                  <a:pt x="619" y="7894"/>
                </a:lnTo>
                <a:cubicBezTo>
                  <a:pt x="545" y="7894"/>
                  <a:pt x="491" y="7852"/>
                  <a:pt x="491" y="7830"/>
                </a:cubicBezTo>
                <a:lnTo>
                  <a:pt x="491" y="3894"/>
                </a:lnTo>
                <a:cubicBezTo>
                  <a:pt x="491" y="3510"/>
                  <a:pt x="854" y="3201"/>
                  <a:pt x="1291" y="3169"/>
                </a:cubicBezTo>
                <a:cubicBezTo>
                  <a:pt x="1430" y="3158"/>
                  <a:pt x="1526" y="3051"/>
                  <a:pt x="1526" y="2934"/>
                </a:cubicBezTo>
                <a:lnTo>
                  <a:pt x="1526" y="2411"/>
                </a:lnTo>
                <a:close/>
                <a:moveTo>
                  <a:pt x="993" y="1"/>
                </a:moveTo>
                <a:cubicBezTo>
                  <a:pt x="747" y="1"/>
                  <a:pt x="555" y="193"/>
                  <a:pt x="555" y="438"/>
                </a:cubicBezTo>
                <a:lnTo>
                  <a:pt x="555" y="1963"/>
                </a:lnTo>
                <a:cubicBezTo>
                  <a:pt x="555" y="2198"/>
                  <a:pt x="747" y="2401"/>
                  <a:pt x="993" y="2401"/>
                </a:cubicBezTo>
                <a:lnTo>
                  <a:pt x="1046" y="2401"/>
                </a:lnTo>
                <a:lnTo>
                  <a:pt x="1046" y="2710"/>
                </a:lnTo>
                <a:cubicBezTo>
                  <a:pt x="449" y="2838"/>
                  <a:pt x="1" y="3318"/>
                  <a:pt x="1" y="3894"/>
                </a:cubicBezTo>
                <a:lnTo>
                  <a:pt x="1" y="7830"/>
                </a:lnTo>
                <a:cubicBezTo>
                  <a:pt x="1" y="8129"/>
                  <a:pt x="267" y="8385"/>
                  <a:pt x="609" y="8385"/>
                </a:cubicBezTo>
                <a:lnTo>
                  <a:pt x="3382" y="8385"/>
                </a:lnTo>
                <a:cubicBezTo>
                  <a:pt x="3713" y="8385"/>
                  <a:pt x="3979" y="8129"/>
                  <a:pt x="3979" y="7830"/>
                </a:cubicBezTo>
                <a:lnTo>
                  <a:pt x="3979" y="3894"/>
                </a:lnTo>
                <a:cubicBezTo>
                  <a:pt x="3979" y="3318"/>
                  <a:pt x="3542" y="2838"/>
                  <a:pt x="2934" y="2710"/>
                </a:cubicBezTo>
                <a:lnTo>
                  <a:pt x="2934" y="2401"/>
                </a:lnTo>
                <a:lnTo>
                  <a:pt x="3009" y="2401"/>
                </a:lnTo>
                <a:cubicBezTo>
                  <a:pt x="3243" y="2401"/>
                  <a:pt x="3446" y="2198"/>
                  <a:pt x="3446" y="1963"/>
                </a:cubicBezTo>
                <a:lnTo>
                  <a:pt x="3446" y="1931"/>
                </a:lnTo>
                <a:lnTo>
                  <a:pt x="4054" y="1931"/>
                </a:lnTo>
                <a:cubicBezTo>
                  <a:pt x="4193" y="1931"/>
                  <a:pt x="4300" y="1825"/>
                  <a:pt x="4300" y="1697"/>
                </a:cubicBezTo>
                <a:lnTo>
                  <a:pt x="4300" y="1451"/>
                </a:lnTo>
                <a:lnTo>
                  <a:pt x="5750" y="1451"/>
                </a:lnTo>
                <a:cubicBezTo>
                  <a:pt x="5804" y="1622"/>
                  <a:pt x="5910" y="1782"/>
                  <a:pt x="6070" y="1910"/>
                </a:cubicBezTo>
                <a:cubicBezTo>
                  <a:pt x="6284" y="2081"/>
                  <a:pt x="6593" y="2155"/>
                  <a:pt x="6934" y="2155"/>
                </a:cubicBezTo>
                <a:cubicBezTo>
                  <a:pt x="7073" y="2155"/>
                  <a:pt x="7190" y="2049"/>
                  <a:pt x="7190" y="1910"/>
                </a:cubicBezTo>
                <a:lnTo>
                  <a:pt x="7190" y="491"/>
                </a:lnTo>
                <a:cubicBezTo>
                  <a:pt x="7201" y="342"/>
                  <a:pt x="7084" y="235"/>
                  <a:pt x="6956" y="235"/>
                </a:cubicBezTo>
                <a:cubicBezTo>
                  <a:pt x="6604" y="235"/>
                  <a:pt x="6316" y="331"/>
                  <a:pt x="6081" y="491"/>
                </a:cubicBezTo>
                <a:cubicBezTo>
                  <a:pt x="5921" y="609"/>
                  <a:pt x="5814" y="769"/>
                  <a:pt x="5761" y="950"/>
                </a:cubicBezTo>
                <a:lnTo>
                  <a:pt x="4310" y="950"/>
                </a:lnTo>
                <a:lnTo>
                  <a:pt x="4310" y="705"/>
                </a:lnTo>
                <a:cubicBezTo>
                  <a:pt x="4310" y="577"/>
                  <a:pt x="4204" y="459"/>
                  <a:pt x="4075" y="459"/>
                </a:cubicBezTo>
                <a:lnTo>
                  <a:pt x="3457" y="459"/>
                </a:lnTo>
                <a:lnTo>
                  <a:pt x="3457" y="438"/>
                </a:lnTo>
                <a:cubicBezTo>
                  <a:pt x="3457" y="193"/>
                  <a:pt x="3254" y="1"/>
                  <a:pt x="30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7"/>
          <p:cNvSpPr/>
          <p:nvPr/>
        </p:nvSpPr>
        <p:spPr>
          <a:xfrm>
            <a:off x="7278938" y="2881919"/>
            <a:ext cx="338701" cy="336172"/>
          </a:xfrm>
          <a:custGeom>
            <a:rect b="b" l="l" r="r" t="t"/>
            <a:pathLst>
              <a:path extrusionOk="0" h="8375" w="8438">
                <a:moveTo>
                  <a:pt x="1035" y="491"/>
                </a:moveTo>
                <a:cubicBezTo>
                  <a:pt x="1109" y="491"/>
                  <a:pt x="1195" y="534"/>
                  <a:pt x="1259" y="598"/>
                </a:cubicBezTo>
                <a:lnTo>
                  <a:pt x="2219" y="1697"/>
                </a:lnTo>
                <a:lnTo>
                  <a:pt x="2219" y="1697"/>
                </a:lnTo>
                <a:lnTo>
                  <a:pt x="981" y="1654"/>
                </a:lnTo>
                <a:lnTo>
                  <a:pt x="619" y="1302"/>
                </a:lnTo>
                <a:cubicBezTo>
                  <a:pt x="448" y="1131"/>
                  <a:pt x="480" y="897"/>
                  <a:pt x="693" y="683"/>
                </a:cubicBezTo>
                <a:cubicBezTo>
                  <a:pt x="811" y="555"/>
                  <a:pt x="928" y="491"/>
                  <a:pt x="1035" y="491"/>
                </a:cubicBezTo>
                <a:close/>
                <a:moveTo>
                  <a:pt x="1515" y="2177"/>
                </a:moveTo>
                <a:lnTo>
                  <a:pt x="2667" y="2209"/>
                </a:lnTo>
                <a:lnTo>
                  <a:pt x="3147" y="2742"/>
                </a:lnTo>
                <a:lnTo>
                  <a:pt x="2048" y="2678"/>
                </a:lnTo>
                <a:lnTo>
                  <a:pt x="1515" y="2177"/>
                </a:lnTo>
                <a:close/>
                <a:moveTo>
                  <a:pt x="2614" y="3201"/>
                </a:moveTo>
                <a:lnTo>
                  <a:pt x="3595" y="3265"/>
                </a:lnTo>
                <a:lnTo>
                  <a:pt x="4139" y="3894"/>
                </a:lnTo>
                <a:lnTo>
                  <a:pt x="4139" y="3894"/>
                </a:lnTo>
                <a:lnTo>
                  <a:pt x="3222" y="3787"/>
                </a:lnTo>
                <a:lnTo>
                  <a:pt x="2614" y="3201"/>
                </a:lnTo>
                <a:close/>
                <a:moveTo>
                  <a:pt x="3819" y="4342"/>
                </a:moveTo>
                <a:lnTo>
                  <a:pt x="4640" y="4438"/>
                </a:lnTo>
                <a:lnTo>
                  <a:pt x="7638" y="7862"/>
                </a:lnTo>
                <a:cubicBezTo>
                  <a:pt x="6934" y="7809"/>
                  <a:pt x="6251" y="7574"/>
                  <a:pt x="5600" y="7137"/>
                </a:cubicBezTo>
                <a:cubicBezTo>
                  <a:pt x="5152" y="6838"/>
                  <a:pt x="4854" y="6550"/>
                  <a:pt x="4704" y="6390"/>
                </a:cubicBezTo>
                <a:cubicBezTo>
                  <a:pt x="4747" y="6294"/>
                  <a:pt x="4768" y="6156"/>
                  <a:pt x="4800" y="5996"/>
                </a:cubicBezTo>
                <a:cubicBezTo>
                  <a:pt x="4832" y="5569"/>
                  <a:pt x="4704" y="5185"/>
                  <a:pt x="4395" y="4897"/>
                </a:cubicBezTo>
                <a:lnTo>
                  <a:pt x="3819" y="4342"/>
                </a:lnTo>
                <a:close/>
                <a:moveTo>
                  <a:pt x="1035" y="1"/>
                </a:moveTo>
                <a:cubicBezTo>
                  <a:pt x="864" y="1"/>
                  <a:pt x="608" y="54"/>
                  <a:pt x="331" y="342"/>
                </a:cubicBezTo>
                <a:cubicBezTo>
                  <a:pt x="128" y="555"/>
                  <a:pt x="11" y="801"/>
                  <a:pt x="11" y="1035"/>
                </a:cubicBezTo>
                <a:cubicBezTo>
                  <a:pt x="0" y="1270"/>
                  <a:pt x="85" y="1494"/>
                  <a:pt x="267" y="1665"/>
                </a:cubicBezTo>
                <a:lnTo>
                  <a:pt x="277" y="1675"/>
                </a:lnTo>
                <a:lnTo>
                  <a:pt x="4064" y="5281"/>
                </a:lnTo>
                <a:cubicBezTo>
                  <a:pt x="4534" y="5729"/>
                  <a:pt x="4224" y="6337"/>
                  <a:pt x="4214" y="6348"/>
                </a:cubicBezTo>
                <a:cubicBezTo>
                  <a:pt x="4150" y="6444"/>
                  <a:pt x="4171" y="6550"/>
                  <a:pt x="4235" y="6614"/>
                </a:cubicBezTo>
                <a:cubicBezTo>
                  <a:pt x="4246" y="6625"/>
                  <a:pt x="4640" y="7105"/>
                  <a:pt x="5312" y="7542"/>
                </a:cubicBezTo>
                <a:cubicBezTo>
                  <a:pt x="6123" y="8097"/>
                  <a:pt x="7019" y="8374"/>
                  <a:pt x="7915" y="8374"/>
                </a:cubicBezTo>
                <a:cubicBezTo>
                  <a:pt x="8011" y="8374"/>
                  <a:pt x="8086" y="8374"/>
                  <a:pt x="8182" y="8364"/>
                </a:cubicBezTo>
                <a:cubicBezTo>
                  <a:pt x="8278" y="8364"/>
                  <a:pt x="8353" y="8289"/>
                  <a:pt x="8395" y="8214"/>
                </a:cubicBezTo>
                <a:cubicBezTo>
                  <a:pt x="8438" y="8118"/>
                  <a:pt x="8406" y="8022"/>
                  <a:pt x="8353" y="7958"/>
                </a:cubicBezTo>
                <a:lnTo>
                  <a:pt x="1632" y="267"/>
                </a:lnTo>
                <a:lnTo>
                  <a:pt x="1621" y="257"/>
                </a:lnTo>
                <a:cubicBezTo>
                  <a:pt x="1461" y="75"/>
                  <a:pt x="1248" y="1"/>
                  <a:pt x="10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7"/>
          <p:cNvSpPr/>
          <p:nvPr/>
        </p:nvSpPr>
        <p:spPr>
          <a:xfrm>
            <a:off x="1527201" y="3526344"/>
            <a:ext cx="337899" cy="337015"/>
          </a:xfrm>
          <a:custGeom>
            <a:rect b="b" l="l" r="r" t="t"/>
            <a:pathLst>
              <a:path extrusionOk="0" h="8396" w="8418">
                <a:moveTo>
                  <a:pt x="5025" y="491"/>
                </a:moveTo>
                <a:cubicBezTo>
                  <a:pt x="5292" y="491"/>
                  <a:pt x="5558" y="597"/>
                  <a:pt x="5772" y="800"/>
                </a:cubicBezTo>
                <a:cubicBezTo>
                  <a:pt x="6188" y="1216"/>
                  <a:pt x="6188" y="1878"/>
                  <a:pt x="5772" y="2294"/>
                </a:cubicBezTo>
                <a:cubicBezTo>
                  <a:pt x="5569" y="2502"/>
                  <a:pt x="5300" y="2606"/>
                  <a:pt x="5029" y="2606"/>
                </a:cubicBezTo>
                <a:cubicBezTo>
                  <a:pt x="4758" y="2606"/>
                  <a:pt x="4486" y="2502"/>
                  <a:pt x="4278" y="2294"/>
                </a:cubicBezTo>
                <a:cubicBezTo>
                  <a:pt x="3884" y="1878"/>
                  <a:pt x="3884" y="1216"/>
                  <a:pt x="4278" y="800"/>
                </a:cubicBezTo>
                <a:cubicBezTo>
                  <a:pt x="4481" y="597"/>
                  <a:pt x="4758" y="491"/>
                  <a:pt x="5025" y="491"/>
                </a:cubicBezTo>
                <a:close/>
                <a:moveTo>
                  <a:pt x="6870" y="2315"/>
                </a:moveTo>
                <a:cubicBezTo>
                  <a:pt x="7148" y="2315"/>
                  <a:pt x="7415" y="2422"/>
                  <a:pt x="7617" y="2624"/>
                </a:cubicBezTo>
                <a:cubicBezTo>
                  <a:pt x="7820" y="2827"/>
                  <a:pt x="7916" y="3094"/>
                  <a:pt x="7916" y="3371"/>
                </a:cubicBezTo>
                <a:cubicBezTo>
                  <a:pt x="7927" y="3648"/>
                  <a:pt x="7799" y="3915"/>
                  <a:pt x="7617" y="4118"/>
                </a:cubicBezTo>
                <a:cubicBezTo>
                  <a:pt x="7415" y="4320"/>
                  <a:pt x="7148" y="4427"/>
                  <a:pt x="6870" y="4427"/>
                </a:cubicBezTo>
                <a:cubicBezTo>
                  <a:pt x="6582" y="4427"/>
                  <a:pt x="6316" y="4320"/>
                  <a:pt x="6124" y="4118"/>
                </a:cubicBezTo>
                <a:cubicBezTo>
                  <a:pt x="5921" y="3915"/>
                  <a:pt x="5814" y="3648"/>
                  <a:pt x="5814" y="3371"/>
                </a:cubicBezTo>
                <a:cubicBezTo>
                  <a:pt x="5814" y="3094"/>
                  <a:pt x="5921" y="2827"/>
                  <a:pt x="6124" y="2624"/>
                </a:cubicBezTo>
                <a:cubicBezTo>
                  <a:pt x="6316" y="2422"/>
                  <a:pt x="6582" y="2315"/>
                  <a:pt x="6870" y="2315"/>
                </a:cubicBezTo>
                <a:close/>
                <a:moveTo>
                  <a:pt x="4150" y="2795"/>
                </a:moveTo>
                <a:cubicBezTo>
                  <a:pt x="4417" y="2976"/>
                  <a:pt x="4705" y="3062"/>
                  <a:pt x="5014" y="3062"/>
                </a:cubicBezTo>
                <a:cubicBezTo>
                  <a:pt x="5121" y="3062"/>
                  <a:pt x="5228" y="3051"/>
                  <a:pt x="5334" y="3030"/>
                </a:cubicBezTo>
                <a:lnTo>
                  <a:pt x="5334" y="3030"/>
                </a:lnTo>
                <a:cubicBezTo>
                  <a:pt x="5313" y="3136"/>
                  <a:pt x="5292" y="3243"/>
                  <a:pt x="5292" y="3360"/>
                </a:cubicBezTo>
                <a:cubicBezTo>
                  <a:pt x="5324" y="3691"/>
                  <a:pt x="5420" y="3990"/>
                  <a:pt x="5590" y="4235"/>
                </a:cubicBezTo>
                <a:lnTo>
                  <a:pt x="4748" y="4800"/>
                </a:lnTo>
                <a:lnTo>
                  <a:pt x="3585" y="3638"/>
                </a:lnTo>
                <a:lnTo>
                  <a:pt x="4150" y="2795"/>
                </a:lnTo>
                <a:close/>
                <a:moveTo>
                  <a:pt x="3318" y="4064"/>
                </a:moveTo>
                <a:lnTo>
                  <a:pt x="4353" y="5088"/>
                </a:lnTo>
                <a:lnTo>
                  <a:pt x="1174" y="7222"/>
                </a:lnTo>
                <a:lnTo>
                  <a:pt x="3318" y="4064"/>
                </a:lnTo>
                <a:close/>
                <a:moveTo>
                  <a:pt x="5026" y="0"/>
                </a:moveTo>
                <a:cubicBezTo>
                  <a:pt x="4630" y="0"/>
                  <a:pt x="4236" y="149"/>
                  <a:pt x="3937" y="448"/>
                </a:cubicBezTo>
                <a:cubicBezTo>
                  <a:pt x="3382" y="1003"/>
                  <a:pt x="3340" y="1878"/>
                  <a:pt x="3798" y="2475"/>
                </a:cubicBezTo>
                <a:lnTo>
                  <a:pt x="54" y="8011"/>
                </a:lnTo>
                <a:cubicBezTo>
                  <a:pt x="1" y="8097"/>
                  <a:pt x="1" y="8182"/>
                  <a:pt x="43" y="8267"/>
                </a:cubicBezTo>
                <a:cubicBezTo>
                  <a:pt x="75" y="8342"/>
                  <a:pt x="161" y="8385"/>
                  <a:pt x="235" y="8395"/>
                </a:cubicBezTo>
                <a:cubicBezTo>
                  <a:pt x="289" y="8395"/>
                  <a:pt x="342" y="8385"/>
                  <a:pt x="406" y="8363"/>
                </a:cubicBezTo>
                <a:lnTo>
                  <a:pt x="5932" y="4608"/>
                </a:lnTo>
                <a:cubicBezTo>
                  <a:pt x="6198" y="4811"/>
                  <a:pt x="6518" y="4928"/>
                  <a:pt x="6870" y="4928"/>
                </a:cubicBezTo>
                <a:cubicBezTo>
                  <a:pt x="7287" y="4928"/>
                  <a:pt x="7671" y="4768"/>
                  <a:pt x="7959" y="4480"/>
                </a:cubicBezTo>
                <a:cubicBezTo>
                  <a:pt x="8257" y="4182"/>
                  <a:pt x="8417" y="3798"/>
                  <a:pt x="8417" y="3382"/>
                </a:cubicBezTo>
                <a:cubicBezTo>
                  <a:pt x="8417" y="2955"/>
                  <a:pt x="8257" y="2571"/>
                  <a:pt x="7959" y="2283"/>
                </a:cubicBezTo>
                <a:cubicBezTo>
                  <a:pt x="7671" y="1984"/>
                  <a:pt x="7287" y="1824"/>
                  <a:pt x="6870" y="1824"/>
                </a:cubicBezTo>
                <a:cubicBezTo>
                  <a:pt x="6764" y="1824"/>
                  <a:pt x="6636" y="1835"/>
                  <a:pt x="6540" y="1867"/>
                </a:cubicBezTo>
                <a:cubicBezTo>
                  <a:pt x="6636" y="1376"/>
                  <a:pt x="6508" y="821"/>
                  <a:pt x="6124" y="448"/>
                </a:cubicBezTo>
                <a:cubicBezTo>
                  <a:pt x="5820" y="149"/>
                  <a:pt x="5422" y="0"/>
                  <a:pt x="50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7"/>
          <p:cNvSpPr/>
          <p:nvPr/>
        </p:nvSpPr>
        <p:spPr>
          <a:xfrm>
            <a:off x="2159183" y="3526344"/>
            <a:ext cx="339183" cy="238512"/>
          </a:xfrm>
          <a:custGeom>
            <a:rect b="b" l="l" r="r" t="t"/>
            <a:pathLst>
              <a:path extrusionOk="0" h="5942" w="8450">
                <a:moveTo>
                  <a:pt x="4214" y="480"/>
                </a:moveTo>
                <a:cubicBezTo>
                  <a:pt x="5975" y="480"/>
                  <a:pt x="7500" y="2443"/>
                  <a:pt x="7884" y="2976"/>
                </a:cubicBezTo>
                <a:cubicBezTo>
                  <a:pt x="7500" y="3510"/>
                  <a:pt x="5975" y="5462"/>
                  <a:pt x="4214" y="5462"/>
                </a:cubicBezTo>
                <a:cubicBezTo>
                  <a:pt x="2454" y="5462"/>
                  <a:pt x="940" y="3510"/>
                  <a:pt x="556" y="2976"/>
                </a:cubicBezTo>
                <a:cubicBezTo>
                  <a:pt x="940" y="2443"/>
                  <a:pt x="2454" y="480"/>
                  <a:pt x="4214" y="480"/>
                </a:cubicBezTo>
                <a:close/>
                <a:moveTo>
                  <a:pt x="4214" y="0"/>
                </a:moveTo>
                <a:cubicBezTo>
                  <a:pt x="3670" y="0"/>
                  <a:pt x="3126" y="160"/>
                  <a:pt x="2561" y="448"/>
                </a:cubicBezTo>
                <a:cubicBezTo>
                  <a:pt x="2124" y="693"/>
                  <a:pt x="1686" y="1024"/>
                  <a:pt x="1260" y="1429"/>
                </a:cubicBezTo>
                <a:cubicBezTo>
                  <a:pt x="524" y="2123"/>
                  <a:pt x="86" y="2806"/>
                  <a:pt x="54" y="2838"/>
                </a:cubicBezTo>
                <a:cubicBezTo>
                  <a:pt x="1" y="2923"/>
                  <a:pt x="1" y="3030"/>
                  <a:pt x="54" y="3104"/>
                </a:cubicBezTo>
                <a:cubicBezTo>
                  <a:pt x="76" y="3136"/>
                  <a:pt x="524" y="3830"/>
                  <a:pt x="1260" y="4523"/>
                </a:cubicBezTo>
                <a:cubicBezTo>
                  <a:pt x="1686" y="4928"/>
                  <a:pt x="2134" y="5270"/>
                  <a:pt x="2561" y="5494"/>
                </a:cubicBezTo>
                <a:cubicBezTo>
                  <a:pt x="3126" y="5803"/>
                  <a:pt x="3681" y="5942"/>
                  <a:pt x="4214" y="5942"/>
                </a:cubicBezTo>
                <a:cubicBezTo>
                  <a:pt x="4748" y="5942"/>
                  <a:pt x="5313" y="5782"/>
                  <a:pt x="5889" y="5494"/>
                </a:cubicBezTo>
                <a:cubicBezTo>
                  <a:pt x="6327" y="5248"/>
                  <a:pt x="6764" y="4918"/>
                  <a:pt x="7191" y="4523"/>
                </a:cubicBezTo>
                <a:cubicBezTo>
                  <a:pt x="7927" y="3830"/>
                  <a:pt x="8364" y="3136"/>
                  <a:pt x="8396" y="3104"/>
                </a:cubicBezTo>
                <a:cubicBezTo>
                  <a:pt x="8449" y="3030"/>
                  <a:pt x="8449" y="2923"/>
                  <a:pt x="8396" y="2838"/>
                </a:cubicBezTo>
                <a:cubicBezTo>
                  <a:pt x="8375" y="2816"/>
                  <a:pt x="7927" y="2123"/>
                  <a:pt x="7191" y="1429"/>
                </a:cubicBezTo>
                <a:cubicBezTo>
                  <a:pt x="6764" y="1013"/>
                  <a:pt x="6316" y="672"/>
                  <a:pt x="5889" y="448"/>
                </a:cubicBezTo>
                <a:cubicBezTo>
                  <a:pt x="5324" y="139"/>
                  <a:pt x="4769" y="0"/>
                  <a:pt x="42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7"/>
          <p:cNvSpPr/>
          <p:nvPr/>
        </p:nvSpPr>
        <p:spPr>
          <a:xfrm>
            <a:off x="2250819" y="3567848"/>
            <a:ext cx="155462" cy="155502"/>
          </a:xfrm>
          <a:custGeom>
            <a:rect b="b" l="l" r="r" t="t"/>
            <a:pathLst>
              <a:path extrusionOk="0" h="3874" w="3873">
                <a:moveTo>
                  <a:pt x="1931" y="502"/>
                </a:moveTo>
                <a:cubicBezTo>
                  <a:pt x="2721" y="502"/>
                  <a:pt x="3372" y="1153"/>
                  <a:pt x="3372" y="1942"/>
                </a:cubicBezTo>
                <a:cubicBezTo>
                  <a:pt x="3372" y="2742"/>
                  <a:pt x="2721" y="3382"/>
                  <a:pt x="1931" y="3382"/>
                </a:cubicBezTo>
                <a:cubicBezTo>
                  <a:pt x="1153" y="3382"/>
                  <a:pt x="491" y="2721"/>
                  <a:pt x="491" y="1942"/>
                </a:cubicBezTo>
                <a:cubicBezTo>
                  <a:pt x="491" y="1142"/>
                  <a:pt x="1131" y="502"/>
                  <a:pt x="1931" y="502"/>
                </a:cubicBezTo>
                <a:close/>
                <a:moveTo>
                  <a:pt x="1931" y="1"/>
                </a:moveTo>
                <a:cubicBezTo>
                  <a:pt x="865" y="1"/>
                  <a:pt x="1" y="876"/>
                  <a:pt x="1" y="1942"/>
                </a:cubicBezTo>
                <a:cubicBezTo>
                  <a:pt x="1" y="3009"/>
                  <a:pt x="865" y="3873"/>
                  <a:pt x="1931" y="3873"/>
                </a:cubicBezTo>
                <a:cubicBezTo>
                  <a:pt x="2998" y="3873"/>
                  <a:pt x="3873" y="3009"/>
                  <a:pt x="3873" y="1942"/>
                </a:cubicBezTo>
                <a:cubicBezTo>
                  <a:pt x="3873" y="876"/>
                  <a:pt x="2998" y="1"/>
                  <a:pt x="19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7"/>
          <p:cNvSpPr/>
          <p:nvPr/>
        </p:nvSpPr>
        <p:spPr>
          <a:xfrm>
            <a:off x="2291078" y="3607665"/>
            <a:ext cx="74982" cy="75824"/>
          </a:xfrm>
          <a:custGeom>
            <a:rect b="b" l="l" r="r" t="t"/>
            <a:pathLst>
              <a:path extrusionOk="0" h="1889" w="1868">
                <a:moveTo>
                  <a:pt x="928" y="492"/>
                </a:moveTo>
                <a:cubicBezTo>
                  <a:pt x="1174" y="492"/>
                  <a:pt x="1377" y="694"/>
                  <a:pt x="1377" y="950"/>
                </a:cubicBezTo>
                <a:cubicBezTo>
                  <a:pt x="1377" y="1185"/>
                  <a:pt x="1174" y="1398"/>
                  <a:pt x="928" y="1398"/>
                </a:cubicBezTo>
                <a:cubicBezTo>
                  <a:pt x="694" y="1398"/>
                  <a:pt x="491" y="1196"/>
                  <a:pt x="491" y="950"/>
                </a:cubicBezTo>
                <a:cubicBezTo>
                  <a:pt x="491" y="694"/>
                  <a:pt x="694" y="492"/>
                  <a:pt x="928" y="492"/>
                </a:cubicBezTo>
                <a:close/>
                <a:moveTo>
                  <a:pt x="928" y="1"/>
                </a:moveTo>
                <a:cubicBezTo>
                  <a:pt x="416" y="1"/>
                  <a:pt x="0" y="428"/>
                  <a:pt x="0" y="950"/>
                </a:cubicBezTo>
                <a:cubicBezTo>
                  <a:pt x="0" y="1462"/>
                  <a:pt x="427" y="1889"/>
                  <a:pt x="928" y="1889"/>
                </a:cubicBezTo>
                <a:cubicBezTo>
                  <a:pt x="1441" y="1889"/>
                  <a:pt x="1867" y="1462"/>
                  <a:pt x="1867" y="950"/>
                </a:cubicBezTo>
                <a:cubicBezTo>
                  <a:pt x="1867" y="428"/>
                  <a:pt x="1451" y="1"/>
                  <a:pt x="9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7"/>
          <p:cNvSpPr/>
          <p:nvPr/>
        </p:nvSpPr>
        <p:spPr>
          <a:xfrm>
            <a:off x="2419120" y="3747468"/>
            <a:ext cx="77952" cy="115884"/>
          </a:xfrm>
          <a:custGeom>
            <a:rect b="b" l="l" r="r" t="t"/>
            <a:pathLst>
              <a:path extrusionOk="0" h="2887" w="1942">
                <a:moveTo>
                  <a:pt x="971" y="636"/>
                </a:moveTo>
                <a:cubicBezTo>
                  <a:pt x="1184" y="934"/>
                  <a:pt x="1451" y="1382"/>
                  <a:pt x="1451" y="1745"/>
                </a:cubicBezTo>
                <a:cubicBezTo>
                  <a:pt x="1461" y="2022"/>
                  <a:pt x="1408" y="2406"/>
                  <a:pt x="971" y="2406"/>
                </a:cubicBezTo>
                <a:cubicBezTo>
                  <a:pt x="757" y="2406"/>
                  <a:pt x="491" y="2342"/>
                  <a:pt x="491" y="1745"/>
                </a:cubicBezTo>
                <a:cubicBezTo>
                  <a:pt x="491" y="1393"/>
                  <a:pt x="757" y="945"/>
                  <a:pt x="971" y="636"/>
                </a:cubicBezTo>
                <a:close/>
                <a:moveTo>
                  <a:pt x="969" y="1"/>
                </a:moveTo>
                <a:cubicBezTo>
                  <a:pt x="899" y="1"/>
                  <a:pt x="827" y="27"/>
                  <a:pt x="779" y="81"/>
                </a:cubicBezTo>
                <a:cubicBezTo>
                  <a:pt x="768" y="91"/>
                  <a:pt x="587" y="305"/>
                  <a:pt x="395" y="614"/>
                </a:cubicBezTo>
                <a:cubicBezTo>
                  <a:pt x="128" y="1041"/>
                  <a:pt x="0" y="1425"/>
                  <a:pt x="0" y="1745"/>
                </a:cubicBezTo>
                <a:cubicBezTo>
                  <a:pt x="0" y="2118"/>
                  <a:pt x="85" y="2406"/>
                  <a:pt x="277" y="2609"/>
                </a:cubicBezTo>
                <a:cubicBezTo>
                  <a:pt x="448" y="2801"/>
                  <a:pt x="683" y="2886"/>
                  <a:pt x="971" y="2886"/>
                </a:cubicBezTo>
                <a:cubicBezTo>
                  <a:pt x="1248" y="2886"/>
                  <a:pt x="1504" y="2801"/>
                  <a:pt x="1664" y="2609"/>
                </a:cubicBezTo>
                <a:cubicBezTo>
                  <a:pt x="1845" y="2406"/>
                  <a:pt x="1941" y="2118"/>
                  <a:pt x="1941" y="1745"/>
                </a:cubicBezTo>
                <a:cubicBezTo>
                  <a:pt x="1941" y="1425"/>
                  <a:pt x="1803" y="1041"/>
                  <a:pt x="1536" y="614"/>
                </a:cubicBezTo>
                <a:cubicBezTo>
                  <a:pt x="1355" y="305"/>
                  <a:pt x="1163" y="91"/>
                  <a:pt x="1152" y="81"/>
                </a:cubicBezTo>
                <a:cubicBezTo>
                  <a:pt x="1109" y="27"/>
                  <a:pt x="1040" y="1"/>
                  <a:pt x="9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7"/>
          <p:cNvSpPr/>
          <p:nvPr/>
        </p:nvSpPr>
        <p:spPr>
          <a:xfrm>
            <a:off x="2877663" y="3526746"/>
            <a:ext cx="175171" cy="337457"/>
          </a:xfrm>
          <a:custGeom>
            <a:rect b="b" l="l" r="r" t="t"/>
            <a:pathLst>
              <a:path extrusionOk="0" h="8407" w="4364">
                <a:moveTo>
                  <a:pt x="2209" y="481"/>
                </a:moveTo>
                <a:cubicBezTo>
                  <a:pt x="2337" y="481"/>
                  <a:pt x="2444" y="577"/>
                  <a:pt x="2444" y="705"/>
                </a:cubicBezTo>
                <a:lnTo>
                  <a:pt x="2444" y="1953"/>
                </a:lnTo>
                <a:lnTo>
                  <a:pt x="1942" y="1953"/>
                </a:lnTo>
                <a:lnTo>
                  <a:pt x="1942" y="705"/>
                </a:lnTo>
                <a:cubicBezTo>
                  <a:pt x="1942" y="587"/>
                  <a:pt x="2038" y="481"/>
                  <a:pt x="2156" y="481"/>
                </a:cubicBezTo>
                <a:close/>
                <a:moveTo>
                  <a:pt x="3414" y="2433"/>
                </a:moveTo>
                <a:cubicBezTo>
                  <a:pt x="3585" y="2433"/>
                  <a:pt x="3756" y="2561"/>
                  <a:pt x="3799" y="2732"/>
                </a:cubicBezTo>
                <a:cubicBezTo>
                  <a:pt x="3852" y="2988"/>
                  <a:pt x="3671" y="3212"/>
                  <a:pt x="3414" y="3212"/>
                </a:cubicBezTo>
                <a:lnTo>
                  <a:pt x="961" y="3212"/>
                </a:lnTo>
                <a:cubicBezTo>
                  <a:pt x="716" y="3212"/>
                  <a:pt x="513" y="2988"/>
                  <a:pt x="566" y="2732"/>
                </a:cubicBezTo>
                <a:cubicBezTo>
                  <a:pt x="609" y="2561"/>
                  <a:pt x="801" y="2433"/>
                  <a:pt x="972" y="2433"/>
                </a:cubicBezTo>
                <a:close/>
                <a:moveTo>
                  <a:pt x="2998" y="3713"/>
                </a:moveTo>
                <a:lnTo>
                  <a:pt x="2998" y="4172"/>
                </a:lnTo>
                <a:lnTo>
                  <a:pt x="1398" y="4172"/>
                </a:lnTo>
                <a:lnTo>
                  <a:pt x="1398" y="3713"/>
                </a:lnTo>
                <a:close/>
                <a:moveTo>
                  <a:pt x="3799" y="4673"/>
                </a:moveTo>
                <a:lnTo>
                  <a:pt x="3799" y="5804"/>
                </a:lnTo>
                <a:lnTo>
                  <a:pt x="598" y="5804"/>
                </a:lnTo>
                <a:lnTo>
                  <a:pt x="598" y="4673"/>
                </a:lnTo>
                <a:close/>
                <a:moveTo>
                  <a:pt x="3788" y="6295"/>
                </a:moveTo>
                <a:lnTo>
                  <a:pt x="3788" y="7873"/>
                </a:lnTo>
                <a:lnTo>
                  <a:pt x="588" y="7873"/>
                </a:lnTo>
                <a:lnTo>
                  <a:pt x="588" y="6295"/>
                </a:lnTo>
                <a:close/>
                <a:moveTo>
                  <a:pt x="2156" y="1"/>
                </a:moveTo>
                <a:cubicBezTo>
                  <a:pt x="1761" y="1"/>
                  <a:pt x="1441" y="321"/>
                  <a:pt x="1441" y="726"/>
                </a:cubicBezTo>
                <a:lnTo>
                  <a:pt x="1441" y="1964"/>
                </a:lnTo>
                <a:lnTo>
                  <a:pt x="961" y="1964"/>
                </a:lnTo>
                <a:cubicBezTo>
                  <a:pt x="513" y="1964"/>
                  <a:pt x="140" y="2273"/>
                  <a:pt x="76" y="2710"/>
                </a:cubicBezTo>
                <a:cubicBezTo>
                  <a:pt x="1" y="3233"/>
                  <a:pt x="385" y="3681"/>
                  <a:pt x="876" y="3734"/>
                </a:cubicBezTo>
                <a:lnTo>
                  <a:pt x="876" y="4204"/>
                </a:lnTo>
                <a:lnTo>
                  <a:pt x="534" y="4204"/>
                </a:lnTo>
                <a:cubicBezTo>
                  <a:pt x="289" y="4204"/>
                  <a:pt x="97" y="4406"/>
                  <a:pt x="97" y="4641"/>
                </a:cubicBezTo>
                <a:lnTo>
                  <a:pt x="97" y="7937"/>
                </a:lnTo>
                <a:cubicBezTo>
                  <a:pt x="97" y="8172"/>
                  <a:pt x="289" y="8375"/>
                  <a:pt x="534" y="8407"/>
                </a:cubicBezTo>
                <a:lnTo>
                  <a:pt x="3841" y="8407"/>
                </a:lnTo>
                <a:cubicBezTo>
                  <a:pt x="4076" y="8385"/>
                  <a:pt x="4279" y="8193"/>
                  <a:pt x="4279" y="7937"/>
                </a:cubicBezTo>
                <a:lnTo>
                  <a:pt x="4279" y="4641"/>
                </a:lnTo>
                <a:cubicBezTo>
                  <a:pt x="4289" y="4385"/>
                  <a:pt x="4097" y="4193"/>
                  <a:pt x="3852" y="4193"/>
                </a:cubicBezTo>
                <a:lnTo>
                  <a:pt x="3489" y="4193"/>
                </a:lnTo>
                <a:lnTo>
                  <a:pt x="3489" y="3724"/>
                </a:lnTo>
                <a:cubicBezTo>
                  <a:pt x="3991" y="3681"/>
                  <a:pt x="4364" y="3244"/>
                  <a:pt x="4289" y="2732"/>
                </a:cubicBezTo>
                <a:cubicBezTo>
                  <a:pt x="4236" y="2294"/>
                  <a:pt x="3852" y="1964"/>
                  <a:pt x="3404" y="1964"/>
                </a:cubicBezTo>
                <a:lnTo>
                  <a:pt x="2934" y="1964"/>
                </a:lnTo>
                <a:lnTo>
                  <a:pt x="2934" y="726"/>
                </a:lnTo>
                <a:cubicBezTo>
                  <a:pt x="2934" y="321"/>
                  <a:pt x="2614" y="1"/>
                  <a:pt x="22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7"/>
          <p:cNvSpPr/>
          <p:nvPr/>
        </p:nvSpPr>
        <p:spPr>
          <a:xfrm>
            <a:off x="3636001" y="3780663"/>
            <a:ext cx="57842" cy="82688"/>
          </a:xfrm>
          <a:custGeom>
            <a:rect b="b" l="l" r="r" t="t"/>
            <a:pathLst>
              <a:path extrusionOk="0" h="2060" w="1441">
                <a:moveTo>
                  <a:pt x="725" y="651"/>
                </a:moveTo>
                <a:cubicBezTo>
                  <a:pt x="736" y="662"/>
                  <a:pt x="736" y="673"/>
                  <a:pt x="747" y="694"/>
                </a:cubicBezTo>
                <a:cubicBezTo>
                  <a:pt x="885" y="907"/>
                  <a:pt x="949" y="1078"/>
                  <a:pt x="949" y="1206"/>
                </a:cubicBezTo>
                <a:cubicBezTo>
                  <a:pt x="949" y="1569"/>
                  <a:pt x="800" y="1569"/>
                  <a:pt x="725" y="1569"/>
                </a:cubicBezTo>
                <a:cubicBezTo>
                  <a:pt x="640" y="1569"/>
                  <a:pt x="491" y="1569"/>
                  <a:pt x="491" y="1227"/>
                </a:cubicBezTo>
                <a:cubicBezTo>
                  <a:pt x="491" y="1067"/>
                  <a:pt x="597" y="833"/>
                  <a:pt x="725" y="651"/>
                </a:cubicBezTo>
                <a:close/>
                <a:moveTo>
                  <a:pt x="725" y="1"/>
                </a:moveTo>
                <a:cubicBezTo>
                  <a:pt x="651" y="1"/>
                  <a:pt x="587" y="22"/>
                  <a:pt x="533" y="75"/>
                </a:cubicBezTo>
                <a:cubicBezTo>
                  <a:pt x="480" y="139"/>
                  <a:pt x="0" y="705"/>
                  <a:pt x="0" y="1227"/>
                </a:cubicBezTo>
                <a:cubicBezTo>
                  <a:pt x="0" y="1494"/>
                  <a:pt x="64" y="1707"/>
                  <a:pt x="203" y="1846"/>
                </a:cubicBezTo>
                <a:cubicBezTo>
                  <a:pt x="331" y="1995"/>
                  <a:pt x="501" y="2059"/>
                  <a:pt x="725" y="2059"/>
                </a:cubicBezTo>
                <a:cubicBezTo>
                  <a:pt x="928" y="2059"/>
                  <a:pt x="1109" y="1985"/>
                  <a:pt x="1237" y="1846"/>
                </a:cubicBezTo>
                <a:cubicBezTo>
                  <a:pt x="1376" y="1707"/>
                  <a:pt x="1440" y="1494"/>
                  <a:pt x="1440" y="1227"/>
                </a:cubicBezTo>
                <a:cubicBezTo>
                  <a:pt x="1440" y="715"/>
                  <a:pt x="960" y="139"/>
                  <a:pt x="907" y="75"/>
                </a:cubicBezTo>
                <a:cubicBezTo>
                  <a:pt x="853" y="33"/>
                  <a:pt x="789" y="1"/>
                  <a:pt x="7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7"/>
          <p:cNvSpPr/>
          <p:nvPr/>
        </p:nvSpPr>
        <p:spPr>
          <a:xfrm>
            <a:off x="3526784" y="3526344"/>
            <a:ext cx="199175" cy="248386"/>
          </a:xfrm>
          <a:custGeom>
            <a:rect b="b" l="l" r="r" t="t"/>
            <a:pathLst>
              <a:path extrusionOk="0" h="6188" w="4962">
                <a:moveTo>
                  <a:pt x="2476" y="480"/>
                </a:moveTo>
                <a:cubicBezTo>
                  <a:pt x="2977" y="480"/>
                  <a:pt x="3030" y="928"/>
                  <a:pt x="3030" y="1131"/>
                </a:cubicBezTo>
                <a:lnTo>
                  <a:pt x="3030" y="1163"/>
                </a:lnTo>
                <a:lnTo>
                  <a:pt x="3308" y="3595"/>
                </a:lnTo>
                <a:cubicBezTo>
                  <a:pt x="3317" y="3721"/>
                  <a:pt x="3415" y="3811"/>
                  <a:pt x="3536" y="3811"/>
                </a:cubicBezTo>
                <a:cubicBezTo>
                  <a:pt x="3549" y="3811"/>
                  <a:pt x="3561" y="3810"/>
                  <a:pt x="3574" y="3808"/>
                </a:cubicBezTo>
                <a:lnTo>
                  <a:pt x="3638" y="3808"/>
                </a:lnTo>
                <a:cubicBezTo>
                  <a:pt x="4097" y="3808"/>
                  <a:pt x="4470" y="4160"/>
                  <a:pt x="4470" y="4576"/>
                </a:cubicBezTo>
                <a:cubicBezTo>
                  <a:pt x="4470" y="4982"/>
                  <a:pt x="4097" y="5334"/>
                  <a:pt x="3638" y="5334"/>
                </a:cubicBezTo>
                <a:cubicBezTo>
                  <a:pt x="3585" y="5334"/>
                  <a:pt x="3532" y="5334"/>
                  <a:pt x="3478" y="5323"/>
                </a:cubicBezTo>
                <a:cubicBezTo>
                  <a:pt x="3459" y="5319"/>
                  <a:pt x="3440" y="5317"/>
                  <a:pt x="3421" y="5317"/>
                </a:cubicBezTo>
                <a:cubicBezTo>
                  <a:pt x="3349" y="5317"/>
                  <a:pt x="3286" y="5349"/>
                  <a:pt x="3244" y="5408"/>
                </a:cubicBezTo>
                <a:cubicBezTo>
                  <a:pt x="3105" y="5590"/>
                  <a:pt x="2892" y="5696"/>
                  <a:pt x="2657" y="5696"/>
                </a:cubicBezTo>
                <a:lnTo>
                  <a:pt x="2305" y="5696"/>
                </a:lnTo>
                <a:cubicBezTo>
                  <a:pt x="2081" y="5696"/>
                  <a:pt x="1868" y="5590"/>
                  <a:pt x="1718" y="5408"/>
                </a:cubicBezTo>
                <a:cubicBezTo>
                  <a:pt x="1665" y="5344"/>
                  <a:pt x="1601" y="5323"/>
                  <a:pt x="1516" y="5323"/>
                </a:cubicBezTo>
                <a:lnTo>
                  <a:pt x="1484" y="5323"/>
                </a:lnTo>
                <a:cubicBezTo>
                  <a:pt x="1430" y="5334"/>
                  <a:pt x="1377" y="5334"/>
                  <a:pt x="1324" y="5334"/>
                </a:cubicBezTo>
                <a:cubicBezTo>
                  <a:pt x="865" y="5334"/>
                  <a:pt x="492" y="4982"/>
                  <a:pt x="492" y="4576"/>
                </a:cubicBezTo>
                <a:cubicBezTo>
                  <a:pt x="492" y="4160"/>
                  <a:pt x="865" y="3808"/>
                  <a:pt x="1324" y="3808"/>
                </a:cubicBezTo>
                <a:lnTo>
                  <a:pt x="1388" y="3808"/>
                </a:lnTo>
                <a:cubicBezTo>
                  <a:pt x="1399" y="3810"/>
                  <a:pt x="1410" y="3811"/>
                  <a:pt x="1420" y="3811"/>
                </a:cubicBezTo>
                <a:cubicBezTo>
                  <a:pt x="1533" y="3811"/>
                  <a:pt x="1625" y="3712"/>
                  <a:pt x="1654" y="3595"/>
                </a:cubicBezTo>
                <a:lnTo>
                  <a:pt x="1932" y="1163"/>
                </a:lnTo>
                <a:lnTo>
                  <a:pt x="1932" y="1131"/>
                </a:lnTo>
                <a:cubicBezTo>
                  <a:pt x="1932" y="928"/>
                  <a:pt x="1985" y="480"/>
                  <a:pt x="2476" y="480"/>
                </a:cubicBezTo>
                <a:close/>
                <a:moveTo>
                  <a:pt x="2486" y="0"/>
                </a:moveTo>
                <a:cubicBezTo>
                  <a:pt x="1857" y="0"/>
                  <a:pt x="1452" y="448"/>
                  <a:pt x="1441" y="1120"/>
                </a:cubicBezTo>
                <a:lnTo>
                  <a:pt x="1185" y="3328"/>
                </a:lnTo>
                <a:cubicBezTo>
                  <a:pt x="524" y="3403"/>
                  <a:pt x="1" y="3936"/>
                  <a:pt x="1" y="4576"/>
                </a:cubicBezTo>
                <a:cubicBezTo>
                  <a:pt x="1" y="5270"/>
                  <a:pt x="598" y="5824"/>
                  <a:pt x="1324" y="5824"/>
                </a:cubicBezTo>
                <a:lnTo>
                  <a:pt x="1420" y="5824"/>
                </a:lnTo>
                <a:cubicBezTo>
                  <a:pt x="1644" y="6048"/>
                  <a:pt x="1964" y="6187"/>
                  <a:pt x="2294" y="6187"/>
                </a:cubicBezTo>
                <a:lnTo>
                  <a:pt x="2636" y="6187"/>
                </a:lnTo>
                <a:cubicBezTo>
                  <a:pt x="2977" y="6187"/>
                  <a:pt x="3297" y="6048"/>
                  <a:pt x="3521" y="5824"/>
                </a:cubicBezTo>
                <a:lnTo>
                  <a:pt x="3617" y="5824"/>
                </a:lnTo>
                <a:cubicBezTo>
                  <a:pt x="4342" y="5824"/>
                  <a:pt x="4929" y="5270"/>
                  <a:pt x="4929" y="4576"/>
                </a:cubicBezTo>
                <a:cubicBezTo>
                  <a:pt x="4961" y="3936"/>
                  <a:pt x="4438" y="3403"/>
                  <a:pt x="3777" y="3328"/>
                </a:cubicBezTo>
                <a:lnTo>
                  <a:pt x="3521" y="1120"/>
                </a:lnTo>
                <a:cubicBezTo>
                  <a:pt x="3521" y="437"/>
                  <a:pt x="3105" y="0"/>
                  <a:pt x="24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7"/>
          <p:cNvSpPr/>
          <p:nvPr/>
        </p:nvSpPr>
        <p:spPr>
          <a:xfrm>
            <a:off x="4303064" y="3644512"/>
            <a:ext cx="88268" cy="64706"/>
          </a:xfrm>
          <a:custGeom>
            <a:rect b="b" l="l" r="r" t="t"/>
            <a:pathLst>
              <a:path extrusionOk="0" h="1612" w="2199">
                <a:moveTo>
                  <a:pt x="577" y="512"/>
                </a:moveTo>
                <a:cubicBezTo>
                  <a:pt x="876" y="512"/>
                  <a:pt x="1174" y="630"/>
                  <a:pt x="1377" y="843"/>
                </a:cubicBezTo>
                <a:cubicBezTo>
                  <a:pt x="1462" y="918"/>
                  <a:pt x="1548" y="1024"/>
                  <a:pt x="1590" y="1131"/>
                </a:cubicBezTo>
                <a:lnTo>
                  <a:pt x="502" y="1131"/>
                </a:lnTo>
                <a:lnTo>
                  <a:pt x="502" y="512"/>
                </a:lnTo>
                <a:close/>
                <a:moveTo>
                  <a:pt x="236" y="0"/>
                </a:moveTo>
                <a:cubicBezTo>
                  <a:pt x="108" y="0"/>
                  <a:pt x="1" y="107"/>
                  <a:pt x="1" y="256"/>
                </a:cubicBezTo>
                <a:lnTo>
                  <a:pt x="1" y="1376"/>
                </a:lnTo>
                <a:lnTo>
                  <a:pt x="12" y="1376"/>
                </a:lnTo>
                <a:cubicBezTo>
                  <a:pt x="12" y="1504"/>
                  <a:pt x="118" y="1611"/>
                  <a:pt x="246" y="1611"/>
                </a:cubicBezTo>
                <a:lnTo>
                  <a:pt x="1932" y="1611"/>
                </a:lnTo>
                <a:cubicBezTo>
                  <a:pt x="2081" y="1611"/>
                  <a:pt x="2198" y="1472"/>
                  <a:pt x="2166" y="1323"/>
                </a:cubicBezTo>
                <a:cubicBezTo>
                  <a:pt x="2102" y="1003"/>
                  <a:pt x="1953" y="726"/>
                  <a:pt x="1718" y="480"/>
                </a:cubicBezTo>
                <a:cubicBezTo>
                  <a:pt x="1409" y="171"/>
                  <a:pt x="993" y="0"/>
                  <a:pt x="5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7"/>
          <p:cNvSpPr/>
          <p:nvPr/>
        </p:nvSpPr>
        <p:spPr>
          <a:xfrm>
            <a:off x="4223871" y="3646600"/>
            <a:ext cx="62137" cy="60692"/>
          </a:xfrm>
          <a:custGeom>
            <a:rect b="b" l="l" r="r" t="t"/>
            <a:pathLst>
              <a:path extrusionOk="0" h="1512" w="1548">
                <a:moveTo>
                  <a:pt x="791" y="1"/>
                </a:moveTo>
                <a:cubicBezTo>
                  <a:pt x="650" y="1"/>
                  <a:pt x="534" y="104"/>
                  <a:pt x="534" y="247"/>
                </a:cubicBezTo>
                <a:lnTo>
                  <a:pt x="534" y="514"/>
                </a:lnTo>
                <a:lnTo>
                  <a:pt x="267" y="514"/>
                </a:lnTo>
                <a:cubicBezTo>
                  <a:pt x="139" y="514"/>
                  <a:pt x="22" y="599"/>
                  <a:pt x="11" y="727"/>
                </a:cubicBezTo>
                <a:cubicBezTo>
                  <a:pt x="0" y="866"/>
                  <a:pt x="107" y="1004"/>
                  <a:pt x="246" y="1004"/>
                </a:cubicBezTo>
                <a:lnTo>
                  <a:pt x="513" y="1004"/>
                </a:lnTo>
                <a:lnTo>
                  <a:pt x="513" y="1271"/>
                </a:lnTo>
                <a:cubicBezTo>
                  <a:pt x="513" y="1404"/>
                  <a:pt x="613" y="1511"/>
                  <a:pt x="748" y="1511"/>
                </a:cubicBezTo>
                <a:cubicBezTo>
                  <a:pt x="765" y="1511"/>
                  <a:pt x="783" y="1509"/>
                  <a:pt x="801" y="1506"/>
                </a:cubicBezTo>
                <a:cubicBezTo>
                  <a:pt x="929" y="1506"/>
                  <a:pt x="1014" y="1399"/>
                  <a:pt x="1014" y="1282"/>
                </a:cubicBezTo>
                <a:lnTo>
                  <a:pt x="1014" y="1015"/>
                </a:lnTo>
                <a:lnTo>
                  <a:pt x="1281" y="1015"/>
                </a:lnTo>
                <a:cubicBezTo>
                  <a:pt x="1398" y="1015"/>
                  <a:pt x="1515" y="919"/>
                  <a:pt x="1526" y="802"/>
                </a:cubicBezTo>
                <a:cubicBezTo>
                  <a:pt x="1547" y="652"/>
                  <a:pt x="1441" y="524"/>
                  <a:pt x="1291" y="524"/>
                </a:cubicBezTo>
                <a:lnTo>
                  <a:pt x="1025" y="524"/>
                </a:lnTo>
                <a:lnTo>
                  <a:pt x="1025" y="258"/>
                </a:lnTo>
                <a:cubicBezTo>
                  <a:pt x="1025" y="140"/>
                  <a:pt x="929" y="12"/>
                  <a:pt x="811" y="2"/>
                </a:cubicBezTo>
                <a:cubicBezTo>
                  <a:pt x="804" y="1"/>
                  <a:pt x="797" y="1"/>
                  <a:pt x="7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7"/>
          <p:cNvSpPr/>
          <p:nvPr/>
        </p:nvSpPr>
        <p:spPr>
          <a:xfrm>
            <a:off x="4098839" y="3560583"/>
            <a:ext cx="340467" cy="267212"/>
          </a:xfrm>
          <a:custGeom>
            <a:rect b="b" l="l" r="r" t="t"/>
            <a:pathLst>
              <a:path extrusionOk="0" h="6657" w="8482">
                <a:moveTo>
                  <a:pt x="513" y="790"/>
                </a:moveTo>
                <a:cubicBezTo>
                  <a:pt x="747" y="811"/>
                  <a:pt x="939" y="1014"/>
                  <a:pt x="939" y="1270"/>
                </a:cubicBezTo>
                <a:lnTo>
                  <a:pt x="939" y="1334"/>
                </a:lnTo>
                <a:cubicBezTo>
                  <a:pt x="939" y="1355"/>
                  <a:pt x="939" y="1387"/>
                  <a:pt x="950" y="1409"/>
                </a:cubicBezTo>
                <a:cubicBezTo>
                  <a:pt x="993" y="1515"/>
                  <a:pt x="1089" y="1590"/>
                  <a:pt x="1174" y="1590"/>
                </a:cubicBezTo>
                <a:lnTo>
                  <a:pt x="5644" y="1590"/>
                </a:lnTo>
                <a:cubicBezTo>
                  <a:pt x="6262" y="1590"/>
                  <a:pt x="6828" y="1803"/>
                  <a:pt x="7276" y="2198"/>
                </a:cubicBezTo>
                <a:cubicBezTo>
                  <a:pt x="7702" y="2582"/>
                  <a:pt x="7937" y="3094"/>
                  <a:pt x="7937" y="3638"/>
                </a:cubicBezTo>
                <a:lnTo>
                  <a:pt x="7937" y="3841"/>
                </a:lnTo>
                <a:cubicBezTo>
                  <a:pt x="7937" y="4267"/>
                  <a:pt x="7553" y="4598"/>
                  <a:pt x="7073" y="4598"/>
                </a:cubicBezTo>
                <a:lnTo>
                  <a:pt x="3542" y="4598"/>
                </a:lnTo>
                <a:cubicBezTo>
                  <a:pt x="3041" y="4587"/>
                  <a:pt x="2646" y="4235"/>
                  <a:pt x="2646" y="3830"/>
                </a:cubicBezTo>
                <a:lnTo>
                  <a:pt x="2646" y="2529"/>
                </a:lnTo>
                <a:cubicBezTo>
                  <a:pt x="2646" y="2411"/>
                  <a:pt x="2550" y="2305"/>
                  <a:pt x="2433" y="2294"/>
                </a:cubicBezTo>
                <a:lnTo>
                  <a:pt x="662" y="2017"/>
                </a:lnTo>
                <a:cubicBezTo>
                  <a:pt x="577" y="1985"/>
                  <a:pt x="513" y="1910"/>
                  <a:pt x="513" y="1814"/>
                </a:cubicBezTo>
                <a:lnTo>
                  <a:pt x="513" y="790"/>
                </a:lnTo>
                <a:close/>
                <a:moveTo>
                  <a:pt x="6550" y="5078"/>
                </a:moveTo>
                <a:lnTo>
                  <a:pt x="6550" y="6198"/>
                </a:lnTo>
                <a:lnTo>
                  <a:pt x="4097" y="6198"/>
                </a:lnTo>
                <a:lnTo>
                  <a:pt x="4097" y="5078"/>
                </a:lnTo>
                <a:close/>
                <a:moveTo>
                  <a:pt x="2454" y="0"/>
                </a:moveTo>
                <a:cubicBezTo>
                  <a:pt x="2337" y="0"/>
                  <a:pt x="2219" y="96"/>
                  <a:pt x="2209" y="214"/>
                </a:cubicBezTo>
                <a:cubicBezTo>
                  <a:pt x="2187" y="363"/>
                  <a:pt x="2294" y="491"/>
                  <a:pt x="2443" y="491"/>
                </a:cubicBezTo>
                <a:lnTo>
                  <a:pt x="4588" y="491"/>
                </a:lnTo>
                <a:lnTo>
                  <a:pt x="4588" y="1057"/>
                </a:lnTo>
                <a:lnTo>
                  <a:pt x="1409" y="1057"/>
                </a:lnTo>
                <a:cubicBezTo>
                  <a:pt x="1323" y="598"/>
                  <a:pt x="929" y="267"/>
                  <a:pt x="449" y="267"/>
                </a:cubicBezTo>
                <a:cubicBezTo>
                  <a:pt x="203" y="267"/>
                  <a:pt x="1" y="470"/>
                  <a:pt x="1" y="704"/>
                </a:cubicBezTo>
                <a:lnTo>
                  <a:pt x="1" y="1782"/>
                </a:lnTo>
                <a:cubicBezTo>
                  <a:pt x="1" y="2102"/>
                  <a:pt x="214" y="2369"/>
                  <a:pt x="523" y="2465"/>
                </a:cubicBezTo>
                <a:lnTo>
                  <a:pt x="555" y="2465"/>
                </a:lnTo>
                <a:lnTo>
                  <a:pt x="2123" y="2710"/>
                </a:lnTo>
                <a:lnTo>
                  <a:pt x="2123" y="3787"/>
                </a:lnTo>
                <a:cubicBezTo>
                  <a:pt x="2123" y="4481"/>
                  <a:pt x="2742" y="5057"/>
                  <a:pt x="3489" y="5057"/>
                </a:cubicBezTo>
                <a:lnTo>
                  <a:pt x="3564" y="5057"/>
                </a:lnTo>
                <a:lnTo>
                  <a:pt x="3564" y="6177"/>
                </a:lnTo>
                <a:lnTo>
                  <a:pt x="3286" y="6177"/>
                </a:lnTo>
                <a:cubicBezTo>
                  <a:pt x="2955" y="6177"/>
                  <a:pt x="2635" y="6070"/>
                  <a:pt x="2369" y="5868"/>
                </a:cubicBezTo>
                <a:cubicBezTo>
                  <a:pt x="2324" y="5832"/>
                  <a:pt x="2270" y="5815"/>
                  <a:pt x="2217" y="5815"/>
                </a:cubicBezTo>
                <a:cubicBezTo>
                  <a:pt x="2141" y="5815"/>
                  <a:pt x="2066" y="5848"/>
                  <a:pt x="2017" y="5910"/>
                </a:cubicBezTo>
                <a:cubicBezTo>
                  <a:pt x="1942" y="6017"/>
                  <a:pt x="1953" y="6156"/>
                  <a:pt x="2059" y="6241"/>
                </a:cubicBezTo>
                <a:cubicBezTo>
                  <a:pt x="2422" y="6508"/>
                  <a:pt x="2849" y="6657"/>
                  <a:pt x="3286" y="6657"/>
                </a:cubicBezTo>
                <a:lnTo>
                  <a:pt x="7126" y="6657"/>
                </a:lnTo>
                <a:cubicBezTo>
                  <a:pt x="7553" y="6657"/>
                  <a:pt x="7969" y="6518"/>
                  <a:pt x="8311" y="6284"/>
                </a:cubicBezTo>
                <a:cubicBezTo>
                  <a:pt x="8471" y="6209"/>
                  <a:pt x="8481" y="6070"/>
                  <a:pt x="8407" y="5964"/>
                </a:cubicBezTo>
                <a:cubicBezTo>
                  <a:pt x="8355" y="5899"/>
                  <a:pt x="8275" y="5861"/>
                  <a:pt x="8197" y="5861"/>
                </a:cubicBezTo>
                <a:cubicBezTo>
                  <a:pt x="8146" y="5861"/>
                  <a:pt x="8096" y="5877"/>
                  <a:pt x="8055" y="5910"/>
                </a:cubicBezTo>
                <a:cubicBezTo>
                  <a:pt x="7809" y="6092"/>
                  <a:pt x="7500" y="6188"/>
                  <a:pt x="7169" y="6188"/>
                </a:cubicBezTo>
                <a:lnTo>
                  <a:pt x="7030" y="6188"/>
                </a:lnTo>
                <a:lnTo>
                  <a:pt x="7030" y="5067"/>
                </a:lnTo>
                <a:lnTo>
                  <a:pt x="7062" y="5067"/>
                </a:lnTo>
                <a:cubicBezTo>
                  <a:pt x="7809" y="5067"/>
                  <a:pt x="8417" y="4502"/>
                  <a:pt x="8417" y="3798"/>
                </a:cubicBezTo>
                <a:lnTo>
                  <a:pt x="8417" y="3595"/>
                </a:lnTo>
                <a:cubicBezTo>
                  <a:pt x="8417" y="2198"/>
                  <a:pt x="7169" y="1057"/>
                  <a:pt x="5633" y="1057"/>
                </a:cubicBezTo>
                <a:lnTo>
                  <a:pt x="5089" y="1057"/>
                </a:lnTo>
                <a:lnTo>
                  <a:pt x="5089" y="491"/>
                </a:lnTo>
                <a:lnTo>
                  <a:pt x="7244" y="491"/>
                </a:lnTo>
                <a:cubicBezTo>
                  <a:pt x="7361" y="491"/>
                  <a:pt x="7489" y="395"/>
                  <a:pt x="7500" y="278"/>
                </a:cubicBezTo>
                <a:cubicBezTo>
                  <a:pt x="7510" y="128"/>
                  <a:pt x="7404" y="0"/>
                  <a:pt x="72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7"/>
          <p:cNvSpPr/>
          <p:nvPr/>
        </p:nvSpPr>
        <p:spPr>
          <a:xfrm>
            <a:off x="5423613" y="3525903"/>
            <a:ext cx="262114" cy="336574"/>
          </a:xfrm>
          <a:custGeom>
            <a:rect b="b" l="l" r="r" t="t"/>
            <a:pathLst>
              <a:path extrusionOk="0" h="8385" w="6530">
                <a:moveTo>
                  <a:pt x="4086" y="491"/>
                </a:moveTo>
                <a:cubicBezTo>
                  <a:pt x="4193" y="491"/>
                  <a:pt x="4278" y="598"/>
                  <a:pt x="4278" y="726"/>
                </a:cubicBezTo>
                <a:lnTo>
                  <a:pt x="4278" y="1024"/>
                </a:lnTo>
                <a:lnTo>
                  <a:pt x="4278" y="2913"/>
                </a:lnTo>
                <a:cubicBezTo>
                  <a:pt x="4278" y="3030"/>
                  <a:pt x="4364" y="3137"/>
                  <a:pt x="4481" y="3169"/>
                </a:cubicBezTo>
                <a:cubicBezTo>
                  <a:pt x="4494" y="3170"/>
                  <a:pt x="4506" y="3171"/>
                  <a:pt x="4519" y="3171"/>
                </a:cubicBezTo>
                <a:cubicBezTo>
                  <a:pt x="4662" y="3171"/>
                  <a:pt x="4780" y="3061"/>
                  <a:pt x="4780" y="2923"/>
                </a:cubicBezTo>
                <a:lnTo>
                  <a:pt x="4780" y="1088"/>
                </a:lnTo>
                <a:cubicBezTo>
                  <a:pt x="4812" y="1035"/>
                  <a:pt x="4865" y="1003"/>
                  <a:pt x="4940" y="1003"/>
                </a:cubicBezTo>
                <a:cubicBezTo>
                  <a:pt x="5046" y="1003"/>
                  <a:pt x="5132" y="1088"/>
                  <a:pt x="5132" y="1184"/>
                </a:cubicBezTo>
                <a:lnTo>
                  <a:pt x="5132" y="2913"/>
                </a:lnTo>
                <a:cubicBezTo>
                  <a:pt x="5132" y="3030"/>
                  <a:pt x="5217" y="3137"/>
                  <a:pt x="5335" y="3169"/>
                </a:cubicBezTo>
                <a:cubicBezTo>
                  <a:pt x="5347" y="3170"/>
                  <a:pt x="5360" y="3171"/>
                  <a:pt x="5372" y="3171"/>
                </a:cubicBezTo>
                <a:cubicBezTo>
                  <a:pt x="5516" y="3171"/>
                  <a:pt x="5633" y="3061"/>
                  <a:pt x="5633" y="2923"/>
                </a:cubicBezTo>
                <a:lnTo>
                  <a:pt x="5633" y="1579"/>
                </a:lnTo>
                <a:cubicBezTo>
                  <a:pt x="5633" y="1536"/>
                  <a:pt x="5708" y="1472"/>
                  <a:pt x="5825" y="1472"/>
                </a:cubicBezTo>
                <a:cubicBezTo>
                  <a:pt x="5953" y="1472"/>
                  <a:pt x="6028" y="1536"/>
                  <a:pt x="6028" y="1579"/>
                </a:cubicBezTo>
                <a:lnTo>
                  <a:pt x="6028" y="3766"/>
                </a:lnTo>
                <a:lnTo>
                  <a:pt x="2977" y="3766"/>
                </a:lnTo>
                <a:lnTo>
                  <a:pt x="2988" y="1142"/>
                </a:lnTo>
                <a:cubicBezTo>
                  <a:pt x="2988" y="1046"/>
                  <a:pt x="3084" y="960"/>
                  <a:pt x="3190" y="960"/>
                </a:cubicBezTo>
                <a:cubicBezTo>
                  <a:pt x="3297" y="960"/>
                  <a:pt x="3393" y="1035"/>
                  <a:pt x="3393" y="1142"/>
                </a:cubicBezTo>
                <a:lnTo>
                  <a:pt x="3393" y="2849"/>
                </a:lnTo>
                <a:cubicBezTo>
                  <a:pt x="3393" y="2966"/>
                  <a:pt x="3468" y="3073"/>
                  <a:pt x="3585" y="3105"/>
                </a:cubicBezTo>
                <a:cubicBezTo>
                  <a:pt x="3598" y="3106"/>
                  <a:pt x="3610" y="3107"/>
                  <a:pt x="3623" y="3107"/>
                </a:cubicBezTo>
                <a:cubicBezTo>
                  <a:pt x="3766" y="3107"/>
                  <a:pt x="3884" y="2997"/>
                  <a:pt x="3884" y="2859"/>
                </a:cubicBezTo>
                <a:lnTo>
                  <a:pt x="3884" y="1142"/>
                </a:lnTo>
                <a:lnTo>
                  <a:pt x="3884" y="726"/>
                </a:lnTo>
                <a:cubicBezTo>
                  <a:pt x="3884" y="598"/>
                  <a:pt x="3980" y="491"/>
                  <a:pt x="4086" y="491"/>
                </a:cubicBezTo>
                <a:close/>
                <a:moveTo>
                  <a:pt x="801" y="3254"/>
                </a:moveTo>
                <a:cubicBezTo>
                  <a:pt x="972" y="3254"/>
                  <a:pt x="1121" y="3361"/>
                  <a:pt x="1121" y="3489"/>
                </a:cubicBezTo>
                <a:lnTo>
                  <a:pt x="1132" y="4011"/>
                </a:lnTo>
                <a:lnTo>
                  <a:pt x="950" y="5067"/>
                </a:lnTo>
                <a:cubicBezTo>
                  <a:pt x="854" y="4961"/>
                  <a:pt x="747" y="4854"/>
                  <a:pt x="641" y="4747"/>
                </a:cubicBezTo>
                <a:lnTo>
                  <a:pt x="630" y="4726"/>
                </a:lnTo>
                <a:cubicBezTo>
                  <a:pt x="577" y="4566"/>
                  <a:pt x="513" y="3979"/>
                  <a:pt x="481" y="3489"/>
                </a:cubicBezTo>
                <a:cubicBezTo>
                  <a:pt x="481" y="3361"/>
                  <a:pt x="630" y="3254"/>
                  <a:pt x="801" y="3254"/>
                </a:cubicBezTo>
                <a:close/>
                <a:moveTo>
                  <a:pt x="6017" y="4267"/>
                </a:moveTo>
                <a:lnTo>
                  <a:pt x="6017" y="5707"/>
                </a:lnTo>
                <a:lnTo>
                  <a:pt x="2806" y="4513"/>
                </a:lnTo>
                <a:cubicBezTo>
                  <a:pt x="2870" y="4438"/>
                  <a:pt x="2924" y="4353"/>
                  <a:pt x="2945" y="4267"/>
                </a:cubicBezTo>
                <a:close/>
                <a:moveTo>
                  <a:pt x="1526" y="4673"/>
                </a:moveTo>
                <a:cubicBezTo>
                  <a:pt x="1654" y="4758"/>
                  <a:pt x="1804" y="4801"/>
                  <a:pt x="1964" y="4801"/>
                </a:cubicBezTo>
                <a:lnTo>
                  <a:pt x="1996" y="4801"/>
                </a:lnTo>
                <a:lnTo>
                  <a:pt x="2401" y="5782"/>
                </a:lnTo>
                <a:lnTo>
                  <a:pt x="1377" y="5430"/>
                </a:lnTo>
                <a:lnTo>
                  <a:pt x="1526" y="4673"/>
                </a:lnTo>
                <a:close/>
                <a:moveTo>
                  <a:pt x="2604" y="4982"/>
                </a:moveTo>
                <a:lnTo>
                  <a:pt x="5879" y="6188"/>
                </a:lnTo>
                <a:cubicBezTo>
                  <a:pt x="5857" y="6252"/>
                  <a:pt x="5825" y="6305"/>
                  <a:pt x="5815" y="6326"/>
                </a:cubicBezTo>
                <a:cubicBezTo>
                  <a:pt x="5793" y="6369"/>
                  <a:pt x="5761" y="6422"/>
                  <a:pt x="5740" y="6476"/>
                </a:cubicBezTo>
                <a:cubicBezTo>
                  <a:pt x="5687" y="6614"/>
                  <a:pt x="5633" y="6732"/>
                  <a:pt x="5591" y="6860"/>
                </a:cubicBezTo>
                <a:lnTo>
                  <a:pt x="3020" y="5995"/>
                </a:lnTo>
                <a:lnTo>
                  <a:pt x="2604" y="4982"/>
                </a:lnTo>
                <a:close/>
                <a:moveTo>
                  <a:pt x="1793" y="6091"/>
                </a:moveTo>
                <a:lnTo>
                  <a:pt x="5484" y="7329"/>
                </a:lnTo>
                <a:cubicBezTo>
                  <a:pt x="5431" y="7542"/>
                  <a:pt x="5420" y="7745"/>
                  <a:pt x="5420" y="7948"/>
                </a:cubicBezTo>
                <a:lnTo>
                  <a:pt x="2668" y="7948"/>
                </a:lnTo>
                <a:cubicBezTo>
                  <a:pt x="2604" y="7606"/>
                  <a:pt x="2390" y="6956"/>
                  <a:pt x="1793" y="6091"/>
                </a:cubicBezTo>
                <a:close/>
                <a:moveTo>
                  <a:pt x="4086" y="0"/>
                </a:moveTo>
                <a:cubicBezTo>
                  <a:pt x="3777" y="0"/>
                  <a:pt x="3510" y="214"/>
                  <a:pt x="3425" y="502"/>
                </a:cubicBezTo>
                <a:cubicBezTo>
                  <a:pt x="3361" y="480"/>
                  <a:pt x="3286" y="459"/>
                  <a:pt x="3201" y="459"/>
                </a:cubicBezTo>
                <a:cubicBezTo>
                  <a:pt x="2817" y="459"/>
                  <a:pt x="2508" y="768"/>
                  <a:pt x="2508" y="1131"/>
                </a:cubicBezTo>
                <a:lnTo>
                  <a:pt x="2497" y="4054"/>
                </a:lnTo>
                <a:cubicBezTo>
                  <a:pt x="2497" y="4182"/>
                  <a:pt x="2348" y="4289"/>
                  <a:pt x="2177" y="4289"/>
                </a:cubicBezTo>
                <a:lnTo>
                  <a:pt x="1974" y="4289"/>
                </a:lnTo>
                <a:cubicBezTo>
                  <a:pt x="1974" y="4289"/>
                  <a:pt x="1654" y="4171"/>
                  <a:pt x="1644" y="4033"/>
                </a:cubicBezTo>
                <a:lnTo>
                  <a:pt x="1654" y="4033"/>
                </a:lnTo>
                <a:lnTo>
                  <a:pt x="1622" y="3489"/>
                </a:lnTo>
                <a:cubicBezTo>
                  <a:pt x="1622" y="3094"/>
                  <a:pt x="1249" y="2753"/>
                  <a:pt x="811" y="2753"/>
                </a:cubicBezTo>
                <a:cubicBezTo>
                  <a:pt x="363" y="2753"/>
                  <a:pt x="1" y="3094"/>
                  <a:pt x="1" y="3489"/>
                </a:cubicBezTo>
                <a:lnTo>
                  <a:pt x="1" y="3499"/>
                </a:lnTo>
                <a:cubicBezTo>
                  <a:pt x="1" y="3521"/>
                  <a:pt x="33" y="3841"/>
                  <a:pt x="65" y="4182"/>
                </a:cubicBezTo>
                <a:cubicBezTo>
                  <a:pt x="97" y="4385"/>
                  <a:pt x="107" y="4555"/>
                  <a:pt x="129" y="4673"/>
                </a:cubicBezTo>
                <a:cubicBezTo>
                  <a:pt x="171" y="4886"/>
                  <a:pt x="214" y="5014"/>
                  <a:pt x="321" y="5089"/>
                </a:cubicBezTo>
                <a:cubicBezTo>
                  <a:pt x="844" y="5622"/>
                  <a:pt x="1558" y="6433"/>
                  <a:pt x="1964" y="7329"/>
                </a:cubicBezTo>
                <a:cubicBezTo>
                  <a:pt x="2198" y="7852"/>
                  <a:pt x="2230" y="8172"/>
                  <a:pt x="2230" y="8182"/>
                </a:cubicBezTo>
                <a:cubicBezTo>
                  <a:pt x="2230" y="8321"/>
                  <a:pt x="2465" y="8385"/>
                  <a:pt x="2465" y="8385"/>
                </a:cubicBezTo>
                <a:lnTo>
                  <a:pt x="5676" y="8385"/>
                </a:lnTo>
                <a:cubicBezTo>
                  <a:pt x="5761" y="8385"/>
                  <a:pt x="5815" y="8385"/>
                  <a:pt x="5868" y="8342"/>
                </a:cubicBezTo>
                <a:cubicBezTo>
                  <a:pt x="5911" y="8289"/>
                  <a:pt x="5932" y="8225"/>
                  <a:pt x="5932" y="8161"/>
                </a:cubicBezTo>
                <a:cubicBezTo>
                  <a:pt x="5900" y="7649"/>
                  <a:pt x="5985" y="7148"/>
                  <a:pt x="6209" y="6668"/>
                </a:cubicBezTo>
                <a:cubicBezTo>
                  <a:pt x="6231" y="6625"/>
                  <a:pt x="6252" y="6582"/>
                  <a:pt x="6263" y="6561"/>
                </a:cubicBezTo>
                <a:cubicBezTo>
                  <a:pt x="6305" y="6486"/>
                  <a:pt x="6391" y="6294"/>
                  <a:pt x="6444" y="6102"/>
                </a:cubicBezTo>
                <a:cubicBezTo>
                  <a:pt x="6497" y="5953"/>
                  <a:pt x="6529" y="5814"/>
                  <a:pt x="6529" y="5761"/>
                </a:cubicBezTo>
                <a:lnTo>
                  <a:pt x="6529" y="1579"/>
                </a:lnTo>
                <a:cubicBezTo>
                  <a:pt x="6508" y="1259"/>
                  <a:pt x="6199" y="992"/>
                  <a:pt x="5825" y="992"/>
                </a:cubicBezTo>
                <a:cubicBezTo>
                  <a:pt x="5751" y="992"/>
                  <a:pt x="5687" y="1014"/>
                  <a:pt x="5601" y="1024"/>
                </a:cubicBezTo>
                <a:cubicBezTo>
                  <a:pt x="5527" y="747"/>
                  <a:pt x="5260" y="534"/>
                  <a:pt x="4940" y="534"/>
                </a:cubicBezTo>
                <a:cubicBezTo>
                  <a:pt x="4865" y="534"/>
                  <a:pt x="4812" y="544"/>
                  <a:pt x="4748" y="555"/>
                </a:cubicBezTo>
                <a:cubicBezTo>
                  <a:pt x="4673" y="235"/>
                  <a:pt x="4406" y="0"/>
                  <a:pt x="40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7"/>
          <p:cNvSpPr/>
          <p:nvPr/>
        </p:nvSpPr>
        <p:spPr>
          <a:xfrm>
            <a:off x="6076587" y="3653062"/>
            <a:ext cx="35604" cy="33437"/>
          </a:xfrm>
          <a:custGeom>
            <a:rect b="b" l="l" r="r" t="t"/>
            <a:pathLst>
              <a:path extrusionOk="0" h="833" w="887">
                <a:moveTo>
                  <a:pt x="271" y="1"/>
                </a:moveTo>
                <a:cubicBezTo>
                  <a:pt x="209" y="1"/>
                  <a:pt x="145" y="22"/>
                  <a:pt x="97" y="65"/>
                </a:cubicBezTo>
                <a:cubicBezTo>
                  <a:pt x="1" y="161"/>
                  <a:pt x="1" y="321"/>
                  <a:pt x="97" y="417"/>
                </a:cubicBezTo>
                <a:lnTo>
                  <a:pt x="438" y="758"/>
                </a:lnTo>
                <a:cubicBezTo>
                  <a:pt x="491" y="811"/>
                  <a:pt x="545" y="833"/>
                  <a:pt x="619" y="833"/>
                </a:cubicBezTo>
                <a:cubicBezTo>
                  <a:pt x="683" y="833"/>
                  <a:pt x="737" y="801"/>
                  <a:pt x="790" y="758"/>
                </a:cubicBezTo>
                <a:cubicBezTo>
                  <a:pt x="886" y="673"/>
                  <a:pt x="886" y="513"/>
                  <a:pt x="790" y="417"/>
                </a:cubicBezTo>
                <a:lnTo>
                  <a:pt x="438" y="65"/>
                </a:lnTo>
                <a:cubicBezTo>
                  <a:pt x="395" y="22"/>
                  <a:pt x="334" y="1"/>
                  <a:pt x="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7"/>
          <p:cNvSpPr/>
          <p:nvPr/>
        </p:nvSpPr>
        <p:spPr>
          <a:xfrm>
            <a:off x="6175087" y="3751562"/>
            <a:ext cx="35564" cy="33437"/>
          </a:xfrm>
          <a:custGeom>
            <a:rect b="b" l="l" r="r" t="t"/>
            <a:pathLst>
              <a:path extrusionOk="0" h="833" w="886">
                <a:moveTo>
                  <a:pt x="271" y="0"/>
                </a:moveTo>
                <a:cubicBezTo>
                  <a:pt x="208" y="0"/>
                  <a:pt x="144" y="21"/>
                  <a:pt x="96" y="64"/>
                </a:cubicBezTo>
                <a:cubicBezTo>
                  <a:pt x="0" y="160"/>
                  <a:pt x="0" y="320"/>
                  <a:pt x="96" y="416"/>
                </a:cubicBezTo>
                <a:lnTo>
                  <a:pt x="438" y="758"/>
                </a:lnTo>
                <a:cubicBezTo>
                  <a:pt x="491" y="811"/>
                  <a:pt x="544" y="832"/>
                  <a:pt x="619" y="832"/>
                </a:cubicBezTo>
                <a:cubicBezTo>
                  <a:pt x="683" y="832"/>
                  <a:pt x="736" y="800"/>
                  <a:pt x="790" y="758"/>
                </a:cubicBezTo>
                <a:cubicBezTo>
                  <a:pt x="886" y="672"/>
                  <a:pt x="886" y="512"/>
                  <a:pt x="790" y="416"/>
                </a:cubicBezTo>
                <a:lnTo>
                  <a:pt x="438" y="64"/>
                </a:lnTo>
                <a:cubicBezTo>
                  <a:pt x="395" y="21"/>
                  <a:pt x="334" y="0"/>
                  <a:pt x="2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7"/>
          <p:cNvSpPr/>
          <p:nvPr/>
        </p:nvSpPr>
        <p:spPr>
          <a:xfrm>
            <a:off x="6076587" y="3751562"/>
            <a:ext cx="35604" cy="33437"/>
          </a:xfrm>
          <a:custGeom>
            <a:rect b="b" l="l" r="r" t="t"/>
            <a:pathLst>
              <a:path extrusionOk="0" h="833" w="887">
                <a:moveTo>
                  <a:pt x="614" y="0"/>
                </a:moveTo>
                <a:cubicBezTo>
                  <a:pt x="550" y="0"/>
                  <a:pt x="486" y="21"/>
                  <a:pt x="438" y="64"/>
                </a:cubicBezTo>
                <a:lnTo>
                  <a:pt x="97" y="416"/>
                </a:lnTo>
                <a:cubicBezTo>
                  <a:pt x="1" y="512"/>
                  <a:pt x="1" y="672"/>
                  <a:pt x="97" y="758"/>
                </a:cubicBezTo>
                <a:cubicBezTo>
                  <a:pt x="150" y="811"/>
                  <a:pt x="203" y="832"/>
                  <a:pt x="267" y="832"/>
                </a:cubicBezTo>
                <a:cubicBezTo>
                  <a:pt x="331" y="832"/>
                  <a:pt x="385" y="800"/>
                  <a:pt x="438" y="758"/>
                </a:cubicBezTo>
                <a:lnTo>
                  <a:pt x="790" y="416"/>
                </a:lnTo>
                <a:cubicBezTo>
                  <a:pt x="886" y="320"/>
                  <a:pt x="886" y="160"/>
                  <a:pt x="790" y="64"/>
                </a:cubicBezTo>
                <a:cubicBezTo>
                  <a:pt x="742" y="21"/>
                  <a:pt x="678" y="0"/>
                  <a:pt x="6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7"/>
          <p:cNvSpPr/>
          <p:nvPr/>
        </p:nvSpPr>
        <p:spPr>
          <a:xfrm>
            <a:off x="6175087" y="3653503"/>
            <a:ext cx="35122" cy="33437"/>
          </a:xfrm>
          <a:custGeom>
            <a:rect b="b" l="l" r="r" t="t"/>
            <a:pathLst>
              <a:path extrusionOk="0" h="833" w="875">
                <a:moveTo>
                  <a:pt x="614" y="0"/>
                </a:moveTo>
                <a:cubicBezTo>
                  <a:pt x="550" y="0"/>
                  <a:pt x="486" y="22"/>
                  <a:pt x="438" y="64"/>
                </a:cubicBezTo>
                <a:lnTo>
                  <a:pt x="96" y="416"/>
                </a:lnTo>
                <a:cubicBezTo>
                  <a:pt x="0" y="512"/>
                  <a:pt x="0" y="672"/>
                  <a:pt x="96" y="768"/>
                </a:cubicBezTo>
                <a:cubicBezTo>
                  <a:pt x="139" y="800"/>
                  <a:pt x="203" y="832"/>
                  <a:pt x="267" y="832"/>
                </a:cubicBezTo>
                <a:cubicBezTo>
                  <a:pt x="331" y="832"/>
                  <a:pt x="384" y="800"/>
                  <a:pt x="438" y="768"/>
                </a:cubicBezTo>
                <a:lnTo>
                  <a:pt x="790" y="416"/>
                </a:lnTo>
                <a:cubicBezTo>
                  <a:pt x="875" y="320"/>
                  <a:pt x="875" y="160"/>
                  <a:pt x="790" y="64"/>
                </a:cubicBezTo>
                <a:cubicBezTo>
                  <a:pt x="742" y="22"/>
                  <a:pt x="678" y="0"/>
                  <a:pt x="6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7"/>
          <p:cNvSpPr/>
          <p:nvPr/>
        </p:nvSpPr>
        <p:spPr>
          <a:xfrm>
            <a:off x="6054310" y="3709176"/>
            <a:ext cx="39899" cy="20150"/>
          </a:xfrm>
          <a:custGeom>
            <a:rect b="b" l="l" r="r" t="t"/>
            <a:pathLst>
              <a:path extrusionOk="0" h="502" w="994">
                <a:moveTo>
                  <a:pt x="268" y="0"/>
                </a:moveTo>
                <a:cubicBezTo>
                  <a:pt x="129" y="0"/>
                  <a:pt x="22" y="96"/>
                  <a:pt x="12" y="213"/>
                </a:cubicBezTo>
                <a:cubicBezTo>
                  <a:pt x="1" y="363"/>
                  <a:pt x="108" y="501"/>
                  <a:pt x="246" y="501"/>
                </a:cubicBezTo>
                <a:lnTo>
                  <a:pt x="726" y="501"/>
                </a:lnTo>
                <a:cubicBezTo>
                  <a:pt x="876" y="501"/>
                  <a:pt x="993" y="373"/>
                  <a:pt x="972" y="213"/>
                </a:cubicBezTo>
                <a:cubicBezTo>
                  <a:pt x="972" y="96"/>
                  <a:pt x="854" y="0"/>
                  <a:pt x="7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7"/>
          <p:cNvSpPr/>
          <p:nvPr/>
        </p:nvSpPr>
        <p:spPr>
          <a:xfrm>
            <a:off x="6192627" y="3709176"/>
            <a:ext cx="40301" cy="20150"/>
          </a:xfrm>
          <a:custGeom>
            <a:rect b="b" l="l" r="r" t="t"/>
            <a:pathLst>
              <a:path extrusionOk="0" h="502" w="1004">
                <a:moveTo>
                  <a:pt x="267" y="0"/>
                </a:moveTo>
                <a:cubicBezTo>
                  <a:pt x="129" y="0"/>
                  <a:pt x="1" y="117"/>
                  <a:pt x="33" y="288"/>
                </a:cubicBezTo>
                <a:cubicBezTo>
                  <a:pt x="33" y="405"/>
                  <a:pt x="139" y="501"/>
                  <a:pt x="267" y="501"/>
                </a:cubicBezTo>
                <a:lnTo>
                  <a:pt x="737" y="501"/>
                </a:lnTo>
                <a:cubicBezTo>
                  <a:pt x="875" y="501"/>
                  <a:pt x="982" y="405"/>
                  <a:pt x="993" y="288"/>
                </a:cubicBezTo>
                <a:cubicBezTo>
                  <a:pt x="1003" y="139"/>
                  <a:pt x="897" y="0"/>
                  <a:pt x="7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7"/>
          <p:cNvSpPr/>
          <p:nvPr/>
        </p:nvSpPr>
        <p:spPr>
          <a:xfrm>
            <a:off x="6133543" y="3768982"/>
            <a:ext cx="19749" cy="38815"/>
          </a:xfrm>
          <a:custGeom>
            <a:rect b="b" l="l" r="r" t="t"/>
            <a:pathLst>
              <a:path extrusionOk="0" h="967" w="492">
                <a:moveTo>
                  <a:pt x="249" y="1"/>
                </a:moveTo>
                <a:cubicBezTo>
                  <a:pt x="237" y="1"/>
                  <a:pt x="226" y="2"/>
                  <a:pt x="214" y="3"/>
                </a:cubicBezTo>
                <a:cubicBezTo>
                  <a:pt x="86" y="3"/>
                  <a:pt x="0" y="132"/>
                  <a:pt x="0" y="249"/>
                </a:cubicBezTo>
                <a:lnTo>
                  <a:pt x="0" y="718"/>
                </a:lnTo>
                <a:cubicBezTo>
                  <a:pt x="0" y="846"/>
                  <a:pt x="86" y="953"/>
                  <a:pt x="214" y="964"/>
                </a:cubicBezTo>
                <a:cubicBezTo>
                  <a:pt x="226" y="965"/>
                  <a:pt x="238" y="966"/>
                  <a:pt x="249" y="966"/>
                </a:cubicBezTo>
                <a:cubicBezTo>
                  <a:pt x="375" y="966"/>
                  <a:pt x="491" y="865"/>
                  <a:pt x="491" y="729"/>
                </a:cubicBezTo>
                <a:lnTo>
                  <a:pt x="491" y="249"/>
                </a:lnTo>
                <a:cubicBezTo>
                  <a:pt x="491" y="111"/>
                  <a:pt x="383" y="1"/>
                  <a:pt x="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7"/>
          <p:cNvSpPr/>
          <p:nvPr/>
        </p:nvSpPr>
        <p:spPr>
          <a:xfrm>
            <a:off x="6133543" y="3629902"/>
            <a:ext cx="19749" cy="38815"/>
          </a:xfrm>
          <a:custGeom>
            <a:rect b="b" l="l" r="r" t="t"/>
            <a:pathLst>
              <a:path extrusionOk="0" h="967" w="492">
                <a:moveTo>
                  <a:pt x="257" y="1"/>
                </a:moveTo>
                <a:cubicBezTo>
                  <a:pt x="117" y="1"/>
                  <a:pt x="0" y="104"/>
                  <a:pt x="0" y="247"/>
                </a:cubicBezTo>
                <a:lnTo>
                  <a:pt x="0" y="727"/>
                </a:lnTo>
                <a:cubicBezTo>
                  <a:pt x="0" y="860"/>
                  <a:pt x="93" y="967"/>
                  <a:pt x="226" y="967"/>
                </a:cubicBezTo>
                <a:cubicBezTo>
                  <a:pt x="242" y="967"/>
                  <a:pt x="260" y="965"/>
                  <a:pt x="278" y="962"/>
                </a:cubicBezTo>
                <a:cubicBezTo>
                  <a:pt x="395" y="962"/>
                  <a:pt x="491" y="855"/>
                  <a:pt x="491" y="727"/>
                </a:cubicBezTo>
                <a:lnTo>
                  <a:pt x="491" y="258"/>
                </a:lnTo>
                <a:cubicBezTo>
                  <a:pt x="491" y="130"/>
                  <a:pt x="395" y="23"/>
                  <a:pt x="278" y="2"/>
                </a:cubicBezTo>
                <a:cubicBezTo>
                  <a:pt x="271" y="1"/>
                  <a:pt x="264" y="1"/>
                  <a:pt x="2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7"/>
          <p:cNvSpPr/>
          <p:nvPr/>
        </p:nvSpPr>
        <p:spPr>
          <a:xfrm>
            <a:off x="6113434" y="3689869"/>
            <a:ext cx="59126" cy="57962"/>
          </a:xfrm>
          <a:custGeom>
            <a:rect b="b" l="l" r="r" t="t"/>
            <a:pathLst>
              <a:path extrusionOk="0" h="1444" w="1473">
                <a:moveTo>
                  <a:pt x="758" y="0"/>
                </a:moveTo>
                <a:cubicBezTo>
                  <a:pt x="618" y="0"/>
                  <a:pt x="501" y="104"/>
                  <a:pt x="501" y="246"/>
                </a:cubicBezTo>
                <a:lnTo>
                  <a:pt x="501" y="470"/>
                </a:lnTo>
                <a:lnTo>
                  <a:pt x="267" y="470"/>
                </a:lnTo>
                <a:cubicBezTo>
                  <a:pt x="139" y="470"/>
                  <a:pt x="32" y="566"/>
                  <a:pt x="21" y="684"/>
                </a:cubicBezTo>
                <a:cubicBezTo>
                  <a:pt x="0" y="833"/>
                  <a:pt x="107" y="961"/>
                  <a:pt x="256" y="961"/>
                </a:cubicBezTo>
                <a:lnTo>
                  <a:pt x="480" y="961"/>
                </a:lnTo>
                <a:lnTo>
                  <a:pt x="480" y="1196"/>
                </a:lnTo>
                <a:cubicBezTo>
                  <a:pt x="480" y="1324"/>
                  <a:pt x="576" y="1430"/>
                  <a:pt x="693" y="1441"/>
                </a:cubicBezTo>
                <a:cubicBezTo>
                  <a:pt x="706" y="1443"/>
                  <a:pt x="719" y="1444"/>
                  <a:pt x="732" y="1444"/>
                </a:cubicBezTo>
                <a:cubicBezTo>
                  <a:pt x="866" y="1444"/>
                  <a:pt x="982" y="1343"/>
                  <a:pt x="982" y="1206"/>
                </a:cubicBezTo>
                <a:lnTo>
                  <a:pt x="982" y="982"/>
                </a:lnTo>
                <a:lnTo>
                  <a:pt x="1206" y="982"/>
                </a:lnTo>
                <a:cubicBezTo>
                  <a:pt x="1344" y="982"/>
                  <a:pt x="1472" y="854"/>
                  <a:pt x="1440" y="694"/>
                </a:cubicBezTo>
                <a:cubicBezTo>
                  <a:pt x="1462" y="577"/>
                  <a:pt x="1334" y="481"/>
                  <a:pt x="1216" y="481"/>
                </a:cubicBezTo>
                <a:lnTo>
                  <a:pt x="992" y="481"/>
                </a:lnTo>
                <a:lnTo>
                  <a:pt x="992" y="257"/>
                </a:lnTo>
                <a:cubicBezTo>
                  <a:pt x="992" y="129"/>
                  <a:pt x="896" y="22"/>
                  <a:pt x="779" y="1"/>
                </a:cubicBezTo>
                <a:cubicBezTo>
                  <a:pt x="772" y="1"/>
                  <a:pt x="765" y="0"/>
                  <a:pt x="7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7"/>
          <p:cNvSpPr/>
          <p:nvPr/>
        </p:nvSpPr>
        <p:spPr>
          <a:xfrm>
            <a:off x="5996952" y="3548180"/>
            <a:ext cx="298481" cy="300247"/>
          </a:xfrm>
          <a:custGeom>
            <a:rect b="b" l="l" r="r" t="t"/>
            <a:pathLst>
              <a:path extrusionOk="0" h="7480" w="7436">
                <a:moveTo>
                  <a:pt x="3969" y="491"/>
                </a:moveTo>
                <a:lnTo>
                  <a:pt x="3969" y="1013"/>
                </a:lnTo>
                <a:cubicBezTo>
                  <a:pt x="3862" y="1003"/>
                  <a:pt x="3755" y="1003"/>
                  <a:pt x="3649" y="1003"/>
                </a:cubicBezTo>
                <a:cubicBezTo>
                  <a:pt x="3542" y="1003"/>
                  <a:pt x="3435" y="1003"/>
                  <a:pt x="3329" y="1013"/>
                </a:cubicBezTo>
                <a:lnTo>
                  <a:pt x="3329" y="491"/>
                </a:lnTo>
                <a:close/>
                <a:moveTo>
                  <a:pt x="6465" y="1846"/>
                </a:moveTo>
                <a:lnTo>
                  <a:pt x="6828" y="2198"/>
                </a:lnTo>
                <a:lnTo>
                  <a:pt x="6422" y="2592"/>
                </a:lnTo>
                <a:cubicBezTo>
                  <a:pt x="6337" y="2443"/>
                  <a:pt x="6241" y="2304"/>
                  <a:pt x="6134" y="2176"/>
                </a:cubicBezTo>
                <a:lnTo>
                  <a:pt x="6465" y="1846"/>
                </a:lnTo>
                <a:close/>
                <a:moveTo>
                  <a:pt x="3649" y="1504"/>
                </a:moveTo>
                <a:cubicBezTo>
                  <a:pt x="5174" y="1504"/>
                  <a:pt x="6401" y="2752"/>
                  <a:pt x="6401" y="4256"/>
                </a:cubicBezTo>
                <a:cubicBezTo>
                  <a:pt x="6401" y="5761"/>
                  <a:pt x="5174" y="6998"/>
                  <a:pt x="3649" y="6998"/>
                </a:cubicBezTo>
                <a:cubicBezTo>
                  <a:pt x="2134" y="6998"/>
                  <a:pt x="907" y="5761"/>
                  <a:pt x="907" y="4256"/>
                </a:cubicBezTo>
                <a:cubicBezTo>
                  <a:pt x="907" y="2752"/>
                  <a:pt x="2145" y="1504"/>
                  <a:pt x="3649" y="1504"/>
                </a:cubicBezTo>
                <a:close/>
                <a:moveTo>
                  <a:pt x="2593" y="0"/>
                </a:moveTo>
                <a:cubicBezTo>
                  <a:pt x="2486" y="0"/>
                  <a:pt x="2401" y="64"/>
                  <a:pt x="2358" y="171"/>
                </a:cubicBezTo>
                <a:cubicBezTo>
                  <a:pt x="2305" y="352"/>
                  <a:pt x="2422" y="491"/>
                  <a:pt x="2593" y="491"/>
                </a:cubicBezTo>
                <a:lnTo>
                  <a:pt x="2838" y="491"/>
                </a:lnTo>
                <a:lnTo>
                  <a:pt x="2838" y="1110"/>
                </a:lnTo>
                <a:cubicBezTo>
                  <a:pt x="1153" y="1547"/>
                  <a:pt x="1" y="3307"/>
                  <a:pt x="555" y="5216"/>
                </a:cubicBezTo>
                <a:cubicBezTo>
                  <a:pt x="865" y="6241"/>
                  <a:pt x="1675" y="7051"/>
                  <a:pt x="2721" y="7350"/>
                </a:cubicBezTo>
                <a:cubicBezTo>
                  <a:pt x="3037" y="7438"/>
                  <a:pt x="3349" y="7479"/>
                  <a:pt x="3651" y="7479"/>
                </a:cubicBezTo>
                <a:cubicBezTo>
                  <a:pt x="5440" y="7479"/>
                  <a:pt x="6892" y="6034"/>
                  <a:pt x="6892" y="4246"/>
                </a:cubicBezTo>
                <a:cubicBezTo>
                  <a:pt x="6892" y="3819"/>
                  <a:pt x="6817" y="3414"/>
                  <a:pt x="6668" y="3040"/>
                </a:cubicBezTo>
                <a:lnTo>
                  <a:pt x="7340" y="2358"/>
                </a:lnTo>
                <a:cubicBezTo>
                  <a:pt x="7436" y="2272"/>
                  <a:pt x="7436" y="2123"/>
                  <a:pt x="7340" y="2027"/>
                </a:cubicBezTo>
                <a:lnTo>
                  <a:pt x="6636" y="1312"/>
                </a:lnTo>
                <a:cubicBezTo>
                  <a:pt x="6593" y="1264"/>
                  <a:pt x="6529" y="1240"/>
                  <a:pt x="6465" y="1240"/>
                </a:cubicBezTo>
                <a:cubicBezTo>
                  <a:pt x="6401" y="1240"/>
                  <a:pt x="6337" y="1264"/>
                  <a:pt x="6294" y="1312"/>
                </a:cubicBezTo>
                <a:lnTo>
                  <a:pt x="5804" y="1814"/>
                </a:lnTo>
                <a:cubicBezTo>
                  <a:pt x="5430" y="1483"/>
                  <a:pt x="4972" y="1238"/>
                  <a:pt x="4481" y="1110"/>
                </a:cubicBezTo>
                <a:lnTo>
                  <a:pt x="4481" y="491"/>
                </a:lnTo>
                <a:lnTo>
                  <a:pt x="4716" y="491"/>
                </a:lnTo>
                <a:cubicBezTo>
                  <a:pt x="4822" y="491"/>
                  <a:pt x="4918" y="427"/>
                  <a:pt x="4961" y="320"/>
                </a:cubicBezTo>
                <a:cubicBezTo>
                  <a:pt x="5014" y="149"/>
                  <a:pt x="4886" y="0"/>
                  <a:pt x="47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7"/>
          <p:cNvSpPr/>
          <p:nvPr/>
        </p:nvSpPr>
        <p:spPr>
          <a:xfrm>
            <a:off x="6313364" y="3626530"/>
            <a:ext cx="38575" cy="19709"/>
          </a:xfrm>
          <a:custGeom>
            <a:rect b="b" l="l" r="r" t="t"/>
            <a:pathLst>
              <a:path extrusionOk="0" h="491" w="961">
                <a:moveTo>
                  <a:pt x="267" y="0"/>
                </a:moveTo>
                <a:cubicBezTo>
                  <a:pt x="129" y="0"/>
                  <a:pt x="22" y="86"/>
                  <a:pt x="11" y="214"/>
                </a:cubicBezTo>
                <a:cubicBezTo>
                  <a:pt x="1" y="352"/>
                  <a:pt x="97" y="491"/>
                  <a:pt x="246" y="491"/>
                </a:cubicBezTo>
                <a:lnTo>
                  <a:pt x="673" y="491"/>
                </a:lnTo>
                <a:cubicBezTo>
                  <a:pt x="812" y="491"/>
                  <a:pt x="918" y="395"/>
                  <a:pt x="929" y="278"/>
                </a:cubicBezTo>
                <a:cubicBezTo>
                  <a:pt x="961" y="118"/>
                  <a:pt x="833" y="0"/>
                  <a:pt x="6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7"/>
          <p:cNvSpPr/>
          <p:nvPr/>
        </p:nvSpPr>
        <p:spPr>
          <a:xfrm>
            <a:off x="6299677" y="3558174"/>
            <a:ext cx="36447" cy="30266"/>
          </a:xfrm>
          <a:custGeom>
            <a:rect b="b" l="l" r="r" t="t"/>
            <a:pathLst>
              <a:path extrusionOk="0" h="754" w="908">
                <a:moveTo>
                  <a:pt x="623" y="1"/>
                </a:moveTo>
                <a:cubicBezTo>
                  <a:pt x="572" y="1"/>
                  <a:pt x="522" y="16"/>
                  <a:pt x="480" y="50"/>
                </a:cubicBezTo>
                <a:lnTo>
                  <a:pt x="139" y="316"/>
                </a:lnTo>
                <a:cubicBezTo>
                  <a:pt x="32" y="391"/>
                  <a:pt x="0" y="551"/>
                  <a:pt x="86" y="658"/>
                </a:cubicBezTo>
                <a:cubicBezTo>
                  <a:pt x="139" y="722"/>
                  <a:pt x="203" y="754"/>
                  <a:pt x="288" y="754"/>
                </a:cubicBezTo>
                <a:cubicBezTo>
                  <a:pt x="342" y="754"/>
                  <a:pt x="395" y="743"/>
                  <a:pt x="427" y="700"/>
                </a:cubicBezTo>
                <a:lnTo>
                  <a:pt x="779" y="444"/>
                </a:lnTo>
                <a:cubicBezTo>
                  <a:pt x="886" y="370"/>
                  <a:pt x="907" y="210"/>
                  <a:pt x="833" y="103"/>
                </a:cubicBezTo>
                <a:cubicBezTo>
                  <a:pt x="781" y="38"/>
                  <a:pt x="701" y="1"/>
                  <a:pt x="6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7"/>
          <p:cNvSpPr/>
          <p:nvPr/>
        </p:nvSpPr>
        <p:spPr>
          <a:xfrm>
            <a:off x="6245731" y="3540794"/>
            <a:ext cx="19749" cy="37049"/>
          </a:xfrm>
          <a:custGeom>
            <a:rect b="b" l="l" r="r" t="t"/>
            <a:pathLst>
              <a:path extrusionOk="0" h="923" w="492">
                <a:moveTo>
                  <a:pt x="242" y="0"/>
                </a:moveTo>
                <a:cubicBezTo>
                  <a:pt x="116" y="0"/>
                  <a:pt x="0" y="101"/>
                  <a:pt x="0" y="237"/>
                </a:cubicBezTo>
                <a:lnTo>
                  <a:pt x="0" y="675"/>
                </a:lnTo>
                <a:cubicBezTo>
                  <a:pt x="0" y="812"/>
                  <a:pt x="100" y="923"/>
                  <a:pt x="240" y="923"/>
                </a:cubicBezTo>
                <a:cubicBezTo>
                  <a:pt x="253" y="923"/>
                  <a:pt x="265" y="922"/>
                  <a:pt x="278" y="920"/>
                </a:cubicBezTo>
                <a:cubicBezTo>
                  <a:pt x="406" y="920"/>
                  <a:pt x="491" y="813"/>
                  <a:pt x="491" y="675"/>
                </a:cubicBezTo>
                <a:lnTo>
                  <a:pt x="491" y="248"/>
                </a:lnTo>
                <a:cubicBezTo>
                  <a:pt x="491" y="120"/>
                  <a:pt x="406" y="13"/>
                  <a:pt x="278" y="3"/>
                </a:cubicBezTo>
                <a:cubicBezTo>
                  <a:pt x="266" y="1"/>
                  <a:pt x="254" y="0"/>
                  <a:pt x="2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7"/>
          <p:cNvSpPr/>
          <p:nvPr/>
        </p:nvSpPr>
        <p:spPr>
          <a:xfrm>
            <a:off x="6688018" y="3525903"/>
            <a:ext cx="261673" cy="338300"/>
          </a:xfrm>
          <a:custGeom>
            <a:rect b="b" l="l" r="r" t="t"/>
            <a:pathLst>
              <a:path extrusionOk="0" h="8428" w="6519">
                <a:moveTo>
                  <a:pt x="3766" y="534"/>
                </a:moveTo>
                <a:lnTo>
                  <a:pt x="3873" y="1312"/>
                </a:lnTo>
                <a:lnTo>
                  <a:pt x="2689" y="1312"/>
                </a:lnTo>
                <a:lnTo>
                  <a:pt x="2785" y="534"/>
                </a:lnTo>
                <a:close/>
                <a:moveTo>
                  <a:pt x="4535" y="1814"/>
                </a:moveTo>
                <a:lnTo>
                  <a:pt x="4727" y="2529"/>
                </a:lnTo>
                <a:lnTo>
                  <a:pt x="1793" y="2529"/>
                </a:lnTo>
                <a:lnTo>
                  <a:pt x="1996" y="1814"/>
                </a:lnTo>
                <a:close/>
                <a:moveTo>
                  <a:pt x="5495" y="3041"/>
                </a:moveTo>
                <a:cubicBezTo>
                  <a:pt x="5783" y="3041"/>
                  <a:pt x="6028" y="3265"/>
                  <a:pt x="6028" y="3553"/>
                </a:cubicBezTo>
                <a:cubicBezTo>
                  <a:pt x="6028" y="3702"/>
                  <a:pt x="5975" y="3841"/>
                  <a:pt x="5868" y="3926"/>
                </a:cubicBezTo>
                <a:cubicBezTo>
                  <a:pt x="5780" y="4014"/>
                  <a:pt x="5656" y="4066"/>
                  <a:pt x="5538" y="4066"/>
                </a:cubicBezTo>
                <a:cubicBezTo>
                  <a:pt x="5527" y="4066"/>
                  <a:pt x="5516" y="4066"/>
                  <a:pt x="5505" y="4065"/>
                </a:cubicBezTo>
                <a:lnTo>
                  <a:pt x="1036" y="4065"/>
                </a:lnTo>
                <a:cubicBezTo>
                  <a:pt x="886" y="4065"/>
                  <a:pt x="769" y="4022"/>
                  <a:pt x="662" y="3926"/>
                </a:cubicBezTo>
                <a:cubicBezTo>
                  <a:pt x="556" y="3841"/>
                  <a:pt x="502" y="3702"/>
                  <a:pt x="502" y="3553"/>
                </a:cubicBezTo>
                <a:cubicBezTo>
                  <a:pt x="502" y="3265"/>
                  <a:pt x="748" y="3041"/>
                  <a:pt x="1036" y="3041"/>
                </a:cubicBezTo>
                <a:close/>
                <a:moveTo>
                  <a:pt x="4833" y="4545"/>
                </a:moveTo>
                <a:lnTo>
                  <a:pt x="4833" y="4769"/>
                </a:lnTo>
                <a:cubicBezTo>
                  <a:pt x="4833" y="5270"/>
                  <a:pt x="5239" y="5675"/>
                  <a:pt x="5729" y="5675"/>
                </a:cubicBezTo>
                <a:cubicBezTo>
                  <a:pt x="5889" y="5675"/>
                  <a:pt x="6007" y="5793"/>
                  <a:pt x="6007" y="5953"/>
                </a:cubicBezTo>
                <a:lnTo>
                  <a:pt x="6007" y="7905"/>
                </a:lnTo>
                <a:lnTo>
                  <a:pt x="502" y="7905"/>
                </a:lnTo>
                <a:lnTo>
                  <a:pt x="502" y="5953"/>
                </a:lnTo>
                <a:cubicBezTo>
                  <a:pt x="502" y="5793"/>
                  <a:pt x="630" y="5675"/>
                  <a:pt x="780" y="5675"/>
                </a:cubicBezTo>
                <a:cubicBezTo>
                  <a:pt x="1270" y="5675"/>
                  <a:pt x="1676" y="5259"/>
                  <a:pt x="1676" y="4769"/>
                </a:cubicBezTo>
                <a:lnTo>
                  <a:pt x="1676" y="4545"/>
                </a:lnTo>
                <a:close/>
                <a:moveTo>
                  <a:pt x="2561" y="0"/>
                </a:moveTo>
                <a:cubicBezTo>
                  <a:pt x="2433" y="0"/>
                  <a:pt x="2326" y="118"/>
                  <a:pt x="2316" y="235"/>
                </a:cubicBezTo>
                <a:lnTo>
                  <a:pt x="2188" y="1302"/>
                </a:lnTo>
                <a:lnTo>
                  <a:pt x="1825" y="1302"/>
                </a:lnTo>
                <a:cubicBezTo>
                  <a:pt x="1718" y="1302"/>
                  <a:pt x="1612" y="1387"/>
                  <a:pt x="1580" y="1483"/>
                </a:cubicBezTo>
                <a:lnTo>
                  <a:pt x="1302" y="2529"/>
                </a:lnTo>
                <a:lnTo>
                  <a:pt x="1025" y="2529"/>
                </a:lnTo>
                <a:cubicBezTo>
                  <a:pt x="460" y="2529"/>
                  <a:pt x="12" y="2977"/>
                  <a:pt x="12" y="3542"/>
                </a:cubicBezTo>
                <a:cubicBezTo>
                  <a:pt x="12" y="3819"/>
                  <a:pt x="118" y="4075"/>
                  <a:pt x="321" y="4278"/>
                </a:cubicBezTo>
                <a:cubicBezTo>
                  <a:pt x="502" y="4459"/>
                  <a:pt x="758" y="4555"/>
                  <a:pt x="1025" y="4555"/>
                </a:cubicBezTo>
                <a:lnTo>
                  <a:pt x="1185" y="4555"/>
                </a:lnTo>
                <a:lnTo>
                  <a:pt x="1185" y="4779"/>
                </a:lnTo>
                <a:cubicBezTo>
                  <a:pt x="1185" y="5014"/>
                  <a:pt x="993" y="5195"/>
                  <a:pt x="769" y="5195"/>
                </a:cubicBezTo>
                <a:cubicBezTo>
                  <a:pt x="342" y="5195"/>
                  <a:pt x="1" y="5547"/>
                  <a:pt x="1" y="5974"/>
                </a:cubicBezTo>
                <a:lnTo>
                  <a:pt x="1" y="7958"/>
                </a:lnTo>
                <a:cubicBezTo>
                  <a:pt x="1" y="8193"/>
                  <a:pt x="193" y="8396"/>
                  <a:pt x="438" y="8428"/>
                </a:cubicBezTo>
                <a:lnTo>
                  <a:pt x="6060" y="8428"/>
                </a:lnTo>
                <a:cubicBezTo>
                  <a:pt x="6305" y="8396"/>
                  <a:pt x="6508" y="8193"/>
                  <a:pt x="6508" y="7958"/>
                </a:cubicBezTo>
                <a:lnTo>
                  <a:pt x="6508" y="5953"/>
                </a:lnTo>
                <a:cubicBezTo>
                  <a:pt x="6519" y="5526"/>
                  <a:pt x="6167" y="5195"/>
                  <a:pt x="5740" y="5195"/>
                </a:cubicBezTo>
                <a:cubicBezTo>
                  <a:pt x="5516" y="5195"/>
                  <a:pt x="5335" y="5014"/>
                  <a:pt x="5335" y="4779"/>
                </a:cubicBezTo>
                <a:lnTo>
                  <a:pt x="5335" y="4555"/>
                </a:lnTo>
                <a:lnTo>
                  <a:pt x="5527" y="4555"/>
                </a:lnTo>
                <a:cubicBezTo>
                  <a:pt x="5783" y="4555"/>
                  <a:pt x="6028" y="4459"/>
                  <a:pt x="6209" y="4278"/>
                </a:cubicBezTo>
                <a:cubicBezTo>
                  <a:pt x="6412" y="4086"/>
                  <a:pt x="6519" y="3819"/>
                  <a:pt x="6519" y="3542"/>
                </a:cubicBezTo>
                <a:cubicBezTo>
                  <a:pt x="6519" y="2987"/>
                  <a:pt x="6060" y="2529"/>
                  <a:pt x="5505" y="2529"/>
                </a:cubicBezTo>
                <a:lnTo>
                  <a:pt x="5239" y="2529"/>
                </a:lnTo>
                <a:lnTo>
                  <a:pt x="4961" y="1483"/>
                </a:lnTo>
                <a:cubicBezTo>
                  <a:pt x="4929" y="1376"/>
                  <a:pt x="4823" y="1302"/>
                  <a:pt x="4716" y="1302"/>
                </a:cubicBezTo>
                <a:lnTo>
                  <a:pt x="4353" y="1302"/>
                </a:lnTo>
                <a:lnTo>
                  <a:pt x="4225" y="235"/>
                </a:lnTo>
                <a:cubicBezTo>
                  <a:pt x="4215" y="118"/>
                  <a:pt x="4108" y="0"/>
                  <a:pt x="39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7"/>
          <p:cNvSpPr/>
          <p:nvPr/>
        </p:nvSpPr>
        <p:spPr>
          <a:xfrm>
            <a:off x="6757819" y="3763523"/>
            <a:ext cx="122949" cy="58725"/>
          </a:xfrm>
          <a:custGeom>
            <a:rect b="b" l="l" r="r" t="t"/>
            <a:pathLst>
              <a:path extrusionOk="0" h="1463" w="3063">
                <a:moveTo>
                  <a:pt x="2561" y="492"/>
                </a:moveTo>
                <a:lnTo>
                  <a:pt x="2561" y="982"/>
                </a:lnTo>
                <a:lnTo>
                  <a:pt x="502" y="982"/>
                </a:lnTo>
                <a:lnTo>
                  <a:pt x="502" y="492"/>
                </a:lnTo>
                <a:close/>
                <a:moveTo>
                  <a:pt x="246" y="1"/>
                </a:moveTo>
                <a:cubicBezTo>
                  <a:pt x="107" y="1"/>
                  <a:pt x="1" y="107"/>
                  <a:pt x="1" y="236"/>
                </a:cubicBezTo>
                <a:lnTo>
                  <a:pt x="1" y="1228"/>
                </a:lnTo>
                <a:cubicBezTo>
                  <a:pt x="1" y="1356"/>
                  <a:pt x="107" y="1462"/>
                  <a:pt x="246" y="1462"/>
                </a:cubicBezTo>
                <a:lnTo>
                  <a:pt x="2806" y="1462"/>
                </a:lnTo>
                <a:cubicBezTo>
                  <a:pt x="2934" y="1462"/>
                  <a:pt x="3041" y="1356"/>
                  <a:pt x="3041" y="1228"/>
                </a:cubicBezTo>
                <a:lnTo>
                  <a:pt x="3041" y="236"/>
                </a:lnTo>
                <a:cubicBezTo>
                  <a:pt x="3062" y="107"/>
                  <a:pt x="2934" y="1"/>
                  <a:pt x="28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7"/>
          <p:cNvSpPr/>
          <p:nvPr/>
        </p:nvSpPr>
        <p:spPr>
          <a:xfrm>
            <a:off x="7279339" y="3526344"/>
            <a:ext cx="338300" cy="337858"/>
          </a:xfrm>
          <a:custGeom>
            <a:rect b="b" l="l" r="r" t="t"/>
            <a:pathLst>
              <a:path extrusionOk="0" h="8417" w="8428">
                <a:moveTo>
                  <a:pt x="5441" y="469"/>
                </a:moveTo>
                <a:lnTo>
                  <a:pt x="5441" y="2710"/>
                </a:lnTo>
                <a:cubicBezTo>
                  <a:pt x="5441" y="2838"/>
                  <a:pt x="5548" y="2944"/>
                  <a:pt x="5676" y="2944"/>
                </a:cubicBezTo>
                <a:lnTo>
                  <a:pt x="7916" y="2944"/>
                </a:lnTo>
                <a:lnTo>
                  <a:pt x="7916" y="5430"/>
                </a:lnTo>
                <a:lnTo>
                  <a:pt x="5697" y="5430"/>
                </a:lnTo>
                <a:cubicBezTo>
                  <a:pt x="5558" y="5430"/>
                  <a:pt x="5452" y="5536"/>
                  <a:pt x="5452" y="5664"/>
                </a:cubicBezTo>
                <a:lnTo>
                  <a:pt x="5452" y="7905"/>
                </a:lnTo>
                <a:lnTo>
                  <a:pt x="2945" y="7905"/>
                </a:lnTo>
                <a:lnTo>
                  <a:pt x="2945" y="5675"/>
                </a:lnTo>
                <a:cubicBezTo>
                  <a:pt x="2945" y="5547"/>
                  <a:pt x="2838" y="5440"/>
                  <a:pt x="2710" y="5440"/>
                </a:cubicBezTo>
                <a:lnTo>
                  <a:pt x="470" y="5440"/>
                </a:lnTo>
                <a:lnTo>
                  <a:pt x="470" y="2944"/>
                </a:lnTo>
                <a:lnTo>
                  <a:pt x="2710" y="2944"/>
                </a:lnTo>
                <a:cubicBezTo>
                  <a:pt x="2838" y="2944"/>
                  <a:pt x="2945" y="2838"/>
                  <a:pt x="2945" y="2710"/>
                </a:cubicBezTo>
                <a:lnTo>
                  <a:pt x="2945" y="469"/>
                </a:lnTo>
                <a:close/>
                <a:moveTo>
                  <a:pt x="2700" y="0"/>
                </a:moveTo>
                <a:cubicBezTo>
                  <a:pt x="2572" y="0"/>
                  <a:pt x="2465" y="107"/>
                  <a:pt x="2465" y="235"/>
                </a:cubicBezTo>
                <a:lnTo>
                  <a:pt x="2465" y="2454"/>
                </a:lnTo>
                <a:lnTo>
                  <a:pt x="235" y="2454"/>
                </a:lnTo>
                <a:cubicBezTo>
                  <a:pt x="107" y="2454"/>
                  <a:pt x="1" y="2560"/>
                  <a:pt x="1" y="2688"/>
                </a:cubicBezTo>
                <a:lnTo>
                  <a:pt x="1" y="5707"/>
                </a:lnTo>
                <a:cubicBezTo>
                  <a:pt x="1" y="5835"/>
                  <a:pt x="107" y="5942"/>
                  <a:pt x="235" y="5942"/>
                </a:cubicBezTo>
                <a:lnTo>
                  <a:pt x="2465" y="5942"/>
                </a:lnTo>
                <a:lnTo>
                  <a:pt x="2465" y="8161"/>
                </a:lnTo>
                <a:cubicBezTo>
                  <a:pt x="2465" y="8310"/>
                  <a:pt x="2582" y="8417"/>
                  <a:pt x="2721" y="8417"/>
                </a:cubicBezTo>
                <a:lnTo>
                  <a:pt x="5708" y="8417"/>
                </a:lnTo>
                <a:cubicBezTo>
                  <a:pt x="5836" y="8417"/>
                  <a:pt x="5942" y="8310"/>
                  <a:pt x="5942" y="8171"/>
                </a:cubicBezTo>
                <a:lnTo>
                  <a:pt x="5942" y="5942"/>
                </a:lnTo>
                <a:lnTo>
                  <a:pt x="8172" y="5942"/>
                </a:lnTo>
                <a:cubicBezTo>
                  <a:pt x="8300" y="5942"/>
                  <a:pt x="8417" y="5835"/>
                  <a:pt x="8417" y="5696"/>
                </a:cubicBezTo>
                <a:lnTo>
                  <a:pt x="8417" y="2710"/>
                </a:lnTo>
                <a:cubicBezTo>
                  <a:pt x="8428" y="2560"/>
                  <a:pt x="8321" y="2454"/>
                  <a:pt x="8172" y="2454"/>
                </a:cubicBezTo>
                <a:lnTo>
                  <a:pt x="5942" y="2454"/>
                </a:lnTo>
                <a:lnTo>
                  <a:pt x="5942" y="235"/>
                </a:lnTo>
                <a:cubicBezTo>
                  <a:pt x="5942" y="107"/>
                  <a:pt x="5836" y="0"/>
                  <a:pt x="56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7"/>
          <p:cNvSpPr/>
          <p:nvPr/>
        </p:nvSpPr>
        <p:spPr>
          <a:xfrm>
            <a:off x="1527201" y="4171573"/>
            <a:ext cx="338741" cy="338340"/>
          </a:xfrm>
          <a:custGeom>
            <a:rect b="b" l="l" r="r" t="t"/>
            <a:pathLst>
              <a:path extrusionOk="0" h="8429" w="8439">
                <a:moveTo>
                  <a:pt x="6913" y="470"/>
                </a:moveTo>
                <a:cubicBezTo>
                  <a:pt x="7457" y="470"/>
                  <a:pt x="7905" y="908"/>
                  <a:pt x="7905" y="1473"/>
                </a:cubicBezTo>
                <a:lnTo>
                  <a:pt x="7905" y="2550"/>
                </a:lnTo>
                <a:lnTo>
                  <a:pt x="5825" y="2550"/>
                </a:lnTo>
                <a:lnTo>
                  <a:pt x="5132" y="1569"/>
                </a:lnTo>
                <a:cubicBezTo>
                  <a:pt x="5100" y="1516"/>
                  <a:pt x="5025" y="1473"/>
                  <a:pt x="4950" y="1462"/>
                </a:cubicBezTo>
                <a:cubicBezTo>
                  <a:pt x="4865" y="1462"/>
                  <a:pt x="4801" y="1484"/>
                  <a:pt x="4748" y="1537"/>
                </a:cubicBezTo>
                <a:lnTo>
                  <a:pt x="3873" y="2444"/>
                </a:lnTo>
                <a:lnTo>
                  <a:pt x="3041" y="1548"/>
                </a:lnTo>
                <a:cubicBezTo>
                  <a:pt x="2998" y="1494"/>
                  <a:pt x="2934" y="1473"/>
                  <a:pt x="2870" y="1473"/>
                </a:cubicBezTo>
                <a:cubicBezTo>
                  <a:pt x="2806" y="1473"/>
                  <a:pt x="2732" y="1494"/>
                  <a:pt x="2700" y="1537"/>
                </a:cubicBezTo>
                <a:lnTo>
                  <a:pt x="2091" y="2102"/>
                </a:lnTo>
                <a:lnTo>
                  <a:pt x="491" y="2102"/>
                </a:lnTo>
                <a:lnTo>
                  <a:pt x="491" y="1473"/>
                </a:lnTo>
                <a:cubicBezTo>
                  <a:pt x="491" y="918"/>
                  <a:pt x="939" y="470"/>
                  <a:pt x="1494" y="470"/>
                </a:cubicBezTo>
                <a:close/>
                <a:moveTo>
                  <a:pt x="2870" y="2060"/>
                </a:moveTo>
                <a:lnTo>
                  <a:pt x="3692" y="2966"/>
                </a:lnTo>
                <a:cubicBezTo>
                  <a:pt x="3734" y="3020"/>
                  <a:pt x="3798" y="3041"/>
                  <a:pt x="3873" y="3041"/>
                </a:cubicBezTo>
                <a:cubicBezTo>
                  <a:pt x="3937" y="3041"/>
                  <a:pt x="4001" y="3020"/>
                  <a:pt x="4054" y="2966"/>
                </a:cubicBezTo>
                <a:lnTo>
                  <a:pt x="4908" y="2081"/>
                </a:lnTo>
                <a:lnTo>
                  <a:pt x="5505" y="2934"/>
                </a:lnTo>
                <a:cubicBezTo>
                  <a:pt x="5548" y="2998"/>
                  <a:pt x="5633" y="3041"/>
                  <a:pt x="5708" y="3041"/>
                </a:cubicBezTo>
                <a:lnTo>
                  <a:pt x="7927" y="3041"/>
                </a:lnTo>
                <a:lnTo>
                  <a:pt x="7927" y="3820"/>
                </a:lnTo>
                <a:lnTo>
                  <a:pt x="513" y="3820"/>
                </a:lnTo>
                <a:lnTo>
                  <a:pt x="513" y="2593"/>
                </a:lnTo>
                <a:lnTo>
                  <a:pt x="2198" y="2593"/>
                </a:lnTo>
                <a:cubicBezTo>
                  <a:pt x="2273" y="2593"/>
                  <a:pt x="2326" y="2561"/>
                  <a:pt x="2379" y="2518"/>
                </a:cubicBezTo>
                <a:lnTo>
                  <a:pt x="2870" y="2060"/>
                </a:lnTo>
                <a:close/>
                <a:moveTo>
                  <a:pt x="7895" y="4311"/>
                </a:moveTo>
                <a:lnTo>
                  <a:pt x="7895" y="4897"/>
                </a:lnTo>
                <a:cubicBezTo>
                  <a:pt x="7905" y="5441"/>
                  <a:pt x="7468" y="5900"/>
                  <a:pt x="6913" y="5900"/>
                </a:cubicBezTo>
                <a:lnTo>
                  <a:pt x="1483" y="5900"/>
                </a:lnTo>
                <a:cubicBezTo>
                  <a:pt x="939" y="5900"/>
                  <a:pt x="481" y="5463"/>
                  <a:pt x="481" y="4897"/>
                </a:cubicBezTo>
                <a:lnTo>
                  <a:pt x="481" y="4311"/>
                </a:lnTo>
                <a:close/>
                <a:moveTo>
                  <a:pt x="4630" y="6391"/>
                </a:moveTo>
                <a:lnTo>
                  <a:pt x="4630" y="6967"/>
                </a:lnTo>
                <a:lnTo>
                  <a:pt x="3766" y="6967"/>
                </a:lnTo>
                <a:lnTo>
                  <a:pt x="3766" y="6391"/>
                </a:lnTo>
                <a:close/>
                <a:moveTo>
                  <a:pt x="6518" y="7457"/>
                </a:moveTo>
                <a:cubicBezTo>
                  <a:pt x="6604" y="7457"/>
                  <a:pt x="6700" y="7575"/>
                  <a:pt x="6700" y="7735"/>
                </a:cubicBezTo>
                <a:lnTo>
                  <a:pt x="6700" y="7927"/>
                </a:lnTo>
                <a:lnTo>
                  <a:pt x="1707" y="7927"/>
                </a:lnTo>
                <a:lnTo>
                  <a:pt x="1707" y="7735"/>
                </a:lnTo>
                <a:cubicBezTo>
                  <a:pt x="1707" y="7575"/>
                  <a:pt x="1803" y="7457"/>
                  <a:pt x="1878" y="7457"/>
                </a:cubicBezTo>
                <a:close/>
                <a:moveTo>
                  <a:pt x="1505" y="1"/>
                </a:moveTo>
                <a:cubicBezTo>
                  <a:pt x="683" y="1"/>
                  <a:pt x="11" y="641"/>
                  <a:pt x="1" y="1452"/>
                </a:cubicBezTo>
                <a:lnTo>
                  <a:pt x="1" y="4897"/>
                </a:lnTo>
                <a:cubicBezTo>
                  <a:pt x="1" y="5729"/>
                  <a:pt x="683" y="6391"/>
                  <a:pt x="1505" y="6391"/>
                </a:cubicBezTo>
                <a:lnTo>
                  <a:pt x="3297" y="6391"/>
                </a:lnTo>
                <a:lnTo>
                  <a:pt x="3297" y="6967"/>
                </a:lnTo>
                <a:lnTo>
                  <a:pt x="1910" y="6967"/>
                </a:lnTo>
                <a:cubicBezTo>
                  <a:pt x="1537" y="6967"/>
                  <a:pt x="1238" y="7308"/>
                  <a:pt x="1238" y="7735"/>
                </a:cubicBezTo>
                <a:lnTo>
                  <a:pt x="1238" y="8172"/>
                </a:lnTo>
                <a:cubicBezTo>
                  <a:pt x="1238" y="8311"/>
                  <a:pt x="1345" y="8418"/>
                  <a:pt x="1494" y="8428"/>
                </a:cubicBezTo>
                <a:lnTo>
                  <a:pt x="6945" y="8428"/>
                </a:lnTo>
                <a:cubicBezTo>
                  <a:pt x="7084" y="8418"/>
                  <a:pt x="7201" y="8311"/>
                  <a:pt x="7201" y="8172"/>
                </a:cubicBezTo>
                <a:lnTo>
                  <a:pt x="7201" y="7735"/>
                </a:lnTo>
                <a:cubicBezTo>
                  <a:pt x="7201" y="7308"/>
                  <a:pt x="6902" y="6967"/>
                  <a:pt x="6540" y="6967"/>
                </a:cubicBezTo>
                <a:lnTo>
                  <a:pt x="5153" y="6967"/>
                </a:lnTo>
                <a:lnTo>
                  <a:pt x="5153" y="6391"/>
                </a:lnTo>
                <a:lnTo>
                  <a:pt x="6934" y="6391"/>
                </a:lnTo>
                <a:cubicBezTo>
                  <a:pt x="7767" y="6391"/>
                  <a:pt x="8428" y="5729"/>
                  <a:pt x="8439" y="4897"/>
                </a:cubicBezTo>
                <a:lnTo>
                  <a:pt x="8439" y="1473"/>
                </a:lnTo>
                <a:cubicBezTo>
                  <a:pt x="8417" y="641"/>
                  <a:pt x="7735" y="1"/>
                  <a:pt x="69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7"/>
          <p:cNvSpPr/>
          <p:nvPr/>
        </p:nvSpPr>
        <p:spPr>
          <a:xfrm>
            <a:off x="1674509" y="4366405"/>
            <a:ext cx="43271" cy="20150"/>
          </a:xfrm>
          <a:custGeom>
            <a:rect b="b" l="l" r="r" t="t"/>
            <a:pathLst>
              <a:path extrusionOk="0" h="502" w="1078">
                <a:moveTo>
                  <a:pt x="278" y="1"/>
                </a:moveTo>
                <a:cubicBezTo>
                  <a:pt x="160" y="1"/>
                  <a:pt x="43" y="97"/>
                  <a:pt x="22" y="214"/>
                </a:cubicBezTo>
                <a:cubicBezTo>
                  <a:pt x="0" y="374"/>
                  <a:pt x="118" y="502"/>
                  <a:pt x="267" y="502"/>
                </a:cubicBezTo>
                <a:lnTo>
                  <a:pt x="811" y="502"/>
                </a:lnTo>
                <a:cubicBezTo>
                  <a:pt x="928" y="502"/>
                  <a:pt x="1056" y="406"/>
                  <a:pt x="1067" y="278"/>
                </a:cubicBezTo>
                <a:cubicBezTo>
                  <a:pt x="1078" y="139"/>
                  <a:pt x="971" y="1"/>
                  <a:pt x="8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7"/>
          <p:cNvSpPr/>
          <p:nvPr/>
        </p:nvSpPr>
        <p:spPr>
          <a:xfrm>
            <a:off x="2159624" y="4172456"/>
            <a:ext cx="337899" cy="337015"/>
          </a:xfrm>
          <a:custGeom>
            <a:rect b="b" l="l" r="r" t="t"/>
            <a:pathLst>
              <a:path extrusionOk="0" h="8396" w="8418">
                <a:moveTo>
                  <a:pt x="4342" y="491"/>
                </a:moveTo>
                <a:cubicBezTo>
                  <a:pt x="5398" y="491"/>
                  <a:pt x="6241" y="1344"/>
                  <a:pt x="6241" y="2400"/>
                </a:cubicBezTo>
                <a:cubicBezTo>
                  <a:pt x="6241" y="2443"/>
                  <a:pt x="6241" y="2496"/>
                  <a:pt x="6230" y="2539"/>
                </a:cubicBezTo>
                <a:cubicBezTo>
                  <a:pt x="6134" y="2518"/>
                  <a:pt x="6049" y="2507"/>
                  <a:pt x="5953" y="2486"/>
                </a:cubicBezTo>
                <a:cubicBezTo>
                  <a:pt x="5729" y="1835"/>
                  <a:pt x="5110" y="1366"/>
                  <a:pt x="4396" y="1366"/>
                </a:cubicBezTo>
                <a:lnTo>
                  <a:pt x="4022" y="1366"/>
                </a:lnTo>
                <a:cubicBezTo>
                  <a:pt x="3297" y="1366"/>
                  <a:pt x="2689" y="1835"/>
                  <a:pt x="2465" y="2486"/>
                </a:cubicBezTo>
                <a:cubicBezTo>
                  <a:pt x="2358" y="2507"/>
                  <a:pt x="2262" y="2518"/>
                  <a:pt x="2166" y="2539"/>
                </a:cubicBezTo>
                <a:cubicBezTo>
                  <a:pt x="2166" y="2486"/>
                  <a:pt x="2155" y="2443"/>
                  <a:pt x="2155" y="2400"/>
                </a:cubicBezTo>
                <a:cubicBezTo>
                  <a:pt x="2155" y="1344"/>
                  <a:pt x="3009" y="491"/>
                  <a:pt x="4065" y="491"/>
                </a:cubicBezTo>
                <a:close/>
                <a:moveTo>
                  <a:pt x="2358" y="3008"/>
                </a:moveTo>
                <a:lnTo>
                  <a:pt x="2358" y="3030"/>
                </a:lnTo>
                <a:lnTo>
                  <a:pt x="2358" y="3403"/>
                </a:lnTo>
                <a:cubicBezTo>
                  <a:pt x="2358" y="3531"/>
                  <a:pt x="2369" y="3659"/>
                  <a:pt x="2390" y="3766"/>
                </a:cubicBezTo>
                <a:cubicBezTo>
                  <a:pt x="2113" y="3713"/>
                  <a:pt x="1931" y="3584"/>
                  <a:pt x="1931" y="3392"/>
                </a:cubicBezTo>
                <a:cubicBezTo>
                  <a:pt x="1931" y="3275"/>
                  <a:pt x="1985" y="3179"/>
                  <a:pt x="2091" y="3104"/>
                </a:cubicBezTo>
                <a:cubicBezTo>
                  <a:pt x="2102" y="3104"/>
                  <a:pt x="2102" y="3083"/>
                  <a:pt x="2113" y="3083"/>
                </a:cubicBezTo>
                <a:cubicBezTo>
                  <a:pt x="2177" y="3051"/>
                  <a:pt x="2262" y="3019"/>
                  <a:pt x="2358" y="3008"/>
                </a:cubicBezTo>
                <a:close/>
                <a:moveTo>
                  <a:pt x="6060" y="3008"/>
                </a:moveTo>
                <a:cubicBezTo>
                  <a:pt x="6166" y="3019"/>
                  <a:pt x="6252" y="3062"/>
                  <a:pt x="6326" y="3115"/>
                </a:cubicBezTo>
                <a:cubicBezTo>
                  <a:pt x="6433" y="3179"/>
                  <a:pt x="6497" y="3286"/>
                  <a:pt x="6497" y="3392"/>
                </a:cubicBezTo>
                <a:cubicBezTo>
                  <a:pt x="6497" y="3595"/>
                  <a:pt x="6284" y="3755"/>
                  <a:pt x="6017" y="3798"/>
                </a:cubicBezTo>
                <a:cubicBezTo>
                  <a:pt x="6049" y="3681"/>
                  <a:pt x="6060" y="3542"/>
                  <a:pt x="6060" y="3414"/>
                </a:cubicBezTo>
                <a:lnTo>
                  <a:pt x="6060" y="3040"/>
                </a:lnTo>
                <a:lnTo>
                  <a:pt x="6060" y="3008"/>
                </a:lnTo>
                <a:close/>
                <a:moveTo>
                  <a:pt x="4406" y="1846"/>
                </a:moveTo>
                <a:cubicBezTo>
                  <a:pt x="5046" y="1846"/>
                  <a:pt x="5580" y="2368"/>
                  <a:pt x="5580" y="3019"/>
                </a:cubicBezTo>
                <a:lnTo>
                  <a:pt x="5580" y="3392"/>
                </a:lnTo>
                <a:cubicBezTo>
                  <a:pt x="5580" y="3531"/>
                  <a:pt x="5548" y="3670"/>
                  <a:pt x="5516" y="3798"/>
                </a:cubicBezTo>
                <a:lnTo>
                  <a:pt x="4780" y="3798"/>
                </a:lnTo>
                <a:cubicBezTo>
                  <a:pt x="4641" y="3798"/>
                  <a:pt x="4534" y="3905"/>
                  <a:pt x="4534" y="4043"/>
                </a:cubicBezTo>
                <a:cubicBezTo>
                  <a:pt x="4534" y="4182"/>
                  <a:pt x="4641" y="4289"/>
                  <a:pt x="4780" y="4289"/>
                </a:cubicBezTo>
                <a:lnTo>
                  <a:pt x="5196" y="4289"/>
                </a:lnTo>
                <a:cubicBezTo>
                  <a:pt x="5089" y="4385"/>
                  <a:pt x="4961" y="4449"/>
                  <a:pt x="4844" y="4502"/>
                </a:cubicBezTo>
                <a:lnTo>
                  <a:pt x="4833" y="4502"/>
                </a:lnTo>
                <a:cubicBezTo>
                  <a:pt x="4716" y="4545"/>
                  <a:pt x="4577" y="4566"/>
                  <a:pt x="4449" y="4566"/>
                </a:cubicBezTo>
                <a:lnTo>
                  <a:pt x="4054" y="4566"/>
                </a:lnTo>
                <a:cubicBezTo>
                  <a:pt x="3926" y="4566"/>
                  <a:pt x="3787" y="4545"/>
                  <a:pt x="3670" y="4502"/>
                </a:cubicBezTo>
                <a:lnTo>
                  <a:pt x="3659" y="4502"/>
                </a:lnTo>
                <a:cubicBezTo>
                  <a:pt x="3350" y="4395"/>
                  <a:pt x="3126" y="4193"/>
                  <a:pt x="2998" y="3947"/>
                </a:cubicBezTo>
                <a:cubicBezTo>
                  <a:pt x="2998" y="3926"/>
                  <a:pt x="2977" y="3926"/>
                  <a:pt x="2977" y="3915"/>
                </a:cubicBezTo>
                <a:cubicBezTo>
                  <a:pt x="2902" y="3755"/>
                  <a:pt x="2859" y="3584"/>
                  <a:pt x="2859" y="3382"/>
                </a:cubicBezTo>
                <a:lnTo>
                  <a:pt x="2859" y="3019"/>
                </a:lnTo>
                <a:cubicBezTo>
                  <a:pt x="2859" y="2944"/>
                  <a:pt x="2870" y="2848"/>
                  <a:pt x="2891" y="2763"/>
                </a:cubicBezTo>
                <a:cubicBezTo>
                  <a:pt x="3009" y="2251"/>
                  <a:pt x="3478" y="1846"/>
                  <a:pt x="4033" y="1846"/>
                </a:cubicBezTo>
                <a:close/>
                <a:moveTo>
                  <a:pt x="4652" y="5046"/>
                </a:moveTo>
                <a:lnTo>
                  <a:pt x="4652" y="5334"/>
                </a:lnTo>
                <a:lnTo>
                  <a:pt x="4652" y="5366"/>
                </a:lnTo>
                <a:cubicBezTo>
                  <a:pt x="4630" y="5366"/>
                  <a:pt x="4630" y="5377"/>
                  <a:pt x="4630" y="5398"/>
                </a:cubicBezTo>
                <a:cubicBezTo>
                  <a:pt x="4620" y="5611"/>
                  <a:pt x="4428" y="5782"/>
                  <a:pt x="4225" y="5782"/>
                </a:cubicBezTo>
                <a:cubicBezTo>
                  <a:pt x="4011" y="5782"/>
                  <a:pt x="3819" y="5611"/>
                  <a:pt x="3809" y="5398"/>
                </a:cubicBezTo>
                <a:lnTo>
                  <a:pt x="3809" y="5366"/>
                </a:lnTo>
                <a:lnTo>
                  <a:pt x="3809" y="5334"/>
                </a:lnTo>
                <a:lnTo>
                  <a:pt x="3809" y="5046"/>
                </a:lnTo>
                <a:cubicBezTo>
                  <a:pt x="3883" y="5067"/>
                  <a:pt x="3958" y="5067"/>
                  <a:pt x="4033" y="5067"/>
                </a:cubicBezTo>
                <a:lnTo>
                  <a:pt x="4417" y="5067"/>
                </a:lnTo>
                <a:cubicBezTo>
                  <a:pt x="4502" y="5067"/>
                  <a:pt x="4577" y="5067"/>
                  <a:pt x="4652" y="5046"/>
                </a:cubicBezTo>
                <a:close/>
                <a:moveTo>
                  <a:pt x="5078" y="5622"/>
                </a:moveTo>
                <a:cubicBezTo>
                  <a:pt x="5857" y="5686"/>
                  <a:pt x="6433" y="6145"/>
                  <a:pt x="6764" y="6625"/>
                </a:cubicBezTo>
                <a:lnTo>
                  <a:pt x="1643" y="6625"/>
                </a:lnTo>
                <a:cubicBezTo>
                  <a:pt x="1985" y="6145"/>
                  <a:pt x="2550" y="5686"/>
                  <a:pt x="3339" y="5622"/>
                </a:cubicBezTo>
                <a:cubicBezTo>
                  <a:pt x="3446" y="5995"/>
                  <a:pt x="3798" y="6273"/>
                  <a:pt x="4203" y="6273"/>
                </a:cubicBezTo>
                <a:cubicBezTo>
                  <a:pt x="4620" y="6273"/>
                  <a:pt x="4972" y="5995"/>
                  <a:pt x="5078" y="5622"/>
                </a:cubicBezTo>
                <a:close/>
                <a:moveTo>
                  <a:pt x="7916" y="7126"/>
                </a:moveTo>
                <a:lnTo>
                  <a:pt x="7916" y="7915"/>
                </a:lnTo>
                <a:lnTo>
                  <a:pt x="491" y="7915"/>
                </a:lnTo>
                <a:lnTo>
                  <a:pt x="491" y="7126"/>
                </a:lnTo>
                <a:close/>
                <a:moveTo>
                  <a:pt x="4075" y="0"/>
                </a:moveTo>
                <a:cubicBezTo>
                  <a:pt x="2753" y="0"/>
                  <a:pt x="1675" y="1078"/>
                  <a:pt x="1675" y="2411"/>
                </a:cubicBezTo>
                <a:cubicBezTo>
                  <a:pt x="1675" y="2539"/>
                  <a:pt x="1686" y="2678"/>
                  <a:pt x="1707" y="2795"/>
                </a:cubicBezTo>
                <a:cubicBezTo>
                  <a:pt x="1537" y="2955"/>
                  <a:pt x="1441" y="3168"/>
                  <a:pt x="1441" y="3392"/>
                </a:cubicBezTo>
                <a:cubicBezTo>
                  <a:pt x="1441" y="3659"/>
                  <a:pt x="1579" y="3905"/>
                  <a:pt x="1814" y="4065"/>
                </a:cubicBezTo>
                <a:cubicBezTo>
                  <a:pt x="2017" y="4193"/>
                  <a:pt x="2294" y="4278"/>
                  <a:pt x="2614" y="4289"/>
                </a:cubicBezTo>
                <a:cubicBezTo>
                  <a:pt x="2774" y="4555"/>
                  <a:pt x="3019" y="4758"/>
                  <a:pt x="3297" y="4907"/>
                </a:cubicBezTo>
                <a:lnTo>
                  <a:pt x="3297" y="5142"/>
                </a:lnTo>
                <a:cubicBezTo>
                  <a:pt x="2187" y="5238"/>
                  <a:pt x="1430" y="5974"/>
                  <a:pt x="1067" y="6635"/>
                </a:cubicBezTo>
                <a:lnTo>
                  <a:pt x="246" y="6635"/>
                </a:lnTo>
                <a:cubicBezTo>
                  <a:pt x="107" y="6635"/>
                  <a:pt x="1" y="6742"/>
                  <a:pt x="1" y="6881"/>
                </a:cubicBezTo>
                <a:lnTo>
                  <a:pt x="1" y="8161"/>
                </a:lnTo>
                <a:cubicBezTo>
                  <a:pt x="1" y="8289"/>
                  <a:pt x="107" y="8396"/>
                  <a:pt x="246" y="8396"/>
                </a:cubicBezTo>
                <a:lnTo>
                  <a:pt x="8182" y="8396"/>
                </a:lnTo>
                <a:cubicBezTo>
                  <a:pt x="8310" y="8396"/>
                  <a:pt x="8417" y="8289"/>
                  <a:pt x="8417" y="8161"/>
                </a:cubicBezTo>
                <a:lnTo>
                  <a:pt x="8417" y="6881"/>
                </a:lnTo>
                <a:cubicBezTo>
                  <a:pt x="8417" y="6742"/>
                  <a:pt x="8300" y="6635"/>
                  <a:pt x="8161" y="6635"/>
                </a:cubicBezTo>
                <a:lnTo>
                  <a:pt x="7340" y="6635"/>
                </a:lnTo>
                <a:cubicBezTo>
                  <a:pt x="6977" y="5953"/>
                  <a:pt x="6220" y="5238"/>
                  <a:pt x="5110" y="5142"/>
                </a:cubicBezTo>
                <a:lnTo>
                  <a:pt x="5110" y="4907"/>
                </a:lnTo>
                <a:cubicBezTo>
                  <a:pt x="5388" y="4769"/>
                  <a:pt x="5622" y="4555"/>
                  <a:pt x="5793" y="4299"/>
                </a:cubicBezTo>
                <a:lnTo>
                  <a:pt x="5889" y="4299"/>
                </a:lnTo>
                <a:cubicBezTo>
                  <a:pt x="6166" y="4299"/>
                  <a:pt x="6433" y="4214"/>
                  <a:pt x="6636" y="4065"/>
                </a:cubicBezTo>
                <a:cubicBezTo>
                  <a:pt x="6849" y="3894"/>
                  <a:pt x="6977" y="3649"/>
                  <a:pt x="6977" y="3392"/>
                </a:cubicBezTo>
                <a:cubicBezTo>
                  <a:pt x="6977" y="3168"/>
                  <a:pt x="6881" y="2966"/>
                  <a:pt x="6710" y="2806"/>
                </a:cubicBezTo>
                <a:cubicBezTo>
                  <a:pt x="6742" y="2678"/>
                  <a:pt x="6753" y="2539"/>
                  <a:pt x="6753" y="2411"/>
                </a:cubicBezTo>
                <a:cubicBezTo>
                  <a:pt x="6753" y="1078"/>
                  <a:pt x="5676" y="0"/>
                  <a:pt x="43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7"/>
          <p:cNvSpPr/>
          <p:nvPr/>
        </p:nvSpPr>
        <p:spPr>
          <a:xfrm>
            <a:off x="2832708" y="4171573"/>
            <a:ext cx="268095" cy="337457"/>
          </a:xfrm>
          <a:custGeom>
            <a:rect b="b" l="l" r="r" t="t"/>
            <a:pathLst>
              <a:path extrusionOk="0" h="8407" w="6679">
                <a:moveTo>
                  <a:pt x="5463" y="502"/>
                </a:moveTo>
                <a:lnTo>
                  <a:pt x="5463" y="1110"/>
                </a:lnTo>
                <a:lnTo>
                  <a:pt x="2412" y="1110"/>
                </a:lnTo>
                <a:lnTo>
                  <a:pt x="2412" y="502"/>
                </a:lnTo>
                <a:close/>
                <a:moveTo>
                  <a:pt x="4929" y="1601"/>
                </a:moveTo>
                <a:lnTo>
                  <a:pt x="4278" y="2060"/>
                </a:lnTo>
                <a:cubicBezTo>
                  <a:pt x="4214" y="2102"/>
                  <a:pt x="4172" y="2177"/>
                  <a:pt x="4172" y="2262"/>
                </a:cubicBezTo>
                <a:lnTo>
                  <a:pt x="4172" y="2934"/>
                </a:lnTo>
                <a:lnTo>
                  <a:pt x="3692" y="2934"/>
                </a:lnTo>
                <a:lnTo>
                  <a:pt x="3692" y="2262"/>
                </a:lnTo>
                <a:cubicBezTo>
                  <a:pt x="3692" y="2177"/>
                  <a:pt x="3649" y="2102"/>
                  <a:pt x="3585" y="2060"/>
                </a:cubicBezTo>
                <a:lnTo>
                  <a:pt x="2934" y="1601"/>
                </a:lnTo>
                <a:close/>
                <a:moveTo>
                  <a:pt x="5463" y="4311"/>
                </a:moveTo>
                <a:lnTo>
                  <a:pt x="5463" y="6903"/>
                </a:lnTo>
                <a:lnTo>
                  <a:pt x="2412" y="6903"/>
                </a:lnTo>
                <a:lnTo>
                  <a:pt x="2412" y="4311"/>
                </a:lnTo>
                <a:close/>
                <a:moveTo>
                  <a:pt x="6156" y="7404"/>
                </a:moveTo>
                <a:lnTo>
                  <a:pt x="6156" y="7927"/>
                </a:lnTo>
                <a:lnTo>
                  <a:pt x="1718" y="7927"/>
                </a:lnTo>
                <a:lnTo>
                  <a:pt x="1718" y="7404"/>
                </a:lnTo>
                <a:close/>
                <a:moveTo>
                  <a:pt x="258" y="0"/>
                </a:moveTo>
                <a:cubicBezTo>
                  <a:pt x="117" y="0"/>
                  <a:pt x="1" y="104"/>
                  <a:pt x="1" y="246"/>
                </a:cubicBezTo>
                <a:lnTo>
                  <a:pt x="1" y="8162"/>
                </a:lnTo>
                <a:cubicBezTo>
                  <a:pt x="1" y="8300"/>
                  <a:pt x="107" y="8407"/>
                  <a:pt x="235" y="8407"/>
                </a:cubicBezTo>
                <a:lnTo>
                  <a:pt x="6444" y="8407"/>
                </a:lnTo>
                <a:cubicBezTo>
                  <a:pt x="6572" y="8407"/>
                  <a:pt x="6679" y="8300"/>
                  <a:pt x="6679" y="8151"/>
                </a:cubicBezTo>
                <a:lnTo>
                  <a:pt x="6679" y="7127"/>
                </a:lnTo>
                <a:cubicBezTo>
                  <a:pt x="6657" y="6999"/>
                  <a:pt x="6551" y="6903"/>
                  <a:pt x="6412" y="6903"/>
                </a:cubicBezTo>
                <a:lnTo>
                  <a:pt x="5975" y="6903"/>
                </a:lnTo>
                <a:lnTo>
                  <a:pt x="5975" y="4065"/>
                </a:lnTo>
                <a:cubicBezTo>
                  <a:pt x="5975" y="3937"/>
                  <a:pt x="5868" y="3831"/>
                  <a:pt x="5729" y="3831"/>
                </a:cubicBezTo>
                <a:lnTo>
                  <a:pt x="2188" y="3831"/>
                </a:lnTo>
                <a:cubicBezTo>
                  <a:pt x="2049" y="3831"/>
                  <a:pt x="1942" y="3937"/>
                  <a:pt x="1942" y="4065"/>
                </a:cubicBezTo>
                <a:lnTo>
                  <a:pt x="1942" y="6903"/>
                </a:lnTo>
                <a:lnTo>
                  <a:pt x="1505" y="6903"/>
                </a:lnTo>
                <a:cubicBezTo>
                  <a:pt x="1377" y="6903"/>
                  <a:pt x="1249" y="6999"/>
                  <a:pt x="1249" y="7137"/>
                </a:cubicBezTo>
                <a:lnTo>
                  <a:pt x="1249" y="7927"/>
                </a:lnTo>
                <a:lnTo>
                  <a:pt x="470" y="7927"/>
                </a:lnTo>
                <a:lnTo>
                  <a:pt x="470" y="1590"/>
                </a:lnTo>
                <a:lnTo>
                  <a:pt x="2102" y="1590"/>
                </a:lnTo>
                <a:lnTo>
                  <a:pt x="3222" y="2380"/>
                </a:lnTo>
                <a:lnTo>
                  <a:pt x="3222" y="3180"/>
                </a:lnTo>
                <a:cubicBezTo>
                  <a:pt x="3222" y="3308"/>
                  <a:pt x="3329" y="3414"/>
                  <a:pt x="3468" y="3414"/>
                </a:cubicBezTo>
                <a:lnTo>
                  <a:pt x="4438" y="3414"/>
                </a:lnTo>
                <a:cubicBezTo>
                  <a:pt x="4577" y="3414"/>
                  <a:pt x="4684" y="3308"/>
                  <a:pt x="4684" y="3180"/>
                </a:cubicBezTo>
                <a:lnTo>
                  <a:pt x="4684" y="2390"/>
                </a:lnTo>
                <a:lnTo>
                  <a:pt x="5815" y="1601"/>
                </a:lnTo>
                <a:lnTo>
                  <a:pt x="6348" y="1601"/>
                </a:lnTo>
                <a:cubicBezTo>
                  <a:pt x="6465" y="1601"/>
                  <a:pt x="6583" y="1505"/>
                  <a:pt x="6604" y="1388"/>
                </a:cubicBezTo>
                <a:cubicBezTo>
                  <a:pt x="6615" y="1238"/>
                  <a:pt x="6508" y="1110"/>
                  <a:pt x="6359" y="1110"/>
                </a:cubicBezTo>
                <a:lnTo>
                  <a:pt x="5996" y="1110"/>
                </a:lnTo>
                <a:lnTo>
                  <a:pt x="5996" y="257"/>
                </a:lnTo>
                <a:cubicBezTo>
                  <a:pt x="5996" y="118"/>
                  <a:pt x="5889" y="22"/>
                  <a:pt x="5761" y="22"/>
                </a:cubicBezTo>
                <a:lnTo>
                  <a:pt x="2209" y="22"/>
                </a:lnTo>
                <a:cubicBezTo>
                  <a:pt x="2081" y="22"/>
                  <a:pt x="1974" y="118"/>
                  <a:pt x="1974" y="257"/>
                </a:cubicBezTo>
                <a:lnTo>
                  <a:pt x="1974" y="1110"/>
                </a:lnTo>
                <a:lnTo>
                  <a:pt x="492" y="1110"/>
                </a:lnTo>
                <a:lnTo>
                  <a:pt x="492" y="257"/>
                </a:lnTo>
                <a:cubicBezTo>
                  <a:pt x="492" y="140"/>
                  <a:pt x="395" y="22"/>
                  <a:pt x="278" y="1"/>
                </a:cubicBezTo>
                <a:cubicBezTo>
                  <a:pt x="271" y="0"/>
                  <a:pt x="264" y="0"/>
                  <a:pt x="2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7"/>
          <p:cNvSpPr/>
          <p:nvPr/>
        </p:nvSpPr>
        <p:spPr>
          <a:xfrm>
            <a:off x="2948749" y="4408792"/>
            <a:ext cx="50576" cy="19749"/>
          </a:xfrm>
          <a:custGeom>
            <a:rect b="b" l="l" r="r" t="t"/>
            <a:pathLst>
              <a:path extrusionOk="0" h="492" w="1260">
                <a:moveTo>
                  <a:pt x="267" y="1"/>
                </a:moveTo>
                <a:cubicBezTo>
                  <a:pt x="150" y="1"/>
                  <a:pt x="33" y="97"/>
                  <a:pt x="11" y="214"/>
                </a:cubicBezTo>
                <a:cubicBezTo>
                  <a:pt x="1" y="363"/>
                  <a:pt x="107" y="491"/>
                  <a:pt x="257" y="491"/>
                </a:cubicBezTo>
                <a:lnTo>
                  <a:pt x="971" y="491"/>
                </a:lnTo>
                <a:cubicBezTo>
                  <a:pt x="1099" y="491"/>
                  <a:pt x="1217" y="406"/>
                  <a:pt x="1227" y="278"/>
                </a:cubicBezTo>
                <a:cubicBezTo>
                  <a:pt x="1259" y="139"/>
                  <a:pt x="1131" y="1"/>
                  <a:pt x="9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7"/>
          <p:cNvSpPr/>
          <p:nvPr/>
        </p:nvSpPr>
        <p:spPr>
          <a:xfrm>
            <a:off x="2948749" y="4368974"/>
            <a:ext cx="49733" cy="20150"/>
          </a:xfrm>
          <a:custGeom>
            <a:rect b="b" l="l" r="r" t="t"/>
            <a:pathLst>
              <a:path extrusionOk="0" h="502" w="1239">
                <a:moveTo>
                  <a:pt x="267" y="1"/>
                </a:moveTo>
                <a:cubicBezTo>
                  <a:pt x="150" y="1"/>
                  <a:pt x="33" y="97"/>
                  <a:pt x="11" y="214"/>
                </a:cubicBezTo>
                <a:cubicBezTo>
                  <a:pt x="1" y="385"/>
                  <a:pt x="107" y="502"/>
                  <a:pt x="257" y="502"/>
                </a:cubicBezTo>
                <a:lnTo>
                  <a:pt x="971" y="502"/>
                </a:lnTo>
                <a:cubicBezTo>
                  <a:pt x="1099" y="502"/>
                  <a:pt x="1217" y="406"/>
                  <a:pt x="1227" y="289"/>
                </a:cubicBezTo>
                <a:cubicBezTo>
                  <a:pt x="1238" y="139"/>
                  <a:pt x="1131" y="1"/>
                  <a:pt x="9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7"/>
          <p:cNvSpPr/>
          <p:nvPr/>
        </p:nvSpPr>
        <p:spPr>
          <a:xfrm>
            <a:off x="3498125" y="4171573"/>
            <a:ext cx="61254" cy="177740"/>
          </a:xfrm>
          <a:custGeom>
            <a:rect b="b" l="l" r="r" t="t"/>
            <a:pathLst>
              <a:path extrusionOk="0" h="4428" w="1526">
                <a:moveTo>
                  <a:pt x="768" y="2956"/>
                </a:moveTo>
                <a:cubicBezTo>
                  <a:pt x="917" y="2956"/>
                  <a:pt x="1035" y="3073"/>
                  <a:pt x="1035" y="3222"/>
                </a:cubicBezTo>
                <a:lnTo>
                  <a:pt x="1035" y="3671"/>
                </a:lnTo>
                <a:cubicBezTo>
                  <a:pt x="1035" y="3820"/>
                  <a:pt x="917" y="3937"/>
                  <a:pt x="768" y="3937"/>
                </a:cubicBezTo>
                <a:cubicBezTo>
                  <a:pt x="619" y="3937"/>
                  <a:pt x="501" y="3820"/>
                  <a:pt x="501" y="3671"/>
                </a:cubicBezTo>
                <a:lnTo>
                  <a:pt x="501" y="3222"/>
                </a:lnTo>
                <a:cubicBezTo>
                  <a:pt x="501" y="3073"/>
                  <a:pt x="619" y="2956"/>
                  <a:pt x="768" y="2956"/>
                </a:cubicBezTo>
                <a:close/>
                <a:moveTo>
                  <a:pt x="597" y="1"/>
                </a:moveTo>
                <a:cubicBezTo>
                  <a:pt x="459" y="1"/>
                  <a:pt x="352" y="108"/>
                  <a:pt x="352" y="246"/>
                </a:cubicBezTo>
                <a:cubicBezTo>
                  <a:pt x="352" y="513"/>
                  <a:pt x="533" y="652"/>
                  <a:pt x="619" y="737"/>
                </a:cubicBezTo>
                <a:cubicBezTo>
                  <a:pt x="715" y="822"/>
                  <a:pt x="715" y="833"/>
                  <a:pt x="715" y="854"/>
                </a:cubicBezTo>
                <a:cubicBezTo>
                  <a:pt x="715" y="886"/>
                  <a:pt x="715" y="897"/>
                  <a:pt x="619" y="972"/>
                </a:cubicBezTo>
                <a:cubicBezTo>
                  <a:pt x="512" y="1057"/>
                  <a:pt x="352" y="1206"/>
                  <a:pt x="352" y="1473"/>
                </a:cubicBezTo>
                <a:cubicBezTo>
                  <a:pt x="352" y="1740"/>
                  <a:pt x="533" y="1889"/>
                  <a:pt x="619" y="1964"/>
                </a:cubicBezTo>
                <a:cubicBezTo>
                  <a:pt x="715" y="2049"/>
                  <a:pt x="715" y="2060"/>
                  <a:pt x="715" y="2081"/>
                </a:cubicBezTo>
                <a:cubicBezTo>
                  <a:pt x="715" y="2113"/>
                  <a:pt x="715" y="2124"/>
                  <a:pt x="619" y="2198"/>
                </a:cubicBezTo>
                <a:cubicBezTo>
                  <a:pt x="544" y="2273"/>
                  <a:pt x="405" y="2390"/>
                  <a:pt x="373" y="2572"/>
                </a:cubicBezTo>
                <a:cubicBezTo>
                  <a:pt x="160" y="2710"/>
                  <a:pt x="21" y="2945"/>
                  <a:pt x="21" y="3212"/>
                </a:cubicBezTo>
                <a:lnTo>
                  <a:pt x="21" y="3671"/>
                </a:lnTo>
                <a:cubicBezTo>
                  <a:pt x="0" y="4087"/>
                  <a:pt x="341" y="4428"/>
                  <a:pt x="768" y="4428"/>
                </a:cubicBezTo>
                <a:cubicBezTo>
                  <a:pt x="1195" y="4428"/>
                  <a:pt x="1526" y="4087"/>
                  <a:pt x="1526" y="3671"/>
                </a:cubicBezTo>
                <a:lnTo>
                  <a:pt x="1526" y="3222"/>
                </a:lnTo>
                <a:cubicBezTo>
                  <a:pt x="1526" y="2881"/>
                  <a:pt x="1312" y="2604"/>
                  <a:pt x="1024" y="2497"/>
                </a:cubicBezTo>
                <a:cubicBezTo>
                  <a:pt x="1099" y="2401"/>
                  <a:pt x="1195" y="2284"/>
                  <a:pt x="1195" y="2081"/>
                </a:cubicBezTo>
                <a:cubicBezTo>
                  <a:pt x="1195" y="1814"/>
                  <a:pt x="1024" y="1665"/>
                  <a:pt x="928" y="1590"/>
                </a:cubicBezTo>
                <a:cubicBezTo>
                  <a:pt x="832" y="1505"/>
                  <a:pt x="832" y="1494"/>
                  <a:pt x="832" y="1473"/>
                </a:cubicBezTo>
                <a:cubicBezTo>
                  <a:pt x="832" y="1441"/>
                  <a:pt x="832" y="1430"/>
                  <a:pt x="928" y="1356"/>
                </a:cubicBezTo>
                <a:cubicBezTo>
                  <a:pt x="1035" y="1270"/>
                  <a:pt x="1195" y="1121"/>
                  <a:pt x="1195" y="854"/>
                </a:cubicBezTo>
                <a:cubicBezTo>
                  <a:pt x="1195" y="588"/>
                  <a:pt x="1024" y="438"/>
                  <a:pt x="928" y="364"/>
                </a:cubicBezTo>
                <a:cubicBezTo>
                  <a:pt x="832" y="278"/>
                  <a:pt x="832" y="268"/>
                  <a:pt x="832" y="246"/>
                </a:cubicBezTo>
                <a:cubicBezTo>
                  <a:pt x="832" y="108"/>
                  <a:pt x="725" y="1"/>
                  <a:pt x="5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7"/>
          <p:cNvSpPr/>
          <p:nvPr/>
        </p:nvSpPr>
        <p:spPr>
          <a:xfrm>
            <a:off x="3695487" y="4171573"/>
            <a:ext cx="60852" cy="177740"/>
          </a:xfrm>
          <a:custGeom>
            <a:rect b="b" l="l" r="r" t="t"/>
            <a:pathLst>
              <a:path extrusionOk="0" h="4428" w="1516">
                <a:moveTo>
                  <a:pt x="769" y="2966"/>
                </a:moveTo>
                <a:cubicBezTo>
                  <a:pt x="918" y="2966"/>
                  <a:pt x="1036" y="3084"/>
                  <a:pt x="1036" y="3233"/>
                </a:cubicBezTo>
                <a:lnTo>
                  <a:pt x="1036" y="3671"/>
                </a:lnTo>
                <a:cubicBezTo>
                  <a:pt x="1036" y="3820"/>
                  <a:pt x="918" y="3937"/>
                  <a:pt x="769" y="3937"/>
                </a:cubicBezTo>
                <a:cubicBezTo>
                  <a:pt x="630" y="3937"/>
                  <a:pt x="502" y="3820"/>
                  <a:pt x="502" y="3671"/>
                </a:cubicBezTo>
                <a:lnTo>
                  <a:pt x="502" y="3233"/>
                </a:lnTo>
                <a:cubicBezTo>
                  <a:pt x="502" y="3084"/>
                  <a:pt x="630" y="2966"/>
                  <a:pt x="769" y="2966"/>
                </a:cubicBezTo>
                <a:close/>
                <a:moveTo>
                  <a:pt x="588" y="1"/>
                </a:moveTo>
                <a:cubicBezTo>
                  <a:pt x="449" y="1"/>
                  <a:pt x="342" y="108"/>
                  <a:pt x="342" y="246"/>
                </a:cubicBezTo>
                <a:cubicBezTo>
                  <a:pt x="342" y="513"/>
                  <a:pt x="523" y="652"/>
                  <a:pt x="609" y="737"/>
                </a:cubicBezTo>
                <a:cubicBezTo>
                  <a:pt x="705" y="822"/>
                  <a:pt x="705" y="833"/>
                  <a:pt x="705" y="854"/>
                </a:cubicBezTo>
                <a:cubicBezTo>
                  <a:pt x="705" y="886"/>
                  <a:pt x="705" y="897"/>
                  <a:pt x="609" y="972"/>
                </a:cubicBezTo>
                <a:cubicBezTo>
                  <a:pt x="502" y="1057"/>
                  <a:pt x="342" y="1206"/>
                  <a:pt x="342" y="1473"/>
                </a:cubicBezTo>
                <a:cubicBezTo>
                  <a:pt x="342" y="1740"/>
                  <a:pt x="523" y="1889"/>
                  <a:pt x="609" y="1964"/>
                </a:cubicBezTo>
                <a:cubicBezTo>
                  <a:pt x="705" y="2049"/>
                  <a:pt x="705" y="2060"/>
                  <a:pt x="705" y="2081"/>
                </a:cubicBezTo>
                <a:cubicBezTo>
                  <a:pt x="705" y="2113"/>
                  <a:pt x="705" y="2124"/>
                  <a:pt x="609" y="2198"/>
                </a:cubicBezTo>
                <a:cubicBezTo>
                  <a:pt x="534" y="2273"/>
                  <a:pt x="395" y="2390"/>
                  <a:pt x="363" y="2572"/>
                </a:cubicBezTo>
                <a:cubicBezTo>
                  <a:pt x="150" y="2710"/>
                  <a:pt x="11" y="2945"/>
                  <a:pt x="11" y="3212"/>
                </a:cubicBezTo>
                <a:lnTo>
                  <a:pt x="11" y="3671"/>
                </a:lnTo>
                <a:cubicBezTo>
                  <a:pt x="1" y="4097"/>
                  <a:pt x="342" y="4428"/>
                  <a:pt x="758" y="4428"/>
                </a:cubicBezTo>
                <a:cubicBezTo>
                  <a:pt x="1185" y="4428"/>
                  <a:pt x="1516" y="4087"/>
                  <a:pt x="1516" y="3671"/>
                </a:cubicBezTo>
                <a:lnTo>
                  <a:pt x="1516" y="3222"/>
                </a:lnTo>
                <a:cubicBezTo>
                  <a:pt x="1516" y="2881"/>
                  <a:pt x="1302" y="2604"/>
                  <a:pt x="1014" y="2497"/>
                </a:cubicBezTo>
                <a:cubicBezTo>
                  <a:pt x="1089" y="2401"/>
                  <a:pt x="1185" y="2284"/>
                  <a:pt x="1185" y="2081"/>
                </a:cubicBezTo>
                <a:cubicBezTo>
                  <a:pt x="1185" y="1814"/>
                  <a:pt x="1014" y="1665"/>
                  <a:pt x="918" y="1590"/>
                </a:cubicBezTo>
                <a:cubicBezTo>
                  <a:pt x="822" y="1505"/>
                  <a:pt x="822" y="1494"/>
                  <a:pt x="822" y="1473"/>
                </a:cubicBezTo>
                <a:cubicBezTo>
                  <a:pt x="822" y="1441"/>
                  <a:pt x="822" y="1430"/>
                  <a:pt x="918" y="1356"/>
                </a:cubicBezTo>
                <a:cubicBezTo>
                  <a:pt x="1025" y="1270"/>
                  <a:pt x="1185" y="1121"/>
                  <a:pt x="1185" y="854"/>
                </a:cubicBezTo>
                <a:cubicBezTo>
                  <a:pt x="1185" y="588"/>
                  <a:pt x="1014" y="438"/>
                  <a:pt x="918" y="364"/>
                </a:cubicBezTo>
                <a:cubicBezTo>
                  <a:pt x="822" y="278"/>
                  <a:pt x="822" y="268"/>
                  <a:pt x="822" y="246"/>
                </a:cubicBezTo>
                <a:cubicBezTo>
                  <a:pt x="822" y="108"/>
                  <a:pt x="716" y="1"/>
                  <a:pt x="5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7"/>
          <p:cNvSpPr/>
          <p:nvPr/>
        </p:nvSpPr>
        <p:spPr>
          <a:xfrm>
            <a:off x="3458709" y="4270073"/>
            <a:ext cx="337015" cy="238953"/>
          </a:xfrm>
          <a:custGeom>
            <a:rect b="b" l="l" r="r" t="t"/>
            <a:pathLst>
              <a:path extrusionOk="0" h="5953" w="8396">
                <a:moveTo>
                  <a:pt x="4204" y="2955"/>
                </a:moveTo>
                <a:cubicBezTo>
                  <a:pt x="4353" y="2955"/>
                  <a:pt x="4470" y="3073"/>
                  <a:pt x="4470" y="3222"/>
                </a:cubicBezTo>
                <a:lnTo>
                  <a:pt x="4470" y="3659"/>
                </a:lnTo>
                <a:cubicBezTo>
                  <a:pt x="4470" y="3809"/>
                  <a:pt x="4353" y="3926"/>
                  <a:pt x="4204" y="3926"/>
                </a:cubicBezTo>
                <a:cubicBezTo>
                  <a:pt x="4054" y="3926"/>
                  <a:pt x="3937" y="3809"/>
                  <a:pt x="3937" y="3659"/>
                </a:cubicBezTo>
                <a:lnTo>
                  <a:pt x="3937" y="3222"/>
                </a:lnTo>
                <a:cubicBezTo>
                  <a:pt x="3937" y="3073"/>
                  <a:pt x="4054" y="2955"/>
                  <a:pt x="4204" y="2955"/>
                </a:cubicBezTo>
                <a:close/>
                <a:moveTo>
                  <a:pt x="4886" y="4001"/>
                </a:moveTo>
                <a:cubicBezTo>
                  <a:pt x="5526" y="4086"/>
                  <a:pt x="6124" y="4289"/>
                  <a:pt x="6647" y="4587"/>
                </a:cubicBezTo>
                <a:cubicBezTo>
                  <a:pt x="7052" y="4833"/>
                  <a:pt x="7404" y="5121"/>
                  <a:pt x="7671" y="5462"/>
                </a:cubicBezTo>
                <a:lnTo>
                  <a:pt x="715" y="5462"/>
                </a:lnTo>
                <a:cubicBezTo>
                  <a:pt x="1334" y="4683"/>
                  <a:pt x="2369" y="4150"/>
                  <a:pt x="3521" y="4001"/>
                </a:cubicBezTo>
                <a:cubicBezTo>
                  <a:pt x="3649" y="4257"/>
                  <a:pt x="3916" y="4417"/>
                  <a:pt x="4204" y="4417"/>
                </a:cubicBezTo>
                <a:cubicBezTo>
                  <a:pt x="4502" y="4417"/>
                  <a:pt x="4769" y="4246"/>
                  <a:pt x="4886" y="4001"/>
                </a:cubicBezTo>
                <a:close/>
                <a:moveTo>
                  <a:pt x="4022" y="0"/>
                </a:moveTo>
                <a:cubicBezTo>
                  <a:pt x="3884" y="0"/>
                  <a:pt x="3777" y="107"/>
                  <a:pt x="3777" y="246"/>
                </a:cubicBezTo>
                <a:cubicBezTo>
                  <a:pt x="3777" y="512"/>
                  <a:pt x="3948" y="662"/>
                  <a:pt x="4044" y="736"/>
                </a:cubicBezTo>
                <a:cubicBezTo>
                  <a:pt x="4140" y="822"/>
                  <a:pt x="4140" y="832"/>
                  <a:pt x="4140" y="854"/>
                </a:cubicBezTo>
                <a:cubicBezTo>
                  <a:pt x="4140" y="886"/>
                  <a:pt x="4140" y="896"/>
                  <a:pt x="4044" y="982"/>
                </a:cubicBezTo>
                <a:cubicBezTo>
                  <a:pt x="3937" y="1056"/>
                  <a:pt x="3777" y="1206"/>
                  <a:pt x="3777" y="1473"/>
                </a:cubicBezTo>
                <a:cubicBezTo>
                  <a:pt x="3777" y="1739"/>
                  <a:pt x="3948" y="1889"/>
                  <a:pt x="4044" y="1963"/>
                </a:cubicBezTo>
                <a:cubicBezTo>
                  <a:pt x="4140" y="2049"/>
                  <a:pt x="4140" y="2059"/>
                  <a:pt x="4140" y="2081"/>
                </a:cubicBezTo>
                <a:cubicBezTo>
                  <a:pt x="4140" y="2113"/>
                  <a:pt x="4140" y="2123"/>
                  <a:pt x="4044" y="2209"/>
                </a:cubicBezTo>
                <a:cubicBezTo>
                  <a:pt x="3969" y="2273"/>
                  <a:pt x="3830" y="2390"/>
                  <a:pt x="3788" y="2582"/>
                </a:cubicBezTo>
                <a:cubicBezTo>
                  <a:pt x="3574" y="2710"/>
                  <a:pt x="3446" y="2945"/>
                  <a:pt x="3446" y="3211"/>
                </a:cubicBezTo>
                <a:lnTo>
                  <a:pt x="3446" y="3521"/>
                </a:lnTo>
                <a:cubicBezTo>
                  <a:pt x="2753" y="3617"/>
                  <a:pt x="2081" y="3830"/>
                  <a:pt x="1515" y="4161"/>
                </a:cubicBezTo>
                <a:cubicBezTo>
                  <a:pt x="886" y="4523"/>
                  <a:pt x="363" y="5014"/>
                  <a:pt x="43" y="5579"/>
                </a:cubicBezTo>
                <a:cubicBezTo>
                  <a:pt x="1" y="5654"/>
                  <a:pt x="1" y="5761"/>
                  <a:pt x="54" y="5825"/>
                </a:cubicBezTo>
                <a:cubicBezTo>
                  <a:pt x="97" y="5900"/>
                  <a:pt x="182" y="5932"/>
                  <a:pt x="257" y="5953"/>
                </a:cubicBezTo>
                <a:lnTo>
                  <a:pt x="8161" y="5953"/>
                </a:lnTo>
                <a:cubicBezTo>
                  <a:pt x="8247" y="5932"/>
                  <a:pt x="8321" y="5900"/>
                  <a:pt x="8364" y="5825"/>
                </a:cubicBezTo>
                <a:cubicBezTo>
                  <a:pt x="8396" y="5761"/>
                  <a:pt x="8396" y="5654"/>
                  <a:pt x="8353" y="5579"/>
                </a:cubicBezTo>
                <a:cubicBezTo>
                  <a:pt x="8023" y="5014"/>
                  <a:pt x="7521" y="4523"/>
                  <a:pt x="6881" y="4161"/>
                </a:cubicBezTo>
                <a:cubicBezTo>
                  <a:pt x="6316" y="3830"/>
                  <a:pt x="5654" y="3617"/>
                  <a:pt x="4950" y="3521"/>
                </a:cubicBezTo>
                <a:lnTo>
                  <a:pt x="4950" y="3222"/>
                </a:lnTo>
                <a:cubicBezTo>
                  <a:pt x="4950" y="2881"/>
                  <a:pt x="4737" y="2603"/>
                  <a:pt x="4449" y="2497"/>
                </a:cubicBezTo>
                <a:cubicBezTo>
                  <a:pt x="4524" y="2401"/>
                  <a:pt x="4620" y="2283"/>
                  <a:pt x="4620" y="2081"/>
                </a:cubicBezTo>
                <a:cubicBezTo>
                  <a:pt x="4620" y="1814"/>
                  <a:pt x="4449" y="1675"/>
                  <a:pt x="4353" y="1590"/>
                </a:cubicBezTo>
                <a:cubicBezTo>
                  <a:pt x="4257" y="1515"/>
                  <a:pt x="4257" y="1494"/>
                  <a:pt x="4257" y="1473"/>
                </a:cubicBezTo>
                <a:cubicBezTo>
                  <a:pt x="4257" y="1441"/>
                  <a:pt x="4257" y="1430"/>
                  <a:pt x="4353" y="1355"/>
                </a:cubicBezTo>
                <a:cubicBezTo>
                  <a:pt x="4460" y="1270"/>
                  <a:pt x="4620" y="1120"/>
                  <a:pt x="4620" y="854"/>
                </a:cubicBezTo>
                <a:cubicBezTo>
                  <a:pt x="4620" y="587"/>
                  <a:pt x="4449" y="448"/>
                  <a:pt x="4353" y="363"/>
                </a:cubicBezTo>
                <a:cubicBezTo>
                  <a:pt x="4257" y="278"/>
                  <a:pt x="4257" y="267"/>
                  <a:pt x="4257" y="246"/>
                </a:cubicBezTo>
                <a:cubicBezTo>
                  <a:pt x="4257" y="107"/>
                  <a:pt x="4150" y="0"/>
                  <a:pt x="40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7"/>
          <p:cNvSpPr/>
          <p:nvPr/>
        </p:nvSpPr>
        <p:spPr>
          <a:xfrm>
            <a:off x="4098839" y="4171573"/>
            <a:ext cx="338741" cy="339223"/>
          </a:xfrm>
          <a:custGeom>
            <a:rect b="b" l="l" r="r" t="t"/>
            <a:pathLst>
              <a:path extrusionOk="0" h="8451" w="8439">
                <a:moveTo>
                  <a:pt x="1814" y="524"/>
                </a:moveTo>
                <a:cubicBezTo>
                  <a:pt x="1974" y="524"/>
                  <a:pt x="2123" y="726"/>
                  <a:pt x="2123" y="961"/>
                </a:cubicBezTo>
                <a:cubicBezTo>
                  <a:pt x="2123" y="1132"/>
                  <a:pt x="2049" y="1302"/>
                  <a:pt x="1942" y="1377"/>
                </a:cubicBezTo>
                <a:cubicBezTo>
                  <a:pt x="1835" y="1420"/>
                  <a:pt x="1782" y="1537"/>
                  <a:pt x="1814" y="1644"/>
                </a:cubicBezTo>
                <a:cubicBezTo>
                  <a:pt x="1846" y="1729"/>
                  <a:pt x="1857" y="1814"/>
                  <a:pt x="1857" y="1921"/>
                </a:cubicBezTo>
                <a:cubicBezTo>
                  <a:pt x="1857" y="2006"/>
                  <a:pt x="1846" y="2081"/>
                  <a:pt x="1835" y="2166"/>
                </a:cubicBezTo>
                <a:cubicBezTo>
                  <a:pt x="1814" y="2188"/>
                  <a:pt x="1814" y="2220"/>
                  <a:pt x="1814" y="2241"/>
                </a:cubicBezTo>
                <a:lnTo>
                  <a:pt x="1814" y="2262"/>
                </a:lnTo>
                <a:cubicBezTo>
                  <a:pt x="1814" y="2369"/>
                  <a:pt x="1889" y="2444"/>
                  <a:pt x="1974" y="2486"/>
                </a:cubicBezTo>
                <a:cubicBezTo>
                  <a:pt x="2070" y="2582"/>
                  <a:pt x="2123" y="2721"/>
                  <a:pt x="2123" y="2870"/>
                </a:cubicBezTo>
                <a:cubicBezTo>
                  <a:pt x="2123" y="3137"/>
                  <a:pt x="1963" y="3361"/>
                  <a:pt x="1782" y="3361"/>
                </a:cubicBezTo>
                <a:cubicBezTo>
                  <a:pt x="1729" y="3361"/>
                  <a:pt x="1654" y="3382"/>
                  <a:pt x="1622" y="3382"/>
                </a:cubicBezTo>
                <a:cubicBezTo>
                  <a:pt x="1014" y="3361"/>
                  <a:pt x="534" y="2721"/>
                  <a:pt x="534" y="1953"/>
                </a:cubicBezTo>
                <a:cubicBezTo>
                  <a:pt x="534" y="1164"/>
                  <a:pt x="1035" y="524"/>
                  <a:pt x="1633" y="524"/>
                </a:cubicBezTo>
                <a:close/>
                <a:moveTo>
                  <a:pt x="6881" y="492"/>
                </a:moveTo>
                <a:cubicBezTo>
                  <a:pt x="7489" y="492"/>
                  <a:pt x="7980" y="1132"/>
                  <a:pt x="7980" y="1921"/>
                </a:cubicBezTo>
                <a:cubicBezTo>
                  <a:pt x="7969" y="2721"/>
                  <a:pt x="7489" y="3361"/>
                  <a:pt x="6881" y="3382"/>
                </a:cubicBezTo>
                <a:cubicBezTo>
                  <a:pt x="6860" y="3382"/>
                  <a:pt x="6774" y="3361"/>
                  <a:pt x="6721" y="3361"/>
                </a:cubicBezTo>
                <a:cubicBezTo>
                  <a:pt x="6540" y="3361"/>
                  <a:pt x="6380" y="3137"/>
                  <a:pt x="6380" y="2870"/>
                </a:cubicBezTo>
                <a:cubicBezTo>
                  <a:pt x="6380" y="2710"/>
                  <a:pt x="6433" y="2572"/>
                  <a:pt x="6529" y="2486"/>
                </a:cubicBezTo>
                <a:cubicBezTo>
                  <a:pt x="6614" y="2444"/>
                  <a:pt x="6689" y="2369"/>
                  <a:pt x="6689" y="2252"/>
                </a:cubicBezTo>
                <a:lnTo>
                  <a:pt x="6689" y="2241"/>
                </a:lnTo>
                <a:cubicBezTo>
                  <a:pt x="6689" y="2220"/>
                  <a:pt x="6689" y="2188"/>
                  <a:pt x="6668" y="2166"/>
                </a:cubicBezTo>
                <a:cubicBezTo>
                  <a:pt x="6646" y="2081"/>
                  <a:pt x="6646" y="2006"/>
                  <a:pt x="6646" y="1921"/>
                </a:cubicBezTo>
                <a:cubicBezTo>
                  <a:pt x="6646" y="1825"/>
                  <a:pt x="6657" y="1740"/>
                  <a:pt x="6689" y="1644"/>
                </a:cubicBezTo>
                <a:cubicBezTo>
                  <a:pt x="6721" y="1537"/>
                  <a:pt x="6668" y="1420"/>
                  <a:pt x="6582" y="1345"/>
                </a:cubicBezTo>
                <a:cubicBezTo>
                  <a:pt x="6454" y="1281"/>
                  <a:pt x="6390" y="1121"/>
                  <a:pt x="6390" y="940"/>
                </a:cubicBezTo>
                <a:cubicBezTo>
                  <a:pt x="6390" y="694"/>
                  <a:pt x="6529" y="492"/>
                  <a:pt x="6700" y="492"/>
                </a:cubicBezTo>
                <a:close/>
                <a:moveTo>
                  <a:pt x="4684" y="5921"/>
                </a:moveTo>
                <a:lnTo>
                  <a:pt x="4630" y="6465"/>
                </a:lnTo>
                <a:cubicBezTo>
                  <a:pt x="4620" y="6497"/>
                  <a:pt x="4620" y="6519"/>
                  <a:pt x="4620" y="6561"/>
                </a:cubicBezTo>
                <a:lnTo>
                  <a:pt x="4556" y="6988"/>
                </a:lnTo>
                <a:lnTo>
                  <a:pt x="3926" y="6988"/>
                </a:lnTo>
                <a:lnTo>
                  <a:pt x="3862" y="6561"/>
                </a:lnTo>
                <a:cubicBezTo>
                  <a:pt x="3862" y="6540"/>
                  <a:pt x="3862" y="6508"/>
                  <a:pt x="3841" y="6465"/>
                </a:cubicBezTo>
                <a:lnTo>
                  <a:pt x="3766" y="5921"/>
                </a:lnTo>
                <a:close/>
                <a:moveTo>
                  <a:pt x="1601" y="1"/>
                </a:moveTo>
                <a:cubicBezTo>
                  <a:pt x="1163" y="1"/>
                  <a:pt x="769" y="214"/>
                  <a:pt x="459" y="588"/>
                </a:cubicBezTo>
                <a:cubicBezTo>
                  <a:pt x="161" y="950"/>
                  <a:pt x="1" y="1430"/>
                  <a:pt x="1" y="1942"/>
                </a:cubicBezTo>
                <a:cubicBezTo>
                  <a:pt x="1" y="2444"/>
                  <a:pt x="161" y="2924"/>
                  <a:pt x="459" y="3286"/>
                </a:cubicBezTo>
                <a:cubicBezTo>
                  <a:pt x="769" y="3660"/>
                  <a:pt x="1163" y="3873"/>
                  <a:pt x="1601" y="3873"/>
                </a:cubicBezTo>
                <a:lnTo>
                  <a:pt x="1633" y="3873"/>
                </a:lnTo>
                <a:cubicBezTo>
                  <a:pt x="1675" y="3873"/>
                  <a:pt x="1729" y="3863"/>
                  <a:pt x="1750" y="3863"/>
                </a:cubicBezTo>
                <a:cubicBezTo>
                  <a:pt x="2219" y="3863"/>
                  <a:pt x="2593" y="3414"/>
                  <a:pt x="2593" y="2870"/>
                </a:cubicBezTo>
                <a:cubicBezTo>
                  <a:pt x="2593" y="2742"/>
                  <a:pt x="2561" y="2614"/>
                  <a:pt x="2529" y="2497"/>
                </a:cubicBezTo>
                <a:lnTo>
                  <a:pt x="2934" y="2497"/>
                </a:lnTo>
                <a:cubicBezTo>
                  <a:pt x="3009" y="2497"/>
                  <a:pt x="3041" y="2540"/>
                  <a:pt x="3073" y="2561"/>
                </a:cubicBezTo>
                <a:cubicBezTo>
                  <a:pt x="3083" y="2593"/>
                  <a:pt x="3126" y="2636"/>
                  <a:pt x="3115" y="2710"/>
                </a:cubicBezTo>
                <a:lnTo>
                  <a:pt x="2614" y="5281"/>
                </a:lnTo>
                <a:cubicBezTo>
                  <a:pt x="2475" y="5889"/>
                  <a:pt x="2806" y="6487"/>
                  <a:pt x="3393" y="6743"/>
                </a:cubicBezTo>
                <a:lnTo>
                  <a:pt x="3446" y="7073"/>
                </a:lnTo>
                <a:cubicBezTo>
                  <a:pt x="3457" y="7308"/>
                  <a:pt x="3649" y="7500"/>
                  <a:pt x="3884" y="7500"/>
                </a:cubicBezTo>
                <a:lnTo>
                  <a:pt x="3990" y="7500"/>
                </a:lnTo>
                <a:lnTo>
                  <a:pt x="3990" y="8194"/>
                </a:lnTo>
                <a:cubicBezTo>
                  <a:pt x="3990" y="8311"/>
                  <a:pt x="4086" y="8428"/>
                  <a:pt x="4204" y="8450"/>
                </a:cubicBezTo>
                <a:cubicBezTo>
                  <a:pt x="4210" y="8450"/>
                  <a:pt x="4217" y="8450"/>
                  <a:pt x="4224" y="8450"/>
                </a:cubicBezTo>
                <a:cubicBezTo>
                  <a:pt x="4364" y="8450"/>
                  <a:pt x="4481" y="8347"/>
                  <a:pt x="4481" y="8204"/>
                </a:cubicBezTo>
                <a:lnTo>
                  <a:pt x="4481" y="7500"/>
                </a:lnTo>
                <a:lnTo>
                  <a:pt x="4588" y="7500"/>
                </a:lnTo>
                <a:cubicBezTo>
                  <a:pt x="4833" y="7500"/>
                  <a:pt x="5014" y="7308"/>
                  <a:pt x="5025" y="7073"/>
                </a:cubicBezTo>
                <a:lnTo>
                  <a:pt x="5078" y="6743"/>
                </a:lnTo>
                <a:cubicBezTo>
                  <a:pt x="5665" y="6487"/>
                  <a:pt x="6006" y="5889"/>
                  <a:pt x="5857" y="5281"/>
                </a:cubicBezTo>
                <a:lnTo>
                  <a:pt x="5260" y="2721"/>
                </a:lnTo>
                <a:cubicBezTo>
                  <a:pt x="5238" y="2657"/>
                  <a:pt x="5270" y="2604"/>
                  <a:pt x="5281" y="2582"/>
                </a:cubicBezTo>
                <a:cubicBezTo>
                  <a:pt x="5292" y="2550"/>
                  <a:pt x="5345" y="2508"/>
                  <a:pt x="5420" y="2508"/>
                </a:cubicBezTo>
                <a:lnTo>
                  <a:pt x="5921" y="2508"/>
                </a:lnTo>
                <a:cubicBezTo>
                  <a:pt x="5878" y="2636"/>
                  <a:pt x="5857" y="2753"/>
                  <a:pt x="5857" y="2881"/>
                </a:cubicBezTo>
                <a:cubicBezTo>
                  <a:pt x="5857" y="3436"/>
                  <a:pt x="6230" y="3873"/>
                  <a:pt x="6700" y="3873"/>
                </a:cubicBezTo>
                <a:cubicBezTo>
                  <a:pt x="6721" y="3873"/>
                  <a:pt x="6774" y="3873"/>
                  <a:pt x="6817" y="3884"/>
                </a:cubicBezTo>
                <a:lnTo>
                  <a:pt x="6838" y="3884"/>
                </a:lnTo>
                <a:cubicBezTo>
                  <a:pt x="7286" y="3884"/>
                  <a:pt x="7681" y="3671"/>
                  <a:pt x="7991" y="3297"/>
                </a:cubicBezTo>
                <a:cubicBezTo>
                  <a:pt x="8279" y="2934"/>
                  <a:pt x="8439" y="2454"/>
                  <a:pt x="8439" y="1953"/>
                </a:cubicBezTo>
                <a:cubicBezTo>
                  <a:pt x="8439" y="1441"/>
                  <a:pt x="8300" y="961"/>
                  <a:pt x="8001" y="588"/>
                </a:cubicBezTo>
                <a:cubicBezTo>
                  <a:pt x="7702" y="214"/>
                  <a:pt x="7297" y="1"/>
                  <a:pt x="6860" y="1"/>
                </a:cubicBezTo>
                <a:lnTo>
                  <a:pt x="6668" y="1"/>
                </a:lnTo>
                <a:cubicBezTo>
                  <a:pt x="6230" y="1"/>
                  <a:pt x="5868" y="428"/>
                  <a:pt x="5868" y="940"/>
                </a:cubicBezTo>
                <a:cubicBezTo>
                  <a:pt x="5868" y="1217"/>
                  <a:pt x="5974" y="1473"/>
                  <a:pt x="6156" y="1644"/>
                </a:cubicBezTo>
                <a:cubicBezTo>
                  <a:pt x="6134" y="1729"/>
                  <a:pt x="6124" y="1814"/>
                  <a:pt x="6124" y="1900"/>
                </a:cubicBezTo>
                <a:lnTo>
                  <a:pt x="6124" y="1974"/>
                </a:lnTo>
                <a:lnTo>
                  <a:pt x="5270" y="1974"/>
                </a:lnTo>
                <a:cubicBezTo>
                  <a:pt x="4876" y="2102"/>
                  <a:pt x="4684" y="2454"/>
                  <a:pt x="4769" y="2796"/>
                </a:cubicBezTo>
                <a:lnTo>
                  <a:pt x="5366" y="5356"/>
                </a:lnTo>
                <a:cubicBezTo>
                  <a:pt x="5430" y="5601"/>
                  <a:pt x="5356" y="5857"/>
                  <a:pt x="5164" y="6049"/>
                </a:cubicBezTo>
                <a:lnTo>
                  <a:pt x="5196" y="5857"/>
                </a:lnTo>
                <a:cubicBezTo>
                  <a:pt x="5206" y="5601"/>
                  <a:pt x="5004" y="5388"/>
                  <a:pt x="4748" y="5388"/>
                </a:cubicBezTo>
                <a:lnTo>
                  <a:pt x="3713" y="5388"/>
                </a:lnTo>
                <a:cubicBezTo>
                  <a:pt x="3457" y="5388"/>
                  <a:pt x="3254" y="5601"/>
                  <a:pt x="3275" y="5857"/>
                </a:cubicBezTo>
                <a:lnTo>
                  <a:pt x="3297" y="6049"/>
                </a:lnTo>
                <a:cubicBezTo>
                  <a:pt x="3115" y="5857"/>
                  <a:pt x="3030" y="5601"/>
                  <a:pt x="3094" y="5356"/>
                </a:cubicBezTo>
                <a:lnTo>
                  <a:pt x="3094" y="5335"/>
                </a:lnTo>
                <a:lnTo>
                  <a:pt x="3596" y="2764"/>
                </a:lnTo>
                <a:cubicBezTo>
                  <a:pt x="3660" y="2433"/>
                  <a:pt x="3457" y="2081"/>
                  <a:pt x="3073" y="1974"/>
                </a:cubicBezTo>
                <a:lnTo>
                  <a:pt x="2337" y="1974"/>
                </a:lnTo>
                <a:lnTo>
                  <a:pt x="2337" y="1900"/>
                </a:lnTo>
                <a:cubicBezTo>
                  <a:pt x="2337" y="1804"/>
                  <a:pt x="2326" y="1729"/>
                  <a:pt x="2315" y="1644"/>
                </a:cubicBezTo>
                <a:cubicBezTo>
                  <a:pt x="2486" y="1473"/>
                  <a:pt x="2593" y="1206"/>
                  <a:pt x="2593" y="940"/>
                </a:cubicBezTo>
                <a:cubicBezTo>
                  <a:pt x="2593" y="417"/>
                  <a:pt x="2230" y="1"/>
                  <a:pt x="17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7"/>
          <p:cNvSpPr/>
          <p:nvPr/>
        </p:nvSpPr>
        <p:spPr>
          <a:xfrm>
            <a:off x="4783483" y="1605511"/>
            <a:ext cx="268095" cy="337056"/>
          </a:xfrm>
          <a:custGeom>
            <a:rect b="b" l="l" r="r" t="t"/>
            <a:pathLst>
              <a:path extrusionOk="0" h="8397" w="6679">
                <a:moveTo>
                  <a:pt x="3638" y="502"/>
                </a:moveTo>
                <a:cubicBezTo>
                  <a:pt x="3820" y="502"/>
                  <a:pt x="3959" y="694"/>
                  <a:pt x="3959" y="908"/>
                </a:cubicBezTo>
                <a:lnTo>
                  <a:pt x="3959" y="1089"/>
                </a:lnTo>
                <a:cubicBezTo>
                  <a:pt x="3959" y="1228"/>
                  <a:pt x="4065" y="1334"/>
                  <a:pt x="4204" y="1334"/>
                </a:cubicBezTo>
                <a:lnTo>
                  <a:pt x="4364" y="1334"/>
                </a:lnTo>
                <a:lnTo>
                  <a:pt x="4364" y="2316"/>
                </a:lnTo>
                <a:lnTo>
                  <a:pt x="2230" y="2316"/>
                </a:lnTo>
                <a:lnTo>
                  <a:pt x="2230" y="1334"/>
                </a:lnTo>
                <a:lnTo>
                  <a:pt x="2444" y="1334"/>
                </a:lnTo>
                <a:cubicBezTo>
                  <a:pt x="2572" y="1334"/>
                  <a:pt x="2678" y="1228"/>
                  <a:pt x="2678" y="1089"/>
                </a:cubicBezTo>
                <a:lnTo>
                  <a:pt x="2678" y="908"/>
                </a:lnTo>
                <a:cubicBezTo>
                  <a:pt x="2678" y="673"/>
                  <a:pt x="2828" y="502"/>
                  <a:pt x="2998" y="502"/>
                </a:cubicBezTo>
                <a:close/>
                <a:moveTo>
                  <a:pt x="5164" y="2806"/>
                </a:moveTo>
                <a:lnTo>
                  <a:pt x="5164" y="6945"/>
                </a:lnTo>
                <a:lnTo>
                  <a:pt x="1494" y="6945"/>
                </a:lnTo>
                <a:lnTo>
                  <a:pt x="1494" y="2806"/>
                </a:lnTo>
                <a:close/>
                <a:moveTo>
                  <a:pt x="6188" y="1761"/>
                </a:moveTo>
                <a:lnTo>
                  <a:pt x="6188" y="7916"/>
                </a:lnTo>
                <a:lnTo>
                  <a:pt x="481" y="7916"/>
                </a:lnTo>
                <a:lnTo>
                  <a:pt x="481" y="1761"/>
                </a:lnTo>
                <a:lnTo>
                  <a:pt x="1772" y="1761"/>
                </a:lnTo>
                <a:lnTo>
                  <a:pt x="1772" y="2316"/>
                </a:lnTo>
                <a:lnTo>
                  <a:pt x="1260" y="2316"/>
                </a:lnTo>
                <a:cubicBezTo>
                  <a:pt x="1121" y="2316"/>
                  <a:pt x="1014" y="2422"/>
                  <a:pt x="1014" y="2561"/>
                </a:cubicBezTo>
                <a:lnTo>
                  <a:pt x="1014" y="7180"/>
                </a:lnTo>
                <a:cubicBezTo>
                  <a:pt x="1014" y="7319"/>
                  <a:pt x="1121" y="7425"/>
                  <a:pt x="1260" y="7425"/>
                </a:cubicBezTo>
                <a:lnTo>
                  <a:pt x="5399" y="7425"/>
                </a:lnTo>
                <a:cubicBezTo>
                  <a:pt x="5537" y="7425"/>
                  <a:pt x="5644" y="7319"/>
                  <a:pt x="5644" y="7180"/>
                </a:cubicBezTo>
                <a:lnTo>
                  <a:pt x="5644" y="2561"/>
                </a:lnTo>
                <a:cubicBezTo>
                  <a:pt x="5644" y="2422"/>
                  <a:pt x="5537" y="2316"/>
                  <a:pt x="5399" y="2316"/>
                </a:cubicBezTo>
                <a:lnTo>
                  <a:pt x="4897" y="2316"/>
                </a:lnTo>
                <a:lnTo>
                  <a:pt x="4897" y="1761"/>
                </a:lnTo>
                <a:close/>
                <a:moveTo>
                  <a:pt x="3020" y="1"/>
                </a:moveTo>
                <a:cubicBezTo>
                  <a:pt x="2593" y="1"/>
                  <a:pt x="2230" y="374"/>
                  <a:pt x="2198" y="833"/>
                </a:cubicBezTo>
                <a:lnTo>
                  <a:pt x="2006" y="833"/>
                </a:lnTo>
                <a:cubicBezTo>
                  <a:pt x="1878" y="833"/>
                  <a:pt x="1793" y="929"/>
                  <a:pt x="1793" y="1046"/>
                </a:cubicBezTo>
                <a:lnTo>
                  <a:pt x="1793" y="1260"/>
                </a:lnTo>
                <a:lnTo>
                  <a:pt x="246" y="1260"/>
                </a:lnTo>
                <a:cubicBezTo>
                  <a:pt x="108" y="1260"/>
                  <a:pt x="1" y="1366"/>
                  <a:pt x="1" y="1505"/>
                </a:cubicBezTo>
                <a:lnTo>
                  <a:pt x="1" y="8161"/>
                </a:lnTo>
                <a:cubicBezTo>
                  <a:pt x="1" y="8289"/>
                  <a:pt x="108" y="8396"/>
                  <a:pt x="246" y="8396"/>
                </a:cubicBezTo>
                <a:lnTo>
                  <a:pt x="6444" y="8396"/>
                </a:lnTo>
                <a:cubicBezTo>
                  <a:pt x="6572" y="8396"/>
                  <a:pt x="6679" y="8289"/>
                  <a:pt x="6679" y="8161"/>
                </a:cubicBezTo>
                <a:lnTo>
                  <a:pt x="6679" y="1505"/>
                </a:lnTo>
                <a:cubicBezTo>
                  <a:pt x="6679" y="1366"/>
                  <a:pt x="6561" y="1260"/>
                  <a:pt x="6433" y="1260"/>
                </a:cubicBezTo>
                <a:lnTo>
                  <a:pt x="4887" y="1260"/>
                </a:lnTo>
                <a:lnTo>
                  <a:pt x="4887" y="1046"/>
                </a:lnTo>
                <a:cubicBezTo>
                  <a:pt x="4887" y="929"/>
                  <a:pt x="4791" y="833"/>
                  <a:pt x="4673" y="833"/>
                </a:cubicBezTo>
                <a:lnTo>
                  <a:pt x="4471" y="833"/>
                </a:lnTo>
                <a:cubicBezTo>
                  <a:pt x="4439" y="374"/>
                  <a:pt x="4087" y="1"/>
                  <a:pt x="36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7"/>
          <p:cNvSpPr/>
          <p:nvPr/>
        </p:nvSpPr>
        <p:spPr>
          <a:xfrm>
            <a:off x="4862716" y="1837151"/>
            <a:ext cx="27014" cy="19749"/>
          </a:xfrm>
          <a:custGeom>
            <a:rect b="b" l="l" r="r" t="t"/>
            <a:pathLst>
              <a:path extrusionOk="0" h="492" w="673">
                <a:moveTo>
                  <a:pt x="278" y="1"/>
                </a:moveTo>
                <a:cubicBezTo>
                  <a:pt x="160" y="1"/>
                  <a:pt x="43" y="97"/>
                  <a:pt x="32" y="214"/>
                </a:cubicBezTo>
                <a:cubicBezTo>
                  <a:pt x="0" y="364"/>
                  <a:pt x="118" y="492"/>
                  <a:pt x="267" y="492"/>
                </a:cubicBezTo>
                <a:lnTo>
                  <a:pt x="406" y="492"/>
                </a:lnTo>
                <a:cubicBezTo>
                  <a:pt x="523" y="492"/>
                  <a:pt x="640" y="396"/>
                  <a:pt x="651" y="278"/>
                </a:cubicBezTo>
                <a:cubicBezTo>
                  <a:pt x="672" y="129"/>
                  <a:pt x="566" y="1"/>
                  <a:pt x="4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7"/>
          <p:cNvSpPr/>
          <p:nvPr/>
        </p:nvSpPr>
        <p:spPr>
          <a:xfrm>
            <a:off x="4905544" y="1837151"/>
            <a:ext cx="65549" cy="19749"/>
          </a:xfrm>
          <a:custGeom>
            <a:rect b="b" l="l" r="r" t="t"/>
            <a:pathLst>
              <a:path extrusionOk="0" h="492" w="1633">
                <a:moveTo>
                  <a:pt x="267" y="1"/>
                </a:moveTo>
                <a:cubicBezTo>
                  <a:pt x="149" y="1"/>
                  <a:pt x="32" y="97"/>
                  <a:pt x="11" y="214"/>
                </a:cubicBezTo>
                <a:cubicBezTo>
                  <a:pt x="0" y="364"/>
                  <a:pt x="107" y="492"/>
                  <a:pt x="256" y="492"/>
                </a:cubicBezTo>
                <a:lnTo>
                  <a:pt x="1366" y="492"/>
                </a:lnTo>
                <a:cubicBezTo>
                  <a:pt x="1483" y="492"/>
                  <a:pt x="1600" y="396"/>
                  <a:pt x="1611" y="278"/>
                </a:cubicBezTo>
                <a:cubicBezTo>
                  <a:pt x="1632" y="129"/>
                  <a:pt x="1526" y="1"/>
                  <a:pt x="13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7"/>
          <p:cNvSpPr/>
          <p:nvPr/>
        </p:nvSpPr>
        <p:spPr>
          <a:xfrm>
            <a:off x="4862716" y="1790911"/>
            <a:ext cx="27014" cy="20190"/>
          </a:xfrm>
          <a:custGeom>
            <a:rect b="b" l="l" r="r" t="t"/>
            <a:pathLst>
              <a:path extrusionOk="0" h="503" w="673">
                <a:moveTo>
                  <a:pt x="278" y="1"/>
                </a:moveTo>
                <a:cubicBezTo>
                  <a:pt x="160" y="1"/>
                  <a:pt x="43" y="97"/>
                  <a:pt x="32" y="214"/>
                </a:cubicBezTo>
                <a:cubicBezTo>
                  <a:pt x="0" y="364"/>
                  <a:pt x="118" y="502"/>
                  <a:pt x="267" y="502"/>
                </a:cubicBezTo>
                <a:lnTo>
                  <a:pt x="406" y="502"/>
                </a:lnTo>
                <a:cubicBezTo>
                  <a:pt x="523" y="502"/>
                  <a:pt x="640" y="406"/>
                  <a:pt x="651" y="289"/>
                </a:cubicBezTo>
                <a:cubicBezTo>
                  <a:pt x="672" y="140"/>
                  <a:pt x="566" y="1"/>
                  <a:pt x="4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7"/>
          <p:cNvSpPr/>
          <p:nvPr/>
        </p:nvSpPr>
        <p:spPr>
          <a:xfrm>
            <a:off x="4905544" y="1790911"/>
            <a:ext cx="65549" cy="20190"/>
          </a:xfrm>
          <a:custGeom>
            <a:rect b="b" l="l" r="r" t="t"/>
            <a:pathLst>
              <a:path extrusionOk="0" h="503" w="1633">
                <a:moveTo>
                  <a:pt x="267" y="1"/>
                </a:moveTo>
                <a:cubicBezTo>
                  <a:pt x="149" y="1"/>
                  <a:pt x="32" y="97"/>
                  <a:pt x="11" y="214"/>
                </a:cubicBezTo>
                <a:cubicBezTo>
                  <a:pt x="0" y="364"/>
                  <a:pt x="107" y="502"/>
                  <a:pt x="256" y="502"/>
                </a:cubicBezTo>
                <a:lnTo>
                  <a:pt x="1366" y="502"/>
                </a:lnTo>
                <a:cubicBezTo>
                  <a:pt x="1483" y="502"/>
                  <a:pt x="1600" y="406"/>
                  <a:pt x="1611" y="289"/>
                </a:cubicBezTo>
                <a:cubicBezTo>
                  <a:pt x="1632" y="140"/>
                  <a:pt x="1526" y="1"/>
                  <a:pt x="13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7"/>
          <p:cNvSpPr/>
          <p:nvPr/>
        </p:nvSpPr>
        <p:spPr>
          <a:xfrm>
            <a:off x="4862716" y="1744672"/>
            <a:ext cx="27014" cy="19749"/>
          </a:xfrm>
          <a:custGeom>
            <a:rect b="b" l="l" r="r" t="t"/>
            <a:pathLst>
              <a:path extrusionOk="0" h="492" w="673">
                <a:moveTo>
                  <a:pt x="278" y="1"/>
                </a:moveTo>
                <a:cubicBezTo>
                  <a:pt x="160" y="1"/>
                  <a:pt x="43" y="86"/>
                  <a:pt x="32" y="214"/>
                </a:cubicBezTo>
                <a:cubicBezTo>
                  <a:pt x="0" y="374"/>
                  <a:pt x="118" y="491"/>
                  <a:pt x="267" y="491"/>
                </a:cubicBezTo>
                <a:lnTo>
                  <a:pt x="406" y="491"/>
                </a:lnTo>
                <a:cubicBezTo>
                  <a:pt x="523" y="491"/>
                  <a:pt x="640" y="395"/>
                  <a:pt x="651" y="278"/>
                </a:cubicBezTo>
                <a:cubicBezTo>
                  <a:pt x="672" y="129"/>
                  <a:pt x="566" y="1"/>
                  <a:pt x="4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7"/>
          <p:cNvSpPr/>
          <p:nvPr/>
        </p:nvSpPr>
        <p:spPr>
          <a:xfrm>
            <a:off x="4905544" y="1744672"/>
            <a:ext cx="65549" cy="19749"/>
          </a:xfrm>
          <a:custGeom>
            <a:rect b="b" l="l" r="r" t="t"/>
            <a:pathLst>
              <a:path extrusionOk="0" h="492" w="1633">
                <a:moveTo>
                  <a:pt x="267" y="1"/>
                </a:moveTo>
                <a:cubicBezTo>
                  <a:pt x="149" y="1"/>
                  <a:pt x="32" y="86"/>
                  <a:pt x="11" y="214"/>
                </a:cubicBezTo>
                <a:cubicBezTo>
                  <a:pt x="0" y="374"/>
                  <a:pt x="107" y="491"/>
                  <a:pt x="256" y="491"/>
                </a:cubicBezTo>
                <a:lnTo>
                  <a:pt x="1366" y="491"/>
                </a:lnTo>
                <a:cubicBezTo>
                  <a:pt x="1483" y="491"/>
                  <a:pt x="1600" y="395"/>
                  <a:pt x="1611" y="278"/>
                </a:cubicBezTo>
                <a:cubicBezTo>
                  <a:pt x="1632" y="129"/>
                  <a:pt x="1526" y="1"/>
                  <a:pt x="13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7"/>
          <p:cNvSpPr/>
          <p:nvPr/>
        </p:nvSpPr>
        <p:spPr>
          <a:xfrm>
            <a:off x="4905544" y="1634652"/>
            <a:ext cx="22719" cy="20150"/>
          </a:xfrm>
          <a:custGeom>
            <a:rect b="b" l="l" r="r" t="t"/>
            <a:pathLst>
              <a:path extrusionOk="0" h="502" w="566">
                <a:moveTo>
                  <a:pt x="277" y="0"/>
                </a:moveTo>
                <a:cubicBezTo>
                  <a:pt x="160" y="0"/>
                  <a:pt x="64" y="86"/>
                  <a:pt x="43" y="192"/>
                </a:cubicBezTo>
                <a:cubicBezTo>
                  <a:pt x="0" y="363"/>
                  <a:pt x="117" y="502"/>
                  <a:pt x="277" y="502"/>
                </a:cubicBezTo>
                <a:cubicBezTo>
                  <a:pt x="405" y="502"/>
                  <a:pt x="491" y="416"/>
                  <a:pt x="523" y="310"/>
                </a:cubicBezTo>
                <a:cubicBezTo>
                  <a:pt x="565" y="150"/>
                  <a:pt x="437" y="0"/>
                  <a:pt x="2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7"/>
          <p:cNvSpPr/>
          <p:nvPr/>
        </p:nvSpPr>
        <p:spPr>
          <a:xfrm>
            <a:off x="4969766" y="2511560"/>
            <a:ext cx="62137" cy="73657"/>
          </a:xfrm>
          <a:custGeom>
            <a:rect b="b" l="l" r="r" t="t"/>
            <a:pathLst>
              <a:path extrusionOk="0" h="1835" w="1548">
                <a:moveTo>
                  <a:pt x="779" y="555"/>
                </a:moveTo>
                <a:cubicBezTo>
                  <a:pt x="907" y="672"/>
                  <a:pt x="1056" y="864"/>
                  <a:pt x="1056" y="1035"/>
                </a:cubicBezTo>
                <a:cubicBezTo>
                  <a:pt x="1056" y="1099"/>
                  <a:pt x="1056" y="1344"/>
                  <a:pt x="779" y="1344"/>
                </a:cubicBezTo>
                <a:cubicBezTo>
                  <a:pt x="491" y="1344"/>
                  <a:pt x="491" y="1099"/>
                  <a:pt x="491" y="1035"/>
                </a:cubicBezTo>
                <a:cubicBezTo>
                  <a:pt x="491" y="864"/>
                  <a:pt x="651" y="683"/>
                  <a:pt x="779" y="555"/>
                </a:cubicBezTo>
                <a:close/>
                <a:moveTo>
                  <a:pt x="787" y="0"/>
                </a:moveTo>
                <a:cubicBezTo>
                  <a:pt x="739" y="0"/>
                  <a:pt x="688" y="11"/>
                  <a:pt x="640" y="32"/>
                </a:cubicBezTo>
                <a:cubicBezTo>
                  <a:pt x="630" y="54"/>
                  <a:pt x="480" y="150"/>
                  <a:pt x="331" y="299"/>
                </a:cubicBezTo>
                <a:cubicBezTo>
                  <a:pt x="118" y="544"/>
                  <a:pt x="0" y="800"/>
                  <a:pt x="0" y="1035"/>
                </a:cubicBezTo>
                <a:cubicBezTo>
                  <a:pt x="0" y="1600"/>
                  <a:pt x="384" y="1835"/>
                  <a:pt x="779" y="1835"/>
                </a:cubicBezTo>
                <a:cubicBezTo>
                  <a:pt x="960" y="1835"/>
                  <a:pt x="1152" y="1782"/>
                  <a:pt x="1280" y="1664"/>
                </a:cubicBezTo>
                <a:cubicBezTo>
                  <a:pt x="1398" y="1558"/>
                  <a:pt x="1547" y="1366"/>
                  <a:pt x="1547" y="1024"/>
                </a:cubicBezTo>
                <a:cubicBezTo>
                  <a:pt x="1547" y="790"/>
                  <a:pt x="1440" y="534"/>
                  <a:pt x="1227" y="299"/>
                </a:cubicBezTo>
                <a:cubicBezTo>
                  <a:pt x="1078" y="150"/>
                  <a:pt x="939" y="32"/>
                  <a:pt x="918" y="32"/>
                </a:cubicBezTo>
                <a:cubicBezTo>
                  <a:pt x="880" y="11"/>
                  <a:pt x="835" y="0"/>
                  <a:pt x="7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7"/>
          <p:cNvSpPr/>
          <p:nvPr/>
        </p:nvSpPr>
        <p:spPr>
          <a:xfrm>
            <a:off x="4801906" y="2248210"/>
            <a:ext cx="193997" cy="337457"/>
          </a:xfrm>
          <a:custGeom>
            <a:rect b="b" l="l" r="r" t="t"/>
            <a:pathLst>
              <a:path extrusionOk="0" h="8407" w="4833">
                <a:moveTo>
                  <a:pt x="2433" y="481"/>
                </a:moveTo>
                <a:cubicBezTo>
                  <a:pt x="2646" y="481"/>
                  <a:pt x="2838" y="598"/>
                  <a:pt x="2913" y="790"/>
                </a:cubicBezTo>
                <a:lnTo>
                  <a:pt x="1953" y="790"/>
                </a:lnTo>
                <a:cubicBezTo>
                  <a:pt x="2038" y="598"/>
                  <a:pt x="2219" y="481"/>
                  <a:pt x="2433" y="481"/>
                </a:cubicBezTo>
                <a:close/>
                <a:moveTo>
                  <a:pt x="3905" y="1270"/>
                </a:moveTo>
                <a:lnTo>
                  <a:pt x="3905" y="2102"/>
                </a:lnTo>
                <a:lnTo>
                  <a:pt x="2987" y="2102"/>
                </a:lnTo>
                <a:cubicBezTo>
                  <a:pt x="2849" y="2102"/>
                  <a:pt x="2731" y="2209"/>
                  <a:pt x="2731" y="2348"/>
                </a:cubicBezTo>
                <a:cubicBezTo>
                  <a:pt x="2731" y="2476"/>
                  <a:pt x="2838" y="2582"/>
                  <a:pt x="2987" y="2582"/>
                </a:cubicBezTo>
                <a:lnTo>
                  <a:pt x="3905" y="2582"/>
                </a:lnTo>
                <a:lnTo>
                  <a:pt x="3905" y="3084"/>
                </a:lnTo>
                <a:lnTo>
                  <a:pt x="3009" y="3084"/>
                </a:lnTo>
                <a:cubicBezTo>
                  <a:pt x="2881" y="3084"/>
                  <a:pt x="2774" y="3190"/>
                  <a:pt x="2774" y="3318"/>
                </a:cubicBezTo>
                <a:cubicBezTo>
                  <a:pt x="2774" y="3457"/>
                  <a:pt x="2881" y="3564"/>
                  <a:pt x="3009" y="3564"/>
                </a:cubicBezTo>
                <a:lnTo>
                  <a:pt x="3852" y="3564"/>
                </a:lnTo>
                <a:cubicBezTo>
                  <a:pt x="3702" y="3937"/>
                  <a:pt x="3340" y="4204"/>
                  <a:pt x="2913" y="4204"/>
                </a:cubicBezTo>
                <a:lnTo>
                  <a:pt x="1953" y="4204"/>
                </a:lnTo>
                <a:cubicBezTo>
                  <a:pt x="1946" y="4204"/>
                  <a:pt x="1940" y="4204"/>
                  <a:pt x="1934" y="4204"/>
                </a:cubicBezTo>
                <a:cubicBezTo>
                  <a:pt x="1388" y="4204"/>
                  <a:pt x="939" y="3749"/>
                  <a:pt x="939" y="3212"/>
                </a:cubicBezTo>
                <a:lnTo>
                  <a:pt x="939" y="1270"/>
                </a:lnTo>
                <a:close/>
                <a:moveTo>
                  <a:pt x="2827" y="4705"/>
                </a:moveTo>
                <a:cubicBezTo>
                  <a:pt x="2742" y="4844"/>
                  <a:pt x="2593" y="4929"/>
                  <a:pt x="2433" y="4929"/>
                </a:cubicBezTo>
                <a:cubicBezTo>
                  <a:pt x="2273" y="4929"/>
                  <a:pt x="2113" y="4844"/>
                  <a:pt x="2049" y="4705"/>
                </a:cubicBezTo>
                <a:close/>
                <a:moveTo>
                  <a:pt x="2422" y="1"/>
                </a:moveTo>
                <a:cubicBezTo>
                  <a:pt x="1942" y="1"/>
                  <a:pt x="1419" y="801"/>
                  <a:pt x="1419" y="801"/>
                </a:cubicBezTo>
                <a:lnTo>
                  <a:pt x="235" y="801"/>
                </a:lnTo>
                <a:cubicBezTo>
                  <a:pt x="107" y="801"/>
                  <a:pt x="1" y="907"/>
                  <a:pt x="1" y="1035"/>
                </a:cubicBezTo>
                <a:cubicBezTo>
                  <a:pt x="1" y="1174"/>
                  <a:pt x="107" y="1291"/>
                  <a:pt x="235" y="1291"/>
                </a:cubicBezTo>
                <a:lnTo>
                  <a:pt x="438" y="1291"/>
                </a:lnTo>
                <a:lnTo>
                  <a:pt x="438" y="3254"/>
                </a:lnTo>
                <a:cubicBezTo>
                  <a:pt x="438" y="3916"/>
                  <a:pt x="875" y="4492"/>
                  <a:pt x="1494" y="4673"/>
                </a:cubicBezTo>
                <a:cubicBezTo>
                  <a:pt x="1547" y="5057"/>
                  <a:pt x="1835" y="5356"/>
                  <a:pt x="2198" y="5452"/>
                </a:cubicBezTo>
                <a:lnTo>
                  <a:pt x="2198" y="7692"/>
                </a:lnTo>
                <a:cubicBezTo>
                  <a:pt x="2198" y="8087"/>
                  <a:pt x="2518" y="8407"/>
                  <a:pt x="2913" y="8407"/>
                </a:cubicBezTo>
                <a:cubicBezTo>
                  <a:pt x="3318" y="8407"/>
                  <a:pt x="3638" y="8087"/>
                  <a:pt x="3638" y="7692"/>
                </a:cubicBezTo>
                <a:lnTo>
                  <a:pt x="3638" y="6017"/>
                </a:lnTo>
                <a:cubicBezTo>
                  <a:pt x="3638" y="5878"/>
                  <a:pt x="3745" y="5772"/>
                  <a:pt x="3873" y="5772"/>
                </a:cubicBezTo>
                <a:cubicBezTo>
                  <a:pt x="4012" y="5772"/>
                  <a:pt x="4118" y="5878"/>
                  <a:pt x="4118" y="6017"/>
                </a:cubicBezTo>
                <a:lnTo>
                  <a:pt x="4118" y="6188"/>
                </a:lnTo>
                <a:cubicBezTo>
                  <a:pt x="4140" y="6316"/>
                  <a:pt x="4246" y="6423"/>
                  <a:pt x="4385" y="6423"/>
                </a:cubicBezTo>
                <a:cubicBezTo>
                  <a:pt x="4513" y="6423"/>
                  <a:pt x="4620" y="6316"/>
                  <a:pt x="4620" y="6188"/>
                </a:cubicBezTo>
                <a:lnTo>
                  <a:pt x="4620" y="6017"/>
                </a:lnTo>
                <a:cubicBezTo>
                  <a:pt x="4620" y="5612"/>
                  <a:pt x="4289" y="5281"/>
                  <a:pt x="3894" y="5281"/>
                </a:cubicBezTo>
                <a:cubicBezTo>
                  <a:pt x="3489" y="5281"/>
                  <a:pt x="3158" y="5612"/>
                  <a:pt x="3158" y="6017"/>
                </a:cubicBezTo>
                <a:lnTo>
                  <a:pt x="3158" y="7660"/>
                </a:lnTo>
                <a:cubicBezTo>
                  <a:pt x="3158" y="7788"/>
                  <a:pt x="3051" y="7895"/>
                  <a:pt x="2934" y="7895"/>
                </a:cubicBezTo>
                <a:cubicBezTo>
                  <a:pt x="2795" y="7895"/>
                  <a:pt x="2699" y="7788"/>
                  <a:pt x="2699" y="7660"/>
                </a:cubicBezTo>
                <a:lnTo>
                  <a:pt x="2699" y="5398"/>
                </a:lnTo>
                <a:cubicBezTo>
                  <a:pt x="2699" y="5398"/>
                  <a:pt x="3307" y="4993"/>
                  <a:pt x="3361" y="4652"/>
                </a:cubicBezTo>
                <a:cubicBezTo>
                  <a:pt x="3916" y="4481"/>
                  <a:pt x="4342" y="3969"/>
                  <a:pt x="4396" y="3372"/>
                </a:cubicBezTo>
                <a:lnTo>
                  <a:pt x="4396" y="3244"/>
                </a:lnTo>
                <a:lnTo>
                  <a:pt x="4396" y="1291"/>
                </a:lnTo>
                <a:lnTo>
                  <a:pt x="4598" y="1291"/>
                </a:lnTo>
                <a:cubicBezTo>
                  <a:pt x="4726" y="1291"/>
                  <a:pt x="4833" y="1174"/>
                  <a:pt x="4833" y="1035"/>
                </a:cubicBezTo>
                <a:cubicBezTo>
                  <a:pt x="4833" y="907"/>
                  <a:pt x="4598" y="790"/>
                  <a:pt x="4598" y="790"/>
                </a:cubicBezTo>
                <a:lnTo>
                  <a:pt x="3425" y="790"/>
                </a:lnTo>
                <a:cubicBezTo>
                  <a:pt x="3425" y="790"/>
                  <a:pt x="2913" y="1"/>
                  <a:pt x="24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7"/>
          <p:cNvSpPr/>
          <p:nvPr/>
        </p:nvSpPr>
        <p:spPr>
          <a:xfrm>
            <a:off x="4747518" y="2912705"/>
            <a:ext cx="338340" cy="273353"/>
          </a:xfrm>
          <a:custGeom>
            <a:rect b="b" l="l" r="r" t="t"/>
            <a:pathLst>
              <a:path extrusionOk="0" h="6810" w="8429">
                <a:moveTo>
                  <a:pt x="2700" y="1858"/>
                </a:moveTo>
                <a:cubicBezTo>
                  <a:pt x="2924" y="1858"/>
                  <a:pt x="3105" y="2050"/>
                  <a:pt x="3105" y="2274"/>
                </a:cubicBezTo>
                <a:lnTo>
                  <a:pt x="3105" y="2722"/>
                </a:lnTo>
                <a:lnTo>
                  <a:pt x="513" y="2722"/>
                </a:lnTo>
                <a:lnTo>
                  <a:pt x="513" y="1858"/>
                </a:lnTo>
                <a:close/>
                <a:moveTo>
                  <a:pt x="5473" y="3202"/>
                </a:moveTo>
                <a:lnTo>
                  <a:pt x="5473" y="5229"/>
                </a:lnTo>
                <a:lnTo>
                  <a:pt x="513" y="5229"/>
                </a:lnTo>
                <a:lnTo>
                  <a:pt x="513" y="3202"/>
                </a:lnTo>
                <a:close/>
                <a:moveTo>
                  <a:pt x="7937" y="2711"/>
                </a:moveTo>
                <a:lnTo>
                  <a:pt x="7937" y="5623"/>
                </a:lnTo>
                <a:lnTo>
                  <a:pt x="5964" y="5623"/>
                </a:lnTo>
                <a:lnTo>
                  <a:pt x="5964" y="2711"/>
                </a:lnTo>
                <a:close/>
                <a:moveTo>
                  <a:pt x="268" y="1"/>
                </a:moveTo>
                <a:cubicBezTo>
                  <a:pt x="127" y="1"/>
                  <a:pt x="1" y="104"/>
                  <a:pt x="1" y="247"/>
                </a:cubicBezTo>
                <a:lnTo>
                  <a:pt x="1" y="6509"/>
                </a:lnTo>
                <a:cubicBezTo>
                  <a:pt x="1" y="6647"/>
                  <a:pt x="97" y="6754"/>
                  <a:pt x="214" y="6765"/>
                </a:cubicBezTo>
                <a:cubicBezTo>
                  <a:pt x="221" y="6765"/>
                  <a:pt x="228" y="6765"/>
                  <a:pt x="235" y="6765"/>
                </a:cubicBezTo>
                <a:cubicBezTo>
                  <a:pt x="376" y="6765"/>
                  <a:pt x="502" y="6662"/>
                  <a:pt x="502" y="6530"/>
                </a:cubicBezTo>
                <a:lnTo>
                  <a:pt x="502" y="5730"/>
                </a:lnTo>
                <a:lnTo>
                  <a:pt x="5473" y="5730"/>
                </a:lnTo>
                <a:cubicBezTo>
                  <a:pt x="5495" y="5954"/>
                  <a:pt x="5687" y="6125"/>
                  <a:pt x="5911" y="6125"/>
                </a:cubicBezTo>
                <a:lnTo>
                  <a:pt x="7927" y="6125"/>
                </a:lnTo>
                <a:lnTo>
                  <a:pt x="7927" y="6551"/>
                </a:lnTo>
                <a:cubicBezTo>
                  <a:pt x="7927" y="6669"/>
                  <a:pt x="8001" y="6775"/>
                  <a:pt x="8129" y="6807"/>
                </a:cubicBezTo>
                <a:cubicBezTo>
                  <a:pt x="8142" y="6809"/>
                  <a:pt x="8155" y="6810"/>
                  <a:pt x="8167" y="6810"/>
                </a:cubicBezTo>
                <a:cubicBezTo>
                  <a:pt x="8309" y="6810"/>
                  <a:pt x="8417" y="6700"/>
                  <a:pt x="8417" y="6562"/>
                </a:cubicBezTo>
                <a:lnTo>
                  <a:pt x="8417" y="1634"/>
                </a:lnTo>
                <a:cubicBezTo>
                  <a:pt x="8428" y="1495"/>
                  <a:pt x="8343" y="1378"/>
                  <a:pt x="8215" y="1367"/>
                </a:cubicBezTo>
                <a:cubicBezTo>
                  <a:pt x="8208" y="1367"/>
                  <a:pt x="8202" y="1366"/>
                  <a:pt x="8196" y="1366"/>
                </a:cubicBezTo>
                <a:cubicBezTo>
                  <a:pt x="8064" y="1366"/>
                  <a:pt x="7937" y="1469"/>
                  <a:pt x="7937" y="1602"/>
                </a:cubicBezTo>
                <a:lnTo>
                  <a:pt x="7937" y="2231"/>
                </a:lnTo>
                <a:lnTo>
                  <a:pt x="5911" y="2231"/>
                </a:lnTo>
                <a:cubicBezTo>
                  <a:pt x="5676" y="2231"/>
                  <a:pt x="5473" y="2434"/>
                  <a:pt x="5473" y="2668"/>
                </a:cubicBezTo>
                <a:lnTo>
                  <a:pt x="5473" y="2700"/>
                </a:lnTo>
                <a:lnTo>
                  <a:pt x="3596" y="2700"/>
                </a:lnTo>
                <a:lnTo>
                  <a:pt x="3596" y="2242"/>
                </a:lnTo>
                <a:cubicBezTo>
                  <a:pt x="3596" y="1751"/>
                  <a:pt x="3190" y="1335"/>
                  <a:pt x="2689" y="1335"/>
                </a:cubicBezTo>
                <a:lnTo>
                  <a:pt x="502" y="1335"/>
                </a:lnTo>
                <a:lnTo>
                  <a:pt x="502" y="258"/>
                </a:lnTo>
                <a:cubicBezTo>
                  <a:pt x="502" y="130"/>
                  <a:pt x="406" y="23"/>
                  <a:pt x="289" y="2"/>
                </a:cubicBezTo>
                <a:cubicBezTo>
                  <a:pt x="282" y="1"/>
                  <a:pt x="275" y="1"/>
                  <a:pt x="2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7"/>
          <p:cNvSpPr/>
          <p:nvPr/>
        </p:nvSpPr>
        <p:spPr>
          <a:xfrm>
            <a:off x="4999308" y="3048374"/>
            <a:ext cx="55273" cy="52905"/>
          </a:xfrm>
          <a:custGeom>
            <a:rect b="b" l="l" r="r" t="t"/>
            <a:pathLst>
              <a:path extrusionOk="0" h="1318" w="1377">
                <a:moveTo>
                  <a:pt x="679" y="0"/>
                </a:moveTo>
                <a:cubicBezTo>
                  <a:pt x="554" y="0"/>
                  <a:pt x="438" y="101"/>
                  <a:pt x="438" y="238"/>
                </a:cubicBezTo>
                <a:lnTo>
                  <a:pt x="438" y="409"/>
                </a:lnTo>
                <a:lnTo>
                  <a:pt x="267" y="409"/>
                </a:lnTo>
                <a:cubicBezTo>
                  <a:pt x="118" y="409"/>
                  <a:pt x="0" y="537"/>
                  <a:pt x="22" y="697"/>
                </a:cubicBezTo>
                <a:cubicBezTo>
                  <a:pt x="43" y="814"/>
                  <a:pt x="150" y="910"/>
                  <a:pt x="278" y="910"/>
                </a:cubicBezTo>
                <a:lnTo>
                  <a:pt x="448" y="910"/>
                </a:lnTo>
                <a:lnTo>
                  <a:pt x="448" y="1070"/>
                </a:lnTo>
                <a:cubicBezTo>
                  <a:pt x="448" y="1198"/>
                  <a:pt x="544" y="1305"/>
                  <a:pt x="662" y="1315"/>
                </a:cubicBezTo>
                <a:cubicBezTo>
                  <a:pt x="674" y="1317"/>
                  <a:pt x="687" y="1318"/>
                  <a:pt x="700" y="1318"/>
                </a:cubicBezTo>
                <a:cubicBezTo>
                  <a:pt x="834" y="1318"/>
                  <a:pt x="950" y="1217"/>
                  <a:pt x="950" y="1081"/>
                </a:cubicBezTo>
                <a:lnTo>
                  <a:pt x="950" y="910"/>
                </a:lnTo>
                <a:lnTo>
                  <a:pt x="1120" y="910"/>
                </a:lnTo>
                <a:cubicBezTo>
                  <a:pt x="1238" y="910"/>
                  <a:pt x="1355" y="814"/>
                  <a:pt x="1376" y="697"/>
                </a:cubicBezTo>
                <a:cubicBezTo>
                  <a:pt x="1376" y="547"/>
                  <a:pt x="1248" y="409"/>
                  <a:pt x="1110" y="409"/>
                </a:cubicBezTo>
                <a:lnTo>
                  <a:pt x="928" y="409"/>
                </a:lnTo>
                <a:lnTo>
                  <a:pt x="928" y="249"/>
                </a:lnTo>
                <a:cubicBezTo>
                  <a:pt x="928" y="121"/>
                  <a:pt x="843" y="14"/>
                  <a:pt x="715" y="3"/>
                </a:cubicBezTo>
                <a:cubicBezTo>
                  <a:pt x="703" y="1"/>
                  <a:pt x="691" y="0"/>
                  <a:pt x="6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7"/>
          <p:cNvSpPr/>
          <p:nvPr/>
        </p:nvSpPr>
        <p:spPr>
          <a:xfrm>
            <a:off x="4746676" y="3526344"/>
            <a:ext cx="339183" cy="337015"/>
          </a:xfrm>
          <a:custGeom>
            <a:rect b="b" l="l" r="r" t="t"/>
            <a:pathLst>
              <a:path extrusionOk="0" h="8396" w="8450">
                <a:moveTo>
                  <a:pt x="6678" y="1248"/>
                </a:moveTo>
                <a:cubicBezTo>
                  <a:pt x="6838" y="1248"/>
                  <a:pt x="6977" y="1387"/>
                  <a:pt x="6977" y="1547"/>
                </a:cubicBezTo>
                <a:cubicBezTo>
                  <a:pt x="6977" y="1707"/>
                  <a:pt x="6838" y="1835"/>
                  <a:pt x="6678" y="1835"/>
                </a:cubicBezTo>
                <a:cubicBezTo>
                  <a:pt x="6529" y="1835"/>
                  <a:pt x="6412" y="1728"/>
                  <a:pt x="6390" y="1589"/>
                </a:cubicBezTo>
                <a:lnTo>
                  <a:pt x="6390" y="1557"/>
                </a:lnTo>
                <a:cubicBezTo>
                  <a:pt x="6390" y="1387"/>
                  <a:pt x="6518" y="1248"/>
                  <a:pt x="6678" y="1248"/>
                </a:cubicBezTo>
                <a:close/>
                <a:moveTo>
                  <a:pt x="4267" y="480"/>
                </a:moveTo>
                <a:cubicBezTo>
                  <a:pt x="4534" y="480"/>
                  <a:pt x="4822" y="864"/>
                  <a:pt x="5057" y="1483"/>
                </a:cubicBezTo>
                <a:cubicBezTo>
                  <a:pt x="5089" y="1568"/>
                  <a:pt x="5121" y="1664"/>
                  <a:pt x="5142" y="1771"/>
                </a:cubicBezTo>
                <a:cubicBezTo>
                  <a:pt x="4854" y="1910"/>
                  <a:pt x="4545" y="2048"/>
                  <a:pt x="4257" y="2208"/>
                </a:cubicBezTo>
                <a:cubicBezTo>
                  <a:pt x="3958" y="2048"/>
                  <a:pt x="3670" y="1910"/>
                  <a:pt x="3371" y="1771"/>
                </a:cubicBezTo>
                <a:cubicBezTo>
                  <a:pt x="3403" y="1675"/>
                  <a:pt x="3435" y="1568"/>
                  <a:pt x="3478" y="1483"/>
                </a:cubicBezTo>
                <a:cubicBezTo>
                  <a:pt x="3702" y="864"/>
                  <a:pt x="4001" y="480"/>
                  <a:pt x="4267" y="480"/>
                </a:cubicBezTo>
                <a:close/>
                <a:moveTo>
                  <a:pt x="3254" y="2283"/>
                </a:moveTo>
                <a:cubicBezTo>
                  <a:pt x="3414" y="2358"/>
                  <a:pt x="3574" y="2443"/>
                  <a:pt x="3745" y="2518"/>
                </a:cubicBezTo>
                <a:cubicBezTo>
                  <a:pt x="3542" y="2635"/>
                  <a:pt x="3350" y="2763"/>
                  <a:pt x="3147" y="2891"/>
                </a:cubicBezTo>
                <a:cubicBezTo>
                  <a:pt x="3169" y="2678"/>
                  <a:pt x="3211" y="2464"/>
                  <a:pt x="3254" y="2283"/>
                </a:cubicBezTo>
                <a:close/>
                <a:moveTo>
                  <a:pt x="5281" y="2251"/>
                </a:moveTo>
                <a:cubicBezTo>
                  <a:pt x="5324" y="2464"/>
                  <a:pt x="5345" y="2678"/>
                  <a:pt x="5388" y="2902"/>
                </a:cubicBezTo>
                <a:cubicBezTo>
                  <a:pt x="5185" y="2774"/>
                  <a:pt x="4972" y="2635"/>
                  <a:pt x="4758" y="2507"/>
                </a:cubicBezTo>
                <a:cubicBezTo>
                  <a:pt x="4929" y="2411"/>
                  <a:pt x="5100" y="2336"/>
                  <a:pt x="5281" y="2251"/>
                </a:cubicBezTo>
                <a:close/>
                <a:moveTo>
                  <a:pt x="843" y="2880"/>
                </a:moveTo>
                <a:cubicBezTo>
                  <a:pt x="1003" y="2880"/>
                  <a:pt x="1131" y="3008"/>
                  <a:pt x="1131" y="3168"/>
                </a:cubicBezTo>
                <a:cubicBezTo>
                  <a:pt x="1131" y="3328"/>
                  <a:pt x="1003" y="3467"/>
                  <a:pt x="843" y="3467"/>
                </a:cubicBezTo>
                <a:cubicBezTo>
                  <a:pt x="683" y="3467"/>
                  <a:pt x="545" y="3328"/>
                  <a:pt x="545" y="3168"/>
                </a:cubicBezTo>
                <a:cubicBezTo>
                  <a:pt x="545" y="3008"/>
                  <a:pt x="683" y="2880"/>
                  <a:pt x="843" y="2880"/>
                </a:cubicBezTo>
                <a:close/>
                <a:moveTo>
                  <a:pt x="1116" y="1668"/>
                </a:moveTo>
                <a:cubicBezTo>
                  <a:pt x="1392" y="1668"/>
                  <a:pt x="1807" y="1730"/>
                  <a:pt x="2411" y="1942"/>
                </a:cubicBezTo>
                <a:cubicBezTo>
                  <a:pt x="2529" y="1984"/>
                  <a:pt x="2667" y="2038"/>
                  <a:pt x="2785" y="2091"/>
                </a:cubicBezTo>
                <a:cubicBezTo>
                  <a:pt x="2710" y="2443"/>
                  <a:pt x="2657" y="2838"/>
                  <a:pt x="2614" y="3264"/>
                </a:cubicBezTo>
                <a:cubicBezTo>
                  <a:pt x="2337" y="3467"/>
                  <a:pt x="2081" y="3670"/>
                  <a:pt x="1835" y="3883"/>
                </a:cubicBezTo>
                <a:cubicBezTo>
                  <a:pt x="1729" y="3776"/>
                  <a:pt x="1622" y="3670"/>
                  <a:pt x="1515" y="3574"/>
                </a:cubicBezTo>
                <a:cubicBezTo>
                  <a:pt x="1590" y="3456"/>
                  <a:pt x="1622" y="3328"/>
                  <a:pt x="1622" y="3190"/>
                </a:cubicBezTo>
                <a:cubicBezTo>
                  <a:pt x="1622" y="2763"/>
                  <a:pt x="1281" y="2400"/>
                  <a:pt x="833" y="2400"/>
                </a:cubicBezTo>
                <a:cubicBezTo>
                  <a:pt x="769" y="2400"/>
                  <a:pt x="705" y="2411"/>
                  <a:pt x="641" y="2422"/>
                </a:cubicBezTo>
                <a:cubicBezTo>
                  <a:pt x="438" y="1984"/>
                  <a:pt x="555" y="1824"/>
                  <a:pt x="641" y="1771"/>
                </a:cubicBezTo>
                <a:cubicBezTo>
                  <a:pt x="685" y="1738"/>
                  <a:pt x="822" y="1668"/>
                  <a:pt x="1116" y="1668"/>
                </a:cubicBezTo>
                <a:close/>
                <a:moveTo>
                  <a:pt x="7457" y="1664"/>
                </a:moveTo>
                <a:cubicBezTo>
                  <a:pt x="7628" y="1675"/>
                  <a:pt x="7777" y="1707"/>
                  <a:pt x="7852" y="1771"/>
                </a:cubicBezTo>
                <a:cubicBezTo>
                  <a:pt x="7905" y="1814"/>
                  <a:pt x="7958" y="1867"/>
                  <a:pt x="7958" y="1995"/>
                </a:cubicBezTo>
                <a:cubicBezTo>
                  <a:pt x="7958" y="2283"/>
                  <a:pt x="7724" y="2731"/>
                  <a:pt x="7297" y="3222"/>
                </a:cubicBezTo>
                <a:cubicBezTo>
                  <a:pt x="7105" y="3435"/>
                  <a:pt x="6892" y="3670"/>
                  <a:pt x="6657" y="3894"/>
                </a:cubicBezTo>
                <a:cubicBezTo>
                  <a:pt x="6422" y="3691"/>
                  <a:pt x="6177" y="3510"/>
                  <a:pt x="5910" y="3307"/>
                </a:cubicBezTo>
                <a:cubicBezTo>
                  <a:pt x="5868" y="2880"/>
                  <a:pt x="5814" y="2464"/>
                  <a:pt x="5718" y="2091"/>
                </a:cubicBezTo>
                <a:cubicBezTo>
                  <a:pt x="5825" y="2027"/>
                  <a:pt x="5921" y="1984"/>
                  <a:pt x="6017" y="1963"/>
                </a:cubicBezTo>
                <a:cubicBezTo>
                  <a:pt x="6145" y="2187"/>
                  <a:pt x="6401" y="2336"/>
                  <a:pt x="6678" y="2336"/>
                </a:cubicBezTo>
                <a:cubicBezTo>
                  <a:pt x="7062" y="2336"/>
                  <a:pt x="7404" y="2038"/>
                  <a:pt x="7457" y="1664"/>
                </a:cubicBezTo>
                <a:close/>
                <a:moveTo>
                  <a:pt x="5942" y="3936"/>
                </a:moveTo>
                <a:cubicBezTo>
                  <a:pt x="6070" y="4022"/>
                  <a:pt x="6177" y="4107"/>
                  <a:pt x="6284" y="4203"/>
                </a:cubicBezTo>
                <a:cubicBezTo>
                  <a:pt x="6177" y="4288"/>
                  <a:pt x="6070" y="4384"/>
                  <a:pt x="5942" y="4470"/>
                </a:cubicBezTo>
                <a:lnTo>
                  <a:pt x="5942" y="4203"/>
                </a:lnTo>
                <a:lnTo>
                  <a:pt x="5942" y="3936"/>
                </a:lnTo>
                <a:close/>
                <a:moveTo>
                  <a:pt x="2571" y="3904"/>
                </a:moveTo>
                <a:lnTo>
                  <a:pt x="2571" y="4203"/>
                </a:lnTo>
                <a:lnTo>
                  <a:pt x="2571" y="4491"/>
                </a:lnTo>
                <a:cubicBezTo>
                  <a:pt x="2454" y="4395"/>
                  <a:pt x="2337" y="4288"/>
                  <a:pt x="2209" y="4203"/>
                </a:cubicBezTo>
                <a:cubicBezTo>
                  <a:pt x="2337" y="4107"/>
                  <a:pt x="2454" y="4000"/>
                  <a:pt x="2571" y="3904"/>
                </a:cubicBezTo>
                <a:close/>
                <a:moveTo>
                  <a:pt x="4257" y="2784"/>
                </a:moveTo>
                <a:cubicBezTo>
                  <a:pt x="4630" y="2998"/>
                  <a:pt x="5014" y="3243"/>
                  <a:pt x="5388" y="3510"/>
                </a:cubicBezTo>
                <a:cubicBezTo>
                  <a:pt x="5409" y="3520"/>
                  <a:pt x="5430" y="3531"/>
                  <a:pt x="5452" y="3542"/>
                </a:cubicBezTo>
                <a:cubicBezTo>
                  <a:pt x="5462" y="3755"/>
                  <a:pt x="5462" y="3968"/>
                  <a:pt x="5462" y="4203"/>
                </a:cubicBezTo>
                <a:cubicBezTo>
                  <a:pt x="5452" y="4416"/>
                  <a:pt x="5452" y="4640"/>
                  <a:pt x="5441" y="4854"/>
                </a:cubicBezTo>
                <a:cubicBezTo>
                  <a:pt x="5430" y="4864"/>
                  <a:pt x="5398" y="4875"/>
                  <a:pt x="5388" y="4896"/>
                </a:cubicBezTo>
                <a:cubicBezTo>
                  <a:pt x="5014" y="5163"/>
                  <a:pt x="4641" y="5398"/>
                  <a:pt x="4257" y="5611"/>
                </a:cubicBezTo>
                <a:cubicBezTo>
                  <a:pt x="3883" y="5398"/>
                  <a:pt x="3489" y="5163"/>
                  <a:pt x="3115" y="4896"/>
                </a:cubicBezTo>
                <a:lnTo>
                  <a:pt x="3094" y="4864"/>
                </a:lnTo>
                <a:cubicBezTo>
                  <a:pt x="3083" y="4651"/>
                  <a:pt x="3062" y="4427"/>
                  <a:pt x="3062" y="4203"/>
                </a:cubicBezTo>
                <a:cubicBezTo>
                  <a:pt x="3062" y="3968"/>
                  <a:pt x="3073" y="3744"/>
                  <a:pt x="3094" y="3531"/>
                </a:cubicBezTo>
                <a:lnTo>
                  <a:pt x="3115" y="3510"/>
                </a:lnTo>
                <a:cubicBezTo>
                  <a:pt x="3489" y="3254"/>
                  <a:pt x="3862" y="2998"/>
                  <a:pt x="4257" y="2784"/>
                </a:cubicBezTo>
                <a:close/>
                <a:moveTo>
                  <a:pt x="3147" y="5504"/>
                </a:moveTo>
                <a:lnTo>
                  <a:pt x="3147" y="5504"/>
                </a:lnTo>
                <a:cubicBezTo>
                  <a:pt x="3350" y="5643"/>
                  <a:pt x="3542" y="5760"/>
                  <a:pt x="3734" y="5878"/>
                </a:cubicBezTo>
                <a:cubicBezTo>
                  <a:pt x="3574" y="5963"/>
                  <a:pt x="3403" y="6038"/>
                  <a:pt x="3243" y="6123"/>
                </a:cubicBezTo>
                <a:cubicBezTo>
                  <a:pt x="3211" y="5931"/>
                  <a:pt x="3169" y="5718"/>
                  <a:pt x="3147" y="5504"/>
                </a:cubicBezTo>
                <a:close/>
                <a:moveTo>
                  <a:pt x="5377" y="5494"/>
                </a:moveTo>
                <a:cubicBezTo>
                  <a:pt x="5345" y="5718"/>
                  <a:pt x="5302" y="5931"/>
                  <a:pt x="5270" y="6134"/>
                </a:cubicBezTo>
                <a:cubicBezTo>
                  <a:pt x="5089" y="6048"/>
                  <a:pt x="4929" y="5974"/>
                  <a:pt x="4758" y="5878"/>
                </a:cubicBezTo>
                <a:cubicBezTo>
                  <a:pt x="4972" y="5760"/>
                  <a:pt x="5174" y="5622"/>
                  <a:pt x="5377" y="5494"/>
                </a:cubicBezTo>
                <a:close/>
                <a:moveTo>
                  <a:pt x="1835" y="4523"/>
                </a:moveTo>
                <a:cubicBezTo>
                  <a:pt x="2081" y="4715"/>
                  <a:pt x="2337" y="4928"/>
                  <a:pt x="2614" y="5131"/>
                </a:cubicBezTo>
                <a:cubicBezTo>
                  <a:pt x="2657" y="5547"/>
                  <a:pt x="2710" y="5942"/>
                  <a:pt x="2785" y="6315"/>
                </a:cubicBezTo>
                <a:cubicBezTo>
                  <a:pt x="2667" y="6369"/>
                  <a:pt x="2529" y="6422"/>
                  <a:pt x="2411" y="6465"/>
                </a:cubicBezTo>
                <a:cubicBezTo>
                  <a:pt x="1800" y="6679"/>
                  <a:pt x="1386" y="6742"/>
                  <a:pt x="1111" y="6742"/>
                </a:cubicBezTo>
                <a:cubicBezTo>
                  <a:pt x="825" y="6742"/>
                  <a:pt x="690" y="6673"/>
                  <a:pt x="641" y="6635"/>
                </a:cubicBezTo>
                <a:cubicBezTo>
                  <a:pt x="587" y="6603"/>
                  <a:pt x="534" y="6550"/>
                  <a:pt x="534" y="6411"/>
                </a:cubicBezTo>
                <a:cubicBezTo>
                  <a:pt x="534" y="6134"/>
                  <a:pt x="769" y="5675"/>
                  <a:pt x="1195" y="5184"/>
                </a:cubicBezTo>
                <a:cubicBezTo>
                  <a:pt x="1387" y="4971"/>
                  <a:pt x="1601" y="4747"/>
                  <a:pt x="1835" y="4523"/>
                </a:cubicBezTo>
                <a:close/>
                <a:moveTo>
                  <a:pt x="6657" y="4534"/>
                </a:moveTo>
                <a:cubicBezTo>
                  <a:pt x="6892" y="4758"/>
                  <a:pt x="7105" y="4971"/>
                  <a:pt x="7297" y="5195"/>
                </a:cubicBezTo>
                <a:cubicBezTo>
                  <a:pt x="7724" y="5696"/>
                  <a:pt x="7958" y="6134"/>
                  <a:pt x="7958" y="6422"/>
                </a:cubicBezTo>
                <a:cubicBezTo>
                  <a:pt x="7958" y="6550"/>
                  <a:pt x="7905" y="6603"/>
                  <a:pt x="7852" y="6635"/>
                </a:cubicBezTo>
                <a:cubicBezTo>
                  <a:pt x="7803" y="6673"/>
                  <a:pt x="7668" y="6742"/>
                  <a:pt x="7381" y="6742"/>
                </a:cubicBezTo>
                <a:cubicBezTo>
                  <a:pt x="7106" y="6742"/>
                  <a:pt x="6692" y="6679"/>
                  <a:pt x="6081" y="6465"/>
                </a:cubicBezTo>
                <a:cubicBezTo>
                  <a:pt x="5964" y="6422"/>
                  <a:pt x="5836" y="6390"/>
                  <a:pt x="5718" y="6337"/>
                </a:cubicBezTo>
                <a:cubicBezTo>
                  <a:pt x="5793" y="5963"/>
                  <a:pt x="5868" y="5547"/>
                  <a:pt x="5910" y="5120"/>
                </a:cubicBezTo>
                <a:cubicBezTo>
                  <a:pt x="6177" y="4918"/>
                  <a:pt x="6412" y="4736"/>
                  <a:pt x="6657" y="4534"/>
                </a:cubicBezTo>
                <a:close/>
                <a:moveTo>
                  <a:pt x="4235" y="6155"/>
                </a:moveTo>
                <a:cubicBezTo>
                  <a:pt x="4545" y="6315"/>
                  <a:pt x="4844" y="6465"/>
                  <a:pt x="5132" y="6603"/>
                </a:cubicBezTo>
                <a:cubicBezTo>
                  <a:pt x="5110" y="6678"/>
                  <a:pt x="5089" y="6742"/>
                  <a:pt x="5068" y="6817"/>
                </a:cubicBezTo>
                <a:lnTo>
                  <a:pt x="5014" y="6817"/>
                </a:lnTo>
                <a:cubicBezTo>
                  <a:pt x="4587" y="6838"/>
                  <a:pt x="4235" y="7190"/>
                  <a:pt x="4235" y="7617"/>
                </a:cubicBezTo>
                <a:cubicBezTo>
                  <a:pt x="4235" y="7723"/>
                  <a:pt x="4267" y="7809"/>
                  <a:pt x="4289" y="7905"/>
                </a:cubicBezTo>
                <a:lnTo>
                  <a:pt x="4257" y="7905"/>
                </a:lnTo>
                <a:cubicBezTo>
                  <a:pt x="3990" y="7905"/>
                  <a:pt x="3691" y="7521"/>
                  <a:pt x="3467" y="6902"/>
                </a:cubicBezTo>
                <a:cubicBezTo>
                  <a:pt x="3425" y="6817"/>
                  <a:pt x="3403" y="6710"/>
                  <a:pt x="3361" y="6603"/>
                </a:cubicBezTo>
                <a:cubicBezTo>
                  <a:pt x="3649" y="6465"/>
                  <a:pt x="3937" y="6315"/>
                  <a:pt x="4235" y="6155"/>
                </a:cubicBezTo>
                <a:close/>
                <a:moveTo>
                  <a:pt x="5025" y="7318"/>
                </a:moveTo>
                <a:cubicBezTo>
                  <a:pt x="5185" y="7318"/>
                  <a:pt x="5324" y="7457"/>
                  <a:pt x="5324" y="7617"/>
                </a:cubicBezTo>
                <a:cubicBezTo>
                  <a:pt x="5324" y="7777"/>
                  <a:pt x="5185" y="7905"/>
                  <a:pt x="5025" y="7905"/>
                </a:cubicBezTo>
                <a:cubicBezTo>
                  <a:pt x="4865" y="7905"/>
                  <a:pt x="4737" y="7777"/>
                  <a:pt x="4737" y="7617"/>
                </a:cubicBezTo>
                <a:cubicBezTo>
                  <a:pt x="4737" y="7457"/>
                  <a:pt x="4865" y="7318"/>
                  <a:pt x="5025" y="7318"/>
                </a:cubicBezTo>
                <a:close/>
                <a:moveTo>
                  <a:pt x="4235" y="0"/>
                </a:moveTo>
                <a:cubicBezTo>
                  <a:pt x="3905" y="0"/>
                  <a:pt x="3649" y="213"/>
                  <a:pt x="3489" y="395"/>
                </a:cubicBezTo>
                <a:cubicBezTo>
                  <a:pt x="3307" y="629"/>
                  <a:pt x="3137" y="928"/>
                  <a:pt x="2987" y="1323"/>
                </a:cubicBezTo>
                <a:cubicBezTo>
                  <a:pt x="2955" y="1408"/>
                  <a:pt x="2923" y="1504"/>
                  <a:pt x="2891" y="1600"/>
                </a:cubicBezTo>
                <a:cubicBezTo>
                  <a:pt x="2774" y="1557"/>
                  <a:pt x="2667" y="1504"/>
                  <a:pt x="2550" y="1461"/>
                </a:cubicBezTo>
                <a:cubicBezTo>
                  <a:pt x="2098" y="1309"/>
                  <a:pt x="1546" y="1160"/>
                  <a:pt x="1068" y="1160"/>
                </a:cubicBezTo>
                <a:cubicBezTo>
                  <a:pt x="779" y="1160"/>
                  <a:pt x="517" y="1214"/>
                  <a:pt x="320" y="1355"/>
                </a:cubicBezTo>
                <a:cubicBezTo>
                  <a:pt x="107" y="1504"/>
                  <a:pt x="0" y="1728"/>
                  <a:pt x="0" y="2027"/>
                </a:cubicBezTo>
                <a:cubicBezTo>
                  <a:pt x="0" y="2230"/>
                  <a:pt x="64" y="2443"/>
                  <a:pt x="182" y="2688"/>
                </a:cubicBezTo>
                <a:cubicBezTo>
                  <a:pt x="75" y="2827"/>
                  <a:pt x="11" y="2998"/>
                  <a:pt x="11" y="3190"/>
                </a:cubicBezTo>
                <a:cubicBezTo>
                  <a:pt x="11" y="3606"/>
                  <a:pt x="363" y="3968"/>
                  <a:pt x="801" y="3968"/>
                </a:cubicBezTo>
                <a:cubicBezTo>
                  <a:pt x="907" y="3968"/>
                  <a:pt x="1014" y="3947"/>
                  <a:pt x="1121" y="3904"/>
                </a:cubicBezTo>
                <a:cubicBezTo>
                  <a:pt x="1217" y="4011"/>
                  <a:pt x="1323" y="4107"/>
                  <a:pt x="1441" y="4214"/>
                </a:cubicBezTo>
                <a:cubicBezTo>
                  <a:pt x="1195" y="4438"/>
                  <a:pt x="982" y="4662"/>
                  <a:pt x="801" y="4875"/>
                </a:cubicBezTo>
                <a:cubicBezTo>
                  <a:pt x="438" y="5291"/>
                  <a:pt x="11" y="5899"/>
                  <a:pt x="11" y="6422"/>
                </a:cubicBezTo>
                <a:cubicBezTo>
                  <a:pt x="11" y="6689"/>
                  <a:pt x="118" y="6902"/>
                  <a:pt x="331" y="7051"/>
                </a:cubicBezTo>
                <a:cubicBezTo>
                  <a:pt x="534" y="7190"/>
                  <a:pt x="790" y="7233"/>
                  <a:pt x="1078" y="7233"/>
                </a:cubicBezTo>
                <a:cubicBezTo>
                  <a:pt x="1558" y="7233"/>
                  <a:pt x="2102" y="7094"/>
                  <a:pt x="2550" y="6934"/>
                </a:cubicBezTo>
                <a:cubicBezTo>
                  <a:pt x="2657" y="6891"/>
                  <a:pt x="2774" y="6849"/>
                  <a:pt x="2891" y="6795"/>
                </a:cubicBezTo>
                <a:cubicBezTo>
                  <a:pt x="2923" y="6891"/>
                  <a:pt x="2955" y="6987"/>
                  <a:pt x="2987" y="7073"/>
                </a:cubicBezTo>
                <a:cubicBezTo>
                  <a:pt x="3137" y="7467"/>
                  <a:pt x="3297" y="7787"/>
                  <a:pt x="3489" y="8001"/>
                </a:cubicBezTo>
                <a:cubicBezTo>
                  <a:pt x="3649" y="8182"/>
                  <a:pt x="3905" y="8395"/>
                  <a:pt x="4235" y="8395"/>
                </a:cubicBezTo>
                <a:cubicBezTo>
                  <a:pt x="4374" y="8395"/>
                  <a:pt x="4502" y="8353"/>
                  <a:pt x="4630" y="8299"/>
                </a:cubicBezTo>
                <a:cubicBezTo>
                  <a:pt x="4737" y="8374"/>
                  <a:pt x="4865" y="8395"/>
                  <a:pt x="5004" y="8395"/>
                </a:cubicBezTo>
                <a:cubicBezTo>
                  <a:pt x="5430" y="8395"/>
                  <a:pt x="5782" y="8054"/>
                  <a:pt x="5782" y="7606"/>
                </a:cubicBezTo>
                <a:cubicBezTo>
                  <a:pt x="5782" y="7371"/>
                  <a:pt x="5676" y="7158"/>
                  <a:pt x="5505" y="7009"/>
                </a:cubicBezTo>
                <a:cubicBezTo>
                  <a:pt x="5537" y="6945"/>
                  <a:pt x="5548" y="6881"/>
                  <a:pt x="5569" y="6795"/>
                </a:cubicBezTo>
                <a:lnTo>
                  <a:pt x="5889" y="6913"/>
                </a:lnTo>
                <a:cubicBezTo>
                  <a:pt x="6348" y="7073"/>
                  <a:pt x="6892" y="7222"/>
                  <a:pt x="7361" y="7222"/>
                </a:cubicBezTo>
                <a:cubicBezTo>
                  <a:pt x="7649" y="7222"/>
                  <a:pt x="7905" y="7169"/>
                  <a:pt x="8108" y="7041"/>
                </a:cubicBezTo>
                <a:cubicBezTo>
                  <a:pt x="8310" y="6891"/>
                  <a:pt x="8428" y="6678"/>
                  <a:pt x="8428" y="6411"/>
                </a:cubicBezTo>
                <a:cubicBezTo>
                  <a:pt x="8428" y="5888"/>
                  <a:pt x="8001" y="5291"/>
                  <a:pt x="7638" y="4864"/>
                </a:cubicBezTo>
                <a:cubicBezTo>
                  <a:pt x="7478" y="4651"/>
                  <a:pt x="7265" y="4427"/>
                  <a:pt x="7030" y="4203"/>
                </a:cubicBezTo>
                <a:cubicBezTo>
                  <a:pt x="7265" y="3968"/>
                  <a:pt x="7478" y="3744"/>
                  <a:pt x="7670" y="3531"/>
                </a:cubicBezTo>
                <a:cubicBezTo>
                  <a:pt x="8022" y="3115"/>
                  <a:pt x="8449" y="2507"/>
                  <a:pt x="8449" y="1984"/>
                </a:cubicBezTo>
                <a:cubicBezTo>
                  <a:pt x="8449" y="1718"/>
                  <a:pt x="8342" y="1504"/>
                  <a:pt x="8129" y="1355"/>
                </a:cubicBezTo>
                <a:cubicBezTo>
                  <a:pt x="7961" y="1236"/>
                  <a:pt x="7728" y="1172"/>
                  <a:pt x="7431" y="1172"/>
                </a:cubicBezTo>
                <a:cubicBezTo>
                  <a:pt x="7408" y="1172"/>
                  <a:pt x="7385" y="1173"/>
                  <a:pt x="7361" y="1173"/>
                </a:cubicBezTo>
                <a:cubicBezTo>
                  <a:pt x="7222" y="928"/>
                  <a:pt x="6977" y="757"/>
                  <a:pt x="6668" y="757"/>
                </a:cubicBezTo>
                <a:cubicBezTo>
                  <a:pt x="6252" y="757"/>
                  <a:pt x="5921" y="1077"/>
                  <a:pt x="5878" y="1472"/>
                </a:cubicBezTo>
                <a:cubicBezTo>
                  <a:pt x="5782" y="1515"/>
                  <a:pt x="5676" y="1547"/>
                  <a:pt x="5590" y="1589"/>
                </a:cubicBezTo>
                <a:cubicBezTo>
                  <a:pt x="5558" y="1493"/>
                  <a:pt x="5526" y="1397"/>
                  <a:pt x="5494" y="1323"/>
                </a:cubicBezTo>
                <a:cubicBezTo>
                  <a:pt x="5345" y="928"/>
                  <a:pt x="5185" y="608"/>
                  <a:pt x="4982" y="395"/>
                </a:cubicBezTo>
                <a:cubicBezTo>
                  <a:pt x="4822" y="213"/>
                  <a:pt x="4577" y="0"/>
                  <a:pt x="42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7"/>
          <p:cNvSpPr/>
          <p:nvPr/>
        </p:nvSpPr>
        <p:spPr>
          <a:xfrm>
            <a:off x="4885836" y="3663337"/>
            <a:ext cx="62980" cy="62980"/>
          </a:xfrm>
          <a:custGeom>
            <a:rect b="b" l="l" r="r" t="t"/>
            <a:pathLst>
              <a:path extrusionOk="0" h="1569" w="1569">
                <a:moveTo>
                  <a:pt x="790" y="491"/>
                </a:moveTo>
                <a:cubicBezTo>
                  <a:pt x="950" y="491"/>
                  <a:pt x="1078" y="630"/>
                  <a:pt x="1078" y="790"/>
                </a:cubicBezTo>
                <a:cubicBezTo>
                  <a:pt x="1067" y="950"/>
                  <a:pt x="950" y="1078"/>
                  <a:pt x="790" y="1078"/>
                </a:cubicBezTo>
                <a:cubicBezTo>
                  <a:pt x="630" y="1078"/>
                  <a:pt x="491" y="950"/>
                  <a:pt x="491" y="790"/>
                </a:cubicBezTo>
                <a:cubicBezTo>
                  <a:pt x="491" y="630"/>
                  <a:pt x="630" y="491"/>
                  <a:pt x="790" y="491"/>
                </a:cubicBezTo>
                <a:close/>
                <a:moveTo>
                  <a:pt x="790" y="1"/>
                </a:moveTo>
                <a:cubicBezTo>
                  <a:pt x="363" y="1"/>
                  <a:pt x="0" y="342"/>
                  <a:pt x="0" y="790"/>
                </a:cubicBezTo>
                <a:cubicBezTo>
                  <a:pt x="0" y="1217"/>
                  <a:pt x="342" y="1569"/>
                  <a:pt x="790" y="1569"/>
                </a:cubicBezTo>
                <a:cubicBezTo>
                  <a:pt x="1216" y="1569"/>
                  <a:pt x="1569" y="1227"/>
                  <a:pt x="1569" y="790"/>
                </a:cubicBezTo>
                <a:cubicBezTo>
                  <a:pt x="1558" y="342"/>
                  <a:pt x="1216" y="1"/>
                  <a:pt x="7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7"/>
          <p:cNvSpPr/>
          <p:nvPr/>
        </p:nvSpPr>
        <p:spPr>
          <a:xfrm>
            <a:off x="4920516" y="4211390"/>
            <a:ext cx="109221" cy="37651"/>
          </a:xfrm>
          <a:custGeom>
            <a:rect b="b" l="l" r="r" t="t"/>
            <a:pathLst>
              <a:path extrusionOk="0" h="938" w="2721">
                <a:moveTo>
                  <a:pt x="1366" y="1"/>
                </a:moveTo>
                <a:cubicBezTo>
                  <a:pt x="886" y="1"/>
                  <a:pt x="438" y="182"/>
                  <a:pt x="96" y="524"/>
                </a:cubicBezTo>
                <a:cubicBezTo>
                  <a:pt x="0" y="609"/>
                  <a:pt x="0" y="769"/>
                  <a:pt x="96" y="865"/>
                </a:cubicBezTo>
                <a:cubicBezTo>
                  <a:pt x="144" y="913"/>
                  <a:pt x="208" y="937"/>
                  <a:pt x="271" y="937"/>
                </a:cubicBezTo>
                <a:cubicBezTo>
                  <a:pt x="334" y="937"/>
                  <a:pt x="395" y="913"/>
                  <a:pt x="438" y="865"/>
                </a:cubicBezTo>
                <a:cubicBezTo>
                  <a:pt x="683" y="630"/>
                  <a:pt x="1014" y="492"/>
                  <a:pt x="1366" y="492"/>
                </a:cubicBezTo>
                <a:cubicBezTo>
                  <a:pt x="1707" y="492"/>
                  <a:pt x="2027" y="630"/>
                  <a:pt x="2283" y="865"/>
                </a:cubicBezTo>
                <a:cubicBezTo>
                  <a:pt x="2337" y="918"/>
                  <a:pt x="2390" y="929"/>
                  <a:pt x="2454" y="929"/>
                </a:cubicBezTo>
                <a:cubicBezTo>
                  <a:pt x="2518" y="929"/>
                  <a:pt x="2571" y="908"/>
                  <a:pt x="2625" y="865"/>
                </a:cubicBezTo>
                <a:cubicBezTo>
                  <a:pt x="2721" y="769"/>
                  <a:pt x="2721" y="609"/>
                  <a:pt x="2625" y="524"/>
                </a:cubicBezTo>
                <a:cubicBezTo>
                  <a:pt x="2283" y="182"/>
                  <a:pt x="1825" y="1"/>
                  <a:pt x="13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7"/>
          <p:cNvSpPr/>
          <p:nvPr/>
        </p:nvSpPr>
        <p:spPr>
          <a:xfrm>
            <a:off x="4748402" y="4171813"/>
            <a:ext cx="348576" cy="338099"/>
          </a:xfrm>
          <a:custGeom>
            <a:rect b="b" l="l" r="r" t="t"/>
            <a:pathLst>
              <a:path extrusionOk="0" h="8423" w="8684">
                <a:moveTo>
                  <a:pt x="5649" y="504"/>
                </a:moveTo>
                <a:cubicBezTo>
                  <a:pt x="6233" y="504"/>
                  <a:pt x="6817" y="726"/>
                  <a:pt x="7265" y="1168"/>
                </a:cubicBezTo>
                <a:cubicBezTo>
                  <a:pt x="8139" y="2054"/>
                  <a:pt x="8139" y="3494"/>
                  <a:pt x="7254" y="4390"/>
                </a:cubicBezTo>
                <a:lnTo>
                  <a:pt x="7222" y="4411"/>
                </a:lnTo>
                <a:cubicBezTo>
                  <a:pt x="7201" y="4369"/>
                  <a:pt x="7169" y="4337"/>
                  <a:pt x="7147" y="4305"/>
                </a:cubicBezTo>
                <a:cubicBezTo>
                  <a:pt x="6827" y="3835"/>
                  <a:pt x="6507" y="3462"/>
                  <a:pt x="6486" y="3451"/>
                </a:cubicBezTo>
                <a:cubicBezTo>
                  <a:pt x="6433" y="3398"/>
                  <a:pt x="6369" y="3376"/>
                  <a:pt x="6305" y="3376"/>
                </a:cubicBezTo>
                <a:cubicBezTo>
                  <a:pt x="6241" y="3376"/>
                  <a:pt x="6166" y="3398"/>
                  <a:pt x="6113" y="3451"/>
                </a:cubicBezTo>
                <a:cubicBezTo>
                  <a:pt x="6102" y="3462"/>
                  <a:pt x="5782" y="3835"/>
                  <a:pt x="5462" y="4305"/>
                </a:cubicBezTo>
                <a:cubicBezTo>
                  <a:pt x="5291" y="4561"/>
                  <a:pt x="5153" y="4774"/>
                  <a:pt x="5046" y="4987"/>
                </a:cubicBezTo>
                <a:cubicBezTo>
                  <a:pt x="4662" y="4881"/>
                  <a:pt x="4320" y="4678"/>
                  <a:pt x="4032" y="4401"/>
                </a:cubicBezTo>
                <a:cubicBezTo>
                  <a:pt x="3147" y="3504"/>
                  <a:pt x="3147" y="2064"/>
                  <a:pt x="4032" y="1168"/>
                </a:cubicBezTo>
                <a:cubicBezTo>
                  <a:pt x="4480" y="726"/>
                  <a:pt x="5065" y="504"/>
                  <a:pt x="5649" y="504"/>
                </a:cubicBezTo>
                <a:close/>
                <a:moveTo>
                  <a:pt x="6305" y="3995"/>
                </a:moveTo>
                <a:cubicBezTo>
                  <a:pt x="6774" y="4571"/>
                  <a:pt x="7339" y="5414"/>
                  <a:pt x="7339" y="5830"/>
                </a:cubicBezTo>
                <a:cubicBezTo>
                  <a:pt x="7339" y="6449"/>
                  <a:pt x="6827" y="6747"/>
                  <a:pt x="6305" y="6747"/>
                </a:cubicBezTo>
                <a:cubicBezTo>
                  <a:pt x="5782" y="6747"/>
                  <a:pt x="5259" y="6459"/>
                  <a:pt x="5259" y="5830"/>
                </a:cubicBezTo>
                <a:cubicBezTo>
                  <a:pt x="5259" y="5702"/>
                  <a:pt x="5313" y="5542"/>
                  <a:pt x="5398" y="5371"/>
                </a:cubicBezTo>
                <a:lnTo>
                  <a:pt x="5398" y="5361"/>
                </a:lnTo>
                <a:cubicBezTo>
                  <a:pt x="5601" y="4934"/>
                  <a:pt x="5974" y="4401"/>
                  <a:pt x="6305" y="3995"/>
                </a:cubicBezTo>
                <a:close/>
                <a:moveTo>
                  <a:pt x="3488" y="4529"/>
                </a:moveTo>
                <a:cubicBezTo>
                  <a:pt x="3542" y="4593"/>
                  <a:pt x="3606" y="4678"/>
                  <a:pt x="3680" y="4742"/>
                </a:cubicBezTo>
                <a:cubicBezTo>
                  <a:pt x="3744" y="4817"/>
                  <a:pt x="3808" y="4881"/>
                  <a:pt x="3894" y="4934"/>
                </a:cubicBezTo>
                <a:lnTo>
                  <a:pt x="1824" y="7057"/>
                </a:lnTo>
                <a:lnTo>
                  <a:pt x="1398" y="6630"/>
                </a:lnTo>
                <a:lnTo>
                  <a:pt x="3488" y="4529"/>
                </a:lnTo>
                <a:close/>
                <a:moveTo>
                  <a:pt x="796" y="6819"/>
                </a:moveTo>
                <a:cubicBezTo>
                  <a:pt x="860" y="6819"/>
                  <a:pt x="926" y="6842"/>
                  <a:pt x="971" y="6886"/>
                </a:cubicBezTo>
                <a:lnTo>
                  <a:pt x="1547" y="7462"/>
                </a:lnTo>
                <a:cubicBezTo>
                  <a:pt x="1579" y="7505"/>
                  <a:pt x="1611" y="7569"/>
                  <a:pt x="1611" y="7633"/>
                </a:cubicBezTo>
                <a:cubicBezTo>
                  <a:pt x="1600" y="7697"/>
                  <a:pt x="1568" y="7761"/>
                  <a:pt x="1526" y="7793"/>
                </a:cubicBezTo>
                <a:lnTo>
                  <a:pt x="1472" y="7846"/>
                </a:lnTo>
                <a:cubicBezTo>
                  <a:pt x="1440" y="7889"/>
                  <a:pt x="1398" y="7921"/>
                  <a:pt x="1344" y="7921"/>
                </a:cubicBezTo>
                <a:cubicBezTo>
                  <a:pt x="1333" y="7922"/>
                  <a:pt x="1322" y="7923"/>
                  <a:pt x="1312" y="7923"/>
                </a:cubicBezTo>
                <a:cubicBezTo>
                  <a:pt x="1240" y="7923"/>
                  <a:pt x="1177" y="7893"/>
                  <a:pt x="1131" y="7846"/>
                </a:cubicBezTo>
                <a:lnTo>
                  <a:pt x="566" y="7291"/>
                </a:lnTo>
                <a:cubicBezTo>
                  <a:pt x="534" y="7249"/>
                  <a:pt x="502" y="7206"/>
                  <a:pt x="502" y="7153"/>
                </a:cubicBezTo>
                <a:cubicBezTo>
                  <a:pt x="491" y="7078"/>
                  <a:pt x="512" y="6993"/>
                  <a:pt x="566" y="6939"/>
                </a:cubicBezTo>
                <a:lnTo>
                  <a:pt x="619" y="6886"/>
                </a:lnTo>
                <a:cubicBezTo>
                  <a:pt x="662" y="6854"/>
                  <a:pt x="704" y="6822"/>
                  <a:pt x="758" y="6822"/>
                </a:cubicBezTo>
                <a:cubicBezTo>
                  <a:pt x="770" y="6820"/>
                  <a:pt x="783" y="6819"/>
                  <a:pt x="796" y="6819"/>
                </a:cubicBezTo>
                <a:close/>
                <a:moveTo>
                  <a:pt x="5649" y="0"/>
                </a:moveTo>
                <a:cubicBezTo>
                  <a:pt x="4939" y="0"/>
                  <a:pt x="4230" y="272"/>
                  <a:pt x="3691" y="816"/>
                </a:cubicBezTo>
                <a:cubicBezTo>
                  <a:pt x="2795" y="1702"/>
                  <a:pt x="2635" y="3046"/>
                  <a:pt x="3222" y="4102"/>
                </a:cubicBezTo>
                <a:lnTo>
                  <a:pt x="982" y="6342"/>
                </a:lnTo>
                <a:cubicBezTo>
                  <a:pt x="923" y="6326"/>
                  <a:pt x="861" y="6318"/>
                  <a:pt x="798" y="6318"/>
                </a:cubicBezTo>
                <a:cubicBezTo>
                  <a:pt x="610" y="6318"/>
                  <a:pt x="414" y="6390"/>
                  <a:pt x="277" y="6534"/>
                </a:cubicBezTo>
                <a:lnTo>
                  <a:pt x="213" y="6598"/>
                </a:lnTo>
                <a:cubicBezTo>
                  <a:pt x="75" y="6726"/>
                  <a:pt x="0" y="6918"/>
                  <a:pt x="0" y="7121"/>
                </a:cubicBezTo>
                <a:cubicBezTo>
                  <a:pt x="0" y="7313"/>
                  <a:pt x="75" y="7505"/>
                  <a:pt x="213" y="7633"/>
                </a:cubicBezTo>
                <a:lnTo>
                  <a:pt x="779" y="8209"/>
                </a:lnTo>
                <a:cubicBezTo>
                  <a:pt x="918" y="8348"/>
                  <a:pt x="1099" y="8422"/>
                  <a:pt x="1302" y="8422"/>
                </a:cubicBezTo>
                <a:cubicBezTo>
                  <a:pt x="1504" y="8422"/>
                  <a:pt x="1686" y="8348"/>
                  <a:pt x="1824" y="8209"/>
                </a:cubicBezTo>
                <a:lnTo>
                  <a:pt x="1888" y="8145"/>
                </a:lnTo>
                <a:cubicBezTo>
                  <a:pt x="2059" y="7974"/>
                  <a:pt x="2134" y="7718"/>
                  <a:pt x="2091" y="7494"/>
                </a:cubicBezTo>
                <a:lnTo>
                  <a:pt x="4320" y="5211"/>
                </a:lnTo>
                <a:cubicBezTo>
                  <a:pt x="4491" y="5307"/>
                  <a:pt x="4662" y="5382"/>
                  <a:pt x="4854" y="5435"/>
                </a:cubicBezTo>
                <a:cubicBezTo>
                  <a:pt x="4801" y="5585"/>
                  <a:pt x="4779" y="5713"/>
                  <a:pt x="4779" y="5819"/>
                </a:cubicBezTo>
                <a:cubicBezTo>
                  <a:pt x="4779" y="6235"/>
                  <a:pt x="4939" y="6609"/>
                  <a:pt x="5249" y="6875"/>
                </a:cubicBezTo>
                <a:cubicBezTo>
                  <a:pt x="5526" y="7121"/>
                  <a:pt x="5899" y="7249"/>
                  <a:pt x="6315" y="7249"/>
                </a:cubicBezTo>
                <a:cubicBezTo>
                  <a:pt x="6731" y="7249"/>
                  <a:pt x="7115" y="7121"/>
                  <a:pt x="7382" y="6875"/>
                </a:cubicBezTo>
                <a:cubicBezTo>
                  <a:pt x="7681" y="6619"/>
                  <a:pt x="7851" y="6246"/>
                  <a:pt x="7851" y="5819"/>
                </a:cubicBezTo>
                <a:cubicBezTo>
                  <a:pt x="7851" y="5574"/>
                  <a:pt x="7745" y="5233"/>
                  <a:pt x="7499" y="4838"/>
                </a:cubicBezTo>
                <a:cubicBezTo>
                  <a:pt x="7531" y="4795"/>
                  <a:pt x="7574" y="4774"/>
                  <a:pt x="7606" y="4731"/>
                </a:cubicBezTo>
                <a:cubicBezTo>
                  <a:pt x="8683" y="3654"/>
                  <a:pt x="8683" y="1894"/>
                  <a:pt x="7606" y="816"/>
                </a:cubicBezTo>
                <a:cubicBezTo>
                  <a:pt x="7067" y="272"/>
                  <a:pt x="6358" y="0"/>
                  <a:pt x="56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7"/>
          <p:cNvSpPr/>
          <p:nvPr/>
        </p:nvSpPr>
        <p:spPr>
          <a:xfrm>
            <a:off x="5385080" y="4171573"/>
            <a:ext cx="337899" cy="339625"/>
          </a:xfrm>
          <a:custGeom>
            <a:rect b="b" l="l" r="r" t="t"/>
            <a:pathLst>
              <a:path extrusionOk="0" h="8461" w="8418">
                <a:moveTo>
                  <a:pt x="4054" y="481"/>
                </a:moveTo>
                <a:cubicBezTo>
                  <a:pt x="4204" y="481"/>
                  <a:pt x="4332" y="513"/>
                  <a:pt x="4470" y="566"/>
                </a:cubicBezTo>
                <a:cubicBezTo>
                  <a:pt x="4417" y="609"/>
                  <a:pt x="4364" y="662"/>
                  <a:pt x="4310" y="726"/>
                </a:cubicBezTo>
                <a:cubicBezTo>
                  <a:pt x="3894" y="1206"/>
                  <a:pt x="3894" y="1846"/>
                  <a:pt x="3958" y="2316"/>
                </a:cubicBezTo>
                <a:cubicBezTo>
                  <a:pt x="3980" y="2433"/>
                  <a:pt x="4086" y="2529"/>
                  <a:pt x="4204" y="2529"/>
                </a:cubicBezTo>
                <a:lnTo>
                  <a:pt x="4246" y="2529"/>
                </a:lnTo>
                <a:cubicBezTo>
                  <a:pt x="4374" y="2508"/>
                  <a:pt x="4470" y="2380"/>
                  <a:pt x="4460" y="2241"/>
                </a:cubicBezTo>
                <a:cubicBezTo>
                  <a:pt x="4278" y="1057"/>
                  <a:pt x="5004" y="822"/>
                  <a:pt x="5025" y="822"/>
                </a:cubicBezTo>
                <a:cubicBezTo>
                  <a:pt x="5046" y="822"/>
                  <a:pt x="5057" y="801"/>
                  <a:pt x="5068" y="801"/>
                </a:cubicBezTo>
                <a:cubicBezTo>
                  <a:pt x="5238" y="716"/>
                  <a:pt x="5420" y="673"/>
                  <a:pt x="5601" y="673"/>
                </a:cubicBezTo>
                <a:cubicBezTo>
                  <a:pt x="6081" y="673"/>
                  <a:pt x="6519" y="982"/>
                  <a:pt x="6711" y="1441"/>
                </a:cubicBezTo>
                <a:cubicBezTo>
                  <a:pt x="6732" y="1526"/>
                  <a:pt x="6817" y="1580"/>
                  <a:pt x="6892" y="1590"/>
                </a:cubicBezTo>
                <a:cubicBezTo>
                  <a:pt x="7180" y="1633"/>
                  <a:pt x="7425" y="1782"/>
                  <a:pt x="7617" y="2017"/>
                </a:cubicBezTo>
                <a:cubicBezTo>
                  <a:pt x="7799" y="2241"/>
                  <a:pt x="7905" y="2550"/>
                  <a:pt x="7905" y="2860"/>
                </a:cubicBezTo>
                <a:cubicBezTo>
                  <a:pt x="7905" y="3084"/>
                  <a:pt x="7852" y="3286"/>
                  <a:pt x="7767" y="3489"/>
                </a:cubicBezTo>
                <a:cubicBezTo>
                  <a:pt x="7425" y="3126"/>
                  <a:pt x="7041" y="3009"/>
                  <a:pt x="6753" y="2977"/>
                </a:cubicBezTo>
                <a:cubicBezTo>
                  <a:pt x="6681" y="2969"/>
                  <a:pt x="6613" y="2966"/>
                  <a:pt x="6549" y="2966"/>
                </a:cubicBezTo>
                <a:cubicBezTo>
                  <a:pt x="6259" y="2966"/>
                  <a:pt x="6056" y="3030"/>
                  <a:pt x="6038" y="3030"/>
                </a:cubicBezTo>
                <a:cubicBezTo>
                  <a:pt x="5910" y="3073"/>
                  <a:pt x="5846" y="3201"/>
                  <a:pt x="5878" y="3340"/>
                </a:cubicBezTo>
                <a:cubicBezTo>
                  <a:pt x="5913" y="3443"/>
                  <a:pt x="6010" y="3512"/>
                  <a:pt x="6114" y="3512"/>
                </a:cubicBezTo>
                <a:cubicBezTo>
                  <a:pt x="6138" y="3512"/>
                  <a:pt x="6163" y="3508"/>
                  <a:pt x="6188" y="3500"/>
                </a:cubicBezTo>
                <a:cubicBezTo>
                  <a:pt x="6188" y="3500"/>
                  <a:pt x="6324" y="3459"/>
                  <a:pt x="6521" y="3459"/>
                </a:cubicBezTo>
                <a:cubicBezTo>
                  <a:pt x="6570" y="3459"/>
                  <a:pt x="6623" y="3461"/>
                  <a:pt x="6679" y="3468"/>
                </a:cubicBezTo>
                <a:cubicBezTo>
                  <a:pt x="7052" y="3510"/>
                  <a:pt x="7340" y="3703"/>
                  <a:pt x="7553" y="4033"/>
                </a:cubicBezTo>
                <a:cubicBezTo>
                  <a:pt x="7660" y="4215"/>
                  <a:pt x="7713" y="4449"/>
                  <a:pt x="7713" y="4663"/>
                </a:cubicBezTo>
                <a:cubicBezTo>
                  <a:pt x="7724" y="5207"/>
                  <a:pt x="7361" y="5708"/>
                  <a:pt x="6860" y="5868"/>
                </a:cubicBezTo>
                <a:cubicBezTo>
                  <a:pt x="6785" y="5900"/>
                  <a:pt x="6732" y="5932"/>
                  <a:pt x="6711" y="6007"/>
                </a:cubicBezTo>
                <a:cubicBezTo>
                  <a:pt x="6679" y="6071"/>
                  <a:pt x="6679" y="6135"/>
                  <a:pt x="6700" y="6199"/>
                </a:cubicBezTo>
                <a:lnTo>
                  <a:pt x="7148" y="7340"/>
                </a:lnTo>
                <a:cubicBezTo>
                  <a:pt x="7191" y="7447"/>
                  <a:pt x="7148" y="7575"/>
                  <a:pt x="7041" y="7628"/>
                </a:cubicBezTo>
                <a:lnTo>
                  <a:pt x="6348" y="7937"/>
                </a:lnTo>
                <a:cubicBezTo>
                  <a:pt x="6327" y="7950"/>
                  <a:pt x="6306" y="7954"/>
                  <a:pt x="6287" y="7954"/>
                </a:cubicBezTo>
                <a:cubicBezTo>
                  <a:pt x="6258" y="7954"/>
                  <a:pt x="6233" y="7944"/>
                  <a:pt x="6220" y="7937"/>
                </a:cubicBezTo>
                <a:cubicBezTo>
                  <a:pt x="6167" y="7905"/>
                  <a:pt x="6124" y="7873"/>
                  <a:pt x="6113" y="7820"/>
                </a:cubicBezTo>
                <a:lnTo>
                  <a:pt x="5548" y="6401"/>
                </a:lnTo>
                <a:cubicBezTo>
                  <a:pt x="5505" y="6305"/>
                  <a:pt x="5420" y="6241"/>
                  <a:pt x="5324" y="6241"/>
                </a:cubicBezTo>
                <a:lnTo>
                  <a:pt x="5281" y="6241"/>
                </a:lnTo>
                <a:cubicBezTo>
                  <a:pt x="5217" y="6252"/>
                  <a:pt x="5153" y="6252"/>
                  <a:pt x="5078" y="6252"/>
                </a:cubicBezTo>
                <a:cubicBezTo>
                  <a:pt x="4801" y="6252"/>
                  <a:pt x="4534" y="6167"/>
                  <a:pt x="4321" y="5975"/>
                </a:cubicBezTo>
                <a:cubicBezTo>
                  <a:pt x="4280" y="5934"/>
                  <a:pt x="4221" y="5915"/>
                  <a:pt x="4162" y="5915"/>
                </a:cubicBezTo>
                <a:cubicBezTo>
                  <a:pt x="4129" y="5915"/>
                  <a:pt x="4096" y="5921"/>
                  <a:pt x="4065" y="5932"/>
                </a:cubicBezTo>
                <a:cubicBezTo>
                  <a:pt x="3937" y="5985"/>
                  <a:pt x="3788" y="6017"/>
                  <a:pt x="3628" y="6017"/>
                </a:cubicBezTo>
                <a:cubicBezTo>
                  <a:pt x="3254" y="6017"/>
                  <a:pt x="2913" y="5836"/>
                  <a:pt x="2678" y="5527"/>
                </a:cubicBezTo>
                <a:cubicBezTo>
                  <a:pt x="2657" y="5473"/>
                  <a:pt x="2348" y="4951"/>
                  <a:pt x="2454" y="4268"/>
                </a:cubicBezTo>
                <a:cubicBezTo>
                  <a:pt x="2486" y="4140"/>
                  <a:pt x="2390" y="4001"/>
                  <a:pt x="2252" y="3991"/>
                </a:cubicBezTo>
                <a:cubicBezTo>
                  <a:pt x="2235" y="3986"/>
                  <a:pt x="2218" y="3984"/>
                  <a:pt x="2201" y="3984"/>
                </a:cubicBezTo>
                <a:cubicBezTo>
                  <a:pt x="2089" y="3984"/>
                  <a:pt x="1983" y="4073"/>
                  <a:pt x="1974" y="4193"/>
                </a:cubicBezTo>
                <a:cubicBezTo>
                  <a:pt x="1878" y="4780"/>
                  <a:pt x="2038" y="5281"/>
                  <a:pt x="2166" y="5548"/>
                </a:cubicBezTo>
                <a:cubicBezTo>
                  <a:pt x="2017" y="5623"/>
                  <a:pt x="1868" y="5644"/>
                  <a:pt x="1707" y="5644"/>
                </a:cubicBezTo>
                <a:cubicBezTo>
                  <a:pt x="1046" y="5644"/>
                  <a:pt x="513" y="5068"/>
                  <a:pt x="513" y="4364"/>
                </a:cubicBezTo>
                <a:cubicBezTo>
                  <a:pt x="513" y="4183"/>
                  <a:pt x="545" y="4001"/>
                  <a:pt x="619" y="3831"/>
                </a:cubicBezTo>
                <a:cubicBezTo>
                  <a:pt x="641" y="3767"/>
                  <a:pt x="641" y="3703"/>
                  <a:pt x="619" y="3628"/>
                </a:cubicBezTo>
                <a:cubicBezTo>
                  <a:pt x="545" y="3468"/>
                  <a:pt x="513" y="3286"/>
                  <a:pt x="513" y="3094"/>
                </a:cubicBezTo>
                <a:cubicBezTo>
                  <a:pt x="513" y="2796"/>
                  <a:pt x="619" y="2497"/>
                  <a:pt x="801" y="2273"/>
                </a:cubicBezTo>
                <a:cubicBezTo>
                  <a:pt x="993" y="2038"/>
                  <a:pt x="1238" y="1900"/>
                  <a:pt x="1505" y="1846"/>
                </a:cubicBezTo>
                <a:cubicBezTo>
                  <a:pt x="1601" y="1825"/>
                  <a:pt x="1665" y="1761"/>
                  <a:pt x="1697" y="1665"/>
                </a:cubicBezTo>
                <a:cubicBezTo>
                  <a:pt x="1868" y="1153"/>
                  <a:pt x="2326" y="822"/>
                  <a:pt x="2828" y="822"/>
                </a:cubicBezTo>
                <a:cubicBezTo>
                  <a:pt x="2913" y="822"/>
                  <a:pt x="2988" y="833"/>
                  <a:pt x="3073" y="844"/>
                </a:cubicBezTo>
                <a:cubicBezTo>
                  <a:pt x="3090" y="846"/>
                  <a:pt x="3107" y="847"/>
                  <a:pt x="3124" y="847"/>
                </a:cubicBezTo>
                <a:cubicBezTo>
                  <a:pt x="3184" y="847"/>
                  <a:pt x="3245" y="832"/>
                  <a:pt x="3286" y="790"/>
                </a:cubicBezTo>
                <a:cubicBezTo>
                  <a:pt x="3500" y="588"/>
                  <a:pt x="3777" y="481"/>
                  <a:pt x="4054" y="481"/>
                </a:cubicBezTo>
                <a:close/>
                <a:moveTo>
                  <a:pt x="4065" y="1"/>
                </a:moveTo>
                <a:cubicBezTo>
                  <a:pt x="3692" y="1"/>
                  <a:pt x="3350" y="118"/>
                  <a:pt x="3052" y="364"/>
                </a:cubicBezTo>
                <a:cubicBezTo>
                  <a:pt x="2988" y="353"/>
                  <a:pt x="2913" y="353"/>
                  <a:pt x="2828" y="353"/>
                </a:cubicBezTo>
                <a:cubicBezTo>
                  <a:pt x="2145" y="353"/>
                  <a:pt x="1537" y="780"/>
                  <a:pt x="1270" y="1420"/>
                </a:cubicBezTo>
                <a:cubicBezTo>
                  <a:pt x="939" y="1505"/>
                  <a:pt x="630" y="1708"/>
                  <a:pt x="406" y="1985"/>
                </a:cubicBezTo>
                <a:cubicBezTo>
                  <a:pt x="150" y="2305"/>
                  <a:pt x="1" y="2710"/>
                  <a:pt x="1" y="3137"/>
                </a:cubicBezTo>
                <a:cubicBezTo>
                  <a:pt x="1" y="3350"/>
                  <a:pt x="43" y="3564"/>
                  <a:pt x="107" y="3767"/>
                </a:cubicBezTo>
                <a:cubicBezTo>
                  <a:pt x="43" y="3959"/>
                  <a:pt x="1" y="4172"/>
                  <a:pt x="1" y="4385"/>
                </a:cubicBezTo>
                <a:cubicBezTo>
                  <a:pt x="1" y="5367"/>
                  <a:pt x="758" y="6167"/>
                  <a:pt x="1697" y="6167"/>
                </a:cubicBezTo>
                <a:cubicBezTo>
                  <a:pt x="1953" y="6167"/>
                  <a:pt x="2188" y="6113"/>
                  <a:pt x="2412" y="5985"/>
                </a:cubicBezTo>
                <a:cubicBezTo>
                  <a:pt x="2732" y="6327"/>
                  <a:pt x="3180" y="6519"/>
                  <a:pt x="3628" y="6519"/>
                </a:cubicBezTo>
                <a:cubicBezTo>
                  <a:pt x="3788" y="6519"/>
                  <a:pt x="3948" y="6497"/>
                  <a:pt x="4108" y="6455"/>
                </a:cubicBezTo>
                <a:cubicBezTo>
                  <a:pt x="4385" y="6657"/>
                  <a:pt x="4726" y="6775"/>
                  <a:pt x="5068" y="6775"/>
                </a:cubicBezTo>
                <a:lnTo>
                  <a:pt x="5153" y="6775"/>
                </a:lnTo>
                <a:lnTo>
                  <a:pt x="5644" y="8012"/>
                </a:lnTo>
                <a:cubicBezTo>
                  <a:pt x="5708" y="8194"/>
                  <a:pt x="5846" y="8332"/>
                  <a:pt x="6028" y="8407"/>
                </a:cubicBezTo>
                <a:cubicBezTo>
                  <a:pt x="6113" y="8439"/>
                  <a:pt x="6199" y="8460"/>
                  <a:pt x="6284" y="8460"/>
                </a:cubicBezTo>
                <a:cubicBezTo>
                  <a:pt x="6380" y="8460"/>
                  <a:pt x="6465" y="8439"/>
                  <a:pt x="6551" y="8407"/>
                </a:cubicBezTo>
                <a:lnTo>
                  <a:pt x="7244" y="8097"/>
                </a:lnTo>
                <a:cubicBezTo>
                  <a:pt x="7585" y="7948"/>
                  <a:pt x="7745" y="7532"/>
                  <a:pt x="7617" y="7180"/>
                </a:cubicBezTo>
                <a:lnTo>
                  <a:pt x="7255" y="6273"/>
                </a:lnTo>
                <a:cubicBezTo>
                  <a:pt x="7500" y="6156"/>
                  <a:pt x="7724" y="5964"/>
                  <a:pt x="7884" y="5740"/>
                </a:cubicBezTo>
                <a:cubicBezTo>
                  <a:pt x="8108" y="5431"/>
                  <a:pt x="8225" y="5057"/>
                  <a:pt x="8225" y="4673"/>
                </a:cubicBezTo>
                <a:cubicBezTo>
                  <a:pt x="8225" y="4417"/>
                  <a:pt x="8172" y="4172"/>
                  <a:pt x="8087" y="3948"/>
                </a:cubicBezTo>
                <a:cubicBezTo>
                  <a:pt x="8300" y="3617"/>
                  <a:pt x="8417" y="3244"/>
                  <a:pt x="8417" y="2860"/>
                </a:cubicBezTo>
                <a:cubicBezTo>
                  <a:pt x="8417" y="2433"/>
                  <a:pt x="8268" y="2017"/>
                  <a:pt x="8001" y="1697"/>
                </a:cubicBezTo>
                <a:cubicBezTo>
                  <a:pt x="7767" y="1420"/>
                  <a:pt x="7457" y="1217"/>
                  <a:pt x="7105" y="1132"/>
                </a:cubicBezTo>
                <a:cubicBezTo>
                  <a:pt x="6817" y="556"/>
                  <a:pt x="6241" y="172"/>
                  <a:pt x="5601" y="172"/>
                </a:cubicBezTo>
                <a:cubicBezTo>
                  <a:pt x="5388" y="172"/>
                  <a:pt x="5174" y="214"/>
                  <a:pt x="4993" y="300"/>
                </a:cubicBezTo>
                <a:cubicBezTo>
                  <a:pt x="4705" y="108"/>
                  <a:pt x="4406" y="1"/>
                  <a:pt x="40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7"/>
          <p:cNvSpPr/>
          <p:nvPr/>
        </p:nvSpPr>
        <p:spPr>
          <a:xfrm>
            <a:off x="6012365" y="4197703"/>
            <a:ext cx="339584" cy="288205"/>
          </a:xfrm>
          <a:custGeom>
            <a:rect b="b" l="l" r="r" t="t"/>
            <a:pathLst>
              <a:path extrusionOk="0" h="7180" w="8460">
                <a:moveTo>
                  <a:pt x="4385" y="481"/>
                </a:moveTo>
                <a:cubicBezTo>
                  <a:pt x="4801" y="481"/>
                  <a:pt x="5121" y="822"/>
                  <a:pt x="5121" y="1217"/>
                </a:cubicBezTo>
                <a:lnTo>
                  <a:pt x="5121" y="1643"/>
                </a:lnTo>
                <a:lnTo>
                  <a:pt x="4204" y="1643"/>
                </a:lnTo>
                <a:lnTo>
                  <a:pt x="4204" y="481"/>
                </a:lnTo>
                <a:close/>
                <a:moveTo>
                  <a:pt x="2273" y="481"/>
                </a:moveTo>
                <a:lnTo>
                  <a:pt x="2273" y="1654"/>
                </a:lnTo>
                <a:lnTo>
                  <a:pt x="1345" y="1654"/>
                </a:lnTo>
                <a:lnTo>
                  <a:pt x="1345" y="1217"/>
                </a:lnTo>
                <a:cubicBezTo>
                  <a:pt x="1345" y="811"/>
                  <a:pt x="1686" y="481"/>
                  <a:pt x="2081" y="481"/>
                </a:cubicBezTo>
                <a:close/>
                <a:moveTo>
                  <a:pt x="3692" y="481"/>
                </a:moveTo>
                <a:lnTo>
                  <a:pt x="3692" y="1654"/>
                </a:lnTo>
                <a:lnTo>
                  <a:pt x="2763" y="1654"/>
                </a:lnTo>
                <a:lnTo>
                  <a:pt x="2763" y="481"/>
                </a:lnTo>
                <a:close/>
                <a:moveTo>
                  <a:pt x="7713" y="1547"/>
                </a:moveTo>
                <a:lnTo>
                  <a:pt x="7884" y="2017"/>
                </a:lnTo>
                <a:lnTo>
                  <a:pt x="6113" y="2635"/>
                </a:lnTo>
                <a:lnTo>
                  <a:pt x="523" y="2635"/>
                </a:lnTo>
                <a:lnTo>
                  <a:pt x="523" y="2134"/>
                </a:lnTo>
                <a:lnTo>
                  <a:pt x="5974" y="2134"/>
                </a:lnTo>
                <a:cubicBezTo>
                  <a:pt x="6006" y="2134"/>
                  <a:pt x="6028" y="2134"/>
                  <a:pt x="6060" y="2123"/>
                </a:cubicBezTo>
                <a:lnTo>
                  <a:pt x="7713" y="1547"/>
                </a:lnTo>
                <a:close/>
                <a:moveTo>
                  <a:pt x="4545" y="3137"/>
                </a:moveTo>
                <a:lnTo>
                  <a:pt x="3254" y="3937"/>
                </a:lnTo>
                <a:lnTo>
                  <a:pt x="1963" y="3137"/>
                </a:lnTo>
                <a:close/>
                <a:moveTo>
                  <a:pt x="4961" y="5537"/>
                </a:moveTo>
                <a:cubicBezTo>
                  <a:pt x="5270" y="5537"/>
                  <a:pt x="5505" y="5793"/>
                  <a:pt x="5505" y="6092"/>
                </a:cubicBezTo>
                <a:cubicBezTo>
                  <a:pt x="5505" y="6390"/>
                  <a:pt x="5260" y="6636"/>
                  <a:pt x="4961" y="6636"/>
                </a:cubicBezTo>
                <a:cubicBezTo>
                  <a:pt x="4652" y="6636"/>
                  <a:pt x="4417" y="6380"/>
                  <a:pt x="4417" y="6092"/>
                </a:cubicBezTo>
                <a:cubicBezTo>
                  <a:pt x="4417" y="5782"/>
                  <a:pt x="4652" y="5537"/>
                  <a:pt x="4961" y="5537"/>
                </a:cubicBezTo>
                <a:close/>
                <a:moveTo>
                  <a:pt x="1494" y="5548"/>
                </a:moveTo>
                <a:cubicBezTo>
                  <a:pt x="1803" y="5548"/>
                  <a:pt x="2038" y="5804"/>
                  <a:pt x="2038" y="6102"/>
                </a:cubicBezTo>
                <a:cubicBezTo>
                  <a:pt x="2059" y="6412"/>
                  <a:pt x="1803" y="6646"/>
                  <a:pt x="1494" y="6646"/>
                </a:cubicBezTo>
                <a:cubicBezTo>
                  <a:pt x="1185" y="6646"/>
                  <a:pt x="950" y="6390"/>
                  <a:pt x="950" y="6102"/>
                </a:cubicBezTo>
                <a:cubicBezTo>
                  <a:pt x="950" y="5793"/>
                  <a:pt x="1206" y="5548"/>
                  <a:pt x="1494" y="5548"/>
                </a:cubicBezTo>
                <a:close/>
                <a:moveTo>
                  <a:pt x="2070" y="1"/>
                </a:moveTo>
                <a:cubicBezTo>
                  <a:pt x="1387" y="1"/>
                  <a:pt x="843" y="555"/>
                  <a:pt x="843" y="1227"/>
                </a:cubicBezTo>
                <a:lnTo>
                  <a:pt x="843" y="1675"/>
                </a:lnTo>
                <a:lnTo>
                  <a:pt x="257" y="1675"/>
                </a:lnTo>
                <a:cubicBezTo>
                  <a:pt x="246" y="1674"/>
                  <a:pt x="236" y="1673"/>
                  <a:pt x="226" y="1673"/>
                </a:cubicBezTo>
                <a:cubicBezTo>
                  <a:pt x="103" y="1673"/>
                  <a:pt x="11" y="1792"/>
                  <a:pt x="11" y="1910"/>
                </a:cubicBezTo>
                <a:lnTo>
                  <a:pt x="11" y="2913"/>
                </a:lnTo>
                <a:cubicBezTo>
                  <a:pt x="1" y="3041"/>
                  <a:pt x="118" y="3148"/>
                  <a:pt x="257" y="3169"/>
                </a:cubicBezTo>
                <a:lnTo>
                  <a:pt x="1014" y="3169"/>
                </a:lnTo>
                <a:lnTo>
                  <a:pt x="2763" y="4257"/>
                </a:lnTo>
                <a:lnTo>
                  <a:pt x="1398" y="5100"/>
                </a:lnTo>
                <a:cubicBezTo>
                  <a:pt x="854" y="5142"/>
                  <a:pt x="427" y="5590"/>
                  <a:pt x="427" y="6134"/>
                </a:cubicBezTo>
                <a:cubicBezTo>
                  <a:pt x="427" y="6710"/>
                  <a:pt x="897" y="7180"/>
                  <a:pt x="1462" y="7180"/>
                </a:cubicBezTo>
                <a:cubicBezTo>
                  <a:pt x="2038" y="7180"/>
                  <a:pt x="2507" y="6710"/>
                  <a:pt x="2507" y="6134"/>
                </a:cubicBezTo>
                <a:cubicBezTo>
                  <a:pt x="2507" y="5782"/>
                  <a:pt x="2315" y="5462"/>
                  <a:pt x="2038" y="5270"/>
                </a:cubicBezTo>
                <a:lnTo>
                  <a:pt x="3211" y="4556"/>
                </a:lnTo>
                <a:lnTo>
                  <a:pt x="4342" y="5260"/>
                </a:lnTo>
                <a:cubicBezTo>
                  <a:pt x="4065" y="5441"/>
                  <a:pt x="3884" y="5761"/>
                  <a:pt x="3884" y="6124"/>
                </a:cubicBezTo>
                <a:cubicBezTo>
                  <a:pt x="3884" y="6700"/>
                  <a:pt x="4342" y="7169"/>
                  <a:pt x="4918" y="7169"/>
                </a:cubicBezTo>
                <a:cubicBezTo>
                  <a:pt x="5494" y="7169"/>
                  <a:pt x="5964" y="6700"/>
                  <a:pt x="5964" y="6124"/>
                </a:cubicBezTo>
                <a:cubicBezTo>
                  <a:pt x="5964" y="5580"/>
                  <a:pt x="5537" y="5121"/>
                  <a:pt x="4982" y="5089"/>
                </a:cubicBezTo>
                <a:lnTo>
                  <a:pt x="3670" y="4257"/>
                </a:lnTo>
                <a:lnTo>
                  <a:pt x="5441" y="3169"/>
                </a:lnTo>
                <a:lnTo>
                  <a:pt x="6092" y="3169"/>
                </a:lnTo>
                <a:cubicBezTo>
                  <a:pt x="6124" y="3169"/>
                  <a:pt x="6145" y="3169"/>
                  <a:pt x="6177" y="3148"/>
                </a:cubicBezTo>
                <a:lnTo>
                  <a:pt x="8225" y="2433"/>
                </a:lnTo>
                <a:cubicBezTo>
                  <a:pt x="8289" y="2401"/>
                  <a:pt x="8332" y="2369"/>
                  <a:pt x="8375" y="2315"/>
                </a:cubicBezTo>
                <a:cubicBezTo>
                  <a:pt x="8460" y="2209"/>
                  <a:pt x="8460" y="2145"/>
                  <a:pt x="8428" y="2081"/>
                </a:cubicBezTo>
                <a:lnTo>
                  <a:pt x="8097" y="1153"/>
                </a:lnTo>
                <a:cubicBezTo>
                  <a:pt x="8065" y="1047"/>
                  <a:pt x="7970" y="985"/>
                  <a:pt x="7870" y="985"/>
                </a:cubicBezTo>
                <a:cubicBezTo>
                  <a:pt x="7839" y="985"/>
                  <a:pt x="7808" y="991"/>
                  <a:pt x="7777" y="1003"/>
                </a:cubicBezTo>
                <a:lnTo>
                  <a:pt x="5921" y="1654"/>
                </a:lnTo>
                <a:lnTo>
                  <a:pt x="5590" y="1654"/>
                </a:lnTo>
                <a:lnTo>
                  <a:pt x="5590" y="1227"/>
                </a:lnTo>
                <a:cubicBezTo>
                  <a:pt x="5590" y="555"/>
                  <a:pt x="5046" y="1"/>
                  <a:pt x="43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7"/>
          <p:cNvSpPr/>
          <p:nvPr/>
        </p:nvSpPr>
        <p:spPr>
          <a:xfrm>
            <a:off x="6744131" y="4171573"/>
            <a:ext cx="149883" cy="337939"/>
          </a:xfrm>
          <a:custGeom>
            <a:rect b="b" l="l" r="r" t="t"/>
            <a:pathLst>
              <a:path extrusionOk="0" h="8419" w="3734">
                <a:moveTo>
                  <a:pt x="2881" y="1110"/>
                </a:moveTo>
                <a:cubicBezTo>
                  <a:pt x="2774" y="1249"/>
                  <a:pt x="2635" y="1366"/>
                  <a:pt x="2529" y="1473"/>
                </a:cubicBezTo>
                <a:cubicBezTo>
                  <a:pt x="2283" y="1697"/>
                  <a:pt x="2027" y="1868"/>
                  <a:pt x="1878" y="1964"/>
                </a:cubicBezTo>
                <a:cubicBezTo>
                  <a:pt x="1728" y="1868"/>
                  <a:pt x="1483" y="1697"/>
                  <a:pt x="1227" y="1473"/>
                </a:cubicBezTo>
                <a:cubicBezTo>
                  <a:pt x="1088" y="1366"/>
                  <a:pt x="971" y="1249"/>
                  <a:pt x="864" y="1110"/>
                </a:cubicBezTo>
                <a:close/>
                <a:moveTo>
                  <a:pt x="1867" y="2518"/>
                </a:moveTo>
                <a:cubicBezTo>
                  <a:pt x="2016" y="2614"/>
                  <a:pt x="2262" y="2774"/>
                  <a:pt x="2518" y="2998"/>
                </a:cubicBezTo>
                <a:cubicBezTo>
                  <a:pt x="2635" y="3105"/>
                  <a:pt x="2763" y="3233"/>
                  <a:pt x="2881" y="3372"/>
                </a:cubicBezTo>
                <a:lnTo>
                  <a:pt x="864" y="3372"/>
                </a:lnTo>
                <a:cubicBezTo>
                  <a:pt x="971" y="3244"/>
                  <a:pt x="1088" y="3126"/>
                  <a:pt x="1216" y="3020"/>
                </a:cubicBezTo>
                <a:cubicBezTo>
                  <a:pt x="1462" y="2785"/>
                  <a:pt x="1718" y="2614"/>
                  <a:pt x="1867" y="2518"/>
                </a:cubicBezTo>
                <a:close/>
                <a:moveTo>
                  <a:pt x="3158" y="3873"/>
                </a:moveTo>
                <a:cubicBezTo>
                  <a:pt x="3201" y="3991"/>
                  <a:pt x="3222" y="4108"/>
                  <a:pt x="3222" y="4236"/>
                </a:cubicBezTo>
                <a:cubicBezTo>
                  <a:pt x="3222" y="4353"/>
                  <a:pt x="3201" y="4471"/>
                  <a:pt x="3158" y="4588"/>
                </a:cubicBezTo>
                <a:lnTo>
                  <a:pt x="555" y="4588"/>
                </a:lnTo>
                <a:cubicBezTo>
                  <a:pt x="523" y="4481"/>
                  <a:pt x="491" y="4353"/>
                  <a:pt x="491" y="4236"/>
                </a:cubicBezTo>
                <a:cubicBezTo>
                  <a:pt x="491" y="4108"/>
                  <a:pt x="523" y="3991"/>
                  <a:pt x="555" y="3873"/>
                </a:cubicBezTo>
                <a:close/>
                <a:moveTo>
                  <a:pt x="2859" y="5100"/>
                </a:moveTo>
                <a:cubicBezTo>
                  <a:pt x="2763" y="5228"/>
                  <a:pt x="2635" y="5356"/>
                  <a:pt x="2518" y="5463"/>
                </a:cubicBezTo>
                <a:cubicBezTo>
                  <a:pt x="2262" y="5687"/>
                  <a:pt x="2016" y="5857"/>
                  <a:pt x="1867" y="5953"/>
                </a:cubicBezTo>
                <a:cubicBezTo>
                  <a:pt x="1718" y="5857"/>
                  <a:pt x="1462" y="5697"/>
                  <a:pt x="1206" y="5473"/>
                </a:cubicBezTo>
                <a:cubicBezTo>
                  <a:pt x="1088" y="5367"/>
                  <a:pt x="971" y="5249"/>
                  <a:pt x="854" y="5100"/>
                </a:cubicBezTo>
                <a:close/>
                <a:moveTo>
                  <a:pt x="1867" y="6529"/>
                </a:moveTo>
                <a:cubicBezTo>
                  <a:pt x="2016" y="6604"/>
                  <a:pt x="2262" y="6775"/>
                  <a:pt x="2518" y="6988"/>
                </a:cubicBezTo>
                <a:cubicBezTo>
                  <a:pt x="2625" y="7084"/>
                  <a:pt x="2742" y="7191"/>
                  <a:pt x="2870" y="7329"/>
                </a:cubicBezTo>
                <a:lnTo>
                  <a:pt x="875" y="7329"/>
                </a:lnTo>
                <a:cubicBezTo>
                  <a:pt x="982" y="7191"/>
                  <a:pt x="1110" y="7084"/>
                  <a:pt x="1216" y="6988"/>
                </a:cubicBezTo>
                <a:cubicBezTo>
                  <a:pt x="1462" y="6764"/>
                  <a:pt x="1728" y="6604"/>
                  <a:pt x="1867" y="6529"/>
                </a:cubicBezTo>
                <a:close/>
                <a:moveTo>
                  <a:pt x="257" y="0"/>
                </a:moveTo>
                <a:cubicBezTo>
                  <a:pt x="117" y="0"/>
                  <a:pt x="0" y="104"/>
                  <a:pt x="0" y="246"/>
                </a:cubicBezTo>
                <a:cubicBezTo>
                  <a:pt x="0" y="1142"/>
                  <a:pt x="896" y="1889"/>
                  <a:pt x="1398" y="2230"/>
                </a:cubicBezTo>
                <a:cubicBezTo>
                  <a:pt x="896" y="2582"/>
                  <a:pt x="0" y="3329"/>
                  <a:pt x="0" y="4215"/>
                </a:cubicBezTo>
                <a:cubicBezTo>
                  <a:pt x="0" y="5111"/>
                  <a:pt x="896" y="5857"/>
                  <a:pt x="1398" y="6199"/>
                </a:cubicBezTo>
                <a:cubicBezTo>
                  <a:pt x="896" y="6551"/>
                  <a:pt x="0" y="7255"/>
                  <a:pt x="0" y="8151"/>
                </a:cubicBezTo>
                <a:cubicBezTo>
                  <a:pt x="0" y="8290"/>
                  <a:pt x="96" y="8386"/>
                  <a:pt x="224" y="8407"/>
                </a:cubicBezTo>
                <a:cubicBezTo>
                  <a:pt x="231" y="8407"/>
                  <a:pt x="237" y="8408"/>
                  <a:pt x="243" y="8408"/>
                </a:cubicBezTo>
                <a:cubicBezTo>
                  <a:pt x="383" y="8408"/>
                  <a:pt x="491" y="8294"/>
                  <a:pt x="491" y="8162"/>
                </a:cubicBezTo>
                <a:cubicBezTo>
                  <a:pt x="491" y="8044"/>
                  <a:pt x="523" y="7927"/>
                  <a:pt x="555" y="7799"/>
                </a:cubicBezTo>
                <a:lnTo>
                  <a:pt x="3169" y="7799"/>
                </a:lnTo>
                <a:cubicBezTo>
                  <a:pt x="3211" y="7927"/>
                  <a:pt x="3243" y="8044"/>
                  <a:pt x="3243" y="8162"/>
                </a:cubicBezTo>
                <a:cubicBezTo>
                  <a:pt x="3243" y="8290"/>
                  <a:pt x="3329" y="8407"/>
                  <a:pt x="3457" y="8418"/>
                </a:cubicBezTo>
                <a:cubicBezTo>
                  <a:pt x="3463" y="8418"/>
                  <a:pt x="3469" y="8418"/>
                  <a:pt x="3476" y="8418"/>
                </a:cubicBezTo>
                <a:cubicBezTo>
                  <a:pt x="3608" y="8418"/>
                  <a:pt x="3734" y="8315"/>
                  <a:pt x="3734" y="8183"/>
                </a:cubicBezTo>
                <a:cubicBezTo>
                  <a:pt x="3734" y="7287"/>
                  <a:pt x="2849" y="6561"/>
                  <a:pt x="2336" y="6220"/>
                </a:cubicBezTo>
                <a:cubicBezTo>
                  <a:pt x="2849" y="5868"/>
                  <a:pt x="3734" y="5132"/>
                  <a:pt x="3734" y="4247"/>
                </a:cubicBezTo>
                <a:cubicBezTo>
                  <a:pt x="3734" y="3350"/>
                  <a:pt x="2838" y="2604"/>
                  <a:pt x="2336" y="2262"/>
                </a:cubicBezTo>
                <a:cubicBezTo>
                  <a:pt x="2838" y="1910"/>
                  <a:pt x="3734" y="1164"/>
                  <a:pt x="3734" y="268"/>
                </a:cubicBezTo>
                <a:cubicBezTo>
                  <a:pt x="3734" y="140"/>
                  <a:pt x="3638" y="33"/>
                  <a:pt x="3510" y="22"/>
                </a:cubicBezTo>
                <a:cubicBezTo>
                  <a:pt x="3499" y="21"/>
                  <a:pt x="3488" y="20"/>
                  <a:pt x="3477" y="20"/>
                </a:cubicBezTo>
                <a:cubicBezTo>
                  <a:pt x="3344" y="20"/>
                  <a:pt x="3243" y="138"/>
                  <a:pt x="3243" y="257"/>
                </a:cubicBezTo>
                <a:cubicBezTo>
                  <a:pt x="3243" y="374"/>
                  <a:pt x="3211" y="502"/>
                  <a:pt x="3169" y="620"/>
                </a:cubicBezTo>
                <a:lnTo>
                  <a:pt x="555" y="620"/>
                </a:lnTo>
                <a:cubicBezTo>
                  <a:pt x="523" y="502"/>
                  <a:pt x="491" y="374"/>
                  <a:pt x="491" y="257"/>
                </a:cubicBezTo>
                <a:cubicBezTo>
                  <a:pt x="491" y="140"/>
                  <a:pt x="395" y="22"/>
                  <a:pt x="278" y="1"/>
                </a:cubicBezTo>
                <a:cubicBezTo>
                  <a:pt x="271" y="0"/>
                  <a:pt x="264" y="0"/>
                  <a:pt x="2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7"/>
          <p:cNvSpPr/>
          <p:nvPr/>
        </p:nvSpPr>
        <p:spPr>
          <a:xfrm>
            <a:off x="7277653" y="4172857"/>
            <a:ext cx="340869" cy="337056"/>
          </a:xfrm>
          <a:custGeom>
            <a:rect b="b" l="l" r="r" t="t"/>
            <a:pathLst>
              <a:path extrusionOk="0" h="8397" w="8492">
                <a:moveTo>
                  <a:pt x="5078" y="470"/>
                </a:moveTo>
                <a:lnTo>
                  <a:pt x="5078" y="2220"/>
                </a:lnTo>
                <a:cubicBezTo>
                  <a:pt x="5078" y="2316"/>
                  <a:pt x="5120" y="2401"/>
                  <a:pt x="5206" y="2433"/>
                </a:cubicBezTo>
                <a:cubicBezTo>
                  <a:pt x="5243" y="2454"/>
                  <a:pt x="5286" y="2465"/>
                  <a:pt x="5328" y="2465"/>
                </a:cubicBezTo>
                <a:cubicBezTo>
                  <a:pt x="5371" y="2465"/>
                  <a:pt x="5414" y="2454"/>
                  <a:pt x="5451" y="2433"/>
                </a:cubicBezTo>
                <a:lnTo>
                  <a:pt x="7041" y="1473"/>
                </a:lnTo>
                <a:lnTo>
                  <a:pt x="7873" y="3020"/>
                </a:lnTo>
                <a:lnTo>
                  <a:pt x="6294" y="3969"/>
                </a:lnTo>
                <a:cubicBezTo>
                  <a:pt x="6208" y="4012"/>
                  <a:pt x="6176" y="4087"/>
                  <a:pt x="6176" y="4183"/>
                </a:cubicBezTo>
                <a:cubicBezTo>
                  <a:pt x="6176" y="4279"/>
                  <a:pt x="6208" y="4353"/>
                  <a:pt x="6294" y="4396"/>
                </a:cubicBezTo>
                <a:lnTo>
                  <a:pt x="7873" y="5345"/>
                </a:lnTo>
                <a:lnTo>
                  <a:pt x="7041" y="6892"/>
                </a:lnTo>
                <a:lnTo>
                  <a:pt x="5451" y="5932"/>
                </a:lnTo>
                <a:cubicBezTo>
                  <a:pt x="5414" y="5911"/>
                  <a:pt x="5371" y="5900"/>
                  <a:pt x="5328" y="5900"/>
                </a:cubicBezTo>
                <a:cubicBezTo>
                  <a:pt x="5286" y="5900"/>
                  <a:pt x="5243" y="5911"/>
                  <a:pt x="5206" y="5932"/>
                </a:cubicBezTo>
                <a:cubicBezTo>
                  <a:pt x="5131" y="5975"/>
                  <a:pt x="5078" y="6049"/>
                  <a:pt x="5078" y="6145"/>
                </a:cubicBezTo>
                <a:lnTo>
                  <a:pt x="5078" y="7905"/>
                </a:lnTo>
                <a:lnTo>
                  <a:pt x="3414" y="7905"/>
                </a:lnTo>
                <a:lnTo>
                  <a:pt x="3414" y="6145"/>
                </a:lnTo>
                <a:cubicBezTo>
                  <a:pt x="3414" y="6049"/>
                  <a:pt x="3371" y="5975"/>
                  <a:pt x="3296" y="5932"/>
                </a:cubicBezTo>
                <a:cubicBezTo>
                  <a:pt x="3254" y="5911"/>
                  <a:pt x="3208" y="5900"/>
                  <a:pt x="3164" y="5900"/>
                </a:cubicBezTo>
                <a:cubicBezTo>
                  <a:pt x="3120" y="5900"/>
                  <a:pt x="3078" y="5911"/>
                  <a:pt x="3040" y="5932"/>
                </a:cubicBezTo>
                <a:lnTo>
                  <a:pt x="1451" y="6892"/>
                </a:lnTo>
                <a:lnTo>
                  <a:pt x="629" y="5345"/>
                </a:lnTo>
                <a:lnTo>
                  <a:pt x="2198" y="4396"/>
                </a:lnTo>
                <a:cubicBezTo>
                  <a:pt x="2283" y="4364"/>
                  <a:pt x="2315" y="4279"/>
                  <a:pt x="2315" y="4183"/>
                </a:cubicBezTo>
                <a:cubicBezTo>
                  <a:pt x="2315" y="4097"/>
                  <a:pt x="2283" y="4012"/>
                  <a:pt x="2198" y="3969"/>
                </a:cubicBezTo>
                <a:lnTo>
                  <a:pt x="629" y="3030"/>
                </a:lnTo>
                <a:lnTo>
                  <a:pt x="1451" y="1484"/>
                </a:lnTo>
                <a:lnTo>
                  <a:pt x="3040" y="2444"/>
                </a:lnTo>
                <a:cubicBezTo>
                  <a:pt x="3078" y="2460"/>
                  <a:pt x="3120" y="2468"/>
                  <a:pt x="3164" y="2468"/>
                </a:cubicBezTo>
                <a:cubicBezTo>
                  <a:pt x="3208" y="2468"/>
                  <a:pt x="3254" y="2460"/>
                  <a:pt x="3296" y="2444"/>
                </a:cubicBezTo>
                <a:cubicBezTo>
                  <a:pt x="3360" y="2401"/>
                  <a:pt x="3414" y="2316"/>
                  <a:pt x="3414" y="2230"/>
                </a:cubicBezTo>
                <a:lnTo>
                  <a:pt x="3414" y="470"/>
                </a:lnTo>
                <a:close/>
                <a:moveTo>
                  <a:pt x="3158" y="1"/>
                </a:moveTo>
                <a:cubicBezTo>
                  <a:pt x="3030" y="1"/>
                  <a:pt x="2923" y="108"/>
                  <a:pt x="2923" y="236"/>
                </a:cubicBezTo>
                <a:lnTo>
                  <a:pt x="2923" y="1814"/>
                </a:lnTo>
                <a:lnTo>
                  <a:pt x="1483" y="950"/>
                </a:lnTo>
                <a:cubicBezTo>
                  <a:pt x="1443" y="925"/>
                  <a:pt x="1398" y="913"/>
                  <a:pt x="1354" y="913"/>
                </a:cubicBezTo>
                <a:cubicBezTo>
                  <a:pt x="1267" y="913"/>
                  <a:pt x="1180" y="958"/>
                  <a:pt x="1131" y="1036"/>
                </a:cubicBezTo>
                <a:lnTo>
                  <a:pt x="64" y="3009"/>
                </a:lnTo>
                <a:cubicBezTo>
                  <a:pt x="11" y="3137"/>
                  <a:pt x="53" y="3276"/>
                  <a:pt x="160" y="3350"/>
                </a:cubicBezTo>
                <a:lnTo>
                  <a:pt x="1589" y="4204"/>
                </a:lnTo>
                <a:lnTo>
                  <a:pt x="160" y="5057"/>
                </a:lnTo>
                <a:cubicBezTo>
                  <a:pt x="43" y="5121"/>
                  <a:pt x="0" y="5271"/>
                  <a:pt x="64" y="5388"/>
                </a:cubicBezTo>
                <a:lnTo>
                  <a:pt x="1131" y="7361"/>
                </a:lnTo>
                <a:cubicBezTo>
                  <a:pt x="1182" y="7442"/>
                  <a:pt x="1273" y="7487"/>
                  <a:pt x="1363" y="7487"/>
                </a:cubicBezTo>
                <a:cubicBezTo>
                  <a:pt x="1405" y="7487"/>
                  <a:pt x="1446" y="7478"/>
                  <a:pt x="1483" y="7457"/>
                </a:cubicBezTo>
                <a:lnTo>
                  <a:pt x="2923" y="6583"/>
                </a:lnTo>
                <a:lnTo>
                  <a:pt x="2923" y="8162"/>
                </a:lnTo>
                <a:cubicBezTo>
                  <a:pt x="2923" y="8290"/>
                  <a:pt x="3030" y="8396"/>
                  <a:pt x="3158" y="8396"/>
                </a:cubicBezTo>
                <a:lnTo>
                  <a:pt x="5323" y="8396"/>
                </a:lnTo>
                <a:cubicBezTo>
                  <a:pt x="5451" y="8396"/>
                  <a:pt x="5579" y="8279"/>
                  <a:pt x="5579" y="8140"/>
                </a:cubicBezTo>
                <a:lnTo>
                  <a:pt x="5579" y="6572"/>
                </a:lnTo>
                <a:lnTo>
                  <a:pt x="7019" y="7436"/>
                </a:lnTo>
                <a:cubicBezTo>
                  <a:pt x="7058" y="7457"/>
                  <a:pt x="7102" y="7468"/>
                  <a:pt x="7146" y="7468"/>
                </a:cubicBezTo>
                <a:cubicBezTo>
                  <a:pt x="7233" y="7468"/>
                  <a:pt x="7318" y="7425"/>
                  <a:pt x="7361" y="7340"/>
                </a:cubicBezTo>
                <a:lnTo>
                  <a:pt x="8427" y="5367"/>
                </a:lnTo>
                <a:cubicBezTo>
                  <a:pt x="8481" y="5249"/>
                  <a:pt x="8438" y="5100"/>
                  <a:pt x="8331" y="5036"/>
                </a:cubicBezTo>
                <a:lnTo>
                  <a:pt x="6913" y="4183"/>
                </a:lnTo>
                <a:lnTo>
                  <a:pt x="8331" y="3329"/>
                </a:lnTo>
                <a:cubicBezTo>
                  <a:pt x="8459" y="3265"/>
                  <a:pt x="8491" y="3116"/>
                  <a:pt x="8427" y="2998"/>
                </a:cubicBezTo>
                <a:lnTo>
                  <a:pt x="7361" y="1025"/>
                </a:lnTo>
                <a:cubicBezTo>
                  <a:pt x="7317" y="945"/>
                  <a:pt x="7228" y="899"/>
                  <a:pt x="7138" y="899"/>
                </a:cubicBezTo>
                <a:cubicBezTo>
                  <a:pt x="7097" y="899"/>
                  <a:pt x="7056" y="909"/>
                  <a:pt x="7019" y="929"/>
                </a:cubicBezTo>
                <a:lnTo>
                  <a:pt x="5579" y="1804"/>
                </a:lnTo>
                <a:lnTo>
                  <a:pt x="5579" y="236"/>
                </a:lnTo>
                <a:cubicBezTo>
                  <a:pt x="5579" y="108"/>
                  <a:pt x="5451" y="1"/>
                  <a:pt x="53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24" name="Shape 1624"/>
        <p:cNvGrpSpPr/>
        <p:nvPr/>
      </p:nvGrpSpPr>
      <p:grpSpPr>
        <a:xfrm>
          <a:off x="0" y="0"/>
          <a:ext cx="0" cy="0"/>
          <a:chOff x="0" y="0"/>
          <a:chExt cx="0" cy="0"/>
        </a:xfrm>
      </p:grpSpPr>
      <p:sp>
        <p:nvSpPr>
          <p:cNvPr id="1625" name="Google Shape;1625;p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1626" name="Google Shape;1626;p68"/>
          <p:cNvSpPr/>
          <p:nvPr/>
        </p:nvSpPr>
        <p:spPr>
          <a:xfrm>
            <a:off x="6723509" y="3065415"/>
            <a:ext cx="1150260" cy="441882"/>
          </a:xfrm>
          <a:custGeom>
            <a:rect b="b" l="l" r="r" t="t"/>
            <a:pathLst>
              <a:path extrusionOk="0" h="10020" w="26083">
                <a:moveTo>
                  <a:pt x="1" y="1"/>
                </a:moveTo>
                <a:lnTo>
                  <a:pt x="1" y="5388"/>
                </a:lnTo>
                <a:cubicBezTo>
                  <a:pt x="289" y="5868"/>
                  <a:pt x="587" y="6358"/>
                  <a:pt x="918" y="6817"/>
                </a:cubicBezTo>
                <a:cubicBezTo>
                  <a:pt x="1878" y="8140"/>
                  <a:pt x="3201" y="9228"/>
                  <a:pt x="4758" y="9740"/>
                </a:cubicBezTo>
                <a:cubicBezTo>
                  <a:pt x="5332" y="9924"/>
                  <a:pt x="5938" y="10019"/>
                  <a:pt x="6542" y="10019"/>
                </a:cubicBezTo>
                <a:cubicBezTo>
                  <a:pt x="7579" y="10019"/>
                  <a:pt x="8609" y="9740"/>
                  <a:pt x="9452" y="9153"/>
                </a:cubicBezTo>
                <a:cubicBezTo>
                  <a:pt x="10476" y="8439"/>
                  <a:pt x="11201" y="7308"/>
                  <a:pt x="12332" y="6774"/>
                </a:cubicBezTo>
                <a:cubicBezTo>
                  <a:pt x="12889" y="6521"/>
                  <a:pt x="13475" y="6434"/>
                  <a:pt x="14077" y="6434"/>
                </a:cubicBezTo>
                <a:cubicBezTo>
                  <a:pt x="14919" y="6434"/>
                  <a:pt x="15793" y="6603"/>
                  <a:pt x="16663" y="6721"/>
                </a:cubicBezTo>
                <a:cubicBezTo>
                  <a:pt x="16962" y="6764"/>
                  <a:pt x="17239" y="6806"/>
                  <a:pt x="17517" y="6817"/>
                </a:cubicBezTo>
                <a:cubicBezTo>
                  <a:pt x="17672" y="6826"/>
                  <a:pt x="17828" y="6831"/>
                  <a:pt x="17983" y="6831"/>
                </a:cubicBezTo>
                <a:cubicBezTo>
                  <a:pt x="20476" y="6831"/>
                  <a:pt x="22957" y="5638"/>
                  <a:pt x="24493" y="3670"/>
                </a:cubicBezTo>
                <a:cubicBezTo>
                  <a:pt x="25315" y="2603"/>
                  <a:pt x="25848" y="1323"/>
                  <a:pt x="260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8"/>
          <p:cNvSpPr/>
          <p:nvPr/>
        </p:nvSpPr>
        <p:spPr>
          <a:xfrm>
            <a:off x="6726334" y="4020721"/>
            <a:ext cx="865639" cy="423448"/>
          </a:xfrm>
          <a:custGeom>
            <a:rect b="b" l="l" r="r" t="t"/>
            <a:pathLst>
              <a:path extrusionOk="0" h="9602" w="19629">
                <a:moveTo>
                  <a:pt x="0" y="1"/>
                </a:moveTo>
                <a:cubicBezTo>
                  <a:pt x="160" y="150"/>
                  <a:pt x="310" y="300"/>
                  <a:pt x="438" y="438"/>
                </a:cubicBezTo>
                <a:cubicBezTo>
                  <a:pt x="1579" y="1708"/>
                  <a:pt x="2177" y="3350"/>
                  <a:pt x="2998" y="4833"/>
                </a:cubicBezTo>
                <a:cubicBezTo>
                  <a:pt x="3361" y="5484"/>
                  <a:pt x="3787" y="6124"/>
                  <a:pt x="4267" y="6711"/>
                </a:cubicBezTo>
                <a:cubicBezTo>
                  <a:pt x="5217" y="7884"/>
                  <a:pt x="6401" y="8844"/>
                  <a:pt x="7830" y="9324"/>
                </a:cubicBezTo>
                <a:cubicBezTo>
                  <a:pt x="8385" y="9510"/>
                  <a:pt x="8976" y="9602"/>
                  <a:pt x="9568" y="9602"/>
                </a:cubicBezTo>
                <a:cubicBezTo>
                  <a:pt x="11252" y="9602"/>
                  <a:pt x="12935" y="8854"/>
                  <a:pt x="13740" y="7393"/>
                </a:cubicBezTo>
                <a:cubicBezTo>
                  <a:pt x="14252" y="6433"/>
                  <a:pt x="14359" y="5324"/>
                  <a:pt x="14594" y="4257"/>
                </a:cubicBezTo>
                <a:cubicBezTo>
                  <a:pt x="14818" y="3201"/>
                  <a:pt x="15244" y="2081"/>
                  <a:pt x="16162" y="1505"/>
                </a:cubicBezTo>
                <a:cubicBezTo>
                  <a:pt x="16855" y="1078"/>
                  <a:pt x="17719" y="1014"/>
                  <a:pt x="18498" y="726"/>
                </a:cubicBezTo>
                <a:cubicBezTo>
                  <a:pt x="18925" y="566"/>
                  <a:pt x="19298" y="310"/>
                  <a:pt x="196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8"/>
          <p:cNvSpPr/>
          <p:nvPr/>
        </p:nvSpPr>
        <p:spPr>
          <a:xfrm>
            <a:off x="6734550" y="1237225"/>
            <a:ext cx="849190" cy="600510"/>
          </a:xfrm>
          <a:custGeom>
            <a:rect b="b" l="l" r="r" t="t"/>
            <a:pathLst>
              <a:path extrusionOk="0" h="13617" w="19256">
                <a:moveTo>
                  <a:pt x="17668" y="1"/>
                </a:moveTo>
                <a:cubicBezTo>
                  <a:pt x="17547" y="1"/>
                  <a:pt x="17425" y="6"/>
                  <a:pt x="17303" y="15"/>
                </a:cubicBezTo>
                <a:cubicBezTo>
                  <a:pt x="15031" y="175"/>
                  <a:pt x="12983" y="1712"/>
                  <a:pt x="11895" y="3706"/>
                </a:cubicBezTo>
                <a:cubicBezTo>
                  <a:pt x="11511" y="4400"/>
                  <a:pt x="11212" y="5189"/>
                  <a:pt x="10604" y="5712"/>
                </a:cubicBezTo>
                <a:cubicBezTo>
                  <a:pt x="9590" y="6565"/>
                  <a:pt x="8097" y="6395"/>
                  <a:pt x="6774" y="6533"/>
                </a:cubicBezTo>
                <a:cubicBezTo>
                  <a:pt x="5761" y="6661"/>
                  <a:pt x="4790" y="7003"/>
                  <a:pt x="3926" y="7525"/>
                </a:cubicBezTo>
                <a:cubicBezTo>
                  <a:pt x="2273" y="8496"/>
                  <a:pt x="960" y="10117"/>
                  <a:pt x="363" y="11952"/>
                </a:cubicBezTo>
                <a:cubicBezTo>
                  <a:pt x="192" y="12496"/>
                  <a:pt x="64" y="13062"/>
                  <a:pt x="0" y="13616"/>
                </a:cubicBezTo>
                <a:lnTo>
                  <a:pt x="19255" y="13616"/>
                </a:lnTo>
                <a:lnTo>
                  <a:pt x="19255" y="250"/>
                </a:lnTo>
                <a:cubicBezTo>
                  <a:pt x="18733" y="94"/>
                  <a:pt x="18204" y="1"/>
                  <a:pt x="176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8"/>
          <p:cNvSpPr/>
          <p:nvPr/>
        </p:nvSpPr>
        <p:spPr>
          <a:xfrm>
            <a:off x="6734550" y="2222741"/>
            <a:ext cx="1128166" cy="329251"/>
          </a:xfrm>
          <a:custGeom>
            <a:rect b="b" l="l" r="r" t="t"/>
            <a:pathLst>
              <a:path extrusionOk="0" h="7466" w="25582">
                <a:moveTo>
                  <a:pt x="12347" y="0"/>
                </a:moveTo>
                <a:cubicBezTo>
                  <a:pt x="11786" y="0"/>
                  <a:pt x="11224" y="102"/>
                  <a:pt x="10700" y="307"/>
                </a:cubicBezTo>
                <a:cubicBezTo>
                  <a:pt x="10017" y="574"/>
                  <a:pt x="9409" y="1033"/>
                  <a:pt x="8919" y="1598"/>
                </a:cubicBezTo>
                <a:cubicBezTo>
                  <a:pt x="8437" y="2171"/>
                  <a:pt x="7737" y="2487"/>
                  <a:pt x="7018" y="2487"/>
                </a:cubicBezTo>
                <a:cubicBezTo>
                  <a:pt x="6733" y="2487"/>
                  <a:pt x="6445" y="2437"/>
                  <a:pt x="6166" y="2334"/>
                </a:cubicBezTo>
                <a:cubicBezTo>
                  <a:pt x="5633" y="2137"/>
                  <a:pt x="5094" y="2010"/>
                  <a:pt x="4544" y="2010"/>
                </a:cubicBezTo>
                <a:cubicBezTo>
                  <a:pt x="4378" y="2010"/>
                  <a:pt x="4211" y="2021"/>
                  <a:pt x="4044" y="2046"/>
                </a:cubicBezTo>
                <a:cubicBezTo>
                  <a:pt x="2379" y="2281"/>
                  <a:pt x="1142" y="3785"/>
                  <a:pt x="523" y="5364"/>
                </a:cubicBezTo>
                <a:cubicBezTo>
                  <a:pt x="257" y="6025"/>
                  <a:pt x="86" y="6750"/>
                  <a:pt x="1" y="7465"/>
                </a:cubicBezTo>
                <a:lnTo>
                  <a:pt x="25581" y="7465"/>
                </a:lnTo>
                <a:cubicBezTo>
                  <a:pt x="25549" y="7390"/>
                  <a:pt x="25539" y="7326"/>
                  <a:pt x="25496" y="7230"/>
                </a:cubicBezTo>
                <a:cubicBezTo>
                  <a:pt x="24994" y="5534"/>
                  <a:pt x="23725" y="3966"/>
                  <a:pt x="21997" y="3614"/>
                </a:cubicBezTo>
                <a:cubicBezTo>
                  <a:pt x="21638" y="3542"/>
                  <a:pt x="21270" y="3524"/>
                  <a:pt x="20899" y="3524"/>
                </a:cubicBezTo>
                <a:cubicBezTo>
                  <a:pt x="20531" y="3524"/>
                  <a:pt x="20161" y="3542"/>
                  <a:pt x="19794" y="3542"/>
                </a:cubicBezTo>
                <a:cubicBezTo>
                  <a:pt x="19320" y="3542"/>
                  <a:pt x="18852" y="3513"/>
                  <a:pt x="18402" y="3379"/>
                </a:cubicBezTo>
                <a:cubicBezTo>
                  <a:pt x="17303" y="3038"/>
                  <a:pt x="16514" y="2131"/>
                  <a:pt x="15628" y="1363"/>
                </a:cubicBezTo>
                <a:cubicBezTo>
                  <a:pt x="15330" y="1097"/>
                  <a:pt x="15010" y="841"/>
                  <a:pt x="14658" y="627"/>
                </a:cubicBezTo>
                <a:cubicBezTo>
                  <a:pt x="13965" y="211"/>
                  <a:pt x="13157" y="0"/>
                  <a:pt x="12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0" name="Google Shape;1630;p68"/>
          <p:cNvGrpSpPr/>
          <p:nvPr/>
        </p:nvGrpSpPr>
        <p:grpSpPr>
          <a:xfrm>
            <a:off x="896175" y="1129524"/>
            <a:ext cx="1625967" cy="3341822"/>
            <a:chOff x="896175" y="1129524"/>
            <a:chExt cx="1625967" cy="3341822"/>
          </a:xfrm>
        </p:grpSpPr>
        <p:sp>
          <p:nvSpPr>
            <p:cNvPr id="1631" name="Google Shape;1631;p68"/>
            <p:cNvSpPr/>
            <p:nvPr/>
          </p:nvSpPr>
          <p:spPr>
            <a:xfrm>
              <a:off x="896175" y="1536896"/>
              <a:ext cx="1559155" cy="2934450"/>
            </a:xfrm>
            <a:custGeom>
              <a:rect b="b" l="l" r="r" t="t"/>
              <a:pathLst>
                <a:path extrusionOk="0" h="51520" w="27374">
                  <a:moveTo>
                    <a:pt x="2856" y="0"/>
                  </a:moveTo>
                  <a:cubicBezTo>
                    <a:pt x="2081" y="0"/>
                    <a:pt x="1241" y="130"/>
                    <a:pt x="321" y="391"/>
                  </a:cubicBezTo>
                  <a:lnTo>
                    <a:pt x="331" y="444"/>
                  </a:lnTo>
                  <a:cubicBezTo>
                    <a:pt x="1245" y="183"/>
                    <a:pt x="2079" y="54"/>
                    <a:pt x="2845" y="54"/>
                  </a:cubicBezTo>
                  <a:cubicBezTo>
                    <a:pt x="3331" y="54"/>
                    <a:pt x="3790" y="106"/>
                    <a:pt x="4225" y="209"/>
                  </a:cubicBezTo>
                  <a:cubicBezTo>
                    <a:pt x="5601" y="540"/>
                    <a:pt x="6732" y="1447"/>
                    <a:pt x="7180" y="2577"/>
                  </a:cubicBezTo>
                  <a:cubicBezTo>
                    <a:pt x="7585" y="3676"/>
                    <a:pt x="7404" y="4807"/>
                    <a:pt x="7201" y="6023"/>
                  </a:cubicBezTo>
                  <a:cubicBezTo>
                    <a:pt x="7073" y="6802"/>
                    <a:pt x="6935" y="7623"/>
                    <a:pt x="6988" y="8402"/>
                  </a:cubicBezTo>
                  <a:cubicBezTo>
                    <a:pt x="7084" y="9767"/>
                    <a:pt x="7767" y="11058"/>
                    <a:pt x="8908" y="12071"/>
                  </a:cubicBezTo>
                  <a:cubicBezTo>
                    <a:pt x="10007" y="13021"/>
                    <a:pt x="11426" y="13618"/>
                    <a:pt x="12844" y="13714"/>
                  </a:cubicBezTo>
                  <a:cubicBezTo>
                    <a:pt x="13105" y="13731"/>
                    <a:pt x="13365" y="13739"/>
                    <a:pt x="13625" y="13739"/>
                  </a:cubicBezTo>
                  <a:cubicBezTo>
                    <a:pt x="15174" y="13739"/>
                    <a:pt x="16734" y="13453"/>
                    <a:pt x="18552" y="13042"/>
                  </a:cubicBezTo>
                  <a:cubicBezTo>
                    <a:pt x="19095" y="12919"/>
                    <a:pt x="19605" y="12863"/>
                    <a:pt x="20083" y="12863"/>
                  </a:cubicBezTo>
                  <a:cubicBezTo>
                    <a:pt x="24035" y="12863"/>
                    <a:pt x="25804" y="16665"/>
                    <a:pt x="26147" y="17512"/>
                  </a:cubicBezTo>
                  <a:cubicBezTo>
                    <a:pt x="26392" y="18099"/>
                    <a:pt x="27374" y="21128"/>
                    <a:pt x="23907" y="23998"/>
                  </a:cubicBezTo>
                  <a:cubicBezTo>
                    <a:pt x="23035" y="24716"/>
                    <a:pt x="22047" y="24920"/>
                    <a:pt x="20954" y="24920"/>
                  </a:cubicBezTo>
                  <a:cubicBezTo>
                    <a:pt x="20294" y="24920"/>
                    <a:pt x="19595" y="24846"/>
                    <a:pt x="18861" y="24766"/>
                  </a:cubicBezTo>
                  <a:cubicBezTo>
                    <a:pt x="18071" y="24685"/>
                    <a:pt x="17237" y="24599"/>
                    <a:pt x="16369" y="24599"/>
                  </a:cubicBezTo>
                  <a:cubicBezTo>
                    <a:pt x="15280" y="24599"/>
                    <a:pt x="14137" y="24735"/>
                    <a:pt x="12962" y="25192"/>
                  </a:cubicBezTo>
                  <a:cubicBezTo>
                    <a:pt x="12546" y="25352"/>
                    <a:pt x="12119" y="25480"/>
                    <a:pt x="11692" y="25598"/>
                  </a:cubicBezTo>
                  <a:cubicBezTo>
                    <a:pt x="11116" y="25768"/>
                    <a:pt x="10519" y="25928"/>
                    <a:pt x="9986" y="26195"/>
                  </a:cubicBezTo>
                  <a:cubicBezTo>
                    <a:pt x="9100" y="26633"/>
                    <a:pt x="8321" y="27219"/>
                    <a:pt x="7735" y="27881"/>
                  </a:cubicBezTo>
                  <a:cubicBezTo>
                    <a:pt x="7052" y="28649"/>
                    <a:pt x="6657" y="29502"/>
                    <a:pt x="6561" y="30398"/>
                  </a:cubicBezTo>
                  <a:cubicBezTo>
                    <a:pt x="6433" y="31657"/>
                    <a:pt x="6892" y="32873"/>
                    <a:pt x="7361" y="34057"/>
                  </a:cubicBezTo>
                  <a:cubicBezTo>
                    <a:pt x="7799" y="35188"/>
                    <a:pt x="8257" y="36361"/>
                    <a:pt x="8172" y="37556"/>
                  </a:cubicBezTo>
                  <a:cubicBezTo>
                    <a:pt x="8087" y="39124"/>
                    <a:pt x="7084" y="40682"/>
                    <a:pt x="5132" y="42282"/>
                  </a:cubicBezTo>
                  <a:cubicBezTo>
                    <a:pt x="4855" y="42506"/>
                    <a:pt x="4566" y="42740"/>
                    <a:pt x="4268" y="42975"/>
                  </a:cubicBezTo>
                  <a:cubicBezTo>
                    <a:pt x="3041" y="43924"/>
                    <a:pt x="1772" y="44927"/>
                    <a:pt x="993" y="46293"/>
                  </a:cubicBezTo>
                  <a:cubicBezTo>
                    <a:pt x="1" y="47989"/>
                    <a:pt x="86" y="50496"/>
                    <a:pt x="1750" y="51520"/>
                  </a:cubicBezTo>
                  <a:lnTo>
                    <a:pt x="1804" y="51466"/>
                  </a:lnTo>
                  <a:cubicBezTo>
                    <a:pt x="161" y="50453"/>
                    <a:pt x="97" y="47989"/>
                    <a:pt x="1057" y="46314"/>
                  </a:cubicBezTo>
                  <a:cubicBezTo>
                    <a:pt x="1836" y="44970"/>
                    <a:pt x="3094" y="43967"/>
                    <a:pt x="4321" y="43007"/>
                  </a:cubicBezTo>
                  <a:cubicBezTo>
                    <a:pt x="4598" y="42783"/>
                    <a:pt x="4908" y="42559"/>
                    <a:pt x="5185" y="42314"/>
                  </a:cubicBezTo>
                  <a:cubicBezTo>
                    <a:pt x="7148" y="40703"/>
                    <a:pt x="8151" y="39145"/>
                    <a:pt x="8257" y="37556"/>
                  </a:cubicBezTo>
                  <a:cubicBezTo>
                    <a:pt x="8321" y="36340"/>
                    <a:pt x="7863" y="35166"/>
                    <a:pt x="7425" y="34036"/>
                  </a:cubicBezTo>
                  <a:cubicBezTo>
                    <a:pt x="6977" y="32862"/>
                    <a:pt x="6497" y="31646"/>
                    <a:pt x="6625" y="30398"/>
                  </a:cubicBezTo>
                  <a:cubicBezTo>
                    <a:pt x="6796" y="28755"/>
                    <a:pt x="8087" y="27209"/>
                    <a:pt x="10028" y="26248"/>
                  </a:cubicBezTo>
                  <a:cubicBezTo>
                    <a:pt x="10562" y="25992"/>
                    <a:pt x="11148" y="25822"/>
                    <a:pt x="11724" y="25662"/>
                  </a:cubicBezTo>
                  <a:cubicBezTo>
                    <a:pt x="12151" y="25544"/>
                    <a:pt x="12578" y="25427"/>
                    <a:pt x="12983" y="25267"/>
                  </a:cubicBezTo>
                  <a:cubicBezTo>
                    <a:pt x="14145" y="24813"/>
                    <a:pt x="15274" y="24675"/>
                    <a:pt x="16353" y="24675"/>
                  </a:cubicBezTo>
                  <a:cubicBezTo>
                    <a:pt x="17225" y="24675"/>
                    <a:pt x="18064" y="24765"/>
                    <a:pt x="18861" y="24851"/>
                  </a:cubicBezTo>
                  <a:cubicBezTo>
                    <a:pt x="19602" y="24931"/>
                    <a:pt x="20303" y="25004"/>
                    <a:pt x="20964" y="25004"/>
                  </a:cubicBezTo>
                  <a:cubicBezTo>
                    <a:pt x="22073" y="25004"/>
                    <a:pt x="23071" y="24797"/>
                    <a:pt x="23960" y="24062"/>
                  </a:cubicBezTo>
                  <a:cubicBezTo>
                    <a:pt x="25272" y="22974"/>
                    <a:pt x="26093" y="21747"/>
                    <a:pt x="26403" y="20381"/>
                  </a:cubicBezTo>
                  <a:cubicBezTo>
                    <a:pt x="26723" y="18984"/>
                    <a:pt x="26371" y="17917"/>
                    <a:pt x="26211" y="17512"/>
                  </a:cubicBezTo>
                  <a:cubicBezTo>
                    <a:pt x="25976" y="16914"/>
                    <a:pt x="25261" y="15378"/>
                    <a:pt x="23853" y="14226"/>
                  </a:cubicBezTo>
                  <a:cubicBezTo>
                    <a:pt x="22741" y="13294"/>
                    <a:pt x="21478" y="12828"/>
                    <a:pt x="20096" y="12828"/>
                  </a:cubicBezTo>
                  <a:cubicBezTo>
                    <a:pt x="19596" y="12828"/>
                    <a:pt x="19081" y="12888"/>
                    <a:pt x="18552" y="13010"/>
                  </a:cubicBezTo>
                  <a:cubicBezTo>
                    <a:pt x="16726" y="13423"/>
                    <a:pt x="15161" y="13694"/>
                    <a:pt x="13612" y="13694"/>
                  </a:cubicBezTo>
                  <a:cubicBezTo>
                    <a:pt x="13360" y="13694"/>
                    <a:pt x="13108" y="13687"/>
                    <a:pt x="12855" y="13672"/>
                  </a:cubicBezTo>
                  <a:cubicBezTo>
                    <a:pt x="9826" y="13490"/>
                    <a:pt x="7233" y="11122"/>
                    <a:pt x="7052" y="8402"/>
                  </a:cubicBezTo>
                  <a:cubicBezTo>
                    <a:pt x="6999" y="7623"/>
                    <a:pt x="7137" y="6823"/>
                    <a:pt x="7265" y="6034"/>
                  </a:cubicBezTo>
                  <a:cubicBezTo>
                    <a:pt x="7468" y="4860"/>
                    <a:pt x="7671" y="3655"/>
                    <a:pt x="7244" y="2556"/>
                  </a:cubicBezTo>
                  <a:cubicBezTo>
                    <a:pt x="6796" y="1404"/>
                    <a:pt x="5655" y="487"/>
                    <a:pt x="4257" y="156"/>
                  </a:cubicBezTo>
                  <a:cubicBezTo>
                    <a:pt x="3814" y="52"/>
                    <a:pt x="3348" y="0"/>
                    <a:pt x="28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8"/>
            <p:cNvSpPr/>
            <p:nvPr/>
          </p:nvSpPr>
          <p:spPr>
            <a:xfrm>
              <a:off x="902896" y="1524991"/>
              <a:ext cx="1554256" cy="2946355"/>
            </a:xfrm>
            <a:custGeom>
              <a:rect b="b" l="l" r="r" t="t"/>
              <a:pathLst>
                <a:path extrusionOk="0" h="51729" w="27288">
                  <a:moveTo>
                    <a:pt x="2848" y="1"/>
                  </a:moveTo>
                  <a:cubicBezTo>
                    <a:pt x="2180" y="1"/>
                    <a:pt x="1463" y="89"/>
                    <a:pt x="704" y="258"/>
                  </a:cubicBezTo>
                  <a:lnTo>
                    <a:pt x="726" y="312"/>
                  </a:lnTo>
                  <a:cubicBezTo>
                    <a:pt x="1462" y="145"/>
                    <a:pt x="2161" y="62"/>
                    <a:pt x="2814" y="62"/>
                  </a:cubicBezTo>
                  <a:cubicBezTo>
                    <a:pt x="3456" y="62"/>
                    <a:pt x="4053" y="142"/>
                    <a:pt x="4598" y="301"/>
                  </a:cubicBezTo>
                  <a:cubicBezTo>
                    <a:pt x="5963" y="685"/>
                    <a:pt x="7030" y="1613"/>
                    <a:pt x="7467" y="2765"/>
                  </a:cubicBezTo>
                  <a:cubicBezTo>
                    <a:pt x="7883" y="3832"/>
                    <a:pt x="7723" y="5005"/>
                    <a:pt x="7563" y="6136"/>
                  </a:cubicBezTo>
                  <a:cubicBezTo>
                    <a:pt x="7457" y="6915"/>
                    <a:pt x="7350" y="7715"/>
                    <a:pt x="7414" y="8483"/>
                  </a:cubicBezTo>
                  <a:cubicBezTo>
                    <a:pt x="7542" y="9806"/>
                    <a:pt x="8214" y="11054"/>
                    <a:pt x="9334" y="12014"/>
                  </a:cubicBezTo>
                  <a:cubicBezTo>
                    <a:pt x="10401" y="12942"/>
                    <a:pt x="11798" y="13507"/>
                    <a:pt x="13174" y="13603"/>
                  </a:cubicBezTo>
                  <a:cubicBezTo>
                    <a:pt x="13455" y="13620"/>
                    <a:pt x="13735" y="13628"/>
                    <a:pt x="14014" y="13628"/>
                  </a:cubicBezTo>
                  <a:cubicBezTo>
                    <a:pt x="15675" y="13628"/>
                    <a:pt x="17301" y="13350"/>
                    <a:pt x="18818" y="13048"/>
                  </a:cubicBezTo>
                  <a:cubicBezTo>
                    <a:pt x="19303" y="12949"/>
                    <a:pt x="19760" y="12904"/>
                    <a:pt x="20191" y="12904"/>
                  </a:cubicBezTo>
                  <a:cubicBezTo>
                    <a:pt x="24282" y="12904"/>
                    <a:pt x="25942" y="16995"/>
                    <a:pt x="26135" y="17497"/>
                  </a:cubicBezTo>
                  <a:cubicBezTo>
                    <a:pt x="26349" y="18073"/>
                    <a:pt x="27256" y="21060"/>
                    <a:pt x="23874" y="23844"/>
                  </a:cubicBezTo>
                  <a:cubicBezTo>
                    <a:pt x="22989" y="24571"/>
                    <a:pt x="21989" y="24764"/>
                    <a:pt x="20881" y="24764"/>
                  </a:cubicBezTo>
                  <a:cubicBezTo>
                    <a:pt x="20265" y="24764"/>
                    <a:pt x="19616" y="24705"/>
                    <a:pt x="18935" y="24644"/>
                  </a:cubicBezTo>
                  <a:cubicBezTo>
                    <a:pt x="18226" y="24578"/>
                    <a:pt x="17478" y="24511"/>
                    <a:pt x="16701" y="24511"/>
                  </a:cubicBezTo>
                  <a:cubicBezTo>
                    <a:pt x="15584" y="24511"/>
                    <a:pt x="14408" y="24650"/>
                    <a:pt x="13206" y="25135"/>
                  </a:cubicBezTo>
                  <a:cubicBezTo>
                    <a:pt x="12833" y="25284"/>
                    <a:pt x="12449" y="25423"/>
                    <a:pt x="12065" y="25540"/>
                  </a:cubicBezTo>
                  <a:cubicBezTo>
                    <a:pt x="11446" y="25753"/>
                    <a:pt x="10774" y="25967"/>
                    <a:pt x="10209" y="26297"/>
                  </a:cubicBezTo>
                  <a:cubicBezTo>
                    <a:pt x="8310" y="27364"/>
                    <a:pt x="7115" y="28964"/>
                    <a:pt x="6923" y="30660"/>
                  </a:cubicBezTo>
                  <a:cubicBezTo>
                    <a:pt x="6774" y="31898"/>
                    <a:pt x="7190" y="33103"/>
                    <a:pt x="7595" y="34255"/>
                  </a:cubicBezTo>
                  <a:cubicBezTo>
                    <a:pt x="7979" y="35375"/>
                    <a:pt x="8374" y="36538"/>
                    <a:pt x="8257" y="37712"/>
                  </a:cubicBezTo>
                  <a:cubicBezTo>
                    <a:pt x="8043" y="39717"/>
                    <a:pt x="6369" y="41264"/>
                    <a:pt x="5110" y="42245"/>
                  </a:cubicBezTo>
                  <a:cubicBezTo>
                    <a:pt x="4886" y="42437"/>
                    <a:pt x="4651" y="42608"/>
                    <a:pt x="4427" y="42779"/>
                  </a:cubicBezTo>
                  <a:cubicBezTo>
                    <a:pt x="3115" y="43792"/>
                    <a:pt x="1750" y="44848"/>
                    <a:pt x="939" y="46299"/>
                  </a:cubicBezTo>
                  <a:cubicBezTo>
                    <a:pt x="448" y="47163"/>
                    <a:pt x="245" y="48251"/>
                    <a:pt x="363" y="49243"/>
                  </a:cubicBezTo>
                  <a:cubicBezTo>
                    <a:pt x="502" y="50331"/>
                    <a:pt x="992" y="51206"/>
                    <a:pt x="1760" y="51729"/>
                  </a:cubicBezTo>
                  <a:lnTo>
                    <a:pt x="1750" y="51697"/>
                  </a:lnTo>
                  <a:cubicBezTo>
                    <a:pt x="107" y="50577"/>
                    <a:pt x="0" y="48038"/>
                    <a:pt x="939" y="46342"/>
                  </a:cubicBezTo>
                  <a:cubicBezTo>
                    <a:pt x="1739" y="44891"/>
                    <a:pt x="3094" y="43845"/>
                    <a:pt x="4416" y="42832"/>
                  </a:cubicBezTo>
                  <a:cubicBezTo>
                    <a:pt x="4640" y="42661"/>
                    <a:pt x="4865" y="42469"/>
                    <a:pt x="5099" y="42299"/>
                  </a:cubicBezTo>
                  <a:cubicBezTo>
                    <a:pt x="6358" y="41296"/>
                    <a:pt x="8054" y="39749"/>
                    <a:pt x="8267" y="37722"/>
                  </a:cubicBezTo>
                  <a:cubicBezTo>
                    <a:pt x="8385" y="36538"/>
                    <a:pt x="7990" y="35375"/>
                    <a:pt x="7606" y="34245"/>
                  </a:cubicBezTo>
                  <a:cubicBezTo>
                    <a:pt x="7201" y="33082"/>
                    <a:pt x="6806" y="31898"/>
                    <a:pt x="6934" y="30671"/>
                  </a:cubicBezTo>
                  <a:cubicBezTo>
                    <a:pt x="7126" y="28996"/>
                    <a:pt x="8310" y="27418"/>
                    <a:pt x="10188" y="26351"/>
                  </a:cubicBezTo>
                  <a:cubicBezTo>
                    <a:pt x="10774" y="26020"/>
                    <a:pt x="11425" y="25807"/>
                    <a:pt x="12054" y="25593"/>
                  </a:cubicBezTo>
                  <a:cubicBezTo>
                    <a:pt x="12428" y="25476"/>
                    <a:pt x="12812" y="25337"/>
                    <a:pt x="13185" y="25188"/>
                  </a:cubicBezTo>
                  <a:cubicBezTo>
                    <a:pt x="14367" y="24709"/>
                    <a:pt x="15528" y="24571"/>
                    <a:pt x="16631" y="24571"/>
                  </a:cubicBezTo>
                  <a:cubicBezTo>
                    <a:pt x="17418" y="24571"/>
                    <a:pt x="18177" y="24641"/>
                    <a:pt x="18892" y="24708"/>
                  </a:cubicBezTo>
                  <a:cubicBezTo>
                    <a:pt x="19585" y="24773"/>
                    <a:pt x="20243" y="24835"/>
                    <a:pt x="20866" y="24835"/>
                  </a:cubicBezTo>
                  <a:cubicBezTo>
                    <a:pt x="21981" y="24835"/>
                    <a:pt x="22985" y="24636"/>
                    <a:pt x="23874" y="23897"/>
                  </a:cubicBezTo>
                  <a:cubicBezTo>
                    <a:pt x="27288" y="21070"/>
                    <a:pt x="26360" y="18062"/>
                    <a:pt x="26157" y="17486"/>
                  </a:cubicBezTo>
                  <a:cubicBezTo>
                    <a:pt x="25986" y="17027"/>
                    <a:pt x="25314" y="15459"/>
                    <a:pt x="23895" y="14254"/>
                  </a:cubicBezTo>
                  <a:cubicBezTo>
                    <a:pt x="22800" y="13327"/>
                    <a:pt x="21552" y="12857"/>
                    <a:pt x="20166" y="12857"/>
                  </a:cubicBezTo>
                  <a:cubicBezTo>
                    <a:pt x="19716" y="12857"/>
                    <a:pt x="19253" y="12907"/>
                    <a:pt x="18775" y="13006"/>
                  </a:cubicBezTo>
                  <a:cubicBezTo>
                    <a:pt x="17293" y="13318"/>
                    <a:pt x="15713" y="13594"/>
                    <a:pt x="14105" y="13594"/>
                  </a:cubicBezTo>
                  <a:cubicBezTo>
                    <a:pt x="13792" y="13594"/>
                    <a:pt x="13478" y="13583"/>
                    <a:pt x="13164" y="13561"/>
                  </a:cubicBezTo>
                  <a:cubicBezTo>
                    <a:pt x="10241" y="13379"/>
                    <a:pt x="7681" y="11096"/>
                    <a:pt x="7457" y="8493"/>
                  </a:cubicBezTo>
                  <a:cubicBezTo>
                    <a:pt x="7393" y="7736"/>
                    <a:pt x="7499" y="6936"/>
                    <a:pt x="7606" y="6168"/>
                  </a:cubicBezTo>
                  <a:cubicBezTo>
                    <a:pt x="7766" y="5016"/>
                    <a:pt x="7926" y="3842"/>
                    <a:pt x="7510" y="2754"/>
                  </a:cubicBezTo>
                  <a:cubicBezTo>
                    <a:pt x="7073" y="1581"/>
                    <a:pt x="5985" y="642"/>
                    <a:pt x="4619" y="248"/>
                  </a:cubicBezTo>
                  <a:cubicBezTo>
                    <a:pt x="4078" y="81"/>
                    <a:pt x="3485" y="1"/>
                    <a:pt x="28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8"/>
            <p:cNvSpPr/>
            <p:nvPr/>
          </p:nvSpPr>
          <p:spPr>
            <a:xfrm>
              <a:off x="907111" y="1510524"/>
              <a:ext cx="1526347" cy="2960195"/>
            </a:xfrm>
            <a:custGeom>
              <a:rect b="b" l="l" r="r" t="t"/>
              <a:pathLst>
                <a:path extrusionOk="0" h="51972" w="26798">
                  <a:moveTo>
                    <a:pt x="2838" y="0"/>
                  </a:moveTo>
                  <a:cubicBezTo>
                    <a:pt x="2317" y="0"/>
                    <a:pt x="1769" y="50"/>
                    <a:pt x="1196" y="150"/>
                  </a:cubicBezTo>
                  <a:lnTo>
                    <a:pt x="1206" y="203"/>
                  </a:lnTo>
                  <a:cubicBezTo>
                    <a:pt x="1768" y="105"/>
                    <a:pt x="2306" y="57"/>
                    <a:pt x="2818" y="57"/>
                  </a:cubicBezTo>
                  <a:cubicBezTo>
                    <a:pt x="3639" y="57"/>
                    <a:pt x="4395" y="180"/>
                    <a:pt x="5079" y="416"/>
                  </a:cubicBezTo>
                  <a:cubicBezTo>
                    <a:pt x="6380" y="886"/>
                    <a:pt x="7425" y="1846"/>
                    <a:pt x="7852" y="2987"/>
                  </a:cubicBezTo>
                  <a:cubicBezTo>
                    <a:pt x="8247" y="4043"/>
                    <a:pt x="8119" y="5195"/>
                    <a:pt x="8001" y="6294"/>
                  </a:cubicBezTo>
                  <a:cubicBezTo>
                    <a:pt x="7905" y="7062"/>
                    <a:pt x="7809" y="7862"/>
                    <a:pt x="7905" y="8619"/>
                  </a:cubicBezTo>
                  <a:cubicBezTo>
                    <a:pt x="8055" y="9889"/>
                    <a:pt x="8727" y="11084"/>
                    <a:pt x="9826" y="12001"/>
                  </a:cubicBezTo>
                  <a:cubicBezTo>
                    <a:pt x="10882" y="12897"/>
                    <a:pt x="12215" y="13431"/>
                    <a:pt x="13559" y="13527"/>
                  </a:cubicBezTo>
                  <a:cubicBezTo>
                    <a:pt x="13922" y="13554"/>
                    <a:pt x="14284" y="13566"/>
                    <a:pt x="14644" y="13566"/>
                  </a:cubicBezTo>
                  <a:cubicBezTo>
                    <a:pt x="16237" y="13566"/>
                    <a:pt x="17776" y="13324"/>
                    <a:pt x="19117" y="13089"/>
                  </a:cubicBezTo>
                  <a:cubicBezTo>
                    <a:pt x="19529" y="13015"/>
                    <a:pt x="19923" y="12980"/>
                    <a:pt x="20298" y="12980"/>
                  </a:cubicBezTo>
                  <a:cubicBezTo>
                    <a:pt x="23643" y="12980"/>
                    <a:pt x="25534" y="15723"/>
                    <a:pt x="26157" y="17516"/>
                  </a:cubicBezTo>
                  <a:cubicBezTo>
                    <a:pt x="26723" y="19138"/>
                    <a:pt x="26424" y="21623"/>
                    <a:pt x="23864" y="23725"/>
                  </a:cubicBezTo>
                  <a:cubicBezTo>
                    <a:pt x="22962" y="24462"/>
                    <a:pt x="21945" y="24647"/>
                    <a:pt x="20809" y="24647"/>
                  </a:cubicBezTo>
                  <a:cubicBezTo>
                    <a:pt x="20253" y="24647"/>
                    <a:pt x="19667" y="24602"/>
                    <a:pt x="19053" y="24557"/>
                  </a:cubicBezTo>
                  <a:cubicBezTo>
                    <a:pt x="18392" y="24503"/>
                    <a:pt x="17700" y="24445"/>
                    <a:pt x="16983" y="24445"/>
                  </a:cubicBezTo>
                  <a:cubicBezTo>
                    <a:pt x="15860" y="24445"/>
                    <a:pt x="14679" y="24586"/>
                    <a:pt x="13474" y="25101"/>
                  </a:cubicBezTo>
                  <a:cubicBezTo>
                    <a:pt x="13175" y="25229"/>
                    <a:pt x="12855" y="25357"/>
                    <a:pt x="12546" y="25474"/>
                  </a:cubicBezTo>
                  <a:cubicBezTo>
                    <a:pt x="11820" y="25741"/>
                    <a:pt x="11095" y="26018"/>
                    <a:pt x="10455" y="26434"/>
                  </a:cubicBezTo>
                  <a:cubicBezTo>
                    <a:pt x="9399" y="27117"/>
                    <a:pt x="7596" y="28589"/>
                    <a:pt x="7319" y="30968"/>
                  </a:cubicBezTo>
                  <a:cubicBezTo>
                    <a:pt x="7169" y="32195"/>
                    <a:pt x="7532" y="33357"/>
                    <a:pt x="7863" y="34488"/>
                  </a:cubicBezTo>
                  <a:cubicBezTo>
                    <a:pt x="8215" y="35661"/>
                    <a:pt x="8545" y="36750"/>
                    <a:pt x="8375" y="37902"/>
                  </a:cubicBezTo>
                  <a:cubicBezTo>
                    <a:pt x="8087" y="39790"/>
                    <a:pt x="6476" y="41219"/>
                    <a:pt x="5121" y="42243"/>
                  </a:cubicBezTo>
                  <a:cubicBezTo>
                    <a:pt x="4961" y="42350"/>
                    <a:pt x="4812" y="42478"/>
                    <a:pt x="4652" y="42595"/>
                  </a:cubicBezTo>
                  <a:cubicBezTo>
                    <a:pt x="3222" y="43662"/>
                    <a:pt x="1750" y="44771"/>
                    <a:pt x="918" y="46329"/>
                  </a:cubicBezTo>
                  <a:cubicBezTo>
                    <a:pt x="1" y="48046"/>
                    <a:pt x="75" y="50703"/>
                    <a:pt x="1814" y="51972"/>
                  </a:cubicBezTo>
                  <a:lnTo>
                    <a:pt x="1846" y="51929"/>
                  </a:lnTo>
                  <a:cubicBezTo>
                    <a:pt x="139" y="50671"/>
                    <a:pt x="65" y="48057"/>
                    <a:pt x="972" y="46372"/>
                  </a:cubicBezTo>
                  <a:cubicBezTo>
                    <a:pt x="1793" y="44803"/>
                    <a:pt x="3265" y="43715"/>
                    <a:pt x="4695" y="42649"/>
                  </a:cubicBezTo>
                  <a:cubicBezTo>
                    <a:pt x="4855" y="42542"/>
                    <a:pt x="4993" y="42425"/>
                    <a:pt x="5153" y="42297"/>
                  </a:cubicBezTo>
                  <a:cubicBezTo>
                    <a:pt x="6529" y="41262"/>
                    <a:pt x="8140" y="39832"/>
                    <a:pt x="8439" y="37923"/>
                  </a:cubicBezTo>
                  <a:cubicBezTo>
                    <a:pt x="8609" y="36771"/>
                    <a:pt x="8279" y="35661"/>
                    <a:pt x="7927" y="34488"/>
                  </a:cubicBezTo>
                  <a:cubicBezTo>
                    <a:pt x="7596" y="33368"/>
                    <a:pt x="7255" y="32195"/>
                    <a:pt x="7393" y="30989"/>
                  </a:cubicBezTo>
                  <a:cubicBezTo>
                    <a:pt x="7681" y="28642"/>
                    <a:pt x="9463" y="27170"/>
                    <a:pt x="10508" y="26498"/>
                  </a:cubicBezTo>
                  <a:cubicBezTo>
                    <a:pt x="11127" y="26103"/>
                    <a:pt x="11863" y="25805"/>
                    <a:pt x="12588" y="25538"/>
                  </a:cubicBezTo>
                  <a:cubicBezTo>
                    <a:pt x="12887" y="25421"/>
                    <a:pt x="13207" y="25303"/>
                    <a:pt x="13517" y="25165"/>
                  </a:cubicBezTo>
                  <a:cubicBezTo>
                    <a:pt x="14733" y="24655"/>
                    <a:pt x="15930" y="24515"/>
                    <a:pt x="17062" y="24515"/>
                  </a:cubicBezTo>
                  <a:cubicBezTo>
                    <a:pt x="17757" y="24515"/>
                    <a:pt x="18427" y="24568"/>
                    <a:pt x="19064" y="24621"/>
                  </a:cubicBezTo>
                  <a:cubicBezTo>
                    <a:pt x="19687" y="24670"/>
                    <a:pt x="20282" y="24717"/>
                    <a:pt x="20848" y="24717"/>
                  </a:cubicBezTo>
                  <a:cubicBezTo>
                    <a:pt x="21988" y="24717"/>
                    <a:pt x="23012" y="24526"/>
                    <a:pt x="23917" y="23778"/>
                  </a:cubicBezTo>
                  <a:cubicBezTo>
                    <a:pt x="26488" y="21644"/>
                    <a:pt x="26798" y="19138"/>
                    <a:pt x="26221" y="17495"/>
                  </a:cubicBezTo>
                  <a:cubicBezTo>
                    <a:pt x="25589" y="15692"/>
                    <a:pt x="23672" y="12925"/>
                    <a:pt x="20309" y="12925"/>
                  </a:cubicBezTo>
                  <a:cubicBezTo>
                    <a:pt x="19930" y="12925"/>
                    <a:pt x="19533" y="12960"/>
                    <a:pt x="19117" y="13036"/>
                  </a:cubicBezTo>
                  <a:cubicBezTo>
                    <a:pt x="17794" y="13271"/>
                    <a:pt x="16251" y="13513"/>
                    <a:pt x="14655" y="13513"/>
                  </a:cubicBezTo>
                  <a:cubicBezTo>
                    <a:pt x="14295" y="13513"/>
                    <a:pt x="13933" y="13501"/>
                    <a:pt x="13570" y="13473"/>
                  </a:cubicBezTo>
                  <a:cubicBezTo>
                    <a:pt x="10722" y="13270"/>
                    <a:pt x="8247" y="11137"/>
                    <a:pt x="7959" y="8609"/>
                  </a:cubicBezTo>
                  <a:cubicBezTo>
                    <a:pt x="7873" y="7862"/>
                    <a:pt x="7969" y="7062"/>
                    <a:pt x="8055" y="6294"/>
                  </a:cubicBezTo>
                  <a:cubicBezTo>
                    <a:pt x="8183" y="5195"/>
                    <a:pt x="8300" y="4032"/>
                    <a:pt x="7905" y="2966"/>
                  </a:cubicBezTo>
                  <a:cubicBezTo>
                    <a:pt x="7468" y="1803"/>
                    <a:pt x="6412" y="832"/>
                    <a:pt x="5089" y="363"/>
                  </a:cubicBezTo>
                  <a:cubicBezTo>
                    <a:pt x="4405" y="122"/>
                    <a:pt x="3654" y="0"/>
                    <a:pt x="28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8"/>
            <p:cNvSpPr/>
            <p:nvPr/>
          </p:nvSpPr>
          <p:spPr>
            <a:xfrm>
              <a:off x="908934" y="1495088"/>
              <a:ext cx="1527543" cy="2975631"/>
            </a:xfrm>
            <a:custGeom>
              <a:rect b="b" l="l" r="r" t="t"/>
              <a:pathLst>
                <a:path extrusionOk="0" h="52243" w="26819">
                  <a:moveTo>
                    <a:pt x="2816" y="0"/>
                  </a:moveTo>
                  <a:cubicBezTo>
                    <a:pt x="2450" y="0"/>
                    <a:pt x="2073" y="23"/>
                    <a:pt x="1686" y="69"/>
                  </a:cubicBezTo>
                  <a:lnTo>
                    <a:pt x="1686" y="122"/>
                  </a:lnTo>
                  <a:cubicBezTo>
                    <a:pt x="2070" y="76"/>
                    <a:pt x="2444" y="54"/>
                    <a:pt x="2808" y="54"/>
                  </a:cubicBezTo>
                  <a:cubicBezTo>
                    <a:pt x="3807" y="54"/>
                    <a:pt x="4724" y="226"/>
                    <a:pt x="5537" y="570"/>
                  </a:cubicBezTo>
                  <a:cubicBezTo>
                    <a:pt x="6807" y="1103"/>
                    <a:pt x="7788" y="2074"/>
                    <a:pt x="8215" y="3237"/>
                  </a:cubicBezTo>
                  <a:cubicBezTo>
                    <a:pt x="8609" y="4271"/>
                    <a:pt x="8513" y="5381"/>
                    <a:pt x="8417" y="6458"/>
                  </a:cubicBezTo>
                  <a:cubicBezTo>
                    <a:pt x="8353" y="7216"/>
                    <a:pt x="8289" y="8016"/>
                    <a:pt x="8396" y="8762"/>
                  </a:cubicBezTo>
                  <a:cubicBezTo>
                    <a:pt x="8567" y="9989"/>
                    <a:pt x="9260" y="11141"/>
                    <a:pt x="10327" y="12016"/>
                  </a:cubicBezTo>
                  <a:cubicBezTo>
                    <a:pt x="11362" y="12869"/>
                    <a:pt x="12663" y="13392"/>
                    <a:pt x="13965" y="13488"/>
                  </a:cubicBezTo>
                  <a:cubicBezTo>
                    <a:pt x="14381" y="13519"/>
                    <a:pt x="14808" y="13534"/>
                    <a:pt x="15251" y="13534"/>
                  </a:cubicBezTo>
                  <a:cubicBezTo>
                    <a:pt x="16498" y="13534"/>
                    <a:pt x="17868" y="13412"/>
                    <a:pt x="19458" y="13168"/>
                  </a:cubicBezTo>
                  <a:cubicBezTo>
                    <a:pt x="19806" y="13114"/>
                    <a:pt x="20140" y="13088"/>
                    <a:pt x="20460" y="13088"/>
                  </a:cubicBezTo>
                  <a:cubicBezTo>
                    <a:pt x="23833" y="13088"/>
                    <a:pt x="25686" y="15926"/>
                    <a:pt x="26221" y="17563"/>
                  </a:cubicBezTo>
                  <a:cubicBezTo>
                    <a:pt x="26744" y="19163"/>
                    <a:pt x="26403" y="21606"/>
                    <a:pt x="23917" y="23644"/>
                  </a:cubicBezTo>
                  <a:cubicBezTo>
                    <a:pt x="22991" y="24405"/>
                    <a:pt x="21950" y="24587"/>
                    <a:pt x="20786" y="24587"/>
                  </a:cubicBezTo>
                  <a:cubicBezTo>
                    <a:pt x="20288" y="24587"/>
                    <a:pt x="19767" y="24553"/>
                    <a:pt x="19224" y="24518"/>
                  </a:cubicBezTo>
                  <a:cubicBezTo>
                    <a:pt x="18648" y="24481"/>
                    <a:pt x="18047" y="24441"/>
                    <a:pt x="17426" y="24441"/>
                  </a:cubicBezTo>
                  <a:cubicBezTo>
                    <a:pt x="16275" y="24441"/>
                    <a:pt x="15056" y="24579"/>
                    <a:pt x="13815" y="25126"/>
                  </a:cubicBezTo>
                  <a:cubicBezTo>
                    <a:pt x="13602" y="25222"/>
                    <a:pt x="13367" y="25318"/>
                    <a:pt x="13154" y="25404"/>
                  </a:cubicBezTo>
                  <a:cubicBezTo>
                    <a:pt x="12322" y="25756"/>
                    <a:pt x="11468" y="26118"/>
                    <a:pt x="10764" y="26620"/>
                  </a:cubicBezTo>
                  <a:cubicBezTo>
                    <a:pt x="9068" y="27847"/>
                    <a:pt x="8001" y="29511"/>
                    <a:pt x="7777" y="31313"/>
                  </a:cubicBezTo>
                  <a:cubicBezTo>
                    <a:pt x="7628" y="32519"/>
                    <a:pt x="7916" y="33650"/>
                    <a:pt x="8193" y="34738"/>
                  </a:cubicBezTo>
                  <a:cubicBezTo>
                    <a:pt x="8481" y="35900"/>
                    <a:pt x="8759" y="37010"/>
                    <a:pt x="8535" y="38130"/>
                  </a:cubicBezTo>
                  <a:cubicBezTo>
                    <a:pt x="8172" y="39901"/>
                    <a:pt x="6551" y="41277"/>
                    <a:pt x="5175" y="42280"/>
                  </a:cubicBezTo>
                  <a:lnTo>
                    <a:pt x="4961" y="42440"/>
                  </a:lnTo>
                  <a:cubicBezTo>
                    <a:pt x="3414" y="43560"/>
                    <a:pt x="1814" y="44712"/>
                    <a:pt x="950" y="46397"/>
                  </a:cubicBezTo>
                  <a:cubicBezTo>
                    <a:pt x="470" y="47325"/>
                    <a:pt x="278" y="48477"/>
                    <a:pt x="449" y="49544"/>
                  </a:cubicBezTo>
                  <a:cubicBezTo>
                    <a:pt x="620" y="50664"/>
                    <a:pt x="1142" y="51624"/>
                    <a:pt x="1910" y="52243"/>
                  </a:cubicBezTo>
                  <a:lnTo>
                    <a:pt x="1964" y="52211"/>
                  </a:lnTo>
                  <a:cubicBezTo>
                    <a:pt x="428" y="50995"/>
                    <a:pt x="1" y="48413"/>
                    <a:pt x="1014" y="46440"/>
                  </a:cubicBezTo>
                  <a:cubicBezTo>
                    <a:pt x="1889" y="44765"/>
                    <a:pt x="3468" y="43613"/>
                    <a:pt x="5015" y="42504"/>
                  </a:cubicBezTo>
                  <a:lnTo>
                    <a:pt x="5228" y="42344"/>
                  </a:lnTo>
                  <a:cubicBezTo>
                    <a:pt x="6615" y="41341"/>
                    <a:pt x="8257" y="39954"/>
                    <a:pt x="8620" y="38151"/>
                  </a:cubicBezTo>
                  <a:cubicBezTo>
                    <a:pt x="8844" y="37021"/>
                    <a:pt x="8567" y="35911"/>
                    <a:pt x="8268" y="34738"/>
                  </a:cubicBezTo>
                  <a:cubicBezTo>
                    <a:pt x="7991" y="33650"/>
                    <a:pt x="7713" y="32519"/>
                    <a:pt x="7863" y="31345"/>
                  </a:cubicBezTo>
                  <a:cubicBezTo>
                    <a:pt x="8076" y="29564"/>
                    <a:pt x="9122" y="27911"/>
                    <a:pt x="10818" y="26684"/>
                  </a:cubicBezTo>
                  <a:cubicBezTo>
                    <a:pt x="11511" y="26182"/>
                    <a:pt x="12364" y="25820"/>
                    <a:pt x="13196" y="25478"/>
                  </a:cubicBezTo>
                  <a:cubicBezTo>
                    <a:pt x="13410" y="25382"/>
                    <a:pt x="13634" y="25286"/>
                    <a:pt x="13858" y="25190"/>
                  </a:cubicBezTo>
                  <a:cubicBezTo>
                    <a:pt x="15113" y="24647"/>
                    <a:pt x="16340" y="24510"/>
                    <a:pt x="17502" y="24510"/>
                  </a:cubicBezTo>
                  <a:cubicBezTo>
                    <a:pt x="18098" y="24510"/>
                    <a:pt x="18677" y="24546"/>
                    <a:pt x="19234" y="24582"/>
                  </a:cubicBezTo>
                  <a:cubicBezTo>
                    <a:pt x="19777" y="24614"/>
                    <a:pt x="20298" y="24646"/>
                    <a:pt x="20797" y="24646"/>
                  </a:cubicBezTo>
                  <a:cubicBezTo>
                    <a:pt x="21976" y="24646"/>
                    <a:pt x="23034" y="24469"/>
                    <a:pt x="23971" y="23697"/>
                  </a:cubicBezTo>
                  <a:cubicBezTo>
                    <a:pt x="26488" y="21638"/>
                    <a:pt x="26819" y="19163"/>
                    <a:pt x="26296" y="17552"/>
                  </a:cubicBezTo>
                  <a:cubicBezTo>
                    <a:pt x="26157" y="17126"/>
                    <a:pt x="25603" y="15643"/>
                    <a:pt x="24237" y="14448"/>
                  </a:cubicBezTo>
                  <a:cubicBezTo>
                    <a:pt x="23162" y="13502"/>
                    <a:pt x="21900" y="13021"/>
                    <a:pt x="20500" y="13021"/>
                  </a:cubicBezTo>
                  <a:cubicBezTo>
                    <a:pt x="20164" y="13021"/>
                    <a:pt x="19820" y="13048"/>
                    <a:pt x="19469" y="13104"/>
                  </a:cubicBezTo>
                  <a:cubicBezTo>
                    <a:pt x="17879" y="13348"/>
                    <a:pt x="16509" y="13470"/>
                    <a:pt x="15270" y="13470"/>
                  </a:cubicBezTo>
                  <a:cubicBezTo>
                    <a:pt x="14830" y="13470"/>
                    <a:pt x="14407" y="13455"/>
                    <a:pt x="13997" y="13424"/>
                  </a:cubicBezTo>
                  <a:cubicBezTo>
                    <a:pt x="11244" y="13221"/>
                    <a:pt x="8823" y="11163"/>
                    <a:pt x="8471" y="8752"/>
                  </a:cubicBezTo>
                  <a:cubicBezTo>
                    <a:pt x="8364" y="8005"/>
                    <a:pt x="8428" y="7216"/>
                    <a:pt x="8503" y="6458"/>
                  </a:cubicBezTo>
                  <a:cubicBezTo>
                    <a:pt x="8577" y="5381"/>
                    <a:pt x="8673" y="4261"/>
                    <a:pt x="8289" y="3205"/>
                  </a:cubicBezTo>
                  <a:cubicBezTo>
                    <a:pt x="7841" y="2031"/>
                    <a:pt x="6860" y="1050"/>
                    <a:pt x="5569" y="517"/>
                  </a:cubicBezTo>
                  <a:cubicBezTo>
                    <a:pt x="4748" y="172"/>
                    <a:pt x="3823" y="0"/>
                    <a:pt x="28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8"/>
            <p:cNvSpPr/>
            <p:nvPr/>
          </p:nvSpPr>
          <p:spPr>
            <a:xfrm>
              <a:off x="908364" y="1476064"/>
              <a:ext cx="1540302" cy="2993458"/>
            </a:xfrm>
            <a:custGeom>
              <a:rect b="b" l="l" r="r" t="t"/>
              <a:pathLst>
                <a:path extrusionOk="0" h="52556" w="27043">
                  <a:moveTo>
                    <a:pt x="2793" y="1"/>
                  </a:moveTo>
                  <a:cubicBezTo>
                    <a:pt x="2598" y="1"/>
                    <a:pt x="2399" y="7"/>
                    <a:pt x="2198" y="18"/>
                  </a:cubicBezTo>
                  <a:lnTo>
                    <a:pt x="2198" y="72"/>
                  </a:lnTo>
                  <a:cubicBezTo>
                    <a:pt x="2396" y="60"/>
                    <a:pt x="2592" y="54"/>
                    <a:pt x="2785" y="54"/>
                  </a:cubicBezTo>
                  <a:cubicBezTo>
                    <a:pt x="3993" y="54"/>
                    <a:pt x="5091" y="284"/>
                    <a:pt x="6038" y="744"/>
                  </a:cubicBezTo>
                  <a:cubicBezTo>
                    <a:pt x="7265" y="1331"/>
                    <a:pt x="8214" y="2323"/>
                    <a:pt x="8641" y="3496"/>
                  </a:cubicBezTo>
                  <a:cubicBezTo>
                    <a:pt x="9004" y="4520"/>
                    <a:pt x="8950" y="5598"/>
                    <a:pt x="8897" y="6654"/>
                  </a:cubicBezTo>
                  <a:cubicBezTo>
                    <a:pt x="8854" y="7411"/>
                    <a:pt x="8811" y="8190"/>
                    <a:pt x="8950" y="8936"/>
                  </a:cubicBezTo>
                  <a:cubicBezTo>
                    <a:pt x="9345" y="11315"/>
                    <a:pt x="11702" y="13246"/>
                    <a:pt x="14412" y="13459"/>
                  </a:cubicBezTo>
                  <a:cubicBezTo>
                    <a:pt x="14941" y="13505"/>
                    <a:pt x="15489" y="13528"/>
                    <a:pt x="16061" y="13528"/>
                  </a:cubicBezTo>
                  <a:cubicBezTo>
                    <a:pt x="17219" y="13528"/>
                    <a:pt x="18470" y="13435"/>
                    <a:pt x="19842" y="13257"/>
                  </a:cubicBezTo>
                  <a:cubicBezTo>
                    <a:pt x="20126" y="13221"/>
                    <a:pt x="20401" y="13203"/>
                    <a:pt x="20666" y="13203"/>
                  </a:cubicBezTo>
                  <a:cubicBezTo>
                    <a:pt x="24072" y="13203"/>
                    <a:pt x="25842" y="16038"/>
                    <a:pt x="26328" y="17652"/>
                  </a:cubicBezTo>
                  <a:cubicBezTo>
                    <a:pt x="26552" y="18409"/>
                    <a:pt x="27042" y="21087"/>
                    <a:pt x="23991" y="23594"/>
                  </a:cubicBezTo>
                  <a:cubicBezTo>
                    <a:pt x="23038" y="24366"/>
                    <a:pt x="21956" y="24533"/>
                    <a:pt x="20746" y="24533"/>
                  </a:cubicBezTo>
                  <a:cubicBezTo>
                    <a:pt x="20318" y="24533"/>
                    <a:pt x="19875" y="24512"/>
                    <a:pt x="19415" y="24490"/>
                  </a:cubicBezTo>
                  <a:cubicBezTo>
                    <a:pt x="18962" y="24471"/>
                    <a:pt x="18493" y="24451"/>
                    <a:pt x="18011" y="24451"/>
                  </a:cubicBezTo>
                  <a:cubicBezTo>
                    <a:pt x="16800" y="24451"/>
                    <a:pt x="15508" y="24577"/>
                    <a:pt x="14188" y="25172"/>
                  </a:cubicBezTo>
                  <a:cubicBezTo>
                    <a:pt x="14092" y="25226"/>
                    <a:pt x="13985" y="25268"/>
                    <a:pt x="13879" y="25322"/>
                  </a:cubicBezTo>
                  <a:cubicBezTo>
                    <a:pt x="12908" y="25759"/>
                    <a:pt x="11894" y="26207"/>
                    <a:pt x="11105" y="26847"/>
                  </a:cubicBezTo>
                  <a:cubicBezTo>
                    <a:pt x="9526" y="28127"/>
                    <a:pt x="8502" y="29866"/>
                    <a:pt x="8267" y="31722"/>
                  </a:cubicBezTo>
                  <a:cubicBezTo>
                    <a:pt x="8118" y="32864"/>
                    <a:pt x="8353" y="33962"/>
                    <a:pt x="8566" y="35029"/>
                  </a:cubicBezTo>
                  <a:cubicBezTo>
                    <a:pt x="8801" y="36192"/>
                    <a:pt x="9025" y="37291"/>
                    <a:pt x="8747" y="38400"/>
                  </a:cubicBezTo>
                  <a:cubicBezTo>
                    <a:pt x="8321" y="40064"/>
                    <a:pt x="6763" y="41334"/>
                    <a:pt x="5281" y="42358"/>
                  </a:cubicBezTo>
                  <a:cubicBezTo>
                    <a:pt x="3712" y="43456"/>
                    <a:pt x="1920" y="44683"/>
                    <a:pt x="1014" y="46507"/>
                  </a:cubicBezTo>
                  <a:cubicBezTo>
                    <a:pt x="0" y="48555"/>
                    <a:pt x="459" y="51212"/>
                    <a:pt x="2038" y="52556"/>
                  </a:cubicBezTo>
                  <a:lnTo>
                    <a:pt x="2080" y="52502"/>
                  </a:lnTo>
                  <a:cubicBezTo>
                    <a:pt x="512" y="51169"/>
                    <a:pt x="64" y="48545"/>
                    <a:pt x="1067" y="46529"/>
                  </a:cubicBezTo>
                  <a:cubicBezTo>
                    <a:pt x="1963" y="44726"/>
                    <a:pt x="3744" y="43488"/>
                    <a:pt x="5313" y="42411"/>
                  </a:cubicBezTo>
                  <a:cubicBezTo>
                    <a:pt x="6785" y="41387"/>
                    <a:pt x="8363" y="40107"/>
                    <a:pt x="8801" y="38411"/>
                  </a:cubicBezTo>
                  <a:cubicBezTo>
                    <a:pt x="9078" y="37301"/>
                    <a:pt x="8854" y="36181"/>
                    <a:pt x="8619" y="35008"/>
                  </a:cubicBezTo>
                  <a:cubicBezTo>
                    <a:pt x="8385" y="33962"/>
                    <a:pt x="8171" y="32864"/>
                    <a:pt x="8321" y="31722"/>
                  </a:cubicBezTo>
                  <a:cubicBezTo>
                    <a:pt x="8577" y="29877"/>
                    <a:pt x="9580" y="28159"/>
                    <a:pt x="11148" y="26890"/>
                  </a:cubicBezTo>
                  <a:cubicBezTo>
                    <a:pt x="11937" y="26250"/>
                    <a:pt x="12929" y="25812"/>
                    <a:pt x="13911" y="25375"/>
                  </a:cubicBezTo>
                  <a:cubicBezTo>
                    <a:pt x="14007" y="25322"/>
                    <a:pt x="14103" y="25279"/>
                    <a:pt x="14220" y="25226"/>
                  </a:cubicBezTo>
                  <a:cubicBezTo>
                    <a:pt x="15501" y="24638"/>
                    <a:pt x="16771" y="24513"/>
                    <a:pt x="17967" y="24513"/>
                  </a:cubicBezTo>
                  <a:cubicBezTo>
                    <a:pt x="18464" y="24513"/>
                    <a:pt x="18948" y="24535"/>
                    <a:pt x="19415" y="24554"/>
                  </a:cubicBezTo>
                  <a:cubicBezTo>
                    <a:pt x="19868" y="24576"/>
                    <a:pt x="20314" y="24598"/>
                    <a:pt x="20748" y="24598"/>
                  </a:cubicBezTo>
                  <a:cubicBezTo>
                    <a:pt x="21951" y="24598"/>
                    <a:pt x="23070" y="24430"/>
                    <a:pt x="24034" y="23647"/>
                  </a:cubicBezTo>
                  <a:cubicBezTo>
                    <a:pt x="25218" y="22676"/>
                    <a:pt x="25986" y="21567"/>
                    <a:pt x="26349" y="20361"/>
                  </a:cubicBezTo>
                  <a:cubicBezTo>
                    <a:pt x="26712" y="19113"/>
                    <a:pt x="26520" y="18121"/>
                    <a:pt x="26381" y="17641"/>
                  </a:cubicBezTo>
                  <a:cubicBezTo>
                    <a:pt x="26125" y="16798"/>
                    <a:pt x="25485" y="15540"/>
                    <a:pt x="24418" y="14601"/>
                  </a:cubicBezTo>
                  <a:cubicBezTo>
                    <a:pt x="23367" y="13648"/>
                    <a:pt x="22093" y="13156"/>
                    <a:pt x="20690" y="13156"/>
                  </a:cubicBezTo>
                  <a:cubicBezTo>
                    <a:pt x="20412" y="13156"/>
                    <a:pt x="20129" y="13175"/>
                    <a:pt x="19842" y="13214"/>
                  </a:cubicBezTo>
                  <a:cubicBezTo>
                    <a:pt x="18464" y="13380"/>
                    <a:pt x="17209" y="13468"/>
                    <a:pt x="16046" y="13468"/>
                  </a:cubicBezTo>
                  <a:cubicBezTo>
                    <a:pt x="15488" y="13468"/>
                    <a:pt x="14952" y="13448"/>
                    <a:pt x="14433" y="13406"/>
                  </a:cubicBezTo>
                  <a:cubicBezTo>
                    <a:pt x="11734" y="13193"/>
                    <a:pt x="9398" y="11273"/>
                    <a:pt x="9004" y="8947"/>
                  </a:cubicBezTo>
                  <a:cubicBezTo>
                    <a:pt x="8886" y="8211"/>
                    <a:pt x="8918" y="7422"/>
                    <a:pt x="8961" y="6664"/>
                  </a:cubicBezTo>
                  <a:cubicBezTo>
                    <a:pt x="9014" y="5608"/>
                    <a:pt x="9068" y="4520"/>
                    <a:pt x="8694" y="3485"/>
                  </a:cubicBezTo>
                  <a:cubicBezTo>
                    <a:pt x="8267" y="2301"/>
                    <a:pt x="7307" y="1288"/>
                    <a:pt x="6070" y="691"/>
                  </a:cubicBezTo>
                  <a:cubicBezTo>
                    <a:pt x="5104" y="231"/>
                    <a:pt x="4012" y="1"/>
                    <a:pt x="27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8"/>
            <p:cNvSpPr/>
            <p:nvPr/>
          </p:nvSpPr>
          <p:spPr>
            <a:xfrm>
              <a:off x="919300" y="1458805"/>
              <a:ext cx="1536030" cy="3010716"/>
            </a:xfrm>
            <a:custGeom>
              <a:rect b="b" l="l" r="r" t="t"/>
              <a:pathLst>
                <a:path extrusionOk="0" h="52859" w="26968">
                  <a:moveTo>
                    <a:pt x="2710" y="0"/>
                  </a:moveTo>
                  <a:cubicBezTo>
                    <a:pt x="2664" y="0"/>
                    <a:pt x="2618" y="1"/>
                    <a:pt x="2571" y="1"/>
                  </a:cubicBezTo>
                  <a:lnTo>
                    <a:pt x="2571" y="55"/>
                  </a:lnTo>
                  <a:cubicBezTo>
                    <a:pt x="2620" y="54"/>
                    <a:pt x="2669" y="54"/>
                    <a:pt x="2718" y="54"/>
                  </a:cubicBezTo>
                  <a:cubicBezTo>
                    <a:pt x="4089" y="54"/>
                    <a:pt x="5329" y="343"/>
                    <a:pt x="6401" y="940"/>
                  </a:cubicBezTo>
                  <a:cubicBezTo>
                    <a:pt x="7585" y="1591"/>
                    <a:pt x="8481" y="2615"/>
                    <a:pt x="8908" y="3810"/>
                  </a:cubicBezTo>
                  <a:cubicBezTo>
                    <a:pt x="9249" y="4791"/>
                    <a:pt x="9238" y="5847"/>
                    <a:pt x="9206" y="6861"/>
                  </a:cubicBezTo>
                  <a:cubicBezTo>
                    <a:pt x="9196" y="7618"/>
                    <a:pt x="9185" y="8418"/>
                    <a:pt x="9334" y="9154"/>
                  </a:cubicBezTo>
                  <a:cubicBezTo>
                    <a:pt x="9558" y="10274"/>
                    <a:pt x="10252" y="11309"/>
                    <a:pt x="11265" y="12109"/>
                  </a:cubicBezTo>
                  <a:cubicBezTo>
                    <a:pt x="12236" y="12877"/>
                    <a:pt x="13463" y="13357"/>
                    <a:pt x="14700" y="13464"/>
                  </a:cubicBezTo>
                  <a:cubicBezTo>
                    <a:pt x="15370" y="13516"/>
                    <a:pt x="16069" y="13544"/>
                    <a:pt x="16793" y="13544"/>
                  </a:cubicBezTo>
                  <a:cubicBezTo>
                    <a:pt x="17832" y="13544"/>
                    <a:pt x="18923" y="13487"/>
                    <a:pt x="20055" y="13368"/>
                  </a:cubicBezTo>
                  <a:cubicBezTo>
                    <a:pt x="20282" y="13344"/>
                    <a:pt x="20502" y="13333"/>
                    <a:pt x="20716" y="13333"/>
                  </a:cubicBezTo>
                  <a:cubicBezTo>
                    <a:pt x="24268" y="13333"/>
                    <a:pt x="25911" y="16453"/>
                    <a:pt x="26253" y="17731"/>
                  </a:cubicBezTo>
                  <a:cubicBezTo>
                    <a:pt x="26456" y="18477"/>
                    <a:pt x="26882" y="21102"/>
                    <a:pt x="23895" y="23545"/>
                  </a:cubicBezTo>
                  <a:cubicBezTo>
                    <a:pt x="22898" y="24356"/>
                    <a:pt x="21714" y="24491"/>
                    <a:pt x="20449" y="24491"/>
                  </a:cubicBezTo>
                  <a:cubicBezTo>
                    <a:pt x="20116" y="24491"/>
                    <a:pt x="19778" y="24481"/>
                    <a:pt x="19436" y="24473"/>
                  </a:cubicBezTo>
                  <a:cubicBezTo>
                    <a:pt x="19080" y="24463"/>
                    <a:pt x="18713" y="24452"/>
                    <a:pt x="18337" y="24452"/>
                  </a:cubicBezTo>
                  <a:cubicBezTo>
                    <a:pt x="17082" y="24452"/>
                    <a:pt x="15732" y="24568"/>
                    <a:pt x="14369" y="25209"/>
                  </a:cubicBezTo>
                  <a:cubicBezTo>
                    <a:pt x="13153" y="25763"/>
                    <a:pt x="12086" y="26297"/>
                    <a:pt x="11265" y="27043"/>
                  </a:cubicBezTo>
                  <a:cubicBezTo>
                    <a:pt x="9772" y="28377"/>
                    <a:pt x="8833" y="30126"/>
                    <a:pt x="8566" y="32078"/>
                  </a:cubicBezTo>
                  <a:cubicBezTo>
                    <a:pt x="8427" y="33177"/>
                    <a:pt x="8587" y="34244"/>
                    <a:pt x="8747" y="35257"/>
                  </a:cubicBezTo>
                  <a:cubicBezTo>
                    <a:pt x="8918" y="36452"/>
                    <a:pt x="9100" y="37572"/>
                    <a:pt x="8758" y="38650"/>
                  </a:cubicBezTo>
                  <a:cubicBezTo>
                    <a:pt x="8246" y="40292"/>
                    <a:pt x="6646" y="41445"/>
                    <a:pt x="5185" y="42426"/>
                  </a:cubicBezTo>
                  <a:cubicBezTo>
                    <a:pt x="3488" y="43546"/>
                    <a:pt x="1760" y="44794"/>
                    <a:pt x="886" y="46597"/>
                  </a:cubicBezTo>
                  <a:cubicBezTo>
                    <a:pt x="406" y="47578"/>
                    <a:pt x="246" y="48762"/>
                    <a:pt x="448" y="49925"/>
                  </a:cubicBezTo>
                  <a:cubicBezTo>
                    <a:pt x="651" y="51099"/>
                    <a:pt x="1195" y="52133"/>
                    <a:pt x="1984" y="52848"/>
                  </a:cubicBezTo>
                  <a:lnTo>
                    <a:pt x="2048" y="52859"/>
                  </a:lnTo>
                  <a:cubicBezTo>
                    <a:pt x="459" y="51419"/>
                    <a:pt x="0" y="48720"/>
                    <a:pt x="971" y="46672"/>
                  </a:cubicBezTo>
                  <a:cubicBezTo>
                    <a:pt x="1824" y="44879"/>
                    <a:pt x="3542" y="43631"/>
                    <a:pt x="5238" y="42511"/>
                  </a:cubicBezTo>
                  <a:cubicBezTo>
                    <a:pt x="6699" y="41541"/>
                    <a:pt x="8321" y="40356"/>
                    <a:pt x="8833" y="38703"/>
                  </a:cubicBezTo>
                  <a:cubicBezTo>
                    <a:pt x="9185" y="37594"/>
                    <a:pt x="9014" y="36473"/>
                    <a:pt x="8822" y="35289"/>
                  </a:cubicBezTo>
                  <a:cubicBezTo>
                    <a:pt x="8662" y="34265"/>
                    <a:pt x="8491" y="33220"/>
                    <a:pt x="8651" y="32110"/>
                  </a:cubicBezTo>
                  <a:cubicBezTo>
                    <a:pt x="8918" y="30169"/>
                    <a:pt x="9846" y="28452"/>
                    <a:pt x="11329" y="27118"/>
                  </a:cubicBezTo>
                  <a:cubicBezTo>
                    <a:pt x="12161" y="26382"/>
                    <a:pt x="13228" y="25849"/>
                    <a:pt x="14423" y="25283"/>
                  </a:cubicBezTo>
                  <a:cubicBezTo>
                    <a:pt x="15775" y="24652"/>
                    <a:pt x="17120" y="24538"/>
                    <a:pt x="18368" y="24538"/>
                  </a:cubicBezTo>
                  <a:cubicBezTo>
                    <a:pt x="18744" y="24538"/>
                    <a:pt x="19112" y="24548"/>
                    <a:pt x="19468" y="24558"/>
                  </a:cubicBezTo>
                  <a:cubicBezTo>
                    <a:pt x="19783" y="24564"/>
                    <a:pt x="20094" y="24571"/>
                    <a:pt x="20401" y="24571"/>
                  </a:cubicBezTo>
                  <a:cubicBezTo>
                    <a:pt x="21707" y="24571"/>
                    <a:pt x="22931" y="24447"/>
                    <a:pt x="23959" y="23609"/>
                  </a:cubicBezTo>
                  <a:cubicBezTo>
                    <a:pt x="26968" y="21144"/>
                    <a:pt x="26530" y="18488"/>
                    <a:pt x="26328" y="17731"/>
                  </a:cubicBezTo>
                  <a:cubicBezTo>
                    <a:pt x="26104" y="16899"/>
                    <a:pt x="25506" y="15683"/>
                    <a:pt x="24461" y="14744"/>
                  </a:cubicBezTo>
                  <a:cubicBezTo>
                    <a:pt x="23411" y="13778"/>
                    <a:pt x="22120" y="13281"/>
                    <a:pt x="20705" y="13281"/>
                  </a:cubicBezTo>
                  <a:cubicBezTo>
                    <a:pt x="20495" y="13281"/>
                    <a:pt x="20281" y="13292"/>
                    <a:pt x="20066" y="13314"/>
                  </a:cubicBezTo>
                  <a:cubicBezTo>
                    <a:pt x="18934" y="13434"/>
                    <a:pt x="17843" y="13490"/>
                    <a:pt x="16805" y="13490"/>
                  </a:cubicBezTo>
                  <a:cubicBezTo>
                    <a:pt x="16083" y="13490"/>
                    <a:pt x="15387" y="13463"/>
                    <a:pt x="14721" y="13410"/>
                  </a:cubicBezTo>
                  <a:cubicBezTo>
                    <a:pt x="12140" y="13197"/>
                    <a:pt x="9846" y="11362"/>
                    <a:pt x="9398" y="9143"/>
                  </a:cubicBezTo>
                  <a:cubicBezTo>
                    <a:pt x="9238" y="8407"/>
                    <a:pt x="9260" y="7661"/>
                    <a:pt x="9281" y="6861"/>
                  </a:cubicBezTo>
                  <a:cubicBezTo>
                    <a:pt x="9292" y="5847"/>
                    <a:pt x="9313" y="4791"/>
                    <a:pt x="8961" y="3788"/>
                  </a:cubicBezTo>
                  <a:cubicBezTo>
                    <a:pt x="8534" y="2594"/>
                    <a:pt x="7627" y="1570"/>
                    <a:pt x="6422" y="898"/>
                  </a:cubicBezTo>
                  <a:cubicBezTo>
                    <a:pt x="5338" y="309"/>
                    <a:pt x="4094" y="0"/>
                    <a:pt x="27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8"/>
            <p:cNvSpPr/>
            <p:nvPr/>
          </p:nvSpPr>
          <p:spPr>
            <a:xfrm>
              <a:off x="917477" y="1437616"/>
              <a:ext cx="1536656" cy="3031278"/>
            </a:xfrm>
            <a:custGeom>
              <a:rect b="b" l="l" r="r" t="t"/>
              <a:pathLst>
                <a:path extrusionOk="0" h="53220" w="26979">
                  <a:moveTo>
                    <a:pt x="3094" y="0"/>
                  </a:moveTo>
                  <a:lnTo>
                    <a:pt x="3094" y="53"/>
                  </a:lnTo>
                  <a:cubicBezTo>
                    <a:pt x="4523" y="96"/>
                    <a:pt x="5803" y="469"/>
                    <a:pt x="6913" y="1163"/>
                  </a:cubicBezTo>
                  <a:cubicBezTo>
                    <a:pt x="8054" y="1867"/>
                    <a:pt x="8908" y="2923"/>
                    <a:pt x="9334" y="4118"/>
                  </a:cubicBezTo>
                  <a:cubicBezTo>
                    <a:pt x="9686" y="5078"/>
                    <a:pt x="9686" y="6091"/>
                    <a:pt x="9697" y="7073"/>
                  </a:cubicBezTo>
                  <a:cubicBezTo>
                    <a:pt x="9697" y="7883"/>
                    <a:pt x="9708" y="8641"/>
                    <a:pt x="9878" y="9377"/>
                  </a:cubicBezTo>
                  <a:cubicBezTo>
                    <a:pt x="10401" y="11553"/>
                    <a:pt x="12620" y="13270"/>
                    <a:pt x="15159" y="13494"/>
                  </a:cubicBezTo>
                  <a:cubicBezTo>
                    <a:pt x="16066" y="13575"/>
                    <a:pt x="17002" y="13615"/>
                    <a:pt x="17955" y="13615"/>
                  </a:cubicBezTo>
                  <a:cubicBezTo>
                    <a:pt x="18772" y="13615"/>
                    <a:pt x="19602" y="13586"/>
                    <a:pt x="20439" y="13526"/>
                  </a:cubicBezTo>
                  <a:cubicBezTo>
                    <a:pt x="20585" y="13516"/>
                    <a:pt x="20728" y="13511"/>
                    <a:pt x="20869" y="13511"/>
                  </a:cubicBezTo>
                  <a:cubicBezTo>
                    <a:pt x="24091" y="13511"/>
                    <a:pt x="25940" y="16130"/>
                    <a:pt x="26360" y="17868"/>
                  </a:cubicBezTo>
                  <a:cubicBezTo>
                    <a:pt x="26552" y="18604"/>
                    <a:pt x="26914" y="21175"/>
                    <a:pt x="23991" y="23554"/>
                  </a:cubicBezTo>
                  <a:cubicBezTo>
                    <a:pt x="22902" y="24444"/>
                    <a:pt x="21595" y="24527"/>
                    <a:pt x="20196" y="24527"/>
                  </a:cubicBezTo>
                  <a:cubicBezTo>
                    <a:pt x="20019" y="24527"/>
                    <a:pt x="19840" y="24526"/>
                    <a:pt x="19660" y="24525"/>
                  </a:cubicBezTo>
                  <a:cubicBezTo>
                    <a:pt x="19474" y="24523"/>
                    <a:pt x="19284" y="24522"/>
                    <a:pt x="19091" y="24522"/>
                  </a:cubicBezTo>
                  <a:cubicBezTo>
                    <a:pt x="17743" y="24522"/>
                    <a:pt x="16257" y="24595"/>
                    <a:pt x="14764" y="25314"/>
                  </a:cubicBezTo>
                  <a:cubicBezTo>
                    <a:pt x="13644" y="25847"/>
                    <a:pt x="12481" y="26455"/>
                    <a:pt x="11628" y="27309"/>
                  </a:cubicBezTo>
                  <a:cubicBezTo>
                    <a:pt x="10252" y="28674"/>
                    <a:pt x="9377" y="30466"/>
                    <a:pt x="9078" y="32514"/>
                  </a:cubicBezTo>
                  <a:cubicBezTo>
                    <a:pt x="8918" y="33581"/>
                    <a:pt x="9025" y="34584"/>
                    <a:pt x="9132" y="35555"/>
                  </a:cubicBezTo>
                  <a:cubicBezTo>
                    <a:pt x="9260" y="36749"/>
                    <a:pt x="9377" y="37891"/>
                    <a:pt x="8972" y="38968"/>
                  </a:cubicBezTo>
                  <a:cubicBezTo>
                    <a:pt x="8406" y="40483"/>
                    <a:pt x="6838" y="41571"/>
                    <a:pt x="5291" y="42553"/>
                  </a:cubicBezTo>
                  <a:cubicBezTo>
                    <a:pt x="3563" y="43662"/>
                    <a:pt x="1824" y="44931"/>
                    <a:pt x="971" y="46766"/>
                  </a:cubicBezTo>
                  <a:cubicBezTo>
                    <a:pt x="0" y="48857"/>
                    <a:pt x="491" y="51652"/>
                    <a:pt x="2134" y="53220"/>
                  </a:cubicBezTo>
                  <a:lnTo>
                    <a:pt x="2176" y="53188"/>
                  </a:lnTo>
                  <a:cubicBezTo>
                    <a:pt x="544" y="51620"/>
                    <a:pt x="53" y="48868"/>
                    <a:pt x="1024" y="46788"/>
                  </a:cubicBezTo>
                  <a:cubicBezTo>
                    <a:pt x="1867" y="44963"/>
                    <a:pt x="3584" y="43694"/>
                    <a:pt x="5323" y="42606"/>
                  </a:cubicBezTo>
                  <a:cubicBezTo>
                    <a:pt x="6881" y="41614"/>
                    <a:pt x="8459" y="40526"/>
                    <a:pt x="9025" y="38990"/>
                  </a:cubicBezTo>
                  <a:cubicBezTo>
                    <a:pt x="9441" y="37902"/>
                    <a:pt x="9324" y="36760"/>
                    <a:pt x="9185" y="35555"/>
                  </a:cubicBezTo>
                  <a:cubicBezTo>
                    <a:pt x="9078" y="34573"/>
                    <a:pt x="8993" y="33581"/>
                    <a:pt x="9132" y="32525"/>
                  </a:cubicBezTo>
                  <a:cubicBezTo>
                    <a:pt x="9430" y="30498"/>
                    <a:pt x="10305" y="28706"/>
                    <a:pt x="11670" y="27362"/>
                  </a:cubicBezTo>
                  <a:cubicBezTo>
                    <a:pt x="12524" y="26509"/>
                    <a:pt x="13665" y="25901"/>
                    <a:pt x="14785" y="25367"/>
                  </a:cubicBezTo>
                  <a:cubicBezTo>
                    <a:pt x="16269" y="24649"/>
                    <a:pt x="17688" y="24575"/>
                    <a:pt x="19070" y="24575"/>
                  </a:cubicBezTo>
                  <a:cubicBezTo>
                    <a:pt x="19268" y="24575"/>
                    <a:pt x="19464" y="24577"/>
                    <a:pt x="19660" y="24578"/>
                  </a:cubicBezTo>
                  <a:cubicBezTo>
                    <a:pt x="19811" y="24579"/>
                    <a:pt x="19961" y="24580"/>
                    <a:pt x="20109" y="24580"/>
                  </a:cubicBezTo>
                  <a:cubicBezTo>
                    <a:pt x="21552" y="24580"/>
                    <a:pt x="22903" y="24495"/>
                    <a:pt x="24034" y="23586"/>
                  </a:cubicBezTo>
                  <a:cubicBezTo>
                    <a:pt x="26978" y="21186"/>
                    <a:pt x="26616" y="18593"/>
                    <a:pt x="26434" y="17847"/>
                  </a:cubicBezTo>
                  <a:cubicBezTo>
                    <a:pt x="26232" y="17047"/>
                    <a:pt x="25666" y="15873"/>
                    <a:pt x="24653" y="14924"/>
                  </a:cubicBezTo>
                  <a:cubicBezTo>
                    <a:pt x="23910" y="14231"/>
                    <a:pt x="22663" y="13437"/>
                    <a:pt x="20867" y="13437"/>
                  </a:cubicBezTo>
                  <a:cubicBezTo>
                    <a:pt x="20728" y="13437"/>
                    <a:pt x="20585" y="13442"/>
                    <a:pt x="20439" y="13452"/>
                  </a:cubicBezTo>
                  <a:cubicBezTo>
                    <a:pt x="19578" y="13517"/>
                    <a:pt x="18728" y="13549"/>
                    <a:pt x="17894" y="13549"/>
                  </a:cubicBezTo>
                  <a:cubicBezTo>
                    <a:pt x="16961" y="13549"/>
                    <a:pt x="16048" y="13509"/>
                    <a:pt x="15159" y="13430"/>
                  </a:cubicBezTo>
                  <a:cubicBezTo>
                    <a:pt x="12641" y="13217"/>
                    <a:pt x="10444" y="11500"/>
                    <a:pt x="9932" y="9366"/>
                  </a:cubicBezTo>
                  <a:cubicBezTo>
                    <a:pt x="9761" y="8630"/>
                    <a:pt x="9761" y="7873"/>
                    <a:pt x="9750" y="7073"/>
                  </a:cubicBezTo>
                  <a:cubicBezTo>
                    <a:pt x="9750" y="6091"/>
                    <a:pt x="9740" y="5078"/>
                    <a:pt x="9388" y="4107"/>
                  </a:cubicBezTo>
                  <a:cubicBezTo>
                    <a:pt x="8950" y="2891"/>
                    <a:pt x="8086" y="1846"/>
                    <a:pt x="6934" y="1120"/>
                  </a:cubicBezTo>
                  <a:cubicBezTo>
                    <a:pt x="5814" y="427"/>
                    <a:pt x="4534" y="53"/>
                    <a:pt x="30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8"/>
            <p:cNvSpPr/>
            <p:nvPr/>
          </p:nvSpPr>
          <p:spPr>
            <a:xfrm>
              <a:off x="922319" y="1417567"/>
              <a:ext cx="1531815" cy="3050758"/>
            </a:xfrm>
            <a:custGeom>
              <a:rect b="b" l="l" r="r" t="t"/>
              <a:pathLst>
                <a:path extrusionOk="0" h="53562" w="26894">
                  <a:moveTo>
                    <a:pt x="3531" y="0"/>
                  </a:moveTo>
                  <a:lnTo>
                    <a:pt x="3531" y="53"/>
                  </a:lnTo>
                  <a:cubicBezTo>
                    <a:pt x="4940" y="171"/>
                    <a:pt x="6252" y="619"/>
                    <a:pt x="7329" y="1387"/>
                  </a:cubicBezTo>
                  <a:cubicBezTo>
                    <a:pt x="8406" y="2144"/>
                    <a:pt x="9239" y="3232"/>
                    <a:pt x="9665" y="4448"/>
                  </a:cubicBezTo>
                  <a:cubicBezTo>
                    <a:pt x="9985" y="5366"/>
                    <a:pt x="10017" y="6347"/>
                    <a:pt x="10060" y="7275"/>
                  </a:cubicBezTo>
                  <a:cubicBezTo>
                    <a:pt x="10092" y="8086"/>
                    <a:pt x="10124" y="8865"/>
                    <a:pt x="10327" y="9590"/>
                  </a:cubicBezTo>
                  <a:cubicBezTo>
                    <a:pt x="10625" y="10625"/>
                    <a:pt x="11287" y="11553"/>
                    <a:pt x="12257" y="12278"/>
                  </a:cubicBezTo>
                  <a:cubicBezTo>
                    <a:pt x="13196" y="12972"/>
                    <a:pt x="14359" y="13409"/>
                    <a:pt x="15511" y="13516"/>
                  </a:cubicBezTo>
                  <a:lnTo>
                    <a:pt x="16354" y="13601"/>
                  </a:lnTo>
                  <a:cubicBezTo>
                    <a:pt x="17268" y="13700"/>
                    <a:pt x="18202" y="13790"/>
                    <a:pt x="19104" y="13790"/>
                  </a:cubicBezTo>
                  <a:cubicBezTo>
                    <a:pt x="19665" y="13790"/>
                    <a:pt x="20214" y="13755"/>
                    <a:pt x="20738" y="13665"/>
                  </a:cubicBezTo>
                  <a:cubicBezTo>
                    <a:pt x="21021" y="13616"/>
                    <a:pt x="21293" y="13593"/>
                    <a:pt x="21554" y="13593"/>
                  </a:cubicBezTo>
                  <a:cubicBezTo>
                    <a:pt x="24467" y="13593"/>
                    <a:pt x="26048" y="16458"/>
                    <a:pt x="26381" y="17985"/>
                  </a:cubicBezTo>
                  <a:cubicBezTo>
                    <a:pt x="26541" y="18700"/>
                    <a:pt x="26819" y="21228"/>
                    <a:pt x="23981" y="23532"/>
                  </a:cubicBezTo>
                  <a:cubicBezTo>
                    <a:pt x="22786" y="24503"/>
                    <a:pt x="21314" y="24514"/>
                    <a:pt x="19767" y="24546"/>
                  </a:cubicBezTo>
                  <a:cubicBezTo>
                    <a:pt x="18253" y="24567"/>
                    <a:pt x="16674" y="24589"/>
                    <a:pt x="15052" y="25399"/>
                  </a:cubicBezTo>
                  <a:cubicBezTo>
                    <a:pt x="14060" y="25890"/>
                    <a:pt x="12791" y="26583"/>
                    <a:pt x="11884" y="27575"/>
                  </a:cubicBezTo>
                  <a:cubicBezTo>
                    <a:pt x="10636" y="28941"/>
                    <a:pt x="9825" y="30744"/>
                    <a:pt x="9495" y="32930"/>
                  </a:cubicBezTo>
                  <a:cubicBezTo>
                    <a:pt x="9345" y="33923"/>
                    <a:pt x="9399" y="34861"/>
                    <a:pt x="9452" y="35789"/>
                  </a:cubicBezTo>
                  <a:cubicBezTo>
                    <a:pt x="9516" y="37016"/>
                    <a:pt x="9580" y="38190"/>
                    <a:pt x="9100" y="39256"/>
                  </a:cubicBezTo>
                  <a:cubicBezTo>
                    <a:pt x="8492" y="40654"/>
                    <a:pt x="7020" y="41624"/>
                    <a:pt x="5313" y="42649"/>
                  </a:cubicBezTo>
                  <a:cubicBezTo>
                    <a:pt x="3755" y="43598"/>
                    <a:pt x="1846" y="44931"/>
                    <a:pt x="971" y="46894"/>
                  </a:cubicBezTo>
                  <a:cubicBezTo>
                    <a:pt x="0" y="49038"/>
                    <a:pt x="502" y="51855"/>
                    <a:pt x="2177" y="53561"/>
                  </a:cubicBezTo>
                  <a:lnTo>
                    <a:pt x="2209" y="53551"/>
                  </a:lnTo>
                  <a:cubicBezTo>
                    <a:pt x="545" y="51855"/>
                    <a:pt x="32" y="49081"/>
                    <a:pt x="993" y="46948"/>
                  </a:cubicBezTo>
                  <a:cubicBezTo>
                    <a:pt x="1878" y="44995"/>
                    <a:pt x="3766" y="43683"/>
                    <a:pt x="5324" y="42734"/>
                  </a:cubicBezTo>
                  <a:cubicBezTo>
                    <a:pt x="7030" y="41688"/>
                    <a:pt x="8513" y="40718"/>
                    <a:pt x="9143" y="39310"/>
                  </a:cubicBezTo>
                  <a:cubicBezTo>
                    <a:pt x="9623" y="38222"/>
                    <a:pt x="9559" y="37048"/>
                    <a:pt x="9484" y="35811"/>
                  </a:cubicBezTo>
                  <a:cubicBezTo>
                    <a:pt x="9431" y="34893"/>
                    <a:pt x="9377" y="33944"/>
                    <a:pt x="9527" y="32962"/>
                  </a:cubicBezTo>
                  <a:cubicBezTo>
                    <a:pt x="9857" y="30786"/>
                    <a:pt x="10657" y="28994"/>
                    <a:pt x="11916" y="27629"/>
                  </a:cubicBezTo>
                  <a:cubicBezTo>
                    <a:pt x="12823" y="26637"/>
                    <a:pt x="14071" y="25954"/>
                    <a:pt x="15063" y="25463"/>
                  </a:cubicBezTo>
                  <a:cubicBezTo>
                    <a:pt x="16684" y="24663"/>
                    <a:pt x="18253" y="24653"/>
                    <a:pt x="19757" y="24621"/>
                  </a:cubicBezTo>
                  <a:cubicBezTo>
                    <a:pt x="21314" y="24599"/>
                    <a:pt x="22797" y="24567"/>
                    <a:pt x="24013" y="23596"/>
                  </a:cubicBezTo>
                  <a:cubicBezTo>
                    <a:pt x="26893" y="21260"/>
                    <a:pt x="26595" y="18721"/>
                    <a:pt x="26435" y="17985"/>
                  </a:cubicBezTo>
                  <a:cubicBezTo>
                    <a:pt x="26264" y="17196"/>
                    <a:pt x="25720" y="15927"/>
                    <a:pt x="24738" y="14945"/>
                  </a:cubicBezTo>
                  <a:cubicBezTo>
                    <a:pt x="24076" y="14273"/>
                    <a:pt x="23011" y="13540"/>
                    <a:pt x="21539" y="13540"/>
                  </a:cubicBezTo>
                  <a:cubicBezTo>
                    <a:pt x="21281" y="13540"/>
                    <a:pt x="21010" y="13562"/>
                    <a:pt x="20727" y="13612"/>
                  </a:cubicBezTo>
                  <a:cubicBezTo>
                    <a:pt x="20227" y="13698"/>
                    <a:pt x="19704" y="13731"/>
                    <a:pt x="19168" y="13731"/>
                  </a:cubicBezTo>
                  <a:cubicBezTo>
                    <a:pt x="18252" y="13731"/>
                    <a:pt x="17300" y="13635"/>
                    <a:pt x="16364" y="13548"/>
                  </a:cubicBezTo>
                  <a:lnTo>
                    <a:pt x="15532" y="13462"/>
                  </a:lnTo>
                  <a:cubicBezTo>
                    <a:pt x="13111" y="13249"/>
                    <a:pt x="10956" y="11617"/>
                    <a:pt x="10391" y="9590"/>
                  </a:cubicBezTo>
                  <a:cubicBezTo>
                    <a:pt x="10199" y="8865"/>
                    <a:pt x="10167" y="8097"/>
                    <a:pt x="10124" y="7286"/>
                  </a:cubicBezTo>
                  <a:cubicBezTo>
                    <a:pt x="10092" y="6347"/>
                    <a:pt x="10039" y="5366"/>
                    <a:pt x="9719" y="4438"/>
                  </a:cubicBezTo>
                  <a:cubicBezTo>
                    <a:pt x="9292" y="3211"/>
                    <a:pt x="8449" y="2112"/>
                    <a:pt x="7350" y="1344"/>
                  </a:cubicBezTo>
                  <a:cubicBezTo>
                    <a:pt x="6262" y="587"/>
                    <a:pt x="4940" y="117"/>
                    <a:pt x="3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8"/>
            <p:cNvSpPr/>
            <p:nvPr/>
          </p:nvSpPr>
          <p:spPr>
            <a:xfrm>
              <a:off x="930236" y="1395694"/>
              <a:ext cx="1520253" cy="3072629"/>
            </a:xfrm>
            <a:custGeom>
              <a:rect b="b" l="l" r="r" t="t"/>
              <a:pathLst>
                <a:path extrusionOk="0" h="53946" w="26691">
                  <a:moveTo>
                    <a:pt x="3926" y="0"/>
                  </a:moveTo>
                  <a:lnTo>
                    <a:pt x="3904" y="53"/>
                  </a:lnTo>
                  <a:cubicBezTo>
                    <a:pt x="5313" y="245"/>
                    <a:pt x="6614" y="779"/>
                    <a:pt x="7681" y="1621"/>
                  </a:cubicBezTo>
                  <a:cubicBezTo>
                    <a:pt x="8726" y="2432"/>
                    <a:pt x="9505" y="3520"/>
                    <a:pt x="9932" y="4779"/>
                  </a:cubicBezTo>
                  <a:cubicBezTo>
                    <a:pt x="10241" y="5675"/>
                    <a:pt x="10305" y="6593"/>
                    <a:pt x="10380" y="7489"/>
                  </a:cubicBezTo>
                  <a:cubicBezTo>
                    <a:pt x="10444" y="8321"/>
                    <a:pt x="10497" y="9099"/>
                    <a:pt x="10732" y="9846"/>
                  </a:cubicBezTo>
                  <a:cubicBezTo>
                    <a:pt x="11361" y="11788"/>
                    <a:pt x="13452" y="13324"/>
                    <a:pt x="15831" y="13548"/>
                  </a:cubicBezTo>
                  <a:cubicBezTo>
                    <a:pt x="16225" y="13590"/>
                    <a:pt x="16641" y="13633"/>
                    <a:pt x="17047" y="13686"/>
                  </a:cubicBezTo>
                  <a:cubicBezTo>
                    <a:pt x="17968" y="13793"/>
                    <a:pt x="18856" y="13899"/>
                    <a:pt x="19708" y="13899"/>
                  </a:cubicBezTo>
                  <a:cubicBezTo>
                    <a:pt x="20139" y="13899"/>
                    <a:pt x="20561" y="13872"/>
                    <a:pt x="20972" y="13804"/>
                  </a:cubicBezTo>
                  <a:cubicBezTo>
                    <a:pt x="21217" y="13764"/>
                    <a:pt x="21453" y="13745"/>
                    <a:pt x="21681" y="13745"/>
                  </a:cubicBezTo>
                  <a:cubicBezTo>
                    <a:pt x="24525" y="13745"/>
                    <a:pt x="26072" y="16652"/>
                    <a:pt x="26338" y="18113"/>
                  </a:cubicBezTo>
                  <a:cubicBezTo>
                    <a:pt x="26477" y="18807"/>
                    <a:pt x="26690" y="21282"/>
                    <a:pt x="23917" y="23522"/>
                  </a:cubicBezTo>
                  <a:cubicBezTo>
                    <a:pt x="22743" y="24471"/>
                    <a:pt x="21314" y="24525"/>
                    <a:pt x="19810" y="24578"/>
                  </a:cubicBezTo>
                  <a:cubicBezTo>
                    <a:pt x="18338" y="24631"/>
                    <a:pt x="16812" y="24685"/>
                    <a:pt x="15255" y="25485"/>
                  </a:cubicBezTo>
                  <a:cubicBezTo>
                    <a:pt x="13815" y="26221"/>
                    <a:pt x="12780" y="26989"/>
                    <a:pt x="12065" y="27831"/>
                  </a:cubicBezTo>
                  <a:cubicBezTo>
                    <a:pt x="10924" y="29208"/>
                    <a:pt x="10188" y="31021"/>
                    <a:pt x="9814" y="33368"/>
                  </a:cubicBezTo>
                  <a:cubicBezTo>
                    <a:pt x="9676" y="34296"/>
                    <a:pt x="9686" y="35171"/>
                    <a:pt x="9686" y="36024"/>
                  </a:cubicBezTo>
                  <a:cubicBezTo>
                    <a:pt x="9697" y="37304"/>
                    <a:pt x="9708" y="38510"/>
                    <a:pt x="9153" y="39576"/>
                  </a:cubicBezTo>
                  <a:cubicBezTo>
                    <a:pt x="8449" y="40952"/>
                    <a:pt x="6827" y="41891"/>
                    <a:pt x="5281" y="42777"/>
                  </a:cubicBezTo>
                  <a:lnTo>
                    <a:pt x="5259" y="42798"/>
                  </a:lnTo>
                  <a:cubicBezTo>
                    <a:pt x="2966" y="44110"/>
                    <a:pt x="1579" y="45475"/>
                    <a:pt x="886" y="47065"/>
                  </a:cubicBezTo>
                  <a:cubicBezTo>
                    <a:pt x="416" y="48153"/>
                    <a:pt x="299" y="49412"/>
                    <a:pt x="544" y="50692"/>
                  </a:cubicBezTo>
                  <a:cubicBezTo>
                    <a:pt x="800" y="51919"/>
                    <a:pt x="1376" y="53071"/>
                    <a:pt x="2176" y="53945"/>
                  </a:cubicBezTo>
                  <a:lnTo>
                    <a:pt x="2219" y="53903"/>
                  </a:lnTo>
                  <a:cubicBezTo>
                    <a:pt x="534" y="52089"/>
                    <a:pt x="0" y="49220"/>
                    <a:pt x="939" y="47086"/>
                  </a:cubicBezTo>
                  <a:cubicBezTo>
                    <a:pt x="1632" y="45518"/>
                    <a:pt x="3019" y="44174"/>
                    <a:pt x="5291" y="42851"/>
                  </a:cubicBezTo>
                  <a:lnTo>
                    <a:pt x="5323" y="42841"/>
                  </a:lnTo>
                  <a:cubicBezTo>
                    <a:pt x="6881" y="41923"/>
                    <a:pt x="8491" y="40995"/>
                    <a:pt x="9217" y="39608"/>
                  </a:cubicBezTo>
                  <a:cubicBezTo>
                    <a:pt x="9772" y="38531"/>
                    <a:pt x="9772" y="37315"/>
                    <a:pt x="9761" y="36024"/>
                  </a:cubicBezTo>
                  <a:cubicBezTo>
                    <a:pt x="9761" y="35181"/>
                    <a:pt x="9750" y="34296"/>
                    <a:pt x="9900" y="33378"/>
                  </a:cubicBezTo>
                  <a:cubicBezTo>
                    <a:pt x="10252" y="31032"/>
                    <a:pt x="10988" y="29229"/>
                    <a:pt x="12140" y="27874"/>
                  </a:cubicBezTo>
                  <a:cubicBezTo>
                    <a:pt x="12844" y="27031"/>
                    <a:pt x="13879" y="26274"/>
                    <a:pt x="15308" y="25538"/>
                  </a:cubicBezTo>
                  <a:cubicBezTo>
                    <a:pt x="16865" y="24759"/>
                    <a:pt x="18380" y="24695"/>
                    <a:pt x="19831" y="24653"/>
                  </a:cubicBezTo>
                  <a:cubicBezTo>
                    <a:pt x="21335" y="24578"/>
                    <a:pt x="22775" y="24525"/>
                    <a:pt x="23959" y="23586"/>
                  </a:cubicBezTo>
                  <a:cubicBezTo>
                    <a:pt x="25015" y="22722"/>
                    <a:pt x="25751" y="21740"/>
                    <a:pt x="26146" y="20674"/>
                  </a:cubicBezTo>
                  <a:cubicBezTo>
                    <a:pt x="26562" y="19585"/>
                    <a:pt x="26509" y="18668"/>
                    <a:pt x="26402" y="18103"/>
                  </a:cubicBezTo>
                  <a:cubicBezTo>
                    <a:pt x="26116" y="16630"/>
                    <a:pt x="24565" y="13693"/>
                    <a:pt x="21684" y="13693"/>
                  </a:cubicBezTo>
                  <a:cubicBezTo>
                    <a:pt x="21455" y="13693"/>
                    <a:pt x="21218" y="13711"/>
                    <a:pt x="20972" y="13750"/>
                  </a:cubicBezTo>
                  <a:cubicBezTo>
                    <a:pt x="20561" y="13818"/>
                    <a:pt x="20140" y="13846"/>
                    <a:pt x="19711" y="13846"/>
                  </a:cubicBezTo>
                  <a:cubicBezTo>
                    <a:pt x="18862" y="13846"/>
                    <a:pt x="17979" y="13739"/>
                    <a:pt x="17057" y="13633"/>
                  </a:cubicBezTo>
                  <a:cubicBezTo>
                    <a:pt x="16652" y="13590"/>
                    <a:pt x="16247" y="13537"/>
                    <a:pt x="15841" y="13494"/>
                  </a:cubicBezTo>
                  <a:cubicBezTo>
                    <a:pt x="13484" y="13270"/>
                    <a:pt x="11414" y="11766"/>
                    <a:pt x="10806" y="9835"/>
                  </a:cubicBezTo>
                  <a:cubicBezTo>
                    <a:pt x="10561" y="9089"/>
                    <a:pt x="10508" y="8310"/>
                    <a:pt x="10444" y="7489"/>
                  </a:cubicBezTo>
                  <a:cubicBezTo>
                    <a:pt x="10380" y="6593"/>
                    <a:pt x="10305" y="5654"/>
                    <a:pt x="10006" y="4768"/>
                  </a:cubicBezTo>
                  <a:cubicBezTo>
                    <a:pt x="9580" y="3499"/>
                    <a:pt x="8790" y="2400"/>
                    <a:pt x="7734" y="1579"/>
                  </a:cubicBezTo>
                  <a:cubicBezTo>
                    <a:pt x="6657" y="736"/>
                    <a:pt x="5334" y="192"/>
                    <a:pt x="39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8"/>
            <p:cNvSpPr/>
            <p:nvPr/>
          </p:nvSpPr>
          <p:spPr>
            <a:xfrm>
              <a:off x="931432" y="1378037"/>
              <a:ext cx="1520253" cy="3089660"/>
            </a:xfrm>
            <a:custGeom>
              <a:rect b="b" l="l" r="r" t="t"/>
              <a:pathLst>
                <a:path extrusionOk="0" h="54245" w="26691">
                  <a:moveTo>
                    <a:pt x="4438" y="1"/>
                  </a:moveTo>
                  <a:lnTo>
                    <a:pt x="4428" y="54"/>
                  </a:lnTo>
                  <a:cubicBezTo>
                    <a:pt x="5825" y="299"/>
                    <a:pt x="7126" y="918"/>
                    <a:pt x="8182" y="1835"/>
                  </a:cubicBezTo>
                  <a:cubicBezTo>
                    <a:pt x="9175" y="2689"/>
                    <a:pt x="9921" y="3809"/>
                    <a:pt x="10348" y="5089"/>
                  </a:cubicBezTo>
                  <a:cubicBezTo>
                    <a:pt x="10625" y="5932"/>
                    <a:pt x="10721" y="6796"/>
                    <a:pt x="10807" y="7639"/>
                  </a:cubicBezTo>
                  <a:cubicBezTo>
                    <a:pt x="10903" y="8492"/>
                    <a:pt x="10999" y="9303"/>
                    <a:pt x="11265" y="10049"/>
                  </a:cubicBezTo>
                  <a:cubicBezTo>
                    <a:pt x="11596" y="10967"/>
                    <a:pt x="12268" y="11799"/>
                    <a:pt x="13196" y="12439"/>
                  </a:cubicBezTo>
                  <a:cubicBezTo>
                    <a:pt x="14092" y="13047"/>
                    <a:pt x="15170" y="13452"/>
                    <a:pt x="16268" y="13559"/>
                  </a:cubicBezTo>
                  <a:cubicBezTo>
                    <a:pt x="16748" y="13612"/>
                    <a:pt x="17250" y="13676"/>
                    <a:pt x="17730" y="13740"/>
                  </a:cubicBezTo>
                  <a:cubicBezTo>
                    <a:pt x="18644" y="13871"/>
                    <a:pt x="19520" y="13996"/>
                    <a:pt x="20364" y="13996"/>
                  </a:cubicBezTo>
                  <a:cubicBezTo>
                    <a:pt x="20693" y="13996"/>
                    <a:pt x="21016" y="13977"/>
                    <a:pt x="21335" y="13932"/>
                  </a:cubicBezTo>
                  <a:cubicBezTo>
                    <a:pt x="21536" y="13903"/>
                    <a:pt x="21732" y="13889"/>
                    <a:pt x="21921" y="13889"/>
                  </a:cubicBezTo>
                  <a:cubicBezTo>
                    <a:pt x="24585" y="13889"/>
                    <a:pt x="26154" y="16617"/>
                    <a:pt x="26413" y="18210"/>
                  </a:cubicBezTo>
                  <a:cubicBezTo>
                    <a:pt x="26531" y="18893"/>
                    <a:pt x="26691" y="21304"/>
                    <a:pt x="23970" y="23490"/>
                  </a:cubicBezTo>
                  <a:cubicBezTo>
                    <a:pt x="22829" y="24408"/>
                    <a:pt x="21453" y="24493"/>
                    <a:pt x="19981" y="24589"/>
                  </a:cubicBezTo>
                  <a:cubicBezTo>
                    <a:pt x="18583" y="24674"/>
                    <a:pt x="17122" y="24760"/>
                    <a:pt x="15628" y="25549"/>
                  </a:cubicBezTo>
                  <a:cubicBezTo>
                    <a:pt x="14188" y="26296"/>
                    <a:pt x="13132" y="27117"/>
                    <a:pt x="12407" y="28056"/>
                  </a:cubicBezTo>
                  <a:cubicBezTo>
                    <a:pt x="11372" y="29411"/>
                    <a:pt x="10732" y="31118"/>
                    <a:pt x="10305" y="33742"/>
                  </a:cubicBezTo>
                  <a:cubicBezTo>
                    <a:pt x="10167" y="34574"/>
                    <a:pt x="10135" y="35363"/>
                    <a:pt x="10103" y="36131"/>
                  </a:cubicBezTo>
                  <a:cubicBezTo>
                    <a:pt x="10049" y="37475"/>
                    <a:pt x="9996" y="38745"/>
                    <a:pt x="9345" y="39822"/>
                  </a:cubicBezTo>
                  <a:cubicBezTo>
                    <a:pt x="8599" y="41070"/>
                    <a:pt x="7158" y="41849"/>
                    <a:pt x="5622" y="42692"/>
                  </a:cubicBezTo>
                  <a:lnTo>
                    <a:pt x="5345" y="42852"/>
                  </a:lnTo>
                  <a:cubicBezTo>
                    <a:pt x="3105" y="44089"/>
                    <a:pt x="1611" y="45529"/>
                    <a:pt x="929" y="47161"/>
                  </a:cubicBezTo>
                  <a:cubicBezTo>
                    <a:pt x="1" y="49359"/>
                    <a:pt x="555" y="52282"/>
                    <a:pt x="2273" y="54245"/>
                  </a:cubicBezTo>
                  <a:lnTo>
                    <a:pt x="2273" y="54223"/>
                  </a:lnTo>
                  <a:cubicBezTo>
                    <a:pt x="566" y="52282"/>
                    <a:pt x="22" y="49402"/>
                    <a:pt x="939" y="47215"/>
                  </a:cubicBezTo>
                  <a:cubicBezTo>
                    <a:pt x="1622" y="45604"/>
                    <a:pt x="3105" y="44164"/>
                    <a:pt x="5334" y="42937"/>
                  </a:cubicBezTo>
                  <a:lnTo>
                    <a:pt x="5612" y="42777"/>
                  </a:lnTo>
                  <a:cubicBezTo>
                    <a:pt x="7148" y="41934"/>
                    <a:pt x="8599" y="41134"/>
                    <a:pt x="9356" y="39876"/>
                  </a:cubicBezTo>
                  <a:cubicBezTo>
                    <a:pt x="10028" y="38798"/>
                    <a:pt x="10081" y="37518"/>
                    <a:pt x="10135" y="36163"/>
                  </a:cubicBezTo>
                  <a:cubicBezTo>
                    <a:pt x="10156" y="35395"/>
                    <a:pt x="10199" y="34595"/>
                    <a:pt x="10327" y="33774"/>
                  </a:cubicBezTo>
                  <a:cubicBezTo>
                    <a:pt x="10775" y="31160"/>
                    <a:pt x="11393" y="29464"/>
                    <a:pt x="12439" y="28109"/>
                  </a:cubicBezTo>
                  <a:cubicBezTo>
                    <a:pt x="13143" y="27181"/>
                    <a:pt x="14199" y="26360"/>
                    <a:pt x="15639" y="25613"/>
                  </a:cubicBezTo>
                  <a:cubicBezTo>
                    <a:pt x="17132" y="24835"/>
                    <a:pt x="18583" y="24749"/>
                    <a:pt x="19981" y="24664"/>
                  </a:cubicBezTo>
                  <a:cubicBezTo>
                    <a:pt x="21463" y="24568"/>
                    <a:pt x="22850" y="24482"/>
                    <a:pt x="24013" y="23554"/>
                  </a:cubicBezTo>
                  <a:cubicBezTo>
                    <a:pt x="25037" y="22733"/>
                    <a:pt x="25762" y="21794"/>
                    <a:pt x="26168" y="20760"/>
                  </a:cubicBezTo>
                  <a:cubicBezTo>
                    <a:pt x="26595" y="19693"/>
                    <a:pt x="26573" y="18797"/>
                    <a:pt x="26477" y="18221"/>
                  </a:cubicBezTo>
                  <a:cubicBezTo>
                    <a:pt x="26360" y="17474"/>
                    <a:pt x="25891" y="16269"/>
                    <a:pt x="24984" y="15276"/>
                  </a:cubicBezTo>
                  <a:cubicBezTo>
                    <a:pt x="24361" y="14597"/>
                    <a:pt x="23345" y="13850"/>
                    <a:pt x="21922" y="13850"/>
                  </a:cubicBezTo>
                  <a:cubicBezTo>
                    <a:pt x="21737" y="13850"/>
                    <a:pt x="21545" y="13863"/>
                    <a:pt x="21346" y="13890"/>
                  </a:cubicBezTo>
                  <a:cubicBezTo>
                    <a:pt x="21031" y="13935"/>
                    <a:pt x="20709" y="13954"/>
                    <a:pt x="20380" y="13954"/>
                  </a:cubicBezTo>
                  <a:cubicBezTo>
                    <a:pt x="19543" y="13954"/>
                    <a:pt x="18666" y="13831"/>
                    <a:pt x="17762" y="13708"/>
                  </a:cubicBezTo>
                  <a:cubicBezTo>
                    <a:pt x="17261" y="13634"/>
                    <a:pt x="16770" y="13570"/>
                    <a:pt x="16279" y="13516"/>
                  </a:cubicBezTo>
                  <a:cubicBezTo>
                    <a:pt x="14007" y="13282"/>
                    <a:pt x="11980" y="11852"/>
                    <a:pt x="11329" y="10039"/>
                  </a:cubicBezTo>
                  <a:cubicBezTo>
                    <a:pt x="11052" y="9292"/>
                    <a:pt x="10967" y="8492"/>
                    <a:pt x="10881" y="7639"/>
                  </a:cubicBezTo>
                  <a:cubicBezTo>
                    <a:pt x="10785" y="6796"/>
                    <a:pt x="10689" y="5932"/>
                    <a:pt x="10401" y="5078"/>
                  </a:cubicBezTo>
                  <a:cubicBezTo>
                    <a:pt x="9975" y="3798"/>
                    <a:pt x="9207" y="2668"/>
                    <a:pt x="8225" y="1793"/>
                  </a:cubicBezTo>
                  <a:cubicBezTo>
                    <a:pt x="7169" y="865"/>
                    <a:pt x="5868" y="246"/>
                    <a:pt x="44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8"/>
            <p:cNvSpPr/>
            <p:nvPr/>
          </p:nvSpPr>
          <p:spPr>
            <a:xfrm>
              <a:off x="935704" y="1354968"/>
              <a:ext cx="1520822" cy="3112727"/>
            </a:xfrm>
            <a:custGeom>
              <a:rect b="b" l="l" r="r" t="t"/>
              <a:pathLst>
                <a:path extrusionOk="0" h="54650" w="26701">
                  <a:moveTo>
                    <a:pt x="4865" y="0"/>
                  </a:moveTo>
                  <a:lnTo>
                    <a:pt x="4854" y="54"/>
                  </a:lnTo>
                  <a:cubicBezTo>
                    <a:pt x="6273" y="374"/>
                    <a:pt x="7563" y="1067"/>
                    <a:pt x="8598" y="2070"/>
                  </a:cubicBezTo>
                  <a:cubicBezTo>
                    <a:pt x="9537" y="2955"/>
                    <a:pt x="10241" y="4118"/>
                    <a:pt x="10678" y="5430"/>
                  </a:cubicBezTo>
                  <a:cubicBezTo>
                    <a:pt x="10945" y="6209"/>
                    <a:pt x="11073" y="7030"/>
                    <a:pt x="11180" y="7809"/>
                  </a:cubicBezTo>
                  <a:cubicBezTo>
                    <a:pt x="11308" y="8694"/>
                    <a:pt x="11425" y="9516"/>
                    <a:pt x="11734" y="10294"/>
                  </a:cubicBezTo>
                  <a:cubicBezTo>
                    <a:pt x="12438" y="12044"/>
                    <a:pt x="14412" y="13356"/>
                    <a:pt x="16631" y="13601"/>
                  </a:cubicBezTo>
                  <a:cubicBezTo>
                    <a:pt x="17186" y="13655"/>
                    <a:pt x="17751" y="13751"/>
                    <a:pt x="18295" y="13836"/>
                  </a:cubicBezTo>
                  <a:cubicBezTo>
                    <a:pt x="19190" y="13991"/>
                    <a:pt x="20055" y="14139"/>
                    <a:pt x="20884" y="14139"/>
                  </a:cubicBezTo>
                  <a:cubicBezTo>
                    <a:pt x="21141" y="14139"/>
                    <a:pt x="21394" y="14125"/>
                    <a:pt x="21645" y="14092"/>
                  </a:cubicBezTo>
                  <a:cubicBezTo>
                    <a:pt x="21803" y="14074"/>
                    <a:pt x="21957" y="14065"/>
                    <a:pt x="22108" y="14065"/>
                  </a:cubicBezTo>
                  <a:cubicBezTo>
                    <a:pt x="24751" y="14065"/>
                    <a:pt x="26233" y="16785"/>
                    <a:pt x="26445" y="18359"/>
                  </a:cubicBezTo>
                  <a:cubicBezTo>
                    <a:pt x="26701" y="20162"/>
                    <a:pt x="25762" y="22082"/>
                    <a:pt x="23981" y="23522"/>
                  </a:cubicBezTo>
                  <a:cubicBezTo>
                    <a:pt x="22861" y="24418"/>
                    <a:pt x="21506" y="24535"/>
                    <a:pt x="20098" y="24653"/>
                  </a:cubicBezTo>
                  <a:cubicBezTo>
                    <a:pt x="18754" y="24770"/>
                    <a:pt x="17335" y="24909"/>
                    <a:pt x="15905" y="25666"/>
                  </a:cubicBezTo>
                  <a:cubicBezTo>
                    <a:pt x="14465" y="26445"/>
                    <a:pt x="13377" y="27352"/>
                    <a:pt x="12673" y="28344"/>
                  </a:cubicBezTo>
                  <a:cubicBezTo>
                    <a:pt x="11500" y="30029"/>
                    <a:pt x="11073" y="32077"/>
                    <a:pt x="10710" y="34211"/>
                  </a:cubicBezTo>
                  <a:cubicBezTo>
                    <a:pt x="10593" y="34936"/>
                    <a:pt x="10518" y="35630"/>
                    <a:pt x="10465" y="36302"/>
                  </a:cubicBezTo>
                  <a:cubicBezTo>
                    <a:pt x="10348" y="37806"/>
                    <a:pt x="10230" y="39097"/>
                    <a:pt x="9462" y="40185"/>
                  </a:cubicBezTo>
                  <a:cubicBezTo>
                    <a:pt x="8694" y="41294"/>
                    <a:pt x="7329" y="42009"/>
                    <a:pt x="5889" y="42755"/>
                  </a:cubicBezTo>
                  <a:cubicBezTo>
                    <a:pt x="5718" y="42841"/>
                    <a:pt x="5537" y="42937"/>
                    <a:pt x="5355" y="43033"/>
                  </a:cubicBezTo>
                  <a:cubicBezTo>
                    <a:pt x="3808" y="43844"/>
                    <a:pt x="1792" y="45262"/>
                    <a:pt x="918" y="47364"/>
                  </a:cubicBezTo>
                  <a:cubicBezTo>
                    <a:pt x="0" y="49604"/>
                    <a:pt x="576" y="52527"/>
                    <a:pt x="2336" y="54650"/>
                  </a:cubicBezTo>
                  <a:lnTo>
                    <a:pt x="2336" y="54628"/>
                  </a:lnTo>
                  <a:cubicBezTo>
                    <a:pt x="587" y="52527"/>
                    <a:pt x="32" y="49636"/>
                    <a:pt x="939" y="47406"/>
                  </a:cubicBezTo>
                  <a:cubicBezTo>
                    <a:pt x="1792" y="45316"/>
                    <a:pt x="3819" y="43908"/>
                    <a:pt x="5345" y="43097"/>
                  </a:cubicBezTo>
                  <a:cubicBezTo>
                    <a:pt x="5526" y="43001"/>
                    <a:pt x="5707" y="42915"/>
                    <a:pt x="5878" y="42819"/>
                  </a:cubicBezTo>
                  <a:cubicBezTo>
                    <a:pt x="7339" y="42073"/>
                    <a:pt x="8694" y="41369"/>
                    <a:pt x="9484" y="40249"/>
                  </a:cubicBezTo>
                  <a:cubicBezTo>
                    <a:pt x="10252" y="39139"/>
                    <a:pt x="10358" y="37827"/>
                    <a:pt x="10497" y="36323"/>
                  </a:cubicBezTo>
                  <a:cubicBezTo>
                    <a:pt x="10550" y="35662"/>
                    <a:pt x="10614" y="34968"/>
                    <a:pt x="10732" y="34243"/>
                  </a:cubicBezTo>
                  <a:cubicBezTo>
                    <a:pt x="11094" y="32120"/>
                    <a:pt x="11521" y="30072"/>
                    <a:pt x="12694" y="28408"/>
                  </a:cubicBezTo>
                  <a:cubicBezTo>
                    <a:pt x="13388" y="27405"/>
                    <a:pt x="14487" y="26509"/>
                    <a:pt x="15927" y="25741"/>
                  </a:cubicBezTo>
                  <a:cubicBezTo>
                    <a:pt x="17346" y="24973"/>
                    <a:pt x="18754" y="24855"/>
                    <a:pt x="20098" y="24738"/>
                  </a:cubicBezTo>
                  <a:cubicBezTo>
                    <a:pt x="21527" y="24599"/>
                    <a:pt x="22871" y="24482"/>
                    <a:pt x="24002" y="23586"/>
                  </a:cubicBezTo>
                  <a:cubicBezTo>
                    <a:pt x="25005" y="22786"/>
                    <a:pt x="25719" y="21879"/>
                    <a:pt x="26136" y="20877"/>
                  </a:cubicBezTo>
                  <a:cubicBezTo>
                    <a:pt x="26573" y="19831"/>
                    <a:pt x="26573" y="18935"/>
                    <a:pt x="26498" y="18370"/>
                  </a:cubicBezTo>
                  <a:cubicBezTo>
                    <a:pt x="26402" y="17644"/>
                    <a:pt x="25976" y="16450"/>
                    <a:pt x="25101" y="15468"/>
                  </a:cubicBezTo>
                  <a:cubicBezTo>
                    <a:pt x="24494" y="14784"/>
                    <a:pt x="23504" y="14022"/>
                    <a:pt x="22100" y="14022"/>
                  </a:cubicBezTo>
                  <a:cubicBezTo>
                    <a:pt x="21950" y="14022"/>
                    <a:pt x="21794" y="14031"/>
                    <a:pt x="21634" y="14049"/>
                  </a:cubicBezTo>
                  <a:cubicBezTo>
                    <a:pt x="21395" y="14078"/>
                    <a:pt x="21153" y="14091"/>
                    <a:pt x="20908" y="14091"/>
                  </a:cubicBezTo>
                  <a:cubicBezTo>
                    <a:pt x="20072" y="14091"/>
                    <a:pt x="19203" y="13944"/>
                    <a:pt x="18295" y="13804"/>
                  </a:cubicBezTo>
                  <a:cubicBezTo>
                    <a:pt x="17751" y="13708"/>
                    <a:pt x="17186" y="13612"/>
                    <a:pt x="16631" y="13559"/>
                  </a:cubicBezTo>
                  <a:cubicBezTo>
                    <a:pt x="14433" y="13324"/>
                    <a:pt x="12481" y="12001"/>
                    <a:pt x="11777" y="10284"/>
                  </a:cubicBezTo>
                  <a:cubicBezTo>
                    <a:pt x="11468" y="9516"/>
                    <a:pt x="11350" y="8694"/>
                    <a:pt x="11233" y="7809"/>
                  </a:cubicBezTo>
                  <a:cubicBezTo>
                    <a:pt x="11105" y="7030"/>
                    <a:pt x="10998" y="6209"/>
                    <a:pt x="10732" y="5409"/>
                  </a:cubicBezTo>
                  <a:cubicBezTo>
                    <a:pt x="10294" y="4097"/>
                    <a:pt x="9580" y="2923"/>
                    <a:pt x="8641" y="2027"/>
                  </a:cubicBezTo>
                  <a:cubicBezTo>
                    <a:pt x="7606" y="1014"/>
                    <a:pt x="6294" y="320"/>
                    <a:pt x="4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8"/>
            <p:cNvSpPr/>
            <p:nvPr/>
          </p:nvSpPr>
          <p:spPr>
            <a:xfrm>
              <a:off x="941742" y="1336115"/>
              <a:ext cx="1513589" cy="3130384"/>
            </a:xfrm>
            <a:custGeom>
              <a:rect b="b" l="l" r="r" t="t"/>
              <a:pathLst>
                <a:path extrusionOk="0" h="54960" w="26574">
                  <a:moveTo>
                    <a:pt x="5292" y="1"/>
                  </a:moveTo>
                  <a:lnTo>
                    <a:pt x="5281" y="54"/>
                  </a:lnTo>
                  <a:cubicBezTo>
                    <a:pt x="6711" y="438"/>
                    <a:pt x="8001" y="1217"/>
                    <a:pt x="9015" y="2294"/>
                  </a:cubicBezTo>
                  <a:cubicBezTo>
                    <a:pt x="9868" y="3201"/>
                    <a:pt x="10562" y="4396"/>
                    <a:pt x="10999" y="5750"/>
                  </a:cubicBezTo>
                  <a:cubicBezTo>
                    <a:pt x="11244" y="6465"/>
                    <a:pt x="11372" y="7212"/>
                    <a:pt x="11500" y="7937"/>
                  </a:cubicBezTo>
                  <a:cubicBezTo>
                    <a:pt x="11650" y="8865"/>
                    <a:pt x="11820" y="9729"/>
                    <a:pt x="12172" y="10519"/>
                  </a:cubicBezTo>
                  <a:cubicBezTo>
                    <a:pt x="12930" y="12162"/>
                    <a:pt x="14818" y="13388"/>
                    <a:pt x="16973" y="13623"/>
                  </a:cubicBezTo>
                  <a:cubicBezTo>
                    <a:pt x="17794" y="13708"/>
                    <a:pt x="18605" y="13815"/>
                    <a:pt x="19394" y="13922"/>
                  </a:cubicBezTo>
                  <a:cubicBezTo>
                    <a:pt x="20269" y="14039"/>
                    <a:pt x="21112" y="14146"/>
                    <a:pt x="21912" y="14231"/>
                  </a:cubicBezTo>
                  <a:cubicBezTo>
                    <a:pt x="24749" y="14519"/>
                    <a:pt x="26275" y="16877"/>
                    <a:pt x="26446" y="18466"/>
                  </a:cubicBezTo>
                  <a:cubicBezTo>
                    <a:pt x="26542" y="19309"/>
                    <a:pt x="26488" y="21485"/>
                    <a:pt x="23949" y="23490"/>
                  </a:cubicBezTo>
                  <a:cubicBezTo>
                    <a:pt x="22861" y="24365"/>
                    <a:pt x="21560" y="24504"/>
                    <a:pt x="20194" y="24664"/>
                  </a:cubicBezTo>
                  <a:cubicBezTo>
                    <a:pt x="18882" y="24824"/>
                    <a:pt x="17538" y="24984"/>
                    <a:pt x="16173" y="25731"/>
                  </a:cubicBezTo>
                  <a:cubicBezTo>
                    <a:pt x="14711" y="26552"/>
                    <a:pt x="13602" y="27512"/>
                    <a:pt x="12909" y="28589"/>
                  </a:cubicBezTo>
                  <a:cubicBezTo>
                    <a:pt x="11874" y="30200"/>
                    <a:pt x="11522" y="32163"/>
                    <a:pt x="11159" y="34232"/>
                  </a:cubicBezTo>
                  <a:lnTo>
                    <a:pt x="11095" y="34617"/>
                  </a:lnTo>
                  <a:cubicBezTo>
                    <a:pt x="10999" y="35193"/>
                    <a:pt x="10924" y="35747"/>
                    <a:pt x="10860" y="36291"/>
                  </a:cubicBezTo>
                  <a:cubicBezTo>
                    <a:pt x="10647" y="37934"/>
                    <a:pt x="10455" y="39353"/>
                    <a:pt x="9559" y="40473"/>
                  </a:cubicBezTo>
                  <a:cubicBezTo>
                    <a:pt x="8759" y="41454"/>
                    <a:pt x="7479" y="42084"/>
                    <a:pt x="6124" y="42734"/>
                  </a:cubicBezTo>
                  <a:cubicBezTo>
                    <a:pt x="5868" y="42873"/>
                    <a:pt x="5601" y="42990"/>
                    <a:pt x="5335" y="43118"/>
                  </a:cubicBezTo>
                  <a:cubicBezTo>
                    <a:pt x="3137" y="44217"/>
                    <a:pt x="1548" y="45764"/>
                    <a:pt x="865" y="47481"/>
                  </a:cubicBezTo>
                  <a:cubicBezTo>
                    <a:pt x="406" y="48644"/>
                    <a:pt x="321" y="49999"/>
                    <a:pt x="630" y="51386"/>
                  </a:cubicBezTo>
                  <a:cubicBezTo>
                    <a:pt x="918" y="52655"/>
                    <a:pt x="1526" y="53925"/>
                    <a:pt x="2348" y="54959"/>
                  </a:cubicBezTo>
                  <a:lnTo>
                    <a:pt x="2358" y="54938"/>
                  </a:lnTo>
                  <a:cubicBezTo>
                    <a:pt x="577" y="52687"/>
                    <a:pt x="1" y="49775"/>
                    <a:pt x="897" y="47513"/>
                  </a:cubicBezTo>
                  <a:cubicBezTo>
                    <a:pt x="1569" y="45807"/>
                    <a:pt x="3148" y="44271"/>
                    <a:pt x="5335" y="43172"/>
                  </a:cubicBezTo>
                  <a:cubicBezTo>
                    <a:pt x="5601" y="43044"/>
                    <a:pt x="5868" y="42905"/>
                    <a:pt x="6124" y="42788"/>
                  </a:cubicBezTo>
                  <a:cubicBezTo>
                    <a:pt x="7479" y="42137"/>
                    <a:pt x="8770" y="41508"/>
                    <a:pt x="9570" y="40505"/>
                  </a:cubicBezTo>
                  <a:cubicBezTo>
                    <a:pt x="10498" y="39374"/>
                    <a:pt x="10668" y="37945"/>
                    <a:pt x="10882" y="36313"/>
                  </a:cubicBezTo>
                  <a:cubicBezTo>
                    <a:pt x="10946" y="35758"/>
                    <a:pt x="11010" y="35203"/>
                    <a:pt x="11116" y="34627"/>
                  </a:cubicBezTo>
                  <a:lnTo>
                    <a:pt x="11191" y="34243"/>
                  </a:lnTo>
                  <a:cubicBezTo>
                    <a:pt x="11543" y="32174"/>
                    <a:pt x="11895" y="30232"/>
                    <a:pt x="12930" y="28611"/>
                  </a:cubicBezTo>
                  <a:cubicBezTo>
                    <a:pt x="13623" y="27544"/>
                    <a:pt x="14722" y="26584"/>
                    <a:pt x="16183" y="25784"/>
                  </a:cubicBezTo>
                  <a:cubicBezTo>
                    <a:pt x="17549" y="25037"/>
                    <a:pt x="18893" y="24877"/>
                    <a:pt x="20184" y="24738"/>
                  </a:cubicBezTo>
                  <a:cubicBezTo>
                    <a:pt x="21560" y="24578"/>
                    <a:pt x="22872" y="24429"/>
                    <a:pt x="23971" y="23544"/>
                  </a:cubicBezTo>
                  <a:cubicBezTo>
                    <a:pt x="26520" y="21517"/>
                    <a:pt x="26574" y="19330"/>
                    <a:pt x="26478" y="18477"/>
                  </a:cubicBezTo>
                  <a:cubicBezTo>
                    <a:pt x="26307" y="16877"/>
                    <a:pt x="24771" y="14498"/>
                    <a:pt x="21912" y="14188"/>
                  </a:cubicBezTo>
                  <a:cubicBezTo>
                    <a:pt x="21090" y="14103"/>
                    <a:pt x="20269" y="13996"/>
                    <a:pt x="19384" y="13879"/>
                  </a:cubicBezTo>
                  <a:cubicBezTo>
                    <a:pt x="18605" y="13783"/>
                    <a:pt x="17784" y="13676"/>
                    <a:pt x="16973" y="13591"/>
                  </a:cubicBezTo>
                  <a:cubicBezTo>
                    <a:pt x="14829" y="13346"/>
                    <a:pt x="12962" y="12130"/>
                    <a:pt x="12215" y="10508"/>
                  </a:cubicBezTo>
                  <a:cubicBezTo>
                    <a:pt x="11852" y="9719"/>
                    <a:pt x="11703" y="8855"/>
                    <a:pt x="11543" y="7937"/>
                  </a:cubicBezTo>
                  <a:cubicBezTo>
                    <a:pt x="11426" y="7212"/>
                    <a:pt x="11298" y="6465"/>
                    <a:pt x="11052" y="5729"/>
                  </a:cubicBezTo>
                  <a:cubicBezTo>
                    <a:pt x="10615" y="4385"/>
                    <a:pt x="9922" y="3169"/>
                    <a:pt x="9058" y="2251"/>
                  </a:cubicBezTo>
                  <a:cubicBezTo>
                    <a:pt x="8044" y="1163"/>
                    <a:pt x="6732" y="385"/>
                    <a:pt x="52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8"/>
            <p:cNvSpPr/>
            <p:nvPr/>
          </p:nvSpPr>
          <p:spPr>
            <a:xfrm>
              <a:off x="948463" y="1313047"/>
              <a:ext cx="1514158" cy="3152825"/>
            </a:xfrm>
            <a:custGeom>
              <a:rect b="b" l="l" r="r" t="t"/>
              <a:pathLst>
                <a:path extrusionOk="0" h="55354" w="26584">
                  <a:moveTo>
                    <a:pt x="5750" y="0"/>
                  </a:moveTo>
                  <a:lnTo>
                    <a:pt x="5739" y="54"/>
                  </a:lnTo>
                  <a:cubicBezTo>
                    <a:pt x="7179" y="512"/>
                    <a:pt x="8470" y="1366"/>
                    <a:pt x="9462" y="2518"/>
                  </a:cubicBezTo>
                  <a:cubicBezTo>
                    <a:pt x="10262" y="3467"/>
                    <a:pt x="10902" y="4673"/>
                    <a:pt x="11350" y="6081"/>
                  </a:cubicBezTo>
                  <a:cubicBezTo>
                    <a:pt x="11564" y="6731"/>
                    <a:pt x="11702" y="7403"/>
                    <a:pt x="11830" y="8044"/>
                  </a:cubicBezTo>
                  <a:cubicBezTo>
                    <a:pt x="12033" y="9014"/>
                    <a:pt x="12214" y="9932"/>
                    <a:pt x="12641" y="10753"/>
                  </a:cubicBezTo>
                  <a:cubicBezTo>
                    <a:pt x="13431" y="12268"/>
                    <a:pt x="15287" y="13420"/>
                    <a:pt x="17356" y="13655"/>
                  </a:cubicBezTo>
                  <a:cubicBezTo>
                    <a:pt x="18487" y="13804"/>
                    <a:pt x="19618" y="13975"/>
                    <a:pt x="20695" y="14145"/>
                  </a:cubicBezTo>
                  <a:cubicBezTo>
                    <a:pt x="21218" y="14241"/>
                    <a:pt x="21709" y="14327"/>
                    <a:pt x="22210" y="14391"/>
                  </a:cubicBezTo>
                  <a:cubicBezTo>
                    <a:pt x="23714" y="14615"/>
                    <a:pt x="24695" y="15415"/>
                    <a:pt x="25261" y="16044"/>
                  </a:cubicBezTo>
                  <a:cubicBezTo>
                    <a:pt x="25944" y="16802"/>
                    <a:pt x="26392" y="17762"/>
                    <a:pt x="26456" y="18615"/>
                  </a:cubicBezTo>
                  <a:cubicBezTo>
                    <a:pt x="26530" y="19447"/>
                    <a:pt x="26424" y="21549"/>
                    <a:pt x="23938" y="23511"/>
                  </a:cubicBezTo>
                  <a:cubicBezTo>
                    <a:pt x="22871" y="24354"/>
                    <a:pt x="21623" y="24535"/>
                    <a:pt x="20290" y="24738"/>
                  </a:cubicBezTo>
                  <a:cubicBezTo>
                    <a:pt x="19031" y="24919"/>
                    <a:pt x="17740" y="25111"/>
                    <a:pt x="16449" y="25847"/>
                  </a:cubicBezTo>
                  <a:cubicBezTo>
                    <a:pt x="14945" y="26669"/>
                    <a:pt x="13815" y="27725"/>
                    <a:pt x="13132" y="28856"/>
                  </a:cubicBezTo>
                  <a:cubicBezTo>
                    <a:pt x="12257" y="30338"/>
                    <a:pt x="11980" y="32056"/>
                    <a:pt x="11670" y="33869"/>
                  </a:cubicBezTo>
                  <a:cubicBezTo>
                    <a:pt x="11606" y="34253"/>
                    <a:pt x="11532" y="34659"/>
                    <a:pt x="11468" y="35054"/>
                  </a:cubicBezTo>
                  <a:cubicBezTo>
                    <a:pt x="11393" y="35459"/>
                    <a:pt x="11340" y="35854"/>
                    <a:pt x="11265" y="36238"/>
                  </a:cubicBezTo>
                  <a:cubicBezTo>
                    <a:pt x="10966" y="38040"/>
                    <a:pt x="10710" y="39619"/>
                    <a:pt x="9644" y="40793"/>
                  </a:cubicBezTo>
                  <a:cubicBezTo>
                    <a:pt x="8833" y="41689"/>
                    <a:pt x="7617" y="42222"/>
                    <a:pt x="6337" y="42787"/>
                  </a:cubicBezTo>
                  <a:cubicBezTo>
                    <a:pt x="6006" y="42937"/>
                    <a:pt x="5654" y="43097"/>
                    <a:pt x="5313" y="43257"/>
                  </a:cubicBezTo>
                  <a:cubicBezTo>
                    <a:pt x="4033" y="43875"/>
                    <a:pt x="1739" y="45241"/>
                    <a:pt x="822" y="47662"/>
                  </a:cubicBezTo>
                  <a:cubicBezTo>
                    <a:pt x="363" y="48857"/>
                    <a:pt x="288" y="50244"/>
                    <a:pt x="619" y="51673"/>
                  </a:cubicBezTo>
                  <a:cubicBezTo>
                    <a:pt x="928" y="52964"/>
                    <a:pt x="1526" y="54244"/>
                    <a:pt x="2368" y="55354"/>
                  </a:cubicBezTo>
                  <a:lnTo>
                    <a:pt x="2400" y="55332"/>
                  </a:lnTo>
                  <a:cubicBezTo>
                    <a:pt x="608" y="52953"/>
                    <a:pt x="0" y="49956"/>
                    <a:pt x="875" y="47684"/>
                  </a:cubicBezTo>
                  <a:cubicBezTo>
                    <a:pt x="1792" y="45305"/>
                    <a:pt x="4054" y="43929"/>
                    <a:pt x="5334" y="43331"/>
                  </a:cubicBezTo>
                  <a:cubicBezTo>
                    <a:pt x="5686" y="43171"/>
                    <a:pt x="6027" y="43011"/>
                    <a:pt x="6369" y="42862"/>
                  </a:cubicBezTo>
                  <a:cubicBezTo>
                    <a:pt x="7659" y="42286"/>
                    <a:pt x="8886" y="41742"/>
                    <a:pt x="9697" y="40846"/>
                  </a:cubicBezTo>
                  <a:cubicBezTo>
                    <a:pt x="10796" y="39673"/>
                    <a:pt x="11041" y="38083"/>
                    <a:pt x="11340" y="36259"/>
                  </a:cubicBezTo>
                  <a:cubicBezTo>
                    <a:pt x="11404" y="35875"/>
                    <a:pt x="11468" y="35491"/>
                    <a:pt x="11542" y="35086"/>
                  </a:cubicBezTo>
                  <a:cubicBezTo>
                    <a:pt x="11606" y="34691"/>
                    <a:pt x="11670" y="34285"/>
                    <a:pt x="11734" y="33901"/>
                  </a:cubicBezTo>
                  <a:cubicBezTo>
                    <a:pt x="12044" y="32088"/>
                    <a:pt x="12321" y="30370"/>
                    <a:pt x="13207" y="28898"/>
                  </a:cubicBezTo>
                  <a:cubicBezTo>
                    <a:pt x="13868" y="27768"/>
                    <a:pt x="15009" y="26722"/>
                    <a:pt x="16481" y="25901"/>
                  </a:cubicBezTo>
                  <a:cubicBezTo>
                    <a:pt x="17762" y="25165"/>
                    <a:pt x="19063" y="24983"/>
                    <a:pt x="20300" y="24791"/>
                  </a:cubicBezTo>
                  <a:cubicBezTo>
                    <a:pt x="21634" y="24589"/>
                    <a:pt x="22903" y="24407"/>
                    <a:pt x="23981" y="23554"/>
                  </a:cubicBezTo>
                  <a:cubicBezTo>
                    <a:pt x="26477" y="21591"/>
                    <a:pt x="26584" y="19447"/>
                    <a:pt x="26509" y="18615"/>
                  </a:cubicBezTo>
                  <a:cubicBezTo>
                    <a:pt x="26434" y="17762"/>
                    <a:pt x="25976" y="16791"/>
                    <a:pt x="25303" y="16023"/>
                  </a:cubicBezTo>
                  <a:cubicBezTo>
                    <a:pt x="24727" y="15383"/>
                    <a:pt x="23725" y="14561"/>
                    <a:pt x="22210" y="14337"/>
                  </a:cubicBezTo>
                  <a:cubicBezTo>
                    <a:pt x="21709" y="14252"/>
                    <a:pt x="21218" y="14177"/>
                    <a:pt x="20695" y="14103"/>
                  </a:cubicBezTo>
                  <a:cubicBezTo>
                    <a:pt x="19607" y="13921"/>
                    <a:pt x="18487" y="13740"/>
                    <a:pt x="17335" y="13601"/>
                  </a:cubicBezTo>
                  <a:cubicBezTo>
                    <a:pt x="15287" y="13367"/>
                    <a:pt x="13463" y="12225"/>
                    <a:pt x="12684" y="10721"/>
                  </a:cubicBezTo>
                  <a:cubicBezTo>
                    <a:pt x="12268" y="9910"/>
                    <a:pt x="12086" y="9004"/>
                    <a:pt x="11884" y="8033"/>
                  </a:cubicBezTo>
                  <a:cubicBezTo>
                    <a:pt x="11756" y="7371"/>
                    <a:pt x="11617" y="6710"/>
                    <a:pt x="11404" y="6059"/>
                  </a:cubicBezTo>
                  <a:cubicBezTo>
                    <a:pt x="10956" y="4641"/>
                    <a:pt x="10316" y="3425"/>
                    <a:pt x="9494" y="2486"/>
                  </a:cubicBezTo>
                  <a:cubicBezTo>
                    <a:pt x="8502" y="1312"/>
                    <a:pt x="7201" y="459"/>
                    <a:pt x="57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8"/>
            <p:cNvSpPr/>
            <p:nvPr/>
          </p:nvSpPr>
          <p:spPr>
            <a:xfrm>
              <a:off x="941742" y="1294820"/>
              <a:ext cx="1525721" cy="3171052"/>
            </a:xfrm>
            <a:custGeom>
              <a:rect b="b" l="l" r="r" t="t"/>
              <a:pathLst>
                <a:path extrusionOk="0" h="55674" w="26787">
                  <a:moveTo>
                    <a:pt x="6369" y="0"/>
                  </a:moveTo>
                  <a:lnTo>
                    <a:pt x="6359" y="54"/>
                  </a:lnTo>
                  <a:cubicBezTo>
                    <a:pt x="7831" y="566"/>
                    <a:pt x="9111" y="1494"/>
                    <a:pt x="10071" y="2731"/>
                  </a:cubicBezTo>
                  <a:cubicBezTo>
                    <a:pt x="10796" y="3681"/>
                    <a:pt x="11415" y="4907"/>
                    <a:pt x="11884" y="6390"/>
                  </a:cubicBezTo>
                  <a:cubicBezTo>
                    <a:pt x="12055" y="6945"/>
                    <a:pt x="12183" y="7521"/>
                    <a:pt x="12322" y="8086"/>
                  </a:cubicBezTo>
                  <a:cubicBezTo>
                    <a:pt x="12578" y="9121"/>
                    <a:pt x="12802" y="10113"/>
                    <a:pt x="13293" y="10966"/>
                  </a:cubicBezTo>
                  <a:cubicBezTo>
                    <a:pt x="14114" y="12374"/>
                    <a:pt x="15885" y="13420"/>
                    <a:pt x="17901" y="13676"/>
                  </a:cubicBezTo>
                  <a:cubicBezTo>
                    <a:pt x="19341" y="13857"/>
                    <a:pt x="20728" y="14124"/>
                    <a:pt x="22072" y="14391"/>
                  </a:cubicBezTo>
                  <a:cubicBezTo>
                    <a:pt x="22285" y="14433"/>
                    <a:pt x="22488" y="14465"/>
                    <a:pt x="22680" y="14508"/>
                  </a:cubicBezTo>
                  <a:cubicBezTo>
                    <a:pt x="25048" y="14967"/>
                    <a:pt x="26552" y="17004"/>
                    <a:pt x="26659" y="18711"/>
                  </a:cubicBezTo>
                  <a:cubicBezTo>
                    <a:pt x="26766" y="20386"/>
                    <a:pt x="25827" y="22125"/>
                    <a:pt x="24120" y="23469"/>
                  </a:cubicBezTo>
                  <a:cubicBezTo>
                    <a:pt x="23085" y="24290"/>
                    <a:pt x="21869" y="24493"/>
                    <a:pt x="20589" y="24738"/>
                  </a:cubicBezTo>
                  <a:cubicBezTo>
                    <a:pt x="19394" y="24962"/>
                    <a:pt x="18146" y="25186"/>
                    <a:pt x="16919" y="25901"/>
                  </a:cubicBezTo>
                  <a:cubicBezTo>
                    <a:pt x="15405" y="26776"/>
                    <a:pt x="14253" y="27874"/>
                    <a:pt x="13591" y="29080"/>
                  </a:cubicBezTo>
                  <a:cubicBezTo>
                    <a:pt x="12834" y="30466"/>
                    <a:pt x="12599" y="32045"/>
                    <a:pt x="12354" y="33699"/>
                  </a:cubicBezTo>
                  <a:cubicBezTo>
                    <a:pt x="12268" y="34275"/>
                    <a:pt x="12172" y="34861"/>
                    <a:pt x="12066" y="35448"/>
                  </a:cubicBezTo>
                  <a:cubicBezTo>
                    <a:pt x="12034" y="35608"/>
                    <a:pt x="12002" y="35768"/>
                    <a:pt x="11980" y="35928"/>
                  </a:cubicBezTo>
                  <a:cubicBezTo>
                    <a:pt x="11586" y="38019"/>
                    <a:pt x="11255" y="39822"/>
                    <a:pt x="9964" y="41059"/>
                  </a:cubicBezTo>
                  <a:cubicBezTo>
                    <a:pt x="9154" y="41849"/>
                    <a:pt x="7991" y="42307"/>
                    <a:pt x="6775" y="42809"/>
                  </a:cubicBezTo>
                  <a:cubicBezTo>
                    <a:pt x="6359" y="42979"/>
                    <a:pt x="5932" y="43150"/>
                    <a:pt x="5527" y="43342"/>
                  </a:cubicBezTo>
                  <a:cubicBezTo>
                    <a:pt x="3340" y="44324"/>
                    <a:pt x="1686" y="45945"/>
                    <a:pt x="1004" y="47769"/>
                  </a:cubicBezTo>
                  <a:cubicBezTo>
                    <a:pt x="545" y="48996"/>
                    <a:pt x="492" y="50404"/>
                    <a:pt x="844" y="51876"/>
                  </a:cubicBezTo>
                  <a:cubicBezTo>
                    <a:pt x="1153" y="53199"/>
                    <a:pt x="1761" y="54500"/>
                    <a:pt x="2614" y="55674"/>
                  </a:cubicBezTo>
                  <a:lnTo>
                    <a:pt x="2625" y="55663"/>
                  </a:lnTo>
                  <a:cubicBezTo>
                    <a:pt x="1185" y="53658"/>
                    <a:pt x="1" y="50553"/>
                    <a:pt x="1025" y="47812"/>
                  </a:cubicBezTo>
                  <a:cubicBezTo>
                    <a:pt x="1697" y="45998"/>
                    <a:pt x="3329" y="44398"/>
                    <a:pt x="5516" y="43406"/>
                  </a:cubicBezTo>
                  <a:cubicBezTo>
                    <a:pt x="5943" y="43225"/>
                    <a:pt x="6359" y="43043"/>
                    <a:pt x="6775" y="42883"/>
                  </a:cubicBezTo>
                  <a:cubicBezTo>
                    <a:pt x="8001" y="42393"/>
                    <a:pt x="9164" y="41923"/>
                    <a:pt x="9986" y="41123"/>
                  </a:cubicBezTo>
                  <a:cubicBezTo>
                    <a:pt x="11276" y="39886"/>
                    <a:pt x="11628" y="38072"/>
                    <a:pt x="12012" y="35971"/>
                  </a:cubicBezTo>
                  <a:cubicBezTo>
                    <a:pt x="12044" y="35811"/>
                    <a:pt x="12076" y="35651"/>
                    <a:pt x="12108" y="35491"/>
                  </a:cubicBezTo>
                  <a:cubicBezTo>
                    <a:pt x="12215" y="34904"/>
                    <a:pt x="12311" y="34317"/>
                    <a:pt x="12386" y="33741"/>
                  </a:cubicBezTo>
                  <a:cubicBezTo>
                    <a:pt x="12642" y="32088"/>
                    <a:pt x="12866" y="30530"/>
                    <a:pt x="13623" y="29144"/>
                  </a:cubicBezTo>
                  <a:cubicBezTo>
                    <a:pt x="14285" y="27938"/>
                    <a:pt x="15426" y="26850"/>
                    <a:pt x="16941" y="25975"/>
                  </a:cubicBezTo>
                  <a:cubicBezTo>
                    <a:pt x="18146" y="25271"/>
                    <a:pt x="19394" y="25047"/>
                    <a:pt x="20578" y="24834"/>
                  </a:cubicBezTo>
                  <a:cubicBezTo>
                    <a:pt x="21869" y="24599"/>
                    <a:pt x="23085" y="24375"/>
                    <a:pt x="24141" y="23554"/>
                  </a:cubicBezTo>
                  <a:cubicBezTo>
                    <a:pt x="25870" y="22199"/>
                    <a:pt x="26787" y="20460"/>
                    <a:pt x="26691" y="18754"/>
                  </a:cubicBezTo>
                  <a:cubicBezTo>
                    <a:pt x="26638" y="17900"/>
                    <a:pt x="26243" y="16961"/>
                    <a:pt x="25571" y="16193"/>
                  </a:cubicBezTo>
                  <a:cubicBezTo>
                    <a:pt x="25037" y="15564"/>
                    <a:pt x="24109" y="14764"/>
                    <a:pt x="22680" y="14487"/>
                  </a:cubicBezTo>
                  <a:cubicBezTo>
                    <a:pt x="22477" y="14444"/>
                    <a:pt x="22285" y="14401"/>
                    <a:pt x="22072" y="14369"/>
                  </a:cubicBezTo>
                  <a:cubicBezTo>
                    <a:pt x="20728" y="14103"/>
                    <a:pt x="19320" y="13815"/>
                    <a:pt x="17880" y="13644"/>
                  </a:cubicBezTo>
                  <a:cubicBezTo>
                    <a:pt x="15885" y="13388"/>
                    <a:pt x="14135" y="12364"/>
                    <a:pt x="13325" y="10966"/>
                  </a:cubicBezTo>
                  <a:cubicBezTo>
                    <a:pt x="12834" y="10113"/>
                    <a:pt x="12599" y="9142"/>
                    <a:pt x="12364" y="8097"/>
                  </a:cubicBezTo>
                  <a:cubicBezTo>
                    <a:pt x="12247" y="7542"/>
                    <a:pt x="12108" y="6966"/>
                    <a:pt x="11916" y="6390"/>
                  </a:cubicBezTo>
                  <a:cubicBezTo>
                    <a:pt x="11458" y="4897"/>
                    <a:pt x="10839" y="3659"/>
                    <a:pt x="10103" y="2710"/>
                  </a:cubicBezTo>
                  <a:cubicBezTo>
                    <a:pt x="9132" y="1451"/>
                    <a:pt x="7841" y="523"/>
                    <a:pt x="63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8"/>
            <p:cNvSpPr/>
            <p:nvPr/>
          </p:nvSpPr>
          <p:spPr>
            <a:xfrm>
              <a:off x="959399" y="1273517"/>
              <a:ext cx="1514158" cy="3191727"/>
            </a:xfrm>
            <a:custGeom>
              <a:rect b="b" l="l" r="r" t="t"/>
              <a:pathLst>
                <a:path extrusionOk="0" h="56037" w="26584">
                  <a:moveTo>
                    <a:pt x="6625" y="1"/>
                  </a:moveTo>
                  <a:lnTo>
                    <a:pt x="6593" y="54"/>
                  </a:lnTo>
                  <a:cubicBezTo>
                    <a:pt x="8076" y="630"/>
                    <a:pt x="9356" y="1644"/>
                    <a:pt x="10294" y="2966"/>
                  </a:cubicBezTo>
                  <a:cubicBezTo>
                    <a:pt x="10956" y="3927"/>
                    <a:pt x="11500" y="5121"/>
                    <a:pt x="12012" y="6721"/>
                  </a:cubicBezTo>
                  <a:cubicBezTo>
                    <a:pt x="12161" y="7191"/>
                    <a:pt x="12278" y="7660"/>
                    <a:pt x="12396" y="8108"/>
                  </a:cubicBezTo>
                  <a:cubicBezTo>
                    <a:pt x="12673" y="9250"/>
                    <a:pt x="12961" y="10316"/>
                    <a:pt x="13548" y="11202"/>
                  </a:cubicBezTo>
                  <a:cubicBezTo>
                    <a:pt x="14401" y="12524"/>
                    <a:pt x="16076" y="13463"/>
                    <a:pt x="18050" y="13709"/>
                  </a:cubicBezTo>
                  <a:cubicBezTo>
                    <a:pt x="19692" y="13922"/>
                    <a:pt x="21282" y="14317"/>
                    <a:pt x="22775" y="14669"/>
                  </a:cubicBezTo>
                  <a:cubicBezTo>
                    <a:pt x="25015" y="15234"/>
                    <a:pt x="26413" y="17229"/>
                    <a:pt x="26466" y="18861"/>
                  </a:cubicBezTo>
                  <a:cubicBezTo>
                    <a:pt x="26520" y="20482"/>
                    <a:pt x="25581" y="22179"/>
                    <a:pt x="23906" y="23491"/>
                  </a:cubicBezTo>
                  <a:cubicBezTo>
                    <a:pt x="22893" y="24269"/>
                    <a:pt x="21719" y="24536"/>
                    <a:pt x="20482" y="24803"/>
                  </a:cubicBezTo>
                  <a:cubicBezTo>
                    <a:pt x="19330" y="25059"/>
                    <a:pt x="18156" y="25315"/>
                    <a:pt x="16983" y="26008"/>
                  </a:cubicBezTo>
                  <a:cubicBezTo>
                    <a:pt x="15425" y="26926"/>
                    <a:pt x="14263" y="28088"/>
                    <a:pt x="13623" y="29358"/>
                  </a:cubicBezTo>
                  <a:cubicBezTo>
                    <a:pt x="12961" y="30691"/>
                    <a:pt x="12769" y="32153"/>
                    <a:pt x="12577" y="33710"/>
                  </a:cubicBezTo>
                  <a:cubicBezTo>
                    <a:pt x="12492" y="34425"/>
                    <a:pt x="12396" y="35150"/>
                    <a:pt x="12257" y="35886"/>
                  </a:cubicBezTo>
                  <a:cubicBezTo>
                    <a:pt x="11798" y="38244"/>
                    <a:pt x="11329" y="40153"/>
                    <a:pt x="9868" y="41380"/>
                  </a:cubicBezTo>
                  <a:cubicBezTo>
                    <a:pt x="9036" y="42073"/>
                    <a:pt x="7947" y="42479"/>
                    <a:pt x="6785" y="42905"/>
                  </a:cubicBezTo>
                  <a:cubicBezTo>
                    <a:pt x="6305" y="43087"/>
                    <a:pt x="5814" y="43257"/>
                    <a:pt x="5323" y="43471"/>
                  </a:cubicBezTo>
                  <a:cubicBezTo>
                    <a:pt x="3104" y="44409"/>
                    <a:pt x="1440" y="46031"/>
                    <a:pt x="758" y="47930"/>
                  </a:cubicBezTo>
                  <a:cubicBezTo>
                    <a:pt x="310" y="49199"/>
                    <a:pt x="256" y="50607"/>
                    <a:pt x="630" y="52133"/>
                  </a:cubicBezTo>
                  <a:cubicBezTo>
                    <a:pt x="950" y="53445"/>
                    <a:pt x="1558" y="54800"/>
                    <a:pt x="2422" y="56037"/>
                  </a:cubicBezTo>
                  <a:lnTo>
                    <a:pt x="2507" y="56026"/>
                  </a:lnTo>
                  <a:cubicBezTo>
                    <a:pt x="619" y="53317"/>
                    <a:pt x="0" y="50298"/>
                    <a:pt x="832" y="47972"/>
                  </a:cubicBezTo>
                  <a:cubicBezTo>
                    <a:pt x="1515" y="46084"/>
                    <a:pt x="3158" y="44473"/>
                    <a:pt x="5355" y="43545"/>
                  </a:cubicBezTo>
                  <a:cubicBezTo>
                    <a:pt x="5846" y="43343"/>
                    <a:pt x="6347" y="43151"/>
                    <a:pt x="6827" y="42980"/>
                  </a:cubicBezTo>
                  <a:cubicBezTo>
                    <a:pt x="7979" y="42553"/>
                    <a:pt x="9078" y="42159"/>
                    <a:pt x="9921" y="41444"/>
                  </a:cubicBezTo>
                  <a:cubicBezTo>
                    <a:pt x="11393" y="40207"/>
                    <a:pt x="11862" y="38286"/>
                    <a:pt x="12332" y="35918"/>
                  </a:cubicBezTo>
                  <a:cubicBezTo>
                    <a:pt x="12460" y="35182"/>
                    <a:pt x="12556" y="34446"/>
                    <a:pt x="12652" y="33742"/>
                  </a:cubicBezTo>
                  <a:cubicBezTo>
                    <a:pt x="12855" y="32185"/>
                    <a:pt x="13036" y="30712"/>
                    <a:pt x="13708" y="29390"/>
                  </a:cubicBezTo>
                  <a:cubicBezTo>
                    <a:pt x="14348" y="28131"/>
                    <a:pt x="15489" y="26979"/>
                    <a:pt x="17036" y="26061"/>
                  </a:cubicBezTo>
                  <a:cubicBezTo>
                    <a:pt x="18199" y="25368"/>
                    <a:pt x="19372" y="25112"/>
                    <a:pt x="20503" y="24856"/>
                  </a:cubicBezTo>
                  <a:cubicBezTo>
                    <a:pt x="21751" y="24579"/>
                    <a:pt x="22925" y="24323"/>
                    <a:pt x="23949" y="23523"/>
                  </a:cubicBezTo>
                  <a:cubicBezTo>
                    <a:pt x="25645" y="22211"/>
                    <a:pt x="26584" y="20514"/>
                    <a:pt x="26530" y="18861"/>
                  </a:cubicBezTo>
                  <a:cubicBezTo>
                    <a:pt x="26477" y="17207"/>
                    <a:pt x="25069" y="15181"/>
                    <a:pt x="22797" y="14615"/>
                  </a:cubicBezTo>
                  <a:cubicBezTo>
                    <a:pt x="21325" y="14242"/>
                    <a:pt x="19724" y="13869"/>
                    <a:pt x="18082" y="13655"/>
                  </a:cubicBezTo>
                  <a:cubicBezTo>
                    <a:pt x="16119" y="13410"/>
                    <a:pt x="14455" y="12471"/>
                    <a:pt x="13612" y="11180"/>
                  </a:cubicBezTo>
                  <a:cubicBezTo>
                    <a:pt x="13036" y="10284"/>
                    <a:pt x="12759" y="9218"/>
                    <a:pt x="12471" y="8097"/>
                  </a:cubicBezTo>
                  <a:cubicBezTo>
                    <a:pt x="12342" y="7649"/>
                    <a:pt x="12225" y="7180"/>
                    <a:pt x="12076" y="6711"/>
                  </a:cubicBezTo>
                  <a:cubicBezTo>
                    <a:pt x="11574" y="5100"/>
                    <a:pt x="11020" y="3895"/>
                    <a:pt x="10348" y="2934"/>
                  </a:cubicBezTo>
                  <a:cubicBezTo>
                    <a:pt x="9398" y="1601"/>
                    <a:pt x="8118" y="588"/>
                    <a:pt x="66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8"/>
            <p:cNvSpPr/>
            <p:nvPr/>
          </p:nvSpPr>
          <p:spPr>
            <a:xfrm>
              <a:off x="958772" y="1253467"/>
              <a:ext cx="1517803" cy="3211776"/>
            </a:xfrm>
            <a:custGeom>
              <a:rect b="b" l="l" r="r" t="t"/>
              <a:pathLst>
                <a:path extrusionOk="0" h="56389" w="26648">
                  <a:moveTo>
                    <a:pt x="7158" y="1"/>
                  </a:moveTo>
                  <a:lnTo>
                    <a:pt x="7126" y="54"/>
                  </a:lnTo>
                  <a:cubicBezTo>
                    <a:pt x="8641" y="694"/>
                    <a:pt x="9900" y="1782"/>
                    <a:pt x="10807" y="3180"/>
                  </a:cubicBezTo>
                  <a:cubicBezTo>
                    <a:pt x="11585" y="4375"/>
                    <a:pt x="12076" y="5793"/>
                    <a:pt x="12450" y="7041"/>
                  </a:cubicBezTo>
                  <a:cubicBezTo>
                    <a:pt x="12556" y="7383"/>
                    <a:pt x="12652" y="7735"/>
                    <a:pt x="12748" y="8065"/>
                  </a:cubicBezTo>
                  <a:cubicBezTo>
                    <a:pt x="13090" y="9303"/>
                    <a:pt x="13410" y="10476"/>
                    <a:pt x="14103" y="11426"/>
                  </a:cubicBezTo>
                  <a:cubicBezTo>
                    <a:pt x="14988" y="12620"/>
                    <a:pt x="16588" y="13463"/>
                    <a:pt x="18519" y="13730"/>
                  </a:cubicBezTo>
                  <a:cubicBezTo>
                    <a:pt x="20322" y="13975"/>
                    <a:pt x="22040" y="14455"/>
                    <a:pt x="23170" y="14797"/>
                  </a:cubicBezTo>
                  <a:cubicBezTo>
                    <a:pt x="25293" y="15437"/>
                    <a:pt x="26573" y="17410"/>
                    <a:pt x="26584" y="18957"/>
                  </a:cubicBezTo>
                  <a:cubicBezTo>
                    <a:pt x="26584" y="20536"/>
                    <a:pt x="25656" y="22168"/>
                    <a:pt x="24002" y="23448"/>
                  </a:cubicBezTo>
                  <a:cubicBezTo>
                    <a:pt x="23010" y="24227"/>
                    <a:pt x="21880" y="24515"/>
                    <a:pt x="20695" y="24824"/>
                  </a:cubicBezTo>
                  <a:cubicBezTo>
                    <a:pt x="19597" y="25123"/>
                    <a:pt x="18477" y="25400"/>
                    <a:pt x="17367" y="26083"/>
                  </a:cubicBezTo>
                  <a:cubicBezTo>
                    <a:pt x="15767" y="27054"/>
                    <a:pt x="14604" y="28270"/>
                    <a:pt x="13986" y="29603"/>
                  </a:cubicBezTo>
                  <a:cubicBezTo>
                    <a:pt x="13378" y="30904"/>
                    <a:pt x="13239" y="32302"/>
                    <a:pt x="13090" y="33795"/>
                  </a:cubicBezTo>
                  <a:cubicBezTo>
                    <a:pt x="13015" y="34627"/>
                    <a:pt x="12930" y="35470"/>
                    <a:pt x="12759" y="36302"/>
                  </a:cubicBezTo>
                  <a:cubicBezTo>
                    <a:pt x="12332" y="38382"/>
                    <a:pt x="11713" y="40463"/>
                    <a:pt x="10081" y="41679"/>
                  </a:cubicBezTo>
                  <a:cubicBezTo>
                    <a:pt x="9239" y="42297"/>
                    <a:pt x="8193" y="42639"/>
                    <a:pt x="7084" y="43001"/>
                  </a:cubicBezTo>
                  <a:cubicBezTo>
                    <a:pt x="6540" y="43172"/>
                    <a:pt x="5985" y="43353"/>
                    <a:pt x="5420" y="43588"/>
                  </a:cubicBezTo>
                  <a:cubicBezTo>
                    <a:pt x="3222" y="44484"/>
                    <a:pt x="1515" y="46148"/>
                    <a:pt x="833" y="48079"/>
                  </a:cubicBezTo>
                  <a:cubicBezTo>
                    <a:pt x="1" y="50458"/>
                    <a:pt x="641" y="53477"/>
                    <a:pt x="2571" y="56389"/>
                  </a:cubicBezTo>
                  <a:lnTo>
                    <a:pt x="2646" y="56304"/>
                  </a:lnTo>
                  <a:cubicBezTo>
                    <a:pt x="715" y="53413"/>
                    <a:pt x="86" y="50405"/>
                    <a:pt x="918" y="48036"/>
                  </a:cubicBezTo>
                  <a:cubicBezTo>
                    <a:pt x="1579" y="46138"/>
                    <a:pt x="3286" y="44463"/>
                    <a:pt x="5462" y="43588"/>
                  </a:cubicBezTo>
                  <a:cubicBezTo>
                    <a:pt x="6028" y="43364"/>
                    <a:pt x="6582" y="43172"/>
                    <a:pt x="7126" y="43001"/>
                  </a:cubicBezTo>
                  <a:cubicBezTo>
                    <a:pt x="8236" y="42639"/>
                    <a:pt x="9292" y="42297"/>
                    <a:pt x="10135" y="41679"/>
                  </a:cubicBezTo>
                  <a:cubicBezTo>
                    <a:pt x="11788" y="40452"/>
                    <a:pt x="12407" y="38361"/>
                    <a:pt x="12823" y="36270"/>
                  </a:cubicBezTo>
                  <a:cubicBezTo>
                    <a:pt x="12983" y="35427"/>
                    <a:pt x="13079" y="34574"/>
                    <a:pt x="13154" y="33763"/>
                  </a:cubicBezTo>
                  <a:cubicBezTo>
                    <a:pt x="13303" y="32281"/>
                    <a:pt x="13452" y="30883"/>
                    <a:pt x="14050" y="29582"/>
                  </a:cubicBezTo>
                  <a:cubicBezTo>
                    <a:pt x="14668" y="28270"/>
                    <a:pt x="15842" y="27054"/>
                    <a:pt x="17410" y="26093"/>
                  </a:cubicBezTo>
                  <a:cubicBezTo>
                    <a:pt x="18519" y="25421"/>
                    <a:pt x="19639" y="25133"/>
                    <a:pt x="20717" y="24856"/>
                  </a:cubicBezTo>
                  <a:cubicBezTo>
                    <a:pt x="21901" y="24547"/>
                    <a:pt x="23042" y="24248"/>
                    <a:pt x="24034" y="23480"/>
                  </a:cubicBezTo>
                  <a:cubicBezTo>
                    <a:pt x="25709" y="22200"/>
                    <a:pt x="26648" y="20546"/>
                    <a:pt x="26637" y="18946"/>
                  </a:cubicBezTo>
                  <a:cubicBezTo>
                    <a:pt x="26637" y="17389"/>
                    <a:pt x="25336" y="15383"/>
                    <a:pt x="23181" y="14733"/>
                  </a:cubicBezTo>
                  <a:cubicBezTo>
                    <a:pt x="22050" y="14402"/>
                    <a:pt x="20333" y="13901"/>
                    <a:pt x="18530" y="13666"/>
                  </a:cubicBezTo>
                  <a:cubicBezTo>
                    <a:pt x="16610" y="13399"/>
                    <a:pt x="15020" y="12567"/>
                    <a:pt x="14156" y="11383"/>
                  </a:cubicBezTo>
                  <a:cubicBezTo>
                    <a:pt x="13463" y="10455"/>
                    <a:pt x="13143" y="9282"/>
                    <a:pt x="12802" y="8055"/>
                  </a:cubicBezTo>
                  <a:cubicBezTo>
                    <a:pt x="12706" y="7713"/>
                    <a:pt x="12610" y="7372"/>
                    <a:pt x="12503" y="7020"/>
                  </a:cubicBezTo>
                  <a:cubicBezTo>
                    <a:pt x="12119" y="5783"/>
                    <a:pt x="11628" y="4343"/>
                    <a:pt x="10860" y="3158"/>
                  </a:cubicBezTo>
                  <a:cubicBezTo>
                    <a:pt x="9943" y="1740"/>
                    <a:pt x="8663" y="652"/>
                    <a:pt x="71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8"/>
            <p:cNvSpPr/>
            <p:nvPr/>
          </p:nvSpPr>
          <p:spPr>
            <a:xfrm>
              <a:off x="946640" y="1233418"/>
              <a:ext cx="1536030" cy="3230629"/>
            </a:xfrm>
            <a:custGeom>
              <a:rect b="b" l="l" r="r" t="t"/>
              <a:pathLst>
                <a:path extrusionOk="0" h="56720" w="26968">
                  <a:moveTo>
                    <a:pt x="7883" y="1"/>
                  </a:moveTo>
                  <a:lnTo>
                    <a:pt x="7862" y="54"/>
                  </a:lnTo>
                  <a:cubicBezTo>
                    <a:pt x="9398" y="780"/>
                    <a:pt x="10657" y="1932"/>
                    <a:pt x="11532" y="3414"/>
                  </a:cubicBezTo>
                  <a:cubicBezTo>
                    <a:pt x="12204" y="4577"/>
                    <a:pt x="12631" y="5889"/>
                    <a:pt x="13079" y="7372"/>
                  </a:cubicBezTo>
                  <a:cubicBezTo>
                    <a:pt x="13132" y="7585"/>
                    <a:pt x="13196" y="7788"/>
                    <a:pt x="13249" y="7991"/>
                  </a:cubicBezTo>
                  <a:cubicBezTo>
                    <a:pt x="13644" y="9367"/>
                    <a:pt x="14028" y="10658"/>
                    <a:pt x="14849" y="11671"/>
                  </a:cubicBezTo>
                  <a:cubicBezTo>
                    <a:pt x="15745" y="12759"/>
                    <a:pt x="17282" y="13506"/>
                    <a:pt x="19170" y="13773"/>
                  </a:cubicBezTo>
                  <a:cubicBezTo>
                    <a:pt x="20599" y="13986"/>
                    <a:pt x="22146" y="14381"/>
                    <a:pt x="23746" y="14967"/>
                  </a:cubicBezTo>
                  <a:cubicBezTo>
                    <a:pt x="25741" y="15693"/>
                    <a:pt x="26904" y="17645"/>
                    <a:pt x="26882" y="19106"/>
                  </a:cubicBezTo>
                  <a:cubicBezTo>
                    <a:pt x="26850" y="20632"/>
                    <a:pt x="25901" y="22221"/>
                    <a:pt x="24279" y="23469"/>
                  </a:cubicBezTo>
                  <a:cubicBezTo>
                    <a:pt x="23319" y="24205"/>
                    <a:pt x="22242" y="24536"/>
                    <a:pt x="21090" y="24888"/>
                  </a:cubicBezTo>
                  <a:cubicBezTo>
                    <a:pt x="20055" y="25208"/>
                    <a:pt x="18988" y="25528"/>
                    <a:pt x="17943" y="26179"/>
                  </a:cubicBezTo>
                  <a:cubicBezTo>
                    <a:pt x="16300" y="27203"/>
                    <a:pt x="15127" y="28483"/>
                    <a:pt x="14529" y="29870"/>
                  </a:cubicBezTo>
                  <a:cubicBezTo>
                    <a:pt x="13985" y="31139"/>
                    <a:pt x="13879" y="32515"/>
                    <a:pt x="13772" y="33955"/>
                  </a:cubicBezTo>
                  <a:cubicBezTo>
                    <a:pt x="13708" y="34862"/>
                    <a:pt x="13623" y="35790"/>
                    <a:pt x="13441" y="36729"/>
                  </a:cubicBezTo>
                  <a:cubicBezTo>
                    <a:pt x="12887" y="39364"/>
                    <a:pt x="11958" y="41028"/>
                    <a:pt x="10476" y="41977"/>
                  </a:cubicBezTo>
                  <a:cubicBezTo>
                    <a:pt x="9633" y="42511"/>
                    <a:pt x="8641" y="42788"/>
                    <a:pt x="7574" y="43097"/>
                  </a:cubicBezTo>
                  <a:cubicBezTo>
                    <a:pt x="6966" y="43268"/>
                    <a:pt x="6326" y="43449"/>
                    <a:pt x="5718" y="43684"/>
                  </a:cubicBezTo>
                  <a:cubicBezTo>
                    <a:pt x="3499" y="44527"/>
                    <a:pt x="1782" y="46223"/>
                    <a:pt x="1099" y="48207"/>
                  </a:cubicBezTo>
                  <a:cubicBezTo>
                    <a:pt x="0" y="51439"/>
                    <a:pt x="1760" y="54938"/>
                    <a:pt x="2902" y="56720"/>
                  </a:cubicBezTo>
                  <a:lnTo>
                    <a:pt x="2966" y="56698"/>
                  </a:lnTo>
                  <a:cubicBezTo>
                    <a:pt x="1824" y="54928"/>
                    <a:pt x="75" y="51450"/>
                    <a:pt x="1174" y="48228"/>
                  </a:cubicBezTo>
                  <a:cubicBezTo>
                    <a:pt x="1835" y="46255"/>
                    <a:pt x="3542" y="44591"/>
                    <a:pt x="5739" y="43748"/>
                  </a:cubicBezTo>
                  <a:cubicBezTo>
                    <a:pt x="6358" y="43513"/>
                    <a:pt x="6987" y="43343"/>
                    <a:pt x="7595" y="43161"/>
                  </a:cubicBezTo>
                  <a:cubicBezTo>
                    <a:pt x="8662" y="42863"/>
                    <a:pt x="9665" y="42575"/>
                    <a:pt x="10518" y="42031"/>
                  </a:cubicBezTo>
                  <a:cubicBezTo>
                    <a:pt x="12012" y="41071"/>
                    <a:pt x="12961" y="39385"/>
                    <a:pt x="13505" y="36740"/>
                  </a:cubicBezTo>
                  <a:cubicBezTo>
                    <a:pt x="13708" y="35801"/>
                    <a:pt x="13772" y="34862"/>
                    <a:pt x="13836" y="33955"/>
                  </a:cubicBezTo>
                  <a:cubicBezTo>
                    <a:pt x="13943" y="32515"/>
                    <a:pt x="14049" y="31150"/>
                    <a:pt x="14593" y="29880"/>
                  </a:cubicBezTo>
                  <a:cubicBezTo>
                    <a:pt x="15340" y="28142"/>
                    <a:pt x="16855" y="26925"/>
                    <a:pt x="17986" y="26221"/>
                  </a:cubicBezTo>
                  <a:cubicBezTo>
                    <a:pt x="19020" y="25560"/>
                    <a:pt x="20087" y="25240"/>
                    <a:pt x="21122" y="24920"/>
                  </a:cubicBezTo>
                  <a:cubicBezTo>
                    <a:pt x="22263" y="24579"/>
                    <a:pt x="23341" y="24248"/>
                    <a:pt x="24322" y="23501"/>
                  </a:cubicBezTo>
                  <a:cubicBezTo>
                    <a:pt x="25954" y="22242"/>
                    <a:pt x="26914" y="20642"/>
                    <a:pt x="26946" y="19096"/>
                  </a:cubicBezTo>
                  <a:cubicBezTo>
                    <a:pt x="26968" y="18306"/>
                    <a:pt x="26658" y="17442"/>
                    <a:pt x="26104" y="16674"/>
                  </a:cubicBezTo>
                  <a:cubicBezTo>
                    <a:pt x="25517" y="15853"/>
                    <a:pt x="24695" y="15234"/>
                    <a:pt x="23767" y="14893"/>
                  </a:cubicBezTo>
                  <a:cubicBezTo>
                    <a:pt x="22167" y="14327"/>
                    <a:pt x="20620" y="13922"/>
                    <a:pt x="19180" y="13709"/>
                  </a:cubicBezTo>
                  <a:cubicBezTo>
                    <a:pt x="17303" y="13442"/>
                    <a:pt x="15788" y="12695"/>
                    <a:pt x="14903" y="11628"/>
                  </a:cubicBezTo>
                  <a:cubicBezTo>
                    <a:pt x="14081" y="10615"/>
                    <a:pt x="13697" y="9335"/>
                    <a:pt x="13303" y="7959"/>
                  </a:cubicBezTo>
                  <a:cubicBezTo>
                    <a:pt x="13239" y="7767"/>
                    <a:pt x="13185" y="7553"/>
                    <a:pt x="13111" y="7351"/>
                  </a:cubicBezTo>
                  <a:cubicBezTo>
                    <a:pt x="12673" y="5868"/>
                    <a:pt x="12246" y="4545"/>
                    <a:pt x="11564" y="3393"/>
                  </a:cubicBezTo>
                  <a:cubicBezTo>
                    <a:pt x="10700" y="1900"/>
                    <a:pt x="9420" y="726"/>
                    <a:pt x="78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8"/>
            <p:cNvSpPr/>
            <p:nvPr/>
          </p:nvSpPr>
          <p:spPr>
            <a:xfrm>
              <a:off x="958772" y="1213368"/>
              <a:ext cx="1532385" cy="3250678"/>
            </a:xfrm>
            <a:custGeom>
              <a:rect b="b" l="l" r="r" t="t"/>
              <a:pathLst>
                <a:path extrusionOk="0" h="57072" w="26904">
                  <a:moveTo>
                    <a:pt x="8183" y="1"/>
                  </a:moveTo>
                  <a:lnTo>
                    <a:pt x="8161" y="54"/>
                  </a:lnTo>
                  <a:cubicBezTo>
                    <a:pt x="9687" y="833"/>
                    <a:pt x="10988" y="2113"/>
                    <a:pt x="11809" y="3649"/>
                  </a:cubicBezTo>
                  <a:cubicBezTo>
                    <a:pt x="12396" y="4748"/>
                    <a:pt x="12759" y="5975"/>
                    <a:pt x="13143" y="7287"/>
                  </a:cubicBezTo>
                  <a:cubicBezTo>
                    <a:pt x="13186" y="7415"/>
                    <a:pt x="13228" y="7564"/>
                    <a:pt x="13260" y="7703"/>
                  </a:cubicBezTo>
                  <a:lnTo>
                    <a:pt x="13303" y="7820"/>
                  </a:lnTo>
                  <a:cubicBezTo>
                    <a:pt x="13740" y="9303"/>
                    <a:pt x="14199" y="10818"/>
                    <a:pt x="15180" y="11895"/>
                  </a:cubicBezTo>
                  <a:cubicBezTo>
                    <a:pt x="16290" y="13111"/>
                    <a:pt x="18093" y="13602"/>
                    <a:pt x="19394" y="13804"/>
                  </a:cubicBezTo>
                  <a:cubicBezTo>
                    <a:pt x="20919" y="14050"/>
                    <a:pt x="22434" y="14487"/>
                    <a:pt x="23906" y="15117"/>
                  </a:cubicBezTo>
                  <a:cubicBezTo>
                    <a:pt x="25613" y="15842"/>
                    <a:pt x="26851" y="17623"/>
                    <a:pt x="26776" y="19234"/>
                  </a:cubicBezTo>
                  <a:cubicBezTo>
                    <a:pt x="26701" y="20717"/>
                    <a:pt x="25773" y="22221"/>
                    <a:pt x="24141" y="23459"/>
                  </a:cubicBezTo>
                  <a:cubicBezTo>
                    <a:pt x="23213" y="24163"/>
                    <a:pt x="22168" y="24536"/>
                    <a:pt x="21080" y="24931"/>
                  </a:cubicBezTo>
                  <a:cubicBezTo>
                    <a:pt x="20109" y="25272"/>
                    <a:pt x="19095" y="25645"/>
                    <a:pt x="18103" y="26275"/>
                  </a:cubicBezTo>
                  <a:cubicBezTo>
                    <a:pt x="16930" y="27021"/>
                    <a:pt x="15394" y="28302"/>
                    <a:pt x="14668" y="30126"/>
                  </a:cubicBezTo>
                  <a:cubicBezTo>
                    <a:pt x="14156" y="31395"/>
                    <a:pt x="14092" y="32729"/>
                    <a:pt x="14028" y="34137"/>
                  </a:cubicBezTo>
                  <a:cubicBezTo>
                    <a:pt x="13986" y="35129"/>
                    <a:pt x="13932" y="36153"/>
                    <a:pt x="13719" y="37156"/>
                  </a:cubicBezTo>
                  <a:cubicBezTo>
                    <a:pt x="13196" y="39609"/>
                    <a:pt x="12076" y="41391"/>
                    <a:pt x="10476" y="42287"/>
                  </a:cubicBezTo>
                  <a:cubicBezTo>
                    <a:pt x="9623" y="42756"/>
                    <a:pt x="8663" y="42980"/>
                    <a:pt x="7638" y="43236"/>
                  </a:cubicBezTo>
                  <a:cubicBezTo>
                    <a:pt x="6966" y="43396"/>
                    <a:pt x="6273" y="43567"/>
                    <a:pt x="5601" y="43812"/>
                  </a:cubicBezTo>
                  <a:cubicBezTo>
                    <a:pt x="3393" y="44591"/>
                    <a:pt x="1622" y="46330"/>
                    <a:pt x="961" y="48356"/>
                  </a:cubicBezTo>
                  <a:cubicBezTo>
                    <a:pt x="513" y="49700"/>
                    <a:pt x="502" y="51205"/>
                    <a:pt x="929" y="52847"/>
                  </a:cubicBezTo>
                  <a:cubicBezTo>
                    <a:pt x="1281" y="54181"/>
                    <a:pt x="1921" y="55610"/>
                    <a:pt x="2827" y="57072"/>
                  </a:cubicBezTo>
                  <a:lnTo>
                    <a:pt x="2859" y="57061"/>
                  </a:lnTo>
                  <a:cubicBezTo>
                    <a:pt x="1451" y="54778"/>
                    <a:pt x="1" y="51418"/>
                    <a:pt x="993" y="48378"/>
                  </a:cubicBezTo>
                  <a:cubicBezTo>
                    <a:pt x="1665" y="46372"/>
                    <a:pt x="3435" y="44644"/>
                    <a:pt x="5612" y="43865"/>
                  </a:cubicBezTo>
                  <a:cubicBezTo>
                    <a:pt x="6273" y="43620"/>
                    <a:pt x="6966" y="43449"/>
                    <a:pt x="7638" y="43289"/>
                  </a:cubicBezTo>
                  <a:cubicBezTo>
                    <a:pt x="8663" y="43033"/>
                    <a:pt x="9633" y="42809"/>
                    <a:pt x="10487" y="42329"/>
                  </a:cubicBezTo>
                  <a:cubicBezTo>
                    <a:pt x="12119" y="41423"/>
                    <a:pt x="13250" y="39630"/>
                    <a:pt x="13772" y="37156"/>
                  </a:cubicBezTo>
                  <a:cubicBezTo>
                    <a:pt x="13986" y="36142"/>
                    <a:pt x="14028" y="35118"/>
                    <a:pt x="14082" y="34126"/>
                  </a:cubicBezTo>
                  <a:cubicBezTo>
                    <a:pt x="14146" y="32718"/>
                    <a:pt x="14199" y="31384"/>
                    <a:pt x="14700" y="30126"/>
                  </a:cubicBezTo>
                  <a:cubicBezTo>
                    <a:pt x="15426" y="28312"/>
                    <a:pt x="16962" y="27043"/>
                    <a:pt x="18114" y="26296"/>
                  </a:cubicBezTo>
                  <a:cubicBezTo>
                    <a:pt x="19106" y="25677"/>
                    <a:pt x="20119" y="25315"/>
                    <a:pt x="21090" y="24963"/>
                  </a:cubicBezTo>
                  <a:cubicBezTo>
                    <a:pt x="22200" y="24568"/>
                    <a:pt x="23224" y="24205"/>
                    <a:pt x="24173" y="23491"/>
                  </a:cubicBezTo>
                  <a:cubicBezTo>
                    <a:pt x="25816" y="22232"/>
                    <a:pt x="26755" y="20717"/>
                    <a:pt x="26829" y="19224"/>
                  </a:cubicBezTo>
                  <a:cubicBezTo>
                    <a:pt x="26904" y="17591"/>
                    <a:pt x="25656" y="15789"/>
                    <a:pt x="23928" y="15042"/>
                  </a:cubicBezTo>
                  <a:cubicBezTo>
                    <a:pt x="22466" y="14402"/>
                    <a:pt x="20941" y="13964"/>
                    <a:pt x="19415" y="13740"/>
                  </a:cubicBezTo>
                  <a:cubicBezTo>
                    <a:pt x="18103" y="13538"/>
                    <a:pt x="16332" y="13058"/>
                    <a:pt x="15223" y="11863"/>
                  </a:cubicBezTo>
                  <a:cubicBezTo>
                    <a:pt x="14242" y="10796"/>
                    <a:pt x="13815" y="9335"/>
                    <a:pt x="13356" y="7809"/>
                  </a:cubicBezTo>
                  <a:lnTo>
                    <a:pt x="13314" y="7681"/>
                  </a:lnTo>
                  <a:cubicBezTo>
                    <a:pt x="13282" y="7553"/>
                    <a:pt x="13239" y="7404"/>
                    <a:pt x="13196" y="7276"/>
                  </a:cubicBezTo>
                  <a:cubicBezTo>
                    <a:pt x="12812" y="5964"/>
                    <a:pt x="12450" y="4726"/>
                    <a:pt x="11852" y="3617"/>
                  </a:cubicBezTo>
                  <a:cubicBezTo>
                    <a:pt x="11020" y="2070"/>
                    <a:pt x="9719" y="790"/>
                    <a:pt x="81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8"/>
            <p:cNvSpPr/>
            <p:nvPr/>
          </p:nvSpPr>
          <p:spPr>
            <a:xfrm>
              <a:off x="971531" y="1193319"/>
              <a:ext cx="1526917" cy="3270101"/>
            </a:xfrm>
            <a:custGeom>
              <a:rect b="b" l="l" r="r" t="t"/>
              <a:pathLst>
                <a:path extrusionOk="0" h="57413" w="26808">
                  <a:moveTo>
                    <a:pt x="8492" y="1"/>
                  </a:moveTo>
                  <a:lnTo>
                    <a:pt x="8460" y="54"/>
                  </a:lnTo>
                  <a:cubicBezTo>
                    <a:pt x="10007" y="908"/>
                    <a:pt x="11308" y="2252"/>
                    <a:pt x="12087" y="3862"/>
                  </a:cubicBezTo>
                  <a:cubicBezTo>
                    <a:pt x="12588" y="4876"/>
                    <a:pt x="12887" y="5964"/>
                    <a:pt x="13207" y="7116"/>
                  </a:cubicBezTo>
                  <a:cubicBezTo>
                    <a:pt x="13292" y="7415"/>
                    <a:pt x="13367" y="7724"/>
                    <a:pt x="13463" y="8012"/>
                  </a:cubicBezTo>
                  <a:cubicBezTo>
                    <a:pt x="13900" y="9505"/>
                    <a:pt x="14423" y="11063"/>
                    <a:pt x="15500" y="12108"/>
                  </a:cubicBezTo>
                  <a:cubicBezTo>
                    <a:pt x="16375" y="12951"/>
                    <a:pt x="17730" y="13495"/>
                    <a:pt x="19629" y="13804"/>
                  </a:cubicBezTo>
                  <a:cubicBezTo>
                    <a:pt x="21197" y="14050"/>
                    <a:pt x="22744" y="14530"/>
                    <a:pt x="24066" y="15213"/>
                  </a:cubicBezTo>
                  <a:cubicBezTo>
                    <a:pt x="25677" y="16045"/>
                    <a:pt x="26765" y="17762"/>
                    <a:pt x="26659" y="19320"/>
                  </a:cubicBezTo>
                  <a:cubicBezTo>
                    <a:pt x="26552" y="20749"/>
                    <a:pt x="25603" y="22200"/>
                    <a:pt x="24002" y="23416"/>
                  </a:cubicBezTo>
                  <a:cubicBezTo>
                    <a:pt x="23096" y="24109"/>
                    <a:pt x="22104" y="24504"/>
                    <a:pt x="21069" y="24931"/>
                  </a:cubicBezTo>
                  <a:cubicBezTo>
                    <a:pt x="20130" y="25304"/>
                    <a:pt x="19170" y="25709"/>
                    <a:pt x="18253" y="26317"/>
                  </a:cubicBezTo>
                  <a:cubicBezTo>
                    <a:pt x="17058" y="27117"/>
                    <a:pt x="15479" y="28451"/>
                    <a:pt x="14786" y="30350"/>
                  </a:cubicBezTo>
                  <a:cubicBezTo>
                    <a:pt x="14316" y="31619"/>
                    <a:pt x="14295" y="32931"/>
                    <a:pt x="14263" y="34339"/>
                  </a:cubicBezTo>
                  <a:cubicBezTo>
                    <a:pt x="14242" y="35385"/>
                    <a:pt x="14210" y="36483"/>
                    <a:pt x="13986" y="37550"/>
                  </a:cubicBezTo>
                  <a:cubicBezTo>
                    <a:pt x="13463" y="39918"/>
                    <a:pt x="12215" y="41711"/>
                    <a:pt x="10455" y="42564"/>
                  </a:cubicBezTo>
                  <a:cubicBezTo>
                    <a:pt x="9601" y="42980"/>
                    <a:pt x="8663" y="43161"/>
                    <a:pt x="7670" y="43364"/>
                  </a:cubicBezTo>
                  <a:cubicBezTo>
                    <a:pt x="6934" y="43492"/>
                    <a:pt x="6188" y="43652"/>
                    <a:pt x="5462" y="43897"/>
                  </a:cubicBezTo>
                  <a:cubicBezTo>
                    <a:pt x="3254" y="44644"/>
                    <a:pt x="1462" y="46404"/>
                    <a:pt x="801" y="48484"/>
                  </a:cubicBezTo>
                  <a:cubicBezTo>
                    <a:pt x="1" y="50959"/>
                    <a:pt x="641" y="53882"/>
                    <a:pt x="2731" y="57413"/>
                  </a:cubicBezTo>
                  <a:lnTo>
                    <a:pt x="2753" y="57381"/>
                  </a:lnTo>
                  <a:cubicBezTo>
                    <a:pt x="662" y="53871"/>
                    <a:pt x="33" y="50959"/>
                    <a:pt x="822" y="48495"/>
                  </a:cubicBezTo>
                  <a:cubicBezTo>
                    <a:pt x="1494" y="46426"/>
                    <a:pt x="3265" y="44687"/>
                    <a:pt x="5462" y="43951"/>
                  </a:cubicBezTo>
                  <a:cubicBezTo>
                    <a:pt x="6188" y="43705"/>
                    <a:pt x="6934" y="43567"/>
                    <a:pt x="7649" y="43417"/>
                  </a:cubicBezTo>
                  <a:cubicBezTo>
                    <a:pt x="8652" y="43215"/>
                    <a:pt x="9601" y="43033"/>
                    <a:pt x="10455" y="42617"/>
                  </a:cubicBezTo>
                  <a:cubicBezTo>
                    <a:pt x="12226" y="41764"/>
                    <a:pt x="13495" y="39961"/>
                    <a:pt x="14007" y="37561"/>
                  </a:cubicBezTo>
                  <a:cubicBezTo>
                    <a:pt x="14252" y="36494"/>
                    <a:pt x="14263" y="35406"/>
                    <a:pt x="14295" y="34339"/>
                  </a:cubicBezTo>
                  <a:cubicBezTo>
                    <a:pt x="14316" y="32953"/>
                    <a:pt x="14348" y="31630"/>
                    <a:pt x="14807" y="30371"/>
                  </a:cubicBezTo>
                  <a:cubicBezTo>
                    <a:pt x="15500" y="28494"/>
                    <a:pt x="17069" y="27160"/>
                    <a:pt x="18253" y="26371"/>
                  </a:cubicBezTo>
                  <a:cubicBezTo>
                    <a:pt x="19170" y="25763"/>
                    <a:pt x="20130" y="25379"/>
                    <a:pt x="21069" y="24984"/>
                  </a:cubicBezTo>
                  <a:cubicBezTo>
                    <a:pt x="22104" y="24557"/>
                    <a:pt x="23106" y="24152"/>
                    <a:pt x="24013" y="23469"/>
                  </a:cubicBezTo>
                  <a:cubicBezTo>
                    <a:pt x="25635" y="22242"/>
                    <a:pt x="26584" y="20770"/>
                    <a:pt x="26691" y="19330"/>
                  </a:cubicBezTo>
                  <a:cubicBezTo>
                    <a:pt x="26808" y="17751"/>
                    <a:pt x="25709" y="16002"/>
                    <a:pt x="24077" y="15170"/>
                  </a:cubicBezTo>
                  <a:cubicBezTo>
                    <a:pt x="22744" y="14498"/>
                    <a:pt x="21208" y="13996"/>
                    <a:pt x="19629" y="13751"/>
                  </a:cubicBezTo>
                  <a:cubicBezTo>
                    <a:pt x="17730" y="13452"/>
                    <a:pt x="16396" y="12898"/>
                    <a:pt x="15532" y="12066"/>
                  </a:cubicBezTo>
                  <a:cubicBezTo>
                    <a:pt x="14466" y="11042"/>
                    <a:pt x="13975" y="9559"/>
                    <a:pt x="13516" y="8001"/>
                  </a:cubicBezTo>
                  <a:cubicBezTo>
                    <a:pt x="13420" y="7703"/>
                    <a:pt x="13346" y="7404"/>
                    <a:pt x="13260" y="7105"/>
                  </a:cubicBezTo>
                  <a:cubicBezTo>
                    <a:pt x="12940" y="5943"/>
                    <a:pt x="12642" y="4854"/>
                    <a:pt x="12140" y="3841"/>
                  </a:cubicBezTo>
                  <a:cubicBezTo>
                    <a:pt x="11361" y="2209"/>
                    <a:pt x="10049" y="854"/>
                    <a:pt x="84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8"/>
            <p:cNvSpPr/>
            <p:nvPr/>
          </p:nvSpPr>
          <p:spPr>
            <a:xfrm>
              <a:off x="961221" y="1174522"/>
              <a:ext cx="1546966" cy="3288897"/>
            </a:xfrm>
            <a:custGeom>
              <a:rect b="b" l="l" r="r" t="t"/>
              <a:pathLst>
                <a:path extrusionOk="0" h="57743" w="27160">
                  <a:moveTo>
                    <a:pt x="9217" y="0"/>
                  </a:moveTo>
                  <a:lnTo>
                    <a:pt x="9196" y="53"/>
                  </a:lnTo>
                  <a:cubicBezTo>
                    <a:pt x="10764" y="971"/>
                    <a:pt x="12044" y="2411"/>
                    <a:pt x="12812" y="4086"/>
                  </a:cubicBezTo>
                  <a:cubicBezTo>
                    <a:pt x="13239" y="5046"/>
                    <a:pt x="13505" y="6049"/>
                    <a:pt x="13772" y="7115"/>
                  </a:cubicBezTo>
                  <a:cubicBezTo>
                    <a:pt x="13857" y="7521"/>
                    <a:pt x="13964" y="7926"/>
                    <a:pt x="14092" y="8342"/>
                  </a:cubicBezTo>
                  <a:cubicBezTo>
                    <a:pt x="14497" y="9761"/>
                    <a:pt x="15073" y="11340"/>
                    <a:pt x="16247" y="12342"/>
                  </a:cubicBezTo>
                  <a:cubicBezTo>
                    <a:pt x="17314" y="13238"/>
                    <a:pt x="18807" y="13601"/>
                    <a:pt x="20268" y="13836"/>
                  </a:cubicBezTo>
                  <a:cubicBezTo>
                    <a:pt x="21943" y="14113"/>
                    <a:pt x="23405" y="14636"/>
                    <a:pt x="24631" y="15372"/>
                  </a:cubicBezTo>
                  <a:cubicBezTo>
                    <a:pt x="26136" y="16268"/>
                    <a:pt x="27085" y="17943"/>
                    <a:pt x="26936" y="19447"/>
                  </a:cubicBezTo>
                  <a:cubicBezTo>
                    <a:pt x="26765" y="21196"/>
                    <a:pt x="25378" y="22572"/>
                    <a:pt x="24258" y="23415"/>
                  </a:cubicBezTo>
                  <a:cubicBezTo>
                    <a:pt x="23383" y="24066"/>
                    <a:pt x="22445" y="24503"/>
                    <a:pt x="21463" y="24973"/>
                  </a:cubicBezTo>
                  <a:cubicBezTo>
                    <a:pt x="20578" y="25389"/>
                    <a:pt x="19660" y="25815"/>
                    <a:pt x="18796" y="26413"/>
                  </a:cubicBezTo>
                  <a:cubicBezTo>
                    <a:pt x="17036" y="27607"/>
                    <a:pt x="15820" y="29069"/>
                    <a:pt x="15297" y="30594"/>
                  </a:cubicBezTo>
                  <a:cubicBezTo>
                    <a:pt x="14871" y="31864"/>
                    <a:pt x="14871" y="33240"/>
                    <a:pt x="14892" y="34563"/>
                  </a:cubicBezTo>
                  <a:cubicBezTo>
                    <a:pt x="14892" y="35683"/>
                    <a:pt x="14903" y="36835"/>
                    <a:pt x="14647" y="37955"/>
                  </a:cubicBezTo>
                  <a:cubicBezTo>
                    <a:pt x="14145" y="40238"/>
                    <a:pt x="12716" y="42062"/>
                    <a:pt x="10838" y="42851"/>
                  </a:cubicBezTo>
                  <a:cubicBezTo>
                    <a:pt x="9974" y="43203"/>
                    <a:pt x="9057" y="43342"/>
                    <a:pt x="8086" y="43502"/>
                  </a:cubicBezTo>
                  <a:cubicBezTo>
                    <a:pt x="7307" y="43630"/>
                    <a:pt x="6507" y="43758"/>
                    <a:pt x="5739" y="44003"/>
                  </a:cubicBezTo>
                  <a:cubicBezTo>
                    <a:pt x="3499" y="44707"/>
                    <a:pt x="1696" y="46468"/>
                    <a:pt x="1035" y="48612"/>
                  </a:cubicBezTo>
                  <a:cubicBezTo>
                    <a:pt x="0" y="51897"/>
                    <a:pt x="1686" y="55396"/>
                    <a:pt x="3030" y="57743"/>
                  </a:cubicBezTo>
                  <a:lnTo>
                    <a:pt x="3115" y="57732"/>
                  </a:lnTo>
                  <a:cubicBezTo>
                    <a:pt x="1771" y="55385"/>
                    <a:pt x="96" y="51908"/>
                    <a:pt x="1110" y="48644"/>
                  </a:cubicBezTo>
                  <a:cubicBezTo>
                    <a:pt x="1782" y="46521"/>
                    <a:pt x="3563" y="44761"/>
                    <a:pt x="5782" y="44067"/>
                  </a:cubicBezTo>
                  <a:cubicBezTo>
                    <a:pt x="6539" y="43822"/>
                    <a:pt x="7339" y="43694"/>
                    <a:pt x="8118" y="43577"/>
                  </a:cubicBezTo>
                  <a:cubicBezTo>
                    <a:pt x="9089" y="43417"/>
                    <a:pt x="10006" y="43267"/>
                    <a:pt x="10870" y="42905"/>
                  </a:cubicBezTo>
                  <a:cubicBezTo>
                    <a:pt x="12780" y="42115"/>
                    <a:pt x="14220" y="40270"/>
                    <a:pt x="14732" y="37976"/>
                  </a:cubicBezTo>
                  <a:cubicBezTo>
                    <a:pt x="14977" y="36856"/>
                    <a:pt x="14967" y="35683"/>
                    <a:pt x="14967" y="34563"/>
                  </a:cubicBezTo>
                  <a:cubicBezTo>
                    <a:pt x="14967" y="33240"/>
                    <a:pt x="14956" y="31864"/>
                    <a:pt x="15383" y="30616"/>
                  </a:cubicBezTo>
                  <a:cubicBezTo>
                    <a:pt x="15905" y="29090"/>
                    <a:pt x="17100" y="27650"/>
                    <a:pt x="18850" y="26455"/>
                  </a:cubicBezTo>
                  <a:cubicBezTo>
                    <a:pt x="19714" y="25847"/>
                    <a:pt x="20620" y="25421"/>
                    <a:pt x="21506" y="25015"/>
                  </a:cubicBezTo>
                  <a:cubicBezTo>
                    <a:pt x="22498" y="24546"/>
                    <a:pt x="23437" y="24109"/>
                    <a:pt x="24311" y="23447"/>
                  </a:cubicBezTo>
                  <a:cubicBezTo>
                    <a:pt x="25453" y="22615"/>
                    <a:pt x="26840" y="21228"/>
                    <a:pt x="27010" y="19447"/>
                  </a:cubicBezTo>
                  <a:cubicBezTo>
                    <a:pt x="27160" y="17921"/>
                    <a:pt x="26200" y="16225"/>
                    <a:pt x="24674" y="15308"/>
                  </a:cubicBezTo>
                  <a:cubicBezTo>
                    <a:pt x="23437" y="14572"/>
                    <a:pt x="21965" y="14049"/>
                    <a:pt x="20290" y="13772"/>
                  </a:cubicBezTo>
                  <a:cubicBezTo>
                    <a:pt x="18839" y="13526"/>
                    <a:pt x="17346" y="13185"/>
                    <a:pt x="16289" y="12289"/>
                  </a:cubicBezTo>
                  <a:cubicBezTo>
                    <a:pt x="15116" y="11308"/>
                    <a:pt x="14540" y="9729"/>
                    <a:pt x="14145" y="8321"/>
                  </a:cubicBezTo>
                  <a:cubicBezTo>
                    <a:pt x="14039" y="7905"/>
                    <a:pt x="13932" y="7489"/>
                    <a:pt x="13825" y="7094"/>
                  </a:cubicBezTo>
                  <a:cubicBezTo>
                    <a:pt x="13537" y="6027"/>
                    <a:pt x="13292" y="5024"/>
                    <a:pt x="12865" y="4064"/>
                  </a:cubicBezTo>
                  <a:cubicBezTo>
                    <a:pt x="12097" y="2368"/>
                    <a:pt x="10806" y="917"/>
                    <a:pt x="92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8"/>
            <p:cNvSpPr/>
            <p:nvPr/>
          </p:nvSpPr>
          <p:spPr>
            <a:xfrm>
              <a:off x="968512" y="1151397"/>
              <a:ext cx="1547592" cy="3311452"/>
            </a:xfrm>
            <a:custGeom>
              <a:rect b="b" l="l" r="r" t="t"/>
              <a:pathLst>
                <a:path extrusionOk="0" h="58139" w="27171">
                  <a:moveTo>
                    <a:pt x="9644" y="1"/>
                  </a:moveTo>
                  <a:lnTo>
                    <a:pt x="9612" y="54"/>
                  </a:lnTo>
                  <a:cubicBezTo>
                    <a:pt x="11212" y="1057"/>
                    <a:pt x="12492" y="2561"/>
                    <a:pt x="13217" y="4321"/>
                  </a:cubicBezTo>
                  <a:cubicBezTo>
                    <a:pt x="13569" y="5228"/>
                    <a:pt x="13815" y="6199"/>
                    <a:pt x="14028" y="7148"/>
                  </a:cubicBezTo>
                  <a:cubicBezTo>
                    <a:pt x="14135" y="7639"/>
                    <a:pt x="14252" y="8161"/>
                    <a:pt x="14401" y="8673"/>
                  </a:cubicBezTo>
                  <a:cubicBezTo>
                    <a:pt x="14732" y="9868"/>
                    <a:pt x="15329" y="11575"/>
                    <a:pt x="16684" y="12578"/>
                  </a:cubicBezTo>
                  <a:cubicBezTo>
                    <a:pt x="17751" y="13378"/>
                    <a:pt x="19148" y="13612"/>
                    <a:pt x="20492" y="13858"/>
                  </a:cubicBezTo>
                  <a:lnTo>
                    <a:pt x="20599" y="13868"/>
                  </a:lnTo>
                  <a:cubicBezTo>
                    <a:pt x="22338" y="14178"/>
                    <a:pt x="23778" y="14732"/>
                    <a:pt x="24898" y="15522"/>
                  </a:cubicBezTo>
                  <a:cubicBezTo>
                    <a:pt x="26285" y="16514"/>
                    <a:pt x="27106" y="18135"/>
                    <a:pt x="26925" y="19586"/>
                  </a:cubicBezTo>
                  <a:cubicBezTo>
                    <a:pt x="26765" y="20920"/>
                    <a:pt x="25858" y="22221"/>
                    <a:pt x="24226" y="23416"/>
                  </a:cubicBezTo>
                  <a:cubicBezTo>
                    <a:pt x="23405" y="24034"/>
                    <a:pt x="22477" y="24525"/>
                    <a:pt x="21591" y="25005"/>
                  </a:cubicBezTo>
                  <a:cubicBezTo>
                    <a:pt x="20748" y="25453"/>
                    <a:pt x="19863" y="25923"/>
                    <a:pt x="19052" y="26509"/>
                  </a:cubicBezTo>
                  <a:cubicBezTo>
                    <a:pt x="17218" y="27800"/>
                    <a:pt x="16023" y="29272"/>
                    <a:pt x="15532" y="30872"/>
                  </a:cubicBezTo>
                  <a:cubicBezTo>
                    <a:pt x="15137" y="32152"/>
                    <a:pt x="15169" y="33529"/>
                    <a:pt x="15212" y="34841"/>
                  </a:cubicBezTo>
                  <a:cubicBezTo>
                    <a:pt x="15244" y="36014"/>
                    <a:pt x="15276" y="37241"/>
                    <a:pt x="15009" y="38404"/>
                  </a:cubicBezTo>
                  <a:cubicBezTo>
                    <a:pt x="14508" y="40644"/>
                    <a:pt x="12929" y="42468"/>
                    <a:pt x="10902" y="43193"/>
                  </a:cubicBezTo>
                  <a:cubicBezTo>
                    <a:pt x="10038" y="43513"/>
                    <a:pt x="9089" y="43620"/>
                    <a:pt x="8172" y="43727"/>
                  </a:cubicBezTo>
                  <a:cubicBezTo>
                    <a:pt x="7361" y="43823"/>
                    <a:pt x="6518" y="43908"/>
                    <a:pt x="5707" y="44153"/>
                  </a:cubicBezTo>
                  <a:cubicBezTo>
                    <a:pt x="3488" y="44804"/>
                    <a:pt x="1622" y="46617"/>
                    <a:pt x="971" y="48794"/>
                  </a:cubicBezTo>
                  <a:cubicBezTo>
                    <a:pt x="0" y="52015"/>
                    <a:pt x="1568" y="55482"/>
                    <a:pt x="3040" y="58138"/>
                  </a:cubicBezTo>
                  <a:lnTo>
                    <a:pt x="3094" y="58117"/>
                  </a:lnTo>
                  <a:cubicBezTo>
                    <a:pt x="1622" y="55471"/>
                    <a:pt x="64" y="52037"/>
                    <a:pt x="1024" y="48815"/>
                  </a:cubicBezTo>
                  <a:cubicBezTo>
                    <a:pt x="1675" y="46660"/>
                    <a:pt x="3520" y="44857"/>
                    <a:pt x="5729" y="44207"/>
                  </a:cubicBezTo>
                  <a:cubicBezTo>
                    <a:pt x="6550" y="43983"/>
                    <a:pt x="7382" y="43876"/>
                    <a:pt x="8204" y="43780"/>
                  </a:cubicBezTo>
                  <a:cubicBezTo>
                    <a:pt x="9121" y="43673"/>
                    <a:pt x="10070" y="43556"/>
                    <a:pt x="10945" y="43247"/>
                  </a:cubicBezTo>
                  <a:cubicBezTo>
                    <a:pt x="12972" y="42511"/>
                    <a:pt x="14561" y="40676"/>
                    <a:pt x="15084" y="38414"/>
                  </a:cubicBezTo>
                  <a:cubicBezTo>
                    <a:pt x="15361" y="37241"/>
                    <a:pt x="15319" y="36035"/>
                    <a:pt x="15276" y="34841"/>
                  </a:cubicBezTo>
                  <a:cubicBezTo>
                    <a:pt x="15223" y="33529"/>
                    <a:pt x="15191" y="32152"/>
                    <a:pt x="15585" y="30883"/>
                  </a:cubicBezTo>
                  <a:cubicBezTo>
                    <a:pt x="16076" y="29294"/>
                    <a:pt x="17250" y="27843"/>
                    <a:pt x="19084" y="26552"/>
                  </a:cubicBezTo>
                  <a:cubicBezTo>
                    <a:pt x="19906" y="25976"/>
                    <a:pt x="20770" y="25507"/>
                    <a:pt x="21613" y="25059"/>
                  </a:cubicBezTo>
                  <a:cubicBezTo>
                    <a:pt x="22509" y="24579"/>
                    <a:pt x="23426" y="24088"/>
                    <a:pt x="24269" y="23458"/>
                  </a:cubicBezTo>
                  <a:cubicBezTo>
                    <a:pt x="25912" y="22242"/>
                    <a:pt x="26818" y="20952"/>
                    <a:pt x="26989" y="19586"/>
                  </a:cubicBezTo>
                  <a:cubicBezTo>
                    <a:pt x="27170" y="18125"/>
                    <a:pt x="26349" y="16471"/>
                    <a:pt x="24930" y="15469"/>
                  </a:cubicBezTo>
                  <a:cubicBezTo>
                    <a:pt x="23810" y="14679"/>
                    <a:pt x="22359" y="14124"/>
                    <a:pt x="20610" y="13815"/>
                  </a:cubicBezTo>
                  <a:lnTo>
                    <a:pt x="20503" y="13804"/>
                  </a:lnTo>
                  <a:cubicBezTo>
                    <a:pt x="19159" y="13559"/>
                    <a:pt x="17772" y="13324"/>
                    <a:pt x="16716" y="12535"/>
                  </a:cubicBezTo>
                  <a:cubicBezTo>
                    <a:pt x="15383" y="11532"/>
                    <a:pt x="14785" y="9847"/>
                    <a:pt x="14455" y="8652"/>
                  </a:cubicBezTo>
                  <a:cubicBezTo>
                    <a:pt x="14316" y="8151"/>
                    <a:pt x="14199" y="7628"/>
                    <a:pt x="14081" y="7137"/>
                  </a:cubicBezTo>
                  <a:cubicBezTo>
                    <a:pt x="13868" y="6188"/>
                    <a:pt x="13644" y="5206"/>
                    <a:pt x="13271" y="4300"/>
                  </a:cubicBezTo>
                  <a:cubicBezTo>
                    <a:pt x="12545" y="2518"/>
                    <a:pt x="11254" y="1003"/>
                    <a:pt x="9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8"/>
            <p:cNvSpPr/>
            <p:nvPr/>
          </p:nvSpPr>
          <p:spPr>
            <a:xfrm>
              <a:off x="974549" y="1129524"/>
              <a:ext cx="1547592" cy="3333324"/>
            </a:xfrm>
            <a:custGeom>
              <a:rect b="b" l="l" r="r" t="t"/>
              <a:pathLst>
                <a:path extrusionOk="0" h="58523" w="27171">
                  <a:moveTo>
                    <a:pt x="10028" y="1"/>
                  </a:moveTo>
                  <a:lnTo>
                    <a:pt x="9996" y="54"/>
                  </a:lnTo>
                  <a:cubicBezTo>
                    <a:pt x="11628" y="1121"/>
                    <a:pt x="12909" y="2721"/>
                    <a:pt x="13591" y="4545"/>
                  </a:cubicBezTo>
                  <a:cubicBezTo>
                    <a:pt x="13922" y="5409"/>
                    <a:pt x="14103" y="6348"/>
                    <a:pt x="14295" y="7233"/>
                  </a:cubicBezTo>
                  <a:cubicBezTo>
                    <a:pt x="14413" y="7820"/>
                    <a:pt x="14530" y="8428"/>
                    <a:pt x="14690" y="8993"/>
                  </a:cubicBezTo>
                  <a:cubicBezTo>
                    <a:pt x="15202" y="10828"/>
                    <a:pt x="16013" y="12108"/>
                    <a:pt x="17112" y="12812"/>
                  </a:cubicBezTo>
                  <a:cubicBezTo>
                    <a:pt x="18040" y="13410"/>
                    <a:pt x="19160" y="13602"/>
                    <a:pt x="20258" y="13783"/>
                  </a:cubicBezTo>
                  <a:lnTo>
                    <a:pt x="20931" y="13900"/>
                  </a:lnTo>
                  <a:cubicBezTo>
                    <a:pt x="22765" y="14242"/>
                    <a:pt x="24152" y="14828"/>
                    <a:pt x="25166" y="15661"/>
                  </a:cubicBezTo>
                  <a:cubicBezTo>
                    <a:pt x="26456" y="16749"/>
                    <a:pt x="27118" y="18295"/>
                    <a:pt x="26904" y="19714"/>
                  </a:cubicBezTo>
                  <a:cubicBezTo>
                    <a:pt x="26702" y="21026"/>
                    <a:pt x="25827" y="22221"/>
                    <a:pt x="24184" y="23426"/>
                  </a:cubicBezTo>
                  <a:cubicBezTo>
                    <a:pt x="23405" y="24002"/>
                    <a:pt x="22573" y="24514"/>
                    <a:pt x="21763" y="25016"/>
                  </a:cubicBezTo>
                  <a:cubicBezTo>
                    <a:pt x="20931" y="25517"/>
                    <a:pt x="20077" y="26040"/>
                    <a:pt x="19298" y="26627"/>
                  </a:cubicBezTo>
                  <a:cubicBezTo>
                    <a:pt x="17410" y="28013"/>
                    <a:pt x="16215" y="29528"/>
                    <a:pt x="15746" y="31160"/>
                  </a:cubicBezTo>
                  <a:cubicBezTo>
                    <a:pt x="15373" y="32451"/>
                    <a:pt x="15437" y="33827"/>
                    <a:pt x="15522" y="35161"/>
                  </a:cubicBezTo>
                  <a:cubicBezTo>
                    <a:pt x="15586" y="36387"/>
                    <a:pt x="15650" y="37667"/>
                    <a:pt x="15373" y="38862"/>
                  </a:cubicBezTo>
                  <a:cubicBezTo>
                    <a:pt x="14871" y="41049"/>
                    <a:pt x="13133" y="42895"/>
                    <a:pt x="10988" y="43535"/>
                  </a:cubicBezTo>
                  <a:cubicBezTo>
                    <a:pt x="10103" y="43791"/>
                    <a:pt x="9175" y="43865"/>
                    <a:pt x="8268" y="43929"/>
                  </a:cubicBezTo>
                  <a:cubicBezTo>
                    <a:pt x="7415" y="44004"/>
                    <a:pt x="6519" y="44068"/>
                    <a:pt x="5676" y="44292"/>
                  </a:cubicBezTo>
                  <a:cubicBezTo>
                    <a:pt x="3436" y="44911"/>
                    <a:pt x="1569" y="46745"/>
                    <a:pt x="918" y="48975"/>
                  </a:cubicBezTo>
                  <a:cubicBezTo>
                    <a:pt x="1" y="52133"/>
                    <a:pt x="1398" y="55429"/>
                    <a:pt x="3052" y="58522"/>
                  </a:cubicBezTo>
                  <a:lnTo>
                    <a:pt x="3116" y="58458"/>
                  </a:lnTo>
                  <a:cubicBezTo>
                    <a:pt x="1484" y="55375"/>
                    <a:pt x="76" y="52101"/>
                    <a:pt x="1004" y="48943"/>
                  </a:cubicBezTo>
                  <a:cubicBezTo>
                    <a:pt x="1654" y="46735"/>
                    <a:pt x="3511" y="44921"/>
                    <a:pt x="5719" y="44313"/>
                  </a:cubicBezTo>
                  <a:cubicBezTo>
                    <a:pt x="6561" y="44079"/>
                    <a:pt x="7436" y="44015"/>
                    <a:pt x="8290" y="43951"/>
                  </a:cubicBezTo>
                  <a:cubicBezTo>
                    <a:pt x="9196" y="43865"/>
                    <a:pt x="10146" y="43801"/>
                    <a:pt x="11031" y="43535"/>
                  </a:cubicBezTo>
                  <a:cubicBezTo>
                    <a:pt x="13197" y="42884"/>
                    <a:pt x="14935" y="41028"/>
                    <a:pt x="15458" y="38830"/>
                  </a:cubicBezTo>
                  <a:cubicBezTo>
                    <a:pt x="15746" y="37614"/>
                    <a:pt x="15671" y="36334"/>
                    <a:pt x="15597" y="35107"/>
                  </a:cubicBezTo>
                  <a:cubicBezTo>
                    <a:pt x="15522" y="33785"/>
                    <a:pt x="15437" y="32419"/>
                    <a:pt x="15810" y="31139"/>
                  </a:cubicBezTo>
                  <a:cubicBezTo>
                    <a:pt x="16279" y="29539"/>
                    <a:pt x="17464" y="28013"/>
                    <a:pt x="19330" y="26637"/>
                  </a:cubicBezTo>
                  <a:cubicBezTo>
                    <a:pt x="20120" y="26072"/>
                    <a:pt x="20963" y="25549"/>
                    <a:pt x="21784" y="25037"/>
                  </a:cubicBezTo>
                  <a:cubicBezTo>
                    <a:pt x="22605" y="24536"/>
                    <a:pt x="23427" y="24024"/>
                    <a:pt x="24216" y="23458"/>
                  </a:cubicBezTo>
                  <a:cubicBezTo>
                    <a:pt x="25870" y="22253"/>
                    <a:pt x="26766" y="21026"/>
                    <a:pt x="26958" y="19725"/>
                  </a:cubicBezTo>
                  <a:cubicBezTo>
                    <a:pt x="27171" y="18263"/>
                    <a:pt x="26499" y="16706"/>
                    <a:pt x="25187" y="15618"/>
                  </a:cubicBezTo>
                  <a:cubicBezTo>
                    <a:pt x="24163" y="14754"/>
                    <a:pt x="22776" y="14188"/>
                    <a:pt x="20931" y="13836"/>
                  </a:cubicBezTo>
                  <a:lnTo>
                    <a:pt x="20258" y="13719"/>
                  </a:lnTo>
                  <a:cubicBezTo>
                    <a:pt x="19170" y="13538"/>
                    <a:pt x="18050" y="13346"/>
                    <a:pt x="17133" y="12748"/>
                  </a:cubicBezTo>
                  <a:cubicBezTo>
                    <a:pt x="16034" y="12055"/>
                    <a:pt x="15234" y="10775"/>
                    <a:pt x="14743" y="8972"/>
                  </a:cubicBezTo>
                  <a:cubicBezTo>
                    <a:pt x="14583" y="8396"/>
                    <a:pt x="14466" y="7799"/>
                    <a:pt x="14349" y="7223"/>
                  </a:cubicBezTo>
                  <a:cubicBezTo>
                    <a:pt x="14157" y="6316"/>
                    <a:pt x="13954" y="5398"/>
                    <a:pt x="13634" y="4513"/>
                  </a:cubicBezTo>
                  <a:cubicBezTo>
                    <a:pt x="12941" y="2678"/>
                    <a:pt x="11671" y="1067"/>
                    <a:pt x="100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 name="Google Shape;1653;p68"/>
          <p:cNvGrpSpPr/>
          <p:nvPr/>
        </p:nvGrpSpPr>
        <p:grpSpPr>
          <a:xfrm>
            <a:off x="4523362" y="1129525"/>
            <a:ext cx="1760444" cy="3366199"/>
            <a:chOff x="4523362" y="1129525"/>
            <a:chExt cx="1760444" cy="3366199"/>
          </a:xfrm>
        </p:grpSpPr>
        <p:sp>
          <p:nvSpPr>
            <p:cNvPr id="1654" name="Google Shape;1654;p68"/>
            <p:cNvSpPr/>
            <p:nvPr/>
          </p:nvSpPr>
          <p:spPr>
            <a:xfrm>
              <a:off x="4523362" y="1129525"/>
              <a:ext cx="727959" cy="3366199"/>
            </a:xfrm>
            <a:custGeom>
              <a:rect b="b" l="l" r="r" t="t"/>
              <a:pathLst>
                <a:path extrusionOk="0" h="39962" w="8642">
                  <a:moveTo>
                    <a:pt x="3361" y="1"/>
                  </a:moveTo>
                  <a:lnTo>
                    <a:pt x="3329" y="11"/>
                  </a:lnTo>
                  <a:cubicBezTo>
                    <a:pt x="3809" y="609"/>
                    <a:pt x="3905" y="1526"/>
                    <a:pt x="3585" y="2348"/>
                  </a:cubicBezTo>
                  <a:cubicBezTo>
                    <a:pt x="3254" y="3180"/>
                    <a:pt x="2678" y="3916"/>
                    <a:pt x="2113" y="4641"/>
                  </a:cubicBezTo>
                  <a:cubicBezTo>
                    <a:pt x="1558" y="5356"/>
                    <a:pt x="971" y="6103"/>
                    <a:pt x="662" y="6945"/>
                  </a:cubicBezTo>
                  <a:cubicBezTo>
                    <a:pt x="321" y="7895"/>
                    <a:pt x="1" y="9303"/>
                    <a:pt x="427" y="10668"/>
                  </a:cubicBezTo>
                  <a:cubicBezTo>
                    <a:pt x="811" y="11874"/>
                    <a:pt x="1707" y="12759"/>
                    <a:pt x="2945" y="13122"/>
                  </a:cubicBezTo>
                  <a:cubicBezTo>
                    <a:pt x="4609" y="13602"/>
                    <a:pt x="5228" y="14295"/>
                    <a:pt x="5452" y="15959"/>
                  </a:cubicBezTo>
                  <a:cubicBezTo>
                    <a:pt x="5601" y="17079"/>
                    <a:pt x="5473" y="18199"/>
                    <a:pt x="5345" y="19384"/>
                  </a:cubicBezTo>
                  <a:lnTo>
                    <a:pt x="5302" y="19789"/>
                  </a:lnTo>
                  <a:cubicBezTo>
                    <a:pt x="5164" y="21080"/>
                    <a:pt x="5921" y="21922"/>
                    <a:pt x="6710" y="22797"/>
                  </a:cubicBezTo>
                  <a:lnTo>
                    <a:pt x="6774" y="22882"/>
                  </a:lnTo>
                  <a:cubicBezTo>
                    <a:pt x="7585" y="23789"/>
                    <a:pt x="8588" y="24920"/>
                    <a:pt x="7606" y="26147"/>
                  </a:cubicBezTo>
                  <a:cubicBezTo>
                    <a:pt x="7340" y="26477"/>
                    <a:pt x="7062" y="26808"/>
                    <a:pt x="6785" y="27128"/>
                  </a:cubicBezTo>
                  <a:cubicBezTo>
                    <a:pt x="6102" y="27928"/>
                    <a:pt x="5398" y="28760"/>
                    <a:pt x="4876" y="29688"/>
                  </a:cubicBezTo>
                  <a:cubicBezTo>
                    <a:pt x="4193" y="30915"/>
                    <a:pt x="4097" y="32110"/>
                    <a:pt x="4545" y="33454"/>
                  </a:cubicBezTo>
                  <a:cubicBezTo>
                    <a:pt x="4758" y="34083"/>
                    <a:pt x="5270" y="34553"/>
                    <a:pt x="5772" y="35001"/>
                  </a:cubicBezTo>
                  <a:cubicBezTo>
                    <a:pt x="6454" y="35630"/>
                    <a:pt x="7094" y="36217"/>
                    <a:pt x="7041" y="37134"/>
                  </a:cubicBezTo>
                  <a:cubicBezTo>
                    <a:pt x="6988" y="37977"/>
                    <a:pt x="6732" y="38852"/>
                    <a:pt x="6476" y="39694"/>
                  </a:cubicBezTo>
                  <a:cubicBezTo>
                    <a:pt x="6465" y="39790"/>
                    <a:pt x="6444" y="39865"/>
                    <a:pt x="6412" y="39950"/>
                  </a:cubicBezTo>
                  <a:lnTo>
                    <a:pt x="6444" y="39961"/>
                  </a:lnTo>
                  <a:cubicBezTo>
                    <a:pt x="6454" y="39886"/>
                    <a:pt x="6476" y="39801"/>
                    <a:pt x="6508" y="39705"/>
                  </a:cubicBezTo>
                  <a:cubicBezTo>
                    <a:pt x="6764" y="38852"/>
                    <a:pt x="7009" y="37988"/>
                    <a:pt x="7062" y="37134"/>
                  </a:cubicBezTo>
                  <a:cubicBezTo>
                    <a:pt x="7116" y="36185"/>
                    <a:pt x="6444" y="35577"/>
                    <a:pt x="5782" y="34969"/>
                  </a:cubicBezTo>
                  <a:cubicBezTo>
                    <a:pt x="5292" y="34521"/>
                    <a:pt x="4769" y="34051"/>
                    <a:pt x="4577" y="33443"/>
                  </a:cubicBezTo>
                  <a:cubicBezTo>
                    <a:pt x="4118" y="32110"/>
                    <a:pt x="4225" y="30915"/>
                    <a:pt x="4908" y="29710"/>
                  </a:cubicBezTo>
                  <a:cubicBezTo>
                    <a:pt x="5430" y="28771"/>
                    <a:pt x="6134" y="27949"/>
                    <a:pt x="6806" y="27149"/>
                  </a:cubicBezTo>
                  <a:cubicBezTo>
                    <a:pt x="7094" y="26829"/>
                    <a:pt x="7372" y="26488"/>
                    <a:pt x="7638" y="26157"/>
                  </a:cubicBezTo>
                  <a:cubicBezTo>
                    <a:pt x="8641" y="24920"/>
                    <a:pt x="7617" y="23789"/>
                    <a:pt x="6796" y="22861"/>
                  </a:cubicBezTo>
                  <a:lnTo>
                    <a:pt x="6732" y="22786"/>
                  </a:lnTo>
                  <a:cubicBezTo>
                    <a:pt x="5942" y="21901"/>
                    <a:pt x="5217" y="21080"/>
                    <a:pt x="5345" y="19800"/>
                  </a:cubicBezTo>
                  <a:lnTo>
                    <a:pt x="5388" y="19394"/>
                  </a:lnTo>
                  <a:cubicBezTo>
                    <a:pt x="5516" y="18210"/>
                    <a:pt x="5654" y="17090"/>
                    <a:pt x="5494" y="15959"/>
                  </a:cubicBezTo>
                  <a:cubicBezTo>
                    <a:pt x="5270" y="14274"/>
                    <a:pt x="4652" y="13580"/>
                    <a:pt x="2977" y="13090"/>
                  </a:cubicBezTo>
                  <a:cubicBezTo>
                    <a:pt x="1750" y="12727"/>
                    <a:pt x="854" y="11863"/>
                    <a:pt x="470" y="10647"/>
                  </a:cubicBezTo>
                  <a:cubicBezTo>
                    <a:pt x="43" y="9303"/>
                    <a:pt x="363" y="7895"/>
                    <a:pt x="705" y="6956"/>
                  </a:cubicBezTo>
                  <a:cubicBezTo>
                    <a:pt x="1014" y="6135"/>
                    <a:pt x="1558" y="5409"/>
                    <a:pt x="2145" y="4662"/>
                  </a:cubicBezTo>
                  <a:cubicBezTo>
                    <a:pt x="2710" y="3948"/>
                    <a:pt x="3275" y="3212"/>
                    <a:pt x="3606" y="2358"/>
                  </a:cubicBezTo>
                  <a:cubicBezTo>
                    <a:pt x="3947" y="1526"/>
                    <a:pt x="3841" y="598"/>
                    <a:pt x="33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8"/>
            <p:cNvSpPr/>
            <p:nvPr/>
          </p:nvSpPr>
          <p:spPr>
            <a:xfrm>
              <a:off x="4560174" y="1131378"/>
              <a:ext cx="699235" cy="3358955"/>
            </a:xfrm>
            <a:custGeom>
              <a:rect b="b" l="l" r="r" t="t"/>
              <a:pathLst>
                <a:path extrusionOk="0" h="39876" w="8301">
                  <a:moveTo>
                    <a:pt x="3084" y="0"/>
                  </a:moveTo>
                  <a:lnTo>
                    <a:pt x="3052" y="21"/>
                  </a:lnTo>
                  <a:cubicBezTo>
                    <a:pt x="3510" y="661"/>
                    <a:pt x="3606" y="1547"/>
                    <a:pt x="3297" y="2347"/>
                  </a:cubicBezTo>
                  <a:cubicBezTo>
                    <a:pt x="2977" y="3222"/>
                    <a:pt x="2401" y="4000"/>
                    <a:pt x="1846" y="4768"/>
                  </a:cubicBezTo>
                  <a:lnTo>
                    <a:pt x="1718" y="4928"/>
                  </a:lnTo>
                  <a:cubicBezTo>
                    <a:pt x="1665" y="5003"/>
                    <a:pt x="1601" y="5088"/>
                    <a:pt x="1537" y="5174"/>
                  </a:cubicBezTo>
                  <a:cubicBezTo>
                    <a:pt x="1110" y="5761"/>
                    <a:pt x="673" y="6369"/>
                    <a:pt x="417" y="7041"/>
                  </a:cubicBezTo>
                  <a:cubicBezTo>
                    <a:pt x="140" y="7777"/>
                    <a:pt x="1" y="8566"/>
                    <a:pt x="12" y="9302"/>
                  </a:cubicBezTo>
                  <a:cubicBezTo>
                    <a:pt x="33" y="9782"/>
                    <a:pt x="108" y="10241"/>
                    <a:pt x="268" y="10689"/>
                  </a:cubicBezTo>
                  <a:cubicBezTo>
                    <a:pt x="492" y="11329"/>
                    <a:pt x="1025" y="12150"/>
                    <a:pt x="1814" y="12556"/>
                  </a:cubicBezTo>
                  <a:cubicBezTo>
                    <a:pt x="1046" y="12150"/>
                    <a:pt x="513" y="11340"/>
                    <a:pt x="278" y="10700"/>
                  </a:cubicBezTo>
                  <a:cubicBezTo>
                    <a:pt x="118" y="10262"/>
                    <a:pt x="44" y="9793"/>
                    <a:pt x="33" y="9313"/>
                  </a:cubicBezTo>
                  <a:cubicBezTo>
                    <a:pt x="12" y="8577"/>
                    <a:pt x="150" y="7809"/>
                    <a:pt x="428" y="7062"/>
                  </a:cubicBezTo>
                  <a:cubicBezTo>
                    <a:pt x="684" y="6390"/>
                    <a:pt x="1121" y="5793"/>
                    <a:pt x="1548" y="5206"/>
                  </a:cubicBezTo>
                  <a:cubicBezTo>
                    <a:pt x="1612" y="5120"/>
                    <a:pt x="1665" y="5035"/>
                    <a:pt x="1740" y="4950"/>
                  </a:cubicBezTo>
                  <a:lnTo>
                    <a:pt x="1857" y="4790"/>
                  </a:lnTo>
                  <a:cubicBezTo>
                    <a:pt x="2412" y="4022"/>
                    <a:pt x="2988" y="3232"/>
                    <a:pt x="3318" y="2368"/>
                  </a:cubicBezTo>
                  <a:cubicBezTo>
                    <a:pt x="3628" y="1547"/>
                    <a:pt x="3532" y="640"/>
                    <a:pt x="3084" y="0"/>
                  </a:cubicBezTo>
                  <a:close/>
                  <a:moveTo>
                    <a:pt x="1815" y="12556"/>
                  </a:moveTo>
                  <a:cubicBezTo>
                    <a:pt x="2167" y="12726"/>
                    <a:pt x="2551" y="12854"/>
                    <a:pt x="2881" y="12950"/>
                  </a:cubicBezTo>
                  <a:cubicBezTo>
                    <a:pt x="2551" y="12844"/>
                    <a:pt x="2167" y="12726"/>
                    <a:pt x="1815" y="12556"/>
                  </a:cubicBezTo>
                  <a:close/>
                  <a:moveTo>
                    <a:pt x="2883" y="12951"/>
                  </a:moveTo>
                  <a:lnTo>
                    <a:pt x="2883" y="12951"/>
                  </a:lnTo>
                  <a:cubicBezTo>
                    <a:pt x="3746" y="13217"/>
                    <a:pt x="4407" y="13538"/>
                    <a:pt x="4801" y="14284"/>
                  </a:cubicBezTo>
                  <a:cubicBezTo>
                    <a:pt x="5068" y="14775"/>
                    <a:pt x="5175" y="15521"/>
                    <a:pt x="5228" y="16055"/>
                  </a:cubicBezTo>
                  <a:cubicBezTo>
                    <a:pt x="5335" y="17281"/>
                    <a:pt x="5217" y="18423"/>
                    <a:pt x="5100" y="19618"/>
                  </a:cubicBezTo>
                  <a:lnTo>
                    <a:pt x="5079" y="19767"/>
                  </a:lnTo>
                  <a:cubicBezTo>
                    <a:pt x="5068" y="19895"/>
                    <a:pt x="5068" y="20034"/>
                    <a:pt x="5068" y="20151"/>
                  </a:cubicBezTo>
                  <a:cubicBezTo>
                    <a:pt x="5079" y="21207"/>
                    <a:pt x="5772" y="21954"/>
                    <a:pt x="6433" y="22658"/>
                  </a:cubicBezTo>
                  <a:cubicBezTo>
                    <a:pt x="6508" y="22743"/>
                    <a:pt x="6572" y="22807"/>
                    <a:pt x="6647" y="22882"/>
                  </a:cubicBezTo>
                  <a:lnTo>
                    <a:pt x="6657" y="22903"/>
                  </a:lnTo>
                  <a:cubicBezTo>
                    <a:pt x="6705" y="22951"/>
                    <a:pt x="6751" y="22995"/>
                    <a:pt x="6794" y="23038"/>
                  </a:cubicBezTo>
                  <a:lnTo>
                    <a:pt x="6794" y="23038"/>
                  </a:lnTo>
                  <a:cubicBezTo>
                    <a:pt x="6749" y="22987"/>
                    <a:pt x="6705" y="22934"/>
                    <a:pt x="6657" y="22882"/>
                  </a:cubicBezTo>
                  <a:lnTo>
                    <a:pt x="6647" y="22871"/>
                  </a:lnTo>
                  <a:cubicBezTo>
                    <a:pt x="6561" y="22796"/>
                    <a:pt x="6497" y="22722"/>
                    <a:pt x="6433" y="22647"/>
                  </a:cubicBezTo>
                  <a:cubicBezTo>
                    <a:pt x="5772" y="21943"/>
                    <a:pt x="5100" y="21207"/>
                    <a:pt x="5079" y="20162"/>
                  </a:cubicBezTo>
                  <a:cubicBezTo>
                    <a:pt x="5079" y="20044"/>
                    <a:pt x="5079" y="19906"/>
                    <a:pt x="5100" y="19788"/>
                  </a:cubicBezTo>
                  <a:lnTo>
                    <a:pt x="5111" y="19639"/>
                  </a:lnTo>
                  <a:cubicBezTo>
                    <a:pt x="5228" y="18444"/>
                    <a:pt x="5345" y="17313"/>
                    <a:pt x="5239" y="16087"/>
                  </a:cubicBezTo>
                  <a:cubicBezTo>
                    <a:pt x="5207" y="15553"/>
                    <a:pt x="5079" y="14807"/>
                    <a:pt x="4812" y="14294"/>
                  </a:cubicBezTo>
                  <a:cubicBezTo>
                    <a:pt x="4417" y="13538"/>
                    <a:pt x="3746" y="13217"/>
                    <a:pt x="2883" y="12951"/>
                  </a:cubicBezTo>
                  <a:close/>
                  <a:moveTo>
                    <a:pt x="6794" y="23038"/>
                  </a:moveTo>
                  <a:lnTo>
                    <a:pt x="6794" y="23038"/>
                  </a:lnTo>
                  <a:cubicBezTo>
                    <a:pt x="6829" y="23078"/>
                    <a:pt x="6864" y="23118"/>
                    <a:pt x="6900" y="23156"/>
                  </a:cubicBezTo>
                  <a:lnTo>
                    <a:pt x="6900" y="23156"/>
                  </a:lnTo>
                  <a:cubicBezTo>
                    <a:pt x="6868" y="23115"/>
                    <a:pt x="6832" y="23077"/>
                    <a:pt x="6794" y="23038"/>
                  </a:cubicBezTo>
                  <a:close/>
                  <a:moveTo>
                    <a:pt x="6900" y="23156"/>
                  </a:moveTo>
                  <a:cubicBezTo>
                    <a:pt x="6912" y="23171"/>
                    <a:pt x="6924" y="23186"/>
                    <a:pt x="6935" y="23202"/>
                  </a:cubicBezTo>
                  <a:cubicBezTo>
                    <a:pt x="7639" y="24077"/>
                    <a:pt x="8268" y="25015"/>
                    <a:pt x="7372" y="26114"/>
                  </a:cubicBezTo>
                  <a:cubicBezTo>
                    <a:pt x="7137" y="26391"/>
                    <a:pt x="6881" y="26690"/>
                    <a:pt x="6647" y="26967"/>
                  </a:cubicBezTo>
                  <a:cubicBezTo>
                    <a:pt x="5932" y="27778"/>
                    <a:pt x="5217" y="28621"/>
                    <a:pt x="4684" y="29602"/>
                  </a:cubicBezTo>
                  <a:cubicBezTo>
                    <a:pt x="4500" y="29950"/>
                    <a:pt x="4361" y="30295"/>
                    <a:pt x="4268" y="30641"/>
                  </a:cubicBezTo>
                  <a:lnTo>
                    <a:pt x="4268" y="30641"/>
                  </a:lnTo>
                  <a:cubicBezTo>
                    <a:pt x="4361" y="30299"/>
                    <a:pt x="4500" y="29958"/>
                    <a:pt x="4684" y="29613"/>
                  </a:cubicBezTo>
                  <a:cubicBezTo>
                    <a:pt x="5217" y="28632"/>
                    <a:pt x="5932" y="27789"/>
                    <a:pt x="6647" y="26978"/>
                  </a:cubicBezTo>
                  <a:cubicBezTo>
                    <a:pt x="6881" y="26711"/>
                    <a:pt x="7137" y="26423"/>
                    <a:pt x="7372" y="26125"/>
                  </a:cubicBezTo>
                  <a:cubicBezTo>
                    <a:pt x="8300" y="25015"/>
                    <a:pt x="7660" y="24077"/>
                    <a:pt x="6935" y="23191"/>
                  </a:cubicBezTo>
                  <a:cubicBezTo>
                    <a:pt x="6923" y="23180"/>
                    <a:pt x="6912" y="23168"/>
                    <a:pt x="6900" y="23156"/>
                  </a:cubicBezTo>
                  <a:close/>
                  <a:moveTo>
                    <a:pt x="4268" y="30641"/>
                  </a:moveTo>
                  <a:cubicBezTo>
                    <a:pt x="4174" y="30984"/>
                    <a:pt x="4128" y="31327"/>
                    <a:pt x="4128" y="31676"/>
                  </a:cubicBezTo>
                  <a:lnTo>
                    <a:pt x="4128" y="31676"/>
                  </a:lnTo>
                  <a:cubicBezTo>
                    <a:pt x="4129" y="31328"/>
                    <a:pt x="4175" y="30984"/>
                    <a:pt x="4268" y="30641"/>
                  </a:cubicBezTo>
                  <a:close/>
                  <a:moveTo>
                    <a:pt x="4128" y="31676"/>
                  </a:moveTo>
                  <a:lnTo>
                    <a:pt x="4128" y="31676"/>
                  </a:lnTo>
                  <a:cubicBezTo>
                    <a:pt x="4127" y="32213"/>
                    <a:pt x="4237" y="32759"/>
                    <a:pt x="4460" y="33325"/>
                  </a:cubicBezTo>
                  <a:cubicBezTo>
                    <a:pt x="4479" y="33374"/>
                    <a:pt x="4501" y="33422"/>
                    <a:pt x="4524" y="33470"/>
                  </a:cubicBezTo>
                  <a:lnTo>
                    <a:pt x="4524" y="33470"/>
                  </a:lnTo>
                  <a:cubicBezTo>
                    <a:pt x="4500" y="33419"/>
                    <a:pt x="4479" y="33367"/>
                    <a:pt x="4460" y="33315"/>
                  </a:cubicBezTo>
                  <a:cubicBezTo>
                    <a:pt x="4239" y="32747"/>
                    <a:pt x="4129" y="32206"/>
                    <a:pt x="4128" y="31676"/>
                  </a:cubicBezTo>
                  <a:close/>
                  <a:moveTo>
                    <a:pt x="4524" y="33470"/>
                  </a:moveTo>
                  <a:cubicBezTo>
                    <a:pt x="4613" y="33660"/>
                    <a:pt x="4735" y="33838"/>
                    <a:pt x="4874" y="34008"/>
                  </a:cubicBezTo>
                  <a:lnTo>
                    <a:pt x="4874" y="34008"/>
                  </a:lnTo>
                  <a:cubicBezTo>
                    <a:pt x="4737" y="33837"/>
                    <a:pt x="4617" y="33658"/>
                    <a:pt x="4524" y="33470"/>
                  </a:cubicBezTo>
                  <a:close/>
                  <a:moveTo>
                    <a:pt x="4874" y="34008"/>
                  </a:moveTo>
                  <a:cubicBezTo>
                    <a:pt x="5079" y="34265"/>
                    <a:pt x="5321" y="34506"/>
                    <a:pt x="5559" y="34744"/>
                  </a:cubicBezTo>
                  <a:cubicBezTo>
                    <a:pt x="5814" y="34985"/>
                    <a:pt x="6074" y="35235"/>
                    <a:pt x="6288" y="35507"/>
                  </a:cubicBezTo>
                  <a:lnTo>
                    <a:pt x="6288" y="35507"/>
                  </a:lnTo>
                  <a:cubicBezTo>
                    <a:pt x="6072" y="35226"/>
                    <a:pt x="5809" y="34968"/>
                    <a:pt x="5548" y="34712"/>
                  </a:cubicBezTo>
                  <a:cubicBezTo>
                    <a:pt x="5315" y="34485"/>
                    <a:pt x="5076" y="34254"/>
                    <a:pt x="4874" y="34008"/>
                  </a:cubicBezTo>
                  <a:close/>
                  <a:moveTo>
                    <a:pt x="6288" y="35507"/>
                  </a:moveTo>
                  <a:cubicBezTo>
                    <a:pt x="6558" y="35858"/>
                    <a:pt x="6756" y="36244"/>
                    <a:pt x="6785" y="36707"/>
                  </a:cubicBezTo>
                  <a:cubicBezTo>
                    <a:pt x="6767" y="36249"/>
                    <a:pt x="6566" y="35859"/>
                    <a:pt x="6288" y="35507"/>
                  </a:cubicBezTo>
                  <a:close/>
                  <a:moveTo>
                    <a:pt x="6785" y="36707"/>
                  </a:moveTo>
                  <a:lnTo>
                    <a:pt x="6785" y="37016"/>
                  </a:lnTo>
                  <a:cubicBezTo>
                    <a:pt x="6807" y="36920"/>
                    <a:pt x="6807" y="36835"/>
                    <a:pt x="6785" y="36707"/>
                  </a:cubicBezTo>
                  <a:close/>
                  <a:moveTo>
                    <a:pt x="6785" y="37018"/>
                  </a:moveTo>
                  <a:cubicBezTo>
                    <a:pt x="6710" y="37871"/>
                    <a:pt x="6455" y="38734"/>
                    <a:pt x="6231" y="39576"/>
                  </a:cubicBezTo>
                  <a:cubicBezTo>
                    <a:pt x="6465" y="38745"/>
                    <a:pt x="6710" y="37871"/>
                    <a:pt x="6785" y="37018"/>
                  </a:cubicBezTo>
                  <a:close/>
                  <a:moveTo>
                    <a:pt x="6231" y="39576"/>
                  </a:moveTo>
                  <a:lnTo>
                    <a:pt x="6145" y="39864"/>
                  </a:lnTo>
                  <a:lnTo>
                    <a:pt x="6177" y="39875"/>
                  </a:lnTo>
                  <a:cubicBezTo>
                    <a:pt x="6199" y="39779"/>
                    <a:pt x="6231" y="39683"/>
                    <a:pt x="6231" y="3957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8"/>
            <p:cNvSpPr/>
            <p:nvPr/>
          </p:nvSpPr>
          <p:spPr>
            <a:xfrm>
              <a:off x="4580896" y="1131378"/>
              <a:ext cx="692833" cy="3353564"/>
            </a:xfrm>
            <a:custGeom>
              <a:rect b="b" l="l" r="r" t="t"/>
              <a:pathLst>
                <a:path extrusionOk="0" h="39812" w="8225">
                  <a:moveTo>
                    <a:pt x="3062" y="0"/>
                  </a:moveTo>
                  <a:lnTo>
                    <a:pt x="3040" y="11"/>
                  </a:lnTo>
                  <a:cubicBezTo>
                    <a:pt x="3478" y="693"/>
                    <a:pt x="3553" y="1558"/>
                    <a:pt x="3264" y="2347"/>
                  </a:cubicBezTo>
                  <a:cubicBezTo>
                    <a:pt x="2944" y="3211"/>
                    <a:pt x="2379" y="4000"/>
                    <a:pt x="1846" y="4758"/>
                  </a:cubicBezTo>
                  <a:cubicBezTo>
                    <a:pt x="1814" y="4832"/>
                    <a:pt x="1760" y="4907"/>
                    <a:pt x="1707" y="4971"/>
                  </a:cubicBezTo>
                  <a:cubicBezTo>
                    <a:pt x="1632" y="5088"/>
                    <a:pt x="1558" y="5174"/>
                    <a:pt x="1494" y="5280"/>
                  </a:cubicBezTo>
                  <a:cubicBezTo>
                    <a:pt x="1078" y="5867"/>
                    <a:pt x="640" y="6465"/>
                    <a:pt x="395" y="7147"/>
                  </a:cubicBezTo>
                  <a:cubicBezTo>
                    <a:pt x="118" y="7905"/>
                    <a:pt x="0" y="8683"/>
                    <a:pt x="32" y="9387"/>
                  </a:cubicBezTo>
                  <a:cubicBezTo>
                    <a:pt x="64" y="9857"/>
                    <a:pt x="171" y="10305"/>
                    <a:pt x="342" y="10721"/>
                  </a:cubicBezTo>
                  <a:cubicBezTo>
                    <a:pt x="672" y="11510"/>
                    <a:pt x="1280" y="12129"/>
                    <a:pt x="1984" y="12417"/>
                  </a:cubicBezTo>
                  <a:cubicBezTo>
                    <a:pt x="2315" y="12566"/>
                    <a:pt x="2678" y="12673"/>
                    <a:pt x="2987" y="12780"/>
                  </a:cubicBezTo>
                  <a:lnTo>
                    <a:pt x="3051" y="12801"/>
                  </a:lnTo>
                  <a:cubicBezTo>
                    <a:pt x="4001" y="13110"/>
                    <a:pt x="4513" y="13569"/>
                    <a:pt x="4854" y="14348"/>
                  </a:cubicBezTo>
                  <a:cubicBezTo>
                    <a:pt x="5046" y="14796"/>
                    <a:pt x="5174" y="15404"/>
                    <a:pt x="5238" y="16172"/>
                  </a:cubicBezTo>
                  <a:cubicBezTo>
                    <a:pt x="5334" y="17367"/>
                    <a:pt x="5227" y="18487"/>
                    <a:pt x="5099" y="19671"/>
                  </a:cubicBezTo>
                  <a:lnTo>
                    <a:pt x="5089" y="19735"/>
                  </a:lnTo>
                  <a:cubicBezTo>
                    <a:pt x="5078" y="19863"/>
                    <a:pt x="5078" y="19991"/>
                    <a:pt x="5078" y="20108"/>
                  </a:cubicBezTo>
                  <a:cubicBezTo>
                    <a:pt x="5089" y="21111"/>
                    <a:pt x="5793" y="21858"/>
                    <a:pt x="6465" y="22572"/>
                  </a:cubicBezTo>
                  <a:cubicBezTo>
                    <a:pt x="5793" y="21858"/>
                    <a:pt x="5099" y="21122"/>
                    <a:pt x="5089" y="20119"/>
                  </a:cubicBezTo>
                  <a:cubicBezTo>
                    <a:pt x="5089" y="20002"/>
                    <a:pt x="5089" y="19884"/>
                    <a:pt x="5099" y="19767"/>
                  </a:cubicBezTo>
                  <a:lnTo>
                    <a:pt x="5121" y="19692"/>
                  </a:lnTo>
                  <a:cubicBezTo>
                    <a:pt x="5238" y="18508"/>
                    <a:pt x="5345" y="17388"/>
                    <a:pt x="5249" y="16193"/>
                  </a:cubicBezTo>
                  <a:cubicBezTo>
                    <a:pt x="5185" y="15415"/>
                    <a:pt x="5046" y="14807"/>
                    <a:pt x="4865" y="14348"/>
                  </a:cubicBezTo>
                  <a:cubicBezTo>
                    <a:pt x="4534" y="13548"/>
                    <a:pt x="4001" y="13100"/>
                    <a:pt x="3051" y="12790"/>
                  </a:cubicBezTo>
                  <a:lnTo>
                    <a:pt x="2987" y="12758"/>
                  </a:lnTo>
                  <a:cubicBezTo>
                    <a:pt x="2678" y="12652"/>
                    <a:pt x="2315" y="12534"/>
                    <a:pt x="1984" y="12406"/>
                  </a:cubicBezTo>
                  <a:cubicBezTo>
                    <a:pt x="1280" y="12118"/>
                    <a:pt x="694" y="11510"/>
                    <a:pt x="352" y="10732"/>
                  </a:cubicBezTo>
                  <a:cubicBezTo>
                    <a:pt x="182" y="10326"/>
                    <a:pt x="75" y="9867"/>
                    <a:pt x="54" y="9398"/>
                  </a:cubicBezTo>
                  <a:cubicBezTo>
                    <a:pt x="11" y="8705"/>
                    <a:pt x="128" y="7937"/>
                    <a:pt x="406" y="7179"/>
                  </a:cubicBezTo>
                  <a:cubicBezTo>
                    <a:pt x="651" y="6497"/>
                    <a:pt x="1088" y="5899"/>
                    <a:pt x="1504" y="5312"/>
                  </a:cubicBezTo>
                  <a:cubicBezTo>
                    <a:pt x="1568" y="5206"/>
                    <a:pt x="1654" y="5110"/>
                    <a:pt x="1718" y="5003"/>
                  </a:cubicBezTo>
                  <a:cubicBezTo>
                    <a:pt x="1760" y="4939"/>
                    <a:pt x="1814" y="4854"/>
                    <a:pt x="1867" y="4790"/>
                  </a:cubicBezTo>
                  <a:cubicBezTo>
                    <a:pt x="2411" y="4011"/>
                    <a:pt x="2955" y="3232"/>
                    <a:pt x="3286" y="2358"/>
                  </a:cubicBezTo>
                  <a:cubicBezTo>
                    <a:pt x="3585" y="1558"/>
                    <a:pt x="3499" y="683"/>
                    <a:pt x="3062" y="0"/>
                  </a:cubicBezTo>
                  <a:close/>
                  <a:moveTo>
                    <a:pt x="6465" y="22572"/>
                  </a:moveTo>
                  <a:lnTo>
                    <a:pt x="6465" y="22572"/>
                  </a:lnTo>
                  <a:cubicBezTo>
                    <a:pt x="6539" y="22668"/>
                    <a:pt x="6635" y="22775"/>
                    <a:pt x="6731" y="22871"/>
                  </a:cubicBezTo>
                  <a:cubicBezTo>
                    <a:pt x="6646" y="22775"/>
                    <a:pt x="6561" y="22668"/>
                    <a:pt x="6465" y="22572"/>
                  </a:cubicBezTo>
                  <a:close/>
                  <a:moveTo>
                    <a:pt x="6732" y="22871"/>
                  </a:moveTo>
                  <a:lnTo>
                    <a:pt x="6732" y="22871"/>
                  </a:lnTo>
                  <a:cubicBezTo>
                    <a:pt x="6828" y="22978"/>
                    <a:pt x="6923" y="23095"/>
                    <a:pt x="7019" y="23202"/>
                  </a:cubicBezTo>
                  <a:cubicBezTo>
                    <a:pt x="6934" y="23095"/>
                    <a:pt x="6828" y="22978"/>
                    <a:pt x="6732" y="22871"/>
                  </a:cubicBezTo>
                  <a:close/>
                  <a:moveTo>
                    <a:pt x="7019" y="23202"/>
                  </a:moveTo>
                  <a:cubicBezTo>
                    <a:pt x="7852" y="24237"/>
                    <a:pt x="8193" y="25069"/>
                    <a:pt x="7361" y="26071"/>
                  </a:cubicBezTo>
                  <a:cubicBezTo>
                    <a:pt x="7147" y="26327"/>
                    <a:pt x="6923" y="26562"/>
                    <a:pt x="6731" y="26807"/>
                  </a:cubicBezTo>
                  <a:cubicBezTo>
                    <a:pt x="5985" y="27682"/>
                    <a:pt x="5259" y="28504"/>
                    <a:pt x="4715" y="29538"/>
                  </a:cubicBezTo>
                  <a:cubicBezTo>
                    <a:pt x="4236" y="30455"/>
                    <a:pt x="4109" y="31334"/>
                    <a:pt x="4323" y="32318"/>
                  </a:cubicBezTo>
                  <a:lnTo>
                    <a:pt x="4323" y="32318"/>
                  </a:lnTo>
                  <a:cubicBezTo>
                    <a:pt x="4113" y="31341"/>
                    <a:pt x="4245" y="30466"/>
                    <a:pt x="4715" y="29560"/>
                  </a:cubicBezTo>
                  <a:cubicBezTo>
                    <a:pt x="5259" y="28536"/>
                    <a:pt x="5974" y="27714"/>
                    <a:pt x="6731" y="26839"/>
                  </a:cubicBezTo>
                  <a:cubicBezTo>
                    <a:pt x="6934" y="26605"/>
                    <a:pt x="7147" y="26359"/>
                    <a:pt x="7361" y="26114"/>
                  </a:cubicBezTo>
                  <a:cubicBezTo>
                    <a:pt x="8225" y="25101"/>
                    <a:pt x="7862" y="24247"/>
                    <a:pt x="7019" y="23202"/>
                  </a:cubicBezTo>
                  <a:close/>
                  <a:moveTo>
                    <a:pt x="4323" y="32318"/>
                  </a:moveTo>
                  <a:cubicBezTo>
                    <a:pt x="4385" y="32604"/>
                    <a:pt x="4477" y="32900"/>
                    <a:pt x="4598" y="33208"/>
                  </a:cubicBezTo>
                  <a:cubicBezTo>
                    <a:pt x="4478" y="32900"/>
                    <a:pt x="4386" y="32604"/>
                    <a:pt x="4323" y="32318"/>
                  </a:cubicBezTo>
                  <a:close/>
                  <a:moveTo>
                    <a:pt x="4598" y="33208"/>
                  </a:moveTo>
                  <a:cubicBezTo>
                    <a:pt x="4785" y="33695"/>
                    <a:pt x="5183" y="34132"/>
                    <a:pt x="5557" y="34528"/>
                  </a:cubicBezTo>
                  <a:lnTo>
                    <a:pt x="5557" y="34528"/>
                  </a:lnTo>
                  <a:cubicBezTo>
                    <a:pt x="5180" y="34119"/>
                    <a:pt x="4797" y="33689"/>
                    <a:pt x="4598" y="33208"/>
                  </a:cubicBezTo>
                  <a:close/>
                  <a:moveTo>
                    <a:pt x="5557" y="34528"/>
                  </a:moveTo>
                  <a:cubicBezTo>
                    <a:pt x="5565" y="34536"/>
                    <a:pt x="5572" y="34544"/>
                    <a:pt x="5579" y="34552"/>
                  </a:cubicBezTo>
                  <a:cubicBezTo>
                    <a:pt x="5595" y="34568"/>
                    <a:pt x="5610" y="34584"/>
                    <a:pt x="5625" y="34600"/>
                  </a:cubicBezTo>
                  <a:lnTo>
                    <a:pt x="5625" y="34600"/>
                  </a:lnTo>
                  <a:cubicBezTo>
                    <a:pt x="5613" y="34588"/>
                    <a:pt x="5602" y="34575"/>
                    <a:pt x="5590" y="34563"/>
                  </a:cubicBezTo>
                  <a:cubicBezTo>
                    <a:pt x="5579" y="34551"/>
                    <a:pt x="5568" y="34540"/>
                    <a:pt x="5557" y="34528"/>
                  </a:cubicBezTo>
                  <a:close/>
                  <a:moveTo>
                    <a:pt x="5625" y="34600"/>
                  </a:moveTo>
                  <a:cubicBezTo>
                    <a:pt x="5788" y="34776"/>
                    <a:pt x="5952" y="34951"/>
                    <a:pt x="6102" y="35133"/>
                  </a:cubicBezTo>
                  <a:lnTo>
                    <a:pt x="6102" y="35133"/>
                  </a:lnTo>
                  <a:cubicBezTo>
                    <a:pt x="5952" y="34949"/>
                    <a:pt x="5788" y="34773"/>
                    <a:pt x="5625" y="34600"/>
                  </a:cubicBezTo>
                  <a:close/>
                  <a:moveTo>
                    <a:pt x="6102" y="35133"/>
                  </a:moveTo>
                  <a:cubicBezTo>
                    <a:pt x="6457" y="35569"/>
                    <a:pt x="6735" y="36048"/>
                    <a:pt x="6742" y="36632"/>
                  </a:cubicBezTo>
                  <a:lnTo>
                    <a:pt x="6742" y="36632"/>
                  </a:lnTo>
                  <a:cubicBezTo>
                    <a:pt x="6742" y="36629"/>
                    <a:pt x="6742" y="36625"/>
                    <a:pt x="6742" y="36621"/>
                  </a:cubicBezTo>
                  <a:cubicBezTo>
                    <a:pt x="6742" y="36039"/>
                    <a:pt x="6462" y="35569"/>
                    <a:pt x="6102" y="35133"/>
                  </a:cubicBezTo>
                  <a:close/>
                  <a:moveTo>
                    <a:pt x="6742" y="36632"/>
                  </a:moveTo>
                  <a:cubicBezTo>
                    <a:pt x="6742" y="36745"/>
                    <a:pt x="6742" y="36838"/>
                    <a:pt x="6731" y="36931"/>
                  </a:cubicBezTo>
                  <a:cubicBezTo>
                    <a:pt x="6720" y="37032"/>
                    <a:pt x="6706" y="37133"/>
                    <a:pt x="6690" y="37235"/>
                  </a:cubicBezTo>
                  <a:lnTo>
                    <a:pt x="6690" y="37235"/>
                  </a:lnTo>
                  <a:cubicBezTo>
                    <a:pt x="6705" y="37141"/>
                    <a:pt x="6719" y="37046"/>
                    <a:pt x="6731" y="36952"/>
                  </a:cubicBezTo>
                  <a:cubicBezTo>
                    <a:pt x="6742" y="36856"/>
                    <a:pt x="6742" y="36749"/>
                    <a:pt x="6742" y="36632"/>
                  </a:cubicBezTo>
                  <a:cubicBezTo>
                    <a:pt x="6742" y="36632"/>
                    <a:pt x="6742" y="36632"/>
                    <a:pt x="6742" y="36632"/>
                  </a:cubicBezTo>
                  <a:close/>
                  <a:moveTo>
                    <a:pt x="6690" y="37235"/>
                  </a:moveTo>
                  <a:cubicBezTo>
                    <a:pt x="6632" y="37598"/>
                    <a:pt x="6555" y="37964"/>
                    <a:pt x="6468" y="38331"/>
                  </a:cubicBezTo>
                  <a:lnTo>
                    <a:pt x="6468" y="38331"/>
                  </a:lnTo>
                  <a:cubicBezTo>
                    <a:pt x="6557" y="37966"/>
                    <a:pt x="6635" y="37599"/>
                    <a:pt x="6690" y="37235"/>
                  </a:cubicBezTo>
                  <a:close/>
                  <a:moveTo>
                    <a:pt x="6468" y="38331"/>
                  </a:moveTo>
                  <a:cubicBezTo>
                    <a:pt x="6379" y="38692"/>
                    <a:pt x="6279" y="39052"/>
                    <a:pt x="6177" y="39406"/>
                  </a:cubicBezTo>
                  <a:cubicBezTo>
                    <a:pt x="6145" y="39544"/>
                    <a:pt x="6113" y="39662"/>
                    <a:pt x="6081" y="39790"/>
                  </a:cubicBezTo>
                  <a:lnTo>
                    <a:pt x="6102" y="39811"/>
                  </a:lnTo>
                  <a:cubicBezTo>
                    <a:pt x="6134" y="39683"/>
                    <a:pt x="6166" y="39555"/>
                    <a:pt x="6187" y="39448"/>
                  </a:cubicBezTo>
                  <a:cubicBezTo>
                    <a:pt x="6283" y="39077"/>
                    <a:pt x="6380" y="38704"/>
                    <a:pt x="6468" y="3833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8"/>
            <p:cNvSpPr/>
            <p:nvPr/>
          </p:nvSpPr>
          <p:spPr>
            <a:xfrm>
              <a:off x="4598838" y="1131378"/>
              <a:ext cx="687526" cy="3347246"/>
            </a:xfrm>
            <a:custGeom>
              <a:rect b="b" l="l" r="r" t="t"/>
              <a:pathLst>
                <a:path extrusionOk="0" h="39737" w="8162">
                  <a:moveTo>
                    <a:pt x="3073" y="0"/>
                  </a:moveTo>
                  <a:lnTo>
                    <a:pt x="3051" y="21"/>
                  </a:lnTo>
                  <a:cubicBezTo>
                    <a:pt x="3468" y="715"/>
                    <a:pt x="3542" y="1579"/>
                    <a:pt x="3265" y="2347"/>
                  </a:cubicBezTo>
                  <a:cubicBezTo>
                    <a:pt x="2945" y="3232"/>
                    <a:pt x="2379" y="4032"/>
                    <a:pt x="1846" y="4822"/>
                  </a:cubicBezTo>
                  <a:cubicBezTo>
                    <a:pt x="1793" y="4886"/>
                    <a:pt x="1761" y="4960"/>
                    <a:pt x="1707" y="5035"/>
                  </a:cubicBezTo>
                  <a:cubicBezTo>
                    <a:pt x="1622" y="5142"/>
                    <a:pt x="1558" y="5248"/>
                    <a:pt x="1473" y="5355"/>
                  </a:cubicBezTo>
                  <a:cubicBezTo>
                    <a:pt x="1067" y="5953"/>
                    <a:pt x="619" y="6582"/>
                    <a:pt x="385" y="7275"/>
                  </a:cubicBezTo>
                  <a:cubicBezTo>
                    <a:pt x="97" y="8054"/>
                    <a:pt x="1" y="8822"/>
                    <a:pt x="65" y="9494"/>
                  </a:cubicBezTo>
                  <a:cubicBezTo>
                    <a:pt x="118" y="9953"/>
                    <a:pt x="235" y="10380"/>
                    <a:pt x="438" y="10774"/>
                  </a:cubicBezTo>
                  <a:cubicBezTo>
                    <a:pt x="801" y="11489"/>
                    <a:pt x="1398" y="12001"/>
                    <a:pt x="2177" y="12289"/>
                  </a:cubicBezTo>
                  <a:cubicBezTo>
                    <a:pt x="2379" y="12364"/>
                    <a:pt x="2582" y="12428"/>
                    <a:pt x="2785" y="12502"/>
                  </a:cubicBezTo>
                  <a:cubicBezTo>
                    <a:pt x="2955" y="12556"/>
                    <a:pt x="3105" y="12609"/>
                    <a:pt x="3244" y="12662"/>
                  </a:cubicBezTo>
                  <a:cubicBezTo>
                    <a:pt x="4118" y="12982"/>
                    <a:pt x="4609" y="13516"/>
                    <a:pt x="4918" y="14444"/>
                  </a:cubicBezTo>
                  <a:cubicBezTo>
                    <a:pt x="5132" y="15095"/>
                    <a:pt x="5228" y="15820"/>
                    <a:pt x="5260" y="16300"/>
                  </a:cubicBezTo>
                  <a:cubicBezTo>
                    <a:pt x="5356" y="17431"/>
                    <a:pt x="5249" y="18497"/>
                    <a:pt x="5142" y="19628"/>
                  </a:cubicBezTo>
                  <a:lnTo>
                    <a:pt x="5132" y="19714"/>
                  </a:lnTo>
                  <a:cubicBezTo>
                    <a:pt x="5110" y="19820"/>
                    <a:pt x="5110" y="19938"/>
                    <a:pt x="5110" y="20076"/>
                  </a:cubicBezTo>
                  <a:cubicBezTo>
                    <a:pt x="5132" y="21036"/>
                    <a:pt x="5878" y="21836"/>
                    <a:pt x="6540" y="22540"/>
                  </a:cubicBezTo>
                  <a:cubicBezTo>
                    <a:pt x="6668" y="22647"/>
                    <a:pt x="6764" y="22764"/>
                    <a:pt x="6860" y="22871"/>
                  </a:cubicBezTo>
                  <a:cubicBezTo>
                    <a:pt x="6945" y="22967"/>
                    <a:pt x="7009" y="23042"/>
                    <a:pt x="7094" y="23138"/>
                  </a:cubicBezTo>
                  <a:lnTo>
                    <a:pt x="7148" y="23202"/>
                  </a:lnTo>
                  <a:cubicBezTo>
                    <a:pt x="8065" y="24279"/>
                    <a:pt x="8129" y="25165"/>
                    <a:pt x="7372" y="26039"/>
                  </a:cubicBezTo>
                  <a:cubicBezTo>
                    <a:pt x="7169" y="26274"/>
                    <a:pt x="6966" y="26498"/>
                    <a:pt x="6785" y="26711"/>
                  </a:cubicBezTo>
                  <a:cubicBezTo>
                    <a:pt x="6028" y="27575"/>
                    <a:pt x="5302" y="28397"/>
                    <a:pt x="4769" y="29464"/>
                  </a:cubicBezTo>
                  <a:cubicBezTo>
                    <a:pt x="4193" y="30605"/>
                    <a:pt x="4193" y="31682"/>
                    <a:pt x="4769" y="33069"/>
                  </a:cubicBezTo>
                  <a:cubicBezTo>
                    <a:pt x="4961" y="33539"/>
                    <a:pt x="5313" y="33965"/>
                    <a:pt x="5665" y="34371"/>
                  </a:cubicBezTo>
                  <a:cubicBezTo>
                    <a:pt x="6198" y="34989"/>
                    <a:pt x="6753" y="35651"/>
                    <a:pt x="6732" y="36515"/>
                  </a:cubicBezTo>
                  <a:cubicBezTo>
                    <a:pt x="6732" y="36643"/>
                    <a:pt x="6721" y="36739"/>
                    <a:pt x="6700" y="36835"/>
                  </a:cubicBezTo>
                  <a:cubicBezTo>
                    <a:pt x="6582" y="37603"/>
                    <a:pt x="6380" y="38392"/>
                    <a:pt x="6188" y="39150"/>
                  </a:cubicBezTo>
                  <a:cubicBezTo>
                    <a:pt x="6134" y="39352"/>
                    <a:pt x="6092" y="39544"/>
                    <a:pt x="6038" y="39726"/>
                  </a:cubicBezTo>
                  <a:lnTo>
                    <a:pt x="6060" y="39736"/>
                  </a:lnTo>
                  <a:cubicBezTo>
                    <a:pt x="6102" y="39555"/>
                    <a:pt x="6156" y="39363"/>
                    <a:pt x="6209" y="39139"/>
                  </a:cubicBezTo>
                  <a:cubicBezTo>
                    <a:pt x="6412" y="38371"/>
                    <a:pt x="6614" y="37582"/>
                    <a:pt x="6732" y="36803"/>
                  </a:cubicBezTo>
                  <a:cubicBezTo>
                    <a:pt x="6742" y="36717"/>
                    <a:pt x="6753" y="36621"/>
                    <a:pt x="6753" y="36483"/>
                  </a:cubicBezTo>
                  <a:cubicBezTo>
                    <a:pt x="6785" y="35619"/>
                    <a:pt x="6241" y="34957"/>
                    <a:pt x="5686" y="34328"/>
                  </a:cubicBezTo>
                  <a:cubicBezTo>
                    <a:pt x="5345" y="33923"/>
                    <a:pt x="4982" y="33507"/>
                    <a:pt x="4801" y="33048"/>
                  </a:cubicBezTo>
                  <a:cubicBezTo>
                    <a:pt x="4236" y="31661"/>
                    <a:pt x="4236" y="30594"/>
                    <a:pt x="4801" y="29464"/>
                  </a:cubicBezTo>
                  <a:cubicBezTo>
                    <a:pt x="5334" y="28408"/>
                    <a:pt x="6049" y="27597"/>
                    <a:pt x="6806" y="26722"/>
                  </a:cubicBezTo>
                  <a:cubicBezTo>
                    <a:pt x="6998" y="26509"/>
                    <a:pt x="7201" y="26285"/>
                    <a:pt x="7393" y="26061"/>
                  </a:cubicBezTo>
                  <a:cubicBezTo>
                    <a:pt x="8161" y="25165"/>
                    <a:pt x="8087" y="24290"/>
                    <a:pt x="7169" y="23191"/>
                  </a:cubicBezTo>
                  <a:lnTo>
                    <a:pt x="7116" y="23127"/>
                  </a:lnTo>
                  <a:cubicBezTo>
                    <a:pt x="7052" y="23042"/>
                    <a:pt x="6966" y="22956"/>
                    <a:pt x="6892" y="22860"/>
                  </a:cubicBezTo>
                  <a:cubicBezTo>
                    <a:pt x="6785" y="22754"/>
                    <a:pt x="6678" y="22647"/>
                    <a:pt x="6572" y="22530"/>
                  </a:cubicBezTo>
                  <a:cubicBezTo>
                    <a:pt x="5900" y="21836"/>
                    <a:pt x="5153" y="21036"/>
                    <a:pt x="5142" y="20087"/>
                  </a:cubicBezTo>
                  <a:cubicBezTo>
                    <a:pt x="5142" y="19938"/>
                    <a:pt x="5142" y="19831"/>
                    <a:pt x="5153" y="19724"/>
                  </a:cubicBezTo>
                  <a:lnTo>
                    <a:pt x="5174" y="19650"/>
                  </a:lnTo>
                  <a:cubicBezTo>
                    <a:pt x="5281" y="18529"/>
                    <a:pt x="5388" y="17441"/>
                    <a:pt x="5292" y="16311"/>
                  </a:cubicBezTo>
                  <a:cubicBezTo>
                    <a:pt x="5249" y="15820"/>
                    <a:pt x="5153" y="15116"/>
                    <a:pt x="4940" y="14444"/>
                  </a:cubicBezTo>
                  <a:cubicBezTo>
                    <a:pt x="4641" y="13494"/>
                    <a:pt x="4129" y="12961"/>
                    <a:pt x="3254" y="12641"/>
                  </a:cubicBezTo>
                  <a:cubicBezTo>
                    <a:pt x="3105" y="12588"/>
                    <a:pt x="2945" y="12534"/>
                    <a:pt x="2785" y="12481"/>
                  </a:cubicBezTo>
                  <a:cubicBezTo>
                    <a:pt x="2582" y="12417"/>
                    <a:pt x="2379" y="12342"/>
                    <a:pt x="2187" y="12268"/>
                  </a:cubicBezTo>
                  <a:cubicBezTo>
                    <a:pt x="1398" y="11990"/>
                    <a:pt x="811" y="11468"/>
                    <a:pt x="449" y="10774"/>
                  </a:cubicBezTo>
                  <a:cubicBezTo>
                    <a:pt x="246" y="10390"/>
                    <a:pt x="129" y="9964"/>
                    <a:pt x="86" y="9515"/>
                  </a:cubicBezTo>
                  <a:cubicBezTo>
                    <a:pt x="22" y="8833"/>
                    <a:pt x="129" y="8086"/>
                    <a:pt x="406" y="7297"/>
                  </a:cubicBezTo>
                  <a:cubicBezTo>
                    <a:pt x="651" y="6603"/>
                    <a:pt x="1089" y="5974"/>
                    <a:pt x="1505" y="5377"/>
                  </a:cubicBezTo>
                  <a:cubicBezTo>
                    <a:pt x="1579" y="5270"/>
                    <a:pt x="1654" y="5163"/>
                    <a:pt x="1729" y="5056"/>
                  </a:cubicBezTo>
                  <a:cubicBezTo>
                    <a:pt x="1782" y="4992"/>
                    <a:pt x="1825" y="4907"/>
                    <a:pt x="1878" y="4843"/>
                  </a:cubicBezTo>
                  <a:cubicBezTo>
                    <a:pt x="2411" y="4054"/>
                    <a:pt x="2955" y="3243"/>
                    <a:pt x="3286" y="2368"/>
                  </a:cubicBezTo>
                  <a:cubicBezTo>
                    <a:pt x="3574" y="1590"/>
                    <a:pt x="3489" y="715"/>
                    <a:pt x="30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8"/>
            <p:cNvSpPr/>
            <p:nvPr/>
          </p:nvSpPr>
          <p:spPr>
            <a:xfrm>
              <a:off x="4614085" y="1134916"/>
              <a:ext cx="706395" cy="3338317"/>
            </a:xfrm>
            <a:custGeom>
              <a:rect b="b" l="l" r="r" t="t"/>
              <a:pathLst>
                <a:path extrusionOk="0" h="39631" w="8386">
                  <a:moveTo>
                    <a:pt x="3095" y="1"/>
                  </a:moveTo>
                  <a:lnTo>
                    <a:pt x="3063" y="11"/>
                  </a:lnTo>
                  <a:cubicBezTo>
                    <a:pt x="3468" y="758"/>
                    <a:pt x="3532" y="1590"/>
                    <a:pt x="3265" y="2348"/>
                  </a:cubicBezTo>
                  <a:cubicBezTo>
                    <a:pt x="2934" y="3244"/>
                    <a:pt x="2390" y="4065"/>
                    <a:pt x="1857" y="4865"/>
                  </a:cubicBezTo>
                  <a:cubicBezTo>
                    <a:pt x="1804" y="4929"/>
                    <a:pt x="1761" y="5014"/>
                    <a:pt x="1708" y="5078"/>
                  </a:cubicBezTo>
                  <a:cubicBezTo>
                    <a:pt x="1622" y="5185"/>
                    <a:pt x="1558" y="5292"/>
                    <a:pt x="1484" y="5420"/>
                  </a:cubicBezTo>
                  <a:cubicBezTo>
                    <a:pt x="1057" y="6039"/>
                    <a:pt x="609" y="6679"/>
                    <a:pt x="374" y="7404"/>
                  </a:cubicBezTo>
                  <a:cubicBezTo>
                    <a:pt x="97" y="8204"/>
                    <a:pt x="1" y="8951"/>
                    <a:pt x="97" y="9612"/>
                  </a:cubicBezTo>
                  <a:cubicBezTo>
                    <a:pt x="150" y="10039"/>
                    <a:pt x="278" y="10434"/>
                    <a:pt x="524" y="10828"/>
                  </a:cubicBezTo>
                  <a:cubicBezTo>
                    <a:pt x="865" y="11415"/>
                    <a:pt x="1494" y="11852"/>
                    <a:pt x="2369" y="12162"/>
                  </a:cubicBezTo>
                  <a:lnTo>
                    <a:pt x="2454" y="12194"/>
                  </a:lnTo>
                  <a:cubicBezTo>
                    <a:pt x="2785" y="12311"/>
                    <a:pt x="3137" y="12428"/>
                    <a:pt x="3425" y="12546"/>
                  </a:cubicBezTo>
                  <a:cubicBezTo>
                    <a:pt x="4396" y="12962"/>
                    <a:pt x="4748" y="13804"/>
                    <a:pt x="4961" y="14573"/>
                  </a:cubicBezTo>
                  <a:cubicBezTo>
                    <a:pt x="5111" y="15117"/>
                    <a:pt x="5228" y="15757"/>
                    <a:pt x="5281" y="16429"/>
                  </a:cubicBezTo>
                  <a:cubicBezTo>
                    <a:pt x="5388" y="17549"/>
                    <a:pt x="5281" y="18583"/>
                    <a:pt x="5175" y="19693"/>
                  </a:cubicBezTo>
                  <a:cubicBezTo>
                    <a:pt x="5164" y="19832"/>
                    <a:pt x="5143" y="19949"/>
                    <a:pt x="5164" y="20066"/>
                  </a:cubicBezTo>
                  <a:cubicBezTo>
                    <a:pt x="5217" y="21016"/>
                    <a:pt x="5964" y="21784"/>
                    <a:pt x="6615" y="22488"/>
                  </a:cubicBezTo>
                  <a:cubicBezTo>
                    <a:pt x="6743" y="22626"/>
                    <a:pt x="6881" y="22765"/>
                    <a:pt x="6999" y="22893"/>
                  </a:cubicBezTo>
                  <a:cubicBezTo>
                    <a:pt x="7116" y="23032"/>
                    <a:pt x="7212" y="23138"/>
                    <a:pt x="7276" y="23234"/>
                  </a:cubicBezTo>
                  <a:cubicBezTo>
                    <a:pt x="8108" y="24323"/>
                    <a:pt x="8151" y="25165"/>
                    <a:pt x="7372" y="26019"/>
                  </a:cubicBezTo>
                  <a:cubicBezTo>
                    <a:pt x="7255" y="26168"/>
                    <a:pt x="7116" y="26296"/>
                    <a:pt x="6988" y="26445"/>
                  </a:cubicBezTo>
                  <a:cubicBezTo>
                    <a:pt x="6145" y="27352"/>
                    <a:pt x="5367" y="28216"/>
                    <a:pt x="4812" y="29390"/>
                  </a:cubicBezTo>
                  <a:cubicBezTo>
                    <a:pt x="4172" y="30755"/>
                    <a:pt x="4513" y="31896"/>
                    <a:pt x="4961" y="32942"/>
                  </a:cubicBezTo>
                  <a:cubicBezTo>
                    <a:pt x="5153" y="33369"/>
                    <a:pt x="5452" y="33763"/>
                    <a:pt x="5751" y="34147"/>
                  </a:cubicBezTo>
                  <a:cubicBezTo>
                    <a:pt x="6252" y="34809"/>
                    <a:pt x="6785" y="35502"/>
                    <a:pt x="6721" y="36387"/>
                  </a:cubicBezTo>
                  <a:cubicBezTo>
                    <a:pt x="6711" y="36483"/>
                    <a:pt x="6700" y="36601"/>
                    <a:pt x="6679" y="36707"/>
                  </a:cubicBezTo>
                  <a:cubicBezTo>
                    <a:pt x="6572" y="37401"/>
                    <a:pt x="6401" y="38116"/>
                    <a:pt x="6231" y="38788"/>
                  </a:cubicBezTo>
                  <a:lnTo>
                    <a:pt x="6028" y="39630"/>
                  </a:lnTo>
                  <a:lnTo>
                    <a:pt x="6060" y="39630"/>
                  </a:lnTo>
                  <a:lnTo>
                    <a:pt x="6252" y="38788"/>
                  </a:lnTo>
                  <a:cubicBezTo>
                    <a:pt x="6412" y="38116"/>
                    <a:pt x="6593" y="37401"/>
                    <a:pt x="6711" y="36707"/>
                  </a:cubicBezTo>
                  <a:cubicBezTo>
                    <a:pt x="6732" y="36601"/>
                    <a:pt x="6753" y="36483"/>
                    <a:pt x="6753" y="36387"/>
                  </a:cubicBezTo>
                  <a:cubicBezTo>
                    <a:pt x="6817" y="35481"/>
                    <a:pt x="6284" y="34787"/>
                    <a:pt x="5772" y="34126"/>
                  </a:cubicBezTo>
                  <a:cubicBezTo>
                    <a:pt x="5484" y="33742"/>
                    <a:pt x="5175" y="33337"/>
                    <a:pt x="4993" y="32910"/>
                  </a:cubicBezTo>
                  <a:cubicBezTo>
                    <a:pt x="4535" y="31886"/>
                    <a:pt x="4215" y="30734"/>
                    <a:pt x="4844" y="29390"/>
                  </a:cubicBezTo>
                  <a:cubicBezTo>
                    <a:pt x="5388" y="28216"/>
                    <a:pt x="6177" y="27352"/>
                    <a:pt x="7020" y="26445"/>
                  </a:cubicBezTo>
                  <a:cubicBezTo>
                    <a:pt x="7137" y="26307"/>
                    <a:pt x="7265" y="26168"/>
                    <a:pt x="7404" y="26019"/>
                  </a:cubicBezTo>
                  <a:cubicBezTo>
                    <a:pt x="8386" y="24931"/>
                    <a:pt x="7906" y="23971"/>
                    <a:pt x="7308" y="23192"/>
                  </a:cubicBezTo>
                  <a:cubicBezTo>
                    <a:pt x="7244" y="23096"/>
                    <a:pt x="7148" y="22989"/>
                    <a:pt x="7031" y="22850"/>
                  </a:cubicBezTo>
                  <a:cubicBezTo>
                    <a:pt x="6903" y="22722"/>
                    <a:pt x="6775" y="22584"/>
                    <a:pt x="6636" y="22445"/>
                  </a:cubicBezTo>
                  <a:cubicBezTo>
                    <a:pt x="5985" y="21762"/>
                    <a:pt x="5249" y="20984"/>
                    <a:pt x="5196" y="20056"/>
                  </a:cubicBezTo>
                  <a:cubicBezTo>
                    <a:pt x="5196" y="19938"/>
                    <a:pt x="5196" y="19810"/>
                    <a:pt x="5217" y="19693"/>
                  </a:cubicBezTo>
                  <a:cubicBezTo>
                    <a:pt x="5324" y="18605"/>
                    <a:pt x="5420" y="17559"/>
                    <a:pt x="5324" y="16429"/>
                  </a:cubicBezTo>
                  <a:cubicBezTo>
                    <a:pt x="5271" y="15757"/>
                    <a:pt x="5153" y="15106"/>
                    <a:pt x="5004" y="14562"/>
                  </a:cubicBezTo>
                  <a:cubicBezTo>
                    <a:pt x="4791" y="13783"/>
                    <a:pt x="4439" y="12930"/>
                    <a:pt x="3457" y="12524"/>
                  </a:cubicBezTo>
                  <a:cubicBezTo>
                    <a:pt x="3159" y="12396"/>
                    <a:pt x="2817" y="12279"/>
                    <a:pt x="2465" y="12162"/>
                  </a:cubicBezTo>
                  <a:lnTo>
                    <a:pt x="2390" y="12130"/>
                  </a:lnTo>
                  <a:cubicBezTo>
                    <a:pt x="1505" y="11842"/>
                    <a:pt x="897" y="11394"/>
                    <a:pt x="545" y="10818"/>
                  </a:cubicBezTo>
                  <a:cubicBezTo>
                    <a:pt x="321" y="10412"/>
                    <a:pt x="172" y="10028"/>
                    <a:pt x="118" y="9612"/>
                  </a:cubicBezTo>
                  <a:cubicBezTo>
                    <a:pt x="33" y="8961"/>
                    <a:pt x="118" y="8215"/>
                    <a:pt x="396" y="7415"/>
                  </a:cubicBezTo>
                  <a:cubicBezTo>
                    <a:pt x="652" y="6711"/>
                    <a:pt x="1078" y="6071"/>
                    <a:pt x="1505" y="5441"/>
                  </a:cubicBezTo>
                  <a:cubicBezTo>
                    <a:pt x="1590" y="5335"/>
                    <a:pt x="1654" y="5217"/>
                    <a:pt x="1729" y="5110"/>
                  </a:cubicBezTo>
                  <a:cubicBezTo>
                    <a:pt x="1782" y="5046"/>
                    <a:pt x="1825" y="4961"/>
                    <a:pt x="1878" y="4897"/>
                  </a:cubicBezTo>
                  <a:cubicBezTo>
                    <a:pt x="2412" y="4097"/>
                    <a:pt x="2977" y="3265"/>
                    <a:pt x="3297" y="2358"/>
                  </a:cubicBezTo>
                  <a:cubicBezTo>
                    <a:pt x="3564" y="1590"/>
                    <a:pt x="3500" y="758"/>
                    <a:pt x="30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8"/>
            <p:cNvSpPr/>
            <p:nvPr/>
          </p:nvSpPr>
          <p:spPr>
            <a:xfrm>
              <a:off x="4631185" y="1134916"/>
              <a:ext cx="689295" cy="3332926"/>
            </a:xfrm>
            <a:custGeom>
              <a:rect b="b" l="l" r="r" t="t"/>
              <a:pathLst>
                <a:path extrusionOk="0" h="39567" w="8183">
                  <a:moveTo>
                    <a:pt x="3073" y="1"/>
                  </a:moveTo>
                  <a:lnTo>
                    <a:pt x="3052" y="11"/>
                  </a:lnTo>
                  <a:cubicBezTo>
                    <a:pt x="3436" y="822"/>
                    <a:pt x="3489" y="1612"/>
                    <a:pt x="3233" y="2348"/>
                  </a:cubicBezTo>
                  <a:cubicBezTo>
                    <a:pt x="2913" y="3265"/>
                    <a:pt x="2369" y="4108"/>
                    <a:pt x="1835" y="4918"/>
                  </a:cubicBezTo>
                  <a:cubicBezTo>
                    <a:pt x="1782" y="4982"/>
                    <a:pt x="1739" y="5057"/>
                    <a:pt x="1707" y="5121"/>
                  </a:cubicBezTo>
                  <a:cubicBezTo>
                    <a:pt x="1633" y="5228"/>
                    <a:pt x="1558" y="5345"/>
                    <a:pt x="1494" y="5452"/>
                  </a:cubicBezTo>
                  <a:cubicBezTo>
                    <a:pt x="1046" y="6103"/>
                    <a:pt x="609" y="6775"/>
                    <a:pt x="353" y="7521"/>
                  </a:cubicBezTo>
                  <a:cubicBezTo>
                    <a:pt x="75" y="8332"/>
                    <a:pt x="1" y="9079"/>
                    <a:pt x="118" y="9719"/>
                  </a:cubicBezTo>
                  <a:cubicBezTo>
                    <a:pt x="193" y="10135"/>
                    <a:pt x="374" y="10519"/>
                    <a:pt x="619" y="10850"/>
                  </a:cubicBezTo>
                  <a:cubicBezTo>
                    <a:pt x="1089" y="11458"/>
                    <a:pt x="1835" y="11778"/>
                    <a:pt x="2582" y="12023"/>
                  </a:cubicBezTo>
                  <a:cubicBezTo>
                    <a:pt x="3020" y="12172"/>
                    <a:pt x="3361" y="12311"/>
                    <a:pt x="3606" y="12439"/>
                  </a:cubicBezTo>
                  <a:cubicBezTo>
                    <a:pt x="4449" y="12887"/>
                    <a:pt x="4769" y="13794"/>
                    <a:pt x="4993" y="14711"/>
                  </a:cubicBezTo>
                  <a:cubicBezTo>
                    <a:pt x="5142" y="15266"/>
                    <a:pt x="5238" y="15906"/>
                    <a:pt x="5302" y="16546"/>
                  </a:cubicBezTo>
                  <a:cubicBezTo>
                    <a:pt x="5388" y="17378"/>
                    <a:pt x="5313" y="18146"/>
                    <a:pt x="5260" y="18968"/>
                  </a:cubicBezTo>
                  <a:cubicBezTo>
                    <a:pt x="5238" y="19202"/>
                    <a:pt x="5228" y="19448"/>
                    <a:pt x="5206" y="19682"/>
                  </a:cubicBezTo>
                  <a:cubicBezTo>
                    <a:pt x="5206" y="19800"/>
                    <a:pt x="5206" y="19928"/>
                    <a:pt x="5228" y="20045"/>
                  </a:cubicBezTo>
                  <a:cubicBezTo>
                    <a:pt x="5334" y="20962"/>
                    <a:pt x="6060" y="21730"/>
                    <a:pt x="6700" y="22413"/>
                  </a:cubicBezTo>
                  <a:cubicBezTo>
                    <a:pt x="6849" y="22573"/>
                    <a:pt x="6998" y="22733"/>
                    <a:pt x="7126" y="22882"/>
                  </a:cubicBezTo>
                  <a:cubicBezTo>
                    <a:pt x="7233" y="23021"/>
                    <a:pt x="7329" y="23117"/>
                    <a:pt x="7393" y="23213"/>
                  </a:cubicBezTo>
                  <a:cubicBezTo>
                    <a:pt x="8172" y="24280"/>
                    <a:pt x="8172" y="25080"/>
                    <a:pt x="7372" y="25965"/>
                  </a:cubicBezTo>
                  <a:cubicBezTo>
                    <a:pt x="7212" y="26136"/>
                    <a:pt x="7062" y="26296"/>
                    <a:pt x="6913" y="26456"/>
                  </a:cubicBezTo>
                  <a:cubicBezTo>
                    <a:pt x="6102" y="27341"/>
                    <a:pt x="5345" y="28174"/>
                    <a:pt x="4833" y="29326"/>
                  </a:cubicBezTo>
                  <a:cubicBezTo>
                    <a:pt x="4246" y="30702"/>
                    <a:pt x="4652" y="31854"/>
                    <a:pt x="5132" y="32814"/>
                  </a:cubicBezTo>
                  <a:cubicBezTo>
                    <a:pt x="5292" y="33134"/>
                    <a:pt x="5505" y="33454"/>
                    <a:pt x="5729" y="33795"/>
                  </a:cubicBezTo>
                  <a:cubicBezTo>
                    <a:pt x="6252" y="34563"/>
                    <a:pt x="6785" y="35353"/>
                    <a:pt x="6689" y="36302"/>
                  </a:cubicBezTo>
                  <a:cubicBezTo>
                    <a:pt x="6678" y="36387"/>
                    <a:pt x="6678" y="36515"/>
                    <a:pt x="6646" y="36622"/>
                  </a:cubicBezTo>
                  <a:cubicBezTo>
                    <a:pt x="6550" y="37177"/>
                    <a:pt x="6412" y="37753"/>
                    <a:pt x="6284" y="38308"/>
                  </a:cubicBezTo>
                  <a:cubicBezTo>
                    <a:pt x="6188" y="38724"/>
                    <a:pt x="6092" y="39150"/>
                    <a:pt x="5996" y="39566"/>
                  </a:cubicBezTo>
                  <a:lnTo>
                    <a:pt x="6028" y="39566"/>
                  </a:lnTo>
                  <a:cubicBezTo>
                    <a:pt x="6102" y="39150"/>
                    <a:pt x="6209" y="38724"/>
                    <a:pt x="6294" y="38308"/>
                  </a:cubicBezTo>
                  <a:cubicBezTo>
                    <a:pt x="6422" y="37753"/>
                    <a:pt x="6561" y="37177"/>
                    <a:pt x="6668" y="36611"/>
                  </a:cubicBezTo>
                  <a:lnTo>
                    <a:pt x="6710" y="36291"/>
                  </a:lnTo>
                  <a:cubicBezTo>
                    <a:pt x="6817" y="35353"/>
                    <a:pt x="6262" y="34553"/>
                    <a:pt x="5750" y="33774"/>
                  </a:cubicBezTo>
                  <a:cubicBezTo>
                    <a:pt x="5516" y="33443"/>
                    <a:pt x="5302" y="33123"/>
                    <a:pt x="5142" y="32803"/>
                  </a:cubicBezTo>
                  <a:cubicBezTo>
                    <a:pt x="4662" y="31854"/>
                    <a:pt x="4268" y="30691"/>
                    <a:pt x="4854" y="29336"/>
                  </a:cubicBezTo>
                  <a:cubicBezTo>
                    <a:pt x="5345" y="28184"/>
                    <a:pt x="6102" y="27363"/>
                    <a:pt x="6913" y="26477"/>
                  </a:cubicBezTo>
                  <a:cubicBezTo>
                    <a:pt x="7062" y="26317"/>
                    <a:pt x="7223" y="26147"/>
                    <a:pt x="7372" y="25987"/>
                  </a:cubicBezTo>
                  <a:cubicBezTo>
                    <a:pt x="8172" y="25080"/>
                    <a:pt x="8183" y="24280"/>
                    <a:pt x="7393" y="23202"/>
                  </a:cubicBezTo>
                  <a:cubicBezTo>
                    <a:pt x="7329" y="23106"/>
                    <a:pt x="7233" y="23000"/>
                    <a:pt x="7126" y="22872"/>
                  </a:cubicBezTo>
                  <a:cubicBezTo>
                    <a:pt x="6998" y="22712"/>
                    <a:pt x="6849" y="22562"/>
                    <a:pt x="6700" y="22402"/>
                  </a:cubicBezTo>
                  <a:cubicBezTo>
                    <a:pt x="6060" y="21720"/>
                    <a:pt x="5334" y="20952"/>
                    <a:pt x="5238" y="20045"/>
                  </a:cubicBezTo>
                  <a:cubicBezTo>
                    <a:pt x="5228" y="19917"/>
                    <a:pt x="5206" y="19800"/>
                    <a:pt x="5228" y="19682"/>
                  </a:cubicBezTo>
                  <a:cubicBezTo>
                    <a:pt x="5238" y="19437"/>
                    <a:pt x="5260" y="19202"/>
                    <a:pt x="5281" y="18957"/>
                  </a:cubicBezTo>
                  <a:cubicBezTo>
                    <a:pt x="5345" y="18146"/>
                    <a:pt x="5398" y="17378"/>
                    <a:pt x="5313" y="16546"/>
                  </a:cubicBezTo>
                  <a:cubicBezTo>
                    <a:pt x="5249" y="15906"/>
                    <a:pt x="5142" y="15266"/>
                    <a:pt x="5014" y="14711"/>
                  </a:cubicBezTo>
                  <a:cubicBezTo>
                    <a:pt x="4780" y="13783"/>
                    <a:pt x="4460" y="12866"/>
                    <a:pt x="3606" y="12428"/>
                  </a:cubicBezTo>
                  <a:cubicBezTo>
                    <a:pt x="3361" y="12290"/>
                    <a:pt x="3020" y="12162"/>
                    <a:pt x="2582" y="12012"/>
                  </a:cubicBezTo>
                  <a:cubicBezTo>
                    <a:pt x="1835" y="11778"/>
                    <a:pt x="1089" y="11458"/>
                    <a:pt x="641" y="10850"/>
                  </a:cubicBezTo>
                  <a:cubicBezTo>
                    <a:pt x="385" y="10519"/>
                    <a:pt x="225" y="10146"/>
                    <a:pt x="139" y="9729"/>
                  </a:cubicBezTo>
                  <a:cubicBezTo>
                    <a:pt x="22" y="9089"/>
                    <a:pt x="107" y="8364"/>
                    <a:pt x="385" y="7543"/>
                  </a:cubicBezTo>
                  <a:cubicBezTo>
                    <a:pt x="641" y="6817"/>
                    <a:pt x="1089" y="6135"/>
                    <a:pt x="1515" y="5484"/>
                  </a:cubicBezTo>
                  <a:cubicBezTo>
                    <a:pt x="1579" y="5377"/>
                    <a:pt x="1665" y="5249"/>
                    <a:pt x="1729" y="5142"/>
                  </a:cubicBezTo>
                  <a:cubicBezTo>
                    <a:pt x="1782" y="5078"/>
                    <a:pt x="1825" y="5014"/>
                    <a:pt x="1867" y="4950"/>
                  </a:cubicBezTo>
                  <a:cubicBezTo>
                    <a:pt x="2401" y="4118"/>
                    <a:pt x="2945" y="3276"/>
                    <a:pt x="3265" y="2358"/>
                  </a:cubicBezTo>
                  <a:cubicBezTo>
                    <a:pt x="3532" y="1612"/>
                    <a:pt x="3468" y="812"/>
                    <a:pt x="30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8"/>
            <p:cNvSpPr/>
            <p:nvPr/>
          </p:nvSpPr>
          <p:spPr>
            <a:xfrm>
              <a:off x="4647358" y="1135843"/>
              <a:ext cx="697382" cy="3326609"/>
            </a:xfrm>
            <a:custGeom>
              <a:rect b="b" l="l" r="r" t="t"/>
              <a:pathLst>
                <a:path extrusionOk="0" h="39492" w="8279">
                  <a:moveTo>
                    <a:pt x="3116" y="0"/>
                  </a:moveTo>
                  <a:lnTo>
                    <a:pt x="3084" y="22"/>
                  </a:lnTo>
                  <a:cubicBezTo>
                    <a:pt x="3446" y="897"/>
                    <a:pt x="3500" y="1633"/>
                    <a:pt x="3254" y="2347"/>
                  </a:cubicBezTo>
                  <a:cubicBezTo>
                    <a:pt x="2988" y="3137"/>
                    <a:pt x="2529" y="3883"/>
                    <a:pt x="2081" y="4609"/>
                  </a:cubicBezTo>
                  <a:cubicBezTo>
                    <a:pt x="1974" y="4779"/>
                    <a:pt x="1857" y="4961"/>
                    <a:pt x="1750" y="5153"/>
                  </a:cubicBezTo>
                  <a:cubicBezTo>
                    <a:pt x="1633" y="5356"/>
                    <a:pt x="1515" y="5569"/>
                    <a:pt x="1377" y="5761"/>
                  </a:cubicBezTo>
                  <a:cubicBezTo>
                    <a:pt x="1003" y="6369"/>
                    <a:pt x="609" y="6988"/>
                    <a:pt x="406" y="7628"/>
                  </a:cubicBezTo>
                  <a:cubicBezTo>
                    <a:pt x="193" y="8300"/>
                    <a:pt x="1" y="9068"/>
                    <a:pt x="193" y="9836"/>
                  </a:cubicBezTo>
                  <a:cubicBezTo>
                    <a:pt x="289" y="10231"/>
                    <a:pt x="491" y="10583"/>
                    <a:pt x="790" y="10881"/>
                  </a:cubicBezTo>
                  <a:cubicBezTo>
                    <a:pt x="1313" y="11404"/>
                    <a:pt x="2049" y="11660"/>
                    <a:pt x="2742" y="11916"/>
                  </a:cubicBezTo>
                  <a:lnTo>
                    <a:pt x="2838" y="11937"/>
                  </a:lnTo>
                  <a:cubicBezTo>
                    <a:pt x="3222" y="12087"/>
                    <a:pt x="3553" y="12247"/>
                    <a:pt x="3809" y="12407"/>
                  </a:cubicBezTo>
                  <a:cubicBezTo>
                    <a:pt x="4620" y="12940"/>
                    <a:pt x="4908" y="14220"/>
                    <a:pt x="5057" y="14903"/>
                  </a:cubicBezTo>
                  <a:cubicBezTo>
                    <a:pt x="5196" y="15511"/>
                    <a:pt x="5302" y="16140"/>
                    <a:pt x="5356" y="16684"/>
                  </a:cubicBezTo>
                  <a:cubicBezTo>
                    <a:pt x="5430" y="17420"/>
                    <a:pt x="5388" y="18124"/>
                    <a:pt x="5356" y="18860"/>
                  </a:cubicBezTo>
                  <a:cubicBezTo>
                    <a:pt x="5345" y="19127"/>
                    <a:pt x="5324" y="19405"/>
                    <a:pt x="5313" y="19682"/>
                  </a:cubicBezTo>
                  <a:cubicBezTo>
                    <a:pt x="5313" y="19789"/>
                    <a:pt x="5324" y="19927"/>
                    <a:pt x="5345" y="20045"/>
                  </a:cubicBezTo>
                  <a:cubicBezTo>
                    <a:pt x="5473" y="20951"/>
                    <a:pt x="6177" y="21709"/>
                    <a:pt x="6817" y="22391"/>
                  </a:cubicBezTo>
                  <a:cubicBezTo>
                    <a:pt x="6977" y="22562"/>
                    <a:pt x="7127" y="22743"/>
                    <a:pt x="7276" y="22903"/>
                  </a:cubicBezTo>
                  <a:cubicBezTo>
                    <a:pt x="7372" y="23021"/>
                    <a:pt x="7457" y="23138"/>
                    <a:pt x="7532" y="23234"/>
                  </a:cubicBezTo>
                  <a:cubicBezTo>
                    <a:pt x="8236" y="24258"/>
                    <a:pt x="8193" y="25016"/>
                    <a:pt x="7372" y="25944"/>
                  </a:cubicBezTo>
                  <a:cubicBezTo>
                    <a:pt x="7201" y="26125"/>
                    <a:pt x="7031" y="26317"/>
                    <a:pt x="6870" y="26488"/>
                  </a:cubicBezTo>
                  <a:cubicBezTo>
                    <a:pt x="6092" y="27341"/>
                    <a:pt x="5334" y="28141"/>
                    <a:pt x="4886" y="29272"/>
                  </a:cubicBezTo>
                  <a:cubicBezTo>
                    <a:pt x="4353" y="30595"/>
                    <a:pt x="4780" y="31704"/>
                    <a:pt x="5313" y="32696"/>
                  </a:cubicBezTo>
                  <a:cubicBezTo>
                    <a:pt x="5452" y="32963"/>
                    <a:pt x="5601" y="33219"/>
                    <a:pt x="5772" y="33475"/>
                  </a:cubicBezTo>
                  <a:cubicBezTo>
                    <a:pt x="6284" y="34296"/>
                    <a:pt x="6817" y="35171"/>
                    <a:pt x="6689" y="36206"/>
                  </a:cubicBezTo>
                  <a:lnTo>
                    <a:pt x="6689" y="36216"/>
                  </a:lnTo>
                  <a:cubicBezTo>
                    <a:pt x="6668" y="36312"/>
                    <a:pt x="6657" y="36419"/>
                    <a:pt x="6636" y="36526"/>
                  </a:cubicBezTo>
                  <a:cubicBezTo>
                    <a:pt x="6550" y="36920"/>
                    <a:pt x="6465" y="37337"/>
                    <a:pt x="6369" y="37742"/>
                  </a:cubicBezTo>
                  <a:cubicBezTo>
                    <a:pt x="6230" y="38318"/>
                    <a:pt x="6092" y="38905"/>
                    <a:pt x="5985" y="39491"/>
                  </a:cubicBezTo>
                  <a:lnTo>
                    <a:pt x="6006" y="39491"/>
                  </a:lnTo>
                  <a:cubicBezTo>
                    <a:pt x="6113" y="38905"/>
                    <a:pt x="6252" y="38318"/>
                    <a:pt x="6390" y="37753"/>
                  </a:cubicBezTo>
                  <a:cubicBezTo>
                    <a:pt x="6486" y="37358"/>
                    <a:pt x="6582" y="36942"/>
                    <a:pt x="6657" y="36536"/>
                  </a:cubicBezTo>
                  <a:cubicBezTo>
                    <a:pt x="6689" y="36451"/>
                    <a:pt x="6700" y="36344"/>
                    <a:pt x="6710" y="36238"/>
                  </a:cubicBezTo>
                  <a:lnTo>
                    <a:pt x="6710" y="36216"/>
                  </a:lnTo>
                  <a:cubicBezTo>
                    <a:pt x="6860" y="35160"/>
                    <a:pt x="6316" y="34296"/>
                    <a:pt x="5793" y="33454"/>
                  </a:cubicBezTo>
                  <a:cubicBezTo>
                    <a:pt x="5633" y="33208"/>
                    <a:pt x="5473" y="32942"/>
                    <a:pt x="5345" y="32686"/>
                  </a:cubicBezTo>
                  <a:cubicBezTo>
                    <a:pt x="4812" y="31704"/>
                    <a:pt x="4385" y="30605"/>
                    <a:pt x="4918" y="29283"/>
                  </a:cubicBezTo>
                  <a:cubicBezTo>
                    <a:pt x="5366" y="28152"/>
                    <a:pt x="6113" y="27352"/>
                    <a:pt x="6902" y="26498"/>
                  </a:cubicBezTo>
                  <a:cubicBezTo>
                    <a:pt x="7063" y="26328"/>
                    <a:pt x="7233" y="26136"/>
                    <a:pt x="7393" y="25954"/>
                  </a:cubicBezTo>
                  <a:cubicBezTo>
                    <a:pt x="8236" y="25016"/>
                    <a:pt x="8279" y="24258"/>
                    <a:pt x="7553" y="23223"/>
                  </a:cubicBezTo>
                  <a:cubicBezTo>
                    <a:pt x="7489" y="23117"/>
                    <a:pt x="7404" y="23010"/>
                    <a:pt x="7297" y="22882"/>
                  </a:cubicBezTo>
                  <a:cubicBezTo>
                    <a:pt x="7159" y="22722"/>
                    <a:pt x="6999" y="22551"/>
                    <a:pt x="6838" y="22381"/>
                  </a:cubicBezTo>
                  <a:cubicBezTo>
                    <a:pt x="6198" y="21698"/>
                    <a:pt x="5484" y="20941"/>
                    <a:pt x="5356" y="20045"/>
                  </a:cubicBezTo>
                  <a:cubicBezTo>
                    <a:pt x="5324" y="19927"/>
                    <a:pt x="5324" y="19810"/>
                    <a:pt x="5324" y="19682"/>
                  </a:cubicBezTo>
                  <a:cubicBezTo>
                    <a:pt x="5334" y="19405"/>
                    <a:pt x="5356" y="19127"/>
                    <a:pt x="5366" y="18860"/>
                  </a:cubicBezTo>
                  <a:cubicBezTo>
                    <a:pt x="5409" y="18124"/>
                    <a:pt x="5452" y="17420"/>
                    <a:pt x="5366" y="16684"/>
                  </a:cubicBezTo>
                  <a:cubicBezTo>
                    <a:pt x="5313" y="16130"/>
                    <a:pt x="5206" y="15511"/>
                    <a:pt x="5068" y="14882"/>
                  </a:cubicBezTo>
                  <a:cubicBezTo>
                    <a:pt x="4908" y="14188"/>
                    <a:pt x="4630" y="12908"/>
                    <a:pt x="3809" y="12375"/>
                  </a:cubicBezTo>
                  <a:cubicBezTo>
                    <a:pt x="3553" y="12215"/>
                    <a:pt x="3201" y="12044"/>
                    <a:pt x="2817" y="11916"/>
                  </a:cubicBezTo>
                  <a:lnTo>
                    <a:pt x="2721" y="11884"/>
                  </a:lnTo>
                  <a:cubicBezTo>
                    <a:pt x="2027" y="11628"/>
                    <a:pt x="1313" y="11383"/>
                    <a:pt x="790" y="10860"/>
                  </a:cubicBezTo>
                  <a:cubicBezTo>
                    <a:pt x="502" y="10551"/>
                    <a:pt x="299" y="10209"/>
                    <a:pt x="203" y="9814"/>
                  </a:cubicBezTo>
                  <a:cubicBezTo>
                    <a:pt x="33" y="9057"/>
                    <a:pt x="225" y="8289"/>
                    <a:pt x="417" y="7628"/>
                  </a:cubicBezTo>
                  <a:cubicBezTo>
                    <a:pt x="619" y="6988"/>
                    <a:pt x="1025" y="6380"/>
                    <a:pt x="1387" y="5782"/>
                  </a:cubicBezTo>
                  <a:cubicBezTo>
                    <a:pt x="1526" y="5580"/>
                    <a:pt x="1654" y="5366"/>
                    <a:pt x="1782" y="5163"/>
                  </a:cubicBezTo>
                  <a:cubicBezTo>
                    <a:pt x="1889" y="4993"/>
                    <a:pt x="2006" y="4801"/>
                    <a:pt x="2113" y="4619"/>
                  </a:cubicBezTo>
                  <a:cubicBezTo>
                    <a:pt x="2550" y="3894"/>
                    <a:pt x="3020" y="3147"/>
                    <a:pt x="3286" y="2347"/>
                  </a:cubicBezTo>
                  <a:cubicBezTo>
                    <a:pt x="3542" y="1633"/>
                    <a:pt x="3468" y="886"/>
                    <a:pt x="31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8"/>
            <p:cNvSpPr/>
            <p:nvPr/>
          </p:nvSpPr>
          <p:spPr>
            <a:xfrm>
              <a:off x="4670692" y="1137612"/>
              <a:ext cx="694686" cy="3318522"/>
            </a:xfrm>
            <a:custGeom>
              <a:rect b="b" l="l" r="r" t="t"/>
              <a:pathLst>
                <a:path extrusionOk="0" h="39396" w="8247">
                  <a:moveTo>
                    <a:pt x="3052" y="1"/>
                  </a:moveTo>
                  <a:lnTo>
                    <a:pt x="3020" y="11"/>
                  </a:lnTo>
                  <a:cubicBezTo>
                    <a:pt x="3265" y="662"/>
                    <a:pt x="3479" y="1462"/>
                    <a:pt x="3201" y="2326"/>
                  </a:cubicBezTo>
                  <a:cubicBezTo>
                    <a:pt x="2945" y="3105"/>
                    <a:pt x="2508" y="3841"/>
                    <a:pt x="2081" y="4556"/>
                  </a:cubicBezTo>
                  <a:cubicBezTo>
                    <a:pt x="1974" y="4758"/>
                    <a:pt x="1836" y="4961"/>
                    <a:pt x="1729" y="5153"/>
                  </a:cubicBezTo>
                  <a:cubicBezTo>
                    <a:pt x="1612" y="5388"/>
                    <a:pt x="1462" y="5612"/>
                    <a:pt x="1334" y="5825"/>
                  </a:cubicBezTo>
                  <a:cubicBezTo>
                    <a:pt x="972" y="6423"/>
                    <a:pt x="588" y="7052"/>
                    <a:pt x="385" y="7692"/>
                  </a:cubicBezTo>
                  <a:cubicBezTo>
                    <a:pt x="161" y="8407"/>
                    <a:pt x="1" y="9153"/>
                    <a:pt x="214" y="9879"/>
                  </a:cubicBezTo>
                  <a:cubicBezTo>
                    <a:pt x="321" y="10210"/>
                    <a:pt x="545" y="10530"/>
                    <a:pt x="929" y="10839"/>
                  </a:cubicBezTo>
                  <a:cubicBezTo>
                    <a:pt x="1398" y="11223"/>
                    <a:pt x="1985" y="11447"/>
                    <a:pt x="2561" y="11660"/>
                  </a:cubicBezTo>
                  <a:cubicBezTo>
                    <a:pt x="2700" y="11714"/>
                    <a:pt x="2849" y="11788"/>
                    <a:pt x="2999" y="11842"/>
                  </a:cubicBezTo>
                  <a:cubicBezTo>
                    <a:pt x="3393" y="12002"/>
                    <a:pt x="3692" y="12172"/>
                    <a:pt x="3905" y="12375"/>
                  </a:cubicBezTo>
                  <a:cubicBezTo>
                    <a:pt x="4599" y="13026"/>
                    <a:pt x="4833" y="14135"/>
                    <a:pt x="5025" y="15010"/>
                  </a:cubicBezTo>
                  <a:lnTo>
                    <a:pt x="5036" y="15042"/>
                  </a:lnTo>
                  <a:cubicBezTo>
                    <a:pt x="5175" y="15693"/>
                    <a:pt x="5260" y="16269"/>
                    <a:pt x="5335" y="16770"/>
                  </a:cubicBezTo>
                  <a:cubicBezTo>
                    <a:pt x="5409" y="17463"/>
                    <a:pt x="5399" y="18167"/>
                    <a:pt x="5367" y="18850"/>
                  </a:cubicBezTo>
                  <a:cubicBezTo>
                    <a:pt x="5356" y="19106"/>
                    <a:pt x="5345" y="19384"/>
                    <a:pt x="5345" y="19650"/>
                  </a:cubicBezTo>
                  <a:cubicBezTo>
                    <a:pt x="5345" y="19768"/>
                    <a:pt x="5345" y="19906"/>
                    <a:pt x="5367" y="20024"/>
                  </a:cubicBezTo>
                  <a:cubicBezTo>
                    <a:pt x="5516" y="20909"/>
                    <a:pt x="6220" y="21666"/>
                    <a:pt x="6839" y="22349"/>
                  </a:cubicBezTo>
                  <a:cubicBezTo>
                    <a:pt x="7010" y="22541"/>
                    <a:pt x="7170" y="22722"/>
                    <a:pt x="7319" y="22893"/>
                  </a:cubicBezTo>
                  <a:cubicBezTo>
                    <a:pt x="7383" y="22989"/>
                    <a:pt x="7447" y="23064"/>
                    <a:pt x="7500" y="23149"/>
                  </a:cubicBezTo>
                  <a:cubicBezTo>
                    <a:pt x="7522" y="23170"/>
                    <a:pt x="7543" y="23202"/>
                    <a:pt x="7554" y="23224"/>
                  </a:cubicBezTo>
                  <a:cubicBezTo>
                    <a:pt x="8215" y="24109"/>
                    <a:pt x="8130" y="24920"/>
                    <a:pt x="7276" y="25880"/>
                  </a:cubicBezTo>
                  <a:cubicBezTo>
                    <a:pt x="7095" y="26083"/>
                    <a:pt x="6903" y="26275"/>
                    <a:pt x="6732" y="26467"/>
                  </a:cubicBezTo>
                  <a:cubicBezTo>
                    <a:pt x="5953" y="27299"/>
                    <a:pt x="5228" y="28088"/>
                    <a:pt x="4812" y="29198"/>
                  </a:cubicBezTo>
                  <a:cubicBezTo>
                    <a:pt x="4353" y="30414"/>
                    <a:pt x="4705" y="31427"/>
                    <a:pt x="5356" y="32569"/>
                  </a:cubicBezTo>
                  <a:lnTo>
                    <a:pt x="5633" y="33049"/>
                  </a:lnTo>
                  <a:cubicBezTo>
                    <a:pt x="6209" y="34009"/>
                    <a:pt x="6754" y="34915"/>
                    <a:pt x="6572" y="36089"/>
                  </a:cubicBezTo>
                  <a:lnTo>
                    <a:pt x="6572" y="36121"/>
                  </a:lnTo>
                  <a:cubicBezTo>
                    <a:pt x="6561" y="36217"/>
                    <a:pt x="6540" y="36323"/>
                    <a:pt x="6519" y="36409"/>
                  </a:cubicBezTo>
                  <a:lnTo>
                    <a:pt x="6359" y="37134"/>
                  </a:lnTo>
                  <a:cubicBezTo>
                    <a:pt x="6177" y="37881"/>
                    <a:pt x="6007" y="38638"/>
                    <a:pt x="5879" y="39396"/>
                  </a:cubicBezTo>
                  <a:lnTo>
                    <a:pt x="5900" y="39396"/>
                  </a:lnTo>
                  <a:cubicBezTo>
                    <a:pt x="6028" y="38638"/>
                    <a:pt x="6209" y="37881"/>
                    <a:pt x="6380" y="37102"/>
                  </a:cubicBezTo>
                  <a:lnTo>
                    <a:pt x="6540" y="36387"/>
                  </a:lnTo>
                  <a:cubicBezTo>
                    <a:pt x="6572" y="36291"/>
                    <a:pt x="6583" y="36185"/>
                    <a:pt x="6593" y="36089"/>
                  </a:cubicBezTo>
                  <a:lnTo>
                    <a:pt x="6593" y="36067"/>
                  </a:lnTo>
                  <a:cubicBezTo>
                    <a:pt x="6786" y="34894"/>
                    <a:pt x="6231" y="33977"/>
                    <a:pt x="5665" y="33017"/>
                  </a:cubicBezTo>
                  <a:lnTo>
                    <a:pt x="5377" y="32537"/>
                  </a:lnTo>
                  <a:cubicBezTo>
                    <a:pt x="4727" y="31384"/>
                    <a:pt x="4396" y="30382"/>
                    <a:pt x="4833" y="29187"/>
                  </a:cubicBezTo>
                  <a:cubicBezTo>
                    <a:pt x="5249" y="28088"/>
                    <a:pt x="5985" y="27309"/>
                    <a:pt x="6754" y="26467"/>
                  </a:cubicBezTo>
                  <a:cubicBezTo>
                    <a:pt x="6946" y="26264"/>
                    <a:pt x="7127" y="26061"/>
                    <a:pt x="7298" y="25869"/>
                  </a:cubicBezTo>
                  <a:cubicBezTo>
                    <a:pt x="8172" y="24888"/>
                    <a:pt x="8247" y="24067"/>
                    <a:pt x="7596" y="23170"/>
                  </a:cubicBezTo>
                  <a:cubicBezTo>
                    <a:pt x="7586" y="23149"/>
                    <a:pt x="7554" y="23117"/>
                    <a:pt x="7543" y="23096"/>
                  </a:cubicBezTo>
                  <a:cubicBezTo>
                    <a:pt x="7490" y="23010"/>
                    <a:pt x="7426" y="22914"/>
                    <a:pt x="7362" y="22840"/>
                  </a:cubicBezTo>
                  <a:cubicBezTo>
                    <a:pt x="7212" y="22648"/>
                    <a:pt x="7052" y="22477"/>
                    <a:pt x="6882" y="22296"/>
                  </a:cubicBezTo>
                  <a:cubicBezTo>
                    <a:pt x="6263" y="21624"/>
                    <a:pt x="5559" y="20866"/>
                    <a:pt x="5409" y="19981"/>
                  </a:cubicBezTo>
                  <a:cubicBezTo>
                    <a:pt x="5399" y="19864"/>
                    <a:pt x="5377" y="19746"/>
                    <a:pt x="5377" y="19629"/>
                  </a:cubicBezTo>
                  <a:cubicBezTo>
                    <a:pt x="5399" y="19362"/>
                    <a:pt x="5399" y="19096"/>
                    <a:pt x="5409" y="18829"/>
                  </a:cubicBezTo>
                  <a:cubicBezTo>
                    <a:pt x="5441" y="18146"/>
                    <a:pt x="5452" y="17442"/>
                    <a:pt x="5367" y="16749"/>
                  </a:cubicBezTo>
                  <a:cubicBezTo>
                    <a:pt x="5303" y="16237"/>
                    <a:pt x="5196" y="15661"/>
                    <a:pt x="5068" y="15010"/>
                  </a:cubicBezTo>
                  <a:lnTo>
                    <a:pt x="5047" y="14989"/>
                  </a:lnTo>
                  <a:cubicBezTo>
                    <a:pt x="4865" y="14092"/>
                    <a:pt x="4620" y="12983"/>
                    <a:pt x="3916" y="12332"/>
                  </a:cubicBezTo>
                  <a:cubicBezTo>
                    <a:pt x="3703" y="12140"/>
                    <a:pt x="3393" y="11959"/>
                    <a:pt x="2999" y="11799"/>
                  </a:cubicBezTo>
                  <a:cubicBezTo>
                    <a:pt x="2849" y="11735"/>
                    <a:pt x="2700" y="11682"/>
                    <a:pt x="2561" y="11628"/>
                  </a:cubicBezTo>
                  <a:cubicBezTo>
                    <a:pt x="1996" y="11415"/>
                    <a:pt x="1409" y="11180"/>
                    <a:pt x="940" y="10807"/>
                  </a:cubicBezTo>
                  <a:cubicBezTo>
                    <a:pt x="566" y="10508"/>
                    <a:pt x="342" y="10199"/>
                    <a:pt x="236" y="9868"/>
                  </a:cubicBezTo>
                  <a:cubicBezTo>
                    <a:pt x="22" y="9153"/>
                    <a:pt x="193" y="8407"/>
                    <a:pt x="406" y="7703"/>
                  </a:cubicBezTo>
                  <a:cubicBezTo>
                    <a:pt x="609" y="7063"/>
                    <a:pt x="982" y="6455"/>
                    <a:pt x="1356" y="5847"/>
                  </a:cubicBezTo>
                  <a:cubicBezTo>
                    <a:pt x="1494" y="5623"/>
                    <a:pt x="1633" y="5399"/>
                    <a:pt x="1761" y="5185"/>
                  </a:cubicBezTo>
                  <a:cubicBezTo>
                    <a:pt x="1868" y="4982"/>
                    <a:pt x="1985" y="4780"/>
                    <a:pt x="2102" y="4588"/>
                  </a:cubicBezTo>
                  <a:cubicBezTo>
                    <a:pt x="2529" y="3862"/>
                    <a:pt x="2967" y="3126"/>
                    <a:pt x="3223" y="2348"/>
                  </a:cubicBezTo>
                  <a:cubicBezTo>
                    <a:pt x="3500" y="1462"/>
                    <a:pt x="3287" y="662"/>
                    <a:pt x="30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8"/>
            <p:cNvSpPr/>
            <p:nvPr/>
          </p:nvSpPr>
          <p:spPr>
            <a:xfrm>
              <a:off x="4684170" y="1142160"/>
              <a:ext cx="710017" cy="3308582"/>
            </a:xfrm>
            <a:custGeom>
              <a:rect b="b" l="l" r="r" t="t"/>
              <a:pathLst>
                <a:path extrusionOk="0" h="39278" w="8429">
                  <a:moveTo>
                    <a:pt x="3052" y="0"/>
                  </a:moveTo>
                  <a:lnTo>
                    <a:pt x="3020" y="11"/>
                  </a:lnTo>
                  <a:cubicBezTo>
                    <a:pt x="3255" y="726"/>
                    <a:pt x="3436" y="1494"/>
                    <a:pt x="3180" y="2326"/>
                  </a:cubicBezTo>
                  <a:cubicBezTo>
                    <a:pt x="2945" y="3094"/>
                    <a:pt x="2529" y="3819"/>
                    <a:pt x="2113" y="4534"/>
                  </a:cubicBezTo>
                  <a:lnTo>
                    <a:pt x="1761" y="5174"/>
                  </a:lnTo>
                  <a:cubicBezTo>
                    <a:pt x="1622" y="5398"/>
                    <a:pt x="1494" y="5633"/>
                    <a:pt x="1345" y="5878"/>
                  </a:cubicBezTo>
                  <a:cubicBezTo>
                    <a:pt x="982" y="6475"/>
                    <a:pt x="609" y="7094"/>
                    <a:pt x="428" y="7734"/>
                  </a:cubicBezTo>
                  <a:cubicBezTo>
                    <a:pt x="246" y="8342"/>
                    <a:pt x="1" y="9185"/>
                    <a:pt x="332" y="9878"/>
                  </a:cubicBezTo>
                  <a:cubicBezTo>
                    <a:pt x="481" y="10188"/>
                    <a:pt x="758" y="10476"/>
                    <a:pt x="1174" y="10774"/>
                  </a:cubicBezTo>
                  <a:cubicBezTo>
                    <a:pt x="1569" y="11052"/>
                    <a:pt x="2028" y="11233"/>
                    <a:pt x="2476" y="11425"/>
                  </a:cubicBezTo>
                  <a:cubicBezTo>
                    <a:pt x="2732" y="11532"/>
                    <a:pt x="2967" y="11628"/>
                    <a:pt x="3212" y="11745"/>
                  </a:cubicBezTo>
                  <a:cubicBezTo>
                    <a:pt x="3575" y="11916"/>
                    <a:pt x="3841" y="12129"/>
                    <a:pt x="4033" y="12385"/>
                  </a:cubicBezTo>
                  <a:cubicBezTo>
                    <a:pt x="4641" y="13142"/>
                    <a:pt x="4865" y="14177"/>
                    <a:pt x="5068" y="15105"/>
                  </a:cubicBezTo>
                  <a:lnTo>
                    <a:pt x="5079" y="15159"/>
                  </a:lnTo>
                  <a:cubicBezTo>
                    <a:pt x="5196" y="15671"/>
                    <a:pt x="5303" y="16247"/>
                    <a:pt x="5388" y="16823"/>
                  </a:cubicBezTo>
                  <a:cubicBezTo>
                    <a:pt x="5495" y="17537"/>
                    <a:pt x="5495" y="18284"/>
                    <a:pt x="5473" y="18999"/>
                  </a:cubicBezTo>
                  <a:lnTo>
                    <a:pt x="5473" y="19607"/>
                  </a:lnTo>
                  <a:cubicBezTo>
                    <a:pt x="5473" y="19735"/>
                    <a:pt x="5495" y="19852"/>
                    <a:pt x="5516" y="19980"/>
                  </a:cubicBezTo>
                  <a:cubicBezTo>
                    <a:pt x="5676" y="20834"/>
                    <a:pt x="6348" y="21602"/>
                    <a:pt x="6946" y="22263"/>
                  </a:cubicBezTo>
                  <a:cubicBezTo>
                    <a:pt x="7116" y="22466"/>
                    <a:pt x="7287" y="22668"/>
                    <a:pt x="7447" y="22850"/>
                  </a:cubicBezTo>
                  <a:cubicBezTo>
                    <a:pt x="7522" y="22946"/>
                    <a:pt x="7586" y="23020"/>
                    <a:pt x="7639" y="23106"/>
                  </a:cubicBezTo>
                  <a:cubicBezTo>
                    <a:pt x="7645" y="23112"/>
                    <a:pt x="7657" y="23121"/>
                    <a:pt x="7668" y="23133"/>
                  </a:cubicBezTo>
                  <a:lnTo>
                    <a:pt x="7668" y="23133"/>
                  </a:lnTo>
                  <a:cubicBezTo>
                    <a:pt x="7661" y="23123"/>
                    <a:pt x="7654" y="23114"/>
                    <a:pt x="7650" y="23106"/>
                  </a:cubicBezTo>
                  <a:cubicBezTo>
                    <a:pt x="7586" y="23020"/>
                    <a:pt x="7532" y="22935"/>
                    <a:pt x="7468" y="22850"/>
                  </a:cubicBezTo>
                  <a:cubicBezTo>
                    <a:pt x="7319" y="22668"/>
                    <a:pt x="7148" y="22466"/>
                    <a:pt x="6956" y="22263"/>
                  </a:cubicBezTo>
                  <a:cubicBezTo>
                    <a:pt x="6359" y="21602"/>
                    <a:pt x="5687" y="20844"/>
                    <a:pt x="5527" y="20002"/>
                  </a:cubicBezTo>
                  <a:cubicBezTo>
                    <a:pt x="5505" y="19863"/>
                    <a:pt x="5495" y="19746"/>
                    <a:pt x="5495" y="19628"/>
                  </a:cubicBezTo>
                  <a:lnTo>
                    <a:pt x="5495" y="19010"/>
                  </a:lnTo>
                  <a:cubicBezTo>
                    <a:pt x="5505" y="18284"/>
                    <a:pt x="5505" y="17559"/>
                    <a:pt x="5399" y="16833"/>
                  </a:cubicBezTo>
                  <a:cubicBezTo>
                    <a:pt x="5313" y="16279"/>
                    <a:pt x="5207" y="15692"/>
                    <a:pt x="5089" y="15169"/>
                  </a:cubicBezTo>
                  <a:lnTo>
                    <a:pt x="5079" y="15116"/>
                  </a:lnTo>
                  <a:cubicBezTo>
                    <a:pt x="4876" y="14198"/>
                    <a:pt x="4652" y="13153"/>
                    <a:pt x="4055" y="12385"/>
                  </a:cubicBezTo>
                  <a:cubicBezTo>
                    <a:pt x="3841" y="12118"/>
                    <a:pt x="3585" y="11916"/>
                    <a:pt x="3212" y="11734"/>
                  </a:cubicBezTo>
                  <a:cubicBezTo>
                    <a:pt x="2967" y="11606"/>
                    <a:pt x="2721" y="11521"/>
                    <a:pt x="2476" y="11414"/>
                  </a:cubicBezTo>
                  <a:cubicBezTo>
                    <a:pt x="2028" y="11222"/>
                    <a:pt x="1558" y="11041"/>
                    <a:pt x="1174" y="10753"/>
                  </a:cubicBezTo>
                  <a:cubicBezTo>
                    <a:pt x="758" y="10465"/>
                    <a:pt x="492" y="10188"/>
                    <a:pt x="342" y="9878"/>
                  </a:cubicBezTo>
                  <a:cubicBezTo>
                    <a:pt x="22" y="9195"/>
                    <a:pt x="278" y="8353"/>
                    <a:pt x="449" y="7745"/>
                  </a:cubicBezTo>
                  <a:cubicBezTo>
                    <a:pt x="641" y="7105"/>
                    <a:pt x="1014" y="6486"/>
                    <a:pt x="1366" y="5889"/>
                  </a:cubicBezTo>
                  <a:cubicBezTo>
                    <a:pt x="1505" y="5665"/>
                    <a:pt x="1654" y="5419"/>
                    <a:pt x="1782" y="5184"/>
                  </a:cubicBezTo>
                  <a:lnTo>
                    <a:pt x="2145" y="4544"/>
                  </a:lnTo>
                  <a:cubicBezTo>
                    <a:pt x="2561" y="3819"/>
                    <a:pt x="2967" y="3104"/>
                    <a:pt x="3212" y="2326"/>
                  </a:cubicBezTo>
                  <a:cubicBezTo>
                    <a:pt x="3479" y="1494"/>
                    <a:pt x="3276" y="715"/>
                    <a:pt x="3052" y="0"/>
                  </a:cubicBezTo>
                  <a:close/>
                  <a:moveTo>
                    <a:pt x="7668" y="23133"/>
                  </a:moveTo>
                  <a:lnTo>
                    <a:pt x="7668" y="23133"/>
                  </a:lnTo>
                  <a:cubicBezTo>
                    <a:pt x="7671" y="23136"/>
                    <a:pt x="7675" y="23140"/>
                    <a:pt x="7678" y="23143"/>
                  </a:cubicBezTo>
                  <a:lnTo>
                    <a:pt x="7678" y="23143"/>
                  </a:lnTo>
                  <a:cubicBezTo>
                    <a:pt x="7675" y="23140"/>
                    <a:pt x="7672" y="23136"/>
                    <a:pt x="7668" y="23133"/>
                  </a:cubicBezTo>
                  <a:close/>
                  <a:moveTo>
                    <a:pt x="7678" y="23143"/>
                  </a:moveTo>
                  <a:lnTo>
                    <a:pt x="7678" y="23143"/>
                  </a:lnTo>
                  <a:cubicBezTo>
                    <a:pt x="7684" y="23151"/>
                    <a:pt x="7689" y="23160"/>
                    <a:pt x="7692" y="23170"/>
                  </a:cubicBezTo>
                  <a:cubicBezTo>
                    <a:pt x="8428" y="24205"/>
                    <a:pt x="7895" y="25069"/>
                    <a:pt x="7276" y="25773"/>
                  </a:cubicBezTo>
                  <a:cubicBezTo>
                    <a:pt x="7095" y="25986"/>
                    <a:pt x="6892" y="26199"/>
                    <a:pt x="6700" y="26402"/>
                  </a:cubicBezTo>
                  <a:cubicBezTo>
                    <a:pt x="5975" y="27181"/>
                    <a:pt x="5207" y="28013"/>
                    <a:pt x="4833" y="29090"/>
                  </a:cubicBezTo>
                  <a:cubicBezTo>
                    <a:pt x="4592" y="29802"/>
                    <a:pt x="4643" y="30442"/>
                    <a:pt x="4835" y="31036"/>
                  </a:cubicBezTo>
                  <a:lnTo>
                    <a:pt x="4835" y="31036"/>
                  </a:lnTo>
                  <a:cubicBezTo>
                    <a:pt x="4654" y="30454"/>
                    <a:pt x="4612" y="29826"/>
                    <a:pt x="4855" y="29133"/>
                  </a:cubicBezTo>
                  <a:cubicBezTo>
                    <a:pt x="5239" y="28045"/>
                    <a:pt x="5985" y="27223"/>
                    <a:pt x="6722" y="26434"/>
                  </a:cubicBezTo>
                  <a:cubicBezTo>
                    <a:pt x="6903" y="26231"/>
                    <a:pt x="7106" y="26018"/>
                    <a:pt x="7287" y="25805"/>
                  </a:cubicBezTo>
                  <a:cubicBezTo>
                    <a:pt x="7703" y="25346"/>
                    <a:pt x="7927" y="24941"/>
                    <a:pt x="8023" y="24557"/>
                  </a:cubicBezTo>
                  <a:cubicBezTo>
                    <a:pt x="8130" y="24077"/>
                    <a:pt x="8023" y="23639"/>
                    <a:pt x="7703" y="23170"/>
                  </a:cubicBezTo>
                  <a:cubicBezTo>
                    <a:pt x="7698" y="23165"/>
                    <a:pt x="7688" y="23155"/>
                    <a:pt x="7678" y="23143"/>
                  </a:cubicBezTo>
                  <a:close/>
                  <a:moveTo>
                    <a:pt x="4835" y="31036"/>
                  </a:moveTo>
                  <a:cubicBezTo>
                    <a:pt x="4989" y="31529"/>
                    <a:pt x="5241" y="31989"/>
                    <a:pt x="5505" y="32429"/>
                  </a:cubicBezTo>
                  <a:lnTo>
                    <a:pt x="5559" y="32504"/>
                  </a:lnTo>
                  <a:cubicBezTo>
                    <a:pt x="5635" y="32630"/>
                    <a:pt x="5710" y="32755"/>
                    <a:pt x="5783" y="32879"/>
                  </a:cubicBezTo>
                  <a:lnTo>
                    <a:pt x="5783" y="32879"/>
                  </a:lnTo>
                  <a:cubicBezTo>
                    <a:pt x="5710" y="32752"/>
                    <a:pt x="5635" y="32624"/>
                    <a:pt x="5559" y="32493"/>
                  </a:cubicBezTo>
                  <a:lnTo>
                    <a:pt x="5505" y="32408"/>
                  </a:lnTo>
                  <a:cubicBezTo>
                    <a:pt x="5242" y="31972"/>
                    <a:pt x="4992" y="31519"/>
                    <a:pt x="4835" y="31036"/>
                  </a:cubicBezTo>
                  <a:close/>
                  <a:moveTo>
                    <a:pt x="5783" y="32879"/>
                  </a:moveTo>
                  <a:cubicBezTo>
                    <a:pt x="6344" y="33853"/>
                    <a:pt x="6780" y="34751"/>
                    <a:pt x="6572" y="35949"/>
                  </a:cubicBezTo>
                  <a:lnTo>
                    <a:pt x="6562" y="35981"/>
                  </a:lnTo>
                  <a:cubicBezTo>
                    <a:pt x="6540" y="36077"/>
                    <a:pt x="6530" y="36173"/>
                    <a:pt x="6508" y="36269"/>
                  </a:cubicBezTo>
                  <a:lnTo>
                    <a:pt x="6433" y="36536"/>
                  </a:lnTo>
                  <a:cubicBezTo>
                    <a:pt x="6241" y="37422"/>
                    <a:pt x="6007" y="38360"/>
                    <a:pt x="5879" y="39278"/>
                  </a:cubicBezTo>
                  <a:lnTo>
                    <a:pt x="5900" y="39278"/>
                  </a:lnTo>
                  <a:cubicBezTo>
                    <a:pt x="6049" y="38360"/>
                    <a:pt x="6263" y="37443"/>
                    <a:pt x="6433" y="36568"/>
                  </a:cubicBezTo>
                  <a:lnTo>
                    <a:pt x="6508" y="36301"/>
                  </a:lnTo>
                  <a:cubicBezTo>
                    <a:pt x="6519" y="36195"/>
                    <a:pt x="6540" y="36109"/>
                    <a:pt x="6562" y="36013"/>
                  </a:cubicBezTo>
                  <a:lnTo>
                    <a:pt x="6572" y="35971"/>
                  </a:lnTo>
                  <a:cubicBezTo>
                    <a:pt x="6800" y="34768"/>
                    <a:pt x="6362" y="33859"/>
                    <a:pt x="5783" y="3287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8"/>
            <p:cNvSpPr/>
            <p:nvPr/>
          </p:nvSpPr>
          <p:spPr>
            <a:xfrm>
              <a:off x="4713905" y="1141234"/>
              <a:ext cx="699993" cy="3305044"/>
            </a:xfrm>
            <a:custGeom>
              <a:rect b="b" l="l" r="r" t="t"/>
              <a:pathLst>
                <a:path extrusionOk="0" h="39236" w="8310">
                  <a:moveTo>
                    <a:pt x="2934" y="0"/>
                  </a:moveTo>
                  <a:lnTo>
                    <a:pt x="2912" y="22"/>
                  </a:lnTo>
                  <a:cubicBezTo>
                    <a:pt x="3104" y="790"/>
                    <a:pt x="3296" y="1515"/>
                    <a:pt x="3051" y="2337"/>
                  </a:cubicBezTo>
                  <a:cubicBezTo>
                    <a:pt x="2838" y="3083"/>
                    <a:pt x="2443" y="3809"/>
                    <a:pt x="2059" y="4502"/>
                  </a:cubicBezTo>
                  <a:cubicBezTo>
                    <a:pt x="1920" y="4726"/>
                    <a:pt x="1803" y="4950"/>
                    <a:pt x="1685" y="5174"/>
                  </a:cubicBezTo>
                  <a:cubicBezTo>
                    <a:pt x="1547" y="5430"/>
                    <a:pt x="1397" y="5686"/>
                    <a:pt x="1259" y="5942"/>
                  </a:cubicBezTo>
                  <a:cubicBezTo>
                    <a:pt x="907" y="6529"/>
                    <a:pt x="544" y="7137"/>
                    <a:pt x="384" y="7766"/>
                  </a:cubicBezTo>
                  <a:lnTo>
                    <a:pt x="384" y="7777"/>
                  </a:lnTo>
                  <a:cubicBezTo>
                    <a:pt x="224" y="8406"/>
                    <a:pt x="0" y="9260"/>
                    <a:pt x="416" y="9868"/>
                  </a:cubicBezTo>
                  <a:cubicBezTo>
                    <a:pt x="619" y="10177"/>
                    <a:pt x="917" y="10455"/>
                    <a:pt x="1333" y="10721"/>
                  </a:cubicBezTo>
                  <a:cubicBezTo>
                    <a:pt x="1653" y="10935"/>
                    <a:pt x="2006" y="11084"/>
                    <a:pt x="2347" y="11244"/>
                  </a:cubicBezTo>
                  <a:cubicBezTo>
                    <a:pt x="2667" y="11393"/>
                    <a:pt x="2998" y="11543"/>
                    <a:pt x="3296" y="11724"/>
                  </a:cubicBezTo>
                  <a:cubicBezTo>
                    <a:pt x="3574" y="11895"/>
                    <a:pt x="3830" y="12161"/>
                    <a:pt x="4032" y="12481"/>
                  </a:cubicBezTo>
                  <a:cubicBezTo>
                    <a:pt x="4534" y="13313"/>
                    <a:pt x="4758" y="14295"/>
                    <a:pt x="4971" y="15244"/>
                  </a:cubicBezTo>
                  <a:lnTo>
                    <a:pt x="4992" y="15298"/>
                  </a:lnTo>
                  <a:cubicBezTo>
                    <a:pt x="5067" y="15671"/>
                    <a:pt x="5152" y="16055"/>
                    <a:pt x="5216" y="16428"/>
                  </a:cubicBezTo>
                  <a:cubicBezTo>
                    <a:pt x="5259" y="16578"/>
                    <a:pt x="5280" y="16738"/>
                    <a:pt x="5312" y="16887"/>
                  </a:cubicBezTo>
                  <a:cubicBezTo>
                    <a:pt x="5472" y="17698"/>
                    <a:pt x="5472" y="18455"/>
                    <a:pt x="5472" y="19255"/>
                  </a:cubicBezTo>
                  <a:lnTo>
                    <a:pt x="5472" y="19597"/>
                  </a:lnTo>
                  <a:cubicBezTo>
                    <a:pt x="5472" y="19714"/>
                    <a:pt x="5483" y="19831"/>
                    <a:pt x="5504" y="19970"/>
                  </a:cubicBezTo>
                  <a:cubicBezTo>
                    <a:pt x="5664" y="20781"/>
                    <a:pt x="6251" y="21463"/>
                    <a:pt x="6817" y="22125"/>
                  </a:cubicBezTo>
                  <a:cubicBezTo>
                    <a:pt x="7030" y="22370"/>
                    <a:pt x="7233" y="22605"/>
                    <a:pt x="7403" y="22850"/>
                  </a:cubicBezTo>
                  <a:cubicBezTo>
                    <a:pt x="7467" y="22914"/>
                    <a:pt x="7510" y="22989"/>
                    <a:pt x="7563" y="23074"/>
                  </a:cubicBezTo>
                  <a:cubicBezTo>
                    <a:pt x="7574" y="23117"/>
                    <a:pt x="7606" y="23138"/>
                    <a:pt x="7617" y="23170"/>
                  </a:cubicBezTo>
                  <a:cubicBezTo>
                    <a:pt x="8257" y="24141"/>
                    <a:pt x="7766" y="24898"/>
                    <a:pt x="7094" y="25730"/>
                  </a:cubicBezTo>
                  <a:cubicBezTo>
                    <a:pt x="6870" y="26008"/>
                    <a:pt x="6614" y="26285"/>
                    <a:pt x="6379" y="26552"/>
                  </a:cubicBezTo>
                  <a:cubicBezTo>
                    <a:pt x="5696" y="27298"/>
                    <a:pt x="4992" y="28077"/>
                    <a:pt x="4672" y="29080"/>
                  </a:cubicBezTo>
                  <a:cubicBezTo>
                    <a:pt x="4256" y="30317"/>
                    <a:pt x="4790" y="31331"/>
                    <a:pt x="5430" y="32344"/>
                  </a:cubicBezTo>
                  <a:cubicBezTo>
                    <a:pt x="6134" y="33464"/>
                    <a:pt x="6646" y="34435"/>
                    <a:pt x="6369" y="35875"/>
                  </a:cubicBezTo>
                  <a:lnTo>
                    <a:pt x="6347" y="35928"/>
                  </a:lnTo>
                  <a:cubicBezTo>
                    <a:pt x="6337" y="36024"/>
                    <a:pt x="6326" y="36110"/>
                    <a:pt x="6294" y="36206"/>
                  </a:cubicBezTo>
                  <a:cubicBezTo>
                    <a:pt x="6027" y="37326"/>
                    <a:pt x="5814" y="38254"/>
                    <a:pt x="5696" y="39235"/>
                  </a:cubicBezTo>
                  <a:lnTo>
                    <a:pt x="5728" y="39235"/>
                  </a:lnTo>
                  <a:cubicBezTo>
                    <a:pt x="5846" y="38254"/>
                    <a:pt x="6059" y="37315"/>
                    <a:pt x="6369" y="36248"/>
                  </a:cubicBezTo>
                  <a:cubicBezTo>
                    <a:pt x="6379" y="36152"/>
                    <a:pt x="6401" y="36056"/>
                    <a:pt x="6411" y="35971"/>
                  </a:cubicBezTo>
                  <a:lnTo>
                    <a:pt x="6433" y="35918"/>
                  </a:lnTo>
                  <a:cubicBezTo>
                    <a:pt x="6710" y="34456"/>
                    <a:pt x="6187" y="33486"/>
                    <a:pt x="5483" y="32355"/>
                  </a:cubicBezTo>
                  <a:cubicBezTo>
                    <a:pt x="4854" y="31341"/>
                    <a:pt x="4320" y="30339"/>
                    <a:pt x="4726" y="29101"/>
                  </a:cubicBezTo>
                  <a:cubicBezTo>
                    <a:pt x="5046" y="28099"/>
                    <a:pt x="5739" y="27341"/>
                    <a:pt x="6411" y="26594"/>
                  </a:cubicBezTo>
                  <a:cubicBezTo>
                    <a:pt x="6657" y="26328"/>
                    <a:pt x="6913" y="26050"/>
                    <a:pt x="7137" y="25762"/>
                  </a:cubicBezTo>
                  <a:cubicBezTo>
                    <a:pt x="7798" y="24941"/>
                    <a:pt x="8310" y="24162"/>
                    <a:pt x="7659" y="23181"/>
                  </a:cubicBezTo>
                  <a:cubicBezTo>
                    <a:pt x="7638" y="23149"/>
                    <a:pt x="7617" y="23117"/>
                    <a:pt x="7606" y="23085"/>
                  </a:cubicBezTo>
                  <a:cubicBezTo>
                    <a:pt x="7553" y="23021"/>
                    <a:pt x="7499" y="22935"/>
                    <a:pt x="7446" y="22861"/>
                  </a:cubicBezTo>
                  <a:cubicBezTo>
                    <a:pt x="7265" y="22615"/>
                    <a:pt x="7073" y="22391"/>
                    <a:pt x="6859" y="22135"/>
                  </a:cubicBezTo>
                  <a:cubicBezTo>
                    <a:pt x="6294" y="21485"/>
                    <a:pt x="5707" y="20802"/>
                    <a:pt x="5547" y="19991"/>
                  </a:cubicBezTo>
                  <a:cubicBezTo>
                    <a:pt x="5526" y="19863"/>
                    <a:pt x="5515" y="19735"/>
                    <a:pt x="5515" y="19618"/>
                  </a:cubicBezTo>
                  <a:lnTo>
                    <a:pt x="5515" y="19287"/>
                  </a:lnTo>
                  <a:cubicBezTo>
                    <a:pt x="5515" y="18476"/>
                    <a:pt x="5515" y="17708"/>
                    <a:pt x="5344" y="16898"/>
                  </a:cubicBezTo>
                  <a:cubicBezTo>
                    <a:pt x="5312" y="16748"/>
                    <a:pt x="5280" y="16588"/>
                    <a:pt x="5259" y="16450"/>
                  </a:cubicBezTo>
                  <a:cubicBezTo>
                    <a:pt x="5184" y="16076"/>
                    <a:pt x="5110" y="15682"/>
                    <a:pt x="5024" y="15308"/>
                  </a:cubicBezTo>
                  <a:lnTo>
                    <a:pt x="5014" y="15255"/>
                  </a:lnTo>
                  <a:cubicBezTo>
                    <a:pt x="4790" y="14305"/>
                    <a:pt x="4566" y="13313"/>
                    <a:pt x="4054" y="12481"/>
                  </a:cubicBezTo>
                  <a:cubicBezTo>
                    <a:pt x="3851" y="12151"/>
                    <a:pt x="3584" y="11884"/>
                    <a:pt x="3307" y="11713"/>
                  </a:cubicBezTo>
                  <a:cubicBezTo>
                    <a:pt x="3019" y="11521"/>
                    <a:pt x="2678" y="11383"/>
                    <a:pt x="2358" y="11233"/>
                  </a:cubicBezTo>
                  <a:cubicBezTo>
                    <a:pt x="2027" y="11073"/>
                    <a:pt x="1664" y="10913"/>
                    <a:pt x="1365" y="10711"/>
                  </a:cubicBezTo>
                  <a:cubicBezTo>
                    <a:pt x="949" y="10433"/>
                    <a:pt x="640" y="10156"/>
                    <a:pt x="437" y="9857"/>
                  </a:cubicBezTo>
                  <a:cubicBezTo>
                    <a:pt x="32" y="9249"/>
                    <a:pt x="256" y="8406"/>
                    <a:pt x="416" y="7788"/>
                  </a:cubicBezTo>
                  <a:lnTo>
                    <a:pt x="416" y="7777"/>
                  </a:lnTo>
                  <a:cubicBezTo>
                    <a:pt x="576" y="7148"/>
                    <a:pt x="939" y="6540"/>
                    <a:pt x="1280" y="5953"/>
                  </a:cubicBezTo>
                  <a:cubicBezTo>
                    <a:pt x="1429" y="5697"/>
                    <a:pt x="1579" y="5441"/>
                    <a:pt x="1707" y="5195"/>
                  </a:cubicBezTo>
                  <a:cubicBezTo>
                    <a:pt x="1824" y="4961"/>
                    <a:pt x="1963" y="4737"/>
                    <a:pt x="2080" y="4513"/>
                  </a:cubicBezTo>
                  <a:cubicBezTo>
                    <a:pt x="2464" y="3809"/>
                    <a:pt x="2870" y="3083"/>
                    <a:pt x="3083" y="2337"/>
                  </a:cubicBezTo>
                  <a:cubicBezTo>
                    <a:pt x="3339" y="1494"/>
                    <a:pt x="3136" y="779"/>
                    <a:pt x="2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8"/>
            <p:cNvSpPr/>
            <p:nvPr/>
          </p:nvSpPr>
          <p:spPr>
            <a:xfrm>
              <a:off x="4749790" y="1143003"/>
              <a:ext cx="682135" cy="3297884"/>
            </a:xfrm>
            <a:custGeom>
              <a:rect b="b" l="l" r="r" t="t"/>
              <a:pathLst>
                <a:path extrusionOk="0" h="39151" w="8098">
                  <a:moveTo>
                    <a:pt x="2657" y="1"/>
                  </a:moveTo>
                  <a:lnTo>
                    <a:pt x="2700" y="203"/>
                  </a:lnTo>
                  <a:cubicBezTo>
                    <a:pt x="2860" y="897"/>
                    <a:pt x="3009" y="1558"/>
                    <a:pt x="2806" y="2305"/>
                  </a:cubicBezTo>
                  <a:cubicBezTo>
                    <a:pt x="2550" y="3265"/>
                    <a:pt x="2049" y="4161"/>
                    <a:pt x="1569" y="5025"/>
                  </a:cubicBezTo>
                  <a:lnTo>
                    <a:pt x="1516" y="5132"/>
                  </a:lnTo>
                  <a:cubicBezTo>
                    <a:pt x="1420" y="5292"/>
                    <a:pt x="1323" y="5463"/>
                    <a:pt x="1227" y="5623"/>
                  </a:cubicBezTo>
                  <a:cubicBezTo>
                    <a:pt x="843" y="6305"/>
                    <a:pt x="427" y="6999"/>
                    <a:pt x="267" y="7724"/>
                  </a:cubicBezTo>
                  <a:cubicBezTo>
                    <a:pt x="97" y="8481"/>
                    <a:pt x="1" y="9079"/>
                    <a:pt x="449" y="9772"/>
                  </a:cubicBezTo>
                  <a:cubicBezTo>
                    <a:pt x="641" y="10092"/>
                    <a:pt x="1046" y="10359"/>
                    <a:pt x="1430" y="10615"/>
                  </a:cubicBezTo>
                  <a:cubicBezTo>
                    <a:pt x="1676" y="10775"/>
                    <a:pt x="1921" y="10903"/>
                    <a:pt x="2177" y="11031"/>
                  </a:cubicBezTo>
                  <a:cubicBezTo>
                    <a:pt x="2550" y="11212"/>
                    <a:pt x="2934" y="11415"/>
                    <a:pt x="3254" y="11682"/>
                  </a:cubicBezTo>
                  <a:cubicBezTo>
                    <a:pt x="3489" y="11863"/>
                    <a:pt x="3702" y="12162"/>
                    <a:pt x="3894" y="12546"/>
                  </a:cubicBezTo>
                  <a:cubicBezTo>
                    <a:pt x="4321" y="13388"/>
                    <a:pt x="4566" y="14349"/>
                    <a:pt x="4790" y="15266"/>
                  </a:cubicBezTo>
                  <a:lnTo>
                    <a:pt x="4801" y="15351"/>
                  </a:lnTo>
                  <a:cubicBezTo>
                    <a:pt x="4876" y="15618"/>
                    <a:pt x="4929" y="15863"/>
                    <a:pt x="4982" y="16119"/>
                  </a:cubicBezTo>
                  <a:cubicBezTo>
                    <a:pt x="5046" y="16386"/>
                    <a:pt x="5100" y="16653"/>
                    <a:pt x="5153" y="16855"/>
                  </a:cubicBezTo>
                  <a:cubicBezTo>
                    <a:pt x="5388" y="17666"/>
                    <a:pt x="5388" y="18477"/>
                    <a:pt x="5388" y="19352"/>
                  </a:cubicBezTo>
                  <a:lnTo>
                    <a:pt x="5388" y="19533"/>
                  </a:lnTo>
                  <a:cubicBezTo>
                    <a:pt x="5388" y="19650"/>
                    <a:pt x="5409" y="19789"/>
                    <a:pt x="5430" y="19917"/>
                  </a:cubicBezTo>
                  <a:cubicBezTo>
                    <a:pt x="5590" y="20706"/>
                    <a:pt x="6124" y="21357"/>
                    <a:pt x="6647" y="21997"/>
                  </a:cubicBezTo>
                  <a:cubicBezTo>
                    <a:pt x="6871" y="22285"/>
                    <a:pt x="7084" y="22530"/>
                    <a:pt x="7276" y="22818"/>
                  </a:cubicBezTo>
                  <a:cubicBezTo>
                    <a:pt x="7329" y="22882"/>
                    <a:pt x="7361" y="22957"/>
                    <a:pt x="7404" y="23032"/>
                  </a:cubicBezTo>
                  <a:cubicBezTo>
                    <a:pt x="7436" y="23064"/>
                    <a:pt x="7447" y="23096"/>
                    <a:pt x="7468" y="23138"/>
                  </a:cubicBezTo>
                  <a:cubicBezTo>
                    <a:pt x="8076" y="24131"/>
                    <a:pt x="7404" y="24973"/>
                    <a:pt x="6860" y="25656"/>
                  </a:cubicBezTo>
                  <a:cubicBezTo>
                    <a:pt x="6636" y="25933"/>
                    <a:pt x="6380" y="26232"/>
                    <a:pt x="6135" y="26499"/>
                  </a:cubicBezTo>
                  <a:cubicBezTo>
                    <a:pt x="5462" y="27245"/>
                    <a:pt x="4748" y="28024"/>
                    <a:pt x="4449" y="29016"/>
                  </a:cubicBezTo>
                  <a:cubicBezTo>
                    <a:pt x="4054" y="30232"/>
                    <a:pt x="4609" y="31192"/>
                    <a:pt x="5281" y="32238"/>
                  </a:cubicBezTo>
                  <a:cubicBezTo>
                    <a:pt x="6017" y="33358"/>
                    <a:pt x="6423" y="34350"/>
                    <a:pt x="6113" y="35779"/>
                  </a:cubicBezTo>
                  <a:lnTo>
                    <a:pt x="6103" y="35833"/>
                  </a:lnTo>
                  <a:cubicBezTo>
                    <a:pt x="6071" y="35918"/>
                    <a:pt x="6060" y="36014"/>
                    <a:pt x="6028" y="36110"/>
                  </a:cubicBezTo>
                  <a:cubicBezTo>
                    <a:pt x="5793" y="37070"/>
                    <a:pt x="5548" y="38094"/>
                    <a:pt x="5441" y="39150"/>
                  </a:cubicBezTo>
                  <a:lnTo>
                    <a:pt x="5473" y="39150"/>
                  </a:lnTo>
                  <a:cubicBezTo>
                    <a:pt x="5580" y="38094"/>
                    <a:pt x="5815" y="37070"/>
                    <a:pt x="6071" y="36153"/>
                  </a:cubicBezTo>
                  <a:cubicBezTo>
                    <a:pt x="6092" y="36057"/>
                    <a:pt x="6124" y="35961"/>
                    <a:pt x="6135" y="35865"/>
                  </a:cubicBezTo>
                  <a:lnTo>
                    <a:pt x="6145" y="35811"/>
                  </a:lnTo>
                  <a:cubicBezTo>
                    <a:pt x="6444" y="34371"/>
                    <a:pt x="6060" y="33390"/>
                    <a:pt x="5313" y="32259"/>
                  </a:cubicBezTo>
                  <a:cubicBezTo>
                    <a:pt x="4630" y="31214"/>
                    <a:pt x="4097" y="30254"/>
                    <a:pt x="4470" y="29059"/>
                  </a:cubicBezTo>
                  <a:cubicBezTo>
                    <a:pt x="4780" y="28067"/>
                    <a:pt x="5473" y="27299"/>
                    <a:pt x="6156" y="26531"/>
                  </a:cubicBezTo>
                  <a:cubicBezTo>
                    <a:pt x="6391" y="26253"/>
                    <a:pt x="6647" y="25976"/>
                    <a:pt x="6871" y="25699"/>
                  </a:cubicBezTo>
                  <a:cubicBezTo>
                    <a:pt x="7415" y="25016"/>
                    <a:pt x="8097" y="24163"/>
                    <a:pt x="7500" y="23149"/>
                  </a:cubicBezTo>
                  <a:cubicBezTo>
                    <a:pt x="7468" y="23106"/>
                    <a:pt x="7457" y="23085"/>
                    <a:pt x="7436" y="23042"/>
                  </a:cubicBezTo>
                  <a:cubicBezTo>
                    <a:pt x="7393" y="22978"/>
                    <a:pt x="7351" y="22893"/>
                    <a:pt x="7297" y="22829"/>
                  </a:cubicBezTo>
                  <a:cubicBezTo>
                    <a:pt x="7105" y="22552"/>
                    <a:pt x="6903" y="22285"/>
                    <a:pt x="6668" y="21997"/>
                  </a:cubicBezTo>
                  <a:cubicBezTo>
                    <a:pt x="6156" y="21357"/>
                    <a:pt x="5622" y="20706"/>
                    <a:pt x="5473" y="19938"/>
                  </a:cubicBezTo>
                  <a:cubicBezTo>
                    <a:pt x="5441" y="19800"/>
                    <a:pt x="5430" y="19672"/>
                    <a:pt x="5430" y="19544"/>
                  </a:cubicBezTo>
                  <a:lnTo>
                    <a:pt x="5430" y="19362"/>
                  </a:lnTo>
                  <a:cubicBezTo>
                    <a:pt x="5430" y="18498"/>
                    <a:pt x="5430" y="17677"/>
                    <a:pt x="5196" y="16855"/>
                  </a:cubicBezTo>
                  <a:cubicBezTo>
                    <a:pt x="5121" y="16653"/>
                    <a:pt x="5068" y="16397"/>
                    <a:pt x="5014" y="16119"/>
                  </a:cubicBezTo>
                  <a:cubicBezTo>
                    <a:pt x="4961" y="15863"/>
                    <a:pt x="4908" y="15618"/>
                    <a:pt x="4844" y="15351"/>
                  </a:cubicBezTo>
                  <a:lnTo>
                    <a:pt x="4833" y="15266"/>
                  </a:lnTo>
                  <a:cubicBezTo>
                    <a:pt x="4588" y="14338"/>
                    <a:pt x="4364" y="13388"/>
                    <a:pt x="3926" y="12535"/>
                  </a:cubicBezTo>
                  <a:cubicBezTo>
                    <a:pt x="3724" y="12151"/>
                    <a:pt x="3500" y="11842"/>
                    <a:pt x="3276" y="11650"/>
                  </a:cubicBezTo>
                  <a:cubicBezTo>
                    <a:pt x="2956" y="11383"/>
                    <a:pt x="2550" y="11191"/>
                    <a:pt x="2177" y="10999"/>
                  </a:cubicBezTo>
                  <a:cubicBezTo>
                    <a:pt x="1921" y="10882"/>
                    <a:pt x="1676" y="10743"/>
                    <a:pt x="1430" y="10604"/>
                  </a:cubicBezTo>
                  <a:cubicBezTo>
                    <a:pt x="1057" y="10359"/>
                    <a:pt x="662" y="10092"/>
                    <a:pt x="459" y="9772"/>
                  </a:cubicBezTo>
                  <a:cubicBezTo>
                    <a:pt x="22" y="9089"/>
                    <a:pt x="107" y="8492"/>
                    <a:pt x="289" y="7735"/>
                  </a:cubicBezTo>
                  <a:cubicBezTo>
                    <a:pt x="449" y="7009"/>
                    <a:pt x="854" y="6316"/>
                    <a:pt x="1249" y="5644"/>
                  </a:cubicBezTo>
                  <a:cubicBezTo>
                    <a:pt x="1334" y="5484"/>
                    <a:pt x="1430" y="5303"/>
                    <a:pt x="1526" y="5142"/>
                  </a:cubicBezTo>
                  <a:lnTo>
                    <a:pt x="1580" y="5036"/>
                  </a:lnTo>
                  <a:cubicBezTo>
                    <a:pt x="2070" y="4172"/>
                    <a:pt x="2582" y="3276"/>
                    <a:pt x="2828" y="2316"/>
                  </a:cubicBezTo>
                  <a:cubicBezTo>
                    <a:pt x="3030" y="1569"/>
                    <a:pt x="2881" y="908"/>
                    <a:pt x="2721" y="203"/>
                  </a:cubicBezTo>
                  <a:lnTo>
                    <a:pt x="26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8"/>
            <p:cNvSpPr/>
            <p:nvPr/>
          </p:nvSpPr>
          <p:spPr>
            <a:xfrm>
              <a:off x="4789381" y="1140307"/>
              <a:ext cx="654253" cy="3295189"/>
            </a:xfrm>
            <a:custGeom>
              <a:rect b="b" l="l" r="r" t="t"/>
              <a:pathLst>
                <a:path extrusionOk="0" h="39119" w="7767">
                  <a:moveTo>
                    <a:pt x="2400" y="1"/>
                  </a:moveTo>
                  <a:cubicBezTo>
                    <a:pt x="2411" y="139"/>
                    <a:pt x="2443" y="267"/>
                    <a:pt x="2464" y="395"/>
                  </a:cubicBezTo>
                  <a:cubicBezTo>
                    <a:pt x="2592" y="1014"/>
                    <a:pt x="2710" y="1622"/>
                    <a:pt x="2539" y="2316"/>
                  </a:cubicBezTo>
                  <a:cubicBezTo>
                    <a:pt x="2294" y="3276"/>
                    <a:pt x="1803" y="4161"/>
                    <a:pt x="1334" y="5046"/>
                  </a:cubicBezTo>
                  <a:lnTo>
                    <a:pt x="1312" y="5100"/>
                  </a:lnTo>
                  <a:cubicBezTo>
                    <a:pt x="1216" y="5271"/>
                    <a:pt x="1120" y="5441"/>
                    <a:pt x="1014" y="5623"/>
                  </a:cubicBezTo>
                  <a:cubicBezTo>
                    <a:pt x="640" y="6284"/>
                    <a:pt x="245" y="6977"/>
                    <a:pt x="139" y="7660"/>
                  </a:cubicBezTo>
                  <a:cubicBezTo>
                    <a:pt x="0" y="8471"/>
                    <a:pt x="11" y="9047"/>
                    <a:pt x="480" y="9676"/>
                  </a:cubicBezTo>
                  <a:cubicBezTo>
                    <a:pt x="704" y="9996"/>
                    <a:pt x="1110" y="10263"/>
                    <a:pt x="1430" y="10476"/>
                  </a:cubicBezTo>
                  <a:lnTo>
                    <a:pt x="1504" y="10530"/>
                  </a:lnTo>
                  <a:cubicBezTo>
                    <a:pt x="1686" y="10647"/>
                    <a:pt x="1856" y="10743"/>
                    <a:pt x="2027" y="10850"/>
                  </a:cubicBezTo>
                  <a:cubicBezTo>
                    <a:pt x="2443" y="11084"/>
                    <a:pt x="2870" y="11340"/>
                    <a:pt x="3158" y="11703"/>
                  </a:cubicBezTo>
                  <a:cubicBezTo>
                    <a:pt x="3350" y="11927"/>
                    <a:pt x="3552" y="12258"/>
                    <a:pt x="3723" y="12642"/>
                  </a:cubicBezTo>
                  <a:cubicBezTo>
                    <a:pt x="4096" y="13484"/>
                    <a:pt x="4352" y="14391"/>
                    <a:pt x="4587" y="15255"/>
                  </a:cubicBezTo>
                  <a:lnTo>
                    <a:pt x="4630" y="15405"/>
                  </a:lnTo>
                  <a:cubicBezTo>
                    <a:pt x="4672" y="15597"/>
                    <a:pt x="4726" y="15757"/>
                    <a:pt x="4758" y="15927"/>
                  </a:cubicBezTo>
                  <a:cubicBezTo>
                    <a:pt x="4854" y="16258"/>
                    <a:pt x="4939" y="16567"/>
                    <a:pt x="5024" y="16823"/>
                  </a:cubicBezTo>
                  <a:cubicBezTo>
                    <a:pt x="5323" y="17591"/>
                    <a:pt x="5313" y="18381"/>
                    <a:pt x="5291" y="19202"/>
                  </a:cubicBezTo>
                  <a:lnTo>
                    <a:pt x="5291" y="19512"/>
                  </a:lnTo>
                  <a:cubicBezTo>
                    <a:pt x="5291" y="19650"/>
                    <a:pt x="5313" y="19778"/>
                    <a:pt x="5334" y="19917"/>
                  </a:cubicBezTo>
                  <a:cubicBezTo>
                    <a:pt x="5473" y="20664"/>
                    <a:pt x="5963" y="21282"/>
                    <a:pt x="6433" y="21901"/>
                  </a:cubicBezTo>
                  <a:cubicBezTo>
                    <a:pt x="6667" y="22210"/>
                    <a:pt x="6891" y="22509"/>
                    <a:pt x="7083" y="22818"/>
                  </a:cubicBezTo>
                  <a:cubicBezTo>
                    <a:pt x="7126" y="22882"/>
                    <a:pt x="7147" y="22968"/>
                    <a:pt x="7190" y="23032"/>
                  </a:cubicBezTo>
                  <a:cubicBezTo>
                    <a:pt x="7211" y="23074"/>
                    <a:pt x="7233" y="23117"/>
                    <a:pt x="7243" y="23138"/>
                  </a:cubicBezTo>
                  <a:cubicBezTo>
                    <a:pt x="7734" y="24099"/>
                    <a:pt x="7094" y="24899"/>
                    <a:pt x="6539" y="25624"/>
                  </a:cubicBezTo>
                  <a:cubicBezTo>
                    <a:pt x="6326" y="25912"/>
                    <a:pt x="6070" y="26179"/>
                    <a:pt x="5814" y="26477"/>
                  </a:cubicBezTo>
                  <a:cubicBezTo>
                    <a:pt x="5131" y="27235"/>
                    <a:pt x="4438" y="28035"/>
                    <a:pt x="4139" y="29006"/>
                  </a:cubicBezTo>
                  <a:cubicBezTo>
                    <a:pt x="3776" y="30179"/>
                    <a:pt x="4331" y="31139"/>
                    <a:pt x="5046" y="32195"/>
                  </a:cubicBezTo>
                  <a:cubicBezTo>
                    <a:pt x="5878" y="33433"/>
                    <a:pt x="6081" y="34393"/>
                    <a:pt x="5793" y="35726"/>
                  </a:cubicBezTo>
                  <a:lnTo>
                    <a:pt x="5771" y="35790"/>
                  </a:lnTo>
                  <a:cubicBezTo>
                    <a:pt x="5750" y="35886"/>
                    <a:pt x="5739" y="35971"/>
                    <a:pt x="5707" y="36057"/>
                  </a:cubicBezTo>
                  <a:cubicBezTo>
                    <a:pt x="5473" y="36964"/>
                    <a:pt x="5227" y="38020"/>
                    <a:pt x="5152" y="39118"/>
                  </a:cubicBezTo>
                  <a:lnTo>
                    <a:pt x="5174" y="39118"/>
                  </a:lnTo>
                  <a:cubicBezTo>
                    <a:pt x="5238" y="38020"/>
                    <a:pt x="5494" y="36964"/>
                    <a:pt x="5718" y="36057"/>
                  </a:cubicBezTo>
                  <a:cubicBezTo>
                    <a:pt x="5750" y="35971"/>
                    <a:pt x="5771" y="35875"/>
                    <a:pt x="5793" y="35790"/>
                  </a:cubicBezTo>
                  <a:lnTo>
                    <a:pt x="5803" y="35726"/>
                  </a:lnTo>
                  <a:cubicBezTo>
                    <a:pt x="6113" y="34393"/>
                    <a:pt x="5910" y="33433"/>
                    <a:pt x="5056" y="32184"/>
                  </a:cubicBezTo>
                  <a:cubicBezTo>
                    <a:pt x="4352" y="31139"/>
                    <a:pt x="3798" y="30179"/>
                    <a:pt x="4160" y="29006"/>
                  </a:cubicBezTo>
                  <a:cubicBezTo>
                    <a:pt x="4470" y="28035"/>
                    <a:pt x="5163" y="27245"/>
                    <a:pt x="5846" y="26477"/>
                  </a:cubicBezTo>
                  <a:cubicBezTo>
                    <a:pt x="6091" y="26179"/>
                    <a:pt x="6337" y="25901"/>
                    <a:pt x="6561" y="25624"/>
                  </a:cubicBezTo>
                  <a:cubicBezTo>
                    <a:pt x="7126" y="24899"/>
                    <a:pt x="7766" y="24088"/>
                    <a:pt x="7265" y="23117"/>
                  </a:cubicBezTo>
                  <a:cubicBezTo>
                    <a:pt x="7243" y="23085"/>
                    <a:pt x="7233" y="23064"/>
                    <a:pt x="7211" y="23021"/>
                  </a:cubicBezTo>
                  <a:cubicBezTo>
                    <a:pt x="7179" y="22936"/>
                    <a:pt x="7137" y="22872"/>
                    <a:pt x="7094" y="22797"/>
                  </a:cubicBezTo>
                  <a:cubicBezTo>
                    <a:pt x="6913" y="22488"/>
                    <a:pt x="6667" y="22168"/>
                    <a:pt x="6443" y="21869"/>
                  </a:cubicBezTo>
                  <a:cubicBezTo>
                    <a:pt x="5974" y="21261"/>
                    <a:pt x="5494" y="20632"/>
                    <a:pt x="5366" y="19896"/>
                  </a:cubicBezTo>
                  <a:cubicBezTo>
                    <a:pt x="5334" y="19768"/>
                    <a:pt x="5323" y="19629"/>
                    <a:pt x="5323" y="19512"/>
                  </a:cubicBezTo>
                  <a:lnTo>
                    <a:pt x="5323" y="19202"/>
                  </a:lnTo>
                  <a:cubicBezTo>
                    <a:pt x="5323" y="18381"/>
                    <a:pt x="5334" y="17591"/>
                    <a:pt x="5046" y="16823"/>
                  </a:cubicBezTo>
                  <a:cubicBezTo>
                    <a:pt x="4950" y="16578"/>
                    <a:pt x="4864" y="16258"/>
                    <a:pt x="4790" y="15927"/>
                  </a:cubicBezTo>
                  <a:cubicBezTo>
                    <a:pt x="4747" y="15757"/>
                    <a:pt x="4704" y="15575"/>
                    <a:pt x="4651" y="15405"/>
                  </a:cubicBezTo>
                  <a:lnTo>
                    <a:pt x="4619" y="15255"/>
                  </a:lnTo>
                  <a:cubicBezTo>
                    <a:pt x="4374" y="14381"/>
                    <a:pt x="4118" y="13474"/>
                    <a:pt x="3744" y="12642"/>
                  </a:cubicBezTo>
                  <a:cubicBezTo>
                    <a:pt x="3574" y="12258"/>
                    <a:pt x="3371" y="11916"/>
                    <a:pt x="3190" y="11682"/>
                  </a:cubicBezTo>
                  <a:cubicBezTo>
                    <a:pt x="2880" y="11308"/>
                    <a:pt x="2454" y="11063"/>
                    <a:pt x="2038" y="10818"/>
                  </a:cubicBezTo>
                  <a:cubicBezTo>
                    <a:pt x="1878" y="10711"/>
                    <a:pt x="1696" y="10604"/>
                    <a:pt x="1536" y="10498"/>
                  </a:cubicBezTo>
                  <a:lnTo>
                    <a:pt x="1451" y="10444"/>
                  </a:lnTo>
                  <a:cubicBezTo>
                    <a:pt x="1131" y="10231"/>
                    <a:pt x="736" y="9964"/>
                    <a:pt x="512" y="9655"/>
                  </a:cubicBezTo>
                  <a:cubicBezTo>
                    <a:pt x="43" y="9036"/>
                    <a:pt x="32" y="8471"/>
                    <a:pt x="160" y="7660"/>
                  </a:cubicBezTo>
                  <a:cubicBezTo>
                    <a:pt x="277" y="6977"/>
                    <a:pt x="672" y="6295"/>
                    <a:pt x="1046" y="5633"/>
                  </a:cubicBezTo>
                  <a:cubicBezTo>
                    <a:pt x="1152" y="5441"/>
                    <a:pt x="1238" y="5281"/>
                    <a:pt x="1334" y="5110"/>
                  </a:cubicBezTo>
                  <a:lnTo>
                    <a:pt x="1366" y="5057"/>
                  </a:lnTo>
                  <a:cubicBezTo>
                    <a:pt x="1846" y="4193"/>
                    <a:pt x="2326" y="3286"/>
                    <a:pt x="2560" y="2326"/>
                  </a:cubicBezTo>
                  <a:cubicBezTo>
                    <a:pt x="2731" y="1633"/>
                    <a:pt x="2614" y="1036"/>
                    <a:pt x="2496" y="395"/>
                  </a:cubicBezTo>
                  <a:cubicBezTo>
                    <a:pt x="2486" y="257"/>
                    <a:pt x="2454" y="139"/>
                    <a:pt x="24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8"/>
            <p:cNvSpPr/>
            <p:nvPr/>
          </p:nvSpPr>
          <p:spPr>
            <a:xfrm>
              <a:off x="4831583" y="1143929"/>
              <a:ext cx="620980" cy="3285249"/>
            </a:xfrm>
            <a:custGeom>
              <a:rect b="b" l="l" r="r" t="t"/>
              <a:pathLst>
                <a:path extrusionOk="0" h="39001" w="7372">
                  <a:moveTo>
                    <a:pt x="2102" y="0"/>
                  </a:moveTo>
                  <a:cubicBezTo>
                    <a:pt x="2123" y="160"/>
                    <a:pt x="2134" y="310"/>
                    <a:pt x="2166" y="448"/>
                  </a:cubicBezTo>
                  <a:cubicBezTo>
                    <a:pt x="2262" y="1078"/>
                    <a:pt x="2337" y="1665"/>
                    <a:pt x="2219" y="2315"/>
                  </a:cubicBezTo>
                  <a:cubicBezTo>
                    <a:pt x="2059" y="3201"/>
                    <a:pt x="1579" y="4118"/>
                    <a:pt x="1163" y="4918"/>
                  </a:cubicBezTo>
                  <a:lnTo>
                    <a:pt x="1099" y="5067"/>
                  </a:lnTo>
                  <a:cubicBezTo>
                    <a:pt x="1025" y="5195"/>
                    <a:pt x="939" y="5345"/>
                    <a:pt x="865" y="5505"/>
                  </a:cubicBezTo>
                  <a:cubicBezTo>
                    <a:pt x="513" y="6145"/>
                    <a:pt x="118" y="6881"/>
                    <a:pt x="64" y="7564"/>
                  </a:cubicBezTo>
                  <a:cubicBezTo>
                    <a:pt x="0" y="8342"/>
                    <a:pt x="75" y="8918"/>
                    <a:pt x="566" y="9548"/>
                  </a:cubicBezTo>
                  <a:cubicBezTo>
                    <a:pt x="779" y="9825"/>
                    <a:pt x="1110" y="10071"/>
                    <a:pt x="1409" y="10284"/>
                  </a:cubicBezTo>
                  <a:cubicBezTo>
                    <a:pt x="1473" y="10316"/>
                    <a:pt x="1537" y="10369"/>
                    <a:pt x="1590" y="10412"/>
                  </a:cubicBezTo>
                  <a:cubicBezTo>
                    <a:pt x="1675" y="10465"/>
                    <a:pt x="1750" y="10519"/>
                    <a:pt x="1835" y="10583"/>
                  </a:cubicBezTo>
                  <a:cubicBezTo>
                    <a:pt x="2273" y="10892"/>
                    <a:pt x="2753" y="11255"/>
                    <a:pt x="3019" y="11724"/>
                  </a:cubicBezTo>
                  <a:cubicBezTo>
                    <a:pt x="2763" y="11255"/>
                    <a:pt x="2273" y="10892"/>
                    <a:pt x="1835" y="10572"/>
                  </a:cubicBezTo>
                  <a:cubicBezTo>
                    <a:pt x="1750" y="10519"/>
                    <a:pt x="1675" y="10455"/>
                    <a:pt x="1590" y="10401"/>
                  </a:cubicBezTo>
                  <a:cubicBezTo>
                    <a:pt x="1537" y="10359"/>
                    <a:pt x="1473" y="10316"/>
                    <a:pt x="1409" y="10263"/>
                  </a:cubicBezTo>
                  <a:cubicBezTo>
                    <a:pt x="1110" y="10049"/>
                    <a:pt x="779" y="9815"/>
                    <a:pt x="566" y="9537"/>
                  </a:cubicBezTo>
                  <a:cubicBezTo>
                    <a:pt x="75" y="8908"/>
                    <a:pt x="22" y="8332"/>
                    <a:pt x="75" y="7564"/>
                  </a:cubicBezTo>
                  <a:cubicBezTo>
                    <a:pt x="128" y="6881"/>
                    <a:pt x="523" y="6156"/>
                    <a:pt x="875" y="5516"/>
                  </a:cubicBezTo>
                  <a:cubicBezTo>
                    <a:pt x="950" y="5356"/>
                    <a:pt x="1035" y="5217"/>
                    <a:pt x="1110" y="5067"/>
                  </a:cubicBezTo>
                  <a:lnTo>
                    <a:pt x="1185" y="4918"/>
                  </a:lnTo>
                  <a:cubicBezTo>
                    <a:pt x="1611" y="4118"/>
                    <a:pt x="2070" y="3201"/>
                    <a:pt x="2251" y="2315"/>
                  </a:cubicBezTo>
                  <a:cubicBezTo>
                    <a:pt x="2379" y="1665"/>
                    <a:pt x="2283" y="1078"/>
                    <a:pt x="2198" y="448"/>
                  </a:cubicBezTo>
                  <a:cubicBezTo>
                    <a:pt x="2166" y="310"/>
                    <a:pt x="2155" y="150"/>
                    <a:pt x="2123" y="0"/>
                  </a:cubicBezTo>
                  <a:close/>
                  <a:moveTo>
                    <a:pt x="3019" y="11724"/>
                  </a:moveTo>
                  <a:cubicBezTo>
                    <a:pt x="3137" y="11934"/>
                    <a:pt x="3274" y="12190"/>
                    <a:pt x="3405" y="12471"/>
                  </a:cubicBezTo>
                  <a:lnTo>
                    <a:pt x="3405" y="12471"/>
                  </a:lnTo>
                  <a:cubicBezTo>
                    <a:pt x="3278" y="12183"/>
                    <a:pt x="3138" y="11920"/>
                    <a:pt x="3019" y="11724"/>
                  </a:cubicBezTo>
                  <a:close/>
                  <a:moveTo>
                    <a:pt x="3405" y="12471"/>
                  </a:moveTo>
                  <a:cubicBezTo>
                    <a:pt x="3438" y="12544"/>
                    <a:pt x="3469" y="12619"/>
                    <a:pt x="3499" y="12695"/>
                  </a:cubicBezTo>
                  <a:cubicBezTo>
                    <a:pt x="3819" y="13463"/>
                    <a:pt x="4075" y="14295"/>
                    <a:pt x="4321" y="15095"/>
                  </a:cubicBezTo>
                  <a:lnTo>
                    <a:pt x="4406" y="15362"/>
                  </a:lnTo>
                  <a:cubicBezTo>
                    <a:pt x="4566" y="15842"/>
                    <a:pt x="4726" y="16290"/>
                    <a:pt x="4897" y="16684"/>
                  </a:cubicBezTo>
                  <a:cubicBezTo>
                    <a:pt x="5238" y="17442"/>
                    <a:pt x="5206" y="18188"/>
                    <a:pt x="5185" y="18989"/>
                  </a:cubicBezTo>
                  <a:cubicBezTo>
                    <a:pt x="5185" y="19117"/>
                    <a:pt x="5164" y="19266"/>
                    <a:pt x="5164" y="19405"/>
                  </a:cubicBezTo>
                  <a:cubicBezTo>
                    <a:pt x="5153" y="19522"/>
                    <a:pt x="5164" y="19671"/>
                    <a:pt x="5196" y="19799"/>
                  </a:cubicBezTo>
                  <a:cubicBezTo>
                    <a:pt x="5241" y="20073"/>
                    <a:pt x="5335" y="20332"/>
                    <a:pt x="5457" y="20581"/>
                  </a:cubicBezTo>
                  <a:lnTo>
                    <a:pt x="5457" y="20581"/>
                  </a:lnTo>
                  <a:cubicBezTo>
                    <a:pt x="5341" y="20337"/>
                    <a:pt x="5251" y="20082"/>
                    <a:pt x="5206" y="19810"/>
                  </a:cubicBezTo>
                  <a:cubicBezTo>
                    <a:pt x="5196" y="19682"/>
                    <a:pt x="5185" y="19543"/>
                    <a:pt x="5185" y="19415"/>
                  </a:cubicBezTo>
                  <a:cubicBezTo>
                    <a:pt x="5185" y="19266"/>
                    <a:pt x="5196" y="19138"/>
                    <a:pt x="5196" y="18999"/>
                  </a:cubicBezTo>
                  <a:cubicBezTo>
                    <a:pt x="5217" y="18199"/>
                    <a:pt x="5249" y="17442"/>
                    <a:pt x="4918" y="16684"/>
                  </a:cubicBezTo>
                  <a:cubicBezTo>
                    <a:pt x="4737" y="16290"/>
                    <a:pt x="4566" y="15852"/>
                    <a:pt x="4417" y="15372"/>
                  </a:cubicBezTo>
                  <a:lnTo>
                    <a:pt x="4342" y="15106"/>
                  </a:lnTo>
                  <a:cubicBezTo>
                    <a:pt x="4086" y="14316"/>
                    <a:pt x="3830" y="13495"/>
                    <a:pt x="3510" y="12705"/>
                  </a:cubicBezTo>
                  <a:cubicBezTo>
                    <a:pt x="3476" y="12626"/>
                    <a:pt x="3441" y="12547"/>
                    <a:pt x="3405" y="12471"/>
                  </a:cubicBezTo>
                  <a:close/>
                  <a:moveTo>
                    <a:pt x="5457" y="20581"/>
                  </a:moveTo>
                  <a:lnTo>
                    <a:pt x="5457" y="20581"/>
                  </a:lnTo>
                  <a:cubicBezTo>
                    <a:pt x="5647" y="20977"/>
                    <a:pt x="5909" y="21341"/>
                    <a:pt x="6166" y="21698"/>
                  </a:cubicBezTo>
                  <a:cubicBezTo>
                    <a:pt x="5912" y="21339"/>
                    <a:pt x="5650" y="20973"/>
                    <a:pt x="5457" y="20581"/>
                  </a:cubicBezTo>
                  <a:close/>
                  <a:moveTo>
                    <a:pt x="6166" y="21698"/>
                  </a:moveTo>
                  <a:cubicBezTo>
                    <a:pt x="6284" y="21863"/>
                    <a:pt x="6406" y="22031"/>
                    <a:pt x="6522" y="22202"/>
                  </a:cubicBezTo>
                  <a:lnTo>
                    <a:pt x="6522" y="22202"/>
                  </a:lnTo>
                  <a:cubicBezTo>
                    <a:pt x="6409" y="22031"/>
                    <a:pt x="6289" y="21863"/>
                    <a:pt x="6166" y="21698"/>
                  </a:cubicBezTo>
                  <a:close/>
                  <a:moveTo>
                    <a:pt x="6522" y="22202"/>
                  </a:moveTo>
                  <a:cubicBezTo>
                    <a:pt x="6636" y="22373"/>
                    <a:pt x="6742" y="22546"/>
                    <a:pt x="6838" y="22722"/>
                  </a:cubicBezTo>
                  <a:cubicBezTo>
                    <a:pt x="6748" y="22546"/>
                    <a:pt x="6638" y="22373"/>
                    <a:pt x="6522" y="22202"/>
                  </a:cubicBezTo>
                  <a:close/>
                  <a:moveTo>
                    <a:pt x="6924" y="22935"/>
                  </a:moveTo>
                  <a:cubicBezTo>
                    <a:pt x="6934" y="22978"/>
                    <a:pt x="6956" y="23010"/>
                    <a:pt x="6966" y="23042"/>
                  </a:cubicBezTo>
                  <a:cubicBezTo>
                    <a:pt x="7350" y="23960"/>
                    <a:pt x="6796" y="24696"/>
                    <a:pt x="6252" y="25400"/>
                  </a:cubicBezTo>
                  <a:lnTo>
                    <a:pt x="6177" y="25485"/>
                  </a:lnTo>
                  <a:cubicBezTo>
                    <a:pt x="5964" y="25773"/>
                    <a:pt x="5718" y="26072"/>
                    <a:pt x="5462" y="26360"/>
                  </a:cubicBezTo>
                  <a:cubicBezTo>
                    <a:pt x="5183" y="26688"/>
                    <a:pt x="4900" y="27019"/>
                    <a:pt x="4644" y="27363"/>
                  </a:cubicBezTo>
                  <a:lnTo>
                    <a:pt x="4644" y="27363"/>
                  </a:lnTo>
                  <a:cubicBezTo>
                    <a:pt x="4901" y="27024"/>
                    <a:pt x="5184" y="26699"/>
                    <a:pt x="5462" y="26381"/>
                  </a:cubicBezTo>
                  <a:cubicBezTo>
                    <a:pt x="5718" y="26072"/>
                    <a:pt x="5953" y="25794"/>
                    <a:pt x="6177" y="25496"/>
                  </a:cubicBezTo>
                  <a:lnTo>
                    <a:pt x="6252" y="25410"/>
                  </a:lnTo>
                  <a:cubicBezTo>
                    <a:pt x="6796" y="24696"/>
                    <a:pt x="7372" y="23960"/>
                    <a:pt x="6966" y="23031"/>
                  </a:cubicBezTo>
                  <a:cubicBezTo>
                    <a:pt x="6956" y="22999"/>
                    <a:pt x="6945" y="22978"/>
                    <a:pt x="6924" y="22935"/>
                  </a:cubicBezTo>
                  <a:close/>
                  <a:moveTo>
                    <a:pt x="4644" y="27363"/>
                  </a:moveTo>
                  <a:cubicBezTo>
                    <a:pt x="4279" y="27845"/>
                    <a:pt x="3967" y="28357"/>
                    <a:pt x="3798" y="28920"/>
                  </a:cubicBezTo>
                  <a:cubicBezTo>
                    <a:pt x="3973" y="28359"/>
                    <a:pt x="4282" y="27848"/>
                    <a:pt x="4644" y="27363"/>
                  </a:cubicBezTo>
                  <a:close/>
                  <a:moveTo>
                    <a:pt x="3798" y="28920"/>
                  </a:moveTo>
                  <a:lnTo>
                    <a:pt x="3798" y="28920"/>
                  </a:lnTo>
                  <a:cubicBezTo>
                    <a:pt x="3393" y="30179"/>
                    <a:pt x="4097" y="31192"/>
                    <a:pt x="4726" y="32088"/>
                  </a:cubicBezTo>
                  <a:cubicBezTo>
                    <a:pt x="5537" y="33262"/>
                    <a:pt x="5729" y="34222"/>
                    <a:pt x="5409" y="35608"/>
                  </a:cubicBezTo>
                  <a:lnTo>
                    <a:pt x="5398" y="35683"/>
                  </a:lnTo>
                  <a:cubicBezTo>
                    <a:pt x="5366" y="35768"/>
                    <a:pt x="5356" y="35854"/>
                    <a:pt x="5324" y="35939"/>
                  </a:cubicBezTo>
                  <a:cubicBezTo>
                    <a:pt x="5089" y="36899"/>
                    <a:pt x="4844" y="37934"/>
                    <a:pt x="4812" y="39001"/>
                  </a:cubicBezTo>
                  <a:lnTo>
                    <a:pt x="4833" y="39001"/>
                  </a:lnTo>
                  <a:cubicBezTo>
                    <a:pt x="4876" y="37934"/>
                    <a:pt x="5110" y="36899"/>
                    <a:pt x="5345" y="35939"/>
                  </a:cubicBezTo>
                  <a:cubicBezTo>
                    <a:pt x="5366" y="35854"/>
                    <a:pt x="5398" y="35768"/>
                    <a:pt x="5409" y="35683"/>
                  </a:cubicBezTo>
                  <a:lnTo>
                    <a:pt x="5420" y="35608"/>
                  </a:lnTo>
                  <a:cubicBezTo>
                    <a:pt x="5740" y="34200"/>
                    <a:pt x="5558" y="33240"/>
                    <a:pt x="4726" y="32056"/>
                  </a:cubicBezTo>
                  <a:cubicBezTo>
                    <a:pt x="4118" y="31181"/>
                    <a:pt x="3403" y="30157"/>
                    <a:pt x="3798" y="2892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8"/>
            <p:cNvSpPr/>
            <p:nvPr/>
          </p:nvSpPr>
          <p:spPr>
            <a:xfrm>
              <a:off x="4875639" y="1143003"/>
              <a:ext cx="592256" cy="3280785"/>
            </a:xfrm>
            <a:custGeom>
              <a:rect b="b" l="l" r="r" t="t"/>
              <a:pathLst>
                <a:path extrusionOk="0" h="38948" w="7031">
                  <a:moveTo>
                    <a:pt x="1814" y="1"/>
                  </a:moveTo>
                  <a:cubicBezTo>
                    <a:pt x="1835" y="225"/>
                    <a:pt x="1867" y="438"/>
                    <a:pt x="1899" y="641"/>
                  </a:cubicBezTo>
                  <a:cubicBezTo>
                    <a:pt x="1974" y="1196"/>
                    <a:pt x="2059" y="1729"/>
                    <a:pt x="1920" y="2316"/>
                  </a:cubicBezTo>
                  <a:cubicBezTo>
                    <a:pt x="1728" y="3222"/>
                    <a:pt x="1312" y="4150"/>
                    <a:pt x="896" y="5004"/>
                  </a:cubicBezTo>
                  <a:cubicBezTo>
                    <a:pt x="832" y="5121"/>
                    <a:pt x="768" y="5249"/>
                    <a:pt x="694" y="5388"/>
                  </a:cubicBezTo>
                  <a:cubicBezTo>
                    <a:pt x="352" y="6049"/>
                    <a:pt x="0" y="6732"/>
                    <a:pt x="22" y="7415"/>
                  </a:cubicBezTo>
                  <a:cubicBezTo>
                    <a:pt x="32" y="8129"/>
                    <a:pt x="150" y="8748"/>
                    <a:pt x="672" y="9388"/>
                  </a:cubicBezTo>
                  <a:cubicBezTo>
                    <a:pt x="854" y="9623"/>
                    <a:pt x="1120" y="9858"/>
                    <a:pt x="1355" y="10039"/>
                  </a:cubicBezTo>
                  <a:cubicBezTo>
                    <a:pt x="1462" y="10135"/>
                    <a:pt x="1579" y="10231"/>
                    <a:pt x="1675" y="10316"/>
                  </a:cubicBezTo>
                  <a:cubicBezTo>
                    <a:pt x="2123" y="10743"/>
                    <a:pt x="2603" y="11212"/>
                    <a:pt x="2848" y="11788"/>
                  </a:cubicBezTo>
                  <a:cubicBezTo>
                    <a:pt x="2880" y="11884"/>
                    <a:pt x="2934" y="11991"/>
                    <a:pt x="2987" y="12108"/>
                  </a:cubicBezTo>
                  <a:cubicBezTo>
                    <a:pt x="3072" y="12311"/>
                    <a:pt x="3179" y="12546"/>
                    <a:pt x="3275" y="12770"/>
                  </a:cubicBezTo>
                  <a:cubicBezTo>
                    <a:pt x="3488" y="13324"/>
                    <a:pt x="3680" y="13879"/>
                    <a:pt x="3883" y="14423"/>
                  </a:cubicBezTo>
                  <a:cubicBezTo>
                    <a:pt x="3990" y="14733"/>
                    <a:pt x="4107" y="15042"/>
                    <a:pt x="4214" y="15351"/>
                  </a:cubicBezTo>
                  <a:cubicBezTo>
                    <a:pt x="4342" y="15682"/>
                    <a:pt x="4481" y="15949"/>
                    <a:pt x="4619" y="16205"/>
                  </a:cubicBezTo>
                  <a:cubicBezTo>
                    <a:pt x="4694" y="16322"/>
                    <a:pt x="4747" y="16450"/>
                    <a:pt x="4822" y="16578"/>
                  </a:cubicBezTo>
                  <a:cubicBezTo>
                    <a:pt x="5174" y="17325"/>
                    <a:pt x="5121" y="18050"/>
                    <a:pt x="5067" y="18840"/>
                  </a:cubicBezTo>
                  <a:cubicBezTo>
                    <a:pt x="5057" y="19010"/>
                    <a:pt x="5057" y="19170"/>
                    <a:pt x="5046" y="19352"/>
                  </a:cubicBezTo>
                  <a:cubicBezTo>
                    <a:pt x="5046" y="19480"/>
                    <a:pt x="5046" y="19618"/>
                    <a:pt x="5067" y="19757"/>
                  </a:cubicBezTo>
                  <a:cubicBezTo>
                    <a:pt x="5163" y="20429"/>
                    <a:pt x="5547" y="21005"/>
                    <a:pt x="5910" y="21560"/>
                  </a:cubicBezTo>
                  <a:cubicBezTo>
                    <a:pt x="6155" y="21922"/>
                    <a:pt x="6401" y="22296"/>
                    <a:pt x="6561" y="22690"/>
                  </a:cubicBezTo>
                  <a:cubicBezTo>
                    <a:pt x="6603" y="22786"/>
                    <a:pt x="6646" y="22882"/>
                    <a:pt x="6667" y="22989"/>
                  </a:cubicBezTo>
                  <a:cubicBezTo>
                    <a:pt x="6966" y="23896"/>
                    <a:pt x="6433" y="24600"/>
                    <a:pt x="5910" y="25293"/>
                  </a:cubicBezTo>
                  <a:cubicBezTo>
                    <a:pt x="5867" y="25336"/>
                    <a:pt x="5846" y="25379"/>
                    <a:pt x="5814" y="25411"/>
                  </a:cubicBezTo>
                  <a:cubicBezTo>
                    <a:pt x="5601" y="25720"/>
                    <a:pt x="5355" y="26019"/>
                    <a:pt x="5099" y="26317"/>
                  </a:cubicBezTo>
                  <a:cubicBezTo>
                    <a:pt x="4427" y="27117"/>
                    <a:pt x="3755" y="27939"/>
                    <a:pt x="3435" y="28899"/>
                  </a:cubicBezTo>
                  <a:cubicBezTo>
                    <a:pt x="3030" y="30126"/>
                    <a:pt x="3755" y="31139"/>
                    <a:pt x="4395" y="32024"/>
                  </a:cubicBezTo>
                  <a:cubicBezTo>
                    <a:pt x="5206" y="33166"/>
                    <a:pt x="5377" y="34105"/>
                    <a:pt x="5035" y="35534"/>
                  </a:cubicBezTo>
                  <a:cubicBezTo>
                    <a:pt x="5014" y="35566"/>
                    <a:pt x="5014" y="35598"/>
                    <a:pt x="5003" y="35630"/>
                  </a:cubicBezTo>
                  <a:cubicBezTo>
                    <a:pt x="4993" y="35705"/>
                    <a:pt x="4982" y="35790"/>
                    <a:pt x="4950" y="35865"/>
                  </a:cubicBezTo>
                  <a:cubicBezTo>
                    <a:pt x="4694" y="36825"/>
                    <a:pt x="4470" y="37870"/>
                    <a:pt x="4459" y="38948"/>
                  </a:cubicBezTo>
                  <a:lnTo>
                    <a:pt x="4481" y="38948"/>
                  </a:lnTo>
                  <a:cubicBezTo>
                    <a:pt x="4502" y="37870"/>
                    <a:pt x="4726" y="36825"/>
                    <a:pt x="4993" y="35843"/>
                  </a:cubicBezTo>
                  <a:cubicBezTo>
                    <a:pt x="5003" y="35758"/>
                    <a:pt x="5035" y="35683"/>
                    <a:pt x="5046" y="35598"/>
                  </a:cubicBezTo>
                  <a:cubicBezTo>
                    <a:pt x="5057" y="35577"/>
                    <a:pt x="5057" y="35534"/>
                    <a:pt x="5067" y="35513"/>
                  </a:cubicBezTo>
                  <a:cubicBezTo>
                    <a:pt x="5419" y="34083"/>
                    <a:pt x="5249" y="33123"/>
                    <a:pt x="4427" y="31992"/>
                  </a:cubicBezTo>
                  <a:cubicBezTo>
                    <a:pt x="3808" y="31107"/>
                    <a:pt x="3083" y="30094"/>
                    <a:pt x="3488" y="28878"/>
                  </a:cubicBezTo>
                  <a:cubicBezTo>
                    <a:pt x="3787" y="27939"/>
                    <a:pt x="4481" y="27107"/>
                    <a:pt x="5142" y="26317"/>
                  </a:cubicBezTo>
                  <a:cubicBezTo>
                    <a:pt x="5409" y="26019"/>
                    <a:pt x="5643" y="25720"/>
                    <a:pt x="5867" y="25411"/>
                  </a:cubicBezTo>
                  <a:cubicBezTo>
                    <a:pt x="5910" y="25379"/>
                    <a:pt x="5942" y="25336"/>
                    <a:pt x="5963" y="25293"/>
                  </a:cubicBezTo>
                  <a:cubicBezTo>
                    <a:pt x="6486" y="24600"/>
                    <a:pt x="7030" y="23885"/>
                    <a:pt x="6742" y="22957"/>
                  </a:cubicBezTo>
                  <a:cubicBezTo>
                    <a:pt x="6699" y="22850"/>
                    <a:pt x="6667" y="22765"/>
                    <a:pt x="6635" y="22669"/>
                  </a:cubicBezTo>
                  <a:cubicBezTo>
                    <a:pt x="6454" y="22264"/>
                    <a:pt x="6219" y="21880"/>
                    <a:pt x="5974" y="21517"/>
                  </a:cubicBezTo>
                  <a:cubicBezTo>
                    <a:pt x="5601" y="20973"/>
                    <a:pt x="5227" y="20397"/>
                    <a:pt x="5142" y="19736"/>
                  </a:cubicBezTo>
                  <a:cubicBezTo>
                    <a:pt x="5110" y="19586"/>
                    <a:pt x="5110" y="19458"/>
                    <a:pt x="5110" y="19320"/>
                  </a:cubicBezTo>
                  <a:cubicBezTo>
                    <a:pt x="5110" y="19149"/>
                    <a:pt x="5121" y="18978"/>
                    <a:pt x="5142" y="18818"/>
                  </a:cubicBezTo>
                  <a:cubicBezTo>
                    <a:pt x="5195" y="18029"/>
                    <a:pt x="5227" y="17293"/>
                    <a:pt x="4875" y="16535"/>
                  </a:cubicBezTo>
                  <a:cubicBezTo>
                    <a:pt x="4801" y="16418"/>
                    <a:pt x="4737" y="16290"/>
                    <a:pt x="4673" y="16162"/>
                  </a:cubicBezTo>
                  <a:cubicBezTo>
                    <a:pt x="4534" y="15895"/>
                    <a:pt x="4395" y="15629"/>
                    <a:pt x="4267" y="15309"/>
                  </a:cubicBezTo>
                  <a:cubicBezTo>
                    <a:pt x="4160" y="14999"/>
                    <a:pt x="4043" y="14690"/>
                    <a:pt x="3936" y="14391"/>
                  </a:cubicBezTo>
                  <a:cubicBezTo>
                    <a:pt x="3734" y="13836"/>
                    <a:pt x="3542" y="13282"/>
                    <a:pt x="3328" y="12738"/>
                  </a:cubicBezTo>
                  <a:cubicBezTo>
                    <a:pt x="3232" y="12503"/>
                    <a:pt x="3126" y="12268"/>
                    <a:pt x="3030" y="12066"/>
                  </a:cubicBezTo>
                  <a:cubicBezTo>
                    <a:pt x="2976" y="11948"/>
                    <a:pt x="2923" y="11842"/>
                    <a:pt x="2880" y="11746"/>
                  </a:cubicBezTo>
                  <a:cubicBezTo>
                    <a:pt x="2635" y="11170"/>
                    <a:pt x="2166" y="10690"/>
                    <a:pt x="1696" y="10263"/>
                  </a:cubicBezTo>
                  <a:cubicBezTo>
                    <a:pt x="1600" y="10178"/>
                    <a:pt x="1494" y="10082"/>
                    <a:pt x="1376" y="9986"/>
                  </a:cubicBezTo>
                  <a:cubicBezTo>
                    <a:pt x="1152" y="9804"/>
                    <a:pt x="886" y="9591"/>
                    <a:pt x="694" y="9345"/>
                  </a:cubicBezTo>
                  <a:cubicBezTo>
                    <a:pt x="182" y="8705"/>
                    <a:pt x="75" y="8108"/>
                    <a:pt x="54" y="7383"/>
                  </a:cubicBezTo>
                  <a:cubicBezTo>
                    <a:pt x="43" y="6721"/>
                    <a:pt x="395" y="6039"/>
                    <a:pt x="726" y="5377"/>
                  </a:cubicBezTo>
                  <a:cubicBezTo>
                    <a:pt x="800" y="5239"/>
                    <a:pt x="854" y="5121"/>
                    <a:pt x="928" y="4982"/>
                  </a:cubicBezTo>
                  <a:cubicBezTo>
                    <a:pt x="1334" y="4129"/>
                    <a:pt x="1750" y="3212"/>
                    <a:pt x="1952" y="2305"/>
                  </a:cubicBezTo>
                  <a:cubicBezTo>
                    <a:pt x="2080" y="1718"/>
                    <a:pt x="2006" y="1185"/>
                    <a:pt x="1920" y="630"/>
                  </a:cubicBezTo>
                  <a:cubicBezTo>
                    <a:pt x="1899" y="427"/>
                    <a:pt x="1867" y="214"/>
                    <a:pt x="18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8"/>
            <p:cNvSpPr/>
            <p:nvPr/>
          </p:nvSpPr>
          <p:spPr>
            <a:xfrm>
              <a:off x="4910681" y="1142160"/>
              <a:ext cx="546096" cy="3276236"/>
            </a:xfrm>
            <a:custGeom>
              <a:rect b="b" l="l" r="r" t="t"/>
              <a:pathLst>
                <a:path extrusionOk="0" h="38894" w="6483">
                  <a:moveTo>
                    <a:pt x="1547" y="0"/>
                  </a:moveTo>
                  <a:cubicBezTo>
                    <a:pt x="1558" y="245"/>
                    <a:pt x="1600" y="491"/>
                    <a:pt x="1622" y="726"/>
                  </a:cubicBezTo>
                  <a:cubicBezTo>
                    <a:pt x="1707" y="1259"/>
                    <a:pt x="1771" y="1760"/>
                    <a:pt x="1654" y="2304"/>
                  </a:cubicBezTo>
                  <a:cubicBezTo>
                    <a:pt x="1451" y="3211"/>
                    <a:pt x="1067" y="4107"/>
                    <a:pt x="736" y="4886"/>
                  </a:cubicBezTo>
                  <a:cubicBezTo>
                    <a:pt x="694" y="4992"/>
                    <a:pt x="640" y="5120"/>
                    <a:pt x="587" y="5227"/>
                  </a:cubicBezTo>
                  <a:cubicBezTo>
                    <a:pt x="310" y="5867"/>
                    <a:pt x="0" y="6529"/>
                    <a:pt x="54" y="7211"/>
                  </a:cubicBezTo>
                  <a:cubicBezTo>
                    <a:pt x="118" y="8011"/>
                    <a:pt x="395" y="8705"/>
                    <a:pt x="854" y="9195"/>
                  </a:cubicBezTo>
                  <a:cubicBezTo>
                    <a:pt x="1003" y="9355"/>
                    <a:pt x="1142" y="9494"/>
                    <a:pt x="1291" y="9633"/>
                  </a:cubicBezTo>
                  <a:cubicBezTo>
                    <a:pt x="1494" y="9836"/>
                    <a:pt x="1675" y="10028"/>
                    <a:pt x="1824" y="10198"/>
                  </a:cubicBezTo>
                  <a:cubicBezTo>
                    <a:pt x="2240" y="10689"/>
                    <a:pt x="2518" y="11201"/>
                    <a:pt x="2742" y="11788"/>
                  </a:cubicBezTo>
                  <a:cubicBezTo>
                    <a:pt x="2795" y="11926"/>
                    <a:pt x="2870" y="12086"/>
                    <a:pt x="2934" y="12246"/>
                  </a:cubicBezTo>
                  <a:lnTo>
                    <a:pt x="3136" y="12769"/>
                  </a:lnTo>
                  <a:cubicBezTo>
                    <a:pt x="3190" y="12908"/>
                    <a:pt x="3222" y="13036"/>
                    <a:pt x="3275" y="13174"/>
                  </a:cubicBezTo>
                  <a:cubicBezTo>
                    <a:pt x="3542" y="13878"/>
                    <a:pt x="3808" y="14593"/>
                    <a:pt x="4161" y="15223"/>
                  </a:cubicBezTo>
                  <a:cubicBezTo>
                    <a:pt x="4267" y="15425"/>
                    <a:pt x="4385" y="15628"/>
                    <a:pt x="4502" y="15820"/>
                  </a:cubicBezTo>
                  <a:cubicBezTo>
                    <a:pt x="4630" y="16033"/>
                    <a:pt x="4737" y="16225"/>
                    <a:pt x="4843" y="16407"/>
                  </a:cubicBezTo>
                  <a:cubicBezTo>
                    <a:pt x="5227" y="17132"/>
                    <a:pt x="5142" y="17943"/>
                    <a:pt x="5067" y="18732"/>
                  </a:cubicBezTo>
                  <a:cubicBezTo>
                    <a:pt x="5046" y="18892"/>
                    <a:pt x="5025" y="19063"/>
                    <a:pt x="5014" y="19234"/>
                  </a:cubicBezTo>
                  <a:cubicBezTo>
                    <a:pt x="5003" y="19372"/>
                    <a:pt x="5014" y="19511"/>
                    <a:pt x="5025" y="19660"/>
                  </a:cubicBezTo>
                  <a:cubicBezTo>
                    <a:pt x="5110" y="20332"/>
                    <a:pt x="5451" y="20887"/>
                    <a:pt x="5771" y="21452"/>
                  </a:cubicBezTo>
                  <a:cubicBezTo>
                    <a:pt x="5985" y="21826"/>
                    <a:pt x="6209" y="22210"/>
                    <a:pt x="6358" y="22615"/>
                  </a:cubicBezTo>
                  <a:cubicBezTo>
                    <a:pt x="6373" y="22652"/>
                    <a:pt x="6386" y="22685"/>
                    <a:pt x="6398" y="22718"/>
                  </a:cubicBezTo>
                  <a:lnTo>
                    <a:pt x="6398" y="22718"/>
                  </a:lnTo>
                  <a:cubicBezTo>
                    <a:pt x="6387" y="22678"/>
                    <a:pt x="6375" y="22637"/>
                    <a:pt x="6358" y="22594"/>
                  </a:cubicBezTo>
                  <a:cubicBezTo>
                    <a:pt x="6209" y="22188"/>
                    <a:pt x="5985" y="21794"/>
                    <a:pt x="5771" y="21420"/>
                  </a:cubicBezTo>
                  <a:cubicBezTo>
                    <a:pt x="5451" y="20876"/>
                    <a:pt x="5121" y="20300"/>
                    <a:pt x="5046" y="19650"/>
                  </a:cubicBezTo>
                  <a:cubicBezTo>
                    <a:pt x="5025" y="19500"/>
                    <a:pt x="5014" y="19362"/>
                    <a:pt x="5025" y="19223"/>
                  </a:cubicBezTo>
                  <a:cubicBezTo>
                    <a:pt x="5046" y="19063"/>
                    <a:pt x="5067" y="18892"/>
                    <a:pt x="5078" y="18721"/>
                  </a:cubicBezTo>
                  <a:cubicBezTo>
                    <a:pt x="5163" y="17921"/>
                    <a:pt x="5238" y="17100"/>
                    <a:pt x="4843" y="16385"/>
                  </a:cubicBezTo>
                  <a:cubicBezTo>
                    <a:pt x="4747" y="16193"/>
                    <a:pt x="4630" y="16001"/>
                    <a:pt x="4513" y="15799"/>
                  </a:cubicBezTo>
                  <a:cubicBezTo>
                    <a:pt x="4385" y="15596"/>
                    <a:pt x="4267" y="15393"/>
                    <a:pt x="4161" y="15201"/>
                  </a:cubicBezTo>
                  <a:cubicBezTo>
                    <a:pt x="3808" y="14583"/>
                    <a:pt x="3542" y="13846"/>
                    <a:pt x="3275" y="13153"/>
                  </a:cubicBezTo>
                  <a:cubicBezTo>
                    <a:pt x="3232" y="13025"/>
                    <a:pt x="3190" y="12886"/>
                    <a:pt x="3136" y="12758"/>
                  </a:cubicBezTo>
                  <a:cubicBezTo>
                    <a:pt x="3062" y="12566"/>
                    <a:pt x="2998" y="12406"/>
                    <a:pt x="2934" y="12236"/>
                  </a:cubicBezTo>
                  <a:cubicBezTo>
                    <a:pt x="2870" y="12065"/>
                    <a:pt x="2795" y="11916"/>
                    <a:pt x="2742" y="11766"/>
                  </a:cubicBezTo>
                  <a:cubicBezTo>
                    <a:pt x="2528" y="11180"/>
                    <a:pt x="2240" y="10678"/>
                    <a:pt x="1824" y="10166"/>
                  </a:cubicBezTo>
                  <a:cubicBezTo>
                    <a:pt x="1675" y="9996"/>
                    <a:pt x="1494" y="9814"/>
                    <a:pt x="1291" y="9611"/>
                  </a:cubicBezTo>
                  <a:cubicBezTo>
                    <a:pt x="1163" y="9473"/>
                    <a:pt x="1014" y="9334"/>
                    <a:pt x="864" y="9174"/>
                  </a:cubicBezTo>
                  <a:cubicBezTo>
                    <a:pt x="416" y="8694"/>
                    <a:pt x="128" y="8001"/>
                    <a:pt x="75" y="7211"/>
                  </a:cubicBezTo>
                  <a:cubicBezTo>
                    <a:pt x="32" y="6539"/>
                    <a:pt x="320" y="5878"/>
                    <a:pt x="608" y="5238"/>
                  </a:cubicBezTo>
                  <a:cubicBezTo>
                    <a:pt x="662" y="5131"/>
                    <a:pt x="704" y="5014"/>
                    <a:pt x="758" y="4907"/>
                  </a:cubicBezTo>
                  <a:cubicBezTo>
                    <a:pt x="1110" y="4118"/>
                    <a:pt x="1483" y="3222"/>
                    <a:pt x="1675" y="2315"/>
                  </a:cubicBezTo>
                  <a:cubicBezTo>
                    <a:pt x="1782" y="1771"/>
                    <a:pt x="1718" y="1259"/>
                    <a:pt x="1654" y="726"/>
                  </a:cubicBezTo>
                  <a:cubicBezTo>
                    <a:pt x="1622" y="491"/>
                    <a:pt x="1590" y="245"/>
                    <a:pt x="1568" y="0"/>
                  </a:cubicBezTo>
                  <a:close/>
                  <a:moveTo>
                    <a:pt x="6398" y="22718"/>
                  </a:moveTo>
                  <a:lnTo>
                    <a:pt x="6398" y="22718"/>
                  </a:lnTo>
                  <a:cubicBezTo>
                    <a:pt x="6412" y="22774"/>
                    <a:pt x="6423" y="22826"/>
                    <a:pt x="6441" y="22875"/>
                  </a:cubicBezTo>
                  <a:lnTo>
                    <a:pt x="6441" y="22875"/>
                  </a:lnTo>
                  <a:cubicBezTo>
                    <a:pt x="6433" y="22825"/>
                    <a:pt x="6418" y="22774"/>
                    <a:pt x="6398" y="22718"/>
                  </a:cubicBezTo>
                  <a:close/>
                  <a:moveTo>
                    <a:pt x="6441" y="22875"/>
                  </a:moveTo>
                  <a:cubicBezTo>
                    <a:pt x="6442" y="22881"/>
                    <a:pt x="6443" y="22887"/>
                    <a:pt x="6443" y="22892"/>
                  </a:cubicBezTo>
                  <a:cubicBezTo>
                    <a:pt x="6469" y="23021"/>
                    <a:pt x="6480" y="23146"/>
                    <a:pt x="6481" y="23267"/>
                  </a:cubicBezTo>
                  <a:lnTo>
                    <a:pt x="6481" y="23267"/>
                  </a:lnTo>
                  <a:cubicBezTo>
                    <a:pt x="6481" y="23142"/>
                    <a:pt x="6469" y="23014"/>
                    <a:pt x="6443" y="22882"/>
                  </a:cubicBezTo>
                  <a:cubicBezTo>
                    <a:pt x="6443" y="22880"/>
                    <a:pt x="6442" y="22877"/>
                    <a:pt x="6441" y="22875"/>
                  </a:cubicBezTo>
                  <a:close/>
                  <a:moveTo>
                    <a:pt x="6481" y="23267"/>
                  </a:moveTo>
                  <a:cubicBezTo>
                    <a:pt x="6479" y="24016"/>
                    <a:pt x="6040" y="24634"/>
                    <a:pt x="5601" y="25229"/>
                  </a:cubicBezTo>
                  <a:cubicBezTo>
                    <a:pt x="6042" y="24631"/>
                    <a:pt x="6483" y="24018"/>
                    <a:pt x="6481" y="23267"/>
                  </a:cubicBezTo>
                  <a:close/>
                  <a:moveTo>
                    <a:pt x="5536" y="25336"/>
                  </a:moveTo>
                  <a:cubicBezTo>
                    <a:pt x="5323" y="25624"/>
                    <a:pt x="5078" y="25911"/>
                    <a:pt x="4854" y="26210"/>
                  </a:cubicBezTo>
                  <a:cubicBezTo>
                    <a:pt x="4203" y="27042"/>
                    <a:pt x="3531" y="27896"/>
                    <a:pt x="3158" y="28834"/>
                  </a:cubicBezTo>
                  <a:cubicBezTo>
                    <a:pt x="2855" y="29607"/>
                    <a:pt x="3108" y="30355"/>
                    <a:pt x="3499" y="31025"/>
                  </a:cubicBezTo>
                  <a:lnTo>
                    <a:pt x="3499" y="31025"/>
                  </a:lnTo>
                  <a:cubicBezTo>
                    <a:pt x="3118" y="30355"/>
                    <a:pt x="2873" y="29614"/>
                    <a:pt x="3179" y="28845"/>
                  </a:cubicBezTo>
                  <a:cubicBezTo>
                    <a:pt x="3542" y="27906"/>
                    <a:pt x="4214" y="27031"/>
                    <a:pt x="4865" y="26210"/>
                  </a:cubicBezTo>
                  <a:cubicBezTo>
                    <a:pt x="5099" y="25911"/>
                    <a:pt x="5323" y="25624"/>
                    <a:pt x="5536" y="25336"/>
                  </a:cubicBezTo>
                  <a:close/>
                  <a:moveTo>
                    <a:pt x="3499" y="31025"/>
                  </a:moveTo>
                  <a:lnTo>
                    <a:pt x="3499" y="31025"/>
                  </a:lnTo>
                  <a:cubicBezTo>
                    <a:pt x="3689" y="31359"/>
                    <a:pt x="3912" y="31676"/>
                    <a:pt x="4118" y="31970"/>
                  </a:cubicBezTo>
                  <a:cubicBezTo>
                    <a:pt x="4415" y="32389"/>
                    <a:pt x="4625" y="32787"/>
                    <a:pt x="4753" y="33196"/>
                  </a:cubicBezTo>
                  <a:lnTo>
                    <a:pt x="4753" y="33196"/>
                  </a:lnTo>
                  <a:cubicBezTo>
                    <a:pt x="4626" y="32770"/>
                    <a:pt x="4413" y="32358"/>
                    <a:pt x="4107" y="31928"/>
                  </a:cubicBezTo>
                  <a:cubicBezTo>
                    <a:pt x="3904" y="31648"/>
                    <a:pt x="3686" y="31346"/>
                    <a:pt x="3499" y="31025"/>
                  </a:cubicBezTo>
                  <a:close/>
                  <a:moveTo>
                    <a:pt x="4753" y="33196"/>
                  </a:moveTo>
                  <a:cubicBezTo>
                    <a:pt x="4952" y="33869"/>
                    <a:pt x="4935" y="34575"/>
                    <a:pt x="4726" y="35437"/>
                  </a:cubicBezTo>
                  <a:cubicBezTo>
                    <a:pt x="4705" y="35480"/>
                    <a:pt x="4705" y="35523"/>
                    <a:pt x="4694" y="35555"/>
                  </a:cubicBezTo>
                  <a:cubicBezTo>
                    <a:pt x="4683" y="35640"/>
                    <a:pt x="4651" y="35704"/>
                    <a:pt x="4641" y="35789"/>
                  </a:cubicBezTo>
                  <a:cubicBezTo>
                    <a:pt x="4385" y="36749"/>
                    <a:pt x="4171" y="37795"/>
                    <a:pt x="4193" y="38883"/>
                  </a:cubicBezTo>
                  <a:lnTo>
                    <a:pt x="4203" y="38894"/>
                  </a:lnTo>
                  <a:cubicBezTo>
                    <a:pt x="4171" y="37816"/>
                    <a:pt x="4406" y="36760"/>
                    <a:pt x="4651" y="35800"/>
                  </a:cubicBezTo>
                  <a:cubicBezTo>
                    <a:pt x="4673" y="35715"/>
                    <a:pt x="4694" y="35651"/>
                    <a:pt x="4705" y="35565"/>
                  </a:cubicBezTo>
                  <a:cubicBezTo>
                    <a:pt x="4726" y="35533"/>
                    <a:pt x="4726" y="35491"/>
                    <a:pt x="4737" y="35448"/>
                  </a:cubicBezTo>
                  <a:cubicBezTo>
                    <a:pt x="4949" y="34577"/>
                    <a:pt x="4963" y="33873"/>
                    <a:pt x="4753" y="3319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8"/>
            <p:cNvSpPr/>
            <p:nvPr/>
          </p:nvSpPr>
          <p:spPr>
            <a:xfrm>
              <a:off x="4952883" y="1143929"/>
              <a:ext cx="532955" cy="3270003"/>
            </a:xfrm>
            <a:custGeom>
              <a:rect b="b" l="l" r="r" t="t"/>
              <a:pathLst>
                <a:path extrusionOk="0" h="38820" w="6327">
                  <a:moveTo>
                    <a:pt x="1334" y="0"/>
                  </a:moveTo>
                  <a:cubicBezTo>
                    <a:pt x="1334" y="278"/>
                    <a:pt x="1377" y="566"/>
                    <a:pt x="1409" y="833"/>
                  </a:cubicBezTo>
                  <a:cubicBezTo>
                    <a:pt x="1462" y="1334"/>
                    <a:pt x="1526" y="1814"/>
                    <a:pt x="1419" y="2326"/>
                  </a:cubicBezTo>
                  <a:cubicBezTo>
                    <a:pt x="1259" y="3137"/>
                    <a:pt x="939" y="3958"/>
                    <a:pt x="641" y="4747"/>
                  </a:cubicBezTo>
                  <a:lnTo>
                    <a:pt x="630" y="4790"/>
                  </a:lnTo>
                  <a:cubicBezTo>
                    <a:pt x="587" y="4865"/>
                    <a:pt x="566" y="4961"/>
                    <a:pt x="523" y="5057"/>
                  </a:cubicBezTo>
                  <a:cubicBezTo>
                    <a:pt x="267" y="5697"/>
                    <a:pt x="1" y="6358"/>
                    <a:pt x="129" y="7020"/>
                  </a:cubicBezTo>
                  <a:cubicBezTo>
                    <a:pt x="214" y="7564"/>
                    <a:pt x="449" y="8353"/>
                    <a:pt x="1035" y="9014"/>
                  </a:cubicBezTo>
                  <a:cubicBezTo>
                    <a:pt x="1099" y="9100"/>
                    <a:pt x="1163" y="9164"/>
                    <a:pt x="1227" y="9238"/>
                  </a:cubicBezTo>
                  <a:cubicBezTo>
                    <a:pt x="1526" y="9558"/>
                    <a:pt x="1761" y="9857"/>
                    <a:pt x="1921" y="10124"/>
                  </a:cubicBezTo>
                  <a:cubicBezTo>
                    <a:pt x="2187" y="10604"/>
                    <a:pt x="2369" y="11095"/>
                    <a:pt x="2539" y="11628"/>
                  </a:cubicBezTo>
                  <a:cubicBezTo>
                    <a:pt x="2550" y="11681"/>
                    <a:pt x="2582" y="11745"/>
                    <a:pt x="2593" y="11799"/>
                  </a:cubicBezTo>
                  <a:cubicBezTo>
                    <a:pt x="2689" y="12097"/>
                    <a:pt x="2817" y="12428"/>
                    <a:pt x="2955" y="12759"/>
                  </a:cubicBezTo>
                  <a:cubicBezTo>
                    <a:pt x="3340" y="13751"/>
                    <a:pt x="3681" y="14455"/>
                    <a:pt x="4097" y="15084"/>
                  </a:cubicBezTo>
                  <a:cubicBezTo>
                    <a:pt x="4364" y="15500"/>
                    <a:pt x="4630" y="15927"/>
                    <a:pt x="4833" y="16247"/>
                  </a:cubicBezTo>
                  <a:cubicBezTo>
                    <a:pt x="5260" y="16919"/>
                    <a:pt x="5142" y="17815"/>
                    <a:pt x="5036" y="18604"/>
                  </a:cubicBezTo>
                  <a:cubicBezTo>
                    <a:pt x="5004" y="18775"/>
                    <a:pt x="4982" y="18946"/>
                    <a:pt x="4961" y="19127"/>
                  </a:cubicBezTo>
                  <a:cubicBezTo>
                    <a:pt x="4950" y="19255"/>
                    <a:pt x="4950" y="19415"/>
                    <a:pt x="4961" y="19565"/>
                  </a:cubicBezTo>
                  <a:cubicBezTo>
                    <a:pt x="5025" y="20194"/>
                    <a:pt x="5313" y="20738"/>
                    <a:pt x="5590" y="21282"/>
                  </a:cubicBezTo>
                  <a:cubicBezTo>
                    <a:pt x="5793" y="21687"/>
                    <a:pt x="6006" y="22082"/>
                    <a:pt x="6124" y="22509"/>
                  </a:cubicBezTo>
                  <a:cubicBezTo>
                    <a:pt x="6134" y="22594"/>
                    <a:pt x="6156" y="22679"/>
                    <a:pt x="6166" y="22775"/>
                  </a:cubicBezTo>
                  <a:cubicBezTo>
                    <a:pt x="6273" y="23714"/>
                    <a:pt x="5750" y="24440"/>
                    <a:pt x="5260" y="25154"/>
                  </a:cubicBezTo>
                  <a:lnTo>
                    <a:pt x="5206" y="25218"/>
                  </a:lnTo>
                  <a:cubicBezTo>
                    <a:pt x="4993" y="25528"/>
                    <a:pt x="4769" y="25816"/>
                    <a:pt x="4556" y="26114"/>
                  </a:cubicBezTo>
                  <a:cubicBezTo>
                    <a:pt x="3926" y="26968"/>
                    <a:pt x="3275" y="27832"/>
                    <a:pt x="2870" y="28792"/>
                  </a:cubicBezTo>
                  <a:cubicBezTo>
                    <a:pt x="2390" y="29923"/>
                    <a:pt x="3115" y="30947"/>
                    <a:pt x="3745" y="31853"/>
                  </a:cubicBezTo>
                  <a:lnTo>
                    <a:pt x="3777" y="31907"/>
                  </a:lnTo>
                  <a:cubicBezTo>
                    <a:pt x="4524" y="33006"/>
                    <a:pt x="4694" y="34008"/>
                    <a:pt x="4364" y="35363"/>
                  </a:cubicBezTo>
                  <a:cubicBezTo>
                    <a:pt x="4353" y="35416"/>
                    <a:pt x="4342" y="35459"/>
                    <a:pt x="4332" y="35512"/>
                  </a:cubicBezTo>
                  <a:cubicBezTo>
                    <a:pt x="4300" y="35576"/>
                    <a:pt x="4289" y="35640"/>
                    <a:pt x="4278" y="35715"/>
                  </a:cubicBezTo>
                  <a:cubicBezTo>
                    <a:pt x="4033" y="36686"/>
                    <a:pt x="3809" y="37742"/>
                    <a:pt x="3873" y="38819"/>
                  </a:cubicBezTo>
                  <a:lnTo>
                    <a:pt x="3926" y="38787"/>
                  </a:lnTo>
                  <a:cubicBezTo>
                    <a:pt x="3862" y="37699"/>
                    <a:pt x="4086" y="36654"/>
                    <a:pt x="4332" y="35683"/>
                  </a:cubicBezTo>
                  <a:cubicBezTo>
                    <a:pt x="4353" y="35619"/>
                    <a:pt x="4364" y="35555"/>
                    <a:pt x="4385" y="35480"/>
                  </a:cubicBezTo>
                  <a:cubicBezTo>
                    <a:pt x="4396" y="35427"/>
                    <a:pt x="4406" y="35395"/>
                    <a:pt x="4417" y="35342"/>
                  </a:cubicBezTo>
                  <a:cubicBezTo>
                    <a:pt x="4758" y="33966"/>
                    <a:pt x="4577" y="32952"/>
                    <a:pt x="3820" y="31853"/>
                  </a:cubicBezTo>
                  <a:lnTo>
                    <a:pt x="3777" y="31800"/>
                  </a:lnTo>
                  <a:cubicBezTo>
                    <a:pt x="3158" y="30893"/>
                    <a:pt x="2443" y="29880"/>
                    <a:pt x="2913" y="28760"/>
                  </a:cubicBezTo>
                  <a:cubicBezTo>
                    <a:pt x="3318" y="27821"/>
                    <a:pt x="3969" y="26936"/>
                    <a:pt x="4598" y="26093"/>
                  </a:cubicBezTo>
                  <a:cubicBezTo>
                    <a:pt x="4812" y="25805"/>
                    <a:pt x="5036" y="25496"/>
                    <a:pt x="5249" y="25208"/>
                  </a:cubicBezTo>
                  <a:lnTo>
                    <a:pt x="5302" y="25133"/>
                  </a:lnTo>
                  <a:cubicBezTo>
                    <a:pt x="5804" y="24429"/>
                    <a:pt x="6326" y="23693"/>
                    <a:pt x="6220" y="22754"/>
                  </a:cubicBezTo>
                  <a:cubicBezTo>
                    <a:pt x="6209" y="22658"/>
                    <a:pt x="6198" y="22562"/>
                    <a:pt x="6166" y="22466"/>
                  </a:cubicBezTo>
                  <a:cubicBezTo>
                    <a:pt x="6049" y="22039"/>
                    <a:pt x="5836" y="21634"/>
                    <a:pt x="5633" y="21239"/>
                  </a:cubicBezTo>
                  <a:cubicBezTo>
                    <a:pt x="5356" y="20706"/>
                    <a:pt x="5057" y="20151"/>
                    <a:pt x="5004" y="19533"/>
                  </a:cubicBezTo>
                  <a:cubicBezTo>
                    <a:pt x="4993" y="19373"/>
                    <a:pt x="4993" y="19234"/>
                    <a:pt x="5004" y="19095"/>
                  </a:cubicBezTo>
                  <a:cubicBezTo>
                    <a:pt x="5025" y="18935"/>
                    <a:pt x="5046" y="18764"/>
                    <a:pt x="5078" y="18572"/>
                  </a:cubicBezTo>
                  <a:cubicBezTo>
                    <a:pt x="5174" y="17794"/>
                    <a:pt x="5302" y="16898"/>
                    <a:pt x="4876" y="16204"/>
                  </a:cubicBezTo>
                  <a:cubicBezTo>
                    <a:pt x="4684" y="15884"/>
                    <a:pt x="4406" y="15458"/>
                    <a:pt x="4140" y="15042"/>
                  </a:cubicBezTo>
                  <a:cubicBezTo>
                    <a:pt x="3724" y="14434"/>
                    <a:pt x="3382" y="13708"/>
                    <a:pt x="2998" y="12737"/>
                  </a:cubicBezTo>
                  <a:cubicBezTo>
                    <a:pt x="2859" y="12407"/>
                    <a:pt x="2731" y="12065"/>
                    <a:pt x="2635" y="11777"/>
                  </a:cubicBezTo>
                  <a:cubicBezTo>
                    <a:pt x="2614" y="11724"/>
                    <a:pt x="2593" y="11660"/>
                    <a:pt x="2582" y="11607"/>
                  </a:cubicBezTo>
                  <a:cubicBezTo>
                    <a:pt x="2401" y="11073"/>
                    <a:pt x="2241" y="10561"/>
                    <a:pt x="1963" y="10081"/>
                  </a:cubicBezTo>
                  <a:cubicBezTo>
                    <a:pt x="1814" y="9815"/>
                    <a:pt x="1569" y="9537"/>
                    <a:pt x="1270" y="9206"/>
                  </a:cubicBezTo>
                  <a:cubicBezTo>
                    <a:pt x="1206" y="9121"/>
                    <a:pt x="1142" y="9057"/>
                    <a:pt x="1067" y="8972"/>
                  </a:cubicBezTo>
                  <a:cubicBezTo>
                    <a:pt x="502" y="8310"/>
                    <a:pt x="257" y="7532"/>
                    <a:pt x="161" y="6988"/>
                  </a:cubicBezTo>
                  <a:cubicBezTo>
                    <a:pt x="43" y="6337"/>
                    <a:pt x="299" y="5686"/>
                    <a:pt x="555" y="5046"/>
                  </a:cubicBezTo>
                  <a:cubicBezTo>
                    <a:pt x="587" y="4961"/>
                    <a:pt x="619" y="4865"/>
                    <a:pt x="662" y="4779"/>
                  </a:cubicBezTo>
                  <a:lnTo>
                    <a:pt x="673" y="4737"/>
                  </a:lnTo>
                  <a:cubicBezTo>
                    <a:pt x="961" y="3947"/>
                    <a:pt x="1281" y="3137"/>
                    <a:pt x="1441" y="2305"/>
                  </a:cubicBezTo>
                  <a:cubicBezTo>
                    <a:pt x="1547" y="1803"/>
                    <a:pt x="1483" y="1291"/>
                    <a:pt x="1430" y="811"/>
                  </a:cubicBezTo>
                  <a:cubicBezTo>
                    <a:pt x="1409" y="544"/>
                    <a:pt x="1377" y="278"/>
                    <a:pt x="13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8"/>
            <p:cNvSpPr/>
            <p:nvPr/>
          </p:nvSpPr>
          <p:spPr>
            <a:xfrm>
              <a:off x="4990621" y="1145698"/>
              <a:ext cx="505073" cy="3262843"/>
            </a:xfrm>
            <a:custGeom>
              <a:rect b="b" l="l" r="r" t="t"/>
              <a:pathLst>
                <a:path extrusionOk="0" h="38735" w="5996">
                  <a:moveTo>
                    <a:pt x="1078" y="1"/>
                  </a:moveTo>
                  <a:cubicBezTo>
                    <a:pt x="1078" y="299"/>
                    <a:pt x="1121" y="609"/>
                    <a:pt x="1142" y="897"/>
                  </a:cubicBezTo>
                  <a:cubicBezTo>
                    <a:pt x="1195" y="1356"/>
                    <a:pt x="1249" y="1814"/>
                    <a:pt x="1163" y="2294"/>
                  </a:cubicBezTo>
                  <a:cubicBezTo>
                    <a:pt x="1014" y="3094"/>
                    <a:pt x="747" y="3926"/>
                    <a:pt x="502" y="4630"/>
                  </a:cubicBezTo>
                  <a:lnTo>
                    <a:pt x="481" y="4716"/>
                  </a:lnTo>
                  <a:cubicBezTo>
                    <a:pt x="257" y="5367"/>
                    <a:pt x="1" y="6103"/>
                    <a:pt x="182" y="6764"/>
                  </a:cubicBezTo>
                  <a:cubicBezTo>
                    <a:pt x="395" y="7543"/>
                    <a:pt x="747" y="8236"/>
                    <a:pt x="1185" y="8791"/>
                  </a:cubicBezTo>
                  <a:cubicBezTo>
                    <a:pt x="1547" y="9249"/>
                    <a:pt x="1857" y="9655"/>
                    <a:pt x="1985" y="10028"/>
                  </a:cubicBezTo>
                  <a:cubicBezTo>
                    <a:pt x="2091" y="10348"/>
                    <a:pt x="2177" y="10700"/>
                    <a:pt x="2251" y="11031"/>
                  </a:cubicBezTo>
                  <a:cubicBezTo>
                    <a:pt x="2305" y="11276"/>
                    <a:pt x="2369" y="11522"/>
                    <a:pt x="2443" y="11767"/>
                  </a:cubicBezTo>
                  <a:cubicBezTo>
                    <a:pt x="2518" y="12034"/>
                    <a:pt x="2625" y="12354"/>
                    <a:pt x="2785" y="12716"/>
                  </a:cubicBezTo>
                  <a:cubicBezTo>
                    <a:pt x="3105" y="13474"/>
                    <a:pt x="3521" y="14188"/>
                    <a:pt x="4054" y="14925"/>
                  </a:cubicBezTo>
                  <a:cubicBezTo>
                    <a:pt x="4225" y="15181"/>
                    <a:pt x="4396" y="15447"/>
                    <a:pt x="4577" y="15703"/>
                  </a:cubicBezTo>
                  <a:cubicBezTo>
                    <a:pt x="4662" y="15831"/>
                    <a:pt x="4748" y="15959"/>
                    <a:pt x="4822" y="16077"/>
                  </a:cubicBezTo>
                  <a:cubicBezTo>
                    <a:pt x="5281" y="16738"/>
                    <a:pt x="5132" y="17655"/>
                    <a:pt x="5004" y="18477"/>
                  </a:cubicBezTo>
                  <a:lnTo>
                    <a:pt x="4918" y="18989"/>
                  </a:lnTo>
                  <a:cubicBezTo>
                    <a:pt x="4908" y="19138"/>
                    <a:pt x="4897" y="19288"/>
                    <a:pt x="4908" y="19448"/>
                  </a:cubicBezTo>
                  <a:cubicBezTo>
                    <a:pt x="4950" y="20034"/>
                    <a:pt x="5185" y="20568"/>
                    <a:pt x="5409" y="21090"/>
                  </a:cubicBezTo>
                  <a:cubicBezTo>
                    <a:pt x="5590" y="21496"/>
                    <a:pt x="5782" y="21922"/>
                    <a:pt x="5868" y="22381"/>
                  </a:cubicBezTo>
                  <a:cubicBezTo>
                    <a:pt x="5889" y="22477"/>
                    <a:pt x="5889" y="22552"/>
                    <a:pt x="5889" y="22648"/>
                  </a:cubicBezTo>
                  <a:cubicBezTo>
                    <a:pt x="5921" y="23608"/>
                    <a:pt x="5398" y="24365"/>
                    <a:pt x="4908" y="25101"/>
                  </a:cubicBezTo>
                  <a:cubicBezTo>
                    <a:pt x="4705" y="25411"/>
                    <a:pt x="4492" y="25699"/>
                    <a:pt x="4278" y="25997"/>
                  </a:cubicBezTo>
                  <a:cubicBezTo>
                    <a:pt x="3670" y="26861"/>
                    <a:pt x="3041" y="27736"/>
                    <a:pt x="2614" y="28718"/>
                  </a:cubicBezTo>
                  <a:cubicBezTo>
                    <a:pt x="2123" y="29838"/>
                    <a:pt x="2785" y="30851"/>
                    <a:pt x="3382" y="31736"/>
                  </a:cubicBezTo>
                  <a:lnTo>
                    <a:pt x="3436" y="31832"/>
                  </a:lnTo>
                  <a:cubicBezTo>
                    <a:pt x="4182" y="32942"/>
                    <a:pt x="4364" y="33966"/>
                    <a:pt x="4022" y="35267"/>
                  </a:cubicBezTo>
                  <a:cubicBezTo>
                    <a:pt x="4012" y="35331"/>
                    <a:pt x="4001" y="35385"/>
                    <a:pt x="3990" y="35449"/>
                  </a:cubicBezTo>
                  <a:lnTo>
                    <a:pt x="3948" y="35609"/>
                  </a:lnTo>
                  <a:cubicBezTo>
                    <a:pt x="3692" y="36601"/>
                    <a:pt x="3478" y="37646"/>
                    <a:pt x="3585" y="38734"/>
                  </a:cubicBezTo>
                  <a:lnTo>
                    <a:pt x="3649" y="38713"/>
                  </a:lnTo>
                  <a:cubicBezTo>
                    <a:pt x="3564" y="37636"/>
                    <a:pt x="3777" y="36579"/>
                    <a:pt x="4012" y="35609"/>
                  </a:cubicBezTo>
                  <a:lnTo>
                    <a:pt x="4054" y="35449"/>
                  </a:lnTo>
                  <a:cubicBezTo>
                    <a:pt x="4065" y="35385"/>
                    <a:pt x="4076" y="35310"/>
                    <a:pt x="4097" y="35257"/>
                  </a:cubicBezTo>
                  <a:cubicBezTo>
                    <a:pt x="4428" y="33955"/>
                    <a:pt x="4257" y="32910"/>
                    <a:pt x="3510" y="31811"/>
                  </a:cubicBezTo>
                  <a:lnTo>
                    <a:pt x="3457" y="31715"/>
                  </a:lnTo>
                  <a:cubicBezTo>
                    <a:pt x="2870" y="30830"/>
                    <a:pt x="2187" y="29838"/>
                    <a:pt x="2678" y="28718"/>
                  </a:cubicBezTo>
                  <a:cubicBezTo>
                    <a:pt x="3105" y="27736"/>
                    <a:pt x="3734" y="26851"/>
                    <a:pt x="4342" y="25997"/>
                  </a:cubicBezTo>
                  <a:cubicBezTo>
                    <a:pt x="4556" y="25699"/>
                    <a:pt x="4769" y="25389"/>
                    <a:pt x="4972" y="25101"/>
                  </a:cubicBezTo>
                  <a:cubicBezTo>
                    <a:pt x="5484" y="24355"/>
                    <a:pt x="5996" y="23597"/>
                    <a:pt x="5974" y="22637"/>
                  </a:cubicBezTo>
                  <a:cubicBezTo>
                    <a:pt x="5964" y="22541"/>
                    <a:pt x="5964" y="22456"/>
                    <a:pt x="5942" y="22370"/>
                  </a:cubicBezTo>
                  <a:cubicBezTo>
                    <a:pt x="5857" y="21912"/>
                    <a:pt x="5665" y="21474"/>
                    <a:pt x="5484" y="21058"/>
                  </a:cubicBezTo>
                  <a:cubicBezTo>
                    <a:pt x="5238" y="20557"/>
                    <a:pt x="5014" y="20024"/>
                    <a:pt x="4972" y="19437"/>
                  </a:cubicBezTo>
                  <a:cubicBezTo>
                    <a:pt x="4961" y="19288"/>
                    <a:pt x="4972" y="19128"/>
                    <a:pt x="4982" y="18989"/>
                  </a:cubicBezTo>
                  <a:cubicBezTo>
                    <a:pt x="5014" y="18829"/>
                    <a:pt x="5036" y="18658"/>
                    <a:pt x="5068" y="18477"/>
                  </a:cubicBezTo>
                  <a:cubicBezTo>
                    <a:pt x="5196" y="17666"/>
                    <a:pt x="5345" y="16738"/>
                    <a:pt x="4876" y="16045"/>
                  </a:cubicBezTo>
                  <a:cubicBezTo>
                    <a:pt x="4801" y="15927"/>
                    <a:pt x="4716" y="15810"/>
                    <a:pt x="4630" y="15671"/>
                  </a:cubicBezTo>
                  <a:cubicBezTo>
                    <a:pt x="4449" y="15415"/>
                    <a:pt x="4278" y="15149"/>
                    <a:pt x="4097" y="14903"/>
                  </a:cubicBezTo>
                  <a:cubicBezTo>
                    <a:pt x="3564" y="14167"/>
                    <a:pt x="3148" y="13452"/>
                    <a:pt x="2827" y="12695"/>
                  </a:cubicBezTo>
                  <a:cubicBezTo>
                    <a:pt x="2667" y="12343"/>
                    <a:pt x="2561" y="12023"/>
                    <a:pt x="2475" y="11767"/>
                  </a:cubicBezTo>
                  <a:cubicBezTo>
                    <a:pt x="2411" y="11522"/>
                    <a:pt x="2347" y="11276"/>
                    <a:pt x="2294" y="11031"/>
                  </a:cubicBezTo>
                  <a:cubicBezTo>
                    <a:pt x="2209" y="10700"/>
                    <a:pt x="2134" y="10348"/>
                    <a:pt x="2027" y="10028"/>
                  </a:cubicBezTo>
                  <a:cubicBezTo>
                    <a:pt x="1889" y="9665"/>
                    <a:pt x="1569" y="9249"/>
                    <a:pt x="1217" y="8780"/>
                  </a:cubicBezTo>
                  <a:cubicBezTo>
                    <a:pt x="769" y="8236"/>
                    <a:pt x="427" y="7521"/>
                    <a:pt x="214" y="6764"/>
                  </a:cubicBezTo>
                  <a:cubicBezTo>
                    <a:pt x="43" y="6113"/>
                    <a:pt x="278" y="5377"/>
                    <a:pt x="502" y="4726"/>
                  </a:cubicBezTo>
                  <a:lnTo>
                    <a:pt x="534" y="4641"/>
                  </a:lnTo>
                  <a:cubicBezTo>
                    <a:pt x="769" y="3937"/>
                    <a:pt x="1035" y="3116"/>
                    <a:pt x="1185" y="2294"/>
                  </a:cubicBezTo>
                  <a:cubicBezTo>
                    <a:pt x="1281" y="1814"/>
                    <a:pt x="1227" y="1356"/>
                    <a:pt x="1174" y="897"/>
                  </a:cubicBezTo>
                  <a:cubicBezTo>
                    <a:pt x="1131" y="609"/>
                    <a:pt x="1110" y="310"/>
                    <a:pt x="11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8"/>
            <p:cNvSpPr/>
            <p:nvPr/>
          </p:nvSpPr>
          <p:spPr>
            <a:xfrm>
              <a:off x="5026590" y="1145698"/>
              <a:ext cx="477191" cy="3256525"/>
            </a:xfrm>
            <a:custGeom>
              <a:rect b="b" l="l" r="r" t="t"/>
              <a:pathLst>
                <a:path extrusionOk="0" h="38660" w="5665">
                  <a:moveTo>
                    <a:pt x="822" y="1"/>
                  </a:moveTo>
                  <a:cubicBezTo>
                    <a:pt x="811" y="321"/>
                    <a:pt x="832" y="651"/>
                    <a:pt x="875" y="961"/>
                  </a:cubicBezTo>
                  <a:cubicBezTo>
                    <a:pt x="928" y="1388"/>
                    <a:pt x="971" y="1814"/>
                    <a:pt x="907" y="2262"/>
                  </a:cubicBezTo>
                  <a:cubicBezTo>
                    <a:pt x="790" y="3009"/>
                    <a:pt x="566" y="3788"/>
                    <a:pt x="384" y="4470"/>
                  </a:cubicBezTo>
                  <a:cubicBezTo>
                    <a:pt x="214" y="5089"/>
                    <a:pt x="0" y="5847"/>
                    <a:pt x="256" y="6519"/>
                  </a:cubicBezTo>
                  <a:cubicBezTo>
                    <a:pt x="544" y="7276"/>
                    <a:pt x="907" y="7969"/>
                    <a:pt x="1323" y="8577"/>
                  </a:cubicBezTo>
                  <a:cubicBezTo>
                    <a:pt x="1590" y="8993"/>
                    <a:pt x="1920" y="9516"/>
                    <a:pt x="1995" y="9996"/>
                  </a:cubicBezTo>
                  <a:cubicBezTo>
                    <a:pt x="2027" y="10167"/>
                    <a:pt x="2048" y="10359"/>
                    <a:pt x="2080" y="10530"/>
                  </a:cubicBezTo>
                  <a:cubicBezTo>
                    <a:pt x="2134" y="10924"/>
                    <a:pt x="2198" y="11330"/>
                    <a:pt x="2294" y="11714"/>
                  </a:cubicBezTo>
                  <a:cubicBezTo>
                    <a:pt x="2358" y="11980"/>
                    <a:pt x="2475" y="12290"/>
                    <a:pt x="2635" y="12631"/>
                  </a:cubicBezTo>
                  <a:cubicBezTo>
                    <a:pt x="3009" y="13431"/>
                    <a:pt x="3521" y="14124"/>
                    <a:pt x="4011" y="14786"/>
                  </a:cubicBezTo>
                  <a:cubicBezTo>
                    <a:pt x="4065" y="14850"/>
                    <a:pt x="4107" y="14903"/>
                    <a:pt x="4150" y="14957"/>
                  </a:cubicBezTo>
                  <a:cubicBezTo>
                    <a:pt x="4385" y="15277"/>
                    <a:pt x="4641" y="15618"/>
                    <a:pt x="4822" y="15927"/>
                  </a:cubicBezTo>
                  <a:cubicBezTo>
                    <a:pt x="5302" y="16738"/>
                    <a:pt x="5174" y="17463"/>
                    <a:pt x="5014" y="18306"/>
                  </a:cubicBezTo>
                  <a:cubicBezTo>
                    <a:pt x="4971" y="18498"/>
                    <a:pt x="4929" y="18690"/>
                    <a:pt x="4907" y="18904"/>
                  </a:cubicBezTo>
                  <a:cubicBezTo>
                    <a:pt x="4875" y="19053"/>
                    <a:pt x="4875" y="19213"/>
                    <a:pt x="4875" y="19373"/>
                  </a:cubicBezTo>
                  <a:cubicBezTo>
                    <a:pt x="4897" y="19917"/>
                    <a:pt x="5078" y="20418"/>
                    <a:pt x="5270" y="20920"/>
                  </a:cubicBezTo>
                  <a:cubicBezTo>
                    <a:pt x="5419" y="21357"/>
                    <a:pt x="5601" y="21826"/>
                    <a:pt x="5633" y="22306"/>
                  </a:cubicBezTo>
                  <a:cubicBezTo>
                    <a:pt x="5654" y="22381"/>
                    <a:pt x="5633" y="22477"/>
                    <a:pt x="5633" y="22552"/>
                  </a:cubicBezTo>
                  <a:cubicBezTo>
                    <a:pt x="5590" y="23459"/>
                    <a:pt x="5142" y="24205"/>
                    <a:pt x="4619" y="25027"/>
                  </a:cubicBezTo>
                  <a:cubicBezTo>
                    <a:pt x="4438" y="25315"/>
                    <a:pt x="4235" y="25603"/>
                    <a:pt x="4033" y="25901"/>
                  </a:cubicBezTo>
                  <a:cubicBezTo>
                    <a:pt x="3435" y="26765"/>
                    <a:pt x="2838" y="27672"/>
                    <a:pt x="2400" y="28664"/>
                  </a:cubicBezTo>
                  <a:cubicBezTo>
                    <a:pt x="2838" y="27672"/>
                    <a:pt x="3457" y="26765"/>
                    <a:pt x="4043" y="25901"/>
                  </a:cubicBezTo>
                  <a:cubicBezTo>
                    <a:pt x="4225" y="25624"/>
                    <a:pt x="4438" y="25315"/>
                    <a:pt x="4630" y="25027"/>
                  </a:cubicBezTo>
                  <a:cubicBezTo>
                    <a:pt x="5163" y="24205"/>
                    <a:pt x="5601" y="23459"/>
                    <a:pt x="5654" y="22541"/>
                  </a:cubicBezTo>
                  <a:cubicBezTo>
                    <a:pt x="5654" y="22445"/>
                    <a:pt x="5665" y="22370"/>
                    <a:pt x="5654" y="22274"/>
                  </a:cubicBezTo>
                  <a:cubicBezTo>
                    <a:pt x="5611" y="21784"/>
                    <a:pt x="5441" y="21314"/>
                    <a:pt x="5281" y="20877"/>
                  </a:cubicBezTo>
                  <a:cubicBezTo>
                    <a:pt x="5089" y="20397"/>
                    <a:pt x="4907" y="19885"/>
                    <a:pt x="4897" y="19341"/>
                  </a:cubicBezTo>
                  <a:cubicBezTo>
                    <a:pt x="4897" y="19181"/>
                    <a:pt x="4897" y="19032"/>
                    <a:pt x="4918" y="18893"/>
                  </a:cubicBezTo>
                  <a:cubicBezTo>
                    <a:pt x="4950" y="18669"/>
                    <a:pt x="4982" y="18477"/>
                    <a:pt x="5025" y="18285"/>
                  </a:cubicBezTo>
                  <a:cubicBezTo>
                    <a:pt x="5185" y="17453"/>
                    <a:pt x="5323" y="16717"/>
                    <a:pt x="4843" y="15906"/>
                  </a:cubicBezTo>
                  <a:cubicBezTo>
                    <a:pt x="4651" y="15586"/>
                    <a:pt x="4395" y="15245"/>
                    <a:pt x="4161" y="14925"/>
                  </a:cubicBezTo>
                  <a:cubicBezTo>
                    <a:pt x="4107" y="14861"/>
                    <a:pt x="4065" y="14807"/>
                    <a:pt x="4022" y="14754"/>
                  </a:cubicBezTo>
                  <a:cubicBezTo>
                    <a:pt x="3542" y="14114"/>
                    <a:pt x="3030" y="13410"/>
                    <a:pt x="2667" y="12620"/>
                  </a:cubicBezTo>
                  <a:cubicBezTo>
                    <a:pt x="2507" y="12279"/>
                    <a:pt x="2390" y="11970"/>
                    <a:pt x="2315" y="11703"/>
                  </a:cubicBezTo>
                  <a:cubicBezTo>
                    <a:pt x="2230" y="11330"/>
                    <a:pt x="2155" y="10914"/>
                    <a:pt x="2102" y="10530"/>
                  </a:cubicBezTo>
                  <a:cubicBezTo>
                    <a:pt x="2080" y="10359"/>
                    <a:pt x="2048" y="10167"/>
                    <a:pt x="2027" y="9996"/>
                  </a:cubicBezTo>
                  <a:cubicBezTo>
                    <a:pt x="1942" y="9516"/>
                    <a:pt x="1611" y="8983"/>
                    <a:pt x="1334" y="8577"/>
                  </a:cubicBezTo>
                  <a:cubicBezTo>
                    <a:pt x="918" y="7969"/>
                    <a:pt x="576" y="7276"/>
                    <a:pt x="278" y="6519"/>
                  </a:cubicBezTo>
                  <a:cubicBezTo>
                    <a:pt x="22" y="5857"/>
                    <a:pt x="235" y="5100"/>
                    <a:pt x="416" y="4492"/>
                  </a:cubicBezTo>
                  <a:cubicBezTo>
                    <a:pt x="598" y="3809"/>
                    <a:pt x="811" y="3020"/>
                    <a:pt x="928" y="2273"/>
                  </a:cubicBezTo>
                  <a:cubicBezTo>
                    <a:pt x="1003" y="1836"/>
                    <a:pt x="939" y="1388"/>
                    <a:pt x="907" y="961"/>
                  </a:cubicBezTo>
                  <a:cubicBezTo>
                    <a:pt x="875" y="662"/>
                    <a:pt x="832" y="321"/>
                    <a:pt x="854" y="1"/>
                  </a:cubicBezTo>
                  <a:close/>
                  <a:moveTo>
                    <a:pt x="2400" y="28664"/>
                  </a:moveTo>
                  <a:cubicBezTo>
                    <a:pt x="2264" y="28965"/>
                    <a:pt x="2207" y="29253"/>
                    <a:pt x="2208" y="29531"/>
                  </a:cubicBezTo>
                  <a:lnTo>
                    <a:pt x="2208" y="29531"/>
                  </a:lnTo>
                  <a:cubicBezTo>
                    <a:pt x="2208" y="29253"/>
                    <a:pt x="2265" y="28966"/>
                    <a:pt x="2400" y="28664"/>
                  </a:cubicBezTo>
                  <a:close/>
                  <a:moveTo>
                    <a:pt x="2208" y="29531"/>
                  </a:moveTo>
                  <a:cubicBezTo>
                    <a:pt x="2207" y="30305"/>
                    <a:pt x="2646" y="30997"/>
                    <a:pt x="3062" y="31672"/>
                  </a:cubicBezTo>
                  <a:lnTo>
                    <a:pt x="3137" y="31800"/>
                  </a:lnTo>
                  <a:cubicBezTo>
                    <a:pt x="3851" y="32942"/>
                    <a:pt x="4022" y="33987"/>
                    <a:pt x="3723" y="35193"/>
                  </a:cubicBezTo>
                  <a:cubicBezTo>
                    <a:pt x="4043" y="33966"/>
                    <a:pt x="3851" y="32921"/>
                    <a:pt x="3137" y="31768"/>
                  </a:cubicBezTo>
                  <a:lnTo>
                    <a:pt x="3062" y="31651"/>
                  </a:lnTo>
                  <a:cubicBezTo>
                    <a:pt x="2647" y="30986"/>
                    <a:pt x="2209" y="30297"/>
                    <a:pt x="2208" y="29531"/>
                  </a:cubicBezTo>
                  <a:close/>
                  <a:moveTo>
                    <a:pt x="3723" y="35193"/>
                  </a:moveTo>
                  <a:lnTo>
                    <a:pt x="3723" y="35193"/>
                  </a:lnTo>
                  <a:cubicBezTo>
                    <a:pt x="3691" y="35267"/>
                    <a:pt x="3681" y="35331"/>
                    <a:pt x="3670" y="35395"/>
                  </a:cubicBezTo>
                  <a:cubicBezTo>
                    <a:pt x="3691" y="35331"/>
                    <a:pt x="3702" y="35267"/>
                    <a:pt x="3723" y="35193"/>
                  </a:cubicBezTo>
                  <a:close/>
                  <a:moveTo>
                    <a:pt x="3670" y="35395"/>
                  </a:moveTo>
                  <a:lnTo>
                    <a:pt x="3670" y="35395"/>
                  </a:lnTo>
                  <a:cubicBezTo>
                    <a:pt x="3649" y="35438"/>
                    <a:pt x="3638" y="35491"/>
                    <a:pt x="3638" y="35534"/>
                  </a:cubicBezTo>
                  <a:cubicBezTo>
                    <a:pt x="3649" y="35491"/>
                    <a:pt x="3670" y="35438"/>
                    <a:pt x="3670" y="35395"/>
                  </a:cubicBezTo>
                  <a:close/>
                  <a:moveTo>
                    <a:pt x="3638" y="35534"/>
                  </a:moveTo>
                  <a:lnTo>
                    <a:pt x="3638" y="35534"/>
                  </a:lnTo>
                  <a:cubicBezTo>
                    <a:pt x="3382" y="36526"/>
                    <a:pt x="3190" y="37582"/>
                    <a:pt x="3329" y="38660"/>
                  </a:cubicBezTo>
                  <a:lnTo>
                    <a:pt x="3350" y="38649"/>
                  </a:lnTo>
                  <a:cubicBezTo>
                    <a:pt x="3201" y="37572"/>
                    <a:pt x="3403" y="36515"/>
                    <a:pt x="3638" y="3553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8"/>
            <p:cNvSpPr/>
            <p:nvPr/>
          </p:nvSpPr>
          <p:spPr>
            <a:xfrm>
              <a:off x="5065255" y="1149320"/>
              <a:ext cx="450236" cy="3247512"/>
            </a:xfrm>
            <a:custGeom>
              <a:rect b="b" l="l" r="r" t="t"/>
              <a:pathLst>
                <a:path extrusionOk="0" h="38553" w="5345">
                  <a:moveTo>
                    <a:pt x="555" y="0"/>
                  </a:moveTo>
                  <a:cubicBezTo>
                    <a:pt x="523" y="320"/>
                    <a:pt x="565" y="673"/>
                    <a:pt x="608" y="993"/>
                  </a:cubicBezTo>
                  <a:cubicBezTo>
                    <a:pt x="640" y="1387"/>
                    <a:pt x="693" y="1793"/>
                    <a:pt x="629" y="2209"/>
                  </a:cubicBezTo>
                  <a:cubicBezTo>
                    <a:pt x="523" y="2859"/>
                    <a:pt x="395" y="3553"/>
                    <a:pt x="245" y="4289"/>
                  </a:cubicBezTo>
                  <a:cubicBezTo>
                    <a:pt x="128" y="4907"/>
                    <a:pt x="0" y="5622"/>
                    <a:pt x="288" y="6230"/>
                  </a:cubicBezTo>
                  <a:cubicBezTo>
                    <a:pt x="608" y="6902"/>
                    <a:pt x="960" y="7670"/>
                    <a:pt x="1376" y="8364"/>
                  </a:cubicBezTo>
                  <a:cubicBezTo>
                    <a:pt x="1664" y="8844"/>
                    <a:pt x="1877" y="9473"/>
                    <a:pt x="1909" y="9943"/>
                  </a:cubicBezTo>
                  <a:cubicBezTo>
                    <a:pt x="1909" y="10007"/>
                    <a:pt x="1931" y="10081"/>
                    <a:pt x="1931" y="10167"/>
                  </a:cubicBezTo>
                  <a:cubicBezTo>
                    <a:pt x="1963" y="10636"/>
                    <a:pt x="2006" y="11127"/>
                    <a:pt x="2112" y="11596"/>
                  </a:cubicBezTo>
                  <a:cubicBezTo>
                    <a:pt x="2176" y="11863"/>
                    <a:pt x="2304" y="12161"/>
                    <a:pt x="2475" y="12503"/>
                  </a:cubicBezTo>
                  <a:cubicBezTo>
                    <a:pt x="2848" y="13217"/>
                    <a:pt x="3350" y="13889"/>
                    <a:pt x="3840" y="14530"/>
                  </a:cubicBezTo>
                  <a:lnTo>
                    <a:pt x="3915" y="14604"/>
                  </a:lnTo>
                  <a:cubicBezTo>
                    <a:pt x="3990" y="14711"/>
                    <a:pt x="4064" y="14807"/>
                    <a:pt x="4139" y="14903"/>
                  </a:cubicBezTo>
                  <a:cubicBezTo>
                    <a:pt x="4269" y="15069"/>
                    <a:pt x="4395" y="15229"/>
                    <a:pt x="4513" y="15387"/>
                  </a:cubicBezTo>
                  <a:lnTo>
                    <a:pt x="4513" y="15387"/>
                  </a:lnTo>
                  <a:cubicBezTo>
                    <a:pt x="4393" y="15221"/>
                    <a:pt x="4263" y="15050"/>
                    <a:pt x="4128" y="14871"/>
                  </a:cubicBezTo>
                  <a:cubicBezTo>
                    <a:pt x="4043" y="14764"/>
                    <a:pt x="3979" y="14668"/>
                    <a:pt x="3904" y="14583"/>
                  </a:cubicBezTo>
                  <a:lnTo>
                    <a:pt x="3830" y="14498"/>
                  </a:lnTo>
                  <a:cubicBezTo>
                    <a:pt x="3339" y="13857"/>
                    <a:pt x="2838" y="13196"/>
                    <a:pt x="2464" y="12471"/>
                  </a:cubicBezTo>
                  <a:cubicBezTo>
                    <a:pt x="2304" y="12151"/>
                    <a:pt x="2176" y="11841"/>
                    <a:pt x="2112" y="11575"/>
                  </a:cubicBezTo>
                  <a:cubicBezTo>
                    <a:pt x="2006" y="11127"/>
                    <a:pt x="1963" y="10636"/>
                    <a:pt x="1931" y="10156"/>
                  </a:cubicBezTo>
                  <a:cubicBezTo>
                    <a:pt x="1931" y="10071"/>
                    <a:pt x="1909" y="10007"/>
                    <a:pt x="1909" y="9921"/>
                  </a:cubicBezTo>
                  <a:cubicBezTo>
                    <a:pt x="1877" y="9462"/>
                    <a:pt x="1675" y="8833"/>
                    <a:pt x="1376" y="8353"/>
                  </a:cubicBezTo>
                  <a:cubicBezTo>
                    <a:pt x="971" y="7660"/>
                    <a:pt x="608" y="6881"/>
                    <a:pt x="299" y="6220"/>
                  </a:cubicBezTo>
                  <a:cubicBezTo>
                    <a:pt x="32" y="5622"/>
                    <a:pt x="139" y="4897"/>
                    <a:pt x="277" y="4289"/>
                  </a:cubicBezTo>
                  <a:cubicBezTo>
                    <a:pt x="416" y="3563"/>
                    <a:pt x="555" y="2859"/>
                    <a:pt x="661" y="2209"/>
                  </a:cubicBezTo>
                  <a:cubicBezTo>
                    <a:pt x="725" y="1793"/>
                    <a:pt x="672" y="1387"/>
                    <a:pt x="629" y="993"/>
                  </a:cubicBezTo>
                  <a:cubicBezTo>
                    <a:pt x="597" y="673"/>
                    <a:pt x="555" y="342"/>
                    <a:pt x="576" y="0"/>
                  </a:cubicBezTo>
                  <a:close/>
                  <a:moveTo>
                    <a:pt x="4513" y="15387"/>
                  </a:moveTo>
                  <a:cubicBezTo>
                    <a:pt x="4593" y="15498"/>
                    <a:pt x="4668" y="15607"/>
                    <a:pt x="4736" y="15714"/>
                  </a:cubicBezTo>
                  <a:cubicBezTo>
                    <a:pt x="5291" y="16556"/>
                    <a:pt x="5131" y="17260"/>
                    <a:pt x="4939" y="18135"/>
                  </a:cubicBezTo>
                  <a:cubicBezTo>
                    <a:pt x="4896" y="18327"/>
                    <a:pt x="4864" y="18530"/>
                    <a:pt x="4822" y="18722"/>
                  </a:cubicBezTo>
                  <a:cubicBezTo>
                    <a:pt x="4790" y="18871"/>
                    <a:pt x="4779" y="19031"/>
                    <a:pt x="4779" y="19191"/>
                  </a:cubicBezTo>
                  <a:cubicBezTo>
                    <a:pt x="4779" y="19703"/>
                    <a:pt x="4918" y="20194"/>
                    <a:pt x="5056" y="20674"/>
                  </a:cubicBezTo>
                  <a:cubicBezTo>
                    <a:pt x="5195" y="21143"/>
                    <a:pt x="5344" y="21634"/>
                    <a:pt x="5323" y="22125"/>
                  </a:cubicBezTo>
                  <a:cubicBezTo>
                    <a:pt x="5323" y="22221"/>
                    <a:pt x="5312" y="22317"/>
                    <a:pt x="5302" y="22391"/>
                  </a:cubicBezTo>
                  <a:cubicBezTo>
                    <a:pt x="5184" y="23341"/>
                    <a:pt x="4726" y="24141"/>
                    <a:pt x="4278" y="24888"/>
                  </a:cubicBezTo>
                  <a:cubicBezTo>
                    <a:pt x="4086" y="25197"/>
                    <a:pt x="3883" y="25496"/>
                    <a:pt x="3691" y="25794"/>
                  </a:cubicBezTo>
                  <a:cubicBezTo>
                    <a:pt x="3115" y="26669"/>
                    <a:pt x="2528" y="27576"/>
                    <a:pt x="2112" y="28557"/>
                  </a:cubicBezTo>
                  <a:cubicBezTo>
                    <a:pt x="1621" y="29731"/>
                    <a:pt x="2123" y="30605"/>
                    <a:pt x="2710" y="31619"/>
                  </a:cubicBezTo>
                  <a:lnTo>
                    <a:pt x="2752" y="31672"/>
                  </a:lnTo>
                  <a:cubicBezTo>
                    <a:pt x="3446" y="32888"/>
                    <a:pt x="3638" y="33923"/>
                    <a:pt x="3339" y="35075"/>
                  </a:cubicBezTo>
                  <a:cubicBezTo>
                    <a:pt x="3328" y="35139"/>
                    <a:pt x="3296" y="35224"/>
                    <a:pt x="3286" y="35288"/>
                  </a:cubicBezTo>
                  <a:cubicBezTo>
                    <a:pt x="3275" y="35331"/>
                    <a:pt x="3275" y="35384"/>
                    <a:pt x="3264" y="35416"/>
                  </a:cubicBezTo>
                  <a:cubicBezTo>
                    <a:pt x="3019" y="36408"/>
                    <a:pt x="2838" y="37475"/>
                    <a:pt x="3019" y="38542"/>
                  </a:cubicBezTo>
                  <a:lnTo>
                    <a:pt x="3051" y="38553"/>
                  </a:lnTo>
                  <a:cubicBezTo>
                    <a:pt x="2859" y="37486"/>
                    <a:pt x="3051" y="36419"/>
                    <a:pt x="3286" y="35416"/>
                  </a:cubicBezTo>
                  <a:cubicBezTo>
                    <a:pt x="3296" y="35384"/>
                    <a:pt x="3296" y="35342"/>
                    <a:pt x="3318" y="35288"/>
                  </a:cubicBezTo>
                  <a:cubicBezTo>
                    <a:pt x="3328" y="35224"/>
                    <a:pt x="3339" y="35139"/>
                    <a:pt x="3371" y="35075"/>
                  </a:cubicBezTo>
                  <a:cubicBezTo>
                    <a:pt x="3659" y="33944"/>
                    <a:pt x="3478" y="32888"/>
                    <a:pt x="2784" y="31683"/>
                  </a:cubicBezTo>
                  <a:lnTo>
                    <a:pt x="2742" y="31629"/>
                  </a:lnTo>
                  <a:cubicBezTo>
                    <a:pt x="2155" y="30616"/>
                    <a:pt x="1643" y="29741"/>
                    <a:pt x="2144" y="28557"/>
                  </a:cubicBezTo>
                  <a:cubicBezTo>
                    <a:pt x="2550" y="27576"/>
                    <a:pt x="3136" y="26658"/>
                    <a:pt x="3712" y="25784"/>
                  </a:cubicBezTo>
                  <a:cubicBezTo>
                    <a:pt x="3904" y="25485"/>
                    <a:pt x="4096" y="25176"/>
                    <a:pt x="4288" y="24877"/>
                  </a:cubicBezTo>
                  <a:cubicBezTo>
                    <a:pt x="4736" y="24141"/>
                    <a:pt x="5195" y="23341"/>
                    <a:pt x="5312" y="22391"/>
                  </a:cubicBezTo>
                  <a:cubicBezTo>
                    <a:pt x="5323" y="22327"/>
                    <a:pt x="5323" y="22221"/>
                    <a:pt x="5344" y="22135"/>
                  </a:cubicBezTo>
                  <a:cubicBezTo>
                    <a:pt x="5344" y="21645"/>
                    <a:pt x="5206" y="21154"/>
                    <a:pt x="5078" y="20685"/>
                  </a:cubicBezTo>
                  <a:cubicBezTo>
                    <a:pt x="4939" y="20205"/>
                    <a:pt x="4790" y="19714"/>
                    <a:pt x="4790" y="19191"/>
                  </a:cubicBezTo>
                  <a:cubicBezTo>
                    <a:pt x="4790" y="19021"/>
                    <a:pt x="4811" y="18871"/>
                    <a:pt x="4832" y="18722"/>
                  </a:cubicBezTo>
                  <a:cubicBezTo>
                    <a:pt x="4875" y="18530"/>
                    <a:pt x="4918" y="18327"/>
                    <a:pt x="4950" y="18135"/>
                  </a:cubicBezTo>
                  <a:cubicBezTo>
                    <a:pt x="5142" y="17271"/>
                    <a:pt x="5291" y="16578"/>
                    <a:pt x="4758" y="15735"/>
                  </a:cubicBezTo>
                  <a:cubicBezTo>
                    <a:pt x="4681" y="15618"/>
                    <a:pt x="4599" y="15503"/>
                    <a:pt x="4513" y="1538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8"/>
            <p:cNvSpPr/>
            <p:nvPr/>
          </p:nvSpPr>
          <p:spPr>
            <a:xfrm>
              <a:off x="5107457" y="1148394"/>
              <a:ext cx="445772" cy="3243048"/>
            </a:xfrm>
            <a:custGeom>
              <a:rect b="b" l="l" r="r" t="t"/>
              <a:pathLst>
                <a:path extrusionOk="0" h="38500" w="5292">
                  <a:moveTo>
                    <a:pt x="288" y="1"/>
                  </a:moveTo>
                  <a:cubicBezTo>
                    <a:pt x="256" y="363"/>
                    <a:pt x="288" y="705"/>
                    <a:pt x="331" y="1057"/>
                  </a:cubicBezTo>
                  <a:cubicBezTo>
                    <a:pt x="374" y="1398"/>
                    <a:pt x="406" y="1772"/>
                    <a:pt x="374" y="2134"/>
                  </a:cubicBezTo>
                  <a:cubicBezTo>
                    <a:pt x="342" y="2486"/>
                    <a:pt x="288" y="2828"/>
                    <a:pt x="235" y="3169"/>
                  </a:cubicBezTo>
                  <a:cubicBezTo>
                    <a:pt x="203" y="3478"/>
                    <a:pt x="150" y="3788"/>
                    <a:pt x="118" y="4097"/>
                  </a:cubicBezTo>
                  <a:cubicBezTo>
                    <a:pt x="43" y="4758"/>
                    <a:pt x="0" y="5399"/>
                    <a:pt x="310" y="5943"/>
                  </a:cubicBezTo>
                  <a:cubicBezTo>
                    <a:pt x="694" y="6668"/>
                    <a:pt x="1078" y="7457"/>
                    <a:pt x="1376" y="8161"/>
                  </a:cubicBezTo>
                  <a:cubicBezTo>
                    <a:pt x="1611" y="8705"/>
                    <a:pt x="1750" y="9271"/>
                    <a:pt x="1782" y="9826"/>
                  </a:cubicBezTo>
                  <a:cubicBezTo>
                    <a:pt x="1803" y="9964"/>
                    <a:pt x="1803" y="10103"/>
                    <a:pt x="1814" y="10252"/>
                  </a:cubicBezTo>
                  <a:cubicBezTo>
                    <a:pt x="1835" y="10658"/>
                    <a:pt x="1857" y="11063"/>
                    <a:pt x="1942" y="11458"/>
                  </a:cubicBezTo>
                  <a:cubicBezTo>
                    <a:pt x="1995" y="11735"/>
                    <a:pt x="2134" y="12055"/>
                    <a:pt x="2315" y="12364"/>
                  </a:cubicBezTo>
                  <a:cubicBezTo>
                    <a:pt x="2689" y="12983"/>
                    <a:pt x="3169" y="13676"/>
                    <a:pt x="3787" y="14498"/>
                  </a:cubicBezTo>
                  <a:cubicBezTo>
                    <a:pt x="3905" y="14637"/>
                    <a:pt x="4011" y="14786"/>
                    <a:pt x="4129" y="14935"/>
                  </a:cubicBezTo>
                  <a:cubicBezTo>
                    <a:pt x="4321" y="15159"/>
                    <a:pt x="4491" y="15394"/>
                    <a:pt x="4651" y="15618"/>
                  </a:cubicBezTo>
                  <a:cubicBezTo>
                    <a:pt x="5238" y="16482"/>
                    <a:pt x="5078" y="17133"/>
                    <a:pt x="4865" y="18061"/>
                  </a:cubicBezTo>
                  <a:cubicBezTo>
                    <a:pt x="4822" y="18231"/>
                    <a:pt x="4790" y="18413"/>
                    <a:pt x="4747" y="18605"/>
                  </a:cubicBezTo>
                  <a:cubicBezTo>
                    <a:pt x="4705" y="18754"/>
                    <a:pt x="4694" y="18914"/>
                    <a:pt x="4683" y="19085"/>
                  </a:cubicBezTo>
                  <a:cubicBezTo>
                    <a:pt x="4662" y="19576"/>
                    <a:pt x="4758" y="20056"/>
                    <a:pt x="4854" y="20525"/>
                  </a:cubicBezTo>
                  <a:cubicBezTo>
                    <a:pt x="4950" y="21016"/>
                    <a:pt x="5057" y="21528"/>
                    <a:pt x="5014" y="22029"/>
                  </a:cubicBezTo>
                  <a:cubicBezTo>
                    <a:pt x="5003" y="22125"/>
                    <a:pt x="4982" y="22221"/>
                    <a:pt x="4971" y="22285"/>
                  </a:cubicBezTo>
                  <a:cubicBezTo>
                    <a:pt x="4801" y="23234"/>
                    <a:pt x="4363" y="24067"/>
                    <a:pt x="3947" y="24781"/>
                  </a:cubicBezTo>
                  <a:lnTo>
                    <a:pt x="3382" y="25699"/>
                  </a:lnTo>
                  <a:cubicBezTo>
                    <a:pt x="2827" y="26595"/>
                    <a:pt x="2262" y="27512"/>
                    <a:pt x="1878" y="28483"/>
                  </a:cubicBezTo>
                  <a:cubicBezTo>
                    <a:pt x="1430" y="29646"/>
                    <a:pt x="1782" y="30488"/>
                    <a:pt x="2390" y="31640"/>
                  </a:cubicBezTo>
                  <a:cubicBezTo>
                    <a:pt x="3051" y="32921"/>
                    <a:pt x="3222" y="33934"/>
                    <a:pt x="2977" y="35022"/>
                  </a:cubicBezTo>
                  <a:cubicBezTo>
                    <a:pt x="2945" y="35086"/>
                    <a:pt x="2934" y="35150"/>
                    <a:pt x="2923" y="35235"/>
                  </a:cubicBezTo>
                  <a:cubicBezTo>
                    <a:pt x="2902" y="35267"/>
                    <a:pt x="2902" y="35310"/>
                    <a:pt x="2891" y="35353"/>
                  </a:cubicBezTo>
                  <a:cubicBezTo>
                    <a:pt x="2678" y="36334"/>
                    <a:pt x="2497" y="37401"/>
                    <a:pt x="2721" y="38500"/>
                  </a:cubicBezTo>
                  <a:lnTo>
                    <a:pt x="2795" y="38489"/>
                  </a:lnTo>
                  <a:cubicBezTo>
                    <a:pt x="2571" y="37390"/>
                    <a:pt x="2742" y="36334"/>
                    <a:pt x="2977" y="35353"/>
                  </a:cubicBezTo>
                  <a:cubicBezTo>
                    <a:pt x="2987" y="35310"/>
                    <a:pt x="2987" y="35267"/>
                    <a:pt x="2998" y="35235"/>
                  </a:cubicBezTo>
                  <a:cubicBezTo>
                    <a:pt x="3009" y="35161"/>
                    <a:pt x="3041" y="35086"/>
                    <a:pt x="3051" y="35022"/>
                  </a:cubicBezTo>
                  <a:cubicBezTo>
                    <a:pt x="3318" y="33923"/>
                    <a:pt x="3137" y="32910"/>
                    <a:pt x="2465" y="31630"/>
                  </a:cubicBezTo>
                  <a:cubicBezTo>
                    <a:pt x="1867" y="30467"/>
                    <a:pt x="1505" y="29635"/>
                    <a:pt x="1963" y="28483"/>
                  </a:cubicBezTo>
                  <a:cubicBezTo>
                    <a:pt x="2337" y="27512"/>
                    <a:pt x="2902" y="26595"/>
                    <a:pt x="3457" y="25699"/>
                  </a:cubicBezTo>
                  <a:cubicBezTo>
                    <a:pt x="3638" y="25400"/>
                    <a:pt x="3830" y="25080"/>
                    <a:pt x="4011" y="24781"/>
                  </a:cubicBezTo>
                  <a:cubicBezTo>
                    <a:pt x="4427" y="24088"/>
                    <a:pt x="4865" y="23234"/>
                    <a:pt x="5035" y="22285"/>
                  </a:cubicBezTo>
                  <a:cubicBezTo>
                    <a:pt x="5057" y="22221"/>
                    <a:pt x="5067" y="22125"/>
                    <a:pt x="5078" y="22029"/>
                  </a:cubicBezTo>
                  <a:cubicBezTo>
                    <a:pt x="5121" y="21528"/>
                    <a:pt x="5014" y="21016"/>
                    <a:pt x="4918" y="20525"/>
                  </a:cubicBezTo>
                  <a:cubicBezTo>
                    <a:pt x="4822" y="20056"/>
                    <a:pt x="4715" y="19576"/>
                    <a:pt x="4747" y="19096"/>
                  </a:cubicBezTo>
                  <a:cubicBezTo>
                    <a:pt x="4747" y="18925"/>
                    <a:pt x="4769" y="18765"/>
                    <a:pt x="4801" y="18615"/>
                  </a:cubicBezTo>
                  <a:cubicBezTo>
                    <a:pt x="4843" y="18434"/>
                    <a:pt x="4875" y="18242"/>
                    <a:pt x="4918" y="18071"/>
                  </a:cubicBezTo>
                  <a:cubicBezTo>
                    <a:pt x="5131" y="17154"/>
                    <a:pt x="5291" y="16482"/>
                    <a:pt x="4694" y="15607"/>
                  </a:cubicBezTo>
                  <a:cubicBezTo>
                    <a:pt x="4545" y="15394"/>
                    <a:pt x="4363" y="15159"/>
                    <a:pt x="4171" y="14925"/>
                  </a:cubicBezTo>
                  <a:cubicBezTo>
                    <a:pt x="4054" y="14775"/>
                    <a:pt x="3937" y="14626"/>
                    <a:pt x="3830" y="14487"/>
                  </a:cubicBezTo>
                  <a:cubicBezTo>
                    <a:pt x="3211" y="13666"/>
                    <a:pt x="2731" y="12972"/>
                    <a:pt x="2358" y="12354"/>
                  </a:cubicBezTo>
                  <a:cubicBezTo>
                    <a:pt x="2187" y="12044"/>
                    <a:pt x="2049" y="11735"/>
                    <a:pt x="1985" y="11458"/>
                  </a:cubicBezTo>
                  <a:cubicBezTo>
                    <a:pt x="1889" y="11074"/>
                    <a:pt x="1867" y="10658"/>
                    <a:pt x="1857" y="10252"/>
                  </a:cubicBezTo>
                  <a:cubicBezTo>
                    <a:pt x="1835" y="10124"/>
                    <a:pt x="1835" y="9975"/>
                    <a:pt x="1825" y="9826"/>
                  </a:cubicBezTo>
                  <a:cubicBezTo>
                    <a:pt x="1782" y="9271"/>
                    <a:pt x="1643" y="8695"/>
                    <a:pt x="1408" y="8151"/>
                  </a:cubicBezTo>
                  <a:cubicBezTo>
                    <a:pt x="1110" y="7436"/>
                    <a:pt x="736" y="6657"/>
                    <a:pt x="331" y="5932"/>
                  </a:cubicBezTo>
                  <a:cubicBezTo>
                    <a:pt x="43" y="5388"/>
                    <a:pt x="75" y="4748"/>
                    <a:pt x="150" y="4097"/>
                  </a:cubicBezTo>
                  <a:cubicBezTo>
                    <a:pt x="171" y="3788"/>
                    <a:pt x="224" y="3478"/>
                    <a:pt x="267" y="3169"/>
                  </a:cubicBezTo>
                  <a:cubicBezTo>
                    <a:pt x="320" y="2838"/>
                    <a:pt x="363" y="2486"/>
                    <a:pt x="395" y="2134"/>
                  </a:cubicBezTo>
                  <a:cubicBezTo>
                    <a:pt x="438" y="1761"/>
                    <a:pt x="395" y="1398"/>
                    <a:pt x="363" y="1036"/>
                  </a:cubicBezTo>
                  <a:cubicBezTo>
                    <a:pt x="331" y="705"/>
                    <a:pt x="288" y="353"/>
                    <a:pt x="3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8"/>
            <p:cNvSpPr/>
            <p:nvPr/>
          </p:nvSpPr>
          <p:spPr>
            <a:xfrm>
              <a:off x="5142499" y="1152016"/>
              <a:ext cx="444845" cy="3234034"/>
            </a:xfrm>
            <a:custGeom>
              <a:rect b="b" l="l" r="r" t="t"/>
              <a:pathLst>
                <a:path extrusionOk="0" h="38393" w="5281">
                  <a:moveTo>
                    <a:pt x="75" y="0"/>
                  </a:moveTo>
                  <a:cubicBezTo>
                    <a:pt x="22" y="342"/>
                    <a:pt x="75" y="715"/>
                    <a:pt x="118" y="1067"/>
                  </a:cubicBezTo>
                  <a:cubicBezTo>
                    <a:pt x="160" y="1398"/>
                    <a:pt x="192" y="1729"/>
                    <a:pt x="171" y="2049"/>
                  </a:cubicBezTo>
                  <a:cubicBezTo>
                    <a:pt x="139" y="2358"/>
                    <a:pt x="128" y="2689"/>
                    <a:pt x="107" y="2998"/>
                  </a:cubicBezTo>
                  <a:cubicBezTo>
                    <a:pt x="75" y="3286"/>
                    <a:pt x="64" y="3585"/>
                    <a:pt x="32" y="3873"/>
                  </a:cubicBezTo>
                  <a:cubicBezTo>
                    <a:pt x="0" y="4385"/>
                    <a:pt x="54" y="5142"/>
                    <a:pt x="352" y="5654"/>
                  </a:cubicBezTo>
                  <a:cubicBezTo>
                    <a:pt x="758" y="6294"/>
                    <a:pt x="1121" y="7116"/>
                    <a:pt x="1387" y="7958"/>
                  </a:cubicBezTo>
                  <a:cubicBezTo>
                    <a:pt x="1569" y="8545"/>
                    <a:pt x="1675" y="9121"/>
                    <a:pt x="1707" y="9622"/>
                  </a:cubicBezTo>
                  <a:cubicBezTo>
                    <a:pt x="1718" y="9772"/>
                    <a:pt x="1718" y="9921"/>
                    <a:pt x="1718" y="10060"/>
                  </a:cubicBezTo>
                  <a:cubicBezTo>
                    <a:pt x="1729" y="10465"/>
                    <a:pt x="1729" y="10881"/>
                    <a:pt x="1825" y="11265"/>
                  </a:cubicBezTo>
                  <a:cubicBezTo>
                    <a:pt x="1889" y="11543"/>
                    <a:pt x="2038" y="11873"/>
                    <a:pt x="2241" y="12172"/>
                  </a:cubicBezTo>
                  <a:cubicBezTo>
                    <a:pt x="2411" y="12428"/>
                    <a:pt x="2582" y="12716"/>
                    <a:pt x="2753" y="12983"/>
                  </a:cubicBezTo>
                  <a:cubicBezTo>
                    <a:pt x="3051" y="13452"/>
                    <a:pt x="3339" y="13921"/>
                    <a:pt x="3681" y="14359"/>
                  </a:cubicBezTo>
                  <a:cubicBezTo>
                    <a:pt x="3809" y="14540"/>
                    <a:pt x="3958" y="14722"/>
                    <a:pt x="4107" y="14892"/>
                  </a:cubicBezTo>
                  <a:cubicBezTo>
                    <a:pt x="4278" y="15095"/>
                    <a:pt x="4427" y="15276"/>
                    <a:pt x="4566" y="15468"/>
                  </a:cubicBezTo>
                  <a:cubicBezTo>
                    <a:pt x="5238" y="16354"/>
                    <a:pt x="5078" y="16994"/>
                    <a:pt x="4822" y="17954"/>
                  </a:cubicBezTo>
                  <a:cubicBezTo>
                    <a:pt x="4779" y="18124"/>
                    <a:pt x="4747" y="18263"/>
                    <a:pt x="4705" y="18444"/>
                  </a:cubicBezTo>
                  <a:cubicBezTo>
                    <a:pt x="4662" y="18594"/>
                    <a:pt x="4641" y="18754"/>
                    <a:pt x="4619" y="18935"/>
                  </a:cubicBezTo>
                  <a:cubicBezTo>
                    <a:pt x="4587" y="19394"/>
                    <a:pt x="4641" y="19885"/>
                    <a:pt x="4694" y="20343"/>
                  </a:cubicBezTo>
                  <a:cubicBezTo>
                    <a:pt x="4758" y="20855"/>
                    <a:pt x="4811" y="21378"/>
                    <a:pt x="4747" y="21879"/>
                  </a:cubicBezTo>
                  <a:cubicBezTo>
                    <a:pt x="4726" y="21965"/>
                    <a:pt x="4705" y="22050"/>
                    <a:pt x="4694" y="22135"/>
                  </a:cubicBezTo>
                  <a:cubicBezTo>
                    <a:pt x="4513" y="22893"/>
                    <a:pt x="4214" y="23661"/>
                    <a:pt x="3681" y="24632"/>
                  </a:cubicBezTo>
                  <a:cubicBezTo>
                    <a:pt x="3489" y="24952"/>
                    <a:pt x="3307" y="25272"/>
                    <a:pt x="3126" y="25570"/>
                  </a:cubicBezTo>
                  <a:cubicBezTo>
                    <a:pt x="2614" y="26466"/>
                    <a:pt x="2081" y="27394"/>
                    <a:pt x="1718" y="28365"/>
                  </a:cubicBezTo>
                  <a:cubicBezTo>
                    <a:pt x="1259" y="29581"/>
                    <a:pt x="1633" y="30648"/>
                    <a:pt x="2081" y="31544"/>
                  </a:cubicBezTo>
                  <a:cubicBezTo>
                    <a:pt x="2699" y="32824"/>
                    <a:pt x="2881" y="33838"/>
                    <a:pt x="2646" y="34904"/>
                  </a:cubicBezTo>
                  <a:lnTo>
                    <a:pt x="2614" y="35107"/>
                  </a:lnTo>
                  <a:cubicBezTo>
                    <a:pt x="2593" y="35150"/>
                    <a:pt x="2593" y="35203"/>
                    <a:pt x="2582" y="35246"/>
                  </a:cubicBezTo>
                  <a:cubicBezTo>
                    <a:pt x="2379" y="36163"/>
                    <a:pt x="2209" y="37241"/>
                    <a:pt x="2465" y="38393"/>
                  </a:cubicBezTo>
                  <a:lnTo>
                    <a:pt x="2518" y="38382"/>
                  </a:lnTo>
                  <a:cubicBezTo>
                    <a:pt x="2262" y="37251"/>
                    <a:pt x="2433" y="36163"/>
                    <a:pt x="2635" y="35256"/>
                  </a:cubicBezTo>
                  <a:cubicBezTo>
                    <a:pt x="2635" y="35214"/>
                    <a:pt x="2646" y="35160"/>
                    <a:pt x="2667" y="35118"/>
                  </a:cubicBezTo>
                  <a:cubicBezTo>
                    <a:pt x="2678" y="35043"/>
                    <a:pt x="2689" y="34968"/>
                    <a:pt x="2699" y="34904"/>
                  </a:cubicBezTo>
                  <a:cubicBezTo>
                    <a:pt x="2934" y="33838"/>
                    <a:pt x="2753" y="32824"/>
                    <a:pt x="2113" y="31533"/>
                  </a:cubicBezTo>
                  <a:cubicBezTo>
                    <a:pt x="1686" y="30648"/>
                    <a:pt x="1302" y="29581"/>
                    <a:pt x="1761" y="28376"/>
                  </a:cubicBezTo>
                  <a:cubicBezTo>
                    <a:pt x="2113" y="27416"/>
                    <a:pt x="2646" y="26498"/>
                    <a:pt x="3169" y="25602"/>
                  </a:cubicBezTo>
                  <a:cubicBezTo>
                    <a:pt x="3361" y="25293"/>
                    <a:pt x="3542" y="24973"/>
                    <a:pt x="3713" y="24653"/>
                  </a:cubicBezTo>
                  <a:cubicBezTo>
                    <a:pt x="4246" y="23693"/>
                    <a:pt x="4555" y="22914"/>
                    <a:pt x="4726" y="22146"/>
                  </a:cubicBezTo>
                  <a:cubicBezTo>
                    <a:pt x="4758" y="22061"/>
                    <a:pt x="4769" y="21975"/>
                    <a:pt x="4779" y="21890"/>
                  </a:cubicBezTo>
                  <a:cubicBezTo>
                    <a:pt x="4854" y="21389"/>
                    <a:pt x="4779" y="20866"/>
                    <a:pt x="4726" y="20354"/>
                  </a:cubicBezTo>
                  <a:cubicBezTo>
                    <a:pt x="4673" y="19895"/>
                    <a:pt x="4619" y="19415"/>
                    <a:pt x="4662" y="18946"/>
                  </a:cubicBezTo>
                  <a:cubicBezTo>
                    <a:pt x="4673" y="18786"/>
                    <a:pt x="4705" y="18615"/>
                    <a:pt x="4747" y="18466"/>
                  </a:cubicBezTo>
                  <a:cubicBezTo>
                    <a:pt x="4779" y="18295"/>
                    <a:pt x="4822" y="18135"/>
                    <a:pt x="4865" y="17986"/>
                  </a:cubicBezTo>
                  <a:cubicBezTo>
                    <a:pt x="5099" y="17015"/>
                    <a:pt x="5281" y="16375"/>
                    <a:pt x="4598" y="15468"/>
                  </a:cubicBezTo>
                  <a:cubicBezTo>
                    <a:pt x="4449" y="15266"/>
                    <a:pt x="4289" y="15074"/>
                    <a:pt x="4129" y="14882"/>
                  </a:cubicBezTo>
                  <a:cubicBezTo>
                    <a:pt x="3979" y="14700"/>
                    <a:pt x="3841" y="14530"/>
                    <a:pt x="3702" y="14348"/>
                  </a:cubicBezTo>
                  <a:cubicBezTo>
                    <a:pt x="3371" y="13900"/>
                    <a:pt x="3073" y="13420"/>
                    <a:pt x="2785" y="12972"/>
                  </a:cubicBezTo>
                  <a:cubicBezTo>
                    <a:pt x="2625" y="12705"/>
                    <a:pt x="2433" y="12428"/>
                    <a:pt x="2262" y="12161"/>
                  </a:cubicBezTo>
                  <a:cubicBezTo>
                    <a:pt x="2059" y="11852"/>
                    <a:pt x="1921" y="11532"/>
                    <a:pt x="1846" y="11255"/>
                  </a:cubicBezTo>
                  <a:cubicBezTo>
                    <a:pt x="1761" y="10860"/>
                    <a:pt x="1761" y="10455"/>
                    <a:pt x="1739" y="10049"/>
                  </a:cubicBezTo>
                  <a:cubicBezTo>
                    <a:pt x="1739" y="9900"/>
                    <a:pt x="1739" y="9761"/>
                    <a:pt x="1729" y="9612"/>
                  </a:cubicBezTo>
                  <a:cubicBezTo>
                    <a:pt x="1707" y="9100"/>
                    <a:pt x="1601" y="8513"/>
                    <a:pt x="1409" y="7948"/>
                  </a:cubicBezTo>
                  <a:cubicBezTo>
                    <a:pt x="1131" y="7094"/>
                    <a:pt x="768" y="6262"/>
                    <a:pt x="384" y="5622"/>
                  </a:cubicBezTo>
                  <a:cubicBezTo>
                    <a:pt x="75" y="5132"/>
                    <a:pt x="22" y="4374"/>
                    <a:pt x="64" y="3873"/>
                  </a:cubicBezTo>
                  <a:cubicBezTo>
                    <a:pt x="86" y="3595"/>
                    <a:pt x="107" y="3286"/>
                    <a:pt x="128" y="2998"/>
                  </a:cubicBezTo>
                  <a:cubicBezTo>
                    <a:pt x="139" y="2689"/>
                    <a:pt x="171" y="2369"/>
                    <a:pt x="192" y="2049"/>
                  </a:cubicBezTo>
                  <a:cubicBezTo>
                    <a:pt x="224" y="1718"/>
                    <a:pt x="182" y="1387"/>
                    <a:pt x="139" y="1067"/>
                  </a:cubicBezTo>
                  <a:cubicBezTo>
                    <a:pt x="107" y="715"/>
                    <a:pt x="64" y="342"/>
                    <a:pt x="1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8"/>
            <p:cNvSpPr/>
            <p:nvPr/>
          </p:nvSpPr>
          <p:spPr>
            <a:xfrm>
              <a:off x="5158673" y="1152943"/>
              <a:ext cx="457480" cy="3229486"/>
            </a:xfrm>
            <a:custGeom>
              <a:rect b="b" l="l" r="r" t="t"/>
              <a:pathLst>
                <a:path extrusionOk="0" h="38339" w="5431">
                  <a:moveTo>
                    <a:pt x="75" y="0"/>
                  </a:moveTo>
                  <a:cubicBezTo>
                    <a:pt x="0" y="341"/>
                    <a:pt x="54" y="704"/>
                    <a:pt x="107" y="1067"/>
                  </a:cubicBezTo>
                  <a:cubicBezTo>
                    <a:pt x="150" y="1355"/>
                    <a:pt x="192" y="1664"/>
                    <a:pt x="182" y="1963"/>
                  </a:cubicBezTo>
                  <a:cubicBezTo>
                    <a:pt x="139" y="2475"/>
                    <a:pt x="150" y="3030"/>
                    <a:pt x="150" y="3563"/>
                  </a:cubicBezTo>
                  <a:lnTo>
                    <a:pt x="150" y="3680"/>
                  </a:lnTo>
                  <a:cubicBezTo>
                    <a:pt x="160" y="4182"/>
                    <a:pt x="299" y="4907"/>
                    <a:pt x="587" y="5377"/>
                  </a:cubicBezTo>
                  <a:cubicBezTo>
                    <a:pt x="1057" y="6123"/>
                    <a:pt x="1313" y="7041"/>
                    <a:pt x="1526" y="7787"/>
                  </a:cubicBezTo>
                  <a:cubicBezTo>
                    <a:pt x="1665" y="8331"/>
                    <a:pt x="1761" y="8907"/>
                    <a:pt x="1793" y="9398"/>
                  </a:cubicBezTo>
                  <a:cubicBezTo>
                    <a:pt x="1803" y="9558"/>
                    <a:pt x="1803" y="9708"/>
                    <a:pt x="1803" y="9868"/>
                  </a:cubicBezTo>
                  <a:cubicBezTo>
                    <a:pt x="1803" y="10284"/>
                    <a:pt x="1814" y="10710"/>
                    <a:pt x="1910" y="11094"/>
                  </a:cubicBezTo>
                  <a:cubicBezTo>
                    <a:pt x="1985" y="11404"/>
                    <a:pt x="2177" y="11724"/>
                    <a:pt x="2379" y="12022"/>
                  </a:cubicBezTo>
                  <a:cubicBezTo>
                    <a:pt x="2561" y="12321"/>
                    <a:pt x="2731" y="12641"/>
                    <a:pt x="2913" y="12950"/>
                  </a:cubicBezTo>
                  <a:cubicBezTo>
                    <a:pt x="3169" y="13398"/>
                    <a:pt x="3414" y="13868"/>
                    <a:pt x="3734" y="14295"/>
                  </a:cubicBezTo>
                  <a:cubicBezTo>
                    <a:pt x="3915" y="14519"/>
                    <a:pt x="4097" y="14732"/>
                    <a:pt x="4289" y="14945"/>
                  </a:cubicBezTo>
                  <a:cubicBezTo>
                    <a:pt x="4417" y="15095"/>
                    <a:pt x="4534" y="15244"/>
                    <a:pt x="4651" y="15383"/>
                  </a:cubicBezTo>
                  <a:cubicBezTo>
                    <a:pt x="5398" y="16321"/>
                    <a:pt x="5228" y="16929"/>
                    <a:pt x="4950" y="17943"/>
                  </a:cubicBezTo>
                  <a:cubicBezTo>
                    <a:pt x="4907" y="18071"/>
                    <a:pt x="4886" y="18188"/>
                    <a:pt x="4843" y="18316"/>
                  </a:cubicBezTo>
                  <a:cubicBezTo>
                    <a:pt x="4801" y="18465"/>
                    <a:pt x="4779" y="18636"/>
                    <a:pt x="4747" y="18818"/>
                  </a:cubicBezTo>
                  <a:cubicBezTo>
                    <a:pt x="4694" y="19266"/>
                    <a:pt x="4705" y="19735"/>
                    <a:pt x="4726" y="20183"/>
                  </a:cubicBezTo>
                  <a:cubicBezTo>
                    <a:pt x="4737" y="20706"/>
                    <a:pt x="4747" y="21239"/>
                    <a:pt x="4651" y="21762"/>
                  </a:cubicBezTo>
                  <a:cubicBezTo>
                    <a:pt x="4641" y="21836"/>
                    <a:pt x="4630" y="21922"/>
                    <a:pt x="4598" y="21996"/>
                  </a:cubicBezTo>
                  <a:lnTo>
                    <a:pt x="4598" y="22018"/>
                  </a:lnTo>
                  <a:cubicBezTo>
                    <a:pt x="4406" y="22796"/>
                    <a:pt x="4097" y="23597"/>
                    <a:pt x="3617" y="24525"/>
                  </a:cubicBezTo>
                  <a:cubicBezTo>
                    <a:pt x="3457" y="24823"/>
                    <a:pt x="3286" y="25143"/>
                    <a:pt x="3126" y="25442"/>
                  </a:cubicBezTo>
                  <a:cubicBezTo>
                    <a:pt x="2625" y="26349"/>
                    <a:pt x="2123" y="27298"/>
                    <a:pt x="1793" y="28269"/>
                  </a:cubicBezTo>
                  <a:cubicBezTo>
                    <a:pt x="1451" y="29282"/>
                    <a:pt x="1526" y="30360"/>
                    <a:pt x="2006" y="31469"/>
                  </a:cubicBezTo>
                  <a:cubicBezTo>
                    <a:pt x="2401" y="32397"/>
                    <a:pt x="2795" y="33517"/>
                    <a:pt x="2561" y="34829"/>
                  </a:cubicBezTo>
                  <a:cubicBezTo>
                    <a:pt x="2550" y="34925"/>
                    <a:pt x="2529" y="35000"/>
                    <a:pt x="2507" y="35096"/>
                  </a:cubicBezTo>
                  <a:lnTo>
                    <a:pt x="2497" y="35171"/>
                  </a:lnTo>
                  <a:cubicBezTo>
                    <a:pt x="2230" y="36429"/>
                    <a:pt x="2219" y="37379"/>
                    <a:pt x="2443" y="38318"/>
                  </a:cubicBezTo>
                  <a:lnTo>
                    <a:pt x="2454" y="38339"/>
                  </a:lnTo>
                  <a:cubicBezTo>
                    <a:pt x="2230" y="37400"/>
                    <a:pt x="2241" y="36451"/>
                    <a:pt x="2507" y="35203"/>
                  </a:cubicBezTo>
                  <a:lnTo>
                    <a:pt x="2529" y="35117"/>
                  </a:lnTo>
                  <a:cubicBezTo>
                    <a:pt x="2539" y="35032"/>
                    <a:pt x="2561" y="34947"/>
                    <a:pt x="2582" y="34851"/>
                  </a:cubicBezTo>
                  <a:cubicBezTo>
                    <a:pt x="2806" y="33549"/>
                    <a:pt x="2422" y="32419"/>
                    <a:pt x="2017" y="31480"/>
                  </a:cubicBezTo>
                  <a:cubicBezTo>
                    <a:pt x="1537" y="30370"/>
                    <a:pt x="1451" y="29304"/>
                    <a:pt x="1803" y="28290"/>
                  </a:cubicBezTo>
                  <a:cubicBezTo>
                    <a:pt x="2134" y="27319"/>
                    <a:pt x="2646" y="26370"/>
                    <a:pt x="3137" y="25463"/>
                  </a:cubicBezTo>
                  <a:cubicBezTo>
                    <a:pt x="3307" y="25165"/>
                    <a:pt x="3467" y="24855"/>
                    <a:pt x="3627" y="24546"/>
                  </a:cubicBezTo>
                  <a:cubicBezTo>
                    <a:pt x="4107" y="23629"/>
                    <a:pt x="4427" y="22828"/>
                    <a:pt x="4630" y="22039"/>
                  </a:cubicBezTo>
                  <a:lnTo>
                    <a:pt x="4630" y="22028"/>
                  </a:lnTo>
                  <a:cubicBezTo>
                    <a:pt x="4641" y="21943"/>
                    <a:pt x="4673" y="21868"/>
                    <a:pt x="4683" y="21783"/>
                  </a:cubicBezTo>
                  <a:cubicBezTo>
                    <a:pt x="4779" y="21250"/>
                    <a:pt x="4769" y="20716"/>
                    <a:pt x="4747" y="20204"/>
                  </a:cubicBezTo>
                  <a:cubicBezTo>
                    <a:pt x="4737" y="19746"/>
                    <a:pt x="4726" y="19276"/>
                    <a:pt x="4779" y="18828"/>
                  </a:cubicBezTo>
                  <a:cubicBezTo>
                    <a:pt x="4801" y="18657"/>
                    <a:pt x="4833" y="18476"/>
                    <a:pt x="4875" y="18337"/>
                  </a:cubicBezTo>
                  <a:cubicBezTo>
                    <a:pt x="4907" y="18199"/>
                    <a:pt x="4950" y="18081"/>
                    <a:pt x="4982" y="17964"/>
                  </a:cubicBezTo>
                  <a:cubicBezTo>
                    <a:pt x="5260" y="16929"/>
                    <a:pt x="5430" y="16321"/>
                    <a:pt x="4673" y="15372"/>
                  </a:cubicBezTo>
                  <a:cubicBezTo>
                    <a:pt x="4555" y="15223"/>
                    <a:pt x="4427" y="15095"/>
                    <a:pt x="4299" y="14935"/>
                  </a:cubicBezTo>
                  <a:cubicBezTo>
                    <a:pt x="4107" y="14721"/>
                    <a:pt x="3926" y="14508"/>
                    <a:pt x="3755" y="14284"/>
                  </a:cubicBezTo>
                  <a:cubicBezTo>
                    <a:pt x="3435" y="13868"/>
                    <a:pt x="3179" y="13388"/>
                    <a:pt x="2923" y="12929"/>
                  </a:cubicBezTo>
                  <a:cubicBezTo>
                    <a:pt x="2753" y="12630"/>
                    <a:pt x="2582" y="12310"/>
                    <a:pt x="2390" y="12012"/>
                  </a:cubicBezTo>
                  <a:cubicBezTo>
                    <a:pt x="2187" y="11724"/>
                    <a:pt x="2006" y="11382"/>
                    <a:pt x="1921" y="11094"/>
                  </a:cubicBezTo>
                  <a:cubicBezTo>
                    <a:pt x="1835" y="10710"/>
                    <a:pt x="1814" y="10284"/>
                    <a:pt x="1814" y="9868"/>
                  </a:cubicBezTo>
                  <a:cubicBezTo>
                    <a:pt x="1814" y="9708"/>
                    <a:pt x="1814" y="9547"/>
                    <a:pt x="1803" y="9398"/>
                  </a:cubicBezTo>
                  <a:cubicBezTo>
                    <a:pt x="1793" y="8907"/>
                    <a:pt x="1686" y="8331"/>
                    <a:pt x="1537" y="7787"/>
                  </a:cubicBezTo>
                  <a:cubicBezTo>
                    <a:pt x="1323" y="7041"/>
                    <a:pt x="1067" y="6102"/>
                    <a:pt x="608" y="5355"/>
                  </a:cubicBezTo>
                  <a:cubicBezTo>
                    <a:pt x="320" y="4896"/>
                    <a:pt x="182" y="4182"/>
                    <a:pt x="182" y="3680"/>
                  </a:cubicBezTo>
                  <a:lnTo>
                    <a:pt x="182" y="3563"/>
                  </a:lnTo>
                  <a:cubicBezTo>
                    <a:pt x="182" y="3030"/>
                    <a:pt x="160" y="2475"/>
                    <a:pt x="203" y="1963"/>
                  </a:cubicBezTo>
                  <a:cubicBezTo>
                    <a:pt x="214" y="1664"/>
                    <a:pt x="182" y="1355"/>
                    <a:pt x="139" y="1067"/>
                  </a:cubicBezTo>
                  <a:cubicBezTo>
                    <a:pt x="96" y="704"/>
                    <a:pt x="43" y="341"/>
                    <a:pt x="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8"/>
            <p:cNvSpPr/>
            <p:nvPr/>
          </p:nvSpPr>
          <p:spPr>
            <a:xfrm>
              <a:off x="5175773" y="1149320"/>
              <a:ext cx="470874" cy="3225948"/>
            </a:xfrm>
            <a:custGeom>
              <a:rect b="b" l="l" r="r" t="t"/>
              <a:pathLst>
                <a:path extrusionOk="0" h="38297" w="5590">
                  <a:moveTo>
                    <a:pt x="64" y="0"/>
                  </a:moveTo>
                  <a:cubicBezTo>
                    <a:pt x="0" y="331"/>
                    <a:pt x="64" y="705"/>
                    <a:pt x="117" y="1057"/>
                  </a:cubicBezTo>
                  <a:cubicBezTo>
                    <a:pt x="171" y="1323"/>
                    <a:pt x="213" y="1590"/>
                    <a:pt x="203" y="1857"/>
                  </a:cubicBezTo>
                  <a:cubicBezTo>
                    <a:pt x="171" y="2358"/>
                    <a:pt x="224" y="2934"/>
                    <a:pt x="277" y="3446"/>
                  </a:cubicBezTo>
                  <a:lnTo>
                    <a:pt x="277" y="3457"/>
                  </a:lnTo>
                  <a:cubicBezTo>
                    <a:pt x="352" y="4011"/>
                    <a:pt x="565" y="4673"/>
                    <a:pt x="811" y="5099"/>
                  </a:cubicBezTo>
                  <a:cubicBezTo>
                    <a:pt x="1227" y="5761"/>
                    <a:pt x="1419" y="6561"/>
                    <a:pt x="1590" y="7350"/>
                  </a:cubicBezTo>
                  <a:cubicBezTo>
                    <a:pt x="1600" y="7425"/>
                    <a:pt x="1632" y="7500"/>
                    <a:pt x="1643" y="7574"/>
                  </a:cubicBezTo>
                  <a:cubicBezTo>
                    <a:pt x="1760" y="8108"/>
                    <a:pt x="1846" y="8652"/>
                    <a:pt x="1878" y="9153"/>
                  </a:cubicBezTo>
                  <a:cubicBezTo>
                    <a:pt x="1899" y="9324"/>
                    <a:pt x="1910" y="9494"/>
                    <a:pt x="1910" y="9665"/>
                  </a:cubicBezTo>
                  <a:cubicBezTo>
                    <a:pt x="1920" y="10081"/>
                    <a:pt x="1931" y="10508"/>
                    <a:pt x="2038" y="10892"/>
                  </a:cubicBezTo>
                  <a:cubicBezTo>
                    <a:pt x="2091" y="11084"/>
                    <a:pt x="2198" y="11265"/>
                    <a:pt x="2304" y="11468"/>
                  </a:cubicBezTo>
                  <a:cubicBezTo>
                    <a:pt x="2390" y="11617"/>
                    <a:pt x="2464" y="11745"/>
                    <a:pt x="2539" y="11905"/>
                  </a:cubicBezTo>
                  <a:cubicBezTo>
                    <a:pt x="2592" y="12001"/>
                    <a:pt x="2624" y="12108"/>
                    <a:pt x="2678" y="12215"/>
                  </a:cubicBezTo>
                  <a:cubicBezTo>
                    <a:pt x="2987" y="12908"/>
                    <a:pt x="3318" y="13633"/>
                    <a:pt x="3787" y="14242"/>
                  </a:cubicBezTo>
                  <a:cubicBezTo>
                    <a:pt x="3990" y="14498"/>
                    <a:pt x="4214" y="14732"/>
                    <a:pt x="4427" y="14978"/>
                  </a:cubicBezTo>
                  <a:cubicBezTo>
                    <a:pt x="4534" y="15095"/>
                    <a:pt x="4640" y="15202"/>
                    <a:pt x="4736" y="15319"/>
                  </a:cubicBezTo>
                  <a:cubicBezTo>
                    <a:pt x="5579" y="16300"/>
                    <a:pt x="5419" y="16866"/>
                    <a:pt x="5067" y="18018"/>
                  </a:cubicBezTo>
                  <a:cubicBezTo>
                    <a:pt x="5057" y="18082"/>
                    <a:pt x="5046" y="18146"/>
                    <a:pt x="5014" y="18220"/>
                  </a:cubicBezTo>
                  <a:cubicBezTo>
                    <a:pt x="4960" y="18391"/>
                    <a:pt x="4918" y="18562"/>
                    <a:pt x="4896" y="18722"/>
                  </a:cubicBezTo>
                  <a:cubicBezTo>
                    <a:pt x="4832" y="19138"/>
                    <a:pt x="4811" y="19575"/>
                    <a:pt x="4790" y="20002"/>
                  </a:cubicBezTo>
                  <a:cubicBezTo>
                    <a:pt x="4747" y="20567"/>
                    <a:pt x="4726" y="21133"/>
                    <a:pt x="4598" y="21687"/>
                  </a:cubicBezTo>
                  <a:cubicBezTo>
                    <a:pt x="4587" y="21751"/>
                    <a:pt x="4566" y="21826"/>
                    <a:pt x="4544" y="21901"/>
                  </a:cubicBezTo>
                  <a:lnTo>
                    <a:pt x="4534" y="21933"/>
                  </a:lnTo>
                  <a:cubicBezTo>
                    <a:pt x="4320" y="22733"/>
                    <a:pt x="4000" y="23565"/>
                    <a:pt x="3574" y="24440"/>
                  </a:cubicBezTo>
                  <a:cubicBezTo>
                    <a:pt x="3446" y="24728"/>
                    <a:pt x="3296" y="25005"/>
                    <a:pt x="3158" y="25272"/>
                  </a:cubicBezTo>
                  <a:cubicBezTo>
                    <a:pt x="2699" y="26221"/>
                    <a:pt x="2198" y="27192"/>
                    <a:pt x="1899" y="28205"/>
                  </a:cubicBezTo>
                  <a:cubicBezTo>
                    <a:pt x="1547" y="29325"/>
                    <a:pt x="1558" y="30445"/>
                    <a:pt x="1931" y="31427"/>
                  </a:cubicBezTo>
                  <a:cubicBezTo>
                    <a:pt x="2304" y="32430"/>
                    <a:pt x="2624" y="33528"/>
                    <a:pt x="2454" y="34787"/>
                  </a:cubicBezTo>
                  <a:cubicBezTo>
                    <a:pt x="2443" y="34915"/>
                    <a:pt x="2432" y="35032"/>
                    <a:pt x="2400" y="35139"/>
                  </a:cubicBezTo>
                  <a:cubicBezTo>
                    <a:pt x="2166" y="36376"/>
                    <a:pt x="2166" y="37326"/>
                    <a:pt x="2411" y="38297"/>
                  </a:cubicBezTo>
                  <a:lnTo>
                    <a:pt x="2443" y="38254"/>
                  </a:lnTo>
                  <a:cubicBezTo>
                    <a:pt x="2187" y="37283"/>
                    <a:pt x="2187" y="36334"/>
                    <a:pt x="2432" y="35107"/>
                  </a:cubicBezTo>
                  <a:cubicBezTo>
                    <a:pt x="2443" y="35000"/>
                    <a:pt x="2464" y="34883"/>
                    <a:pt x="2486" y="34766"/>
                  </a:cubicBezTo>
                  <a:cubicBezTo>
                    <a:pt x="2656" y="33496"/>
                    <a:pt x="2336" y="32387"/>
                    <a:pt x="1963" y="31395"/>
                  </a:cubicBezTo>
                  <a:cubicBezTo>
                    <a:pt x="1600" y="30403"/>
                    <a:pt x="1590" y="29293"/>
                    <a:pt x="1920" y="28195"/>
                  </a:cubicBezTo>
                  <a:cubicBezTo>
                    <a:pt x="2230" y="27181"/>
                    <a:pt x="2710" y="26200"/>
                    <a:pt x="3190" y="25261"/>
                  </a:cubicBezTo>
                  <a:cubicBezTo>
                    <a:pt x="3339" y="24973"/>
                    <a:pt x="3467" y="24706"/>
                    <a:pt x="3606" y="24429"/>
                  </a:cubicBezTo>
                  <a:cubicBezTo>
                    <a:pt x="4032" y="23554"/>
                    <a:pt x="4352" y="22722"/>
                    <a:pt x="4566" y="21922"/>
                  </a:cubicBezTo>
                  <a:lnTo>
                    <a:pt x="4576" y="21879"/>
                  </a:lnTo>
                  <a:cubicBezTo>
                    <a:pt x="4587" y="21815"/>
                    <a:pt x="4619" y="21741"/>
                    <a:pt x="4630" y="21666"/>
                  </a:cubicBezTo>
                  <a:cubicBezTo>
                    <a:pt x="4747" y="21122"/>
                    <a:pt x="4790" y="20546"/>
                    <a:pt x="4811" y="19991"/>
                  </a:cubicBezTo>
                  <a:cubicBezTo>
                    <a:pt x="4843" y="19575"/>
                    <a:pt x="4854" y="19138"/>
                    <a:pt x="4918" y="18722"/>
                  </a:cubicBezTo>
                  <a:cubicBezTo>
                    <a:pt x="4939" y="18572"/>
                    <a:pt x="4971" y="18402"/>
                    <a:pt x="5025" y="18231"/>
                  </a:cubicBezTo>
                  <a:cubicBezTo>
                    <a:pt x="5046" y="18167"/>
                    <a:pt x="5067" y="18092"/>
                    <a:pt x="5078" y="18028"/>
                  </a:cubicBezTo>
                  <a:cubicBezTo>
                    <a:pt x="5419" y="16866"/>
                    <a:pt x="5590" y="16300"/>
                    <a:pt x="4736" y="15308"/>
                  </a:cubicBezTo>
                  <a:cubicBezTo>
                    <a:pt x="4640" y="15191"/>
                    <a:pt x="4534" y="15084"/>
                    <a:pt x="4427" y="14967"/>
                  </a:cubicBezTo>
                  <a:cubicBezTo>
                    <a:pt x="4214" y="14732"/>
                    <a:pt x="4000" y="14487"/>
                    <a:pt x="3798" y="14231"/>
                  </a:cubicBezTo>
                  <a:cubicBezTo>
                    <a:pt x="3339" y="13612"/>
                    <a:pt x="2998" y="12897"/>
                    <a:pt x="2699" y="12204"/>
                  </a:cubicBezTo>
                  <a:cubicBezTo>
                    <a:pt x="2646" y="12108"/>
                    <a:pt x="2603" y="12001"/>
                    <a:pt x="2550" y="11895"/>
                  </a:cubicBezTo>
                  <a:cubicBezTo>
                    <a:pt x="2486" y="11735"/>
                    <a:pt x="2400" y="11585"/>
                    <a:pt x="2326" y="11457"/>
                  </a:cubicBezTo>
                  <a:cubicBezTo>
                    <a:pt x="2198" y="11255"/>
                    <a:pt x="2112" y="11084"/>
                    <a:pt x="2059" y="10892"/>
                  </a:cubicBezTo>
                  <a:cubicBezTo>
                    <a:pt x="1952" y="10508"/>
                    <a:pt x="1931" y="10092"/>
                    <a:pt x="1920" y="9686"/>
                  </a:cubicBezTo>
                  <a:cubicBezTo>
                    <a:pt x="1910" y="9505"/>
                    <a:pt x="1910" y="9334"/>
                    <a:pt x="1899" y="9164"/>
                  </a:cubicBezTo>
                  <a:cubicBezTo>
                    <a:pt x="1867" y="8673"/>
                    <a:pt x="1771" y="8118"/>
                    <a:pt x="1654" y="7585"/>
                  </a:cubicBezTo>
                  <a:cubicBezTo>
                    <a:pt x="1643" y="7510"/>
                    <a:pt x="1611" y="7446"/>
                    <a:pt x="1600" y="7361"/>
                  </a:cubicBezTo>
                  <a:cubicBezTo>
                    <a:pt x="1430" y="6572"/>
                    <a:pt x="1238" y="5761"/>
                    <a:pt x="832" y="5099"/>
                  </a:cubicBezTo>
                  <a:cubicBezTo>
                    <a:pt x="576" y="4673"/>
                    <a:pt x="363" y="4011"/>
                    <a:pt x="309" y="3467"/>
                  </a:cubicBezTo>
                  <a:lnTo>
                    <a:pt x="309" y="3457"/>
                  </a:lnTo>
                  <a:cubicBezTo>
                    <a:pt x="267" y="2945"/>
                    <a:pt x="203" y="2390"/>
                    <a:pt x="224" y="1867"/>
                  </a:cubicBezTo>
                  <a:cubicBezTo>
                    <a:pt x="245" y="1601"/>
                    <a:pt x="192" y="1323"/>
                    <a:pt x="149" y="1057"/>
                  </a:cubicBezTo>
                  <a:cubicBezTo>
                    <a:pt x="85" y="705"/>
                    <a:pt x="32" y="331"/>
                    <a:pt x="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8"/>
            <p:cNvSpPr/>
            <p:nvPr/>
          </p:nvSpPr>
          <p:spPr>
            <a:xfrm>
              <a:off x="5194642" y="1150247"/>
              <a:ext cx="482582" cy="3220557"/>
            </a:xfrm>
            <a:custGeom>
              <a:rect b="b" l="l" r="r" t="t"/>
              <a:pathLst>
                <a:path extrusionOk="0" h="38233" w="5729">
                  <a:moveTo>
                    <a:pt x="85" y="0"/>
                  </a:moveTo>
                  <a:cubicBezTo>
                    <a:pt x="0" y="341"/>
                    <a:pt x="64" y="715"/>
                    <a:pt x="139" y="1067"/>
                  </a:cubicBezTo>
                  <a:cubicBezTo>
                    <a:pt x="171" y="1312"/>
                    <a:pt x="213" y="1547"/>
                    <a:pt x="213" y="1782"/>
                  </a:cubicBezTo>
                  <a:cubicBezTo>
                    <a:pt x="203" y="2230"/>
                    <a:pt x="277" y="2656"/>
                    <a:pt x="373" y="3136"/>
                  </a:cubicBezTo>
                  <a:lnTo>
                    <a:pt x="405" y="3275"/>
                  </a:lnTo>
                  <a:cubicBezTo>
                    <a:pt x="512" y="3883"/>
                    <a:pt x="758" y="4416"/>
                    <a:pt x="992" y="4875"/>
                  </a:cubicBezTo>
                  <a:cubicBezTo>
                    <a:pt x="1366" y="5579"/>
                    <a:pt x="1504" y="6379"/>
                    <a:pt x="1654" y="7147"/>
                  </a:cubicBezTo>
                  <a:cubicBezTo>
                    <a:pt x="1686" y="7243"/>
                    <a:pt x="1696" y="7329"/>
                    <a:pt x="1707" y="7403"/>
                  </a:cubicBezTo>
                  <a:cubicBezTo>
                    <a:pt x="1824" y="8022"/>
                    <a:pt x="1878" y="8523"/>
                    <a:pt x="1931" y="8929"/>
                  </a:cubicBezTo>
                  <a:cubicBezTo>
                    <a:pt x="1952" y="9121"/>
                    <a:pt x="1974" y="9323"/>
                    <a:pt x="1984" y="9526"/>
                  </a:cubicBezTo>
                  <a:cubicBezTo>
                    <a:pt x="2016" y="9921"/>
                    <a:pt x="2059" y="10337"/>
                    <a:pt x="2144" y="10710"/>
                  </a:cubicBezTo>
                  <a:cubicBezTo>
                    <a:pt x="2187" y="10881"/>
                    <a:pt x="2283" y="11073"/>
                    <a:pt x="2379" y="11276"/>
                  </a:cubicBezTo>
                  <a:cubicBezTo>
                    <a:pt x="2464" y="11446"/>
                    <a:pt x="2550" y="11628"/>
                    <a:pt x="2614" y="11820"/>
                  </a:cubicBezTo>
                  <a:cubicBezTo>
                    <a:pt x="2891" y="12641"/>
                    <a:pt x="3200" y="13494"/>
                    <a:pt x="3744" y="14220"/>
                  </a:cubicBezTo>
                  <a:cubicBezTo>
                    <a:pt x="3958" y="14497"/>
                    <a:pt x="4214" y="14753"/>
                    <a:pt x="4459" y="15009"/>
                  </a:cubicBezTo>
                  <a:cubicBezTo>
                    <a:pt x="4544" y="15095"/>
                    <a:pt x="4630" y="15191"/>
                    <a:pt x="4726" y="15287"/>
                  </a:cubicBezTo>
                  <a:cubicBezTo>
                    <a:pt x="5665" y="16311"/>
                    <a:pt x="5483" y="16876"/>
                    <a:pt x="5078" y="18124"/>
                  </a:cubicBezTo>
                  <a:cubicBezTo>
                    <a:pt x="5025" y="18295"/>
                    <a:pt x="4993" y="18476"/>
                    <a:pt x="4950" y="18636"/>
                  </a:cubicBezTo>
                  <a:cubicBezTo>
                    <a:pt x="4854" y="19074"/>
                    <a:pt x="4801" y="19511"/>
                    <a:pt x="4747" y="19948"/>
                  </a:cubicBezTo>
                  <a:cubicBezTo>
                    <a:pt x="4683" y="20503"/>
                    <a:pt x="4619" y="21058"/>
                    <a:pt x="4480" y="21591"/>
                  </a:cubicBezTo>
                  <a:cubicBezTo>
                    <a:pt x="4470" y="21644"/>
                    <a:pt x="4438" y="21708"/>
                    <a:pt x="4427" y="21783"/>
                  </a:cubicBezTo>
                  <a:lnTo>
                    <a:pt x="4416" y="21847"/>
                  </a:lnTo>
                  <a:cubicBezTo>
                    <a:pt x="4192" y="22636"/>
                    <a:pt x="3894" y="23458"/>
                    <a:pt x="3499" y="24343"/>
                  </a:cubicBezTo>
                  <a:cubicBezTo>
                    <a:pt x="3414" y="24525"/>
                    <a:pt x="3328" y="24717"/>
                    <a:pt x="3243" y="24898"/>
                  </a:cubicBezTo>
                  <a:cubicBezTo>
                    <a:pt x="2774" y="25922"/>
                    <a:pt x="2294" y="26989"/>
                    <a:pt x="1974" y="28088"/>
                  </a:cubicBezTo>
                  <a:cubicBezTo>
                    <a:pt x="1622" y="29304"/>
                    <a:pt x="1579" y="30424"/>
                    <a:pt x="1856" y="31341"/>
                  </a:cubicBezTo>
                  <a:cubicBezTo>
                    <a:pt x="2219" y="32525"/>
                    <a:pt x="2443" y="33549"/>
                    <a:pt x="2326" y="34712"/>
                  </a:cubicBezTo>
                  <a:lnTo>
                    <a:pt x="2326" y="34744"/>
                  </a:lnTo>
                  <a:lnTo>
                    <a:pt x="2283" y="35064"/>
                  </a:lnTo>
                  <a:cubicBezTo>
                    <a:pt x="2059" y="36237"/>
                    <a:pt x="2080" y="37240"/>
                    <a:pt x="2368" y="38222"/>
                  </a:cubicBezTo>
                  <a:lnTo>
                    <a:pt x="2422" y="38232"/>
                  </a:lnTo>
                  <a:cubicBezTo>
                    <a:pt x="2155" y="37262"/>
                    <a:pt x="2123" y="36259"/>
                    <a:pt x="2336" y="35085"/>
                  </a:cubicBezTo>
                  <a:lnTo>
                    <a:pt x="2379" y="34765"/>
                  </a:lnTo>
                  <a:lnTo>
                    <a:pt x="2379" y="34744"/>
                  </a:lnTo>
                  <a:cubicBezTo>
                    <a:pt x="2496" y="33581"/>
                    <a:pt x="2283" y="32557"/>
                    <a:pt x="1910" y="31352"/>
                  </a:cubicBezTo>
                  <a:cubicBezTo>
                    <a:pt x="1632" y="30445"/>
                    <a:pt x="1664" y="29325"/>
                    <a:pt x="2027" y="28130"/>
                  </a:cubicBezTo>
                  <a:cubicBezTo>
                    <a:pt x="2347" y="27031"/>
                    <a:pt x="2827" y="25975"/>
                    <a:pt x="3296" y="24951"/>
                  </a:cubicBezTo>
                  <a:cubicBezTo>
                    <a:pt x="3371" y="24770"/>
                    <a:pt x="3467" y="24578"/>
                    <a:pt x="3552" y="24397"/>
                  </a:cubicBezTo>
                  <a:cubicBezTo>
                    <a:pt x="3947" y="23501"/>
                    <a:pt x="4246" y="22690"/>
                    <a:pt x="4470" y="21890"/>
                  </a:cubicBezTo>
                  <a:lnTo>
                    <a:pt x="4480" y="21815"/>
                  </a:lnTo>
                  <a:cubicBezTo>
                    <a:pt x="4491" y="21762"/>
                    <a:pt x="4523" y="21698"/>
                    <a:pt x="4534" y="21634"/>
                  </a:cubicBezTo>
                  <a:cubicBezTo>
                    <a:pt x="4672" y="21090"/>
                    <a:pt x="4736" y="20524"/>
                    <a:pt x="4801" y="19980"/>
                  </a:cubicBezTo>
                  <a:cubicBezTo>
                    <a:pt x="4854" y="19543"/>
                    <a:pt x="4918" y="19084"/>
                    <a:pt x="5003" y="18657"/>
                  </a:cubicBezTo>
                  <a:cubicBezTo>
                    <a:pt x="5046" y="18487"/>
                    <a:pt x="5078" y="18316"/>
                    <a:pt x="5131" y="18156"/>
                  </a:cubicBezTo>
                  <a:cubicBezTo>
                    <a:pt x="5537" y="16887"/>
                    <a:pt x="5729" y="16311"/>
                    <a:pt x="4758" y="15287"/>
                  </a:cubicBezTo>
                  <a:cubicBezTo>
                    <a:pt x="4683" y="15191"/>
                    <a:pt x="4587" y="15095"/>
                    <a:pt x="4491" y="15009"/>
                  </a:cubicBezTo>
                  <a:cubicBezTo>
                    <a:pt x="4256" y="14753"/>
                    <a:pt x="4000" y="14497"/>
                    <a:pt x="3787" y="14220"/>
                  </a:cubicBezTo>
                  <a:cubicBezTo>
                    <a:pt x="3243" y="13494"/>
                    <a:pt x="2955" y="12641"/>
                    <a:pt x="2656" y="11820"/>
                  </a:cubicBezTo>
                  <a:cubicBezTo>
                    <a:pt x="2592" y="11628"/>
                    <a:pt x="2496" y="11446"/>
                    <a:pt x="2422" y="11276"/>
                  </a:cubicBezTo>
                  <a:cubicBezTo>
                    <a:pt x="2326" y="11073"/>
                    <a:pt x="2230" y="10870"/>
                    <a:pt x="2187" y="10710"/>
                  </a:cubicBezTo>
                  <a:cubicBezTo>
                    <a:pt x="2091" y="10326"/>
                    <a:pt x="2070" y="9921"/>
                    <a:pt x="2027" y="9526"/>
                  </a:cubicBezTo>
                  <a:cubicBezTo>
                    <a:pt x="2016" y="9323"/>
                    <a:pt x="2006" y="9121"/>
                    <a:pt x="1974" y="8929"/>
                  </a:cubicBezTo>
                  <a:cubicBezTo>
                    <a:pt x="1931" y="8523"/>
                    <a:pt x="1867" y="8022"/>
                    <a:pt x="1750" y="7403"/>
                  </a:cubicBezTo>
                  <a:cubicBezTo>
                    <a:pt x="1728" y="7307"/>
                    <a:pt x="1707" y="7233"/>
                    <a:pt x="1696" y="7147"/>
                  </a:cubicBezTo>
                  <a:cubicBezTo>
                    <a:pt x="1547" y="6379"/>
                    <a:pt x="1387" y="5579"/>
                    <a:pt x="1024" y="4875"/>
                  </a:cubicBezTo>
                  <a:cubicBezTo>
                    <a:pt x="800" y="4427"/>
                    <a:pt x="544" y="3883"/>
                    <a:pt x="437" y="3286"/>
                  </a:cubicBezTo>
                  <a:lnTo>
                    <a:pt x="416" y="3147"/>
                  </a:lnTo>
                  <a:cubicBezTo>
                    <a:pt x="320" y="2656"/>
                    <a:pt x="245" y="2240"/>
                    <a:pt x="256" y="1792"/>
                  </a:cubicBezTo>
                  <a:cubicBezTo>
                    <a:pt x="256" y="1568"/>
                    <a:pt x="213" y="1323"/>
                    <a:pt x="160" y="1067"/>
                  </a:cubicBezTo>
                  <a:cubicBezTo>
                    <a:pt x="96" y="715"/>
                    <a:pt x="11" y="341"/>
                    <a:pt x="107" y="21"/>
                  </a:cubicBezTo>
                  <a:lnTo>
                    <a:pt x="8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8"/>
            <p:cNvSpPr/>
            <p:nvPr/>
          </p:nvSpPr>
          <p:spPr>
            <a:xfrm>
              <a:off x="5210815" y="1149320"/>
              <a:ext cx="480813" cy="3215166"/>
            </a:xfrm>
            <a:custGeom>
              <a:rect b="b" l="l" r="r" t="t"/>
              <a:pathLst>
                <a:path extrusionOk="0" h="38169" w="5708">
                  <a:moveTo>
                    <a:pt x="96" y="0"/>
                  </a:moveTo>
                  <a:lnTo>
                    <a:pt x="96" y="0"/>
                  </a:lnTo>
                  <a:cubicBezTo>
                    <a:pt x="0" y="331"/>
                    <a:pt x="64" y="694"/>
                    <a:pt x="149" y="1057"/>
                  </a:cubicBezTo>
                  <a:cubicBezTo>
                    <a:pt x="203" y="1281"/>
                    <a:pt x="235" y="1494"/>
                    <a:pt x="235" y="1697"/>
                  </a:cubicBezTo>
                  <a:cubicBezTo>
                    <a:pt x="235" y="2113"/>
                    <a:pt x="342" y="2497"/>
                    <a:pt x="470" y="2934"/>
                  </a:cubicBezTo>
                  <a:lnTo>
                    <a:pt x="502" y="3094"/>
                  </a:lnTo>
                  <a:cubicBezTo>
                    <a:pt x="651" y="3617"/>
                    <a:pt x="896" y="4118"/>
                    <a:pt x="1120" y="4619"/>
                  </a:cubicBezTo>
                  <a:lnTo>
                    <a:pt x="1142" y="4673"/>
                  </a:lnTo>
                  <a:cubicBezTo>
                    <a:pt x="1440" y="5313"/>
                    <a:pt x="1547" y="6038"/>
                    <a:pt x="1654" y="6753"/>
                  </a:cubicBezTo>
                  <a:cubicBezTo>
                    <a:pt x="1664" y="6913"/>
                    <a:pt x="1696" y="7073"/>
                    <a:pt x="1718" y="7233"/>
                  </a:cubicBezTo>
                  <a:cubicBezTo>
                    <a:pt x="1760" y="7468"/>
                    <a:pt x="1803" y="7713"/>
                    <a:pt x="1824" y="7905"/>
                  </a:cubicBezTo>
                  <a:cubicBezTo>
                    <a:pt x="1878" y="8214"/>
                    <a:pt x="1920" y="8481"/>
                    <a:pt x="1963" y="8705"/>
                  </a:cubicBezTo>
                  <a:cubicBezTo>
                    <a:pt x="1995" y="8918"/>
                    <a:pt x="2038" y="9132"/>
                    <a:pt x="2070" y="9345"/>
                  </a:cubicBezTo>
                  <a:cubicBezTo>
                    <a:pt x="2134" y="9751"/>
                    <a:pt x="2187" y="10167"/>
                    <a:pt x="2294" y="10540"/>
                  </a:cubicBezTo>
                  <a:cubicBezTo>
                    <a:pt x="2318" y="10618"/>
                    <a:pt x="2348" y="10702"/>
                    <a:pt x="2380" y="10793"/>
                  </a:cubicBezTo>
                  <a:lnTo>
                    <a:pt x="2380" y="10793"/>
                  </a:lnTo>
                  <a:cubicBezTo>
                    <a:pt x="2352" y="10709"/>
                    <a:pt x="2327" y="10628"/>
                    <a:pt x="2304" y="10551"/>
                  </a:cubicBezTo>
                  <a:cubicBezTo>
                    <a:pt x="2198" y="10177"/>
                    <a:pt x="2134" y="9761"/>
                    <a:pt x="2080" y="9366"/>
                  </a:cubicBezTo>
                  <a:cubicBezTo>
                    <a:pt x="2038" y="9153"/>
                    <a:pt x="2016" y="8940"/>
                    <a:pt x="1974" y="8726"/>
                  </a:cubicBezTo>
                  <a:cubicBezTo>
                    <a:pt x="1931" y="8492"/>
                    <a:pt x="1888" y="8225"/>
                    <a:pt x="1835" y="7926"/>
                  </a:cubicBezTo>
                  <a:cubicBezTo>
                    <a:pt x="1814" y="7724"/>
                    <a:pt x="1771" y="7478"/>
                    <a:pt x="1728" y="7244"/>
                  </a:cubicBezTo>
                  <a:cubicBezTo>
                    <a:pt x="1718" y="7084"/>
                    <a:pt x="1696" y="6924"/>
                    <a:pt x="1664" y="6764"/>
                  </a:cubicBezTo>
                  <a:cubicBezTo>
                    <a:pt x="1568" y="6060"/>
                    <a:pt x="1462" y="5324"/>
                    <a:pt x="1163" y="4673"/>
                  </a:cubicBezTo>
                  <a:lnTo>
                    <a:pt x="1131" y="4619"/>
                  </a:lnTo>
                  <a:cubicBezTo>
                    <a:pt x="907" y="4118"/>
                    <a:pt x="683" y="3617"/>
                    <a:pt x="534" y="3094"/>
                  </a:cubicBezTo>
                  <a:lnTo>
                    <a:pt x="491" y="2934"/>
                  </a:lnTo>
                  <a:cubicBezTo>
                    <a:pt x="374" y="2497"/>
                    <a:pt x="267" y="2113"/>
                    <a:pt x="267" y="1697"/>
                  </a:cubicBezTo>
                  <a:cubicBezTo>
                    <a:pt x="267" y="1494"/>
                    <a:pt x="224" y="1281"/>
                    <a:pt x="171" y="1057"/>
                  </a:cubicBezTo>
                  <a:cubicBezTo>
                    <a:pt x="107" y="694"/>
                    <a:pt x="21" y="331"/>
                    <a:pt x="117" y="11"/>
                  </a:cubicBezTo>
                  <a:lnTo>
                    <a:pt x="96" y="0"/>
                  </a:lnTo>
                  <a:close/>
                  <a:moveTo>
                    <a:pt x="2380" y="10793"/>
                  </a:moveTo>
                  <a:cubicBezTo>
                    <a:pt x="2388" y="10819"/>
                    <a:pt x="2397" y="10845"/>
                    <a:pt x="2407" y="10871"/>
                  </a:cubicBezTo>
                  <a:lnTo>
                    <a:pt x="2407" y="10871"/>
                  </a:lnTo>
                  <a:cubicBezTo>
                    <a:pt x="2398" y="10845"/>
                    <a:pt x="2389" y="10819"/>
                    <a:pt x="2380" y="10793"/>
                  </a:cubicBezTo>
                  <a:close/>
                  <a:moveTo>
                    <a:pt x="2407" y="10871"/>
                  </a:moveTo>
                  <a:cubicBezTo>
                    <a:pt x="2423" y="10919"/>
                    <a:pt x="2439" y="10969"/>
                    <a:pt x="2454" y="11020"/>
                  </a:cubicBezTo>
                  <a:cubicBezTo>
                    <a:pt x="2528" y="11276"/>
                    <a:pt x="2614" y="11521"/>
                    <a:pt x="2678" y="11767"/>
                  </a:cubicBezTo>
                  <a:cubicBezTo>
                    <a:pt x="2880" y="12567"/>
                    <a:pt x="3147" y="13473"/>
                    <a:pt x="3723" y="14220"/>
                  </a:cubicBezTo>
                  <a:cubicBezTo>
                    <a:pt x="3947" y="14508"/>
                    <a:pt x="4214" y="14764"/>
                    <a:pt x="4470" y="15020"/>
                  </a:cubicBezTo>
                  <a:lnTo>
                    <a:pt x="4705" y="15255"/>
                  </a:lnTo>
                  <a:cubicBezTo>
                    <a:pt x="5675" y="16226"/>
                    <a:pt x="5611" y="16759"/>
                    <a:pt x="5163" y="18039"/>
                  </a:cubicBezTo>
                  <a:cubicBezTo>
                    <a:pt x="5089" y="18220"/>
                    <a:pt x="5035" y="18391"/>
                    <a:pt x="5003" y="18551"/>
                  </a:cubicBezTo>
                  <a:cubicBezTo>
                    <a:pt x="4875" y="19021"/>
                    <a:pt x="4801" y="19511"/>
                    <a:pt x="4705" y="19991"/>
                  </a:cubicBezTo>
                  <a:cubicBezTo>
                    <a:pt x="4609" y="20482"/>
                    <a:pt x="4512" y="21005"/>
                    <a:pt x="4395" y="21495"/>
                  </a:cubicBezTo>
                  <a:lnTo>
                    <a:pt x="4363" y="21655"/>
                  </a:lnTo>
                  <a:cubicBezTo>
                    <a:pt x="4342" y="21698"/>
                    <a:pt x="4342" y="21730"/>
                    <a:pt x="4331" y="21751"/>
                  </a:cubicBezTo>
                  <a:cubicBezTo>
                    <a:pt x="4118" y="22498"/>
                    <a:pt x="3840" y="23309"/>
                    <a:pt x="3446" y="24248"/>
                  </a:cubicBezTo>
                  <a:cubicBezTo>
                    <a:pt x="2966" y="25389"/>
                    <a:pt x="2432" y="26690"/>
                    <a:pt x="2070" y="27981"/>
                  </a:cubicBezTo>
                  <a:cubicBezTo>
                    <a:pt x="1696" y="29272"/>
                    <a:pt x="1600" y="30381"/>
                    <a:pt x="1814" y="31245"/>
                  </a:cubicBezTo>
                  <a:cubicBezTo>
                    <a:pt x="2102" y="32472"/>
                    <a:pt x="2294" y="33528"/>
                    <a:pt x="2208" y="34648"/>
                  </a:cubicBezTo>
                  <a:lnTo>
                    <a:pt x="2208" y="34691"/>
                  </a:lnTo>
                  <a:cubicBezTo>
                    <a:pt x="2208" y="34798"/>
                    <a:pt x="2198" y="34894"/>
                    <a:pt x="2187" y="34990"/>
                  </a:cubicBezTo>
                  <a:cubicBezTo>
                    <a:pt x="1995" y="36195"/>
                    <a:pt x="2048" y="37209"/>
                    <a:pt x="2347" y="38169"/>
                  </a:cubicBezTo>
                  <a:lnTo>
                    <a:pt x="2368" y="38169"/>
                  </a:lnTo>
                  <a:cubicBezTo>
                    <a:pt x="2080" y="37209"/>
                    <a:pt x="2027" y="36206"/>
                    <a:pt x="2208" y="35011"/>
                  </a:cubicBezTo>
                  <a:cubicBezTo>
                    <a:pt x="2230" y="34904"/>
                    <a:pt x="2240" y="34808"/>
                    <a:pt x="2240" y="34702"/>
                  </a:cubicBezTo>
                  <a:lnTo>
                    <a:pt x="2240" y="34659"/>
                  </a:lnTo>
                  <a:cubicBezTo>
                    <a:pt x="2315" y="33539"/>
                    <a:pt x="2134" y="32483"/>
                    <a:pt x="1835" y="31256"/>
                  </a:cubicBezTo>
                  <a:cubicBezTo>
                    <a:pt x="1622" y="30392"/>
                    <a:pt x="1718" y="29304"/>
                    <a:pt x="2091" y="28003"/>
                  </a:cubicBezTo>
                  <a:cubicBezTo>
                    <a:pt x="2475" y="26712"/>
                    <a:pt x="3008" y="25421"/>
                    <a:pt x="3478" y="24269"/>
                  </a:cubicBezTo>
                  <a:cubicBezTo>
                    <a:pt x="3862" y="23341"/>
                    <a:pt x="4160" y="22530"/>
                    <a:pt x="4363" y="21783"/>
                  </a:cubicBezTo>
                  <a:cubicBezTo>
                    <a:pt x="4374" y="21741"/>
                    <a:pt x="4374" y="21709"/>
                    <a:pt x="4384" y="21687"/>
                  </a:cubicBezTo>
                  <a:lnTo>
                    <a:pt x="4427" y="21527"/>
                  </a:lnTo>
                  <a:cubicBezTo>
                    <a:pt x="4544" y="21037"/>
                    <a:pt x="4641" y="20514"/>
                    <a:pt x="4737" y="20023"/>
                  </a:cubicBezTo>
                  <a:cubicBezTo>
                    <a:pt x="4811" y="19543"/>
                    <a:pt x="4907" y="19042"/>
                    <a:pt x="5025" y="18583"/>
                  </a:cubicBezTo>
                  <a:cubicBezTo>
                    <a:pt x="5067" y="18423"/>
                    <a:pt x="5121" y="18242"/>
                    <a:pt x="5185" y="18071"/>
                  </a:cubicBezTo>
                  <a:cubicBezTo>
                    <a:pt x="5643" y="16802"/>
                    <a:pt x="5707" y="16247"/>
                    <a:pt x="4737" y="15255"/>
                  </a:cubicBezTo>
                  <a:cubicBezTo>
                    <a:pt x="4641" y="15180"/>
                    <a:pt x="4555" y="15095"/>
                    <a:pt x="4480" y="15020"/>
                  </a:cubicBezTo>
                  <a:cubicBezTo>
                    <a:pt x="4224" y="14764"/>
                    <a:pt x="3958" y="14498"/>
                    <a:pt x="3734" y="14220"/>
                  </a:cubicBezTo>
                  <a:cubicBezTo>
                    <a:pt x="3147" y="13484"/>
                    <a:pt x="2891" y="12577"/>
                    <a:pt x="2688" y="11777"/>
                  </a:cubicBezTo>
                  <a:cubicBezTo>
                    <a:pt x="2635" y="11521"/>
                    <a:pt x="2550" y="11276"/>
                    <a:pt x="2464" y="11031"/>
                  </a:cubicBezTo>
                  <a:cubicBezTo>
                    <a:pt x="2444" y="10976"/>
                    <a:pt x="2425" y="10923"/>
                    <a:pt x="2407" y="108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8"/>
            <p:cNvSpPr/>
            <p:nvPr/>
          </p:nvSpPr>
          <p:spPr>
            <a:xfrm>
              <a:off x="5226062" y="1151089"/>
              <a:ext cx="482582" cy="3208006"/>
            </a:xfrm>
            <a:custGeom>
              <a:rect b="b" l="l" r="r" t="t"/>
              <a:pathLst>
                <a:path extrusionOk="0" h="38084" w="5729">
                  <a:moveTo>
                    <a:pt x="107" y="1"/>
                  </a:moveTo>
                  <a:lnTo>
                    <a:pt x="107" y="1"/>
                  </a:lnTo>
                  <a:cubicBezTo>
                    <a:pt x="0" y="321"/>
                    <a:pt x="86" y="673"/>
                    <a:pt x="161" y="1036"/>
                  </a:cubicBezTo>
                  <a:cubicBezTo>
                    <a:pt x="203" y="1238"/>
                    <a:pt x="246" y="1441"/>
                    <a:pt x="257" y="1612"/>
                  </a:cubicBezTo>
                  <a:cubicBezTo>
                    <a:pt x="267" y="1985"/>
                    <a:pt x="406" y="2326"/>
                    <a:pt x="534" y="2721"/>
                  </a:cubicBezTo>
                  <a:cubicBezTo>
                    <a:pt x="566" y="2785"/>
                    <a:pt x="587" y="2860"/>
                    <a:pt x="619" y="2934"/>
                  </a:cubicBezTo>
                  <a:cubicBezTo>
                    <a:pt x="726" y="3233"/>
                    <a:pt x="875" y="3574"/>
                    <a:pt x="1003" y="3873"/>
                  </a:cubicBezTo>
                  <a:cubicBezTo>
                    <a:pt x="1099" y="4086"/>
                    <a:pt x="1195" y="4300"/>
                    <a:pt x="1270" y="4513"/>
                  </a:cubicBezTo>
                  <a:cubicBezTo>
                    <a:pt x="1494" y="5100"/>
                    <a:pt x="1579" y="5783"/>
                    <a:pt x="1643" y="6455"/>
                  </a:cubicBezTo>
                  <a:cubicBezTo>
                    <a:pt x="1675" y="6668"/>
                    <a:pt x="1697" y="6892"/>
                    <a:pt x="1729" y="7105"/>
                  </a:cubicBezTo>
                  <a:cubicBezTo>
                    <a:pt x="1803" y="7745"/>
                    <a:pt x="1889" y="8215"/>
                    <a:pt x="1974" y="8545"/>
                  </a:cubicBezTo>
                  <a:cubicBezTo>
                    <a:pt x="2081" y="8940"/>
                    <a:pt x="2177" y="9367"/>
                    <a:pt x="2283" y="9783"/>
                  </a:cubicBezTo>
                  <a:lnTo>
                    <a:pt x="2443" y="10423"/>
                  </a:lnTo>
                  <a:cubicBezTo>
                    <a:pt x="2550" y="10850"/>
                    <a:pt x="2635" y="11330"/>
                    <a:pt x="2699" y="11746"/>
                  </a:cubicBezTo>
                  <a:cubicBezTo>
                    <a:pt x="2817" y="12503"/>
                    <a:pt x="3041" y="13474"/>
                    <a:pt x="3659" y="14242"/>
                  </a:cubicBezTo>
                  <a:cubicBezTo>
                    <a:pt x="3883" y="14519"/>
                    <a:pt x="4161" y="14786"/>
                    <a:pt x="4428" y="15021"/>
                  </a:cubicBezTo>
                  <a:cubicBezTo>
                    <a:pt x="4524" y="15095"/>
                    <a:pt x="4598" y="15170"/>
                    <a:pt x="4684" y="15255"/>
                  </a:cubicBezTo>
                  <a:cubicBezTo>
                    <a:pt x="5654" y="16183"/>
                    <a:pt x="5665" y="16781"/>
                    <a:pt x="5206" y="17997"/>
                  </a:cubicBezTo>
                  <a:cubicBezTo>
                    <a:pt x="5132" y="18167"/>
                    <a:pt x="5089" y="18349"/>
                    <a:pt x="5036" y="18509"/>
                  </a:cubicBezTo>
                  <a:cubicBezTo>
                    <a:pt x="4876" y="19074"/>
                    <a:pt x="4726" y="19693"/>
                    <a:pt x="4588" y="20280"/>
                  </a:cubicBezTo>
                  <a:cubicBezTo>
                    <a:pt x="4513" y="20653"/>
                    <a:pt x="4417" y="21048"/>
                    <a:pt x="4321" y="21421"/>
                  </a:cubicBezTo>
                  <a:cubicBezTo>
                    <a:pt x="4310" y="21464"/>
                    <a:pt x="4299" y="21517"/>
                    <a:pt x="4289" y="21560"/>
                  </a:cubicBezTo>
                  <a:cubicBezTo>
                    <a:pt x="4289" y="21602"/>
                    <a:pt x="4267" y="21634"/>
                    <a:pt x="4257" y="21677"/>
                  </a:cubicBezTo>
                  <a:cubicBezTo>
                    <a:pt x="4033" y="22530"/>
                    <a:pt x="3713" y="23395"/>
                    <a:pt x="3435" y="24141"/>
                  </a:cubicBezTo>
                  <a:cubicBezTo>
                    <a:pt x="2902" y="25581"/>
                    <a:pt x="2497" y="26776"/>
                    <a:pt x="2177" y="27864"/>
                  </a:cubicBezTo>
                  <a:cubicBezTo>
                    <a:pt x="1793" y="29230"/>
                    <a:pt x="1654" y="30296"/>
                    <a:pt x="1803" y="31128"/>
                  </a:cubicBezTo>
                  <a:cubicBezTo>
                    <a:pt x="1974" y="32195"/>
                    <a:pt x="2155" y="33347"/>
                    <a:pt x="2113" y="34563"/>
                  </a:cubicBezTo>
                  <a:lnTo>
                    <a:pt x="2113" y="34595"/>
                  </a:lnTo>
                  <a:cubicBezTo>
                    <a:pt x="2113" y="34702"/>
                    <a:pt x="2113" y="34809"/>
                    <a:pt x="2102" y="34905"/>
                  </a:cubicBezTo>
                  <a:cubicBezTo>
                    <a:pt x="1953" y="36163"/>
                    <a:pt x="2017" y="37145"/>
                    <a:pt x="2326" y="38073"/>
                  </a:cubicBezTo>
                  <a:lnTo>
                    <a:pt x="2379" y="38084"/>
                  </a:lnTo>
                  <a:cubicBezTo>
                    <a:pt x="2081" y="37156"/>
                    <a:pt x="2006" y="36185"/>
                    <a:pt x="2155" y="34915"/>
                  </a:cubicBezTo>
                  <a:cubicBezTo>
                    <a:pt x="2166" y="34809"/>
                    <a:pt x="2166" y="34723"/>
                    <a:pt x="2166" y="34617"/>
                  </a:cubicBezTo>
                  <a:lnTo>
                    <a:pt x="2166" y="34574"/>
                  </a:lnTo>
                  <a:cubicBezTo>
                    <a:pt x="2209" y="33358"/>
                    <a:pt x="2027" y="32216"/>
                    <a:pt x="1857" y="31150"/>
                  </a:cubicBezTo>
                  <a:cubicBezTo>
                    <a:pt x="1707" y="30318"/>
                    <a:pt x="1846" y="29251"/>
                    <a:pt x="2230" y="27896"/>
                  </a:cubicBezTo>
                  <a:cubicBezTo>
                    <a:pt x="2550" y="26797"/>
                    <a:pt x="2955" y="25613"/>
                    <a:pt x="3489" y="24173"/>
                  </a:cubicBezTo>
                  <a:cubicBezTo>
                    <a:pt x="3766" y="23427"/>
                    <a:pt x="4086" y="22541"/>
                    <a:pt x="4310" y="21688"/>
                  </a:cubicBezTo>
                  <a:cubicBezTo>
                    <a:pt x="4310" y="21656"/>
                    <a:pt x="4321" y="21613"/>
                    <a:pt x="4342" y="21570"/>
                  </a:cubicBezTo>
                  <a:cubicBezTo>
                    <a:pt x="4353" y="21528"/>
                    <a:pt x="4363" y="21474"/>
                    <a:pt x="4374" y="21442"/>
                  </a:cubicBezTo>
                  <a:cubicBezTo>
                    <a:pt x="4470" y="21069"/>
                    <a:pt x="4556" y="20664"/>
                    <a:pt x="4641" y="20290"/>
                  </a:cubicBezTo>
                  <a:cubicBezTo>
                    <a:pt x="4780" y="19704"/>
                    <a:pt x="4908" y="19096"/>
                    <a:pt x="5089" y="18519"/>
                  </a:cubicBezTo>
                  <a:cubicBezTo>
                    <a:pt x="5142" y="18359"/>
                    <a:pt x="5196" y="18189"/>
                    <a:pt x="5260" y="18029"/>
                  </a:cubicBezTo>
                  <a:cubicBezTo>
                    <a:pt x="5729" y="16802"/>
                    <a:pt x="5708" y="16194"/>
                    <a:pt x="4726" y="15255"/>
                  </a:cubicBezTo>
                  <a:cubicBezTo>
                    <a:pt x="4630" y="15181"/>
                    <a:pt x="4556" y="15106"/>
                    <a:pt x="4470" y="15021"/>
                  </a:cubicBezTo>
                  <a:cubicBezTo>
                    <a:pt x="4203" y="14775"/>
                    <a:pt x="3926" y="14519"/>
                    <a:pt x="3702" y="14242"/>
                  </a:cubicBezTo>
                  <a:cubicBezTo>
                    <a:pt x="3083" y="13474"/>
                    <a:pt x="2870" y="12514"/>
                    <a:pt x="2753" y="11756"/>
                  </a:cubicBezTo>
                  <a:cubicBezTo>
                    <a:pt x="2689" y="11340"/>
                    <a:pt x="2603" y="10860"/>
                    <a:pt x="2497" y="10434"/>
                  </a:cubicBezTo>
                  <a:lnTo>
                    <a:pt x="2337" y="9794"/>
                  </a:lnTo>
                  <a:cubicBezTo>
                    <a:pt x="2241" y="9388"/>
                    <a:pt x="2134" y="8961"/>
                    <a:pt x="2027" y="8556"/>
                  </a:cubicBezTo>
                  <a:cubicBezTo>
                    <a:pt x="1953" y="8225"/>
                    <a:pt x="1867" y="7767"/>
                    <a:pt x="1782" y="7116"/>
                  </a:cubicBezTo>
                  <a:cubicBezTo>
                    <a:pt x="1750" y="6903"/>
                    <a:pt x="1729" y="6679"/>
                    <a:pt x="1697" y="6465"/>
                  </a:cubicBezTo>
                  <a:cubicBezTo>
                    <a:pt x="1622" y="5793"/>
                    <a:pt x="1537" y="5121"/>
                    <a:pt x="1313" y="4513"/>
                  </a:cubicBezTo>
                  <a:cubicBezTo>
                    <a:pt x="1227" y="4300"/>
                    <a:pt x="1142" y="4086"/>
                    <a:pt x="1046" y="3873"/>
                  </a:cubicBezTo>
                  <a:cubicBezTo>
                    <a:pt x="907" y="3574"/>
                    <a:pt x="769" y="3254"/>
                    <a:pt x="662" y="2934"/>
                  </a:cubicBezTo>
                  <a:cubicBezTo>
                    <a:pt x="630" y="2849"/>
                    <a:pt x="609" y="2785"/>
                    <a:pt x="577" y="2721"/>
                  </a:cubicBezTo>
                  <a:cubicBezTo>
                    <a:pt x="427" y="2316"/>
                    <a:pt x="310" y="1985"/>
                    <a:pt x="299" y="1612"/>
                  </a:cubicBezTo>
                  <a:cubicBezTo>
                    <a:pt x="299" y="1441"/>
                    <a:pt x="246" y="1238"/>
                    <a:pt x="203" y="1036"/>
                  </a:cubicBezTo>
                  <a:cubicBezTo>
                    <a:pt x="129" y="673"/>
                    <a:pt x="32" y="321"/>
                    <a:pt x="139" y="11"/>
                  </a:cubicBezTo>
                  <a:lnTo>
                    <a:pt x="1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8"/>
            <p:cNvSpPr/>
            <p:nvPr/>
          </p:nvSpPr>
          <p:spPr>
            <a:xfrm>
              <a:off x="5246700" y="1148394"/>
              <a:ext cx="477191" cy="3206237"/>
            </a:xfrm>
            <a:custGeom>
              <a:rect b="b" l="l" r="r" t="t"/>
              <a:pathLst>
                <a:path extrusionOk="0" h="38063" w="5665">
                  <a:moveTo>
                    <a:pt x="86" y="1"/>
                  </a:moveTo>
                  <a:lnTo>
                    <a:pt x="86" y="1"/>
                  </a:lnTo>
                  <a:cubicBezTo>
                    <a:pt x="1" y="139"/>
                    <a:pt x="54" y="406"/>
                    <a:pt x="129" y="748"/>
                  </a:cubicBezTo>
                  <a:cubicBezTo>
                    <a:pt x="182" y="993"/>
                    <a:pt x="246" y="1260"/>
                    <a:pt x="268" y="1537"/>
                  </a:cubicBezTo>
                  <a:cubicBezTo>
                    <a:pt x="289" y="1910"/>
                    <a:pt x="353" y="2358"/>
                    <a:pt x="694" y="2785"/>
                  </a:cubicBezTo>
                  <a:cubicBezTo>
                    <a:pt x="758" y="3105"/>
                    <a:pt x="918" y="3446"/>
                    <a:pt x="1068" y="3777"/>
                  </a:cubicBezTo>
                  <a:cubicBezTo>
                    <a:pt x="1174" y="4001"/>
                    <a:pt x="1260" y="4225"/>
                    <a:pt x="1334" y="4428"/>
                  </a:cubicBezTo>
                  <a:cubicBezTo>
                    <a:pt x="1494" y="4950"/>
                    <a:pt x="1548" y="5580"/>
                    <a:pt x="1580" y="6177"/>
                  </a:cubicBezTo>
                  <a:cubicBezTo>
                    <a:pt x="1612" y="6455"/>
                    <a:pt x="1622" y="6753"/>
                    <a:pt x="1665" y="7020"/>
                  </a:cubicBezTo>
                  <a:cubicBezTo>
                    <a:pt x="1740" y="7564"/>
                    <a:pt x="1836" y="8033"/>
                    <a:pt x="1974" y="8417"/>
                  </a:cubicBezTo>
                  <a:cubicBezTo>
                    <a:pt x="1996" y="8492"/>
                    <a:pt x="2038" y="8588"/>
                    <a:pt x="2060" y="8684"/>
                  </a:cubicBezTo>
                  <a:cubicBezTo>
                    <a:pt x="2262" y="9260"/>
                    <a:pt x="2454" y="9794"/>
                    <a:pt x="2540" y="10380"/>
                  </a:cubicBezTo>
                  <a:cubicBezTo>
                    <a:pt x="2604" y="10658"/>
                    <a:pt x="2614" y="10999"/>
                    <a:pt x="2636" y="11340"/>
                  </a:cubicBezTo>
                  <a:cubicBezTo>
                    <a:pt x="2636" y="11468"/>
                    <a:pt x="2657" y="11618"/>
                    <a:pt x="2668" y="11746"/>
                  </a:cubicBezTo>
                  <a:cubicBezTo>
                    <a:pt x="2719" y="12493"/>
                    <a:pt x="2876" y="13110"/>
                    <a:pt x="3139" y="13620"/>
                  </a:cubicBezTo>
                  <a:lnTo>
                    <a:pt x="3139" y="13620"/>
                  </a:lnTo>
                  <a:cubicBezTo>
                    <a:pt x="2886" y="13113"/>
                    <a:pt x="2736" y="12509"/>
                    <a:pt x="2678" y="11788"/>
                  </a:cubicBezTo>
                  <a:cubicBezTo>
                    <a:pt x="2668" y="11660"/>
                    <a:pt x="2668" y="11511"/>
                    <a:pt x="2657" y="11372"/>
                  </a:cubicBezTo>
                  <a:cubicBezTo>
                    <a:pt x="2625" y="11042"/>
                    <a:pt x="2604" y="10700"/>
                    <a:pt x="2561" y="10402"/>
                  </a:cubicBezTo>
                  <a:cubicBezTo>
                    <a:pt x="2465" y="9815"/>
                    <a:pt x="2284" y="9271"/>
                    <a:pt x="2081" y="8695"/>
                  </a:cubicBezTo>
                  <a:cubicBezTo>
                    <a:pt x="2049" y="8620"/>
                    <a:pt x="2017" y="8524"/>
                    <a:pt x="1985" y="8428"/>
                  </a:cubicBezTo>
                  <a:cubicBezTo>
                    <a:pt x="1868" y="8044"/>
                    <a:pt x="1761" y="7575"/>
                    <a:pt x="1686" y="7031"/>
                  </a:cubicBezTo>
                  <a:cubicBezTo>
                    <a:pt x="1654" y="6753"/>
                    <a:pt x="1644" y="6465"/>
                    <a:pt x="1612" y="6188"/>
                  </a:cubicBezTo>
                  <a:cubicBezTo>
                    <a:pt x="1558" y="5591"/>
                    <a:pt x="1516" y="4961"/>
                    <a:pt x="1345" y="4428"/>
                  </a:cubicBezTo>
                  <a:cubicBezTo>
                    <a:pt x="1281" y="4214"/>
                    <a:pt x="1185" y="3990"/>
                    <a:pt x="1078" y="3766"/>
                  </a:cubicBezTo>
                  <a:cubicBezTo>
                    <a:pt x="918" y="3446"/>
                    <a:pt x="769" y="3094"/>
                    <a:pt x="705" y="2774"/>
                  </a:cubicBezTo>
                  <a:cubicBezTo>
                    <a:pt x="374" y="2348"/>
                    <a:pt x="310" y="1910"/>
                    <a:pt x="289" y="1537"/>
                  </a:cubicBezTo>
                  <a:cubicBezTo>
                    <a:pt x="278" y="1260"/>
                    <a:pt x="214" y="972"/>
                    <a:pt x="161" y="737"/>
                  </a:cubicBezTo>
                  <a:cubicBezTo>
                    <a:pt x="76" y="406"/>
                    <a:pt x="22" y="150"/>
                    <a:pt x="118" y="11"/>
                  </a:cubicBezTo>
                  <a:lnTo>
                    <a:pt x="86" y="1"/>
                  </a:lnTo>
                  <a:close/>
                  <a:moveTo>
                    <a:pt x="3139" y="13620"/>
                  </a:moveTo>
                  <a:lnTo>
                    <a:pt x="3139" y="13620"/>
                  </a:lnTo>
                  <a:cubicBezTo>
                    <a:pt x="3260" y="13863"/>
                    <a:pt x="3405" y="14084"/>
                    <a:pt x="3574" y="14285"/>
                  </a:cubicBezTo>
                  <a:cubicBezTo>
                    <a:pt x="3616" y="14330"/>
                    <a:pt x="3658" y="14375"/>
                    <a:pt x="3701" y="14420"/>
                  </a:cubicBezTo>
                  <a:lnTo>
                    <a:pt x="3701" y="14420"/>
                  </a:lnTo>
                  <a:cubicBezTo>
                    <a:pt x="3652" y="14366"/>
                    <a:pt x="3606" y="14310"/>
                    <a:pt x="3564" y="14253"/>
                  </a:cubicBezTo>
                  <a:cubicBezTo>
                    <a:pt x="3400" y="14062"/>
                    <a:pt x="3259" y="13852"/>
                    <a:pt x="3139" y="13620"/>
                  </a:cubicBezTo>
                  <a:close/>
                  <a:moveTo>
                    <a:pt x="3701" y="14420"/>
                  </a:moveTo>
                  <a:cubicBezTo>
                    <a:pt x="3832" y="14567"/>
                    <a:pt x="3980" y="14702"/>
                    <a:pt x="4124" y="14832"/>
                  </a:cubicBezTo>
                  <a:lnTo>
                    <a:pt x="4124" y="14832"/>
                  </a:lnTo>
                  <a:cubicBezTo>
                    <a:pt x="3980" y="14699"/>
                    <a:pt x="3837" y="14562"/>
                    <a:pt x="3701" y="14420"/>
                  </a:cubicBezTo>
                  <a:close/>
                  <a:moveTo>
                    <a:pt x="4124" y="14832"/>
                  </a:moveTo>
                  <a:lnTo>
                    <a:pt x="4124" y="14832"/>
                  </a:lnTo>
                  <a:cubicBezTo>
                    <a:pt x="4158" y="14863"/>
                    <a:pt x="4191" y="14894"/>
                    <a:pt x="4225" y="14925"/>
                  </a:cubicBezTo>
                  <a:cubicBezTo>
                    <a:pt x="4343" y="15031"/>
                    <a:pt x="4481" y="15149"/>
                    <a:pt x="4599" y="15266"/>
                  </a:cubicBezTo>
                  <a:cubicBezTo>
                    <a:pt x="4600" y="15267"/>
                    <a:pt x="4601" y="15268"/>
                    <a:pt x="4602" y="15270"/>
                  </a:cubicBezTo>
                  <a:lnTo>
                    <a:pt x="4602" y="15270"/>
                  </a:lnTo>
                  <a:cubicBezTo>
                    <a:pt x="4598" y="15265"/>
                    <a:pt x="4593" y="15260"/>
                    <a:pt x="4588" y="15255"/>
                  </a:cubicBezTo>
                  <a:cubicBezTo>
                    <a:pt x="4471" y="15138"/>
                    <a:pt x="4332" y="15021"/>
                    <a:pt x="4215" y="14914"/>
                  </a:cubicBezTo>
                  <a:cubicBezTo>
                    <a:pt x="4185" y="14887"/>
                    <a:pt x="4155" y="14860"/>
                    <a:pt x="4124" y="14832"/>
                  </a:cubicBezTo>
                  <a:close/>
                  <a:moveTo>
                    <a:pt x="4602" y="15270"/>
                  </a:moveTo>
                  <a:cubicBezTo>
                    <a:pt x="5507" y="16169"/>
                    <a:pt x="5641" y="16798"/>
                    <a:pt x="5175" y="17965"/>
                  </a:cubicBezTo>
                  <a:cubicBezTo>
                    <a:pt x="5089" y="18135"/>
                    <a:pt x="5036" y="18295"/>
                    <a:pt x="4983" y="18455"/>
                  </a:cubicBezTo>
                  <a:cubicBezTo>
                    <a:pt x="4652" y="19501"/>
                    <a:pt x="4385" y="20546"/>
                    <a:pt x="4183" y="21368"/>
                  </a:cubicBezTo>
                  <a:cubicBezTo>
                    <a:pt x="4183" y="21400"/>
                    <a:pt x="4172" y="21442"/>
                    <a:pt x="4161" y="21485"/>
                  </a:cubicBezTo>
                  <a:cubicBezTo>
                    <a:pt x="4150" y="21528"/>
                    <a:pt x="4129" y="21581"/>
                    <a:pt x="4118" y="21613"/>
                  </a:cubicBezTo>
                  <a:cubicBezTo>
                    <a:pt x="3958" y="22338"/>
                    <a:pt x="3702" y="23042"/>
                    <a:pt x="3478" y="23725"/>
                  </a:cubicBezTo>
                  <a:lnTo>
                    <a:pt x="3361" y="24088"/>
                  </a:lnTo>
                  <a:cubicBezTo>
                    <a:pt x="2977" y="25229"/>
                    <a:pt x="2582" y="26488"/>
                    <a:pt x="2209" y="27790"/>
                  </a:cubicBezTo>
                  <a:cubicBezTo>
                    <a:pt x="1836" y="29155"/>
                    <a:pt x="1697" y="30222"/>
                    <a:pt x="1761" y="31054"/>
                  </a:cubicBezTo>
                  <a:lnTo>
                    <a:pt x="1782" y="31342"/>
                  </a:lnTo>
                  <a:cubicBezTo>
                    <a:pt x="1868" y="32366"/>
                    <a:pt x="1964" y="33443"/>
                    <a:pt x="1964" y="34510"/>
                  </a:cubicBezTo>
                  <a:lnTo>
                    <a:pt x="1964" y="34542"/>
                  </a:lnTo>
                  <a:cubicBezTo>
                    <a:pt x="1964" y="34638"/>
                    <a:pt x="1964" y="34755"/>
                    <a:pt x="1942" y="34862"/>
                  </a:cubicBezTo>
                  <a:cubicBezTo>
                    <a:pt x="1878" y="35854"/>
                    <a:pt x="1868" y="36921"/>
                    <a:pt x="2252" y="38041"/>
                  </a:cubicBezTo>
                  <a:lnTo>
                    <a:pt x="2294" y="38062"/>
                  </a:lnTo>
                  <a:cubicBezTo>
                    <a:pt x="1910" y="36953"/>
                    <a:pt x="1921" y="35886"/>
                    <a:pt x="1985" y="34883"/>
                  </a:cubicBezTo>
                  <a:cubicBezTo>
                    <a:pt x="1996" y="34777"/>
                    <a:pt x="1996" y="34670"/>
                    <a:pt x="1996" y="34563"/>
                  </a:cubicBezTo>
                  <a:lnTo>
                    <a:pt x="1996" y="34542"/>
                  </a:lnTo>
                  <a:cubicBezTo>
                    <a:pt x="1996" y="33475"/>
                    <a:pt x="1921" y="32409"/>
                    <a:pt x="1825" y="31363"/>
                  </a:cubicBezTo>
                  <a:lnTo>
                    <a:pt x="1804" y="31086"/>
                  </a:lnTo>
                  <a:cubicBezTo>
                    <a:pt x="1718" y="30243"/>
                    <a:pt x="1878" y="29176"/>
                    <a:pt x="2252" y="27832"/>
                  </a:cubicBezTo>
                  <a:cubicBezTo>
                    <a:pt x="2625" y="26520"/>
                    <a:pt x="3009" y="25272"/>
                    <a:pt x="3404" y="24120"/>
                  </a:cubicBezTo>
                  <a:lnTo>
                    <a:pt x="3521" y="23768"/>
                  </a:lnTo>
                  <a:cubicBezTo>
                    <a:pt x="3745" y="23074"/>
                    <a:pt x="3990" y="22360"/>
                    <a:pt x="4161" y="21656"/>
                  </a:cubicBezTo>
                  <a:cubicBezTo>
                    <a:pt x="4172" y="21613"/>
                    <a:pt x="4183" y="21560"/>
                    <a:pt x="4204" y="21528"/>
                  </a:cubicBezTo>
                  <a:cubicBezTo>
                    <a:pt x="4215" y="21485"/>
                    <a:pt x="4215" y="21442"/>
                    <a:pt x="4225" y="21400"/>
                  </a:cubicBezTo>
                  <a:cubicBezTo>
                    <a:pt x="4428" y="20589"/>
                    <a:pt x="4695" y="19533"/>
                    <a:pt x="5025" y="18498"/>
                  </a:cubicBezTo>
                  <a:cubicBezTo>
                    <a:pt x="5068" y="18338"/>
                    <a:pt x="5132" y="18178"/>
                    <a:pt x="5196" y="18007"/>
                  </a:cubicBezTo>
                  <a:cubicBezTo>
                    <a:pt x="5665" y="16814"/>
                    <a:pt x="5538" y="16174"/>
                    <a:pt x="4602" y="1527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8"/>
            <p:cNvSpPr/>
            <p:nvPr/>
          </p:nvSpPr>
          <p:spPr>
            <a:xfrm>
              <a:off x="5262031" y="1147551"/>
              <a:ext cx="475422" cy="3199835"/>
            </a:xfrm>
            <a:custGeom>
              <a:rect b="b" l="l" r="r" t="t"/>
              <a:pathLst>
                <a:path extrusionOk="0" h="37987" w="5644">
                  <a:moveTo>
                    <a:pt x="107" y="0"/>
                  </a:moveTo>
                  <a:lnTo>
                    <a:pt x="107" y="0"/>
                  </a:lnTo>
                  <a:cubicBezTo>
                    <a:pt x="0" y="149"/>
                    <a:pt x="75" y="427"/>
                    <a:pt x="150" y="768"/>
                  </a:cubicBezTo>
                  <a:cubicBezTo>
                    <a:pt x="203" y="982"/>
                    <a:pt x="256" y="1227"/>
                    <a:pt x="288" y="1462"/>
                  </a:cubicBezTo>
                  <a:cubicBezTo>
                    <a:pt x="320" y="1931"/>
                    <a:pt x="470" y="2304"/>
                    <a:pt x="768" y="2667"/>
                  </a:cubicBezTo>
                  <a:cubicBezTo>
                    <a:pt x="832" y="2934"/>
                    <a:pt x="939" y="3211"/>
                    <a:pt x="1046" y="3478"/>
                  </a:cubicBezTo>
                  <a:cubicBezTo>
                    <a:pt x="1163" y="3787"/>
                    <a:pt x="1280" y="4096"/>
                    <a:pt x="1355" y="4395"/>
                  </a:cubicBezTo>
                  <a:cubicBezTo>
                    <a:pt x="1462" y="4896"/>
                    <a:pt x="1483" y="5430"/>
                    <a:pt x="1515" y="5963"/>
                  </a:cubicBezTo>
                  <a:cubicBezTo>
                    <a:pt x="1536" y="6294"/>
                    <a:pt x="1547" y="6657"/>
                    <a:pt x="1590" y="6987"/>
                  </a:cubicBezTo>
                  <a:cubicBezTo>
                    <a:pt x="1643" y="7489"/>
                    <a:pt x="1782" y="7958"/>
                    <a:pt x="1952" y="8342"/>
                  </a:cubicBezTo>
                  <a:cubicBezTo>
                    <a:pt x="1995" y="8438"/>
                    <a:pt x="2027" y="8523"/>
                    <a:pt x="2070" y="8609"/>
                  </a:cubicBezTo>
                  <a:cubicBezTo>
                    <a:pt x="2326" y="9174"/>
                    <a:pt x="2603" y="9761"/>
                    <a:pt x="2582" y="10401"/>
                  </a:cubicBezTo>
                  <a:cubicBezTo>
                    <a:pt x="2560" y="10828"/>
                    <a:pt x="2560" y="11318"/>
                    <a:pt x="2582" y="11830"/>
                  </a:cubicBezTo>
                  <a:cubicBezTo>
                    <a:pt x="2603" y="12854"/>
                    <a:pt x="2902" y="13697"/>
                    <a:pt x="3456" y="14316"/>
                  </a:cubicBezTo>
                  <a:cubicBezTo>
                    <a:pt x="3627" y="14508"/>
                    <a:pt x="3830" y="14679"/>
                    <a:pt x="4022" y="14849"/>
                  </a:cubicBezTo>
                  <a:cubicBezTo>
                    <a:pt x="4182" y="14988"/>
                    <a:pt x="4353" y="15148"/>
                    <a:pt x="4502" y="15297"/>
                  </a:cubicBezTo>
                  <a:cubicBezTo>
                    <a:pt x="5281" y="16108"/>
                    <a:pt x="5622" y="16769"/>
                    <a:pt x="5142" y="17943"/>
                  </a:cubicBezTo>
                  <a:lnTo>
                    <a:pt x="5121" y="17996"/>
                  </a:lnTo>
                  <a:cubicBezTo>
                    <a:pt x="5057" y="18145"/>
                    <a:pt x="5003" y="18295"/>
                    <a:pt x="4950" y="18433"/>
                  </a:cubicBezTo>
                  <a:cubicBezTo>
                    <a:pt x="4555" y="19575"/>
                    <a:pt x="4289" y="20492"/>
                    <a:pt x="4097" y="21335"/>
                  </a:cubicBezTo>
                  <a:cubicBezTo>
                    <a:pt x="4086" y="21367"/>
                    <a:pt x="4086" y="21399"/>
                    <a:pt x="4075" y="21442"/>
                  </a:cubicBezTo>
                  <a:cubicBezTo>
                    <a:pt x="4075" y="21484"/>
                    <a:pt x="4054" y="21538"/>
                    <a:pt x="4043" y="21580"/>
                  </a:cubicBezTo>
                  <a:cubicBezTo>
                    <a:pt x="3936" y="22167"/>
                    <a:pt x="3755" y="22764"/>
                    <a:pt x="3563" y="23330"/>
                  </a:cubicBezTo>
                  <a:cubicBezTo>
                    <a:pt x="3499" y="23565"/>
                    <a:pt x="3414" y="23799"/>
                    <a:pt x="3350" y="24023"/>
                  </a:cubicBezTo>
                  <a:cubicBezTo>
                    <a:pt x="2976" y="25282"/>
                    <a:pt x="2614" y="26583"/>
                    <a:pt x="2315" y="27725"/>
                  </a:cubicBezTo>
                  <a:cubicBezTo>
                    <a:pt x="1963" y="28962"/>
                    <a:pt x="1792" y="30040"/>
                    <a:pt x="1792" y="30957"/>
                  </a:cubicBezTo>
                  <a:cubicBezTo>
                    <a:pt x="1782" y="31800"/>
                    <a:pt x="1803" y="32685"/>
                    <a:pt x="1835" y="33549"/>
                  </a:cubicBezTo>
                  <a:cubicBezTo>
                    <a:pt x="1846" y="33848"/>
                    <a:pt x="1846" y="34147"/>
                    <a:pt x="1856" y="34456"/>
                  </a:cubicBezTo>
                  <a:lnTo>
                    <a:pt x="1856" y="34787"/>
                  </a:lnTo>
                  <a:cubicBezTo>
                    <a:pt x="1814" y="36013"/>
                    <a:pt x="1867" y="36984"/>
                    <a:pt x="2240" y="37987"/>
                  </a:cubicBezTo>
                  <a:lnTo>
                    <a:pt x="2272" y="37987"/>
                  </a:lnTo>
                  <a:cubicBezTo>
                    <a:pt x="1899" y="36984"/>
                    <a:pt x="1846" y="36024"/>
                    <a:pt x="1888" y="34797"/>
                  </a:cubicBezTo>
                  <a:lnTo>
                    <a:pt x="1888" y="34456"/>
                  </a:lnTo>
                  <a:cubicBezTo>
                    <a:pt x="1867" y="34157"/>
                    <a:pt x="1867" y="33859"/>
                    <a:pt x="1856" y="33549"/>
                  </a:cubicBezTo>
                  <a:cubicBezTo>
                    <a:pt x="1835" y="32685"/>
                    <a:pt x="1814" y="31789"/>
                    <a:pt x="1814" y="30957"/>
                  </a:cubicBezTo>
                  <a:cubicBezTo>
                    <a:pt x="1835" y="30050"/>
                    <a:pt x="2006" y="28962"/>
                    <a:pt x="2336" y="27735"/>
                  </a:cubicBezTo>
                  <a:cubicBezTo>
                    <a:pt x="2646" y="26615"/>
                    <a:pt x="3008" y="25303"/>
                    <a:pt x="3382" y="24045"/>
                  </a:cubicBezTo>
                  <a:cubicBezTo>
                    <a:pt x="3446" y="23799"/>
                    <a:pt x="3520" y="23575"/>
                    <a:pt x="3595" y="23351"/>
                  </a:cubicBezTo>
                  <a:cubicBezTo>
                    <a:pt x="3766" y="22786"/>
                    <a:pt x="3947" y="22188"/>
                    <a:pt x="4075" y="21602"/>
                  </a:cubicBezTo>
                  <a:cubicBezTo>
                    <a:pt x="4075" y="21559"/>
                    <a:pt x="4086" y="21506"/>
                    <a:pt x="4097" y="21452"/>
                  </a:cubicBezTo>
                  <a:cubicBezTo>
                    <a:pt x="4107" y="21410"/>
                    <a:pt x="4107" y="21388"/>
                    <a:pt x="4129" y="21346"/>
                  </a:cubicBezTo>
                  <a:cubicBezTo>
                    <a:pt x="4310" y="20503"/>
                    <a:pt x="4577" y="19596"/>
                    <a:pt x="4982" y="18465"/>
                  </a:cubicBezTo>
                  <a:cubicBezTo>
                    <a:pt x="5035" y="18316"/>
                    <a:pt x="5099" y="18177"/>
                    <a:pt x="5153" y="18028"/>
                  </a:cubicBezTo>
                  <a:lnTo>
                    <a:pt x="5163" y="17975"/>
                  </a:lnTo>
                  <a:cubicBezTo>
                    <a:pt x="5643" y="16769"/>
                    <a:pt x="5313" y="16108"/>
                    <a:pt x="4523" y="15276"/>
                  </a:cubicBezTo>
                  <a:cubicBezTo>
                    <a:pt x="4374" y="15137"/>
                    <a:pt x="4203" y="14988"/>
                    <a:pt x="4043" y="14839"/>
                  </a:cubicBezTo>
                  <a:cubicBezTo>
                    <a:pt x="3862" y="14668"/>
                    <a:pt x="3659" y="14497"/>
                    <a:pt x="3488" y="14305"/>
                  </a:cubicBezTo>
                  <a:cubicBezTo>
                    <a:pt x="2923" y="13697"/>
                    <a:pt x="2635" y="12854"/>
                    <a:pt x="2614" y="11830"/>
                  </a:cubicBezTo>
                  <a:cubicBezTo>
                    <a:pt x="2603" y="11318"/>
                    <a:pt x="2603" y="10828"/>
                    <a:pt x="2614" y="10401"/>
                  </a:cubicBezTo>
                  <a:cubicBezTo>
                    <a:pt x="2646" y="9750"/>
                    <a:pt x="2368" y="9163"/>
                    <a:pt x="2102" y="8598"/>
                  </a:cubicBezTo>
                  <a:cubicBezTo>
                    <a:pt x="2059" y="8502"/>
                    <a:pt x="2016" y="8427"/>
                    <a:pt x="1974" y="8331"/>
                  </a:cubicBezTo>
                  <a:cubicBezTo>
                    <a:pt x="1803" y="7947"/>
                    <a:pt x="1686" y="7478"/>
                    <a:pt x="1622" y="6977"/>
                  </a:cubicBezTo>
                  <a:cubicBezTo>
                    <a:pt x="1579" y="6635"/>
                    <a:pt x="1547" y="6294"/>
                    <a:pt x="1536" y="5942"/>
                  </a:cubicBezTo>
                  <a:cubicBezTo>
                    <a:pt x="1515" y="5409"/>
                    <a:pt x="1483" y="4864"/>
                    <a:pt x="1376" y="4384"/>
                  </a:cubicBezTo>
                  <a:cubicBezTo>
                    <a:pt x="1312" y="4075"/>
                    <a:pt x="1195" y="3776"/>
                    <a:pt x="1067" y="3467"/>
                  </a:cubicBezTo>
                  <a:cubicBezTo>
                    <a:pt x="982" y="3200"/>
                    <a:pt x="875" y="2934"/>
                    <a:pt x="790" y="2656"/>
                  </a:cubicBezTo>
                  <a:cubicBezTo>
                    <a:pt x="502" y="2304"/>
                    <a:pt x="352" y="1931"/>
                    <a:pt x="310" y="1462"/>
                  </a:cubicBezTo>
                  <a:cubicBezTo>
                    <a:pt x="288" y="1227"/>
                    <a:pt x="235" y="982"/>
                    <a:pt x="182" y="768"/>
                  </a:cubicBezTo>
                  <a:cubicBezTo>
                    <a:pt x="96" y="437"/>
                    <a:pt x="32" y="149"/>
                    <a:pt x="139" y="11"/>
                  </a:cubicBezTo>
                  <a:lnTo>
                    <a:pt x="10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8"/>
            <p:cNvSpPr/>
            <p:nvPr/>
          </p:nvSpPr>
          <p:spPr>
            <a:xfrm>
              <a:off x="5281742" y="1145698"/>
              <a:ext cx="460176" cy="3197224"/>
            </a:xfrm>
            <a:custGeom>
              <a:rect b="b" l="l" r="r" t="t"/>
              <a:pathLst>
                <a:path extrusionOk="0" h="37956" w="5463">
                  <a:moveTo>
                    <a:pt x="118" y="1"/>
                  </a:moveTo>
                  <a:cubicBezTo>
                    <a:pt x="1" y="161"/>
                    <a:pt x="65" y="470"/>
                    <a:pt x="161" y="822"/>
                  </a:cubicBezTo>
                  <a:cubicBezTo>
                    <a:pt x="193" y="1014"/>
                    <a:pt x="246" y="1217"/>
                    <a:pt x="278" y="1420"/>
                  </a:cubicBezTo>
                  <a:cubicBezTo>
                    <a:pt x="332" y="1836"/>
                    <a:pt x="492" y="2188"/>
                    <a:pt x="812" y="2593"/>
                  </a:cubicBezTo>
                  <a:cubicBezTo>
                    <a:pt x="865" y="2796"/>
                    <a:pt x="929" y="2988"/>
                    <a:pt x="993" y="3190"/>
                  </a:cubicBezTo>
                  <a:cubicBezTo>
                    <a:pt x="1142" y="3606"/>
                    <a:pt x="1281" y="3990"/>
                    <a:pt x="1313" y="4428"/>
                  </a:cubicBezTo>
                  <a:cubicBezTo>
                    <a:pt x="1356" y="4822"/>
                    <a:pt x="1366" y="5228"/>
                    <a:pt x="1388" y="5623"/>
                  </a:cubicBezTo>
                  <a:cubicBezTo>
                    <a:pt x="1398" y="6081"/>
                    <a:pt x="1420" y="6561"/>
                    <a:pt x="1473" y="7020"/>
                  </a:cubicBezTo>
                  <a:cubicBezTo>
                    <a:pt x="1526" y="7511"/>
                    <a:pt x="1686" y="7969"/>
                    <a:pt x="1921" y="8343"/>
                  </a:cubicBezTo>
                  <a:cubicBezTo>
                    <a:pt x="2358" y="9047"/>
                    <a:pt x="2604" y="9644"/>
                    <a:pt x="2572" y="10476"/>
                  </a:cubicBezTo>
                  <a:cubicBezTo>
                    <a:pt x="2572" y="10658"/>
                    <a:pt x="2540" y="10850"/>
                    <a:pt x="2529" y="11063"/>
                  </a:cubicBezTo>
                  <a:cubicBezTo>
                    <a:pt x="2508" y="11340"/>
                    <a:pt x="2476" y="11650"/>
                    <a:pt x="2465" y="11927"/>
                  </a:cubicBezTo>
                  <a:cubicBezTo>
                    <a:pt x="2433" y="12898"/>
                    <a:pt x="2742" y="13751"/>
                    <a:pt x="3361" y="14381"/>
                  </a:cubicBezTo>
                  <a:cubicBezTo>
                    <a:pt x="3532" y="14551"/>
                    <a:pt x="3702" y="14711"/>
                    <a:pt x="3873" y="14861"/>
                  </a:cubicBezTo>
                  <a:cubicBezTo>
                    <a:pt x="4055" y="15021"/>
                    <a:pt x="4236" y="15191"/>
                    <a:pt x="4396" y="15351"/>
                  </a:cubicBezTo>
                  <a:cubicBezTo>
                    <a:pt x="5196" y="16194"/>
                    <a:pt x="5409" y="17058"/>
                    <a:pt x="5047" y="17975"/>
                  </a:cubicBezTo>
                  <a:cubicBezTo>
                    <a:pt x="5004" y="18050"/>
                    <a:pt x="4983" y="18125"/>
                    <a:pt x="4961" y="18189"/>
                  </a:cubicBezTo>
                  <a:cubicBezTo>
                    <a:pt x="4919" y="18285"/>
                    <a:pt x="4876" y="18381"/>
                    <a:pt x="4855" y="18455"/>
                  </a:cubicBezTo>
                  <a:cubicBezTo>
                    <a:pt x="4492" y="19416"/>
                    <a:pt x="4140" y="20354"/>
                    <a:pt x="3969" y="21325"/>
                  </a:cubicBezTo>
                  <a:cubicBezTo>
                    <a:pt x="3969" y="21357"/>
                    <a:pt x="3959" y="21389"/>
                    <a:pt x="3959" y="21421"/>
                  </a:cubicBezTo>
                  <a:cubicBezTo>
                    <a:pt x="3937" y="21474"/>
                    <a:pt x="3937" y="21528"/>
                    <a:pt x="3927" y="21581"/>
                  </a:cubicBezTo>
                  <a:cubicBezTo>
                    <a:pt x="3852" y="22104"/>
                    <a:pt x="3692" y="22626"/>
                    <a:pt x="3542" y="23128"/>
                  </a:cubicBezTo>
                  <a:cubicBezTo>
                    <a:pt x="3446" y="23405"/>
                    <a:pt x="3372" y="23704"/>
                    <a:pt x="3286" y="23992"/>
                  </a:cubicBezTo>
                  <a:cubicBezTo>
                    <a:pt x="3073" y="24835"/>
                    <a:pt x="2849" y="25699"/>
                    <a:pt x="2625" y="26541"/>
                  </a:cubicBezTo>
                  <a:cubicBezTo>
                    <a:pt x="2518" y="26925"/>
                    <a:pt x="2412" y="27320"/>
                    <a:pt x="2316" y="27693"/>
                  </a:cubicBezTo>
                  <a:cubicBezTo>
                    <a:pt x="2038" y="28718"/>
                    <a:pt x="1846" y="29848"/>
                    <a:pt x="1772" y="30872"/>
                  </a:cubicBezTo>
                  <a:cubicBezTo>
                    <a:pt x="1676" y="32227"/>
                    <a:pt x="1633" y="33411"/>
                    <a:pt x="1686" y="34403"/>
                  </a:cubicBezTo>
                  <a:cubicBezTo>
                    <a:pt x="1686" y="34521"/>
                    <a:pt x="1708" y="34638"/>
                    <a:pt x="1708" y="34755"/>
                  </a:cubicBezTo>
                  <a:cubicBezTo>
                    <a:pt x="1718" y="35779"/>
                    <a:pt x="1761" y="36878"/>
                    <a:pt x="2188" y="37956"/>
                  </a:cubicBezTo>
                  <a:lnTo>
                    <a:pt x="2220" y="37945"/>
                  </a:lnTo>
                  <a:cubicBezTo>
                    <a:pt x="1814" y="36857"/>
                    <a:pt x="1761" y="35769"/>
                    <a:pt x="1761" y="34745"/>
                  </a:cubicBezTo>
                  <a:cubicBezTo>
                    <a:pt x="1761" y="34627"/>
                    <a:pt x="1740" y="34499"/>
                    <a:pt x="1740" y="34393"/>
                  </a:cubicBezTo>
                  <a:cubicBezTo>
                    <a:pt x="1686" y="33411"/>
                    <a:pt x="1718" y="32227"/>
                    <a:pt x="1825" y="30872"/>
                  </a:cubicBezTo>
                  <a:cubicBezTo>
                    <a:pt x="1900" y="29848"/>
                    <a:pt x="2102" y="28718"/>
                    <a:pt x="2369" y="27693"/>
                  </a:cubicBezTo>
                  <a:cubicBezTo>
                    <a:pt x="2476" y="27299"/>
                    <a:pt x="2572" y="26925"/>
                    <a:pt x="2678" y="26541"/>
                  </a:cubicBezTo>
                  <a:cubicBezTo>
                    <a:pt x="2902" y="25699"/>
                    <a:pt x="3126" y="24835"/>
                    <a:pt x="3340" y="23992"/>
                  </a:cubicBezTo>
                  <a:cubicBezTo>
                    <a:pt x="3414" y="23704"/>
                    <a:pt x="3500" y="23405"/>
                    <a:pt x="3585" y="23128"/>
                  </a:cubicBezTo>
                  <a:cubicBezTo>
                    <a:pt x="3734" y="22616"/>
                    <a:pt x="3895" y="22104"/>
                    <a:pt x="3969" y="21581"/>
                  </a:cubicBezTo>
                  <a:cubicBezTo>
                    <a:pt x="3969" y="21528"/>
                    <a:pt x="3980" y="21474"/>
                    <a:pt x="4001" y="21421"/>
                  </a:cubicBezTo>
                  <a:cubicBezTo>
                    <a:pt x="4001" y="21389"/>
                    <a:pt x="4012" y="21357"/>
                    <a:pt x="4012" y="21325"/>
                  </a:cubicBezTo>
                  <a:cubicBezTo>
                    <a:pt x="4183" y="20365"/>
                    <a:pt x="4535" y="19416"/>
                    <a:pt x="4887" y="18455"/>
                  </a:cubicBezTo>
                  <a:cubicBezTo>
                    <a:pt x="4919" y="18370"/>
                    <a:pt x="4961" y="18274"/>
                    <a:pt x="4993" y="18189"/>
                  </a:cubicBezTo>
                  <a:cubicBezTo>
                    <a:pt x="5036" y="18125"/>
                    <a:pt x="5068" y="18050"/>
                    <a:pt x="5089" y="17975"/>
                  </a:cubicBezTo>
                  <a:cubicBezTo>
                    <a:pt x="5463" y="17047"/>
                    <a:pt x="5249" y="16183"/>
                    <a:pt x="4439" y="15330"/>
                  </a:cubicBezTo>
                  <a:cubicBezTo>
                    <a:pt x="4279" y="15149"/>
                    <a:pt x="4108" y="14989"/>
                    <a:pt x="3916" y="14829"/>
                  </a:cubicBezTo>
                  <a:cubicBezTo>
                    <a:pt x="3745" y="14669"/>
                    <a:pt x="3574" y="14509"/>
                    <a:pt x="3414" y="14349"/>
                  </a:cubicBezTo>
                  <a:cubicBezTo>
                    <a:pt x="2796" y="13740"/>
                    <a:pt x="2486" y="12898"/>
                    <a:pt x="2518" y="11927"/>
                  </a:cubicBezTo>
                  <a:cubicBezTo>
                    <a:pt x="2529" y="11660"/>
                    <a:pt x="2561" y="11351"/>
                    <a:pt x="2582" y="11063"/>
                  </a:cubicBezTo>
                  <a:cubicBezTo>
                    <a:pt x="2593" y="10850"/>
                    <a:pt x="2614" y="10658"/>
                    <a:pt x="2625" y="10476"/>
                  </a:cubicBezTo>
                  <a:cubicBezTo>
                    <a:pt x="2668" y="9644"/>
                    <a:pt x="2412" y="9047"/>
                    <a:pt x="1974" y="8321"/>
                  </a:cubicBezTo>
                  <a:cubicBezTo>
                    <a:pt x="1740" y="7948"/>
                    <a:pt x="1601" y="7500"/>
                    <a:pt x="1526" y="7009"/>
                  </a:cubicBezTo>
                  <a:cubicBezTo>
                    <a:pt x="1462" y="6561"/>
                    <a:pt x="1452" y="6081"/>
                    <a:pt x="1441" y="5623"/>
                  </a:cubicBezTo>
                  <a:cubicBezTo>
                    <a:pt x="1420" y="5217"/>
                    <a:pt x="1409" y="4801"/>
                    <a:pt x="1366" y="4417"/>
                  </a:cubicBezTo>
                  <a:cubicBezTo>
                    <a:pt x="1334" y="3980"/>
                    <a:pt x="1196" y="3596"/>
                    <a:pt x="1046" y="3180"/>
                  </a:cubicBezTo>
                  <a:cubicBezTo>
                    <a:pt x="982" y="2977"/>
                    <a:pt x="918" y="2774"/>
                    <a:pt x="865" y="2582"/>
                  </a:cubicBezTo>
                  <a:cubicBezTo>
                    <a:pt x="545" y="2166"/>
                    <a:pt x="385" y="1814"/>
                    <a:pt x="332" y="1409"/>
                  </a:cubicBezTo>
                  <a:cubicBezTo>
                    <a:pt x="289" y="1206"/>
                    <a:pt x="246" y="1004"/>
                    <a:pt x="193" y="801"/>
                  </a:cubicBezTo>
                  <a:cubicBezTo>
                    <a:pt x="108" y="459"/>
                    <a:pt x="33" y="161"/>
                    <a:pt x="140" y="22"/>
                  </a:cubicBezTo>
                  <a:lnTo>
                    <a:pt x="11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8"/>
            <p:cNvSpPr/>
            <p:nvPr/>
          </p:nvSpPr>
          <p:spPr>
            <a:xfrm>
              <a:off x="5296147" y="1144856"/>
              <a:ext cx="431957" cy="3192675"/>
            </a:xfrm>
            <a:custGeom>
              <a:rect b="b" l="l" r="r" t="t"/>
              <a:pathLst>
                <a:path extrusionOk="0" h="37902" w="5128">
                  <a:moveTo>
                    <a:pt x="129" y="0"/>
                  </a:moveTo>
                  <a:cubicBezTo>
                    <a:pt x="1" y="160"/>
                    <a:pt x="97" y="480"/>
                    <a:pt x="182" y="843"/>
                  </a:cubicBezTo>
                  <a:cubicBezTo>
                    <a:pt x="225" y="1003"/>
                    <a:pt x="278" y="1174"/>
                    <a:pt x="310" y="1344"/>
                  </a:cubicBezTo>
                  <a:cubicBezTo>
                    <a:pt x="374" y="1718"/>
                    <a:pt x="534" y="2059"/>
                    <a:pt x="897" y="2539"/>
                  </a:cubicBezTo>
                  <a:cubicBezTo>
                    <a:pt x="1131" y="3254"/>
                    <a:pt x="1249" y="3883"/>
                    <a:pt x="1291" y="4480"/>
                  </a:cubicBezTo>
                  <a:cubicBezTo>
                    <a:pt x="1323" y="4800"/>
                    <a:pt x="1323" y="5120"/>
                    <a:pt x="1323" y="5441"/>
                  </a:cubicBezTo>
                  <a:cubicBezTo>
                    <a:pt x="1323" y="5985"/>
                    <a:pt x="1323" y="6539"/>
                    <a:pt x="1409" y="7073"/>
                  </a:cubicBezTo>
                  <a:cubicBezTo>
                    <a:pt x="1515" y="7723"/>
                    <a:pt x="1771" y="8118"/>
                    <a:pt x="1963" y="8353"/>
                  </a:cubicBezTo>
                  <a:cubicBezTo>
                    <a:pt x="2422" y="8907"/>
                    <a:pt x="2625" y="9643"/>
                    <a:pt x="2550" y="10572"/>
                  </a:cubicBezTo>
                  <a:cubicBezTo>
                    <a:pt x="2518" y="10774"/>
                    <a:pt x="2497" y="10998"/>
                    <a:pt x="2465" y="11233"/>
                  </a:cubicBezTo>
                  <a:cubicBezTo>
                    <a:pt x="2422" y="11500"/>
                    <a:pt x="2390" y="11788"/>
                    <a:pt x="2369" y="12044"/>
                  </a:cubicBezTo>
                  <a:cubicBezTo>
                    <a:pt x="2315" y="12961"/>
                    <a:pt x="2710" y="13868"/>
                    <a:pt x="3382" y="14401"/>
                  </a:cubicBezTo>
                  <a:cubicBezTo>
                    <a:pt x="3788" y="14721"/>
                    <a:pt x="4108" y="15084"/>
                    <a:pt x="4364" y="15393"/>
                  </a:cubicBezTo>
                  <a:cubicBezTo>
                    <a:pt x="4869" y="16003"/>
                    <a:pt x="5126" y="16608"/>
                    <a:pt x="5127" y="17207"/>
                  </a:cubicBezTo>
                  <a:lnTo>
                    <a:pt x="5127" y="17207"/>
                  </a:lnTo>
                  <a:cubicBezTo>
                    <a:pt x="5128" y="16599"/>
                    <a:pt x="4871" y="15980"/>
                    <a:pt x="4364" y="15361"/>
                  </a:cubicBezTo>
                  <a:cubicBezTo>
                    <a:pt x="4108" y="15063"/>
                    <a:pt x="3788" y="14700"/>
                    <a:pt x="3382" y="14380"/>
                  </a:cubicBezTo>
                  <a:cubicBezTo>
                    <a:pt x="2721" y="13846"/>
                    <a:pt x="2337" y="12940"/>
                    <a:pt x="2390" y="12033"/>
                  </a:cubicBezTo>
                  <a:cubicBezTo>
                    <a:pt x="2401" y="11777"/>
                    <a:pt x="2443" y="11478"/>
                    <a:pt x="2475" y="11212"/>
                  </a:cubicBezTo>
                  <a:cubicBezTo>
                    <a:pt x="2518" y="10988"/>
                    <a:pt x="2550" y="10764"/>
                    <a:pt x="2561" y="10561"/>
                  </a:cubicBezTo>
                  <a:cubicBezTo>
                    <a:pt x="2635" y="9611"/>
                    <a:pt x="2443" y="8886"/>
                    <a:pt x="1974" y="8321"/>
                  </a:cubicBezTo>
                  <a:cubicBezTo>
                    <a:pt x="1782" y="8107"/>
                    <a:pt x="1547" y="7713"/>
                    <a:pt x="1430" y="7051"/>
                  </a:cubicBezTo>
                  <a:cubicBezTo>
                    <a:pt x="1334" y="6539"/>
                    <a:pt x="1334" y="5974"/>
                    <a:pt x="1334" y="5441"/>
                  </a:cubicBezTo>
                  <a:cubicBezTo>
                    <a:pt x="1334" y="5120"/>
                    <a:pt x="1334" y="4790"/>
                    <a:pt x="1302" y="4480"/>
                  </a:cubicBezTo>
                  <a:cubicBezTo>
                    <a:pt x="1270" y="3883"/>
                    <a:pt x="1142" y="3254"/>
                    <a:pt x="907" y="2518"/>
                  </a:cubicBezTo>
                  <a:cubicBezTo>
                    <a:pt x="555" y="2038"/>
                    <a:pt x="395" y="1707"/>
                    <a:pt x="331" y="1344"/>
                  </a:cubicBezTo>
                  <a:cubicBezTo>
                    <a:pt x="310" y="1163"/>
                    <a:pt x="257" y="1003"/>
                    <a:pt x="214" y="832"/>
                  </a:cubicBezTo>
                  <a:cubicBezTo>
                    <a:pt x="118" y="480"/>
                    <a:pt x="43" y="160"/>
                    <a:pt x="161" y="11"/>
                  </a:cubicBezTo>
                  <a:lnTo>
                    <a:pt x="129" y="0"/>
                  </a:lnTo>
                  <a:close/>
                  <a:moveTo>
                    <a:pt x="5127" y="17207"/>
                  </a:moveTo>
                  <a:lnTo>
                    <a:pt x="5127" y="17207"/>
                  </a:lnTo>
                  <a:cubicBezTo>
                    <a:pt x="5127" y="17469"/>
                    <a:pt x="5079" y="17729"/>
                    <a:pt x="4982" y="17985"/>
                  </a:cubicBezTo>
                  <a:cubicBezTo>
                    <a:pt x="5079" y="17727"/>
                    <a:pt x="5127" y="17468"/>
                    <a:pt x="5127" y="17207"/>
                  </a:cubicBezTo>
                  <a:close/>
                  <a:moveTo>
                    <a:pt x="4757" y="18517"/>
                  </a:moveTo>
                  <a:cubicBezTo>
                    <a:pt x="4409" y="19415"/>
                    <a:pt x="4042" y="20343"/>
                    <a:pt x="3905" y="21292"/>
                  </a:cubicBezTo>
                  <a:cubicBezTo>
                    <a:pt x="3905" y="21324"/>
                    <a:pt x="3894" y="21367"/>
                    <a:pt x="3894" y="21388"/>
                  </a:cubicBezTo>
                  <a:cubicBezTo>
                    <a:pt x="3892" y="21401"/>
                    <a:pt x="3890" y="21414"/>
                    <a:pt x="3888" y="21426"/>
                  </a:cubicBezTo>
                  <a:lnTo>
                    <a:pt x="3888" y="21426"/>
                  </a:lnTo>
                  <a:cubicBezTo>
                    <a:pt x="3890" y="21417"/>
                    <a:pt x="3892" y="21408"/>
                    <a:pt x="3894" y="21399"/>
                  </a:cubicBezTo>
                  <a:cubicBezTo>
                    <a:pt x="3894" y="21378"/>
                    <a:pt x="3905" y="21335"/>
                    <a:pt x="3905" y="21314"/>
                  </a:cubicBezTo>
                  <a:cubicBezTo>
                    <a:pt x="4042" y="20343"/>
                    <a:pt x="4409" y="19415"/>
                    <a:pt x="4757" y="18517"/>
                  </a:cubicBezTo>
                  <a:close/>
                  <a:moveTo>
                    <a:pt x="3888" y="21426"/>
                  </a:moveTo>
                  <a:cubicBezTo>
                    <a:pt x="3878" y="21467"/>
                    <a:pt x="3865" y="21507"/>
                    <a:pt x="3863" y="21548"/>
                  </a:cubicBezTo>
                  <a:lnTo>
                    <a:pt x="3863" y="21548"/>
                  </a:lnTo>
                  <a:cubicBezTo>
                    <a:pt x="3879" y="21507"/>
                    <a:pt x="3882" y="21467"/>
                    <a:pt x="3888" y="21426"/>
                  </a:cubicBezTo>
                  <a:close/>
                  <a:moveTo>
                    <a:pt x="3863" y="21548"/>
                  </a:moveTo>
                  <a:cubicBezTo>
                    <a:pt x="3862" y="21548"/>
                    <a:pt x="3862" y="21548"/>
                    <a:pt x="3862" y="21548"/>
                  </a:cubicBezTo>
                  <a:cubicBezTo>
                    <a:pt x="3809" y="22071"/>
                    <a:pt x="3670" y="22604"/>
                    <a:pt x="3521" y="23116"/>
                  </a:cubicBezTo>
                  <a:cubicBezTo>
                    <a:pt x="3435" y="23394"/>
                    <a:pt x="3361" y="23671"/>
                    <a:pt x="3297" y="23949"/>
                  </a:cubicBezTo>
                  <a:cubicBezTo>
                    <a:pt x="3083" y="24887"/>
                    <a:pt x="2838" y="25847"/>
                    <a:pt x="2614" y="26765"/>
                  </a:cubicBezTo>
                  <a:cubicBezTo>
                    <a:pt x="2550" y="27063"/>
                    <a:pt x="2465" y="27351"/>
                    <a:pt x="2401" y="27629"/>
                  </a:cubicBezTo>
                  <a:cubicBezTo>
                    <a:pt x="2145" y="28632"/>
                    <a:pt x="1995" y="29688"/>
                    <a:pt x="1867" y="30765"/>
                  </a:cubicBezTo>
                  <a:lnTo>
                    <a:pt x="1835" y="30989"/>
                  </a:lnTo>
                  <a:cubicBezTo>
                    <a:pt x="1727" y="31881"/>
                    <a:pt x="1596" y="32880"/>
                    <a:pt x="1597" y="33818"/>
                  </a:cubicBezTo>
                  <a:lnTo>
                    <a:pt x="1597" y="33818"/>
                  </a:lnTo>
                  <a:cubicBezTo>
                    <a:pt x="1597" y="32883"/>
                    <a:pt x="1728" y="31888"/>
                    <a:pt x="1835" y="31000"/>
                  </a:cubicBezTo>
                  <a:lnTo>
                    <a:pt x="1867" y="30776"/>
                  </a:lnTo>
                  <a:cubicBezTo>
                    <a:pt x="1995" y="29698"/>
                    <a:pt x="2145" y="28642"/>
                    <a:pt x="2401" y="27639"/>
                  </a:cubicBezTo>
                  <a:cubicBezTo>
                    <a:pt x="2465" y="27351"/>
                    <a:pt x="2550" y="27074"/>
                    <a:pt x="2614" y="26775"/>
                  </a:cubicBezTo>
                  <a:cubicBezTo>
                    <a:pt x="2838" y="25858"/>
                    <a:pt x="3083" y="24909"/>
                    <a:pt x="3297" y="23981"/>
                  </a:cubicBezTo>
                  <a:cubicBezTo>
                    <a:pt x="3361" y="23693"/>
                    <a:pt x="3435" y="23405"/>
                    <a:pt x="3521" y="23127"/>
                  </a:cubicBezTo>
                  <a:cubicBezTo>
                    <a:pt x="3670" y="22615"/>
                    <a:pt x="3809" y="22082"/>
                    <a:pt x="3862" y="21559"/>
                  </a:cubicBezTo>
                  <a:cubicBezTo>
                    <a:pt x="3862" y="21555"/>
                    <a:pt x="3862" y="21551"/>
                    <a:pt x="3863" y="21548"/>
                  </a:cubicBezTo>
                  <a:close/>
                  <a:moveTo>
                    <a:pt x="1597" y="33818"/>
                  </a:moveTo>
                  <a:lnTo>
                    <a:pt x="1597" y="33818"/>
                  </a:lnTo>
                  <a:cubicBezTo>
                    <a:pt x="1597" y="33994"/>
                    <a:pt x="1601" y="34168"/>
                    <a:pt x="1611" y="34339"/>
                  </a:cubicBezTo>
                  <a:lnTo>
                    <a:pt x="1611" y="34328"/>
                  </a:lnTo>
                  <a:cubicBezTo>
                    <a:pt x="1601" y="34161"/>
                    <a:pt x="1597" y="33990"/>
                    <a:pt x="1597" y="33818"/>
                  </a:cubicBezTo>
                  <a:close/>
                  <a:moveTo>
                    <a:pt x="1611" y="34403"/>
                  </a:moveTo>
                  <a:lnTo>
                    <a:pt x="1611" y="34413"/>
                  </a:lnTo>
                  <a:cubicBezTo>
                    <a:pt x="1611" y="34509"/>
                    <a:pt x="1622" y="34595"/>
                    <a:pt x="1622" y="34680"/>
                  </a:cubicBezTo>
                  <a:cubicBezTo>
                    <a:pt x="1665" y="35672"/>
                    <a:pt x="1729" y="36835"/>
                    <a:pt x="2187" y="37902"/>
                  </a:cubicBezTo>
                  <a:lnTo>
                    <a:pt x="2187" y="37870"/>
                  </a:lnTo>
                  <a:cubicBezTo>
                    <a:pt x="1729" y="36803"/>
                    <a:pt x="1665" y="35661"/>
                    <a:pt x="1622" y="34669"/>
                  </a:cubicBezTo>
                  <a:cubicBezTo>
                    <a:pt x="1622" y="34584"/>
                    <a:pt x="1611" y="34499"/>
                    <a:pt x="1611" y="3440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8"/>
            <p:cNvSpPr/>
            <p:nvPr/>
          </p:nvSpPr>
          <p:spPr>
            <a:xfrm>
              <a:off x="5315015" y="1143929"/>
              <a:ext cx="434063" cy="3188211"/>
            </a:xfrm>
            <a:custGeom>
              <a:rect b="b" l="l" r="r" t="t"/>
              <a:pathLst>
                <a:path extrusionOk="0" h="37849" w="5153">
                  <a:moveTo>
                    <a:pt x="139" y="0"/>
                  </a:moveTo>
                  <a:cubicBezTo>
                    <a:pt x="1" y="171"/>
                    <a:pt x="97" y="502"/>
                    <a:pt x="203" y="875"/>
                  </a:cubicBezTo>
                  <a:cubicBezTo>
                    <a:pt x="246" y="1014"/>
                    <a:pt x="278" y="1163"/>
                    <a:pt x="310" y="1302"/>
                  </a:cubicBezTo>
                  <a:cubicBezTo>
                    <a:pt x="353" y="1494"/>
                    <a:pt x="459" y="1665"/>
                    <a:pt x="577" y="1857"/>
                  </a:cubicBezTo>
                  <a:cubicBezTo>
                    <a:pt x="694" y="2038"/>
                    <a:pt x="811" y="2241"/>
                    <a:pt x="939" y="2518"/>
                  </a:cubicBezTo>
                  <a:cubicBezTo>
                    <a:pt x="1185" y="3147"/>
                    <a:pt x="1206" y="3894"/>
                    <a:pt x="1206" y="4545"/>
                  </a:cubicBezTo>
                  <a:lnTo>
                    <a:pt x="1206" y="4587"/>
                  </a:lnTo>
                  <a:cubicBezTo>
                    <a:pt x="1206" y="4801"/>
                    <a:pt x="1185" y="5025"/>
                    <a:pt x="1185" y="5238"/>
                  </a:cubicBezTo>
                  <a:cubicBezTo>
                    <a:pt x="1163" y="5878"/>
                    <a:pt x="1153" y="6550"/>
                    <a:pt x="1291" y="7158"/>
                  </a:cubicBezTo>
                  <a:cubicBezTo>
                    <a:pt x="1430" y="7724"/>
                    <a:pt x="1697" y="8076"/>
                    <a:pt x="1974" y="8385"/>
                  </a:cubicBezTo>
                  <a:cubicBezTo>
                    <a:pt x="2561" y="9057"/>
                    <a:pt x="2518" y="9889"/>
                    <a:pt x="2433" y="10689"/>
                  </a:cubicBezTo>
                  <a:cubicBezTo>
                    <a:pt x="2401" y="10871"/>
                    <a:pt x="2379" y="11052"/>
                    <a:pt x="2347" y="11244"/>
                  </a:cubicBezTo>
                  <a:cubicBezTo>
                    <a:pt x="2294" y="11543"/>
                    <a:pt x="2241" y="11852"/>
                    <a:pt x="2230" y="12151"/>
                  </a:cubicBezTo>
                  <a:cubicBezTo>
                    <a:pt x="2177" y="12983"/>
                    <a:pt x="2550" y="13719"/>
                    <a:pt x="3404" y="14412"/>
                  </a:cubicBezTo>
                  <a:cubicBezTo>
                    <a:pt x="3745" y="14690"/>
                    <a:pt x="4054" y="15042"/>
                    <a:pt x="4300" y="15415"/>
                  </a:cubicBezTo>
                  <a:cubicBezTo>
                    <a:pt x="4833" y="16258"/>
                    <a:pt x="5132" y="17026"/>
                    <a:pt x="4844" y="17996"/>
                  </a:cubicBezTo>
                  <a:cubicBezTo>
                    <a:pt x="4812" y="18082"/>
                    <a:pt x="4758" y="18178"/>
                    <a:pt x="4726" y="18263"/>
                  </a:cubicBezTo>
                  <a:cubicBezTo>
                    <a:pt x="4694" y="18316"/>
                    <a:pt x="4673" y="18391"/>
                    <a:pt x="4641" y="18444"/>
                  </a:cubicBezTo>
                  <a:lnTo>
                    <a:pt x="4598" y="18530"/>
                  </a:lnTo>
                  <a:cubicBezTo>
                    <a:pt x="4225" y="19415"/>
                    <a:pt x="3852" y="20322"/>
                    <a:pt x="3788" y="21271"/>
                  </a:cubicBezTo>
                  <a:cubicBezTo>
                    <a:pt x="3777" y="21293"/>
                    <a:pt x="3777" y="21335"/>
                    <a:pt x="3777" y="21357"/>
                  </a:cubicBezTo>
                  <a:cubicBezTo>
                    <a:pt x="3777" y="21410"/>
                    <a:pt x="3766" y="21463"/>
                    <a:pt x="3766" y="21517"/>
                  </a:cubicBezTo>
                  <a:cubicBezTo>
                    <a:pt x="3734" y="22071"/>
                    <a:pt x="3574" y="22615"/>
                    <a:pt x="3425" y="23149"/>
                  </a:cubicBezTo>
                  <a:cubicBezTo>
                    <a:pt x="3361" y="23405"/>
                    <a:pt x="3286" y="23672"/>
                    <a:pt x="3233" y="23917"/>
                  </a:cubicBezTo>
                  <a:cubicBezTo>
                    <a:pt x="2977" y="25080"/>
                    <a:pt x="2678" y="26317"/>
                    <a:pt x="2390" y="27586"/>
                  </a:cubicBezTo>
                  <a:cubicBezTo>
                    <a:pt x="2230" y="28280"/>
                    <a:pt x="2123" y="28984"/>
                    <a:pt x="2027" y="29677"/>
                  </a:cubicBezTo>
                  <a:cubicBezTo>
                    <a:pt x="1985" y="29997"/>
                    <a:pt x="1931" y="30339"/>
                    <a:pt x="1878" y="30669"/>
                  </a:cubicBezTo>
                  <a:cubicBezTo>
                    <a:pt x="1846" y="30936"/>
                    <a:pt x="1793" y="31213"/>
                    <a:pt x="1739" y="31491"/>
                  </a:cubicBezTo>
                  <a:cubicBezTo>
                    <a:pt x="1558" y="32419"/>
                    <a:pt x="1387" y="33379"/>
                    <a:pt x="1451" y="34264"/>
                  </a:cubicBezTo>
                  <a:cubicBezTo>
                    <a:pt x="1473" y="34307"/>
                    <a:pt x="1473" y="34350"/>
                    <a:pt x="1473" y="34392"/>
                  </a:cubicBezTo>
                  <a:cubicBezTo>
                    <a:pt x="1473" y="34456"/>
                    <a:pt x="1483" y="34531"/>
                    <a:pt x="1483" y="34616"/>
                  </a:cubicBezTo>
                  <a:cubicBezTo>
                    <a:pt x="1547" y="35683"/>
                    <a:pt x="1665" y="36814"/>
                    <a:pt x="2123" y="37849"/>
                  </a:cubicBezTo>
                  <a:lnTo>
                    <a:pt x="2134" y="37817"/>
                  </a:lnTo>
                  <a:cubicBezTo>
                    <a:pt x="1686" y="36803"/>
                    <a:pt x="1558" y="35672"/>
                    <a:pt x="1494" y="34606"/>
                  </a:cubicBezTo>
                  <a:cubicBezTo>
                    <a:pt x="1494" y="34520"/>
                    <a:pt x="1483" y="34446"/>
                    <a:pt x="1483" y="34360"/>
                  </a:cubicBezTo>
                  <a:cubicBezTo>
                    <a:pt x="1473" y="34328"/>
                    <a:pt x="1473" y="34286"/>
                    <a:pt x="1473" y="34243"/>
                  </a:cubicBezTo>
                  <a:cubicBezTo>
                    <a:pt x="1387" y="33347"/>
                    <a:pt x="1579" y="32408"/>
                    <a:pt x="1750" y="31480"/>
                  </a:cubicBezTo>
                  <a:cubicBezTo>
                    <a:pt x="1803" y="31192"/>
                    <a:pt x="1857" y="30925"/>
                    <a:pt x="1899" y="30659"/>
                  </a:cubicBezTo>
                  <a:cubicBezTo>
                    <a:pt x="1953" y="30328"/>
                    <a:pt x="1985" y="29987"/>
                    <a:pt x="2038" y="29667"/>
                  </a:cubicBezTo>
                  <a:cubicBezTo>
                    <a:pt x="2134" y="28995"/>
                    <a:pt x="2241" y="28280"/>
                    <a:pt x="2401" y="27586"/>
                  </a:cubicBezTo>
                  <a:cubicBezTo>
                    <a:pt x="2699" y="26328"/>
                    <a:pt x="2977" y="25080"/>
                    <a:pt x="3243" y="23928"/>
                  </a:cubicBezTo>
                  <a:cubicBezTo>
                    <a:pt x="3297" y="23672"/>
                    <a:pt x="3372" y="23416"/>
                    <a:pt x="3446" y="23159"/>
                  </a:cubicBezTo>
                  <a:cubicBezTo>
                    <a:pt x="3606" y="22626"/>
                    <a:pt x="3745" y="22082"/>
                    <a:pt x="3777" y="21538"/>
                  </a:cubicBezTo>
                  <a:cubicBezTo>
                    <a:pt x="3777" y="21485"/>
                    <a:pt x="3788" y="21431"/>
                    <a:pt x="3788" y="21378"/>
                  </a:cubicBezTo>
                  <a:cubicBezTo>
                    <a:pt x="3798" y="21346"/>
                    <a:pt x="3798" y="21314"/>
                    <a:pt x="3798" y="21282"/>
                  </a:cubicBezTo>
                  <a:cubicBezTo>
                    <a:pt x="3884" y="20333"/>
                    <a:pt x="4257" y="19426"/>
                    <a:pt x="4620" y="18551"/>
                  </a:cubicBezTo>
                  <a:lnTo>
                    <a:pt x="4652" y="18455"/>
                  </a:lnTo>
                  <a:cubicBezTo>
                    <a:pt x="4684" y="18402"/>
                    <a:pt x="4705" y="18338"/>
                    <a:pt x="4737" y="18284"/>
                  </a:cubicBezTo>
                  <a:cubicBezTo>
                    <a:pt x="4790" y="18188"/>
                    <a:pt x="4833" y="18082"/>
                    <a:pt x="4854" y="18007"/>
                  </a:cubicBezTo>
                  <a:cubicBezTo>
                    <a:pt x="5153" y="17015"/>
                    <a:pt x="4854" y="16247"/>
                    <a:pt x="4310" y="15394"/>
                  </a:cubicBezTo>
                  <a:cubicBezTo>
                    <a:pt x="4065" y="14999"/>
                    <a:pt x="3766" y="14658"/>
                    <a:pt x="3414" y="14380"/>
                  </a:cubicBezTo>
                  <a:cubicBezTo>
                    <a:pt x="2571" y="13697"/>
                    <a:pt x="2198" y="12961"/>
                    <a:pt x="2251" y="12140"/>
                  </a:cubicBezTo>
                  <a:cubicBezTo>
                    <a:pt x="2283" y="11852"/>
                    <a:pt x="2326" y="11532"/>
                    <a:pt x="2379" y="11223"/>
                  </a:cubicBezTo>
                  <a:cubicBezTo>
                    <a:pt x="2401" y="11041"/>
                    <a:pt x="2433" y="10849"/>
                    <a:pt x="2454" y="10679"/>
                  </a:cubicBezTo>
                  <a:cubicBezTo>
                    <a:pt x="2550" y="9868"/>
                    <a:pt x="2593" y="9025"/>
                    <a:pt x="1985" y="8342"/>
                  </a:cubicBezTo>
                  <a:cubicBezTo>
                    <a:pt x="1718" y="8044"/>
                    <a:pt x="1451" y="7681"/>
                    <a:pt x="1323" y="7137"/>
                  </a:cubicBezTo>
                  <a:cubicBezTo>
                    <a:pt x="1185" y="6518"/>
                    <a:pt x="1206" y="5868"/>
                    <a:pt x="1217" y="5228"/>
                  </a:cubicBezTo>
                  <a:cubicBezTo>
                    <a:pt x="1227" y="5014"/>
                    <a:pt x="1227" y="4790"/>
                    <a:pt x="1227" y="4577"/>
                  </a:cubicBezTo>
                  <a:lnTo>
                    <a:pt x="1227" y="4534"/>
                  </a:lnTo>
                  <a:cubicBezTo>
                    <a:pt x="1227" y="3883"/>
                    <a:pt x="1227" y="3137"/>
                    <a:pt x="961" y="2497"/>
                  </a:cubicBezTo>
                  <a:cubicBezTo>
                    <a:pt x="843" y="2209"/>
                    <a:pt x="726" y="2017"/>
                    <a:pt x="598" y="1825"/>
                  </a:cubicBezTo>
                  <a:cubicBezTo>
                    <a:pt x="481" y="1643"/>
                    <a:pt x="374" y="1483"/>
                    <a:pt x="331" y="1291"/>
                  </a:cubicBezTo>
                  <a:cubicBezTo>
                    <a:pt x="310" y="1142"/>
                    <a:pt x="267" y="1014"/>
                    <a:pt x="225" y="865"/>
                  </a:cubicBezTo>
                  <a:cubicBezTo>
                    <a:pt x="139" y="502"/>
                    <a:pt x="33" y="171"/>
                    <a:pt x="161" y="11"/>
                  </a:cubicBezTo>
                  <a:lnTo>
                    <a:pt x="13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8"/>
            <p:cNvSpPr/>
            <p:nvPr/>
          </p:nvSpPr>
          <p:spPr>
            <a:xfrm>
              <a:off x="5328493" y="1139465"/>
              <a:ext cx="409803" cy="3186357"/>
            </a:xfrm>
            <a:custGeom>
              <a:rect b="b" l="l" r="r" t="t"/>
              <a:pathLst>
                <a:path extrusionOk="0" h="37827" w="4865">
                  <a:moveTo>
                    <a:pt x="150" y="0"/>
                  </a:moveTo>
                  <a:cubicBezTo>
                    <a:pt x="1" y="192"/>
                    <a:pt x="107" y="544"/>
                    <a:pt x="225" y="918"/>
                  </a:cubicBezTo>
                  <a:cubicBezTo>
                    <a:pt x="267" y="1024"/>
                    <a:pt x="310" y="1152"/>
                    <a:pt x="331" y="1270"/>
                  </a:cubicBezTo>
                  <a:cubicBezTo>
                    <a:pt x="374" y="1419"/>
                    <a:pt x="470" y="1558"/>
                    <a:pt x="577" y="1718"/>
                  </a:cubicBezTo>
                  <a:cubicBezTo>
                    <a:pt x="715" y="1931"/>
                    <a:pt x="875" y="2187"/>
                    <a:pt x="982" y="2550"/>
                  </a:cubicBezTo>
                  <a:cubicBezTo>
                    <a:pt x="1163" y="3179"/>
                    <a:pt x="1142" y="3872"/>
                    <a:pt x="1121" y="4534"/>
                  </a:cubicBezTo>
                  <a:lnTo>
                    <a:pt x="1121" y="4736"/>
                  </a:lnTo>
                  <a:cubicBezTo>
                    <a:pt x="1121" y="4886"/>
                    <a:pt x="1110" y="5024"/>
                    <a:pt x="1110" y="5174"/>
                  </a:cubicBezTo>
                  <a:cubicBezTo>
                    <a:pt x="1078" y="5878"/>
                    <a:pt x="1035" y="6614"/>
                    <a:pt x="1249" y="7286"/>
                  </a:cubicBezTo>
                  <a:cubicBezTo>
                    <a:pt x="1377" y="7659"/>
                    <a:pt x="1590" y="7905"/>
                    <a:pt x="1803" y="8161"/>
                  </a:cubicBezTo>
                  <a:cubicBezTo>
                    <a:pt x="1889" y="8267"/>
                    <a:pt x="1974" y="8374"/>
                    <a:pt x="2049" y="8481"/>
                  </a:cubicBezTo>
                  <a:cubicBezTo>
                    <a:pt x="2561" y="9217"/>
                    <a:pt x="2497" y="10028"/>
                    <a:pt x="2369" y="10870"/>
                  </a:cubicBezTo>
                  <a:cubicBezTo>
                    <a:pt x="2347" y="10988"/>
                    <a:pt x="2337" y="11126"/>
                    <a:pt x="2305" y="11254"/>
                  </a:cubicBezTo>
                  <a:cubicBezTo>
                    <a:pt x="2251" y="11606"/>
                    <a:pt x="2187" y="11980"/>
                    <a:pt x="2177" y="12300"/>
                  </a:cubicBezTo>
                  <a:cubicBezTo>
                    <a:pt x="2134" y="13217"/>
                    <a:pt x="2774" y="13772"/>
                    <a:pt x="3382" y="14305"/>
                  </a:cubicBezTo>
                  <a:cubicBezTo>
                    <a:pt x="3436" y="14348"/>
                    <a:pt x="3489" y="14401"/>
                    <a:pt x="3542" y="14444"/>
                  </a:cubicBezTo>
                  <a:cubicBezTo>
                    <a:pt x="3894" y="14753"/>
                    <a:pt x="4161" y="15095"/>
                    <a:pt x="4342" y="15468"/>
                  </a:cubicBezTo>
                  <a:cubicBezTo>
                    <a:pt x="4688" y="16153"/>
                    <a:pt x="4854" y="16730"/>
                    <a:pt x="4859" y="17283"/>
                  </a:cubicBezTo>
                  <a:lnTo>
                    <a:pt x="4859" y="17283"/>
                  </a:lnTo>
                  <a:cubicBezTo>
                    <a:pt x="4865" y="16710"/>
                    <a:pt x="4700" y="16122"/>
                    <a:pt x="4342" y="15415"/>
                  </a:cubicBezTo>
                  <a:cubicBezTo>
                    <a:pt x="4161" y="15041"/>
                    <a:pt x="3894" y="14700"/>
                    <a:pt x="3542" y="14391"/>
                  </a:cubicBezTo>
                  <a:cubicBezTo>
                    <a:pt x="3489" y="14348"/>
                    <a:pt x="3436" y="14294"/>
                    <a:pt x="3382" y="14252"/>
                  </a:cubicBezTo>
                  <a:cubicBezTo>
                    <a:pt x="2774" y="13718"/>
                    <a:pt x="2145" y="13174"/>
                    <a:pt x="2187" y="12268"/>
                  </a:cubicBezTo>
                  <a:cubicBezTo>
                    <a:pt x="2198" y="11948"/>
                    <a:pt x="2262" y="11574"/>
                    <a:pt x="2315" y="11233"/>
                  </a:cubicBezTo>
                  <a:cubicBezTo>
                    <a:pt x="2347" y="11094"/>
                    <a:pt x="2369" y="10966"/>
                    <a:pt x="2390" y="10838"/>
                  </a:cubicBezTo>
                  <a:cubicBezTo>
                    <a:pt x="2518" y="10006"/>
                    <a:pt x="2582" y="9185"/>
                    <a:pt x="2070" y="8438"/>
                  </a:cubicBezTo>
                  <a:cubicBezTo>
                    <a:pt x="1985" y="8331"/>
                    <a:pt x="1910" y="8225"/>
                    <a:pt x="1814" y="8118"/>
                  </a:cubicBezTo>
                  <a:cubicBezTo>
                    <a:pt x="1611" y="7873"/>
                    <a:pt x="1398" y="7617"/>
                    <a:pt x="1281" y="7254"/>
                  </a:cubicBezTo>
                  <a:cubicBezTo>
                    <a:pt x="1067" y="6593"/>
                    <a:pt x="1110" y="5867"/>
                    <a:pt x="1131" y="5163"/>
                  </a:cubicBezTo>
                  <a:cubicBezTo>
                    <a:pt x="1131" y="5014"/>
                    <a:pt x="1142" y="4864"/>
                    <a:pt x="1142" y="4726"/>
                  </a:cubicBezTo>
                  <a:lnTo>
                    <a:pt x="1142" y="4523"/>
                  </a:lnTo>
                  <a:cubicBezTo>
                    <a:pt x="1174" y="3851"/>
                    <a:pt x="1195" y="3158"/>
                    <a:pt x="1014" y="2539"/>
                  </a:cubicBezTo>
                  <a:cubicBezTo>
                    <a:pt x="907" y="2176"/>
                    <a:pt x="737" y="1920"/>
                    <a:pt x="598" y="1707"/>
                  </a:cubicBezTo>
                  <a:cubicBezTo>
                    <a:pt x="491" y="1536"/>
                    <a:pt x="395" y="1398"/>
                    <a:pt x="363" y="1259"/>
                  </a:cubicBezTo>
                  <a:cubicBezTo>
                    <a:pt x="321" y="1131"/>
                    <a:pt x="289" y="1024"/>
                    <a:pt x="257" y="907"/>
                  </a:cubicBezTo>
                  <a:cubicBezTo>
                    <a:pt x="150" y="533"/>
                    <a:pt x="43" y="192"/>
                    <a:pt x="171" y="11"/>
                  </a:cubicBezTo>
                  <a:lnTo>
                    <a:pt x="150" y="0"/>
                  </a:lnTo>
                  <a:close/>
                  <a:moveTo>
                    <a:pt x="4859" y="17283"/>
                  </a:moveTo>
                  <a:lnTo>
                    <a:pt x="4859" y="17283"/>
                  </a:lnTo>
                  <a:cubicBezTo>
                    <a:pt x="4857" y="17531"/>
                    <a:pt x="4823" y="17777"/>
                    <a:pt x="4758" y="18028"/>
                  </a:cubicBezTo>
                  <a:cubicBezTo>
                    <a:pt x="4737" y="18124"/>
                    <a:pt x="4694" y="18231"/>
                    <a:pt x="4641" y="18327"/>
                  </a:cubicBezTo>
                  <a:cubicBezTo>
                    <a:pt x="4609" y="18359"/>
                    <a:pt x="4598" y="18412"/>
                    <a:pt x="4577" y="18465"/>
                  </a:cubicBezTo>
                  <a:lnTo>
                    <a:pt x="4534" y="18561"/>
                  </a:lnTo>
                  <a:cubicBezTo>
                    <a:pt x="4249" y="19222"/>
                    <a:pt x="3963" y="19902"/>
                    <a:pt x="3845" y="20609"/>
                  </a:cubicBezTo>
                  <a:lnTo>
                    <a:pt x="3845" y="20609"/>
                  </a:lnTo>
                  <a:cubicBezTo>
                    <a:pt x="3971" y="19917"/>
                    <a:pt x="4256" y="19249"/>
                    <a:pt x="4534" y="18604"/>
                  </a:cubicBezTo>
                  <a:lnTo>
                    <a:pt x="4577" y="18508"/>
                  </a:lnTo>
                  <a:cubicBezTo>
                    <a:pt x="4598" y="18455"/>
                    <a:pt x="4609" y="18412"/>
                    <a:pt x="4641" y="18359"/>
                  </a:cubicBezTo>
                  <a:cubicBezTo>
                    <a:pt x="4684" y="18273"/>
                    <a:pt x="4737" y="18167"/>
                    <a:pt x="4758" y="18071"/>
                  </a:cubicBezTo>
                  <a:cubicBezTo>
                    <a:pt x="4827" y="17808"/>
                    <a:pt x="4862" y="17548"/>
                    <a:pt x="4859" y="17283"/>
                  </a:cubicBezTo>
                  <a:close/>
                  <a:moveTo>
                    <a:pt x="3845" y="20609"/>
                  </a:moveTo>
                  <a:cubicBezTo>
                    <a:pt x="3802" y="20845"/>
                    <a:pt x="3777" y="21083"/>
                    <a:pt x="3777" y="21324"/>
                  </a:cubicBezTo>
                  <a:lnTo>
                    <a:pt x="3777" y="21431"/>
                  </a:lnTo>
                  <a:lnTo>
                    <a:pt x="3777" y="21580"/>
                  </a:lnTo>
                  <a:cubicBezTo>
                    <a:pt x="3780" y="21746"/>
                    <a:pt x="3768" y="21912"/>
                    <a:pt x="3744" y="22079"/>
                  </a:cubicBezTo>
                  <a:lnTo>
                    <a:pt x="3744" y="22079"/>
                  </a:lnTo>
                  <a:cubicBezTo>
                    <a:pt x="3774" y="21894"/>
                    <a:pt x="3791" y="21710"/>
                    <a:pt x="3788" y="21527"/>
                  </a:cubicBezTo>
                  <a:lnTo>
                    <a:pt x="3788" y="21378"/>
                  </a:lnTo>
                  <a:lnTo>
                    <a:pt x="3788" y="21271"/>
                  </a:lnTo>
                  <a:cubicBezTo>
                    <a:pt x="3788" y="21048"/>
                    <a:pt x="3808" y="20827"/>
                    <a:pt x="3845" y="20609"/>
                  </a:cubicBezTo>
                  <a:close/>
                  <a:moveTo>
                    <a:pt x="3744" y="22079"/>
                  </a:moveTo>
                  <a:cubicBezTo>
                    <a:pt x="3685" y="22444"/>
                    <a:pt x="3574" y="22812"/>
                    <a:pt x="3468" y="23180"/>
                  </a:cubicBezTo>
                  <a:cubicBezTo>
                    <a:pt x="3382" y="23426"/>
                    <a:pt x="3318" y="23671"/>
                    <a:pt x="3265" y="23927"/>
                  </a:cubicBezTo>
                  <a:cubicBezTo>
                    <a:pt x="3105" y="24642"/>
                    <a:pt x="2945" y="25389"/>
                    <a:pt x="2806" y="26125"/>
                  </a:cubicBezTo>
                  <a:cubicBezTo>
                    <a:pt x="2699" y="26605"/>
                    <a:pt x="2603" y="27095"/>
                    <a:pt x="2497" y="27575"/>
                  </a:cubicBezTo>
                  <a:cubicBezTo>
                    <a:pt x="2379" y="28120"/>
                    <a:pt x="2294" y="28696"/>
                    <a:pt x="2230" y="29240"/>
                  </a:cubicBezTo>
                  <a:cubicBezTo>
                    <a:pt x="2193" y="29494"/>
                    <a:pt x="2159" y="29760"/>
                    <a:pt x="2119" y="30026"/>
                  </a:cubicBezTo>
                  <a:lnTo>
                    <a:pt x="2119" y="30026"/>
                  </a:lnTo>
                  <a:cubicBezTo>
                    <a:pt x="2158" y="29781"/>
                    <a:pt x="2195" y="29535"/>
                    <a:pt x="2230" y="29293"/>
                  </a:cubicBezTo>
                  <a:cubicBezTo>
                    <a:pt x="2305" y="28749"/>
                    <a:pt x="2379" y="28173"/>
                    <a:pt x="2497" y="27629"/>
                  </a:cubicBezTo>
                  <a:cubicBezTo>
                    <a:pt x="2603" y="27149"/>
                    <a:pt x="2710" y="26658"/>
                    <a:pt x="2806" y="26178"/>
                  </a:cubicBezTo>
                  <a:cubicBezTo>
                    <a:pt x="2945" y="25453"/>
                    <a:pt x="3105" y="24695"/>
                    <a:pt x="3265" y="23981"/>
                  </a:cubicBezTo>
                  <a:cubicBezTo>
                    <a:pt x="3318" y="23735"/>
                    <a:pt x="3404" y="23479"/>
                    <a:pt x="3468" y="23234"/>
                  </a:cubicBezTo>
                  <a:cubicBezTo>
                    <a:pt x="3579" y="22848"/>
                    <a:pt x="3690" y="22461"/>
                    <a:pt x="3744" y="22079"/>
                  </a:cubicBezTo>
                  <a:close/>
                  <a:moveTo>
                    <a:pt x="2119" y="30026"/>
                  </a:moveTo>
                  <a:lnTo>
                    <a:pt x="2119" y="30026"/>
                  </a:lnTo>
                  <a:cubicBezTo>
                    <a:pt x="2106" y="30104"/>
                    <a:pt x="2093" y="30182"/>
                    <a:pt x="2081" y="30260"/>
                  </a:cubicBezTo>
                  <a:lnTo>
                    <a:pt x="2081" y="30260"/>
                  </a:lnTo>
                  <a:cubicBezTo>
                    <a:pt x="2094" y="30182"/>
                    <a:pt x="2107" y="30104"/>
                    <a:pt x="2119" y="30026"/>
                  </a:cubicBezTo>
                  <a:close/>
                  <a:moveTo>
                    <a:pt x="2081" y="30260"/>
                  </a:moveTo>
                  <a:cubicBezTo>
                    <a:pt x="2061" y="30372"/>
                    <a:pt x="2040" y="30484"/>
                    <a:pt x="2017" y="30594"/>
                  </a:cubicBezTo>
                  <a:cubicBezTo>
                    <a:pt x="1953" y="30936"/>
                    <a:pt x="1857" y="31288"/>
                    <a:pt x="1761" y="31661"/>
                  </a:cubicBezTo>
                  <a:cubicBezTo>
                    <a:pt x="1700" y="31902"/>
                    <a:pt x="1639" y="32144"/>
                    <a:pt x="1584" y="32386"/>
                  </a:cubicBezTo>
                  <a:lnTo>
                    <a:pt x="1584" y="32386"/>
                  </a:lnTo>
                  <a:cubicBezTo>
                    <a:pt x="1639" y="32154"/>
                    <a:pt x="1700" y="31922"/>
                    <a:pt x="1761" y="31693"/>
                  </a:cubicBezTo>
                  <a:cubicBezTo>
                    <a:pt x="1857" y="31320"/>
                    <a:pt x="1953" y="30978"/>
                    <a:pt x="2017" y="30648"/>
                  </a:cubicBezTo>
                  <a:cubicBezTo>
                    <a:pt x="2038" y="30519"/>
                    <a:pt x="2060" y="30390"/>
                    <a:pt x="2081" y="30260"/>
                  </a:cubicBezTo>
                  <a:close/>
                  <a:moveTo>
                    <a:pt x="1584" y="32386"/>
                  </a:moveTo>
                  <a:cubicBezTo>
                    <a:pt x="1437" y="33008"/>
                    <a:pt x="1333" y="33637"/>
                    <a:pt x="1387" y="34243"/>
                  </a:cubicBezTo>
                  <a:cubicBezTo>
                    <a:pt x="1387" y="34296"/>
                    <a:pt x="1398" y="34339"/>
                    <a:pt x="1398" y="34392"/>
                  </a:cubicBezTo>
                  <a:cubicBezTo>
                    <a:pt x="1398" y="34456"/>
                    <a:pt x="1419" y="34520"/>
                    <a:pt x="1419" y="34595"/>
                  </a:cubicBezTo>
                  <a:cubicBezTo>
                    <a:pt x="1494" y="35544"/>
                    <a:pt x="1643" y="36781"/>
                    <a:pt x="2134" y="37827"/>
                  </a:cubicBezTo>
                  <a:lnTo>
                    <a:pt x="2134" y="37774"/>
                  </a:lnTo>
                  <a:cubicBezTo>
                    <a:pt x="1654" y="36728"/>
                    <a:pt x="1494" y="35501"/>
                    <a:pt x="1419" y="34552"/>
                  </a:cubicBezTo>
                  <a:cubicBezTo>
                    <a:pt x="1419" y="34488"/>
                    <a:pt x="1419" y="34413"/>
                    <a:pt x="1398" y="34349"/>
                  </a:cubicBezTo>
                  <a:cubicBezTo>
                    <a:pt x="1398" y="34296"/>
                    <a:pt x="1387" y="34253"/>
                    <a:pt x="1387" y="34200"/>
                  </a:cubicBezTo>
                  <a:cubicBezTo>
                    <a:pt x="1341" y="33611"/>
                    <a:pt x="1444" y="33000"/>
                    <a:pt x="1584" y="3238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8"/>
            <p:cNvSpPr/>
            <p:nvPr/>
          </p:nvSpPr>
          <p:spPr>
            <a:xfrm>
              <a:off x="5347362" y="1141234"/>
              <a:ext cx="403570" cy="3179197"/>
            </a:xfrm>
            <a:custGeom>
              <a:rect b="b" l="l" r="r" t="t"/>
              <a:pathLst>
                <a:path extrusionOk="0" h="37742" w="4791">
                  <a:moveTo>
                    <a:pt x="161" y="0"/>
                  </a:moveTo>
                  <a:lnTo>
                    <a:pt x="161" y="0"/>
                  </a:lnTo>
                  <a:cubicBezTo>
                    <a:pt x="1" y="203"/>
                    <a:pt x="129" y="566"/>
                    <a:pt x="246" y="961"/>
                  </a:cubicBezTo>
                  <a:lnTo>
                    <a:pt x="321" y="1249"/>
                  </a:lnTo>
                  <a:cubicBezTo>
                    <a:pt x="363" y="1366"/>
                    <a:pt x="449" y="1494"/>
                    <a:pt x="534" y="1643"/>
                  </a:cubicBezTo>
                  <a:cubicBezTo>
                    <a:pt x="694" y="1889"/>
                    <a:pt x="875" y="2187"/>
                    <a:pt x="961" y="2635"/>
                  </a:cubicBezTo>
                  <a:cubicBezTo>
                    <a:pt x="1089" y="3243"/>
                    <a:pt x="1046" y="3883"/>
                    <a:pt x="1003" y="4513"/>
                  </a:cubicBezTo>
                  <a:cubicBezTo>
                    <a:pt x="993" y="4641"/>
                    <a:pt x="982" y="4779"/>
                    <a:pt x="982" y="4907"/>
                  </a:cubicBezTo>
                  <a:cubicBezTo>
                    <a:pt x="982" y="5003"/>
                    <a:pt x="961" y="5089"/>
                    <a:pt x="961" y="5174"/>
                  </a:cubicBezTo>
                  <a:cubicBezTo>
                    <a:pt x="929" y="5921"/>
                    <a:pt x="875" y="6710"/>
                    <a:pt x="1174" y="7393"/>
                  </a:cubicBezTo>
                  <a:cubicBezTo>
                    <a:pt x="1302" y="7660"/>
                    <a:pt x="1483" y="7873"/>
                    <a:pt x="1675" y="8086"/>
                  </a:cubicBezTo>
                  <a:cubicBezTo>
                    <a:pt x="1814" y="8257"/>
                    <a:pt x="1963" y="8417"/>
                    <a:pt x="2049" y="8588"/>
                  </a:cubicBezTo>
                  <a:cubicBezTo>
                    <a:pt x="2422" y="9366"/>
                    <a:pt x="2401" y="10103"/>
                    <a:pt x="2241" y="11020"/>
                  </a:cubicBezTo>
                  <a:cubicBezTo>
                    <a:pt x="2209" y="11329"/>
                    <a:pt x="2113" y="11895"/>
                    <a:pt x="2102" y="12396"/>
                  </a:cubicBezTo>
                  <a:cubicBezTo>
                    <a:pt x="2081" y="13121"/>
                    <a:pt x="2710" y="13644"/>
                    <a:pt x="3276" y="14113"/>
                  </a:cubicBezTo>
                  <a:cubicBezTo>
                    <a:pt x="3404" y="14231"/>
                    <a:pt x="3521" y="14338"/>
                    <a:pt x="3649" y="14444"/>
                  </a:cubicBezTo>
                  <a:cubicBezTo>
                    <a:pt x="3969" y="14743"/>
                    <a:pt x="4193" y="15084"/>
                    <a:pt x="4342" y="15490"/>
                  </a:cubicBezTo>
                  <a:cubicBezTo>
                    <a:pt x="4694" y="16460"/>
                    <a:pt x="4780" y="17303"/>
                    <a:pt x="4577" y="18082"/>
                  </a:cubicBezTo>
                  <a:cubicBezTo>
                    <a:pt x="4545" y="18188"/>
                    <a:pt x="4492" y="18316"/>
                    <a:pt x="4449" y="18434"/>
                  </a:cubicBezTo>
                  <a:lnTo>
                    <a:pt x="4406" y="18508"/>
                  </a:lnTo>
                  <a:lnTo>
                    <a:pt x="4374" y="18583"/>
                  </a:lnTo>
                  <a:cubicBezTo>
                    <a:pt x="4001" y="19447"/>
                    <a:pt x="3617" y="20343"/>
                    <a:pt x="3681" y="21303"/>
                  </a:cubicBezTo>
                  <a:lnTo>
                    <a:pt x="3681" y="21410"/>
                  </a:lnTo>
                  <a:cubicBezTo>
                    <a:pt x="3681" y="21463"/>
                    <a:pt x="3692" y="21495"/>
                    <a:pt x="3692" y="21549"/>
                  </a:cubicBezTo>
                  <a:cubicBezTo>
                    <a:pt x="3756" y="22071"/>
                    <a:pt x="3564" y="22647"/>
                    <a:pt x="3393" y="23191"/>
                  </a:cubicBezTo>
                  <a:cubicBezTo>
                    <a:pt x="3308" y="23458"/>
                    <a:pt x="3233" y="23704"/>
                    <a:pt x="3180" y="23938"/>
                  </a:cubicBezTo>
                  <a:cubicBezTo>
                    <a:pt x="3009" y="24696"/>
                    <a:pt x="2859" y="25517"/>
                    <a:pt x="2710" y="26285"/>
                  </a:cubicBezTo>
                  <a:cubicBezTo>
                    <a:pt x="2625" y="26712"/>
                    <a:pt x="2539" y="27149"/>
                    <a:pt x="2454" y="27576"/>
                  </a:cubicBezTo>
                  <a:cubicBezTo>
                    <a:pt x="2358" y="28056"/>
                    <a:pt x="2294" y="28568"/>
                    <a:pt x="2241" y="29059"/>
                  </a:cubicBezTo>
                  <a:cubicBezTo>
                    <a:pt x="2187" y="29539"/>
                    <a:pt x="2123" y="30051"/>
                    <a:pt x="2027" y="30509"/>
                  </a:cubicBezTo>
                  <a:cubicBezTo>
                    <a:pt x="1953" y="30915"/>
                    <a:pt x="1825" y="31309"/>
                    <a:pt x="1686" y="31747"/>
                  </a:cubicBezTo>
                  <a:cubicBezTo>
                    <a:pt x="1419" y="32547"/>
                    <a:pt x="1153" y="33368"/>
                    <a:pt x="1227" y="34147"/>
                  </a:cubicBezTo>
                  <a:cubicBezTo>
                    <a:pt x="1249" y="34190"/>
                    <a:pt x="1249" y="34264"/>
                    <a:pt x="1259" y="34328"/>
                  </a:cubicBezTo>
                  <a:cubicBezTo>
                    <a:pt x="1259" y="34382"/>
                    <a:pt x="1270" y="34435"/>
                    <a:pt x="1270" y="34488"/>
                  </a:cubicBezTo>
                  <a:cubicBezTo>
                    <a:pt x="1430" y="35886"/>
                    <a:pt x="1686" y="36910"/>
                    <a:pt x="2081" y="37742"/>
                  </a:cubicBezTo>
                  <a:lnTo>
                    <a:pt x="2134" y="37742"/>
                  </a:lnTo>
                  <a:cubicBezTo>
                    <a:pt x="1739" y="36931"/>
                    <a:pt x="1473" y="35886"/>
                    <a:pt x="1323" y="34499"/>
                  </a:cubicBezTo>
                  <a:cubicBezTo>
                    <a:pt x="1323" y="34446"/>
                    <a:pt x="1313" y="34392"/>
                    <a:pt x="1313" y="34339"/>
                  </a:cubicBezTo>
                  <a:cubicBezTo>
                    <a:pt x="1302" y="34286"/>
                    <a:pt x="1281" y="34222"/>
                    <a:pt x="1281" y="34158"/>
                  </a:cubicBezTo>
                  <a:cubicBezTo>
                    <a:pt x="1206" y="33379"/>
                    <a:pt x="1473" y="32568"/>
                    <a:pt x="1739" y="31768"/>
                  </a:cubicBezTo>
                  <a:cubicBezTo>
                    <a:pt x="1867" y="31341"/>
                    <a:pt x="2006" y="30925"/>
                    <a:pt x="2081" y="30541"/>
                  </a:cubicBezTo>
                  <a:cubicBezTo>
                    <a:pt x="2177" y="30072"/>
                    <a:pt x="2241" y="29571"/>
                    <a:pt x="2294" y="29091"/>
                  </a:cubicBezTo>
                  <a:cubicBezTo>
                    <a:pt x="2347" y="28589"/>
                    <a:pt x="2422" y="28088"/>
                    <a:pt x="2507" y="27608"/>
                  </a:cubicBezTo>
                  <a:cubicBezTo>
                    <a:pt x="2603" y="27181"/>
                    <a:pt x="2689" y="26744"/>
                    <a:pt x="2763" y="26317"/>
                  </a:cubicBezTo>
                  <a:cubicBezTo>
                    <a:pt x="2913" y="25528"/>
                    <a:pt x="3062" y="24728"/>
                    <a:pt x="3233" y="23970"/>
                  </a:cubicBezTo>
                  <a:cubicBezTo>
                    <a:pt x="3286" y="23725"/>
                    <a:pt x="3361" y="23490"/>
                    <a:pt x="3446" y="23223"/>
                  </a:cubicBezTo>
                  <a:cubicBezTo>
                    <a:pt x="3617" y="22669"/>
                    <a:pt x="3809" y="22103"/>
                    <a:pt x="3756" y="21570"/>
                  </a:cubicBezTo>
                  <a:cubicBezTo>
                    <a:pt x="3734" y="21517"/>
                    <a:pt x="3734" y="21474"/>
                    <a:pt x="3734" y="21421"/>
                  </a:cubicBezTo>
                  <a:lnTo>
                    <a:pt x="3734" y="21314"/>
                  </a:lnTo>
                  <a:cubicBezTo>
                    <a:pt x="3660" y="20365"/>
                    <a:pt x="4044" y="19469"/>
                    <a:pt x="4417" y="18604"/>
                  </a:cubicBezTo>
                  <a:lnTo>
                    <a:pt x="4449" y="18540"/>
                  </a:lnTo>
                  <a:cubicBezTo>
                    <a:pt x="4449" y="18508"/>
                    <a:pt x="4460" y="18487"/>
                    <a:pt x="4470" y="18455"/>
                  </a:cubicBezTo>
                  <a:cubicBezTo>
                    <a:pt x="4524" y="18338"/>
                    <a:pt x="4577" y="18210"/>
                    <a:pt x="4609" y="18103"/>
                  </a:cubicBezTo>
                  <a:cubicBezTo>
                    <a:pt x="4790" y="17303"/>
                    <a:pt x="4726" y="16460"/>
                    <a:pt x="4364" y="15468"/>
                  </a:cubicBezTo>
                  <a:cubicBezTo>
                    <a:pt x="4214" y="15074"/>
                    <a:pt x="3990" y="14711"/>
                    <a:pt x="3670" y="14423"/>
                  </a:cubicBezTo>
                  <a:cubicBezTo>
                    <a:pt x="3553" y="14316"/>
                    <a:pt x="3414" y="14209"/>
                    <a:pt x="3286" y="14081"/>
                  </a:cubicBezTo>
                  <a:cubicBezTo>
                    <a:pt x="2721" y="13623"/>
                    <a:pt x="2102" y="13100"/>
                    <a:pt x="2123" y="12375"/>
                  </a:cubicBezTo>
                  <a:cubicBezTo>
                    <a:pt x="2134" y="11884"/>
                    <a:pt x="2219" y="11308"/>
                    <a:pt x="2273" y="11009"/>
                  </a:cubicBezTo>
                  <a:cubicBezTo>
                    <a:pt x="2422" y="10071"/>
                    <a:pt x="2443" y="9334"/>
                    <a:pt x="2070" y="8566"/>
                  </a:cubicBezTo>
                  <a:cubicBezTo>
                    <a:pt x="1974" y="8374"/>
                    <a:pt x="1835" y="8214"/>
                    <a:pt x="1686" y="8044"/>
                  </a:cubicBezTo>
                  <a:cubicBezTo>
                    <a:pt x="1515" y="7841"/>
                    <a:pt x="1323" y="7628"/>
                    <a:pt x="1206" y="7361"/>
                  </a:cubicBezTo>
                  <a:cubicBezTo>
                    <a:pt x="907" y="6689"/>
                    <a:pt x="950" y="5910"/>
                    <a:pt x="993" y="5163"/>
                  </a:cubicBezTo>
                  <a:cubicBezTo>
                    <a:pt x="993" y="5067"/>
                    <a:pt x="1003" y="4993"/>
                    <a:pt x="1003" y="4897"/>
                  </a:cubicBezTo>
                  <a:cubicBezTo>
                    <a:pt x="1014" y="4769"/>
                    <a:pt x="1014" y="4630"/>
                    <a:pt x="1035" y="4502"/>
                  </a:cubicBezTo>
                  <a:cubicBezTo>
                    <a:pt x="1067" y="3873"/>
                    <a:pt x="1110" y="3233"/>
                    <a:pt x="993" y="2614"/>
                  </a:cubicBezTo>
                  <a:cubicBezTo>
                    <a:pt x="897" y="2177"/>
                    <a:pt x="715" y="1867"/>
                    <a:pt x="566" y="1633"/>
                  </a:cubicBezTo>
                  <a:cubicBezTo>
                    <a:pt x="481" y="1483"/>
                    <a:pt x="406" y="1355"/>
                    <a:pt x="363" y="1227"/>
                  </a:cubicBezTo>
                  <a:lnTo>
                    <a:pt x="289" y="950"/>
                  </a:lnTo>
                  <a:cubicBezTo>
                    <a:pt x="161" y="566"/>
                    <a:pt x="43" y="192"/>
                    <a:pt x="193" y="22"/>
                  </a:cubicBezTo>
                  <a:lnTo>
                    <a:pt x="16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8"/>
            <p:cNvSpPr/>
            <p:nvPr/>
          </p:nvSpPr>
          <p:spPr>
            <a:xfrm>
              <a:off x="5363536" y="1140307"/>
              <a:ext cx="391861" cy="3174733"/>
            </a:xfrm>
            <a:custGeom>
              <a:rect b="b" l="l" r="r" t="t"/>
              <a:pathLst>
                <a:path extrusionOk="0" h="37689" w="4652">
                  <a:moveTo>
                    <a:pt x="182" y="1"/>
                  </a:moveTo>
                  <a:lnTo>
                    <a:pt x="182" y="1"/>
                  </a:lnTo>
                  <a:cubicBezTo>
                    <a:pt x="1" y="214"/>
                    <a:pt x="171" y="715"/>
                    <a:pt x="353" y="1206"/>
                  </a:cubicBezTo>
                  <a:cubicBezTo>
                    <a:pt x="427" y="1388"/>
                    <a:pt x="502" y="1548"/>
                    <a:pt x="587" y="1708"/>
                  </a:cubicBezTo>
                  <a:cubicBezTo>
                    <a:pt x="726" y="2028"/>
                    <a:pt x="875" y="2337"/>
                    <a:pt x="939" y="2721"/>
                  </a:cubicBezTo>
                  <a:cubicBezTo>
                    <a:pt x="1035" y="3254"/>
                    <a:pt x="982" y="3862"/>
                    <a:pt x="929" y="4449"/>
                  </a:cubicBezTo>
                  <a:cubicBezTo>
                    <a:pt x="907" y="4662"/>
                    <a:pt x="886" y="4876"/>
                    <a:pt x="875" y="5089"/>
                  </a:cubicBezTo>
                  <a:lnTo>
                    <a:pt x="875" y="5196"/>
                  </a:lnTo>
                  <a:cubicBezTo>
                    <a:pt x="833" y="5953"/>
                    <a:pt x="779" y="6807"/>
                    <a:pt x="1206" y="7468"/>
                  </a:cubicBezTo>
                  <a:cubicBezTo>
                    <a:pt x="1334" y="7671"/>
                    <a:pt x="1473" y="7841"/>
                    <a:pt x="1622" y="8023"/>
                  </a:cubicBezTo>
                  <a:cubicBezTo>
                    <a:pt x="1825" y="8268"/>
                    <a:pt x="2027" y="8503"/>
                    <a:pt x="2113" y="8737"/>
                  </a:cubicBezTo>
                  <a:cubicBezTo>
                    <a:pt x="2454" y="9580"/>
                    <a:pt x="2347" y="10402"/>
                    <a:pt x="2198" y="11170"/>
                  </a:cubicBezTo>
                  <a:cubicBezTo>
                    <a:pt x="2102" y="11607"/>
                    <a:pt x="2081" y="12098"/>
                    <a:pt x="2113" y="12460"/>
                  </a:cubicBezTo>
                  <a:cubicBezTo>
                    <a:pt x="2187" y="13068"/>
                    <a:pt x="2796" y="13548"/>
                    <a:pt x="3329" y="13975"/>
                  </a:cubicBezTo>
                  <a:cubicBezTo>
                    <a:pt x="3532" y="14135"/>
                    <a:pt x="3702" y="14284"/>
                    <a:pt x="3852" y="14423"/>
                  </a:cubicBezTo>
                  <a:cubicBezTo>
                    <a:pt x="4140" y="14701"/>
                    <a:pt x="4332" y="15042"/>
                    <a:pt x="4428" y="15469"/>
                  </a:cubicBezTo>
                  <a:cubicBezTo>
                    <a:pt x="4620" y="16429"/>
                    <a:pt x="4620" y="17314"/>
                    <a:pt x="4438" y="18103"/>
                  </a:cubicBezTo>
                  <a:cubicBezTo>
                    <a:pt x="4406" y="18231"/>
                    <a:pt x="4353" y="18381"/>
                    <a:pt x="4289" y="18530"/>
                  </a:cubicBezTo>
                  <a:lnTo>
                    <a:pt x="4236" y="18647"/>
                  </a:lnTo>
                  <a:cubicBezTo>
                    <a:pt x="3894" y="19490"/>
                    <a:pt x="3532" y="20365"/>
                    <a:pt x="3681" y="21304"/>
                  </a:cubicBezTo>
                  <a:cubicBezTo>
                    <a:pt x="3681" y="21336"/>
                    <a:pt x="3692" y="21378"/>
                    <a:pt x="3692" y="21421"/>
                  </a:cubicBezTo>
                  <a:cubicBezTo>
                    <a:pt x="3692" y="21453"/>
                    <a:pt x="3692" y="21517"/>
                    <a:pt x="3702" y="21549"/>
                  </a:cubicBezTo>
                  <a:cubicBezTo>
                    <a:pt x="3788" y="22029"/>
                    <a:pt x="3574" y="22658"/>
                    <a:pt x="3372" y="23202"/>
                  </a:cubicBezTo>
                  <a:cubicBezTo>
                    <a:pt x="3276" y="23469"/>
                    <a:pt x="3180" y="23725"/>
                    <a:pt x="3126" y="23949"/>
                  </a:cubicBezTo>
                  <a:cubicBezTo>
                    <a:pt x="2945" y="24771"/>
                    <a:pt x="2796" y="25635"/>
                    <a:pt x="2667" y="26467"/>
                  </a:cubicBezTo>
                  <a:cubicBezTo>
                    <a:pt x="2593" y="26829"/>
                    <a:pt x="2539" y="27203"/>
                    <a:pt x="2475" y="27576"/>
                  </a:cubicBezTo>
                  <a:cubicBezTo>
                    <a:pt x="2401" y="28014"/>
                    <a:pt x="2358" y="28472"/>
                    <a:pt x="2315" y="28910"/>
                  </a:cubicBezTo>
                  <a:cubicBezTo>
                    <a:pt x="2262" y="29432"/>
                    <a:pt x="2219" y="29955"/>
                    <a:pt x="2113" y="30446"/>
                  </a:cubicBezTo>
                  <a:cubicBezTo>
                    <a:pt x="2032" y="30849"/>
                    <a:pt x="1866" y="31252"/>
                    <a:pt x="1694" y="31692"/>
                  </a:cubicBezTo>
                  <a:lnTo>
                    <a:pt x="1694" y="31692"/>
                  </a:lnTo>
                  <a:cubicBezTo>
                    <a:pt x="1879" y="31259"/>
                    <a:pt x="2041" y="30837"/>
                    <a:pt x="2134" y="30424"/>
                  </a:cubicBezTo>
                  <a:cubicBezTo>
                    <a:pt x="2241" y="29923"/>
                    <a:pt x="2273" y="29390"/>
                    <a:pt x="2326" y="28888"/>
                  </a:cubicBezTo>
                  <a:cubicBezTo>
                    <a:pt x="2369" y="28451"/>
                    <a:pt x="2411" y="27992"/>
                    <a:pt x="2486" y="27555"/>
                  </a:cubicBezTo>
                  <a:cubicBezTo>
                    <a:pt x="2561" y="27192"/>
                    <a:pt x="2625" y="26808"/>
                    <a:pt x="2678" y="26445"/>
                  </a:cubicBezTo>
                  <a:cubicBezTo>
                    <a:pt x="2828" y="25603"/>
                    <a:pt x="2956" y="24728"/>
                    <a:pt x="3148" y="23928"/>
                  </a:cubicBezTo>
                  <a:cubicBezTo>
                    <a:pt x="3201" y="23715"/>
                    <a:pt x="3286" y="23459"/>
                    <a:pt x="3382" y="23192"/>
                  </a:cubicBezTo>
                  <a:cubicBezTo>
                    <a:pt x="3585" y="22648"/>
                    <a:pt x="3809" y="22018"/>
                    <a:pt x="3713" y="21528"/>
                  </a:cubicBezTo>
                  <a:cubicBezTo>
                    <a:pt x="3713" y="21485"/>
                    <a:pt x="3702" y="21442"/>
                    <a:pt x="3702" y="21389"/>
                  </a:cubicBezTo>
                  <a:cubicBezTo>
                    <a:pt x="3702" y="21357"/>
                    <a:pt x="3692" y="21314"/>
                    <a:pt x="3692" y="21272"/>
                  </a:cubicBezTo>
                  <a:cubicBezTo>
                    <a:pt x="3542" y="20344"/>
                    <a:pt x="3905" y="19469"/>
                    <a:pt x="4246" y="18637"/>
                  </a:cubicBezTo>
                  <a:lnTo>
                    <a:pt x="4300" y="18509"/>
                  </a:lnTo>
                  <a:cubicBezTo>
                    <a:pt x="4353" y="18370"/>
                    <a:pt x="4428" y="18221"/>
                    <a:pt x="4449" y="18082"/>
                  </a:cubicBezTo>
                  <a:cubicBezTo>
                    <a:pt x="4652" y="17282"/>
                    <a:pt x="4641" y="16407"/>
                    <a:pt x="4438" y="15447"/>
                  </a:cubicBezTo>
                  <a:cubicBezTo>
                    <a:pt x="4342" y="15021"/>
                    <a:pt x="4161" y="14669"/>
                    <a:pt x="3862" y="14381"/>
                  </a:cubicBezTo>
                  <a:cubicBezTo>
                    <a:pt x="3734" y="14242"/>
                    <a:pt x="3542" y="14103"/>
                    <a:pt x="3340" y="13943"/>
                  </a:cubicBezTo>
                  <a:cubicBezTo>
                    <a:pt x="2806" y="13527"/>
                    <a:pt x="2209" y="13047"/>
                    <a:pt x="2145" y="12450"/>
                  </a:cubicBezTo>
                  <a:cubicBezTo>
                    <a:pt x="2102" y="12076"/>
                    <a:pt x="2134" y="11596"/>
                    <a:pt x="2219" y="11148"/>
                  </a:cubicBezTo>
                  <a:cubicBezTo>
                    <a:pt x="2379" y="10380"/>
                    <a:pt x="2475" y="9548"/>
                    <a:pt x="2145" y="8695"/>
                  </a:cubicBezTo>
                  <a:cubicBezTo>
                    <a:pt x="2049" y="8460"/>
                    <a:pt x="1846" y="8215"/>
                    <a:pt x="1654" y="7980"/>
                  </a:cubicBezTo>
                  <a:cubicBezTo>
                    <a:pt x="1505" y="7809"/>
                    <a:pt x="1355" y="7628"/>
                    <a:pt x="1238" y="7447"/>
                  </a:cubicBezTo>
                  <a:cubicBezTo>
                    <a:pt x="822" y="6775"/>
                    <a:pt x="865" y="5921"/>
                    <a:pt x="907" y="5174"/>
                  </a:cubicBezTo>
                  <a:lnTo>
                    <a:pt x="907" y="5068"/>
                  </a:lnTo>
                  <a:cubicBezTo>
                    <a:pt x="918" y="4854"/>
                    <a:pt x="939" y="4641"/>
                    <a:pt x="961" y="4428"/>
                  </a:cubicBezTo>
                  <a:cubicBezTo>
                    <a:pt x="1014" y="3862"/>
                    <a:pt x="1067" y="3244"/>
                    <a:pt x="971" y="2710"/>
                  </a:cubicBezTo>
                  <a:cubicBezTo>
                    <a:pt x="907" y="2326"/>
                    <a:pt x="758" y="2017"/>
                    <a:pt x="609" y="1697"/>
                  </a:cubicBezTo>
                  <a:cubicBezTo>
                    <a:pt x="534" y="1537"/>
                    <a:pt x="449" y="1366"/>
                    <a:pt x="385" y="1196"/>
                  </a:cubicBezTo>
                  <a:cubicBezTo>
                    <a:pt x="193" y="715"/>
                    <a:pt x="22" y="235"/>
                    <a:pt x="214" y="22"/>
                  </a:cubicBezTo>
                  <a:lnTo>
                    <a:pt x="182" y="1"/>
                  </a:lnTo>
                  <a:close/>
                  <a:moveTo>
                    <a:pt x="1694" y="31692"/>
                  </a:moveTo>
                  <a:cubicBezTo>
                    <a:pt x="1688" y="31707"/>
                    <a:pt x="1682" y="31722"/>
                    <a:pt x="1675" y="31736"/>
                  </a:cubicBezTo>
                  <a:cubicBezTo>
                    <a:pt x="1625" y="31862"/>
                    <a:pt x="1574" y="31988"/>
                    <a:pt x="1526" y="32114"/>
                  </a:cubicBezTo>
                  <a:lnTo>
                    <a:pt x="1526" y="32114"/>
                  </a:lnTo>
                  <a:cubicBezTo>
                    <a:pt x="1571" y="31998"/>
                    <a:pt x="1618" y="31883"/>
                    <a:pt x="1665" y="31768"/>
                  </a:cubicBezTo>
                  <a:cubicBezTo>
                    <a:pt x="1675" y="31743"/>
                    <a:pt x="1685" y="31717"/>
                    <a:pt x="1694" y="31692"/>
                  </a:cubicBezTo>
                  <a:close/>
                  <a:moveTo>
                    <a:pt x="1526" y="32114"/>
                  </a:moveTo>
                  <a:cubicBezTo>
                    <a:pt x="1271" y="32764"/>
                    <a:pt x="1059" y="33428"/>
                    <a:pt x="1131" y="34062"/>
                  </a:cubicBezTo>
                  <a:cubicBezTo>
                    <a:pt x="1131" y="34158"/>
                    <a:pt x="1142" y="34243"/>
                    <a:pt x="1153" y="34329"/>
                  </a:cubicBezTo>
                  <a:lnTo>
                    <a:pt x="1174" y="34425"/>
                  </a:lnTo>
                  <a:cubicBezTo>
                    <a:pt x="1355" y="35790"/>
                    <a:pt x="1654" y="36867"/>
                    <a:pt x="2070" y="37689"/>
                  </a:cubicBezTo>
                  <a:lnTo>
                    <a:pt x="2081" y="37636"/>
                  </a:lnTo>
                  <a:cubicBezTo>
                    <a:pt x="1654" y="36825"/>
                    <a:pt x="1366" y="35758"/>
                    <a:pt x="1185" y="34382"/>
                  </a:cubicBezTo>
                  <a:lnTo>
                    <a:pt x="1174" y="34286"/>
                  </a:lnTo>
                  <a:cubicBezTo>
                    <a:pt x="1174" y="34190"/>
                    <a:pt x="1153" y="34105"/>
                    <a:pt x="1142" y="34019"/>
                  </a:cubicBezTo>
                  <a:cubicBezTo>
                    <a:pt x="1080" y="33395"/>
                    <a:pt x="1278" y="32756"/>
                    <a:pt x="1526" y="3211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8"/>
            <p:cNvSpPr/>
            <p:nvPr/>
          </p:nvSpPr>
          <p:spPr>
            <a:xfrm>
              <a:off x="5385100" y="1142160"/>
              <a:ext cx="382848" cy="3167489"/>
            </a:xfrm>
            <a:custGeom>
              <a:rect b="b" l="l" r="r" t="t"/>
              <a:pathLst>
                <a:path extrusionOk="0" h="37603" w="4545">
                  <a:moveTo>
                    <a:pt x="161" y="0"/>
                  </a:moveTo>
                  <a:lnTo>
                    <a:pt x="161" y="0"/>
                  </a:lnTo>
                  <a:cubicBezTo>
                    <a:pt x="1" y="171"/>
                    <a:pt x="54" y="555"/>
                    <a:pt x="321" y="1184"/>
                  </a:cubicBezTo>
                  <a:lnTo>
                    <a:pt x="331" y="1227"/>
                  </a:lnTo>
                  <a:cubicBezTo>
                    <a:pt x="555" y="1771"/>
                    <a:pt x="758" y="2230"/>
                    <a:pt x="822" y="2848"/>
                  </a:cubicBezTo>
                  <a:cubicBezTo>
                    <a:pt x="875" y="3392"/>
                    <a:pt x="822" y="4011"/>
                    <a:pt x="769" y="4598"/>
                  </a:cubicBezTo>
                  <a:cubicBezTo>
                    <a:pt x="758" y="4811"/>
                    <a:pt x="726" y="5035"/>
                    <a:pt x="715" y="5259"/>
                  </a:cubicBezTo>
                  <a:cubicBezTo>
                    <a:pt x="662" y="6049"/>
                    <a:pt x="694" y="6934"/>
                    <a:pt x="1238" y="7499"/>
                  </a:cubicBezTo>
                  <a:cubicBezTo>
                    <a:pt x="1569" y="7851"/>
                    <a:pt x="1985" y="8395"/>
                    <a:pt x="2134" y="8886"/>
                  </a:cubicBezTo>
                  <a:cubicBezTo>
                    <a:pt x="2379" y="9729"/>
                    <a:pt x="2251" y="10540"/>
                    <a:pt x="2102" y="11308"/>
                  </a:cubicBezTo>
                  <a:cubicBezTo>
                    <a:pt x="2049" y="11574"/>
                    <a:pt x="1974" y="12086"/>
                    <a:pt x="2102" y="12502"/>
                  </a:cubicBezTo>
                  <a:cubicBezTo>
                    <a:pt x="2262" y="13025"/>
                    <a:pt x="2796" y="13409"/>
                    <a:pt x="3308" y="13793"/>
                  </a:cubicBezTo>
                  <a:cubicBezTo>
                    <a:pt x="3574" y="13996"/>
                    <a:pt x="3820" y="14177"/>
                    <a:pt x="4012" y="14380"/>
                  </a:cubicBezTo>
                  <a:cubicBezTo>
                    <a:pt x="4278" y="14679"/>
                    <a:pt x="4428" y="15020"/>
                    <a:pt x="4449" y="15468"/>
                  </a:cubicBezTo>
                  <a:cubicBezTo>
                    <a:pt x="4502" y="16353"/>
                    <a:pt x="4428" y="17292"/>
                    <a:pt x="4225" y="18103"/>
                  </a:cubicBezTo>
                  <a:cubicBezTo>
                    <a:pt x="4182" y="18252"/>
                    <a:pt x="4129" y="18401"/>
                    <a:pt x="4076" y="18529"/>
                  </a:cubicBezTo>
                  <a:lnTo>
                    <a:pt x="4033" y="18636"/>
                  </a:lnTo>
                  <a:cubicBezTo>
                    <a:pt x="3702" y="19490"/>
                    <a:pt x="3361" y="20354"/>
                    <a:pt x="3596" y="21292"/>
                  </a:cubicBezTo>
                  <a:cubicBezTo>
                    <a:pt x="3606" y="21367"/>
                    <a:pt x="3638" y="21452"/>
                    <a:pt x="3649" y="21527"/>
                  </a:cubicBezTo>
                  <a:lnTo>
                    <a:pt x="3649" y="21548"/>
                  </a:lnTo>
                  <a:cubicBezTo>
                    <a:pt x="3756" y="22039"/>
                    <a:pt x="3500" y="22668"/>
                    <a:pt x="3276" y="23212"/>
                  </a:cubicBezTo>
                  <a:cubicBezTo>
                    <a:pt x="3169" y="23479"/>
                    <a:pt x="3062" y="23735"/>
                    <a:pt x="3009" y="23959"/>
                  </a:cubicBezTo>
                  <a:cubicBezTo>
                    <a:pt x="2806" y="24802"/>
                    <a:pt x="2689" y="25719"/>
                    <a:pt x="2572" y="26594"/>
                  </a:cubicBezTo>
                  <a:cubicBezTo>
                    <a:pt x="2529" y="26935"/>
                    <a:pt x="2486" y="27266"/>
                    <a:pt x="2433" y="27586"/>
                  </a:cubicBezTo>
                  <a:cubicBezTo>
                    <a:pt x="2369" y="28024"/>
                    <a:pt x="2326" y="28461"/>
                    <a:pt x="2305" y="28888"/>
                  </a:cubicBezTo>
                  <a:cubicBezTo>
                    <a:pt x="2262" y="29368"/>
                    <a:pt x="2219" y="29880"/>
                    <a:pt x="2145" y="30370"/>
                  </a:cubicBezTo>
                  <a:cubicBezTo>
                    <a:pt x="2049" y="30893"/>
                    <a:pt x="1793" y="31394"/>
                    <a:pt x="1558" y="31874"/>
                  </a:cubicBezTo>
                  <a:cubicBezTo>
                    <a:pt x="1227" y="32547"/>
                    <a:pt x="875" y="33219"/>
                    <a:pt x="961" y="33965"/>
                  </a:cubicBezTo>
                  <a:cubicBezTo>
                    <a:pt x="971" y="34083"/>
                    <a:pt x="993" y="34200"/>
                    <a:pt x="1014" y="34317"/>
                  </a:cubicBezTo>
                  <a:cubicBezTo>
                    <a:pt x="1206" y="35661"/>
                    <a:pt x="1547" y="36771"/>
                    <a:pt x="1985" y="37603"/>
                  </a:cubicBezTo>
                  <a:lnTo>
                    <a:pt x="2038" y="37582"/>
                  </a:lnTo>
                  <a:cubicBezTo>
                    <a:pt x="1601" y="36760"/>
                    <a:pt x="1259" y="35661"/>
                    <a:pt x="1067" y="34317"/>
                  </a:cubicBezTo>
                  <a:cubicBezTo>
                    <a:pt x="1035" y="34211"/>
                    <a:pt x="1025" y="34093"/>
                    <a:pt x="1014" y="33965"/>
                  </a:cubicBezTo>
                  <a:cubicBezTo>
                    <a:pt x="918" y="33240"/>
                    <a:pt x="1259" y="32557"/>
                    <a:pt x="1601" y="31885"/>
                  </a:cubicBezTo>
                  <a:cubicBezTo>
                    <a:pt x="1835" y="31394"/>
                    <a:pt x="2091" y="30904"/>
                    <a:pt x="2187" y="30370"/>
                  </a:cubicBezTo>
                  <a:cubicBezTo>
                    <a:pt x="2262" y="29890"/>
                    <a:pt x="2305" y="29378"/>
                    <a:pt x="2347" y="28888"/>
                  </a:cubicBezTo>
                  <a:cubicBezTo>
                    <a:pt x="2379" y="28461"/>
                    <a:pt x="2411" y="28013"/>
                    <a:pt x="2475" y="27586"/>
                  </a:cubicBezTo>
                  <a:cubicBezTo>
                    <a:pt x="2518" y="27245"/>
                    <a:pt x="2572" y="26914"/>
                    <a:pt x="2614" y="26594"/>
                  </a:cubicBezTo>
                  <a:cubicBezTo>
                    <a:pt x="2721" y="25698"/>
                    <a:pt x="2849" y="24791"/>
                    <a:pt x="3052" y="23959"/>
                  </a:cubicBezTo>
                  <a:cubicBezTo>
                    <a:pt x="3105" y="23746"/>
                    <a:pt x="3212" y="23479"/>
                    <a:pt x="3318" y="23212"/>
                  </a:cubicBezTo>
                  <a:cubicBezTo>
                    <a:pt x="3542" y="22647"/>
                    <a:pt x="3798" y="22018"/>
                    <a:pt x="3692" y="21527"/>
                  </a:cubicBezTo>
                  <a:lnTo>
                    <a:pt x="3692" y="21516"/>
                  </a:lnTo>
                  <a:cubicBezTo>
                    <a:pt x="3681" y="21431"/>
                    <a:pt x="3660" y="21356"/>
                    <a:pt x="3638" y="21271"/>
                  </a:cubicBezTo>
                  <a:cubicBezTo>
                    <a:pt x="3393" y="20354"/>
                    <a:pt x="3745" y="19490"/>
                    <a:pt x="4076" y="18647"/>
                  </a:cubicBezTo>
                  <a:lnTo>
                    <a:pt x="4118" y="18540"/>
                  </a:lnTo>
                  <a:cubicBezTo>
                    <a:pt x="4172" y="18412"/>
                    <a:pt x="4225" y="18263"/>
                    <a:pt x="4268" y="18113"/>
                  </a:cubicBezTo>
                  <a:cubicBezTo>
                    <a:pt x="4460" y="17303"/>
                    <a:pt x="4545" y="16353"/>
                    <a:pt x="4492" y="15457"/>
                  </a:cubicBezTo>
                  <a:cubicBezTo>
                    <a:pt x="4460" y="15020"/>
                    <a:pt x="4321" y="14657"/>
                    <a:pt x="4054" y="14369"/>
                  </a:cubicBezTo>
                  <a:cubicBezTo>
                    <a:pt x="3862" y="14166"/>
                    <a:pt x="3606" y="13985"/>
                    <a:pt x="3340" y="13782"/>
                  </a:cubicBezTo>
                  <a:cubicBezTo>
                    <a:pt x="2828" y="13398"/>
                    <a:pt x="2305" y="13004"/>
                    <a:pt x="2145" y="12502"/>
                  </a:cubicBezTo>
                  <a:cubicBezTo>
                    <a:pt x="2027" y="12086"/>
                    <a:pt x="2091" y="11585"/>
                    <a:pt x="2145" y="11318"/>
                  </a:cubicBezTo>
                  <a:cubicBezTo>
                    <a:pt x="2305" y="10561"/>
                    <a:pt x="2433" y="9739"/>
                    <a:pt x="2166" y="8886"/>
                  </a:cubicBezTo>
                  <a:cubicBezTo>
                    <a:pt x="2027" y="8385"/>
                    <a:pt x="1611" y="7841"/>
                    <a:pt x="1281" y="7489"/>
                  </a:cubicBezTo>
                  <a:cubicBezTo>
                    <a:pt x="726" y="6913"/>
                    <a:pt x="705" y="6049"/>
                    <a:pt x="758" y="5259"/>
                  </a:cubicBezTo>
                  <a:cubicBezTo>
                    <a:pt x="769" y="5046"/>
                    <a:pt x="801" y="4822"/>
                    <a:pt x="811" y="4598"/>
                  </a:cubicBezTo>
                  <a:cubicBezTo>
                    <a:pt x="865" y="4011"/>
                    <a:pt x="918" y="3392"/>
                    <a:pt x="865" y="2838"/>
                  </a:cubicBezTo>
                  <a:cubicBezTo>
                    <a:pt x="801" y="2219"/>
                    <a:pt x="587" y="1728"/>
                    <a:pt x="353" y="1206"/>
                  </a:cubicBezTo>
                  <a:lnTo>
                    <a:pt x="342" y="1174"/>
                  </a:lnTo>
                  <a:cubicBezTo>
                    <a:pt x="86" y="555"/>
                    <a:pt x="33" y="181"/>
                    <a:pt x="182" y="11"/>
                  </a:cubicBezTo>
                  <a:lnTo>
                    <a:pt x="16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8"/>
            <p:cNvSpPr/>
            <p:nvPr/>
          </p:nvSpPr>
          <p:spPr>
            <a:xfrm>
              <a:off x="5394956" y="1141234"/>
              <a:ext cx="400032" cy="3162182"/>
            </a:xfrm>
            <a:custGeom>
              <a:rect b="b" l="l" r="r" t="t"/>
              <a:pathLst>
                <a:path extrusionOk="0" h="37540" w="4749">
                  <a:moveTo>
                    <a:pt x="214" y="0"/>
                  </a:moveTo>
                  <a:lnTo>
                    <a:pt x="214" y="0"/>
                  </a:lnTo>
                  <a:cubicBezTo>
                    <a:pt x="1" y="214"/>
                    <a:pt x="161" y="694"/>
                    <a:pt x="364" y="1174"/>
                  </a:cubicBezTo>
                  <a:cubicBezTo>
                    <a:pt x="641" y="1857"/>
                    <a:pt x="758" y="2401"/>
                    <a:pt x="790" y="3009"/>
                  </a:cubicBezTo>
                  <a:cubicBezTo>
                    <a:pt x="812" y="3510"/>
                    <a:pt x="769" y="4043"/>
                    <a:pt x="737" y="4566"/>
                  </a:cubicBezTo>
                  <a:cubicBezTo>
                    <a:pt x="716" y="4875"/>
                    <a:pt x="694" y="5174"/>
                    <a:pt x="684" y="5473"/>
                  </a:cubicBezTo>
                  <a:cubicBezTo>
                    <a:pt x="652" y="6230"/>
                    <a:pt x="929" y="7020"/>
                    <a:pt x="1430" y="7574"/>
                  </a:cubicBezTo>
                  <a:cubicBezTo>
                    <a:pt x="1750" y="7937"/>
                    <a:pt x="2134" y="8524"/>
                    <a:pt x="2284" y="9100"/>
                  </a:cubicBezTo>
                  <a:cubicBezTo>
                    <a:pt x="2476" y="9900"/>
                    <a:pt x="2337" y="10615"/>
                    <a:pt x="2177" y="11447"/>
                  </a:cubicBezTo>
                  <a:lnTo>
                    <a:pt x="2177" y="11468"/>
                  </a:lnTo>
                  <a:cubicBezTo>
                    <a:pt x="2081" y="11916"/>
                    <a:pt x="2124" y="12321"/>
                    <a:pt x="2284" y="12567"/>
                  </a:cubicBezTo>
                  <a:cubicBezTo>
                    <a:pt x="2529" y="12951"/>
                    <a:pt x="2977" y="13271"/>
                    <a:pt x="3383" y="13569"/>
                  </a:cubicBezTo>
                  <a:cubicBezTo>
                    <a:pt x="3735" y="13815"/>
                    <a:pt x="4097" y="14071"/>
                    <a:pt x="4343" y="14380"/>
                  </a:cubicBezTo>
                  <a:cubicBezTo>
                    <a:pt x="4588" y="14658"/>
                    <a:pt x="4695" y="15020"/>
                    <a:pt x="4652" y="15468"/>
                  </a:cubicBezTo>
                  <a:cubicBezTo>
                    <a:pt x="4577" y="16471"/>
                    <a:pt x="4343" y="17474"/>
                    <a:pt x="4161" y="18135"/>
                  </a:cubicBezTo>
                  <a:cubicBezTo>
                    <a:pt x="4119" y="18284"/>
                    <a:pt x="4055" y="18444"/>
                    <a:pt x="4012" y="18562"/>
                  </a:cubicBezTo>
                  <a:lnTo>
                    <a:pt x="4001" y="18604"/>
                  </a:lnTo>
                  <a:cubicBezTo>
                    <a:pt x="3649" y="19511"/>
                    <a:pt x="3319" y="20365"/>
                    <a:pt x="3681" y="21303"/>
                  </a:cubicBezTo>
                  <a:cubicBezTo>
                    <a:pt x="3724" y="21378"/>
                    <a:pt x="3735" y="21474"/>
                    <a:pt x="3745" y="21549"/>
                  </a:cubicBezTo>
                  <a:cubicBezTo>
                    <a:pt x="3831" y="22029"/>
                    <a:pt x="3564" y="22658"/>
                    <a:pt x="3319" y="23202"/>
                  </a:cubicBezTo>
                  <a:cubicBezTo>
                    <a:pt x="3191" y="23501"/>
                    <a:pt x="3084" y="23768"/>
                    <a:pt x="3009" y="23992"/>
                  </a:cubicBezTo>
                  <a:cubicBezTo>
                    <a:pt x="2785" y="24856"/>
                    <a:pt x="2679" y="25816"/>
                    <a:pt x="2583" y="26754"/>
                  </a:cubicBezTo>
                  <a:cubicBezTo>
                    <a:pt x="2561" y="27032"/>
                    <a:pt x="2519" y="27330"/>
                    <a:pt x="2497" y="27608"/>
                  </a:cubicBezTo>
                  <a:cubicBezTo>
                    <a:pt x="2455" y="28024"/>
                    <a:pt x="2423" y="28429"/>
                    <a:pt x="2412" y="28845"/>
                  </a:cubicBezTo>
                  <a:cubicBezTo>
                    <a:pt x="2390" y="29325"/>
                    <a:pt x="2358" y="29837"/>
                    <a:pt x="2294" y="30317"/>
                  </a:cubicBezTo>
                  <a:cubicBezTo>
                    <a:pt x="2209" y="30872"/>
                    <a:pt x="1889" y="31384"/>
                    <a:pt x="1601" y="31875"/>
                  </a:cubicBezTo>
                  <a:cubicBezTo>
                    <a:pt x="1228" y="32483"/>
                    <a:pt x="822" y="33144"/>
                    <a:pt x="918" y="33891"/>
                  </a:cubicBezTo>
                  <a:cubicBezTo>
                    <a:pt x="929" y="34008"/>
                    <a:pt x="961" y="34126"/>
                    <a:pt x="972" y="34243"/>
                  </a:cubicBezTo>
                  <a:cubicBezTo>
                    <a:pt x="1121" y="35160"/>
                    <a:pt x="1430" y="36462"/>
                    <a:pt x="2028" y="37539"/>
                  </a:cubicBezTo>
                  <a:lnTo>
                    <a:pt x="2092" y="37529"/>
                  </a:lnTo>
                  <a:cubicBezTo>
                    <a:pt x="1494" y="36451"/>
                    <a:pt x="1185" y="35139"/>
                    <a:pt x="1036" y="34232"/>
                  </a:cubicBezTo>
                  <a:cubicBezTo>
                    <a:pt x="1014" y="34115"/>
                    <a:pt x="1004" y="33998"/>
                    <a:pt x="982" y="33870"/>
                  </a:cubicBezTo>
                  <a:cubicBezTo>
                    <a:pt x="908" y="33123"/>
                    <a:pt x="1270" y="32515"/>
                    <a:pt x="1665" y="31875"/>
                  </a:cubicBezTo>
                  <a:cubicBezTo>
                    <a:pt x="1964" y="31384"/>
                    <a:pt x="2284" y="30872"/>
                    <a:pt x="2358" y="30296"/>
                  </a:cubicBezTo>
                  <a:cubicBezTo>
                    <a:pt x="2444" y="29816"/>
                    <a:pt x="2455" y="29325"/>
                    <a:pt x="2476" y="28835"/>
                  </a:cubicBezTo>
                  <a:cubicBezTo>
                    <a:pt x="2497" y="28419"/>
                    <a:pt x="2508" y="28013"/>
                    <a:pt x="2561" y="27597"/>
                  </a:cubicBezTo>
                  <a:cubicBezTo>
                    <a:pt x="2604" y="27309"/>
                    <a:pt x="2625" y="27021"/>
                    <a:pt x="2657" y="26744"/>
                  </a:cubicBezTo>
                  <a:cubicBezTo>
                    <a:pt x="2764" y="25805"/>
                    <a:pt x="2849" y="24845"/>
                    <a:pt x="3084" y="23981"/>
                  </a:cubicBezTo>
                  <a:cubicBezTo>
                    <a:pt x="3137" y="23757"/>
                    <a:pt x="3255" y="23490"/>
                    <a:pt x="3372" y="23213"/>
                  </a:cubicBezTo>
                  <a:cubicBezTo>
                    <a:pt x="3617" y="22647"/>
                    <a:pt x="3884" y="22018"/>
                    <a:pt x="3799" y="21527"/>
                  </a:cubicBezTo>
                  <a:cubicBezTo>
                    <a:pt x="3788" y="21442"/>
                    <a:pt x="3756" y="21357"/>
                    <a:pt x="3735" y="21271"/>
                  </a:cubicBezTo>
                  <a:cubicBezTo>
                    <a:pt x="3383" y="20354"/>
                    <a:pt x="3703" y="19501"/>
                    <a:pt x="4055" y="18604"/>
                  </a:cubicBezTo>
                  <a:lnTo>
                    <a:pt x="4065" y="18572"/>
                  </a:lnTo>
                  <a:cubicBezTo>
                    <a:pt x="4119" y="18444"/>
                    <a:pt x="4172" y="18284"/>
                    <a:pt x="4215" y="18146"/>
                  </a:cubicBezTo>
                  <a:cubicBezTo>
                    <a:pt x="4385" y="17474"/>
                    <a:pt x="4631" y="16460"/>
                    <a:pt x="4705" y="15458"/>
                  </a:cubicBezTo>
                  <a:cubicBezTo>
                    <a:pt x="4748" y="14988"/>
                    <a:pt x="4641" y="14636"/>
                    <a:pt x="4396" y="14338"/>
                  </a:cubicBezTo>
                  <a:cubicBezTo>
                    <a:pt x="4129" y="14039"/>
                    <a:pt x="3777" y="13783"/>
                    <a:pt x="3425" y="13527"/>
                  </a:cubicBezTo>
                  <a:cubicBezTo>
                    <a:pt x="3009" y="13239"/>
                    <a:pt x="2583" y="12929"/>
                    <a:pt x="2337" y="12524"/>
                  </a:cubicBezTo>
                  <a:cubicBezTo>
                    <a:pt x="2188" y="12289"/>
                    <a:pt x="2145" y="11884"/>
                    <a:pt x="2230" y="11457"/>
                  </a:cubicBezTo>
                  <a:lnTo>
                    <a:pt x="2230" y="11436"/>
                  </a:lnTo>
                  <a:cubicBezTo>
                    <a:pt x="2390" y="10593"/>
                    <a:pt x="2529" y="9879"/>
                    <a:pt x="2337" y="9078"/>
                  </a:cubicBezTo>
                  <a:cubicBezTo>
                    <a:pt x="2188" y="8492"/>
                    <a:pt x="1782" y="7905"/>
                    <a:pt x="1462" y="7542"/>
                  </a:cubicBezTo>
                  <a:cubicBezTo>
                    <a:pt x="972" y="6988"/>
                    <a:pt x="694" y="6220"/>
                    <a:pt x="716" y="5462"/>
                  </a:cubicBezTo>
                  <a:cubicBezTo>
                    <a:pt x="737" y="5153"/>
                    <a:pt x="748" y="4843"/>
                    <a:pt x="769" y="4555"/>
                  </a:cubicBezTo>
                  <a:cubicBezTo>
                    <a:pt x="801" y="4033"/>
                    <a:pt x="844" y="3499"/>
                    <a:pt x="822" y="2987"/>
                  </a:cubicBezTo>
                  <a:cubicBezTo>
                    <a:pt x="812" y="2390"/>
                    <a:pt x="684" y="1846"/>
                    <a:pt x="396" y="1163"/>
                  </a:cubicBezTo>
                  <a:cubicBezTo>
                    <a:pt x="214" y="715"/>
                    <a:pt x="44" y="235"/>
                    <a:pt x="236" y="22"/>
                  </a:cubicBezTo>
                  <a:lnTo>
                    <a:pt x="2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8"/>
            <p:cNvSpPr/>
            <p:nvPr/>
          </p:nvSpPr>
          <p:spPr>
            <a:xfrm>
              <a:off x="5413825" y="1143929"/>
              <a:ext cx="417047" cy="3154938"/>
            </a:xfrm>
            <a:custGeom>
              <a:rect b="b" l="l" r="r" t="t"/>
              <a:pathLst>
                <a:path extrusionOk="0" h="37454" w="4951">
                  <a:moveTo>
                    <a:pt x="225" y="0"/>
                  </a:moveTo>
                  <a:lnTo>
                    <a:pt x="225" y="0"/>
                  </a:lnTo>
                  <a:cubicBezTo>
                    <a:pt x="1" y="246"/>
                    <a:pt x="204" y="801"/>
                    <a:pt x="364" y="1185"/>
                  </a:cubicBezTo>
                  <a:cubicBezTo>
                    <a:pt x="588" y="1718"/>
                    <a:pt x="694" y="2379"/>
                    <a:pt x="694" y="3179"/>
                  </a:cubicBezTo>
                  <a:cubicBezTo>
                    <a:pt x="694" y="3574"/>
                    <a:pt x="673" y="3979"/>
                    <a:pt x="652" y="4374"/>
                  </a:cubicBezTo>
                  <a:cubicBezTo>
                    <a:pt x="630" y="4790"/>
                    <a:pt x="620" y="5228"/>
                    <a:pt x="620" y="5644"/>
                  </a:cubicBezTo>
                  <a:cubicBezTo>
                    <a:pt x="620" y="6358"/>
                    <a:pt x="972" y="6838"/>
                    <a:pt x="1366" y="7361"/>
                  </a:cubicBezTo>
                  <a:cubicBezTo>
                    <a:pt x="1430" y="7457"/>
                    <a:pt x="1505" y="7542"/>
                    <a:pt x="1580" y="7649"/>
                  </a:cubicBezTo>
                  <a:cubicBezTo>
                    <a:pt x="1910" y="8150"/>
                    <a:pt x="2295" y="8705"/>
                    <a:pt x="2401" y="9292"/>
                  </a:cubicBezTo>
                  <a:cubicBezTo>
                    <a:pt x="2519" y="9943"/>
                    <a:pt x="2401" y="10561"/>
                    <a:pt x="2273" y="11212"/>
                  </a:cubicBezTo>
                  <a:cubicBezTo>
                    <a:pt x="2241" y="11340"/>
                    <a:pt x="2220" y="11457"/>
                    <a:pt x="2188" y="11585"/>
                  </a:cubicBezTo>
                  <a:cubicBezTo>
                    <a:pt x="2113" y="11991"/>
                    <a:pt x="2188" y="12321"/>
                    <a:pt x="2433" y="12556"/>
                  </a:cubicBezTo>
                  <a:cubicBezTo>
                    <a:pt x="2711" y="12855"/>
                    <a:pt x="3073" y="13079"/>
                    <a:pt x="3404" y="13313"/>
                  </a:cubicBezTo>
                  <a:cubicBezTo>
                    <a:pt x="3841" y="13591"/>
                    <a:pt x="4279" y="13900"/>
                    <a:pt x="4599" y="14327"/>
                  </a:cubicBezTo>
                  <a:cubicBezTo>
                    <a:pt x="4876" y="14679"/>
                    <a:pt x="4844" y="15106"/>
                    <a:pt x="4769" y="15426"/>
                  </a:cubicBezTo>
                  <a:cubicBezTo>
                    <a:pt x="4641" y="16108"/>
                    <a:pt x="4417" y="16812"/>
                    <a:pt x="4204" y="17495"/>
                  </a:cubicBezTo>
                  <a:lnTo>
                    <a:pt x="4001" y="18135"/>
                  </a:lnTo>
                  <a:cubicBezTo>
                    <a:pt x="3959" y="18284"/>
                    <a:pt x="3905" y="18412"/>
                    <a:pt x="3852" y="18562"/>
                  </a:cubicBezTo>
                  <a:cubicBezTo>
                    <a:pt x="3479" y="19565"/>
                    <a:pt x="3319" y="20365"/>
                    <a:pt x="3681" y="21261"/>
                  </a:cubicBezTo>
                  <a:cubicBezTo>
                    <a:pt x="3703" y="21335"/>
                    <a:pt x="3724" y="21431"/>
                    <a:pt x="3735" y="21506"/>
                  </a:cubicBezTo>
                  <a:cubicBezTo>
                    <a:pt x="3799" y="21997"/>
                    <a:pt x="3511" y="22615"/>
                    <a:pt x="3255" y="23159"/>
                  </a:cubicBezTo>
                  <a:cubicBezTo>
                    <a:pt x="3127" y="23458"/>
                    <a:pt x="2988" y="23736"/>
                    <a:pt x="2924" y="23981"/>
                  </a:cubicBezTo>
                  <a:cubicBezTo>
                    <a:pt x="2668" y="24898"/>
                    <a:pt x="2593" y="25912"/>
                    <a:pt x="2519" y="26893"/>
                  </a:cubicBezTo>
                  <a:cubicBezTo>
                    <a:pt x="2508" y="27128"/>
                    <a:pt x="2487" y="27362"/>
                    <a:pt x="2465" y="27586"/>
                  </a:cubicBezTo>
                  <a:cubicBezTo>
                    <a:pt x="2433" y="27992"/>
                    <a:pt x="2433" y="28387"/>
                    <a:pt x="2433" y="28792"/>
                  </a:cubicBezTo>
                  <a:cubicBezTo>
                    <a:pt x="2433" y="29272"/>
                    <a:pt x="2433" y="29763"/>
                    <a:pt x="2380" y="30232"/>
                  </a:cubicBezTo>
                  <a:cubicBezTo>
                    <a:pt x="2295" y="30861"/>
                    <a:pt x="1921" y="31363"/>
                    <a:pt x="1558" y="31853"/>
                  </a:cubicBezTo>
                  <a:cubicBezTo>
                    <a:pt x="1121" y="32462"/>
                    <a:pt x="705" y="33016"/>
                    <a:pt x="790" y="33774"/>
                  </a:cubicBezTo>
                  <a:cubicBezTo>
                    <a:pt x="801" y="33902"/>
                    <a:pt x="812" y="34008"/>
                    <a:pt x="844" y="34136"/>
                  </a:cubicBezTo>
                  <a:cubicBezTo>
                    <a:pt x="1057" y="35374"/>
                    <a:pt x="1452" y="36558"/>
                    <a:pt x="1974" y="37454"/>
                  </a:cubicBezTo>
                  <a:lnTo>
                    <a:pt x="2028" y="37422"/>
                  </a:lnTo>
                  <a:cubicBezTo>
                    <a:pt x="1526" y="36526"/>
                    <a:pt x="1121" y="35352"/>
                    <a:pt x="908" y="34115"/>
                  </a:cubicBezTo>
                  <a:cubicBezTo>
                    <a:pt x="886" y="33976"/>
                    <a:pt x="865" y="33870"/>
                    <a:pt x="854" y="33752"/>
                  </a:cubicBezTo>
                  <a:cubicBezTo>
                    <a:pt x="780" y="33006"/>
                    <a:pt x="1185" y="32440"/>
                    <a:pt x="1633" y="31843"/>
                  </a:cubicBezTo>
                  <a:cubicBezTo>
                    <a:pt x="1985" y="31352"/>
                    <a:pt x="2359" y="30829"/>
                    <a:pt x="2444" y="30200"/>
                  </a:cubicBezTo>
                  <a:cubicBezTo>
                    <a:pt x="2497" y="29741"/>
                    <a:pt x="2497" y="29240"/>
                    <a:pt x="2497" y="28760"/>
                  </a:cubicBezTo>
                  <a:cubicBezTo>
                    <a:pt x="2508" y="28365"/>
                    <a:pt x="2508" y="27960"/>
                    <a:pt x="2540" y="27565"/>
                  </a:cubicBezTo>
                  <a:cubicBezTo>
                    <a:pt x="2561" y="27341"/>
                    <a:pt x="2572" y="27096"/>
                    <a:pt x="2593" y="26872"/>
                  </a:cubicBezTo>
                  <a:cubicBezTo>
                    <a:pt x="2668" y="25880"/>
                    <a:pt x="2732" y="24866"/>
                    <a:pt x="2988" y="23960"/>
                  </a:cubicBezTo>
                  <a:cubicBezTo>
                    <a:pt x="3052" y="23725"/>
                    <a:pt x="3191" y="23448"/>
                    <a:pt x="3319" y="23149"/>
                  </a:cubicBezTo>
                  <a:cubicBezTo>
                    <a:pt x="3575" y="22605"/>
                    <a:pt x="3873" y="21975"/>
                    <a:pt x="3799" y="21485"/>
                  </a:cubicBezTo>
                  <a:cubicBezTo>
                    <a:pt x="3788" y="21399"/>
                    <a:pt x="3777" y="21314"/>
                    <a:pt x="3745" y="21229"/>
                  </a:cubicBezTo>
                  <a:cubicBezTo>
                    <a:pt x="3393" y="20354"/>
                    <a:pt x="3553" y="19554"/>
                    <a:pt x="3927" y="18551"/>
                  </a:cubicBezTo>
                  <a:cubicBezTo>
                    <a:pt x="3969" y="18402"/>
                    <a:pt x="4033" y="18252"/>
                    <a:pt x="4065" y="18124"/>
                  </a:cubicBezTo>
                  <a:lnTo>
                    <a:pt x="4268" y="17484"/>
                  </a:lnTo>
                  <a:cubicBezTo>
                    <a:pt x="4481" y="16802"/>
                    <a:pt x="4705" y="16098"/>
                    <a:pt x="4844" y="15415"/>
                  </a:cubicBezTo>
                  <a:cubicBezTo>
                    <a:pt x="4908" y="15084"/>
                    <a:pt x="4951" y="14658"/>
                    <a:pt x="4673" y="14284"/>
                  </a:cubicBezTo>
                  <a:cubicBezTo>
                    <a:pt x="4353" y="13857"/>
                    <a:pt x="3895" y="13548"/>
                    <a:pt x="3457" y="13260"/>
                  </a:cubicBezTo>
                  <a:cubicBezTo>
                    <a:pt x="3105" y="13025"/>
                    <a:pt x="2764" y="12801"/>
                    <a:pt x="2487" y="12513"/>
                  </a:cubicBezTo>
                  <a:cubicBezTo>
                    <a:pt x="2241" y="12268"/>
                    <a:pt x="2166" y="11948"/>
                    <a:pt x="2241" y="11564"/>
                  </a:cubicBezTo>
                  <a:cubicBezTo>
                    <a:pt x="2273" y="11447"/>
                    <a:pt x="2295" y="11308"/>
                    <a:pt x="2327" y="11191"/>
                  </a:cubicBezTo>
                  <a:cubicBezTo>
                    <a:pt x="2455" y="10540"/>
                    <a:pt x="2593" y="9921"/>
                    <a:pt x="2455" y="9260"/>
                  </a:cubicBezTo>
                  <a:cubicBezTo>
                    <a:pt x="2337" y="8673"/>
                    <a:pt x="1964" y="8108"/>
                    <a:pt x="1612" y="7617"/>
                  </a:cubicBezTo>
                  <a:cubicBezTo>
                    <a:pt x="1548" y="7521"/>
                    <a:pt x="1473" y="7414"/>
                    <a:pt x="1398" y="7318"/>
                  </a:cubicBezTo>
                  <a:cubicBezTo>
                    <a:pt x="1014" y="6817"/>
                    <a:pt x="652" y="6337"/>
                    <a:pt x="652" y="5612"/>
                  </a:cubicBezTo>
                  <a:cubicBezTo>
                    <a:pt x="652" y="5185"/>
                    <a:pt x="684" y="4758"/>
                    <a:pt x="694" y="4353"/>
                  </a:cubicBezTo>
                  <a:cubicBezTo>
                    <a:pt x="726" y="3947"/>
                    <a:pt x="737" y="3553"/>
                    <a:pt x="737" y="3147"/>
                  </a:cubicBezTo>
                  <a:cubicBezTo>
                    <a:pt x="737" y="2347"/>
                    <a:pt x="630" y="1697"/>
                    <a:pt x="406" y="1163"/>
                  </a:cubicBezTo>
                  <a:cubicBezTo>
                    <a:pt x="225" y="779"/>
                    <a:pt x="44" y="246"/>
                    <a:pt x="257" y="11"/>
                  </a:cubicBezTo>
                  <a:lnTo>
                    <a:pt x="22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8"/>
            <p:cNvSpPr/>
            <p:nvPr/>
          </p:nvSpPr>
          <p:spPr>
            <a:xfrm>
              <a:off x="5430082" y="1147551"/>
              <a:ext cx="440381" cy="3145925"/>
            </a:xfrm>
            <a:custGeom>
              <a:rect b="b" l="l" r="r" t="t"/>
              <a:pathLst>
                <a:path extrusionOk="0" h="37347" w="5228">
                  <a:moveTo>
                    <a:pt x="213" y="0"/>
                  </a:moveTo>
                  <a:lnTo>
                    <a:pt x="213" y="0"/>
                  </a:lnTo>
                  <a:cubicBezTo>
                    <a:pt x="0" y="213"/>
                    <a:pt x="128" y="640"/>
                    <a:pt x="331" y="1184"/>
                  </a:cubicBezTo>
                  <a:cubicBezTo>
                    <a:pt x="565" y="1846"/>
                    <a:pt x="587" y="2571"/>
                    <a:pt x="565" y="3318"/>
                  </a:cubicBezTo>
                  <a:cubicBezTo>
                    <a:pt x="565" y="3488"/>
                    <a:pt x="555" y="3659"/>
                    <a:pt x="555" y="3840"/>
                  </a:cubicBezTo>
                  <a:cubicBezTo>
                    <a:pt x="544" y="4448"/>
                    <a:pt x="512" y="5088"/>
                    <a:pt x="587" y="5718"/>
                  </a:cubicBezTo>
                  <a:cubicBezTo>
                    <a:pt x="640" y="6262"/>
                    <a:pt x="1035" y="6774"/>
                    <a:pt x="1387" y="7222"/>
                  </a:cubicBezTo>
                  <a:cubicBezTo>
                    <a:pt x="1525" y="7393"/>
                    <a:pt x="1653" y="7553"/>
                    <a:pt x="1760" y="7713"/>
                  </a:cubicBezTo>
                  <a:cubicBezTo>
                    <a:pt x="2112" y="8267"/>
                    <a:pt x="2475" y="8854"/>
                    <a:pt x="2571" y="9441"/>
                  </a:cubicBezTo>
                  <a:cubicBezTo>
                    <a:pt x="2646" y="9996"/>
                    <a:pt x="2528" y="10508"/>
                    <a:pt x="2411" y="11052"/>
                  </a:cubicBezTo>
                  <a:cubicBezTo>
                    <a:pt x="2368" y="11233"/>
                    <a:pt x="2326" y="11446"/>
                    <a:pt x="2294" y="11649"/>
                  </a:cubicBezTo>
                  <a:cubicBezTo>
                    <a:pt x="2240" y="11958"/>
                    <a:pt x="2368" y="12268"/>
                    <a:pt x="2678" y="12513"/>
                  </a:cubicBezTo>
                  <a:cubicBezTo>
                    <a:pt x="2944" y="12716"/>
                    <a:pt x="3232" y="12908"/>
                    <a:pt x="3531" y="13078"/>
                  </a:cubicBezTo>
                  <a:cubicBezTo>
                    <a:pt x="4064" y="13388"/>
                    <a:pt x="4598" y="13718"/>
                    <a:pt x="4928" y="14220"/>
                  </a:cubicBezTo>
                  <a:cubicBezTo>
                    <a:pt x="5174" y="14583"/>
                    <a:pt x="5067" y="15041"/>
                    <a:pt x="4971" y="15340"/>
                  </a:cubicBezTo>
                  <a:cubicBezTo>
                    <a:pt x="4822" y="15820"/>
                    <a:pt x="4619" y="16289"/>
                    <a:pt x="4427" y="16759"/>
                  </a:cubicBezTo>
                  <a:cubicBezTo>
                    <a:pt x="4235" y="17185"/>
                    <a:pt x="4054" y="17633"/>
                    <a:pt x="3904" y="18081"/>
                  </a:cubicBezTo>
                  <a:cubicBezTo>
                    <a:pt x="3851" y="18209"/>
                    <a:pt x="3808" y="18359"/>
                    <a:pt x="3755" y="18487"/>
                  </a:cubicBezTo>
                  <a:lnTo>
                    <a:pt x="3755" y="18508"/>
                  </a:lnTo>
                  <a:cubicBezTo>
                    <a:pt x="3382" y="19575"/>
                    <a:pt x="3371" y="20172"/>
                    <a:pt x="3712" y="21186"/>
                  </a:cubicBezTo>
                  <a:cubicBezTo>
                    <a:pt x="3744" y="21271"/>
                    <a:pt x="3744" y="21356"/>
                    <a:pt x="3755" y="21452"/>
                  </a:cubicBezTo>
                  <a:cubicBezTo>
                    <a:pt x="3798" y="21932"/>
                    <a:pt x="3488" y="22540"/>
                    <a:pt x="3222" y="23095"/>
                  </a:cubicBezTo>
                  <a:cubicBezTo>
                    <a:pt x="3072" y="23415"/>
                    <a:pt x="2934" y="23703"/>
                    <a:pt x="2848" y="23959"/>
                  </a:cubicBezTo>
                  <a:cubicBezTo>
                    <a:pt x="2571" y="24930"/>
                    <a:pt x="2528" y="26029"/>
                    <a:pt x="2486" y="27095"/>
                  </a:cubicBezTo>
                  <a:cubicBezTo>
                    <a:pt x="2486" y="27255"/>
                    <a:pt x="2475" y="27415"/>
                    <a:pt x="2475" y="27575"/>
                  </a:cubicBezTo>
                  <a:cubicBezTo>
                    <a:pt x="2464" y="27960"/>
                    <a:pt x="2475" y="28344"/>
                    <a:pt x="2507" y="28717"/>
                  </a:cubicBezTo>
                  <a:cubicBezTo>
                    <a:pt x="2528" y="29186"/>
                    <a:pt x="2560" y="29666"/>
                    <a:pt x="2518" y="30136"/>
                  </a:cubicBezTo>
                  <a:cubicBezTo>
                    <a:pt x="2454" y="30818"/>
                    <a:pt x="2006" y="31320"/>
                    <a:pt x="1579" y="31800"/>
                  </a:cubicBezTo>
                  <a:cubicBezTo>
                    <a:pt x="1088" y="32355"/>
                    <a:pt x="619" y="32877"/>
                    <a:pt x="704" y="33656"/>
                  </a:cubicBezTo>
                  <a:cubicBezTo>
                    <a:pt x="715" y="33773"/>
                    <a:pt x="725" y="33891"/>
                    <a:pt x="757" y="34019"/>
                  </a:cubicBezTo>
                  <a:cubicBezTo>
                    <a:pt x="960" y="35181"/>
                    <a:pt x="1397" y="36397"/>
                    <a:pt x="1952" y="37347"/>
                  </a:cubicBezTo>
                  <a:lnTo>
                    <a:pt x="2027" y="37304"/>
                  </a:lnTo>
                  <a:cubicBezTo>
                    <a:pt x="1461" y="36376"/>
                    <a:pt x="1024" y="35160"/>
                    <a:pt x="821" y="33987"/>
                  </a:cubicBezTo>
                  <a:cubicBezTo>
                    <a:pt x="800" y="33869"/>
                    <a:pt x="779" y="33752"/>
                    <a:pt x="768" y="33624"/>
                  </a:cubicBezTo>
                  <a:cubicBezTo>
                    <a:pt x="693" y="32867"/>
                    <a:pt x="1141" y="32344"/>
                    <a:pt x="1632" y="31800"/>
                  </a:cubicBezTo>
                  <a:cubicBezTo>
                    <a:pt x="2080" y="31320"/>
                    <a:pt x="2518" y="30818"/>
                    <a:pt x="2582" y="30114"/>
                  </a:cubicBezTo>
                  <a:cubicBezTo>
                    <a:pt x="2624" y="29634"/>
                    <a:pt x="2592" y="29154"/>
                    <a:pt x="2571" y="28696"/>
                  </a:cubicBezTo>
                  <a:cubicBezTo>
                    <a:pt x="2539" y="28322"/>
                    <a:pt x="2528" y="27928"/>
                    <a:pt x="2539" y="27554"/>
                  </a:cubicBezTo>
                  <a:cubicBezTo>
                    <a:pt x="2539" y="27394"/>
                    <a:pt x="2560" y="27234"/>
                    <a:pt x="2560" y="27074"/>
                  </a:cubicBezTo>
                  <a:cubicBezTo>
                    <a:pt x="2592" y="26029"/>
                    <a:pt x="2635" y="24919"/>
                    <a:pt x="2912" y="23959"/>
                  </a:cubicBezTo>
                  <a:cubicBezTo>
                    <a:pt x="2987" y="23703"/>
                    <a:pt x="3126" y="23415"/>
                    <a:pt x="3286" y="23106"/>
                  </a:cubicBezTo>
                  <a:cubicBezTo>
                    <a:pt x="3552" y="22572"/>
                    <a:pt x="3872" y="21943"/>
                    <a:pt x="3819" y="21452"/>
                  </a:cubicBezTo>
                  <a:cubicBezTo>
                    <a:pt x="3808" y="21356"/>
                    <a:pt x="3798" y="21271"/>
                    <a:pt x="3766" y="21186"/>
                  </a:cubicBezTo>
                  <a:cubicBezTo>
                    <a:pt x="3424" y="20183"/>
                    <a:pt x="3435" y="19586"/>
                    <a:pt x="3808" y="18529"/>
                  </a:cubicBezTo>
                  <a:lnTo>
                    <a:pt x="3808" y="18519"/>
                  </a:lnTo>
                  <a:cubicBezTo>
                    <a:pt x="3862" y="18380"/>
                    <a:pt x="3915" y="18241"/>
                    <a:pt x="3958" y="18103"/>
                  </a:cubicBezTo>
                  <a:cubicBezTo>
                    <a:pt x="4107" y="17655"/>
                    <a:pt x="4288" y="17207"/>
                    <a:pt x="4480" y="16780"/>
                  </a:cubicBezTo>
                  <a:cubicBezTo>
                    <a:pt x="4662" y="16321"/>
                    <a:pt x="4875" y="15852"/>
                    <a:pt x="5024" y="15372"/>
                  </a:cubicBezTo>
                  <a:cubicBezTo>
                    <a:pt x="5120" y="15063"/>
                    <a:pt x="5227" y="14593"/>
                    <a:pt x="4982" y="14220"/>
                  </a:cubicBezTo>
                  <a:cubicBezTo>
                    <a:pt x="4651" y="13718"/>
                    <a:pt x="4107" y="13388"/>
                    <a:pt x="3574" y="13068"/>
                  </a:cubicBezTo>
                  <a:cubicBezTo>
                    <a:pt x="3275" y="12886"/>
                    <a:pt x="2966" y="12716"/>
                    <a:pt x="2720" y="12502"/>
                  </a:cubicBezTo>
                  <a:cubicBezTo>
                    <a:pt x="2411" y="12268"/>
                    <a:pt x="2272" y="11969"/>
                    <a:pt x="2326" y="11660"/>
                  </a:cubicBezTo>
                  <a:cubicBezTo>
                    <a:pt x="2358" y="11468"/>
                    <a:pt x="2411" y="11265"/>
                    <a:pt x="2454" y="11062"/>
                  </a:cubicBezTo>
                  <a:cubicBezTo>
                    <a:pt x="2582" y="10518"/>
                    <a:pt x="2688" y="9996"/>
                    <a:pt x="2614" y="9441"/>
                  </a:cubicBezTo>
                  <a:cubicBezTo>
                    <a:pt x="2528" y="8854"/>
                    <a:pt x="2155" y="8267"/>
                    <a:pt x="1792" y="7702"/>
                  </a:cubicBezTo>
                  <a:cubicBezTo>
                    <a:pt x="1685" y="7542"/>
                    <a:pt x="1557" y="7382"/>
                    <a:pt x="1419" y="7211"/>
                  </a:cubicBezTo>
                  <a:cubicBezTo>
                    <a:pt x="1077" y="6763"/>
                    <a:pt x="672" y="6262"/>
                    <a:pt x="619" y="5718"/>
                  </a:cubicBezTo>
                  <a:cubicBezTo>
                    <a:pt x="555" y="5099"/>
                    <a:pt x="587" y="4459"/>
                    <a:pt x="597" y="3840"/>
                  </a:cubicBezTo>
                  <a:cubicBezTo>
                    <a:pt x="597" y="3670"/>
                    <a:pt x="608" y="3488"/>
                    <a:pt x="608" y="3318"/>
                  </a:cubicBezTo>
                  <a:cubicBezTo>
                    <a:pt x="619" y="2571"/>
                    <a:pt x="608" y="1835"/>
                    <a:pt x="373" y="1174"/>
                  </a:cubicBezTo>
                  <a:cubicBezTo>
                    <a:pt x="171" y="640"/>
                    <a:pt x="32" y="224"/>
                    <a:pt x="235" y="11"/>
                  </a:cubicBezTo>
                  <a:lnTo>
                    <a:pt x="21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8"/>
            <p:cNvSpPr/>
            <p:nvPr/>
          </p:nvSpPr>
          <p:spPr>
            <a:xfrm>
              <a:off x="5446256" y="1147551"/>
              <a:ext cx="461018" cy="3140534"/>
            </a:xfrm>
            <a:custGeom>
              <a:rect b="b" l="l" r="r" t="t"/>
              <a:pathLst>
                <a:path extrusionOk="0" h="37283" w="5473">
                  <a:moveTo>
                    <a:pt x="192" y="0"/>
                  </a:moveTo>
                  <a:cubicBezTo>
                    <a:pt x="0" y="181"/>
                    <a:pt x="96" y="491"/>
                    <a:pt x="213" y="928"/>
                  </a:cubicBezTo>
                  <a:lnTo>
                    <a:pt x="299" y="1206"/>
                  </a:lnTo>
                  <a:cubicBezTo>
                    <a:pt x="480" y="1931"/>
                    <a:pt x="459" y="2678"/>
                    <a:pt x="448" y="3414"/>
                  </a:cubicBezTo>
                  <a:lnTo>
                    <a:pt x="448" y="3488"/>
                  </a:lnTo>
                  <a:cubicBezTo>
                    <a:pt x="448" y="3595"/>
                    <a:pt x="427" y="3702"/>
                    <a:pt x="427" y="3808"/>
                  </a:cubicBezTo>
                  <a:cubicBezTo>
                    <a:pt x="405" y="4502"/>
                    <a:pt x="373" y="5206"/>
                    <a:pt x="587" y="5814"/>
                  </a:cubicBezTo>
                  <a:cubicBezTo>
                    <a:pt x="747" y="6273"/>
                    <a:pt x="1120" y="6742"/>
                    <a:pt x="1472" y="7201"/>
                  </a:cubicBezTo>
                  <a:cubicBezTo>
                    <a:pt x="1643" y="7425"/>
                    <a:pt x="1803" y="7638"/>
                    <a:pt x="1952" y="7851"/>
                  </a:cubicBezTo>
                  <a:cubicBezTo>
                    <a:pt x="2443" y="8587"/>
                    <a:pt x="2699" y="9153"/>
                    <a:pt x="2752" y="9654"/>
                  </a:cubicBezTo>
                  <a:cubicBezTo>
                    <a:pt x="2816" y="10134"/>
                    <a:pt x="2699" y="10561"/>
                    <a:pt x="2582" y="11020"/>
                  </a:cubicBezTo>
                  <a:cubicBezTo>
                    <a:pt x="2528" y="11265"/>
                    <a:pt x="2454" y="11500"/>
                    <a:pt x="2422" y="11756"/>
                  </a:cubicBezTo>
                  <a:cubicBezTo>
                    <a:pt x="2379" y="12012"/>
                    <a:pt x="2582" y="12289"/>
                    <a:pt x="2955" y="12545"/>
                  </a:cubicBezTo>
                  <a:cubicBezTo>
                    <a:pt x="3179" y="12694"/>
                    <a:pt x="3414" y="12822"/>
                    <a:pt x="3659" y="12961"/>
                  </a:cubicBezTo>
                  <a:cubicBezTo>
                    <a:pt x="4256" y="13302"/>
                    <a:pt x="4886" y="13654"/>
                    <a:pt x="5227" y="14220"/>
                  </a:cubicBezTo>
                  <a:cubicBezTo>
                    <a:pt x="5440" y="14572"/>
                    <a:pt x="5312" y="14999"/>
                    <a:pt x="5152" y="15361"/>
                  </a:cubicBezTo>
                  <a:cubicBezTo>
                    <a:pt x="4960" y="15756"/>
                    <a:pt x="4747" y="16161"/>
                    <a:pt x="4555" y="16545"/>
                  </a:cubicBezTo>
                  <a:cubicBezTo>
                    <a:pt x="4288" y="17047"/>
                    <a:pt x="4000" y="17569"/>
                    <a:pt x="3808" y="18113"/>
                  </a:cubicBezTo>
                  <a:cubicBezTo>
                    <a:pt x="3776" y="18188"/>
                    <a:pt x="3755" y="18263"/>
                    <a:pt x="3723" y="18327"/>
                  </a:cubicBezTo>
                  <a:cubicBezTo>
                    <a:pt x="3712" y="18401"/>
                    <a:pt x="3680" y="18465"/>
                    <a:pt x="3659" y="18529"/>
                  </a:cubicBezTo>
                  <a:cubicBezTo>
                    <a:pt x="3275" y="19596"/>
                    <a:pt x="3414" y="20130"/>
                    <a:pt x="3712" y="21079"/>
                  </a:cubicBezTo>
                  <a:lnTo>
                    <a:pt x="3755" y="21186"/>
                  </a:lnTo>
                  <a:cubicBezTo>
                    <a:pt x="3776" y="21271"/>
                    <a:pt x="3787" y="21346"/>
                    <a:pt x="3787" y="21452"/>
                  </a:cubicBezTo>
                  <a:cubicBezTo>
                    <a:pt x="3819" y="21943"/>
                    <a:pt x="3510" y="22530"/>
                    <a:pt x="3200" y="23095"/>
                  </a:cubicBezTo>
                  <a:cubicBezTo>
                    <a:pt x="3030" y="23426"/>
                    <a:pt x="2870" y="23735"/>
                    <a:pt x="2784" y="24002"/>
                  </a:cubicBezTo>
                  <a:cubicBezTo>
                    <a:pt x="2454" y="25047"/>
                    <a:pt x="2475" y="26317"/>
                    <a:pt x="2486" y="27437"/>
                  </a:cubicBezTo>
                  <a:lnTo>
                    <a:pt x="2486" y="27597"/>
                  </a:lnTo>
                  <a:cubicBezTo>
                    <a:pt x="2486" y="27949"/>
                    <a:pt x="2539" y="28301"/>
                    <a:pt x="2582" y="28653"/>
                  </a:cubicBezTo>
                  <a:cubicBezTo>
                    <a:pt x="2646" y="29122"/>
                    <a:pt x="2699" y="29602"/>
                    <a:pt x="2656" y="30082"/>
                  </a:cubicBezTo>
                  <a:cubicBezTo>
                    <a:pt x="2616" y="30527"/>
                    <a:pt x="2403" y="30884"/>
                    <a:pt x="2130" y="31207"/>
                  </a:cubicBezTo>
                  <a:lnTo>
                    <a:pt x="2130" y="31207"/>
                  </a:lnTo>
                  <a:cubicBezTo>
                    <a:pt x="2416" y="30877"/>
                    <a:pt x="2641" y="30508"/>
                    <a:pt x="2688" y="30040"/>
                  </a:cubicBezTo>
                  <a:cubicBezTo>
                    <a:pt x="2720" y="29570"/>
                    <a:pt x="2667" y="29080"/>
                    <a:pt x="2603" y="28610"/>
                  </a:cubicBezTo>
                  <a:cubicBezTo>
                    <a:pt x="2560" y="28269"/>
                    <a:pt x="2507" y="27906"/>
                    <a:pt x="2507" y="27565"/>
                  </a:cubicBezTo>
                  <a:lnTo>
                    <a:pt x="2507" y="27405"/>
                  </a:lnTo>
                  <a:cubicBezTo>
                    <a:pt x="2507" y="26295"/>
                    <a:pt x="2496" y="25026"/>
                    <a:pt x="2816" y="23970"/>
                  </a:cubicBezTo>
                  <a:cubicBezTo>
                    <a:pt x="2902" y="23714"/>
                    <a:pt x="3062" y="23394"/>
                    <a:pt x="3232" y="23074"/>
                  </a:cubicBezTo>
                  <a:cubicBezTo>
                    <a:pt x="3542" y="22508"/>
                    <a:pt x="3840" y="21922"/>
                    <a:pt x="3819" y="21420"/>
                  </a:cubicBezTo>
                  <a:cubicBezTo>
                    <a:pt x="3819" y="21314"/>
                    <a:pt x="3808" y="21228"/>
                    <a:pt x="3776" y="21143"/>
                  </a:cubicBezTo>
                  <a:lnTo>
                    <a:pt x="3734" y="21036"/>
                  </a:lnTo>
                  <a:cubicBezTo>
                    <a:pt x="3456" y="20108"/>
                    <a:pt x="3296" y="19586"/>
                    <a:pt x="3680" y="18519"/>
                  </a:cubicBezTo>
                  <a:cubicBezTo>
                    <a:pt x="3702" y="18455"/>
                    <a:pt x="3723" y="18380"/>
                    <a:pt x="3755" y="18316"/>
                  </a:cubicBezTo>
                  <a:cubicBezTo>
                    <a:pt x="3776" y="18252"/>
                    <a:pt x="3808" y="18167"/>
                    <a:pt x="3830" y="18103"/>
                  </a:cubicBezTo>
                  <a:cubicBezTo>
                    <a:pt x="4032" y="17559"/>
                    <a:pt x="4310" y="17036"/>
                    <a:pt x="4576" y="16535"/>
                  </a:cubicBezTo>
                  <a:cubicBezTo>
                    <a:pt x="4790" y="16140"/>
                    <a:pt x="5003" y="15745"/>
                    <a:pt x="5174" y="15340"/>
                  </a:cubicBezTo>
                  <a:cubicBezTo>
                    <a:pt x="5334" y="14967"/>
                    <a:pt x="5472" y="14540"/>
                    <a:pt x="5259" y="14188"/>
                  </a:cubicBezTo>
                  <a:cubicBezTo>
                    <a:pt x="4907" y="13612"/>
                    <a:pt x="4267" y="13249"/>
                    <a:pt x="3670" y="12918"/>
                  </a:cubicBezTo>
                  <a:cubicBezTo>
                    <a:pt x="3435" y="12780"/>
                    <a:pt x="3179" y="12652"/>
                    <a:pt x="2966" y="12502"/>
                  </a:cubicBezTo>
                  <a:cubicBezTo>
                    <a:pt x="2592" y="12246"/>
                    <a:pt x="2400" y="11980"/>
                    <a:pt x="2443" y="11745"/>
                  </a:cubicBezTo>
                  <a:cubicBezTo>
                    <a:pt x="2486" y="11489"/>
                    <a:pt x="2539" y="11254"/>
                    <a:pt x="2603" y="11009"/>
                  </a:cubicBezTo>
                  <a:cubicBezTo>
                    <a:pt x="2720" y="10540"/>
                    <a:pt x="2827" y="10102"/>
                    <a:pt x="2774" y="9622"/>
                  </a:cubicBezTo>
                  <a:cubicBezTo>
                    <a:pt x="2720" y="9131"/>
                    <a:pt x="2475" y="8555"/>
                    <a:pt x="1974" y="7819"/>
                  </a:cubicBezTo>
                  <a:cubicBezTo>
                    <a:pt x="1846" y="7606"/>
                    <a:pt x="1675" y="7393"/>
                    <a:pt x="1493" y="7169"/>
                  </a:cubicBezTo>
                  <a:cubicBezTo>
                    <a:pt x="1141" y="6721"/>
                    <a:pt x="779" y="6251"/>
                    <a:pt x="619" y="5782"/>
                  </a:cubicBezTo>
                  <a:cubicBezTo>
                    <a:pt x="405" y="5185"/>
                    <a:pt x="427" y="4480"/>
                    <a:pt x="459" y="3798"/>
                  </a:cubicBezTo>
                  <a:cubicBezTo>
                    <a:pt x="469" y="3691"/>
                    <a:pt x="469" y="3584"/>
                    <a:pt x="469" y="3478"/>
                  </a:cubicBezTo>
                  <a:lnTo>
                    <a:pt x="469" y="3403"/>
                  </a:lnTo>
                  <a:cubicBezTo>
                    <a:pt x="501" y="2678"/>
                    <a:pt x="512" y="1920"/>
                    <a:pt x="320" y="1195"/>
                  </a:cubicBezTo>
                  <a:cubicBezTo>
                    <a:pt x="299" y="1088"/>
                    <a:pt x="267" y="1014"/>
                    <a:pt x="245" y="918"/>
                  </a:cubicBezTo>
                  <a:cubicBezTo>
                    <a:pt x="128" y="491"/>
                    <a:pt x="43" y="181"/>
                    <a:pt x="213" y="11"/>
                  </a:cubicBezTo>
                  <a:lnTo>
                    <a:pt x="192" y="0"/>
                  </a:lnTo>
                  <a:close/>
                  <a:moveTo>
                    <a:pt x="2130" y="31207"/>
                  </a:moveTo>
                  <a:cubicBezTo>
                    <a:pt x="1966" y="31396"/>
                    <a:pt x="1783" y="31572"/>
                    <a:pt x="1600" y="31746"/>
                  </a:cubicBezTo>
                  <a:cubicBezTo>
                    <a:pt x="1281" y="32053"/>
                    <a:pt x="977" y="32348"/>
                    <a:pt x="795" y="32693"/>
                  </a:cubicBezTo>
                  <a:lnTo>
                    <a:pt x="795" y="32693"/>
                  </a:lnTo>
                  <a:cubicBezTo>
                    <a:pt x="983" y="32359"/>
                    <a:pt x="1283" y="32069"/>
                    <a:pt x="1589" y="31768"/>
                  </a:cubicBezTo>
                  <a:cubicBezTo>
                    <a:pt x="1775" y="31586"/>
                    <a:pt x="1964" y="31403"/>
                    <a:pt x="2130" y="31207"/>
                  </a:cubicBezTo>
                  <a:close/>
                  <a:moveTo>
                    <a:pt x="795" y="32693"/>
                  </a:moveTo>
                  <a:cubicBezTo>
                    <a:pt x="649" y="32951"/>
                    <a:pt x="571" y="33236"/>
                    <a:pt x="608" y="33571"/>
                  </a:cubicBezTo>
                  <a:cubicBezTo>
                    <a:pt x="619" y="33677"/>
                    <a:pt x="629" y="33784"/>
                    <a:pt x="661" y="33933"/>
                  </a:cubicBezTo>
                  <a:cubicBezTo>
                    <a:pt x="853" y="35053"/>
                    <a:pt x="1323" y="36269"/>
                    <a:pt x="1942" y="37283"/>
                  </a:cubicBezTo>
                  <a:lnTo>
                    <a:pt x="1952" y="37230"/>
                  </a:lnTo>
                  <a:cubicBezTo>
                    <a:pt x="1333" y="36216"/>
                    <a:pt x="875" y="35000"/>
                    <a:pt x="683" y="33880"/>
                  </a:cubicBezTo>
                  <a:cubicBezTo>
                    <a:pt x="661" y="33731"/>
                    <a:pt x="640" y="33624"/>
                    <a:pt x="629" y="33517"/>
                  </a:cubicBezTo>
                  <a:cubicBezTo>
                    <a:pt x="599" y="33204"/>
                    <a:pt x="666" y="32936"/>
                    <a:pt x="795" y="3269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8"/>
            <p:cNvSpPr/>
            <p:nvPr/>
          </p:nvSpPr>
          <p:spPr>
            <a:xfrm>
              <a:off x="5468663" y="1147551"/>
              <a:ext cx="476349" cy="3135142"/>
            </a:xfrm>
            <a:custGeom>
              <a:rect b="b" l="l" r="r" t="t"/>
              <a:pathLst>
                <a:path extrusionOk="0" h="37219" w="5655">
                  <a:moveTo>
                    <a:pt x="182" y="0"/>
                  </a:moveTo>
                  <a:cubicBezTo>
                    <a:pt x="1" y="171"/>
                    <a:pt x="75" y="437"/>
                    <a:pt x="150" y="811"/>
                  </a:cubicBezTo>
                  <a:cubicBezTo>
                    <a:pt x="182" y="939"/>
                    <a:pt x="214" y="1088"/>
                    <a:pt x="246" y="1248"/>
                  </a:cubicBezTo>
                  <a:cubicBezTo>
                    <a:pt x="363" y="1942"/>
                    <a:pt x="342" y="2646"/>
                    <a:pt x="321" y="3328"/>
                  </a:cubicBezTo>
                  <a:cubicBezTo>
                    <a:pt x="310" y="3446"/>
                    <a:pt x="310" y="3563"/>
                    <a:pt x="310" y="3670"/>
                  </a:cubicBezTo>
                  <a:lnTo>
                    <a:pt x="310" y="3702"/>
                  </a:lnTo>
                  <a:cubicBezTo>
                    <a:pt x="299" y="4416"/>
                    <a:pt x="267" y="5302"/>
                    <a:pt x="662" y="5835"/>
                  </a:cubicBezTo>
                  <a:cubicBezTo>
                    <a:pt x="822" y="6081"/>
                    <a:pt x="1003" y="6315"/>
                    <a:pt x="1206" y="6582"/>
                  </a:cubicBezTo>
                  <a:cubicBezTo>
                    <a:pt x="1537" y="7041"/>
                    <a:pt x="1889" y="7489"/>
                    <a:pt x="2177" y="7958"/>
                  </a:cubicBezTo>
                  <a:cubicBezTo>
                    <a:pt x="2486" y="8438"/>
                    <a:pt x="2913" y="9142"/>
                    <a:pt x="2966" y="9804"/>
                  </a:cubicBezTo>
                  <a:cubicBezTo>
                    <a:pt x="2988" y="10209"/>
                    <a:pt x="2870" y="10582"/>
                    <a:pt x="2764" y="10956"/>
                  </a:cubicBezTo>
                  <a:cubicBezTo>
                    <a:pt x="2689" y="11222"/>
                    <a:pt x="2604" y="11510"/>
                    <a:pt x="2582" y="11788"/>
                  </a:cubicBezTo>
                  <a:cubicBezTo>
                    <a:pt x="2561" y="11990"/>
                    <a:pt x="2806" y="12268"/>
                    <a:pt x="3233" y="12502"/>
                  </a:cubicBezTo>
                  <a:cubicBezTo>
                    <a:pt x="3404" y="12609"/>
                    <a:pt x="3574" y="12705"/>
                    <a:pt x="3766" y="12801"/>
                  </a:cubicBezTo>
                  <a:cubicBezTo>
                    <a:pt x="4428" y="13142"/>
                    <a:pt x="5142" y="13516"/>
                    <a:pt x="5473" y="14156"/>
                  </a:cubicBezTo>
                  <a:cubicBezTo>
                    <a:pt x="5622" y="14455"/>
                    <a:pt x="5569" y="14839"/>
                    <a:pt x="5313" y="15308"/>
                  </a:cubicBezTo>
                  <a:cubicBezTo>
                    <a:pt x="5121" y="15649"/>
                    <a:pt x="4908" y="15991"/>
                    <a:pt x="4694" y="16321"/>
                  </a:cubicBezTo>
                  <a:cubicBezTo>
                    <a:pt x="4342" y="16876"/>
                    <a:pt x="3969" y="17463"/>
                    <a:pt x="3713" y="18092"/>
                  </a:cubicBezTo>
                  <a:cubicBezTo>
                    <a:pt x="3660" y="18209"/>
                    <a:pt x="3617" y="18337"/>
                    <a:pt x="3574" y="18455"/>
                  </a:cubicBezTo>
                  <a:lnTo>
                    <a:pt x="3553" y="18519"/>
                  </a:lnTo>
                  <a:cubicBezTo>
                    <a:pt x="3222" y="19458"/>
                    <a:pt x="3372" y="19959"/>
                    <a:pt x="3585" y="20663"/>
                  </a:cubicBezTo>
                  <a:cubicBezTo>
                    <a:pt x="3628" y="20812"/>
                    <a:pt x="3681" y="20972"/>
                    <a:pt x="3734" y="21164"/>
                  </a:cubicBezTo>
                  <a:cubicBezTo>
                    <a:pt x="3756" y="21250"/>
                    <a:pt x="3766" y="21346"/>
                    <a:pt x="3766" y="21442"/>
                  </a:cubicBezTo>
                  <a:cubicBezTo>
                    <a:pt x="3777" y="21932"/>
                    <a:pt x="3436" y="22551"/>
                    <a:pt x="3126" y="23095"/>
                  </a:cubicBezTo>
                  <a:cubicBezTo>
                    <a:pt x="2924" y="23426"/>
                    <a:pt x="2742" y="23757"/>
                    <a:pt x="2657" y="24023"/>
                  </a:cubicBezTo>
                  <a:cubicBezTo>
                    <a:pt x="2294" y="25175"/>
                    <a:pt x="2348" y="26626"/>
                    <a:pt x="2433" y="27618"/>
                  </a:cubicBezTo>
                  <a:cubicBezTo>
                    <a:pt x="2454" y="27938"/>
                    <a:pt x="2529" y="28258"/>
                    <a:pt x="2593" y="28578"/>
                  </a:cubicBezTo>
                  <a:cubicBezTo>
                    <a:pt x="2689" y="29037"/>
                    <a:pt x="2796" y="29517"/>
                    <a:pt x="2753" y="30018"/>
                  </a:cubicBezTo>
                  <a:cubicBezTo>
                    <a:pt x="2689" y="30786"/>
                    <a:pt x="2102" y="31266"/>
                    <a:pt x="1537" y="31736"/>
                  </a:cubicBezTo>
                  <a:cubicBezTo>
                    <a:pt x="939" y="32226"/>
                    <a:pt x="374" y="32696"/>
                    <a:pt x="449" y="33485"/>
                  </a:cubicBezTo>
                  <a:cubicBezTo>
                    <a:pt x="459" y="33592"/>
                    <a:pt x="470" y="33699"/>
                    <a:pt x="502" y="33837"/>
                  </a:cubicBezTo>
                  <a:cubicBezTo>
                    <a:pt x="683" y="34915"/>
                    <a:pt x="1163" y="36152"/>
                    <a:pt x="1846" y="37219"/>
                  </a:cubicBezTo>
                  <a:lnTo>
                    <a:pt x="1910" y="37166"/>
                  </a:lnTo>
                  <a:cubicBezTo>
                    <a:pt x="1227" y="36099"/>
                    <a:pt x="747" y="34872"/>
                    <a:pt x="566" y="33805"/>
                  </a:cubicBezTo>
                  <a:cubicBezTo>
                    <a:pt x="534" y="33667"/>
                    <a:pt x="523" y="33549"/>
                    <a:pt x="513" y="33443"/>
                  </a:cubicBezTo>
                  <a:cubicBezTo>
                    <a:pt x="449" y="32653"/>
                    <a:pt x="1003" y="32205"/>
                    <a:pt x="1601" y="31704"/>
                  </a:cubicBezTo>
                  <a:cubicBezTo>
                    <a:pt x="2166" y="31234"/>
                    <a:pt x="2753" y="30754"/>
                    <a:pt x="2817" y="29976"/>
                  </a:cubicBezTo>
                  <a:cubicBezTo>
                    <a:pt x="2860" y="29485"/>
                    <a:pt x="2764" y="28984"/>
                    <a:pt x="2657" y="28514"/>
                  </a:cubicBezTo>
                  <a:cubicBezTo>
                    <a:pt x="2593" y="28194"/>
                    <a:pt x="2529" y="27874"/>
                    <a:pt x="2497" y="27554"/>
                  </a:cubicBezTo>
                  <a:cubicBezTo>
                    <a:pt x="2422" y="26573"/>
                    <a:pt x="2369" y="25133"/>
                    <a:pt x="2721" y="23981"/>
                  </a:cubicBezTo>
                  <a:cubicBezTo>
                    <a:pt x="2806" y="23714"/>
                    <a:pt x="2988" y="23405"/>
                    <a:pt x="3180" y="23052"/>
                  </a:cubicBezTo>
                  <a:cubicBezTo>
                    <a:pt x="3500" y="22476"/>
                    <a:pt x="3830" y="21879"/>
                    <a:pt x="3820" y="21388"/>
                  </a:cubicBezTo>
                  <a:cubicBezTo>
                    <a:pt x="3809" y="21292"/>
                    <a:pt x="3809" y="21196"/>
                    <a:pt x="3777" y="21100"/>
                  </a:cubicBezTo>
                  <a:cubicBezTo>
                    <a:pt x="3724" y="20930"/>
                    <a:pt x="3681" y="20770"/>
                    <a:pt x="3628" y="20610"/>
                  </a:cubicBezTo>
                  <a:cubicBezTo>
                    <a:pt x="3414" y="19916"/>
                    <a:pt x="3254" y="19415"/>
                    <a:pt x="3596" y="18497"/>
                  </a:cubicBezTo>
                  <a:lnTo>
                    <a:pt x="3617" y="18423"/>
                  </a:lnTo>
                  <a:cubicBezTo>
                    <a:pt x="3660" y="18316"/>
                    <a:pt x="3702" y="18199"/>
                    <a:pt x="3756" y="18081"/>
                  </a:cubicBezTo>
                  <a:cubicBezTo>
                    <a:pt x="4001" y="17452"/>
                    <a:pt x="4374" y="16876"/>
                    <a:pt x="4737" y="16321"/>
                  </a:cubicBezTo>
                  <a:cubicBezTo>
                    <a:pt x="4950" y="15980"/>
                    <a:pt x="5164" y="15649"/>
                    <a:pt x="5356" y="15308"/>
                  </a:cubicBezTo>
                  <a:cubicBezTo>
                    <a:pt x="5601" y="14828"/>
                    <a:pt x="5654" y="14423"/>
                    <a:pt x="5516" y="14134"/>
                  </a:cubicBezTo>
                  <a:cubicBezTo>
                    <a:pt x="5174" y="13473"/>
                    <a:pt x="4470" y="13121"/>
                    <a:pt x="3788" y="12758"/>
                  </a:cubicBezTo>
                  <a:cubicBezTo>
                    <a:pt x="3606" y="12652"/>
                    <a:pt x="3436" y="12556"/>
                    <a:pt x="3254" y="12460"/>
                  </a:cubicBezTo>
                  <a:cubicBezTo>
                    <a:pt x="2849" y="12236"/>
                    <a:pt x="2604" y="11969"/>
                    <a:pt x="2614" y="11766"/>
                  </a:cubicBezTo>
                  <a:cubicBezTo>
                    <a:pt x="2636" y="11489"/>
                    <a:pt x="2721" y="11212"/>
                    <a:pt x="2806" y="10945"/>
                  </a:cubicBezTo>
                  <a:cubicBezTo>
                    <a:pt x="2924" y="10572"/>
                    <a:pt x="3041" y="10188"/>
                    <a:pt x="3009" y="9782"/>
                  </a:cubicBezTo>
                  <a:cubicBezTo>
                    <a:pt x="2956" y="9121"/>
                    <a:pt x="2529" y="8417"/>
                    <a:pt x="2220" y="7937"/>
                  </a:cubicBezTo>
                  <a:cubicBezTo>
                    <a:pt x="1921" y="7467"/>
                    <a:pt x="1580" y="7009"/>
                    <a:pt x="1249" y="6561"/>
                  </a:cubicBezTo>
                  <a:cubicBezTo>
                    <a:pt x="1046" y="6294"/>
                    <a:pt x="875" y="6049"/>
                    <a:pt x="694" y="5814"/>
                  </a:cubicBezTo>
                  <a:cubicBezTo>
                    <a:pt x="310" y="5281"/>
                    <a:pt x="342" y="4395"/>
                    <a:pt x="353" y="3691"/>
                  </a:cubicBezTo>
                  <a:lnTo>
                    <a:pt x="353" y="3648"/>
                  </a:lnTo>
                  <a:cubicBezTo>
                    <a:pt x="363" y="3531"/>
                    <a:pt x="363" y="3424"/>
                    <a:pt x="363" y="3318"/>
                  </a:cubicBezTo>
                  <a:cubicBezTo>
                    <a:pt x="374" y="2635"/>
                    <a:pt x="406" y="1931"/>
                    <a:pt x="289" y="1238"/>
                  </a:cubicBezTo>
                  <a:cubicBezTo>
                    <a:pt x="257" y="1078"/>
                    <a:pt x="214" y="928"/>
                    <a:pt x="193" y="800"/>
                  </a:cubicBezTo>
                  <a:cubicBezTo>
                    <a:pt x="97" y="427"/>
                    <a:pt x="43" y="171"/>
                    <a:pt x="203" y="11"/>
                  </a:cubicBezTo>
                  <a:lnTo>
                    <a:pt x="1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8"/>
            <p:cNvSpPr/>
            <p:nvPr/>
          </p:nvSpPr>
          <p:spPr>
            <a:xfrm>
              <a:off x="5481298" y="1153785"/>
              <a:ext cx="495133" cy="3122676"/>
            </a:xfrm>
            <a:custGeom>
              <a:rect b="b" l="l" r="r" t="t"/>
              <a:pathLst>
                <a:path extrusionOk="0" h="37071" w="5878">
                  <a:moveTo>
                    <a:pt x="160" y="1"/>
                  </a:moveTo>
                  <a:cubicBezTo>
                    <a:pt x="0" y="182"/>
                    <a:pt x="43" y="417"/>
                    <a:pt x="107" y="780"/>
                  </a:cubicBezTo>
                  <a:cubicBezTo>
                    <a:pt x="139" y="940"/>
                    <a:pt x="160" y="1110"/>
                    <a:pt x="192" y="1313"/>
                  </a:cubicBezTo>
                  <a:cubicBezTo>
                    <a:pt x="245" y="1889"/>
                    <a:pt x="224" y="2454"/>
                    <a:pt x="213" y="3020"/>
                  </a:cubicBezTo>
                  <a:cubicBezTo>
                    <a:pt x="203" y="3286"/>
                    <a:pt x="203" y="3553"/>
                    <a:pt x="203" y="3820"/>
                  </a:cubicBezTo>
                  <a:cubicBezTo>
                    <a:pt x="203" y="4556"/>
                    <a:pt x="277" y="5313"/>
                    <a:pt x="789" y="5804"/>
                  </a:cubicBezTo>
                  <a:cubicBezTo>
                    <a:pt x="1387" y="6380"/>
                    <a:pt x="1824" y="7095"/>
                    <a:pt x="2272" y="7788"/>
                  </a:cubicBezTo>
                  <a:cubicBezTo>
                    <a:pt x="2336" y="7884"/>
                    <a:pt x="2390" y="7969"/>
                    <a:pt x="2443" y="8055"/>
                  </a:cubicBezTo>
                  <a:cubicBezTo>
                    <a:pt x="2784" y="8588"/>
                    <a:pt x="3179" y="9271"/>
                    <a:pt x="3211" y="9911"/>
                  </a:cubicBezTo>
                  <a:cubicBezTo>
                    <a:pt x="3243" y="10242"/>
                    <a:pt x="3126" y="10583"/>
                    <a:pt x="3019" y="10903"/>
                  </a:cubicBezTo>
                  <a:cubicBezTo>
                    <a:pt x="3009" y="10937"/>
                    <a:pt x="2998" y="10970"/>
                    <a:pt x="2988" y="11004"/>
                  </a:cubicBezTo>
                  <a:lnTo>
                    <a:pt x="2988" y="11004"/>
                  </a:lnTo>
                  <a:cubicBezTo>
                    <a:pt x="3002" y="10963"/>
                    <a:pt x="3016" y="10922"/>
                    <a:pt x="3030" y="10882"/>
                  </a:cubicBezTo>
                  <a:cubicBezTo>
                    <a:pt x="3136" y="10562"/>
                    <a:pt x="3254" y="10231"/>
                    <a:pt x="3232" y="9900"/>
                  </a:cubicBezTo>
                  <a:cubicBezTo>
                    <a:pt x="3190" y="9260"/>
                    <a:pt x="2784" y="8567"/>
                    <a:pt x="2454" y="8033"/>
                  </a:cubicBezTo>
                  <a:cubicBezTo>
                    <a:pt x="2390" y="7937"/>
                    <a:pt x="2336" y="7863"/>
                    <a:pt x="2283" y="7767"/>
                  </a:cubicBezTo>
                  <a:cubicBezTo>
                    <a:pt x="1856" y="7073"/>
                    <a:pt x="1398" y="6348"/>
                    <a:pt x="800" y="5783"/>
                  </a:cubicBezTo>
                  <a:cubicBezTo>
                    <a:pt x="309" y="5281"/>
                    <a:pt x="224" y="4534"/>
                    <a:pt x="224" y="3809"/>
                  </a:cubicBezTo>
                  <a:cubicBezTo>
                    <a:pt x="224" y="3542"/>
                    <a:pt x="245" y="3276"/>
                    <a:pt x="245" y="3009"/>
                  </a:cubicBezTo>
                  <a:cubicBezTo>
                    <a:pt x="256" y="2444"/>
                    <a:pt x="267" y="1868"/>
                    <a:pt x="213" y="1302"/>
                  </a:cubicBezTo>
                  <a:cubicBezTo>
                    <a:pt x="192" y="1100"/>
                    <a:pt x="160" y="929"/>
                    <a:pt x="139" y="769"/>
                  </a:cubicBezTo>
                  <a:cubicBezTo>
                    <a:pt x="85" y="406"/>
                    <a:pt x="43" y="182"/>
                    <a:pt x="192" y="22"/>
                  </a:cubicBezTo>
                  <a:lnTo>
                    <a:pt x="160" y="1"/>
                  </a:lnTo>
                  <a:close/>
                  <a:moveTo>
                    <a:pt x="2988" y="11004"/>
                  </a:moveTo>
                  <a:cubicBezTo>
                    <a:pt x="2957" y="11097"/>
                    <a:pt x="2928" y="11189"/>
                    <a:pt x="2904" y="11280"/>
                  </a:cubicBezTo>
                  <a:lnTo>
                    <a:pt x="2904" y="11280"/>
                  </a:lnTo>
                  <a:cubicBezTo>
                    <a:pt x="2929" y="11191"/>
                    <a:pt x="2959" y="11099"/>
                    <a:pt x="2988" y="11004"/>
                  </a:cubicBezTo>
                  <a:close/>
                  <a:moveTo>
                    <a:pt x="2904" y="11280"/>
                  </a:moveTo>
                  <a:lnTo>
                    <a:pt x="2904" y="11280"/>
                  </a:lnTo>
                  <a:cubicBezTo>
                    <a:pt x="2855" y="11453"/>
                    <a:pt x="2821" y="11619"/>
                    <a:pt x="2827" y="11788"/>
                  </a:cubicBezTo>
                  <a:cubicBezTo>
                    <a:pt x="2838" y="11980"/>
                    <a:pt x="3104" y="12215"/>
                    <a:pt x="3563" y="12460"/>
                  </a:cubicBezTo>
                  <a:cubicBezTo>
                    <a:pt x="3680" y="12514"/>
                    <a:pt x="3798" y="12567"/>
                    <a:pt x="3926" y="12631"/>
                  </a:cubicBezTo>
                  <a:cubicBezTo>
                    <a:pt x="4630" y="12983"/>
                    <a:pt x="5440" y="13378"/>
                    <a:pt x="5739" y="14082"/>
                  </a:cubicBezTo>
                  <a:cubicBezTo>
                    <a:pt x="5867" y="14402"/>
                    <a:pt x="5793" y="14818"/>
                    <a:pt x="5504" y="15234"/>
                  </a:cubicBezTo>
                  <a:cubicBezTo>
                    <a:pt x="5803" y="14818"/>
                    <a:pt x="5878" y="14391"/>
                    <a:pt x="5750" y="14060"/>
                  </a:cubicBezTo>
                  <a:cubicBezTo>
                    <a:pt x="5440" y="13335"/>
                    <a:pt x="4640" y="12940"/>
                    <a:pt x="3926" y="12588"/>
                  </a:cubicBezTo>
                  <a:cubicBezTo>
                    <a:pt x="3798" y="12535"/>
                    <a:pt x="3680" y="12471"/>
                    <a:pt x="3563" y="12418"/>
                  </a:cubicBezTo>
                  <a:cubicBezTo>
                    <a:pt x="3126" y="12194"/>
                    <a:pt x="2838" y="11938"/>
                    <a:pt x="2838" y="11767"/>
                  </a:cubicBezTo>
                  <a:cubicBezTo>
                    <a:pt x="2832" y="11611"/>
                    <a:pt x="2859" y="11448"/>
                    <a:pt x="2904" y="11280"/>
                  </a:cubicBezTo>
                  <a:close/>
                  <a:moveTo>
                    <a:pt x="5504" y="15234"/>
                  </a:moveTo>
                  <a:cubicBezTo>
                    <a:pt x="5344" y="15458"/>
                    <a:pt x="5174" y="15703"/>
                    <a:pt x="5014" y="15927"/>
                  </a:cubicBezTo>
                  <a:cubicBezTo>
                    <a:pt x="5174" y="15703"/>
                    <a:pt x="5344" y="15469"/>
                    <a:pt x="5504" y="15234"/>
                  </a:cubicBezTo>
                  <a:close/>
                  <a:moveTo>
                    <a:pt x="5013" y="15929"/>
                  </a:moveTo>
                  <a:cubicBezTo>
                    <a:pt x="4533" y="16590"/>
                    <a:pt x="4032" y="17272"/>
                    <a:pt x="3680" y="18029"/>
                  </a:cubicBezTo>
                  <a:cubicBezTo>
                    <a:pt x="4032" y="17283"/>
                    <a:pt x="4533" y="16590"/>
                    <a:pt x="5013" y="15929"/>
                  </a:cubicBezTo>
                  <a:close/>
                  <a:moveTo>
                    <a:pt x="3680" y="18029"/>
                  </a:moveTo>
                  <a:lnTo>
                    <a:pt x="3680" y="18029"/>
                  </a:lnTo>
                  <a:cubicBezTo>
                    <a:pt x="3627" y="18157"/>
                    <a:pt x="3574" y="18274"/>
                    <a:pt x="3531" y="18391"/>
                  </a:cubicBezTo>
                  <a:cubicBezTo>
                    <a:pt x="3584" y="18274"/>
                    <a:pt x="3627" y="18157"/>
                    <a:pt x="3680" y="18029"/>
                  </a:cubicBezTo>
                  <a:close/>
                  <a:moveTo>
                    <a:pt x="3510" y="18445"/>
                  </a:moveTo>
                  <a:lnTo>
                    <a:pt x="3510" y="18445"/>
                  </a:lnTo>
                  <a:cubicBezTo>
                    <a:pt x="3387" y="18766"/>
                    <a:pt x="3340" y="19040"/>
                    <a:pt x="3341" y="19293"/>
                  </a:cubicBezTo>
                  <a:lnTo>
                    <a:pt x="3341" y="19293"/>
                  </a:lnTo>
                  <a:cubicBezTo>
                    <a:pt x="3342" y="19042"/>
                    <a:pt x="3389" y="18768"/>
                    <a:pt x="3510" y="18445"/>
                  </a:cubicBezTo>
                  <a:close/>
                  <a:moveTo>
                    <a:pt x="3341" y="19293"/>
                  </a:moveTo>
                  <a:cubicBezTo>
                    <a:pt x="3340" y="19688"/>
                    <a:pt x="3454" y="20027"/>
                    <a:pt x="3584" y="20418"/>
                  </a:cubicBezTo>
                  <a:cubicBezTo>
                    <a:pt x="3659" y="20621"/>
                    <a:pt x="3723" y="20834"/>
                    <a:pt x="3787" y="21069"/>
                  </a:cubicBezTo>
                  <a:cubicBezTo>
                    <a:pt x="3819" y="21164"/>
                    <a:pt x="3819" y="21259"/>
                    <a:pt x="3819" y="21354"/>
                  </a:cubicBezTo>
                  <a:lnTo>
                    <a:pt x="3819" y="21354"/>
                  </a:lnTo>
                  <a:cubicBezTo>
                    <a:pt x="3819" y="21259"/>
                    <a:pt x="3819" y="21153"/>
                    <a:pt x="3787" y="21058"/>
                  </a:cubicBezTo>
                  <a:cubicBezTo>
                    <a:pt x="3723" y="20824"/>
                    <a:pt x="3659" y="20610"/>
                    <a:pt x="3584" y="20408"/>
                  </a:cubicBezTo>
                  <a:cubicBezTo>
                    <a:pt x="3455" y="20021"/>
                    <a:pt x="3342" y="19681"/>
                    <a:pt x="3341" y="19293"/>
                  </a:cubicBezTo>
                  <a:close/>
                  <a:moveTo>
                    <a:pt x="3819" y="21358"/>
                  </a:moveTo>
                  <a:lnTo>
                    <a:pt x="3819" y="21358"/>
                  </a:lnTo>
                  <a:cubicBezTo>
                    <a:pt x="3818" y="21849"/>
                    <a:pt x="3467" y="22435"/>
                    <a:pt x="3126" y="23010"/>
                  </a:cubicBezTo>
                  <a:cubicBezTo>
                    <a:pt x="2912" y="23352"/>
                    <a:pt x="2710" y="23693"/>
                    <a:pt x="2614" y="23981"/>
                  </a:cubicBezTo>
                  <a:cubicBezTo>
                    <a:pt x="2411" y="24601"/>
                    <a:pt x="2347" y="25305"/>
                    <a:pt x="2354" y="25979"/>
                  </a:cubicBezTo>
                  <a:lnTo>
                    <a:pt x="2354" y="25979"/>
                  </a:lnTo>
                  <a:cubicBezTo>
                    <a:pt x="2348" y="25325"/>
                    <a:pt x="2409" y="24616"/>
                    <a:pt x="2614" y="23992"/>
                  </a:cubicBezTo>
                  <a:cubicBezTo>
                    <a:pt x="2710" y="23715"/>
                    <a:pt x="2912" y="23384"/>
                    <a:pt x="3126" y="23021"/>
                  </a:cubicBezTo>
                  <a:cubicBezTo>
                    <a:pt x="3456" y="22446"/>
                    <a:pt x="3818" y="21859"/>
                    <a:pt x="3819" y="21358"/>
                  </a:cubicBezTo>
                  <a:close/>
                  <a:moveTo>
                    <a:pt x="2354" y="25979"/>
                  </a:moveTo>
                  <a:cubicBezTo>
                    <a:pt x="2360" y="26588"/>
                    <a:pt x="2424" y="27148"/>
                    <a:pt x="2486" y="27544"/>
                  </a:cubicBezTo>
                  <a:cubicBezTo>
                    <a:pt x="2417" y="27091"/>
                    <a:pt x="2360" y="26546"/>
                    <a:pt x="2354" y="25979"/>
                  </a:cubicBezTo>
                  <a:close/>
                  <a:moveTo>
                    <a:pt x="2710" y="28431"/>
                  </a:moveTo>
                  <a:lnTo>
                    <a:pt x="2710" y="28431"/>
                  </a:lnTo>
                  <a:cubicBezTo>
                    <a:pt x="2844" y="28843"/>
                    <a:pt x="2969" y="29271"/>
                    <a:pt x="2970" y="29717"/>
                  </a:cubicBezTo>
                  <a:lnTo>
                    <a:pt x="2970" y="29717"/>
                  </a:lnTo>
                  <a:cubicBezTo>
                    <a:pt x="2971" y="29269"/>
                    <a:pt x="2845" y="28846"/>
                    <a:pt x="2710" y="28431"/>
                  </a:cubicBezTo>
                  <a:close/>
                  <a:moveTo>
                    <a:pt x="2970" y="29717"/>
                  </a:moveTo>
                  <a:cubicBezTo>
                    <a:pt x="2970" y="29764"/>
                    <a:pt x="2969" y="29811"/>
                    <a:pt x="2966" y="29859"/>
                  </a:cubicBezTo>
                  <a:cubicBezTo>
                    <a:pt x="2891" y="30691"/>
                    <a:pt x="2240" y="31150"/>
                    <a:pt x="1611" y="31598"/>
                  </a:cubicBezTo>
                  <a:cubicBezTo>
                    <a:pt x="1237" y="31861"/>
                    <a:pt x="878" y="32121"/>
                    <a:pt x="649" y="32448"/>
                  </a:cubicBezTo>
                  <a:lnTo>
                    <a:pt x="649" y="32448"/>
                  </a:lnTo>
                  <a:cubicBezTo>
                    <a:pt x="881" y="32137"/>
                    <a:pt x="1236" y="31887"/>
                    <a:pt x="1600" y="31630"/>
                  </a:cubicBezTo>
                  <a:cubicBezTo>
                    <a:pt x="2240" y="31182"/>
                    <a:pt x="2891" y="30712"/>
                    <a:pt x="2966" y="29870"/>
                  </a:cubicBezTo>
                  <a:cubicBezTo>
                    <a:pt x="2969" y="29819"/>
                    <a:pt x="2970" y="29768"/>
                    <a:pt x="2970" y="29717"/>
                  </a:cubicBezTo>
                  <a:close/>
                  <a:moveTo>
                    <a:pt x="649" y="32448"/>
                  </a:moveTo>
                  <a:cubicBezTo>
                    <a:pt x="467" y="32692"/>
                    <a:pt x="361" y="32974"/>
                    <a:pt x="384" y="33326"/>
                  </a:cubicBezTo>
                  <a:cubicBezTo>
                    <a:pt x="405" y="33433"/>
                    <a:pt x="416" y="33550"/>
                    <a:pt x="427" y="33689"/>
                  </a:cubicBezTo>
                  <a:cubicBezTo>
                    <a:pt x="651" y="35118"/>
                    <a:pt x="1419" y="36409"/>
                    <a:pt x="1846" y="37060"/>
                  </a:cubicBezTo>
                  <a:lnTo>
                    <a:pt x="1856" y="37070"/>
                  </a:lnTo>
                  <a:cubicBezTo>
                    <a:pt x="1430" y="36419"/>
                    <a:pt x="672" y="35107"/>
                    <a:pt x="437" y="33689"/>
                  </a:cubicBezTo>
                  <a:cubicBezTo>
                    <a:pt x="416" y="33539"/>
                    <a:pt x="405" y="33433"/>
                    <a:pt x="405" y="33315"/>
                  </a:cubicBezTo>
                  <a:cubicBezTo>
                    <a:pt x="383" y="32970"/>
                    <a:pt x="480" y="32691"/>
                    <a:pt x="649" y="3244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8"/>
            <p:cNvSpPr/>
            <p:nvPr/>
          </p:nvSpPr>
          <p:spPr>
            <a:xfrm>
              <a:off x="5502863" y="1156481"/>
              <a:ext cx="508611" cy="3114589"/>
            </a:xfrm>
            <a:custGeom>
              <a:rect b="b" l="l" r="r" t="t"/>
              <a:pathLst>
                <a:path extrusionOk="0" h="36975" w="6038">
                  <a:moveTo>
                    <a:pt x="171" y="1"/>
                  </a:moveTo>
                  <a:cubicBezTo>
                    <a:pt x="0" y="171"/>
                    <a:pt x="43" y="395"/>
                    <a:pt x="75" y="758"/>
                  </a:cubicBezTo>
                  <a:cubicBezTo>
                    <a:pt x="96" y="929"/>
                    <a:pt x="117" y="1121"/>
                    <a:pt x="128" y="1345"/>
                  </a:cubicBezTo>
                  <a:cubicBezTo>
                    <a:pt x="149" y="1772"/>
                    <a:pt x="128" y="2209"/>
                    <a:pt x="117" y="2636"/>
                  </a:cubicBezTo>
                  <a:cubicBezTo>
                    <a:pt x="107" y="3062"/>
                    <a:pt x="96" y="3500"/>
                    <a:pt x="107" y="3926"/>
                  </a:cubicBezTo>
                  <a:cubicBezTo>
                    <a:pt x="149" y="4673"/>
                    <a:pt x="469" y="5356"/>
                    <a:pt x="971" y="5761"/>
                  </a:cubicBezTo>
                  <a:cubicBezTo>
                    <a:pt x="1558" y="6209"/>
                    <a:pt x="2016" y="6956"/>
                    <a:pt x="2454" y="7692"/>
                  </a:cubicBezTo>
                  <a:cubicBezTo>
                    <a:pt x="2528" y="7841"/>
                    <a:pt x="2624" y="7980"/>
                    <a:pt x="2710" y="8119"/>
                  </a:cubicBezTo>
                  <a:cubicBezTo>
                    <a:pt x="3062" y="8695"/>
                    <a:pt x="3435" y="9367"/>
                    <a:pt x="3456" y="9954"/>
                  </a:cubicBezTo>
                  <a:cubicBezTo>
                    <a:pt x="3467" y="10220"/>
                    <a:pt x="3360" y="10530"/>
                    <a:pt x="3264" y="10828"/>
                  </a:cubicBezTo>
                  <a:cubicBezTo>
                    <a:pt x="3158" y="11148"/>
                    <a:pt x="3051" y="11468"/>
                    <a:pt x="3083" y="11735"/>
                  </a:cubicBezTo>
                  <a:cubicBezTo>
                    <a:pt x="3094" y="11959"/>
                    <a:pt x="3584" y="12226"/>
                    <a:pt x="3862" y="12354"/>
                  </a:cubicBezTo>
                  <a:cubicBezTo>
                    <a:pt x="3915" y="12386"/>
                    <a:pt x="3968" y="12407"/>
                    <a:pt x="4043" y="12439"/>
                  </a:cubicBezTo>
                  <a:cubicBezTo>
                    <a:pt x="4758" y="12780"/>
                    <a:pt x="5675" y="13207"/>
                    <a:pt x="5921" y="13996"/>
                  </a:cubicBezTo>
                  <a:cubicBezTo>
                    <a:pt x="6017" y="14327"/>
                    <a:pt x="5921" y="14733"/>
                    <a:pt x="5622" y="15149"/>
                  </a:cubicBezTo>
                  <a:cubicBezTo>
                    <a:pt x="5398" y="15469"/>
                    <a:pt x="5142" y="15789"/>
                    <a:pt x="4896" y="16098"/>
                  </a:cubicBezTo>
                  <a:cubicBezTo>
                    <a:pt x="4416" y="16663"/>
                    <a:pt x="3936" y="17271"/>
                    <a:pt x="3616" y="17965"/>
                  </a:cubicBezTo>
                  <a:cubicBezTo>
                    <a:pt x="3542" y="18125"/>
                    <a:pt x="3478" y="18263"/>
                    <a:pt x="3435" y="18391"/>
                  </a:cubicBezTo>
                  <a:cubicBezTo>
                    <a:pt x="3158" y="19128"/>
                    <a:pt x="3360" y="19693"/>
                    <a:pt x="3563" y="20280"/>
                  </a:cubicBezTo>
                  <a:cubicBezTo>
                    <a:pt x="3638" y="20525"/>
                    <a:pt x="3723" y="20749"/>
                    <a:pt x="3787" y="21016"/>
                  </a:cubicBezTo>
                  <a:cubicBezTo>
                    <a:pt x="3808" y="21112"/>
                    <a:pt x="3808" y="21208"/>
                    <a:pt x="3808" y="21293"/>
                  </a:cubicBezTo>
                  <a:cubicBezTo>
                    <a:pt x="3798" y="21784"/>
                    <a:pt x="3424" y="22370"/>
                    <a:pt x="3062" y="22946"/>
                  </a:cubicBezTo>
                  <a:cubicBezTo>
                    <a:pt x="2827" y="23309"/>
                    <a:pt x="2614" y="23661"/>
                    <a:pt x="2507" y="23960"/>
                  </a:cubicBezTo>
                  <a:cubicBezTo>
                    <a:pt x="2176" y="24931"/>
                    <a:pt x="2155" y="26307"/>
                    <a:pt x="2464" y="27480"/>
                  </a:cubicBezTo>
                  <a:cubicBezTo>
                    <a:pt x="2528" y="27758"/>
                    <a:pt x="2635" y="28014"/>
                    <a:pt x="2742" y="28270"/>
                  </a:cubicBezTo>
                  <a:cubicBezTo>
                    <a:pt x="2944" y="28750"/>
                    <a:pt x="3136" y="29198"/>
                    <a:pt x="3094" y="29742"/>
                  </a:cubicBezTo>
                  <a:cubicBezTo>
                    <a:pt x="3030" y="30638"/>
                    <a:pt x="2294" y="31075"/>
                    <a:pt x="1600" y="31512"/>
                  </a:cubicBezTo>
                  <a:cubicBezTo>
                    <a:pt x="875" y="31939"/>
                    <a:pt x="213" y="32345"/>
                    <a:pt x="256" y="33187"/>
                  </a:cubicBezTo>
                  <a:cubicBezTo>
                    <a:pt x="256" y="33305"/>
                    <a:pt x="267" y="33433"/>
                    <a:pt x="288" y="33561"/>
                  </a:cubicBezTo>
                  <a:cubicBezTo>
                    <a:pt x="469" y="34627"/>
                    <a:pt x="1003" y="35865"/>
                    <a:pt x="1771" y="36974"/>
                  </a:cubicBezTo>
                  <a:lnTo>
                    <a:pt x="1803" y="36964"/>
                  </a:lnTo>
                  <a:cubicBezTo>
                    <a:pt x="1024" y="35854"/>
                    <a:pt x="491" y="34617"/>
                    <a:pt x="320" y="33561"/>
                  </a:cubicBezTo>
                  <a:cubicBezTo>
                    <a:pt x="288" y="33433"/>
                    <a:pt x="277" y="33305"/>
                    <a:pt x="277" y="33187"/>
                  </a:cubicBezTo>
                  <a:cubicBezTo>
                    <a:pt x="256" y="32377"/>
                    <a:pt x="907" y="31960"/>
                    <a:pt x="1611" y="31534"/>
                  </a:cubicBezTo>
                  <a:cubicBezTo>
                    <a:pt x="2315" y="31096"/>
                    <a:pt x="3051" y="30659"/>
                    <a:pt x="3115" y="29752"/>
                  </a:cubicBezTo>
                  <a:cubicBezTo>
                    <a:pt x="3158" y="29198"/>
                    <a:pt x="2976" y="28739"/>
                    <a:pt x="2774" y="28259"/>
                  </a:cubicBezTo>
                  <a:cubicBezTo>
                    <a:pt x="2667" y="28014"/>
                    <a:pt x="2560" y="27747"/>
                    <a:pt x="2496" y="27480"/>
                  </a:cubicBezTo>
                  <a:cubicBezTo>
                    <a:pt x="2187" y="26307"/>
                    <a:pt x="2198" y="24931"/>
                    <a:pt x="2528" y="23971"/>
                  </a:cubicBezTo>
                  <a:cubicBezTo>
                    <a:pt x="2635" y="23683"/>
                    <a:pt x="2870" y="23331"/>
                    <a:pt x="3094" y="22957"/>
                  </a:cubicBezTo>
                  <a:cubicBezTo>
                    <a:pt x="3456" y="22392"/>
                    <a:pt x="3830" y="21805"/>
                    <a:pt x="3840" y="21293"/>
                  </a:cubicBezTo>
                  <a:cubicBezTo>
                    <a:pt x="3840" y="21218"/>
                    <a:pt x="3840" y="21090"/>
                    <a:pt x="3808" y="21005"/>
                  </a:cubicBezTo>
                  <a:cubicBezTo>
                    <a:pt x="3744" y="20738"/>
                    <a:pt x="3670" y="20493"/>
                    <a:pt x="3584" y="20269"/>
                  </a:cubicBezTo>
                  <a:cubicBezTo>
                    <a:pt x="3371" y="19650"/>
                    <a:pt x="3190" y="19138"/>
                    <a:pt x="3467" y="18391"/>
                  </a:cubicBezTo>
                  <a:cubicBezTo>
                    <a:pt x="3510" y="18285"/>
                    <a:pt x="3574" y="18125"/>
                    <a:pt x="3638" y="17975"/>
                  </a:cubicBezTo>
                  <a:cubicBezTo>
                    <a:pt x="3958" y="17282"/>
                    <a:pt x="4438" y="16685"/>
                    <a:pt x="4907" y="16109"/>
                  </a:cubicBezTo>
                  <a:cubicBezTo>
                    <a:pt x="5163" y="15799"/>
                    <a:pt x="5408" y="15479"/>
                    <a:pt x="5643" y="15159"/>
                  </a:cubicBezTo>
                  <a:cubicBezTo>
                    <a:pt x="5931" y="14743"/>
                    <a:pt x="6038" y="14317"/>
                    <a:pt x="5931" y="13986"/>
                  </a:cubicBezTo>
                  <a:cubicBezTo>
                    <a:pt x="5697" y="13186"/>
                    <a:pt x="4768" y="12759"/>
                    <a:pt x="4043" y="12418"/>
                  </a:cubicBezTo>
                  <a:cubicBezTo>
                    <a:pt x="3990" y="12386"/>
                    <a:pt x="3915" y="12364"/>
                    <a:pt x="3862" y="12332"/>
                  </a:cubicBezTo>
                  <a:cubicBezTo>
                    <a:pt x="3382" y="12108"/>
                    <a:pt x="3104" y="11874"/>
                    <a:pt x="3094" y="11724"/>
                  </a:cubicBezTo>
                  <a:cubicBezTo>
                    <a:pt x="3062" y="11458"/>
                    <a:pt x="3168" y="11148"/>
                    <a:pt x="3275" y="10828"/>
                  </a:cubicBezTo>
                  <a:cubicBezTo>
                    <a:pt x="3382" y="10530"/>
                    <a:pt x="3478" y="10231"/>
                    <a:pt x="3478" y="9964"/>
                  </a:cubicBezTo>
                  <a:cubicBezTo>
                    <a:pt x="3467" y="9377"/>
                    <a:pt x="3094" y="8695"/>
                    <a:pt x="2731" y="8108"/>
                  </a:cubicBezTo>
                  <a:cubicBezTo>
                    <a:pt x="2656" y="7959"/>
                    <a:pt x="2571" y="7831"/>
                    <a:pt x="2475" y="7681"/>
                  </a:cubicBezTo>
                  <a:cubicBezTo>
                    <a:pt x="2038" y="6945"/>
                    <a:pt x="1590" y="6188"/>
                    <a:pt x="1003" y="5729"/>
                  </a:cubicBezTo>
                  <a:cubicBezTo>
                    <a:pt x="491" y="5345"/>
                    <a:pt x="171" y="4662"/>
                    <a:pt x="149" y="3937"/>
                  </a:cubicBezTo>
                  <a:cubicBezTo>
                    <a:pt x="128" y="3510"/>
                    <a:pt x="149" y="3062"/>
                    <a:pt x="160" y="2636"/>
                  </a:cubicBezTo>
                  <a:cubicBezTo>
                    <a:pt x="171" y="2209"/>
                    <a:pt x="181" y="1772"/>
                    <a:pt x="171" y="1345"/>
                  </a:cubicBezTo>
                  <a:cubicBezTo>
                    <a:pt x="160" y="1121"/>
                    <a:pt x="149" y="929"/>
                    <a:pt x="117" y="758"/>
                  </a:cubicBezTo>
                  <a:cubicBezTo>
                    <a:pt x="75" y="395"/>
                    <a:pt x="43" y="171"/>
                    <a:pt x="203" y="11"/>
                  </a:cubicBezTo>
                  <a:lnTo>
                    <a:pt x="17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8"/>
            <p:cNvSpPr/>
            <p:nvPr/>
          </p:nvSpPr>
          <p:spPr>
            <a:xfrm>
              <a:off x="5518109" y="1161029"/>
              <a:ext cx="525711" cy="3104649"/>
            </a:xfrm>
            <a:custGeom>
              <a:rect b="b" l="l" r="r" t="t"/>
              <a:pathLst>
                <a:path extrusionOk="0" h="36857" w="6241">
                  <a:moveTo>
                    <a:pt x="182" y="0"/>
                  </a:moveTo>
                  <a:cubicBezTo>
                    <a:pt x="0" y="171"/>
                    <a:pt x="32" y="416"/>
                    <a:pt x="54" y="790"/>
                  </a:cubicBezTo>
                  <a:cubicBezTo>
                    <a:pt x="75" y="960"/>
                    <a:pt x="86" y="1163"/>
                    <a:pt x="86" y="1398"/>
                  </a:cubicBezTo>
                  <a:cubicBezTo>
                    <a:pt x="86" y="1707"/>
                    <a:pt x="75" y="2027"/>
                    <a:pt x="54" y="2336"/>
                  </a:cubicBezTo>
                  <a:cubicBezTo>
                    <a:pt x="32" y="2902"/>
                    <a:pt x="0" y="3488"/>
                    <a:pt x="54" y="4054"/>
                  </a:cubicBezTo>
                  <a:cubicBezTo>
                    <a:pt x="139" y="4811"/>
                    <a:pt x="587" y="5217"/>
                    <a:pt x="1110" y="5665"/>
                  </a:cubicBezTo>
                  <a:lnTo>
                    <a:pt x="1206" y="5750"/>
                  </a:lnTo>
                  <a:cubicBezTo>
                    <a:pt x="1921" y="6390"/>
                    <a:pt x="2443" y="7254"/>
                    <a:pt x="2966" y="8107"/>
                  </a:cubicBezTo>
                  <a:lnTo>
                    <a:pt x="3009" y="8171"/>
                  </a:lnTo>
                  <a:cubicBezTo>
                    <a:pt x="3382" y="8769"/>
                    <a:pt x="3723" y="9409"/>
                    <a:pt x="3723" y="9974"/>
                  </a:cubicBezTo>
                  <a:cubicBezTo>
                    <a:pt x="3723" y="10156"/>
                    <a:pt x="3649" y="10422"/>
                    <a:pt x="3563" y="10710"/>
                  </a:cubicBezTo>
                  <a:cubicBezTo>
                    <a:pt x="3467" y="11052"/>
                    <a:pt x="3361" y="11414"/>
                    <a:pt x="3403" y="11649"/>
                  </a:cubicBezTo>
                  <a:cubicBezTo>
                    <a:pt x="3435" y="11809"/>
                    <a:pt x="3713" y="12012"/>
                    <a:pt x="4235" y="12257"/>
                  </a:cubicBezTo>
                  <a:cubicBezTo>
                    <a:pt x="4961" y="12588"/>
                    <a:pt x="5964" y="13036"/>
                    <a:pt x="6134" y="13921"/>
                  </a:cubicBezTo>
                  <a:cubicBezTo>
                    <a:pt x="6188" y="14231"/>
                    <a:pt x="6081" y="14604"/>
                    <a:pt x="5793" y="15063"/>
                  </a:cubicBezTo>
                  <a:cubicBezTo>
                    <a:pt x="5505" y="15511"/>
                    <a:pt x="5163" y="15905"/>
                    <a:pt x="4833" y="16289"/>
                  </a:cubicBezTo>
                  <a:cubicBezTo>
                    <a:pt x="4406" y="16791"/>
                    <a:pt x="3958" y="17292"/>
                    <a:pt x="3670" y="17879"/>
                  </a:cubicBezTo>
                  <a:cubicBezTo>
                    <a:pt x="3606" y="18028"/>
                    <a:pt x="3531" y="18177"/>
                    <a:pt x="3499" y="18295"/>
                  </a:cubicBezTo>
                  <a:cubicBezTo>
                    <a:pt x="3233" y="18999"/>
                    <a:pt x="3425" y="19564"/>
                    <a:pt x="3638" y="20151"/>
                  </a:cubicBezTo>
                  <a:cubicBezTo>
                    <a:pt x="3734" y="20396"/>
                    <a:pt x="3830" y="20652"/>
                    <a:pt x="3883" y="20919"/>
                  </a:cubicBezTo>
                  <a:cubicBezTo>
                    <a:pt x="3894" y="21004"/>
                    <a:pt x="3894" y="21090"/>
                    <a:pt x="3894" y="21218"/>
                  </a:cubicBezTo>
                  <a:cubicBezTo>
                    <a:pt x="3873" y="21719"/>
                    <a:pt x="3467" y="22306"/>
                    <a:pt x="3094" y="22882"/>
                  </a:cubicBezTo>
                  <a:cubicBezTo>
                    <a:pt x="2827" y="23255"/>
                    <a:pt x="2593" y="23629"/>
                    <a:pt x="2486" y="23938"/>
                  </a:cubicBezTo>
                  <a:cubicBezTo>
                    <a:pt x="2113" y="24973"/>
                    <a:pt x="2134" y="26423"/>
                    <a:pt x="2550" y="27405"/>
                  </a:cubicBezTo>
                  <a:cubicBezTo>
                    <a:pt x="2646" y="27618"/>
                    <a:pt x="2753" y="27810"/>
                    <a:pt x="2838" y="28002"/>
                  </a:cubicBezTo>
                  <a:cubicBezTo>
                    <a:pt x="3105" y="28525"/>
                    <a:pt x="3361" y="29005"/>
                    <a:pt x="3307" y="29613"/>
                  </a:cubicBezTo>
                  <a:cubicBezTo>
                    <a:pt x="3233" y="30562"/>
                    <a:pt x="2433" y="30989"/>
                    <a:pt x="1654" y="31416"/>
                  </a:cubicBezTo>
                  <a:cubicBezTo>
                    <a:pt x="896" y="31821"/>
                    <a:pt x="171" y="32216"/>
                    <a:pt x="203" y="33059"/>
                  </a:cubicBezTo>
                  <a:cubicBezTo>
                    <a:pt x="203" y="33187"/>
                    <a:pt x="214" y="33304"/>
                    <a:pt x="235" y="33421"/>
                  </a:cubicBezTo>
                  <a:cubicBezTo>
                    <a:pt x="374" y="34467"/>
                    <a:pt x="939" y="35725"/>
                    <a:pt x="1761" y="36856"/>
                  </a:cubicBezTo>
                  <a:lnTo>
                    <a:pt x="1835" y="36846"/>
                  </a:lnTo>
                  <a:cubicBezTo>
                    <a:pt x="1014" y="35704"/>
                    <a:pt x="459" y="34467"/>
                    <a:pt x="299" y="33432"/>
                  </a:cubicBezTo>
                  <a:cubicBezTo>
                    <a:pt x="288" y="33304"/>
                    <a:pt x="267" y="33187"/>
                    <a:pt x="267" y="33059"/>
                  </a:cubicBezTo>
                  <a:cubicBezTo>
                    <a:pt x="256" y="32237"/>
                    <a:pt x="961" y="31853"/>
                    <a:pt x="1707" y="31437"/>
                  </a:cubicBezTo>
                  <a:cubicBezTo>
                    <a:pt x="2497" y="31010"/>
                    <a:pt x="3297" y="30573"/>
                    <a:pt x="3371" y="29613"/>
                  </a:cubicBezTo>
                  <a:cubicBezTo>
                    <a:pt x="3414" y="29005"/>
                    <a:pt x="3158" y="28504"/>
                    <a:pt x="2891" y="27992"/>
                  </a:cubicBezTo>
                  <a:cubicBezTo>
                    <a:pt x="2785" y="27800"/>
                    <a:pt x="2678" y="27597"/>
                    <a:pt x="2603" y="27405"/>
                  </a:cubicBezTo>
                  <a:cubicBezTo>
                    <a:pt x="2198" y="26445"/>
                    <a:pt x="2166" y="24983"/>
                    <a:pt x="2539" y="23959"/>
                  </a:cubicBezTo>
                  <a:cubicBezTo>
                    <a:pt x="2646" y="23650"/>
                    <a:pt x="2881" y="23298"/>
                    <a:pt x="3137" y="22903"/>
                  </a:cubicBezTo>
                  <a:cubicBezTo>
                    <a:pt x="3510" y="22338"/>
                    <a:pt x="3905" y="21730"/>
                    <a:pt x="3937" y="21228"/>
                  </a:cubicBezTo>
                  <a:cubicBezTo>
                    <a:pt x="3947" y="21111"/>
                    <a:pt x="3937" y="21015"/>
                    <a:pt x="3926" y="20930"/>
                  </a:cubicBezTo>
                  <a:cubicBezTo>
                    <a:pt x="3851" y="20663"/>
                    <a:pt x="3777" y="20396"/>
                    <a:pt x="3681" y="20162"/>
                  </a:cubicBezTo>
                  <a:cubicBezTo>
                    <a:pt x="3467" y="19575"/>
                    <a:pt x="3265" y="19031"/>
                    <a:pt x="3531" y="18337"/>
                  </a:cubicBezTo>
                  <a:cubicBezTo>
                    <a:pt x="3574" y="18231"/>
                    <a:pt x="3627" y="18071"/>
                    <a:pt x="3713" y="17921"/>
                  </a:cubicBezTo>
                  <a:cubicBezTo>
                    <a:pt x="4001" y="17324"/>
                    <a:pt x="4438" y="16823"/>
                    <a:pt x="4865" y="16332"/>
                  </a:cubicBezTo>
                  <a:cubicBezTo>
                    <a:pt x="5206" y="15948"/>
                    <a:pt x="5558" y="15543"/>
                    <a:pt x="5825" y="15105"/>
                  </a:cubicBezTo>
                  <a:cubicBezTo>
                    <a:pt x="6124" y="14625"/>
                    <a:pt x="6241" y="14263"/>
                    <a:pt x="6177" y="13942"/>
                  </a:cubicBezTo>
                  <a:cubicBezTo>
                    <a:pt x="6006" y="13057"/>
                    <a:pt x="4993" y="12588"/>
                    <a:pt x="4257" y="12257"/>
                  </a:cubicBezTo>
                  <a:cubicBezTo>
                    <a:pt x="3745" y="12012"/>
                    <a:pt x="3467" y="11809"/>
                    <a:pt x="3446" y="11670"/>
                  </a:cubicBezTo>
                  <a:cubicBezTo>
                    <a:pt x="3393" y="11425"/>
                    <a:pt x="3499" y="11062"/>
                    <a:pt x="3606" y="10732"/>
                  </a:cubicBezTo>
                  <a:cubicBezTo>
                    <a:pt x="3681" y="10454"/>
                    <a:pt x="3766" y="10188"/>
                    <a:pt x="3766" y="9985"/>
                  </a:cubicBezTo>
                  <a:cubicBezTo>
                    <a:pt x="3766" y="9430"/>
                    <a:pt x="3414" y="8769"/>
                    <a:pt x="3041" y="8161"/>
                  </a:cubicBezTo>
                  <a:lnTo>
                    <a:pt x="3009" y="8097"/>
                  </a:lnTo>
                  <a:cubicBezTo>
                    <a:pt x="2486" y="7243"/>
                    <a:pt x="1953" y="6369"/>
                    <a:pt x="1227" y="5729"/>
                  </a:cubicBezTo>
                  <a:lnTo>
                    <a:pt x="1142" y="5654"/>
                  </a:lnTo>
                  <a:cubicBezTo>
                    <a:pt x="619" y="5195"/>
                    <a:pt x="182" y="4800"/>
                    <a:pt x="96" y="4054"/>
                  </a:cubicBezTo>
                  <a:cubicBezTo>
                    <a:pt x="43" y="3488"/>
                    <a:pt x="75" y="2902"/>
                    <a:pt x="96" y="2347"/>
                  </a:cubicBezTo>
                  <a:cubicBezTo>
                    <a:pt x="107" y="2038"/>
                    <a:pt x="128" y="1718"/>
                    <a:pt x="128" y="1408"/>
                  </a:cubicBezTo>
                  <a:cubicBezTo>
                    <a:pt x="128" y="1174"/>
                    <a:pt x="107" y="960"/>
                    <a:pt x="96" y="790"/>
                  </a:cubicBezTo>
                  <a:cubicBezTo>
                    <a:pt x="54" y="427"/>
                    <a:pt x="43" y="181"/>
                    <a:pt x="203" y="11"/>
                  </a:cubicBezTo>
                  <a:lnTo>
                    <a:pt x="1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8"/>
            <p:cNvSpPr/>
            <p:nvPr/>
          </p:nvSpPr>
          <p:spPr>
            <a:xfrm>
              <a:off x="5523500" y="1161872"/>
              <a:ext cx="541800" cy="3099258"/>
            </a:xfrm>
            <a:custGeom>
              <a:rect b="b" l="l" r="r" t="t"/>
              <a:pathLst>
                <a:path extrusionOk="0" h="36793" w="6432">
                  <a:moveTo>
                    <a:pt x="299" y="1"/>
                  </a:moveTo>
                  <a:cubicBezTo>
                    <a:pt x="128" y="203"/>
                    <a:pt x="128" y="459"/>
                    <a:pt x="139" y="844"/>
                  </a:cubicBezTo>
                  <a:cubicBezTo>
                    <a:pt x="139" y="1025"/>
                    <a:pt x="150" y="1228"/>
                    <a:pt x="139" y="1484"/>
                  </a:cubicBezTo>
                  <a:cubicBezTo>
                    <a:pt x="128" y="1697"/>
                    <a:pt x="107" y="1921"/>
                    <a:pt x="96" y="2134"/>
                  </a:cubicBezTo>
                  <a:cubicBezTo>
                    <a:pt x="43" y="2828"/>
                    <a:pt x="0" y="3521"/>
                    <a:pt x="128" y="4193"/>
                  </a:cubicBezTo>
                  <a:cubicBezTo>
                    <a:pt x="235" y="4790"/>
                    <a:pt x="704" y="5132"/>
                    <a:pt x="1153" y="5484"/>
                  </a:cubicBezTo>
                  <a:cubicBezTo>
                    <a:pt x="1291" y="5591"/>
                    <a:pt x="1430" y="5697"/>
                    <a:pt x="1558" y="5804"/>
                  </a:cubicBezTo>
                  <a:cubicBezTo>
                    <a:pt x="2187" y="6359"/>
                    <a:pt x="2795" y="7159"/>
                    <a:pt x="3403" y="8247"/>
                  </a:cubicBezTo>
                  <a:cubicBezTo>
                    <a:pt x="3691" y="8727"/>
                    <a:pt x="4054" y="9399"/>
                    <a:pt x="4075" y="9975"/>
                  </a:cubicBezTo>
                  <a:cubicBezTo>
                    <a:pt x="4075" y="10167"/>
                    <a:pt x="4022" y="10412"/>
                    <a:pt x="3958" y="10668"/>
                  </a:cubicBezTo>
                  <a:cubicBezTo>
                    <a:pt x="3862" y="10999"/>
                    <a:pt x="3777" y="11362"/>
                    <a:pt x="3830" y="11607"/>
                  </a:cubicBezTo>
                  <a:cubicBezTo>
                    <a:pt x="3873" y="11767"/>
                    <a:pt x="4139" y="11948"/>
                    <a:pt x="4683" y="12194"/>
                  </a:cubicBezTo>
                  <a:cubicBezTo>
                    <a:pt x="5441" y="12535"/>
                    <a:pt x="6326" y="13047"/>
                    <a:pt x="6401" y="13911"/>
                  </a:cubicBezTo>
                  <a:cubicBezTo>
                    <a:pt x="6413" y="14037"/>
                    <a:pt x="6402" y="14169"/>
                    <a:pt x="6368" y="14308"/>
                  </a:cubicBezTo>
                  <a:lnTo>
                    <a:pt x="6368" y="14308"/>
                  </a:lnTo>
                  <a:cubicBezTo>
                    <a:pt x="6414" y="14145"/>
                    <a:pt x="6432" y="13992"/>
                    <a:pt x="6422" y="13847"/>
                  </a:cubicBezTo>
                  <a:cubicBezTo>
                    <a:pt x="6337" y="12962"/>
                    <a:pt x="5462" y="12460"/>
                    <a:pt x="4683" y="12108"/>
                  </a:cubicBezTo>
                  <a:cubicBezTo>
                    <a:pt x="4171" y="11884"/>
                    <a:pt x="3905" y="11692"/>
                    <a:pt x="3862" y="11554"/>
                  </a:cubicBezTo>
                  <a:cubicBezTo>
                    <a:pt x="3809" y="11319"/>
                    <a:pt x="3905" y="10978"/>
                    <a:pt x="3979" y="10626"/>
                  </a:cubicBezTo>
                  <a:cubicBezTo>
                    <a:pt x="4043" y="10380"/>
                    <a:pt x="4097" y="10124"/>
                    <a:pt x="4097" y="9932"/>
                  </a:cubicBezTo>
                  <a:cubicBezTo>
                    <a:pt x="4086" y="9367"/>
                    <a:pt x="3713" y="8684"/>
                    <a:pt x="3435" y="8193"/>
                  </a:cubicBezTo>
                  <a:cubicBezTo>
                    <a:pt x="2817" y="7105"/>
                    <a:pt x="2219" y="6305"/>
                    <a:pt x="1579" y="5751"/>
                  </a:cubicBezTo>
                  <a:cubicBezTo>
                    <a:pt x="1462" y="5644"/>
                    <a:pt x="1313" y="5537"/>
                    <a:pt x="1185" y="5431"/>
                  </a:cubicBezTo>
                  <a:cubicBezTo>
                    <a:pt x="736" y="5100"/>
                    <a:pt x="267" y="4737"/>
                    <a:pt x="171" y="4161"/>
                  </a:cubicBezTo>
                  <a:cubicBezTo>
                    <a:pt x="43" y="3510"/>
                    <a:pt x="86" y="2806"/>
                    <a:pt x="139" y="2124"/>
                  </a:cubicBezTo>
                  <a:cubicBezTo>
                    <a:pt x="150" y="1910"/>
                    <a:pt x="160" y="1686"/>
                    <a:pt x="182" y="1473"/>
                  </a:cubicBezTo>
                  <a:cubicBezTo>
                    <a:pt x="192" y="1217"/>
                    <a:pt x="182" y="1014"/>
                    <a:pt x="182" y="833"/>
                  </a:cubicBezTo>
                  <a:cubicBezTo>
                    <a:pt x="160" y="459"/>
                    <a:pt x="150" y="203"/>
                    <a:pt x="320" y="11"/>
                  </a:cubicBezTo>
                  <a:lnTo>
                    <a:pt x="299" y="1"/>
                  </a:lnTo>
                  <a:close/>
                  <a:moveTo>
                    <a:pt x="6368" y="14308"/>
                  </a:moveTo>
                  <a:cubicBezTo>
                    <a:pt x="6308" y="14519"/>
                    <a:pt x="6200" y="14747"/>
                    <a:pt x="6038" y="14999"/>
                  </a:cubicBezTo>
                  <a:cubicBezTo>
                    <a:pt x="5750" y="15447"/>
                    <a:pt x="5398" y="15842"/>
                    <a:pt x="5046" y="16226"/>
                  </a:cubicBezTo>
                  <a:cubicBezTo>
                    <a:pt x="4619" y="16706"/>
                    <a:pt x="4171" y="17218"/>
                    <a:pt x="3862" y="17794"/>
                  </a:cubicBezTo>
                  <a:cubicBezTo>
                    <a:pt x="3777" y="17933"/>
                    <a:pt x="3723" y="18071"/>
                    <a:pt x="3670" y="18199"/>
                  </a:cubicBezTo>
                  <a:cubicBezTo>
                    <a:pt x="3656" y="18241"/>
                    <a:pt x="3643" y="18282"/>
                    <a:pt x="3632" y="18323"/>
                  </a:cubicBezTo>
                  <a:lnTo>
                    <a:pt x="3632" y="18323"/>
                  </a:lnTo>
                  <a:cubicBezTo>
                    <a:pt x="3638" y="18307"/>
                    <a:pt x="3643" y="18290"/>
                    <a:pt x="3649" y="18274"/>
                  </a:cubicBezTo>
                  <a:cubicBezTo>
                    <a:pt x="3691" y="18135"/>
                    <a:pt x="3755" y="18007"/>
                    <a:pt x="3830" y="17858"/>
                  </a:cubicBezTo>
                  <a:cubicBezTo>
                    <a:pt x="4139" y="17271"/>
                    <a:pt x="4598" y="16781"/>
                    <a:pt x="5035" y="16279"/>
                  </a:cubicBezTo>
                  <a:cubicBezTo>
                    <a:pt x="5377" y="15895"/>
                    <a:pt x="5740" y="15501"/>
                    <a:pt x="6017" y="15053"/>
                  </a:cubicBezTo>
                  <a:cubicBezTo>
                    <a:pt x="6195" y="14782"/>
                    <a:pt x="6312" y="14535"/>
                    <a:pt x="6368" y="14308"/>
                  </a:cubicBezTo>
                  <a:close/>
                  <a:moveTo>
                    <a:pt x="3632" y="18323"/>
                  </a:moveTo>
                  <a:lnTo>
                    <a:pt x="3632" y="18323"/>
                  </a:lnTo>
                  <a:cubicBezTo>
                    <a:pt x="3413" y="19003"/>
                    <a:pt x="3611" y="19525"/>
                    <a:pt x="3809" y="20088"/>
                  </a:cubicBezTo>
                  <a:cubicBezTo>
                    <a:pt x="3883" y="20354"/>
                    <a:pt x="3990" y="20600"/>
                    <a:pt x="4043" y="20898"/>
                  </a:cubicBezTo>
                  <a:cubicBezTo>
                    <a:pt x="4065" y="20973"/>
                    <a:pt x="4075" y="21069"/>
                    <a:pt x="4065" y="21186"/>
                  </a:cubicBezTo>
                  <a:cubicBezTo>
                    <a:pt x="4050" y="21350"/>
                    <a:pt x="4005" y="21491"/>
                    <a:pt x="3941" y="21617"/>
                  </a:cubicBezTo>
                  <a:lnTo>
                    <a:pt x="3941" y="21617"/>
                  </a:lnTo>
                  <a:cubicBezTo>
                    <a:pt x="4025" y="21472"/>
                    <a:pt x="4085" y="21312"/>
                    <a:pt x="4097" y="21112"/>
                  </a:cubicBezTo>
                  <a:cubicBezTo>
                    <a:pt x="4097" y="20973"/>
                    <a:pt x="4097" y="20888"/>
                    <a:pt x="4086" y="20802"/>
                  </a:cubicBezTo>
                  <a:cubicBezTo>
                    <a:pt x="4022" y="20514"/>
                    <a:pt x="3926" y="20248"/>
                    <a:pt x="3830" y="19992"/>
                  </a:cubicBezTo>
                  <a:cubicBezTo>
                    <a:pt x="3650" y="19460"/>
                    <a:pt x="3460" y="18957"/>
                    <a:pt x="3632" y="18323"/>
                  </a:cubicBezTo>
                  <a:close/>
                  <a:moveTo>
                    <a:pt x="3941" y="21617"/>
                  </a:moveTo>
                  <a:cubicBezTo>
                    <a:pt x="3869" y="21743"/>
                    <a:pt x="3780" y="21857"/>
                    <a:pt x="3691" y="21976"/>
                  </a:cubicBezTo>
                  <a:cubicBezTo>
                    <a:pt x="3638" y="22040"/>
                    <a:pt x="3585" y="22125"/>
                    <a:pt x="3510" y="22200"/>
                  </a:cubicBezTo>
                  <a:cubicBezTo>
                    <a:pt x="3370" y="22400"/>
                    <a:pt x="3247" y="22587"/>
                    <a:pt x="3139" y="22765"/>
                  </a:cubicBezTo>
                  <a:lnTo>
                    <a:pt x="3139" y="22765"/>
                  </a:lnTo>
                  <a:cubicBezTo>
                    <a:pt x="3239" y="22610"/>
                    <a:pt x="3351" y="22448"/>
                    <a:pt x="3478" y="22274"/>
                  </a:cubicBezTo>
                  <a:cubicBezTo>
                    <a:pt x="3531" y="22189"/>
                    <a:pt x="3585" y="22125"/>
                    <a:pt x="3649" y="22040"/>
                  </a:cubicBezTo>
                  <a:cubicBezTo>
                    <a:pt x="3760" y="21905"/>
                    <a:pt x="3864" y="21771"/>
                    <a:pt x="3941" y="21617"/>
                  </a:cubicBezTo>
                  <a:close/>
                  <a:moveTo>
                    <a:pt x="3139" y="22765"/>
                  </a:moveTo>
                  <a:cubicBezTo>
                    <a:pt x="2869" y="23185"/>
                    <a:pt x="2687" y="23555"/>
                    <a:pt x="2539" y="23960"/>
                  </a:cubicBezTo>
                  <a:cubicBezTo>
                    <a:pt x="2219" y="24867"/>
                    <a:pt x="2198" y="26435"/>
                    <a:pt x="2742" y="27352"/>
                  </a:cubicBezTo>
                  <a:cubicBezTo>
                    <a:pt x="2817" y="27480"/>
                    <a:pt x="2902" y="27619"/>
                    <a:pt x="2977" y="27736"/>
                  </a:cubicBezTo>
                  <a:cubicBezTo>
                    <a:pt x="3339" y="28302"/>
                    <a:pt x="3691" y="28835"/>
                    <a:pt x="3617" y="29528"/>
                  </a:cubicBezTo>
                  <a:cubicBezTo>
                    <a:pt x="3602" y="29679"/>
                    <a:pt x="3571" y="29816"/>
                    <a:pt x="3526" y="29942"/>
                  </a:cubicBezTo>
                  <a:lnTo>
                    <a:pt x="3526" y="29942"/>
                  </a:lnTo>
                  <a:cubicBezTo>
                    <a:pt x="3589" y="29793"/>
                    <a:pt x="3631" y="29628"/>
                    <a:pt x="3649" y="29443"/>
                  </a:cubicBezTo>
                  <a:cubicBezTo>
                    <a:pt x="3713" y="28739"/>
                    <a:pt x="3350" y="28174"/>
                    <a:pt x="3009" y="27630"/>
                  </a:cubicBezTo>
                  <a:cubicBezTo>
                    <a:pt x="2923" y="27501"/>
                    <a:pt x="2849" y="27373"/>
                    <a:pt x="2763" y="27245"/>
                  </a:cubicBezTo>
                  <a:cubicBezTo>
                    <a:pt x="2230" y="26328"/>
                    <a:pt x="2251" y="24792"/>
                    <a:pt x="2582" y="23885"/>
                  </a:cubicBezTo>
                  <a:cubicBezTo>
                    <a:pt x="2729" y="23511"/>
                    <a:pt x="2900" y="23158"/>
                    <a:pt x="3139" y="22765"/>
                  </a:cubicBezTo>
                  <a:close/>
                  <a:moveTo>
                    <a:pt x="3526" y="29942"/>
                  </a:moveTo>
                  <a:lnTo>
                    <a:pt x="3526" y="29942"/>
                  </a:lnTo>
                  <a:cubicBezTo>
                    <a:pt x="3238" y="30620"/>
                    <a:pt x="2526" y="30967"/>
                    <a:pt x="1835" y="31299"/>
                  </a:cubicBezTo>
                  <a:cubicBezTo>
                    <a:pt x="1232" y="31589"/>
                    <a:pt x="659" y="31872"/>
                    <a:pt x="414" y="32351"/>
                  </a:cubicBezTo>
                  <a:lnTo>
                    <a:pt x="414" y="32351"/>
                  </a:lnTo>
                  <a:cubicBezTo>
                    <a:pt x="682" y="31907"/>
                    <a:pt x="1237" y="31638"/>
                    <a:pt x="1825" y="31363"/>
                  </a:cubicBezTo>
                  <a:cubicBezTo>
                    <a:pt x="2533" y="31009"/>
                    <a:pt x="3265" y="30662"/>
                    <a:pt x="3526" y="29942"/>
                  </a:cubicBezTo>
                  <a:close/>
                  <a:moveTo>
                    <a:pt x="414" y="32351"/>
                  </a:moveTo>
                  <a:cubicBezTo>
                    <a:pt x="307" y="32527"/>
                    <a:pt x="246" y="32731"/>
                    <a:pt x="246" y="32974"/>
                  </a:cubicBezTo>
                  <a:cubicBezTo>
                    <a:pt x="246" y="33113"/>
                    <a:pt x="256" y="33230"/>
                    <a:pt x="278" y="33347"/>
                  </a:cubicBezTo>
                  <a:cubicBezTo>
                    <a:pt x="470" y="34755"/>
                    <a:pt x="1355" y="36110"/>
                    <a:pt x="1878" y="36793"/>
                  </a:cubicBezTo>
                  <a:lnTo>
                    <a:pt x="1899" y="36686"/>
                  </a:lnTo>
                  <a:cubicBezTo>
                    <a:pt x="1398" y="36003"/>
                    <a:pt x="502" y="34659"/>
                    <a:pt x="310" y="33262"/>
                  </a:cubicBezTo>
                  <a:cubicBezTo>
                    <a:pt x="299" y="33134"/>
                    <a:pt x="288" y="33017"/>
                    <a:pt x="288" y="32889"/>
                  </a:cubicBezTo>
                  <a:cubicBezTo>
                    <a:pt x="288" y="32684"/>
                    <a:pt x="334" y="32507"/>
                    <a:pt x="414" y="3235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8"/>
            <p:cNvSpPr/>
            <p:nvPr/>
          </p:nvSpPr>
          <p:spPr>
            <a:xfrm>
              <a:off x="5535209" y="1165494"/>
              <a:ext cx="561679" cy="3090245"/>
            </a:xfrm>
            <a:custGeom>
              <a:rect b="b" l="l" r="r" t="t"/>
              <a:pathLst>
                <a:path extrusionOk="0" h="36686" w="6668">
                  <a:moveTo>
                    <a:pt x="384" y="0"/>
                  </a:moveTo>
                  <a:cubicBezTo>
                    <a:pt x="160" y="310"/>
                    <a:pt x="160" y="811"/>
                    <a:pt x="160" y="1227"/>
                  </a:cubicBezTo>
                  <a:lnTo>
                    <a:pt x="160" y="1558"/>
                  </a:lnTo>
                  <a:cubicBezTo>
                    <a:pt x="160" y="1761"/>
                    <a:pt x="139" y="1963"/>
                    <a:pt x="117" y="2177"/>
                  </a:cubicBezTo>
                  <a:cubicBezTo>
                    <a:pt x="64" y="2891"/>
                    <a:pt x="0" y="3627"/>
                    <a:pt x="203" y="4278"/>
                  </a:cubicBezTo>
                  <a:cubicBezTo>
                    <a:pt x="352" y="4747"/>
                    <a:pt x="886" y="5110"/>
                    <a:pt x="1344" y="5430"/>
                  </a:cubicBezTo>
                  <a:cubicBezTo>
                    <a:pt x="1547" y="5569"/>
                    <a:pt x="1750" y="5697"/>
                    <a:pt x="1899" y="5825"/>
                  </a:cubicBezTo>
                  <a:cubicBezTo>
                    <a:pt x="2731" y="6561"/>
                    <a:pt x="3371" y="7542"/>
                    <a:pt x="3766" y="8236"/>
                  </a:cubicBezTo>
                  <a:cubicBezTo>
                    <a:pt x="3990" y="8652"/>
                    <a:pt x="4310" y="9281"/>
                    <a:pt x="4363" y="9879"/>
                  </a:cubicBezTo>
                  <a:cubicBezTo>
                    <a:pt x="4374" y="10081"/>
                    <a:pt x="4320" y="10348"/>
                    <a:pt x="4278" y="10604"/>
                  </a:cubicBezTo>
                  <a:cubicBezTo>
                    <a:pt x="4224" y="10924"/>
                    <a:pt x="4160" y="11255"/>
                    <a:pt x="4224" y="11489"/>
                  </a:cubicBezTo>
                  <a:cubicBezTo>
                    <a:pt x="4267" y="11681"/>
                    <a:pt x="4651" y="11895"/>
                    <a:pt x="5067" y="12076"/>
                  </a:cubicBezTo>
                  <a:cubicBezTo>
                    <a:pt x="6027" y="12535"/>
                    <a:pt x="6550" y="13132"/>
                    <a:pt x="6593" y="13857"/>
                  </a:cubicBezTo>
                  <a:cubicBezTo>
                    <a:pt x="6614" y="14188"/>
                    <a:pt x="6486" y="14562"/>
                    <a:pt x="6187" y="14999"/>
                  </a:cubicBezTo>
                  <a:cubicBezTo>
                    <a:pt x="5910" y="15426"/>
                    <a:pt x="5537" y="15831"/>
                    <a:pt x="5185" y="16215"/>
                  </a:cubicBezTo>
                  <a:cubicBezTo>
                    <a:pt x="4747" y="16695"/>
                    <a:pt x="4299" y="17196"/>
                    <a:pt x="3979" y="17772"/>
                  </a:cubicBezTo>
                  <a:cubicBezTo>
                    <a:pt x="3894" y="17911"/>
                    <a:pt x="3830" y="18039"/>
                    <a:pt x="3787" y="18188"/>
                  </a:cubicBezTo>
                  <a:cubicBezTo>
                    <a:pt x="3563" y="18893"/>
                    <a:pt x="3744" y="19426"/>
                    <a:pt x="3947" y="20002"/>
                  </a:cubicBezTo>
                  <a:cubicBezTo>
                    <a:pt x="4043" y="20258"/>
                    <a:pt x="4139" y="20525"/>
                    <a:pt x="4192" y="20813"/>
                  </a:cubicBezTo>
                  <a:cubicBezTo>
                    <a:pt x="4203" y="20898"/>
                    <a:pt x="4203" y="20983"/>
                    <a:pt x="4192" y="21111"/>
                  </a:cubicBezTo>
                  <a:cubicBezTo>
                    <a:pt x="4150" y="21495"/>
                    <a:pt x="3936" y="21762"/>
                    <a:pt x="3712" y="22029"/>
                  </a:cubicBezTo>
                  <a:cubicBezTo>
                    <a:pt x="3659" y="22082"/>
                    <a:pt x="3616" y="22146"/>
                    <a:pt x="3563" y="22199"/>
                  </a:cubicBezTo>
                  <a:cubicBezTo>
                    <a:pt x="3126" y="22743"/>
                    <a:pt x="2816" y="23298"/>
                    <a:pt x="2571" y="23938"/>
                  </a:cubicBezTo>
                  <a:cubicBezTo>
                    <a:pt x="2230" y="24856"/>
                    <a:pt x="2283" y="26402"/>
                    <a:pt x="2912" y="27224"/>
                  </a:cubicBezTo>
                  <a:cubicBezTo>
                    <a:pt x="2944" y="27277"/>
                    <a:pt x="2998" y="27352"/>
                    <a:pt x="3040" y="27405"/>
                  </a:cubicBezTo>
                  <a:cubicBezTo>
                    <a:pt x="3499" y="27992"/>
                    <a:pt x="3958" y="28589"/>
                    <a:pt x="3883" y="29379"/>
                  </a:cubicBezTo>
                  <a:cubicBezTo>
                    <a:pt x="3766" y="30445"/>
                    <a:pt x="2838" y="30840"/>
                    <a:pt x="1931" y="31245"/>
                  </a:cubicBezTo>
                  <a:cubicBezTo>
                    <a:pt x="1099" y="31619"/>
                    <a:pt x="277" y="31960"/>
                    <a:pt x="256" y="32846"/>
                  </a:cubicBezTo>
                  <a:cubicBezTo>
                    <a:pt x="256" y="32963"/>
                    <a:pt x="256" y="33091"/>
                    <a:pt x="267" y="33219"/>
                  </a:cubicBezTo>
                  <a:cubicBezTo>
                    <a:pt x="427" y="34606"/>
                    <a:pt x="1366" y="35992"/>
                    <a:pt x="1910" y="36686"/>
                  </a:cubicBezTo>
                  <a:lnTo>
                    <a:pt x="1963" y="36665"/>
                  </a:lnTo>
                  <a:cubicBezTo>
                    <a:pt x="1419" y="35960"/>
                    <a:pt x="480" y="34584"/>
                    <a:pt x="320" y="33219"/>
                  </a:cubicBezTo>
                  <a:cubicBezTo>
                    <a:pt x="309" y="33091"/>
                    <a:pt x="309" y="32974"/>
                    <a:pt x="309" y="32846"/>
                  </a:cubicBezTo>
                  <a:cubicBezTo>
                    <a:pt x="331" y="31992"/>
                    <a:pt x="1131" y="31640"/>
                    <a:pt x="1974" y="31267"/>
                  </a:cubicBezTo>
                  <a:cubicBezTo>
                    <a:pt x="2880" y="30872"/>
                    <a:pt x="3830" y="30456"/>
                    <a:pt x="3936" y="29379"/>
                  </a:cubicBezTo>
                  <a:cubicBezTo>
                    <a:pt x="4011" y="28579"/>
                    <a:pt x="3531" y="27960"/>
                    <a:pt x="3083" y="27373"/>
                  </a:cubicBezTo>
                  <a:cubicBezTo>
                    <a:pt x="3040" y="27320"/>
                    <a:pt x="2987" y="27256"/>
                    <a:pt x="2944" y="27202"/>
                  </a:cubicBezTo>
                  <a:cubicBezTo>
                    <a:pt x="2326" y="26392"/>
                    <a:pt x="2272" y="24856"/>
                    <a:pt x="2614" y="23938"/>
                  </a:cubicBezTo>
                  <a:cubicBezTo>
                    <a:pt x="2859" y="23298"/>
                    <a:pt x="3179" y="22765"/>
                    <a:pt x="3606" y="22210"/>
                  </a:cubicBezTo>
                  <a:cubicBezTo>
                    <a:pt x="3659" y="22157"/>
                    <a:pt x="3691" y="22093"/>
                    <a:pt x="3744" y="22039"/>
                  </a:cubicBezTo>
                  <a:cubicBezTo>
                    <a:pt x="3990" y="21773"/>
                    <a:pt x="4203" y="21506"/>
                    <a:pt x="4246" y="21111"/>
                  </a:cubicBezTo>
                  <a:cubicBezTo>
                    <a:pt x="4256" y="20983"/>
                    <a:pt x="4256" y="20877"/>
                    <a:pt x="4246" y="20802"/>
                  </a:cubicBezTo>
                  <a:cubicBezTo>
                    <a:pt x="4192" y="20503"/>
                    <a:pt x="4096" y="20237"/>
                    <a:pt x="4000" y="19970"/>
                  </a:cubicBezTo>
                  <a:cubicBezTo>
                    <a:pt x="3798" y="19415"/>
                    <a:pt x="3616" y="18882"/>
                    <a:pt x="3840" y="18188"/>
                  </a:cubicBezTo>
                  <a:cubicBezTo>
                    <a:pt x="3883" y="18039"/>
                    <a:pt x="3936" y="17911"/>
                    <a:pt x="4011" y="17772"/>
                  </a:cubicBezTo>
                  <a:cubicBezTo>
                    <a:pt x="4331" y="17186"/>
                    <a:pt x="4790" y="16695"/>
                    <a:pt x="5227" y="16215"/>
                  </a:cubicBezTo>
                  <a:cubicBezTo>
                    <a:pt x="5579" y="15831"/>
                    <a:pt x="5931" y="15436"/>
                    <a:pt x="6230" y="14999"/>
                  </a:cubicBezTo>
                  <a:cubicBezTo>
                    <a:pt x="6539" y="14551"/>
                    <a:pt x="6667" y="14178"/>
                    <a:pt x="6646" y="13836"/>
                  </a:cubicBezTo>
                  <a:cubicBezTo>
                    <a:pt x="6593" y="13111"/>
                    <a:pt x="6070" y="12492"/>
                    <a:pt x="5099" y="12044"/>
                  </a:cubicBezTo>
                  <a:cubicBezTo>
                    <a:pt x="4694" y="11852"/>
                    <a:pt x="4320" y="11649"/>
                    <a:pt x="4267" y="11479"/>
                  </a:cubicBezTo>
                  <a:cubicBezTo>
                    <a:pt x="4203" y="11255"/>
                    <a:pt x="4267" y="10924"/>
                    <a:pt x="4320" y="10604"/>
                  </a:cubicBezTo>
                  <a:cubicBezTo>
                    <a:pt x="4374" y="10348"/>
                    <a:pt x="4416" y="10081"/>
                    <a:pt x="4406" y="9868"/>
                  </a:cubicBezTo>
                  <a:cubicBezTo>
                    <a:pt x="4352" y="9270"/>
                    <a:pt x="4032" y="8641"/>
                    <a:pt x="3798" y="8214"/>
                  </a:cubicBezTo>
                  <a:cubicBezTo>
                    <a:pt x="3414" y="7521"/>
                    <a:pt x="2774" y="6529"/>
                    <a:pt x="1920" y="5804"/>
                  </a:cubicBezTo>
                  <a:cubicBezTo>
                    <a:pt x="1771" y="5665"/>
                    <a:pt x="1579" y="5537"/>
                    <a:pt x="1376" y="5398"/>
                  </a:cubicBezTo>
                  <a:cubicBezTo>
                    <a:pt x="918" y="5089"/>
                    <a:pt x="384" y="4737"/>
                    <a:pt x="245" y="4267"/>
                  </a:cubicBezTo>
                  <a:cubicBezTo>
                    <a:pt x="43" y="3627"/>
                    <a:pt x="96" y="2881"/>
                    <a:pt x="160" y="2177"/>
                  </a:cubicBezTo>
                  <a:cubicBezTo>
                    <a:pt x="171" y="1963"/>
                    <a:pt x="192" y="1761"/>
                    <a:pt x="203" y="1558"/>
                  </a:cubicBezTo>
                  <a:lnTo>
                    <a:pt x="203" y="1227"/>
                  </a:lnTo>
                  <a:cubicBezTo>
                    <a:pt x="192" y="811"/>
                    <a:pt x="192" y="320"/>
                    <a:pt x="416" y="11"/>
                  </a:cubicBezTo>
                  <a:lnTo>
                    <a:pt x="38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8"/>
            <p:cNvSpPr/>
            <p:nvPr/>
          </p:nvSpPr>
          <p:spPr>
            <a:xfrm>
              <a:off x="5537905" y="1166420"/>
              <a:ext cx="581390" cy="3083085"/>
            </a:xfrm>
            <a:custGeom>
              <a:rect b="b" l="l" r="r" t="t"/>
              <a:pathLst>
                <a:path extrusionOk="0" h="36601" w="6902">
                  <a:moveTo>
                    <a:pt x="501" y="0"/>
                  </a:moveTo>
                  <a:cubicBezTo>
                    <a:pt x="256" y="331"/>
                    <a:pt x="235" y="864"/>
                    <a:pt x="224" y="1291"/>
                  </a:cubicBezTo>
                  <a:cubicBezTo>
                    <a:pt x="224" y="1419"/>
                    <a:pt x="224" y="1526"/>
                    <a:pt x="203" y="1632"/>
                  </a:cubicBezTo>
                  <a:cubicBezTo>
                    <a:pt x="192" y="1771"/>
                    <a:pt x="181" y="1910"/>
                    <a:pt x="171" y="2070"/>
                  </a:cubicBezTo>
                  <a:cubicBezTo>
                    <a:pt x="85" y="2838"/>
                    <a:pt x="0" y="3712"/>
                    <a:pt x="320" y="4331"/>
                  </a:cubicBezTo>
                  <a:cubicBezTo>
                    <a:pt x="512" y="4736"/>
                    <a:pt x="1035" y="5057"/>
                    <a:pt x="1547" y="5366"/>
                  </a:cubicBezTo>
                  <a:cubicBezTo>
                    <a:pt x="1824" y="5526"/>
                    <a:pt x="2080" y="5686"/>
                    <a:pt x="2262" y="5846"/>
                  </a:cubicBezTo>
                  <a:cubicBezTo>
                    <a:pt x="2080" y="5665"/>
                    <a:pt x="1814" y="5526"/>
                    <a:pt x="1547" y="5345"/>
                  </a:cubicBezTo>
                  <a:cubicBezTo>
                    <a:pt x="1046" y="5046"/>
                    <a:pt x="533" y="4726"/>
                    <a:pt x="331" y="4331"/>
                  </a:cubicBezTo>
                  <a:cubicBezTo>
                    <a:pt x="21" y="3723"/>
                    <a:pt x="117" y="2838"/>
                    <a:pt x="192" y="2080"/>
                  </a:cubicBezTo>
                  <a:lnTo>
                    <a:pt x="235" y="1643"/>
                  </a:lnTo>
                  <a:cubicBezTo>
                    <a:pt x="235" y="1536"/>
                    <a:pt x="245" y="1419"/>
                    <a:pt x="245" y="1291"/>
                  </a:cubicBezTo>
                  <a:cubicBezTo>
                    <a:pt x="277" y="864"/>
                    <a:pt x="288" y="352"/>
                    <a:pt x="533" y="11"/>
                  </a:cubicBezTo>
                  <a:lnTo>
                    <a:pt x="501" y="0"/>
                  </a:lnTo>
                  <a:close/>
                  <a:moveTo>
                    <a:pt x="4139" y="8193"/>
                  </a:moveTo>
                  <a:lnTo>
                    <a:pt x="4139" y="8193"/>
                  </a:lnTo>
                  <a:cubicBezTo>
                    <a:pt x="4342" y="8577"/>
                    <a:pt x="4630" y="9164"/>
                    <a:pt x="4715" y="9708"/>
                  </a:cubicBezTo>
                  <a:cubicBezTo>
                    <a:pt x="4641" y="9164"/>
                    <a:pt x="4342" y="8577"/>
                    <a:pt x="4139" y="8193"/>
                  </a:cubicBezTo>
                  <a:close/>
                  <a:moveTo>
                    <a:pt x="4683" y="10497"/>
                  </a:moveTo>
                  <a:cubicBezTo>
                    <a:pt x="4651" y="10806"/>
                    <a:pt x="4608" y="11105"/>
                    <a:pt x="4683" y="11361"/>
                  </a:cubicBezTo>
                  <a:cubicBezTo>
                    <a:pt x="4619" y="11105"/>
                    <a:pt x="4662" y="10806"/>
                    <a:pt x="4683" y="10497"/>
                  </a:cubicBezTo>
                  <a:close/>
                  <a:moveTo>
                    <a:pt x="4683" y="11361"/>
                  </a:moveTo>
                  <a:cubicBezTo>
                    <a:pt x="4690" y="11385"/>
                    <a:pt x="4703" y="11410"/>
                    <a:pt x="4721" y="11435"/>
                  </a:cubicBezTo>
                  <a:lnTo>
                    <a:pt x="4721" y="11435"/>
                  </a:lnTo>
                  <a:cubicBezTo>
                    <a:pt x="4704" y="11410"/>
                    <a:pt x="4691" y="11385"/>
                    <a:pt x="4683" y="11361"/>
                  </a:cubicBezTo>
                  <a:close/>
                  <a:moveTo>
                    <a:pt x="4721" y="11435"/>
                  </a:moveTo>
                  <a:lnTo>
                    <a:pt x="4721" y="11435"/>
                  </a:lnTo>
                  <a:cubicBezTo>
                    <a:pt x="4836" y="11602"/>
                    <a:pt x="5143" y="11772"/>
                    <a:pt x="5515" y="11958"/>
                  </a:cubicBezTo>
                  <a:cubicBezTo>
                    <a:pt x="5976" y="12195"/>
                    <a:pt x="6333" y="12507"/>
                    <a:pt x="6566" y="12865"/>
                  </a:cubicBezTo>
                  <a:lnTo>
                    <a:pt x="6566" y="12865"/>
                  </a:lnTo>
                  <a:cubicBezTo>
                    <a:pt x="6330" y="12497"/>
                    <a:pt x="5966" y="12177"/>
                    <a:pt x="5505" y="11937"/>
                  </a:cubicBezTo>
                  <a:cubicBezTo>
                    <a:pt x="5225" y="11797"/>
                    <a:pt x="4847" y="11608"/>
                    <a:pt x="4721" y="11435"/>
                  </a:cubicBezTo>
                  <a:close/>
                  <a:moveTo>
                    <a:pt x="6566" y="12865"/>
                  </a:moveTo>
                  <a:cubicBezTo>
                    <a:pt x="6750" y="13151"/>
                    <a:pt x="6856" y="13466"/>
                    <a:pt x="6870" y="13793"/>
                  </a:cubicBezTo>
                  <a:cubicBezTo>
                    <a:pt x="6891" y="14113"/>
                    <a:pt x="6753" y="14497"/>
                    <a:pt x="6433" y="14945"/>
                  </a:cubicBezTo>
                  <a:cubicBezTo>
                    <a:pt x="6145" y="15372"/>
                    <a:pt x="5782" y="15767"/>
                    <a:pt x="5419" y="16140"/>
                  </a:cubicBezTo>
                  <a:cubicBezTo>
                    <a:pt x="4971" y="16620"/>
                    <a:pt x="4512" y="17111"/>
                    <a:pt x="4182" y="17697"/>
                  </a:cubicBezTo>
                  <a:cubicBezTo>
                    <a:pt x="4096" y="17825"/>
                    <a:pt x="4054" y="17964"/>
                    <a:pt x="4000" y="18113"/>
                  </a:cubicBezTo>
                  <a:cubicBezTo>
                    <a:pt x="3766" y="18786"/>
                    <a:pt x="3958" y="19319"/>
                    <a:pt x="4160" y="19895"/>
                  </a:cubicBezTo>
                  <a:cubicBezTo>
                    <a:pt x="4246" y="20162"/>
                    <a:pt x="4342" y="20428"/>
                    <a:pt x="4395" y="20727"/>
                  </a:cubicBezTo>
                  <a:cubicBezTo>
                    <a:pt x="4406" y="20802"/>
                    <a:pt x="4406" y="20908"/>
                    <a:pt x="4395" y="21026"/>
                  </a:cubicBezTo>
                  <a:cubicBezTo>
                    <a:pt x="4352" y="21431"/>
                    <a:pt x="4118" y="21698"/>
                    <a:pt x="3872" y="21975"/>
                  </a:cubicBezTo>
                  <a:cubicBezTo>
                    <a:pt x="3819" y="22028"/>
                    <a:pt x="3766" y="22092"/>
                    <a:pt x="3712" y="22167"/>
                  </a:cubicBezTo>
                  <a:cubicBezTo>
                    <a:pt x="3254" y="22711"/>
                    <a:pt x="2944" y="23255"/>
                    <a:pt x="2678" y="23927"/>
                  </a:cubicBezTo>
                  <a:cubicBezTo>
                    <a:pt x="2326" y="24813"/>
                    <a:pt x="2454" y="26295"/>
                    <a:pt x="3168" y="27085"/>
                  </a:cubicBezTo>
                  <a:lnTo>
                    <a:pt x="3211" y="27138"/>
                  </a:lnTo>
                  <a:cubicBezTo>
                    <a:pt x="3755" y="27746"/>
                    <a:pt x="4331" y="28376"/>
                    <a:pt x="4224" y="29240"/>
                  </a:cubicBezTo>
                  <a:cubicBezTo>
                    <a:pt x="4136" y="29975"/>
                    <a:pt x="3700" y="30401"/>
                    <a:pt x="3142" y="30716"/>
                  </a:cubicBezTo>
                  <a:lnTo>
                    <a:pt x="3142" y="30716"/>
                  </a:lnTo>
                  <a:cubicBezTo>
                    <a:pt x="3711" y="30406"/>
                    <a:pt x="4162" y="29984"/>
                    <a:pt x="4246" y="29240"/>
                  </a:cubicBezTo>
                  <a:cubicBezTo>
                    <a:pt x="4352" y="28376"/>
                    <a:pt x="3787" y="27768"/>
                    <a:pt x="3232" y="27149"/>
                  </a:cubicBezTo>
                  <a:lnTo>
                    <a:pt x="3200" y="27095"/>
                  </a:lnTo>
                  <a:cubicBezTo>
                    <a:pt x="2475" y="26295"/>
                    <a:pt x="2358" y="24802"/>
                    <a:pt x="2699" y="23906"/>
                  </a:cubicBezTo>
                  <a:cubicBezTo>
                    <a:pt x="2955" y="23245"/>
                    <a:pt x="3275" y="22700"/>
                    <a:pt x="3744" y="22146"/>
                  </a:cubicBezTo>
                  <a:cubicBezTo>
                    <a:pt x="3798" y="22082"/>
                    <a:pt x="3851" y="22028"/>
                    <a:pt x="3904" y="21964"/>
                  </a:cubicBezTo>
                  <a:cubicBezTo>
                    <a:pt x="4139" y="21698"/>
                    <a:pt x="4374" y="21431"/>
                    <a:pt x="4427" y="21047"/>
                  </a:cubicBezTo>
                  <a:cubicBezTo>
                    <a:pt x="4438" y="20919"/>
                    <a:pt x="4438" y="20812"/>
                    <a:pt x="4427" y="20738"/>
                  </a:cubicBezTo>
                  <a:cubicBezTo>
                    <a:pt x="4374" y="20439"/>
                    <a:pt x="4278" y="20172"/>
                    <a:pt x="4182" y="19906"/>
                  </a:cubicBezTo>
                  <a:cubicBezTo>
                    <a:pt x="3979" y="19340"/>
                    <a:pt x="3798" y="18786"/>
                    <a:pt x="4022" y="18113"/>
                  </a:cubicBezTo>
                  <a:cubicBezTo>
                    <a:pt x="4064" y="17964"/>
                    <a:pt x="4128" y="17825"/>
                    <a:pt x="4214" y="17697"/>
                  </a:cubicBezTo>
                  <a:cubicBezTo>
                    <a:pt x="4534" y="17111"/>
                    <a:pt x="4992" y="16620"/>
                    <a:pt x="5451" y="16140"/>
                  </a:cubicBezTo>
                  <a:cubicBezTo>
                    <a:pt x="5793" y="15767"/>
                    <a:pt x="6166" y="15372"/>
                    <a:pt x="6454" y="14945"/>
                  </a:cubicBezTo>
                  <a:cubicBezTo>
                    <a:pt x="6753" y="14497"/>
                    <a:pt x="6902" y="14124"/>
                    <a:pt x="6881" y="13804"/>
                  </a:cubicBezTo>
                  <a:cubicBezTo>
                    <a:pt x="6862" y="13471"/>
                    <a:pt x="6754" y="13153"/>
                    <a:pt x="6566" y="12865"/>
                  </a:cubicBezTo>
                  <a:close/>
                  <a:moveTo>
                    <a:pt x="3142" y="30716"/>
                  </a:moveTo>
                  <a:lnTo>
                    <a:pt x="3142" y="30716"/>
                  </a:lnTo>
                  <a:cubicBezTo>
                    <a:pt x="2838" y="30882"/>
                    <a:pt x="2500" y="31015"/>
                    <a:pt x="2166" y="31149"/>
                  </a:cubicBezTo>
                  <a:cubicBezTo>
                    <a:pt x="1973" y="31228"/>
                    <a:pt x="1783" y="31305"/>
                    <a:pt x="1602" y="31387"/>
                  </a:cubicBezTo>
                  <a:lnTo>
                    <a:pt x="1602" y="31387"/>
                  </a:lnTo>
                  <a:cubicBezTo>
                    <a:pt x="1767" y="31316"/>
                    <a:pt x="1939" y="31249"/>
                    <a:pt x="2112" y="31181"/>
                  </a:cubicBezTo>
                  <a:cubicBezTo>
                    <a:pt x="2468" y="31038"/>
                    <a:pt x="2824" y="30895"/>
                    <a:pt x="3142" y="30716"/>
                  </a:cubicBezTo>
                  <a:close/>
                  <a:moveTo>
                    <a:pt x="1602" y="31387"/>
                  </a:moveTo>
                  <a:cubicBezTo>
                    <a:pt x="935" y="31675"/>
                    <a:pt x="384" y="32029"/>
                    <a:pt x="341" y="32739"/>
                  </a:cubicBezTo>
                  <a:cubicBezTo>
                    <a:pt x="331" y="32867"/>
                    <a:pt x="331" y="32995"/>
                    <a:pt x="341" y="33112"/>
                  </a:cubicBezTo>
                  <a:cubicBezTo>
                    <a:pt x="480" y="34467"/>
                    <a:pt x="1451" y="35875"/>
                    <a:pt x="2027" y="36579"/>
                  </a:cubicBezTo>
                  <a:lnTo>
                    <a:pt x="2048" y="36600"/>
                  </a:lnTo>
                  <a:cubicBezTo>
                    <a:pt x="1472" y="35885"/>
                    <a:pt x="501" y="34488"/>
                    <a:pt x="373" y="33123"/>
                  </a:cubicBezTo>
                  <a:cubicBezTo>
                    <a:pt x="352" y="33005"/>
                    <a:pt x="352" y="32867"/>
                    <a:pt x="373" y="32739"/>
                  </a:cubicBezTo>
                  <a:cubicBezTo>
                    <a:pt x="424" y="32037"/>
                    <a:pt x="951" y="31682"/>
                    <a:pt x="1602" y="3138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8"/>
            <p:cNvSpPr/>
            <p:nvPr/>
          </p:nvSpPr>
          <p:spPr>
            <a:xfrm>
              <a:off x="5547760" y="1167263"/>
              <a:ext cx="598153" cy="3076852"/>
            </a:xfrm>
            <a:custGeom>
              <a:rect b="b" l="l" r="r" t="t"/>
              <a:pathLst>
                <a:path extrusionOk="0" h="36527" w="7101">
                  <a:moveTo>
                    <a:pt x="609" y="1"/>
                  </a:moveTo>
                  <a:cubicBezTo>
                    <a:pt x="363" y="363"/>
                    <a:pt x="320" y="908"/>
                    <a:pt x="278" y="1377"/>
                  </a:cubicBezTo>
                  <a:cubicBezTo>
                    <a:pt x="278" y="1494"/>
                    <a:pt x="267" y="1612"/>
                    <a:pt x="246" y="1718"/>
                  </a:cubicBezTo>
                  <a:cubicBezTo>
                    <a:pt x="246" y="1804"/>
                    <a:pt x="235" y="1878"/>
                    <a:pt x="224" y="1974"/>
                  </a:cubicBezTo>
                  <a:cubicBezTo>
                    <a:pt x="128" y="2806"/>
                    <a:pt x="0" y="3841"/>
                    <a:pt x="448" y="4406"/>
                  </a:cubicBezTo>
                  <a:cubicBezTo>
                    <a:pt x="715" y="4737"/>
                    <a:pt x="1195" y="5015"/>
                    <a:pt x="1665" y="5281"/>
                  </a:cubicBezTo>
                  <a:cubicBezTo>
                    <a:pt x="1995" y="5484"/>
                    <a:pt x="2347" y="5687"/>
                    <a:pt x="2614" y="5900"/>
                  </a:cubicBezTo>
                  <a:cubicBezTo>
                    <a:pt x="3307" y="6465"/>
                    <a:pt x="3947" y="7244"/>
                    <a:pt x="4470" y="8140"/>
                  </a:cubicBezTo>
                  <a:cubicBezTo>
                    <a:pt x="4801" y="8705"/>
                    <a:pt x="4982" y="9132"/>
                    <a:pt x="5046" y="9506"/>
                  </a:cubicBezTo>
                  <a:cubicBezTo>
                    <a:pt x="5089" y="9772"/>
                    <a:pt x="5078" y="10071"/>
                    <a:pt x="5046" y="10348"/>
                  </a:cubicBezTo>
                  <a:cubicBezTo>
                    <a:pt x="5025" y="10668"/>
                    <a:pt x="5004" y="10967"/>
                    <a:pt x="5068" y="11234"/>
                  </a:cubicBezTo>
                  <a:cubicBezTo>
                    <a:pt x="5121" y="11436"/>
                    <a:pt x="5452" y="11618"/>
                    <a:pt x="5814" y="11831"/>
                  </a:cubicBezTo>
                  <a:lnTo>
                    <a:pt x="5868" y="11863"/>
                  </a:lnTo>
                  <a:cubicBezTo>
                    <a:pt x="6561" y="12268"/>
                    <a:pt x="7052" y="13036"/>
                    <a:pt x="7084" y="13762"/>
                  </a:cubicBezTo>
                  <a:cubicBezTo>
                    <a:pt x="7090" y="13948"/>
                    <a:pt x="7042" y="14152"/>
                    <a:pt x="6938" y="14380"/>
                  </a:cubicBezTo>
                  <a:lnTo>
                    <a:pt x="6938" y="14380"/>
                  </a:lnTo>
                  <a:cubicBezTo>
                    <a:pt x="7050" y="14147"/>
                    <a:pt x="7101" y="13938"/>
                    <a:pt x="7094" y="13740"/>
                  </a:cubicBezTo>
                  <a:cubicBezTo>
                    <a:pt x="7062" y="13004"/>
                    <a:pt x="6572" y="12226"/>
                    <a:pt x="5868" y="11820"/>
                  </a:cubicBezTo>
                  <a:lnTo>
                    <a:pt x="5814" y="11788"/>
                  </a:lnTo>
                  <a:cubicBezTo>
                    <a:pt x="5484" y="11586"/>
                    <a:pt x="5132" y="11394"/>
                    <a:pt x="5078" y="11202"/>
                  </a:cubicBezTo>
                  <a:cubicBezTo>
                    <a:pt x="5014" y="10946"/>
                    <a:pt x="5036" y="10658"/>
                    <a:pt x="5068" y="10338"/>
                  </a:cubicBezTo>
                  <a:cubicBezTo>
                    <a:pt x="5089" y="10039"/>
                    <a:pt x="5121" y="9751"/>
                    <a:pt x="5068" y="9484"/>
                  </a:cubicBezTo>
                  <a:cubicBezTo>
                    <a:pt x="5004" y="9100"/>
                    <a:pt x="4811" y="8673"/>
                    <a:pt x="4481" y="8097"/>
                  </a:cubicBezTo>
                  <a:cubicBezTo>
                    <a:pt x="3958" y="7201"/>
                    <a:pt x="3318" y="6433"/>
                    <a:pt x="2614" y="5857"/>
                  </a:cubicBezTo>
                  <a:cubicBezTo>
                    <a:pt x="2347" y="5633"/>
                    <a:pt x="1995" y="5431"/>
                    <a:pt x="1665" y="5239"/>
                  </a:cubicBezTo>
                  <a:cubicBezTo>
                    <a:pt x="1217" y="4972"/>
                    <a:pt x="737" y="4705"/>
                    <a:pt x="470" y="4374"/>
                  </a:cubicBezTo>
                  <a:cubicBezTo>
                    <a:pt x="22" y="3820"/>
                    <a:pt x="150" y="2806"/>
                    <a:pt x="246" y="1974"/>
                  </a:cubicBezTo>
                  <a:cubicBezTo>
                    <a:pt x="246" y="1900"/>
                    <a:pt x="267" y="1804"/>
                    <a:pt x="278" y="1718"/>
                  </a:cubicBezTo>
                  <a:cubicBezTo>
                    <a:pt x="288" y="1612"/>
                    <a:pt x="288" y="1494"/>
                    <a:pt x="310" y="1377"/>
                  </a:cubicBezTo>
                  <a:cubicBezTo>
                    <a:pt x="342" y="908"/>
                    <a:pt x="384" y="374"/>
                    <a:pt x="641" y="11"/>
                  </a:cubicBezTo>
                  <a:lnTo>
                    <a:pt x="609" y="1"/>
                  </a:lnTo>
                  <a:close/>
                  <a:moveTo>
                    <a:pt x="6938" y="14380"/>
                  </a:moveTo>
                  <a:lnTo>
                    <a:pt x="6938" y="14380"/>
                  </a:lnTo>
                  <a:cubicBezTo>
                    <a:pt x="6862" y="14538"/>
                    <a:pt x="6758" y="14708"/>
                    <a:pt x="6625" y="14893"/>
                  </a:cubicBezTo>
                  <a:cubicBezTo>
                    <a:pt x="6337" y="15309"/>
                    <a:pt x="5974" y="15682"/>
                    <a:pt x="5622" y="16055"/>
                  </a:cubicBezTo>
                  <a:cubicBezTo>
                    <a:pt x="5174" y="16535"/>
                    <a:pt x="4694" y="17026"/>
                    <a:pt x="4363" y="17613"/>
                  </a:cubicBezTo>
                  <a:cubicBezTo>
                    <a:pt x="4278" y="17751"/>
                    <a:pt x="4225" y="17879"/>
                    <a:pt x="4171" y="18029"/>
                  </a:cubicBezTo>
                  <a:cubicBezTo>
                    <a:pt x="4096" y="18260"/>
                    <a:pt x="4066" y="18473"/>
                    <a:pt x="4068" y="18676"/>
                  </a:cubicBezTo>
                  <a:lnTo>
                    <a:pt x="4068" y="18676"/>
                  </a:lnTo>
                  <a:cubicBezTo>
                    <a:pt x="4070" y="18483"/>
                    <a:pt x="4100" y="18279"/>
                    <a:pt x="4171" y="18061"/>
                  </a:cubicBezTo>
                  <a:cubicBezTo>
                    <a:pt x="4214" y="17911"/>
                    <a:pt x="4278" y="17783"/>
                    <a:pt x="4363" y="17645"/>
                  </a:cubicBezTo>
                  <a:cubicBezTo>
                    <a:pt x="4694" y="17058"/>
                    <a:pt x="5164" y="16567"/>
                    <a:pt x="5622" y="16077"/>
                  </a:cubicBezTo>
                  <a:cubicBezTo>
                    <a:pt x="5974" y="15714"/>
                    <a:pt x="6337" y="15330"/>
                    <a:pt x="6625" y="14914"/>
                  </a:cubicBezTo>
                  <a:cubicBezTo>
                    <a:pt x="6759" y="14722"/>
                    <a:pt x="6863" y="14545"/>
                    <a:pt x="6938" y="14380"/>
                  </a:cubicBezTo>
                  <a:close/>
                  <a:moveTo>
                    <a:pt x="4068" y="18676"/>
                  </a:moveTo>
                  <a:lnTo>
                    <a:pt x="4068" y="18676"/>
                  </a:lnTo>
                  <a:cubicBezTo>
                    <a:pt x="4065" y="19088"/>
                    <a:pt x="4190" y="19458"/>
                    <a:pt x="4321" y="19842"/>
                  </a:cubicBezTo>
                  <a:cubicBezTo>
                    <a:pt x="4417" y="20109"/>
                    <a:pt x="4502" y="20397"/>
                    <a:pt x="4555" y="20685"/>
                  </a:cubicBezTo>
                  <a:cubicBezTo>
                    <a:pt x="4565" y="20725"/>
                    <a:pt x="4571" y="20769"/>
                    <a:pt x="4571" y="20817"/>
                  </a:cubicBezTo>
                  <a:lnTo>
                    <a:pt x="4571" y="20817"/>
                  </a:lnTo>
                  <a:cubicBezTo>
                    <a:pt x="4572" y="20759"/>
                    <a:pt x="4567" y="20704"/>
                    <a:pt x="4555" y="20653"/>
                  </a:cubicBezTo>
                  <a:cubicBezTo>
                    <a:pt x="4502" y="20354"/>
                    <a:pt x="4417" y="20066"/>
                    <a:pt x="4321" y="19800"/>
                  </a:cubicBezTo>
                  <a:cubicBezTo>
                    <a:pt x="4194" y="19432"/>
                    <a:pt x="4071" y="19074"/>
                    <a:pt x="4068" y="18676"/>
                  </a:cubicBezTo>
                  <a:close/>
                  <a:moveTo>
                    <a:pt x="4571" y="20817"/>
                  </a:moveTo>
                  <a:lnTo>
                    <a:pt x="4571" y="20817"/>
                  </a:lnTo>
                  <a:cubicBezTo>
                    <a:pt x="4571" y="20866"/>
                    <a:pt x="4565" y="20919"/>
                    <a:pt x="4555" y="20973"/>
                  </a:cubicBezTo>
                  <a:cubicBezTo>
                    <a:pt x="4502" y="21378"/>
                    <a:pt x="4267" y="21645"/>
                    <a:pt x="4011" y="21912"/>
                  </a:cubicBezTo>
                  <a:cubicBezTo>
                    <a:pt x="3958" y="21976"/>
                    <a:pt x="3894" y="22040"/>
                    <a:pt x="3841" y="22114"/>
                  </a:cubicBezTo>
                  <a:cubicBezTo>
                    <a:pt x="3350" y="22680"/>
                    <a:pt x="3009" y="23235"/>
                    <a:pt x="2763" y="23896"/>
                  </a:cubicBezTo>
                  <a:cubicBezTo>
                    <a:pt x="2722" y="24002"/>
                    <a:pt x="2688" y="24114"/>
                    <a:pt x="2663" y="24229"/>
                  </a:cubicBezTo>
                  <a:lnTo>
                    <a:pt x="2663" y="24229"/>
                  </a:lnTo>
                  <a:cubicBezTo>
                    <a:pt x="2689" y="24122"/>
                    <a:pt x="2723" y="24018"/>
                    <a:pt x="2763" y="23917"/>
                  </a:cubicBezTo>
                  <a:cubicBezTo>
                    <a:pt x="3009" y="23245"/>
                    <a:pt x="3361" y="22701"/>
                    <a:pt x="3851" y="22114"/>
                  </a:cubicBezTo>
                  <a:cubicBezTo>
                    <a:pt x="3905" y="22050"/>
                    <a:pt x="3969" y="21976"/>
                    <a:pt x="4022" y="21912"/>
                  </a:cubicBezTo>
                  <a:cubicBezTo>
                    <a:pt x="4278" y="21645"/>
                    <a:pt x="4502" y="21378"/>
                    <a:pt x="4555" y="20994"/>
                  </a:cubicBezTo>
                  <a:cubicBezTo>
                    <a:pt x="4567" y="20931"/>
                    <a:pt x="4572" y="20872"/>
                    <a:pt x="4571" y="20817"/>
                  </a:cubicBezTo>
                  <a:close/>
                  <a:moveTo>
                    <a:pt x="2663" y="24229"/>
                  </a:moveTo>
                  <a:cubicBezTo>
                    <a:pt x="2435" y="25160"/>
                    <a:pt x="2746" y="26310"/>
                    <a:pt x="3425" y="26989"/>
                  </a:cubicBezTo>
                  <a:lnTo>
                    <a:pt x="3435" y="27011"/>
                  </a:lnTo>
                  <a:cubicBezTo>
                    <a:pt x="3981" y="27547"/>
                    <a:pt x="4585" y="28149"/>
                    <a:pt x="4546" y="28982"/>
                  </a:cubicBezTo>
                  <a:lnTo>
                    <a:pt x="4546" y="28982"/>
                  </a:lnTo>
                  <a:cubicBezTo>
                    <a:pt x="4606" y="28118"/>
                    <a:pt x="3986" y="27509"/>
                    <a:pt x="3435" y="26968"/>
                  </a:cubicBezTo>
                  <a:lnTo>
                    <a:pt x="3425" y="26947"/>
                  </a:lnTo>
                  <a:cubicBezTo>
                    <a:pt x="2771" y="26303"/>
                    <a:pt x="2462" y="25145"/>
                    <a:pt x="2663" y="24229"/>
                  </a:cubicBezTo>
                  <a:close/>
                  <a:moveTo>
                    <a:pt x="4546" y="28982"/>
                  </a:moveTo>
                  <a:cubicBezTo>
                    <a:pt x="4544" y="29022"/>
                    <a:pt x="4540" y="29061"/>
                    <a:pt x="4534" y="29102"/>
                  </a:cubicBezTo>
                  <a:cubicBezTo>
                    <a:pt x="4374" y="30307"/>
                    <a:pt x="3318" y="30702"/>
                    <a:pt x="2294" y="31075"/>
                  </a:cubicBezTo>
                  <a:cubicBezTo>
                    <a:pt x="1377" y="31406"/>
                    <a:pt x="502" y="31726"/>
                    <a:pt x="395" y="32622"/>
                  </a:cubicBezTo>
                  <a:cubicBezTo>
                    <a:pt x="394" y="32636"/>
                    <a:pt x="393" y="32651"/>
                    <a:pt x="392" y="32665"/>
                  </a:cubicBezTo>
                  <a:lnTo>
                    <a:pt x="392" y="32665"/>
                  </a:lnTo>
                  <a:cubicBezTo>
                    <a:pt x="393" y="32658"/>
                    <a:pt x="394" y="32651"/>
                    <a:pt x="395" y="32643"/>
                  </a:cubicBezTo>
                  <a:cubicBezTo>
                    <a:pt x="502" y="31726"/>
                    <a:pt x="1387" y="31406"/>
                    <a:pt x="2305" y="31075"/>
                  </a:cubicBezTo>
                  <a:cubicBezTo>
                    <a:pt x="3318" y="30702"/>
                    <a:pt x="4363" y="30328"/>
                    <a:pt x="4534" y="29123"/>
                  </a:cubicBezTo>
                  <a:cubicBezTo>
                    <a:pt x="4540" y="29075"/>
                    <a:pt x="4544" y="29029"/>
                    <a:pt x="4546" y="28982"/>
                  </a:cubicBezTo>
                  <a:close/>
                  <a:moveTo>
                    <a:pt x="392" y="32665"/>
                  </a:moveTo>
                  <a:lnTo>
                    <a:pt x="392" y="32665"/>
                  </a:lnTo>
                  <a:cubicBezTo>
                    <a:pt x="374" y="32786"/>
                    <a:pt x="374" y="32907"/>
                    <a:pt x="384" y="33038"/>
                  </a:cubicBezTo>
                  <a:cubicBezTo>
                    <a:pt x="480" y="34318"/>
                    <a:pt x="1377" y="35630"/>
                    <a:pt x="2102" y="36526"/>
                  </a:cubicBezTo>
                  <a:lnTo>
                    <a:pt x="2102" y="36473"/>
                  </a:lnTo>
                  <a:cubicBezTo>
                    <a:pt x="1377" y="35587"/>
                    <a:pt x="480" y="34275"/>
                    <a:pt x="384" y="32995"/>
                  </a:cubicBezTo>
                  <a:cubicBezTo>
                    <a:pt x="384" y="32874"/>
                    <a:pt x="384" y="32769"/>
                    <a:pt x="392" y="3266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8"/>
            <p:cNvSpPr/>
            <p:nvPr/>
          </p:nvSpPr>
          <p:spPr>
            <a:xfrm>
              <a:off x="5554921" y="1174507"/>
              <a:ext cx="618369" cy="3065986"/>
            </a:xfrm>
            <a:custGeom>
              <a:rect b="b" l="l" r="r" t="t"/>
              <a:pathLst>
                <a:path extrusionOk="0" h="36398" w="7341">
                  <a:moveTo>
                    <a:pt x="726" y="0"/>
                  </a:moveTo>
                  <a:cubicBezTo>
                    <a:pt x="427" y="406"/>
                    <a:pt x="374" y="960"/>
                    <a:pt x="321" y="1451"/>
                  </a:cubicBezTo>
                  <a:cubicBezTo>
                    <a:pt x="310" y="1568"/>
                    <a:pt x="299" y="1686"/>
                    <a:pt x="289" y="1792"/>
                  </a:cubicBezTo>
                  <a:lnTo>
                    <a:pt x="289" y="1846"/>
                  </a:lnTo>
                  <a:cubicBezTo>
                    <a:pt x="182" y="2688"/>
                    <a:pt x="1" y="3958"/>
                    <a:pt x="609" y="4427"/>
                  </a:cubicBezTo>
                  <a:cubicBezTo>
                    <a:pt x="897" y="4651"/>
                    <a:pt x="1270" y="4854"/>
                    <a:pt x="1654" y="5078"/>
                  </a:cubicBezTo>
                  <a:cubicBezTo>
                    <a:pt x="2113" y="5334"/>
                    <a:pt x="2582" y="5579"/>
                    <a:pt x="2956" y="5899"/>
                  </a:cubicBezTo>
                  <a:cubicBezTo>
                    <a:pt x="3606" y="6433"/>
                    <a:pt x="4204" y="7126"/>
                    <a:pt x="4780" y="7979"/>
                  </a:cubicBezTo>
                  <a:cubicBezTo>
                    <a:pt x="5057" y="8406"/>
                    <a:pt x="5324" y="8854"/>
                    <a:pt x="5409" y="9238"/>
                  </a:cubicBezTo>
                  <a:cubicBezTo>
                    <a:pt x="5473" y="9516"/>
                    <a:pt x="5452" y="9836"/>
                    <a:pt x="5431" y="10145"/>
                  </a:cubicBezTo>
                  <a:cubicBezTo>
                    <a:pt x="5420" y="10465"/>
                    <a:pt x="5399" y="10753"/>
                    <a:pt x="5463" y="11041"/>
                  </a:cubicBezTo>
                  <a:cubicBezTo>
                    <a:pt x="5495" y="11222"/>
                    <a:pt x="5761" y="11414"/>
                    <a:pt x="6060" y="11606"/>
                  </a:cubicBezTo>
                  <a:cubicBezTo>
                    <a:pt x="6103" y="11638"/>
                    <a:pt x="6156" y="11681"/>
                    <a:pt x="6199" y="11702"/>
                  </a:cubicBezTo>
                  <a:cubicBezTo>
                    <a:pt x="6796" y="12129"/>
                    <a:pt x="7276" y="12993"/>
                    <a:pt x="7287" y="13676"/>
                  </a:cubicBezTo>
                  <a:cubicBezTo>
                    <a:pt x="7297" y="13996"/>
                    <a:pt x="7137" y="14369"/>
                    <a:pt x="6807" y="14828"/>
                  </a:cubicBezTo>
                  <a:cubicBezTo>
                    <a:pt x="6519" y="15212"/>
                    <a:pt x="6167" y="15585"/>
                    <a:pt x="5825" y="15927"/>
                  </a:cubicBezTo>
                  <a:cubicBezTo>
                    <a:pt x="5356" y="16417"/>
                    <a:pt x="4865" y="16919"/>
                    <a:pt x="4524" y="17505"/>
                  </a:cubicBezTo>
                  <a:cubicBezTo>
                    <a:pt x="4449" y="17644"/>
                    <a:pt x="4385" y="17772"/>
                    <a:pt x="4342" y="17921"/>
                  </a:cubicBezTo>
                  <a:cubicBezTo>
                    <a:pt x="4129" y="18594"/>
                    <a:pt x="4300" y="19127"/>
                    <a:pt x="4492" y="19703"/>
                  </a:cubicBezTo>
                  <a:cubicBezTo>
                    <a:pt x="4577" y="19970"/>
                    <a:pt x="4662" y="20247"/>
                    <a:pt x="4716" y="20556"/>
                  </a:cubicBezTo>
                  <a:cubicBezTo>
                    <a:pt x="4726" y="20642"/>
                    <a:pt x="4726" y="20748"/>
                    <a:pt x="4716" y="20866"/>
                  </a:cubicBezTo>
                  <a:cubicBezTo>
                    <a:pt x="4662" y="21250"/>
                    <a:pt x="4406" y="21516"/>
                    <a:pt x="4150" y="21783"/>
                  </a:cubicBezTo>
                  <a:cubicBezTo>
                    <a:pt x="4086" y="21847"/>
                    <a:pt x="4022" y="21932"/>
                    <a:pt x="3958" y="21996"/>
                  </a:cubicBezTo>
                  <a:cubicBezTo>
                    <a:pt x="3446" y="22583"/>
                    <a:pt x="3084" y="23149"/>
                    <a:pt x="2817" y="23831"/>
                  </a:cubicBezTo>
                  <a:cubicBezTo>
                    <a:pt x="2495" y="24617"/>
                    <a:pt x="2698" y="25598"/>
                    <a:pt x="3286" y="26366"/>
                  </a:cubicBezTo>
                  <a:lnTo>
                    <a:pt x="3286" y="26366"/>
                  </a:lnTo>
                  <a:cubicBezTo>
                    <a:pt x="2711" y="25609"/>
                    <a:pt x="2526" y="24644"/>
                    <a:pt x="2828" y="23863"/>
                  </a:cubicBezTo>
                  <a:cubicBezTo>
                    <a:pt x="3094" y="23202"/>
                    <a:pt x="3446" y="22636"/>
                    <a:pt x="3969" y="22050"/>
                  </a:cubicBezTo>
                  <a:cubicBezTo>
                    <a:pt x="4033" y="21975"/>
                    <a:pt x="4097" y="21900"/>
                    <a:pt x="4161" y="21836"/>
                  </a:cubicBezTo>
                  <a:cubicBezTo>
                    <a:pt x="4428" y="21559"/>
                    <a:pt x="4673" y="21303"/>
                    <a:pt x="4737" y="20887"/>
                  </a:cubicBezTo>
                  <a:cubicBezTo>
                    <a:pt x="4748" y="20770"/>
                    <a:pt x="4748" y="20663"/>
                    <a:pt x="4737" y="20567"/>
                  </a:cubicBezTo>
                  <a:cubicBezTo>
                    <a:pt x="4694" y="20279"/>
                    <a:pt x="4609" y="19980"/>
                    <a:pt x="4513" y="19714"/>
                  </a:cubicBezTo>
                  <a:cubicBezTo>
                    <a:pt x="4321" y="19159"/>
                    <a:pt x="4140" y="18626"/>
                    <a:pt x="4364" y="17953"/>
                  </a:cubicBezTo>
                  <a:cubicBezTo>
                    <a:pt x="4417" y="17815"/>
                    <a:pt x="4470" y="17676"/>
                    <a:pt x="4556" y="17548"/>
                  </a:cubicBezTo>
                  <a:cubicBezTo>
                    <a:pt x="4887" y="16961"/>
                    <a:pt x="5377" y="16449"/>
                    <a:pt x="5847" y="15969"/>
                  </a:cubicBezTo>
                  <a:cubicBezTo>
                    <a:pt x="6177" y="15607"/>
                    <a:pt x="6540" y="15255"/>
                    <a:pt x="6828" y="14849"/>
                  </a:cubicBezTo>
                  <a:cubicBezTo>
                    <a:pt x="7180" y="14380"/>
                    <a:pt x="7340" y="14028"/>
                    <a:pt x="7329" y="13686"/>
                  </a:cubicBezTo>
                  <a:cubicBezTo>
                    <a:pt x="7319" y="13014"/>
                    <a:pt x="6817" y="12129"/>
                    <a:pt x="6220" y="11702"/>
                  </a:cubicBezTo>
                  <a:cubicBezTo>
                    <a:pt x="6177" y="11681"/>
                    <a:pt x="6124" y="11638"/>
                    <a:pt x="6081" y="11606"/>
                  </a:cubicBezTo>
                  <a:cubicBezTo>
                    <a:pt x="5804" y="11414"/>
                    <a:pt x="5537" y="11222"/>
                    <a:pt x="5495" y="11052"/>
                  </a:cubicBezTo>
                  <a:cubicBezTo>
                    <a:pt x="5431" y="10774"/>
                    <a:pt x="5463" y="10476"/>
                    <a:pt x="5473" y="10156"/>
                  </a:cubicBezTo>
                  <a:cubicBezTo>
                    <a:pt x="5484" y="9857"/>
                    <a:pt x="5495" y="9526"/>
                    <a:pt x="5441" y="9238"/>
                  </a:cubicBezTo>
                  <a:cubicBezTo>
                    <a:pt x="5367" y="8843"/>
                    <a:pt x="5089" y="8395"/>
                    <a:pt x="4801" y="7969"/>
                  </a:cubicBezTo>
                  <a:cubicBezTo>
                    <a:pt x="4236" y="7105"/>
                    <a:pt x="3628" y="6422"/>
                    <a:pt x="2977" y="5878"/>
                  </a:cubicBezTo>
                  <a:cubicBezTo>
                    <a:pt x="2604" y="5569"/>
                    <a:pt x="2134" y="5302"/>
                    <a:pt x="1686" y="5057"/>
                  </a:cubicBezTo>
                  <a:cubicBezTo>
                    <a:pt x="1281" y="4843"/>
                    <a:pt x="929" y="4630"/>
                    <a:pt x="630" y="4395"/>
                  </a:cubicBezTo>
                  <a:cubicBezTo>
                    <a:pt x="43" y="3947"/>
                    <a:pt x="214" y="2678"/>
                    <a:pt x="321" y="1856"/>
                  </a:cubicBezTo>
                  <a:lnTo>
                    <a:pt x="321" y="1803"/>
                  </a:lnTo>
                  <a:cubicBezTo>
                    <a:pt x="342" y="1675"/>
                    <a:pt x="353" y="1568"/>
                    <a:pt x="363" y="1451"/>
                  </a:cubicBezTo>
                  <a:cubicBezTo>
                    <a:pt x="406" y="960"/>
                    <a:pt x="470" y="416"/>
                    <a:pt x="748" y="11"/>
                  </a:cubicBezTo>
                  <a:lnTo>
                    <a:pt x="726" y="0"/>
                  </a:lnTo>
                  <a:close/>
                  <a:moveTo>
                    <a:pt x="3286" y="26366"/>
                  </a:moveTo>
                  <a:cubicBezTo>
                    <a:pt x="3402" y="26519"/>
                    <a:pt x="3534" y="26664"/>
                    <a:pt x="3681" y="26797"/>
                  </a:cubicBezTo>
                  <a:cubicBezTo>
                    <a:pt x="3816" y="26919"/>
                    <a:pt x="3949" y="27043"/>
                    <a:pt x="4074" y="27169"/>
                  </a:cubicBezTo>
                  <a:lnTo>
                    <a:pt x="4074" y="27169"/>
                  </a:lnTo>
                  <a:cubicBezTo>
                    <a:pt x="3947" y="27040"/>
                    <a:pt x="3810" y="26913"/>
                    <a:pt x="3670" y="26786"/>
                  </a:cubicBezTo>
                  <a:cubicBezTo>
                    <a:pt x="3528" y="26656"/>
                    <a:pt x="3400" y="26515"/>
                    <a:pt x="3286" y="26366"/>
                  </a:cubicBezTo>
                  <a:close/>
                  <a:moveTo>
                    <a:pt x="4074" y="27169"/>
                  </a:moveTo>
                  <a:cubicBezTo>
                    <a:pt x="4567" y="27670"/>
                    <a:pt x="4922" y="28207"/>
                    <a:pt x="4812" y="28920"/>
                  </a:cubicBezTo>
                  <a:cubicBezTo>
                    <a:pt x="4609" y="30178"/>
                    <a:pt x="3478" y="30722"/>
                    <a:pt x="2636" y="31010"/>
                  </a:cubicBezTo>
                  <a:cubicBezTo>
                    <a:pt x="2497" y="31053"/>
                    <a:pt x="2358" y="31106"/>
                    <a:pt x="2209" y="31149"/>
                  </a:cubicBezTo>
                  <a:cubicBezTo>
                    <a:pt x="1473" y="31362"/>
                    <a:pt x="556" y="31640"/>
                    <a:pt x="438" y="32472"/>
                  </a:cubicBezTo>
                  <a:cubicBezTo>
                    <a:pt x="417" y="32600"/>
                    <a:pt x="417" y="32717"/>
                    <a:pt x="417" y="32856"/>
                  </a:cubicBezTo>
                  <a:cubicBezTo>
                    <a:pt x="470" y="33869"/>
                    <a:pt x="1078" y="35053"/>
                    <a:pt x="2177" y="36376"/>
                  </a:cubicBezTo>
                  <a:lnTo>
                    <a:pt x="2209" y="36397"/>
                  </a:lnTo>
                  <a:cubicBezTo>
                    <a:pt x="1110" y="35096"/>
                    <a:pt x="513" y="33891"/>
                    <a:pt x="459" y="32888"/>
                  </a:cubicBezTo>
                  <a:cubicBezTo>
                    <a:pt x="449" y="32771"/>
                    <a:pt x="459" y="32643"/>
                    <a:pt x="470" y="32515"/>
                  </a:cubicBezTo>
                  <a:cubicBezTo>
                    <a:pt x="588" y="31704"/>
                    <a:pt x="1494" y="31437"/>
                    <a:pt x="2220" y="31213"/>
                  </a:cubicBezTo>
                  <a:cubicBezTo>
                    <a:pt x="2380" y="31170"/>
                    <a:pt x="2518" y="31117"/>
                    <a:pt x="2646" y="31074"/>
                  </a:cubicBezTo>
                  <a:cubicBezTo>
                    <a:pt x="3489" y="30776"/>
                    <a:pt x="4630" y="30242"/>
                    <a:pt x="4833" y="28962"/>
                  </a:cubicBezTo>
                  <a:cubicBezTo>
                    <a:pt x="4953" y="28235"/>
                    <a:pt x="4579" y="27680"/>
                    <a:pt x="4074" y="2716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8"/>
            <p:cNvSpPr/>
            <p:nvPr/>
          </p:nvSpPr>
          <p:spPr>
            <a:xfrm>
              <a:off x="5565703" y="1172654"/>
              <a:ext cx="633616" cy="3060679"/>
            </a:xfrm>
            <a:custGeom>
              <a:rect b="b" l="l" r="r" t="t"/>
              <a:pathLst>
                <a:path extrusionOk="0" h="36335" w="7522">
                  <a:moveTo>
                    <a:pt x="801" y="1"/>
                  </a:moveTo>
                  <a:cubicBezTo>
                    <a:pt x="492" y="460"/>
                    <a:pt x="406" y="1057"/>
                    <a:pt x="342" y="1590"/>
                  </a:cubicBezTo>
                  <a:lnTo>
                    <a:pt x="299" y="1868"/>
                  </a:lnTo>
                  <a:cubicBezTo>
                    <a:pt x="193" y="2604"/>
                    <a:pt x="1" y="3969"/>
                    <a:pt x="769" y="4406"/>
                  </a:cubicBezTo>
                  <a:cubicBezTo>
                    <a:pt x="940" y="4502"/>
                    <a:pt x="1121" y="4588"/>
                    <a:pt x="1302" y="4694"/>
                  </a:cubicBezTo>
                  <a:cubicBezTo>
                    <a:pt x="1985" y="5068"/>
                    <a:pt x="2678" y="5463"/>
                    <a:pt x="3265" y="5911"/>
                  </a:cubicBezTo>
                  <a:cubicBezTo>
                    <a:pt x="3980" y="6476"/>
                    <a:pt x="4588" y="7180"/>
                    <a:pt x="5079" y="7809"/>
                  </a:cubicBezTo>
                  <a:cubicBezTo>
                    <a:pt x="5463" y="8289"/>
                    <a:pt x="5665" y="8641"/>
                    <a:pt x="5761" y="8983"/>
                  </a:cubicBezTo>
                  <a:cubicBezTo>
                    <a:pt x="5847" y="9324"/>
                    <a:pt x="5825" y="9676"/>
                    <a:pt x="5793" y="10007"/>
                  </a:cubicBezTo>
                  <a:cubicBezTo>
                    <a:pt x="5772" y="10316"/>
                    <a:pt x="5740" y="10604"/>
                    <a:pt x="5815" y="10882"/>
                  </a:cubicBezTo>
                  <a:cubicBezTo>
                    <a:pt x="5836" y="11063"/>
                    <a:pt x="6028" y="11223"/>
                    <a:pt x="6241" y="11404"/>
                  </a:cubicBezTo>
                  <a:cubicBezTo>
                    <a:pt x="6316" y="11468"/>
                    <a:pt x="6401" y="11543"/>
                    <a:pt x="6476" y="11618"/>
                  </a:cubicBezTo>
                  <a:cubicBezTo>
                    <a:pt x="6945" y="12055"/>
                    <a:pt x="7489" y="12855"/>
                    <a:pt x="7489" y="13644"/>
                  </a:cubicBezTo>
                  <a:cubicBezTo>
                    <a:pt x="7489" y="13965"/>
                    <a:pt x="7329" y="14338"/>
                    <a:pt x="6988" y="14797"/>
                  </a:cubicBezTo>
                  <a:cubicBezTo>
                    <a:pt x="6689" y="15170"/>
                    <a:pt x="6348" y="15522"/>
                    <a:pt x="6007" y="15863"/>
                  </a:cubicBezTo>
                  <a:cubicBezTo>
                    <a:pt x="5527" y="16354"/>
                    <a:pt x="5025" y="16855"/>
                    <a:pt x="4673" y="17463"/>
                  </a:cubicBezTo>
                  <a:cubicBezTo>
                    <a:pt x="4598" y="17591"/>
                    <a:pt x="4534" y="17730"/>
                    <a:pt x="4492" y="17869"/>
                  </a:cubicBezTo>
                  <a:cubicBezTo>
                    <a:pt x="4278" y="18552"/>
                    <a:pt x="4438" y="19085"/>
                    <a:pt x="4620" y="19650"/>
                  </a:cubicBezTo>
                  <a:cubicBezTo>
                    <a:pt x="4716" y="19917"/>
                    <a:pt x="4812" y="20205"/>
                    <a:pt x="4855" y="20514"/>
                  </a:cubicBezTo>
                  <a:cubicBezTo>
                    <a:pt x="4865" y="20610"/>
                    <a:pt x="4865" y="20717"/>
                    <a:pt x="4855" y="20824"/>
                  </a:cubicBezTo>
                  <a:cubicBezTo>
                    <a:pt x="4791" y="21240"/>
                    <a:pt x="4534" y="21485"/>
                    <a:pt x="4257" y="21773"/>
                  </a:cubicBezTo>
                  <a:cubicBezTo>
                    <a:pt x="4204" y="21837"/>
                    <a:pt x="4129" y="21901"/>
                    <a:pt x="4065" y="21965"/>
                  </a:cubicBezTo>
                  <a:cubicBezTo>
                    <a:pt x="3542" y="22530"/>
                    <a:pt x="3169" y="23117"/>
                    <a:pt x="2881" y="23821"/>
                  </a:cubicBezTo>
                  <a:cubicBezTo>
                    <a:pt x="2678" y="24312"/>
                    <a:pt x="2689" y="24856"/>
                    <a:pt x="2924" y="25389"/>
                  </a:cubicBezTo>
                  <a:cubicBezTo>
                    <a:pt x="3116" y="25859"/>
                    <a:pt x="3468" y="26317"/>
                    <a:pt x="3916" y="26669"/>
                  </a:cubicBezTo>
                  <a:cubicBezTo>
                    <a:pt x="4566" y="27203"/>
                    <a:pt x="5228" y="27886"/>
                    <a:pt x="5068" y="28803"/>
                  </a:cubicBezTo>
                  <a:cubicBezTo>
                    <a:pt x="4823" y="30083"/>
                    <a:pt x="3734" y="30638"/>
                    <a:pt x="2817" y="30958"/>
                  </a:cubicBezTo>
                  <a:cubicBezTo>
                    <a:pt x="2657" y="31011"/>
                    <a:pt x="2476" y="31064"/>
                    <a:pt x="2305" y="31118"/>
                  </a:cubicBezTo>
                  <a:cubicBezTo>
                    <a:pt x="1516" y="31342"/>
                    <a:pt x="641" y="31598"/>
                    <a:pt x="470" y="32409"/>
                  </a:cubicBezTo>
                  <a:cubicBezTo>
                    <a:pt x="449" y="32526"/>
                    <a:pt x="438" y="32665"/>
                    <a:pt x="438" y="32793"/>
                  </a:cubicBezTo>
                  <a:cubicBezTo>
                    <a:pt x="470" y="33795"/>
                    <a:pt x="1068" y="34979"/>
                    <a:pt x="2230" y="36334"/>
                  </a:cubicBezTo>
                  <a:lnTo>
                    <a:pt x="2252" y="36302"/>
                  </a:lnTo>
                  <a:cubicBezTo>
                    <a:pt x="1110" y="34958"/>
                    <a:pt x="502" y="33774"/>
                    <a:pt x="481" y="32782"/>
                  </a:cubicBezTo>
                  <a:cubicBezTo>
                    <a:pt x="470" y="32654"/>
                    <a:pt x="481" y="32515"/>
                    <a:pt x="502" y="32398"/>
                  </a:cubicBezTo>
                  <a:cubicBezTo>
                    <a:pt x="662" y="31608"/>
                    <a:pt x="1548" y="31352"/>
                    <a:pt x="2316" y="31128"/>
                  </a:cubicBezTo>
                  <a:cubicBezTo>
                    <a:pt x="2508" y="31075"/>
                    <a:pt x="2678" y="31022"/>
                    <a:pt x="2828" y="30968"/>
                  </a:cubicBezTo>
                  <a:cubicBezTo>
                    <a:pt x="3756" y="30648"/>
                    <a:pt x="4865" y="30104"/>
                    <a:pt x="5089" y="28814"/>
                  </a:cubicBezTo>
                  <a:cubicBezTo>
                    <a:pt x="5271" y="27875"/>
                    <a:pt x="4598" y="27192"/>
                    <a:pt x="3937" y="26648"/>
                  </a:cubicBezTo>
                  <a:cubicBezTo>
                    <a:pt x="3137" y="26008"/>
                    <a:pt x="2454" y="24931"/>
                    <a:pt x="2892" y="23832"/>
                  </a:cubicBezTo>
                  <a:cubicBezTo>
                    <a:pt x="3190" y="23128"/>
                    <a:pt x="3564" y="22541"/>
                    <a:pt x="4076" y="21986"/>
                  </a:cubicBezTo>
                  <a:cubicBezTo>
                    <a:pt x="4129" y="21912"/>
                    <a:pt x="4204" y="21848"/>
                    <a:pt x="4268" y="21784"/>
                  </a:cubicBezTo>
                  <a:cubicBezTo>
                    <a:pt x="4534" y="21506"/>
                    <a:pt x="4801" y="21240"/>
                    <a:pt x="4865" y="20824"/>
                  </a:cubicBezTo>
                  <a:cubicBezTo>
                    <a:pt x="4876" y="20717"/>
                    <a:pt x="4876" y="20600"/>
                    <a:pt x="4865" y="20504"/>
                  </a:cubicBezTo>
                  <a:cubicBezTo>
                    <a:pt x="4823" y="20184"/>
                    <a:pt x="4737" y="19906"/>
                    <a:pt x="4641" y="19618"/>
                  </a:cubicBezTo>
                  <a:cubicBezTo>
                    <a:pt x="4449" y="19064"/>
                    <a:pt x="4289" y="18541"/>
                    <a:pt x="4502" y="17869"/>
                  </a:cubicBezTo>
                  <a:cubicBezTo>
                    <a:pt x="4556" y="17741"/>
                    <a:pt x="4609" y="17602"/>
                    <a:pt x="4694" y="17474"/>
                  </a:cubicBezTo>
                  <a:cubicBezTo>
                    <a:pt x="5036" y="16887"/>
                    <a:pt x="5548" y="16375"/>
                    <a:pt x="6028" y="15885"/>
                  </a:cubicBezTo>
                  <a:cubicBezTo>
                    <a:pt x="6359" y="15554"/>
                    <a:pt x="6700" y="15191"/>
                    <a:pt x="6999" y="14818"/>
                  </a:cubicBezTo>
                  <a:cubicBezTo>
                    <a:pt x="7361" y="14370"/>
                    <a:pt x="7521" y="13997"/>
                    <a:pt x="7521" y="13666"/>
                  </a:cubicBezTo>
                  <a:cubicBezTo>
                    <a:pt x="7500" y="12866"/>
                    <a:pt x="6988" y="12076"/>
                    <a:pt x="6487" y="11607"/>
                  </a:cubicBezTo>
                  <a:cubicBezTo>
                    <a:pt x="6412" y="11543"/>
                    <a:pt x="6327" y="11458"/>
                    <a:pt x="6252" y="11394"/>
                  </a:cubicBezTo>
                  <a:cubicBezTo>
                    <a:pt x="6039" y="11202"/>
                    <a:pt x="5868" y="11063"/>
                    <a:pt x="5825" y="10882"/>
                  </a:cubicBezTo>
                  <a:cubicBezTo>
                    <a:pt x="5772" y="10604"/>
                    <a:pt x="5783" y="10316"/>
                    <a:pt x="5815" y="10007"/>
                  </a:cubicBezTo>
                  <a:cubicBezTo>
                    <a:pt x="5836" y="9655"/>
                    <a:pt x="5868" y="9313"/>
                    <a:pt x="5772" y="8961"/>
                  </a:cubicBezTo>
                  <a:cubicBezTo>
                    <a:pt x="5687" y="8620"/>
                    <a:pt x="5473" y="8257"/>
                    <a:pt x="5089" y="7777"/>
                  </a:cubicBezTo>
                  <a:cubicBezTo>
                    <a:pt x="4598" y="7148"/>
                    <a:pt x="4001" y="6444"/>
                    <a:pt x="3276" y="5889"/>
                  </a:cubicBezTo>
                  <a:cubicBezTo>
                    <a:pt x="2689" y="5420"/>
                    <a:pt x="1996" y="5047"/>
                    <a:pt x="1313" y="4673"/>
                  </a:cubicBezTo>
                  <a:cubicBezTo>
                    <a:pt x="1132" y="4577"/>
                    <a:pt x="961" y="4470"/>
                    <a:pt x="780" y="4374"/>
                  </a:cubicBezTo>
                  <a:cubicBezTo>
                    <a:pt x="22" y="3948"/>
                    <a:pt x="225" y="2604"/>
                    <a:pt x="331" y="1868"/>
                  </a:cubicBezTo>
                  <a:lnTo>
                    <a:pt x="374" y="1590"/>
                  </a:lnTo>
                  <a:cubicBezTo>
                    <a:pt x="438" y="1057"/>
                    <a:pt x="513" y="470"/>
                    <a:pt x="822" y="22"/>
                  </a:cubicBezTo>
                  <a:lnTo>
                    <a:pt x="8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8"/>
            <p:cNvSpPr/>
            <p:nvPr/>
          </p:nvSpPr>
          <p:spPr>
            <a:xfrm>
              <a:off x="5583729" y="1176276"/>
              <a:ext cx="642545" cy="3050739"/>
            </a:xfrm>
            <a:custGeom>
              <a:rect b="b" l="l" r="r" t="t"/>
              <a:pathLst>
                <a:path extrusionOk="0" h="36217" w="7628">
                  <a:moveTo>
                    <a:pt x="768" y="0"/>
                  </a:moveTo>
                  <a:cubicBezTo>
                    <a:pt x="448" y="481"/>
                    <a:pt x="363" y="1078"/>
                    <a:pt x="267" y="1654"/>
                  </a:cubicBezTo>
                  <a:lnTo>
                    <a:pt x="224" y="1931"/>
                  </a:lnTo>
                  <a:cubicBezTo>
                    <a:pt x="75" y="2870"/>
                    <a:pt x="0" y="3990"/>
                    <a:pt x="864" y="4385"/>
                  </a:cubicBezTo>
                  <a:cubicBezTo>
                    <a:pt x="1814" y="4811"/>
                    <a:pt x="2720" y="5345"/>
                    <a:pt x="3478" y="5900"/>
                  </a:cubicBezTo>
                  <a:cubicBezTo>
                    <a:pt x="4011" y="6284"/>
                    <a:pt x="4491" y="6774"/>
                    <a:pt x="4961" y="7244"/>
                  </a:cubicBezTo>
                  <a:cubicBezTo>
                    <a:pt x="5067" y="7361"/>
                    <a:pt x="5174" y="7468"/>
                    <a:pt x="5291" y="7585"/>
                  </a:cubicBezTo>
                  <a:cubicBezTo>
                    <a:pt x="5675" y="7958"/>
                    <a:pt x="5910" y="8332"/>
                    <a:pt x="5995" y="8694"/>
                  </a:cubicBezTo>
                  <a:cubicBezTo>
                    <a:pt x="6091" y="9057"/>
                    <a:pt x="6049" y="9441"/>
                    <a:pt x="6027" y="9804"/>
                  </a:cubicBezTo>
                  <a:cubicBezTo>
                    <a:pt x="5995" y="10113"/>
                    <a:pt x="5985" y="10412"/>
                    <a:pt x="6027" y="10711"/>
                  </a:cubicBezTo>
                  <a:cubicBezTo>
                    <a:pt x="6049" y="10892"/>
                    <a:pt x="6198" y="11052"/>
                    <a:pt x="6369" y="11244"/>
                  </a:cubicBezTo>
                  <a:cubicBezTo>
                    <a:pt x="6454" y="11340"/>
                    <a:pt x="6529" y="11425"/>
                    <a:pt x="6614" y="11532"/>
                  </a:cubicBezTo>
                  <a:cubicBezTo>
                    <a:pt x="7051" y="12097"/>
                    <a:pt x="7595" y="12801"/>
                    <a:pt x="7585" y="13601"/>
                  </a:cubicBezTo>
                  <a:cubicBezTo>
                    <a:pt x="7585" y="13922"/>
                    <a:pt x="7414" y="14295"/>
                    <a:pt x="7051" y="14754"/>
                  </a:cubicBezTo>
                  <a:cubicBezTo>
                    <a:pt x="6774" y="15106"/>
                    <a:pt x="6443" y="15447"/>
                    <a:pt x="6102" y="15767"/>
                  </a:cubicBezTo>
                  <a:cubicBezTo>
                    <a:pt x="5601" y="16258"/>
                    <a:pt x="5089" y="16759"/>
                    <a:pt x="4737" y="17378"/>
                  </a:cubicBezTo>
                  <a:cubicBezTo>
                    <a:pt x="4651" y="17506"/>
                    <a:pt x="4587" y="17655"/>
                    <a:pt x="4545" y="17794"/>
                  </a:cubicBezTo>
                  <a:cubicBezTo>
                    <a:pt x="4331" y="18455"/>
                    <a:pt x="4491" y="18978"/>
                    <a:pt x="4662" y="19533"/>
                  </a:cubicBezTo>
                  <a:cubicBezTo>
                    <a:pt x="4747" y="19831"/>
                    <a:pt x="4843" y="20119"/>
                    <a:pt x="4875" y="20439"/>
                  </a:cubicBezTo>
                  <a:cubicBezTo>
                    <a:pt x="4897" y="20546"/>
                    <a:pt x="4897" y="20653"/>
                    <a:pt x="4875" y="20749"/>
                  </a:cubicBezTo>
                  <a:cubicBezTo>
                    <a:pt x="4811" y="21154"/>
                    <a:pt x="4545" y="21421"/>
                    <a:pt x="4267" y="21687"/>
                  </a:cubicBezTo>
                  <a:lnTo>
                    <a:pt x="4064" y="21879"/>
                  </a:lnTo>
                  <a:cubicBezTo>
                    <a:pt x="3531" y="22455"/>
                    <a:pt x="3136" y="23064"/>
                    <a:pt x="2838" y="23778"/>
                  </a:cubicBezTo>
                  <a:cubicBezTo>
                    <a:pt x="2347" y="24962"/>
                    <a:pt x="3307" y="25912"/>
                    <a:pt x="4075" y="26509"/>
                  </a:cubicBezTo>
                  <a:cubicBezTo>
                    <a:pt x="4715" y="27010"/>
                    <a:pt x="5409" y="27693"/>
                    <a:pt x="5227" y="28643"/>
                  </a:cubicBezTo>
                  <a:cubicBezTo>
                    <a:pt x="4961" y="29976"/>
                    <a:pt x="3776" y="30541"/>
                    <a:pt x="2902" y="30829"/>
                  </a:cubicBezTo>
                  <a:cubicBezTo>
                    <a:pt x="2742" y="30883"/>
                    <a:pt x="2560" y="30936"/>
                    <a:pt x="2358" y="30989"/>
                  </a:cubicBezTo>
                  <a:cubicBezTo>
                    <a:pt x="1600" y="31203"/>
                    <a:pt x="640" y="31459"/>
                    <a:pt x="438" y="32270"/>
                  </a:cubicBezTo>
                  <a:cubicBezTo>
                    <a:pt x="395" y="32398"/>
                    <a:pt x="384" y="32526"/>
                    <a:pt x="384" y="32664"/>
                  </a:cubicBezTo>
                  <a:cubicBezTo>
                    <a:pt x="384" y="32668"/>
                    <a:pt x="384" y="32671"/>
                    <a:pt x="384" y="32675"/>
                  </a:cubicBezTo>
                  <a:lnTo>
                    <a:pt x="384" y="32675"/>
                  </a:lnTo>
                  <a:cubicBezTo>
                    <a:pt x="395" y="32536"/>
                    <a:pt x="406" y="32408"/>
                    <a:pt x="438" y="32280"/>
                  </a:cubicBezTo>
                  <a:cubicBezTo>
                    <a:pt x="640" y="31480"/>
                    <a:pt x="1579" y="31213"/>
                    <a:pt x="2347" y="31021"/>
                  </a:cubicBezTo>
                  <a:cubicBezTo>
                    <a:pt x="2539" y="30968"/>
                    <a:pt x="2731" y="30915"/>
                    <a:pt x="2891" y="30861"/>
                  </a:cubicBezTo>
                  <a:cubicBezTo>
                    <a:pt x="3776" y="30552"/>
                    <a:pt x="4961" y="30008"/>
                    <a:pt x="5238" y="28643"/>
                  </a:cubicBezTo>
                  <a:cubicBezTo>
                    <a:pt x="5441" y="27683"/>
                    <a:pt x="4726" y="26989"/>
                    <a:pt x="4086" y="26488"/>
                  </a:cubicBezTo>
                  <a:cubicBezTo>
                    <a:pt x="3328" y="25880"/>
                    <a:pt x="2368" y="24952"/>
                    <a:pt x="2848" y="23778"/>
                  </a:cubicBezTo>
                  <a:cubicBezTo>
                    <a:pt x="3158" y="23053"/>
                    <a:pt x="3542" y="22455"/>
                    <a:pt x="4075" y="21901"/>
                  </a:cubicBezTo>
                  <a:lnTo>
                    <a:pt x="4278" y="21698"/>
                  </a:lnTo>
                  <a:cubicBezTo>
                    <a:pt x="4577" y="21421"/>
                    <a:pt x="4843" y="21154"/>
                    <a:pt x="4907" y="20738"/>
                  </a:cubicBezTo>
                  <a:cubicBezTo>
                    <a:pt x="4918" y="20631"/>
                    <a:pt x="4918" y="20525"/>
                    <a:pt x="4907" y="20418"/>
                  </a:cubicBezTo>
                  <a:cubicBezTo>
                    <a:pt x="4875" y="20098"/>
                    <a:pt x="4790" y="19799"/>
                    <a:pt x="4694" y="19511"/>
                  </a:cubicBezTo>
                  <a:cubicBezTo>
                    <a:pt x="4523" y="18967"/>
                    <a:pt x="4363" y="18445"/>
                    <a:pt x="4577" y="17794"/>
                  </a:cubicBezTo>
                  <a:cubicBezTo>
                    <a:pt x="4630" y="17655"/>
                    <a:pt x="4683" y="17527"/>
                    <a:pt x="4758" y="17388"/>
                  </a:cubicBezTo>
                  <a:cubicBezTo>
                    <a:pt x="5110" y="16780"/>
                    <a:pt x="5622" y="16268"/>
                    <a:pt x="6123" y="15778"/>
                  </a:cubicBezTo>
                  <a:cubicBezTo>
                    <a:pt x="6443" y="15458"/>
                    <a:pt x="6785" y="15127"/>
                    <a:pt x="7062" y="14764"/>
                  </a:cubicBezTo>
                  <a:cubicBezTo>
                    <a:pt x="7425" y="14306"/>
                    <a:pt x="7617" y="13932"/>
                    <a:pt x="7617" y="13601"/>
                  </a:cubicBezTo>
                  <a:cubicBezTo>
                    <a:pt x="7627" y="12791"/>
                    <a:pt x="7083" y="12087"/>
                    <a:pt x="6635" y="11511"/>
                  </a:cubicBezTo>
                  <a:cubicBezTo>
                    <a:pt x="6561" y="11404"/>
                    <a:pt x="6465" y="11308"/>
                    <a:pt x="6390" y="11212"/>
                  </a:cubicBezTo>
                  <a:cubicBezTo>
                    <a:pt x="6209" y="11031"/>
                    <a:pt x="6070" y="10871"/>
                    <a:pt x="6038" y="10700"/>
                  </a:cubicBezTo>
                  <a:cubicBezTo>
                    <a:pt x="5985" y="10412"/>
                    <a:pt x="6017" y="10113"/>
                    <a:pt x="6038" y="9804"/>
                  </a:cubicBezTo>
                  <a:cubicBezTo>
                    <a:pt x="6081" y="9431"/>
                    <a:pt x="6102" y="9057"/>
                    <a:pt x="6017" y="8684"/>
                  </a:cubicBezTo>
                  <a:cubicBezTo>
                    <a:pt x="5921" y="8321"/>
                    <a:pt x="5675" y="7948"/>
                    <a:pt x="5291" y="7564"/>
                  </a:cubicBezTo>
                  <a:cubicBezTo>
                    <a:pt x="5185" y="7446"/>
                    <a:pt x="5067" y="7340"/>
                    <a:pt x="4961" y="7212"/>
                  </a:cubicBezTo>
                  <a:cubicBezTo>
                    <a:pt x="4491" y="6753"/>
                    <a:pt x="4011" y="6252"/>
                    <a:pt x="3478" y="5868"/>
                  </a:cubicBezTo>
                  <a:cubicBezTo>
                    <a:pt x="2731" y="5324"/>
                    <a:pt x="1824" y="4801"/>
                    <a:pt x="864" y="4363"/>
                  </a:cubicBezTo>
                  <a:cubicBezTo>
                    <a:pt x="21" y="3979"/>
                    <a:pt x="96" y="2859"/>
                    <a:pt x="256" y="1931"/>
                  </a:cubicBezTo>
                  <a:lnTo>
                    <a:pt x="288" y="1654"/>
                  </a:lnTo>
                  <a:cubicBezTo>
                    <a:pt x="384" y="1099"/>
                    <a:pt x="480" y="491"/>
                    <a:pt x="800" y="11"/>
                  </a:cubicBezTo>
                  <a:lnTo>
                    <a:pt x="768" y="0"/>
                  </a:lnTo>
                  <a:close/>
                  <a:moveTo>
                    <a:pt x="384" y="32675"/>
                  </a:moveTo>
                  <a:lnTo>
                    <a:pt x="384" y="32675"/>
                  </a:lnTo>
                  <a:cubicBezTo>
                    <a:pt x="384" y="32675"/>
                    <a:pt x="384" y="32675"/>
                    <a:pt x="384" y="32675"/>
                  </a:cubicBezTo>
                  <a:cubicBezTo>
                    <a:pt x="384" y="33166"/>
                    <a:pt x="531" y="33702"/>
                    <a:pt x="830" y="34288"/>
                  </a:cubicBezTo>
                  <a:lnTo>
                    <a:pt x="830" y="34288"/>
                  </a:lnTo>
                  <a:cubicBezTo>
                    <a:pt x="533" y="33703"/>
                    <a:pt x="386" y="33168"/>
                    <a:pt x="384" y="32675"/>
                  </a:cubicBezTo>
                  <a:close/>
                  <a:moveTo>
                    <a:pt x="830" y="34288"/>
                  </a:moveTo>
                  <a:cubicBezTo>
                    <a:pt x="1128" y="34878"/>
                    <a:pt x="1579" y="35518"/>
                    <a:pt x="2187" y="36216"/>
                  </a:cubicBezTo>
                  <a:lnTo>
                    <a:pt x="2187" y="36206"/>
                  </a:lnTo>
                  <a:cubicBezTo>
                    <a:pt x="1579" y="35512"/>
                    <a:pt x="1128" y="34875"/>
                    <a:pt x="830" y="3428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8"/>
            <p:cNvSpPr/>
            <p:nvPr/>
          </p:nvSpPr>
          <p:spPr>
            <a:xfrm>
              <a:off x="5598976" y="1176276"/>
              <a:ext cx="657875" cy="3045348"/>
            </a:xfrm>
            <a:custGeom>
              <a:rect b="b" l="l" r="r" t="t"/>
              <a:pathLst>
                <a:path extrusionOk="0" h="36153" w="7810">
                  <a:moveTo>
                    <a:pt x="833" y="0"/>
                  </a:moveTo>
                  <a:cubicBezTo>
                    <a:pt x="470" y="534"/>
                    <a:pt x="363" y="1174"/>
                    <a:pt x="257" y="1803"/>
                  </a:cubicBezTo>
                  <a:lnTo>
                    <a:pt x="214" y="2006"/>
                  </a:lnTo>
                  <a:cubicBezTo>
                    <a:pt x="1" y="3243"/>
                    <a:pt x="289" y="4065"/>
                    <a:pt x="1035" y="4385"/>
                  </a:cubicBezTo>
                  <a:cubicBezTo>
                    <a:pt x="1899" y="4747"/>
                    <a:pt x="2859" y="5281"/>
                    <a:pt x="3734" y="5868"/>
                  </a:cubicBezTo>
                  <a:cubicBezTo>
                    <a:pt x="4246" y="6220"/>
                    <a:pt x="4726" y="6625"/>
                    <a:pt x="5196" y="7030"/>
                  </a:cubicBezTo>
                  <a:cubicBezTo>
                    <a:pt x="5324" y="7148"/>
                    <a:pt x="5441" y="7254"/>
                    <a:pt x="5580" y="7361"/>
                  </a:cubicBezTo>
                  <a:cubicBezTo>
                    <a:pt x="5974" y="7713"/>
                    <a:pt x="6220" y="8065"/>
                    <a:pt x="6316" y="8438"/>
                  </a:cubicBezTo>
                  <a:cubicBezTo>
                    <a:pt x="6401" y="8833"/>
                    <a:pt x="6369" y="9238"/>
                    <a:pt x="6326" y="9644"/>
                  </a:cubicBezTo>
                  <a:cubicBezTo>
                    <a:pt x="6294" y="9953"/>
                    <a:pt x="6273" y="10252"/>
                    <a:pt x="6294" y="10551"/>
                  </a:cubicBezTo>
                  <a:cubicBezTo>
                    <a:pt x="6316" y="10785"/>
                    <a:pt x="6486" y="11020"/>
                    <a:pt x="6689" y="11297"/>
                  </a:cubicBezTo>
                  <a:cubicBezTo>
                    <a:pt x="6721" y="11351"/>
                    <a:pt x="6764" y="11415"/>
                    <a:pt x="6806" y="11468"/>
                  </a:cubicBezTo>
                  <a:cubicBezTo>
                    <a:pt x="6849" y="11521"/>
                    <a:pt x="6881" y="11596"/>
                    <a:pt x="6924" y="11639"/>
                  </a:cubicBezTo>
                  <a:cubicBezTo>
                    <a:pt x="7340" y="12236"/>
                    <a:pt x="7766" y="12833"/>
                    <a:pt x="7756" y="13548"/>
                  </a:cubicBezTo>
                  <a:cubicBezTo>
                    <a:pt x="7756" y="13868"/>
                    <a:pt x="7564" y="14263"/>
                    <a:pt x="7190" y="14700"/>
                  </a:cubicBezTo>
                  <a:cubicBezTo>
                    <a:pt x="6913" y="15042"/>
                    <a:pt x="6582" y="15362"/>
                    <a:pt x="6262" y="15671"/>
                  </a:cubicBezTo>
                  <a:cubicBezTo>
                    <a:pt x="5740" y="16183"/>
                    <a:pt x="5206" y="16695"/>
                    <a:pt x="4844" y="17314"/>
                  </a:cubicBezTo>
                  <a:cubicBezTo>
                    <a:pt x="4769" y="17442"/>
                    <a:pt x="4694" y="17591"/>
                    <a:pt x="4662" y="17730"/>
                  </a:cubicBezTo>
                  <a:cubicBezTo>
                    <a:pt x="4449" y="18380"/>
                    <a:pt x="4609" y="18903"/>
                    <a:pt x="4769" y="19447"/>
                  </a:cubicBezTo>
                  <a:cubicBezTo>
                    <a:pt x="4854" y="19735"/>
                    <a:pt x="4950" y="20045"/>
                    <a:pt x="4982" y="20375"/>
                  </a:cubicBezTo>
                  <a:cubicBezTo>
                    <a:pt x="4982" y="20471"/>
                    <a:pt x="4982" y="20578"/>
                    <a:pt x="4961" y="20685"/>
                  </a:cubicBezTo>
                  <a:cubicBezTo>
                    <a:pt x="4897" y="21101"/>
                    <a:pt x="4620" y="21357"/>
                    <a:pt x="4342" y="21623"/>
                  </a:cubicBezTo>
                  <a:lnTo>
                    <a:pt x="4129" y="21837"/>
                  </a:lnTo>
                  <a:cubicBezTo>
                    <a:pt x="3563" y="22402"/>
                    <a:pt x="3179" y="23010"/>
                    <a:pt x="2859" y="23757"/>
                  </a:cubicBezTo>
                  <a:cubicBezTo>
                    <a:pt x="2337" y="24984"/>
                    <a:pt x="3606" y="25890"/>
                    <a:pt x="4289" y="26381"/>
                  </a:cubicBezTo>
                  <a:cubicBezTo>
                    <a:pt x="5196" y="27032"/>
                    <a:pt x="5569" y="27757"/>
                    <a:pt x="5409" y="28525"/>
                  </a:cubicBezTo>
                  <a:cubicBezTo>
                    <a:pt x="5174" y="29571"/>
                    <a:pt x="4417" y="30275"/>
                    <a:pt x="3019" y="30755"/>
                  </a:cubicBezTo>
                  <a:cubicBezTo>
                    <a:pt x="2849" y="30819"/>
                    <a:pt x="2646" y="30872"/>
                    <a:pt x="2433" y="30925"/>
                  </a:cubicBezTo>
                  <a:cubicBezTo>
                    <a:pt x="1622" y="31139"/>
                    <a:pt x="673" y="31395"/>
                    <a:pt x="427" y="32195"/>
                  </a:cubicBezTo>
                  <a:cubicBezTo>
                    <a:pt x="395" y="32312"/>
                    <a:pt x="363" y="32451"/>
                    <a:pt x="363" y="32579"/>
                  </a:cubicBezTo>
                  <a:cubicBezTo>
                    <a:pt x="321" y="33891"/>
                    <a:pt x="1377" y="35246"/>
                    <a:pt x="2177" y="36152"/>
                  </a:cubicBezTo>
                  <a:lnTo>
                    <a:pt x="2209" y="36152"/>
                  </a:lnTo>
                  <a:cubicBezTo>
                    <a:pt x="1419" y="35246"/>
                    <a:pt x="363" y="33902"/>
                    <a:pt x="406" y="32600"/>
                  </a:cubicBezTo>
                  <a:cubicBezTo>
                    <a:pt x="417" y="32472"/>
                    <a:pt x="427" y="32334"/>
                    <a:pt x="470" y="32216"/>
                  </a:cubicBezTo>
                  <a:cubicBezTo>
                    <a:pt x="715" y="31427"/>
                    <a:pt x="1643" y="31181"/>
                    <a:pt x="2454" y="30968"/>
                  </a:cubicBezTo>
                  <a:cubicBezTo>
                    <a:pt x="2667" y="30915"/>
                    <a:pt x="2870" y="30861"/>
                    <a:pt x="3041" y="30787"/>
                  </a:cubicBezTo>
                  <a:cubicBezTo>
                    <a:pt x="4460" y="30307"/>
                    <a:pt x="5217" y="29592"/>
                    <a:pt x="5441" y="28536"/>
                  </a:cubicBezTo>
                  <a:cubicBezTo>
                    <a:pt x="5601" y="27768"/>
                    <a:pt x="5228" y="27032"/>
                    <a:pt x="4310" y="26360"/>
                  </a:cubicBezTo>
                  <a:cubicBezTo>
                    <a:pt x="3627" y="25869"/>
                    <a:pt x="2379" y="24962"/>
                    <a:pt x="2881" y="23768"/>
                  </a:cubicBezTo>
                  <a:cubicBezTo>
                    <a:pt x="3201" y="23021"/>
                    <a:pt x="3595" y="22434"/>
                    <a:pt x="4150" y="21858"/>
                  </a:cubicBezTo>
                  <a:cubicBezTo>
                    <a:pt x="4214" y="21773"/>
                    <a:pt x="4299" y="21709"/>
                    <a:pt x="4364" y="21645"/>
                  </a:cubicBezTo>
                  <a:cubicBezTo>
                    <a:pt x="4662" y="21367"/>
                    <a:pt x="4929" y="21111"/>
                    <a:pt x="4993" y="20695"/>
                  </a:cubicBezTo>
                  <a:cubicBezTo>
                    <a:pt x="5004" y="20589"/>
                    <a:pt x="5014" y="20471"/>
                    <a:pt x="5004" y="20375"/>
                  </a:cubicBezTo>
                  <a:cubicBezTo>
                    <a:pt x="4961" y="20045"/>
                    <a:pt x="4886" y="19735"/>
                    <a:pt x="4790" y="19447"/>
                  </a:cubicBezTo>
                  <a:cubicBezTo>
                    <a:pt x="4630" y="18893"/>
                    <a:pt x="4470" y="18380"/>
                    <a:pt x="4684" y="17740"/>
                  </a:cubicBezTo>
                  <a:cubicBezTo>
                    <a:pt x="4737" y="17602"/>
                    <a:pt x="4790" y="17474"/>
                    <a:pt x="4876" y="17335"/>
                  </a:cubicBezTo>
                  <a:cubicBezTo>
                    <a:pt x="5228" y="16727"/>
                    <a:pt x="5750" y="16204"/>
                    <a:pt x="6273" y="15714"/>
                  </a:cubicBezTo>
                  <a:cubicBezTo>
                    <a:pt x="6593" y="15404"/>
                    <a:pt x="6924" y="15074"/>
                    <a:pt x="7201" y="14732"/>
                  </a:cubicBezTo>
                  <a:cubicBezTo>
                    <a:pt x="7574" y="14295"/>
                    <a:pt x="7766" y="13911"/>
                    <a:pt x="7777" y="13580"/>
                  </a:cubicBezTo>
                  <a:cubicBezTo>
                    <a:pt x="7809" y="12844"/>
                    <a:pt x="7361" y="12225"/>
                    <a:pt x="6956" y="11639"/>
                  </a:cubicBezTo>
                  <a:cubicBezTo>
                    <a:pt x="6913" y="11585"/>
                    <a:pt x="6870" y="11521"/>
                    <a:pt x="6828" y="11468"/>
                  </a:cubicBezTo>
                  <a:cubicBezTo>
                    <a:pt x="6796" y="11404"/>
                    <a:pt x="6753" y="11351"/>
                    <a:pt x="6710" y="11297"/>
                  </a:cubicBezTo>
                  <a:cubicBezTo>
                    <a:pt x="6508" y="11031"/>
                    <a:pt x="6348" y="10785"/>
                    <a:pt x="6326" y="10561"/>
                  </a:cubicBezTo>
                  <a:cubicBezTo>
                    <a:pt x="6284" y="10273"/>
                    <a:pt x="6326" y="9964"/>
                    <a:pt x="6348" y="9655"/>
                  </a:cubicBezTo>
                  <a:cubicBezTo>
                    <a:pt x="6390" y="9260"/>
                    <a:pt x="6433" y="8844"/>
                    <a:pt x="6337" y="8438"/>
                  </a:cubicBezTo>
                  <a:cubicBezTo>
                    <a:pt x="6241" y="8054"/>
                    <a:pt x="5996" y="7681"/>
                    <a:pt x="5590" y="7350"/>
                  </a:cubicBezTo>
                  <a:cubicBezTo>
                    <a:pt x="5462" y="7244"/>
                    <a:pt x="5334" y="7126"/>
                    <a:pt x="5206" y="7020"/>
                  </a:cubicBezTo>
                  <a:cubicBezTo>
                    <a:pt x="4737" y="6614"/>
                    <a:pt x="4257" y="6188"/>
                    <a:pt x="3755" y="5857"/>
                  </a:cubicBezTo>
                  <a:cubicBezTo>
                    <a:pt x="2859" y="5270"/>
                    <a:pt x="1899" y="4737"/>
                    <a:pt x="1035" y="4374"/>
                  </a:cubicBezTo>
                  <a:cubicBezTo>
                    <a:pt x="289" y="4054"/>
                    <a:pt x="22" y="3265"/>
                    <a:pt x="246" y="2017"/>
                  </a:cubicBezTo>
                  <a:lnTo>
                    <a:pt x="289" y="1814"/>
                  </a:lnTo>
                  <a:cubicBezTo>
                    <a:pt x="395" y="1185"/>
                    <a:pt x="513" y="545"/>
                    <a:pt x="854" y="11"/>
                  </a:cubicBezTo>
                  <a:lnTo>
                    <a:pt x="83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8"/>
            <p:cNvSpPr/>
            <p:nvPr/>
          </p:nvSpPr>
          <p:spPr>
            <a:xfrm>
              <a:off x="5605294" y="1176276"/>
              <a:ext cx="678513" cy="3039957"/>
            </a:xfrm>
            <a:custGeom>
              <a:rect b="b" l="l" r="r" t="t"/>
              <a:pathLst>
                <a:path extrusionOk="0" h="36089" w="8055">
                  <a:moveTo>
                    <a:pt x="928" y="0"/>
                  </a:moveTo>
                  <a:cubicBezTo>
                    <a:pt x="395" y="822"/>
                    <a:pt x="0" y="2262"/>
                    <a:pt x="299" y="3307"/>
                  </a:cubicBezTo>
                  <a:cubicBezTo>
                    <a:pt x="459" y="3841"/>
                    <a:pt x="779" y="4214"/>
                    <a:pt x="1248" y="4417"/>
                  </a:cubicBezTo>
                  <a:cubicBezTo>
                    <a:pt x="2688" y="5057"/>
                    <a:pt x="4214" y="5942"/>
                    <a:pt x="5921" y="7148"/>
                  </a:cubicBezTo>
                  <a:cubicBezTo>
                    <a:pt x="6742" y="7734"/>
                    <a:pt x="6678" y="8609"/>
                    <a:pt x="6614" y="9441"/>
                  </a:cubicBezTo>
                  <a:cubicBezTo>
                    <a:pt x="6582" y="9793"/>
                    <a:pt x="6561" y="10124"/>
                    <a:pt x="6582" y="10433"/>
                  </a:cubicBezTo>
                  <a:cubicBezTo>
                    <a:pt x="6635" y="10924"/>
                    <a:pt x="6945" y="11351"/>
                    <a:pt x="7265" y="11809"/>
                  </a:cubicBezTo>
                  <a:cubicBezTo>
                    <a:pt x="7649" y="12343"/>
                    <a:pt x="8033" y="12887"/>
                    <a:pt x="7979" y="13537"/>
                  </a:cubicBezTo>
                  <a:cubicBezTo>
                    <a:pt x="7915" y="14444"/>
                    <a:pt x="7147" y="15138"/>
                    <a:pt x="6379" y="15820"/>
                  </a:cubicBezTo>
                  <a:cubicBezTo>
                    <a:pt x="5761" y="16375"/>
                    <a:pt x="5099" y="16962"/>
                    <a:pt x="4854" y="17676"/>
                  </a:cubicBezTo>
                  <a:cubicBezTo>
                    <a:pt x="4641" y="18284"/>
                    <a:pt x="4801" y="18807"/>
                    <a:pt x="4961" y="19330"/>
                  </a:cubicBezTo>
                  <a:cubicBezTo>
                    <a:pt x="5078" y="19735"/>
                    <a:pt x="5206" y="20162"/>
                    <a:pt x="5131" y="20631"/>
                  </a:cubicBezTo>
                  <a:cubicBezTo>
                    <a:pt x="5120" y="20717"/>
                    <a:pt x="5099" y="20795"/>
                    <a:pt x="5069" y="20867"/>
                  </a:cubicBezTo>
                  <a:lnTo>
                    <a:pt x="5069" y="20867"/>
                  </a:lnTo>
                  <a:cubicBezTo>
                    <a:pt x="5103" y="20792"/>
                    <a:pt x="5128" y="20710"/>
                    <a:pt x="5142" y="20621"/>
                  </a:cubicBezTo>
                  <a:cubicBezTo>
                    <a:pt x="5217" y="20151"/>
                    <a:pt x="5089" y="19714"/>
                    <a:pt x="4971" y="19298"/>
                  </a:cubicBezTo>
                  <a:cubicBezTo>
                    <a:pt x="4811" y="18797"/>
                    <a:pt x="4651" y="18274"/>
                    <a:pt x="4865" y="17676"/>
                  </a:cubicBezTo>
                  <a:cubicBezTo>
                    <a:pt x="5099" y="16962"/>
                    <a:pt x="5750" y="16396"/>
                    <a:pt x="6379" y="15831"/>
                  </a:cubicBezTo>
                  <a:cubicBezTo>
                    <a:pt x="7147" y="15170"/>
                    <a:pt x="7926" y="14455"/>
                    <a:pt x="8001" y="13537"/>
                  </a:cubicBezTo>
                  <a:cubicBezTo>
                    <a:pt x="8054" y="12876"/>
                    <a:pt x="7649" y="12321"/>
                    <a:pt x="7275" y="11788"/>
                  </a:cubicBezTo>
                  <a:cubicBezTo>
                    <a:pt x="6955" y="11340"/>
                    <a:pt x="6667" y="10924"/>
                    <a:pt x="6614" y="10433"/>
                  </a:cubicBezTo>
                  <a:cubicBezTo>
                    <a:pt x="6582" y="10124"/>
                    <a:pt x="6614" y="9804"/>
                    <a:pt x="6635" y="9463"/>
                  </a:cubicBezTo>
                  <a:cubicBezTo>
                    <a:pt x="6699" y="8609"/>
                    <a:pt x="6774" y="7724"/>
                    <a:pt x="5931" y="7137"/>
                  </a:cubicBezTo>
                  <a:cubicBezTo>
                    <a:pt x="4224" y="5921"/>
                    <a:pt x="2699" y="5036"/>
                    <a:pt x="1259" y="4406"/>
                  </a:cubicBezTo>
                  <a:cubicBezTo>
                    <a:pt x="800" y="4203"/>
                    <a:pt x="491" y="3830"/>
                    <a:pt x="331" y="3307"/>
                  </a:cubicBezTo>
                  <a:cubicBezTo>
                    <a:pt x="22" y="2262"/>
                    <a:pt x="427" y="833"/>
                    <a:pt x="960" y="22"/>
                  </a:cubicBezTo>
                  <a:lnTo>
                    <a:pt x="928" y="0"/>
                  </a:lnTo>
                  <a:close/>
                  <a:moveTo>
                    <a:pt x="5069" y="20867"/>
                  </a:moveTo>
                  <a:cubicBezTo>
                    <a:pt x="4951" y="21135"/>
                    <a:pt x="4729" y="21330"/>
                    <a:pt x="4513" y="21538"/>
                  </a:cubicBezTo>
                  <a:cubicBezTo>
                    <a:pt x="4740" y="21328"/>
                    <a:pt x="4960" y="21137"/>
                    <a:pt x="5069" y="20867"/>
                  </a:cubicBezTo>
                  <a:close/>
                  <a:moveTo>
                    <a:pt x="4288" y="21752"/>
                  </a:moveTo>
                  <a:lnTo>
                    <a:pt x="4288" y="21752"/>
                  </a:lnTo>
                  <a:cubicBezTo>
                    <a:pt x="3712" y="22328"/>
                    <a:pt x="3296" y="22936"/>
                    <a:pt x="2987" y="23704"/>
                  </a:cubicBezTo>
                  <a:cubicBezTo>
                    <a:pt x="2539" y="24738"/>
                    <a:pt x="3350" y="25357"/>
                    <a:pt x="4224" y="25997"/>
                  </a:cubicBezTo>
                  <a:cubicBezTo>
                    <a:pt x="5057" y="26616"/>
                    <a:pt x="5942" y="27256"/>
                    <a:pt x="5675" y="28376"/>
                  </a:cubicBezTo>
                  <a:cubicBezTo>
                    <a:pt x="5601" y="28691"/>
                    <a:pt x="5484" y="28975"/>
                    <a:pt x="5321" y="29230"/>
                  </a:cubicBezTo>
                  <a:lnTo>
                    <a:pt x="5321" y="29230"/>
                  </a:lnTo>
                  <a:cubicBezTo>
                    <a:pt x="5490" y="28970"/>
                    <a:pt x="5611" y="28682"/>
                    <a:pt x="5686" y="28365"/>
                  </a:cubicBezTo>
                  <a:cubicBezTo>
                    <a:pt x="5953" y="27234"/>
                    <a:pt x="5078" y="26584"/>
                    <a:pt x="4224" y="25954"/>
                  </a:cubicBezTo>
                  <a:cubicBezTo>
                    <a:pt x="3371" y="25314"/>
                    <a:pt x="2550" y="24717"/>
                    <a:pt x="2998" y="23682"/>
                  </a:cubicBezTo>
                  <a:cubicBezTo>
                    <a:pt x="3318" y="22936"/>
                    <a:pt x="3723" y="22317"/>
                    <a:pt x="4288" y="21752"/>
                  </a:cubicBezTo>
                  <a:close/>
                  <a:moveTo>
                    <a:pt x="5321" y="29230"/>
                  </a:moveTo>
                  <a:lnTo>
                    <a:pt x="5321" y="29230"/>
                  </a:lnTo>
                  <a:cubicBezTo>
                    <a:pt x="4916" y="29854"/>
                    <a:pt x="4233" y="30320"/>
                    <a:pt x="3232" y="30659"/>
                  </a:cubicBezTo>
                  <a:cubicBezTo>
                    <a:pt x="4241" y="30318"/>
                    <a:pt x="4920" y="29858"/>
                    <a:pt x="5321" y="29230"/>
                  </a:cubicBezTo>
                  <a:close/>
                  <a:moveTo>
                    <a:pt x="3232" y="30659"/>
                  </a:moveTo>
                  <a:lnTo>
                    <a:pt x="3232" y="30659"/>
                  </a:lnTo>
                  <a:cubicBezTo>
                    <a:pt x="3190" y="30672"/>
                    <a:pt x="3148" y="30686"/>
                    <a:pt x="3106" y="30700"/>
                  </a:cubicBezTo>
                  <a:lnTo>
                    <a:pt x="3106" y="30700"/>
                  </a:lnTo>
                  <a:cubicBezTo>
                    <a:pt x="3150" y="30686"/>
                    <a:pt x="3192" y="30673"/>
                    <a:pt x="3232" y="30659"/>
                  </a:cubicBezTo>
                  <a:close/>
                  <a:moveTo>
                    <a:pt x="3106" y="30700"/>
                  </a:moveTo>
                  <a:lnTo>
                    <a:pt x="3106" y="30700"/>
                  </a:lnTo>
                  <a:cubicBezTo>
                    <a:pt x="2948" y="30747"/>
                    <a:pt x="2767" y="30793"/>
                    <a:pt x="2592" y="30851"/>
                  </a:cubicBezTo>
                  <a:cubicBezTo>
                    <a:pt x="2778" y="30809"/>
                    <a:pt x="2944" y="30753"/>
                    <a:pt x="3106" y="30700"/>
                  </a:cubicBezTo>
                  <a:close/>
                  <a:moveTo>
                    <a:pt x="2592" y="30851"/>
                  </a:moveTo>
                  <a:cubicBezTo>
                    <a:pt x="2141" y="30968"/>
                    <a:pt x="1651" y="31095"/>
                    <a:pt x="1255" y="31315"/>
                  </a:cubicBezTo>
                  <a:lnTo>
                    <a:pt x="1255" y="31315"/>
                  </a:lnTo>
                  <a:cubicBezTo>
                    <a:pt x="1650" y="31098"/>
                    <a:pt x="2139" y="30973"/>
                    <a:pt x="2592" y="30851"/>
                  </a:cubicBezTo>
                  <a:close/>
                  <a:moveTo>
                    <a:pt x="1255" y="31315"/>
                  </a:moveTo>
                  <a:lnTo>
                    <a:pt x="1255" y="31315"/>
                  </a:lnTo>
                  <a:cubicBezTo>
                    <a:pt x="925" y="31496"/>
                    <a:pt x="660" y="31740"/>
                    <a:pt x="534" y="32099"/>
                  </a:cubicBezTo>
                  <a:cubicBezTo>
                    <a:pt x="22" y="33528"/>
                    <a:pt x="1696" y="35448"/>
                    <a:pt x="2262" y="36088"/>
                  </a:cubicBezTo>
                  <a:lnTo>
                    <a:pt x="2272" y="36046"/>
                  </a:lnTo>
                  <a:cubicBezTo>
                    <a:pt x="1728" y="35416"/>
                    <a:pt x="32" y="33496"/>
                    <a:pt x="544" y="32088"/>
                  </a:cubicBezTo>
                  <a:cubicBezTo>
                    <a:pt x="669" y="31738"/>
                    <a:pt x="930" y="31495"/>
                    <a:pt x="1255" y="3131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 name="Google Shape;1706;p68"/>
          <p:cNvGrpSpPr/>
          <p:nvPr/>
        </p:nvGrpSpPr>
        <p:grpSpPr>
          <a:xfrm>
            <a:off x="2656571" y="1129522"/>
            <a:ext cx="1732356" cy="3341798"/>
            <a:chOff x="2656571" y="1129522"/>
            <a:chExt cx="1732356" cy="3341798"/>
          </a:xfrm>
        </p:grpSpPr>
        <p:sp>
          <p:nvSpPr>
            <p:cNvPr id="1707" name="Google Shape;1707;p68"/>
            <p:cNvSpPr/>
            <p:nvPr/>
          </p:nvSpPr>
          <p:spPr>
            <a:xfrm>
              <a:off x="3645441" y="1130568"/>
              <a:ext cx="743486" cy="3340753"/>
            </a:xfrm>
            <a:custGeom>
              <a:rect b="b" l="l" r="r" t="t"/>
              <a:pathLst>
                <a:path extrusionOk="0" h="35139" w="7820">
                  <a:moveTo>
                    <a:pt x="683" y="0"/>
                  </a:moveTo>
                  <a:lnTo>
                    <a:pt x="651" y="22"/>
                  </a:lnTo>
                  <a:cubicBezTo>
                    <a:pt x="971" y="672"/>
                    <a:pt x="704" y="1483"/>
                    <a:pt x="459" y="2262"/>
                  </a:cubicBezTo>
                  <a:cubicBezTo>
                    <a:pt x="299" y="2720"/>
                    <a:pt x="160" y="3147"/>
                    <a:pt x="139" y="3553"/>
                  </a:cubicBezTo>
                  <a:cubicBezTo>
                    <a:pt x="86" y="4417"/>
                    <a:pt x="0" y="5857"/>
                    <a:pt x="672" y="6529"/>
                  </a:cubicBezTo>
                  <a:cubicBezTo>
                    <a:pt x="911" y="6767"/>
                    <a:pt x="1217" y="6886"/>
                    <a:pt x="1606" y="6886"/>
                  </a:cubicBezTo>
                  <a:cubicBezTo>
                    <a:pt x="1653" y="6886"/>
                    <a:pt x="1701" y="6884"/>
                    <a:pt x="1750" y="6881"/>
                  </a:cubicBezTo>
                  <a:cubicBezTo>
                    <a:pt x="1799" y="6879"/>
                    <a:pt x="1848" y="6878"/>
                    <a:pt x="1895" y="6878"/>
                  </a:cubicBezTo>
                  <a:cubicBezTo>
                    <a:pt x="2415" y="6878"/>
                    <a:pt x="2785" y="6987"/>
                    <a:pt x="3030" y="7222"/>
                  </a:cubicBezTo>
                  <a:cubicBezTo>
                    <a:pt x="3307" y="7489"/>
                    <a:pt x="3425" y="7916"/>
                    <a:pt x="3425" y="8588"/>
                  </a:cubicBezTo>
                  <a:cubicBezTo>
                    <a:pt x="3425" y="9334"/>
                    <a:pt x="3041" y="10102"/>
                    <a:pt x="2657" y="10817"/>
                  </a:cubicBezTo>
                  <a:cubicBezTo>
                    <a:pt x="2187" y="11713"/>
                    <a:pt x="1697" y="12641"/>
                    <a:pt x="1942" y="13591"/>
                  </a:cubicBezTo>
                  <a:cubicBezTo>
                    <a:pt x="1994" y="13814"/>
                    <a:pt x="2119" y="13987"/>
                    <a:pt x="2285" y="14127"/>
                  </a:cubicBezTo>
                  <a:lnTo>
                    <a:pt x="2285" y="14127"/>
                  </a:lnTo>
                  <a:cubicBezTo>
                    <a:pt x="2127" y="13989"/>
                    <a:pt x="2008" y="13820"/>
                    <a:pt x="1953" y="13601"/>
                  </a:cubicBezTo>
                  <a:cubicBezTo>
                    <a:pt x="1707" y="12673"/>
                    <a:pt x="2209" y="11734"/>
                    <a:pt x="2667" y="10849"/>
                  </a:cubicBezTo>
                  <a:cubicBezTo>
                    <a:pt x="3041" y="10113"/>
                    <a:pt x="3446" y="9366"/>
                    <a:pt x="3446" y="8609"/>
                  </a:cubicBezTo>
                  <a:cubicBezTo>
                    <a:pt x="3446" y="7916"/>
                    <a:pt x="3307" y="7467"/>
                    <a:pt x="3030" y="7201"/>
                  </a:cubicBezTo>
                  <a:cubicBezTo>
                    <a:pt x="2785" y="6976"/>
                    <a:pt x="2406" y="6867"/>
                    <a:pt x="1885" y="6867"/>
                  </a:cubicBezTo>
                  <a:cubicBezTo>
                    <a:pt x="1837" y="6867"/>
                    <a:pt x="1789" y="6868"/>
                    <a:pt x="1739" y="6870"/>
                  </a:cubicBezTo>
                  <a:cubicBezTo>
                    <a:pt x="1721" y="6871"/>
                    <a:pt x="1702" y="6871"/>
                    <a:pt x="1684" y="6871"/>
                  </a:cubicBezTo>
                  <a:cubicBezTo>
                    <a:pt x="1262" y="6871"/>
                    <a:pt x="929" y="6753"/>
                    <a:pt x="683" y="6507"/>
                  </a:cubicBezTo>
                  <a:cubicBezTo>
                    <a:pt x="32" y="5846"/>
                    <a:pt x="107" y="4406"/>
                    <a:pt x="160" y="3553"/>
                  </a:cubicBezTo>
                  <a:cubicBezTo>
                    <a:pt x="192" y="3169"/>
                    <a:pt x="331" y="2720"/>
                    <a:pt x="480" y="2272"/>
                  </a:cubicBezTo>
                  <a:cubicBezTo>
                    <a:pt x="737" y="1483"/>
                    <a:pt x="1014" y="683"/>
                    <a:pt x="683" y="0"/>
                  </a:cubicBezTo>
                  <a:close/>
                  <a:moveTo>
                    <a:pt x="2285" y="14127"/>
                  </a:moveTo>
                  <a:cubicBezTo>
                    <a:pt x="2552" y="14360"/>
                    <a:pt x="2928" y="14502"/>
                    <a:pt x="3297" y="14636"/>
                  </a:cubicBezTo>
                  <a:cubicBezTo>
                    <a:pt x="3521" y="14711"/>
                    <a:pt x="3723" y="14796"/>
                    <a:pt x="3915" y="14881"/>
                  </a:cubicBezTo>
                  <a:cubicBezTo>
                    <a:pt x="4354" y="15118"/>
                    <a:pt x="4793" y="15432"/>
                    <a:pt x="5205" y="15755"/>
                  </a:cubicBezTo>
                  <a:lnTo>
                    <a:pt x="5205" y="15755"/>
                  </a:lnTo>
                  <a:cubicBezTo>
                    <a:pt x="4799" y="15432"/>
                    <a:pt x="4365" y="15118"/>
                    <a:pt x="3926" y="14881"/>
                  </a:cubicBezTo>
                  <a:cubicBezTo>
                    <a:pt x="3755" y="14796"/>
                    <a:pt x="3542" y="14711"/>
                    <a:pt x="3307" y="14636"/>
                  </a:cubicBezTo>
                  <a:cubicBezTo>
                    <a:pt x="2954" y="14503"/>
                    <a:pt x="2563" y="14361"/>
                    <a:pt x="2285" y="14127"/>
                  </a:cubicBezTo>
                  <a:close/>
                  <a:moveTo>
                    <a:pt x="5205" y="15755"/>
                  </a:moveTo>
                  <a:cubicBezTo>
                    <a:pt x="5421" y="15927"/>
                    <a:pt x="5629" y="16101"/>
                    <a:pt x="5825" y="16268"/>
                  </a:cubicBezTo>
                  <a:cubicBezTo>
                    <a:pt x="7180" y="17420"/>
                    <a:pt x="7777" y="18711"/>
                    <a:pt x="7788" y="20471"/>
                  </a:cubicBezTo>
                  <a:cubicBezTo>
                    <a:pt x="7798" y="22562"/>
                    <a:pt x="5974" y="23458"/>
                    <a:pt x="4363" y="24258"/>
                  </a:cubicBezTo>
                  <a:cubicBezTo>
                    <a:pt x="4150" y="24365"/>
                    <a:pt x="3947" y="24461"/>
                    <a:pt x="3745" y="24567"/>
                  </a:cubicBezTo>
                  <a:cubicBezTo>
                    <a:pt x="3318" y="24791"/>
                    <a:pt x="2305" y="25389"/>
                    <a:pt x="2145" y="26285"/>
                  </a:cubicBezTo>
                  <a:cubicBezTo>
                    <a:pt x="2070" y="26744"/>
                    <a:pt x="2230" y="27192"/>
                    <a:pt x="2625" y="27618"/>
                  </a:cubicBezTo>
                  <a:cubicBezTo>
                    <a:pt x="3350" y="28408"/>
                    <a:pt x="3403" y="29122"/>
                    <a:pt x="3243" y="30050"/>
                  </a:cubicBezTo>
                  <a:cubicBezTo>
                    <a:pt x="3158" y="30541"/>
                    <a:pt x="3499" y="30968"/>
                    <a:pt x="3851" y="31405"/>
                  </a:cubicBezTo>
                  <a:cubicBezTo>
                    <a:pt x="4299" y="31949"/>
                    <a:pt x="4758" y="32525"/>
                    <a:pt x="4438" y="33304"/>
                  </a:cubicBezTo>
                  <a:cubicBezTo>
                    <a:pt x="4075" y="34189"/>
                    <a:pt x="3627" y="34766"/>
                    <a:pt x="3051" y="35118"/>
                  </a:cubicBezTo>
                  <a:lnTo>
                    <a:pt x="3073" y="35139"/>
                  </a:lnTo>
                  <a:cubicBezTo>
                    <a:pt x="3649" y="34798"/>
                    <a:pt x="4086" y="34211"/>
                    <a:pt x="4449" y="33315"/>
                  </a:cubicBezTo>
                  <a:cubicBezTo>
                    <a:pt x="4779" y="32525"/>
                    <a:pt x="4310" y="31949"/>
                    <a:pt x="3862" y="31395"/>
                  </a:cubicBezTo>
                  <a:cubicBezTo>
                    <a:pt x="3510" y="30957"/>
                    <a:pt x="3179" y="30541"/>
                    <a:pt x="3254" y="30061"/>
                  </a:cubicBezTo>
                  <a:cubicBezTo>
                    <a:pt x="3403" y="29122"/>
                    <a:pt x="3361" y="28408"/>
                    <a:pt x="2635" y="27608"/>
                  </a:cubicBezTo>
                  <a:cubicBezTo>
                    <a:pt x="2241" y="27181"/>
                    <a:pt x="2081" y="26744"/>
                    <a:pt x="2166" y="26296"/>
                  </a:cubicBezTo>
                  <a:cubicBezTo>
                    <a:pt x="2326" y="25431"/>
                    <a:pt x="3318" y="24823"/>
                    <a:pt x="3755" y="24610"/>
                  </a:cubicBezTo>
                  <a:cubicBezTo>
                    <a:pt x="3947" y="24503"/>
                    <a:pt x="4150" y="24407"/>
                    <a:pt x="4363" y="24301"/>
                  </a:cubicBezTo>
                  <a:cubicBezTo>
                    <a:pt x="5985" y="23501"/>
                    <a:pt x="7820" y="22594"/>
                    <a:pt x="7809" y="20482"/>
                  </a:cubicBezTo>
                  <a:cubicBezTo>
                    <a:pt x="7788" y="18722"/>
                    <a:pt x="7180" y="17431"/>
                    <a:pt x="5836" y="16268"/>
                  </a:cubicBezTo>
                  <a:cubicBezTo>
                    <a:pt x="5636" y="16101"/>
                    <a:pt x="5424" y="15927"/>
                    <a:pt x="5205" y="1575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8"/>
            <p:cNvSpPr/>
            <p:nvPr/>
          </p:nvSpPr>
          <p:spPr>
            <a:xfrm>
              <a:off x="3644395" y="1129522"/>
              <a:ext cx="730366" cy="3340848"/>
            </a:xfrm>
            <a:custGeom>
              <a:rect b="b" l="l" r="r" t="t"/>
              <a:pathLst>
                <a:path extrusionOk="0" h="35140" w="7682">
                  <a:moveTo>
                    <a:pt x="619" y="1"/>
                  </a:moveTo>
                  <a:lnTo>
                    <a:pt x="587" y="11"/>
                  </a:lnTo>
                  <a:cubicBezTo>
                    <a:pt x="876" y="673"/>
                    <a:pt x="630" y="1483"/>
                    <a:pt x="374" y="2262"/>
                  </a:cubicBezTo>
                  <a:cubicBezTo>
                    <a:pt x="225" y="2710"/>
                    <a:pt x="97" y="3137"/>
                    <a:pt x="65" y="3521"/>
                  </a:cubicBezTo>
                  <a:cubicBezTo>
                    <a:pt x="22" y="4214"/>
                    <a:pt x="1" y="4940"/>
                    <a:pt x="118" y="5580"/>
                  </a:cubicBezTo>
                  <a:cubicBezTo>
                    <a:pt x="302" y="6530"/>
                    <a:pt x="760" y="7001"/>
                    <a:pt x="1503" y="7001"/>
                  </a:cubicBezTo>
                  <a:cubicBezTo>
                    <a:pt x="1535" y="7001"/>
                    <a:pt x="1568" y="7000"/>
                    <a:pt x="1601" y="6998"/>
                  </a:cubicBezTo>
                  <a:cubicBezTo>
                    <a:pt x="1655" y="6997"/>
                    <a:pt x="1707" y="6996"/>
                    <a:pt x="1758" y="6996"/>
                  </a:cubicBezTo>
                  <a:cubicBezTo>
                    <a:pt x="2321" y="6996"/>
                    <a:pt x="2700" y="7105"/>
                    <a:pt x="2945" y="7340"/>
                  </a:cubicBezTo>
                  <a:cubicBezTo>
                    <a:pt x="3201" y="7596"/>
                    <a:pt x="3318" y="8001"/>
                    <a:pt x="3308" y="8641"/>
                  </a:cubicBezTo>
                  <a:cubicBezTo>
                    <a:pt x="3297" y="9388"/>
                    <a:pt x="2881" y="10135"/>
                    <a:pt x="2486" y="10871"/>
                  </a:cubicBezTo>
                  <a:cubicBezTo>
                    <a:pt x="1985" y="11777"/>
                    <a:pt x="1462" y="12706"/>
                    <a:pt x="1697" y="13666"/>
                  </a:cubicBezTo>
                  <a:cubicBezTo>
                    <a:pt x="1697" y="13708"/>
                    <a:pt x="1708" y="13740"/>
                    <a:pt x="1718" y="13762"/>
                  </a:cubicBezTo>
                  <a:cubicBezTo>
                    <a:pt x="1953" y="14295"/>
                    <a:pt x="2465" y="14487"/>
                    <a:pt x="2977" y="14658"/>
                  </a:cubicBezTo>
                  <a:cubicBezTo>
                    <a:pt x="3148" y="14711"/>
                    <a:pt x="3308" y="14775"/>
                    <a:pt x="3468" y="14839"/>
                  </a:cubicBezTo>
                  <a:cubicBezTo>
                    <a:pt x="4065" y="15106"/>
                    <a:pt x="4598" y="15447"/>
                    <a:pt x="5260" y="15948"/>
                  </a:cubicBezTo>
                  <a:cubicBezTo>
                    <a:pt x="5388" y="16055"/>
                    <a:pt x="5537" y="16172"/>
                    <a:pt x="5665" y="16300"/>
                  </a:cubicBezTo>
                  <a:cubicBezTo>
                    <a:pt x="6433" y="17005"/>
                    <a:pt x="6924" y="17634"/>
                    <a:pt x="7244" y="18274"/>
                  </a:cubicBezTo>
                  <a:cubicBezTo>
                    <a:pt x="7511" y="18807"/>
                    <a:pt x="7628" y="19575"/>
                    <a:pt x="7575" y="20386"/>
                  </a:cubicBezTo>
                  <a:cubicBezTo>
                    <a:pt x="7500" y="21517"/>
                    <a:pt x="7084" y="22296"/>
                    <a:pt x="6188" y="23021"/>
                  </a:cubicBezTo>
                  <a:cubicBezTo>
                    <a:pt x="6064" y="23120"/>
                    <a:pt x="5932" y="23214"/>
                    <a:pt x="5795" y="23304"/>
                  </a:cubicBezTo>
                  <a:lnTo>
                    <a:pt x="5795" y="23304"/>
                  </a:lnTo>
                  <a:cubicBezTo>
                    <a:pt x="5948" y="23205"/>
                    <a:pt x="6094" y="23101"/>
                    <a:pt x="6231" y="22989"/>
                  </a:cubicBezTo>
                  <a:cubicBezTo>
                    <a:pt x="7137" y="22253"/>
                    <a:pt x="7553" y="21474"/>
                    <a:pt x="7628" y="20354"/>
                  </a:cubicBezTo>
                  <a:cubicBezTo>
                    <a:pt x="7681" y="19522"/>
                    <a:pt x="7564" y="18754"/>
                    <a:pt x="7297" y="18221"/>
                  </a:cubicBezTo>
                  <a:cubicBezTo>
                    <a:pt x="6977" y="17581"/>
                    <a:pt x="6465" y="16951"/>
                    <a:pt x="5708" y="16247"/>
                  </a:cubicBezTo>
                  <a:cubicBezTo>
                    <a:pt x="5580" y="16119"/>
                    <a:pt x="5431" y="16002"/>
                    <a:pt x="5281" y="15895"/>
                  </a:cubicBezTo>
                  <a:cubicBezTo>
                    <a:pt x="4630" y="15394"/>
                    <a:pt x="4097" y="15052"/>
                    <a:pt x="3478" y="14786"/>
                  </a:cubicBezTo>
                  <a:cubicBezTo>
                    <a:pt x="3318" y="14722"/>
                    <a:pt x="3148" y="14658"/>
                    <a:pt x="2988" y="14604"/>
                  </a:cubicBezTo>
                  <a:cubicBezTo>
                    <a:pt x="2465" y="14434"/>
                    <a:pt x="1974" y="14252"/>
                    <a:pt x="1750" y="13719"/>
                  </a:cubicBezTo>
                  <a:cubicBezTo>
                    <a:pt x="1729" y="13698"/>
                    <a:pt x="1718" y="13666"/>
                    <a:pt x="1718" y="13644"/>
                  </a:cubicBezTo>
                  <a:cubicBezTo>
                    <a:pt x="1505" y="12695"/>
                    <a:pt x="2017" y="11777"/>
                    <a:pt x="2508" y="10871"/>
                  </a:cubicBezTo>
                  <a:cubicBezTo>
                    <a:pt x="2902" y="10135"/>
                    <a:pt x="3318" y="9388"/>
                    <a:pt x="3329" y="8631"/>
                  </a:cubicBezTo>
                  <a:cubicBezTo>
                    <a:pt x="3350" y="7991"/>
                    <a:pt x="3233" y="7564"/>
                    <a:pt x="2966" y="7308"/>
                  </a:cubicBezTo>
                  <a:cubicBezTo>
                    <a:pt x="2730" y="7072"/>
                    <a:pt x="2352" y="6961"/>
                    <a:pt x="1816" y="6961"/>
                  </a:cubicBezTo>
                  <a:cubicBezTo>
                    <a:pt x="1747" y="6961"/>
                    <a:pt x="1675" y="6963"/>
                    <a:pt x="1601" y="6966"/>
                  </a:cubicBezTo>
                  <a:cubicBezTo>
                    <a:pt x="1583" y="6967"/>
                    <a:pt x="1565" y="6967"/>
                    <a:pt x="1548" y="6967"/>
                  </a:cubicBezTo>
                  <a:cubicBezTo>
                    <a:pt x="790" y="6967"/>
                    <a:pt x="327" y="6517"/>
                    <a:pt x="150" y="5558"/>
                  </a:cubicBezTo>
                  <a:cubicBezTo>
                    <a:pt x="11" y="4918"/>
                    <a:pt x="43" y="4204"/>
                    <a:pt x="97" y="3510"/>
                  </a:cubicBezTo>
                  <a:cubicBezTo>
                    <a:pt x="118" y="3137"/>
                    <a:pt x="257" y="2710"/>
                    <a:pt x="395" y="2251"/>
                  </a:cubicBezTo>
                  <a:cubicBezTo>
                    <a:pt x="651" y="1473"/>
                    <a:pt x="908" y="673"/>
                    <a:pt x="619" y="1"/>
                  </a:cubicBezTo>
                  <a:close/>
                  <a:moveTo>
                    <a:pt x="5795" y="23304"/>
                  </a:moveTo>
                  <a:cubicBezTo>
                    <a:pt x="5349" y="23590"/>
                    <a:pt x="4845" y="23828"/>
                    <a:pt x="4353" y="24066"/>
                  </a:cubicBezTo>
                  <a:cubicBezTo>
                    <a:pt x="4001" y="24248"/>
                    <a:pt x="3670" y="24408"/>
                    <a:pt x="3361" y="24578"/>
                  </a:cubicBezTo>
                  <a:cubicBezTo>
                    <a:pt x="2917" y="24824"/>
                    <a:pt x="2402" y="25165"/>
                    <a:pt x="2094" y="25617"/>
                  </a:cubicBezTo>
                  <a:lnTo>
                    <a:pt x="2094" y="25617"/>
                  </a:lnTo>
                  <a:cubicBezTo>
                    <a:pt x="2406" y="25181"/>
                    <a:pt x="2904" y="24849"/>
                    <a:pt x="3340" y="24600"/>
                  </a:cubicBezTo>
                  <a:cubicBezTo>
                    <a:pt x="3638" y="24429"/>
                    <a:pt x="3980" y="24269"/>
                    <a:pt x="4321" y="24098"/>
                  </a:cubicBezTo>
                  <a:cubicBezTo>
                    <a:pt x="4821" y="23853"/>
                    <a:pt x="5339" y="23601"/>
                    <a:pt x="5795" y="23304"/>
                  </a:cubicBezTo>
                  <a:close/>
                  <a:moveTo>
                    <a:pt x="2094" y="25617"/>
                  </a:moveTo>
                  <a:cubicBezTo>
                    <a:pt x="1832" y="25982"/>
                    <a:pt x="1700" y="26421"/>
                    <a:pt x="1846" y="26947"/>
                  </a:cubicBezTo>
                  <a:cubicBezTo>
                    <a:pt x="1900" y="27171"/>
                    <a:pt x="2028" y="27395"/>
                    <a:pt x="2230" y="27651"/>
                  </a:cubicBezTo>
                  <a:cubicBezTo>
                    <a:pt x="2892" y="28472"/>
                    <a:pt x="3030" y="29059"/>
                    <a:pt x="2774" y="30051"/>
                  </a:cubicBezTo>
                  <a:cubicBezTo>
                    <a:pt x="2700" y="30392"/>
                    <a:pt x="3041" y="30819"/>
                    <a:pt x="3372" y="31182"/>
                  </a:cubicBezTo>
                  <a:cubicBezTo>
                    <a:pt x="4129" y="32024"/>
                    <a:pt x="4396" y="32728"/>
                    <a:pt x="4161" y="33326"/>
                  </a:cubicBezTo>
                  <a:cubicBezTo>
                    <a:pt x="3830" y="34179"/>
                    <a:pt x="3393" y="34766"/>
                    <a:pt x="2828" y="35118"/>
                  </a:cubicBezTo>
                  <a:lnTo>
                    <a:pt x="2838" y="35139"/>
                  </a:lnTo>
                  <a:cubicBezTo>
                    <a:pt x="3404" y="34777"/>
                    <a:pt x="3841" y="34190"/>
                    <a:pt x="4204" y="33262"/>
                  </a:cubicBezTo>
                  <a:cubicBezTo>
                    <a:pt x="4438" y="32643"/>
                    <a:pt x="4172" y="31939"/>
                    <a:pt x="3404" y="31086"/>
                  </a:cubicBezTo>
                  <a:cubicBezTo>
                    <a:pt x="3084" y="30723"/>
                    <a:pt x="2732" y="30307"/>
                    <a:pt x="2817" y="29976"/>
                  </a:cubicBezTo>
                  <a:cubicBezTo>
                    <a:pt x="3062" y="28973"/>
                    <a:pt x="2934" y="28387"/>
                    <a:pt x="2262" y="27565"/>
                  </a:cubicBezTo>
                  <a:cubicBezTo>
                    <a:pt x="2070" y="27309"/>
                    <a:pt x="1932" y="27085"/>
                    <a:pt x="1878" y="26883"/>
                  </a:cubicBezTo>
                  <a:cubicBezTo>
                    <a:pt x="1738" y="26388"/>
                    <a:pt x="1853" y="25969"/>
                    <a:pt x="2094" y="2561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8"/>
            <p:cNvSpPr/>
            <p:nvPr/>
          </p:nvSpPr>
          <p:spPr>
            <a:xfrm>
              <a:off x="3633271" y="1137604"/>
              <a:ext cx="716105" cy="3331721"/>
            </a:xfrm>
            <a:custGeom>
              <a:rect b="b" l="l" r="r" t="t"/>
              <a:pathLst>
                <a:path extrusionOk="0" h="35044" w="7532">
                  <a:moveTo>
                    <a:pt x="630" y="1"/>
                  </a:moveTo>
                  <a:lnTo>
                    <a:pt x="598" y="12"/>
                  </a:lnTo>
                  <a:cubicBezTo>
                    <a:pt x="865" y="662"/>
                    <a:pt x="608" y="1452"/>
                    <a:pt x="374" y="2209"/>
                  </a:cubicBezTo>
                  <a:cubicBezTo>
                    <a:pt x="224" y="2668"/>
                    <a:pt x="96" y="3095"/>
                    <a:pt x="64" y="3479"/>
                  </a:cubicBezTo>
                  <a:cubicBezTo>
                    <a:pt x="22" y="4129"/>
                    <a:pt x="0" y="4887"/>
                    <a:pt x="107" y="5548"/>
                  </a:cubicBezTo>
                  <a:cubicBezTo>
                    <a:pt x="214" y="6209"/>
                    <a:pt x="470" y="7095"/>
                    <a:pt x="1483" y="7095"/>
                  </a:cubicBezTo>
                  <a:lnTo>
                    <a:pt x="1515" y="7095"/>
                  </a:lnTo>
                  <a:cubicBezTo>
                    <a:pt x="1567" y="7093"/>
                    <a:pt x="1617" y="7093"/>
                    <a:pt x="1665" y="7093"/>
                  </a:cubicBezTo>
                  <a:cubicBezTo>
                    <a:pt x="2292" y="7093"/>
                    <a:pt x="2686" y="7219"/>
                    <a:pt x="2923" y="7447"/>
                  </a:cubicBezTo>
                  <a:cubicBezTo>
                    <a:pt x="3158" y="7692"/>
                    <a:pt x="3254" y="8076"/>
                    <a:pt x="3243" y="8674"/>
                  </a:cubicBezTo>
                  <a:cubicBezTo>
                    <a:pt x="3222" y="9420"/>
                    <a:pt x="2785" y="10167"/>
                    <a:pt x="2369" y="10903"/>
                  </a:cubicBezTo>
                  <a:cubicBezTo>
                    <a:pt x="1857" y="11810"/>
                    <a:pt x="1323" y="12759"/>
                    <a:pt x="1537" y="13719"/>
                  </a:cubicBezTo>
                  <a:cubicBezTo>
                    <a:pt x="1537" y="13762"/>
                    <a:pt x="1547" y="13783"/>
                    <a:pt x="1558" y="13815"/>
                  </a:cubicBezTo>
                  <a:cubicBezTo>
                    <a:pt x="1803" y="14402"/>
                    <a:pt x="2358" y="14573"/>
                    <a:pt x="2902" y="14743"/>
                  </a:cubicBezTo>
                  <a:cubicBezTo>
                    <a:pt x="3051" y="14786"/>
                    <a:pt x="3201" y="14839"/>
                    <a:pt x="3350" y="14893"/>
                  </a:cubicBezTo>
                  <a:cubicBezTo>
                    <a:pt x="4107" y="15181"/>
                    <a:pt x="4630" y="15479"/>
                    <a:pt x="5217" y="15949"/>
                  </a:cubicBezTo>
                  <a:cubicBezTo>
                    <a:pt x="5356" y="16055"/>
                    <a:pt x="5505" y="16173"/>
                    <a:pt x="5622" y="16290"/>
                  </a:cubicBezTo>
                  <a:cubicBezTo>
                    <a:pt x="6294" y="16930"/>
                    <a:pt x="6785" y="17560"/>
                    <a:pt x="7137" y="18221"/>
                  </a:cubicBezTo>
                  <a:cubicBezTo>
                    <a:pt x="7404" y="18744"/>
                    <a:pt x="7532" y="19501"/>
                    <a:pt x="7468" y="20269"/>
                  </a:cubicBezTo>
                  <a:cubicBezTo>
                    <a:pt x="7454" y="20427"/>
                    <a:pt x="7431" y="20580"/>
                    <a:pt x="7400" y="20728"/>
                  </a:cubicBezTo>
                  <a:lnTo>
                    <a:pt x="7400" y="20728"/>
                  </a:lnTo>
                  <a:cubicBezTo>
                    <a:pt x="7437" y="20563"/>
                    <a:pt x="7463" y="20393"/>
                    <a:pt x="7478" y="20216"/>
                  </a:cubicBezTo>
                  <a:cubicBezTo>
                    <a:pt x="7532" y="19448"/>
                    <a:pt x="7414" y="18690"/>
                    <a:pt x="7137" y="18157"/>
                  </a:cubicBezTo>
                  <a:cubicBezTo>
                    <a:pt x="6785" y="17496"/>
                    <a:pt x="6284" y="16866"/>
                    <a:pt x="5612" y="16226"/>
                  </a:cubicBezTo>
                  <a:cubicBezTo>
                    <a:pt x="5494" y="16109"/>
                    <a:pt x="5345" y="15981"/>
                    <a:pt x="5196" y="15874"/>
                  </a:cubicBezTo>
                  <a:cubicBezTo>
                    <a:pt x="4609" y="15415"/>
                    <a:pt x="4097" y="15117"/>
                    <a:pt x="3329" y="14829"/>
                  </a:cubicBezTo>
                  <a:cubicBezTo>
                    <a:pt x="3190" y="14775"/>
                    <a:pt x="3041" y="14722"/>
                    <a:pt x="2891" y="14679"/>
                  </a:cubicBezTo>
                  <a:cubicBezTo>
                    <a:pt x="2358" y="14519"/>
                    <a:pt x="1803" y="14349"/>
                    <a:pt x="1569" y="13773"/>
                  </a:cubicBezTo>
                  <a:cubicBezTo>
                    <a:pt x="1558" y="13741"/>
                    <a:pt x="1547" y="13719"/>
                    <a:pt x="1547" y="13687"/>
                  </a:cubicBezTo>
                  <a:cubicBezTo>
                    <a:pt x="1334" y="12749"/>
                    <a:pt x="1867" y="11810"/>
                    <a:pt x="2390" y="10903"/>
                  </a:cubicBezTo>
                  <a:cubicBezTo>
                    <a:pt x="2817" y="10188"/>
                    <a:pt x="3243" y="9420"/>
                    <a:pt x="3265" y="8663"/>
                  </a:cubicBezTo>
                  <a:cubicBezTo>
                    <a:pt x="3275" y="8055"/>
                    <a:pt x="3169" y="7660"/>
                    <a:pt x="2934" y="7415"/>
                  </a:cubicBezTo>
                  <a:cubicBezTo>
                    <a:pt x="2690" y="7160"/>
                    <a:pt x="2280" y="7051"/>
                    <a:pt x="1612" y="7051"/>
                  </a:cubicBezTo>
                  <a:cubicBezTo>
                    <a:pt x="1580" y="7051"/>
                    <a:pt x="1548" y="7052"/>
                    <a:pt x="1515" y="7052"/>
                  </a:cubicBezTo>
                  <a:cubicBezTo>
                    <a:pt x="1502" y="7052"/>
                    <a:pt x="1490" y="7053"/>
                    <a:pt x="1477" y="7053"/>
                  </a:cubicBezTo>
                  <a:cubicBezTo>
                    <a:pt x="496" y="7053"/>
                    <a:pt x="255" y="6243"/>
                    <a:pt x="128" y="5527"/>
                  </a:cubicBezTo>
                  <a:cubicBezTo>
                    <a:pt x="22" y="4876"/>
                    <a:pt x="54" y="4129"/>
                    <a:pt x="96" y="3479"/>
                  </a:cubicBezTo>
                  <a:cubicBezTo>
                    <a:pt x="118" y="3095"/>
                    <a:pt x="256" y="2668"/>
                    <a:pt x="395" y="2209"/>
                  </a:cubicBezTo>
                  <a:cubicBezTo>
                    <a:pt x="651" y="1441"/>
                    <a:pt x="907" y="652"/>
                    <a:pt x="630" y="1"/>
                  </a:cubicBezTo>
                  <a:close/>
                  <a:moveTo>
                    <a:pt x="7400" y="20728"/>
                  </a:moveTo>
                  <a:lnTo>
                    <a:pt x="7400" y="20728"/>
                  </a:lnTo>
                  <a:cubicBezTo>
                    <a:pt x="7210" y="21575"/>
                    <a:pt x="6734" y="22268"/>
                    <a:pt x="5921" y="22893"/>
                  </a:cubicBezTo>
                  <a:cubicBezTo>
                    <a:pt x="5409" y="23277"/>
                    <a:pt x="4801" y="23597"/>
                    <a:pt x="4203" y="23917"/>
                  </a:cubicBezTo>
                  <a:cubicBezTo>
                    <a:pt x="3809" y="24131"/>
                    <a:pt x="3403" y="24344"/>
                    <a:pt x="3041" y="24568"/>
                  </a:cubicBezTo>
                  <a:cubicBezTo>
                    <a:pt x="2482" y="24923"/>
                    <a:pt x="1924" y="25352"/>
                    <a:pt x="1720" y="25977"/>
                  </a:cubicBezTo>
                  <a:lnTo>
                    <a:pt x="1720" y="25977"/>
                  </a:lnTo>
                  <a:cubicBezTo>
                    <a:pt x="1938" y="25365"/>
                    <a:pt x="2484" y="24939"/>
                    <a:pt x="3030" y="24600"/>
                  </a:cubicBezTo>
                  <a:cubicBezTo>
                    <a:pt x="3382" y="24376"/>
                    <a:pt x="3787" y="24163"/>
                    <a:pt x="4182" y="23949"/>
                  </a:cubicBezTo>
                  <a:cubicBezTo>
                    <a:pt x="4790" y="23629"/>
                    <a:pt x="5398" y="23309"/>
                    <a:pt x="5910" y="22915"/>
                  </a:cubicBezTo>
                  <a:cubicBezTo>
                    <a:pt x="6739" y="22296"/>
                    <a:pt x="7218" y="21591"/>
                    <a:pt x="7400" y="20728"/>
                  </a:cubicBezTo>
                  <a:close/>
                  <a:moveTo>
                    <a:pt x="1720" y="25977"/>
                  </a:moveTo>
                  <a:cubicBezTo>
                    <a:pt x="1623" y="26250"/>
                    <a:pt x="1591" y="26560"/>
                    <a:pt x="1654" y="26915"/>
                  </a:cubicBezTo>
                  <a:cubicBezTo>
                    <a:pt x="1697" y="27128"/>
                    <a:pt x="1803" y="27363"/>
                    <a:pt x="1963" y="27598"/>
                  </a:cubicBezTo>
                  <a:cubicBezTo>
                    <a:pt x="2529" y="28419"/>
                    <a:pt x="2635" y="28984"/>
                    <a:pt x="2401" y="29966"/>
                  </a:cubicBezTo>
                  <a:cubicBezTo>
                    <a:pt x="2315" y="30297"/>
                    <a:pt x="2635" y="30691"/>
                    <a:pt x="2998" y="31086"/>
                  </a:cubicBezTo>
                  <a:cubicBezTo>
                    <a:pt x="3586" y="31694"/>
                    <a:pt x="4144" y="32417"/>
                    <a:pt x="3971" y="33128"/>
                  </a:cubicBezTo>
                  <a:lnTo>
                    <a:pt x="3971" y="33128"/>
                  </a:lnTo>
                  <a:cubicBezTo>
                    <a:pt x="4188" y="32393"/>
                    <a:pt x="3608" y="31642"/>
                    <a:pt x="3009" y="31011"/>
                  </a:cubicBezTo>
                  <a:cubicBezTo>
                    <a:pt x="2657" y="30638"/>
                    <a:pt x="2337" y="30243"/>
                    <a:pt x="2411" y="29923"/>
                  </a:cubicBezTo>
                  <a:cubicBezTo>
                    <a:pt x="2657" y="28952"/>
                    <a:pt x="2550" y="28366"/>
                    <a:pt x="1974" y="27534"/>
                  </a:cubicBezTo>
                  <a:cubicBezTo>
                    <a:pt x="1814" y="27310"/>
                    <a:pt x="1718" y="27086"/>
                    <a:pt x="1675" y="26862"/>
                  </a:cubicBezTo>
                  <a:cubicBezTo>
                    <a:pt x="1613" y="26528"/>
                    <a:pt x="1636" y="26236"/>
                    <a:pt x="1720" y="25977"/>
                  </a:cubicBezTo>
                  <a:close/>
                  <a:moveTo>
                    <a:pt x="3971" y="33128"/>
                  </a:moveTo>
                  <a:cubicBezTo>
                    <a:pt x="3964" y="33151"/>
                    <a:pt x="3956" y="33175"/>
                    <a:pt x="3947" y="33198"/>
                  </a:cubicBezTo>
                  <a:cubicBezTo>
                    <a:pt x="3937" y="33232"/>
                    <a:pt x="3926" y="33266"/>
                    <a:pt x="3916" y="33300"/>
                  </a:cubicBezTo>
                  <a:lnTo>
                    <a:pt x="3916" y="33300"/>
                  </a:lnTo>
                  <a:cubicBezTo>
                    <a:pt x="3923" y="33280"/>
                    <a:pt x="3930" y="33261"/>
                    <a:pt x="3937" y="33241"/>
                  </a:cubicBezTo>
                  <a:cubicBezTo>
                    <a:pt x="3950" y="33203"/>
                    <a:pt x="3961" y="33165"/>
                    <a:pt x="3971" y="33128"/>
                  </a:cubicBezTo>
                  <a:close/>
                  <a:moveTo>
                    <a:pt x="3916" y="33300"/>
                  </a:moveTo>
                  <a:cubicBezTo>
                    <a:pt x="3628" y="34091"/>
                    <a:pt x="3209" y="34678"/>
                    <a:pt x="2689" y="35012"/>
                  </a:cubicBezTo>
                  <a:lnTo>
                    <a:pt x="2710" y="35044"/>
                  </a:lnTo>
                  <a:cubicBezTo>
                    <a:pt x="3233" y="34695"/>
                    <a:pt x="3647" y="34129"/>
                    <a:pt x="3916" y="3330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8"/>
            <p:cNvSpPr/>
            <p:nvPr/>
          </p:nvSpPr>
          <p:spPr>
            <a:xfrm>
              <a:off x="3629183" y="1137604"/>
              <a:ext cx="703935" cy="3328678"/>
            </a:xfrm>
            <a:custGeom>
              <a:rect b="b" l="l" r="r" t="t"/>
              <a:pathLst>
                <a:path extrusionOk="0" h="35012" w="7404">
                  <a:moveTo>
                    <a:pt x="630" y="1"/>
                  </a:moveTo>
                  <a:lnTo>
                    <a:pt x="598" y="12"/>
                  </a:lnTo>
                  <a:cubicBezTo>
                    <a:pt x="854" y="641"/>
                    <a:pt x="609" y="1409"/>
                    <a:pt x="374" y="2156"/>
                  </a:cubicBezTo>
                  <a:cubicBezTo>
                    <a:pt x="225" y="2625"/>
                    <a:pt x="97" y="3052"/>
                    <a:pt x="65" y="3436"/>
                  </a:cubicBezTo>
                  <a:cubicBezTo>
                    <a:pt x="22" y="4076"/>
                    <a:pt x="1" y="4823"/>
                    <a:pt x="97" y="5505"/>
                  </a:cubicBezTo>
                  <a:cubicBezTo>
                    <a:pt x="203" y="6327"/>
                    <a:pt x="438" y="7169"/>
                    <a:pt x="1430" y="7180"/>
                  </a:cubicBezTo>
                  <a:cubicBezTo>
                    <a:pt x="2209" y="7201"/>
                    <a:pt x="2625" y="7308"/>
                    <a:pt x="2881" y="7575"/>
                  </a:cubicBezTo>
                  <a:cubicBezTo>
                    <a:pt x="3094" y="7799"/>
                    <a:pt x="3190" y="8172"/>
                    <a:pt x="3158" y="8716"/>
                  </a:cubicBezTo>
                  <a:cubicBezTo>
                    <a:pt x="3137" y="9463"/>
                    <a:pt x="2678" y="10210"/>
                    <a:pt x="2252" y="10946"/>
                  </a:cubicBezTo>
                  <a:cubicBezTo>
                    <a:pt x="1708" y="11852"/>
                    <a:pt x="1142" y="12802"/>
                    <a:pt x="1345" y="13773"/>
                  </a:cubicBezTo>
                  <a:cubicBezTo>
                    <a:pt x="1356" y="13815"/>
                    <a:pt x="1356" y="13837"/>
                    <a:pt x="1377" y="13869"/>
                  </a:cubicBezTo>
                  <a:cubicBezTo>
                    <a:pt x="1601" y="14487"/>
                    <a:pt x="2209" y="14669"/>
                    <a:pt x="2796" y="14839"/>
                  </a:cubicBezTo>
                  <a:cubicBezTo>
                    <a:pt x="2924" y="14861"/>
                    <a:pt x="3041" y="14903"/>
                    <a:pt x="3158" y="14946"/>
                  </a:cubicBezTo>
                  <a:cubicBezTo>
                    <a:pt x="3905" y="15181"/>
                    <a:pt x="4438" y="15383"/>
                    <a:pt x="5110" y="15927"/>
                  </a:cubicBezTo>
                  <a:cubicBezTo>
                    <a:pt x="5281" y="16077"/>
                    <a:pt x="5420" y="16183"/>
                    <a:pt x="5527" y="16290"/>
                  </a:cubicBezTo>
                  <a:cubicBezTo>
                    <a:pt x="6113" y="16834"/>
                    <a:pt x="6593" y="17474"/>
                    <a:pt x="6945" y="18200"/>
                  </a:cubicBezTo>
                  <a:cubicBezTo>
                    <a:pt x="7233" y="18754"/>
                    <a:pt x="7361" y="19490"/>
                    <a:pt x="7297" y="20162"/>
                  </a:cubicBezTo>
                  <a:cubicBezTo>
                    <a:pt x="7191" y="21197"/>
                    <a:pt x="6647" y="22051"/>
                    <a:pt x="5559" y="22851"/>
                  </a:cubicBezTo>
                  <a:cubicBezTo>
                    <a:pt x="5369" y="22994"/>
                    <a:pt x="5166" y="23132"/>
                    <a:pt x="4955" y="23267"/>
                  </a:cubicBezTo>
                  <a:lnTo>
                    <a:pt x="4955" y="23267"/>
                  </a:lnTo>
                  <a:cubicBezTo>
                    <a:pt x="5168" y="23132"/>
                    <a:pt x="5375" y="22994"/>
                    <a:pt x="5569" y="22851"/>
                  </a:cubicBezTo>
                  <a:cubicBezTo>
                    <a:pt x="6657" y="22051"/>
                    <a:pt x="7212" y="21187"/>
                    <a:pt x="7319" y="20141"/>
                  </a:cubicBezTo>
                  <a:cubicBezTo>
                    <a:pt x="7404" y="19480"/>
                    <a:pt x="7265" y="18733"/>
                    <a:pt x="6977" y="18157"/>
                  </a:cubicBezTo>
                  <a:cubicBezTo>
                    <a:pt x="6615" y="17453"/>
                    <a:pt x="6124" y="16802"/>
                    <a:pt x="5537" y="16247"/>
                  </a:cubicBezTo>
                  <a:cubicBezTo>
                    <a:pt x="5409" y="16141"/>
                    <a:pt x="5292" y="16023"/>
                    <a:pt x="5121" y="15895"/>
                  </a:cubicBezTo>
                  <a:cubicBezTo>
                    <a:pt x="4470" y="15341"/>
                    <a:pt x="3894" y="15127"/>
                    <a:pt x="3169" y="14893"/>
                  </a:cubicBezTo>
                  <a:cubicBezTo>
                    <a:pt x="3052" y="14850"/>
                    <a:pt x="2934" y="14829"/>
                    <a:pt x="2817" y="14786"/>
                  </a:cubicBezTo>
                  <a:cubicBezTo>
                    <a:pt x="2230" y="14615"/>
                    <a:pt x="1622" y="14434"/>
                    <a:pt x="1398" y="13826"/>
                  </a:cubicBezTo>
                  <a:cubicBezTo>
                    <a:pt x="1388" y="13794"/>
                    <a:pt x="1377" y="13773"/>
                    <a:pt x="1377" y="13741"/>
                  </a:cubicBezTo>
                  <a:cubicBezTo>
                    <a:pt x="1174" y="12781"/>
                    <a:pt x="1729" y="11852"/>
                    <a:pt x="2262" y="10946"/>
                  </a:cubicBezTo>
                  <a:cubicBezTo>
                    <a:pt x="2710" y="10210"/>
                    <a:pt x="3158" y="9463"/>
                    <a:pt x="3190" y="8706"/>
                  </a:cubicBezTo>
                  <a:cubicBezTo>
                    <a:pt x="3212" y="8140"/>
                    <a:pt x="3116" y="7788"/>
                    <a:pt x="2892" y="7543"/>
                  </a:cubicBezTo>
                  <a:cubicBezTo>
                    <a:pt x="2636" y="7276"/>
                    <a:pt x="2209" y="7169"/>
                    <a:pt x="1430" y="7159"/>
                  </a:cubicBezTo>
                  <a:cubicBezTo>
                    <a:pt x="470" y="7148"/>
                    <a:pt x="225" y="6316"/>
                    <a:pt x="118" y="5505"/>
                  </a:cubicBezTo>
                  <a:cubicBezTo>
                    <a:pt x="22" y="4823"/>
                    <a:pt x="54" y="4076"/>
                    <a:pt x="97" y="3436"/>
                  </a:cubicBezTo>
                  <a:cubicBezTo>
                    <a:pt x="118" y="3052"/>
                    <a:pt x="257" y="2625"/>
                    <a:pt x="395" y="2166"/>
                  </a:cubicBezTo>
                  <a:cubicBezTo>
                    <a:pt x="641" y="1409"/>
                    <a:pt x="875" y="641"/>
                    <a:pt x="630" y="1"/>
                  </a:cubicBezTo>
                  <a:close/>
                  <a:moveTo>
                    <a:pt x="4955" y="23267"/>
                  </a:moveTo>
                  <a:lnTo>
                    <a:pt x="4955" y="23267"/>
                  </a:lnTo>
                  <a:cubicBezTo>
                    <a:pt x="4768" y="23385"/>
                    <a:pt x="4575" y="23501"/>
                    <a:pt x="4383" y="23614"/>
                  </a:cubicBezTo>
                  <a:lnTo>
                    <a:pt x="4383" y="23614"/>
                  </a:lnTo>
                  <a:cubicBezTo>
                    <a:pt x="4578" y="23501"/>
                    <a:pt x="4770" y="23385"/>
                    <a:pt x="4955" y="23267"/>
                  </a:cubicBezTo>
                  <a:close/>
                  <a:moveTo>
                    <a:pt x="4383" y="23614"/>
                  </a:moveTo>
                  <a:cubicBezTo>
                    <a:pt x="4239" y="23698"/>
                    <a:pt x="4093" y="23782"/>
                    <a:pt x="3948" y="23864"/>
                  </a:cubicBezTo>
                  <a:cubicBezTo>
                    <a:pt x="3532" y="24109"/>
                    <a:pt x="3126" y="24344"/>
                    <a:pt x="2732" y="24600"/>
                  </a:cubicBezTo>
                  <a:cubicBezTo>
                    <a:pt x="2017" y="25080"/>
                    <a:pt x="1292" y="25720"/>
                    <a:pt x="1452" y="26894"/>
                  </a:cubicBezTo>
                  <a:cubicBezTo>
                    <a:pt x="1494" y="27182"/>
                    <a:pt x="1580" y="27416"/>
                    <a:pt x="1686" y="27587"/>
                  </a:cubicBezTo>
                  <a:cubicBezTo>
                    <a:pt x="2124" y="28280"/>
                    <a:pt x="2220" y="28995"/>
                    <a:pt x="1985" y="29923"/>
                  </a:cubicBezTo>
                  <a:cubicBezTo>
                    <a:pt x="1910" y="30265"/>
                    <a:pt x="2241" y="30681"/>
                    <a:pt x="2572" y="31043"/>
                  </a:cubicBezTo>
                  <a:lnTo>
                    <a:pt x="2593" y="31054"/>
                  </a:lnTo>
                  <a:cubicBezTo>
                    <a:pt x="3051" y="31538"/>
                    <a:pt x="3603" y="32124"/>
                    <a:pt x="3662" y="32788"/>
                  </a:cubicBezTo>
                  <a:lnTo>
                    <a:pt x="3662" y="32788"/>
                  </a:lnTo>
                  <a:cubicBezTo>
                    <a:pt x="3610" y="32100"/>
                    <a:pt x="3029" y="31484"/>
                    <a:pt x="2582" y="31011"/>
                  </a:cubicBezTo>
                  <a:lnTo>
                    <a:pt x="2572" y="31001"/>
                  </a:lnTo>
                  <a:cubicBezTo>
                    <a:pt x="2252" y="30638"/>
                    <a:pt x="1921" y="30243"/>
                    <a:pt x="1996" y="29902"/>
                  </a:cubicBezTo>
                  <a:cubicBezTo>
                    <a:pt x="2230" y="28974"/>
                    <a:pt x="2134" y="28238"/>
                    <a:pt x="1697" y="27544"/>
                  </a:cubicBezTo>
                  <a:cubicBezTo>
                    <a:pt x="1590" y="27374"/>
                    <a:pt x="1516" y="27160"/>
                    <a:pt x="1484" y="26862"/>
                  </a:cubicBezTo>
                  <a:cubicBezTo>
                    <a:pt x="1334" y="25710"/>
                    <a:pt x="2038" y="25069"/>
                    <a:pt x="2742" y="24600"/>
                  </a:cubicBezTo>
                  <a:cubicBezTo>
                    <a:pt x="3116" y="24344"/>
                    <a:pt x="3542" y="24109"/>
                    <a:pt x="3958" y="23864"/>
                  </a:cubicBezTo>
                  <a:cubicBezTo>
                    <a:pt x="4099" y="23782"/>
                    <a:pt x="4241" y="23698"/>
                    <a:pt x="4383" y="23614"/>
                  </a:cubicBezTo>
                  <a:close/>
                  <a:moveTo>
                    <a:pt x="3662" y="32788"/>
                  </a:moveTo>
                  <a:cubicBezTo>
                    <a:pt x="3672" y="32922"/>
                    <a:pt x="3662" y="33059"/>
                    <a:pt x="3628" y="33198"/>
                  </a:cubicBezTo>
                  <a:cubicBezTo>
                    <a:pt x="3618" y="33245"/>
                    <a:pt x="3607" y="33291"/>
                    <a:pt x="3596" y="33337"/>
                  </a:cubicBezTo>
                  <a:lnTo>
                    <a:pt x="3596" y="33337"/>
                  </a:lnTo>
                  <a:cubicBezTo>
                    <a:pt x="3607" y="33298"/>
                    <a:pt x="3618" y="33259"/>
                    <a:pt x="3628" y="33219"/>
                  </a:cubicBezTo>
                  <a:cubicBezTo>
                    <a:pt x="3665" y="33072"/>
                    <a:pt x="3675" y="32928"/>
                    <a:pt x="3662" y="32788"/>
                  </a:cubicBezTo>
                  <a:close/>
                  <a:moveTo>
                    <a:pt x="3596" y="33337"/>
                  </a:moveTo>
                  <a:lnTo>
                    <a:pt x="3596" y="33337"/>
                  </a:lnTo>
                  <a:cubicBezTo>
                    <a:pt x="3398" y="34008"/>
                    <a:pt x="2981" y="34637"/>
                    <a:pt x="2497" y="34990"/>
                  </a:cubicBezTo>
                  <a:lnTo>
                    <a:pt x="2508" y="35012"/>
                  </a:lnTo>
                  <a:cubicBezTo>
                    <a:pt x="2999" y="34661"/>
                    <a:pt x="3414" y="34047"/>
                    <a:pt x="3596" y="3333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8"/>
            <p:cNvSpPr/>
            <p:nvPr/>
          </p:nvSpPr>
          <p:spPr>
            <a:xfrm>
              <a:off x="3624144" y="1139695"/>
              <a:ext cx="685681" cy="3325541"/>
            </a:xfrm>
            <a:custGeom>
              <a:rect b="b" l="l" r="r" t="t"/>
              <a:pathLst>
                <a:path extrusionOk="0" h="34979" w="7212">
                  <a:moveTo>
                    <a:pt x="630" y="0"/>
                  </a:moveTo>
                  <a:lnTo>
                    <a:pt x="598" y="22"/>
                  </a:lnTo>
                  <a:cubicBezTo>
                    <a:pt x="843" y="640"/>
                    <a:pt x="598" y="1387"/>
                    <a:pt x="374" y="2123"/>
                  </a:cubicBezTo>
                  <a:cubicBezTo>
                    <a:pt x="224" y="2582"/>
                    <a:pt x="96" y="3019"/>
                    <a:pt x="64" y="3403"/>
                  </a:cubicBezTo>
                  <a:cubicBezTo>
                    <a:pt x="43" y="3990"/>
                    <a:pt x="0" y="4769"/>
                    <a:pt x="75" y="5473"/>
                  </a:cubicBezTo>
                  <a:cubicBezTo>
                    <a:pt x="171" y="6326"/>
                    <a:pt x="342" y="7233"/>
                    <a:pt x="1334" y="7286"/>
                  </a:cubicBezTo>
                  <a:cubicBezTo>
                    <a:pt x="2571" y="7350"/>
                    <a:pt x="3147" y="7510"/>
                    <a:pt x="3083" y="8769"/>
                  </a:cubicBezTo>
                  <a:cubicBezTo>
                    <a:pt x="3041" y="9516"/>
                    <a:pt x="2603" y="10230"/>
                    <a:pt x="2134" y="10988"/>
                  </a:cubicBezTo>
                  <a:cubicBezTo>
                    <a:pt x="1569" y="11916"/>
                    <a:pt x="1003" y="12844"/>
                    <a:pt x="1174" y="13836"/>
                  </a:cubicBezTo>
                  <a:cubicBezTo>
                    <a:pt x="1185" y="13857"/>
                    <a:pt x="1185" y="13889"/>
                    <a:pt x="1195" y="13911"/>
                  </a:cubicBezTo>
                  <a:lnTo>
                    <a:pt x="1195" y="13921"/>
                  </a:lnTo>
                  <a:cubicBezTo>
                    <a:pt x="1430" y="14647"/>
                    <a:pt x="2294" y="14860"/>
                    <a:pt x="2923" y="15009"/>
                  </a:cubicBezTo>
                  <a:lnTo>
                    <a:pt x="2998" y="15020"/>
                  </a:lnTo>
                  <a:cubicBezTo>
                    <a:pt x="3787" y="15201"/>
                    <a:pt x="4363" y="15383"/>
                    <a:pt x="5025" y="15937"/>
                  </a:cubicBezTo>
                  <a:cubicBezTo>
                    <a:pt x="5142" y="16044"/>
                    <a:pt x="5292" y="16183"/>
                    <a:pt x="5430" y="16300"/>
                  </a:cubicBezTo>
                  <a:cubicBezTo>
                    <a:pt x="5964" y="16802"/>
                    <a:pt x="6422" y="17463"/>
                    <a:pt x="6785" y="18188"/>
                  </a:cubicBezTo>
                  <a:cubicBezTo>
                    <a:pt x="7052" y="18743"/>
                    <a:pt x="7190" y="19468"/>
                    <a:pt x="7137" y="20087"/>
                  </a:cubicBezTo>
                  <a:cubicBezTo>
                    <a:pt x="7052" y="21036"/>
                    <a:pt x="6433" y="21922"/>
                    <a:pt x="5227" y="22818"/>
                  </a:cubicBezTo>
                  <a:cubicBezTo>
                    <a:pt x="4715" y="23191"/>
                    <a:pt x="4150" y="23554"/>
                    <a:pt x="3595" y="23885"/>
                  </a:cubicBezTo>
                  <a:cubicBezTo>
                    <a:pt x="3211" y="24130"/>
                    <a:pt x="2827" y="24365"/>
                    <a:pt x="2465" y="24610"/>
                  </a:cubicBezTo>
                  <a:cubicBezTo>
                    <a:pt x="1537" y="25229"/>
                    <a:pt x="1185" y="25912"/>
                    <a:pt x="1281" y="26872"/>
                  </a:cubicBezTo>
                  <a:cubicBezTo>
                    <a:pt x="1302" y="27074"/>
                    <a:pt x="1345" y="27352"/>
                    <a:pt x="1451" y="27576"/>
                  </a:cubicBezTo>
                  <a:cubicBezTo>
                    <a:pt x="1782" y="28301"/>
                    <a:pt x="1825" y="28994"/>
                    <a:pt x="1611" y="29890"/>
                  </a:cubicBezTo>
                  <a:cubicBezTo>
                    <a:pt x="1526" y="30243"/>
                    <a:pt x="1857" y="30659"/>
                    <a:pt x="2166" y="30989"/>
                  </a:cubicBezTo>
                  <a:cubicBezTo>
                    <a:pt x="2187" y="31032"/>
                    <a:pt x="2230" y="31064"/>
                    <a:pt x="2251" y="31096"/>
                  </a:cubicBezTo>
                  <a:cubicBezTo>
                    <a:pt x="2785" y="31672"/>
                    <a:pt x="3446" y="32376"/>
                    <a:pt x="3297" y="33176"/>
                  </a:cubicBezTo>
                  <a:cubicBezTo>
                    <a:pt x="3190" y="33741"/>
                    <a:pt x="2870" y="34499"/>
                    <a:pt x="2294" y="34947"/>
                  </a:cubicBezTo>
                  <a:lnTo>
                    <a:pt x="2305" y="34979"/>
                  </a:lnTo>
                  <a:cubicBezTo>
                    <a:pt x="2891" y="34509"/>
                    <a:pt x="3211" y="33752"/>
                    <a:pt x="3339" y="33176"/>
                  </a:cubicBezTo>
                  <a:cubicBezTo>
                    <a:pt x="3499" y="32365"/>
                    <a:pt x="2827" y="31640"/>
                    <a:pt x="2294" y="31075"/>
                  </a:cubicBezTo>
                  <a:cubicBezTo>
                    <a:pt x="2273" y="31032"/>
                    <a:pt x="2230" y="31000"/>
                    <a:pt x="2198" y="30968"/>
                  </a:cubicBezTo>
                  <a:cubicBezTo>
                    <a:pt x="1761" y="30488"/>
                    <a:pt x="1590" y="30147"/>
                    <a:pt x="1654" y="29880"/>
                  </a:cubicBezTo>
                  <a:cubicBezTo>
                    <a:pt x="1878" y="28994"/>
                    <a:pt x="1825" y="28280"/>
                    <a:pt x="1494" y="27565"/>
                  </a:cubicBezTo>
                  <a:cubicBezTo>
                    <a:pt x="1387" y="27341"/>
                    <a:pt x="1334" y="27064"/>
                    <a:pt x="1323" y="26861"/>
                  </a:cubicBezTo>
                  <a:cubicBezTo>
                    <a:pt x="1227" y="25912"/>
                    <a:pt x="1579" y="25250"/>
                    <a:pt x="2497" y="24621"/>
                  </a:cubicBezTo>
                  <a:cubicBezTo>
                    <a:pt x="2838" y="24375"/>
                    <a:pt x="3243" y="24141"/>
                    <a:pt x="3617" y="23895"/>
                  </a:cubicBezTo>
                  <a:cubicBezTo>
                    <a:pt x="4171" y="23554"/>
                    <a:pt x="4747" y="23202"/>
                    <a:pt x="5238" y="22829"/>
                  </a:cubicBezTo>
                  <a:cubicBezTo>
                    <a:pt x="6444" y="21943"/>
                    <a:pt x="7084" y="21036"/>
                    <a:pt x="7158" y="20087"/>
                  </a:cubicBezTo>
                  <a:cubicBezTo>
                    <a:pt x="7212" y="19458"/>
                    <a:pt x="7084" y="18722"/>
                    <a:pt x="6817" y="18178"/>
                  </a:cubicBezTo>
                  <a:cubicBezTo>
                    <a:pt x="6454" y="17442"/>
                    <a:pt x="5985" y="16791"/>
                    <a:pt x="5452" y="16289"/>
                  </a:cubicBezTo>
                  <a:cubicBezTo>
                    <a:pt x="5324" y="16151"/>
                    <a:pt x="5174" y="16033"/>
                    <a:pt x="5035" y="15927"/>
                  </a:cubicBezTo>
                  <a:cubicBezTo>
                    <a:pt x="4374" y="15351"/>
                    <a:pt x="3798" y="15191"/>
                    <a:pt x="2998" y="14988"/>
                  </a:cubicBezTo>
                  <a:lnTo>
                    <a:pt x="2923" y="14977"/>
                  </a:lnTo>
                  <a:cubicBezTo>
                    <a:pt x="2262" y="14817"/>
                    <a:pt x="1451" y="14615"/>
                    <a:pt x="1227" y="13911"/>
                  </a:cubicBezTo>
                  <a:lnTo>
                    <a:pt x="1227" y="13900"/>
                  </a:lnTo>
                  <a:cubicBezTo>
                    <a:pt x="1217" y="13868"/>
                    <a:pt x="1195" y="13847"/>
                    <a:pt x="1195" y="13815"/>
                  </a:cubicBezTo>
                  <a:cubicBezTo>
                    <a:pt x="1025" y="12855"/>
                    <a:pt x="1601" y="11916"/>
                    <a:pt x="2155" y="11009"/>
                  </a:cubicBezTo>
                  <a:cubicBezTo>
                    <a:pt x="2603" y="10273"/>
                    <a:pt x="3062" y="9516"/>
                    <a:pt x="3105" y="8769"/>
                  </a:cubicBezTo>
                  <a:cubicBezTo>
                    <a:pt x="3137" y="8150"/>
                    <a:pt x="3009" y="7777"/>
                    <a:pt x="2710" y="7564"/>
                  </a:cubicBezTo>
                  <a:cubicBezTo>
                    <a:pt x="2411" y="7350"/>
                    <a:pt x="1974" y="7286"/>
                    <a:pt x="1334" y="7254"/>
                  </a:cubicBezTo>
                  <a:cubicBezTo>
                    <a:pt x="374" y="7201"/>
                    <a:pt x="203" y="6315"/>
                    <a:pt x="107" y="5473"/>
                  </a:cubicBezTo>
                  <a:cubicBezTo>
                    <a:pt x="22" y="4769"/>
                    <a:pt x="64" y="3990"/>
                    <a:pt x="96" y="3403"/>
                  </a:cubicBezTo>
                  <a:cubicBezTo>
                    <a:pt x="118" y="3009"/>
                    <a:pt x="256" y="2571"/>
                    <a:pt x="395" y="2123"/>
                  </a:cubicBezTo>
                  <a:cubicBezTo>
                    <a:pt x="630" y="1387"/>
                    <a:pt x="864" y="630"/>
                    <a:pt x="6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8"/>
            <p:cNvSpPr/>
            <p:nvPr/>
          </p:nvSpPr>
          <p:spPr>
            <a:xfrm>
              <a:off x="3616063" y="1139695"/>
              <a:ext cx="668377" cy="3323544"/>
            </a:xfrm>
            <a:custGeom>
              <a:rect b="b" l="l" r="r" t="t"/>
              <a:pathLst>
                <a:path extrusionOk="0" h="34958" w="7030">
                  <a:moveTo>
                    <a:pt x="619" y="0"/>
                  </a:moveTo>
                  <a:lnTo>
                    <a:pt x="587" y="11"/>
                  </a:lnTo>
                  <a:cubicBezTo>
                    <a:pt x="800" y="619"/>
                    <a:pt x="576" y="1366"/>
                    <a:pt x="352" y="2070"/>
                  </a:cubicBezTo>
                  <a:cubicBezTo>
                    <a:pt x="213" y="2539"/>
                    <a:pt x="75" y="2966"/>
                    <a:pt x="53" y="3361"/>
                  </a:cubicBezTo>
                  <a:cubicBezTo>
                    <a:pt x="32" y="3894"/>
                    <a:pt x="0" y="4694"/>
                    <a:pt x="75" y="5430"/>
                  </a:cubicBezTo>
                  <a:cubicBezTo>
                    <a:pt x="139" y="6166"/>
                    <a:pt x="235" y="7286"/>
                    <a:pt x="1248" y="7371"/>
                  </a:cubicBezTo>
                  <a:lnTo>
                    <a:pt x="1270" y="7371"/>
                  </a:lnTo>
                  <a:cubicBezTo>
                    <a:pt x="2475" y="7499"/>
                    <a:pt x="3072" y="7553"/>
                    <a:pt x="3008" y="8812"/>
                  </a:cubicBezTo>
                  <a:cubicBezTo>
                    <a:pt x="2966" y="9580"/>
                    <a:pt x="2486" y="10337"/>
                    <a:pt x="2016" y="11073"/>
                  </a:cubicBezTo>
                  <a:cubicBezTo>
                    <a:pt x="1462" y="11958"/>
                    <a:pt x="864" y="12887"/>
                    <a:pt x="1035" y="13868"/>
                  </a:cubicBezTo>
                  <a:cubicBezTo>
                    <a:pt x="1035" y="13900"/>
                    <a:pt x="1035" y="13921"/>
                    <a:pt x="1046" y="13953"/>
                  </a:cubicBezTo>
                  <a:lnTo>
                    <a:pt x="1046" y="13964"/>
                  </a:lnTo>
                  <a:cubicBezTo>
                    <a:pt x="1280" y="14817"/>
                    <a:pt x="2272" y="15052"/>
                    <a:pt x="3232" y="15287"/>
                  </a:cubicBezTo>
                  <a:cubicBezTo>
                    <a:pt x="3894" y="15447"/>
                    <a:pt x="4534" y="15607"/>
                    <a:pt x="4939" y="15948"/>
                  </a:cubicBezTo>
                  <a:cubicBezTo>
                    <a:pt x="4960" y="15980"/>
                    <a:pt x="5003" y="16012"/>
                    <a:pt x="5046" y="16044"/>
                  </a:cubicBezTo>
                  <a:cubicBezTo>
                    <a:pt x="5152" y="16140"/>
                    <a:pt x="5248" y="16215"/>
                    <a:pt x="5334" y="16311"/>
                  </a:cubicBezTo>
                  <a:cubicBezTo>
                    <a:pt x="5889" y="16844"/>
                    <a:pt x="6326" y="17484"/>
                    <a:pt x="6635" y="18188"/>
                  </a:cubicBezTo>
                  <a:cubicBezTo>
                    <a:pt x="6881" y="18786"/>
                    <a:pt x="7009" y="19479"/>
                    <a:pt x="6934" y="20034"/>
                  </a:cubicBezTo>
                  <a:cubicBezTo>
                    <a:pt x="6806" y="21197"/>
                    <a:pt x="5782" y="22114"/>
                    <a:pt x="4886" y="22797"/>
                  </a:cubicBezTo>
                  <a:cubicBezTo>
                    <a:pt x="4395" y="23170"/>
                    <a:pt x="3830" y="23522"/>
                    <a:pt x="3296" y="23874"/>
                  </a:cubicBezTo>
                  <a:cubicBezTo>
                    <a:pt x="2944" y="24109"/>
                    <a:pt x="2582" y="24343"/>
                    <a:pt x="2251" y="24578"/>
                  </a:cubicBezTo>
                  <a:cubicBezTo>
                    <a:pt x="1408" y="25165"/>
                    <a:pt x="1067" y="25848"/>
                    <a:pt x="1152" y="26829"/>
                  </a:cubicBezTo>
                  <a:cubicBezTo>
                    <a:pt x="1184" y="27138"/>
                    <a:pt x="1216" y="27362"/>
                    <a:pt x="1280" y="27565"/>
                  </a:cubicBezTo>
                  <a:cubicBezTo>
                    <a:pt x="1515" y="28269"/>
                    <a:pt x="1526" y="28930"/>
                    <a:pt x="1280" y="29858"/>
                  </a:cubicBezTo>
                  <a:cubicBezTo>
                    <a:pt x="1206" y="30136"/>
                    <a:pt x="1366" y="30488"/>
                    <a:pt x="1782" y="30957"/>
                  </a:cubicBezTo>
                  <a:cubicBezTo>
                    <a:pt x="1835" y="31021"/>
                    <a:pt x="1899" y="31085"/>
                    <a:pt x="1952" y="31149"/>
                  </a:cubicBezTo>
                  <a:cubicBezTo>
                    <a:pt x="2475" y="31736"/>
                    <a:pt x="3072" y="32397"/>
                    <a:pt x="2976" y="33155"/>
                  </a:cubicBezTo>
                  <a:cubicBezTo>
                    <a:pt x="2912" y="33709"/>
                    <a:pt x="2646" y="34456"/>
                    <a:pt x="2123" y="34926"/>
                  </a:cubicBezTo>
                  <a:lnTo>
                    <a:pt x="2144" y="34958"/>
                  </a:lnTo>
                  <a:cubicBezTo>
                    <a:pt x="2678" y="34488"/>
                    <a:pt x="2944" y="33731"/>
                    <a:pt x="3008" y="33133"/>
                  </a:cubicBezTo>
                  <a:cubicBezTo>
                    <a:pt x="3104" y="32365"/>
                    <a:pt x="2486" y="31672"/>
                    <a:pt x="1984" y="31128"/>
                  </a:cubicBezTo>
                  <a:cubicBezTo>
                    <a:pt x="1931" y="31053"/>
                    <a:pt x="1856" y="30989"/>
                    <a:pt x="1803" y="30925"/>
                  </a:cubicBezTo>
                  <a:cubicBezTo>
                    <a:pt x="1408" y="30467"/>
                    <a:pt x="1248" y="30136"/>
                    <a:pt x="1312" y="29858"/>
                  </a:cubicBezTo>
                  <a:cubicBezTo>
                    <a:pt x="1536" y="28920"/>
                    <a:pt x="1536" y="28258"/>
                    <a:pt x="1302" y="27554"/>
                  </a:cubicBezTo>
                  <a:cubicBezTo>
                    <a:pt x="1238" y="27362"/>
                    <a:pt x="1195" y="27128"/>
                    <a:pt x="1163" y="26829"/>
                  </a:cubicBezTo>
                  <a:cubicBezTo>
                    <a:pt x="1099" y="25858"/>
                    <a:pt x="1419" y="25186"/>
                    <a:pt x="2262" y="24599"/>
                  </a:cubicBezTo>
                  <a:cubicBezTo>
                    <a:pt x="2592" y="24365"/>
                    <a:pt x="2944" y="24141"/>
                    <a:pt x="3318" y="23895"/>
                  </a:cubicBezTo>
                  <a:cubicBezTo>
                    <a:pt x="3851" y="23554"/>
                    <a:pt x="4406" y="23191"/>
                    <a:pt x="4896" y="22818"/>
                  </a:cubicBezTo>
                  <a:cubicBezTo>
                    <a:pt x="5793" y="22135"/>
                    <a:pt x="6838" y="21207"/>
                    <a:pt x="6966" y="20034"/>
                  </a:cubicBezTo>
                  <a:cubicBezTo>
                    <a:pt x="7030" y="19468"/>
                    <a:pt x="6913" y="18775"/>
                    <a:pt x="6657" y="18178"/>
                  </a:cubicBezTo>
                  <a:cubicBezTo>
                    <a:pt x="6358" y="17474"/>
                    <a:pt x="5910" y="16812"/>
                    <a:pt x="5366" y="16279"/>
                  </a:cubicBezTo>
                  <a:cubicBezTo>
                    <a:pt x="5270" y="16193"/>
                    <a:pt x="5184" y="16108"/>
                    <a:pt x="5078" y="16012"/>
                  </a:cubicBezTo>
                  <a:cubicBezTo>
                    <a:pt x="5046" y="15991"/>
                    <a:pt x="5003" y="15948"/>
                    <a:pt x="4971" y="15927"/>
                  </a:cubicBezTo>
                  <a:cubicBezTo>
                    <a:pt x="4566" y="15564"/>
                    <a:pt x="3904" y="15415"/>
                    <a:pt x="3243" y="15255"/>
                  </a:cubicBezTo>
                  <a:cubicBezTo>
                    <a:pt x="2283" y="15031"/>
                    <a:pt x="1302" y="14807"/>
                    <a:pt x="1078" y="13964"/>
                  </a:cubicBezTo>
                  <a:lnTo>
                    <a:pt x="1078" y="13953"/>
                  </a:lnTo>
                  <a:cubicBezTo>
                    <a:pt x="1078" y="13921"/>
                    <a:pt x="1056" y="13900"/>
                    <a:pt x="1056" y="13868"/>
                  </a:cubicBezTo>
                  <a:cubicBezTo>
                    <a:pt x="896" y="12897"/>
                    <a:pt x="1483" y="11980"/>
                    <a:pt x="2048" y="11084"/>
                  </a:cubicBezTo>
                  <a:cubicBezTo>
                    <a:pt x="2518" y="10348"/>
                    <a:pt x="2998" y="9590"/>
                    <a:pt x="3030" y="8812"/>
                  </a:cubicBezTo>
                  <a:cubicBezTo>
                    <a:pt x="3104" y="7521"/>
                    <a:pt x="2443" y="7457"/>
                    <a:pt x="1270" y="7350"/>
                  </a:cubicBezTo>
                  <a:lnTo>
                    <a:pt x="1248" y="7350"/>
                  </a:lnTo>
                  <a:cubicBezTo>
                    <a:pt x="245" y="7254"/>
                    <a:pt x="160" y="6145"/>
                    <a:pt x="96" y="5430"/>
                  </a:cubicBezTo>
                  <a:cubicBezTo>
                    <a:pt x="32" y="4683"/>
                    <a:pt x="53" y="3894"/>
                    <a:pt x="85" y="3361"/>
                  </a:cubicBezTo>
                  <a:cubicBezTo>
                    <a:pt x="96" y="2977"/>
                    <a:pt x="235" y="2539"/>
                    <a:pt x="384" y="2080"/>
                  </a:cubicBezTo>
                  <a:cubicBezTo>
                    <a:pt x="608" y="1366"/>
                    <a:pt x="843" y="619"/>
                    <a:pt x="6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8"/>
            <p:cNvSpPr/>
            <p:nvPr/>
          </p:nvSpPr>
          <p:spPr>
            <a:xfrm>
              <a:off x="3610929" y="1148822"/>
              <a:ext cx="647176" cy="3312421"/>
            </a:xfrm>
            <a:custGeom>
              <a:rect b="b" l="l" r="r" t="t"/>
              <a:pathLst>
                <a:path extrusionOk="0" h="34841" w="6807">
                  <a:moveTo>
                    <a:pt x="609" y="0"/>
                  </a:moveTo>
                  <a:lnTo>
                    <a:pt x="577" y="11"/>
                  </a:lnTo>
                  <a:cubicBezTo>
                    <a:pt x="779" y="598"/>
                    <a:pt x="555" y="1323"/>
                    <a:pt x="342" y="2016"/>
                  </a:cubicBezTo>
                  <a:cubicBezTo>
                    <a:pt x="193" y="2464"/>
                    <a:pt x="54" y="2902"/>
                    <a:pt x="43" y="3307"/>
                  </a:cubicBezTo>
                  <a:cubicBezTo>
                    <a:pt x="1" y="4107"/>
                    <a:pt x="1" y="4790"/>
                    <a:pt x="43" y="5355"/>
                  </a:cubicBezTo>
                  <a:lnTo>
                    <a:pt x="43" y="5409"/>
                  </a:lnTo>
                  <a:cubicBezTo>
                    <a:pt x="86" y="6155"/>
                    <a:pt x="161" y="7297"/>
                    <a:pt x="1121" y="7436"/>
                  </a:cubicBezTo>
                  <a:lnTo>
                    <a:pt x="1409" y="7478"/>
                  </a:lnTo>
                  <a:cubicBezTo>
                    <a:pt x="1953" y="7542"/>
                    <a:pt x="2497" y="7628"/>
                    <a:pt x="2764" y="7990"/>
                  </a:cubicBezTo>
                  <a:cubicBezTo>
                    <a:pt x="2913" y="8182"/>
                    <a:pt x="2956" y="8481"/>
                    <a:pt x="2881" y="8854"/>
                  </a:cubicBezTo>
                  <a:cubicBezTo>
                    <a:pt x="2764" y="9558"/>
                    <a:pt x="2326" y="10252"/>
                    <a:pt x="1900" y="10934"/>
                  </a:cubicBezTo>
                  <a:cubicBezTo>
                    <a:pt x="1313" y="11862"/>
                    <a:pt x="694" y="12844"/>
                    <a:pt x="854" y="13889"/>
                  </a:cubicBezTo>
                  <a:cubicBezTo>
                    <a:pt x="854" y="13921"/>
                    <a:pt x="875" y="13943"/>
                    <a:pt x="875" y="13975"/>
                  </a:cubicBezTo>
                  <a:lnTo>
                    <a:pt x="875" y="13985"/>
                  </a:lnTo>
                  <a:cubicBezTo>
                    <a:pt x="934" y="14231"/>
                    <a:pt x="1045" y="14426"/>
                    <a:pt x="1194" y="14582"/>
                  </a:cubicBezTo>
                  <a:lnTo>
                    <a:pt x="1194" y="14582"/>
                  </a:lnTo>
                  <a:cubicBezTo>
                    <a:pt x="1055" y="14432"/>
                    <a:pt x="952" y="14247"/>
                    <a:pt x="897" y="14017"/>
                  </a:cubicBezTo>
                  <a:lnTo>
                    <a:pt x="897" y="13996"/>
                  </a:lnTo>
                  <a:cubicBezTo>
                    <a:pt x="897" y="13975"/>
                    <a:pt x="886" y="13943"/>
                    <a:pt x="886" y="13921"/>
                  </a:cubicBezTo>
                  <a:cubicBezTo>
                    <a:pt x="737" y="12865"/>
                    <a:pt x="1334" y="11905"/>
                    <a:pt x="1921" y="10977"/>
                  </a:cubicBezTo>
                  <a:cubicBezTo>
                    <a:pt x="2348" y="10294"/>
                    <a:pt x="2774" y="9590"/>
                    <a:pt x="2913" y="8876"/>
                  </a:cubicBezTo>
                  <a:cubicBezTo>
                    <a:pt x="2977" y="8492"/>
                    <a:pt x="2934" y="8204"/>
                    <a:pt x="2774" y="7990"/>
                  </a:cubicBezTo>
                  <a:cubicBezTo>
                    <a:pt x="2508" y="7617"/>
                    <a:pt x="1953" y="7532"/>
                    <a:pt x="1409" y="7468"/>
                  </a:cubicBezTo>
                  <a:lnTo>
                    <a:pt x="1121" y="7425"/>
                  </a:lnTo>
                  <a:cubicBezTo>
                    <a:pt x="193" y="7275"/>
                    <a:pt x="129" y="6155"/>
                    <a:pt x="75" y="5430"/>
                  </a:cubicBezTo>
                  <a:lnTo>
                    <a:pt x="75" y="5377"/>
                  </a:lnTo>
                  <a:cubicBezTo>
                    <a:pt x="43" y="4801"/>
                    <a:pt x="33" y="4118"/>
                    <a:pt x="75" y="3318"/>
                  </a:cubicBezTo>
                  <a:cubicBezTo>
                    <a:pt x="86" y="2923"/>
                    <a:pt x="214" y="2475"/>
                    <a:pt x="363" y="2027"/>
                  </a:cubicBezTo>
                  <a:cubicBezTo>
                    <a:pt x="577" y="1323"/>
                    <a:pt x="801" y="598"/>
                    <a:pt x="609" y="0"/>
                  </a:cubicBezTo>
                  <a:close/>
                  <a:moveTo>
                    <a:pt x="1194" y="14582"/>
                  </a:moveTo>
                  <a:cubicBezTo>
                    <a:pt x="1596" y="15018"/>
                    <a:pt x="2295" y="15166"/>
                    <a:pt x="2993" y="15290"/>
                  </a:cubicBezTo>
                  <a:lnTo>
                    <a:pt x="2993" y="15290"/>
                  </a:lnTo>
                  <a:cubicBezTo>
                    <a:pt x="2302" y="15154"/>
                    <a:pt x="1604" y="15011"/>
                    <a:pt x="1194" y="14582"/>
                  </a:cubicBezTo>
                  <a:close/>
                  <a:moveTo>
                    <a:pt x="2993" y="15290"/>
                  </a:moveTo>
                  <a:cubicBezTo>
                    <a:pt x="3023" y="15296"/>
                    <a:pt x="3053" y="15302"/>
                    <a:pt x="3084" y="15308"/>
                  </a:cubicBezTo>
                  <a:cubicBezTo>
                    <a:pt x="3171" y="15323"/>
                    <a:pt x="3258" y="15338"/>
                    <a:pt x="3344" y="15353"/>
                  </a:cubicBezTo>
                  <a:lnTo>
                    <a:pt x="3344" y="15353"/>
                  </a:lnTo>
                  <a:cubicBezTo>
                    <a:pt x="3261" y="15337"/>
                    <a:pt x="3177" y="15323"/>
                    <a:pt x="3094" y="15308"/>
                  </a:cubicBezTo>
                  <a:cubicBezTo>
                    <a:pt x="3061" y="15302"/>
                    <a:pt x="3027" y="15296"/>
                    <a:pt x="2993" y="15290"/>
                  </a:cubicBezTo>
                  <a:close/>
                  <a:moveTo>
                    <a:pt x="3344" y="15353"/>
                  </a:moveTo>
                  <a:cubicBezTo>
                    <a:pt x="3933" y="15463"/>
                    <a:pt x="4509" y="15610"/>
                    <a:pt x="4854" y="15937"/>
                  </a:cubicBezTo>
                  <a:cubicBezTo>
                    <a:pt x="4897" y="15980"/>
                    <a:pt x="4939" y="16022"/>
                    <a:pt x="4992" y="16054"/>
                  </a:cubicBezTo>
                  <a:lnTo>
                    <a:pt x="4992" y="16054"/>
                  </a:lnTo>
                  <a:cubicBezTo>
                    <a:pt x="4941" y="16004"/>
                    <a:pt x="4882" y="15956"/>
                    <a:pt x="4833" y="15916"/>
                  </a:cubicBezTo>
                  <a:cubicBezTo>
                    <a:pt x="4488" y="15590"/>
                    <a:pt x="3940" y="15459"/>
                    <a:pt x="3344" y="15353"/>
                  </a:cubicBezTo>
                  <a:close/>
                  <a:moveTo>
                    <a:pt x="4992" y="16054"/>
                  </a:moveTo>
                  <a:cubicBezTo>
                    <a:pt x="4996" y="16058"/>
                    <a:pt x="5000" y="16061"/>
                    <a:pt x="5004" y="16065"/>
                  </a:cubicBezTo>
                  <a:cubicBezTo>
                    <a:pt x="5089" y="16129"/>
                    <a:pt x="5164" y="16215"/>
                    <a:pt x="5238" y="16279"/>
                  </a:cubicBezTo>
                  <a:cubicBezTo>
                    <a:pt x="5772" y="16812"/>
                    <a:pt x="6199" y="17474"/>
                    <a:pt x="6465" y="18167"/>
                  </a:cubicBezTo>
                  <a:cubicBezTo>
                    <a:pt x="6657" y="18679"/>
                    <a:pt x="6753" y="19319"/>
                    <a:pt x="6700" y="19959"/>
                  </a:cubicBezTo>
                  <a:cubicBezTo>
                    <a:pt x="6604" y="21133"/>
                    <a:pt x="5302" y="22146"/>
                    <a:pt x="4524" y="22743"/>
                  </a:cubicBezTo>
                  <a:cubicBezTo>
                    <a:pt x="4097" y="23085"/>
                    <a:pt x="3606" y="23415"/>
                    <a:pt x="3126" y="23725"/>
                  </a:cubicBezTo>
                  <a:cubicBezTo>
                    <a:pt x="2732" y="23991"/>
                    <a:pt x="2337" y="24237"/>
                    <a:pt x="1996" y="24493"/>
                  </a:cubicBezTo>
                  <a:cubicBezTo>
                    <a:pt x="1217" y="25069"/>
                    <a:pt x="918" y="25762"/>
                    <a:pt x="982" y="26744"/>
                  </a:cubicBezTo>
                  <a:cubicBezTo>
                    <a:pt x="1003" y="26978"/>
                    <a:pt x="1014" y="27256"/>
                    <a:pt x="1089" y="27490"/>
                  </a:cubicBezTo>
                  <a:cubicBezTo>
                    <a:pt x="1281" y="28237"/>
                    <a:pt x="1185" y="28952"/>
                    <a:pt x="950" y="29784"/>
                  </a:cubicBezTo>
                  <a:cubicBezTo>
                    <a:pt x="886" y="30083"/>
                    <a:pt x="1014" y="30435"/>
                    <a:pt x="1377" y="30872"/>
                  </a:cubicBezTo>
                  <a:cubicBezTo>
                    <a:pt x="1462" y="30968"/>
                    <a:pt x="1537" y="31053"/>
                    <a:pt x="1633" y="31160"/>
                  </a:cubicBezTo>
                  <a:cubicBezTo>
                    <a:pt x="2113" y="31715"/>
                    <a:pt x="2646" y="32333"/>
                    <a:pt x="2614" y="33059"/>
                  </a:cubicBezTo>
                  <a:cubicBezTo>
                    <a:pt x="2593" y="33603"/>
                    <a:pt x="2390" y="34349"/>
                    <a:pt x="1921" y="34830"/>
                  </a:cubicBezTo>
                  <a:lnTo>
                    <a:pt x="1953" y="34840"/>
                  </a:lnTo>
                  <a:cubicBezTo>
                    <a:pt x="2433" y="34360"/>
                    <a:pt x="2614" y="33603"/>
                    <a:pt x="2646" y="33069"/>
                  </a:cubicBezTo>
                  <a:cubicBezTo>
                    <a:pt x="2689" y="32344"/>
                    <a:pt x="2134" y="31725"/>
                    <a:pt x="1654" y="31160"/>
                  </a:cubicBezTo>
                  <a:cubicBezTo>
                    <a:pt x="1569" y="31053"/>
                    <a:pt x="1484" y="30957"/>
                    <a:pt x="1409" y="30872"/>
                  </a:cubicBezTo>
                  <a:cubicBezTo>
                    <a:pt x="1057" y="30445"/>
                    <a:pt x="907" y="30093"/>
                    <a:pt x="993" y="29816"/>
                  </a:cubicBezTo>
                  <a:cubicBezTo>
                    <a:pt x="1217" y="28973"/>
                    <a:pt x="1324" y="28258"/>
                    <a:pt x="1121" y="27512"/>
                  </a:cubicBezTo>
                  <a:cubicBezTo>
                    <a:pt x="1067" y="27277"/>
                    <a:pt x="1046" y="27000"/>
                    <a:pt x="1035" y="26776"/>
                  </a:cubicBezTo>
                  <a:cubicBezTo>
                    <a:pt x="961" y="25805"/>
                    <a:pt x="1270" y="25111"/>
                    <a:pt x="2028" y="24546"/>
                  </a:cubicBezTo>
                  <a:cubicBezTo>
                    <a:pt x="2380" y="24279"/>
                    <a:pt x="2764" y="24045"/>
                    <a:pt x="3169" y="23778"/>
                  </a:cubicBezTo>
                  <a:cubicBezTo>
                    <a:pt x="3628" y="23469"/>
                    <a:pt x="4129" y="23149"/>
                    <a:pt x="4566" y="22797"/>
                  </a:cubicBezTo>
                  <a:cubicBezTo>
                    <a:pt x="5356" y="22189"/>
                    <a:pt x="6657" y="21165"/>
                    <a:pt x="6753" y="19991"/>
                  </a:cubicBezTo>
                  <a:cubicBezTo>
                    <a:pt x="6807" y="19351"/>
                    <a:pt x="6711" y="18690"/>
                    <a:pt x="6508" y="18178"/>
                  </a:cubicBezTo>
                  <a:cubicBezTo>
                    <a:pt x="6231" y="17484"/>
                    <a:pt x="5804" y="16823"/>
                    <a:pt x="5270" y="16289"/>
                  </a:cubicBezTo>
                  <a:cubicBezTo>
                    <a:pt x="5196" y="16225"/>
                    <a:pt x="5110" y="16161"/>
                    <a:pt x="5036" y="16076"/>
                  </a:cubicBezTo>
                  <a:cubicBezTo>
                    <a:pt x="5020" y="16069"/>
                    <a:pt x="5006" y="16062"/>
                    <a:pt x="4992" y="1605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8"/>
            <p:cNvSpPr/>
            <p:nvPr/>
          </p:nvSpPr>
          <p:spPr>
            <a:xfrm>
              <a:off x="3603893" y="1145780"/>
              <a:ext cx="626829" cy="3313372"/>
            </a:xfrm>
            <a:custGeom>
              <a:rect b="b" l="l" r="r" t="t"/>
              <a:pathLst>
                <a:path extrusionOk="0" h="34851" w="6593">
                  <a:moveTo>
                    <a:pt x="587" y="0"/>
                  </a:moveTo>
                  <a:lnTo>
                    <a:pt x="555" y="22"/>
                  </a:lnTo>
                  <a:cubicBezTo>
                    <a:pt x="747" y="587"/>
                    <a:pt x="533" y="1302"/>
                    <a:pt x="320" y="1963"/>
                  </a:cubicBezTo>
                  <a:cubicBezTo>
                    <a:pt x="171" y="2432"/>
                    <a:pt x="43" y="2870"/>
                    <a:pt x="21" y="3275"/>
                  </a:cubicBezTo>
                  <a:cubicBezTo>
                    <a:pt x="0" y="4033"/>
                    <a:pt x="0" y="4726"/>
                    <a:pt x="21" y="5323"/>
                  </a:cubicBezTo>
                  <a:lnTo>
                    <a:pt x="21" y="5441"/>
                  </a:lnTo>
                  <a:cubicBezTo>
                    <a:pt x="64" y="6209"/>
                    <a:pt x="117" y="7339"/>
                    <a:pt x="1024" y="7542"/>
                  </a:cubicBezTo>
                  <a:cubicBezTo>
                    <a:pt x="1163" y="7564"/>
                    <a:pt x="1312" y="7574"/>
                    <a:pt x="1440" y="7606"/>
                  </a:cubicBezTo>
                  <a:cubicBezTo>
                    <a:pt x="1942" y="7681"/>
                    <a:pt x="2454" y="7766"/>
                    <a:pt x="2688" y="8108"/>
                  </a:cubicBezTo>
                  <a:cubicBezTo>
                    <a:pt x="2838" y="8310"/>
                    <a:pt x="2870" y="8588"/>
                    <a:pt x="2795" y="8940"/>
                  </a:cubicBezTo>
                  <a:cubicBezTo>
                    <a:pt x="2656" y="9633"/>
                    <a:pt x="2230" y="10316"/>
                    <a:pt x="1803" y="10977"/>
                  </a:cubicBezTo>
                  <a:cubicBezTo>
                    <a:pt x="1195" y="11916"/>
                    <a:pt x="587" y="12876"/>
                    <a:pt x="715" y="13943"/>
                  </a:cubicBezTo>
                  <a:cubicBezTo>
                    <a:pt x="715" y="13964"/>
                    <a:pt x="736" y="13996"/>
                    <a:pt x="736" y="14017"/>
                  </a:cubicBezTo>
                  <a:lnTo>
                    <a:pt x="736" y="14049"/>
                  </a:lnTo>
                  <a:cubicBezTo>
                    <a:pt x="928" y="15073"/>
                    <a:pt x="1974" y="15233"/>
                    <a:pt x="2987" y="15383"/>
                  </a:cubicBezTo>
                  <a:cubicBezTo>
                    <a:pt x="3648" y="15489"/>
                    <a:pt x="4342" y="15596"/>
                    <a:pt x="4747" y="15948"/>
                  </a:cubicBezTo>
                  <a:cubicBezTo>
                    <a:pt x="4790" y="15980"/>
                    <a:pt x="4811" y="16023"/>
                    <a:pt x="4854" y="16044"/>
                  </a:cubicBezTo>
                  <a:cubicBezTo>
                    <a:pt x="4960" y="16140"/>
                    <a:pt x="5056" y="16236"/>
                    <a:pt x="5142" y="16321"/>
                  </a:cubicBezTo>
                  <a:cubicBezTo>
                    <a:pt x="5665" y="16855"/>
                    <a:pt x="6070" y="17495"/>
                    <a:pt x="6315" y="18210"/>
                  </a:cubicBezTo>
                  <a:cubicBezTo>
                    <a:pt x="6497" y="18711"/>
                    <a:pt x="6550" y="19330"/>
                    <a:pt x="6454" y="20002"/>
                  </a:cubicBezTo>
                  <a:cubicBezTo>
                    <a:pt x="6305" y="21143"/>
                    <a:pt x="5088" y="22103"/>
                    <a:pt x="4203" y="22797"/>
                  </a:cubicBezTo>
                  <a:cubicBezTo>
                    <a:pt x="3798" y="23095"/>
                    <a:pt x="3350" y="23405"/>
                    <a:pt x="2923" y="23682"/>
                  </a:cubicBezTo>
                  <a:cubicBezTo>
                    <a:pt x="2507" y="23970"/>
                    <a:pt x="2123" y="24215"/>
                    <a:pt x="1771" y="24482"/>
                  </a:cubicBezTo>
                  <a:cubicBezTo>
                    <a:pt x="1067" y="25037"/>
                    <a:pt x="789" y="25730"/>
                    <a:pt x="853" y="26744"/>
                  </a:cubicBezTo>
                  <a:lnTo>
                    <a:pt x="853" y="26818"/>
                  </a:lnTo>
                  <a:cubicBezTo>
                    <a:pt x="875" y="27042"/>
                    <a:pt x="896" y="27288"/>
                    <a:pt x="928" y="27501"/>
                  </a:cubicBezTo>
                  <a:cubicBezTo>
                    <a:pt x="1088" y="28290"/>
                    <a:pt x="917" y="29005"/>
                    <a:pt x="693" y="29805"/>
                  </a:cubicBezTo>
                  <a:cubicBezTo>
                    <a:pt x="608" y="30115"/>
                    <a:pt x="725" y="30456"/>
                    <a:pt x="1024" y="30872"/>
                  </a:cubicBezTo>
                  <a:cubicBezTo>
                    <a:pt x="1131" y="31011"/>
                    <a:pt x="1259" y="31149"/>
                    <a:pt x="1376" y="31299"/>
                  </a:cubicBezTo>
                  <a:cubicBezTo>
                    <a:pt x="1803" y="31821"/>
                    <a:pt x="2294" y="32419"/>
                    <a:pt x="2283" y="33048"/>
                  </a:cubicBezTo>
                  <a:cubicBezTo>
                    <a:pt x="2262" y="33816"/>
                    <a:pt x="2091" y="34403"/>
                    <a:pt x="1760" y="34830"/>
                  </a:cubicBezTo>
                  <a:lnTo>
                    <a:pt x="1792" y="34851"/>
                  </a:lnTo>
                  <a:cubicBezTo>
                    <a:pt x="2123" y="34424"/>
                    <a:pt x="2304" y="33837"/>
                    <a:pt x="2294" y="33037"/>
                  </a:cubicBezTo>
                  <a:cubicBezTo>
                    <a:pt x="2304" y="32397"/>
                    <a:pt x="1814" y="31800"/>
                    <a:pt x="1387" y="31267"/>
                  </a:cubicBezTo>
                  <a:cubicBezTo>
                    <a:pt x="1270" y="31117"/>
                    <a:pt x="1163" y="30968"/>
                    <a:pt x="1056" y="30829"/>
                  </a:cubicBezTo>
                  <a:cubicBezTo>
                    <a:pt x="757" y="30435"/>
                    <a:pt x="651" y="30093"/>
                    <a:pt x="736" y="29794"/>
                  </a:cubicBezTo>
                  <a:cubicBezTo>
                    <a:pt x="960" y="28984"/>
                    <a:pt x="1131" y="28258"/>
                    <a:pt x="971" y="27480"/>
                  </a:cubicBezTo>
                  <a:cubicBezTo>
                    <a:pt x="917" y="27266"/>
                    <a:pt x="907" y="27021"/>
                    <a:pt x="896" y="26797"/>
                  </a:cubicBezTo>
                  <a:lnTo>
                    <a:pt x="896" y="26712"/>
                  </a:lnTo>
                  <a:cubicBezTo>
                    <a:pt x="821" y="25709"/>
                    <a:pt x="1109" y="25015"/>
                    <a:pt x="1803" y="24482"/>
                  </a:cubicBezTo>
                  <a:cubicBezTo>
                    <a:pt x="2144" y="24215"/>
                    <a:pt x="2528" y="23949"/>
                    <a:pt x="2944" y="23682"/>
                  </a:cubicBezTo>
                  <a:cubicBezTo>
                    <a:pt x="3392" y="23405"/>
                    <a:pt x="3830" y="23095"/>
                    <a:pt x="4224" y="22797"/>
                  </a:cubicBezTo>
                  <a:cubicBezTo>
                    <a:pt x="5120" y="22082"/>
                    <a:pt x="6347" y="21143"/>
                    <a:pt x="6497" y="19980"/>
                  </a:cubicBezTo>
                  <a:cubicBezTo>
                    <a:pt x="6593" y="19298"/>
                    <a:pt x="6529" y="18668"/>
                    <a:pt x="6358" y="18167"/>
                  </a:cubicBezTo>
                  <a:cubicBezTo>
                    <a:pt x="6113" y="17474"/>
                    <a:pt x="5697" y="16823"/>
                    <a:pt x="5174" y="16289"/>
                  </a:cubicBezTo>
                  <a:cubicBezTo>
                    <a:pt x="5088" y="16193"/>
                    <a:pt x="4982" y="16097"/>
                    <a:pt x="4875" y="16001"/>
                  </a:cubicBezTo>
                  <a:cubicBezTo>
                    <a:pt x="4843" y="15980"/>
                    <a:pt x="4811" y="15937"/>
                    <a:pt x="4779" y="15916"/>
                  </a:cubicBezTo>
                  <a:cubicBezTo>
                    <a:pt x="4363" y="15553"/>
                    <a:pt x="3670" y="15447"/>
                    <a:pt x="2987" y="15340"/>
                  </a:cubicBezTo>
                  <a:cubicBezTo>
                    <a:pt x="1984" y="15191"/>
                    <a:pt x="960" y="15031"/>
                    <a:pt x="757" y="14028"/>
                  </a:cubicBezTo>
                  <a:lnTo>
                    <a:pt x="757" y="14007"/>
                  </a:lnTo>
                  <a:cubicBezTo>
                    <a:pt x="757" y="13975"/>
                    <a:pt x="747" y="13953"/>
                    <a:pt x="747" y="13921"/>
                  </a:cubicBezTo>
                  <a:cubicBezTo>
                    <a:pt x="608" y="12855"/>
                    <a:pt x="1227" y="11894"/>
                    <a:pt x="1814" y="10977"/>
                  </a:cubicBezTo>
                  <a:cubicBezTo>
                    <a:pt x="2240" y="10316"/>
                    <a:pt x="2667" y="9633"/>
                    <a:pt x="2816" y="8929"/>
                  </a:cubicBezTo>
                  <a:cubicBezTo>
                    <a:pt x="2880" y="8566"/>
                    <a:pt x="2859" y="8300"/>
                    <a:pt x="2710" y="8086"/>
                  </a:cubicBezTo>
                  <a:cubicBezTo>
                    <a:pt x="2464" y="7724"/>
                    <a:pt x="1942" y="7649"/>
                    <a:pt x="1440" y="7564"/>
                  </a:cubicBezTo>
                  <a:cubicBezTo>
                    <a:pt x="1291" y="7553"/>
                    <a:pt x="1163" y="7521"/>
                    <a:pt x="1024" y="7500"/>
                  </a:cubicBezTo>
                  <a:cubicBezTo>
                    <a:pt x="139" y="7297"/>
                    <a:pt x="96" y="6177"/>
                    <a:pt x="53" y="5430"/>
                  </a:cubicBezTo>
                  <a:lnTo>
                    <a:pt x="53" y="5313"/>
                  </a:lnTo>
                  <a:cubicBezTo>
                    <a:pt x="21" y="4715"/>
                    <a:pt x="21" y="4033"/>
                    <a:pt x="53" y="3275"/>
                  </a:cubicBezTo>
                  <a:cubicBezTo>
                    <a:pt x="64" y="2870"/>
                    <a:pt x="203" y="2443"/>
                    <a:pt x="352" y="1974"/>
                  </a:cubicBezTo>
                  <a:cubicBezTo>
                    <a:pt x="555" y="1302"/>
                    <a:pt x="779" y="587"/>
                    <a:pt x="5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8"/>
            <p:cNvSpPr/>
            <p:nvPr/>
          </p:nvSpPr>
          <p:spPr>
            <a:xfrm>
              <a:off x="3600851" y="1151865"/>
              <a:ext cx="607529" cy="3306336"/>
            </a:xfrm>
            <a:custGeom>
              <a:rect b="b" l="l" r="r" t="t"/>
              <a:pathLst>
                <a:path extrusionOk="0" h="34777" w="6390">
                  <a:moveTo>
                    <a:pt x="576" y="0"/>
                  </a:moveTo>
                  <a:lnTo>
                    <a:pt x="555" y="11"/>
                  </a:lnTo>
                  <a:cubicBezTo>
                    <a:pt x="725" y="587"/>
                    <a:pt x="512" y="1248"/>
                    <a:pt x="309" y="1899"/>
                  </a:cubicBezTo>
                  <a:cubicBezTo>
                    <a:pt x="160" y="2368"/>
                    <a:pt x="32" y="2806"/>
                    <a:pt x="21" y="3222"/>
                  </a:cubicBezTo>
                  <a:cubicBezTo>
                    <a:pt x="0" y="3926"/>
                    <a:pt x="0" y="4609"/>
                    <a:pt x="32" y="5259"/>
                  </a:cubicBezTo>
                  <a:lnTo>
                    <a:pt x="32" y="5441"/>
                  </a:lnTo>
                  <a:cubicBezTo>
                    <a:pt x="53" y="6198"/>
                    <a:pt x="85" y="7361"/>
                    <a:pt x="939" y="7596"/>
                  </a:cubicBezTo>
                  <a:cubicBezTo>
                    <a:pt x="1088" y="7638"/>
                    <a:pt x="1259" y="7681"/>
                    <a:pt x="1430" y="7702"/>
                  </a:cubicBezTo>
                  <a:cubicBezTo>
                    <a:pt x="1910" y="7798"/>
                    <a:pt x="2390" y="7894"/>
                    <a:pt x="2614" y="8225"/>
                  </a:cubicBezTo>
                  <a:cubicBezTo>
                    <a:pt x="2742" y="8406"/>
                    <a:pt x="2763" y="8662"/>
                    <a:pt x="2699" y="8993"/>
                  </a:cubicBezTo>
                  <a:cubicBezTo>
                    <a:pt x="2550" y="9686"/>
                    <a:pt x="2134" y="10326"/>
                    <a:pt x="1696" y="11009"/>
                  </a:cubicBezTo>
                  <a:cubicBezTo>
                    <a:pt x="1099" y="11927"/>
                    <a:pt x="491" y="12887"/>
                    <a:pt x="587" y="13953"/>
                  </a:cubicBezTo>
                  <a:cubicBezTo>
                    <a:pt x="587" y="13985"/>
                    <a:pt x="608" y="14007"/>
                    <a:pt x="608" y="14039"/>
                  </a:cubicBezTo>
                  <a:lnTo>
                    <a:pt x="608" y="14060"/>
                  </a:lnTo>
                  <a:cubicBezTo>
                    <a:pt x="768" y="15159"/>
                    <a:pt x="1888" y="15308"/>
                    <a:pt x="2966" y="15447"/>
                  </a:cubicBezTo>
                  <a:cubicBezTo>
                    <a:pt x="3638" y="15543"/>
                    <a:pt x="4256" y="15628"/>
                    <a:pt x="4651" y="15927"/>
                  </a:cubicBezTo>
                  <a:cubicBezTo>
                    <a:pt x="4790" y="16055"/>
                    <a:pt x="4928" y="16183"/>
                    <a:pt x="5046" y="16300"/>
                  </a:cubicBezTo>
                  <a:cubicBezTo>
                    <a:pt x="5569" y="16823"/>
                    <a:pt x="5953" y="17474"/>
                    <a:pt x="6177" y="18188"/>
                  </a:cubicBezTo>
                  <a:cubicBezTo>
                    <a:pt x="6358" y="18700"/>
                    <a:pt x="6358" y="19308"/>
                    <a:pt x="6219" y="19980"/>
                  </a:cubicBezTo>
                  <a:cubicBezTo>
                    <a:pt x="5985" y="21122"/>
                    <a:pt x="4726" y="22103"/>
                    <a:pt x="3904" y="22743"/>
                  </a:cubicBezTo>
                  <a:cubicBezTo>
                    <a:pt x="3542" y="23021"/>
                    <a:pt x="3136" y="23287"/>
                    <a:pt x="2752" y="23543"/>
                  </a:cubicBezTo>
                  <a:cubicBezTo>
                    <a:pt x="2326" y="23842"/>
                    <a:pt x="1910" y="24109"/>
                    <a:pt x="1568" y="24386"/>
                  </a:cubicBezTo>
                  <a:cubicBezTo>
                    <a:pt x="832" y="24973"/>
                    <a:pt x="715" y="25666"/>
                    <a:pt x="736" y="26648"/>
                  </a:cubicBezTo>
                  <a:cubicBezTo>
                    <a:pt x="757" y="26936"/>
                    <a:pt x="768" y="27202"/>
                    <a:pt x="811" y="27426"/>
                  </a:cubicBezTo>
                  <a:cubicBezTo>
                    <a:pt x="928" y="28216"/>
                    <a:pt x="736" y="28941"/>
                    <a:pt x="491" y="29762"/>
                  </a:cubicBezTo>
                  <a:cubicBezTo>
                    <a:pt x="395" y="30083"/>
                    <a:pt x="459" y="30413"/>
                    <a:pt x="704" y="30797"/>
                  </a:cubicBezTo>
                  <a:cubicBezTo>
                    <a:pt x="821" y="31000"/>
                    <a:pt x="981" y="31203"/>
                    <a:pt x="1131" y="31395"/>
                  </a:cubicBezTo>
                  <a:cubicBezTo>
                    <a:pt x="1504" y="31896"/>
                    <a:pt x="1888" y="32397"/>
                    <a:pt x="1910" y="32973"/>
                  </a:cubicBezTo>
                  <a:cubicBezTo>
                    <a:pt x="1952" y="33741"/>
                    <a:pt x="1835" y="34328"/>
                    <a:pt x="1558" y="34755"/>
                  </a:cubicBezTo>
                  <a:lnTo>
                    <a:pt x="1579" y="34776"/>
                  </a:lnTo>
                  <a:cubicBezTo>
                    <a:pt x="1856" y="34328"/>
                    <a:pt x="1995" y="33741"/>
                    <a:pt x="1963" y="32941"/>
                  </a:cubicBezTo>
                  <a:cubicBezTo>
                    <a:pt x="1942" y="32376"/>
                    <a:pt x="1536" y="31853"/>
                    <a:pt x="1163" y="31363"/>
                  </a:cubicBezTo>
                  <a:cubicBezTo>
                    <a:pt x="1003" y="31149"/>
                    <a:pt x="864" y="30957"/>
                    <a:pt x="736" y="30755"/>
                  </a:cubicBezTo>
                  <a:cubicBezTo>
                    <a:pt x="501" y="30381"/>
                    <a:pt x="437" y="30051"/>
                    <a:pt x="523" y="29741"/>
                  </a:cubicBezTo>
                  <a:cubicBezTo>
                    <a:pt x="768" y="28962"/>
                    <a:pt x="971" y="28184"/>
                    <a:pt x="843" y="27394"/>
                  </a:cubicBezTo>
                  <a:cubicBezTo>
                    <a:pt x="811" y="27170"/>
                    <a:pt x="789" y="26904"/>
                    <a:pt x="779" y="26626"/>
                  </a:cubicBezTo>
                  <a:cubicBezTo>
                    <a:pt x="736" y="25656"/>
                    <a:pt x="875" y="24973"/>
                    <a:pt x="1590" y="24386"/>
                  </a:cubicBezTo>
                  <a:cubicBezTo>
                    <a:pt x="1942" y="24087"/>
                    <a:pt x="2358" y="23821"/>
                    <a:pt x="2784" y="23543"/>
                  </a:cubicBezTo>
                  <a:cubicBezTo>
                    <a:pt x="3168" y="23287"/>
                    <a:pt x="3563" y="23021"/>
                    <a:pt x="3926" y="22743"/>
                  </a:cubicBezTo>
                  <a:cubicBezTo>
                    <a:pt x="4768" y="22093"/>
                    <a:pt x="6017" y="21122"/>
                    <a:pt x="6262" y="19959"/>
                  </a:cubicBezTo>
                  <a:cubicBezTo>
                    <a:pt x="6390" y="19266"/>
                    <a:pt x="6379" y="18668"/>
                    <a:pt x="6219" y="18146"/>
                  </a:cubicBezTo>
                  <a:cubicBezTo>
                    <a:pt x="5995" y="17442"/>
                    <a:pt x="5611" y="16780"/>
                    <a:pt x="5088" y="16247"/>
                  </a:cubicBezTo>
                  <a:cubicBezTo>
                    <a:pt x="4971" y="16129"/>
                    <a:pt x="4832" y="16001"/>
                    <a:pt x="4683" y="15873"/>
                  </a:cubicBezTo>
                  <a:cubicBezTo>
                    <a:pt x="4299" y="15575"/>
                    <a:pt x="3670" y="15489"/>
                    <a:pt x="2998" y="15393"/>
                  </a:cubicBezTo>
                  <a:cubicBezTo>
                    <a:pt x="1910" y="15255"/>
                    <a:pt x="811" y="15105"/>
                    <a:pt x="651" y="14028"/>
                  </a:cubicBezTo>
                  <a:lnTo>
                    <a:pt x="651" y="13996"/>
                  </a:lnTo>
                  <a:cubicBezTo>
                    <a:pt x="629" y="13985"/>
                    <a:pt x="629" y="13953"/>
                    <a:pt x="629" y="13932"/>
                  </a:cubicBezTo>
                  <a:cubicBezTo>
                    <a:pt x="544" y="12865"/>
                    <a:pt x="1152" y="11916"/>
                    <a:pt x="1739" y="10998"/>
                  </a:cubicBezTo>
                  <a:cubicBezTo>
                    <a:pt x="2176" y="10316"/>
                    <a:pt x="2592" y="9676"/>
                    <a:pt x="2742" y="8982"/>
                  </a:cubicBezTo>
                  <a:cubicBezTo>
                    <a:pt x="2806" y="8652"/>
                    <a:pt x="2784" y="8385"/>
                    <a:pt x="2646" y="8182"/>
                  </a:cubicBezTo>
                  <a:cubicBezTo>
                    <a:pt x="2422" y="7841"/>
                    <a:pt x="1931" y="7745"/>
                    <a:pt x="1451" y="7649"/>
                  </a:cubicBezTo>
                  <a:cubicBezTo>
                    <a:pt x="1270" y="7628"/>
                    <a:pt x="1099" y="7585"/>
                    <a:pt x="949" y="7542"/>
                  </a:cubicBezTo>
                  <a:cubicBezTo>
                    <a:pt x="107" y="7318"/>
                    <a:pt x="85" y="6166"/>
                    <a:pt x="53" y="5409"/>
                  </a:cubicBezTo>
                  <a:lnTo>
                    <a:pt x="53" y="5238"/>
                  </a:lnTo>
                  <a:cubicBezTo>
                    <a:pt x="32" y="4587"/>
                    <a:pt x="32" y="3905"/>
                    <a:pt x="43" y="3211"/>
                  </a:cubicBezTo>
                  <a:cubicBezTo>
                    <a:pt x="53" y="2806"/>
                    <a:pt x="192" y="2368"/>
                    <a:pt x="341" y="1899"/>
                  </a:cubicBezTo>
                  <a:cubicBezTo>
                    <a:pt x="544" y="1248"/>
                    <a:pt x="747" y="566"/>
                    <a:pt x="5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8"/>
            <p:cNvSpPr/>
            <p:nvPr/>
          </p:nvSpPr>
          <p:spPr>
            <a:xfrm>
              <a:off x="3593720" y="1153861"/>
              <a:ext cx="595455" cy="3302248"/>
            </a:xfrm>
            <a:custGeom>
              <a:rect b="b" l="l" r="r" t="t"/>
              <a:pathLst>
                <a:path extrusionOk="0" h="34734" w="6263">
                  <a:moveTo>
                    <a:pt x="576" y="1"/>
                  </a:moveTo>
                  <a:lnTo>
                    <a:pt x="544" y="11"/>
                  </a:lnTo>
                  <a:cubicBezTo>
                    <a:pt x="704" y="577"/>
                    <a:pt x="502" y="1227"/>
                    <a:pt x="310" y="1857"/>
                  </a:cubicBezTo>
                  <a:cubicBezTo>
                    <a:pt x="160" y="2305"/>
                    <a:pt x="22" y="2774"/>
                    <a:pt x="11" y="3190"/>
                  </a:cubicBezTo>
                  <a:cubicBezTo>
                    <a:pt x="0" y="3905"/>
                    <a:pt x="11" y="4641"/>
                    <a:pt x="22" y="5206"/>
                  </a:cubicBezTo>
                  <a:lnTo>
                    <a:pt x="22" y="5366"/>
                  </a:lnTo>
                  <a:cubicBezTo>
                    <a:pt x="43" y="6166"/>
                    <a:pt x="64" y="7361"/>
                    <a:pt x="854" y="7660"/>
                  </a:cubicBezTo>
                  <a:cubicBezTo>
                    <a:pt x="1014" y="7713"/>
                    <a:pt x="1216" y="7767"/>
                    <a:pt x="1409" y="7799"/>
                  </a:cubicBezTo>
                  <a:cubicBezTo>
                    <a:pt x="1867" y="7905"/>
                    <a:pt x="2337" y="8001"/>
                    <a:pt x="2550" y="8332"/>
                  </a:cubicBezTo>
                  <a:cubicBezTo>
                    <a:pt x="2667" y="8524"/>
                    <a:pt x="2678" y="8759"/>
                    <a:pt x="2614" y="9068"/>
                  </a:cubicBezTo>
                  <a:cubicBezTo>
                    <a:pt x="2454" y="9751"/>
                    <a:pt x="2038" y="10391"/>
                    <a:pt x="1611" y="11052"/>
                  </a:cubicBezTo>
                  <a:cubicBezTo>
                    <a:pt x="1035" y="11959"/>
                    <a:pt x="438" y="12908"/>
                    <a:pt x="491" y="13975"/>
                  </a:cubicBezTo>
                  <a:cubicBezTo>
                    <a:pt x="502" y="14007"/>
                    <a:pt x="502" y="14028"/>
                    <a:pt x="502" y="14060"/>
                  </a:cubicBezTo>
                  <a:lnTo>
                    <a:pt x="502" y="14082"/>
                  </a:lnTo>
                  <a:cubicBezTo>
                    <a:pt x="640" y="15287"/>
                    <a:pt x="1889" y="15447"/>
                    <a:pt x="2998" y="15575"/>
                  </a:cubicBezTo>
                  <a:cubicBezTo>
                    <a:pt x="3595" y="15639"/>
                    <a:pt x="4182" y="15724"/>
                    <a:pt x="4555" y="15948"/>
                  </a:cubicBezTo>
                  <a:cubicBezTo>
                    <a:pt x="4705" y="16044"/>
                    <a:pt x="4843" y="16172"/>
                    <a:pt x="4950" y="16300"/>
                  </a:cubicBezTo>
                  <a:lnTo>
                    <a:pt x="4971" y="16322"/>
                  </a:lnTo>
                  <a:cubicBezTo>
                    <a:pt x="5483" y="16845"/>
                    <a:pt x="5857" y="17495"/>
                    <a:pt x="6070" y="18221"/>
                  </a:cubicBezTo>
                  <a:cubicBezTo>
                    <a:pt x="6230" y="18765"/>
                    <a:pt x="6220" y="19415"/>
                    <a:pt x="6017" y="20013"/>
                  </a:cubicBezTo>
                  <a:cubicBezTo>
                    <a:pt x="5665" y="21069"/>
                    <a:pt x="4673" y="21954"/>
                    <a:pt x="3638" y="22733"/>
                  </a:cubicBezTo>
                  <a:cubicBezTo>
                    <a:pt x="3318" y="22978"/>
                    <a:pt x="2966" y="23213"/>
                    <a:pt x="2614" y="23448"/>
                  </a:cubicBezTo>
                  <a:cubicBezTo>
                    <a:pt x="2187" y="23725"/>
                    <a:pt x="1750" y="24013"/>
                    <a:pt x="1387" y="24322"/>
                  </a:cubicBezTo>
                  <a:cubicBezTo>
                    <a:pt x="704" y="24898"/>
                    <a:pt x="619" y="25603"/>
                    <a:pt x="651" y="26616"/>
                  </a:cubicBezTo>
                  <a:cubicBezTo>
                    <a:pt x="662" y="26925"/>
                    <a:pt x="694" y="27181"/>
                    <a:pt x="715" y="27405"/>
                  </a:cubicBezTo>
                  <a:cubicBezTo>
                    <a:pt x="822" y="28195"/>
                    <a:pt x="608" y="28952"/>
                    <a:pt x="363" y="29773"/>
                  </a:cubicBezTo>
                  <a:cubicBezTo>
                    <a:pt x="256" y="30126"/>
                    <a:pt x="278" y="30446"/>
                    <a:pt x="448" y="30787"/>
                  </a:cubicBezTo>
                  <a:cubicBezTo>
                    <a:pt x="587" y="31075"/>
                    <a:pt x="779" y="31320"/>
                    <a:pt x="950" y="31576"/>
                  </a:cubicBezTo>
                  <a:cubicBezTo>
                    <a:pt x="1238" y="32003"/>
                    <a:pt x="1558" y="32440"/>
                    <a:pt x="1611" y="32942"/>
                  </a:cubicBezTo>
                  <a:cubicBezTo>
                    <a:pt x="1665" y="33422"/>
                    <a:pt x="1707" y="34136"/>
                    <a:pt x="1398" y="34723"/>
                  </a:cubicBezTo>
                  <a:lnTo>
                    <a:pt x="1430" y="34734"/>
                  </a:lnTo>
                  <a:cubicBezTo>
                    <a:pt x="1729" y="34147"/>
                    <a:pt x="1697" y="33422"/>
                    <a:pt x="1654" y="32952"/>
                  </a:cubicBezTo>
                  <a:cubicBezTo>
                    <a:pt x="1601" y="32440"/>
                    <a:pt x="1291" y="32003"/>
                    <a:pt x="982" y="31576"/>
                  </a:cubicBezTo>
                  <a:cubicBezTo>
                    <a:pt x="811" y="31320"/>
                    <a:pt x="630" y="31054"/>
                    <a:pt x="491" y="30787"/>
                  </a:cubicBezTo>
                  <a:cubicBezTo>
                    <a:pt x="320" y="30446"/>
                    <a:pt x="288" y="30136"/>
                    <a:pt x="395" y="29795"/>
                  </a:cubicBezTo>
                  <a:cubicBezTo>
                    <a:pt x="651" y="28952"/>
                    <a:pt x="864" y="28205"/>
                    <a:pt x="758" y="27405"/>
                  </a:cubicBezTo>
                  <a:cubicBezTo>
                    <a:pt x="736" y="27181"/>
                    <a:pt x="704" y="26925"/>
                    <a:pt x="694" y="26616"/>
                  </a:cubicBezTo>
                  <a:cubicBezTo>
                    <a:pt x="640" y="25603"/>
                    <a:pt x="747" y="24909"/>
                    <a:pt x="1409" y="24354"/>
                  </a:cubicBezTo>
                  <a:cubicBezTo>
                    <a:pt x="1761" y="24045"/>
                    <a:pt x="2209" y="23746"/>
                    <a:pt x="2635" y="23469"/>
                  </a:cubicBezTo>
                  <a:cubicBezTo>
                    <a:pt x="2987" y="23245"/>
                    <a:pt x="3350" y="23000"/>
                    <a:pt x="3670" y="22765"/>
                  </a:cubicBezTo>
                  <a:cubicBezTo>
                    <a:pt x="4705" y="21976"/>
                    <a:pt x="5708" y="21080"/>
                    <a:pt x="6049" y="20034"/>
                  </a:cubicBezTo>
                  <a:cubicBezTo>
                    <a:pt x="6252" y="19426"/>
                    <a:pt x="6262" y="18765"/>
                    <a:pt x="6102" y="18221"/>
                  </a:cubicBezTo>
                  <a:cubicBezTo>
                    <a:pt x="5889" y="17495"/>
                    <a:pt x="5505" y="16845"/>
                    <a:pt x="5003" y="16311"/>
                  </a:cubicBezTo>
                  <a:lnTo>
                    <a:pt x="4971" y="16279"/>
                  </a:lnTo>
                  <a:cubicBezTo>
                    <a:pt x="4854" y="16162"/>
                    <a:pt x="4715" y="16034"/>
                    <a:pt x="4577" y="15938"/>
                  </a:cubicBezTo>
                  <a:cubicBezTo>
                    <a:pt x="4203" y="15692"/>
                    <a:pt x="3617" y="15628"/>
                    <a:pt x="2998" y="15554"/>
                  </a:cubicBezTo>
                  <a:cubicBezTo>
                    <a:pt x="1857" y="15404"/>
                    <a:pt x="662" y="15255"/>
                    <a:pt x="534" y="14082"/>
                  </a:cubicBezTo>
                  <a:lnTo>
                    <a:pt x="534" y="14060"/>
                  </a:lnTo>
                  <a:cubicBezTo>
                    <a:pt x="523" y="14028"/>
                    <a:pt x="523" y="14007"/>
                    <a:pt x="523" y="13975"/>
                  </a:cubicBezTo>
                  <a:cubicBezTo>
                    <a:pt x="470" y="12908"/>
                    <a:pt x="1067" y="11980"/>
                    <a:pt x="1643" y="11073"/>
                  </a:cubicBezTo>
                  <a:cubicBezTo>
                    <a:pt x="2070" y="10391"/>
                    <a:pt x="2475" y="9751"/>
                    <a:pt x="2635" y="9068"/>
                  </a:cubicBezTo>
                  <a:cubicBezTo>
                    <a:pt x="2721" y="8748"/>
                    <a:pt x="2689" y="8492"/>
                    <a:pt x="2571" y="8311"/>
                  </a:cubicBezTo>
                  <a:cubicBezTo>
                    <a:pt x="2358" y="7959"/>
                    <a:pt x="1889" y="7873"/>
                    <a:pt x="1430" y="7767"/>
                  </a:cubicBezTo>
                  <a:cubicBezTo>
                    <a:pt x="1227" y="7724"/>
                    <a:pt x="1024" y="7681"/>
                    <a:pt x="864" y="7617"/>
                  </a:cubicBezTo>
                  <a:cubicBezTo>
                    <a:pt x="96" y="7318"/>
                    <a:pt x="64" y="6134"/>
                    <a:pt x="54" y="5345"/>
                  </a:cubicBezTo>
                  <a:lnTo>
                    <a:pt x="54" y="5185"/>
                  </a:lnTo>
                  <a:cubicBezTo>
                    <a:pt x="43" y="4630"/>
                    <a:pt x="22" y="3894"/>
                    <a:pt x="43" y="3180"/>
                  </a:cubicBezTo>
                  <a:cubicBezTo>
                    <a:pt x="54" y="2763"/>
                    <a:pt x="203" y="2305"/>
                    <a:pt x="331" y="1857"/>
                  </a:cubicBezTo>
                  <a:cubicBezTo>
                    <a:pt x="523" y="1227"/>
                    <a:pt x="715" y="577"/>
                    <a:pt x="5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8"/>
            <p:cNvSpPr/>
            <p:nvPr/>
          </p:nvSpPr>
          <p:spPr>
            <a:xfrm>
              <a:off x="3588681" y="1157949"/>
              <a:ext cx="589275" cy="3297209"/>
            </a:xfrm>
            <a:custGeom>
              <a:rect b="b" l="l" r="r" t="t"/>
              <a:pathLst>
                <a:path extrusionOk="0" h="34681" w="6198">
                  <a:moveTo>
                    <a:pt x="544" y="0"/>
                  </a:moveTo>
                  <a:cubicBezTo>
                    <a:pt x="672" y="555"/>
                    <a:pt x="480" y="1163"/>
                    <a:pt x="299" y="1750"/>
                  </a:cubicBezTo>
                  <a:cubicBezTo>
                    <a:pt x="149" y="2198"/>
                    <a:pt x="0" y="2667"/>
                    <a:pt x="0" y="3115"/>
                  </a:cubicBezTo>
                  <a:cubicBezTo>
                    <a:pt x="0" y="3809"/>
                    <a:pt x="11" y="4523"/>
                    <a:pt x="32" y="5121"/>
                  </a:cubicBezTo>
                  <a:lnTo>
                    <a:pt x="32" y="5345"/>
                  </a:lnTo>
                  <a:cubicBezTo>
                    <a:pt x="43" y="6134"/>
                    <a:pt x="53" y="7329"/>
                    <a:pt x="779" y="7681"/>
                  </a:cubicBezTo>
                  <a:cubicBezTo>
                    <a:pt x="949" y="7756"/>
                    <a:pt x="1163" y="7809"/>
                    <a:pt x="1387" y="7862"/>
                  </a:cubicBezTo>
                  <a:cubicBezTo>
                    <a:pt x="1824" y="7969"/>
                    <a:pt x="2283" y="8076"/>
                    <a:pt x="2486" y="8417"/>
                  </a:cubicBezTo>
                  <a:cubicBezTo>
                    <a:pt x="2592" y="8588"/>
                    <a:pt x="2603" y="8812"/>
                    <a:pt x="2539" y="9110"/>
                  </a:cubicBezTo>
                  <a:cubicBezTo>
                    <a:pt x="2358" y="9782"/>
                    <a:pt x="1963" y="10401"/>
                    <a:pt x="1547" y="11062"/>
                  </a:cubicBezTo>
                  <a:cubicBezTo>
                    <a:pt x="992" y="11969"/>
                    <a:pt x="405" y="12897"/>
                    <a:pt x="416" y="13964"/>
                  </a:cubicBezTo>
                  <a:lnTo>
                    <a:pt x="416" y="14039"/>
                  </a:lnTo>
                  <a:lnTo>
                    <a:pt x="416" y="14081"/>
                  </a:lnTo>
                  <a:cubicBezTo>
                    <a:pt x="469" y="15383"/>
                    <a:pt x="1814" y="15543"/>
                    <a:pt x="2998" y="15681"/>
                  </a:cubicBezTo>
                  <a:cubicBezTo>
                    <a:pt x="3552" y="15745"/>
                    <a:pt x="4064" y="15799"/>
                    <a:pt x="4427" y="15969"/>
                  </a:cubicBezTo>
                  <a:cubicBezTo>
                    <a:pt x="4576" y="16044"/>
                    <a:pt x="4726" y="16161"/>
                    <a:pt x="4864" y="16311"/>
                  </a:cubicBezTo>
                  <a:cubicBezTo>
                    <a:pt x="5366" y="16823"/>
                    <a:pt x="5718" y="17495"/>
                    <a:pt x="5921" y="18210"/>
                  </a:cubicBezTo>
                  <a:cubicBezTo>
                    <a:pt x="6123" y="18946"/>
                    <a:pt x="5910" y="19650"/>
                    <a:pt x="5771" y="20012"/>
                  </a:cubicBezTo>
                  <a:cubicBezTo>
                    <a:pt x="5376" y="21047"/>
                    <a:pt x="4374" y="21911"/>
                    <a:pt x="3350" y="22679"/>
                  </a:cubicBezTo>
                  <a:cubicBezTo>
                    <a:pt x="3083" y="22893"/>
                    <a:pt x="2763" y="23095"/>
                    <a:pt x="2454" y="23298"/>
                  </a:cubicBezTo>
                  <a:cubicBezTo>
                    <a:pt x="2006" y="23597"/>
                    <a:pt x="1536" y="23906"/>
                    <a:pt x="1173" y="24226"/>
                  </a:cubicBezTo>
                  <a:cubicBezTo>
                    <a:pt x="491" y="24855"/>
                    <a:pt x="491" y="25645"/>
                    <a:pt x="544" y="26552"/>
                  </a:cubicBezTo>
                  <a:cubicBezTo>
                    <a:pt x="555" y="26776"/>
                    <a:pt x="587" y="27064"/>
                    <a:pt x="608" y="27352"/>
                  </a:cubicBezTo>
                  <a:cubicBezTo>
                    <a:pt x="704" y="28152"/>
                    <a:pt x="491" y="28952"/>
                    <a:pt x="235" y="29762"/>
                  </a:cubicBezTo>
                  <a:cubicBezTo>
                    <a:pt x="128" y="30125"/>
                    <a:pt x="117" y="30424"/>
                    <a:pt x="224" y="30765"/>
                  </a:cubicBezTo>
                  <a:cubicBezTo>
                    <a:pt x="331" y="31107"/>
                    <a:pt x="544" y="31427"/>
                    <a:pt x="747" y="31736"/>
                  </a:cubicBezTo>
                  <a:cubicBezTo>
                    <a:pt x="981" y="32120"/>
                    <a:pt x="1227" y="32472"/>
                    <a:pt x="1291" y="32877"/>
                  </a:cubicBezTo>
                  <a:cubicBezTo>
                    <a:pt x="1387" y="33443"/>
                    <a:pt x="1451" y="34093"/>
                    <a:pt x="1227" y="34670"/>
                  </a:cubicBezTo>
                  <a:lnTo>
                    <a:pt x="1248" y="34680"/>
                  </a:lnTo>
                  <a:cubicBezTo>
                    <a:pt x="1483" y="34093"/>
                    <a:pt x="1419" y="33443"/>
                    <a:pt x="1344" y="32867"/>
                  </a:cubicBezTo>
                  <a:cubicBezTo>
                    <a:pt x="1280" y="32451"/>
                    <a:pt x="1035" y="32077"/>
                    <a:pt x="800" y="31715"/>
                  </a:cubicBezTo>
                  <a:cubicBezTo>
                    <a:pt x="597" y="31416"/>
                    <a:pt x="384" y="31096"/>
                    <a:pt x="277" y="30744"/>
                  </a:cubicBezTo>
                  <a:cubicBezTo>
                    <a:pt x="192" y="30413"/>
                    <a:pt x="192" y="30125"/>
                    <a:pt x="299" y="29762"/>
                  </a:cubicBezTo>
                  <a:cubicBezTo>
                    <a:pt x="544" y="28952"/>
                    <a:pt x="757" y="28152"/>
                    <a:pt x="672" y="27330"/>
                  </a:cubicBezTo>
                  <a:cubicBezTo>
                    <a:pt x="640" y="27053"/>
                    <a:pt x="619" y="26765"/>
                    <a:pt x="597" y="26530"/>
                  </a:cubicBezTo>
                  <a:cubicBezTo>
                    <a:pt x="544" y="25656"/>
                    <a:pt x="544" y="24855"/>
                    <a:pt x="1227" y="24237"/>
                  </a:cubicBezTo>
                  <a:cubicBezTo>
                    <a:pt x="1590" y="23917"/>
                    <a:pt x="2059" y="23618"/>
                    <a:pt x="2507" y="23319"/>
                  </a:cubicBezTo>
                  <a:cubicBezTo>
                    <a:pt x="2816" y="23117"/>
                    <a:pt x="3136" y="22914"/>
                    <a:pt x="3414" y="22701"/>
                  </a:cubicBezTo>
                  <a:cubicBezTo>
                    <a:pt x="4438" y="21933"/>
                    <a:pt x="5440" y="21069"/>
                    <a:pt x="5857" y="20023"/>
                  </a:cubicBezTo>
                  <a:cubicBezTo>
                    <a:pt x="6006" y="19660"/>
                    <a:pt x="6198" y="18946"/>
                    <a:pt x="6006" y="18199"/>
                  </a:cubicBezTo>
                  <a:cubicBezTo>
                    <a:pt x="5803" y="17463"/>
                    <a:pt x="5440" y="16812"/>
                    <a:pt x="4939" y="16279"/>
                  </a:cubicBezTo>
                  <a:cubicBezTo>
                    <a:pt x="4790" y="16129"/>
                    <a:pt x="4630" y="16012"/>
                    <a:pt x="4480" y="15948"/>
                  </a:cubicBezTo>
                  <a:cubicBezTo>
                    <a:pt x="4118" y="15767"/>
                    <a:pt x="3606" y="15713"/>
                    <a:pt x="3040" y="15649"/>
                  </a:cubicBezTo>
                  <a:cubicBezTo>
                    <a:pt x="1856" y="15521"/>
                    <a:pt x="533" y="15372"/>
                    <a:pt x="469" y="14081"/>
                  </a:cubicBezTo>
                  <a:lnTo>
                    <a:pt x="469" y="14039"/>
                  </a:lnTo>
                  <a:lnTo>
                    <a:pt x="469" y="13975"/>
                  </a:lnTo>
                  <a:cubicBezTo>
                    <a:pt x="459" y="12919"/>
                    <a:pt x="1045" y="12001"/>
                    <a:pt x="1600" y="11105"/>
                  </a:cubicBezTo>
                  <a:cubicBezTo>
                    <a:pt x="2027" y="10433"/>
                    <a:pt x="2411" y="9814"/>
                    <a:pt x="2592" y="9132"/>
                  </a:cubicBezTo>
                  <a:cubicBezTo>
                    <a:pt x="2667" y="8833"/>
                    <a:pt x="2646" y="8598"/>
                    <a:pt x="2539" y="8406"/>
                  </a:cubicBezTo>
                  <a:cubicBezTo>
                    <a:pt x="2326" y="8076"/>
                    <a:pt x="1867" y="7958"/>
                    <a:pt x="1419" y="7852"/>
                  </a:cubicBezTo>
                  <a:cubicBezTo>
                    <a:pt x="1184" y="7798"/>
                    <a:pt x="971" y="7745"/>
                    <a:pt x="800" y="7670"/>
                  </a:cubicBezTo>
                  <a:cubicBezTo>
                    <a:pt x="85" y="7329"/>
                    <a:pt x="85" y="6145"/>
                    <a:pt x="64" y="5355"/>
                  </a:cubicBezTo>
                  <a:lnTo>
                    <a:pt x="64" y="5131"/>
                  </a:lnTo>
                  <a:cubicBezTo>
                    <a:pt x="53" y="4513"/>
                    <a:pt x="43" y="3809"/>
                    <a:pt x="43" y="3137"/>
                  </a:cubicBezTo>
                  <a:cubicBezTo>
                    <a:pt x="43" y="2678"/>
                    <a:pt x="171" y="2208"/>
                    <a:pt x="320" y="1760"/>
                  </a:cubicBezTo>
                  <a:cubicBezTo>
                    <a:pt x="512" y="1174"/>
                    <a:pt x="693" y="576"/>
                    <a:pt x="5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8"/>
            <p:cNvSpPr/>
            <p:nvPr/>
          </p:nvSpPr>
          <p:spPr>
            <a:xfrm>
              <a:off x="3581551" y="1161942"/>
              <a:ext cx="573112" cy="3292171"/>
            </a:xfrm>
            <a:custGeom>
              <a:rect b="b" l="l" r="r" t="t"/>
              <a:pathLst>
                <a:path extrusionOk="0" h="34628" w="6028">
                  <a:moveTo>
                    <a:pt x="534" y="1"/>
                  </a:moveTo>
                  <a:cubicBezTo>
                    <a:pt x="640" y="545"/>
                    <a:pt x="448" y="1132"/>
                    <a:pt x="278" y="1686"/>
                  </a:cubicBezTo>
                  <a:cubicBezTo>
                    <a:pt x="139" y="2145"/>
                    <a:pt x="0" y="2614"/>
                    <a:pt x="0" y="3073"/>
                  </a:cubicBezTo>
                  <a:cubicBezTo>
                    <a:pt x="11" y="3479"/>
                    <a:pt x="11" y="3895"/>
                    <a:pt x="22" y="4289"/>
                  </a:cubicBezTo>
                  <a:cubicBezTo>
                    <a:pt x="22" y="4545"/>
                    <a:pt x="32" y="4801"/>
                    <a:pt x="32" y="5047"/>
                  </a:cubicBezTo>
                  <a:lnTo>
                    <a:pt x="32" y="5335"/>
                  </a:lnTo>
                  <a:cubicBezTo>
                    <a:pt x="32" y="6167"/>
                    <a:pt x="32" y="7319"/>
                    <a:pt x="704" y="7703"/>
                  </a:cubicBezTo>
                  <a:cubicBezTo>
                    <a:pt x="875" y="7810"/>
                    <a:pt x="1099" y="7874"/>
                    <a:pt x="1355" y="7948"/>
                  </a:cubicBezTo>
                  <a:cubicBezTo>
                    <a:pt x="1985" y="8119"/>
                    <a:pt x="2689" y="8322"/>
                    <a:pt x="2465" y="9186"/>
                  </a:cubicBezTo>
                  <a:cubicBezTo>
                    <a:pt x="2294" y="9847"/>
                    <a:pt x="1899" y="10466"/>
                    <a:pt x="1505" y="11116"/>
                  </a:cubicBezTo>
                  <a:cubicBezTo>
                    <a:pt x="960" y="12002"/>
                    <a:pt x="395" y="12909"/>
                    <a:pt x="374" y="13954"/>
                  </a:cubicBezTo>
                  <a:lnTo>
                    <a:pt x="374" y="14029"/>
                  </a:lnTo>
                  <a:lnTo>
                    <a:pt x="374" y="14061"/>
                  </a:lnTo>
                  <a:cubicBezTo>
                    <a:pt x="352" y="15479"/>
                    <a:pt x="1782" y="15639"/>
                    <a:pt x="3041" y="15789"/>
                  </a:cubicBezTo>
                  <a:cubicBezTo>
                    <a:pt x="3521" y="15842"/>
                    <a:pt x="3979" y="15895"/>
                    <a:pt x="4299" y="16013"/>
                  </a:cubicBezTo>
                  <a:cubicBezTo>
                    <a:pt x="4502" y="16087"/>
                    <a:pt x="4673" y="16183"/>
                    <a:pt x="4779" y="16290"/>
                  </a:cubicBezTo>
                  <a:cubicBezTo>
                    <a:pt x="5387" y="16877"/>
                    <a:pt x="5675" y="17666"/>
                    <a:pt x="5814" y="18210"/>
                  </a:cubicBezTo>
                  <a:cubicBezTo>
                    <a:pt x="5985" y="18914"/>
                    <a:pt x="5782" y="19586"/>
                    <a:pt x="5579" y="20024"/>
                  </a:cubicBezTo>
                  <a:cubicBezTo>
                    <a:pt x="5131" y="21037"/>
                    <a:pt x="4118" y="21880"/>
                    <a:pt x="3105" y="22627"/>
                  </a:cubicBezTo>
                  <a:cubicBezTo>
                    <a:pt x="2838" y="22829"/>
                    <a:pt x="2561" y="23011"/>
                    <a:pt x="2294" y="23203"/>
                  </a:cubicBezTo>
                  <a:cubicBezTo>
                    <a:pt x="1846" y="23501"/>
                    <a:pt x="1398" y="23811"/>
                    <a:pt x="992" y="24141"/>
                  </a:cubicBezTo>
                  <a:cubicBezTo>
                    <a:pt x="299" y="24717"/>
                    <a:pt x="384" y="25656"/>
                    <a:pt x="459" y="26467"/>
                  </a:cubicBezTo>
                  <a:lnTo>
                    <a:pt x="480" y="26574"/>
                  </a:lnTo>
                  <a:cubicBezTo>
                    <a:pt x="502" y="26808"/>
                    <a:pt x="523" y="27064"/>
                    <a:pt x="555" y="27310"/>
                  </a:cubicBezTo>
                  <a:cubicBezTo>
                    <a:pt x="651" y="28131"/>
                    <a:pt x="427" y="28984"/>
                    <a:pt x="182" y="29774"/>
                  </a:cubicBezTo>
                  <a:cubicBezTo>
                    <a:pt x="107" y="30051"/>
                    <a:pt x="22" y="30382"/>
                    <a:pt x="86" y="30755"/>
                  </a:cubicBezTo>
                  <a:cubicBezTo>
                    <a:pt x="160" y="31139"/>
                    <a:pt x="374" y="31491"/>
                    <a:pt x="566" y="31843"/>
                  </a:cubicBezTo>
                  <a:cubicBezTo>
                    <a:pt x="758" y="32142"/>
                    <a:pt x="939" y="32473"/>
                    <a:pt x="1024" y="32825"/>
                  </a:cubicBezTo>
                  <a:cubicBezTo>
                    <a:pt x="1152" y="33411"/>
                    <a:pt x="1248" y="34041"/>
                    <a:pt x="1088" y="34606"/>
                  </a:cubicBezTo>
                  <a:lnTo>
                    <a:pt x="1120" y="34628"/>
                  </a:lnTo>
                  <a:cubicBezTo>
                    <a:pt x="1280" y="34051"/>
                    <a:pt x="1184" y="33411"/>
                    <a:pt x="1056" y="32825"/>
                  </a:cubicBezTo>
                  <a:cubicBezTo>
                    <a:pt x="992" y="32483"/>
                    <a:pt x="790" y="32142"/>
                    <a:pt x="608" y="31822"/>
                  </a:cubicBezTo>
                  <a:cubicBezTo>
                    <a:pt x="406" y="31491"/>
                    <a:pt x="192" y="31129"/>
                    <a:pt x="128" y="30755"/>
                  </a:cubicBezTo>
                  <a:cubicBezTo>
                    <a:pt x="64" y="30403"/>
                    <a:pt x="139" y="30062"/>
                    <a:pt x="224" y="29784"/>
                  </a:cubicBezTo>
                  <a:cubicBezTo>
                    <a:pt x="459" y="28984"/>
                    <a:pt x="694" y="28131"/>
                    <a:pt x="598" y="27310"/>
                  </a:cubicBezTo>
                  <a:cubicBezTo>
                    <a:pt x="555" y="27075"/>
                    <a:pt x="544" y="26808"/>
                    <a:pt x="512" y="26574"/>
                  </a:cubicBezTo>
                  <a:lnTo>
                    <a:pt x="502" y="26467"/>
                  </a:lnTo>
                  <a:cubicBezTo>
                    <a:pt x="416" y="25656"/>
                    <a:pt x="342" y="24749"/>
                    <a:pt x="1024" y="24173"/>
                  </a:cubicBezTo>
                  <a:cubicBezTo>
                    <a:pt x="1419" y="23843"/>
                    <a:pt x="1878" y="23523"/>
                    <a:pt x="2315" y="23224"/>
                  </a:cubicBezTo>
                  <a:cubicBezTo>
                    <a:pt x="2582" y="23043"/>
                    <a:pt x="2859" y="22840"/>
                    <a:pt x="3126" y="22648"/>
                  </a:cubicBezTo>
                  <a:cubicBezTo>
                    <a:pt x="4161" y="21901"/>
                    <a:pt x="5153" y="21069"/>
                    <a:pt x="5622" y="20056"/>
                  </a:cubicBezTo>
                  <a:cubicBezTo>
                    <a:pt x="5825" y="19608"/>
                    <a:pt x="6028" y="18936"/>
                    <a:pt x="5846" y="18221"/>
                  </a:cubicBezTo>
                  <a:cubicBezTo>
                    <a:pt x="5707" y="17677"/>
                    <a:pt x="5409" y="16888"/>
                    <a:pt x="4811" y="16290"/>
                  </a:cubicBezTo>
                  <a:cubicBezTo>
                    <a:pt x="4694" y="16173"/>
                    <a:pt x="4513" y="16077"/>
                    <a:pt x="4321" y="16002"/>
                  </a:cubicBezTo>
                  <a:cubicBezTo>
                    <a:pt x="3979" y="15874"/>
                    <a:pt x="3531" y="15821"/>
                    <a:pt x="3041" y="15767"/>
                  </a:cubicBezTo>
                  <a:cubicBezTo>
                    <a:pt x="1793" y="15639"/>
                    <a:pt x="384" y="15479"/>
                    <a:pt x="395" y="14093"/>
                  </a:cubicBezTo>
                  <a:lnTo>
                    <a:pt x="395" y="14039"/>
                  </a:lnTo>
                  <a:lnTo>
                    <a:pt x="395" y="13975"/>
                  </a:lnTo>
                  <a:cubicBezTo>
                    <a:pt x="438" y="12930"/>
                    <a:pt x="982" y="12023"/>
                    <a:pt x="1526" y="11148"/>
                  </a:cubicBezTo>
                  <a:cubicBezTo>
                    <a:pt x="1931" y="10487"/>
                    <a:pt x="2315" y="9868"/>
                    <a:pt x="2486" y="9196"/>
                  </a:cubicBezTo>
                  <a:cubicBezTo>
                    <a:pt x="2721" y="8322"/>
                    <a:pt x="1995" y="8108"/>
                    <a:pt x="1355" y="7927"/>
                  </a:cubicBezTo>
                  <a:cubicBezTo>
                    <a:pt x="1120" y="7852"/>
                    <a:pt x="886" y="7788"/>
                    <a:pt x="715" y="7692"/>
                  </a:cubicBezTo>
                  <a:cubicBezTo>
                    <a:pt x="64" y="7308"/>
                    <a:pt x="64" y="6167"/>
                    <a:pt x="64" y="5345"/>
                  </a:cubicBezTo>
                  <a:lnTo>
                    <a:pt x="64" y="5068"/>
                  </a:lnTo>
                  <a:cubicBezTo>
                    <a:pt x="64" y="4812"/>
                    <a:pt x="54" y="4556"/>
                    <a:pt x="54" y="4300"/>
                  </a:cubicBezTo>
                  <a:cubicBezTo>
                    <a:pt x="32" y="3905"/>
                    <a:pt x="22" y="3489"/>
                    <a:pt x="22" y="3095"/>
                  </a:cubicBezTo>
                  <a:cubicBezTo>
                    <a:pt x="11" y="2625"/>
                    <a:pt x="160" y="2156"/>
                    <a:pt x="299" y="1708"/>
                  </a:cubicBezTo>
                  <a:cubicBezTo>
                    <a:pt x="480" y="1142"/>
                    <a:pt x="662" y="556"/>
                    <a:pt x="5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8"/>
            <p:cNvSpPr/>
            <p:nvPr/>
          </p:nvSpPr>
          <p:spPr>
            <a:xfrm>
              <a:off x="3570427" y="1161942"/>
              <a:ext cx="565981" cy="3290174"/>
            </a:xfrm>
            <a:custGeom>
              <a:rect b="b" l="l" r="r" t="t"/>
              <a:pathLst>
                <a:path extrusionOk="0" h="34607" w="5953">
                  <a:moveTo>
                    <a:pt x="576" y="1"/>
                  </a:moveTo>
                  <a:cubicBezTo>
                    <a:pt x="672" y="534"/>
                    <a:pt x="501" y="1089"/>
                    <a:pt x="331" y="1622"/>
                  </a:cubicBezTo>
                  <a:cubicBezTo>
                    <a:pt x="192" y="2092"/>
                    <a:pt x="32" y="2572"/>
                    <a:pt x="43" y="3041"/>
                  </a:cubicBezTo>
                  <a:cubicBezTo>
                    <a:pt x="64" y="3340"/>
                    <a:pt x="64" y="3660"/>
                    <a:pt x="75" y="3969"/>
                  </a:cubicBezTo>
                  <a:cubicBezTo>
                    <a:pt x="85" y="4300"/>
                    <a:pt x="96" y="4652"/>
                    <a:pt x="96" y="4983"/>
                  </a:cubicBezTo>
                  <a:lnTo>
                    <a:pt x="96" y="5356"/>
                  </a:lnTo>
                  <a:cubicBezTo>
                    <a:pt x="96" y="6209"/>
                    <a:pt x="96" y="7287"/>
                    <a:pt x="683" y="7735"/>
                  </a:cubicBezTo>
                  <a:cubicBezTo>
                    <a:pt x="843" y="7863"/>
                    <a:pt x="1099" y="7948"/>
                    <a:pt x="1365" y="8023"/>
                  </a:cubicBezTo>
                  <a:cubicBezTo>
                    <a:pt x="1984" y="8215"/>
                    <a:pt x="2678" y="8439"/>
                    <a:pt x="2443" y="9250"/>
                  </a:cubicBezTo>
                  <a:cubicBezTo>
                    <a:pt x="2272" y="9922"/>
                    <a:pt x="1899" y="10519"/>
                    <a:pt x="1515" y="11170"/>
                  </a:cubicBezTo>
                  <a:cubicBezTo>
                    <a:pt x="992" y="12034"/>
                    <a:pt x="459" y="12919"/>
                    <a:pt x="395" y="13954"/>
                  </a:cubicBezTo>
                  <a:lnTo>
                    <a:pt x="395" y="14029"/>
                  </a:lnTo>
                  <a:lnTo>
                    <a:pt x="395" y="14082"/>
                  </a:lnTo>
                  <a:cubicBezTo>
                    <a:pt x="352" y="14754"/>
                    <a:pt x="629" y="15223"/>
                    <a:pt x="1237" y="15522"/>
                  </a:cubicBezTo>
                  <a:cubicBezTo>
                    <a:pt x="1771" y="15767"/>
                    <a:pt x="2464" y="15853"/>
                    <a:pt x="3083" y="15917"/>
                  </a:cubicBezTo>
                  <a:cubicBezTo>
                    <a:pt x="3510" y="15970"/>
                    <a:pt x="3915" y="16013"/>
                    <a:pt x="4224" y="16109"/>
                  </a:cubicBezTo>
                  <a:cubicBezTo>
                    <a:pt x="4448" y="16183"/>
                    <a:pt x="4619" y="16269"/>
                    <a:pt x="4726" y="16344"/>
                  </a:cubicBezTo>
                  <a:cubicBezTo>
                    <a:pt x="5195" y="16717"/>
                    <a:pt x="5536" y="17357"/>
                    <a:pt x="5750" y="18264"/>
                  </a:cubicBezTo>
                  <a:cubicBezTo>
                    <a:pt x="5910" y="18957"/>
                    <a:pt x="5675" y="19640"/>
                    <a:pt x="5451" y="20077"/>
                  </a:cubicBezTo>
                  <a:cubicBezTo>
                    <a:pt x="4918" y="21101"/>
                    <a:pt x="3862" y="21923"/>
                    <a:pt x="2912" y="22595"/>
                  </a:cubicBezTo>
                  <a:cubicBezTo>
                    <a:pt x="2710" y="22744"/>
                    <a:pt x="2486" y="22893"/>
                    <a:pt x="2272" y="23043"/>
                  </a:cubicBezTo>
                  <a:cubicBezTo>
                    <a:pt x="1792" y="23373"/>
                    <a:pt x="1291" y="23704"/>
                    <a:pt x="875" y="24088"/>
                  </a:cubicBezTo>
                  <a:cubicBezTo>
                    <a:pt x="235" y="24696"/>
                    <a:pt x="341" y="25614"/>
                    <a:pt x="448" y="26435"/>
                  </a:cubicBezTo>
                  <a:lnTo>
                    <a:pt x="448" y="26488"/>
                  </a:lnTo>
                  <a:cubicBezTo>
                    <a:pt x="459" y="26627"/>
                    <a:pt x="469" y="26744"/>
                    <a:pt x="491" y="26883"/>
                  </a:cubicBezTo>
                  <a:cubicBezTo>
                    <a:pt x="501" y="27022"/>
                    <a:pt x="523" y="27171"/>
                    <a:pt x="544" y="27310"/>
                  </a:cubicBezTo>
                  <a:cubicBezTo>
                    <a:pt x="640" y="28163"/>
                    <a:pt x="416" y="29048"/>
                    <a:pt x="192" y="29816"/>
                  </a:cubicBezTo>
                  <a:cubicBezTo>
                    <a:pt x="96" y="30147"/>
                    <a:pt x="0" y="30457"/>
                    <a:pt x="32" y="30798"/>
                  </a:cubicBezTo>
                  <a:cubicBezTo>
                    <a:pt x="75" y="31214"/>
                    <a:pt x="277" y="31598"/>
                    <a:pt x="459" y="31971"/>
                  </a:cubicBezTo>
                  <a:cubicBezTo>
                    <a:pt x="597" y="32249"/>
                    <a:pt x="736" y="32526"/>
                    <a:pt x="821" y="32825"/>
                  </a:cubicBezTo>
                  <a:cubicBezTo>
                    <a:pt x="971" y="33369"/>
                    <a:pt x="1109" y="34009"/>
                    <a:pt x="1003" y="34606"/>
                  </a:cubicBezTo>
                  <a:lnTo>
                    <a:pt x="1035" y="34606"/>
                  </a:lnTo>
                  <a:cubicBezTo>
                    <a:pt x="1141" y="34009"/>
                    <a:pt x="992" y="33369"/>
                    <a:pt x="875" y="32825"/>
                  </a:cubicBezTo>
                  <a:cubicBezTo>
                    <a:pt x="811" y="32537"/>
                    <a:pt x="661" y="32249"/>
                    <a:pt x="512" y="31971"/>
                  </a:cubicBezTo>
                  <a:cubicBezTo>
                    <a:pt x="331" y="31598"/>
                    <a:pt x="128" y="31214"/>
                    <a:pt x="85" y="30798"/>
                  </a:cubicBezTo>
                  <a:cubicBezTo>
                    <a:pt x="64" y="30467"/>
                    <a:pt x="149" y="30147"/>
                    <a:pt x="245" y="29827"/>
                  </a:cubicBezTo>
                  <a:cubicBezTo>
                    <a:pt x="469" y="29070"/>
                    <a:pt x="704" y="28174"/>
                    <a:pt x="597" y="27310"/>
                  </a:cubicBezTo>
                  <a:cubicBezTo>
                    <a:pt x="576" y="27171"/>
                    <a:pt x="555" y="27022"/>
                    <a:pt x="544" y="26883"/>
                  </a:cubicBezTo>
                  <a:cubicBezTo>
                    <a:pt x="523" y="26744"/>
                    <a:pt x="512" y="26627"/>
                    <a:pt x="501" y="26488"/>
                  </a:cubicBezTo>
                  <a:lnTo>
                    <a:pt x="501" y="26435"/>
                  </a:lnTo>
                  <a:cubicBezTo>
                    <a:pt x="395" y="25624"/>
                    <a:pt x="277" y="24696"/>
                    <a:pt x="917" y="24109"/>
                  </a:cubicBezTo>
                  <a:cubicBezTo>
                    <a:pt x="1323" y="23715"/>
                    <a:pt x="1835" y="23384"/>
                    <a:pt x="2315" y="23053"/>
                  </a:cubicBezTo>
                  <a:lnTo>
                    <a:pt x="2955" y="22616"/>
                  </a:lnTo>
                  <a:cubicBezTo>
                    <a:pt x="3904" y="21923"/>
                    <a:pt x="4950" y="21101"/>
                    <a:pt x="5483" y="20077"/>
                  </a:cubicBezTo>
                  <a:cubicBezTo>
                    <a:pt x="5718" y="19640"/>
                    <a:pt x="5953" y="18946"/>
                    <a:pt x="5792" y="18253"/>
                  </a:cubicBezTo>
                  <a:cubicBezTo>
                    <a:pt x="5579" y="17346"/>
                    <a:pt x="5238" y="16696"/>
                    <a:pt x="4768" y="16322"/>
                  </a:cubicBezTo>
                  <a:cubicBezTo>
                    <a:pt x="4662" y="16226"/>
                    <a:pt x="4491" y="16141"/>
                    <a:pt x="4246" y="16077"/>
                  </a:cubicBezTo>
                  <a:cubicBezTo>
                    <a:pt x="3936" y="15981"/>
                    <a:pt x="3531" y="15949"/>
                    <a:pt x="3104" y="15895"/>
                  </a:cubicBezTo>
                  <a:cubicBezTo>
                    <a:pt x="1803" y="15757"/>
                    <a:pt x="352" y="15586"/>
                    <a:pt x="437" y="14093"/>
                  </a:cubicBezTo>
                  <a:lnTo>
                    <a:pt x="437" y="14039"/>
                  </a:lnTo>
                  <a:lnTo>
                    <a:pt x="437" y="13975"/>
                  </a:lnTo>
                  <a:cubicBezTo>
                    <a:pt x="501" y="12941"/>
                    <a:pt x="1035" y="12055"/>
                    <a:pt x="1558" y="11202"/>
                  </a:cubicBezTo>
                  <a:cubicBezTo>
                    <a:pt x="1942" y="10540"/>
                    <a:pt x="2304" y="9932"/>
                    <a:pt x="2486" y="9260"/>
                  </a:cubicBezTo>
                  <a:cubicBezTo>
                    <a:pt x="2710" y="8428"/>
                    <a:pt x="2006" y="8194"/>
                    <a:pt x="1376" y="8002"/>
                  </a:cubicBezTo>
                  <a:cubicBezTo>
                    <a:pt x="1109" y="7916"/>
                    <a:pt x="864" y="7842"/>
                    <a:pt x="704" y="7714"/>
                  </a:cubicBezTo>
                  <a:cubicBezTo>
                    <a:pt x="128" y="7276"/>
                    <a:pt x="128" y="6209"/>
                    <a:pt x="128" y="5356"/>
                  </a:cubicBezTo>
                  <a:lnTo>
                    <a:pt x="128" y="4983"/>
                  </a:lnTo>
                  <a:cubicBezTo>
                    <a:pt x="117" y="4641"/>
                    <a:pt x="117" y="4300"/>
                    <a:pt x="96" y="3969"/>
                  </a:cubicBezTo>
                  <a:cubicBezTo>
                    <a:pt x="85" y="3660"/>
                    <a:pt x="75" y="3340"/>
                    <a:pt x="75" y="3041"/>
                  </a:cubicBezTo>
                  <a:cubicBezTo>
                    <a:pt x="64" y="2572"/>
                    <a:pt x="203" y="2092"/>
                    <a:pt x="352" y="1633"/>
                  </a:cubicBezTo>
                  <a:cubicBezTo>
                    <a:pt x="512" y="1100"/>
                    <a:pt x="704" y="545"/>
                    <a:pt x="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8"/>
            <p:cNvSpPr/>
            <p:nvPr/>
          </p:nvSpPr>
          <p:spPr>
            <a:xfrm>
              <a:off x="3561300" y="1168027"/>
              <a:ext cx="553812" cy="3284089"/>
            </a:xfrm>
            <a:custGeom>
              <a:rect b="b" l="l" r="r" t="t"/>
              <a:pathLst>
                <a:path extrusionOk="0" h="34543" w="5825">
                  <a:moveTo>
                    <a:pt x="608" y="1"/>
                  </a:moveTo>
                  <a:cubicBezTo>
                    <a:pt x="672" y="524"/>
                    <a:pt x="501" y="1057"/>
                    <a:pt x="341" y="1569"/>
                  </a:cubicBezTo>
                  <a:cubicBezTo>
                    <a:pt x="192" y="2038"/>
                    <a:pt x="43" y="2518"/>
                    <a:pt x="64" y="2999"/>
                  </a:cubicBezTo>
                  <a:cubicBezTo>
                    <a:pt x="75" y="3255"/>
                    <a:pt x="75" y="3521"/>
                    <a:pt x="85" y="3777"/>
                  </a:cubicBezTo>
                  <a:cubicBezTo>
                    <a:pt x="96" y="4151"/>
                    <a:pt x="117" y="4535"/>
                    <a:pt x="128" y="4908"/>
                  </a:cubicBezTo>
                  <a:lnTo>
                    <a:pt x="128" y="5345"/>
                  </a:lnTo>
                  <a:cubicBezTo>
                    <a:pt x="128" y="6188"/>
                    <a:pt x="117" y="7223"/>
                    <a:pt x="651" y="7724"/>
                  </a:cubicBezTo>
                  <a:cubicBezTo>
                    <a:pt x="789" y="7863"/>
                    <a:pt x="1077" y="7959"/>
                    <a:pt x="1355" y="8066"/>
                  </a:cubicBezTo>
                  <a:cubicBezTo>
                    <a:pt x="1952" y="8279"/>
                    <a:pt x="2624" y="8535"/>
                    <a:pt x="2411" y="9303"/>
                  </a:cubicBezTo>
                  <a:cubicBezTo>
                    <a:pt x="2219" y="9964"/>
                    <a:pt x="1878" y="10572"/>
                    <a:pt x="1504" y="11212"/>
                  </a:cubicBezTo>
                  <a:cubicBezTo>
                    <a:pt x="1003" y="12055"/>
                    <a:pt x="501" y="12930"/>
                    <a:pt x="405" y="13933"/>
                  </a:cubicBezTo>
                  <a:lnTo>
                    <a:pt x="405" y="13997"/>
                  </a:lnTo>
                  <a:lnTo>
                    <a:pt x="405" y="14050"/>
                  </a:lnTo>
                  <a:cubicBezTo>
                    <a:pt x="341" y="14786"/>
                    <a:pt x="597" y="15298"/>
                    <a:pt x="1195" y="15597"/>
                  </a:cubicBezTo>
                  <a:cubicBezTo>
                    <a:pt x="1718" y="15863"/>
                    <a:pt x="2390" y="15949"/>
                    <a:pt x="3062" y="16023"/>
                  </a:cubicBezTo>
                  <a:cubicBezTo>
                    <a:pt x="3435" y="16066"/>
                    <a:pt x="3776" y="16119"/>
                    <a:pt x="4075" y="16183"/>
                  </a:cubicBezTo>
                  <a:cubicBezTo>
                    <a:pt x="4310" y="16258"/>
                    <a:pt x="4491" y="16312"/>
                    <a:pt x="4608" y="16386"/>
                  </a:cubicBezTo>
                  <a:cubicBezTo>
                    <a:pt x="5216" y="16760"/>
                    <a:pt x="5472" y="17592"/>
                    <a:pt x="5632" y="18264"/>
                  </a:cubicBezTo>
                  <a:cubicBezTo>
                    <a:pt x="5750" y="18818"/>
                    <a:pt x="5622" y="19426"/>
                    <a:pt x="5248" y="20077"/>
                  </a:cubicBezTo>
                  <a:cubicBezTo>
                    <a:pt x="4683" y="21059"/>
                    <a:pt x="3670" y="21816"/>
                    <a:pt x="2678" y="22520"/>
                  </a:cubicBezTo>
                  <a:cubicBezTo>
                    <a:pt x="2518" y="22637"/>
                    <a:pt x="2336" y="22744"/>
                    <a:pt x="2166" y="22872"/>
                  </a:cubicBezTo>
                  <a:cubicBezTo>
                    <a:pt x="1632" y="23213"/>
                    <a:pt x="1099" y="23576"/>
                    <a:pt x="683" y="24013"/>
                  </a:cubicBezTo>
                  <a:cubicBezTo>
                    <a:pt x="85" y="24653"/>
                    <a:pt x="235" y="25592"/>
                    <a:pt x="363" y="26414"/>
                  </a:cubicBezTo>
                  <a:lnTo>
                    <a:pt x="384" y="26456"/>
                  </a:lnTo>
                  <a:cubicBezTo>
                    <a:pt x="427" y="26659"/>
                    <a:pt x="448" y="26872"/>
                    <a:pt x="469" y="27064"/>
                  </a:cubicBezTo>
                  <a:cubicBezTo>
                    <a:pt x="491" y="27139"/>
                    <a:pt x="491" y="27203"/>
                    <a:pt x="501" y="27267"/>
                  </a:cubicBezTo>
                  <a:cubicBezTo>
                    <a:pt x="619" y="28120"/>
                    <a:pt x="427" y="29006"/>
                    <a:pt x="192" y="29827"/>
                  </a:cubicBezTo>
                  <a:lnTo>
                    <a:pt x="160" y="29945"/>
                  </a:lnTo>
                  <a:cubicBezTo>
                    <a:pt x="75" y="30233"/>
                    <a:pt x="0" y="30510"/>
                    <a:pt x="0" y="30798"/>
                  </a:cubicBezTo>
                  <a:cubicBezTo>
                    <a:pt x="0" y="31257"/>
                    <a:pt x="181" y="31683"/>
                    <a:pt x="373" y="32110"/>
                  </a:cubicBezTo>
                  <a:cubicBezTo>
                    <a:pt x="459" y="32334"/>
                    <a:pt x="555" y="32558"/>
                    <a:pt x="619" y="32771"/>
                  </a:cubicBezTo>
                  <a:cubicBezTo>
                    <a:pt x="779" y="33305"/>
                    <a:pt x="960" y="33945"/>
                    <a:pt x="907" y="34542"/>
                  </a:cubicBezTo>
                  <a:lnTo>
                    <a:pt x="928" y="34542"/>
                  </a:lnTo>
                  <a:cubicBezTo>
                    <a:pt x="981" y="33934"/>
                    <a:pt x="821" y="33305"/>
                    <a:pt x="704" y="32750"/>
                  </a:cubicBezTo>
                  <a:cubicBezTo>
                    <a:pt x="640" y="32537"/>
                    <a:pt x="544" y="32302"/>
                    <a:pt x="437" y="32078"/>
                  </a:cubicBezTo>
                  <a:cubicBezTo>
                    <a:pt x="245" y="31662"/>
                    <a:pt x="64" y="31235"/>
                    <a:pt x="64" y="30787"/>
                  </a:cubicBezTo>
                  <a:cubicBezTo>
                    <a:pt x="64" y="30489"/>
                    <a:pt x="139" y="30211"/>
                    <a:pt x="224" y="29934"/>
                  </a:cubicBezTo>
                  <a:lnTo>
                    <a:pt x="267" y="29816"/>
                  </a:lnTo>
                  <a:cubicBezTo>
                    <a:pt x="501" y="28984"/>
                    <a:pt x="693" y="28088"/>
                    <a:pt x="565" y="27235"/>
                  </a:cubicBezTo>
                  <a:cubicBezTo>
                    <a:pt x="555" y="27171"/>
                    <a:pt x="555" y="27107"/>
                    <a:pt x="544" y="27043"/>
                  </a:cubicBezTo>
                  <a:cubicBezTo>
                    <a:pt x="512" y="26840"/>
                    <a:pt x="469" y="26627"/>
                    <a:pt x="448" y="26424"/>
                  </a:cubicBezTo>
                  <a:lnTo>
                    <a:pt x="437" y="26382"/>
                  </a:lnTo>
                  <a:cubicBezTo>
                    <a:pt x="309" y="25571"/>
                    <a:pt x="149" y="24643"/>
                    <a:pt x="757" y="24013"/>
                  </a:cubicBezTo>
                  <a:cubicBezTo>
                    <a:pt x="1152" y="23576"/>
                    <a:pt x="1696" y="23213"/>
                    <a:pt x="2219" y="22861"/>
                  </a:cubicBezTo>
                  <a:cubicBezTo>
                    <a:pt x="2379" y="22755"/>
                    <a:pt x="2571" y="22637"/>
                    <a:pt x="2731" y="22520"/>
                  </a:cubicBezTo>
                  <a:cubicBezTo>
                    <a:pt x="3723" y="21827"/>
                    <a:pt x="4758" y="21048"/>
                    <a:pt x="5312" y="20077"/>
                  </a:cubicBezTo>
                  <a:cubicBezTo>
                    <a:pt x="5696" y="19416"/>
                    <a:pt x="5824" y="18797"/>
                    <a:pt x="5696" y="18253"/>
                  </a:cubicBezTo>
                  <a:cubicBezTo>
                    <a:pt x="5536" y="17570"/>
                    <a:pt x="5291" y="16749"/>
                    <a:pt x="4662" y="16354"/>
                  </a:cubicBezTo>
                  <a:cubicBezTo>
                    <a:pt x="4544" y="16280"/>
                    <a:pt x="4363" y="16226"/>
                    <a:pt x="4118" y="16162"/>
                  </a:cubicBezTo>
                  <a:cubicBezTo>
                    <a:pt x="3819" y="16077"/>
                    <a:pt x="3456" y="16034"/>
                    <a:pt x="3083" y="16002"/>
                  </a:cubicBezTo>
                  <a:cubicBezTo>
                    <a:pt x="1782" y="15853"/>
                    <a:pt x="299" y="15682"/>
                    <a:pt x="448" y="14061"/>
                  </a:cubicBezTo>
                  <a:lnTo>
                    <a:pt x="448" y="14007"/>
                  </a:lnTo>
                  <a:lnTo>
                    <a:pt x="448" y="13943"/>
                  </a:lnTo>
                  <a:cubicBezTo>
                    <a:pt x="555" y="12941"/>
                    <a:pt x="1045" y="12066"/>
                    <a:pt x="1536" y="11223"/>
                  </a:cubicBezTo>
                  <a:cubicBezTo>
                    <a:pt x="1910" y="10583"/>
                    <a:pt x="2262" y="9975"/>
                    <a:pt x="2443" y="9324"/>
                  </a:cubicBezTo>
                  <a:cubicBezTo>
                    <a:pt x="2678" y="8524"/>
                    <a:pt x="1995" y="8268"/>
                    <a:pt x="1376" y="8055"/>
                  </a:cubicBezTo>
                  <a:cubicBezTo>
                    <a:pt x="1088" y="7959"/>
                    <a:pt x="821" y="7863"/>
                    <a:pt x="672" y="7724"/>
                  </a:cubicBezTo>
                  <a:cubicBezTo>
                    <a:pt x="149" y="7244"/>
                    <a:pt x="149" y="6199"/>
                    <a:pt x="149" y="5356"/>
                  </a:cubicBezTo>
                  <a:lnTo>
                    <a:pt x="149" y="4919"/>
                  </a:lnTo>
                  <a:cubicBezTo>
                    <a:pt x="139" y="4545"/>
                    <a:pt x="128" y="4161"/>
                    <a:pt x="117" y="3788"/>
                  </a:cubicBezTo>
                  <a:cubicBezTo>
                    <a:pt x="96" y="3532"/>
                    <a:pt x="96" y="3265"/>
                    <a:pt x="85" y="3009"/>
                  </a:cubicBezTo>
                  <a:cubicBezTo>
                    <a:pt x="75" y="2529"/>
                    <a:pt x="224" y="2049"/>
                    <a:pt x="363" y="1590"/>
                  </a:cubicBezTo>
                  <a:cubicBezTo>
                    <a:pt x="523" y="1068"/>
                    <a:pt x="704" y="534"/>
                    <a:pt x="6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8"/>
            <p:cNvSpPr/>
            <p:nvPr/>
          </p:nvSpPr>
          <p:spPr>
            <a:xfrm>
              <a:off x="3547039" y="1168027"/>
              <a:ext cx="544780" cy="3284089"/>
            </a:xfrm>
            <a:custGeom>
              <a:rect b="b" l="l" r="r" t="t"/>
              <a:pathLst>
                <a:path extrusionOk="0" h="34543" w="5730">
                  <a:moveTo>
                    <a:pt x="673" y="1"/>
                  </a:moveTo>
                  <a:cubicBezTo>
                    <a:pt x="726" y="524"/>
                    <a:pt x="577" y="1025"/>
                    <a:pt x="406" y="1516"/>
                  </a:cubicBezTo>
                  <a:cubicBezTo>
                    <a:pt x="246" y="1985"/>
                    <a:pt x="107" y="2476"/>
                    <a:pt x="118" y="2977"/>
                  </a:cubicBezTo>
                  <a:cubicBezTo>
                    <a:pt x="118" y="3212"/>
                    <a:pt x="129" y="3457"/>
                    <a:pt x="139" y="3692"/>
                  </a:cubicBezTo>
                  <a:cubicBezTo>
                    <a:pt x="171" y="4076"/>
                    <a:pt x="182" y="4471"/>
                    <a:pt x="193" y="4855"/>
                  </a:cubicBezTo>
                  <a:lnTo>
                    <a:pt x="193" y="5377"/>
                  </a:lnTo>
                  <a:cubicBezTo>
                    <a:pt x="182" y="6231"/>
                    <a:pt x="182" y="7201"/>
                    <a:pt x="662" y="7746"/>
                  </a:cubicBezTo>
                  <a:cubicBezTo>
                    <a:pt x="822" y="7916"/>
                    <a:pt x="1110" y="8044"/>
                    <a:pt x="1409" y="8162"/>
                  </a:cubicBezTo>
                  <a:cubicBezTo>
                    <a:pt x="2006" y="8396"/>
                    <a:pt x="2636" y="8652"/>
                    <a:pt x="2422" y="9399"/>
                  </a:cubicBezTo>
                  <a:cubicBezTo>
                    <a:pt x="2241" y="10050"/>
                    <a:pt x="1910" y="10658"/>
                    <a:pt x="1547" y="11298"/>
                  </a:cubicBezTo>
                  <a:cubicBezTo>
                    <a:pt x="1078" y="12119"/>
                    <a:pt x="598" y="12973"/>
                    <a:pt x="481" y="13943"/>
                  </a:cubicBezTo>
                  <a:cubicBezTo>
                    <a:pt x="459" y="13975"/>
                    <a:pt x="459" y="13986"/>
                    <a:pt x="459" y="14018"/>
                  </a:cubicBezTo>
                  <a:lnTo>
                    <a:pt x="459" y="14071"/>
                  </a:lnTo>
                  <a:cubicBezTo>
                    <a:pt x="257" y="15810"/>
                    <a:pt x="1761" y="16013"/>
                    <a:pt x="3094" y="16183"/>
                  </a:cubicBezTo>
                  <a:cubicBezTo>
                    <a:pt x="3414" y="16226"/>
                    <a:pt x="3702" y="16269"/>
                    <a:pt x="3969" y="16322"/>
                  </a:cubicBezTo>
                  <a:cubicBezTo>
                    <a:pt x="4225" y="16376"/>
                    <a:pt x="4396" y="16429"/>
                    <a:pt x="4534" y="16493"/>
                  </a:cubicBezTo>
                  <a:cubicBezTo>
                    <a:pt x="5185" y="16802"/>
                    <a:pt x="5398" y="17560"/>
                    <a:pt x="5569" y="18306"/>
                  </a:cubicBezTo>
                  <a:cubicBezTo>
                    <a:pt x="5686" y="18829"/>
                    <a:pt x="5548" y="19437"/>
                    <a:pt x="5121" y="20109"/>
                  </a:cubicBezTo>
                  <a:cubicBezTo>
                    <a:pt x="4502" y="21080"/>
                    <a:pt x="3404" y="21859"/>
                    <a:pt x="2508" y="22467"/>
                  </a:cubicBezTo>
                  <a:cubicBezTo>
                    <a:pt x="2369" y="22552"/>
                    <a:pt x="2252" y="22637"/>
                    <a:pt x="2124" y="22723"/>
                  </a:cubicBezTo>
                  <a:cubicBezTo>
                    <a:pt x="1558" y="23096"/>
                    <a:pt x="982" y="23480"/>
                    <a:pt x="577" y="23971"/>
                  </a:cubicBezTo>
                  <a:cubicBezTo>
                    <a:pt x="1" y="24653"/>
                    <a:pt x="182" y="25582"/>
                    <a:pt x="353" y="26414"/>
                  </a:cubicBezTo>
                  <a:lnTo>
                    <a:pt x="353" y="26446"/>
                  </a:lnTo>
                  <a:cubicBezTo>
                    <a:pt x="406" y="26691"/>
                    <a:pt x="449" y="26936"/>
                    <a:pt x="491" y="27171"/>
                  </a:cubicBezTo>
                  <a:lnTo>
                    <a:pt x="502" y="27267"/>
                  </a:lnTo>
                  <a:cubicBezTo>
                    <a:pt x="626" y="27955"/>
                    <a:pt x="538" y="28694"/>
                    <a:pt x="398" y="29339"/>
                  </a:cubicBezTo>
                  <a:lnTo>
                    <a:pt x="398" y="29339"/>
                  </a:lnTo>
                  <a:cubicBezTo>
                    <a:pt x="546" y="28688"/>
                    <a:pt x="648" y="27937"/>
                    <a:pt x="523" y="27246"/>
                  </a:cubicBezTo>
                  <a:lnTo>
                    <a:pt x="502" y="27150"/>
                  </a:lnTo>
                  <a:cubicBezTo>
                    <a:pt x="470" y="26904"/>
                    <a:pt x="427" y="26659"/>
                    <a:pt x="374" y="26414"/>
                  </a:cubicBezTo>
                  <a:lnTo>
                    <a:pt x="374" y="26392"/>
                  </a:lnTo>
                  <a:cubicBezTo>
                    <a:pt x="214" y="25571"/>
                    <a:pt x="22" y="24653"/>
                    <a:pt x="587" y="23971"/>
                  </a:cubicBezTo>
                  <a:cubicBezTo>
                    <a:pt x="1003" y="23480"/>
                    <a:pt x="1569" y="23096"/>
                    <a:pt x="2134" y="22723"/>
                  </a:cubicBezTo>
                  <a:cubicBezTo>
                    <a:pt x="2262" y="22637"/>
                    <a:pt x="2401" y="22563"/>
                    <a:pt x="2518" y="22467"/>
                  </a:cubicBezTo>
                  <a:cubicBezTo>
                    <a:pt x="3414" y="21837"/>
                    <a:pt x="4534" y="21080"/>
                    <a:pt x="5142" y="20098"/>
                  </a:cubicBezTo>
                  <a:cubicBezTo>
                    <a:pt x="5569" y="19416"/>
                    <a:pt x="5729" y="18797"/>
                    <a:pt x="5612" y="18264"/>
                  </a:cubicBezTo>
                  <a:cubicBezTo>
                    <a:pt x="5441" y="17506"/>
                    <a:pt x="5217" y="16749"/>
                    <a:pt x="4545" y="16429"/>
                  </a:cubicBezTo>
                  <a:cubicBezTo>
                    <a:pt x="4417" y="16365"/>
                    <a:pt x="4236" y="16312"/>
                    <a:pt x="3990" y="16258"/>
                  </a:cubicBezTo>
                  <a:cubicBezTo>
                    <a:pt x="3724" y="16205"/>
                    <a:pt x="3425" y="16162"/>
                    <a:pt x="3105" y="16119"/>
                  </a:cubicBezTo>
                  <a:cubicBezTo>
                    <a:pt x="1782" y="15959"/>
                    <a:pt x="289" y="15757"/>
                    <a:pt x="502" y="14039"/>
                  </a:cubicBezTo>
                  <a:lnTo>
                    <a:pt x="502" y="13986"/>
                  </a:lnTo>
                  <a:cubicBezTo>
                    <a:pt x="523" y="13965"/>
                    <a:pt x="523" y="13943"/>
                    <a:pt x="523" y="13922"/>
                  </a:cubicBezTo>
                  <a:cubicBezTo>
                    <a:pt x="651" y="12962"/>
                    <a:pt x="1121" y="12109"/>
                    <a:pt x="1590" y="11276"/>
                  </a:cubicBezTo>
                  <a:cubicBezTo>
                    <a:pt x="1942" y="10636"/>
                    <a:pt x="2284" y="10039"/>
                    <a:pt x="2465" y="9388"/>
                  </a:cubicBezTo>
                  <a:cubicBezTo>
                    <a:pt x="2678" y="8631"/>
                    <a:pt x="2028" y="8364"/>
                    <a:pt x="1441" y="8119"/>
                  </a:cubicBezTo>
                  <a:cubicBezTo>
                    <a:pt x="1131" y="7991"/>
                    <a:pt x="854" y="7884"/>
                    <a:pt x="705" y="7703"/>
                  </a:cubicBezTo>
                  <a:cubicBezTo>
                    <a:pt x="235" y="7169"/>
                    <a:pt x="235" y="6209"/>
                    <a:pt x="235" y="5356"/>
                  </a:cubicBezTo>
                  <a:lnTo>
                    <a:pt x="235" y="4844"/>
                  </a:lnTo>
                  <a:cubicBezTo>
                    <a:pt x="225" y="4449"/>
                    <a:pt x="203" y="4055"/>
                    <a:pt x="182" y="3681"/>
                  </a:cubicBezTo>
                  <a:cubicBezTo>
                    <a:pt x="182" y="3457"/>
                    <a:pt x="171" y="3201"/>
                    <a:pt x="161" y="2956"/>
                  </a:cubicBezTo>
                  <a:cubicBezTo>
                    <a:pt x="129" y="2465"/>
                    <a:pt x="289" y="1985"/>
                    <a:pt x="438" y="1516"/>
                  </a:cubicBezTo>
                  <a:cubicBezTo>
                    <a:pt x="598" y="1025"/>
                    <a:pt x="758" y="524"/>
                    <a:pt x="705" y="1"/>
                  </a:cubicBezTo>
                  <a:close/>
                  <a:moveTo>
                    <a:pt x="398" y="29339"/>
                  </a:moveTo>
                  <a:cubicBezTo>
                    <a:pt x="357" y="29521"/>
                    <a:pt x="312" y="29696"/>
                    <a:pt x="267" y="29859"/>
                  </a:cubicBezTo>
                  <a:cubicBezTo>
                    <a:pt x="257" y="29923"/>
                    <a:pt x="225" y="29987"/>
                    <a:pt x="214" y="30051"/>
                  </a:cubicBezTo>
                  <a:cubicBezTo>
                    <a:pt x="150" y="30318"/>
                    <a:pt x="65" y="30563"/>
                    <a:pt x="54" y="30830"/>
                  </a:cubicBezTo>
                  <a:cubicBezTo>
                    <a:pt x="51" y="30882"/>
                    <a:pt x="49" y="30934"/>
                    <a:pt x="50" y="30985"/>
                  </a:cubicBezTo>
                  <a:lnTo>
                    <a:pt x="50" y="30985"/>
                  </a:lnTo>
                  <a:cubicBezTo>
                    <a:pt x="50" y="30941"/>
                    <a:pt x="51" y="30896"/>
                    <a:pt x="54" y="30851"/>
                  </a:cubicBezTo>
                  <a:cubicBezTo>
                    <a:pt x="65" y="30585"/>
                    <a:pt x="150" y="30339"/>
                    <a:pt x="214" y="30073"/>
                  </a:cubicBezTo>
                  <a:cubicBezTo>
                    <a:pt x="225" y="29998"/>
                    <a:pt x="257" y="29934"/>
                    <a:pt x="267" y="29870"/>
                  </a:cubicBezTo>
                  <a:cubicBezTo>
                    <a:pt x="313" y="29703"/>
                    <a:pt x="357" y="29525"/>
                    <a:pt x="398" y="29339"/>
                  </a:cubicBezTo>
                  <a:close/>
                  <a:moveTo>
                    <a:pt x="50" y="30985"/>
                  </a:moveTo>
                  <a:cubicBezTo>
                    <a:pt x="52" y="31438"/>
                    <a:pt x="207" y="31873"/>
                    <a:pt x="353" y="32281"/>
                  </a:cubicBezTo>
                  <a:cubicBezTo>
                    <a:pt x="427" y="32451"/>
                    <a:pt x="481" y="32611"/>
                    <a:pt x="534" y="32793"/>
                  </a:cubicBezTo>
                  <a:lnTo>
                    <a:pt x="545" y="32825"/>
                  </a:lnTo>
                  <a:cubicBezTo>
                    <a:pt x="705" y="33358"/>
                    <a:pt x="875" y="33966"/>
                    <a:pt x="875" y="34542"/>
                  </a:cubicBezTo>
                  <a:lnTo>
                    <a:pt x="907" y="34542"/>
                  </a:lnTo>
                  <a:cubicBezTo>
                    <a:pt x="907" y="33945"/>
                    <a:pt x="737" y="33347"/>
                    <a:pt x="545" y="32793"/>
                  </a:cubicBezTo>
                  <a:lnTo>
                    <a:pt x="534" y="32750"/>
                  </a:lnTo>
                  <a:cubicBezTo>
                    <a:pt x="481" y="32590"/>
                    <a:pt x="427" y="32419"/>
                    <a:pt x="353" y="32238"/>
                  </a:cubicBezTo>
                  <a:cubicBezTo>
                    <a:pt x="201" y="31829"/>
                    <a:pt x="57" y="31411"/>
                    <a:pt x="50" y="3098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8"/>
            <p:cNvSpPr/>
            <p:nvPr/>
          </p:nvSpPr>
          <p:spPr>
            <a:xfrm>
              <a:off x="3522700" y="1170119"/>
              <a:ext cx="546776" cy="3281998"/>
            </a:xfrm>
            <a:custGeom>
              <a:rect b="b" l="l" r="r" t="t"/>
              <a:pathLst>
                <a:path extrusionOk="0" h="34521" w="5751">
                  <a:moveTo>
                    <a:pt x="897" y="0"/>
                  </a:moveTo>
                  <a:cubicBezTo>
                    <a:pt x="939" y="502"/>
                    <a:pt x="779" y="992"/>
                    <a:pt x="619" y="1451"/>
                  </a:cubicBezTo>
                  <a:cubicBezTo>
                    <a:pt x="459" y="1942"/>
                    <a:pt x="299" y="2432"/>
                    <a:pt x="321" y="2934"/>
                  </a:cubicBezTo>
                  <a:cubicBezTo>
                    <a:pt x="331" y="3190"/>
                    <a:pt x="353" y="3435"/>
                    <a:pt x="363" y="3670"/>
                  </a:cubicBezTo>
                  <a:cubicBezTo>
                    <a:pt x="374" y="4043"/>
                    <a:pt x="406" y="4417"/>
                    <a:pt x="417" y="4790"/>
                  </a:cubicBezTo>
                  <a:lnTo>
                    <a:pt x="417" y="5366"/>
                  </a:lnTo>
                  <a:cubicBezTo>
                    <a:pt x="417" y="6187"/>
                    <a:pt x="417" y="7126"/>
                    <a:pt x="843" y="7724"/>
                  </a:cubicBezTo>
                  <a:cubicBezTo>
                    <a:pt x="993" y="7937"/>
                    <a:pt x="1291" y="8065"/>
                    <a:pt x="1611" y="8214"/>
                  </a:cubicBezTo>
                  <a:cubicBezTo>
                    <a:pt x="2188" y="8481"/>
                    <a:pt x="2774" y="8748"/>
                    <a:pt x="2572" y="9452"/>
                  </a:cubicBezTo>
                  <a:cubicBezTo>
                    <a:pt x="2401" y="10102"/>
                    <a:pt x="2081" y="10700"/>
                    <a:pt x="1739" y="11340"/>
                  </a:cubicBezTo>
                  <a:cubicBezTo>
                    <a:pt x="1313" y="12151"/>
                    <a:pt x="854" y="12993"/>
                    <a:pt x="705" y="13911"/>
                  </a:cubicBezTo>
                  <a:cubicBezTo>
                    <a:pt x="694" y="13943"/>
                    <a:pt x="694" y="13953"/>
                    <a:pt x="694" y="13975"/>
                  </a:cubicBezTo>
                  <a:cubicBezTo>
                    <a:pt x="683" y="13985"/>
                    <a:pt x="683" y="14017"/>
                    <a:pt x="683" y="14028"/>
                  </a:cubicBezTo>
                  <a:cubicBezTo>
                    <a:pt x="545" y="14871"/>
                    <a:pt x="779" y="15447"/>
                    <a:pt x="1366" y="15809"/>
                  </a:cubicBezTo>
                  <a:cubicBezTo>
                    <a:pt x="1867" y="16108"/>
                    <a:pt x="2593" y="16215"/>
                    <a:pt x="3286" y="16322"/>
                  </a:cubicBezTo>
                  <a:cubicBezTo>
                    <a:pt x="3521" y="16364"/>
                    <a:pt x="3766" y="16407"/>
                    <a:pt x="3990" y="16439"/>
                  </a:cubicBezTo>
                  <a:cubicBezTo>
                    <a:pt x="4161" y="16471"/>
                    <a:pt x="4385" y="16524"/>
                    <a:pt x="4566" y="16588"/>
                  </a:cubicBezTo>
                  <a:cubicBezTo>
                    <a:pt x="5270" y="16855"/>
                    <a:pt x="5462" y="17591"/>
                    <a:pt x="5633" y="18327"/>
                  </a:cubicBezTo>
                  <a:cubicBezTo>
                    <a:pt x="5729" y="18839"/>
                    <a:pt x="5558" y="19447"/>
                    <a:pt x="5100" y="20119"/>
                  </a:cubicBezTo>
                  <a:cubicBezTo>
                    <a:pt x="4931" y="20363"/>
                    <a:pt x="4736" y="20591"/>
                    <a:pt x="4521" y="20806"/>
                  </a:cubicBezTo>
                  <a:lnTo>
                    <a:pt x="4521" y="20806"/>
                  </a:lnTo>
                  <a:cubicBezTo>
                    <a:pt x="4740" y="20588"/>
                    <a:pt x="4939" y="20357"/>
                    <a:pt x="5110" y="20108"/>
                  </a:cubicBezTo>
                  <a:cubicBezTo>
                    <a:pt x="5580" y="19426"/>
                    <a:pt x="5750" y="18818"/>
                    <a:pt x="5644" y="18295"/>
                  </a:cubicBezTo>
                  <a:cubicBezTo>
                    <a:pt x="5484" y="17548"/>
                    <a:pt x="5270" y="16823"/>
                    <a:pt x="4545" y="16535"/>
                  </a:cubicBezTo>
                  <a:cubicBezTo>
                    <a:pt x="4374" y="16471"/>
                    <a:pt x="4150" y="16428"/>
                    <a:pt x="3980" y="16386"/>
                  </a:cubicBezTo>
                  <a:cubicBezTo>
                    <a:pt x="3745" y="16343"/>
                    <a:pt x="3521" y="16311"/>
                    <a:pt x="3265" y="16268"/>
                  </a:cubicBezTo>
                  <a:cubicBezTo>
                    <a:pt x="2593" y="16161"/>
                    <a:pt x="1867" y="16055"/>
                    <a:pt x="1366" y="15756"/>
                  </a:cubicBezTo>
                  <a:cubicBezTo>
                    <a:pt x="790" y="15404"/>
                    <a:pt x="577" y="14849"/>
                    <a:pt x="694" y="14017"/>
                  </a:cubicBezTo>
                  <a:cubicBezTo>
                    <a:pt x="705" y="14007"/>
                    <a:pt x="705" y="13975"/>
                    <a:pt x="705" y="13964"/>
                  </a:cubicBezTo>
                  <a:cubicBezTo>
                    <a:pt x="726" y="13943"/>
                    <a:pt x="726" y="13921"/>
                    <a:pt x="726" y="13900"/>
                  </a:cubicBezTo>
                  <a:cubicBezTo>
                    <a:pt x="865" y="12983"/>
                    <a:pt x="1323" y="12151"/>
                    <a:pt x="1750" y="11340"/>
                  </a:cubicBezTo>
                  <a:cubicBezTo>
                    <a:pt x="2092" y="10700"/>
                    <a:pt x="2412" y="10102"/>
                    <a:pt x="2604" y="9462"/>
                  </a:cubicBezTo>
                  <a:cubicBezTo>
                    <a:pt x="2817" y="8737"/>
                    <a:pt x="2188" y="8449"/>
                    <a:pt x="1633" y="8193"/>
                  </a:cubicBezTo>
                  <a:cubicBezTo>
                    <a:pt x="1313" y="8054"/>
                    <a:pt x="1014" y="7916"/>
                    <a:pt x="865" y="7713"/>
                  </a:cubicBezTo>
                  <a:cubicBezTo>
                    <a:pt x="438" y="7115"/>
                    <a:pt x="438" y="6177"/>
                    <a:pt x="438" y="5366"/>
                  </a:cubicBezTo>
                  <a:lnTo>
                    <a:pt x="438" y="4790"/>
                  </a:lnTo>
                  <a:cubicBezTo>
                    <a:pt x="427" y="4417"/>
                    <a:pt x="417" y="4043"/>
                    <a:pt x="385" y="3670"/>
                  </a:cubicBezTo>
                  <a:cubicBezTo>
                    <a:pt x="374" y="3435"/>
                    <a:pt x="363" y="3179"/>
                    <a:pt x="353" y="2934"/>
                  </a:cubicBezTo>
                  <a:cubicBezTo>
                    <a:pt x="321" y="2432"/>
                    <a:pt x="481" y="1942"/>
                    <a:pt x="641" y="1472"/>
                  </a:cubicBezTo>
                  <a:cubicBezTo>
                    <a:pt x="801" y="992"/>
                    <a:pt x="961" y="512"/>
                    <a:pt x="918" y="0"/>
                  </a:cubicBezTo>
                  <a:close/>
                  <a:moveTo>
                    <a:pt x="4521" y="20806"/>
                  </a:moveTo>
                  <a:lnTo>
                    <a:pt x="4521" y="20806"/>
                  </a:lnTo>
                  <a:cubicBezTo>
                    <a:pt x="3950" y="21375"/>
                    <a:pt x="3247" y="21857"/>
                    <a:pt x="2561" y="22327"/>
                  </a:cubicBezTo>
                  <a:lnTo>
                    <a:pt x="2444" y="22402"/>
                  </a:lnTo>
                  <a:lnTo>
                    <a:pt x="2198" y="22562"/>
                  </a:lnTo>
                  <a:cubicBezTo>
                    <a:pt x="1892" y="22770"/>
                    <a:pt x="1582" y="22981"/>
                    <a:pt x="1298" y="23213"/>
                  </a:cubicBezTo>
                  <a:lnTo>
                    <a:pt x="1298" y="23213"/>
                  </a:lnTo>
                  <a:cubicBezTo>
                    <a:pt x="1582" y="22986"/>
                    <a:pt x="1889" y="22781"/>
                    <a:pt x="2188" y="22583"/>
                  </a:cubicBezTo>
                  <a:lnTo>
                    <a:pt x="2433" y="22423"/>
                  </a:lnTo>
                  <a:lnTo>
                    <a:pt x="2550" y="22338"/>
                  </a:lnTo>
                  <a:cubicBezTo>
                    <a:pt x="3241" y="21865"/>
                    <a:pt x="3948" y="21380"/>
                    <a:pt x="4521" y="20806"/>
                  </a:cubicBezTo>
                  <a:close/>
                  <a:moveTo>
                    <a:pt x="1298" y="23213"/>
                  </a:moveTo>
                  <a:cubicBezTo>
                    <a:pt x="1014" y="23440"/>
                    <a:pt x="753" y="23688"/>
                    <a:pt x="545" y="23970"/>
                  </a:cubicBezTo>
                  <a:cubicBezTo>
                    <a:pt x="1" y="24717"/>
                    <a:pt x="225" y="25634"/>
                    <a:pt x="438" y="26445"/>
                  </a:cubicBezTo>
                  <a:lnTo>
                    <a:pt x="438" y="26456"/>
                  </a:lnTo>
                  <a:cubicBezTo>
                    <a:pt x="513" y="26701"/>
                    <a:pt x="566" y="26968"/>
                    <a:pt x="619" y="27202"/>
                  </a:cubicBezTo>
                  <a:lnTo>
                    <a:pt x="630" y="27288"/>
                  </a:lnTo>
                  <a:cubicBezTo>
                    <a:pt x="833" y="28194"/>
                    <a:pt x="630" y="29176"/>
                    <a:pt x="438" y="29923"/>
                  </a:cubicBezTo>
                  <a:cubicBezTo>
                    <a:pt x="417" y="30008"/>
                    <a:pt x="406" y="30083"/>
                    <a:pt x="374" y="30168"/>
                  </a:cubicBezTo>
                  <a:cubicBezTo>
                    <a:pt x="310" y="30424"/>
                    <a:pt x="246" y="30659"/>
                    <a:pt x="214" y="30915"/>
                  </a:cubicBezTo>
                  <a:cubicBezTo>
                    <a:pt x="161" y="31416"/>
                    <a:pt x="321" y="31928"/>
                    <a:pt x="470" y="32419"/>
                  </a:cubicBezTo>
                  <a:cubicBezTo>
                    <a:pt x="491" y="32536"/>
                    <a:pt x="534" y="32675"/>
                    <a:pt x="577" y="32792"/>
                  </a:cubicBezTo>
                  <a:cubicBezTo>
                    <a:pt x="598" y="32856"/>
                    <a:pt x="609" y="32941"/>
                    <a:pt x="641" y="33005"/>
                  </a:cubicBezTo>
                  <a:cubicBezTo>
                    <a:pt x="790" y="33496"/>
                    <a:pt x="929" y="34019"/>
                    <a:pt x="961" y="34520"/>
                  </a:cubicBezTo>
                  <a:lnTo>
                    <a:pt x="982" y="34499"/>
                  </a:lnTo>
                  <a:cubicBezTo>
                    <a:pt x="950" y="33987"/>
                    <a:pt x="801" y="33475"/>
                    <a:pt x="662" y="32973"/>
                  </a:cubicBezTo>
                  <a:cubicBezTo>
                    <a:pt x="641" y="32909"/>
                    <a:pt x="609" y="32835"/>
                    <a:pt x="598" y="32760"/>
                  </a:cubicBezTo>
                  <a:cubicBezTo>
                    <a:pt x="577" y="32643"/>
                    <a:pt x="534" y="32515"/>
                    <a:pt x="491" y="32387"/>
                  </a:cubicBezTo>
                  <a:cubicBezTo>
                    <a:pt x="331" y="31896"/>
                    <a:pt x="193" y="31395"/>
                    <a:pt x="246" y="30883"/>
                  </a:cubicBezTo>
                  <a:cubicBezTo>
                    <a:pt x="267" y="30637"/>
                    <a:pt x="331" y="30392"/>
                    <a:pt x="406" y="30136"/>
                  </a:cubicBezTo>
                  <a:cubicBezTo>
                    <a:pt x="427" y="30061"/>
                    <a:pt x="438" y="29976"/>
                    <a:pt x="470" y="29901"/>
                  </a:cubicBezTo>
                  <a:cubicBezTo>
                    <a:pt x="673" y="29154"/>
                    <a:pt x="854" y="28162"/>
                    <a:pt x="651" y="27245"/>
                  </a:cubicBezTo>
                  <a:lnTo>
                    <a:pt x="641" y="27170"/>
                  </a:lnTo>
                  <a:cubicBezTo>
                    <a:pt x="587" y="26925"/>
                    <a:pt x="534" y="26669"/>
                    <a:pt x="470" y="26424"/>
                  </a:cubicBezTo>
                  <a:lnTo>
                    <a:pt x="470" y="26402"/>
                  </a:lnTo>
                  <a:cubicBezTo>
                    <a:pt x="267" y="25592"/>
                    <a:pt x="33" y="24685"/>
                    <a:pt x="577" y="23949"/>
                  </a:cubicBezTo>
                  <a:cubicBezTo>
                    <a:pt x="779" y="23673"/>
                    <a:pt x="1027" y="23434"/>
                    <a:pt x="1298" y="2321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8"/>
            <p:cNvSpPr/>
            <p:nvPr/>
          </p:nvSpPr>
          <p:spPr>
            <a:xfrm>
              <a:off x="3509579" y="1171069"/>
              <a:ext cx="542688" cy="3281047"/>
            </a:xfrm>
            <a:custGeom>
              <a:rect b="b" l="l" r="r" t="t"/>
              <a:pathLst>
                <a:path extrusionOk="0" h="34511" w="5708">
                  <a:moveTo>
                    <a:pt x="939" y="1"/>
                  </a:moveTo>
                  <a:cubicBezTo>
                    <a:pt x="949" y="481"/>
                    <a:pt x="789" y="950"/>
                    <a:pt x="651" y="1409"/>
                  </a:cubicBezTo>
                  <a:cubicBezTo>
                    <a:pt x="480" y="1889"/>
                    <a:pt x="320" y="2380"/>
                    <a:pt x="352" y="2913"/>
                  </a:cubicBezTo>
                  <a:cubicBezTo>
                    <a:pt x="363" y="3169"/>
                    <a:pt x="395" y="3415"/>
                    <a:pt x="405" y="3671"/>
                  </a:cubicBezTo>
                  <a:cubicBezTo>
                    <a:pt x="437" y="4023"/>
                    <a:pt x="459" y="4375"/>
                    <a:pt x="469" y="4727"/>
                  </a:cubicBezTo>
                  <a:cubicBezTo>
                    <a:pt x="480" y="4929"/>
                    <a:pt x="480" y="5143"/>
                    <a:pt x="480" y="5356"/>
                  </a:cubicBezTo>
                  <a:cubicBezTo>
                    <a:pt x="480" y="6177"/>
                    <a:pt x="501" y="7041"/>
                    <a:pt x="875" y="7703"/>
                  </a:cubicBezTo>
                  <a:cubicBezTo>
                    <a:pt x="1013" y="7948"/>
                    <a:pt x="1333" y="8108"/>
                    <a:pt x="1685" y="8290"/>
                  </a:cubicBezTo>
                  <a:cubicBezTo>
                    <a:pt x="2219" y="8567"/>
                    <a:pt x="2774" y="8844"/>
                    <a:pt x="2592" y="9527"/>
                  </a:cubicBezTo>
                  <a:cubicBezTo>
                    <a:pt x="2422" y="10156"/>
                    <a:pt x="2112" y="10764"/>
                    <a:pt x="1781" y="11404"/>
                  </a:cubicBezTo>
                  <a:cubicBezTo>
                    <a:pt x="1376" y="12205"/>
                    <a:pt x="949" y="13015"/>
                    <a:pt x="789" y="13901"/>
                  </a:cubicBezTo>
                  <a:cubicBezTo>
                    <a:pt x="789" y="13922"/>
                    <a:pt x="779" y="13943"/>
                    <a:pt x="779" y="13965"/>
                  </a:cubicBezTo>
                  <a:cubicBezTo>
                    <a:pt x="768" y="13975"/>
                    <a:pt x="768" y="14007"/>
                    <a:pt x="768" y="14018"/>
                  </a:cubicBezTo>
                  <a:cubicBezTo>
                    <a:pt x="661" y="14658"/>
                    <a:pt x="725" y="15149"/>
                    <a:pt x="992" y="15522"/>
                  </a:cubicBezTo>
                  <a:cubicBezTo>
                    <a:pt x="1461" y="16183"/>
                    <a:pt x="2443" y="16354"/>
                    <a:pt x="3403" y="16514"/>
                  </a:cubicBezTo>
                  <a:cubicBezTo>
                    <a:pt x="3563" y="16536"/>
                    <a:pt x="3723" y="16568"/>
                    <a:pt x="3872" y="16589"/>
                  </a:cubicBezTo>
                  <a:cubicBezTo>
                    <a:pt x="4054" y="16632"/>
                    <a:pt x="4288" y="16674"/>
                    <a:pt x="4448" y="16728"/>
                  </a:cubicBezTo>
                  <a:cubicBezTo>
                    <a:pt x="5003" y="16930"/>
                    <a:pt x="5376" y="17474"/>
                    <a:pt x="5536" y="18349"/>
                  </a:cubicBezTo>
                  <a:cubicBezTo>
                    <a:pt x="5643" y="18989"/>
                    <a:pt x="5270" y="19682"/>
                    <a:pt x="4928" y="20141"/>
                  </a:cubicBezTo>
                  <a:cubicBezTo>
                    <a:pt x="4320" y="20941"/>
                    <a:pt x="3435" y="21549"/>
                    <a:pt x="2550" y="22136"/>
                  </a:cubicBezTo>
                  <a:cubicBezTo>
                    <a:pt x="2432" y="22211"/>
                    <a:pt x="2315" y="22285"/>
                    <a:pt x="2208" y="22371"/>
                  </a:cubicBezTo>
                  <a:cubicBezTo>
                    <a:pt x="2133" y="22403"/>
                    <a:pt x="2069" y="22445"/>
                    <a:pt x="2005" y="22499"/>
                  </a:cubicBezTo>
                  <a:cubicBezTo>
                    <a:pt x="1387" y="22904"/>
                    <a:pt x="715" y="23363"/>
                    <a:pt x="405" y="23981"/>
                  </a:cubicBezTo>
                  <a:cubicBezTo>
                    <a:pt x="0" y="24792"/>
                    <a:pt x="96" y="25528"/>
                    <a:pt x="395" y="26456"/>
                  </a:cubicBezTo>
                  <a:cubicBezTo>
                    <a:pt x="459" y="26702"/>
                    <a:pt x="523" y="26958"/>
                    <a:pt x="587" y="27192"/>
                  </a:cubicBezTo>
                  <a:lnTo>
                    <a:pt x="619" y="27288"/>
                  </a:lnTo>
                  <a:cubicBezTo>
                    <a:pt x="875" y="28238"/>
                    <a:pt x="672" y="29262"/>
                    <a:pt x="512" y="29966"/>
                  </a:cubicBezTo>
                  <a:cubicBezTo>
                    <a:pt x="501" y="30051"/>
                    <a:pt x="469" y="30115"/>
                    <a:pt x="459" y="30201"/>
                  </a:cubicBezTo>
                  <a:cubicBezTo>
                    <a:pt x="395" y="30446"/>
                    <a:pt x="331" y="30702"/>
                    <a:pt x="299" y="30958"/>
                  </a:cubicBezTo>
                  <a:cubicBezTo>
                    <a:pt x="213" y="31513"/>
                    <a:pt x="363" y="32078"/>
                    <a:pt x="512" y="32611"/>
                  </a:cubicBezTo>
                  <a:cubicBezTo>
                    <a:pt x="523" y="32675"/>
                    <a:pt x="555" y="32739"/>
                    <a:pt x="565" y="32814"/>
                  </a:cubicBezTo>
                  <a:cubicBezTo>
                    <a:pt x="597" y="32910"/>
                    <a:pt x="619" y="33006"/>
                    <a:pt x="651" y="33113"/>
                  </a:cubicBezTo>
                  <a:cubicBezTo>
                    <a:pt x="768" y="33571"/>
                    <a:pt x="885" y="34051"/>
                    <a:pt x="939" y="34510"/>
                  </a:cubicBezTo>
                  <a:lnTo>
                    <a:pt x="1003" y="34489"/>
                  </a:lnTo>
                  <a:cubicBezTo>
                    <a:pt x="949" y="34019"/>
                    <a:pt x="832" y="33539"/>
                    <a:pt x="715" y="33091"/>
                  </a:cubicBezTo>
                  <a:cubicBezTo>
                    <a:pt x="683" y="32985"/>
                    <a:pt x="661" y="32889"/>
                    <a:pt x="629" y="32782"/>
                  </a:cubicBezTo>
                  <a:cubicBezTo>
                    <a:pt x="619" y="32718"/>
                    <a:pt x="597" y="32654"/>
                    <a:pt x="576" y="32579"/>
                  </a:cubicBezTo>
                  <a:cubicBezTo>
                    <a:pt x="448" y="32046"/>
                    <a:pt x="299" y="31502"/>
                    <a:pt x="363" y="30947"/>
                  </a:cubicBezTo>
                  <a:cubicBezTo>
                    <a:pt x="405" y="30691"/>
                    <a:pt x="459" y="30435"/>
                    <a:pt x="523" y="30179"/>
                  </a:cubicBezTo>
                  <a:cubicBezTo>
                    <a:pt x="544" y="30105"/>
                    <a:pt x="565" y="30041"/>
                    <a:pt x="576" y="29955"/>
                  </a:cubicBezTo>
                  <a:cubicBezTo>
                    <a:pt x="736" y="29251"/>
                    <a:pt x="939" y="28206"/>
                    <a:pt x="683" y="27267"/>
                  </a:cubicBezTo>
                  <a:lnTo>
                    <a:pt x="661" y="27171"/>
                  </a:lnTo>
                  <a:cubicBezTo>
                    <a:pt x="608" y="26926"/>
                    <a:pt x="533" y="26670"/>
                    <a:pt x="459" y="26435"/>
                  </a:cubicBezTo>
                  <a:cubicBezTo>
                    <a:pt x="171" y="25518"/>
                    <a:pt x="75" y="24781"/>
                    <a:pt x="469" y="23981"/>
                  </a:cubicBezTo>
                  <a:cubicBezTo>
                    <a:pt x="768" y="23363"/>
                    <a:pt x="1461" y="22915"/>
                    <a:pt x="2059" y="22499"/>
                  </a:cubicBezTo>
                  <a:cubicBezTo>
                    <a:pt x="2123" y="22467"/>
                    <a:pt x="2187" y="22403"/>
                    <a:pt x="2262" y="22371"/>
                  </a:cubicBezTo>
                  <a:cubicBezTo>
                    <a:pt x="2379" y="22296"/>
                    <a:pt x="2486" y="22221"/>
                    <a:pt x="2603" y="22136"/>
                  </a:cubicBezTo>
                  <a:cubicBezTo>
                    <a:pt x="3488" y="21549"/>
                    <a:pt x="4395" y="20941"/>
                    <a:pt x="4982" y="20141"/>
                  </a:cubicBezTo>
                  <a:cubicBezTo>
                    <a:pt x="5323" y="19672"/>
                    <a:pt x="5707" y="18978"/>
                    <a:pt x="5590" y="18328"/>
                  </a:cubicBezTo>
                  <a:cubicBezTo>
                    <a:pt x="5430" y="17432"/>
                    <a:pt x="5056" y="16888"/>
                    <a:pt x="4470" y="16685"/>
                  </a:cubicBezTo>
                  <a:cubicBezTo>
                    <a:pt x="4299" y="16632"/>
                    <a:pt x="4086" y="16589"/>
                    <a:pt x="3883" y="16557"/>
                  </a:cubicBezTo>
                  <a:cubicBezTo>
                    <a:pt x="3723" y="16525"/>
                    <a:pt x="3563" y="16504"/>
                    <a:pt x="3414" y="16472"/>
                  </a:cubicBezTo>
                  <a:cubicBezTo>
                    <a:pt x="2475" y="16301"/>
                    <a:pt x="1483" y="16141"/>
                    <a:pt x="1035" y="15490"/>
                  </a:cubicBezTo>
                  <a:cubicBezTo>
                    <a:pt x="768" y="15127"/>
                    <a:pt x="704" y="14637"/>
                    <a:pt x="800" y="14007"/>
                  </a:cubicBezTo>
                  <a:cubicBezTo>
                    <a:pt x="821" y="13997"/>
                    <a:pt x="821" y="13965"/>
                    <a:pt x="821" y="13954"/>
                  </a:cubicBezTo>
                  <a:cubicBezTo>
                    <a:pt x="821" y="13922"/>
                    <a:pt x="832" y="13911"/>
                    <a:pt x="832" y="13890"/>
                  </a:cubicBezTo>
                  <a:cubicBezTo>
                    <a:pt x="992" y="13005"/>
                    <a:pt x="1419" y="12194"/>
                    <a:pt x="1813" y="11404"/>
                  </a:cubicBezTo>
                  <a:cubicBezTo>
                    <a:pt x="2133" y="10764"/>
                    <a:pt x="2464" y="10156"/>
                    <a:pt x="2635" y="9527"/>
                  </a:cubicBezTo>
                  <a:cubicBezTo>
                    <a:pt x="2816" y="8834"/>
                    <a:pt x="2251" y="8535"/>
                    <a:pt x="1696" y="8258"/>
                  </a:cubicBezTo>
                  <a:cubicBezTo>
                    <a:pt x="1365" y="8098"/>
                    <a:pt x="1045" y="7927"/>
                    <a:pt x="896" y="7682"/>
                  </a:cubicBezTo>
                  <a:cubicBezTo>
                    <a:pt x="523" y="7031"/>
                    <a:pt x="523" y="6177"/>
                    <a:pt x="512" y="5356"/>
                  </a:cubicBezTo>
                  <a:cubicBezTo>
                    <a:pt x="512" y="5121"/>
                    <a:pt x="512" y="4929"/>
                    <a:pt x="501" y="4727"/>
                  </a:cubicBezTo>
                  <a:cubicBezTo>
                    <a:pt x="480" y="4375"/>
                    <a:pt x="459" y="4023"/>
                    <a:pt x="437" y="3671"/>
                  </a:cubicBezTo>
                  <a:cubicBezTo>
                    <a:pt x="405" y="3415"/>
                    <a:pt x="395" y="3169"/>
                    <a:pt x="384" y="2913"/>
                  </a:cubicBezTo>
                  <a:cubicBezTo>
                    <a:pt x="352" y="2390"/>
                    <a:pt x="512" y="1900"/>
                    <a:pt x="672" y="1420"/>
                  </a:cubicBezTo>
                  <a:cubicBezTo>
                    <a:pt x="821" y="961"/>
                    <a:pt x="981" y="481"/>
                    <a:pt x="9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8"/>
            <p:cNvSpPr/>
            <p:nvPr/>
          </p:nvSpPr>
          <p:spPr>
            <a:xfrm>
              <a:off x="3496364" y="1174112"/>
              <a:ext cx="531564" cy="3278005"/>
            </a:xfrm>
            <a:custGeom>
              <a:rect b="b" l="l" r="r" t="t"/>
              <a:pathLst>
                <a:path extrusionOk="0" h="34479" w="5591">
                  <a:moveTo>
                    <a:pt x="1014" y="1"/>
                  </a:moveTo>
                  <a:cubicBezTo>
                    <a:pt x="1014" y="470"/>
                    <a:pt x="854" y="918"/>
                    <a:pt x="704" y="1345"/>
                  </a:cubicBezTo>
                  <a:cubicBezTo>
                    <a:pt x="534" y="1825"/>
                    <a:pt x="363" y="2337"/>
                    <a:pt x="395" y="2881"/>
                  </a:cubicBezTo>
                  <a:cubicBezTo>
                    <a:pt x="416" y="3148"/>
                    <a:pt x="438" y="3415"/>
                    <a:pt x="470" y="3681"/>
                  </a:cubicBezTo>
                  <a:cubicBezTo>
                    <a:pt x="502" y="4001"/>
                    <a:pt x="534" y="4321"/>
                    <a:pt x="544" y="4641"/>
                  </a:cubicBezTo>
                  <a:cubicBezTo>
                    <a:pt x="555" y="4865"/>
                    <a:pt x="576" y="5100"/>
                    <a:pt x="576" y="5324"/>
                  </a:cubicBezTo>
                  <a:cubicBezTo>
                    <a:pt x="587" y="6124"/>
                    <a:pt x="598" y="6935"/>
                    <a:pt x="928" y="7639"/>
                  </a:cubicBezTo>
                  <a:cubicBezTo>
                    <a:pt x="1067" y="7948"/>
                    <a:pt x="1430" y="8151"/>
                    <a:pt x="1771" y="8332"/>
                  </a:cubicBezTo>
                  <a:cubicBezTo>
                    <a:pt x="2315" y="8631"/>
                    <a:pt x="2817" y="8908"/>
                    <a:pt x="2635" y="9559"/>
                  </a:cubicBezTo>
                  <a:cubicBezTo>
                    <a:pt x="2465" y="10188"/>
                    <a:pt x="2155" y="10807"/>
                    <a:pt x="1835" y="11447"/>
                  </a:cubicBezTo>
                  <a:cubicBezTo>
                    <a:pt x="1451" y="12205"/>
                    <a:pt x="1067" y="12994"/>
                    <a:pt x="896" y="13826"/>
                  </a:cubicBezTo>
                  <a:cubicBezTo>
                    <a:pt x="896" y="13858"/>
                    <a:pt x="875" y="13869"/>
                    <a:pt x="875" y="13901"/>
                  </a:cubicBezTo>
                  <a:cubicBezTo>
                    <a:pt x="864" y="13911"/>
                    <a:pt x="864" y="13933"/>
                    <a:pt x="864" y="13954"/>
                  </a:cubicBezTo>
                  <a:cubicBezTo>
                    <a:pt x="715" y="14647"/>
                    <a:pt x="790" y="15181"/>
                    <a:pt x="1067" y="15575"/>
                  </a:cubicBezTo>
                  <a:cubicBezTo>
                    <a:pt x="1547" y="16280"/>
                    <a:pt x="2571" y="16482"/>
                    <a:pt x="3649" y="16696"/>
                  </a:cubicBezTo>
                  <a:lnTo>
                    <a:pt x="3755" y="16728"/>
                  </a:lnTo>
                  <a:cubicBezTo>
                    <a:pt x="3958" y="16760"/>
                    <a:pt x="4161" y="16802"/>
                    <a:pt x="4310" y="16845"/>
                  </a:cubicBezTo>
                  <a:cubicBezTo>
                    <a:pt x="5089" y="17090"/>
                    <a:pt x="5345" y="17880"/>
                    <a:pt x="5419" y="18338"/>
                  </a:cubicBezTo>
                  <a:cubicBezTo>
                    <a:pt x="5547" y="19032"/>
                    <a:pt x="5121" y="19693"/>
                    <a:pt x="4747" y="20120"/>
                  </a:cubicBezTo>
                  <a:cubicBezTo>
                    <a:pt x="4107" y="20845"/>
                    <a:pt x="3286" y="21400"/>
                    <a:pt x="2507" y="21944"/>
                  </a:cubicBezTo>
                  <a:lnTo>
                    <a:pt x="1984" y="22307"/>
                  </a:lnTo>
                  <a:cubicBezTo>
                    <a:pt x="1334" y="22776"/>
                    <a:pt x="598" y="23341"/>
                    <a:pt x="310" y="24067"/>
                  </a:cubicBezTo>
                  <a:cubicBezTo>
                    <a:pt x="0" y="24835"/>
                    <a:pt x="0" y="25614"/>
                    <a:pt x="320" y="26467"/>
                  </a:cubicBezTo>
                  <a:cubicBezTo>
                    <a:pt x="395" y="26680"/>
                    <a:pt x="470" y="26915"/>
                    <a:pt x="534" y="27128"/>
                  </a:cubicBezTo>
                  <a:cubicBezTo>
                    <a:pt x="544" y="27192"/>
                    <a:pt x="576" y="27256"/>
                    <a:pt x="587" y="27310"/>
                  </a:cubicBezTo>
                  <a:cubicBezTo>
                    <a:pt x="811" y="28014"/>
                    <a:pt x="800" y="28910"/>
                    <a:pt x="544" y="30019"/>
                  </a:cubicBezTo>
                  <a:cubicBezTo>
                    <a:pt x="480" y="30339"/>
                    <a:pt x="395" y="30670"/>
                    <a:pt x="363" y="31001"/>
                  </a:cubicBezTo>
                  <a:cubicBezTo>
                    <a:pt x="278" y="31577"/>
                    <a:pt x="416" y="32174"/>
                    <a:pt x="544" y="32761"/>
                  </a:cubicBezTo>
                  <a:lnTo>
                    <a:pt x="555" y="32814"/>
                  </a:lnTo>
                  <a:cubicBezTo>
                    <a:pt x="598" y="33006"/>
                    <a:pt x="640" y="33177"/>
                    <a:pt x="683" y="33347"/>
                  </a:cubicBezTo>
                  <a:cubicBezTo>
                    <a:pt x="768" y="33710"/>
                    <a:pt x="864" y="34094"/>
                    <a:pt x="918" y="34478"/>
                  </a:cubicBezTo>
                  <a:lnTo>
                    <a:pt x="960" y="34457"/>
                  </a:lnTo>
                  <a:cubicBezTo>
                    <a:pt x="907" y="34073"/>
                    <a:pt x="811" y="33678"/>
                    <a:pt x="715" y="33315"/>
                  </a:cubicBezTo>
                  <a:cubicBezTo>
                    <a:pt x="683" y="33134"/>
                    <a:pt x="640" y="32953"/>
                    <a:pt x="598" y="32782"/>
                  </a:cubicBezTo>
                  <a:lnTo>
                    <a:pt x="587" y="32729"/>
                  </a:lnTo>
                  <a:cubicBezTo>
                    <a:pt x="448" y="32153"/>
                    <a:pt x="320" y="31545"/>
                    <a:pt x="395" y="30979"/>
                  </a:cubicBezTo>
                  <a:cubicBezTo>
                    <a:pt x="438" y="30649"/>
                    <a:pt x="502" y="30329"/>
                    <a:pt x="587" y="29987"/>
                  </a:cubicBezTo>
                  <a:cubicBezTo>
                    <a:pt x="843" y="28867"/>
                    <a:pt x="854" y="27982"/>
                    <a:pt x="630" y="27267"/>
                  </a:cubicBezTo>
                  <a:cubicBezTo>
                    <a:pt x="608" y="27203"/>
                    <a:pt x="587" y="27150"/>
                    <a:pt x="576" y="27086"/>
                  </a:cubicBezTo>
                  <a:cubicBezTo>
                    <a:pt x="502" y="26862"/>
                    <a:pt x="438" y="26627"/>
                    <a:pt x="363" y="26435"/>
                  </a:cubicBezTo>
                  <a:cubicBezTo>
                    <a:pt x="43" y="25582"/>
                    <a:pt x="43" y="24803"/>
                    <a:pt x="342" y="24045"/>
                  </a:cubicBezTo>
                  <a:cubicBezTo>
                    <a:pt x="640" y="23309"/>
                    <a:pt x="1355" y="22765"/>
                    <a:pt x="2016" y="22296"/>
                  </a:cubicBezTo>
                  <a:lnTo>
                    <a:pt x="2529" y="21933"/>
                  </a:lnTo>
                  <a:cubicBezTo>
                    <a:pt x="3318" y="21389"/>
                    <a:pt x="4129" y="20835"/>
                    <a:pt x="4769" y="20109"/>
                  </a:cubicBezTo>
                  <a:cubicBezTo>
                    <a:pt x="5163" y="19682"/>
                    <a:pt x="5590" y="19021"/>
                    <a:pt x="5462" y="18306"/>
                  </a:cubicBezTo>
                  <a:cubicBezTo>
                    <a:pt x="5398" y="17858"/>
                    <a:pt x="5142" y="17058"/>
                    <a:pt x="4331" y="16802"/>
                  </a:cubicBezTo>
                  <a:cubicBezTo>
                    <a:pt x="4182" y="16760"/>
                    <a:pt x="3990" y="16728"/>
                    <a:pt x="3787" y="16685"/>
                  </a:cubicBezTo>
                  <a:lnTo>
                    <a:pt x="3681" y="16653"/>
                  </a:lnTo>
                  <a:cubicBezTo>
                    <a:pt x="2603" y="16440"/>
                    <a:pt x="1568" y="16248"/>
                    <a:pt x="1110" y="15554"/>
                  </a:cubicBezTo>
                  <a:cubicBezTo>
                    <a:pt x="843" y="15149"/>
                    <a:pt x="768" y="14615"/>
                    <a:pt x="907" y="13933"/>
                  </a:cubicBezTo>
                  <a:cubicBezTo>
                    <a:pt x="918" y="13922"/>
                    <a:pt x="918" y="13901"/>
                    <a:pt x="918" y="13879"/>
                  </a:cubicBezTo>
                  <a:cubicBezTo>
                    <a:pt x="918" y="13858"/>
                    <a:pt x="928" y="13847"/>
                    <a:pt x="928" y="13815"/>
                  </a:cubicBezTo>
                  <a:cubicBezTo>
                    <a:pt x="1088" y="12973"/>
                    <a:pt x="1494" y="12194"/>
                    <a:pt x="1867" y="11426"/>
                  </a:cubicBezTo>
                  <a:cubicBezTo>
                    <a:pt x="2187" y="10786"/>
                    <a:pt x="2497" y="10178"/>
                    <a:pt x="2667" y="9548"/>
                  </a:cubicBezTo>
                  <a:cubicBezTo>
                    <a:pt x="2849" y="8887"/>
                    <a:pt x="2305" y="8588"/>
                    <a:pt x="1782" y="8300"/>
                  </a:cubicBezTo>
                  <a:cubicBezTo>
                    <a:pt x="1451" y="8108"/>
                    <a:pt x="1088" y="7906"/>
                    <a:pt x="960" y="7618"/>
                  </a:cubicBezTo>
                  <a:cubicBezTo>
                    <a:pt x="640" y="6913"/>
                    <a:pt x="608" y="6092"/>
                    <a:pt x="598" y="5313"/>
                  </a:cubicBezTo>
                  <a:cubicBezTo>
                    <a:pt x="587" y="5079"/>
                    <a:pt x="587" y="4855"/>
                    <a:pt x="576" y="4631"/>
                  </a:cubicBezTo>
                  <a:lnTo>
                    <a:pt x="491" y="3671"/>
                  </a:lnTo>
                  <a:cubicBezTo>
                    <a:pt x="470" y="3415"/>
                    <a:pt x="438" y="3137"/>
                    <a:pt x="427" y="2871"/>
                  </a:cubicBezTo>
                  <a:cubicBezTo>
                    <a:pt x="395" y="2337"/>
                    <a:pt x="576" y="1825"/>
                    <a:pt x="736" y="1345"/>
                  </a:cubicBezTo>
                  <a:cubicBezTo>
                    <a:pt x="875" y="918"/>
                    <a:pt x="1035" y="470"/>
                    <a:pt x="10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8"/>
            <p:cNvSpPr/>
            <p:nvPr/>
          </p:nvSpPr>
          <p:spPr>
            <a:xfrm>
              <a:off x="3477064" y="1178200"/>
              <a:ext cx="511694" cy="3275913"/>
            </a:xfrm>
            <a:custGeom>
              <a:rect b="b" l="l" r="r" t="t"/>
              <a:pathLst>
                <a:path extrusionOk="0" h="34457" w="5382">
                  <a:moveTo>
                    <a:pt x="1110" y="1"/>
                  </a:moveTo>
                  <a:cubicBezTo>
                    <a:pt x="1078" y="438"/>
                    <a:pt x="939" y="865"/>
                    <a:pt x="790" y="1281"/>
                  </a:cubicBezTo>
                  <a:cubicBezTo>
                    <a:pt x="619" y="1771"/>
                    <a:pt x="427" y="2283"/>
                    <a:pt x="470" y="2849"/>
                  </a:cubicBezTo>
                  <a:cubicBezTo>
                    <a:pt x="491" y="3137"/>
                    <a:pt x="523" y="3404"/>
                    <a:pt x="545" y="3670"/>
                  </a:cubicBezTo>
                  <a:cubicBezTo>
                    <a:pt x="577" y="3958"/>
                    <a:pt x="619" y="4278"/>
                    <a:pt x="630" y="4588"/>
                  </a:cubicBezTo>
                  <a:cubicBezTo>
                    <a:pt x="641" y="4844"/>
                    <a:pt x="651" y="5110"/>
                    <a:pt x="651" y="5377"/>
                  </a:cubicBezTo>
                  <a:cubicBezTo>
                    <a:pt x="673" y="6177"/>
                    <a:pt x="683" y="6988"/>
                    <a:pt x="1003" y="7596"/>
                  </a:cubicBezTo>
                  <a:cubicBezTo>
                    <a:pt x="1121" y="7831"/>
                    <a:pt x="1419" y="8023"/>
                    <a:pt x="1718" y="8236"/>
                  </a:cubicBezTo>
                  <a:cubicBezTo>
                    <a:pt x="2251" y="8599"/>
                    <a:pt x="2870" y="9015"/>
                    <a:pt x="2700" y="9612"/>
                  </a:cubicBezTo>
                  <a:cubicBezTo>
                    <a:pt x="2508" y="10252"/>
                    <a:pt x="2219" y="10881"/>
                    <a:pt x="1910" y="11532"/>
                  </a:cubicBezTo>
                  <a:cubicBezTo>
                    <a:pt x="1579" y="12268"/>
                    <a:pt x="1217" y="13015"/>
                    <a:pt x="1025" y="13783"/>
                  </a:cubicBezTo>
                  <a:cubicBezTo>
                    <a:pt x="1025" y="13815"/>
                    <a:pt x="1014" y="13836"/>
                    <a:pt x="1014" y="13868"/>
                  </a:cubicBezTo>
                  <a:cubicBezTo>
                    <a:pt x="1003" y="13890"/>
                    <a:pt x="1003" y="13911"/>
                    <a:pt x="1003" y="13922"/>
                  </a:cubicBezTo>
                  <a:cubicBezTo>
                    <a:pt x="907" y="14370"/>
                    <a:pt x="747" y="15490"/>
                    <a:pt x="1387" y="16151"/>
                  </a:cubicBezTo>
                  <a:cubicBezTo>
                    <a:pt x="1825" y="16589"/>
                    <a:pt x="2508" y="16695"/>
                    <a:pt x="3126" y="16791"/>
                  </a:cubicBezTo>
                  <a:cubicBezTo>
                    <a:pt x="3308" y="16813"/>
                    <a:pt x="3478" y="16845"/>
                    <a:pt x="3660" y="16877"/>
                  </a:cubicBezTo>
                  <a:cubicBezTo>
                    <a:pt x="3692" y="16898"/>
                    <a:pt x="3734" y="16898"/>
                    <a:pt x="3777" y="16909"/>
                  </a:cubicBezTo>
                  <a:cubicBezTo>
                    <a:pt x="3937" y="16951"/>
                    <a:pt x="4097" y="16973"/>
                    <a:pt x="4214" y="17015"/>
                  </a:cubicBezTo>
                  <a:cubicBezTo>
                    <a:pt x="4961" y="17239"/>
                    <a:pt x="5238" y="17975"/>
                    <a:pt x="5334" y="18391"/>
                  </a:cubicBezTo>
                  <a:cubicBezTo>
                    <a:pt x="5351" y="18458"/>
                    <a:pt x="5360" y="18525"/>
                    <a:pt x="5362" y="18593"/>
                  </a:cubicBezTo>
                  <a:lnTo>
                    <a:pt x="5362" y="18593"/>
                  </a:lnTo>
                  <a:cubicBezTo>
                    <a:pt x="5361" y="18518"/>
                    <a:pt x="5352" y="18444"/>
                    <a:pt x="5334" y="18370"/>
                  </a:cubicBezTo>
                  <a:cubicBezTo>
                    <a:pt x="5238" y="17965"/>
                    <a:pt x="4961" y="17218"/>
                    <a:pt x="4204" y="16983"/>
                  </a:cubicBezTo>
                  <a:cubicBezTo>
                    <a:pt x="4086" y="16951"/>
                    <a:pt x="3926" y="16919"/>
                    <a:pt x="3766" y="16877"/>
                  </a:cubicBezTo>
                  <a:cubicBezTo>
                    <a:pt x="3724" y="16866"/>
                    <a:pt x="3681" y="16866"/>
                    <a:pt x="3638" y="16855"/>
                  </a:cubicBezTo>
                  <a:cubicBezTo>
                    <a:pt x="3478" y="16813"/>
                    <a:pt x="3297" y="16791"/>
                    <a:pt x="3105" y="16759"/>
                  </a:cubicBezTo>
                  <a:cubicBezTo>
                    <a:pt x="2486" y="16653"/>
                    <a:pt x="1825" y="16557"/>
                    <a:pt x="1398" y="16119"/>
                  </a:cubicBezTo>
                  <a:cubicBezTo>
                    <a:pt x="779" y="15479"/>
                    <a:pt x="939" y="14359"/>
                    <a:pt x="1025" y="13922"/>
                  </a:cubicBezTo>
                  <a:cubicBezTo>
                    <a:pt x="1046" y="13890"/>
                    <a:pt x="1046" y="13879"/>
                    <a:pt x="1046" y="13868"/>
                  </a:cubicBezTo>
                  <a:cubicBezTo>
                    <a:pt x="1046" y="13836"/>
                    <a:pt x="1057" y="13815"/>
                    <a:pt x="1057" y="13783"/>
                  </a:cubicBezTo>
                  <a:cubicBezTo>
                    <a:pt x="1238" y="13026"/>
                    <a:pt x="1590" y="12268"/>
                    <a:pt x="1931" y="11532"/>
                  </a:cubicBezTo>
                  <a:cubicBezTo>
                    <a:pt x="2230" y="10903"/>
                    <a:pt x="2540" y="10252"/>
                    <a:pt x="2721" y="9612"/>
                  </a:cubicBezTo>
                  <a:cubicBezTo>
                    <a:pt x="2892" y="9004"/>
                    <a:pt x="2283" y="8577"/>
                    <a:pt x="1739" y="8204"/>
                  </a:cubicBezTo>
                  <a:cubicBezTo>
                    <a:pt x="1430" y="7991"/>
                    <a:pt x="1131" y="7788"/>
                    <a:pt x="1025" y="7575"/>
                  </a:cubicBezTo>
                  <a:cubicBezTo>
                    <a:pt x="705" y="6977"/>
                    <a:pt x="694" y="6145"/>
                    <a:pt x="683" y="5356"/>
                  </a:cubicBezTo>
                  <a:cubicBezTo>
                    <a:pt x="683" y="5089"/>
                    <a:pt x="673" y="4822"/>
                    <a:pt x="651" y="4577"/>
                  </a:cubicBezTo>
                  <a:cubicBezTo>
                    <a:pt x="641" y="4268"/>
                    <a:pt x="598" y="3958"/>
                    <a:pt x="577" y="3649"/>
                  </a:cubicBezTo>
                  <a:cubicBezTo>
                    <a:pt x="545" y="3404"/>
                    <a:pt x="513" y="3116"/>
                    <a:pt x="491" y="2849"/>
                  </a:cubicBezTo>
                  <a:cubicBezTo>
                    <a:pt x="459" y="2294"/>
                    <a:pt x="641" y="1782"/>
                    <a:pt x="811" y="1291"/>
                  </a:cubicBezTo>
                  <a:cubicBezTo>
                    <a:pt x="961" y="875"/>
                    <a:pt x="1121" y="449"/>
                    <a:pt x="1131" y="1"/>
                  </a:cubicBezTo>
                  <a:close/>
                  <a:moveTo>
                    <a:pt x="5362" y="18593"/>
                  </a:moveTo>
                  <a:cubicBezTo>
                    <a:pt x="5372" y="19156"/>
                    <a:pt x="4954" y="19735"/>
                    <a:pt x="4577" y="20130"/>
                  </a:cubicBezTo>
                  <a:cubicBezTo>
                    <a:pt x="4054" y="20685"/>
                    <a:pt x="3414" y="21144"/>
                    <a:pt x="2785" y="21570"/>
                  </a:cubicBezTo>
                  <a:cubicBezTo>
                    <a:pt x="2454" y="21816"/>
                    <a:pt x="2091" y="22050"/>
                    <a:pt x="1793" y="22317"/>
                  </a:cubicBezTo>
                  <a:cubicBezTo>
                    <a:pt x="1217" y="22786"/>
                    <a:pt x="523" y="23416"/>
                    <a:pt x="257" y="24205"/>
                  </a:cubicBezTo>
                  <a:cubicBezTo>
                    <a:pt x="1" y="24962"/>
                    <a:pt x="11" y="25699"/>
                    <a:pt x="289" y="26499"/>
                  </a:cubicBezTo>
                  <a:cubicBezTo>
                    <a:pt x="321" y="26584"/>
                    <a:pt x="363" y="26680"/>
                    <a:pt x="385" y="26776"/>
                  </a:cubicBezTo>
                  <a:cubicBezTo>
                    <a:pt x="438" y="26947"/>
                    <a:pt x="491" y="27117"/>
                    <a:pt x="555" y="27299"/>
                  </a:cubicBezTo>
                  <a:cubicBezTo>
                    <a:pt x="822" y="28003"/>
                    <a:pt x="843" y="28899"/>
                    <a:pt x="598" y="30030"/>
                  </a:cubicBezTo>
                  <a:cubicBezTo>
                    <a:pt x="534" y="30339"/>
                    <a:pt x="491" y="30659"/>
                    <a:pt x="449" y="31032"/>
                  </a:cubicBezTo>
                  <a:cubicBezTo>
                    <a:pt x="395" y="31630"/>
                    <a:pt x="491" y="32238"/>
                    <a:pt x="609" y="32814"/>
                  </a:cubicBezTo>
                  <a:cubicBezTo>
                    <a:pt x="651" y="33038"/>
                    <a:pt x="705" y="33283"/>
                    <a:pt x="758" y="33518"/>
                  </a:cubicBezTo>
                  <a:cubicBezTo>
                    <a:pt x="822" y="33827"/>
                    <a:pt x="897" y="34136"/>
                    <a:pt x="950" y="34435"/>
                  </a:cubicBezTo>
                  <a:lnTo>
                    <a:pt x="971" y="34457"/>
                  </a:lnTo>
                  <a:cubicBezTo>
                    <a:pt x="918" y="34147"/>
                    <a:pt x="854" y="33827"/>
                    <a:pt x="790" y="33539"/>
                  </a:cubicBezTo>
                  <a:cubicBezTo>
                    <a:pt x="737" y="33304"/>
                    <a:pt x="683" y="33070"/>
                    <a:pt x="641" y="32824"/>
                  </a:cubicBezTo>
                  <a:cubicBezTo>
                    <a:pt x="534" y="32238"/>
                    <a:pt x="427" y="31630"/>
                    <a:pt x="481" y="31032"/>
                  </a:cubicBezTo>
                  <a:cubicBezTo>
                    <a:pt x="523" y="30659"/>
                    <a:pt x="555" y="30350"/>
                    <a:pt x="630" y="30030"/>
                  </a:cubicBezTo>
                  <a:cubicBezTo>
                    <a:pt x="865" y="28899"/>
                    <a:pt x="854" y="28003"/>
                    <a:pt x="587" y="27309"/>
                  </a:cubicBezTo>
                  <a:cubicBezTo>
                    <a:pt x="523" y="27139"/>
                    <a:pt x="470" y="26957"/>
                    <a:pt x="417" y="26787"/>
                  </a:cubicBezTo>
                  <a:cubicBezTo>
                    <a:pt x="385" y="26691"/>
                    <a:pt x="353" y="26605"/>
                    <a:pt x="321" y="26509"/>
                  </a:cubicBezTo>
                  <a:cubicBezTo>
                    <a:pt x="43" y="25699"/>
                    <a:pt x="22" y="24962"/>
                    <a:pt x="278" y="24205"/>
                  </a:cubicBezTo>
                  <a:cubicBezTo>
                    <a:pt x="534" y="23416"/>
                    <a:pt x="1238" y="22776"/>
                    <a:pt x="1814" y="22306"/>
                  </a:cubicBezTo>
                  <a:cubicBezTo>
                    <a:pt x="2134" y="22050"/>
                    <a:pt x="2486" y="21805"/>
                    <a:pt x="2817" y="21560"/>
                  </a:cubicBezTo>
                  <a:cubicBezTo>
                    <a:pt x="3446" y="21122"/>
                    <a:pt x="4086" y="20664"/>
                    <a:pt x="4588" y="20119"/>
                  </a:cubicBezTo>
                  <a:cubicBezTo>
                    <a:pt x="4968" y="19720"/>
                    <a:pt x="5381" y="19144"/>
                    <a:pt x="5362" y="1859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8"/>
            <p:cNvSpPr/>
            <p:nvPr/>
          </p:nvSpPr>
          <p:spPr>
            <a:xfrm>
              <a:off x="3463848" y="1180196"/>
              <a:ext cx="507225" cy="3273917"/>
            </a:xfrm>
            <a:custGeom>
              <a:rect b="b" l="l" r="r" t="t"/>
              <a:pathLst>
                <a:path extrusionOk="0" h="34436" w="5335">
                  <a:moveTo>
                    <a:pt x="1153" y="1"/>
                  </a:moveTo>
                  <a:cubicBezTo>
                    <a:pt x="1110" y="449"/>
                    <a:pt x="961" y="844"/>
                    <a:pt x="822" y="1228"/>
                  </a:cubicBezTo>
                  <a:cubicBezTo>
                    <a:pt x="630" y="1740"/>
                    <a:pt x="428" y="2273"/>
                    <a:pt x="481" y="2860"/>
                  </a:cubicBezTo>
                  <a:cubicBezTo>
                    <a:pt x="513" y="3127"/>
                    <a:pt x="556" y="3404"/>
                    <a:pt x="577" y="3671"/>
                  </a:cubicBezTo>
                  <a:cubicBezTo>
                    <a:pt x="620" y="3948"/>
                    <a:pt x="652" y="4247"/>
                    <a:pt x="673" y="4535"/>
                  </a:cubicBezTo>
                  <a:cubicBezTo>
                    <a:pt x="694" y="4801"/>
                    <a:pt x="694" y="5100"/>
                    <a:pt x="716" y="5377"/>
                  </a:cubicBezTo>
                  <a:cubicBezTo>
                    <a:pt x="737" y="6135"/>
                    <a:pt x="748" y="6924"/>
                    <a:pt x="1046" y="7543"/>
                  </a:cubicBezTo>
                  <a:cubicBezTo>
                    <a:pt x="1249" y="7938"/>
                    <a:pt x="1494" y="8098"/>
                    <a:pt x="1793" y="8290"/>
                  </a:cubicBezTo>
                  <a:cubicBezTo>
                    <a:pt x="1953" y="8396"/>
                    <a:pt x="2113" y="8503"/>
                    <a:pt x="2284" y="8642"/>
                  </a:cubicBezTo>
                  <a:cubicBezTo>
                    <a:pt x="2636" y="8951"/>
                    <a:pt x="2860" y="9196"/>
                    <a:pt x="2732" y="9655"/>
                  </a:cubicBezTo>
                  <a:cubicBezTo>
                    <a:pt x="2550" y="10295"/>
                    <a:pt x="2252" y="10967"/>
                    <a:pt x="1953" y="11607"/>
                  </a:cubicBezTo>
                  <a:cubicBezTo>
                    <a:pt x="1644" y="12311"/>
                    <a:pt x="1313" y="13015"/>
                    <a:pt x="1132" y="13741"/>
                  </a:cubicBezTo>
                  <a:cubicBezTo>
                    <a:pt x="1132" y="13762"/>
                    <a:pt x="1110" y="13794"/>
                    <a:pt x="1110" y="13815"/>
                  </a:cubicBezTo>
                  <a:cubicBezTo>
                    <a:pt x="1110" y="13837"/>
                    <a:pt x="1100" y="13847"/>
                    <a:pt x="1100" y="13858"/>
                  </a:cubicBezTo>
                  <a:cubicBezTo>
                    <a:pt x="1004" y="14317"/>
                    <a:pt x="822" y="15447"/>
                    <a:pt x="1377" y="16162"/>
                  </a:cubicBezTo>
                  <a:cubicBezTo>
                    <a:pt x="1793" y="16685"/>
                    <a:pt x="2444" y="16824"/>
                    <a:pt x="3084" y="16952"/>
                  </a:cubicBezTo>
                  <a:cubicBezTo>
                    <a:pt x="3233" y="16984"/>
                    <a:pt x="3383" y="17005"/>
                    <a:pt x="3511" y="17048"/>
                  </a:cubicBezTo>
                  <a:cubicBezTo>
                    <a:pt x="3585" y="17058"/>
                    <a:pt x="3628" y="17069"/>
                    <a:pt x="3703" y="17090"/>
                  </a:cubicBezTo>
                  <a:cubicBezTo>
                    <a:pt x="3841" y="17112"/>
                    <a:pt x="3969" y="17154"/>
                    <a:pt x="4076" y="17176"/>
                  </a:cubicBezTo>
                  <a:cubicBezTo>
                    <a:pt x="4727" y="17378"/>
                    <a:pt x="5015" y="18008"/>
                    <a:pt x="5153" y="18488"/>
                  </a:cubicBezTo>
                  <a:cubicBezTo>
                    <a:pt x="5313" y="19074"/>
                    <a:pt x="4663" y="19778"/>
                    <a:pt x="4353" y="20130"/>
                  </a:cubicBezTo>
                  <a:cubicBezTo>
                    <a:pt x="3927" y="20589"/>
                    <a:pt x="3351" y="21016"/>
                    <a:pt x="2807" y="21432"/>
                  </a:cubicBezTo>
                  <a:cubicBezTo>
                    <a:pt x="3361" y="21016"/>
                    <a:pt x="3937" y="20610"/>
                    <a:pt x="4364" y="20130"/>
                  </a:cubicBezTo>
                  <a:cubicBezTo>
                    <a:pt x="4684" y="19778"/>
                    <a:pt x="5335" y="19064"/>
                    <a:pt x="5164" y="18456"/>
                  </a:cubicBezTo>
                  <a:cubicBezTo>
                    <a:pt x="5057" y="18061"/>
                    <a:pt x="4769" y="17357"/>
                    <a:pt x="4076" y="17144"/>
                  </a:cubicBezTo>
                  <a:cubicBezTo>
                    <a:pt x="3969" y="17112"/>
                    <a:pt x="3831" y="17069"/>
                    <a:pt x="3703" y="17048"/>
                  </a:cubicBezTo>
                  <a:cubicBezTo>
                    <a:pt x="3628" y="17037"/>
                    <a:pt x="3575" y="17016"/>
                    <a:pt x="3511" y="17005"/>
                  </a:cubicBezTo>
                  <a:cubicBezTo>
                    <a:pt x="3361" y="16962"/>
                    <a:pt x="3223" y="16941"/>
                    <a:pt x="3073" y="16909"/>
                  </a:cubicBezTo>
                  <a:cubicBezTo>
                    <a:pt x="2444" y="16781"/>
                    <a:pt x="1793" y="16642"/>
                    <a:pt x="1388" y="16141"/>
                  </a:cubicBezTo>
                  <a:cubicBezTo>
                    <a:pt x="844" y="15437"/>
                    <a:pt x="1014" y="14317"/>
                    <a:pt x="1121" y="13858"/>
                  </a:cubicBezTo>
                  <a:cubicBezTo>
                    <a:pt x="1142" y="13847"/>
                    <a:pt x="1142" y="13837"/>
                    <a:pt x="1142" y="13815"/>
                  </a:cubicBezTo>
                  <a:cubicBezTo>
                    <a:pt x="1142" y="13794"/>
                    <a:pt x="1153" y="13762"/>
                    <a:pt x="1153" y="13741"/>
                  </a:cubicBezTo>
                  <a:cubicBezTo>
                    <a:pt x="1345" y="13037"/>
                    <a:pt x="1665" y="12311"/>
                    <a:pt x="1985" y="11618"/>
                  </a:cubicBezTo>
                  <a:cubicBezTo>
                    <a:pt x="2273" y="10978"/>
                    <a:pt x="2582" y="10316"/>
                    <a:pt x="2753" y="9676"/>
                  </a:cubicBezTo>
                  <a:cubicBezTo>
                    <a:pt x="2881" y="9196"/>
                    <a:pt x="2657" y="8940"/>
                    <a:pt x="2316" y="8631"/>
                  </a:cubicBezTo>
                  <a:cubicBezTo>
                    <a:pt x="2145" y="8471"/>
                    <a:pt x="1964" y="8375"/>
                    <a:pt x="1804" y="8268"/>
                  </a:cubicBezTo>
                  <a:cubicBezTo>
                    <a:pt x="1516" y="8087"/>
                    <a:pt x="1260" y="7927"/>
                    <a:pt x="1078" y="7543"/>
                  </a:cubicBezTo>
                  <a:cubicBezTo>
                    <a:pt x="780" y="6924"/>
                    <a:pt x="769" y="6135"/>
                    <a:pt x="737" y="5377"/>
                  </a:cubicBezTo>
                  <a:cubicBezTo>
                    <a:pt x="726" y="5089"/>
                    <a:pt x="726" y="4801"/>
                    <a:pt x="705" y="4524"/>
                  </a:cubicBezTo>
                  <a:cubicBezTo>
                    <a:pt x="673" y="4236"/>
                    <a:pt x="652" y="3937"/>
                    <a:pt x="609" y="3660"/>
                  </a:cubicBezTo>
                  <a:cubicBezTo>
                    <a:pt x="566" y="3393"/>
                    <a:pt x="545" y="3116"/>
                    <a:pt x="513" y="2849"/>
                  </a:cubicBezTo>
                  <a:cubicBezTo>
                    <a:pt x="460" y="2262"/>
                    <a:pt x="662" y="1740"/>
                    <a:pt x="844" y="1228"/>
                  </a:cubicBezTo>
                  <a:cubicBezTo>
                    <a:pt x="993" y="844"/>
                    <a:pt x="1142" y="428"/>
                    <a:pt x="1185" y="1"/>
                  </a:cubicBezTo>
                  <a:close/>
                  <a:moveTo>
                    <a:pt x="1600" y="22393"/>
                  </a:moveTo>
                  <a:cubicBezTo>
                    <a:pt x="886" y="23065"/>
                    <a:pt x="449" y="23683"/>
                    <a:pt x="214" y="24376"/>
                  </a:cubicBezTo>
                  <a:cubicBezTo>
                    <a:pt x="1" y="25037"/>
                    <a:pt x="33" y="25784"/>
                    <a:pt x="289" y="26595"/>
                  </a:cubicBezTo>
                  <a:lnTo>
                    <a:pt x="364" y="26872"/>
                  </a:lnTo>
                  <a:cubicBezTo>
                    <a:pt x="406" y="27022"/>
                    <a:pt x="460" y="27182"/>
                    <a:pt x="513" y="27342"/>
                  </a:cubicBezTo>
                  <a:cubicBezTo>
                    <a:pt x="780" y="28078"/>
                    <a:pt x="812" y="28995"/>
                    <a:pt x="598" y="30062"/>
                  </a:cubicBezTo>
                  <a:cubicBezTo>
                    <a:pt x="524" y="30393"/>
                    <a:pt x="513" y="30702"/>
                    <a:pt x="502" y="31033"/>
                  </a:cubicBezTo>
                  <a:lnTo>
                    <a:pt x="502" y="31075"/>
                  </a:lnTo>
                  <a:cubicBezTo>
                    <a:pt x="481" y="31673"/>
                    <a:pt x="566" y="32302"/>
                    <a:pt x="652" y="32846"/>
                  </a:cubicBezTo>
                  <a:cubicBezTo>
                    <a:pt x="684" y="33166"/>
                    <a:pt x="769" y="33497"/>
                    <a:pt x="833" y="33817"/>
                  </a:cubicBezTo>
                  <a:cubicBezTo>
                    <a:pt x="886" y="34019"/>
                    <a:pt x="929" y="34233"/>
                    <a:pt x="961" y="34436"/>
                  </a:cubicBezTo>
                  <a:lnTo>
                    <a:pt x="982" y="34404"/>
                  </a:lnTo>
                  <a:cubicBezTo>
                    <a:pt x="940" y="34211"/>
                    <a:pt x="886" y="33998"/>
                    <a:pt x="844" y="33795"/>
                  </a:cubicBezTo>
                  <a:cubicBezTo>
                    <a:pt x="780" y="33475"/>
                    <a:pt x="716" y="33155"/>
                    <a:pt x="662" y="32825"/>
                  </a:cubicBezTo>
                  <a:cubicBezTo>
                    <a:pt x="566" y="32259"/>
                    <a:pt x="481" y="31651"/>
                    <a:pt x="513" y="31043"/>
                  </a:cubicBezTo>
                  <a:lnTo>
                    <a:pt x="513" y="31011"/>
                  </a:lnTo>
                  <a:cubicBezTo>
                    <a:pt x="524" y="30691"/>
                    <a:pt x="534" y="30382"/>
                    <a:pt x="609" y="30051"/>
                  </a:cubicBezTo>
                  <a:cubicBezTo>
                    <a:pt x="822" y="28963"/>
                    <a:pt x="790" y="28046"/>
                    <a:pt x="524" y="27310"/>
                  </a:cubicBezTo>
                  <a:cubicBezTo>
                    <a:pt x="460" y="27150"/>
                    <a:pt x="417" y="26990"/>
                    <a:pt x="374" y="26851"/>
                  </a:cubicBezTo>
                  <a:lnTo>
                    <a:pt x="300" y="26563"/>
                  </a:lnTo>
                  <a:cubicBezTo>
                    <a:pt x="33" y="25752"/>
                    <a:pt x="22" y="25016"/>
                    <a:pt x="236" y="24365"/>
                  </a:cubicBezTo>
                  <a:cubicBezTo>
                    <a:pt x="460" y="23683"/>
                    <a:pt x="886" y="23065"/>
                    <a:pt x="1600" y="2239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8"/>
            <p:cNvSpPr/>
            <p:nvPr/>
          </p:nvSpPr>
          <p:spPr>
            <a:xfrm>
              <a:off x="3452725" y="1189323"/>
              <a:ext cx="482886" cy="3270874"/>
            </a:xfrm>
            <a:custGeom>
              <a:rect b="b" l="l" r="r" t="t"/>
              <a:pathLst>
                <a:path extrusionOk="0" h="34404" w="5079">
                  <a:moveTo>
                    <a:pt x="1217" y="1"/>
                  </a:moveTo>
                  <a:cubicBezTo>
                    <a:pt x="1163" y="406"/>
                    <a:pt x="1014" y="790"/>
                    <a:pt x="865" y="1164"/>
                  </a:cubicBezTo>
                  <a:cubicBezTo>
                    <a:pt x="673" y="1686"/>
                    <a:pt x="459" y="2230"/>
                    <a:pt x="513" y="2828"/>
                  </a:cubicBezTo>
                  <a:cubicBezTo>
                    <a:pt x="534" y="3095"/>
                    <a:pt x="577" y="3393"/>
                    <a:pt x="619" y="3660"/>
                  </a:cubicBezTo>
                  <a:cubicBezTo>
                    <a:pt x="651" y="3927"/>
                    <a:pt x="694" y="4204"/>
                    <a:pt x="726" y="4471"/>
                  </a:cubicBezTo>
                  <a:cubicBezTo>
                    <a:pt x="747" y="4748"/>
                    <a:pt x="758" y="5057"/>
                    <a:pt x="779" y="5345"/>
                  </a:cubicBezTo>
                  <a:cubicBezTo>
                    <a:pt x="811" y="6081"/>
                    <a:pt x="843" y="6860"/>
                    <a:pt x="1110" y="7468"/>
                  </a:cubicBezTo>
                  <a:cubicBezTo>
                    <a:pt x="1219" y="7724"/>
                    <a:pt x="1355" y="7896"/>
                    <a:pt x="1513" y="8038"/>
                  </a:cubicBezTo>
                  <a:lnTo>
                    <a:pt x="1513" y="8038"/>
                  </a:lnTo>
                  <a:cubicBezTo>
                    <a:pt x="1364" y="7898"/>
                    <a:pt x="1233" y="7729"/>
                    <a:pt x="1121" y="7479"/>
                  </a:cubicBezTo>
                  <a:cubicBezTo>
                    <a:pt x="854" y="6871"/>
                    <a:pt x="833" y="6092"/>
                    <a:pt x="801" y="5367"/>
                  </a:cubicBezTo>
                  <a:cubicBezTo>
                    <a:pt x="790" y="5068"/>
                    <a:pt x="779" y="4759"/>
                    <a:pt x="747" y="4481"/>
                  </a:cubicBezTo>
                  <a:cubicBezTo>
                    <a:pt x="726" y="4204"/>
                    <a:pt x="683" y="3927"/>
                    <a:pt x="641" y="3660"/>
                  </a:cubicBezTo>
                  <a:cubicBezTo>
                    <a:pt x="598" y="3393"/>
                    <a:pt x="566" y="3105"/>
                    <a:pt x="534" y="2828"/>
                  </a:cubicBezTo>
                  <a:cubicBezTo>
                    <a:pt x="481" y="2241"/>
                    <a:pt x="694" y="1697"/>
                    <a:pt x="897" y="1174"/>
                  </a:cubicBezTo>
                  <a:cubicBezTo>
                    <a:pt x="1046" y="801"/>
                    <a:pt x="1195" y="417"/>
                    <a:pt x="1249" y="1"/>
                  </a:cubicBezTo>
                  <a:close/>
                  <a:moveTo>
                    <a:pt x="1513" y="8038"/>
                  </a:moveTo>
                  <a:cubicBezTo>
                    <a:pt x="1618" y="8138"/>
                    <a:pt x="1733" y="8223"/>
                    <a:pt x="1857" y="8311"/>
                  </a:cubicBezTo>
                  <a:cubicBezTo>
                    <a:pt x="2006" y="8418"/>
                    <a:pt x="2166" y="8524"/>
                    <a:pt x="2326" y="8674"/>
                  </a:cubicBezTo>
                  <a:lnTo>
                    <a:pt x="2347" y="8684"/>
                  </a:lnTo>
                  <a:cubicBezTo>
                    <a:pt x="2543" y="8860"/>
                    <a:pt x="2722" y="9027"/>
                    <a:pt x="2791" y="9250"/>
                  </a:cubicBezTo>
                  <a:lnTo>
                    <a:pt x="2791" y="9250"/>
                  </a:lnTo>
                  <a:cubicBezTo>
                    <a:pt x="2731" y="9025"/>
                    <a:pt x="2551" y="8863"/>
                    <a:pt x="2347" y="8674"/>
                  </a:cubicBezTo>
                  <a:lnTo>
                    <a:pt x="2326" y="8652"/>
                  </a:lnTo>
                  <a:cubicBezTo>
                    <a:pt x="2166" y="8514"/>
                    <a:pt x="2006" y="8407"/>
                    <a:pt x="1857" y="8300"/>
                  </a:cubicBezTo>
                  <a:cubicBezTo>
                    <a:pt x="1733" y="8215"/>
                    <a:pt x="1618" y="8133"/>
                    <a:pt x="1513" y="8038"/>
                  </a:cubicBezTo>
                  <a:close/>
                  <a:moveTo>
                    <a:pt x="2791" y="9250"/>
                  </a:moveTo>
                  <a:lnTo>
                    <a:pt x="2791" y="9250"/>
                  </a:lnTo>
                  <a:cubicBezTo>
                    <a:pt x="2823" y="9367"/>
                    <a:pt x="2822" y="9501"/>
                    <a:pt x="2774" y="9666"/>
                  </a:cubicBezTo>
                  <a:cubicBezTo>
                    <a:pt x="2603" y="10327"/>
                    <a:pt x="2294" y="10999"/>
                    <a:pt x="2006" y="11671"/>
                  </a:cubicBezTo>
                  <a:cubicBezTo>
                    <a:pt x="1707" y="12322"/>
                    <a:pt x="1419" y="13005"/>
                    <a:pt x="1227" y="13655"/>
                  </a:cubicBezTo>
                  <a:cubicBezTo>
                    <a:pt x="1227" y="13687"/>
                    <a:pt x="1217" y="13709"/>
                    <a:pt x="1217" y="13741"/>
                  </a:cubicBezTo>
                  <a:cubicBezTo>
                    <a:pt x="1217" y="13751"/>
                    <a:pt x="1206" y="13762"/>
                    <a:pt x="1206" y="13773"/>
                  </a:cubicBezTo>
                  <a:cubicBezTo>
                    <a:pt x="990" y="14600"/>
                    <a:pt x="1039" y="15253"/>
                    <a:pt x="1324" y="15791"/>
                  </a:cubicBezTo>
                  <a:lnTo>
                    <a:pt x="1324" y="15791"/>
                  </a:lnTo>
                  <a:cubicBezTo>
                    <a:pt x="1052" y="15267"/>
                    <a:pt x="1024" y="14624"/>
                    <a:pt x="1217" y="13815"/>
                  </a:cubicBezTo>
                  <a:cubicBezTo>
                    <a:pt x="1217" y="13805"/>
                    <a:pt x="1227" y="13794"/>
                    <a:pt x="1227" y="13773"/>
                  </a:cubicBezTo>
                  <a:cubicBezTo>
                    <a:pt x="1227" y="13751"/>
                    <a:pt x="1227" y="13719"/>
                    <a:pt x="1238" y="13698"/>
                  </a:cubicBezTo>
                  <a:cubicBezTo>
                    <a:pt x="1419" y="13026"/>
                    <a:pt x="1718" y="12365"/>
                    <a:pt x="2017" y="11714"/>
                  </a:cubicBezTo>
                  <a:cubicBezTo>
                    <a:pt x="2305" y="11042"/>
                    <a:pt x="2614" y="10359"/>
                    <a:pt x="2785" y="9708"/>
                  </a:cubicBezTo>
                  <a:cubicBezTo>
                    <a:pt x="2836" y="9528"/>
                    <a:pt x="2832" y="9379"/>
                    <a:pt x="2791" y="9250"/>
                  </a:cubicBezTo>
                  <a:close/>
                  <a:moveTo>
                    <a:pt x="1324" y="15791"/>
                  </a:moveTo>
                  <a:lnTo>
                    <a:pt x="1324" y="15791"/>
                  </a:lnTo>
                  <a:cubicBezTo>
                    <a:pt x="1367" y="15875"/>
                    <a:pt x="1417" y="15956"/>
                    <a:pt x="1473" y="16034"/>
                  </a:cubicBezTo>
                  <a:cubicBezTo>
                    <a:pt x="1825" y="16536"/>
                    <a:pt x="2454" y="16909"/>
                    <a:pt x="3372" y="17176"/>
                  </a:cubicBezTo>
                  <a:cubicBezTo>
                    <a:pt x="3457" y="17208"/>
                    <a:pt x="3521" y="17218"/>
                    <a:pt x="3606" y="17240"/>
                  </a:cubicBezTo>
                  <a:cubicBezTo>
                    <a:pt x="3724" y="17272"/>
                    <a:pt x="3830" y="17314"/>
                    <a:pt x="3926" y="17336"/>
                  </a:cubicBezTo>
                  <a:cubicBezTo>
                    <a:pt x="3964" y="17348"/>
                    <a:pt x="4000" y="17362"/>
                    <a:pt x="4035" y="17378"/>
                  </a:cubicBezTo>
                  <a:lnTo>
                    <a:pt x="4035" y="17378"/>
                  </a:lnTo>
                  <a:cubicBezTo>
                    <a:pt x="3993" y="17358"/>
                    <a:pt x="3950" y="17340"/>
                    <a:pt x="3905" y="17325"/>
                  </a:cubicBezTo>
                  <a:cubicBezTo>
                    <a:pt x="3820" y="17293"/>
                    <a:pt x="3713" y="17272"/>
                    <a:pt x="3606" y="17229"/>
                  </a:cubicBezTo>
                  <a:cubicBezTo>
                    <a:pt x="3521" y="17208"/>
                    <a:pt x="3457" y="17186"/>
                    <a:pt x="3372" y="17165"/>
                  </a:cubicBezTo>
                  <a:cubicBezTo>
                    <a:pt x="2443" y="16898"/>
                    <a:pt x="1814" y="16514"/>
                    <a:pt x="1451" y="16002"/>
                  </a:cubicBezTo>
                  <a:cubicBezTo>
                    <a:pt x="1405" y="15934"/>
                    <a:pt x="1362" y="15864"/>
                    <a:pt x="1324" y="15791"/>
                  </a:cubicBezTo>
                  <a:close/>
                  <a:moveTo>
                    <a:pt x="4035" y="17378"/>
                  </a:moveTo>
                  <a:cubicBezTo>
                    <a:pt x="4436" y="17567"/>
                    <a:pt x="4724" y="17968"/>
                    <a:pt x="4908" y="18605"/>
                  </a:cubicBezTo>
                  <a:cubicBezTo>
                    <a:pt x="5057" y="19106"/>
                    <a:pt x="4428" y="19768"/>
                    <a:pt x="4097" y="20120"/>
                  </a:cubicBezTo>
                  <a:lnTo>
                    <a:pt x="4086" y="20141"/>
                  </a:lnTo>
                  <a:cubicBezTo>
                    <a:pt x="3692" y="20536"/>
                    <a:pt x="3212" y="20941"/>
                    <a:pt x="2753" y="21315"/>
                  </a:cubicBezTo>
                  <a:cubicBezTo>
                    <a:pt x="2283" y="21699"/>
                    <a:pt x="1803" y="22083"/>
                    <a:pt x="1419" y="22499"/>
                  </a:cubicBezTo>
                  <a:cubicBezTo>
                    <a:pt x="779" y="23160"/>
                    <a:pt x="374" y="23832"/>
                    <a:pt x="171" y="24525"/>
                  </a:cubicBezTo>
                  <a:cubicBezTo>
                    <a:pt x="1" y="25134"/>
                    <a:pt x="33" y="25816"/>
                    <a:pt x="267" y="26627"/>
                  </a:cubicBezTo>
                  <a:lnTo>
                    <a:pt x="353" y="26947"/>
                  </a:lnTo>
                  <a:cubicBezTo>
                    <a:pt x="385" y="27075"/>
                    <a:pt x="417" y="27192"/>
                    <a:pt x="459" y="27320"/>
                  </a:cubicBezTo>
                  <a:cubicBezTo>
                    <a:pt x="683" y="28099"/>
                    <a:pt x="694" y="29006"/>
                    <a:pt x="491" y="30009"/>
                  </a:cubicBezTo>
                  <a:cubicBezTo>
                    <a:pt x="438" y="30275"/>
                    <a:pt x="470" y="30553"/>
                    <a:pt x="481" y="30830"/>
                  </a:cubicBezTo>
                  <a:cubicBezTo>
                    <a:pt x="481" y="30894"/>
                    <a:pt x="491" y="30969"/>
                    <a:pt x="491" y="31033"/>
                  </a:cubicBezTo>
                  <a:cubicBezTo>
                    <a:pt x="523" y="31619"/>
                    <a:pt x="577" y="32227"/>
                    <a:pt x="651" y="32803"/>
                  </a:cubicBezTo>
                  <a:cubicBezTo>
                    <a:pt x="801" y="33870"/>
                    <a:pt x="950" y="34350"/>
                    <a:pt x="950" y="34350"/>
                  </a:cubicBezTo>
                  <a:lnTo>
                    <a:pt x="993" y="34404"/>
                  </a:lnTo>
                  <a:cubicBezTo>
                    <a:pt x="993" y="34404"/>
                    <a:pt x="843" y="33934"/>
                    <a:pt x="694" y="32857"/>
                  </a:cubicBezTo>
                  <a:cubicBezTo>
                    <a:pt x="619" y="32270"/>
                    <a:pt x="566" y="31673"/>
                    <a:pt x="534" y="31086"/>
                  </a:cubicBezTo>
                  <a:cubicBezTo>
                    <a:pt x="534" y="31022"/>
                    <a:pt x="523" y="30947"/>
                    <a:pt x="523" y="30883"/>
                  </a:cubicBezTo>
                  <a:cubicBezTo>
                    <a:pt x="491" y="30606"/>
                    <a:pt x="481" y="30329"/>
                    <a:pt x="534" y="30062"/>
                  </a:cubicBezTo>
                  <a:cubicBezTo>
                    <a:pt x="737" y="29048"/>
                    <a:pt x="705" y="28142"/>
                    <a:pt x="481" y="27363"/>
                  </a:cubicBezTo>
                  <a:cubicBezTo>
                    <a:pt x="438" y="27246"/>
                    <a:pt x="406" y="27107"/>
                    <a:pt x="374" y="26990"/>
                  </a:cubicBezTo>
                  <a:lnTo>
                    <a:pt x="299" y="26670"/>
                  </a:lnTo>
                  <a:cubicBezTo>
                    <a:pt x="54" y="25870"/>
                    <a:pt x="33" y="25176"/>
                    <a:pt x="203" y="24579"/>
                  </a:cubicBezTo>
                  <a:cubicBezTo>
                    <a:pt x="406" y="23875"/>
                    <a:pt x="801" y="23213"/>
                    <a:pt x="1430" y="22552"/>
                  </a:cubicBezTo>
                  <a:cubicBezTo>
                    <a:pt x="1814" y="22147"/>
                    <a:pt x="2294" y="21752"/>
                    <a:pt x="2764" y="21379"/>
                  </a:cubicBezTo>
                  <a:cubicBezTo>
                    <a:pt x="3233" y="20995"/>
                    <a:pt x="3713" y="20600"/>
                    <a:pt x="4097" y="20194"/>
                  </a:cubicBezTo>
                  <a:lnTo>
                    <a:pt x="4108" y="20173"/>
                  </a:lnTo>
                  <a:cubicBezTo>
                    <a:pt x="4460" y="19821"/>
                    <a:pt x="5078" y="19149"/>
                    <a:pt x="4940" y="18626"/>
                  </a:cubicBezTo>
                  <a:cubicBezTo>
                    <a:pt x="4753" y="17977"/>
                    <a:pt x="4457" y="17564"/>
                    <a:pt x="4035" y="1737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8"/>
            <p:cNvSpPr/>
            <p:nvPr/>
          </p:nvSpPr>
          <p:spPr>
            <a:xfrm>
              <a:off x="3437513" y="1186281"/>
              <a:ext cx="460543" cy="3268878"/>
            </a:xfrm>
            <a:custGeom>
              <a:rect b="b" l="l" r="r" t="t"/>
              <a:pathLst>
                <a:path extrusionOk="0" h="34383" w="4844">
                  <a:moveTo>
                    <a:pt x="1334" y="1"/>
                  </a:moveTo>
                  <a:cubicBezTo>
                    <a:pt x="1270" y="374"/>
                    <a:pt x="1121" y="748"/>
                    <a:pt x="971" y="1100"/>
                  </a:cubicBezTo>
                  <a:cubicBezTo>
                    <a:pt x="758" y="1644"/>
                    <a:pt x="534" y="2209"/>
                    <a:pt x="587" y="2828"/>
                  </a:cubicBezTo>
                  <a:cubicBezTo>
                    <a:pt x="619" y="3127"/>
                    <a:pt x="662" y="3415"/>
                    <a:pt x="705" y="3713"/>
                  </a:cubicBezTo>
                  <a:cubicBezTo>
                    <a:pt x="747" y="3948"/>
                    <a:pt x="790" y="4204"/>
                    <a:pt x="811" y="4449"/>
                  </a:cubicBezTo>
                  <a:cubicBezTo>
                    <a:pt x="854" y="4737"/>
                    <a:pt x="865" y="5047"/>
                    <a:pt x="886" y="5335"/>
                  </a:cubicBezTo>
                  <a:cubicBezTo>
                    <a:pt x="918" y="6071"/>
                    <a:pt x="961" y="6817"/>
                    <a:pt x="1217" y="7436"/>
                  </a:cubicBezTo>
                  <a:cubicBezTo>
                    <a:pt x="1409" y="7916"/>
                    <a:pt x="1675" y="8130"/>
                    <a:pt x="1974" y="8364"/>
                  </a:cubicBezTo>
                  <a:cubicBezTo>
                    <a:pt x="2113" y="8471"/>
                    <a:pt x="2262" y="8578"/>
                    <a:pt x="2401" y="8727"/>
                  </a:cubicBezTo>
                  <a:lnTo>
                    <a:pt x="2475" y="8791"/>
                  </a:lnTo>
                  <a:cubicBezTo>
                    <a:pt x="2763" y="9058"/>
                    <a:pt x="2988" y="9271"/>
                    <a:pt x="2870" y="9740"/>
                  </a:cubicBezTo>
                  <a:cubicBezTo>
                    <a:pt x="2699" y="10402"/>
                    <a:pt x="2390" y="11116"/>
                    <a:pt x="2081" y="11789"/>
                  </a:cubicBezTo>
                  <a:cubicBezTo>
                    <a:pt x="1814" y="12407"/>
                    <a:pt x="1537" y="13037"/>
                    <a:pt x="1366" y="13634"/>
                  </a:cubicBezTo>
                  <a:cubicBezTo>
                    <a:pt x="1355" y="13655"/>
                    <a:pt x="1334" y="13687"/>
                    <a:pt x="1334" y="13709"/>
                  </a:cubicBezTo>
                  <a:cubicBezTo>
                    <a:pt x="1334" y="13730"/>
                    <a:pt x="1323" y="13741"/>
                    <a:pt x="1323" y="13751"/>
                  </a:cubicBezTo>
                  <a:cubicBezTo>
                    <a:pt x="854" y="15522"/>
                    <a:pt x="1505" y="16738"/>
                    <a:pt x="3276" y="17368"/>
                  </a:cubicBezTo>
                  <a:cubicBezTo>
                    <a:pt x="3340" y="17389"/>
                    <a:pt x="3414" y="17410"/>
                    <a:pt x="3489" y="17432"/>
                  </a:cubicBezTo>
                  <a:cubicBezTo>
                    <a:pt x="3606" y="17464"/>
                    <a:pt x="3713" y="17496"/>
                    <a:pt x="3788" y="17538"/>
                  </a:cubicBezTo>
                  <a:cubicBezTo>
                    <a:pt x="4353" y="17848"/>
                    <a:pt x="4513" y="18189"/>
                    <a:pt x="4684" y="18829"/>
                  </a:cubicBezTo>
                  <a:cubicBezTo>
                    <a:pt x="4822" y="19330"/>
                    <a:pt x="4246" y="19896"/>
                    <a:pt x="3894" y="20248"/>
                  </a:cubicBezTo>
                  <a:lnTo>
                    <a:pt x="3830" y="20312"/>
                  </a:lnTo>
                  <a:cubicBezTo>
                    <a:pt x="3510" y="20632"/>
                    <a:pt x="3148" y="20952"/>
                    <a:pt x="2806" y="21261"/>
                  </a:cubicBezTo>
                  <a:cubicBezTo>
                    <a:pt x="2273" y="21741"/>
                    <a:pt x="1729" y="22221"/>
                    <a:pt x="1281" y="22744"/>
                  </a:cubicBezTo>
                  <a:cubicBezTo>
                    <a:pt x="726" y="23405"/>
                    <a:pt x="363" y="24077"/>
                    <a:pt x="193" y="24781"/>
                  </a:cubicBezTo>
                  <a:cubicBezTo>
                    <a:pt x="1" y="25496"/>
                    <a:pt x="161" y="26222"/>
                    <a:pt x="321" y="26776"/>
                  </a:cubicBezTo>
                  <a:cubicBezTo>
                    <a:pt x="353" y="26883"/>
                    <a:pt x="374" y="27011"/>
                    <a:pt x="406" y="27139"/>
                  </a:cubicBezTo>
                  <a:cubicBezTo>
                    <a:pt x="417" y="27235"/>
                    <a:pt x="438" y="27331"/>
                    <a:pt x="470" y="27438"/>
                  </a:cubicBezTo>
                  <a:cubicBezTo>
                    <a:pt x="683" y="28302"/>
                    <a:pt x="566" y="29240"/>
                    <a:pt x="406" y="30041"/>
                  </a:cubicBezTo>
                  <a:cubicBezTo>
                    <a:pt x="363" y="30307"/>
                    <a:pt x="406" y="30585"/>
                    <a:pt x="459" y="30862"/>
                  </a:cubicBezTo>
                  <a:cubicBezTo>
                    <a:pt x="470" y="30926"/>
                    <a:pt x="481" y="31011"/>
                    <a:pt x="491" y="31086"/>
                  </a:cubicBezTo>
                  <a:cubicBezTo>
                    <a:pt x="577" y="31609"/>
                    <a:pt x="630" y="32153"/>
                    <a:pt x="683" y="32675"/>
                  </a:cubicBezTo>
                  <a:lnTo>
                    <a:pt x="694" y="32867"/>
                  </a:lnTo>
                  <a:cubicBezTo>
                    <a:pt x="811" y="33934"/>
                    <a:pt x="971" y="34382"/>
                    <a:pt x="971" y="34382"/>
                  </a:cubicBezTo>
                  <a:lnTo>
                    <a:pt x="993" y="34382"/>
                  </a:lnTo>
                  <a:cubicBezTo>
                    <a:pt x="993" y="34382"/>
                    <a:pt x="833" y="33945"/>
                    <a:pt x="726" y="32878"/>
                  </a:cubicBezTo>
                  <a:lnTo>
                    <a:pt x="705" y="32686"/>
                  </a:lnTo>
                  <a:cubicBezTo>
                    <a:pt x="651" y="32163"/>
                    <a:pt x="598" y="31619"/>
                    <a:pt x="523" y="31097"/>
                  </a:cubicBezTo>
                  <a:lnTo>
                    <a:pt x="481" y="30862"/>
                  </a:lnTo>
                  <a:cubicBezTo>
                    <a:pt x="427" y="30563"/>
                    <a:pt x="374" y="30297"/>
                    <a:pt x="427" y="30051"/>
                  </a:cubicBezTo>
                  <a:cubicBezTo>
                    <a:pt x="587" y="29251"/>
                    <a:pt x="726" y="28312"/>
                    <a:pt x="491" y="27438"/>
                  </a:cubicBezTo>
                  <a:cubicBezTo>
                    <a:pt x="470" y="27342"/>
                    <a:pt x="459" y="27235"/>
                    <a:pt x="427" y="27139"/>
                  </a:cubicBezTo>
                  <a:cubicBezTo>
                    <a:pt x="385" y="27022"/>
                    <a:pt x="363" y="26883"/>
                    <a:pt x="331" y="26776"/>
                  </a:cubicBezTo>
                  <a:cubicBezTo>
                    <a:pt x="193" y="26232"/>
                    <a:pt x="33" y="25518"/>
                    <a:pt x="203" y="24792"/>
                  </a:cubicBezTo>
                  <a:cubicBezTo>
                    <a:pt x="374" y="24099"/>
                    <a:pt x="737" y="23437"/>
                    <a:pt x="1291" y="22765"/>
                  </a:cubicBezTo>
                  <a:cubicBezTo>
                    <a:pt x="1739" y="22243"/>
                    <a:pt x="2283" y="21752"/>
                    <a:pt x="2817" y="21283"/>
                  </a:cubicBezTo>
                  <a:cubicBezTo>
                    <a:pt x="3158" y="20984"/>
                    <a:pt x="3521" y="20664"/>
                    <a:pt x="3841" y="20344"/>
                  </a:cubicBezTo>
                  <a:lnTo>
                    <a:pt x="3905" y="20269"/>
                  </a:lnTo>
                  <a:cubicBezTo>
                    <a:pt x="4257" y="19928"/>
                    <a:pt x="4844" y="19341"/>
                    <a:pt x="4705" y="18829"/>
                  </a:cubicBezTo>
                  <a:cubicBezTo>
                    <a:pt x="4534" y="18178"/>
                    <a:pt x="4364" y="17837"/>
                    <a:pt x="3809" y="17517"/>
                  </a:cubicBezTo>
                  <a:cubicBezTo>
                    <a:pt x="3724" y="17474"/>
                    <a:pt x="3617" y="17442"/>
                    <a:pt x="3500" y="17410"/>
                  </a:cubicBezTo>
                  <a:cubicBezTo>
                    <a:pt x="3436" y="17378"/>
                    <a:pt x="3350" y="17368"/>
                    <a:pt x="3286" y="17336"/>
                  </a:cubicBezTo>
                  <a:cubicBezTo>
                    <a:pt x="1547" y="16717"/>
                    <a:pt x="897" y="15511"/>
                    <a:pt x="1355" y="13751"/>
                  </a:cubicBezTo>
                  <a:cubicBezTo>
                    <a:pt x="1355" y="13741"/>
                    <a:pt x="1366" y="13730"/>
                    <a:pt x="1366" y="13709"/>
                  </a:cubicBezTo>
                  <a:cubicBezTo>
                    <a:pt x="1377" y="13687"/>
                    <a:pt x="1377" y="13655"/>
                    <a:pt x="1387" y="13634"/>
                  </a:cubicBezTo>
                  <a:cubicBezTo>
                    <a:pt x="1569" y="13037"/>
                    <a:pt x="1846" y="12407"/>
                    <a:pt x="2113" y="11810"/>
                  </a:cubicBezTo>
                  <a:cubicBezTo>
                    <a:pt x="2422" y="11127"/>
                    <a:pt x="2721" y="10423"/>
                    <a:pt x="2902" y="9751"/>
                  </a:cubicBezTo>
                  <a:cubicBezTo>
                    <a:pt x="3020" y="9271"/>
                    <a:pt x="2763" y="9036"/>
                    <a:pt x="2486" y="8770"/>
                  </a:cubicBezTo>
                  <a:lnTo>
                    <a:pt x="2422" y="8695"/>
                  </a:lnTo>
                  <a:cubicBezTo>
                    <a:pt x="2273" y="8556"/>
                    <a:pt x="2123" y="8450"/>
                    <a:pt x="1995" y="8343"/>
                  </a:cubicBezTo>
                  <a:cubicBezTo>
                    <a:pt x="1686" y="8098"/>
                    <a:pt x="1419" y="7884"/>
                    <a:pt x="1227" y="7415"/>
                  </a:cubicBezTo>
                  <a:cubicBezTo>
                    <a:pt x="993" y="6807"/>
                    <a:pt x="950" y="6060"/>
                    <a:pt x="907" y="5335"/>
                  </a:cubicBezTo>
                  <a:cubicBezTo>
                    <a:pt x="897" y="5047"/>
                    <a:pt x="875" y="4737"/>
                    <a:pt x="843" y="4449"/>
                  </a:cubicBezTo>
                  <a:cubicBezTo>
                    <a:pt x="822" y="4204"/>
                    <a:pt x="779" y="3948"/>
                    <a:pt x="737" y="3713"/>
                  </a:cubicBezTo>
                  <a:cubicBezTo>
                    <a:pt x="694" y="3415"/>
                    <a:pt x="641" y="3127"/>
                    <a:pt x="619" y="2828"/>
                  </a:cubicBezTo>
                  <a:cubicBezTo>
                    <a:pt x="566" y="2209"/>
                    <a:pt x="790" y="1644"/>
                    <a:pt x="1003" y="1110"/>
                  </a:cubicBezTo>
                  <a:cubicBezTo>
                    <a:pt x="1153" y="748"/>
                    <a:pt x="1302" y="396"/>
                    <a:pt x="13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8"/>
            <p:cNvSpPr/>
            <p:nvPr/>
          </p:nvSpPr>
          <p:spPr>
            <a:xfrm>
              <a:off x="3431428" y="1188373"/>
              <a:ext cx="418996" cy="3267737"/>
            </a:xfrm>
            <a:custGeom>
              <a:rect b="b" l="l" r="r" t="t"/>
              <a:pathLst>
                <a:path extrusionOk="0" h="34371" w="4407">
                  <a:moveTo>
                    <a:pt x="1334" y="0"/>
                  </a:moveTo>
                  <a:cubicBezTo>
                    <a:pt x="1238" y="363"/>
                    <a:pt x="1099" y="694"/>
                    <a:pt x="961" y="1024"/>
                  </a:cubicBezTo>
                  <a:cubicBezTo>
                    <a:pt x="737" y="1590"/>
                    <a:pt x="491" y="2155"/>
                    <a:pt x="534" y="2817"/>
                  </a:cubicBezTo>
                  <a:cubicBezTo>
                    <a:pt x="566" y="3137"/>
                    <a:pt x="630" y="3435"/>
                    <a:pt x="683" y="3745"/>
                  </a:cubicBezTo>
                  <a:cubicBezTo>
                    <a:pt x="726" y="3958"/>
                    <a:pt x="758" y="4182"/>
                    <a:pt x="790" y="4395"/>
                  </a:cubicBezTo>
                  <a:cubicBezTo>
                    <a:pt x="833" y="4705"/>
                    <a:pt x="843" y="5025"/>
                    <a:pt x="865" y="5334"/>
                  </a:cubicBezTo>
                  <a:cubicBezTo>
                    <a:pt x="918" y="6027"/>
                    <a:pt x="971" y="6763"/>
                    <a:pt x="1206" y="7361"/>
                  </a:cubicBezTo>
                  <a:cubicBezTo>
                    <a:pt x="1398" y="7884"/>
                    <a:pt x="1654" y="8108"/>
                    <a:pt x="1985" y="8396"/>
                  </a:cubicBezTo>
                  <a:cubicBezTo>
                    <a:pt x="2113" y="8502"/>
                    <a:pt x="2230" y="8609"/>
                    <a:pt x="2358" y="8748"/>
                  </a:cubicBezTo>
                  <a:lnTo>
                    <a:pt x="2465" y="8854"/>
                  </a:lnTo>
                  <a:cubicBezTo>
                    <a:pt x="2731" y="9110"/>
                    <a:pt x="2955" y="9324"/>
                    <a:pt x="2859" y="9772"/>
                  </a:cubicBezTo>
                  <a:cubicBezTo>
                    <a:pt x="2689" y="10465"/>
                    <a:pt x="2358" y="11190"/>
                    <a:pt x="2059" y="11884"/>
                  </a:cubicBezTo>
                  <a:cubicBezTo>
                    <a:pt x="1803" y="12439"/>
                    <a:pt x="1547" y="13025"/>
                    <a:pt x="1377" y="13569"/>
                  </a:cubicBezTo>
                  <a:cubicBezTo>
                    <a:pt x="1355" y="13601"/>
                    <a:pt x="1355" y="13623"/>
                    <a:pt x="1345" y="13655"/>
                  </a:cubicBezTo>
                  <a:cubicBezTo>
                    <a:pt x="1345" y="13665"/>
                    <a:pt x="1334" y="13676"/>
                    <a:pt x="1334" y="13697"/>
                  </a:cubicBezTo>
                  <a:cubicBezTo>
                    <a:pt x="854" y="15468"/>
                    <a:pt x="1462" y="16844"/>
                    <a:pt x="3062" y="17538"/>
                  </a:cubicBezTo>
                  <a:cubicBezTo>
                    <a:pt x="3158" y="17570"/>
                    <a:pt x="3244" y="17602"/>
                    <a:pt x="3329" y="17644"/>
                  </a:cubicBezTo>
                  <a:cubicBezTo>
                    <a:pt x="3414" y="17676"/>
                    <a:pt x="3489" y="17708"/>
                    <a:pt x="3564" y="17730"/>
                  </a:cubicBezTo>
                  <a:cubicBezTo>
                    <a:pt x="4054" y="17964"/>
                    <a:pt x="4204" y="18583"/>
                    <a:pt x="4310" y="19042"/>
                  </a:cubicBezTo>
                  <a:lnTo>
                    <a:pt x="4321" y="19084"/>
                  </a:lnTo>
                  <a:cubicBezTo>
                    <a:pt x="4384" y="19350"/>
                    <a:pt x="4219" y="19649"/>
                    <a:pt x="4005" y="19920"/>
                  </a:cubicBezTo>
                  <a:lnTo>
                    <a:pt x="4005" y="19920"/>
                  </a:lnTo>
                  <a:cubicBezTo>
                    <a:pt x="4229" y="19641"/>
                    <a:pt x="4407" y="19326"/>
                    <a:pt x="4342" y="19042"/>
                  </a:cubicBezTo>
                  <a:lnTo>
                    <a:pt x="4332" y="18999"/>
                  </a:lnTo>
                  <a:cubicBezTo>
                    <a:pt x="4214" y="18551"/>
                    <a:pt x="4065" y="17911"/>
                    <a:pt x="3564" y="17676"/>
                  </a:cubicBezTo>
                  <a:cubicBezTo>
                    <a:pt x="3489" y="17655"/>
                    <a:pt x="3414" y="17612"/>
                    <a:pt x="3329" y="17591"/>
                  </a:cubicBezTo>
                  <a:cubicBezTo>
                    <a:pt x="3244" y="17559"/>
                    <a:pt x="3158" y="17516"/>
                    <a:pt x="3062" y="17484"/>
                  </a:cubicBezTo>
                  <a:cubicBezTo>
                    <a:pt x="1483" y="16791"/>
                    <a:pt x="865" y="15436"/>
                    <a:pt x="1345" y="13676"/>
                  </a:cubicBezTo>
                  <a:cubicBezTo>
                    <a:pt x="1345" y="13665"/>
                    <a:pt x="1355" y="13655"/>
                    <a:pt x="1355" y="13644"/>
                  </a:cubicBezTo>
                  <a:cubicBezTo>
                    <a:pt x="1377" y="13612"/>
                    <a:pt x="1377" y="13591"/>
                    <a:pt x="1387" y="13559"/>
                  </a:cubicBezTo>
                  <a:cubicBezTo>
                    <a:pt x="1558" y="13015"/>
                    <a:pt x="1814" y="12439"/>
                    <a:pt x="2070" y="11884"/>
                  </a:cubicBezTo>
                  <a:cubicBezTo>
                    <a:pt x="2390" y="11190"/>
                    <a:pt x="2710" y="10465"/>
                    <a:pt x="2870" y="9772"/>
                  </a:cubicBezTo>
                  <a:cubicBezTo>
                    <a:pt x="2977" y="9302"/>
                    <a:pt x="2753" y="9078"/>
                    <a:pt x="2486" y="8822"/>
                  </a:cubicBezTo>
                  <a:lnTo>
                    <a:pt x="2379" y="8716"/>
                  </a:lnTo>
                  <a:cubicBezTo>
                    <a:pt x="2230" y="8588"/>
                    <a:pt x="2113" y="8481"/>
                    <a:pt x="1985" y="8374"/>
                  </a:cubicBezTo>
                  <a:cubicBezTo>
                    <a:pt x="1665" y="8076"/>
                    <a:pt x="1398" y="7852"/>
                    <a:pt x="1217" y="7350"/>
                  </a:cubicBezTo>
                  <a:cubicBezTo>
                    <a:pt x="993" y="6742"/>
                    <a:pt x="939" y="6027"/>
                    <a:pt x="886" y="5334"/>
                  </a:cubicBezTo>
                  <a:cubicBezTo>
                    <a:pt x="865" y="5025"/>
                    <a:pt x="843" y="4705"/>
                    <a:pt x="801" y="4395"/>
                  </a:cubicBezTo>
                  <a:cubicBezTo>
                    <a:pt x="779" y="4171"/>
                    <a:pt x="737" y="3947"/>
                    <a:pt x="694" y="3734"/>
                  </a:cubicBezTo>
                  <a:cubicBezTo>
                    <a:pt x="641" y="3435"/>
                    <a:pt x="587" y="3115"/>
                    <a:pt x="566" y="2817"/>
                  </a:cubicBezTo>
                  <a:cubicBezTo>
                    <a:pt x="523" y="2155"/>
                    <a:pt x="758" y="1590"/>
                    <a:pt x="993" y="1035"/>
                  </a:cubicBezTo>
                  <a:cubicBezTo>
                    <a:pt x="1131" y="704"/>
                    <a:pt x="1281" y="363"/>
                    <a:pt x="1366" y="0"/>
                  </a:cubicBezTo>
                  <a:close/>
                  <a:moveTo>
                    <a:pt x="4005" y="19920"/>
                  </a:moveTo>
                  <a:lnTo>
                    <a:pt x="4005" y="19920"/>
                  </a:lnTo>
                  <a:cubicBezTo>
                    <a:pt x="3859" y="20101"/>
                    <a:pt x="3694" y="20266"/>
                    <a:pt x="3564" y="20396"/>
                  </a:cubicBezTo>
                  <a:lnTo>
                    <a:pt x="3457" y="20503"/>
                  </a:lnTo>
                  <a:cubicBezTo>
                    <a:pt x="3201" y="20759"/>
                    <a:pt x="2923" y="21026"/>
                    <a:pt x="2657" y="21282"/>
                  </a:cubicBezTo>
                  <a:cubicBezTo>
                    <a:pt x="2091" y="21815"/>
                    <a:pt x="1505" y="22370"/>
                    <a:pt x="1067" y="22957"/>
                  </a:cubicBezTo>
                  <a:cubicBezTo>
                    <a:pt x="1025" y="23014"/>
                    <a:pt x="985" y="23070"/>
                    <a:pt x="945" y="23126"/>
                  </a:cubicBezTo>
                  <a:lnTo>
                    <a:pt x="945" y="23126"/>
                  </a:lnTo>
                  <a:cubicBezTo>
                    <a:pt x="978" y="23081"/>
                    <a:pt x="1012" y="23035"/>
                    <a:pt x="1046" y="22989"/>
                  </a:cubicBezTo>
                  <a:cubicBezTo>
                    <a:pt x="1483" y="22391"/>
                    <a:pt x="2070" y="21837"/>
                    <a:pt x="2646" y="21293"/>
                  </a:cubicBezTo>
                  <a:cubicBezTo>
                    <a:pt x="2913" y="21037"/>
                    <a:pt x="3190" y="20770"/>
                    <a:pt x="3446" y="20524"/>
                  </a:cubicBezTo>
                  <a:lnTo>
                    <a:pt x="3553" y="20418"/>
                  </a:lnTo>
                  <a:cubicBezTo>
                    <a:pt x="3688" y="20279"/>
                    <a:pt x="3858" y="20106"/>
                    <a:pt x="4005" y="19920"/>
                  </a:cubicBezTo>
                  <a:close/>
                  <a:moveTo>
                    <a:pt x="945" y="23126"/>
                  </a:moveTo>
                  <a:cubicBezTo>
                    <a:pt x="443" y="23828"/>
                    <a:pt x="156" y="24454"/>
                    <a:pt x="86" y="25015"/>
                  </a:cubicBezTo>
                  <a:cubicBezTo>
                    <a:pt x="1" y="25602"/>
                    <a:pt x="54" y="26200"/>
                    <a:pt x="267" y="26925"/>
                  </a:cubicBezTo>
                  <a:cubicBezTo>
                    <a:pt x="310" y="27053"/>
                    <a:pt x="331" y="27213"/>
                    <a:pt x="363" y="27373"/>
                  </a:cubicBezTo>
                  <a:cubicBezTo>
                    <a:pt x="374" y="27426"/>
                    <a:pt x="385" y="27490"/>
                    <a:pt x="406" y="27544"/>
                  </a:cubicBezTo>
                  <a:cubicBezTo>
                    <a:pt x="566" y="28376"/>
                    <a:pt x="427" y="29144"/>
                    <a:pt x="225" y="30072"/>
                  </a:cubicBezTo>
                  <a:cubicBezTo>
                    <a:pt x="150" y="30403"/>
                    <a:pt x="225" y="30744"/>
                    <a:pt x="331" y="31117"/>
                  </a:cubicBezTo>
                  <a:cubicBezTo>
                    <a:pt x="481" y="31629"/>
                    <a:pt x="577" y="32216"/>
                    <a:pt x="630" y="32899"/>
                  </a:cubicBezTo>
                  <a:cubicBezTo>
                    <a:pt x="726" y="33944"/>
                    <a:pt x="897" y="34371"/>
                    <a:pt x="897" y="34371"/>
                  </a:cubicBezTo>
                  <a:lnTo>
                    <a:pt x="918" y="34318"/>
                  </a:lnTo>
                  <a:cubicBezTo>
                    <a:pt x="918" y="34318"/>
                    <a:pt x="758" y="33912"/>
                    <a:pt x="662" y="32856"/>
                  </a:cubicBezTo>
                  <a:cubicBezTo>
                    <a:pt x="598" y="32163"/>
                    <a:pt x="502" y="31587"/>
                    <a:pt x="374" y="31085"/>
                  </a:cubicBezTo>
                  <a:cubicBezTo>
                    <a:pt x="278" y="30712"/>
                    <a:pt x="203" y="30360"/>
                    <a:pt x="267" y="30040"/>
                  </a:cubicBezTo>
                  <a:cubicBezTo>
                    <a:pt x="470" y="29122"/>
                    <a:pt x="609" y="28344"/>
                    <a:pt x="438" y="27512"/>
                  </a:cubicBezTo>
                  <a:cubicBezTo>
                    <a:pt x="427" y="27458"/>
                    <a:pt x="417" y="27384"/>
                    <a:pt x="395" y="27330"/>
                  </a:cubicBezTo>
                  <a:cubicBezTo>
                    <a:pt x="363" y="27170"/>
                    <a:pt x="331" y="27010"/>
                    <a:pt x="289" y="26882"/>
                  </a:cubicBezTo>
                  <a:cubicBezTo>
                    <a:pt x="75" y="26157"/>
                    <a:pt x="22" y="25560"/>
                    <a:pt x="107" y="24973"/>
                  </a:cubicBezTo>
                  <a:cubicBezTo>
                    <a:pt x="186" y="24420"/>
                    <a:pt x="457" y="23821"/>
                    <a:pt x="945" y="2312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8"/>
            <p:cNvSpPr/>
            <p:nvPr/>
          </p:nvSpPr>
          <p:spPr>
            <a:xfrm>
              <a:off x="3420304" y="1193411"/>
              <a:ext cx="391519" cy="3268783"/>
            </a:xfrm>
            <a:custGeom>
              <a:rect b="b" l="l" r="r" t="t"/>
              <a:pathLst>
                <a:path extrusionOk="0" h="34382" w="4118">
                  <a:moveTo>
                    <a:pt x="1387" y="1"/>
                  </a:moveTo>
                  <a:cubicBezTo>
                    <a:pt x="1291" y="321"/>
                    <a:pt x="1142" y="641"/>
                    <a:pt x="1014" y="939"/>
                  </a:cubicBezTo>
                  <a:cubicBezTo>
                    <a:pt x="758" y="1526"/>
                    <a:pt x="491" y="2134"/>
                    <a:pt x="534" y="2806"/>
                  </a:cubicBezTo>
                  <a:cubicBezTo>
                    <a:pt x="544" y="3148"/>
                    <a:pt x="630" y="3489"/>
                    <a:pt x="694" y="3830"/>
                  </a:cubicBezTo>
                  <a:cubicBezTo>
                    <a:pt x="736" y="4012"/>
                    <a:pt x="768" y="4204"/>
                    <a:pt x="800" y="4374"/>
                  </a:cubicBezTo>
                  <a:cubicBezTo>
                    <a:pt x="854" y="4694"/>
                    <a:pt x="896" y="5036"/>
                    <a:pt x="918" y="5388"/>
                  </a:cubicBezTo>
                  <a:cubicBezTo>
                    <a:pt x="982" y="6038"/>
                    <a:pt x="1035" y="6710"/>
                    <a:pt x="1248" y="7276"/>
                  </a:cubicBezTo>
                  <a:cubicBezTo>
                    <a:pt x="1307" y="7428"/>
                    <a:pt x="1369" y="7558"/>
                    <a:pt x="1436" y="7674"/>
                  </a:cubicBezTo>
                  <a:lnTo>
                    <a:pt x="1436" y="7674"/>
                  </a:lnTo>
                  <a:cubicBezTo>
                    <a:pt x="1375" y="7563"/>
                    <a:pt x="1320" y="7440"/>
                    <a:pt x="1270" y="7297"/>
                  </a:cubicBezTo>
                  <a:cubicBezTo>
                    <a:pt x="1067" y="6721"/>
                    <a:pt x="1003" y="6049"/>
                    <a:pt x="950" y="5398"/>
                  </a:cubicBezTo>
                  <a:cubicBezTo>
                    <a:pt x="907" y="5057"/>
                    <a:pt x="875" y="4705"/>
                    <a:pt x="822" y="4374"/>
                  </a:cubicBezTo>
                  <a:cubicBezTo>
                    <a:pt x="800" y="4204"/>
                    <a:pt x="758" y="4012"/>
                    <a:pt x="715" y="3830"/>
                  </a:cubicBezTo>
                  <a:cubicBezTo>
                    <a:pt x="651" y="3489"/>
                    <a:pt x="576" y="3148"/>
                    <a:pt x="555" y="2806"/>
                  </a:cubicBezTo>
                  <a:cubicBezTo>
                    <a:pt x="523" y="2134"/>
                    <a:pt x="790" y="1537"/>
                    <a:pt x="1035" y="961"/>
                  </a:cubicBezTo>
                  <a:cubicBezTo>
                    <a:pt x="1174" y="651"/>
                    <a:pt x="1323" y="342"/>
                    <a:pt x="1408" y="11"/>
                  </a:cubicBezTo>
                  <a:lnTo>
                    <a:pt x="1387" y="1"/>
                  </a:lnTo>
                  <a:close/>
                  <a:moveTo>
                    <a:pt x="1436" y="7674"/>
                  </a:moveTo>
                  <a:lnTo>
                    <a:pt x="1436" y="7674"/>
                  </a:lnTo>
                  <a:cubicBezTo>
                    <a:pt x="1607" y="7985"/>
                    <a:pt x="1821" y="8195"/>
                    <a:pt x="2080" y="8439"/>
                  </a:cubicBezTo>
                  <a:cubicBezTo>
                    <a:pt x="2187" y="8535"/>
                    <a:pt x="2294" y="8641"/>
                    <a:pt x="2400" y="8759"/>
                  </a:cubicBezTo>
                  <a:lnTo>
                    <a:pt x="2550" y="8908"/>
                  </a:lnTo>
                  <a:cubicBezTo>
                    <a:pt x="2692" y="9057"/>
                    <a:pt x="2831" y="9191"/>
                    <a:pt x="2904" y="9366"/>
                  </a:cubicBezTo>
                  <a:lnTo>
                    <a:pt x="2904" y="9366"/>
                  </a:lnTo>
                  <a:cubicBezTo>
                    <a:pt x="2839" y="9183"/>
                    <a:pt x="2701" y="9048"/>
                    <a:pt x="2550" y="8897"/>
                  </a:cubicBezTo>
                  <a:lnTo>
                    <a:pt x="2400" y="8748"/>
                  </a:lnTo>
                  <a:lnTo>
                    <a:pt x="2080" y="8428"/>
                  </a:lnTo>
                  <a:cubicBezTo>
                    <a:pt x="1825" y="8188"/>
                    <a:pt x="1614" y="7981"/>
                    <a:pt x="1436" y="7674"/>
                  </a:cubicBezTo>
                  <a:close/>
                  <a:moveTo>
                    <a:pt x="2904" y="9366"/>
                  </a:moveTo>
                  <a:cubicBezTo>
                    <a:pt x="2945" y="9480"/>
                    <a:pt x="2956" y="9614"/>
                    <a:pt x="2923" y="9783"/>
                  </a:cubicBezTo>
                  <a:cubicBezTo>
                    <a:pt x="2763" y="10497"/>
                    <a:pt x="2422" y="11223"/>
                    <a:pt x="2102" y="11938"/>
                  </a:cubicBezTo>
                  <a:cubicBezTo>
                    <a:pt x="1878" y="12450"/>
                    <a:pt x="1622" y="12983"/>
                    <a:pt x="1462" y="13495"/>
                  </a:cubicBezTo>
                  <a:cubicBezTo>
                    <a:pt x="1451" y="13516"/>
                    <a:pt x="1451" y="13548"/>
                    <a:pt x="1440" y="13570"/>
                  </a:cubicBezTo>
                  <a:lnTo>
                    <a:pt x="1430" y="13612"/>
                  </a:lnTo>
                  <a:cubicBezTo>
                    <a:pt x="1132" y="14657"/>
                    <a:pt x="1210" y="15604"/>
                    <a:pt x="1627" y="16371"/>
                  </a:cubicBezTo>
                  <a:lnTo>
                    <a:pt x="1627" y="16371"/>
                  </a:lnTo>
                  <a:cubicBezTo>
                    <a:pt x="1230" y="15619"/>
                    <a:pt x="1159" y="14692"/>
                    <a:pt x="1440" y="13666"/>
                  </a:cubicBezTo>
                  <a:lnTo>
                    <a:pt x="1451" y="13623"/>
                  </a:lnTo>
                  <a:cubicBezTo>
                    <a:pt x="1462" y="13602"/>
                    <a:pt x="1462" y="13570"/>
                    <a:pt x="1483" y="13548"/>
                  </a:cubicBezTo>
                  <a:cubicBezTo>
                    <a:pt x="1643" y="13036"/>
                    <a:pt x="1878" y="12503"/>
                    <a:pt x="2123" y="11991"/>
                  </a:cubicBezTo>
                  <a:cubicBezTo>
                    <a:pt x="2443" y="11265"/>
                    <a:pt x="2784" y="10529"/>
                    <a:pt x="2934" y="9825"/>
                  </a:cubicBezTo>
                  <a:cubicBezTo>
                    <a:pt x="2974" y="9638"/>
                    <a:pt x="2956" y="9491"/>
                    <a:pt x="2904" y="9366"/>
                  </a:cubicBezTo>
                  <a:close/>
                  <a:moveTo>
                    <a:pt x="1627" y="16371"/>
                  </a:moveTo>
                  <a:cubicBezTo>
                    <a:pt x="1907" y="16902"/>
                    <a:pt x="2349" y="17346"/>
                    <a:pt x="2944" y="17677"/>
                  </a:cubicBezTo>
                  <a:cubicBezTo>
                    <a:pt x="3030" y="17730"/>
                    <a:pt x="3115" y="17773"/>
                    <a:pt x="3201" y="17815"/>
                  </a:cubicBezTo>
                  <a:cubicBezTo>
                    <a:pt x="3275" y="17858"/>
                    <a:pt x="3350" y="17879"/>
                    <a:pt x="3403" y="17922"/>
                  </a:cubicBezTo>
                  <a:cubicBezTo>
                    <a:pt x="3538" y="17996"/>
                    <a:pt x="3638" y="18097"/>
                    <a:pt x="3715" y="18215"/>
                  </a:cubicBezTo>
                  <a:lnTo>
                    <a:pt x="3715" y="18215"/>
                  </a:lnTo>
                  <a:cubicBezTo>
                    <a:pt x="3640" y="18092"/>
                    <a:pt x="3539" y="17987"/>
                    <a:pt x="3403" y="17911"/>
                  </a:cubicBezTo>
                  <a:cubicBezTo>
                    <a:pt x="3350" y="17879"/>
                    <a:pt x="3265" y="17837"/>
                    <a:pt x="3201" y="17805"/>
                  </a:cubicBezTo>
                  <a:cubicBezTo>
                    <a:pt x="3115" y="17762"/>
                    <a:pt x="3030" y="17719"/>
                    <a:pt x="2944" y="17666"/>
                  </a:cubicBezTo>
                  <a:cubicBezTo>
                    <a:pt x="2355" y="17336"/>
                    <a:pt x="1912" y="16896"/>
                    <a:pt x="1627" y="16371"/>
                  </a:cubicBezTo>
                  <a:close/>
                  <a:moveTo>
                    <a:pt x="3715" y="18215"/>
                  </a:moveTo>
                  <a:lnTo>
                    <a:pt x="3715" y="18215"/>
                  </a:lnTo>
                  <a:cubicBezTo>
                    <a:pt x="3865" y="18459"/>
                    <a:pt x="3919" y="18773"/>
                    <a:pt x="3969" y="19063"/>
                  </a:cubicBezTo>
                  <a:lnTo>
                    <a:pt x="4011" y="19309"/>
                  </a:lnTo>
                  <a:cubicBezTo>
                    <a:pt x="4086" y="19746"/>
                    <a:pt x="3574" y="20279"/>
                    <a:pt x="3254" y="20600"/>
                  </a:cubicBezTo>
                  <a:cubicBezTo>
                    <a:pt x="3211" y="20653"/>
                    <a:pt x="3169" y="20696"/>
                    <a:pt x="3137" y="20738"/>
                  </a:cubicBezTo>
                  <a:cubicBezTo>
                    <a:pt x="2934" y="20930"/>
                    <a:pt x="2731" y="21133"/>
                    <a:pt x="2550" y="21336"/>
                  </a:cubicBezTo>
                  <a:cubicBezTo>
                    <a:pt x="1963" y="21933"/>
                    <a:pt x="1344" y="22552"/>
                    <a:pt x="907" y="23213"/>
                  </a:cubicBezTo>
                  <a:cubicBezTo>
                    <a:pt x="384" y="23992"/>
                    <a:pt x="107" y="24642"/>
                    <a:pt x="54" y="25197"/>
                  </a:cubicBezTo>
                  <a:cubicBezTo>
                    <a:pt x="0" y="25859"/>
                    <a:pt x="150" y="26467"/>
                    <a:pt x="310" y="27032"/>
                  </a:cubicBezTo>
                  <a:cubicBezTo>
                    <a:pt x="312" y="27038"/>
                    <a:pt x="314" y="27044"/>
                    <a:pt x="316" y="27050"/>
                  </a:cubicBezTo>
                  <a:lnTo>
                    <a:pt x="316" y="27050"/>
                  </a:lnTo>
                  <a:cubicBezTo>
                    <a:pt x="158" y="26499"/>
                    <a:pt x="11" y="25885"/>
                    <a:pt x="75" y="25240"/>
                  </a:cubicBezTo>
                  <a:cubicBezTo>
                    <a:pt x="128" y="24674"/>
                    <a:pt x="395" y="24034"/>
                    <a:pt x="918" y="23266"/>
                  </a:cubicBezTo>
                  <a:cubicBezTo>
                    <a:pt x="1376" y="22616"/>
                    <a:pt x="1974" y="21997"/>
                    <a:pt x="2560" y="21400"/>
                  </a:cubicBezTo>
                  <a:cubicBezTo>
                    <a:pt x="2763" y="21197"/>
                    <a:pt x="2955" y="20994"/>
                    <a:pt x="3147" y="20802"/>
                  </a:cubicBezTo>
                  <a:cubicBezTo>
                    <a:pt x="3169" y="20760"/>
                    <a:pt x="3222" y="20717"/>
                    <a:pt x="3265" y="20664"/>
                  </a:cubicBezTo>
                  <a:cubicBezTo>
                    <a:pt x="3595" y="20322"/>
                    <a:pt x="4118" y="19799"/>
                    <a:pt x="4022" y="19341"/>
                  </a:cubicBezTo>
                  <a:lnTo>
                    <a:pt x="3990" y="19106"/>
                  </a:lnTo>
                  <a:cubicBezTo>
                    <a:pt x="3939" y="18807"/>
                    <a:pt x="3883" y="18472"/>
                    <a:pt x="3715" y="18215"/>
                  </a:cubicBezTo>
                  <a:close/>
                  <a:moveTo>
                    <a:pt x="316" y="27050"/>
                  </a:moveTo>
                  <a:cubicBezTo>
                    <a:pt x="318" y="27055"/>
                    <a:pt x="319" y="27059"/>
                    <a:pt x="320" y="27064"/>
                  </a:cubicBezTo>
                  <a:cubicBezTo>
                    <a:pt x="343" y="27142"/>
                    <a:pt x="362" y="27229"/>
                    <a:pt x="380" y="27322"/>
                  </a:cubicBezTo>
                  <a:lnTo>
                    <a:pt x="380" y="27322"/>
                  </a:lnTo>
                  <a:cubicBezTo>
                    <a:pt x="363" y="27224"/>
                    <a:pt x="344" y="27129"/>
                    <a:pt x="316" y="27050"/>
                  </a:cubicBezTo>
                  <a:close/>
                  <a:moveTo>
                    <a:pt x="380" y="27322"/>
                  </a:moveTo>
                  <a:cubicBezTo>
                    <a:pt x="392" y="27392"/>
                    <a:pt x="403" y="27465"/>
                    <a:pt x="416" y="27533"/>
                  </a:cubicBezTo>
                  <a:lnTo>
                    <a:pt x="427" y="27629"/>
                  </a:lnTo>
                  <a:cubicBezTo>
                    <a:pt x="576" y="28483"/>
                    <a:pt x="374" y="29293"/>
                    <a:pt x="171" y="30083"/>
                  </a:cubicBezTo>
                  <a:cubicBezTo>
                    <a:pt x="112" y="30354"/>
                    <a:pt x="106" y="30611"/>
                    <a:pt x="165" y="30888"/>
                  </a:cubicBezTo>
                  <a:lnTo>
                    <a:pt x="165" y="30888"/>
                  </a:lnTo>
                  <a:cubicBezTo>
                    <a:pt x="118" y="30632"/>
                    <a:pt x="126" y="30392"/>
                    <a:pt x="182" y="30147"/>
                  </a:cubicBezTo>
                  <a:cubicBezTo>
                    <a:pt x="384" y="29357"/>
                    <a:pt x="587" y="28547"/>
                    <a:pt x="438" y="27683"/>
                  </a:cubicBezTo>
                  <a:lnTo>
                    <a:pt x="427" y="27587"/>
                  </a:lnTo>
                  <a:cubicBezTo>
                    <a:pt x="412" y="27495"/>
                    <a:pt x="396" y="27406"/>
                    <a:pt x="380" y="27322"/>
                  </a:cubicBezTo>
                  <a:close/>
                  <a:moveTo>
                    <a:pt x="165" y="30888"/>
                  </a:moveTo>
                  <a:cubicBezTo>
                    <a:pt x="182" y="30976"/>
                    <a:pt x="205" y="31067"/>
                    <a:pt x="235" y="31160"/>
                  </a:cubicBezTo>
                  <a:cubicBezTo>
                    <a:pt x="327" y="31432"/>
                    <a:pt x="431" y="31757"/>
                    <a:pt x="512" y="32114"/>
                  </a:cubicBezTo>
                  <a:lnTo>
                    <a:pt x="512" y="32114"/>
                  </a:lnTo>
                  <a:cubicBezTo>
                    <a:pt x="429" y="31737"/>
                    <a:pt x="321" y="31397"/>
                    <a:pt x="224" y="31107"/>
                  </a:cubicBezTo>
                  <a:cubicBezTo>
                    <a:pt x="200" y="31032"/>
                    <a:pt x="180" y="30959"/>
                    <a:pt x="165" y="30888"/>
                  </a:cubicBezTo>
                  <a:close/>
                  <a:moveTo>
                    <a:pt x="512" y="32114"/>
                  </a:moveTo>
                  <a:cubicBezTo>
                    <a:pt x="566" y="32362"/>
                    <a:pt x="609" y="32624"/>
                    <a:pt x="630" y="32899"/>
                  </a:cubicBezTo>
                  <a:cubicBezTo>
                    <a:pt x="694" y="33923"/>
                    <a:pt x="875" y="34339"/>
                    <a:pt x="875" y="34339"/>
                  </a:cubicBezTo>
                  <a:lnTo>
                    <a:pt x="896" y="34382"/>
                  </a:lnTo>
                  <a:cubicBezTo>
                    <a:pt x="896" y="34371"/>
                    <a:pt x="715" y="33976"/>
                    <a:pt x="640" y="32942"/>
                  </a:cubicBezTo>
                  <a:cubicBezTo>
                    <a:pt x="618" y="32654"/>
                    <a:pt x="571" y="32375"/>
                    <a:pt x="512" y="3211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8"/>
            <p:cNvSpPr/>
            <p:nvPr/>
          </p:nvSpPr>
          <p:spPr>
            <a:xfrm>
              <a:off x="3410131" y="1194457"/>
              <a:ext cx="355105" cy="3263744"/>
            </a:xfrm>
            <a:custGeom>
              <a:rect b="b" l="l" r="r" t="t"/>
              <a:pathLst>
                <a:path extrusionOk="0" h="34329" w="3735">
                  <a:moveTo>
                    <a:pt x="1398" y="0"/>
                  </a:moveTo>
                  <a:cubicBezTo>
                    <a:pt x="1302" y="299"/>
                    <a:pt x="1174" y="576"/>
                    <a:pt x="1035" y="854"/>
                  </a:cubicBezTo>
                  <a:cubicBezTo>
                    <a:pt x="758" y="1472"/>
                    <a:pt x="449" y="2091"/>
                    <a:pt x="491" y="2817"/>
                  </a:cubicBezTo>
                  <a:cubicBezTo>
                    <a:pt x="502" y="3201"/>
                    <a:pt x="598" y="3585"/>
                    <a:pt x="683" y="3979"/>
                  </a:cubicBezTo>
                  <a:lnTo>
                    <a:pt x="758" y="4374"/>
                  </a:lnTo>
                  <a:cubicBezTo>
                    <a:pt x="843" y="4726"/>
                    <a:pt x="875" y="5099"/>
                    <a:pt x="918" y="5473"/>
                  </a:cubicBezTo>
                  <a:cubicBezTo>
                    <a:pt x="958" y="5750"/>
                    <a:pt x="993" y="6035"/>
                    <a:pt x="1037" y="6313"/>
                  </a:cubicBezTo>
                  <a:lnTo>
                    <a:pt x="1037" y="6313"/>
                  </a:lnTo>
                  <a:cubicBezTo>
                    <a:pt x="995" y="6038"/>
                    <a:pt x="963" y="5757"/>
                    <a:pt x="929" y="5483"/>
                  </a:cubicBezTo>
                  <a:cubicBezTo>
                    <a:pt x="875" y="5110"/>
                    <a:pt x="843" y="4726"/>
                    <a:pt x="769" y="4374"/>
                  </a:cubicBezTo>
                  <a:cubicBezTo>
                    <a:pt x="758" y="4246"/>
                    <a:pt x="715" y="4107"/>
                    <a:pt x="694" y="3979"/>
                  </a:cubicBezTo>
                  <a:cubicBezTo>
                    <a:pt x="609" y="3585"/>
                    <a:pt x="523" y="3201"/>
                    <a:pt x="502" y="2817"/>
                  </a:cubicBezTo>
                  <a:cubicBezTo>
                    <a:pt x="481" y="2091"/>
                    <a:pt x="769" y="1472"/>
                    <a:pt x="1057" y="864"/>
                  </a:cubicBezTo>
                  <a:cubicBezTo>
                    <a:pt x="1185" y="587"/>
                    <a:pt x="1323" y="310"/>
                    <a:pt x="1430" y="11"/>
                  </a:cubicBezTo>
                  <a:lnTo>
                    <a:pt x="1398" y="0"/>
                  </a:lnTo>
                  <a:close/>
                  <a:moveTo>
                    <a:pt x="1037" y="6313"/>
                  </a:moveTo>
                  <a:cubicBezTo>
                    <a:pt x="1087" y="6638"/>
                    <a:pt x="1150" y="6955"/>
                    <a:pt x="1249" y="7244"/>
                  </a:cubicBezTo>
                  <a:cubicBezTo>
                    <a:pt x="1462" y="7841"/>
                    <a:pt x="1761" y="8140"/>
                    <a:pt x="2123" y="8524"/>
                  </a:cubicBezTo>
                  <a:cubicBezTo>
                    <a:pt x="2198" y="8598"/>
                    <a:pt x="2283" y="8694"/>
                    <a:pt x="2369" y="8790"/>
                  </a:cubicBezTo>
                  <a:cubicBezTo>
                    <a:pt x="2422" y="8854"/>
                    <a:pt x="2497" y="8908"/>
                    <a:pt x="2550" y="8961"/>
                  </a:cubicBezTo>
                  <a:cubicBezTo>
                    <a:pt x="2795" y="9206"/>
                    <a:pt x="3009" y="9420"/>
                    <a:pt x="2923" y="9857"/>
                  </a:cubicBezTo>
                  <a:cubicBezTo>
                    <a:pt x="2838" y="10289"/>
                    <a:pt x="2681" y="10718"/>
                    <a:pt x="2498" y="11140"/>
                  </a:cubicBezTo>
                  <a:lnTo>
                    <a:pt x="2498" y="11140"/>
                  </a:lnTo>
                  <a:cubicBezTo>
                    <a:pt x="2685" y="10712"/>
                    <a:pt x="2847" y="10273"/>
                    <a:pt x="2934" y="9825"/>
                  </a:cubicBezTo>
                  <a:cubicBezTo>
                    <a:pt x="3009" y="9398"/>
                    <a:pt x="2795" y="9206"/>
                    <a:pt x="2561" y="8961"/>
                  </a:cubicBezTo>
                  <a:cubicBezTo>
                    <a:pt x="2507" y="8908"/>
                    <a:pt x="2443" y="8854"/>
                    <a:pt x="2390" y="8790"/>
                  </a:cubicBezTo>
                  <a:cubicBezTo>
                    <a:pt x="2305" y="8694"/>
                    <a:pt x="2209" y="8620"/>
                    <a:pt x="2134" y="8524"/>
                  </a:cubicBezTo>
                  <a:cubicBezTo>
                    <a:pt x="1761" y="8140"/>
                    <a:pt x="1462" y="7830"/>
                    <a:pt x="1249" y="7233"/>
                  </a:cubicBezTo>
                  <a:cubicBezTo>
                    <a:pt x="1152" y="6947"/>
                    <a:pt x="1088" y="6634"/>
                    <a:pt x="1037" y="6313"/>
                  </a:cubicBezTo>
                  <a:close/>
                  <a:moveTo>
                    <a:pt x="2498" y="11140"/>
                  </a:moveTo>
                  <a:cubicBezTo>
                    <a:pt x="2386" y="11395"/>
                    <a:pt x="2264" y="11647"/>
                    <a:pt x="2145" y="11895"/>
                  </a:cubicBezTo>
                  <a:cubicBezTo>
                    <a:pt x="1889" y="12407"/>
                    <a:pt x="1643" y="12919"/>
                    <a:pt x="1483" y="13452"/>
                  </a:cubicBezTo>
                  <a:cubicBezTo>
                    <a:pt x="1462" y="13484"/>
                    <a:pt x="1462" y="13527"/>
                    <a:pt x="1451" y="13548"/>
                  </a:cubicBezTo>
                  <a:lnTo>
                    <a:pt x="1451" y="13580"/>
                  </a:lnTo>
                  <a:cubicBezTo>
                    <a:pt x="1462" y="13548"/>
                    <a:pt x="1462" y="13505"/>
                    <a:pt x="1483" y="13484"/>
                  </a:cubicBezTo>
                  <a:cubicBezTo>
                    <a:pt x="1643" y="12951"/>
                    <a:pt x="1889" y="12428"/>
                    <a:pt x="2134" y="11927"/>
                  </a:cubicBezTo>
                  <a:cubicBezTo>
                    <a:pt x="2258" y="11667"/>
                    <a:pt x="2383" y="11405"/>
                    <a:pt x="2498" y="11140"/>
                  </a:cubicBezTo>
                  <a:close/>
                  <a:moveTo>
                    <a:pt x="1451" y="13580"/>
                  </a:moveTo>
                  <a:lnTo>
                    <a:pt x="1451" y="13580"/>
                  </a:lnTo>
                  <a:cubicBezTo>
                    <a:pt x="1220" y="14380"/>
                    <a:pt x="1214" y="15166"/>
                    <a:pt x="1409" y="15870"/>
                  </a:cubicBezTo>
                  <a:lnTo>
                    <a:pt x="1409" y="15870"/>
                  </a:lnTo>
                  <a:cubicBezTo>
                    <a:pt x="1219" y="15174"/>
                    <a:pt x="1227" y="14396"/>
                    <a:pt x="1451" y="13601"/>
                  </a:cubicBezTo>
                  <a:lnTo>
                    <a:pt x="1451" y="13580"/>
                  </a:lnTo>
                  <a:close/>
                  <a:moveTo>
                    <a:pt x="1409" y="15870"/>
                  </a:moveTo>
                  <a:cubicBezTo>
                    <a:pt x="1624" y="16660"/>
                    <a:pt x="2093" y="17344"/>
                    <a:pt x="2785" y="17826"/>
                  </a:cubicBezTo>
                  <a:cubicBezTo>
                    <a:pt x="2097" y="17341"/>
                    <a:pt x="1627" y="16657"/>
                    <a:pt x="1409" y="15870"/>
                  </a:cubicBezTo>
                  <a:close/>
                  <a:moveTo>
                    <a:pt x="2785" y="17826"/>
                  </a:moveTo>
                  <a:cubicBezTo>
                    <a:pt x="2849" y="17879"/>
                    <a:pt x="2934" y="17932"/>
                    <a:pt x="3009" y="17975"/>
                  </a:cubicBezTo>
                  <a:cubicBezTo>
                    <a:pt x="2945" y="17932"/>
                    <a:pt x="2870" y="17879"/>
                    <a:pt x="2785" y="17826"/>
                  </a:cubicBezTo>
                  <a:close/>
                  <a:moveTo>
                    <a:pt x="3009" y="17975"/>
                  </a:moveTo>
                  <a:cubicBezTo>
                    <a:pt x="3084" y="18018"/>
                    <a:pt x="3148" y="18060"/>
                    <a:pt x="3201" y="18092"/>
                  </a:cubicBezTo>
                  <a:cubicBezTo>
                    <a:pt x="3148" y="18050"/>
                    <a:pt x="3084" y="18018"/>
                    <a:pt x="3009" y="17975"/>
                  </a:cubicBezTo>
                  <a:close/>
                  <a:moveTo>
                    <a:pt x="3201" y="18092"/>
                  </a:moveTo>
                  <a:cubicBezTo>
                    <a:pt x="3254" y="18132"/>
                    <a:pt x="3300" y="18175"/>
                    <a:pt x="3341" y="18221"/>
                  </a:cubicBezTo>
                  <a:lnTo>
                    <a:pt x="3341" y="18221"/>
                  </a:lnTo>
                  <a:cubicBezTo>
                    <a:pt x="3300" y="18175"/>
                    <a:pt x="3254" y="18132"/>
                    <a:pt x="3201" y="18092"/>
                  </a:cubicBezTo>
                  <a:close/>
                  <a:moveTo>
                    <a:pt x="3341" y="18221"/>
                  </a:moveTo>
                  <a:cubicBezTo>
                    <a:pt x="3586" y="18502"/>
                    <a:pt x="3620" y="18898"/>
                    <a:pt x="3638" y="19255"/>
                  </a:cubicBezTo>
                  <a:cubicBezTo>
                    <a:pt x="3638" y="19372"/>
                    <a:pt x="3649" y="19479"/>
                    <a:pt x="3670" y="19586"/>
                  </a:cubicBezTo>
                  <a:cubicBezTo>
                    <a:pt x="3734" y="19991"/>
                    <a:pt x="3254" y="20503"/>
                    <a:pt x="2945" y="20845"/>
                  </a:cubicBezTo>
                  <a:cubicBezTo>
                    <a:pt x="2891" y="20898"/>
                    <a:pt x="2838" y="20951"/>
                    <a:pt x="2795" y="21005"/>
                  </a:cubicBezTo>
                  <a:cubicBezTo>
                    <a:pt x="2625" y="21218"/>
                    <a:pt x="2422" y="21431"/>
                    <a:pt x="2241" y="21634"/>
                  </a:cubicBezTo>
                  <a:cubicBezTo>
                    <a:pt x="1707" y="22199"/>
                    <a:pt x="1163" y="22807"/>
                    <a:pt x="758" y="23458"/>
                  </a:cubicBezTo>
                  <a:cubicBezTo>
                    <a:pt x="385" y="24087"/>
                    <a:pt x="22" y="24749"/>
                    <a:pt x="11" y="25389"/>
                  </a:cubicBezTo>
                  <a:cubicBezTo>
                    <a:pt x="1" y="25997"/>
                    <a:pt x="161" y="26605"/>
                    <a:pt x="331" y="27160"/>
                  </a:cubicBezTo>
                  <a:cubicBezTo>
                    <a:pt x="385" y="27352"/>
                    <a:pt x="417" y="27576"/>
                    <a:pt x="438" y="27746"/>
                  </a:cubicBezTo>
                  <a:cubicBezTo>
                    <a:pt x="555" y="28578"/>
                    <a:pt x="342" y="29336"/>
                    <a:pt x="118" y="30136"/>
                  </a:cubicBezTo>
                  <a:cubicBezTo>
                    <a:pt x="11" y="30509"/>
                    <a:pt x="1" y="30829"/>
                    <a:pt x="97" y="31117"/>
                  </a:cubicBezTo>
                  <a:cubicBezTo>
                    <a:pt x="129" y="31256"/>
                    <a:pt x="182" y="31405"/>
                    <a:pt x="235" y="31555"/>
                  </a:cubicBezTo>
                  <a:cubicBezTo>
                    <a:pt x="395" y="31992"/>
                    <a:pt x="545" y="32461"/>
                    <a:pt x="587" y="32909"/>
                  </a:cubicBezTo>
                  <a:cubicBezTo>
                    <a:pt x="651" y="33912"/>
                    <a:pt x="854" y="34328"/>
                    <a:pt x="854" y="34328"/>
                  </a:cubicBezTo>
                  <a:lnTo>
                    <a:pt x="865" y="34328"/>
                  </a:lnTo>
                  <a:cubicBezTo>
                    <a:pt x="865" y="34328"/>
                    <a:pt x="683" y="33923"/>
                    <a:pt x="598" y="32920"/>
                  </a:cubicBezTo>
                  <a:cubicBezTo>
                    <a:pt x="555" y="32461"/>
                    <a:pt x="395" y="32003"/>
                    <a:pt x="257" y="31565"/>
                  </a:cubicBezTo>
                  <a:cubicBezTo>
                    <a:pt x="203" y="31416"/>
                    <a:pt x="150" y="31267"/>
                    <a:pt x="107" y="31139"/>
                  </a:cubicBezTo>
                  <a:cubicBezTo>
                    <a:pt x="11" y="30840"/>
                    <a:pt x="22" y="30541"/>
                    <a:pt x="129" y="30168"/>
                  </a:cubicBezTo>
                  <a:cubicBezTo>
                    <a:pt x="363" y="29368"/>
                    <a:pt x="577" y="28600"/>
                    <a:pt x="449" y="27768"/>
                  </a:cubicBezTo>
                  <a:cubicBezTo>
                    <a:pt x="427" y="27576"/>
                    <a:pt x="395" y="27352"/>
                    <a:pt x="342" y="27181"/>
                  </a:cubicBezTo>
                  <a:cubicBezTo>
                    <a:pt x="171" y="26616"/>
                    <a:pt x="11" y="26029"/>
                    <a:pt x="22" y="25421"/>
                  </a:cubicBezTo>
                  <a:cubicBezTo>
                    <a:pt x="43" y="24781"/>
                    <a:pt x="395" y="24119"/>
                    <a:pt x="769" y="23501"/>
                  </a:cubicBezTo>
                  <a:cubicBezTo>
                    <a:pt x="1163" y="22839"/>
                    <a:pt x="1707" y="22242"/>
                    <a:pt x="2241" y="21666"/>
                  </a:cubicBezTo>
                  <a:cubicBezTo>
                    <a:pt x="2422" y="21474"/>
                    <a:pt x="2614" y="21261"/>
                    <a:pt x="2795" y="21047"/>
                  </a:cubicBezTo>
                  <a:cubicBezTo>
                    <a:pt x="2838" y="21005"/>
                    <a:pt x="2891" y="20941"/>
                    <a:pt x="2945" y="20887"/>
                  </a:cubicBezTo>
                  <a:cubicBezTo>
                    <a:pt x="3265" y="20535"/>
                    <a:pt x="3734" y="20012"/>
                    <a:pt x="3681" y="19607"/>
                  </a:cubicBezTo>
                  <a:cubicBezTo>
                    <a:pt x="3670" y="19500"/>
                    <a:pt x="3670" y="19394"/>
                    <a:pt x="3649" y="19266"/>
                  </a:cubicBezTo>
                  <a:cubicBezTo>
                    <a:pt x="3630" y="18916"/>
                    <a:pt x="3596" y="18511"/>
                    <a:pt x="3341" y="1822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8"/>
            <p:cNvSpPr/>
            <p:nvPr/>
          </p:nvSpPr>
          <p:spPr>
            <a:xfrm>
              <a:off x="3390831" y="1195408"/>
              <a:ext cx="334854" cy="3263744"/>
            </a:xfrm>
            <a:custGeom>
              <a:rect b="b" l="l" r="r" t="t"/>
              <a:pathLst>
                <a:path extrusionOk="0" h="34329" w="3522">
                  <a:moveTo>
                    <a:pt x="1548" y="1"/>
                  </a:moveTo>
                  <a:cubicBezTo>
                    <a:pt x="1441" y="257"/>
                    <a:pt x="1324" y="502"/>
                    <a:pt x="1206" y="737"/>
                  </a:cubicBezTo>
                  <a:cubicBezTo>
                    <a:pt x="886" y="1377"/>
                    <a:pt x="545" y="2049"/>
                    <a:pt x="577" y="2807"/>
                  </a:cubicBezTo>
                  <a:cubicBezTo>
                    <a:pt x="588" y="3255"/>
                    <a:pt x="694" y="3724"/>
                    <a:pt x="801" y="4183"/>
                  </a:cubicBezTo>
                  <a:lnTo>
                    <a:pt x="844" y="4375"/>
                  </a:lnTo>
                  <a:cubicBezTo>
                    <a:pt x="940" y="4748"/>
                    <a:pt x="993" y="5153"/>
                    <a:pt x="1046" y="5537"/>
                  </a:cubicBezTo>
                  <a:cubicBezTo>
                    <a:pt x="1121" y="6103"/>
                    <a:pt x="1206" y="6679"/>
                    <a:pt x="1377" y="7191"/>
                  </a:cubicBezTo>
                  <a:cubicBezTo>
                    <a:pt x="1633" y="7927"/>
                    <a:pt x="1974" y="8311"/>
                    <a:pt x="2486" y="8812"/>
                  </a:cubicBezTo>
                  <a:cubicBezTo>
                    <a:pt x="2529" y="8855"/>
                    <a:pt x="2572" y="8908"/>
                    <a:pt x="2625" y="8951"/>
                  </a:cubicBezTo>
                  <a:cubicBezTo>
                    <a:pt x="2892" y="9207"/>
                    <a:pt x="3137" y="9420"/>
                    <a:pt x="3052" y="9858"/>
                  </a:cubicBezTo>
                  <a:cubicBezTo>
                    <a:pt x="2934" y="10572"/>
                    <a:pt x="2593" y="11255"/>
                    <a:pt x="2252" y="11927"/>
                  </a:cubicBezTo>
                  <a:cubicBezTo>
                    <a:pt x="2017" y="12407"/>
                    <a:pt x="1761" y="12909"/>
                    <a:pt x="1601" y="13421"/>
                  </a:cubicBezTo>
                  <a:cubicBezTo>
                    <a:pt x="1590" y="13442"/>
                    <a:pt x="1590" y="13485"/>
                    <a:pt x="1580" y="13506"/>
                  </a:cubicBezTo>
                  <a:lnTo>
                    <a:pt x="1580" y="13527"/>
                  </a:lnTo>
                  <a:cubicBezTo>
                    <a:pt x="1345" y="14295"/>
                    <a:pt x="1334" y="15138"/>
                    <a:pt x="1537" y="15927"/>
                  </a:cubicBezTo>
                  <a:cubicBezTo>
                    <a:pt x="1750" y="16738"/>
                    <a:pt x="2166" y="17442"/>
                    <a:pt x="2753" y="17965"/>
                  </a:cubicBezTo>
                  <a:cubicBezTo>
                    <a:pt x="2817" y="18029"/>
                    <a:pt x="2881" y="18082"/>
                    <a:pt x="2945" y="18136"/>
                  </a:cubicBezTo>
                  <a:cubicBezTo>
                    <a:pt x="3020" y="18189"/>
                    <a:pt x="3073" y="18242"/>
                    <a:pt x="3126" y="18285"/>
                  </a:cubicBezTo>
                  <a:cubicBezTo>
                    <a:pt x="3447" y="18594"/>
                    <a:pt x="3447" y="19010"/>
                    <a:pt x="3425" y="19416"/>
                  </a:cubicBezTo>
                  <a:cubicBezTo>
                    <a:pt x="3425" y="19576"/>
                    <a:pt x="3425" y="19725"/>
                    <a:pt x="3447" y="19874"/>
                  </a:cubicBezTo>
                  <a:cubicBezTo>
                    <a:pt x="3500" y="20269"/>
                    <a:pt x="3052" y="20749"/>
                    <a:pt x="2753" y="21112"/>
                  </a:cubicBezTo>
                  <a:cubicBezTo>
                    <a:pt x="2689" y="21176"/>
                    <a:pt x="2625" y="21240"/>
                    <a:pt x="2582" y="21293"/>
                  </a:cubicBezTo>
                  <a:cubicBezTo>
                    <a:pt x="2454" y="21475"/>
                    <a:pt x="2294" y="21645"/>
                    <a:pt x="2145" y="21816"/>
                  </a:cubicBezTo>
                  <a:cubicBezTo>
                    <a:pt x="1622" y="22403"/>
                    <a:pt x="1089" y="23032"/>
                    <a:pt x="716" y="23693"/>
                  </a:cubicBezTo>
                  <a:lnTo>
                    <a:pt x="684" y="23768"/>
                  </a:lnTo>
                  <a:cubicBezTo>
                    <a:pt x="374" y="24301"/>
                    <a:pt x="12" y="24963"/>
                    <a:pt x="44" y="25560"/>
                  </a:cubicBezTo>
                  <a:cubicBezTo>
                    <a:pt x="86" y="26126"/>
                    <a:pt x="257" y="26659"/>
                    <a:pt x="428" y="27235"/>
                  </a:cubicBezTo>
                  <a:lnTo>
                    <a:pt x="460" y="27299"/>
                  </a:lnTo>
                  <a:cubicBezTo>
                    <a:pt x="513" y="27459"/>
                    <a:pt x="534" y="27662"/>
                    <a:pt x="566" y="27854"/>
                  </a:cubicBezTo>
                  <a:cubicBezTo>
                    <a:pt x="673" y="28675"/>
                    <a:pt x="428" y="29422"/>
                    <a:pt x="172" y="30190"/>
                  </a:cubicBezTo>
                  <a:lnTo>
                    <a:pt x="172" y="30211"/>
                  </a:lnTo>
                  <a:cubicBezTo>
                    <a:pt x="97" y="30478"/>
                    <a:pt x="1" y="30819"/>
                    <a:pt x="86" y="31171"/>
                  </a:cubicBezTo>
                  <a:cubicBezTo>
                    <a:pt x="129" y="31406"/>
                    <a:pt x="225" y="31651"/>
                    <a:pt x="321" y="31897"/>
                  </a:cubicBezTo>
                  <a:cubicBezTo>
                    <a:pt x="449" y="32249"/>
                    <a:pt x="577" y="32590"/>
                    <a:pt x="620" y="32942"/>
                  </a:cubicBezTo>
                  <a:cubicBezTo>
                    <a:pt x="705" y="33923"/>
                    <a:pt x="908" y="34329"/>
                    <a:pt x="908" y="34329"/>
                  </a:cubicBezTo>
                  <a:lnTo>
                    <a:pt x="940" y="34297"/>
                  </a:lnTo>
                  <a:cubicBezTo>
                    <a:pt x="940" y="34297"/>
                    <a:pt x="737" y="33913"/>
                    <a:pt x="641" y="32921"/>
                  </a:cubicBezTo>
                  <a:cubicBezTo>
                    <a:pt x="598" y="32579"/>
                    <a:pt x="481" y="32217"/>
                    <a:pt x="353" y="31886"/>
                  </a:cubicBezTo>
                  <a:cubicBezTo>
                    <a:pt x="257" y="31630"/>
                    <a:pt x="161" y="31395"/>
                    <a:pt x="108" y="31150"/>
                  </a:cubicBezTo>
                  <a:cubicBezTo>
                    <a:pt x="33" y="30809"/>
                    <a:pt x="118" y="30457"/>
                    <a:pt x="204" y="30201"/>
                  </a:cubicBezTo>
                  <a:lnTo>
                    <a:pt x="204" y="30190"/>
                  </a:lnTo>
                  <a:cubicBezTo>
                    <a:pt x="460" y="29400"/>
                    <a:pt x="694" y="28654"/>
                    <a:pt x="588" y="27843"/>
                  </a:cubicBezTo>
                  <a:cubicBezTo>
                    <a:pt x="566" y="27640"/>
                    <a:pt x="534" y="27448"/>
                    <a:pt x="481" y="27267"/>
                  </a:cubicBezTo>
                  <a:lnTo>
                    <a:pt x="460" y="27203"/>
                  </a:lnTo>
                  <a:cubicBezTo>
                    <a:pt x="278" y="26648"/>
                    <a:pt x="108" y="26115"/>
                    <a:pt x="86" y="25550"/>
                  </a:cubicBezTo>
                  <a:cubicBezTo>
                    <a:pt x="54" y="24963"/>
                    <a:pt x="428" y="24301"/>
                    <a:pt x="726" y="23768"/>
                  </a:cubicBezTo>
                  <a:lnTo>
                    <a:pt x="758" y="23693"/>
                  </a:lnTo>
                  <a:cubicBezTo>
                    <a:pt x="1132" y="23032"/>
                    <a:pt x="1654" y="22413"/>
                    <a:pt x="2177" y="21816"/>
                  </a:cubicBezTo>
                  <a:lnTo>
                    <a:pt x="2614" y="21293"/>
                  </a:lnTo>
                  <a:cubicBezTo>
                    <a:pt x="2668" y="21240"/>
                    <a:pt x="2721" y="21176"/>
                    <a:pt x="2774" y="21112"/>
                  </a:cubicBezTo>
                  <a:cubicBezTo>
                    <a:pt x="3094" y="20749"/>
                    <a:pt x="3521" y="20269"/>
                    <a:pt x="3479" y="19853"/>
                  </a:cubicBezTo>
                  <a:cubicBezTo>
                    <a:pt x="3457" y="19725"/>
                    <a:pt x="3468" y="19576"/>
                    <a:pt x="3468" y="19416"/>
                  </a:cubicBezTo>
                  <a:cubicBezTo>
                    <a:pt x="3479" y="19010"/>
                    <a:pt x="3479" y="18584"/>
                    <a:pt x="3148" y="18264"/>
                  </a:cubicBezTo>
                  <a:cubicBezTo>
                    <a:pt x="3094" y="18210"/>
                    <a:pt x="3041" y="18168"/>
                    <a:pt x="2977" y="18114"/>
                  </a:cubicBezTo>
                  <a:cubicBezTo>
                    <a:pt x="2913" y="18061"/>
                    <a:pt x="2838" y="18008"/>
                    <a:pt x="2774" y="17944"/>
                  </a:cubicBezTo>
                  <a:cubicBezTo>
                    <a:pt x="1612" y="16909"/>
                    <a:pt x="1153" y="15127"/>
                    <a:pt x="1612" y="13527"/>
                  </a:cubicBezTo>
                  <a:lnTo>
                    <a:pt x="1612" y="13506"/>
                  </a:lnTo>
                  <a:cubicBezTo>
                    <a:pt x="1633" y="13485"/>
                    <a:pt x="1633" y="13442"/>
                    <a:pt x="1644" y="13421"/>
                  </a:cubicBezTo>
                  <a:cubicBezTo>
                    <a:pt x="1804" y="12898"/>
                    <a:pt x="2060" y="12407"/>
                    <a:pt x="2294" y="11927"/>
                  </a:cubicBezTo>
                  <a:cubicBezTo>
                    <a:pt x="2625" y="11276"/>
                    <a:pt x="2977" y="10572"/>
                    <a:pt x="3094" y="9858"/>
                  </a:cubicBezTo>
                  <a:cubicBezTo>
                    <a:pt x="3180" y="9410"/>
                    <a:pt x="2924" y="9175"/>
                    <a:pt x="2657" y="8919"/>
                  </a:cubicBezTo>
                  <a:cubicBezTo>
                    <a:pt x="2604" y="8887"/>
                    <a:pt x="2561" y="8844"/>
                    <a:pt x="2508" y="8791"/>
                  </a:cubicBezTo>
                  <a:cubicBezTo>
                    <a:pt x="2006" y="8279"/>
                    <a:pt x="1654" y="7895"/>
                    <a:pt x="1398" y="7170"/>
                  </a:cubicBezTo>
                  <a:cubicBezTo>
                    <a:pt x="1228" y="6657"/>
                    <a:pt x="1153" y="6081"/>
                    <a:pt x="1068" y="5527"/>
                  </a:cubicBezTo>
                  <a:cubicBezTo>
                    <a:pt x="1014" y="5143"/>
                    <a:pt x="950" y="4737"/>
                    <a:pt x="865" y="4364"/>
                  </a:cubicBezTo>
                  <a:lnTo>
                    <a:pt x="833" y="4161"/>
                  </a:lnTo>
                  <a:cubicBezTo>
                    <a:pt x="726" y="3724"/>
                    <a:pt x="620" y="3255"/>
                    <a:pt x="598" y="2807"/>
                  </a:cubicBezTo>
                  <a:cubicBezTo>
                    <a:pt x="577" y="2049"/>
                    <a:pt x="908" y="1388"/>
                    <a:pt x="1228" y="748"/>
                  </a:cubicBezTo>
                  <a:cubicBezTo>
                    <a:pt x="1345" y="513"/>
                    <a:pt x="1473" y="268"/>
                    <a:pt x="1580" y="22"/>
                  </a:cubicBezTo>
                  <a:lnTo>
                    <a:pt x="154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8"/>
            <p:cNvSpPr/>
            <p:nvPr/>
          </p:nvSpPr>
          <p:spPr>
            <a:xfrm>
              <a:off x="3370580" y="1199496"/>
              <a:ext cx="323635" cy="3259656"/>
            </a:xfrm>
            <a:custGeom>
              <a:rect b="b" l="l" r="r" t="t"/>
              <a:pathLst>
                <a:path extrusionOk="0" h="34286" w="3404">
                  <a:moveTo>
                    <a:pt x="1697" y="1"/>
                  </a:moveTo>
                  <a:cubicBezTo>
                    <a:pt x="1601" y="203"/>
                    <a:pt x="1505" y="385"/>
                    <a:pt x="1398" y="577"/>
                  </a:cubicBezTo>
                  <a:cubicBezTo>
                    <a:pt x="1014" y="1270"/>
                    <a:pt x="630" y="1974"/>
                    <a:pt x="651" y="2796"/>
                  </a:cubicBezTo>
                  <a:cubicBezTo>
                    <a:pt x="673" y="3318"/>
                    <a:pt x="801" y="3862"/>
                    <a:pt x="939" y="4374"/>
                  </a:cubicBezTo>
                  <a:cubicBezTo>
                    <a:pt x="1046" y="4758"/>
                    <a:pt x="1110" y="5164"/>
                    <a:pt x="1174" y="5558"/>
                  </a:cubicBezTo>
                  <a:cubicBezTo>
                    <a:pt x="1270" y="6081"/>
                    <a:pt x="1366" y="6614"/>
                    <a:pt x="1526" y="7105"/>
                  </a:cubicBezTo>
                  <a:cubicBezTo>
                    <a:pt x="1761" y="7809"/>
                    <a:pt x="2081" y="8236"/>
                    <a:pt x="2614" y="8801"/>
                  </a:cubicBezTo>
                  <a:cubicBezTo>
                    <a:pt x="2678" y="8876"/>
                    <a:pt x="2753" y="8929"/>
                    <a:pt x="2817" y="9004"/>
                  </a:cubicBezTo>
                  <a:cubicBezTo>
                    <a:pt x="3073" y="9239"/>
                    <a:pt x="3286" y="9431"/>
                    <a:pt x="3233" y="9868"/>
                  </a:cubicBezTo>
                  <a:cubicBezTo>
                    <a:pt x="3137" y="10636"/>
                    <a:pt x="2731" y="11372"/>
                    <a:pt x="2358" y="12066"/>
                  </a:cubicBezTo>
                  <a:cubicBezTo>
                    <a:pt x="2134" y="12503"/>
                    <a:pt x="1910" y="12919"/>
                    <a:pt x="1750" y="13346"/>
                  </a:cubicBezTo>
                  <a:cubicBezTo>
                    <a:pt x="1739" y="13378"/>
                    <a:pt x="1739" y="13399"/>
                    <a:pt x="1718" y="13431"/>
                  </a:cubicBezTo>
                  <a:lnTo>
                    <a:pt x="1707" y="13452"/>
                  </a:lnTo>
                  <a:cubicBezTo>
                    <a:pt x="1259" y="14988"/>
                    <a:pt x="1665" y="16855"/>
                    <a:pt x="2731" y="18082"/>
                  </a:cubicBezTo>
                  <a:cubicBezTo>
                    <a:pt x="2806" y="18157"/>
                    <a:pt x="2859" y="18210"/>
                    <a:pt x="2923" y="18285"/>
                  </a:cubicBezTo>
                  <a:cubicBezTo>
                    <a:pt x="2977" y="18338"/>
                    <a:pt x="3030" y="18391"/>
                    <a:pt x="3073" y="18445"/>
                  </a:cubicBezTo>
                  <a:cubicBezTo>
                    <a:pt x="3361" y="18786"/>
                    <a:pt x="3307" y="19170"/>
                    <a:pt x="3265" y="19543"/>
                  </a:cubicBezTo>
                  <a:cubicBezTo>
                    <a:pt x="3243" y="19735"/>
                    <a:pt x="3211" y="19938"/>
                    <a:pt x="3243" y="20119"/>
                  </a:cubicBezTo>
                  <a:cubicBezTo>
                    <a:pt x="3286" y="20504"/>
                    <a:pt x="2870" y="20984"/>
                    <a:pt x="2571" y="21346"/>
                  </a:cubicBezTo>
                  <a:cubicBezTo>
                    <a:pt x="2518" y="21410"/>
                    <a:pt x="2465" y="21496"/>
                    <a:pt x="2411" y="21549"/>
                  </a:cubicBezTo>
                  <a:cubicBezTo>
                    <a:pt x="2305" y="21666"/>
                    <a:pt x="2198" y="21805"/>
                    <a:pt x="2091" y="21933"/>
                  </a:cubicBezTo>
                  <a:cubicBezTo>
                    <a:pt x="1590" y="22562"/>
                    <a:pt x="1067" y="23202"/>
                    <a:pt x="694" y="23864"/>
                  </a:cubicBezTo>
                  <a:lnTo>
                    <a:pt x="683" y="23885"/>
                  </a:lnTo>
                  <a:cubicBezTo>
                    <a:pt x="406" y="24386"/>
                    <a:pt x="1" y="25080"/>
                    <a:pt x="86" y="25677"/>
                  </a:cubicBezTo>
                  <a:cubicBezTo>
                    <a:pt x="150" y="26157"/>
                    <a:pt x="321" y="26637"/>
                    <a:pt x="481" y="27107"/>
                  </a:cubicBezTo>
                  <a:cubicBezTo>
                    <a:pt x="523" y="27213"/>
                    <a:pt x="545" y="27309"/>
                    <a:pt x="587" y="27416"/>
                  </a:cubicBezTo>
                  <a:cubicBezTo>
                    <a:pt x="651" y="27587"/>
                    <a:pt x="683" y="27800"/>
                    <a:pt x="705" y="27971"/>
                  </a:cubicBezTo>
                  <a:cubicBezTo>
                    <a:pt x="801" y="28771"/>
                    <a:pt x="545" y="29496"/>
                    <a:pt x="267" y="30254"/>
                  </a:cubicBezTo>
                  <a:cubicBezTo>
                    <a:pt x="161" y="30520"/>
                    <a:pt x="65" y="30840"/>
                    <a:pt x="107" y="31192"/>
                  </a:cubicBezTo>
                  <a:cubicBezTo>
                    <a:pt x="139" y="31512"/>
                    <a:pt x="257" y="31800"/>
                    <a:pt x="374" y="32099"/>
                  </a:cubicBezTo>
                  <a:cubicBezTo>
                    <a:pt x="481" y="32366"/>
                    <a:pt x="598" y="32632"/>
                    <a:pt x="641" y="32920"/>
                  </a:cubicBezTo>
                  <a:cubicBezTo>
                    <a:pt x="790" y="33912"/>
                    <a:pt x="971" y="34286"/>
                    <a:pt x="971" y="34286"/>
                  </a:cubicBezTo>
                  <a:lnTo>
                    <a:pt x="1014" y="34286"/>
                  </a:lnTo>
                  <a:cubicBezTo>
                    <a:pt x="1014" y="34265"/>
                    <a:pt x="833" y="33912"/>
                    <a:pt x="683" y="32920"/>
                  </a:cubicBezTo>
                  <a:cubicBezTo>
                    <a:pt x="630" y="32632"/>
                    <a:pt x="523" y="32344"/>
                    <a:pt x="417" y="32078"/>
                  </a:cubicBezTo>
                  <a:cubicBezTo>
                    <a:pt x="299" y="31790"/>
                    <a:pt x="171" y="31502"/>
                    <a:pt x="150" y="31182"/>
                  </a:cubicBezTo>
                  <a:cubicBezTo>
                    <a:pt x="107" y="30830"/>
                    <a:pt x="203" y="30520"/>
                    <a:pt x="299" y="30254"/>
                  </a:cubicBezTo>
                  <a:cubicBezTo>
                    <a:pt x="577" y="29496"/>
                    <a:pt x="843" y="28781"/>
                    <a:pt x="737" y="27960"/>
                  </a:cubicBezTo>
                  <a:cubicBezTo>
                    <a:pt x="705" y="27800"/>
                    <a:pt x="683" y="27587"/>
                    <a:pt x="619" y="27405"/>
                  </a:cubicBezTo>
                  <a:cubicBezTo>
                    <a:pt x="577" y="27299"/>
                    <a:pt x="545" y="27203"/>
                    <a:pt x="513" y="27096"/>
                  </a:cubicBezTo>
                  <a:cubicBezTo>
                    <a:pt x="353" y="26616"/>
                    <a:pt x="193" y="26168"/>
                    <a:pt x="118" y="25677"/>
                  </a:cubicBezTo>
                  <a:cubicBezTo>
                    <a:pt x="54" y="25101"/>
                    <a:pt x="438" y="24418"/>
                    <a:pt x="726" y="23906"/>
                  </a:cubicBezTo>
                  <a:lnTo>
                    <a:pt x="726" y="23896"/>
                  </a:lnTo>
                  <a:cubicBezTo>
                    <a:pt x="1110" y="23234"/>
                    <a:pt x="1633" y="22573"/>
                    <a:pt x="2123" y="21965"/>
                  </a:cubicBezTo>
                  <a:cubicBezTo>
                    <a:pt x="2230" y="21848"/>
                    <a:pt x="2337" y="21709"/>
                    <a:pt x="2443" y="21581"/>
                  </a:cubicBezTo>
                  <a:cubicBezTo>
                    <a:pt x="2486" y="21506"/>
                    <a:pt x="2539" y="21442"/>
                    <a:pt x="2603" y="21378"/>
                  </a:cubicBezTo>
                  <a:cubicBezTo>
                    <a:pt x="2913" y="21026"/>
                    <a:pt x="3318" y="20536"/>
                    <a:pt x="3286" y="20141"/>
                  </a:cubicBezTo>
                  <a:cubicBezTo>
                    <a:pt x="3254" y="19949"/>
                    <a:pt x="3286" y="19767"/>
                    <a:pt x="3307" y="19575"/>
                  </a:cubicBezTo>
                  <a:cubicBezTo>
                    <a:pt x="3361" y="19191"/>
                    <a:pt x="3403" y="18797"/>
                    <a:pt x="3105" y="18445"/>
                  </a:cubicBezTo>
                  <a:lnTo>
                    <a:pt x="2945" y="18285"/>
                  </a:lnTo>
                  <a:cubicBezTo>
                    <a:pt x="2881" y="18210"/>
                    <a:pt x="2827" y="18146"/>
                    <a:pt x="2763" y="18082"/>
                  </a:cubicBezTo>
                  <a:cubicBezTo>
                    <a:pt x="1707" y="16855"/>
                    <a:pt x="1291" y="14999"/>
                    <a:pt x="1739" y="13484"/>
                  </a:cubicBezTo>
                  <a:lnTo>
                    <a:pt x="1750" y="13452"/>
                  </a:lnTo>
                  <a:cubicBezTo>
                    <a:pt x="1761" y="13431"/>
                    <a:pt x="1761" y="13399"/>
                    <a:pt x="1771" y="13378"/>
                  </a:cubicBezTo>
                  <a:cubicBezTo>
                    <a:pt x="1921" y="12951"/>
                    <a:pt x="2145" y="12535"/>
                    <a:pt x="2390" y="12098"/>
                  </a:cubicBezTo>
                  <a:cubicBezTo>
                    <a:pt x="2774" y="11383"/>
                    <a:pt x="3158" y="10668"/>
                    <a:pt x="3254" y="9879"/>
                  </a:cubicBezTo>
                  <a:cubicBezTo>
                    <a:pt x="3307" y="9431"/>
                    <a:pt x="3083" y="9228"/>
                    <a:pt x="2827" y="8983"/>
                  </a:cubicBezTo>
                  <a:lnTo>
                    <a:pt x="2625" y="8791"/>
                  </a:lnTo>
                  <a:cubicBezTo>
                    <a:pt x="2091" y="8225"/>
                    <a:pt x="1793" y="7809"/>
                    <a:pt x="1547" y="7105"/>
                  </a:cubicBezTo>
                  <a:cubicBezTo>
                    <a:pt x="1377" y="6625"/>
                    <a:pt x="1291" y="6081"/>
                    <a:pt x="1206" y="5558"/>
                  </a:cubicBezTo>
                  <a:cubicBezTo>
                    <a:pt x="1131" y="5174"/>
                    <a:pt x="1067" y="4758"/>
                    <a:pt x="961" y="4374"/>
                  </a:cubicBezTo>
                  <a:cubicBezTo>
                    <a:pt x="833" y="3862"/>
                    <a:pt x="694" y="3318"/>
                    <a:pt x="683" y="2796"/>
                  </a:cubicBezTo>
                  <a:cubicBezTo>
                    <a:pt x="651" y="1985"/>
                    <a:pt x="1046" y="1270"/>
                    <a:pt x="1419" y="587"/>
                  </a:cubicBezTo>
                  <a:cubicBezTo>
                    <a:pt x="1526" y="395"/>
                    <a:pt x="1633" y="203"/>
                    <a:pt x="1718" y="11"/>
                  </a:cubicBezTo>
                  <a:lnTo>
                    <a:pt x="169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8"/>
            <p:cNvSpPr/>
            <p:nvPr/>
          </p:nvSpPr>
          <p:spPr>
            <a:xfrm>
              <a:off x="3349284" y="1201493"/>
              <a:ext cx="327724" cy="3257659"/>
            </a:xfrm>
            <a:custGeom>
              <a:rect b="b" l="l" r="r" t="t"/>
              <a:pathLst>
                <a:path extrusionOk="0" h="34265" w="3447">
                  <a:moveTo>
                    <a:pt x="1835" y="1"/>
                  </a:moveTo>
                  <a:lnTo>
                    <a:pt x="1718" y="204"/>
                  </a:lnTo>
                  <a:cubicBezTo>
                    <a:pt x="1227" y="1046"/>
                    <a:pt x="769" y="1836"/>
                    <a:pt x="715" y="2796"/>
                  </a:cubicBezTo>
                  <a:cubicBezTo>
                    <a:pt x="694" y="3287"/>
                    <a:pt x="833" y="3873"/>
                    <a:pt x="982" y="4375"/>
                  </a:cubicBezTo>
                  <a:cubicBezTo>
                    <a:pt x="1089" y="4748"/>
                    <a:pt x="1174" y="5153"/>
                    <a:pt x="1249" y="5537"/>
                  </a:cubicBezTo>
                  <a:cubicBezTo>
                    <a:pt x="1355" y="6060"/>
                    <a:pt x="1462" y="6583"/>
                    <a:pt x="1622" y="7063"/>
                  </a:cubicBezTo>
                  <a:cubicBezTo>
                    <a:pt x="1878" y="7810"/>
                    <a:pt x="2219" y="8258"/>
                    <a:pt x="2721" y="8802"/>
                  </a:cubicBezTo>
                  <a:cubicBezTo>
                    <a:pt x="2795" y="8898"/>
                    <a:pt x="2881" y="8962"/>
                    <a:pt x="2945" y="9036"/>
                  </a:cubicBezTo>
                  <a:cubicBezTo>
                    <a:pt x="3201" y="9271"/>
                    <a:pt x="3414" y="9474"/>
                    <a:pt x="3371" y="9900"/>
                  </a:cubicBezTo>
                  <a:cubicBezTo>
                    <a:pt x="3307" y="10690"/>
                    <a:pt x="2891" y="11394"/>
                    <a:pt x="2486" y="12077"/>
                  </a:cubicBezTo>
                  <a:cubicBezTo>
                    <a:pt x="2241" y="12503"/>
                    <a:pt x="2006" y="12898"/>
                    <a:pt x="1846" y="13325"/>
                  </a:cubicBezTo>
                  <a:cubicBezTo>
                    <a:pt x="1835" y="13357"/>
                    <a:pt x="1835" y="13378"/>
                    <a:pt x="1825" y="13410"/>
                  </a:cubicBezTo>
                  <a:lnTo>
                    <a:pt x="1814" y="13431"/>
                  </a:lnTo>
                  <a:cubicBezTo>
                    <a:pt x="1313" y="15127"/>
                    <a:pt x="1974" y="17005"/>
                    <a:pt x="2731" y="18189"/>
                  </a:cubicBezTo>
                  <a:cubicBezTo>
                    <a:pt x="2785" y="18274"/>
                    <a:pt x="2838" y="18349"/>
                    <a:pt x="2891" y="18424"/>
                  </a:cubicBezTo>
                  <a:cubicBezTo>
                    <a:pt x="2945" y="18477"/>
                    <a:pt x="2987" y="18541"/>
                    <a:pt x="3019" y="18594"/>
                  </a:cubicBezTo>
                  <a:cubicBezTo>
                    <a:pt x="3265" y="18968"/>
                    <a:pt x="3179" y="19352"/>
                    <a:pt x="3115" y="19714"/>
                  </a:cubicBezTo>
                  <a:cubicBezTo>
                    <a:pt x="3073" y="19917"/>
                    <a:pt x="3041" y="20141"/>
                    <a:pt x="3051" y="20354"/>
                  </a:cubicBezTo>
                  <a:cubicBezTo>
                    <a:pt x="3073" y="20739"/>
                    <a:pt x="2689" y="21219"/>
                    <a:pt x="2411" y="21571"/>
                  </a:cubicBezTo>
                  <a:cubicBezTo>
                    <a:pt x="2347" y="21645"/>
                    <a:pt x="2294" y="21709"/>
                    <a:pt x="2241" y="21784"/>
                  </a:cubicBezTo>
                  <a:cubicBezTo>
                    <a:pt x="2123" y="21944"/>
                    <a:pt x="2006" y="22083"/>
                    <a:pt x="1889" y="22232"/>
                  </a:cubicBezTo>
                  <a:cubicBezTo>
                    <a:pt x="1451" y="22808"/>
                    <a:pt x="1003" y="23395"/>
                    <a:pt x="651" y="23992"/>
                  </a:cubicBezTo>
                  <a:cubicBezTo>
                    <a:pt x="331" y="24536"/>
                    <a:pt x="1" y="25176"/>
                    <a:pt x="86" y="25752"/>
                  </a:cubicBezTo>
                  <a:cubicBezTo>
                    <a:pt x="161" y="26190"/>
                    <a:pt x="331" y="26606"/>
                    <a:pt x="523" y="27032"/>
                  </a:cubicBezTo>
                  <a:cubicBezTo>
                    <a:pt x="566" y="27182"/>
                    <a:pt x="641" y="27342"/>
                    <a:pt x="705" y="27502"/>
                  </a:cubicBezTo>
                  <a:cubicBezTo>
                    <a:pt x="769" y="27694"/>
                    <a:pt x="801" y="27896"/>
                    <a:pt x="822" y="28056"/>
                  </a:cubicBezTo>
                  <a:cubicBezTo>
                    <a:pt x="929" y="28846"/>
                    <a:pt x="619" y="29593"/>
                    <a:pt x="342" y="30297"/>
                  </a:cubicBezTo>
                  <a:lnTo>
                    <a:pt x="342" y="30318"/>
                  </a:lnTo>
                  <a:cubicBezTo>
                    <a:pt x="235" y="30563"/>
                    <a:pt x="139" y="30873"/>
                    <a:pt x="139" y="31225"/>
                  </a:cubicBezTo>
                  <a:cubicBezTo>
                    <a:pt x="161" y="31577"/>
                    <a:pt x="299" y="31950"/>
                    <a:pt x="438" y="32313"/>
                  </a:cubicBezTo>
                  <a:cubicBezTo>
                    <a:pt x="534" y="32515"/>
                    <a:pt x="598" y="32718"/>
                    <a:pt x="651" y="32910"/>
                  </a:cubicBezTo>
                  <a:cubicBezTo>
                    <a:pt x="886" y="33849"/>
                    <a:pt x="1057" y="34265"/>
                    <a:pt x="1057" y="34265"/>
                  </a:cubicBezTo>
                  <a:lnTo>
                    <a:pt x="1089" y="34265"/>
                  </a:lnTo>
                  <a:cubicBezTo>
                    <a:pt x="1089" y="34265"/>
                    <a:pt x="918" y="33859"/>
                    <a:pt x="694" y="32931"/>
                  </a:cubicBezTo>
                  <a:cubicBezTo>
                    <a:pt x="641" y="32729"/>
                    <a:pt x="555" y="32526"/>
                    <a:pt x="481" y="32313"/>
                  </a:cubicBezTo>
                  <a:cubicBezTo>
                    <a:pt x="342" y="31961"/>
                    <a:pt x="193" y="31587"/>
                    <a:pt x="193" y="31225"/>
                  </a:cubicBezTo>
                  <a:cubicBezTo>
                    <a:pt x="193" y="30894"/>
                    <a:pt x="289" y="30585"/>
                    <a:pt x="395" y="30329"/>
                  </a:cubicBezTo>
                  <a:lnTo>
                    <a:pt x="395" y="30318"/>
                  </a:lnTo>
                  <a:cubicBezTo>
                    <a:pt x="673" y="29614"/>
                    <a:pt x="982" y="28856"/>
                    <a:pt x="875" y="28056"/>
                  </a:cubicBezTo>
                  <a:cubicBezTo>
                    <a:pt x="865" y="27896"/>
                    <a:pt x="822" y="27683"/>
                    <a:pt x="758" y="27502"/>
                  </a:cubicBezTo>
                  <a:cubicBezTo>
                    <a:pt x="694" y="27342"/>
                    <a:pt x="619" y="27182"/>
                    <a:pt x="555" y="27032"/>
                  </a:cubicBezTo>
                  <a:cubicBezTo>
                    <a:pt x="385" y="26606"/>
                    <a:pt x="214" y="26211"/>
                    <a:pt x="139" y="25763"/>
                  </a:cubicBezTo>
                  <a:cubicBezTo>
                    <a:pt x="65" y="25208"/>
                    <a:pt x="385" y="24579"/>
                    <a:pt x="705" y="24035"/>
                  </a:cubicBezTo>
                  <a:cubicBezTo>
                    <a:pt x="1046" y="23437"/>
                    <a:pt x="1505" y="22851"/>
                    <a:pt x="1942" y="22275"/>
                  </a:cubicBezTo>
                  <a:cubicBezTo>
                    <a:pt x="2059" y="22125"/>
                    <a:pt x="2187" y="21965"/>
                    <a:pt x="2294" y="21816"/>
                  </a:cubicBezTo>
                  <a:cubicBezTo>
                    <a:pt x="2326" y="21752"/>
                    <a:pt x="2379" y="21688"/>
                    <a:pt x="2454" y="21603"/>
                  </a:cubicBezTo>
                  <a:cubicBezTo>
                    <a:pt x="2731" y="21251"/>
                    <a:pt x="3115" y="20771"/>
                    <a:pt x="3094" y="20365"/>
                  </a:cubicBezTo>
                  <a:cubicBezTo>
                    <a:pt x="3073" y="20152"/>
                    <a:pt x="3115" y="19938"/>
                    <a:pt x="3158" y="19725"/>
                  </a:cubicBezTo>
                  <a:cubicBezTo>
                    <a:pt x="3222" y="19352"/>
                    <a:pt x="3307" y="18968"/>
                    <a:pt x="3062" y="18584"/>
                  </a:cubicBezTo>
                  <a:cubicBezTo>
                    <a:pt x="3019" y="18530"/>
                    <a:pt x="2987" y="18477"/>
                    <a:pt x="2934" y="18413"/>
                  </a:cubicBezTo>
                  <a:cubicBezTo>
                    <a:pt x="2881" y="18338"/>
                    <a:pt x="2827" y="18264"/>
                    <a:pt x="2774" y="18178"/>
                  </a:cubicBezTo>
                  <a:cubicBezTo>
                    <a:pt x="1995" y="16994"/>
                    <a:pt x="1355" y="15127"/>
                    <a:pt x="1846" y="13431"/>
                  </a:cubicBezTo>
                  <a:lnTo>
                    <a:pt x="1867" y="13410"/>
                  </a:lnTo>
                  <a:cubicBezTo>
                    <a:pt x="1878" y="13378"/>
                    <a:pt x="1878" y="13357"/>
                    <a:pt x="1889" y="13325"/>
                  </a:cubicBezTo>
                  <a:cubicBezTo>
                    <a:pt x="2049" y="12898"/>
                    <a:pt x="2273" y="12503"/>
                    <a:pt x="2529" y="12077"/>
                  </a:cubicBezTo>
                  <a:cubicBezTo>
                    <a:pt x="2934" y="11383"/>
                    <a:pt x="3329" y="10679"/>
                    <a:pt x="3414" y="9890"/>
                  </a:cubicBezTo>
                  <a:cubicBezTo>
                    <a:pt x="3446" y="9452"/>
                    <a:pt x="3222" y="9239"/>
                    <a:pt x="2966" y="8994"/>
                  </a:cubicBezTo>
                  <a:cubicBezTo>
                    <a:pt x="2891" y="8930"/>
                    <a:pt x="2806" y="8866"/>
                    <a:pt x="2742" y="8780"/>
                  </a:cubicBezTo>
                  <a:cubicBezTo>
                    <a:pt x="2251" y="8236"/>
                    <a:pt x="1921" y="7778"/>
                    <a:pt x="1665" y="7031"/>
                  </a:cubicBezTo>
                  <a:cubicBezTo>
                    <a:pt x="1505" y="6572"/>
                    <a:pt x="1398" y="6039"/>
                    <a:pt x="1291" y="5527"/>
                  </a:cubicBezTo>
                  <a:cubicBezTo>
                    <a:pt x="1206" y="5143"/>
                    <a:pt x="1131" y="4737"/>
                    <a:pt x="1025" y="4364"/>
                  </a:cubicBezTo>
                  <a:cubicBezTo>
                    <a:pt x="875" y="3863"/>
                    <a:pt x="726" y="3276"/>
                    <a:pt x="758" y="2796"/>
                  </a:cubicBezTo>
                  <a:cubicBezTo>
                    <a:pt x="801" y="1846"/>
                    <a:pt x="1259" y="1057"/>
                    <a:pt x="1739" y="214"/>
                  </a:cubicBezTo>
                  <a:lnTo>
                    <a:pt x="1867" y="22"/>
                  </a:lnTo>
                  <a:lnTo>
                    <a:pt x="183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8"/>
            <p:cNvSpPr/>
            <p:nvPr/>
          </p:nvSpPr>
          <p:spPr>
            <a:xfrm>
              <a:off x="3323899" y="1205581"/>
              <a:ext cx="347024" cy="3254617"/>
            </a:xfrm>
            <a:custGeom>
              <a:rect b="b" l="l" r="r" t="t"/>
              <a:pathLst>
                <a:path extrusionOk="0" h="34233" w="3650">
                  <a:moveTo>
                    <a:pt x="2049" y="1"/>
                  </a:moveTo>
                  <a:cubicBezTo>
                    <a:pt x="1484" y="875"/>
                    <a:pt x="950" y="1750"/>
                    <a:pt x="876" y="2774"/>
                  </a:cubicBezTo>
                  <a:cubicBezTo>
                    <a:pt x="844" y="3276"/>
                    <a:pt x="982" y="3862"/>
                    <a:pt x="1132" y="4364"/>
                  </a:cubicBezTo>
                  <a:cubicBezTo>
                    <a:pt x="1228" y="4684"/>
                    <a:pt x="1302" y="5014"/>
                    <a:pt x="1388" y="5356"/>
                  </a:cubicBezTo>
                  <a:cubicBezTo>
                    <a:pt x="1516" y="5900"/>
                    <a:pt x="1654" y="6476"/>
                    <a:pt x="1825" y="6977"/>
                  </a:cubicBezTo>
                  <a:cubicBezTo>
                    <a:pt x="2092" y="7735"/>
                    <a:pt x="2422" y="8289"/>
                    <a:pt x="2924" y="8780"/>
                  </a:cubicBezTo>
                  <a:cubicBezTo>
                    <a:pt x="2977" y="8844"/>
                    <a:pt x="3041" y="8897"/>
                    <a:pt x="3094" y="8951"/>
                  </a:cubicBezTo>
                  <a:cubicBezTo>
                    <a:pt x="3382" y="9217"/>
                    <a:pt x="3628" y="9441"/>
                    <a:pt x="3596" y="9889"/>
                  </a:cubicBezTo>
                  <a:cubicBezTo>
                    <a:pt x="3564" y="10668"/>
                    <a:pt x="3148" y="11297"/>
                    <a:pt x="2742" y="11916"/>
                  </a:cubicBezTo>
                  <a:cubicBezTo>
                    <a:pt x="2465" y="12343"/>
                    <a:pt x="2177" y="12780"/>
                    <a:pt x="2017" y="13271"/>
                  </a:cubicBezTo>
                  <a:cubicBezTo>
                    <a:pt x="2017" y="13314"/>
                    <a:pt x="1996" y="13335"/>
                    <a:pt x="1985" y="13378"/>
                  </a:cubicBezTo>
                  <a:cubicBezTo>
                    <a:pt x="1622" y="14700"/>
                    <a:pt x="1889" y="16301"/>
                    <a:pt x="2828" y="18263"/>
                  </a:cubicBezTo>
                  <a:cubicBezTo>
                    <a:pt x="2870" y="18370"/>
                    <a:pt x="2924" y="18445"/>
                    <a:pt x="2956" y="18530"/>
                  </a:cubicBezTo>
                  <a:cubicBezTo>
                    <a:pt x="2998" y="18594"/>
                    <a:pt x="3041" y="18658"/>
                    <a:pt x="3062" y="18722"/>
                  </a:cubicBezTo>
                  <a:cubicBezTo>
                    <a:pt x="3233" y="19117"/>
                    <a:pt x="3148" y="19469"/>
                    <a:pt x="3052" y="19842"/>
                  </a:cubicBezTo>
                  <a:cubicBezTo>
                    <a:pt x="2988" y="20066"/>
                    <a:pt x="2924" y="20311"/>
                    <a:pt x="2934" y="20568"/>
                  </a:cubicBezTo>
                  <a:cubicBezTo>
                    <a:pt x="2945" y="20962"/>
                    <a:pt x="2604" y="21421"/>
                    <a:pt x="2316" y="21784"/>
                  </a:cubicBezTo>
                  <a:cubicBezTo>
                    <a:pt x="2262" y="21858"/>
                    <a:pt x="2209" y="21922"/>
                    <a:pt x="2156" y="21997"/>
                  </a:cubicBezTo>
                  <a:cubicBezTo>
                    <a:pt x="1996" y="22221"/>
                    <a:pt x="1825" y="22445"/>
                    <a:pt x="1654" y="22658"/>
                  </a:cubicBezTo>
                  <a:cubicBezTo>
                    <a:pt x="1302" y="23117"/>
                    <a:pt x="950" y="23576"/>
                    <a:pt x="652" y="24045"/>
                  </a:cubicBezTo>
                  <a:cubicBezTo>
                    <a:pt x="332" y="24568"/>
                    <a:pt x="1" y="25165"/>
                    <a:pt x="129" y="25763"/>
                  </a:cubicBezTo>
                  <a:cubicBezTo>
                    <a:pt x="236" y="26189"/>
                    <a:pt x="438" y="26616"/>
                    <a:pt x="630" y="27021"/>
                  </a:cubicBezTo>
                  <a:cubicBezTo>
                    <a:pt x="705" y="27203"/>
                    <a:pt x="801" y="27395"/>
                    <a:pt x="876" y="27576"/>
                  </a:cubicBezTo>
                  <a:cubicBezTo>
                    <a:pt x="961" y="27768"/>
                    <a:pt x="982" y="27981"/>
                    <a:pt x="1014" y="28141"/>
                  </a:cubicBezTo>
                  <a:cubicBezTo>
                    <a:pt x="1121" y="28909"/>
                    <a:pt x="801" y="29635"/>
                    <a:pt x="492" y="30328"/>
                  </a:cubicBezTo>
                  <a:lnTo>
                    <a:pt x="481" y="30371"/>
                  </a:lnTo>
                  <a:cubicBezTo>
                    <a:pt x="321" y="30712"/>
                    <a:pt x="257" y="30979"/>
                    <a:pt x="236" y="31256"/>
                  </a:cubicBezTo>
                  <a:cubicBezTo>
                    <a:pt x="214" y="31683"/>
                    <a:pt x="385" y="32152"/>
                    <a:pt x="545" y="32568"/>
                  </a:cubicBezTo>
                  <a:cubicBezTo>
                    <a:pt x="598" y="32686"/>
                    <a:pt x="641" y="32803"/>
                    <a:pt x="684" y="32910"/>
                  </a:cubicBezTo>
                  <a:cubicBezTo>
                    <a:pt x="982" y="33816"/>
                    <a:pt x="1164" y="34233"/>
                    <a:pt x="1164" y="34233"/>
                  </a:cubicBezTo>
                  <a:lnTo>
                    <a:pt x="1185" y="34233"/>
                  </a:lnTo>
                  <a:cubicBezTo>
                    <a:pt x="1185" y="34233"/>
                    <a:pt x="1025" y="33816"/>
                    <a:pt x="716" y="32910"/>
                  </a:cubicBezTo>
                  <a:cubicBezTo>
                    <a:pt x="684" y="32792"/>
                    <a:pt x="630" y="32675"/>
                    <a:pt x="588" y="32558"/>
                  </a:cubicBezTo>
                  <a:cubicBezTo>
                    <a:pt x="428" y="32142"/>
                    <a:pt x="257" y="31672"/>
                    <a:pt x="278" y="31256"/>
                  </a:cubicBezTo>
                  <a:cubicBezTo>
                    <a:pt x="289" y="30990"/>
                    <a:pt x="374" y="30723"/>
                    <a:pt x="524" y="30382"/>
                  </a:cubicBezTo>
                  <a:lnTo>
                    <a:pt x="534" y="30339"/>
                  </a:lnTo>
                  <a:cubicBezTo>
                    <a:pt x="844" y="29646"/>
                    <a:pt x="1164" y="28931"/>
                    <a:pt x="1057" y="28141"/>
                  </a:cubicBezTo>
                  <a:cubicBezTo>
                    <a:pt x="1036" y="27971"/>
                    <a:pt x="1004" y="27757"/>
                    <a:pt x="918" y="27565"/>
                  </a:cubicBezTo>
                  <a:cubicBezTo>
                    <a:pt x="844" y="27384"/>
                    <a:pt x="758" y="27192"/>
                    <a:pt x="662" y="27011"/>
                  </a:cubicBezTo>
                  <a:cubicBezTo>
                    <a:pt x="470" y="26584"/>
                    <a:pt x="278" y="26179"/>
                    <a:pt x="182" y="25752"/>
                  </a:cubicBezTo>
                  <a:cubicBezTo>
                    <a:pt x="54" y="25165"/>
                    <a:pt x="374" y="24568"/>
                    <a:pt x="694" y="24056"/>
                  </a:cubicBezTo>
                  <a:cubicBezTo>
                    <a:pt x="982" y="23597"/>
                    <a:pt x="1345" y="23128"/>
                    <a:pt x="1697" y="22669"/>
                  </a:cubicBezTo>
                  <a:cubicBezTo>
                    <a:pt x="1868" y="22456"/>
                    <a:pt x="2038" y="22232"/>
                    <a:pt x="2198" y="22008"/>
                  </a:cubicBezTo>
                  <a:cubicBezTo>
                    <a:pt x="2252" y="21944"/>
                    <a:pt x="2305" y="21869"/>
                    <a:pt x="2358" y="21794"/>
                  </a:cubicBezTo>
                  <a:cubicBezTo>
                    <a:pt x="2636" y="21432"/>
                    <a:pt x="2988" y="20984"/>
                    <a:pt x="2977" y="20568"/>
                  </a:cubicBezTo>
                  <a:cubicBezTo>
                    <a:pt x="2956" y="20322"/>
                    <a:pt x="3009" y="20087"/>
                    <a:pt x="3084" y="19863"/>
                  </a:cubicBezTo>
                  <a:cubicBezTo>
                    <a:pt x="3190" y="19501"/>
                    <a:pt x="3276" y="19117"/>
                    <a:pt x="3094" y="18711"/>
                  </a:cubicBezTo>
                  <a:cubicBezTo>
                    <a:pt x="3062" y="18647"/>
                    <a:pt x="3030" y="18583"/>
                    <a:pt x="2988" y="18509"/>
                  </a:cubicBezTo>
                  <a:cubicBezTo>
                    <a:pt x="2945" y="18445"/>
                    <a:pt x="2892" y="18349"/>
                    <a:pt x="2849" y="18263"/>
                  </a:cubicBezTo>
                  <a:cubicBezTo>
                    <a:pt x="1921" y="16301"/>
                    <a:pt x="1654" y="14711"/>
                    <a:pt x="2017" y="13388"/>
                  </a:cubicBezTo>
                  <a:cubicBezTo>
                    <a:pt x="2017" y="13356"/>
                    <a:pt x="2028" y="13314"/>
                    <a:pt x="2038" y="13282"/>
                  </a:cubicBezTo>
                  <a:cubicBezTo>
                    <a:pt x="2198" y="12802"/>
                    <a:pt x="2476" y="12364"/>
                    <a:pt x="2764" y="11938"/>
                  </a:cubicBezTo>
                  <a:cubicBezTo>
                    <a:pt x="3148" y="11308"/>
                    <a:pt x="3564" y="10679"/>
                    <a:pt x="3617" y="9900"/>
                  </a:cubicBezTo>
                  <a:cubicBezTo>
                    <a:pt x="3649" y="9431"/>
                    <a:pt x="3382" y="9196"/>
                    <a:pt x="3105" y="8940"/>
                  </a:cubicBezTo>
                  <a:lnTo>
                    <a:pt x="2934" y="8769"/>
                  </a:lnTo>
                  <a:cubicBezTo>
                    <a:pt x="2444" y="8268"/>
                    <a:pt x="2124" y="7735"/>
                    <a:pt x="1857" y="6977"/>
                  </a:cubicBezTo>
                  <a:cubicBezTo>
                    <a:pt x="1676" y="6454"/>
                    <a:pt x="1548" y="5900"/>
                    <a:pt x="1409" y="5356"/>
                  </a:cubicBezTo>
                  <a:cubicBezTo>
                    <a:pt x="1334" y="5036"/>
                    <a:pt x="1249" y="4684"/>
                    <a:pt x="1164" y="4364"/>
                  </a:cubicBezTo>
                  <a:cubicBezTo>
                    <a:pt x="1025" y="3862"/>
                    <a:pt x="876" y="3276"/>
                    <a:pt x="908" y="2774"/>
                  </a:cubicBezTo>
                  <a:cubicBezTo>
                    <a:pt x="972" y="1761"/>
                    <a:pt x="1494" y="886"/>
                    <a:pt x="2081" y="22"/>
                  </a:cubicBezTo>
                  <a:lnTo>
                    <a:pt x="20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8"/>
            <p:cNvSpPr/>
            <p:nvPr/>
          </p:nvSpPr>
          <p:spPr>
            <a:xfrm>
              <a:off x="3314772" y="1204535"/>
              <a:ext cx="349020" cy="3255663"/>
            </a:xfrm>
            <a:custGeom>
              <a:rect b="b" l="l" r="r" t="t"/>
              <a:pathLst>
                <a:path extrusionOk="0" h="34244" w="3671">
                  <a:moveTo>
                    <a:pt x="2081" y="1"/>
                  </a:moveTo>
                  <a:cubicBezTo>
                    <a:pt x="1548" y="694"/>
                    <a:pt x="918" y="1654"/>
                    <a:pt x="822" y="2775"/>
                  </a:cubicBezTo>
                  <a:cubicBezTo>
                    <a:pt x="790" y="3287"/>
                    <a:pt x="950" y="3884"/>
                    <a:pt x="1068" y="4375"/>
                  </a:cubicBezTo>
                  <a:cubicBezTo>
                    <a:pt x="1302" y="5281"/>
                    <a:pt x="1537" y="6145"/>
                    <a:pt x="1814" y="6935"/>
                  </a:cubicBezTo>
                  <a:cubicBezTo>
                    <a:pt x="2092" y="7735"/>
                    <a:pt x="2422" y="8300"/>
                    <a:pt x="2902" y="8791"/>
                  </a:cubicBezTo>
                  <a:lnTo>
                    <a:pt x="3105" y="8994"/>
                  </a:lnTo>
                  <a:cubicBezTo>
                    <a:pt x="3382" y="9239"/>
                    <a:pt x="3638" y="9484"/>
                    <a:pt x="3628" y="9922"/>
                  </a:cubicBezTo>
                  <a:cubicBezTo>
                    <a:pt x="3596" y="10711"/>
                    <a:pt x="3169" y="11319"/>
                    <a:pt x="2742" y="11906"/>
                  </a:cubicBezTo>
                  <a:cubicBezTo>
                    <a:pt x="2454" y="12322"/>
                    <a:pt x="2134" y="12759"/>
                    <a:pt x="1974" y="13261"/>
                  </a:cubicBezTo>
                  <a:cubicBezTo>
                    <a:pt x="1974" y="13293"/>
                    <a:pt x="1964" y="13325"/>
                    <a:pt x="1942" y="13367"/>
                  </a:cubicBezTo>
                  <a:cubicBezTo>
                    <a:pt x="1516" y="14946"/>
                    <a:pt x="2177" y="16792"/>
                    <a:pt x="2710" y="18253"/>
                  </a:cubicBezTo>
                  <a:lnTo>
                    <a:pt x="2732" y="18328"/>
                  </a:lnTo>
                  <a:cubicBezTo>
                    <a:pt x="2774" y="18434"/>
                    <a:pt x="2817" y="18509"/>
                    <a:pt x="2838" y="18594"/>
                  </a:cubicBezTo>
                  <a:cubicBezTo>
                    <a:pt x="2881" y="18680"/>
                    <a:pt x="2902" y="18765"/>
                    <a:pt x="2934" y="18840"/>
                  </a:cubicBezTo>
                  <a:cubicBezTo>
                    <a:pt x="3062" y="19256"/>
                    <a:pt x="2956" y="19586"/>
                    <a:pt x="2838" y="19960"/>
                  </a:cubicBezTo>
                  <a:cubicBezTo>
                    <a:pt x="2764" y="20205"/>
                    <a:pt x="2678" y="20472"/>
                    <a:pt x="2678" y="20749"/>
                  </a:cubicBezTo>
                  <a:cubicBezTo>
                    <a:pt x="2680" y="20818"/>
                    <a:pt x="2673" y="20887"/>
                    <a:pt x="2658" y="20956"/>
                  </a:cubicBezTo>
                  <a:lnTo>
                    <a:pt x="2658" y="20956"/>
                  </a:lnTo>
                  <a:cubicBezTo>
                    <a:pt x="2678" y="20879"/>
                    <a:pt x="2689" y="20803"/>
                    <a:pt x="2689" y="20728"/>
                  </a:cubicBezTo>
                  <a:cubicBezTo>
                    <a:pt x="2689" y="20440"/>
                    <a:pt x="2774" y="20194"/>
                    <a:pt x="2849" y="19938"/>
                  </a:cubicBezTo>
                  <a:cubicBezTo>
                    <a:pt x="2966" y="19586"/>
                    <a:pt x="3084" y="19213"/>
                    <a:pt x="2945" y="18808"/>
                  </a:cubicBezTo>
                  <a:cubicBezTo>
                    <a:pt x="2924" y="18722"/>
                    <a:pt x="2892" y="18648"/>
                    <a:pt x="2849" y="18552"/>
                  </a:cubicBezTo>
                  <a:cubicBezTo>
                    <a:pt x="2817" y="18466"/>
                    <a:pt x="2785" y="18381"/>
                    <a:pt x="2753" y="18285"/>
                  </a:cubicBezTo>
                  <a:lnTo>
                    <a:pt x="2721" y="18221"/>
                  </a:lnTo>
                  <a:cubicBezTo>
                    <a:pt x="2198" y="16749"/>
                    <a:pt x="1548" y="14925"/>
                    <a:pt x="1964" y="13346"/>
                  </a:cubicBezTo>
                  <a:cubicBezTo>
                    <a:pt x="1974" y="13325"/>
                    <a:pt x="1974" y="13282"/>
                    <a:pt x="1985" y="13261"/>
                  </a:cubicBezTo>
                  <a:cubicBezTo>
                    <a:pt x="2156" y="12759"/>
                    <a:pt x="2465" y="12322"/>
                    <a:pt x="2764" y="11906"/>
                  </a:cubicBezTo>
                  <a:cubicBezTo>
                    <a:pt x="3190" y="11308"/>
                    <a:pt x="3628" y="10679"/>
                    <a:pt x="3649" y="9900"/>
                  </a:cubicBezTo>
                  <a:cubicBezTo>
                    <a:pt x="3670" y="9452"/>
                    <a:pt x="3414" y="9207"/>
                    <a:pt x="3137" y="8951"/>
                  </a:cubicBezTo>
                  <a:lnTo>
                    <a:pt x="2934" y="8748"/>
                  </a:lnTo>
                  <a:cubicBezTo>
                    <a:pt x="2454" y="8247"/>
                    <a:pt x="2124" y="7692"/>
                    <a:pt x="1836" y="6914"/>
                  </a:cubicBezTo>
                  <a:cubicBezTo>
                    <a:pt x="1558" y="6135"/>
                    <a:pt x="1324" y="5260"/>
                    <a:pt x="1089" y="4364"/>
                  </a:cubicBezTo>
                  <a:cubicBezTo>
                    <a:pt x="972" y="3884"/>
                    <a:pt x="812" y="3265"/>
                    <a:pt x="854" y="2775"/>
                  </a:cubicBezTo>
                  <a:cubicBezTo>
                    <a:pt x="950" y="1654"/>
                    <a:pt x="1569" y="705"/>
                    <a:pt x="2102" y="12"/>
                  </a:cubicBezTo>
                  <a:lnTo>
                    <a:pt x="2081" y="1"/>
                  </a:lnTo>
                  <a:close/>
                  <a:moveTo>
                    <a:pt x="2658" y="20956"/>
                  </a:moveTo>
                  <a:cubicBezTo>
                    <a:pt x="2569" y="21296"/>
                    <a:pt x="2309" y="21646"/>
                    <a:pt x="2092" y="21933"/>
                  </a:cubicBezTo>
                  <a:cubicBezTo>
                    <a:pt x="2038" y="22019"/>
                    <a:pt x="1985" y="22083"/>
                    <a:pt x="1932" y="22147"/>
                  </a:cubicBezTo>
                  <a:cubicBezTo>
                    <a:pt x="1729" y="22435"/>
                    <a:pt x="1505" y="22701"/>
                    <a:pt x="1292" y="22968"/>
                  </a:cubicBezTo>
                  <a:cubicBezTo>
                    <a:pt x="1004" y="23309"/>
                    <a:pt x="694" y="23683"/>
                    <a:pt x="470" y="24045"/>
                  </a:cubicBezTo>
                  <a:cubicBezTo>
                    <a:pt x="286" y="24344"/>
                    <a:pt x="159" y="24631"/>
                    <a:pt x="91" y="24913"/>
                  </a:cubicBezTo>
                  <a:lnTo>
                    <a:pt x="91" y="24913"/>
                  </a:lnTo>
                  <a:cubicBezTo>
                    <a:pt x="163" y="24633"/>
                    <a:pt x="290" y="24347"/>
                    <a:pt x="470" y="24056"/>
                  </a:cubicBezTo>
                  <a:cubicBezTo>
                    <a:pt x="694" y="23693"/>
                    <a:pt x="1004" y="23320"/>
                    <a:pt x="1292" y="22979"/>
                  </a:cubicBezTo>
                  <a:cubicBezTo>
                    <a:pt x="1505" y="22712"/>
                    <a:pt x="1729" y="22445"/>
                    <a:pt x="1932" y="22157"/>
                  </a:cubicBezTo>
                  <a:cubicBezTo>
                    <a:pt x="1985" y="22093"/>
                    <a:pt x="2038" y="22029"/>
                    <a:pt x="2092" y="21944"/>
                  </a:cubicBezTo>
                  <a:cubicBezTo>
                    <a:pt x="2314" y="21659"/>
                    <a:pt x="2582" y="21307"/>
                    <a:pt x="2658" y="20956"/>
                  </a:cubicBezTo>
                  <a:close/>
                  <a:moveTo>
                    <a:pt x="91" y="24913"/>
                  </a:moveTo>
                  <a:cubicBezTo>
                    <a:pt x="17" y="25198"/>
                    <a:pt x="0" y="25478"/>
                    <a:pt x="44" y="25752"/>
                  </a:cubicBezTo>
                  <a:cubicBezTo>
                    <a:pt x="108" y="26232"/>
                    <a:pt x="342" y="26670"/>
                    <a:pt x="577" y="27086"/>
                  </a:cubicBezTo>
                  <a:cubicBezTo>
                    <a:pt x="684" y="27267"/>
                    <a:pt x="769" y="27470"/>
                    <a:pt x="865" y="27662"/>
                  </a:cubicBezTo>
                  <a:cubicBezTo>
                    <a:pt x="950" y="27800"/>
                    <a:pt x="982" y="27992"/>
                    <a:pt x="1025" y="28227"/>
                  </a:cubicBezTo>
                  <a:cubicBezTo>
                    <a:pt x="1142" y="28995"/>
                    <a:pt x="812" y="29678"/>
                    <a:pt x="492" y="30361"/>
                  </a:cubicBezTo>
                  <a:lnTo>
                    <a:pt x="449" y="30446"/>
                  </a:lnTo>
                  <a:cubicBezTo>
                    <a:pt x="289" y="30766"/>
                    <a:pt x="214" y="31043"/>
                    <a:pt x="182" y="31321"/>
                  </a:cubicBezTo>
                  <a:cubicBezTo>
                    <a:pt x="129" y="31790"/>
                    <a:pt x="321" y="32334"/>
                    <a:pt x="481" y="32782"/>
                  </a:cubicBezTo>
                  <a:cubicBezTo>
                    <a:pt x="492" y="32825"/>
                    <a:pt x="524" y="32867"/>
                    <a:pt x="534" y="32921"/>
                  </a:cubicBezTo>
                  <a:cubicBezTo>
                    <a:pt x="844" y="33849"/>
                    <a:pt x="1100" y="34244"/>
                    <a:pt x="1100" y="34244"/>
                  </a:cubicBezTo>
                  <a:lnTo>
                    <a:pt x="1110" y="34201"/>
                  </a:lnTo>
                  <a:cubicBezTo>
                    <a:pt x="1110" y="34201"/>
                    <a:pt x="865" y="33817"/>
                    <a:pt x="545" y="32899"/>
                  </a:cubicBezTo>
                  <a:cubicBezTo>
                    <a:pt x="534" y="32857"/>
                    <a:pt x="513" y="32803"/>
                    <a:pt x="492" y="32750"/>
                  </a:cubicBezTo>
                  <a:cubicBezTo>
                    <a:pt x="353" y="32313"/>
                    <a:pt x="161" y="31779"/>
                    <a:pt x="204" y="31310"/>
                  </a:cubicBezTo>
                  <a:cubicBezTo>
                    <a:pt x="225" y="31033"/>
                    <a:pt x="321" y="30766"/>
                    <a:pt x="470" y="30446"/>
                  </a:cubicBezTo>
                  <a:lnTo>
                    <a:pt x="502" y="30361"/>
                  </a:lnTo>
                  <a:cubicBezTo>
                    <a:pt x="822" y="29689"/>
                    <a:pt x="1164" y="28995"/>
                    <a:pt x="1036" y="28216"/>
                  </a:cubicBezTo>
                  <a:cubicBezTo>
                    <a:pt x="1004" y="27960"/>
                    <a:pt x="950" y="27790"/>
                    <a:pt x="876" y="27630"/>
                  </a:cubicBezTo>
                  <a:cubicBezTo>
                    <a:pt x="790" y="27427"/>
                    <a:pt x="694" y="27246"/>
                    <a:pt x="588" y="27054"/>
                  </a:cubicBezTo>
                  <a:cubicBezTo>
                    <a:pt x="364" y="26627"/>
                    <a:pt x="118" y="26200"/>
                    <a:pt x="54" y="25720"/>
                  </a:cubicBezTo>
                  <a:cubicBezTo>
                    <a:pt x="12" y="25453"/>
                    <a:pt x="24" y="25185"/>
                    <a:pt x="91" y="2491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8"/>
            <p:cNvSpPr/>
            <p:nvPr/>
          </p:nvSpPr>
          <p:spPr>
            <a:xfrm>
              <a:off x="3295567" y="1214708"/>
              <a:ext cx="363186" cy="3246536"/>
            </a:xfrm>
            <a:custGeom>
              <a:rect b="b" l="l" r="r" t="t"/>
              <a:pathLst>
                <a:path extrusionOk="0" h="34148" w="3820">
                  <a:moveTo>
                    <a:pt x="2208" y="1"/>
                  </a:moveTo>
                  <a:cubicBezTo>
                    <a:pt x="1408" y="907"/>
                    <a:pt x="950" y="1846"/>
                    <a:pt x="875" y="2774"/>
                  </a:cubicBezTo>
                  <a:cubicBezTo>
                    <a:pt x="822" y="3254"/>
                    <a:pt x="960" y="3820"/>
                    <a:pt x="1088" y="4321"/>
                  </a:cubicBezTo>
                  <a:lnTo>
                    <a:pt x="1099" y="4374"/>
                  </a:lnTo>
                  <a:cubicBezTo>
                    <a:pt x="1302" y="5228"/>
                    <a:pt x="1632" y="6166"/>
                    <a:pt x="1899" y="6871"/>
                  </a:cubicBezTo>
                  <a:cubicBezTo>
                    <a:pt x="2208" y="7681"/>
                    <a:pt x="2528" y="8247"/>
                    <a:pt x="3008" y="8748"/>
                  </a:cubicBezTo>
                  <a:cubicBezTo>
                    <a:pt x="3083" y="8812"/>
                    <a:pt x="3147" y="8897"/>
                    <a:pt x="3232" y="8961"/>
                  </a:cubicBezTo>
                  <a:cubicBezTo>
                    <a:pt x="3510" y="9217"/>
                    <a:pt x="3766" y="9452"/>
                    <a:pt x="3766" y="9879"/>
                  </a:cubicBezTo>
                  <a:cubicBezTo>
                    <a:pt x="3766" y="10679"/>
                    <a:pt x="3296" y="11287"/>
                    <a:pt x="2848" y="11852"/>
                  </a:cubicBezTo>
                  <a:cubicBezTo>
                    <a:pt x="2528" y="12268"/>
                    <a:pt x="2176" y="12695"/>
                    <a:pt x="2016" y="13207"/>
                  </a:cubicBezTo>
                  <a:cubicBezTo>
                    <a:pt x="2006" y="13228"/>
                    <a:pt x="2006" y="13260"/>
                    <a:pt x="1995" y="13292"/>
                  </a:cubicBezTo>
                  <a:cubicBezTo>
                    <a:pt x="1654" y="14626"/>
                    <a:pt x="2123" y="16194"/>
                    <a:pt x="2550" y="17581"/>
                  </a:cubicBezTo>
                  <a:cubicBezTo>
                    <a:pt x="2635" y="17815"/>
                    <a:pt x="2699" y="18061"/>
                    <a:pt x="2763" y="18285"/>
                  </a:cubicBezTo>
                  <a:cubicBezTo>
                    <a:pt x="2774" y="18338"/>
                    <a:pt x="2806" y="18402"/>
                    <a:pt x="2816" y="18455"/>
                  </a:cubicBezTo>
                  <a:cubicBezTo>
                    <a:pt x="2859" y="18615"/>
                    <a:pt x="2902" y="18754"/>
                    <a:pt x="2923" y="18861"/>
                  </a:cubicBezTo>
                  <a:cubicBezTo>
                    <a:pt x="3019" y="19266"/>
                    <a:pt x="2880" y="19607"/>
                    <a:pt x="2752" y="19959"/>
                  </a:cubicBezTo>
                  <a:cubicBezTo>
                    <a:pt x="2646" y="20226"/>
                    <a:pt x="2539" y="20514"/>
                    <a:pt x="2539" y="20813"/>
                  </a:cubicBezTo>
                  <a:cubicBezTo>
                    <a:pt x="2539" y="21272"/>
                    <a:pt x="2123" y="21773"/>
                    <a:pt x="1856" y="22125"/>
                  </a:cubicBezTo>
                  <a:lnTo>
                    <a:pt x="1814" y="22178"/>
                  </a:lnTo>
                  <a:cubicBezTo>
                    <a:pt x="1654" y="22360"/>
                    <a:pt x="1483" y="22562"/>
                    <a:pt x="1312" y="22765"/>
                  </a:cubicBezTo>
                  <a:cubicBezTo>
                    <a:pt x="982" y="23128"/>
                    <a:pt x="640" y="23512"/>
                    <a:pt x="427" y="23906"/>
                  </a:cubicBezTo>
                  <a:cubicBezTo>
                    <a:pt x="128" y="24482"/>
                    <a:pt x="0" y="25048"/>
                    <a:pt x="75" y="25613"/>
                  </a:cubicBezTo>
                  <a:cubicBezTo>
                    <a:pt x="139" y="26179"/>
                    <a:pt x="406" y="26669"/>
                    <a:pt x="672" y="27139"/>
                  </a:cubicBezTo>
                  <a:cubicBezTo>
                    <a:pt x="768" y="27288"/>
                    <a:pt x="843" y="27427"/>
                    <a:pt x="928" y="27587"/>
                  </a:cubicBezTo>
                  <a:cubicBezTo>
                    <a:pt x="1035" y="27789"/>
                    <a:pt x="1067" y="28003"/>
                    <a:pt x="1099" y="28173"/>
                  </a:cubicBezTo>
                  <a:cubicBezTo>
                    <a:pt x="1216" y="28920"/>
                    <a:pt x="886" y="29603"/>
                    <a:pt x="555" y="30254"/>
                  </a:cubicBezTo>
                  <a:cubicBezTo>
                    <a:pt x="523" y="30296"/>
                    <a:pt x="512" y="30350"/>
                    <a:pt x="480" y="30392"/>
                  </a:cubicBezTo>
                  <a:cubicBezTo>
                    <a:pt x="342" y="30702"/>
                    <a:pt x="246" y="30979"/>
                    <a:pt x="203" y="31267"/>
                  </a:cubicBezTo>
                  <a:cubicBezTo>
                    <a:pt x="139" y="31768"/>
                    <a:pt x="342" y="32376"/>
                    <a:pt x="480" y="32814"/>
                  </a:cubicBezTo>
                  <a:lnTo>
                    <a:pt x="480" y="32835"/>
                  </a:lnTo>
                  <a:cubicBezTo>
                    <a:pt x="779" y="33720"/>
                    <a:pt x="1120" y="34137"/>
                    <a:pt x="1120" y="34137"/>
                  </a:cubicBezTo>
                  <a:lnTo>
                    <a:pt x="1152" y="34147"/>
                  </a:lnTo>
                  <a:cubicBezTo>
                    <a:pt x="1142" y="34137"/>
                    <a:pt x="800" y="33742"/>
                    <a:pt x="512" y="32856"/>
                  </a:cubicBezTo>
                  <a:lnTo>
                    <a:pt x="512" y="32846"/>
                  </a:lnTo>
                  <a:cubicBezTo>
                    <a:pt x="363" y="32408"/>
                    <a:pt x="160" y="31800"/>
                    <a:pt x="235" y="31310"/>
                  </a:cubicBezTo>
                  <a:cubicBezTo>
                    <a:pt x="267" y="31022"/>
                    <a:pt x="363" y="30755"/>
                    <a:pt x="512" y="30446"/>
                  </a:cubicBezTo>
                  <a:cubicBezTo>
                    <a:pt x="534" y="30403"/>
                    <a:pt x="555" y="30350"/>
                    <a:pt x="576" y="30307"/>
                  </a:cubicBezTo>
                  <a:cubicBezTo>
                    <a:pt x="896" y="29656"/>
                    <a:pt x="1248" y="28973"/>
                    <a:pt x="1120" y="28216"/>
                  </a:cubicBezTo>
                  <a:cubicBezTo>
                    <a:pt x="1099" y="28045"/>
                    <a:pt x="1056" y="27832"/>
                    <a:pt x="950" y="27619"/>
                  </a:cubicBezTo>
                  <a:cubicBezTo>
                    <a:pt x="875" y="27459"/>
                    <a:pt x="779" y="27299"/>
                    <a:pt x="694" y="27149"/>
                  </a:cubicBezTo>
                  <a:cubicBezTo>
                    <a:pt x="427" y="26680"/>
                    <a:pt x="160" y="26200"/>
                    <a:pt x="96" y="25645"/>
                  </a:cubicBezTo>
                  <a:cubicBezTo>
                    <a:pt x="32" y="25069"/>
                    <a:pt x="150" y="24525"/>
                    <a:pt x="459" y="23949"/>
                  </a:cubicBezTo>
                  <a:cubicBezTo>
                    <a:pt x="672" y="23554"/>
                    <a:pt x="1014" y="23181"/>
                    <a:pt x="1334" y="22808"/>
                  </a:cubicBezTo>
                  <a:cubicBezTo>
                    <a:pt x="1515" y="22605"/>
                    <a:pt x="1686" y="22402"/>
                    <a:pt x="1846" y="22200"/>
                  </a:cubicBezTo>
                  <a:lnTo>
                    <a:pt x="1888" y="22146"/>
                  </a:lnTo>
                  <a:cubicBezTo>
                    <a:pt x="2155" y="21805"/>
                    <a:pt x="2560" y="21282"/>
                    <a:pt x="2560" y="20813"/>
                  </a:cubicBezTo>
                  <a:cubicBezTo>
                    <a:pt x="2582" y="20514"/>
                    <a:pt x="2667" y="20226"/>
                    <a:pt x="2774" y="19959"/>
                  </a:cubicBezTo>
                  <a:cubicBezTo>
                    <a:pt x="2912" y="19618"/>
                    <a:pt x="3040" y="19266"/>
                    <a:pt x="2955" y="18839"/>
                  </a:cubicBezTo>
                  <a:cubicBezTo>
                    <a:pt x="2923" y="18722"/>
                    <a:pt x="2880" y="18594"/>
                    <a:pt x="2848" y="18445"/>
                  </a:cubicBezTo>
                  <a:cubicBezTo>
                    <a:pt x="2827" y="18391"/>
                    <a:pt x="2806" y="18338"/>
                    <a:pt x="2795" y="18274"/>
                  </a:cubicBezTo>
                  <a:cubicBezTo>
                    <a:pt x="2720" y="18039"/>
                    <a:pt x="2656" y="17815"/>
                    <a:pt x="2582" y="17559"/>
                  </a:cubicBezTo>
                  <a:cubicBezTo>
                    <a:pt x="2155" y="16194"/>
                    <a:pt x="1686" y="14626"/>
                    <a:pt x="2016" y="13292"/>
                  </a:cubicBezTo>
                  <a:cubicBezTo>
                    <a:pt x="2027" y="13260"/>
                    <a:pt x="2027" y="13228"/>
                    <a:pt x="2048" y="13207"/>
                  </a:cubicBezTo>
                  <a:cubicBezTo>
                    <a:pt x="2219" y="12706"/>
                    <a:pt x="2550" y="12279"/>
                    <a:pt x="2870" y="11874"/>
                  </a:cubicBezTo>
                  <a:cubicBezTo>
                    <a:pt x="3328" y="11287"/>
                    <a:pt x="3808" y="10679"/>
                    <a:pt x="3808" y="9879"/>
                  </a:cubicBezTo>
                  <a:cubicBezTo>
                    <a:pt x="3819" y="9441"/>
                    <a:pt x="3552" y="9207"/>
                    <a:pt x="3275" y="8940"/>
                  </a:cubicBezTo>
                  <a:cubicBezTo>
                    <a:pt x="3190" y="8865"/>
                    <a:pt x="3115" y="8801"/>
                    <a:pt x="3040" y="8727"/>
                  </a:cubicBezTo>
                  <a:cubicBezTo>
                    <a:pt x="2560" y="8225"/>
                    <a:pt x="2240" y="7671"/>
                    <a:pt x="1942" y="6860"/>
                  </a:cubicBezTo>
                  <a:cubicBezTo>
                    <a:pt x="1675" y="6145"/>
                    <a:pt x="1355" y="5217"/>
                    <a:pt x="1142" y="4364"/>
                  </a:cubicBezTo>
                  <a:lnTo>
                    <a:pt x="1120" y="4310"/>
                  </a:lnTo>
                  <a:cubicBezTo>
                    <a:pt x="1003" y="3798"/>
                    <a:pt x="875" y="3244"/>
                    <a:pt x="907" y="2764"/>
                  </a:cubicBezTo>
                  <a:cubicBezTo>
                    <a:pt x="992" y="1846"/>
                    <a:pt x="1440" y="918"/>
                    <a:pt x="2230" y="11"/>
                  </a:cubicBezTo>
                  <a:lnTo>
                    <a:pt x="220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8"/>
            <p:cNvSpPr/>
            <p:nvPr/>
          </p:nvSpPr>
          <p:spPr>
            <a:xfrm>
              <a:off x="3283397" y="1212711"/>
              <a:ext cx="369271" cy="3247486"/>
            </a:xfrm>
            <a:custGeom>
              <a:rect b="b" l="l" r="r" t="t"/>
              <a:pathLst>
                <a:path extrusionOk="0" h="34158" w="3884">
                  <a:moveTo>
                    <a:pt x="2251" y="0"/>
                  </a:moveTo>
                  <a:cubicBezTo>
                    <a:pt x="1451" y="800"/>
                    <a:pt x="960" y="1771"/>
                    <a:pt x="854" y="2753"/>
                  </a:cubicBezTo>
                  <a:cubicBezTo>
                    <a:pt x="800" y="3254"/>
                    <a:pt x="950" y="3862"/>
                    <a:pt x="1067" y="4353"/>
                  </a:cubicBezTo>
                  <a:lnTo>
                    <a:pt x="1067" y="4385"/>
                  </a:lnTo>
                  <a:cubicBezTo>
                    <a:pt x="1227" y="5067"/>
                    <a:pt x="1515" y="5793"/>
                    <a:pt x="1771" y="6433"/>
                  </a:cubicBezTo>
                  <a:lnTo>
                    <a:pt x="1931" y="6838"/>
                  </a:lnTo>
                  <a:cubicBezTo>
                    <a:pt x="2144" y="7382"/>
                    <a:pt x="2464" y="8108"/>
                    <a:pt x="3051" y="8748"/>
                  </a:cubicBezTo>
                  <a:lnTo>
                    <a:pt x="3296" y="8982"/>
                  </a:lnTo>
                  <a:cubicBezTo>
                    <a:pt x="3574" y="9238"/>
                    <a:pt x="3830" y="9494"/>
                    <a:pt x="3840" y="9900"/>
                  </a:cubicBezTo>
                  <a:cubicBezTo>
                    <a:pt x="3851" y="10700"/>
                    <a:pt x="3360" y="11287"/>
                    <a:pt x="2870" y="11852"/>
                  </a:cubicBezTo>
                  <a:cubicBezTo>
                    <a:pt x="2507" y="12279"/>
                    <a:pt x="2134" y="12705"/>
                    <a:pt x="1974" y="13207"/>
                  </a:cubicBezTo>
                  <a:cubicBezTo>
                    <a:pt x="1963" y="13239"/>
                    <a:pt x="1963" y="13260"/>
                    <a:pt x="1942" y="13303"/>
                  </a:cubicBezTo>
                  <a:cubicBezTo>
                    <a:pt x="1675" y="14476"/>
                    <a:pt x="2080" y="15906"/>
                    <a:pt x="2422" y="17154"/>
                  </a:cubicBezTo>
                  <a:cubicBezTo>
                    <a:pt x="2528" y="17559"/>
                    <a:pt x="2635" y="17943"/>
                    <a:pt x="2720" y="18295"/>
                  </a:cubicBezTo>
                  <a:cubicBezTo>
                    <a:pt x="2731" y="18370"/>
                    <a:pt x="2763" y="18434"/>
                    <a:pt x="2774" y="18508"/>
                  </a:cubicBezTo>
                  <a:cubicBezTo>
                    <a:pt x="2816" y="18668"/>
                    <a:pt x="2848" y="18796"/>
                    <a:pt x="2848" y="18903"/>
                  </a:cubicBezTo>
                  <a:cubicBezTo>
                    <a:pt x="2870" y="19255"/>
                    <a:pt x="2742" y="19586"/>
                    <a:pt x="2614" y="19916"/>
                  </a:cubicBezTo>
                  <a:cubicBezTo>
                    <a:pt x="2496" y="20236"/>
                    <a:pt x="2358" y="20557"/>
                    <a:pt x="2358" y="20909"/>
                  </a:cubicBezTo>
                  <a:cubicBezTo>
                    <a:pt x="2358" y="21346"/>
                    <a:pt x="2016" y="21773"/>
                    <a:pt x="1643" y="22221"/>
                  </a:cubicBezTo>
                  <a:cubicBezTo>
                    <a:pt x="1515" y="22359"/>
                    <a:pt x="1408" y="22487"/>
                    <a:pt x="1291" y="22626"/>
                  </a:cubicBezTo>
                  <a:cubicBezTo>
                    <a:pt x="950" y="23021"/>
                    <a:pt x="587" y="23437"/>
                    <a:pt x="374" y="23863"/>
                  </a:cubicBezTo>
                  <a:cubicBezTo>
                    <a:pt x="107" y="24375"/>
                    <a:pt x="0" y="24984"/>
                    <a:pt x="43" y="25602"/>
                  </a:cubicBezTo>
                  <a:cubicBezTo>
                    <a:pt x="96" y="26306"/>
                    <a:pt x="448" y="26936"/>
                    <a:pt x="800" y="27533"/>
                  </a:cubicBezTo>
                  <a:lnTo>
                    <a:pt x="854" y="27640"/>
                  </a:lnTo>
                  <a:cubicBezTo>
                    <a:pt x="971" y="27842"/>
                    <a:pt x="1024" y="28066"/>
                    <a:pt x="1056" y="28248"/>
                  </a:cubicBezTo>
                  <a:cubicBezTo>
                    <a:pt x="1184" y="28984"/>
                    <a:pt x="843" y="29656"/>
                    <a:pt x="502" y="30296"/>
                  </a:cubicBezTo>
                  <a:cubicBezTo>
                    <a:pt x="480" y="30339"/>
                    <a:pt x="438" y="30413"/>
                    <a:pt x="416" y="30477"/>
                  </a:cubicBezTo>
                  <a:cubicBezTo>
                    <a:pt x="267" y="30776"/>
                    <a:pt x="171" y="31053"/>
                    <a:pt x="128" y="31363"/>
                  </a:cubicBezTo>
                  <a:cubicBezTo>
                    <a:pt x="75" y="31811"/>
                    <a:pt x="203" y="32237"/>
                    <a:pt x="320" y="32675"/>
                  </a:cubicBezTo>
                  <a:cubicBezTo>
                    <a:pt x="331" y="32739"/>
                    <a:pt x="363" y="32813"/>
                    <a:pt x="374" y="32877"/>
                  </a:cubicBezTo>
                  <a:cubicBezTo>
                    <a:pt x="582" y="33615"/>
                    <a:pt x="917" y="34000"/>
                    <a:pt x="1035" y="34117"/>
                  </a:cubicBezTo>
                  <a:lnTo>
                    <a:pt x="1035" y="34117"/>
                  </a:lnTo>
                  <a:cubicBezTo>
                    <a:pt x="917" y="34000"/>
                    <a:pt x="584" y="33617"/>
                    <a:pt x="384" y="32888"/>
                  </a:cubicBezTo>
                  <a:cubicBezTo>
                    <a:pt x="374" y="32824"/>
                    <a:pt x="342" y="32760"/>
                    <a:pt x="331" y="32696"/>
                  </a:cubicBezTo>
                  <a:cubicBezTo>
                    <a:pt x="203" y="32248"/>
                    <a:pt x="96" y="31843"/>
                    <a:pt x="149" y="31384"/>
                  </a:cubicBezTo>
                  <a:cubicBezTo>
                    <a:pt x="181" y="31075"/>
                    <a:pt x="278" y="30808"/>
                    <a:pt x="427" y="30520"/>
                  </a:cubicBezTo>
                  <a:cubicBezTo>
                    <a:pt x="448" y="30467"/>
                    <a:pt x="480" y="30403"/>
                    <a:pt x="523" y="30328"/>
                  </a:cubicBezTo>
                  <a:cubicBezTo>
                    <a:pt x="864" y="29677"/>
                    <a:pt x="1216" y="29016"/>
                    <a:pt x="1078" y="28280"/>
                  </a:cubicBezTo>
                  <a:cubicBezTo>
                    <a:pt x="1035" y="28077"/>
                    <a:pt x="1003" y="27853"/>
                    <a:pt x="875" y="27650"/>
                  </a:cubicBezTo>
                  <a:lnTo>
                    <a:pt x="822" y="27544"/>
                  </a:lnTo>
                  <a:cubicBezTo>
                    <a:pt x="491" y="26936"/>
                    <a:pt x="128" y="26317"/>
                    <a:pt x="75" y="25613"/>
                  </a:cubicBezTo>
                  <a:cubicBezTo>
                    <a:pt x="43" y="25016"/>
                    <a:pt x="160" y="24397"/>
                    <a:pt x="416" y="23895"/>
                  </a:cubicBezTo>
                  <a:cubicBezTo>
                    <a:pt x="630" y="23469"/>
                    <a:pt x="971" y="23053"/>
                    <a:pt x="1323" y="22647"/>
                  </a:cubicBezTo>
                  <a:cubicBezTo>
                    <a:pt x="1440" y="22519"/>
                    <a:pt x="1558" y="22370"/>
                    <a:pt x="1664" y="22242"/>
                  </a:cubicBezTo>
                  <a:cubicBezTo>
                    <a:pt x="2038" y="21783"/>
                    <a:pt x="2390" y="21346"/>
                    <a:pt x="2390" y="20909"/>
                  </a:cubicBezTo>
                  <a:cubicBezTo>
                    <a:pt x="2390" y="20567"/>
                    <a:pt x="2518" y="20247"/>
                    <a:pt x="2635" y="19927"/>
                  </a:cubicBezTo>
                  <a:cubicBezTo>
                    <a:pt x="2763" y="19596"/>
                    <a:pt x="2891" y="19266"/>
                    <a:pt x="2880" y="18903"/>
                  </a:cubicBezTo>
                  <a:cubicBezTo>
                    <a:pt x="2880" y="18796"/>
                    <a:pt x="2838" y="18668"/>
                    <a:pt x="2795" y="18508"/>
                  </a:cubicBezTo>
                  <a:cubicBezTo>
                    <a:pt x="2784" y="18434"/>
                    <a:pt x="2763" y="18359"/>
                    <a:pt x="2742" y="18295"/>
                  </a:cubicBezTo>
                  <a:cubicBezTo>
                    <a:pt x="2667" y="17932"/>
                    <a:pt x="2560" y="17559"/>
                    <a:pt x="2454" y="17154"/>
                  </a:cubicBezTo>
                  <a:cubicBezTo>
                    <a:pt x="2091" y="15906"/>
                    <a:pt x="1707" y="14476"/>
                    <a:pt x="1974" y="13313"/>
                  </a:cubicBezTo>
                  <a:cubicBezTo>
                    <a:pt x="1984" y="13281"/>
                    <a:pt x="1984" y="13249"/>
                    <a:pt x="1995" y="13228"/>
                  </a:cubicBezTo>
                  <a:cubicBezTo>
                    <a:pt x="2155" y="12716"/>
                    <a:pt x="2518" y="12289"/>
                    <a:pt x="2880" y="11873"/>
                  </a:cubicBezTo>
                  <a:cubicBezTo>
                    <a:pt x="3371" y="11308"/>
                    <a:pt x="3883" y="10721"/>
                    <a:pt x="3862" y="9900"/>
                  </a:cubicBezTo>
                  <a:cubicBezTo>
                    <a:pt x="3851" y="9473"/>
                    <a:pt x="3584" y="9228"/>
                    <a:pt x="3307" y="8961"/>
                  </a:cubicBezTo>
                  <a:lnTo>
                    <a:pt x="3062" y="8716"/>
                  </a:lnTo>
                  <a:cubicBezTo>
                    <a:pt x="2475" y="8076"/>
                    <a:pt x="2155" y="7372"/>
                    <a:pt x="1942" y="6806"/>
                  </a:cubicBezTo>
                  <a:lnTo>
                    <a:pt x="1782" y="6411"/>
                  </a:lnTo>
                  <a:cubicBezTo>
                    <a:pt x="1515" y="5771"/>
                    <a:pt x="1238" y="5035"/>
                    <a:pt x="1078" y="4374"/>
                  </a:cubicBezTo>
                  <a:lnTo>
                    <a:pt x="1078" y="4342"/>
                  </a:lnTo>
                  <a:cubicBezTo>
                    <a:pt x="960" y="3851"/>
                    <a:pt x="811" y="3233"/>
                    <a:pt x="864" y="2753"/>
                  </a:cubicBezTo>
                  <a:cubicBezTo>
                    <a:pt x="971" y="1782"/>
                    <a:pt x="1462" y="811"/>
                    <a:pt x="2262" y="11"/>
                  </a:cubicBezTo>
                  <a:lnTo>
                    <a:pt x="2251" y="0"/>
                  </a:lnTo>
                  <a:close/>
                  <a:moveTo>
                    <a:pt x="1035" y="34118"/>
                  </a:moveTo>
                  <a:cubicBezTo>
                    <a:pt x="1062" y="34145"/>
                    <a:pt x="1078" y="34158"/>
                    <a:pt x="1078" y="34158"/>
                  </a:cubicBezTo>
                  <a:cubicBezTo>
                    <a:pt x="1078" y="34158"/>
                    <a:pt x="1062" y="34145"/>
                    <a:pt x="1035" y="3411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8"/>
            <p:cNvSpPr/>
            <p:nvPr/>
          </p:nvSpPr>
          <p:spPr>
            <a:xfrm>
              <a:off x="3272654" y="1214708"/>
              <a:ext cx="375927" cy="3247486"/>
            </a:xfrm>
            <a:custGeom>
              <a:rect b="b" l="l" r="r" t="t"/>
              <a:pathLst>
                <a:path extrusionOk="0" h="34158" w="3954">
                  <a:moveTo>
                    <a:pt x="2300" y="1"/>
                  </a:moveTo>
                  <a:cubicBezTo>
                    <a:pt x="1489" y="715"/>
                    <a:pt x="935" y="1718"/>
                    <a:pt x="817" y="2764"/>
                  </a:cubicBezTo>
                  <a:cubicBezTo>
                    <a:pt x="764" y="3244"/>
                    <a:pt x="881" y="3830"/>
                    <a:pt x="1020" y="4385"/>
                  </a:cubicBezTo>
                  <a:cubicBezTo>
                    <a:pt x="1169" y="4982"/>
                    <a:pt x="1436" y="5601"/>
                    <a:pt x="1681" y="6198"/>
                  </a:cubicBezTo>
                  <a:cubicBezTo>
                    <a:pt x="1767" y="6401"/>
                    <a:pt x="1841" y="6604"/>
                    <a:pt x="1927" y="6785"/>
                  </a:cubicBezTo>
                  <a:cubicBezTo>
                    <a:pt x="2151" y="7351"/>
                    <a:pt x="2503" y="8076"/>
                    <a:pt x="3068" y="8716"/>
                  </a:cubicBezTo>
                  <a:cubicBezTo>
                    <a:pt x="3153" y="8801"/>
                    <a:pt x="3228" y="8897"/>
                    <a:pt x="3324" y="8972"/>
                  </a:cubicBezTo>
                  <a:cubicBezTo>
                    <a:pt x="3601" y="9239"/>
                    <a:pt x="3868" y="9495"/>
                    <a:pt x="3900" y="9889"/>
                  </a:cubicBezTo>
                  <a:cubicBezTo>
                    <a:pt x="3943" y="10711"/>
                    <a:pt x="3388" y="11276"/>
                    <a:pt x="2876" y="11831"/>
                  </a:cubicBezTo>
                  <a:cubicBezTo>
                    <a:pt x="2471" y="12236"/>
                    <a:pt x="2055" y="12663"/>
                    <a:pt x="1895" y="13196"/>
                  </a:cubicBezTo>
                  <a:cubicBezTo>
                    <a:pt x="1884" y="13228"/>
                    <a:pt x="1884" y="13250"/>
                    <a:pt x="1873" y="13292"/>
                  </a:cubicBezTo>
                  <a:cubicBezTo>
                    <a:pt x="1660" y="14348"/>
                    <a:pt x="2023" y="15650"/>
                    <a:pt x="2321" y="16802"/>
                  </a:cubicBezTo>
                  <a:cubicBezTo>
                    <a:pt x="2460" y="17303"/>
                    <a:pt x="2588" y="17805"/>
                    <a:pt x="2673" y="18242"/>
                  </a:cubicBezTo>
                  <a:cubicBezTo>
                    <a:pt x="2684" y="18317"/>
                    <a:pt x="2695" y="18391"/>
                    <a:pt x="2716" y="18455"/>
                  </a:cubicBezTo>
                  <a:cubicBezTo>
                    <a:pt x="2748" y="18615"/>
                    <a:pt x="2780" y="18765"/>
                    <a:pt x="2780" y="18882"/>
                  </a:cubicBezTo>
                  <a:cubicBezTo>
                    <a:pt x="2780" y="19223"/>
                    <a:pt x="2641" y="19543"/>
                    <a:pt x="2503" y="19885"/>
                  </a:cubicBezTo>
                  <a:cubicBezTo>
                    <a:pt x="2364" y="20205"/>
                    <a:pt x="2215" y="20525"/>
                    <a:pt x="2204" y="20877"/>
                  </a:cubicBezTo>
                  <a:cubicBezTo>
                    <a:pt x="2193" y="21325"/>
                    <a:pt x="1916" y="21666"/>
                    <a:pt x="1607" y="22029"/>
                  </a:cubicBezTo>
                  <a:cubicBezTo>
                    <a:pt x="1564" y="22072"/>
                    <a:pt x="1543" y="22104"/>
                    <a:pt x="1500" y="22146"/>
                  </a:cubicBezTo>
                  <a:lnTo>
                    <a:pt x="1468" y="22189"/>
                  </a:lnTo>
                  <a:cubicBezTo>
                    <a:pt x="1084" y="22669"/>
                    <a:pt x="636" y="23213"/>
                    <a:pt x="391" y="23746"/>
                  </a:cubicBezTo>
                  <a:cubicBezTo>
                    <a:pt x="307" y="23933"/>
                    <a:pt x="237" y="24135"/>
                    <a:pt x="182" y="24347"/>
                  </a:cubicBezTo>
                  <a:lnTo>
                    <a:pt x="182" y="24347"/>
                  </a:lnTo>
                  <a:cubicBezTo>
                    <a:pt x="234" y="24157"/>
                    <a:pt x="300" y="23977"/>
                    <a:pt x="380" y="23810"/>
                  </a:cubicBezTo>
                  <a:cubicBezTo>
                    <a:pt x="615" y="23277"/>
                    <a:pt x="1073" y="22733"/>
                    <a:pt x="1457" y="22253"/>
                  </a:cubicBezTo>
                  <a:lnTo>
                    <a:pt x="1489" y="22210"/>
                  </a:lnTo>
                  <a:cubicBezTo>
                    <a:pt x="1521" y="22178"/>
                    <a:pt x="1553" y="22136"/>
                    <a:pt x="1596" y="22093"/>
                  </a:cubicBezTo>
                  <a:cubicBezTo>
                    <a:pt x="1895" y="21720"/>
                    <a:pt x="2183" y="21378"/>
                    <a:pt x="2204" y="20920"/>
                  </a:cubicBezTo>
                  <a:cubicBezTo>
                    <a:pt x="2215" y="20578"/>
                    <a:pt x="2364" y="20237"/>
                    <a:pt x="2503" y="19938"/>
                  </a:cubicBezTo>
                  <a:cubicBezTo>
                    <a:pt x="2641" y="19618"/>
                    <a:pt x="2791" y="19277"/>
                    <a:pt x="2791" y="18925"/>
                  </a:cubicBezTo>
                  <a:cubicBezTo>
                    <a:pt x="2791" y="18797"/>
                    <a:pt x="2769" y="18658"/>
                    <a:pt x="2727" y="18477"/>
                  </a:cubicBezTo>
                  <a:cubicBezTo>
                    <a:pt x="2716" y="18413"/>
                    <a:pt x="2695" y="18338"/>
                    <a:pt x="2684" y="18263"/>
                  </a:cubicBezTo>
                  <a:cubicBezTo>
                    <a:pt x="2609" y="17815"/>
                    <a:pt x="2471" y="17335"/>
                    <a:pt x="2343" y="16813"/>
                  </a:cubicBezTo>
                  <a:cubicBezTo>
                    <a:pt x="2033" y="15671"/>
                    <a:pt x="1671" y="14359"/>
                    <a:pt x="1884" y="13324"/>
                  </a:cubicBezTo>
                  <a:cubicBezTo>
                    <a:pt x="1895" y="13282"/>
                    <a:pt x="1895" y="13250"/>
                    <a:pt x="1916" y="13228"/>
                  </a:cubicBezTo>
                  <a:cubicBezTo>
                    <a:pt x="2076" y="12695"/>
                    <a:pt x="2471" y="12268"/>
                    <a:pt x="2876" y="11852"/>
                  </a:cubicBezTo>
                  <a:cubicBezTo>
                    <a:pt x="3409" y="11308"/>
                    <a:pt x="3953" y="10732"/>
                    <a:pt x="3911" y="9911"/>
                  </a:cubicBezTo>
                  <a:cubicBezTo>
                    <a:pt x="3900" y="9495"/>
                    <a:pt x="3601" y="9217"/>
                    <a:pt x="3335" y="8961"/>
                  </a:cubicBezTo>
                  <a:cubicBezTo>
                    <a:pt x="3260" y="8876"/>
                    <a:pt x="3164" y="8801"/>
                    <a:pt x="3089" y="8705"/>
                  </a:cubicBezTo>
                  <a:cubicBezTo>
                    <a:pt x="2513" y="8076"/>
                    <a:pt x="2183" y="7351"/>
                    <a:pt x="1948" y="6785"/>
                  </a:cubicBezTo>
                  <a:cubicBezTo>
                    <a:pt x="1873" y="6604"/>
                    <a:pt x="1788" y="6401"/>
                    <a:pt x="1703" y="6198"/>
                  </a:cubicBezTo>
                  <a:cubicBezTo>
                    <a:pt x="1436" y="5601"/>
                    <a:pt x="1169" y="4982"/>
                    <a:pt x="1031" y="4385"/>
                  </a:cubicBezTo>
                  <a:cubicBezTo>
                    <a:pt x="903" y="3830"/>
                    <a:pt x="775" y="3254"/>
                    <a:pt x="828" y="2774"/>
                  </a:cubicBezTo>
                  <a:cubicBezTo>
                    <a:pt x="967" y="1729"/>
                    <a:pt x="1500" y="737"/>
                    <a:pt x="2311" y="22"/>
                  </a:cubicBezTo>
                  <a:lnTo>
                    <a:pt x="2300" y="1"/>
                  </a:lnTo>
                  <a:close/>
                  <a:moveTo>
                    <a:pt x="182" y="24347"/>
                  </a:moveTo>
                  <a:cubicBezTo>
                    <a:pt x="74" y="24742"/>
                    <a:pt x="28" y="25174"/>
                    <a:pt x="49" y="25592"/>
                  </a:cubicBezTo>
                  <a:cubicBezTo>
                    <a:pt x="70" y="26360"/>
                    <a:pt x="423" y="27064"/>
                    <a:pt x="764" y="27651"/>
                  </a:cubicBezTo>
                  <a:cubicBezTo>
                    <a:pt x="871" y="27843"/>
                    <a:pt x="935" y="28045"/>
                    <a:pt x="988" y="28291"/>
                  </a:cubicBezTo>
                  <a:cubicBezTo>
                    <a:pt x="1001" y="28357"/>
                    <a:pt x="1009" y="28422"/>
                    <a:pt x="1014" y="28487"/>
                  </a:cubicBezTo>
                  <a:lnTo>
                    <a:pt x="1014" y="28487"/>
                  </a:lnTo>
                  <a:cubicBezTo>
                    <a:pt x="1011" y="28405"/>
                    <a:pt x="1003" y="28321"/>
                    <a:pt x="988" y="28237"/>
                  </a:cubicBezTo>
                  <a:cubicBezTo>
                    <a:pt x="956" y="28003"/>
                    <a:pt x="871" y="27789"/>
                    <a:pt x="764" y="27619"/>
                  </a:cubicBezTo>
                  <a:cubicBezTo>
                    <a:pt x="423" y="27011"/>
                    <a:pt x="60" y="26307"/>
                    <a:pt x="49" y="25539"/>
                  </a:cubicBezTo>
                  <a:cubicBezTo>
                    <a:pt x="35" y="25140"/>
                    <a:pt x="84" y="24729"/>
                    <a:pt x="182" y="24347"/>
                  </a:cubicBezTo>
                  <a:close/>
                  <a:moveTo>
                    <a:pt x="1014" y="28487"/>
                  </a:moveTo>
                  <a:lnTo>
                    <a:pt x="1014" y="28487"/>
                  </a:lnTo>
                  <a:cubicBezTo>
                    <a:pt x="1034" y="29107"/>
                    <a:pt x="725" y="29687"/>
                    <a:pt x="433" y="30243"/>
                  </a:cubicBezTo>
                  <a:cubicBezTo>
                    <a:pt x="380" y="30339"/>
                    <a:pt x="337" y="30414"/>
                    <a:pt x="294" y="30499"/>
                  </a:cubicBezTo>
                  <a:cubicBezTo>
                    <a:pt x="156" y="30776"/>
                    <a:pt x="70" y="31054"/>
                    <a:pt x="28" y="31374"/>
                  </a:cubicBezTo>
                  <a:cubicBezTo>
                    <a:pt x="19" y="31449"/>
                    <a:pt x="16" y="31523"/>
                    <a:pt x="15" y="31596"/>
                  </a:cubicBezTo>
                  <a:lnTo>
                    <a:pt x="15" y="31596"/>
                  </a:lnTo>
                  <a:cubicBezTo>
                    <a:pt x="17" y="31540"/>
                    <a:pt x="21" y="31484"/>
                    <a:pt x="28" y="31427"/>
                  </a:cubicBezTo>
                  <a:cubicBezTo>
                    <a:pt x="70" y="31107"/>
                    <a:pt x="156" y="30830"/>
                    <a:pt x="294" y="30563"/>
                  </a:cubicBezTo>
                  <a:cubicBezTo>
                    <a:pt x="337" y="30467"/>
                    <a:pt x="391" y="30392"/>
                    <a:pt x="433" y="30307"/>
                  </a:cubicBezTo>
                  <a:cubicBezTo>
                    <a:pt x="743" y="29725"/>
                    <a:pt x="1063" y="29135"/>
                    <a:pt x="1014" y="28487"/>
                  </a:cubicBezTo>
                  <a:close/>
                  <a:moveTo>
                    <a:pt x="15" y="31596"/>
                  </a:moveTo>
                  <a:cubicBezTo>
                    <a:pt x="0" y="32006"/>
                    <a:pt x="98" y="32376"/>
                    <a:pt x="220" y="32771"/>
                  </a:cubicBezTo>
                  <a:cubicBezTo>
                    <a:pt x="230" y="32824"/>
                    <a:pt x="241" y="32867"/>
                    <a:pt x="262" y="32920"/>
                  </a:cubicBezTo>
                  <a:cubicBezTo>
                    <a:pt x="497" y="33784"/>
                    <a:pt x="988" y="34147"/>
                    <a:pt x="988" y="34158"/>
                  </a:cubicBezTo>
                  <a:lnTo>
                    <a:pt x="1009" y="34137"/>
                  </a:lnTo>
                  <a:cubicBezTo>
                    <a:pt x="1009" y="34137"/>
                    <a:pt x="497" y="33763"/>
                    <a:pt x="262" y="32888"/>
                  </a:cubicBezTo>
                  <a:cubicBezTo>
                    <a:pt x="241" y="32835"/>
                    <a:pt x="230" y="32792"/>
                    <a:pt x="220" y="32739"/>
                  </a:cubicBezTo>
                  <a:cubicBezTo>
                    <a:pt x="121" y="32352"/>
                    <a:pt x="14" y="31988"/>
                    <a:pt x="15" y="3159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8"/>
            <p:cNvSpPr/>
            <p:nvPr/>
          </p:nvSpPr>
          <p:spPr>
            <a:xfrm>
              <a:off x="3249931" y="1217750"/>
              <a:ext cx="398649" cy="3242448"/>
            </a:xfrm>
            <a:custGeom>
              <a:rect b="b" l="l" r="r" t="t"/>
              <a:pathLst>
                <a:path extrusionOk="0" h="34105" w="4193">
                  <a:moveTo>
                    <a:pt x="2486" y="1"/>
                  </a:moveTo>
                  <a:cubicBezTo>
                    <a:pt x="1654" y="641"/>
                    <a:pt x="1067" y="1675"/>
                    <a:pt x="928" y="2753"/>
                  </a:cubicBezTo>
                  <a:cubicBezTo>
                    <a:pt x="854" y="3222"/>
                    <a:pt x="960" y="3820"/>
                    <a:pt x="1099" y="4385"/>
                  </a:cubicBezTo>
                  <a:cubicBezTo>
                    <a:pt x="1227" y="4940"/>
                    <a:pt x="1494" y="5526"/>
                    <a:pt x="1760" y="6092"/>
                  </a:cubicBezTo>
                  <a:cubicBezTo>
                    <a:pt x="1867" y="6316"/>
                    <a:pt x="1963" y="6529"/>
                    <a:pt x="2059" y="6743"/>
                  </a:cubicBezTo>
                  <a:cubicBezTo>
                    <a:pt x="2315" y="7319"/>
                    <a:pt x="2656" y="8055"/>
                    <a:pt x="3232" y="8695"/>
                  </a:cubicBezTo>
                  <a:lnTo>
                    <a:pt x="3510" y="8972"/>
                  </a:lnTo>
                  <a:cubicBezTo>
                    <a:pt x="3776" y="9228"/>
                    <a:pt x="4064" y="9495"/>
                    <a:pt x="4096" y="9889"/>
                  </a:cubicBezTo>
                  <a:cubicBezTo>
                    <a:pt x="4150" y="10700"/>
                    <a:pt x="3563" y="11266"/>
                    <a:pt x="2998" y="11810"/>
                  </a:cubicBezTo>
                  <a:cubicBezTo>
                    <a:pt x="2582" y="12226"/>
                    <a:pt x="2123" y="12652"/>
                    <a:pt x="1963" y="13196"/>
                  </a:cubicBezTo>
                  <a:cubicBezTo>
                    <a:pt x="1952" y="13228"/>
                    <a:pt x="1952" y="13250"/>
                    <a:pt x="1931" y="13292"/>
                  </a:cubicBezTo>
                  <a:cubicBezTo>
                    <a:pt x="1846" y="13772"/>
                    <a:pt x="1974" y="14295"/>
                    <a:pt x="2112" y="14796"/>
                  </a:cubicBezTo>
                  <a:cubicBezTo>
                    <a:pt x="2144" y="14967"/>
                    <a:pt x="2187" y="15127"/>
                    <a:pt x="2230" y="15287"/>
                  </a:cubicBezTo>
                  <a:lnTo>
                    <a:pt x="2304" y="15692"/>
                  </a:lnTo>
                  <a:cubicBezTo>
                    <a:pt x="2486" y="16514"/>
                    <a:pt x="2656" y="17357"/>
                    <a:pt x="2774" y="18189"/>
                  </a:cubicBezTo>
                  <a:cubicBezTo>
                    <a:pt x="2774" y="18263"/>
                    <a:pt x="2784" y="18327"/>
                    <a:pt x="2806" y="18402"/>
                  </a:cubicBezTo>
                  <a:cubicBezTo>
                    <a:pt x="2838" y="18573"/>
                    <a:pt x="2859" y="18733"/>
                    <a:pt x="2859" y="18850"/>
                  </a:cubicBezTo>
                  <a:cubicBezTo>
                    <a:pt x="2838" y="19181"/>
                    <a:pt x="2699" y="19490"/>
                    <a:pt x="2539" y="19810"/>
                  </a:cubicBezTo>
                  <a:cubicBezTo>
                    <a:pt x="2379" y="20130"/>
                    <a:pt x="2230" y="20461"/>
                    <a:pt x="2198" y="20824"/>
                  </a:cubicBezTo>
                  <a:cubicBezTo>
                    <a:pt x="2176" y="21261"/>
                    <a:pt x="1931" y="21560"/>
                    <a:pt x="1686" y="21880"/>
                  </a:cubicBezTo>
                  <a:cubicBezTo>
                    <a:pt x="1632" y="21933"/>
                    <a:pt x="1579" y="21997"/>
                    <a:pt x="1526" y="22061"/>
                  </a:cubicBezTo>
                  <a:cubicBezTo>
                    <a:pt x="1067" y="22669"/>
                    <a:pt x="747" y="23181"/>
                    <a:pt x="544" y="23640"/>
                  </a:cubicBezTo>
                  <a:cubicBezTo>
                    <a:pt x="309" y="24194"/>
                    <a:pt x="181" y="24867"/>
                    <a:pt x="160" y="25485"/>
                  </a:cubicBezTo>
                  <a:cubicBezTo>
                    <a:pt x="149" y="26307"/>
                    <a:pt x="501" y="27064"/>
                    <a:pt x="790" y="27619"/>
                  </a:cubicBezTo>
                  <a:cubicBezTo>
                    <a:pt x="875" y="27800"/>
                    <a:pt x="939" y="28003"/>
                    <a:pt x="992" y="28248"/>
                  </a:cubicBezTo>
                  <a:cubicBezTo>
                    <a:pt x="1110" y="28931"/>
                    <a:pt x="779" y="29571"/>
                    <a:pt x="448" y="30200"/>
                  </a:cubicBezTo>
                  <a:cubicBezTo>
                    <a:pt x="384" y="30307"/>
                    <a:pt x="331" y="30403"/>
                    <a:pt x="277" y="30510"/>
                  </a:cubicBezTo>
                  <a:cubicBezTo>
                    <a:pt x="149" y="30776"/>
                    <a:pt x="75" y="31054"/>
                    <a:pt x="43" y="31395"/>
                  </a:cubicBezTo>
                  <a:cubicBezTo>
                    <a:pt x="0" y="31886"/>
                    <a:pt x="128" y="32323"/>
                    <a:pt x="245" y="32771"/>
                  </a:cubicBezTo>
                  <a:lnTo>
                    <a:pt x="267" y="32878"/>
                  </a:lnTo>
                  <a:cubicBezTo>
                    <a:pt x="512" y="33731"/>
                    <a:pt x="1056" y="34105"/>
                    <a:pt x="1056" y="34105"/>
                  </a:cubicBezTo>
                  <a:lnTo>
                    <a:pt x="1067" y="34094"/>
                  </a:lnTo>
                  <a:cubicBezTo>
                    <a:pt x="1056" y="34094"/>
                    <a:pt x="523" y="33731"/>
                    <a:pt x="299" y="32888"/>
                  </a:cubicBezTo>
                  <a:lnTo>
                    <a:pt x="267" y="32782"/>
                  </a:lnTo>
                  <a:cubicBezTo>
                    <a:pt x="139" y="32334"/>
                    <a:pt x="32" y="31907"/>
                    <a:pt x="75" y="31406"/>
                  </a:cubicBezTo>
                  <a:cubicBezTo>
                    <a:pt x="107" y="31064"/>
                    <a:pt x="181" y="30787"/>
                    <a:pt x="309" y="30531"/>
                  </a:cubicBezTo>
                  <a:cubicBezTo>
                    <a:pt x="363" y="30435"/>
                    <a:pt x="416" y="30328"/>
                    <a:pt x="469" y="30222"/>
                  </a:cubicBezTo>
                  <a:cubicBezTo>
                    <a:pt x="800" y="29603"/>
                    <a:pt x="1152" y="28941"/>
                    <a:pt x="1014" y="28248"/>
                  </a:cubicBezTo>
                  <a:cubicBezTo>
                    <a:pt x="960" y="27992"/>
                    <a:pt x="896" y="27800"/>
                    <a:pt x="800" y="27619"/>
                  </a:cubicBezTo>
                  <a:cubicBezTo>
                    <a:pt x="512" y="27064"/>
                    <a:pt x="160" y="26317"/>
                    <a:pt x="181" y="25507"/>
                  </a:cubicBezTo>
                  <a:cubicBezTo>
                    <a:pt x="192" y="24877"/>
                    <a:pt x="320" y="24226"/>
                    <a:pt x="566" y="23661"/>
                  </a:cubicBezTo>
                  <a:cubicBezTo>
                    <a:pt x="768" y="23213"/>
                    <a:pt x="1067" y="22701"/>
                    <a:pt x="1536" y="22104"/>
                  </a:cubicBezTo>
                  <a:cubicBezTo>
                    <a:pt x="1590" y="22050"/>
                    <a:pt x="1643" y="21986"/>
                    <a:pt x="1696" y="21922"/>
                  </a:cubicBezTo>
                  <a:cubicBezTo>
                    <a:pt x="1963" y="21602"/>
                    <a:pt x="2208" y="21293"/>
                    <a:pt x="2230" y="20856"/>
                  </a:cubicBezTo>
                  <a:cubicBezTo>
                    <a:pt x="2262" y="20493"/>
                    <a:pt x="2422" y="20173"/>
                    <a:pt x="2560" y="19853"/>
                  </a:cubicBezTo>
                  <a:cubicBezTo>
                    <a:pt x="2720" y="19522"/>
                    <a:pt x="2870" y="19213"/>
                    <a:pt x="2880" y="18882"/>
                  </a:cubicBezTo>
                  <a:cubicBezTo>
                    <a:pt x="2880" y="18754"/>
                    <a:pt x="2859" y="18594"/>
                    <a:pt x="2827" y="18423"/>
                  </a:cubicBezTo>
                  <a:cubicBezTo>
                    <a:pt x="2827" y="18359"/>
                    <a:pt x="2816" y="18274"/>
                    <a:pt x="2806" y="18210"/>
                  </a:cubicBezTo>
                  <a:cubicBezTo>
                    <a:pt x="2688" y="17367"/>
                    <a:pt x="2507" y="16535"/>
                    <a:pt x="2336" y="15714"/>
                  </a:cubicBezTo>
                  <a:lnTo>
                    <a:pt x="2262" y="15319"/>
                  </a:lnTo>
                  <a:cubicBezTo>
                    <a:pt x="2230" y="15148"/>
                    <a:pt x="2176" y="14988"/>
                    <a:pt x="2134" y="14807"/>
                  </a:cubicBezTo>
                  <a:cubicBezTo>
                    <a:pt x="2006" y="14306"/>
                    <a:pt x="1867" y="13794"/>
                    <a:pt x="1963" y="13314"/>
                  </a:cubicBezTo>
                  <a:cubicBezTo>
                    <a:pt x="1974" y="13282"/>
                    <a:pt x="1974" y="13250"/>
                    <a:pt x="1995" y="13228"/>
                  </a:cubicBezTo>
                  <a:cubicBezTo>
                    <a:pt x="2155" y="12695"/>
                    <a:pt x="2603" y="12268"/>
                    <a:pt x="3030" y="11852"/>
                  </a:cubicBezTo>
                  <a:cubicBezTo>
                    <a:pt x="3606" y="11308"/>
                    <a:pt x="4192" y="10732"/>
                    <a:pt x="4128" y="9900"/>
                  </a:cubicBezTo>
                  <a:cubicBezTo>
                    <a:pt x="4086" y="9495"/>
                    <a:pt x="3808" y="9228"/>
                    <a:pt x="3520" y="8961"/>
                  </a:cubicBezTo>
                  <a:cubicBezTo>
                    <a:pt x="3435" y="8865"/>
                    <a:pt x="3328" y="8769"/>
                    <a:pt x="3243" y="8673"/>
                  </a:cubicBezTo>
                  <a:cubicBezTo>
                    <a:pt x="2688" y="8055"/>
                    <a:pt x="2326" y="7319"/>
                    <a:pt x="2080" y="6743"/>
                  </a:cubicBezTo>
                  <a:cubicBezTo>
                    <a:pt x="1995" y="6529"/>
                    <a:pt x="1899" y="6316"/>
                    <a:pt x="1792" y="6092"/>
                  </a:cubicBezTo>
                  <a:cubicBezTo>
                    <a:pt x="1526" y="5526"/>
                    <a:pt x="1259" y="4961"/>
                    <a:pt x="1120" y="4385"/>
                  </a:cubicBezTo>
                  <a:cubicBezTo>
                    <a:pt x="992" y="3809"/>
                    <a:pt x="886" y="3222"/>
                    <a:pt x="950" y="2753"/>
                  </a:cubicBezTo>
                  <a:cubicBezTo>
                    <a:pt x="1099" y="1675"/>
                    <a:pt x="1675" y="662"/>
                    <a:pt x="2496" y="22"/>
                  </a:cubicBezTo>
                  <a:lnTo>
                    <a:pt x="24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8"/>
            <p:cNvSpPr/>
            <p:nvPr/>
          </p:nvSpPr>
          <p:spPr>
            <a:xfrm>
              <a:off x="3227588" y="1222884"/>
              <a:ext cx="413861" cy="3237314"/>
            </a:xfrm>
            <a:custGeom>
              <a:rect b="b" l="l" r="r" t="t"/>
              <a:pathLst>
                <a:path extrusionOk="0" h="34051" w="4353">
                  <a:moveTo>
                    <a:pt x="2625" y="0"/>
                  </a:moveTo>
                  <a:cubicBezTo>
                    <a:pt x="1771" y="565"/>
                    <a:pt x="1153" y="1600"/>
                    <a:pt x="982" y="2742"/>
                  </a:cubicBezTo>
                  <a:cubicBezTo>
                    <a:pt x="918" y="3232"/>
                    <a:pt x="1035" y="3872"/>
                    <a:pt x="1142" y="4384"/>
                  </a:cubicBezTo>
                  <a:cubicBezTo>
                    <a:pt x="1259" y="4939"/>
                    <a:pt x="1558" y="5504"/>
                    <a:pt x="1825" y="6038"/>
                  </a:cubicBezTo>
                  <a:cubicBezTo>
                    <a:pt x="1942" y="6262"/>
                    <a:pt x="2059" y="6486"/>
                    <a:pt x="2155" y="6699"/>
                  </a:cubicBezTo>
                  <a:cubicBezTo>
                    <a:pt x="2539" y="7542"/>
                    <a:pt x="2913" y="8161"/>
                    <a:pt x="3361" y="8662"/>
                  </a:cubicBezTo>
                  <a:cubicBezTo>
                    <a:pt x="3446" y="8758"/>
                    <a:pt x="3542" y="8865"/>
                    <a:pt x="3649" y="8961"/>
                  </a:cubicBezTo>
                  <a:cubicBezTo>
                    <a:pt x="3915" y="9227"/>
                    <a:pt x="4214" y="9494"/>
                    <a:pt x="4246" y="9878"/>
                  </a:cubicBezTo>
                  <a:cubicBezTo>
                    <a:pt x="4342" y="10689"/>
                    <a:pt x="3713" y="11254"/>
                    <a:pt x="3105" y="11788"/>
                  </a:cubicBezTo>
                  <a:cubicBezTo>
                    <a:pt x="2635" y="12193"/>
                    <a:pt x="2145" y="12620"/>
                    <a:pt x="1985" y="13185"/>
                  </a:cubicBezTo>
                  <a:cubicBezTo>
                    <a:pt x="1974" y="13206"/>
                    <a:pt x="1953" y="13249"/>
                    <a:pt x="1953" y="13281"/>
                  </a:cubicBezTo>
                  <a:cubicBezTo>
                    <a:pt x="1867" y="13718"/>
                    <a:pt x="2027" y="14198"/>
                    <a:pt x="2166" y="14646"/>
                  </a:cubicBezTo>
                  <a:cubicBezTo>
                    <a:pt x="2241" y="14838"/>
                    <a:pt x="2294" y="15009"/>
                    <a:pt x="2326" y="15180"/>
                  </a:cubicBezTo>
                  <a:cubicBezTo>
                    <a:pt x="2582" y="16279"/>
                    <a:pt x="2753" y="17228"/>
                    <a:pt x="2849" y="18092"/>
                  </a:cubicBezTo>
                  <a:cubicBezTo>
                    <a:pt x="2859" y="18167"/>
                    <a:pt x="2859" y="18241"/>
                    <a:pt x="2881" y="18305"/>
                  </a:cubicBezTo>
                  <a:cubicBezTo>
                    <a:pt x="2891" y="18487"/>
                    <a:pt x="2913" y="18647"/>
                    <a:pt x="2902" y="18775"/>
                  </a:cubicBezTo>
                  <a:cubicBezTo>
                    <a:pt x="2881" y="19073"/>
                    <a:pt x="2731" y="19383"/>
                    <a:pt x="2571" y="19692"/>
                  </a:cubicBezTo>
                  <a:cubicBezTo>
                    <a:pt x="2401" y="20012"/>
                    <a:pt x="2241" y="20343"/>
                    <a:pt x="2209" y="20695"/>
                  </a:cubicBezTo>
                  <a:cubicBezTo>
                    <a:pt x="2187" y="21122"/>
                    <a:pt x="1985" y="21388"/>
                    <a:pt x="1761" y="21676"/>
                  </a:cubicBezTo>
                  <a:cubicBezTo>
                    <a:pt x="1707" y="21751"/>
                    <a:pt x="1633" y="21836"/>
                    <a:pt x="1579" y="21922"/>
                  </a:cubicBezTo>
                  <a:cubicBezTo>
                    <a:pt x="1238" y="22423"/>
                    <a:pt x="929" y="22967"/>
                    <a:pt x="715" y="23490"/>
                  </a:cubicBezTo>
                  <a:cubicBezTo>
                    <a:pt x="480" y="24044"/>
                    <a:pt x="331" y="24684"/>
                    <a:pt x="267" y="25410"/>
                  </a:cubicBezTo>
                  <a:cubicBezTo>
                    <a:pt x="263" y="25459"/>
                    <a:pt x="261" y="25508"/>
                    <a:pt x="259" y="25557"/>
                  </a:cubicBezTo>
                  <a:lnTo>
                    <a:pt x="259" y="25557"/>
                  </a:lnTo>
                  <a:cubicBezTo>
                    <a:pt x="261" y="25522"/>
                    <a:pt x="264" y="25487"/>
                    <a:pt x="267" y="25453"/>
                  </a:cubicBezTo>
                  <a:cubicBezTo>
                    <a:pt x="331" y="24727"/>
                    <a:pt x="480" y="24098"/>
                    <a:pt x="715" y="23532"/>
                  </a:cubicBezTo>
                  <a:cubicBezTo>
                    <a:pt x="929" y="23020"/>
                    <a:pt x="1238" y="22466"/>
                    <a:pt x="1579" y="21964"/>
                  </a:cubicBezTo>
                  <a:cubicBezTo>
                    <a:pt x="1633" y="21890"/>
                    <a:pt x="1707" y="21815"/>
                    <a:pt x="1761" y="21730"/>
                  </a:cubicBezTo>
                  <a:cubicBezTo>
                    <a:pt x="1985" y="21431"/>
                    <a:pt x="2198" y="21164"/>
                    <a:pt x="2219" y="20727"/>
                  </a:cubicBezTo>
                  <a:cubicBezTo>
                    <a:pt x="2251" y="20386"/>
                    <a:pt x="2422" y="20055"/>
                    <a:pt x="2582" y="19735"/>
                  </a:cubicBezTo>
                  <a:cubicBezTo>
                    <a:pt x="2742" y="19425"/>
                    <a:pt x="2902" y="19116"/>
                    <a:pt x="2934" y="18796"/>
                  </a:cubicBezTo>
                  <a:cubicBezTo>
                    <a:pt x="2945" y="18668"/>
                    <a:pt x="2934" y="18497"/>
                    <a:pt x="2902" y="18316"/>
                  </a:cubicBezTo>
                  <a:cubicBezTo>
                    <a:pt x="2891" y="18252"/>
                    <a:pt x="2891" y="18167"/>
                    <a:pt x="2881" y="18103"/>
                  </a:cubicBezTo>
                  <a:cubicBezTo>
                    <a:pt x="2785" y="17239"/>
                    <a:pt x="2625" y="16289"/>
                    <a:pt x="2358" y="15201"/>
                  </a:cubicBezTo>
                  <a:cubicBezTo>
                    <a:pt x="2315" y="15020"/>
                    <a:pt x="2262" y="14849"/>
                    <a:pt x="2198" y="14668"/>
                  </a:cubicBezTo>
                  <a:cubicBezTo>
                    <a:pt x="2049" y="14209"/>
                    <a:pt x="1899" y="13740"/>
                    <a:pt x="1985" y="13302"/>
                  </a:cubicBezTo>
                  <a:cubicBezTo>
                    <a:pt x="1995" y="13281"/>
                    <a:pt x="1995" y="13238"/>
                    <a:pt x="2006" y="13206"/>
                  </a:cubicBezTo>
                  <a:cubicBezTo>
                    <a:pt x="2155" y="12662"/>
                    <a:pt x="2646" y="12236"/>
                    <a:pt x="3115" y="11820"/>
                  </a:cubicBezTo>
                  <a:cubicBezTo>
                    <a:pt x="3734" y="11276"/>
                    <a:pt x="4353" y="10731"/>
                    <a:pt x="4278" y="9889"/>
                  </a:cubicBezTo>
                  <a:cubicBezTo>
                    <a:pt x="4235" y="9494"/>
                    <a:pt x="3947" y="9206"/>
                    <a:pt x="3659" y="8939"/>
                  </a:cubicBezTo>
                  <a:cubicBezTo>
                    <a:pt x="3553" y="8854"/>
                    <a:pt x="3467" y="8758"/>
                    <a:pt x="3371" y="8651"/>
                  </a:cubicBezTo>
                  <a:cubicBezTo>
                    <a:pt x="2934" y="8139"/>
                    <a:pt x="2561" y="7542"/>
                    <a:pt x="2187" y="6699"/>
                  </a:cubicBezTo>
                  <a:cubicBezTo>
                    <a:pt x="2081" y="6486"/>
                    <a:pt x="1974" y="6262"/>
                    <a:pt x="1846" y="6038"/>
                  </a:cubicBezTo>
                  <a:cubicBezTo>
                    <a:pt x="1569" y="5494"/>
                    <a:pt x="1291" y="4939"/>
                    <a:pt x="1174" y="4384"/>
                  </a:cubicBezTo>
                  <a:cubicBezTo>
                    <a:pt x="1046" y="3894"/>
                    <a:pt x="929" y="3254"/>
                    <a:pt x="1014" y="2752"/>
                  </a:cubicBezTo>
                  <a:cubicBezTo>
                    <a:pt x="1185" y="1621"/>
                    <a:pt x="1782" y="597"/>
                    <a:pt x="2635" y="21"/>
                  </a:cubicBezTo>
                  <a:lnTo>
                    <a:pt x="2625" y="0"/>
                  </a:lnTo>
                  <a:close/>
                  <a:moveTo>
                    <a:pt x="259" y="25557"/>
                  </a:moveTo>
                  <a:cubicBezTo>
                    <a:pt x="221" y="26302"/>
                    <a:pt x="525" y="27047"/>
                    <a:pt x="801" y="27618"/>
                  </a:cubicBezTo>
                  <a:cubicBezTo>
                    <a:pt x="907" y="27853"/>
                    <a:pt x="961" y="28087"/>
                    <a:pt x="971" y="28258"/>
                  </a:cubicBezTo>
                  <a:cubicBezTo>
                    <a:pt x="1008" y="28505"/>
                    <a:pt x="983" y="28749"/>
                    <a:pt x="921" y="28989"/>
                  </a:cubicBezTo>
                  <a:lnTo>
                    <a:pt x="921" y="28989"/>
                  </a:lnTo>
                  <a:cubicBezTo>
                    <a:pt x="991" y="28740"/>
                    <a:pt x="1021" y="28487"/>
                    <a:pt x="982" y="28226"/>
                  </a:cubicBezTo>
                  <a:cubicBezTo>
                    <a:pt x="961" y="28066"/>
                    <a:pt x="918" y="27821"/>
                    <a:pt x="811" y="27597"/>
                  </a:cubicBezTo>
                  <a:cubicBezTo>
                    <a:pt x="531" y="27037"/>
                    <a:pt x="242" y="26298"/>
                    <a:pt x="259" y="25557"/>
                  </a:cubicBezTo>
                  <a:close/>
                  <a:moveTo>
                    <a:pt x="921" y="28989"/>
                  </a:moveTo>
                  <a:cubicBezTo>
                    <a:pt x="819" y="29351"/>
                    <a:pt x="632" y="29702"/>
                    <a:pt x="448" y="30050"/>
                  </a:cubicBezTo>
                  <a:cubicBezTo>
                    <a:pt x="374" y="30200"/>
                    <a:pt x="299" y="30349"/>
                    <a:pt x="235" y="30477"/>
                  </a:cubicBezTo>
                  <a:cubicBezTo>
                    <a:pt x="145" y="30674"/>
                    <a:pt x="86" y="30884"/>
                    <a:pt x="54" y="31141"/>
                  </a:cubicBezTo>
                  <a:lnTo>
                    <a:pt x="54" y="31141"/>
                  </a:lnTo>
                  <a:cubicBezTo>
                    <a:pt x="88" y="30904"/>
                    <a:pt x="139" y="30700"/>
                    <a:pt x="224" y="30530"/>
                  </a:cubicBezTo>
                  <a:cubicBezTo>
                    <a:pt x="288" y="30381"/>
                    <a:pt x="352" y="30253"/>
                    <a:pt x="438" y="30104"/>
                  </a:cubicBezTo>
                  <a:cubicBezTo>
                    <a:pt x="628" y="29743"/>
                    <a:pt x="822" y="29371"/>
                    <a:pt x="921" y="28989"/>
                  </a:cubicBezTo>
                  <a:close/>
                  <a:moveTo>
                    <a:pt x="54" y="31141"/>
                  </a:moveTo>
                  <a:cubicBezTo>
                    <a:pt x="41" y="31232"/>
                    <a:pt x="31" y="31327"/>
                    <a:pt x="22" y="31426"/>
                  </a:cubicBezTo>
                  <a:cubicBezTo>
                    <a:pt x="0" y="31928"/>
                    <a:pt x="118" y="32354"/>
                    <a:pt x="246" y="32792"/>
                  </a:cubicBezTo>
                  <a:lnTo>
                    <a:pt x="278" y="32877"/>
                  </a:lnTo>
                  <a:cubicBezTo>
                    <a:pt x="502" y="33688"/>
                    <a:pt x="1067" y="34051"/>
                    <a:pt x="1078" y="34051"/>
                  </a:cubicBezTo>
                  <a:lnTo>
                    <a:pt x="1110" y="34040"/>
                  </a:lnTo>
                  <a:cubicBezTo>
                    <a:pt x="1110" y="34040"/>
                    <a:pt x="534" y="33677"/>
                    <a:pt x="288" y="32856"/>
                  </a:cubicBezTo>
                  <a:lnTo>
                    <a:pt x="267" y="32770"/>
                  </a:lnTo>
                  <a:cubicBezTo>
                    <a:pt x="128" y="32322"/>
                    <a:pt x="11" y="31906"/>
                    <a:pt x="32" y="31384"/>
                  </a:cubicBezTo>
                  <a:cubicBezTo>
                    <a:pt x="37" y="31298"/>
                    <a:pt x="44" y="31218"/>
                    <a:pt x="54" y="3114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8"/>
            <p:cNvSpPr/>
            <p:nvPr/>
          </p:nvSpPr>
          <p:spPr>
            <a:xfrm>
              <a:off x="3204295" y="1222884"/>
              <a:ext cx="430119" cy="3236268"/>
            </a:xfrm>
            <a:custGeom>
              <a:rect b="b" l="l" r="r" t="t"/>
              <a:pathLst>
                <a:path extrusionOk="0" h="34040" w="4524">
                  <a:moveTo>
                    <a:pt x="2806" y="0"/>
                  </a:moveTo>
                  <a:cubicBezTo>
                    <a:pt x="1771" y="608"/>
                    <a:pt x="1238" y="1824"/>
                    <a:pt x="1078" y="2742"/>
                  </a:cubicBezTo>
                  <a:cubicBezTo>
                    <a:pt x="992" y="3264"/>
                    <a:pt x="1120" y="3947"/>
                    <a:pt x="1216" y="4395"/>
                  </a:cubicBezTo>
                  <a:cubicBezTo>
                    <a:pt x="1334" y="4971"/>
                    <a:pt x="1632" y="5504"/>
                    <a:pt x="1910" y="6027"/>
                  </a:cubicBezTo>
                  <a:cubicBezTo>
                    <a:pt x="2027" y="6251"/>
                    <a:pt x="2144" y="6464"/>
                    <a:pt x="2251" y="6689"/>
                  </a:cubicBezTo>
                  <a:cubicBezTo>
                    <a:pt x="2646" y="7499"/>
                    <a:pt x="3040" y="8129"/>
                    <a:pt x="3478" y="8651"/>
                  </a:cubicBezTo>
                  <a:cubicBezTo>
                    <a:pt x="3574" y="8758"/>
                    <a:pt x="3680" y="8865"/>
                    <a:pt x="3787" y="8971"/>
                  </a:cubicBezTo>
                  <a:cubicBezTo>
                    <a:pt x="4086" y="9249"/>
                    <a:pt x="4374" y="9526"/>
                    <a:pt x="4416" y="9899"/>
                  </a:cubicBezTo>
                  <a:cubicBezTo>
                    <a:pt x="4512" y="10721"/>
                    <a:pt x="3883" y="11233"/>
                    <a:pt x="3211" y="11788"/>
                  </a:cubicBezTo>
                  <a:cubicBezTo>
                    <a:pt x="2710" y="12214"/>
                    <a:pt x="2176" y="12652"/>
                    <a:pt x="2016" y="13228"/>
                  </a:cubicBezTo>
                  <a:cubicBezTo>
                    <a:pt x="2016" y="13249"/>
                    <a:pt x="2006" y="13292"/>
                    <a:pt x="2006" y="13313"/>
                  </a:cubicBezTo>
                  <a:cubicBezTo>
                    <a:pt x="1931" y="13761"/>
                    <a:pt x="2112" y="14188"/>
                    <a:pt x="2272" y="14614"/>
                  </a:cubicBezTo>
                  <a:cubicBezTo>
                    <a:pt x="2336" y="14796"/>
                    <a:pt x="2400" y="14966"/>
                    <a:pt x="2454" y="15148"/>
                  </a:cubicBezTo>
                  <a:cubicBezTo>
                    <a:pt x="2710" y="16055"/>
                    <a:pt x="2880" y="17047"/>
                    <a:pt x="2966" y="18039"/>
                  </a:cubicBezTo>
                  <a:cubicBezTo>
                    <a:pt x="2891" y="17047"/>
                    <a:pt x="2710" y="16033"/>
                    <a:pt x="2454" y="15126"/>
                  </a:cubicBezTo>
                  <a:cubicBezTo>
                    <a:pt x="2400" y="14956"/>
                    <a:pt x="2336" y="14774"/>
                    <a:pt x="2272" y="14593"/>
                  </a:cubicBezTo>
                  <a:cubicBezTo>
                    <a:pt x="2112" y="14188"/>
                    <a:pt x="1931" y="13740"/>
                    <a:pt x="2016" y="13313"/>
                  </a:cubicBezTo>
                  <a:cubicBezTo>
                    <a:pt x="2016" y="13292"/>
                    <a:pt x="2016" y="13249"/>
                    <a:pt x="2027" y="13228"/>
                  </a:cubicBezTo>
                  <a:cubicBezTo>
                    <a:pt x="2176" y="12652"/>
                    <a:pt x="2710" y="12214"/>
                    <a:pt x="3211" y="11798"/>
                  </a:cubicBezTo>
                  <a:cubicBezTo>
                    <a:pt x="3862" y="11265"/>
                    <a:pt x="4523" y="10721"/>
                    <a:pt x="4427" y="9889"/>
                  </a:cubicBezTo>
                  <a:cubicBezTo>
                    <a:pt x="4384" y="9515"/>
                    <a:pt x="4096" y="9227"/>
                    <a:pt x="3798" y="8939"/>
                  </a:cubicBezTo>
                  <a:cubicBezTo>
                    <a:pt x="3691" y="8822"/>
                    <a:pt x="3595" y="8726"/>
                    <a:pt x="3499" y="8619"/>
                  </a:cubicBezTo>
                  <a:cubicBezTo>
                    <a:pt x="3051" y="8107"/>
                    <a:pt x="2667" y="7489"/>
                    <a:pt x="2283" y="6678"/>
                  </a:cubicBezTo>
                  <a:cubicBezTo>
                    <a:pt x="2176" y="6454"/>
                    <a:pt x="2059" y="6219"/>
                    <a:pt x="1931" y="5995"/>
                  </a:cubicBezTo>
                  <a:cubicBezTo>
                    <a:pt x="1654" y="5472"/>
                    <a:pt x="1366" y="4939"/>
                    <a:pt x="1238" y="4384"/>
                  </a:cubicBezTo>
                  <a:cubicBezTo>
                    <a:pt x="1152" y="3926"/>
                    <a:pt x="1013" y="3264"/>
                    <a:pt x="1110" y="2742"/>
                  </a:cubicBezTo>
                  <a:cubicBezTo>
                    <a:pt x="1259" y="1835"/>
                    <a:pt x="1792" y="640"/>
                    <a:pt x="2816" y="21"/>
                  </a:cubicBezTo>
                  <a:lnTo>
                    <a:pt x="2806" y="0"/>
                  </a:lnTo>
                  <a:close/>
                  <a:moveTo>
                    <a:pt x="2966" y="18046"/>
                  </a:moveTo>
                  <a:cubicBezTo>
                    <a:pt x="2966" y="18108"/>
                    <a:pt x="2976" y="18170"/>
                    <a:pt x="2976" y="18241"/>
                  </a:cubicBezTo>
                  <a:cubicBezTo>
                    <a:pt x="2977" y="18261"/>
                    <a:pt x="2979" y="18279"/>
                    <a:pt x="2980" y="18298"/>
                  </a:cubicBezTo>
                  <a:lnTo>
                    <a:pt x="2980" y="18298"/>
                  </a:lnTo>
                  <a:cubicBezTo>
                    <a:pt x="2979" y="18276"/>
                    <a:pt x="2978" y="18253"/>
                    <a:pt x="2976" y="18231"/>
                  </a:cubicBezTo>
                  <a:cubicBezTo>
                    <a:pt x="2976" y="18169"/>
                    <a:pt x="2966" y="18108"/>
                    <a:pt x="2966" y="18046"/>
                  </a:cubicBezTo>
                  <a:close/>
                  <a:moveTo>
                    <a:pt x="2980" y="18298"/>
                  </a:moveTo>
                  <a:cubicBezTo>
                    <a:pt x="2989" y="18463"/>
                    <a:pt x="2996" y="18609"/>
                    <a:pt x="2987" y="18721"/>
                  </a:cubicBezTo>
                  <a:cubicBezTo>
                    <a:pt x="2986" y="18730"/>
                    <a:pt x="2985" y="18739"/>
                    <a:pt x="2984" y="18748"/>
                  </a:cubicBezTo>
                  <a:lnTo>
                    <a:pt x="2984" y="18748"/>
                  </a:lnTo>
                  <a:cubicBezTo>
                    <a:pt x="2985" y="18743"/>
                    <a:pt x="2986" y="18737"/>
                    <a:pt x="2987" y="18732"/>
                  </a:cubicBezTo>
                  <a:cubicBezTo>
                    <a:pt x="3016" y="18607"/>
                    <a:pt x="2993" y="18465"/>
                    <a:pt x="2980" y="18298"/>
                  </a:cubicBezTo>
                  <a:close/>
                  <a:moveTo>
                    <a:pt x="2984" y="18748"/>
                  </a:moveTo>
                  <a:cubicBezTo>
                    <a:pt x="2966" y="18862"/>
                    <a:pt x="2933" y="18977"/>
                    <a:pt x="2889" y="19092"/>
                  </a:cubicBezTo>
                  <a:lnTo>
                    <a:pt x="2889" y="19092"/>
                  </a:lnTo>
                  <a:cubicBezTo>
                    <a:pt x="2937" y="18976"/>
                    <a:pt x="2972" y="18862"/>
                    <a:pt x="2984" y="18748"/>
                  </a:cubicBezTo>
                  <a:close/>
                  <a:moveTo>
                    <a:pt x="2889" y="19092"/>
                  </a:moveTo>
                  <a:lnTo>
                    <a:pt x="2889" y="19092"/>
                  </a:lnTo>
                  <a:cubicBezTo>
                    <a:pt x="2824" y="19250"/>
                    <a:pt x="2735" y="19413"/>
                    <a:pt x="2646" y="19585"/>
                  </a:cubicBezTo>
                  <a:cubicBezTo>
                    <a:pt x="2464" y="19905"/>
                    <a:pt x="2283" y="20236"/>
                    <a:pt x="2272" y="20588"/>
                  </a:cubicBezTo>
                  <a:cubicBezTo>
                    <a:pt x="2251" y="20994"/>
                    <a:pt x="2070" y="21250"/>
                    <a:pt x="1878" y="21516"/>
                  </a:cubicBezTo>
                  <a:cubicBezTo>
                    <a:pt x="1814" y="21612"/>
                    <a:pt x="1750" y="21698"/>
                    <a:pt x="1696" y="21794"/>
                  </a:cubicBezTo>
                  <a:cubicBezTo>
                    <a:pt x="1571" y="21999"/>
                    <a:pt x="1456" y="22217"/>
                    <a:pt x="1345" y="22440"/>
                  </a:cubicBezTo>
                  <a:lnTo>
                    <a:pt x="1345" y="22440"/>
                  </a:lnTo>
                  <a:cubicBezTo>
                    <a:pt x="1452" y="22232"/>
                    <a:pt x="1565" y="22028"/>
                    <a:pt x="1686" y="21836"/>
                  </a:cubicBezTo>
                  <a:cubicBezTo>
                    <a:pt x="1750" y="21730"/>
                    <a:pt x="1803" y="21655"/>
                    <a:pt x="1867" y="21559"/>
                  </a:cubicBezTo>
                  <a:cubicBezTo>
                    <a:pt x="2070" y="21292"/>
                    <a:pt x="2240" y="21036"/>
                    <a:pt x="2272" y="20610"/>
                  </a:cubicBezTo>
                  <a:cubicBezTo>
                    <a:pt x="2283" y="20268"/>
                    <a:pt x="2464" y="19927"/>
                    <a:pt x="2646" y="19607"/>
                  </a:cubicBezTo>
                  <a:cubicBezTo>
                    <a:pt x="2739" y="19432"/>
                    <a:pt x="2825" y="19261"/>
                    <a:pt x="2889" y="19092"/>
                  </a:cubicBezTo>
                  <a:close/>
                  <a:moveTo>
                    <a:pt x="1345" y="22440"/>
                  </a:moveTo>
                  <a:lnTo>
                    <a:pt x="1345" y="22440"/>
                  </a:lnTo>
                  <a:cubicBezTo>
                    <a:pt x="1235" y="22655"/>
                    <a:pt x="1132" y="22876"/>
                    <a:pt x="1033" y="23095"/>
                  </a:cubicBezTo>
                  <a:lnTo>
                    <a:pt x="1033" y="23095"/>
                  </a:lnTo>
                  <a:cubicBezTo>
                    <a:pt x="1135" y="22876"/>
                    <a:pt x="1238" y="22656"/>
                    <a:pt x="1345" y="22440"/>
                  </a:cubicBezTo>
                  <a:close/>
                  <a:moveTo>
                    <a:pt x="1033" y="23095"/>
                  </a:moveTo>
                  <a:cubicBezTo>
                    <a:pt x="987" y="23191"/>
                    <a:pt x="942" y="23288"/>
                    <a:pt x="896" y="23383"/>
                  </a:cubicBezTo>
                  <a:cubicBezTo>
                    <a:pt x="766" y="23657"/>
                    <a:pt x="659" y="23944"/>
                    <a:pt x="575" y="24231"/>
                  </a:cubicBezTo>
                  <a:lnTo>
                    <a:pt x="575" y="24231"/>
                  </a:lnTo>
                  <a:cubicBezTo>
                    <a:pt x="658" y="23960"/>
                    <a:pt x="762" y="23689"/>
                    <a:pt x="885" y="23426"/>
                  </a:cubicBezTo>
                  <a:cubicBezTo>
                    <a:pt x="934" y="23316"/>
                    <a:pt x="983" y="23206"/>
                    <a:pt x="1033" y="23095"/>
                  </a:cubicBezTo>
                  <a:close/>
                  <a:moveTo>
                    <a:pt x="575" y="24231"/>
                  </a:moveTo>
                  <a:cubicBezTo>
                    <a:pt x="450" y="24640"/>
                    <a:pt x="376" y="25048"/>
                    <a:pt x="363" y="25421"/>
                  </a:cubicBezTo>
                  <a:cubicBezTo>
                    <a:pt x="320" y="26135"/>
                    <a:pt x="469" y="26850"/>
                    <a:pt x="811" y="27650"/>
                  </a:cubicBezTo>
                  <a:cubicBezTo>
                    <a:pt x="907" y="27874"/>
                    <a:pt x="949" y="28119"/>
                    <a:pt x="960" y="28290"/>
                  </a:cubicBezTo>
                  <a:cubicBezTo>
                    <a:pt x="994" y="28692"/>
                    <a:pt x="876" y="29076"/>
                    <a:pt x="709" y="29445"/>
                  </a:cubicBezTo>
                  <a:lnTo>
                    <a:pt x="709" y="29445"/>
                  </a:lnTo>
                  <a:cubicBezTo>
                    <a:pt x="889" y="29067"/>
                    <a:pt x="1017" y="28674"/>
                    <a:pt x="981" y="28258"/>
                  </a:cubicBezTo>
                  <a:cubicBezTo>
                    <a:pt x="960" y="28087"/>
                    <a:pt x="928" y="27853"/>
                    <a:pt x="832" y="27618"/>
                  </a:cubicBezTo>
                  <a:cubicBezTo>
                    <a:pt x="480" y="26807"/>
                    <a:pt x="331" y="26103"/>
                    <a:pt x="373" y="25389"/>
                  </a:cubicBezTo>
                  <a:cubicBezTo>
                    <a:pt x="392" y="25024"/>
                    <a:pt x="461" y="24627"/>
                    <a:pt x="575" y="24231"/>
                  </a:cubicBezTo>
                  <a:close/>
                  <a:moveTo>
                    <a:pt x="709" y="29445"/>
                  </a:moveTo>
                  <a:cubicBezTo>
                    <a:pt x="616" y="29640"/>
                    <a:pt x="510" y="29830"/>
                    <a:pt x="405" y="30018"/>
                  </a:cubicBezTo>
                  <a:cubicBezTo>
                    <a:pt x="377" y="30076"/>
                    <a:pt x="349" y="30131"/>
                    <a:pt x="322" y="30185"/>
                  </a:cubicBezTo>
                  <a:lnTo>
                    <a:pt x="322" y="30185"/>
                  </a:lnTo>
                  <a:cubicBezTo>
                    <a:pt x="345" y="30144"/>
                    <a:pt x="370" y="30103"/>
                    <a:pt x="395" y="30061"/>
                  </a:cubicBezTo>
                  <a:cubicBezTo>
                    <a:pt x="503" y="29860"/>
                    <a:pt x="614" y="29655"/>
                    <a:pt x="709" y="29445"/>
                  </a:cubicBezTo>
                  <a:close/>
                  <a:moveTo>
                    <a:pt x="322" y="30185"/>
                  </a:moveTo>
                  <a:cubicBezTo>
                    <a:pt x="275" y="30266"/>
                    <a:pt x="232" y="30345"/>
                    <a:pt x="194" y="30427"/>
                  </a:cubicBezTo>
                  <a:lnTo>
                    <a:pt x="194" y="30427"/>
                  </a:lnTo>
                  <a:cubicBezTo>
                    <a:pt x="238" y="30348"/>
                    <a:pt x="279" y="30268"/>
                    <a:pt x="322" y="30185"/>
                  </a:cubicBezTo>
                  <a:close/>
                  <a:moveTo>
                    <a:pt x="194" y="30427"/>
                  </a:moveTo>
                  <a:cubicBezTo>
                    <a:pt x="183" y="30447"/>
                    <a:pt x="172" y="30467"/>
                    <a:pt x="160" y="30488"/>
                  </a:cubicBezTo>
                  <a:cubicBezTo>
                    <a:pt x="139" y="30538"/>
                    <a:pt x="120" y="30588"/>
                    <a:pt x="105" y="30639"/>
                  </a:cubicBezTo>
                  <a:lnTo>
                    <a:pt x="105" y="30639"/>
                  </a:lnTo>
                  <a:cubicBezTo>
                    <a:pt x="118" y="30602"/>
                    <a:pt x="133" y="30566"/>
                    <a:pt x="149" y="30530"/>
                  </a:cubicBezTo>
                  <a:cubicBezTo>
                    <a:pt x="163" y="30495"/>
                    <a:pt x="178" y="30461"/>
                    <a:pt x="194" y="30427"/>
                  </a:cubicBezTo>
                  <a:close/>
                  <a:moveTo>
                    <a:pt x="105" y="30639"/>
                  </a:moveTo>
                  <a:cubicBezTo>
                    <a:pt x="16" y="30890"/>
                    <a:pt x="0" y="31167"/>
                    <a:pt x="0" y="31437"/>
                  </a:cubicBezTo>
                  <a:cubicBezTo>
                    <a:pt x="21" y="31960"/>
                    <a:pt x="139" y="32397"/>
                    <a:pt x="267" y="32824"/>
                  </a:cubicBezTo>
                  <a:lnTo>
                    <a:pt x="299" y="32909"/>
                  </a:lnTo>
                  <a:cubicBezTo>
                    <a:pt x="533" y="33709"/>
                    <a:pt x="1120" y="34040"/>
                    <a:pt x="1120" y="34040"/>
                  </a:cubicBezTo>
                  <a:lnTo>
                    <a:pt x="1152" y="34040"/>
                  </a:lnTo>
                  <a:cubicBezTo>
                    <a:pt x="1152" y="34040"/>
                    <a:pt x="555" y="33688"/>
                    <a:pt x="309" y="32877"/>
                  </a:cubicBezTo>
                  <a:lnTo>
                    <a:pt x="288" y="32792"/>
                  </a:lnTo>
                  <a:cubicBezTo>
                    <a:pt x="149" y="32365"/>
                    <a:pt x="21" y="31938"/>
                    <a:pt x="21" y="31405"/>
                  </a:cubicBezTo>
                  <a:cubicBezTo>
                    <a:pt x="21" y="31156"/>
                    <a:pt x="29" y="30893"/>
                    <a:pt x="105" y="3063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8"/>
            <p:cNvSpPr/>
            <p:nvPr/>
          </p:nvSpPr>
          <p:spPr>
            <a:xfrm>
              <a:off x="3173871" y="1227923"/>
              <a:ext cx="460543" cy="3233321"/>
            </a:xfrm>
            <a:custGeom>
              <a:rect b="b" l="l" r="r" t="t"/>
              <a:pathLst>
                <a:path extrusionOk="0" h="34009" w="4844">
                  <a:moveTo>
                    <a:pt x="3083" y="0"/>
                  </a:moveTo>
                  <a:cubicBezTo>
                    <a:pt x="2016" y="544"/>
                    <a:pt x="1440" y="1771"/>
                    <a:pt x="1269" y="2731"/>
                  </a:cubicBezTo>
                  <a:cubicBezTo>
                    <a:pt x="1195" y="3126"/>
                    <a:pt x="1227" y="3659"/>
                    <a:pt x="1376" y="4385"/>
                  </a:cubicBezTo>
                  <a:cubicBezTo>
                    <a:pt x="1515" y="4961"/>
                    <a:pt x="1814" y="5494"/>
                    <a:pt x="2112" y="5995"/>
                  </a:cubicBezTo>
                  <a:cubicBezTo>
                    <a:pt x="2230" y="6209"/>
                    <a:pt x="2368" y="6433"/>
                    <a:pt x="2475" y="6646"/>
                  </a:cubicBezTo>
                  <a:cubicBezTo>
                    <a:pt x="2880" y="7446"/>
                    <a:pt x="3275" y="8076"/>
                    <a:pt x="3723" y="8598"/>
                  </a:cubicBezTo>
                  <a:cubicBezTo>
                    <a:pt x="3819" y="8705"/>
                    <a:pt x="3926" y="8812"/>
                    <a:pt x="4043" y="8929"/>
                  </a:cubicBezTo>
                  <a:cubicBezTo>
                    <a:pt x="4331" y="9206"/>
                    <a:pt x="4630" y="9505"/>
                    <a:pt x="4683" y="9868"/>
                  </a:cubicBezTo>
                  <a:cubicBezTo>
                    <a:pt x="4800" y="10646"/>
                    <a:pt x="4139" y="11169"/>
                    <a:pt x="3435" y="11713"/>
                  </a:cubicBezTo>
                  <a:cubicBezTo>
                    <a:pt x="2880" y="12140"/>
                    <a:pt x="2315" y="12599"/>
                    <a:pt x="2144" y="13185"/>
                  </a:cubicBezTo>
                  <a:cubicBezTo>
                    <a:pt x="2144" y="13207"/>
                    <a:pt x="2134" y="13249"/>
                    <a:pt x="2134" y="13281"/>
                  </a:cubicBezTo>
                  <a:cubicBezTo>
                    <a:pt x="2059" y="13719"/>
                    <a:pt x="2240" y="14135"/>
                    <a:pt x="2432" y="14519"/>
                  </a:cubicBezTo>
                  <a:cubicBezTo>
                    <a:pt x="2507" y="14679"/>
                    <a:pt x="2592" y="14849"/>
                    <a:pt x="2646" y="15020"/>
                  </a:cubicBezTo>
                  <a:cubicBezTo>
                    <a:pt x="2923" y="15842"/>
                    <a:pt x="3094" y="16823"/>
                    <a:pt x="3147" y="17890"/>
                  </a:cubicBezTo>
                  <a:cubicBezTo>
                    <a:pt x="3147" y="17954"/>
                    <a:pt x="3168" y="18028"/>
                    <a:pt x="3168" y="18092"/>
                  </a:cubicBezTo>
                  <a:cubicBezTo>
                    <a:pt x="3179" y="18295"/>
                    <a:pt x="3179" y="18466"/>
                    <a:pt x="3168" y="18583"/>
                  </a:cubicBezTo>
                  <a:cubicBezTo>
                    <a:pt x="3126" y="18850"/>
                    <a:pt x="2976" y="19116"/>
                    <a:pt x="2816" y="19415"/>
                  </a:cubicBezTo>
                  <a:cubicBezTo>
                    <a:pt x="2635" y="19746"/>
                    <a:pt x="2443" y="20087"/>
                    <a:pt x="2432" y="20429"/>
                  </a:cubicBezTo>
                  <a:cubicBezTo>
                    <a:pt x="2411" y="20834"/>
                    <a:pt x="2262" y="21079"/>
                    <a:pt x="2102" y="21335"/>
                  </a:cubicBezTo>
                  <a:cubicBezTo>
                    <a:pt x="2027" y="21421"/>
                    <a:pt x="1963" y="21527"/>
                    <a:pt x="1910" y="21634"/>
                  </a:cubicBezTo>
                  <a:cubicBezTo>
                    <a:pt x="1750" y="21954"/>
                    <a:pt x="1590" y="22274"/>
                    <a:pt x="1440" y="22594"/>
                  </a:cubicBezTo>
                  <a:cubicBezTo>
                    <a:pt x="1333" y="22829"/>
                    <a:pt x="1227" y="23053"/>
                    <a:pt x="1120" y="23266"/>
                  </a:cubicBezTo>
                  <a:cubicBezTo>
                    <a:pt x="789" y="23949"/>
                    <a:pt x="576" y="24696"/>
                    <a:pt x="533" y="25346"/>
                  </a:cubicBezTo>
                  <a:cubicBezTo>
                    <a:pt x="480" y="26082"/>
                    <a:pt x="608" y="26797"/>
                    <a:pt x="928" y="27640"/>
                  </a:cubicBezTo>
                  <a:cubicBezTo>
                    <a:pt x="1003" y="27853"/>
                    <a:pt x="1013" y="28088"/>
                    <a:pt x="1035" y="28280"/>
                  </a:cubicBezTo>
                  <a:cubicBezTo>
                    <a:pt x="1056" y="28866"/>
                    <a:pt x="736" y="29421"/>
                    <a:pt x="427" y="29955"/>
                  </a:cubicBezTo>
                  <a:cubicBezTo>
                    <a:pt x="320" y="30136"/>
                    <a:pt x="235" y="30307"/>
                    <a:pt x="149" y="30467"/>
                  </a:cubicBezTo>
                  <a:cubicBezTo>
                    <a:pt x="32" y="30701"/>
                    <a:pt x="0" y="30989"/>
                    <a:pt x="32" y="31373"/>
                  </a:cubicBezTo>
                  <a:cubicBezTo>
                    <a:pt x="64" y="31907"/>
                    <a:pt x="213" y="32344"/>
                    <a:pt x="363" y="32760"/>
                  </a:cubicBezTo>
                  <a:lnTo>
                    <a:pt x="405" y="32856"/>
                  </a:lnTo>
                  <a:cubicBezTo>
                    <a:pt x="510" y="33162"/>
                    <a:pt x="668" y="33401"/>
                    <a:pt x="821" y="33578"/>
                  </a:cubicBezTo>
                  <a:lnTo>
                    <a:pt x="821" y="33578"/>
                  </a:lnTo>
                  <a:cubicBezTo>
                    <a:pt x="683" y="33410"/>
                    <a:pt x="544" y="33189"/>
                    <a:pt x="448" y="32909"/>
                  </a:cubicBezTo>
                  <a:lnTo>
                    <a:pt x="405" y="32813"/>
                  </a:lnTo>
                  <a:cubicBezTo>
                    <a:pt x="256" y="32397"/>
                    <a:pt x="107" y="31960"/>
                    <a:pt x="75" y="31427"/>
                  </a:cubicBezTo>
                  <a:cubicBezTo>
                    <a:pt x="32" y="31043"/>
                    <a:pt x="75" y="30776"/>
                    <a:pt x="192" y="30531"/>
                  </a:cubicBezTo>
                  <a:cubicBezTo>
                    <a:pt x="267" y="30371"/>
                    <a:pt x="363" y="30200"/>
                    <a:pt x="469" y="30029"/>
                  </a:cubicBezTo>
                  <a:cubicBezTo>
                    <a:pt x="779" y="29475"/>
                    <a:pt x="1099" y="28920"/>
                    <a:pt x="1067" y="28322"/>
                  </a:cubicBezTo>
                  <a:cubicBezTo>
                    <a:pt x="1067" y="28130"/>
                    <a:pt x="1045" y="27896"/>
                    <a:pt x="960" y="27661"/>
                  </a:cubicBezTo>
                  <a:cubicBezTo>
                    <a:pt x="661" y="26840"/>
                    <a:pt x="523" y="26104"/>
                    <a:pt x="576" y="25389"/>
                  </a:cubicBezTo>
                  <a:cubicBezTo>
                    <a:pt x="619" y="24728"/>
                    <a:pt x="832" y="23981"/>
                    <a:pt x="1163" y="23309"/>
                  </a:cubicBezTo>
                  <a:cubicBezTo>
                    <a:pt x="1269" y="23074"/>
                    <a:pt x="1376" y="22850"/>
                    <a:pt x="1483" y="22637"/>
                  </a:cubicBezTo>
                  <a:cubicBezTo>
                    <a:pt x="1632" y="22317"/>
                    <a:pt x="1792" y="21997"/>
                    <a:pt x="1952" y="21677"/>
                  </a:cubicBezTo>
                  <a:cubicBezTo>
                    <a:pt x="2016" y="21570"/>
                    <a:pt x="2070" y="21463"/>
                    <a:pt x="2134" y="21367"/>
                  </a:cubicBezTo>
                  <a:cubicBezTo>
                    <a:pt x="2294" y="21101"/>
                    <a:pt x="2454" y="20866"/>
                    <a:pt x="2475" y="20450"/>
                  </a:cubicBezTo>
                  <a:cubicBezTo>
                    <a:pt x="2475" y="20119"/>
                    <a:pt x="2656" y="19788"/>
                    <a:pt x="2848" y="19447"/>
                  </a:cubicBezTo>
                  <a:cubicBezTo>
                    <a:pt x="3008" y="19159"/>
                    <a:pt x="3147" y="18892"/>
                    <a:pt x="3190" y="18626"/>
                  </a:cubicBezTo>
                  <a:cubicBezTo>
                    <a:pt x="3222" y="18508"/>
                    <a:pt x="3200" y="18327"/>
                    <a:pt x="3190" y="18135"/>
                  </a:cubicBezTo>
                  <a:cubicBezTo>
                    <a:pt x="3190" y="18060"/>
                    <a:pt x="3179" y="17996"/>
                    <a:pt x="3179" y="17932"/>
                  </a:cubicBezTo>
                  <a:cubicBezTo>
                    <a:pt x="3126" y="16866"/>
                    <a:pt x="2955" y="15863"/>
                    <a:pt x="2667" y="15052"/>
                  </a:cubicBezTo>
                  <a:cubicBezTo>
                    <a:pt x="2614" y="14881"/>
                    <a:pt x="2539" y="14721"/>
                    <a:pt x="2454" y="14540"/>
                  </a:cubicBezTo>
                  <a:cubicBezTo>
                    <a:pt x="2283" y="14156"/>
                    <a:pt x="2102" y="13761"/>
                    <a:pt x="2166" y="13313"/>
                  </a:cubicBezTo>
                  <a:cubicBezTo>
                    <a:pt x="2166" y="13292"/>
                    <a:pt x="2166" y="13249"/>
                    <a:pt x="2176" y="13228"/>
                  </a:cubicBezTo>
                  <a:cubicBezTo>
                    <a:pt x="2336" y="12641"/>
                    <a:pt x="2912" y="12193"/>
                    <a:pt x="3456" y="11767"/>
                  </a:cubicBezTo>
                  <a:cubicBezTo>
                    <a:pt x="4139" y="11233"/>
                    <a:pt x="4843" y="10700"/>
                    <a:pt x="4726" y="9889"/>
                  </a:cubicBezTo>
                  <a:cubicBezTo>
                    <a:pt x="4672" y="9526"/>
                    <a:pt x="4363" y="9228"/>
                    <a:pt x="4075" y="8940"/>
                  </a:cubicBezTo>
                  <a:cubicBezTo>
                    <a:pt x="3947" y="8822"/>
                    <a:pt x="3840" y="8716"/>
                    <a:pt x="3755" y="8609"/>
                  </a:cubicBezTo>
                  <a:cubicBezTo>
                    <a:pt x="3296" y="8086"/>
                    <a:pt x="2912" y="7468"/>
                    <a:pt x="2496" y="6668"/>
                  </a:cubicBezTo>
                  <a:cubicBezTo>
                    <a:pt x="2390" y="6454"/>
                    <a:pt x="2262" y="6219"/>
                    <a:pt x="2134" y="6006"/>
                  </a:cubicBezTo>
                  <a:cubicBezTo>
                    <a:pt x="1846" y="5505"/>
                    <a:pt x="1536" y="4971"/>
                    <a:pt x="1419" y="4395"/>
                  </a:cubicBezTo>
                  <a:cubicBezTo>
                    <a:pt x="1269" y="3681"/>
                    <a:pt x="1227" y="3147"/>
                    <a:pt x="1312" y="2742"/>
                  </a:cubicBezTo>
                  <a:cubicBezTo>
                    <a:pt x="1483" y="1782"/>
                    <a:pt x="2048" y="566"/>
                    <a:pt x="3094" y="22"/>
                  </a:cubicBezTo>
                  <a:lnTo>
                    <a:pt x="3083" y="0"/>
                  </a:lnTo>
                  <a:close/>
                  <a:moveTo>
                    <a:pt x="821" y="33578"/>
                  </a:moveTo>
                  <a:cubicBezTo>
                    <a:pt x="1067" y="33877"/>
                    <a:pt x="1312" y="34008"/>
                    <a:pt x="1312" y="34008"/>
                  </a:cubicBezTo>
                  <a:lnTo>
                    <a:pt x="1280" y="33976"/>
                  </a:lnTo>
                  <a:cubicBezTo>
                    <a:pt x="1280" y="33976"/>
                    <a:pt x="1056" y="33851"/>
                    <a:pt x="821" y="3357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8"/>
            <p:cNvSpPr/>
            <p:nvPr/>
          </p:nvSpPr>
          <p:spPr>
            <a:xfrm>
              <a:off x="3143447" y="1224881"/>
              <a:ext cx="489921" cy="3233321"/>
            </a:xfrm>
            <a:custGeom>
              <a:rect b="b" l="l" r="r" t="t"/>
              <a:pathLst>
                <a:path extrusionOk="0" h="34009" w="5153">
                  <a:moveTo>
                    <a:pt x="3360" y="0"/>
                  </a:moveTo>
                  <a:cubicBezTo>
                    <a:pt x="2336" y="448"/>
                    <a:pt x="1611" y="1750"/>
                    <a:pt x="1472" y="2731"/>
                  </a:cubicBezTo>
                  <a:cubicBezTo>
                    <a:pt x="1387" y="3307"/>
                    <a:pt x="1472" y="3958"/>
                    <a:pt x="1557" y="4395"/>
                  </a:cubicBezTo>
                  <a:cubicBezTo>
                    <a:pt x="1686" y="5003"/>
                    <a:pt x="2006" y="5537"/>
                    <a:pt x="2326" y="6049"/>
                  </a:cubicBezTo>
                  <a:cubicBezTo>
                    <a:pt x="2443" y="6251"/>
                    <a:pt x="2582" y="6454"/>
                    <a:pt x="2688" y="6657"/>
                  </a:cubicBezTo>
                  <a:cubicBezTo>
                    <a:pt x="3126" y="7478"/>
                    <a:pt x="3520" y="8076"/>
                    <a:pt x="3968" y="8598"/>
                  </a:cubicBezTo>
                  <a:cubicBezTo>
                    <a:pt x="4064" y="8726"/>
                    <a:pt x="4182" y="8833"/>
                    <a:pt x="4299" y="8950"/>
                  </a:cubicBezTo>
                  <a:cubicBezTo>
                    <a:pt x="4587" y="9238"/>
                    <a:pt x="4886" y="9537"/>
                    <a:pt x="4950" y="9878"/>
                  </a:cubicBezTo>
                  <a:cubicBezTo>
                    <a:pt x="5088" y="10625"/>
                    <a:pt x="4384" y="11137"/>
                    <a:pt x="3659" y="11681"/>
                  </a:cubicBezTo>
                  <a:cubicBezTo>
                    <a:pt x="3051" y="12119"/>
                    <a:pt x="2443" y="12577"/>
                    <a:pt x="2283" y="13185"/>
                  </a:cubicBezTo>
                  <a:cubicBezTo>
                    <a:pt x="2283" y="13217"/>
                    <a:pt x="2272" y="13239"/>
                    <a:pt x="2272" y="13281"/>
                  </a:cubicBezTo>
                  <a:cubicBezTo>
                    <a:pt x="2198" y="13751"/>
                    <a:pt x="2400" y="14103"/>
                    <a:pt x="2603" y="14476"/>
                  </a:cubicBezTo>
                  <a:cubicBezTo>
                    <a:pt x="2699" y="14625"/>
                    <a:pt x="2774" y="14785"/>
                    <a:pt x="2838" y="14967"/>
                  </a:cubicBezTo>
                  <a:cubicBezTo>
                    <a:pt x="3211" y="15884"/>
                    <a:pt x="3307" y="16962"/>
                    <a:pt x="3350" y="17804"/>
                  </a:cubicBezTo>
                  <a:lnTo>
                    <a:pt x="3350" y="17900"/>
                  </a:lnTo>
                  <a:cubicBezTo>
                    <a:pt x="3360" y="18135"/>
                    <a:pt x="3371" y="18348"/>
                    <a:pt x="3350" y="18498"/>
                  </a:cubicBezTo>
                  <a:cubicBezTo>
                    <a:pt x="3296" y="18732"/>
                    <a:pt x="3147" y="18999"/>
                    <a:pt x="2998" y="19266"/>
                  </a:cubicBezTo>
                  <a:cubicBezTo>
                    <a:pt x="2816" y="19596"/>
                    <a:pt x="2614" y="19948"/>
                    <a:pt x="2614" y="20279"/>
                  </a:cubicBezTo>
                  <a:cubicBezTo>
                    <a:pt x="2614" y="20685"/>
                    <a:pt x="2486" y="20919"/>
                    <a:pt x="2336" y="21175"/>
                  </a:cubicBezTo>
                  <a:cubicBezTo>
                    <a:pt x="2272" y="21282"/>
                    <a:pt x="2219" y="21389"/>
                    <a:pt x="2166" y="21506"/>
                  </a:cubicBezTo>
                  <a:cubicBezTo>
                    <a:pt x="1899" y="22135"/>
                    <a:pt x="1600" y="22711"/>
                    <a:pt x="1344" y="23191"/>
                  </a:cubicBezTo>
                  <a:cubicBezTo>
                    <a:pt x="992" y="23874"/>
                    <a:pt x="747" y="24653"/>
                    <a:pt x="693" y="25346"/>
                  </a:cubicBezTo>
                  <a:cubicBezTo>
                    <a:pt x="629" y="26082"/>
                    <a:pt x="736" y="26829"/>
                    <a:pt x="1024" y="27693"/>
                  </a:cubicBezTo>
                  <a:cubicBezTo>
                    <a:pt x="1109" y="27928"/>
                    <a:pt x="1109" y="28162"/>
                    <a:pt x="1109" y="28354"/>
                  </a:cubicBezTo>
                  <a:cubicBezTo>
                    <a:pt x="1099" y="28920"/>
                    <a:pt x="779" y="29453"/>
                    <a:pt x="469" y="29965"/>
                  </a:cubicBezTo>
                  <a:cubicBezTo>
                    <a:pt x="352" y="30147"/>
                    <a:pt x="245" y="30328"/>
                    <a:pt x="149" y="30509"/>
                  </a:cubicBezTo>
                  <a:cubicBezTo>
                    <a:pt x="32" y="30755"/>
                    <a:pt x="0" y="31032"/>
                    <a:pt x="43" y="31395"/>
                  </a:cubicBezTo>
                  <a:cubicBezTo>
                    <a:pt x="96" y="31885"/>
                    <a:pt x="267" y="32323"/>
                    <a:pt x="416" y="32707"/>
                  </a:cubicBezTo>
                  <a:cubicBezTo>
                    <a:pt x="427" y="32781"/>
                    <a:pt x="459" y="32835"/>
                    <a:pt x="480" y="32899"/>
                  </a:cubicBezTo>
                  <a:cubicBezTo>
                    <a:pt x="789" y="33688"/>
                    <a:pt x="1419" y="34008"/>
                    <a:pt x="1419" y="34008"/>
                  </a:cubicBezTo>
                  <a:lnTo>
                    <a:pt x="1515" y="33891"/>
                  </a:lnTo>
                  <a:cubicBezTo>
                    <a:pt x="1493" y="33891"/>
                    <a:pt x="885" y="33592"/>
                    <a:pt x="587" y="32813"/>
                  </a:cubicBezTo>
                  <a:cubicBezTo>
                    <a:pt x="576" y="32749"/>
                    <a:pt x="555" y="32696"/>
                    <a:pt x="523" y="32632"/>
                  </a:cubicBezTo>
                  <a:cubicBezTo>
                    <a:pt x="373" y="32259"/>
                    <a:pt x="203" y="31811"/>
                    <a:pt x="149" y="31320"/>
                  </a:cubicBezTo>
                  <a:cubicBezTo>
                    <a:pt x="107" y="30957"/>
                    <a:pt x="139" y="30680"/>
                    <a:pt x="256" y="30456"/>
                  </a:cubicBezTo>
                  <a:cubicBezTo>
                    <a:pt x="331" y="30285"/>
                    <a:pt x="448" y="30093"/>
                    <a:pt x="565" y="29912"/>
                  </a:cubicBezTo>
                  <a:cubicBezTo>
                    <a:pt x="864" y="29389"/>
                    <a:pt x="1184" y="28866"/>
                    <a:pt x="1205" y="28280"/>
                  </a:cubicBezTo>
                  <a:cubicBezTo>
                    <a:pt x="1205" y="28098"/>
                    <a:pt x="1205" y="27842"/>
                    <a:pt x="1120" y="27618"/>
                  </a:cubicBezTo>
                  <a:cubicBezTo>
                    <a:pt x="843" y="26744"/>
                    <a:pt x="736" y="25997"/>
                    <a:pt x="789" y="25282"/>
                  </a:cubicBezTo>
                  <a:cubicBezTo>
                    <a:pt x="843" y="24589"/>
                    <a:pt x="1067" y="23799"/>
                    <a:pt x="1429" y="23138"/>
                  </a:cubicBezTo>
                  <a:cubicBezTo>
                    <a:pt x="1686" y="22658"/>
                    <a:pt x="1974" y="22071"/>
                    <a:pt x="2240" y="21453"/>
                  </a:cubicBezTo>
                  <a:cubicBezTo>
                    <a:pt x="2283" y="21346"/>
                    <a:pt x="2347" y="21239"/>
                    <a:pt x="2400" y="21133"/>
                  </a:cubicBezTo>
                  <a:cubicBezTo>
                    <a:pt x="2539" y="20898"/>
                    <a:pt x="2688" y="20631"/>
                    <a:pt x="2688" y="20226"/>
                  </a:cubicBezTo>
                  <a:cubicBezTo>
                    <a:pt x="2688" y="19906"/>
                    <a:pt x="2870" y="19564"/>
                    <a:pt x="3051" y="19223"/>
                  </a:cubicBezTo>
                  <a:cubicBezTo>
                    <a:pt x="3222" y="18956"/>
                    <a:pt x="3360" y="18690"/>
                    <a:pt x="3403" y="18455"/>
                  </a:cubicBezTo>
                  <a:cubicBezTo>
                    <a:pt x="3435" y="18306"/>
                    <a:pt x="3414" y="18092"/>
                    <a:pt x="3403" y="17858"/>
                  </a:cubicBezTo>
                  <a:lnTo>
                    <a:pt x="3403" y="17762"/>
                  </a:lnTo>
                  <a:cubicBezTo>
                    <a:pt x="3360" y="16919"/>
                    <a:pt x="3264" y="15842"/>
                    <a:pt x="2902" y="14924"/>
                  </a:cubicBezTo>
                  <a:cubicBezTo>
                    <a:pt x="2827" y="14764"/>
                    <a:pt x="2742" y="14604"/>
                    <a:pt x="2656" y="14444"/>
                  </a:cubicBezTo>
                  <a:cubicBezTo>
                    <a:pt x="2454" y="14071"/>
                    <a:pt x="2272" y="13719"/>
                    <a:pt x="2326" y="13271"/>
                  </a:cubicBezTo>
                  <a:cubicBezTo>
                    <a:pt x="2326" y="13228"/>
                    <a:pt x="2326" y="13196"/>
                    <a:pt x="2336" y="13175"/>
                  </a:cubicBezTo>
                  <a:cubicBezTo>
                    <a:pt x="2496" y="12577"/>
                    <a:pt x="3115" y="12119"/>
                    <a:pt x="3712" y="11681"/>
                  </a:cubicBezTo>
                  <a:cubicBezTo>
                    <a:pt x="4448" y="11137"/>
                    <a:pt x="5152" y="10625"/>
                    <a:pt x="5003" y="9857"/>
                  </a:cubicBezTo>
                  <a:cubicBezTo>
                    <a:pt x="4939" y="9505"/>
                    <a:pt x="4630" y="9196"/>
                    <a:pt x="4342" y="8908"/>
                  </a:cubicBezTo>
                  <a:cubicBezTo>
                    <a:pt x="4214" y="8790"/>
                    <a:pt x="4096" y="8684"/>
                    <a:pt x="4000" y="8556"/>
                  </a:cubicBezTo>
                  <a:cubicBezTo>
                    <a:pt x="3563" y="8044"/>
                    <a:pt x="3168" y="7436"/>
                    <a:pt x="2720" y="6625"/>
                  </a:cubicBezTo>
                  <a:cubicBezTo>
                    <a:pt x="2614" y="6422"/>
                    <a:pt x="2486" y="6230"/>
                    <a:pt x="2368" y="6027"/>
                  </a:cubicBezTo>
                  <a:cubicBezTo>
                    <a:pt x="2038" y="5505"/>
                    <a:pt x="1718" y="4971"/>
                    <a:pt x="1600" y="4385"/>
                  </a:cubicBezTo>
                  <a:cubicBezTo>
                    <a:pt x="1504" y="3947"/>
                    <a:pt x="1429" y="3307"/>
                    <a:pt x="1504" y="2731"/>
                  </a:cubicBezTo>
                  <a:cubicBezTo>
                    <a:pt x="1653" y="1760"/>
                    <a:pt x="2358" y="480"/>
                    <a:pt x="3371" y="22"/>
                  </a:cubicBezTo>
                  <a:lnTo>
                    <a:pt x="336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8"/>
            <p:cNvSpPr/>
            <p:nvPr/>
          </p:nvSpPr>
          <p:spPr>
            <a:xfrm>
              <a:off x="3110932" y="1228969"/>
              <a:ext cx="508271" cy="3229233"/>
            </a:xfrm>
            <a:custGeom>
              <a:rect b="b" l="l" r="r" t="t"/>
              <a:pathLst>
                <a:path extrusionOk="0" h="33966" w="5346">
                  <a:moveTo>
                    <a:pt x="3574" y="0"/>
                  </a:moveTo>
                  <a:cubicBezTo>
                    <a:pt x="2518" y="416"/>
                    <a:pt x="1771" y="1707"/>
                    <a:pt x="1601" y="2731"/>
                  </a:cubicBezTo>
                  <a:cubicBezTo>
                    <a:pt x="1494" y="3350"/>
                    <a:pt x="1601" y="4054"/>
                    <a:pt x="1665" y="4416"/>
                  </a:cubicBezTo>
                  <a:cubicBezTo>
                    <a:pt x="1782" y="5056"/>
                    <a:pt x="2145" y="5600"/>
                    <a:pt x="2497" y="6144"/>
                  </a:cubicBezTo>
                  <a:cubicBezTo>
                    <a:pt x="2593" y="6304"/>
                    <a:pt x="2710" y="6475"/>
                    <a:pt x="2806" y="6657"/>
                  </a:cubicBezTo>
                  <a:cubicBezTo>
                    <a:pt x="3254" y="7382"/>
                    <a:pt x="3649" y="8001"/>
                    <a:pt x="4129" y="8577"/>
                  </a:cubicBezTo>
                  <a:cubicBezTo>
                    <a:pt x="4236" y="8694"/>
                    <a:pt x="4342" y="8811"/>
                    <a:pt x="4460" y="8929"/>
                  </a:cubicBezTo>
                  <a:cubicBezTo>
                    <a:pt x="4769" y="9238"/>
                    <a:pt x="5078" y="9547"/>
                    <a:pt x="5142" y="9889"/>
                  </a:cubicBezTo>
                  <a:cubicBezTo>
                    <a:pt x="5302" y="10625"/>
                    <a:pt x="4588" y="11137"/>
                    <a:pt x="3830" y="11670"/>
                  </a:cubicBezTo>
                  <a:cubicBezTo>
                    <a:pt x="3190" y="12108"/>
                    <a:pt x="2529" y="12577"/>
                    <a:pt x="2369" y="13196"/>
                  </a:cubicBezTo>
                  <a:cubicBezTo>
                    <a:pt x="2369" y="13228"/>
                    <a:pt x="2358" y="13249"/>
                    <a:pt x="2358" y="13292"/>
                  </a:cubicBezTo>
                  <a:cubicBezTo>
                    <a:pt x="2305" y="13761"/>
                    <a:pt x="2518" y="14102"/>
                    <a:pt x="2732" y="14465"/>
                  </a:cubicBezTo>
                  <a:cubicBezTo>
                    <a:pt x="2828" y="14604"/>
                    <a:pt x="2902" y="14742"/>
                    <a:pt x="2988" y="14902"/>
                  </a:cubicBezTo>
                  <a:cubicBezTo>
                    <a:pt x="3393" y="15777"/>
                    <a:pt x="3478" y="16801"/>
                    <a:pt x="3500" y="17676"/>
                  </a:cubicBezTo>
                  <a:cubicBezTo>
                    <a:pt x="3521" y="17932"/>
                    <a:pt x="3532" y="18199"/>
                    <a:pt x="3489" y="18369"/>
                  </a:cubicBezTo>
                  <a:cubicBezTo>
                    <a:pt x="3446" y="18604"/>
                    <a:pt x="3318" y="18839"/>
                    <a:pt x="3169" y="19105"/>
                  </a:cubicBezTo>
                  <a:cubicBezTo>
                    <a:pt x="2988" y="19457"/>
                    <a:pt x="2785" y="19799"/>
                    <a:pt x="2796" y="20119"/>
                  </a:cubicBezTo>
                  <a:cubicBezTo>
                    <a:pt x="2806" y="20524"/>
                    <a:pt x="2689" y="20770"/>
                    <a:pt x="2561" y="21026"/>
                  </a:cubicBezTo>
                  <a:cubicBezTo>
                    <a:pt x="2508" y="21132"/>
                    <a:pt x="2454" y="21239"/>
                    <a:pt x="2412" y="21356"/>
                  </a:cubicBezTo>
                  <a:cubicBezTo>
                    <a:pt x="2209" y="21890"/>
                    <a:pt x="1921" y="22402"/>
                    <a:pt x="1643" y="22882"/>
                  </a:cubicBezTo>
                  <a:cubicBezTo>
                    <a:pt x="1590" y="22956"/>
                    <a:pt x="1547" y="23031"/>
                    <a:pt x="1505" y="23106"/>
                  </a:cubicBezTo>
                  <a:cubicBezTo>
                    <a:pt x="1131" y="23756"/>
                    <a:pt x="875" y="24578"/>
                    <a:pt x="822" y="25335"/>
                  </a:cubicBezTo>
                  <a:cubicBezTo>
                    <a:pt x="769" y="26050"/>
                    <a:pt x="865" y="26797"/>
                    <a:pt x="1131" y="27725"/>
                  </a:cubicBezTo>
                  <a:cubicBezTo>
                    <a:pt x="1195" y="27959"/>
                    <a:pt x="1185" y="28215"/>
                    <a:pt x="1174" y="28386"/>
                  </a:cubicBezTo>
                  <a:cubicBezTo>
                    <a:pt x="1131" y="28930"/>
                    <a:pt x="822" y="29410"/>
                    <a:pt x="534" y="29880"/>
                  </a:cubicBezTo>
                  <a:cubicBezTo>
                    <a:pt x="401" y="30085"/>
                    <a:pt x="277" y="30290"/>
                    <a:pt x="173" y="30495"/>
                  </a:cubicBezTo>
                  <a:lnTo>
                    <a:pt x="173" y="30495"/>
                  </a:lnTo>
                  <a:cubicBezTo>
                    <a:pt x="280" y="30293"/>
                    <a:pt x="407" y="30081"/>
                    <a:pt x="545" y="29869"/>
                  </a:cubicBezTo>
                  <a:cubicBezTo>
                    <a:pt x="833" y="29400"/>
                    <a:pt x="1142" y="28909"/>
                    <a:pt x="1185" y="28365"/>
                  </a:cubicBezTo>
                  <a:cubicBezTo>
                    <a:pt x="1195" y="28183"/>
                    <a:pt x="1206" y="27938"/>
                    <a:pt x="1142" y="27693"/>
                  </a:cubicBezTo>
                  <a:cubicBezTo>
                    <a:pt x="886" y="26775"/>
                    <a:pt x="801" y="26039"/>
                    <a:pt x="854" y="25325"/>
                  </a:cubicBezTo>
                  <a:cubicBezTo>
                    <a:pt x="907" y="24556"/>
                    <a:pt x="1163" y="23746"/>
                    <a:pt x="1526" y="23106"/>
                  </a:cubicBezTo>
                  <a:cubicBezTo>
                    <a:pt x="1579" y="23031"/>
                    <a:pt x="1622" y="22956"/>
                    <a:pt x="1665" y="22882"/>
                  </a:cubicBezTo>
                  <a:cubicBezTo>
                    <a:pt x="1942" y="22402"/>
                    <a:pt x="2241" y="21890"/>
                    <a:pt x="2433" y="21356"/>
                  </a:cubicBezTo>
                  <a:cubicBezTo>
                    <a:pt x="2476" y="21239"/>
                    <a:pt x="2529" y="21132"/>
                    <a:pt x="2582" y="21026"/>
                  </a:cubicBezTo>
                  <a:cubicBezTo>
                    <a:pt x="2721" y="20759"/>
                    <a:pt x="2838" y="20524"/>
                    <a:pt x="2828" y="20108"/>
                  </a:cubicBezTo>
                  <a:cubicBezTo>
                    <a:pt x="2828" y="19788"/>
                    <a:pt x="3009" y="19436"/>
                    <a:pt x="3201" y="19105"/>
                  </a:cubicBezTo>
                  <a:cubicBezTo>
                    <a:pt x="3340" y="18839"/>
                    <a:pt x="3489" y="18583"/>
                    <a:pt x="3532" y="18359"/>
                  </a:cubicBezTo>
                  <a:cubicBezTo>
                    <a:pt x="3553" y="18188"/>
                    <a:pt x="3553" y="17911"/>
                    <a:pt x="3542" y="17665"/>
                  </a:cubicBezTo>
                  <a:cubicBezTo>
                    <a:pt x="3521" y="16791"/>
                    <a:pt x="3436" y="15756"/>
                    <a:pt x="3020" y="14892"/>
                  </a:cubicBezTo>
                  <a:cubicBezTo>
                    <a:pt x="2945" y="14732"/>
                    <a:pt x="2849" y="14582"/>
                    <a:pt x="2774" y="14444"/>
                  </a:cubicBezTo>
                  <a:cubicBezTo>
                    <a:pt x="2540" y="14081"/>
                    <a:pt x="2348" y="13750"/>
                    <a:pt x="2401" y="13281"/>
                  </a:cubicBezTo>
                  <a:cubicBezTo>
                    <a:pt x="2401" y="13238"/>
                    <a:pt x="2412" y="13217"/>
                    <a:pt x="2412" y="13185"/>
                  </a:cubicBezTo>
                  <a:cubicBezTo>
                    <a:pt x="2561" y="12577"/>
                    <a:pt x="3222" y="12118"/>
                    <a:pt x="3852" y="11670"/>
                  </a:cubicBezTo>
                  <a:cubicBezTo>
                    <a:pt x="4609" y="11116"/>
                    <a:pt x="5345" y="10614"/>
                    <a:pt x="5185" y="9867"/>
                  </a:cubicBezTo>
                  <a:cubicBezTo>
                    <a:pt x="5121" y="9505"/>
                    <a:pt x="4801" y="9195"/>
                    <a:pt x="4502" y="8897"/>
                  </a:cubicBezTo>
                  <a:cubicBezTo>
                    <a:pt x="4385" y="8769"/>
                    <a:pt x="4268" y="8662"/>
                    <a:pt x="4172" y="8545"/>
                  </a:cubicBezTo>
                  <a:cubicBezTo>
                    <a:pt x="3681" y="7969"/>
                    <a:pt x="3286" y="7371"/>
                    <a:pt x="2849" y="6625"/>
                  </a:cubicBezTo>
                  <a:cubicBezTo>
                    <a:pt x="2742" y="6454"/>
                    <a:pt x="2636" y="6294"/>
                    <a:pt x="2529" y="6123"/>
                  </a:cubicBezTo>
                  <a:cubicBezTo>
                    <a:pt x="2188" y="5590"/>
                    <a:pt x="1825" y="5024"/>
                    <a:pt x="1707" y="4395"/>
                  </a:cubicBezTo>
                  <a:cubicBezTo>
                    <a:pt x="1633" y="4043"/>
                    <a:pt x="1526" y="3328"/>
                    <a:pt x="1633" y="2731"/>
                  </a:cubicBezTo>
                  <a:cubicBezTo>
                    <a:pt x="1793" y="1717"/>
                    <a:pt x="2540" y="427"/>
                    <a:pt x="3585" y="21"/>
                  </a:cubicBezTo>
                  <a:lnTo>
                    <a:pt x="3574" y="0"/>
                  </a:lnTo>
                  <a:close/>
                  <a:moveTo>
                    <a:pt x="173" y="30495"/>
                  </a:moveTo>
                  <a:cubicBezTo>
                    <a:pt x="173" y="30496"/>
                    <a:pt x="172" y="30497"/>
                    <a:pt x="171" y="30498"/>
                  </a:cubicBezTo>
                  <a:cubicBezTo>
                    <a:pt x="170" y="30501"/>
                    <a:pt x="169" y="30503"/>
                    <a:pt x="168" y="30505"/>
                  </a:cubicBezTo>
                  <a:lnTo>
                    <a:pt x="168" y="30505"/>
                  </a:lnTo>
                  <a:cubicBezTo>
                    <a:pt x="170" y="30502"/>
                    <a:pt x="171" y="30498"/>
                    <a:pt x="173" y="30495"/>
                  </a:cubicBezTo>
                  <a:close/>
                  <a:moveTo>
                    <a:pt x="168" y="30505"/>
                  </a:moveTo>
                  <a:lnTo>
                    <a:pt x="168" y="30505"/>
                  </a:lnTo>
                  <a:cubicBezTo>
                    <a:pt x="165" y="30510"/>
                    <a:pt x="163" y="30515"/>
                    <a:pt x="161" y="30520"/>
                  </a:cubicBezTo>
                  <a:cubicBezTo>
                    <a:pt x="43" y="30765"/>
                    <a:pt x="1" y="31042"/>
                    <a:pt x="54" y="31373"/>
                  </a:cubicBezTo>
                  <a:cubicBezTo>
                    <a:pt x="129" y="31864"/>
                    <a:pt x="363" y="32386"/>
                    <a:pt x="577" y="32845"/>
                  </a:cubicBezTo>
                  <a:lnTo>
                    <a:pt x="587" y="32877"/>
                  </a:lnTo>
                  <a:cubicBezTo>
                    <a:pt x="929" y="33645"/>
                    <a:pt x="1569" y="33965"/>
                    <a:pt x="1569" y="33965"/>
                  </a:cubicBezTo>
                  <a:lnTo>
                    <a:pt x="1569" y="33901"/>
                  </a:lnTo>
                  <a:cubicBezTo>
                    <a:pt x="1569" y="33901"/>
                    <a:pt x="950" y="33592"/>
                    <a:pt x="598" y="32834"/>
                  </a:cubicBezTo>
                  <a:lnTo>
                    <a:pt x="587" y="32802"/>
                  </a:lnTo>
                  <a:cubicBezTo>
                    <a:pt x="374" y="32344"/>
                    <a:pt x="150" y="31832"/>
                    <a:pt x="65" y="31330"/>
                  </a:cubicBezTo>
                  <a:cubicBezTo>
                    <a:pt x="22" y="31003"/>
                    <a:pt x="53" y="30738"/>
                    <a:pt x="168" y="3050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8"/>
            <p:cNvSpPr/>
            <p:nvPr/>
          </p:nvSpPr>
          <p:spPr>
            <a:xfrm>
              <a:off x="3079462" y="1236004"/>
              <a:ext cx="530614" cy="3227236"/>
            </a:xfrm>
            <a:custGeom>
              <a:rect b="b" l="l" r="r" t="t"/>
              <a:pathLst>
                <a:path extrusionOk="0" h="33945" w="5581">
                  <a:moveTo>
                    <a:pt x="3863" y="1"/>
                  </a:moveTo>
                  <a:cubicBezTo>
                    <a:pt x="2785" y="353"/>
                    <a:pt x="2006" y="1665"/>
                    <a:pt x="1814" y="2721"/>
                  </a:cubicBezTo>
                  <a:cubicBezTo>
                    <a:pt x="1708" y="3340"/>
                    <a:pt x="1793" y="4044"/>
                    <a:pt x="1868" y="4406"/>
                  </a:cubicBezTo>
                  <a:cubicBezTo>
                    <a:pt x="1985" y="5078"/>
                    <a:pt x="2380" y="5665"/>
                    <a:pt x="2775" y="6241"/>
                  </a:cubicBezTo>
                  <a:cubicBezTo>
                    <a:pt x="2860" y="6380"/>
                    <a:pt x="2956" y="6508"/>
                    <a:pt x="3041" y="6647"/>
                  </a:cubicBezTo>
                  <a:cubicBezTo>
                    <a:pt x="3479" y="7340"/>
                    <a:pt x="3895" y="7980"/>
                    <a:pt x="4385" y="8545"/>
                  </a:cubicBezTo>
                  <a:cubicBezTo>
                    <a:pt x="4492" y="8673"/>
                    <a:pt x="4599" y="8780"/>
                    <a:pt x="4716" y="8897"/>
                  </a:cubicBezTo>
                  <a:cubicBezTo>
                    <a:pt x="5015" y="9185"/>
                    <a:pt x="5335" y="9516"/>
                    <a:pt x="5399" y="9868"/>
                  </a:cubicBezTo>
                  <a:cubicBezTo>
                    <a:pt x="5548" y="10615"/>
                    <a:pt x="4801" y="11116"/>
                    <a:pt x="4012" y="11650"/>
                  </a:cubicBezTo>
                  <a:cubicBezTo>
                    <a:pt x="3340" y="12087"/>
                    <a:pt x="2668" y="12535"/>
                    <a:pt x="2519" y="13164"/>
                  </a:cubicBezTo>
                  <a:cubicBezTo>
                    <a:pt x="2519" y="13186"/>
                    <a:pt x="2508" y="13218"/>
                    <a:pt x="2508" y="13260"/>
                  </a:cubicBezTo>
                  <a:cubicBezTo>
                    <a:pt x="2455" y="13751"/>
                    <a:pt x="2668" y="14082"/>
                    <a:pt x="2903" y="14434"/>
                  </a:cubicBezTo>
                  <a:cubicBezTo>
                    <a:pt x="2935" y="14473"/>
                    <a:pt x="2965" y="14514"/>
                    <a:pt x="2994" y="14557"/>
                  </a:cubicBezTo>
                  <a:lnTo>
                    <a:pt x="2994" y="14557"/>
                  </a:lnTo>
                  <a:cubicBezTo>
                    <a:pt x="2977" y="14529"/>
                    <a:pt x="2961" y="14503"/>
                    <a:pt x="2945" y="14476"/>
                  </a:cubicBezTo>
                  <a:cubicBezTo>
                    <a:pt x="2721" y="14124"/>
                    <a:pt x="2487" y="13794"/>
                    <a:pt x="2540" y="13314"/>
                  </a:cubicBezTo>
                  <a:cubicBezTo>
                    <a:pt x="2540" y="13271"/>
                    <a:pt x="2561" y="13250"/>
                    <a:pt x="2561" y="13218"/>
                  </a:cubicBezTo>
                  <a:cubicBezTo>
                    <a:pt x="2700" y="12610"/>
                    <a:pt x="3383" y="12151"/>
                    <a:pt x="4033" y="11714"/>
                  </a:cubicBezTo>
                  <a:cubicBezTo>
                    <a:pt x="4833" y="11180"/>
                    <a:pt x="5580" y="10668"/>
                    <a:pt x="5441" y="9900"/>
                  </a:cubicBezTo>
                  <a:cubicBezTo>
                    <a:pt x="5356" y="9527"/>
                    <a:pt x="5047" y="9207"/>
                    <a:pt x="4748" y="8897"/>
                  </a:cubicBezTo>
                  <a:cubicBezTo>
                    <a:pt x="4641" y="8780"/>
                    <a:pt x="4513" y="8673"/>
                    <a:pt x="4428" y="8545"/>
                  </a:cubicBezTo>
                  <a:cubicBezTo>
                    <a:pt x="3948" y="7980"/>
                    <a:pt x="3532" y="7351"/>
                    <a:pt x="3073" y="6647"/>
                  </a:cubicBezTo>
                  <a:cubicBezTo>
                    <a:pt x="2999" y="6508"/>
                    <a:pt x="2903" y="6380"/>
                    <a:pt x="2807" y="6241"/>
                  </a:cubicBezTo>
                  <a:cubicBezTo>
                    <a:pt x="2423" y="5665"/>
                    <a:pt x="2028" y="5078"/>
                    <a:pt x="1900" y="4417"/>
                  </a:cubicBezTo>
                  <a:cubicBezTo>
                    <a:pt x="1836" y="4044"/>
                    <a:pt x="1740" y="3350"/>
                    <a:pt x="1846" y="2732"/>
                  </a:cubicBezTo>
                  <a:cubicBezTo>
                    <a:pt x="2038" y="1686"/>
                    <a:pt x="2807" y="374"/>
                    <a:pt x="3873" y="33"/>
                  </a:cubicBezTo>
                  <a:lnTo>
                    <a:pt x="3863" y="1"/>
                  </a:lnTo>
                  <a:close/>
                  <a:moveTo>
                    <a:pt x="2994" y="14557"/>
                  </a:moveTo>
                  <a:cubicBezTo>
                    <a:pt x="3017" y="14595"/>
                    <a:pt x="3042" y="14634"/>
                    <a:pt x="3068" y="14673"/>
                  </a:cubicBezTo>
                  <a:lnTo>
                    <a:pt x="3068" y="14673"/>
                  </a:lnTo>
                  <a:cubicBezTo>
                    <a:pt x="3044" y="14633"/>
                    <a:pt x="3019" y="14594"/>
                    <a:pt x="2994" y="14557"/>
                  </a:cubicBezTo>
                  <a:close/>
                  <a:moveTo>
                    <a:pt x="3068" y="14673"/>
                  </a:moveTo>
                  <a:cubicBezTo>
                    <a:pt x="3098" y="14722"/>
                    <a:pt x="3127" y="14774"/>
                    <a:pt x="3159" y="14828"/>
                  </a:cubicBezTo>
                  <a:cubicBezTo>
                    <a:pt x="3596" y="15661"/>
                    <a:pt x="3681" y="16642"/>
                    <a:pt x="3692" y="17517"/>
                  </a:cubicBezTo>
                  <a:cubicBezTo>
                    <a:pt x="3692" y="17751"/>
                    <a:pt x="3703" y="18018"/>
                    <a:pt x="3660" y="18189"/>
                  </a:cubicBezTo>
                  <a:cubicBezTo>
                    <a:pt x="3628" y="18402"/>
                    <a:pt x="3489" y="18647"/>
                    <a:pt x="3361" y="18893"/>
                  </a:cubicBezTo>
                  <a:cubicBezTo>
                    <a:pt x="3169" y="19234"/>
                    <a:pt x="2988" y="19597"/>
                    <a:pt x="2999" y="19917"/>
                  </a:cubicBezTo>
                  <a:cubicBezTo>
                    <a:pt x="3020" y="20344"/>
                    <a:pt x="2903" y="20589"/>
                    <a:pt x="2785" y="20877"/>
                  </a:cubicBezTo>
                  <a:cubicBezTo>
                    <a:pt x="2732" y="20984"/>
                    <a:pt x="2689" y="21090"/>
                    <a:pt x="2647" y="21197"/>
                  </a:cubicBezTo>
                  <a:cubicBezTo>
                    <a:pt x="2476" y="21688"/>
                    <a:pt x="2188" y="22125"/>
                    <a:pt x="1900" y="22552"/>
                  </a:cubicBezTo>
                  <a:cubicBezTo>
                    <a:pt x="1814" y="22712"/>
                    <a:pt x="1708" y="22861"/>
                    <a:pt x="1612" y="23021"/>
                  </a:cubicBezTo>
                  <a:cubicBezTo>
                    <a:pt x="1228" y="23650"/>
                    <a:pt x="972" y="24472"/>
                    <a:pt x="918" y="25283"/>
                  </a:cubicBezTo>
                  <a:cubicBezTo>
                    <a:pt x="854" y="26168"/>
                    <a:pt x="1025" y="27011"/>
                    <a:pt x="1196" y="27715"/>
                  </a:cubicBezTo>
                  <a:cubicBezTo>
                    <a:pt x="1238" y="27885"/>
                    <a:pt x="1249" y="28099"/>
                    <a:pt x="1206" y="28376"/>
                  </a:cubicBezTo>
                  <a:cubicBezTo>
                    <a:pt x="1142" y="28899"/>
                    <a:pt x="854" y="29358"/>
                    <a:pt x="556" y="29795"/>
                  </a:cubicBezTo>
                  <a:cubicBezTo>
                    <a:pt x="406" y="30008"/>
                    <a:pt x="268" y="30243"/>
                    <a:pt x="140" y="30478"/>
                  </a:cubicBezTo>
                  <a:cubicBezTo>
                    <a:pt x="22" y="30712"/>
                    <a:pt x="1" y="30979"/>
                    <a:pt x="54" y="31310"/>
                  </a:cubicBezTo>
                  <a:cubicBezTo>
                    <a:pt x="129" y="31822"/>
                    <a:pt x="396" y="32323"/>
                    <a:pt x="641" y="32782"/>
                  </a:cubicBezTo>
                  <a:lnTo>
                    <a:pt x="662" y="32824"/>
                  </a:lnTo>
                  <a:cubicBezTo>
                    <a:pt x="773" y="33043"/>
                    <a:pt x="908" y="33224"/>
                    <a:pt x="1044" y="33371"/>
                  </a:cubicBezTo>
                  <a:lnTo>
                    <a:pt x="1044" y="33371"/>
                  </a:lnTo>
                  <a:cubicBezTo>
                    <a:pt x="927" y="33237"/>
                    <a:pt x="812" y="33076"/>
                    <a:pt x="716" y="32888"/>
                  </a:cubicBezTo>
                  <a:lnTo>
                    <a:pt x="694" y="32846"/>
                  </a:lnTo>
                  <a:cubicBezTo>
                    <a:pt x="449" y="32398"/>
                    <a:pt x="182" y="31886"/>
                    <a:pt x="108" y="31384"/>
                  </a:cubicBezTo>
                  <a:cubicBezTo>
                    <a:pt x="54" y="31043"/>
                    <a:pt x="76" y="30776"/>
                    <a:pt x="193" y="30552"/>
                  </a:cubicBezTo>
                  <a:cubicBezTo>
                    <a:pt x="321" y="30328"/>
                    <a:pt x="460" y="30104"/>
                    <a:pt x="609" y="29870"/>
                  </a:cubicBezTo>
                  <a:cubicBezTo>
                    <a:pt x="886" y="29422"/>
                    <a:pt x="1196" y="28963"/>
                    <a:pt x="1260" y="28451"/>
                  </a:cubicBezTo>
                  <a:cubicBezTo>
                    <a:pt x="1302" y="28163"/>
                    <a:pt x="1292" y="27949"/>
                    <a:pt x="1249" y="27768"/>
                  </a:cubicBezTo>
                  <a:cubicBezTo>
                    <a:pt x="1078" y="27053"/>
                    <a:pt x="918" y="26232"/>
                    <a:pt x="972" y="25347"/>
                  </a:cubicBezTo>
                  <a:cubicBezTo>
                    <a:pt x="1025" y="24546"/>
                    <a:pt x="1281" y="23725"/>
                    <a:pt x="1665" y="23096"/>
                  </a:cubicBezTo>
                  <a:cubicBezTo>
                    <a:pt x="1761" y="22936"/>
                    <a:pt x="1868" y="22776"/>
                    <a:pt x="1953" y="22626"/>
                  </a:cubicBezTo>
                  <a:cubicBezTo>
                    <a:pt x="2241" y="22200"/>
                    <a:pt x="2529" y="21762"/>
                    <a:pt x="2700" y="21272"/>
                  </a:cubicBezTo>
                  <a:cubicBezTo>
                    <a:pt x="2743" y="21165"/>
                    <a:pt x="2796" y="21058"/>
                    <a:pt x="2839" y="20962"/>
                  </a:cubicBezTo>
                  <a:cubicBezTo>
                    <a:pt x="2956" y="20685"/>
                    <a:pt x="3073" y="20418"/>
                    <a:pt x="3052" y="19991"/>
                  </a:cubicBezTo>
                  <a:cubicBezTo>
                    <a:pt x="3041" y="19682"/>
                    <a:pt x="3223" y="19330"/>
                    <a:pt x="3415" y="18989"/>
                  </a:cubicBezTo>
                  <a:cubicBezTo>
                    <a:pt x="3543" y="18743"/>
                    <a:pt x="3681" y="18487"/>
                    <a:pt x="3713" y="18274"/>
                  </a:cubicBezTo>
                  <a:cubicBezTo>
                    <a:pt x="3745" y="18093"/>
                    <a:pt x="3745" y="17815"/>
                    <a:pt x="3745" y="17581"/>
                  </a:cubicBezTo>
                  <a:cubicBezTo>
                    <a:pt x="3735" y="16717"/>
                    <a:pt x="3649" y="15725"/>
                    <a:pt x="3201" y="14882"/>
                  </a:cubicBezTo>
                  <a:cubicBezTo>
                    <a:pt x="3158" y="14812"/>
                    <a:pt x="3112" y="14742"/>
                    <a:pt x="3068" y="14673"/>
                  </a:cubicBezTo>
                  <a:close/>
                  <a:moveTo>
                    <a:pt x="1044" y="33371"/>
                  </a:moveTo>
                  <a:cubicBezTo>
                    <a:pt x="1391" y="33771"/>
                    <a:pt x="1761" y="33945"/>
                    <a:pt x="1761" y="33945"/>
                  </a:cubicBezTo>
                  <a:lnTo>
                    <a:pt x="1718" y="33891"/>
                  </a:lnTo>
                  <a:cubicBezTo>
                    <a:pt x="1718" y="33891"/>
                    <a:pt x="1378" y="33735"/>
                    <a:pt x="1044" y="333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8"/>
            <p:cNvSpPr/>
            <p:nvPr/>
          </p:nvSpPr>
          <p:spPr>
            <a:xfrm>
              <a:off x="3045996" y="1236004"/>
              <a:ext cx="548868" cy="3220106"/>
            </a:xfrm>
            <a:custGeom>
              <a:rect b="b" l="l" r="r" t="t"/>
              <a:pathLst>
                <a:path extrusionOk="0" h="33870" w="5773">
                  <a:moveTo>
                    <a:pt x="4108" y="1"/>
                  </a:moveTo>
                  <a:cubicBezTo>
                    <a:pt x="2935" y="342"/>
                    <a:pt x="2230" y="1675"/>
                    <a:pt x="1974" y="2721"/>
                  </a:cubicBezTo>
                  <a:cubicBezTo>
                    <a:pt x="1857" y="3244"/>
                    <a:pt x="1921" y="3937"/>
                    <a:pt x="2006" y="4417"/>
                  </a:cubicBezTo>
                  <a:cubicBezTo>
                    <a:pt x="2134" y="5142"/>
                    <a:pt x="2604" y="5804"/>
                    <a:pt x="3020" y="6390"/>
                  </a:cubicBezTo>
                  <a:cubicBezTo>
                    <a:pt x="3084" y="6486"/>
                    <a:pt x="3137" y="6561"/>
                    <a:pt x="3201" y="6657"/>
                  </a:cubicBezTo>
                  <a:cubicBezTo>
                    <a:pt x="3255" y="6743"/>
                    <a:pt x="3308" y="6807"/>
                    <a:pt x="3361" y="6881"/>
                  </a:cubicBezTo>
                  <a:cubicBezTo>
                    <a:pt x="3745" y="7447"/>
                    <a:pt x="4140" y="8023"/>
                    <a:pt x="4588" y="8535"/>
                  </a:cubicBezTo>
                  <a:cubicBezTo>
                    <a:pt x="4684" y="8663"/>
                    <a:pt x="4791" y="8769"/>
                    <a:pt x="4908" y="8887"/>
                  </a:cubicBezTo>
                  <a:cubicBezTo>
                    <a:pt x="5217" y="9196"/>
                    <a:pt x="5537" y="9527"/>
                    <a:pt x="5601" y="9900"/>
                  </a:cubicBezTo>
                  <a:cubicBezTo>
                    <a:pt x="5740" y="10647"/>
                    <a:pt x="4972" y="11138"/>
                    <a:pt x="4172" y="11650"/>
                  </a:cubicBezTo>
                  <a:cubicBezTo>
                    <a:pt x="3479" y="12087"/>
                    <a:pt x="2775" y="12524"/>
                    <a:pt x="2625" y="13175"/>
                  </a:cubicBezTo>
                  <a:cubicBezTo>
                    <a:pt x="2625" y="13207"/>
                    <a:pt x="2614" y="13228"/>
                    <a:pt x="2614" y="13271"/>
                  </a:cubicBezTo>
                  <a:cubicBezTo>
                    <a:pt x="2561" y="13783"/>
                    <a:pt x="2807" y="14114"/>
                    <a:pt x="3052" y="14476"/>
                  </a:cubicBezTo>
                  <a:lnTo>
                    <a:pt x="3297" y="14828"/>
                  </a:lnTo>
                  <a:cubicBezTo>
                    <a:pt x="3692" y="15490"/>
                    <a:pt x="3884" y="16322"/>
                    <a:pt x="3873" y="17410"/>
                  </a:cubicBezTo>
                  <a:lnTo>
                    <a:pt x="3873" y="17517"/>
                  </a:lnTo>
                  <a:cubicBezTo>
                    <a:pt x="3873" y="17741"/>
                    <a:pt x="3873" y="17943"/>
                    <a:pt x="3841" y="18082"/>
                  </a:cubicBezTo>
                  <a:cubicBezTo>
                    <a:pt x="3799" y="18285"/>
                    <a:pt x="3681" y="18530"/>
                    <a:pt x="3543" y="18765"/>
                  </a:cubicBezTo>
                  <a:cubicBezTo>
                    <a:pt x="3372" y="19117"/>
                    <a:pt x="3191" y="19469"/>
                    <a:pt x="3212" y="19789"/>
                  </a:cubicBezTo>
                  <a:cubicBezTo>
                    <a:pt x="3255" y="20258"/>
                    <a:pt x="3137" y="20536"/>
                    <a:pt x="2999" y="20856"/>
                  </a:cubicBezTo>
                  <a:cubicBezTo>
                    <a:pt x="2956" y="20941"/>
                    <a:pt x="2935" y="21016"/>
                    <a:pt x="2892" y="21112"/>
                  </a:cubicBezTo>
                  <a:cubicBezTo>
                    <a:pt x="2721" y="21549"/>
                    <a:pt x="2412" y="21954"/>
                    <a:pt x="2124" y="22338"/>
                  </a:cubicBezTo>
                  <a:cubicBezTo>
                    <a:pt x="1942" y="22562"/>
                    <a:pt x="1772" y="22776"/>
                    <a:pt x="1644" y="23010"/>
                  </a:cubicBezTo>
                  <a:cubicBezTo>
                    <a:pt x="1238" y="23661"/>
                    <a:pt x="1014" y="24461"/>
                    <a:pt x="993" y="25315"/>
                  </a:cubicBezTo>
                  <a:cubicBezTo>
                    <a:pt x="961" y="26136"/>
                    <a:pt x="1110" y="26936"/>
                    <a:pt x="1281" y="27768"/>
                  </a:cubicBezTo>
                  <a:cubicBezTo>
                    <a:pt x="1324" y="27949"/>
                    <a:pt x="1324" y="28163"/>
                    <a:pt x="1270" y="28451"/>
                  </a:cubicBezTo>
                  <a:cubicBezTo>
                    <a:pt x="1174" y="28931"/>
                    <a:pt x="886" y="29358"/>
                    <a:pt x="598" y="29763"/>
                  </a:cubicBezTo>
                  <a:cubicBezTo>
                    <a:pt x="438" y="29998"/>
                    <a:pt x="268" y="30232"/>
                    <a:pt x="150" y="30488"/>
                  </a:cubicBezTo>
                  <a:cubicBezTo>
                    <a:pt x="44" y="30723"/>
                    <a:pt x="1" y="30990"/>
                    <a:pt x="65" y="31310"/>
                  </a:cubicBezTo>
                  <a:cubicBezTo>
                    <a:pt x="161" y="31822"/>
                    <a:pt x="460" y="32344"/>
                    <a:pt x="748" y="32824"/>
                  </a:cubicBezTo>
                  <a:cubicBezTo>
                    <a:pt x="1206" y="33571"/>
                    <a:pt x="1868" y="33870"/>
                    <a:pt x="1878" y="33870"/>
                  </a:cubicBezTo>
                  <a:lnTo>
                    <a:pt x="1910" y="33849"/>
                  </a:lnTo>
                  <a:cubicBezTo>
                    <a:pt x="1910" y="33849"/>
                    <a:pt x="1238" y="33539"/>
                    <a:pt x="790" y="32803"/>
                  </a:cubicBezTo>
                  <a:cubicBezTo>
                    <a:pt x="481" y="32323"/>
                    <a:pt x="204" y="31800"/>
                    <a:pt x="108" y="31310"/>
                  </a:cubicBezTo>
                  <a:cubicBezTo>
                    <a:pt x="44" y="31000"/>
                    <a:pt x="65" y="30734"/>
                    <a:pt x="193" y="30510"/>
                  </a:cubicBezTo>
                  <a:cubicBezTo>
                    <a:pt x="321" y="30275"/>
                    <a:pt x="481" y="30030"/>
                    <a:pt x="641" y="29795"/>
                  </a:cubicBezTo>
                  <a:cubicBezTo>
                    <a:pt x="918" y="29379"/>
                    <a:pt x="1217" y="28952"/>
                    <a:pt x="1313" y="28461"/>
                  </a:cubicBezTo>
                  <a:cubicBezTo>
                    <a:pt x="1366" y="28173"/>
                    <a:pt x="1366" y="27949"/>
                    <a:pt x="1324" y="27768"/>
                  </a:cubicBezTo>
                  <a:cubicBezTo>
                    <a:pt x="1153" y="26947"/>
                    <a:pt x="1004" y="26147"/>
                    <a:pt x="1025" y="25325"/>
                  </a:cubicBezTo>
                  <a:cubicBezTo>
                    <a:pt x="1068" y="24472"/>
                    <a:pt x="1292" y="23672"/>
                    <a:pt x="1686" y="23032"/>
                  </a:cubicBezTo>
                  <a:cubicBezTo>
                    <a:pt x="1814" y="22808"/>
                    <a:pt x="1985" y="22594"/>
                    <a:pt x="2166" y="22360"/>
                  </a:cubicBezTo>
                  <a:cubicBezTo>
                    <a:pt x="2454" y="21976"/>
                    <a:pt x="2764" y="21581"/>
                    <a:pt x="2935" y="21122"/>
                  </a:cubicBezTo>
                  <a:cubicBezTo>
                    <a:pt x="2977" y="21026"/>
                    <a:pt x="2999" y="20952"/>
                    <a:pt x="3041" y="20866"/>
                  </a:cubicBezTo>
                  <a:cubicBezTo>
                    <a:pt x="3180" y="20536"/>
                    <a:pt x="3297" y="20258"/>
                    <a:pt x="3255" y="19789"/>
                  </a:cubicBezTo>
                  <a:cubicBezTo>
                    <a:pt x="3223" y="19469"/>
                    <a:pt x="3415" y="19127"/>
                    <a:pt x="3585" y="18775"/>
                  </a:cubicBezTo>
                  <a:cubicBezTo>
                    <a:pt x="3724" y="18519"/>
                    <a:pt x="3841" y="18295"/>
                    <a:pt x="3884" y="18082"/>
                  </a:cubicBezTo>
                  <a:cubicBezTo>
                    <a:pt x="3905" y="17933"/>
                    <a:pt x="3905" y="17741"/>
                    <a:pt x="3905" y="17506"/>
                  </a:cubicBezTo>
                  <a:lnTo>
                    <a:pt x="3905" y="17399"/>
                  </a:lnTo>
                  <a:cubicBezTo>
                    <a:pt x="3927" y="16322"/>
                    <a:pt x="3735" y="15468"/>
                    <a:pt x="3340" y="14818"/>
                  </a:cubicBezTo>
                  <a:cubicBezTo>
                    <a:pt x="3255" y="14679"/>
                    <a:pt x="3180" y="14572"/>
                    <a:pt x="3095" y="14455"/>
                  </a:cubicBezTo>
                  <a:cubicBezTo>
                    <a:pt x="2839" y="14092"/>
                    <a:pt x="2614" y="13762"/>
                    <a:pt x="2657" y="13271"/>
                  </a:cubicBezTo>
                  <a:cubicBezTo>
                    <a:pt x="2657" y="13228"/>
                    <a:pt x="2668" y="13207"/>
                    <a:pt x="2668" y="13175"/>
                  </a:cubicBezTo>
                  <a:cubicBezTo>
                    <a:pt x="2817" y="12535"/>
                    <a:pt x="3521" y="12087"/>
                    <a:pt x="4204" y="11660"/>
                  </a:cubicBezTo>
                  <a:cubicBezTo>
                    <a:pt x="5015" y="11138"/>
                    <a:pt x="5772" y="10647"/>
                    <a:pt x="5644" y="9868"/>
                  </a:cubicBezTo>
                  <a:cubicBezTo>
                    <a:pt x="5580" y="9495"/>
                    <a:pt x="5239" y="9164"/>
                    <a:pt x="4940" y="8844"/>
                  </a:cubicBezTo>
                  <a:cubicBezTo>
                    <a:pt x="4812" y="8737"/>
                    <a:pt x="4705" y="8620"/>
                    <a:pt x="4620" y="8513"/>
                  </a:cubicBezTo>
                  <a:cubicBezTo>
                    <a:pt x="4161" y="7991"/>
                    <a:pt x="3777" y="7415"/>
                    <a:pt x="3393" y="6860"/>
                  </a:cubicBezTo>
                  <a:cubicBezTo>
                    <a:pt x="3340" y="6775"/>
                    <a:pt x="3287" y="6711"/>
                    <a:pt x="3233" y="6636"/>
                  </a:cubicBezTo>
                  <a:cubicBezTo>
                    <a:pt x="3159" y="6540"/>
                    <a:pt x="3105" y="6454"/>
                    <a:pt x="3041" y="6369"/>
                  </a:cubicBezTo>
                  <a:cubicBezTo>
                    <a:pt x="2625" y="5793"/>
                    <a:pt x="2166" y="5121"/>
                    <a:pt x="2038" y="4406"/>
                  </a:cubicBezTo>
                  <a:cubicBezTo>
                    <a:pt x="1964" y="3926"/>
                    <a:pt x="1900" y="3244"/>
                    <a:pt x="2017" y="2721"/>
                  </a:cubicBezTo>
                  <a:cubicBezTo>
                    <a:pt x="2273" y="1686"/>
                    <a:pt x="2967" y="363"/>
                    <a:pt x="4119" y="33"/>
                  </a:cubicBezTo>
                  <a:lnTo>
                    <a:pt x="410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8"/>
            <p:cNvSpPr/>
            <p:nvPr/>
          </p:nvSpPr>
          <p:spPr>
            <a:xfrm>
              <a:off x="3014621" y="1236004"/>
              <a:ext cx="567027" cy="3220106"/>
            </a:xfrm>
            <a:custGeom>
              <a:rect b="b" l="l" r="r" t="t"/>
              <a:pathLst>
                <a:path extrusionOk="0" h="33870" w="5964">
                  <a:moveTo>
                    <a:pt x="4385" y="1"/>
                  </a:moveTo>
                  <a:cubicBezTo>
                    <a:pt x="3201" y="289"/>
                    <a:pt x="2454" y="1643"/>
                    <a:pt x="2187" y="2710"/>
                  </a:cubicBezTo>
                  <a:cubicBezTo>
                    <a:pt x="2048" y="3244"/>
                    <a:pt x="2102" y="3937"/>
                    <a:pt x="2187" y="4417"/>
                  </a:cubicBezTo>
                  <a:cubicBezTo>
                    <a:pt x="2304" y="5206"/>
                    <a:pt x="2838" y="5921"/>
                    <a:pt x="3307" y="6551"/>
                  </a:cubicBezTo>
                  <a:lnTo>
                    <a:pt x="3403" y="6668"/>
                  </a:lnTo>
                  <a:cubicBezTo>
                    <a:pt x="3489" y="6796"/>
                    <a:pt x="3574" y="6913"/>
                    <a:pt x="3670" y="7031"/>
                  </a:cubicBezTo>
                  <a:cubicBezTo>
                    <a:pt x="4022" y="7521"/>
                    <a:pt x="4395" y="8044"/>
                    <a:pt x="4811" y="8524"/>
                  </a:cubicBezTo>
                  <a:cubicBezTo>
                    <a:pt x="4907" y="8631"/>
                    <a:pt x="5014" y="8737"/>
                    <a:pt x="5121" y="8855"/>
                  </a:cubicBezTo>
                  <a:cubicBezTo>
                    <a:pt x="5441" y="9196"/>
                    <a:pt x="5771" y="9527"/>
                    <a:pt x="5825" y="9911"/>
                  </a:cubicBezTo>
                  <a:cubicBezTo>
                    <a:pt x="5931" y="10668"/>
                    <a:pt x="5174" y="11138"/>
                    <a:pt x="4363" y="11628"/>
                  </a:cubicBezTo>
                  <a:cubicBezTo>
                    <a:pt x="3638" y="12055"/>
                    <a:pt x="2923" y="12492"/>
                    <a:pt x="2763" y="13175"/>
                  </a:cubicBezTo>
                  <a:cubicBezTo>
                    <a:pt x="2763" y="13207"/>
                    <a:pt x="2742" y="13228"/>
                    <a:pt x="2742" y="13271"/>
                  </a:cubicBezTo>
                  <a:cubicBezTo>
                    <a:pt x="2688" y="13794"/>
                    <a:pt x="2955" y="14135"/>
                    <a:pt x="3222" y="14508"/>
                  </a:cubicBezTo>
                  <a:cubicBezTo>
                    <a:pt x="3307" y="14615"/>
                    <a:pt x="3382" y="14722"/>
                    <a:pt x="3457" y="14828"/>
                  </a:cubicBezTo>
                  <a:cubicBezTo>
                    <a:pt x="3883" y="15500"/>
                    <a:pt x="4075" y="16269"/>
                    <a:pt x="4054" y="17282"/>
                  </a:cubicBezTo>
                  <a:cubicBezTo>
                    <a:pt x="4054" y="17538"/>
                    <a:pt x="4043" y="17762"/>
                    <a:pt x="4022" y="17965"/>
                  </a:cubicBezTo>
                  <a:cubicBezTo>
                    <a:pt x="4011" y="18285"/>
                    <a:pt x="3862" y="18519"/>
                    <a:pt x="3723" y="18754"/>
                  </a:cubicBezTo>
                  <a:cubicBezTo>
                    <a:pt x="3542" y="19031"/>
                    <a:pt x="3382" y="19298"/>
                    <a:pt x="3425" y="19682"/>
                  </a:cubicBezTo>
                  <a:cubicBezTo>
                    <a:pt x="3489" y="20205"/>
                    <a:pt x="3350" y="20514"/>
                    <a:pt x="3158" y="20941"/>
                  </a:cubicBezTo>
                  <a:cubicBezTo>
                    <a:pt x="3147" y="20973"/>
                    <a:pt x="3115" y="21016"/>
                    <a:pt x="3105" y="21058"/>
                  </a:cubicBezTo>
                  <a:cubicBezTo>
                    <a:pt x="2902" y="21496"/>
                    <a:pt x="2560" y="21880"/>
                    <a:pt x="2208" y="22253"/>
                  </a:cubicBezTo>
                  <a:cubicBezTo>
                    <a:pt x="1974" y="22509"/>
                    <a:pt x="1750" y="22754"/>
                    <a:pt x="1590" y="23000"/>
                  </a:cubicBezTo>
                  <a:cubicBezTo>
                    <a:pt x="1195" y="23608"/>
                    <a:pt x="1014" y="24386"/>
                    <a:pt x="1024" y="25347"/>
                  </a:cubicBezTo>
                  <a:cubicBezTo>
                    <a:pt x="1035" y="26125"/>
                    <a:pt x="1174" y="26883"/>
                    <a:pt x="1302" y="27619"/>
                  </a:cubicBezTo>
                  <a:lnTo>
                    <a:pt x="1344" y="27832"/>
                  </a:lnTo>
                  <a:cubicBezTo>
                    <a:pt x="1387" y="28024"/>
                    <a:pt x="1376" y="28227"/>
                    <a:pt x="1302" y="28525"/>
                  </a:cubicBezTo>
                  <a:cubicBezTo>
                    <a:pt x="1195" y="28984"/>
                    <a:pt x="918" y="29379"/>
                    <a:pt x="640" y="29763"/>
                  </a:cubicBezTo>
                  <a:cubicBezTo>
                    <a:pt x="459" y="30008"/>
                    <a:pt x="278" y="30264"/>
                    <a:pt x="139" y="30531"/>
                  </a:cubicBezTo>
                  <a:cubicBezTo>
                    <a:pt x="22" y="30755"/>
                    <a:pt x="0" y="31032"/>
                    <a:pt x="64" y="31342"/>
                  </a:cubicBezTo>
                  <a:cubicBezTo>
                    <a:pt x="171" y="31886"/>
                    <a:pt x="512" y="32472"/>
                    <a:pt x="800" y="32835"/>
                  </a:cubicBezTo>
                  <a:cubicBezTo>
                    <a:pt x="1152" y="33304"/>
                    <a:pt x="1504" y="33646"/>
                    <a:pt x="2027" y="33870"/>
                  </a:cubicBezTo>
                  <a:lnTo>
                    <a:pt x="2038" y="33859"/>
                  </a:lnTo>
                  <a:cubicBezTo>
                    <a:pt x="1526" y="33646"/>
                    <a:pt x="1184" y="33283"/>
                    <a:pt x="822" y="32835"/>
                  </a:cubicBezTo>
                  <a:cubicBezTo>
                    <a:pt x="544" y="32472"/>
                    <a:pt x="192" y="31896"/>
                    <a:pt x="86" y="31352"/>
                  </a:cubicBezTo>
                  <a:cubicBezTo>
                    <a:pt x="22" y="31043"/>
                    <a:pt x="54" y="30776"/>
                    <a:pt x="160" y="30552"/>
                  </a:cubicBezTo>
                  <a:cubicBezTo>
                    <a:pt x="288" y="30286"/>
                    <a:pt x="480" y="30030"/>
                    <a:pt x="651" y="29795"/>
                  </a:cubicBezTo>
                  <a:cubicBezTo>
                    <a:pt x="928" y="29400"/>
                    <a:pt x="1216" y="28995"/>
                    <a:pt x="1323" y="28536"/>
                  </a:cubicBezTo>
                  <a:cubicBezTo>
                    <a:pt x="1376" y="28248"/>
                    <a:pt x="1398" y="28013"/>
                    <a:pt x="1355" y="27832"/>
                  </a:cubicBezTo>
                  <a:lnTo>
                    <a:pt x="1323" y="27619"/>
                  </a:lnTo>
                  <a:cubicBezTo>
                    <a:pt x="1184" y="26883"/>
                    <a:pt x="1056" y="26125"/>
                    <a:pt x="1035" y="25347"/>
                  </a:cubicBezTo>
                  <a:cubicBezTo>
                    <a:pt x="1024" y="24408"/>
                    <a:pt x="1216" y="23629"/>
                    <a:pt x="1600" y="23032"/>
                  </a:cubicBezTo>
                  <a:cubicBezTo>
                    <a:pt x="1771" y="22776"/>
                    <a:pt x="1984" y="22541"/>
                    <a:pt x="2230" y="22285"/>
                  </a:cubicBezTo>
                  <a:cubicBezTo>
                    <a:pt x="2560" y="21912"/>
                    <a:pt x="2923" y="21528"/>
                    <a:pt x="3115" y="21069"/>
                  </a:cubicBezTo>
                  <a:cubicBezTo>
                    <a:pt x="3137" y="21026"/>
                    <a:pt x="3158" y="20994"/>
                    <a:pt x="3169" y="20952"/>
                  </a:cubicBezTo>
                  <a:cubicBezTo>
                    <a:pt x="3371" y="20525"/>
                    <a:pt x="3521" y="20216"/>
                    <a:pt x="3457" y="19682"/>
                  </a:cubicBezTo>
                  <a:cubicBezTo>
                    <a:pt x="3403" y="19309"/>
                    <a:pt x="3563" y="19053"/>
                    <a:pt x="3734" y="18775"/>
                  </a:cubicBezTo>
                  <a:cubicBezTo>
                    <a:pt x="3862" y="18541"/>
                    <a:pt x="4022" y="18295"/>
                    <a:pt x="4043" y="17975"/>
                  </a:cubicBezTo>
                  <a:cubicBezTo>
                    <a:pt x="4054" y="17773"/>
                    <a:pt x="4065" y="17549"/>
                    <a:pt x="4065" y="17293"/>
                  </a:cubicBezTo>
                  <a:cubicBezTo>
                    <a:pt x="4097" y="16279"/>
                    <a:pt x="3905" y="15500"/>
                    <a:pt x="3467" y="14828"/>
                  </a:cubicBezTo>
                  <a:cubicBezTo>
                    <a:pt x="3382" y="14711"/>
                    <a:pt x="3318" y="14615"/>
                    <a:pt x="3243" y="14508"/>
                  </a:cubicBezTo>
                  <a:cubicBezTo>
                    <a:pt x="2976" y="14146"/>
                    <a:pt x="2720" y="13804"/>
                    <a:pt x="2763" y="13292"/>
                  </a:cubicBezTo>
                  <a:cubicBezTo>
                    <a:pt x="2763" y="13260"/>
                    <a:pt x="2774" y="13228"/>
                    <a:pt x="2774" y="13207"/>
                  </a:cubicBezTo>
                  <a:cubicBezTo>
                    <a:pt x="2934" y="12535"/>
                    <a:pt x="3649" y="12098"/>
                    <a:pt x="4363" y="11671"/>
                  </a:cubicBezTo>
                  <a:cubicBezTo>
                    <a:pt x="5185" y="11159"/>
                    <a:pt x="5963" y="10700"/>
                    <a:pt x="5835" y="9911"/>
                  </a:cubicBezTo>
                  <a:cubicBezTo>
                    <a:pt x="5771" y="9505"/>
                    <a:pt x="5441" y="9175"/>
                    <a:pt x="5121" y="8844"/>
                  </a:cubicBezTo>
                  <a:cubicBezTo>
                    <a:pt x="5014" y="8727"/>
                    <a:pt x="4907" y="8620"/>
                    <a:pt x="4811" y="8513"/>
                  </a:cubicBezTo>
                  <a:cubicBezTo>
                    <a:pt x="4417" y="8033"/>
                    <a:pt x="4022" y="7511"/>
                    <a:pt x="3670" y="7020"/>
                  </a:cubicBezTo>
                  <a:cubicBezTo>
                    <a:pt x="3574" y="6892"/>
                    <a:pt x="3489" y="6775"/>
                    <a:pt x="3403" y="6657"/>
                  </a:cubicBezTo>
                  <a:lnTo>
                    <a:pt x="3307" y="6540"/>
                  </a:lnTo>
                  <a:cubicBezTo>
                    <a:pt x="2848" y="5910"/>
                    <a:pt x="2315" y="5196"/>
                    <a:pt x="2198" y="4417"/>
                  </a:cubicBezTo>
                  <a:cubicBezTo>
                    <a:pt x="2134" y="3937"/>
                    <a:pt x="2070" y="3244"/>
                    <a:pt x="2198" y="2721"/>
                  </a:cubicBezTo>
                  <a:cubicBezTo>
                    <a:pt x="2464" y="1654"/>
                    <a:pt x="3211" y="310"/>
                    <a:pt x="4385" y="33"/>
                  </a:cubicBezTo>
                  <a:lnTo>
                    <a:pt x="438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8"/>
            <p:cNvSpPr/>
            <p:nvPr/>
          </p:nvSpPr>
          <p:spPr>
            <a:xfrm>
              <a:off x="2984293" y="1241138"/>
              <a:ext cx="583190" cy="3214972"/>
            </a:xfrm>
            <a:custGeom>
              <a:rect b="b" l="l" r="r" t="t"/>
              <a:pathLst>
                <a:path extrusionOk="0" h="33816" w="6134">
                  <a:moveTo>
                    <a:pt x="4597" y="0"/>
                  </a:moveTo>
                  <a:cubicBezTo>
                    <a:pt x="4021" y="117"/>
                    <a:pt x="3520" y="469"/>
                    <a:pt x="3093" y="1056"/>
                  </a:cubicBezTo>
                  <a:cubicBezTo>
                    <a:pt x="2634" y="1664"/>
                    <a:pt x="2410" y="2358"/>
                    <a:pt x="2314" y="2710"/>
                  </a:cubicBezTo>
                  <a:cubicBezTo>
                    <a:pt x="2186" y="3243"/>
                    <a:pt x="2239" y="3936"/>
                    <a:pt x="2303" y="4416"/>
                  </a:cubicBezTo>
                  <a:cubicBezTo>
                    <a:pt x="2442" y="5270"/>
                    <a:pt x="3007" y="6016"/>
                    <a:pt x="3530" y="6678"/>
                  </a:cubicBezTo>
                  <a:cubicBezTo>
                    <a:pt x="3626" y="6817"/>
                    <a:pt x="3722" y="6934"/>
                    <a:pt x="3808" y="7051"/>
                  </a:cubicBezTo>
                  <a:cubicBezTo>
                    <a:pt x="4181" y="7531"/>
                    <a:pt x="4554" y="8043"/>
                    <a:pt x="4970" y="8513"/>
                  </a:cubicBezTo>
                  <a:cubicBezTo>
                    <a:pt x="5066" y="8619"/>
                    <a:pt x="5173" y="8726"/>
                    <a:pt x="5280" y="8833"/>
                  </a:cubicBezTo>
                  <a:cubicBezTo>
                    <a:pt x="5600" y="9163"/>
                    <a:pt x="5941" y="9505"/>
                    <a:pt x="5994" y="9910"/>
                  </a:cubicBezTo>
                  <a:cubicBezTo>
                    <a:pt x="6101" y="10678"/>
                    <a:pt x="5333" y="11137"/>
                    <a:pt x="4501" y="11617"/>
                  </a:cubicBezTo>
                  <a:cubicBezTo>
                    <a:pt x="3776" y="12044"/>
                    <a:pt x="3029" y="12481"/>
                    <a:pt x="2869" y="13174"/>
                  </a:cubicBezTo>
                  <a:cubicBezTo>
                    <a:pt x="2869" y="13206"/>
                    <a:pt x="2847" y="13228"/>
                    <a:pt x="2847" y="13270"/>
                  </a:cubicBezTo>
                  <a:cubicBezTo>
                    <a:pt x="2815" y="13804"/>
                    <a:pt x="3093" y="14166"/>
                    <a:pt x="3381" y="14550"/>
                  </a:cubicBezTo>
                  <a:cubicBezTo>
                    <a:pt x="3385" y="14554"/>
                    <a:pt x="3389" y="14558"/>
                    <a:pt x="3392" y="14562"/>
                  </a:cubicBezTo>
                  <a:lnTo>
                    <a:pt x="3392" y="14562"/>
                  </a:lnTo>
                  <a:cubicBezTo>
                    <a:pt x="3392" y="14562"/>
                    <a:pt x="3392" y="14561"/>
                    <a:pt x="3392" y="14561"/>
                  </a:cubicBezTo>
                  <a:cubicBezTo>
                    <a:pt x="3114" y="14177"/>
                    <a:pt x="2837" y="13814"/>
                    <a:pt x="2879" y="13292"/>
                  </a:cubicBezTo>
                  <a:cubicBezTo>
                    <a:pt x="2879" y="13260"/>
                    <a:pt x="2890" y="13228"/>
                    <a:pt x="2890" y="13206"/>
                  </a:cubicBezTo>
                  <a:cubicBezTo>
                    <a:pt x="3039" y="12513"/>
                    <a:pt x="3797" y="12086"/>
                    <a:pt x="4522" y="11660"/>
                  </a:cubicBezTo>
                  <a:cubicBezTo>
                    <a:pt x="5344" y="11180"/>
                    <a:pt x="6133" y="10710"/>
                    <a:pt x="6026" y="9921"/>
                  </a:cubicBezTo>
                  <a:cubicBezTo>
                    <a:pt x="5973" y="9505"/>
                    <a:pt x="5621" y="9163"/>
                    <a:pt x="5290" y="8811"/>
                  </a:cubicBezTo>
                  <a:cubicBezTo>
                    <a:pt x="5173" y="8705"/>
                    <a:pt x="5077" y="8598"/>
                    <a:pt x="4981" y="8491"/>
                  </a:cubicBezTo>
                  <a:cubicBezTo>
                    <a:pt x="4576" y="8033"/>
                    <a:pt x="4192" y="7521"/>
                    <a:pt x="3829" y="7041"/>
                  </a:cubicBezTo>
                  <a:cubicBezTo>
                    <a:pt x="3733" y="6913"/>
                    <a:pt x="3637" y="6785"/>
                    <a:pt x="3541" y="6667"/>
                  </a:cubicBezTo>
                  <a:cubicBezTo>
                    <a:pt x="3039" y="6016"/>
                    <a:pt x="2453" y="5259"/>
                    <a:pt x="2325" y="4416"/>
                  </a:cubicBezTo>
                  <a:cubicBezTo>
                    <a:pt x="2250" y="3926"/>
                    <a:pt x="2197" y="3243"/>
                    <a:pt x="2346" y="2710"/>
                  </a:cubicBezTo>
                  <a:cubicBezTo>
                    <a:pt x="2623" y="1632"/>
                    <a:pt x="3392" y="267"/>
                    <a:pt x="4597" y="32"/>
                  </a:cubicBezTo>
                  <a:lnTo>
                    <a:pt x="4597" y="0"/>
                  </a:lnTo>
                  <a:close/>
                  <a:moveTo>
                    <a:pt x="3392" y="14562"/>
                  </a:moveTo>
                  <a:cubicBezTo>
                    <a:pt x="3442" y="14626"/>
                    <a:pt x="3486" y="14680"/>
                    <a:pt x="3530" y="14737"/>
                  </a:cubicBezTo>
                  <a:lnTo>
                    <a:pt x="3530" y="14737"/>
                  </a:lnTo>
                  <a:cubicBezTo>
                    <a:pt x="3486" y="14674"/>
                    <a:pt x="3442" y="14614"/>
                    <a:pt x="3392" y="14562"/>
                  </a:cubicBezTo>
                  <a:close/>
                  <a:moveTo>
                    <a:pt x="3530" y="14737"/>
                  </a:moveTo>
                  <a:lnTo>
                    <a:pt x="3530" y="14737"/>
                  </a:lnTo>
                  <a:cubicBezTo>
                    <a:pt x="3548" y="14763"/>
                    <a:pt x="3566" y="14790"/>
                    <a:pt x="3584" y="14817"/>
                  </a:cubicBezTo>
                  <a:cubicBezTo>
                    <a:pt x="4042" y="15457"/>
                    <a:pt x="4224" y="16161"/>
                    <a:pt x="4213" y="17132"/>
                  </a:cubicBezTo>
                  <a:cubicBezTo>
                    <a:pt x="4213" y="17388"/>
                    <a:pt x="4202" y="17612"/>
                    <a:pt x="4181" y="17804"/>
                  </a:cubicBezTo>
                  <a:cubicBezTo>
                    <a:pt x="4170" y="18124"/>
                    <a:pt x="4021" y="18359"/>
                    <a:pt x="3893" y="18593"/>
                  </a:cubicBezTo>
                  <a:cubicBezTo>
                    <a:pt x="3733" y="18871"/>
                    <a:pt x="3573" y="19148"/>
                    <a:pt x="3626" y="19532"/>
                  </a:cubicBezTo>
                  <a:cubicBezTo>
                    <a:pt x="3701" y="20108"/>
                    <a:pt x="3530" y="20460"/>
                    <a:pt x="3253" y="20972"/>
                  </a:cubicBezTo>
                  <a:cubicBezTo>
                    <a:pt x="3007" y="21399"/>
                    <a:pt x="2623" y="21762"/>
                    <a:pt x="2239" y="22114"/>
                  </a:cubicBezTo>
                  <a:cubicBezTo>
                    <a:pt x="1930" y="22391"/>
                    <a:pt x="1653" y="22658"/>
                    <a:pt x="1450" y="22935"/>
                  </a:cubicBezTo>
                  <a:cubicBezTo>
                    <a:pt x="1055" y="23532"/>
                    <a:pt x="906" y="24311"/>
                    <a:pt x="1002" y="25325"/>
                  </a:cubicBezTo>
                  <a:cubicBezTo>
                    <a:pt x="1055" y="25901"/>
                    <a:pt x="1162" y="26466"/>
                    <a:pt x="1247" y="27021"/>
                  </a:cubicBezTo>
                  <a:cubicBezTo>
                    <a:pt x="1290" y="27298"/>
                    <a:pt x="1343" y="27575"/>
                    <a:pt x="1386" y="27853"/>
                  </a:cubicBezTo>
                  <a:cubicBezTo>
                    <a:pt x="1429" y="28098"/>
                    <a:pt x="1375" y="28365"/>
                    <a:pt x="1322" y="28546"/>
                  </a:cubicBezTo>
                  <a:cubicBezTo>
                    <a:pt x="1194" y="28973"/>
                    <a:pt x="917" y="29346"/>
                    <a:pt x="650" y="29709"/>
                  </a:cubicBezTo>
                  <a:cubicBezTo>
                    <a:pt x="447" y="29965"/>
                    <a:pt x="255" y="30232"/>
                    <a:pt x="117" y="30509"/>
                  </a:cubicBezTo>
                  <a:cubicBezTo>
                    <a:pt x="81" y="30588"/>
                    <a:pt x="54" y="30671"/>
                    <a:pt x="38" y="30757"/>
                  </a:cubicBezTo>
                  <a:lnTo>
                    <a:pt x="38" y="30757"/>
                  </a:lnTo>
                  <a:cubicBezTo>
                    <a:pt x="56" y="30678"/>
                    <a:pt x="82" y="30602"/>
                    <a:pt x="117" y="30530"/>
                  </a:cubicBezTo>
                  <a:cubicBezTo>
                    <a:pt x="266" y="30242"/>
                    <a:pt x="458" y="29976"/>
                    <a:pt x="650" y="29730"/>
                  </a:cubicBezTo>
                  <a:cubicBezTo>
                    <a:pt x="927" y="29368"/>
                    <a:pt x="1205" y="28994"/>
                    <a:pt x="1333" y="28567"/>
                  </a:cubicBezTo>
                  <a:cubicBezTo>
                    <a:pt x="1386" y="28375"/>
                    <a:pt x="1439" y="28109"/>
                    <a:pt x="1397" y="27863"/>
                  </a:cubicBezTo>
                  <a:cubicBezTo>
                    <a:pt x="1354" y="27575"/>
                    <a:pt x="1311" y="27298"/>
                    <a:pt x="1258" y="27021"/>
                  </a:cubicBezTo>
                  <a:cubicBezTo>
                    <a:pt x="1173" y="26477"/>
                    <a:pt x="1066" y="25901"/>
                    <a:pt x="1013" y="25325"/>
                  </a:cubicBezTo>
                  <a:cubicBezTo>
                    <a:pt x="917" y="24322"/>
                    <a:pt x="1066" y="23554"/>
                    <a:pt x="1461" y="22967"/>
                  </a:cubicBezTo>
                  <a:cubicBezTo>
                    <a:pt x="1653" y="22679"/>
                    <a:pt x="1941" y="22434"/>
                    <a:pt x="2250" y="22146"/>
                  </a:cubicBezTo>
                  <a:cubicBezTo>
                    <a:pt x="2634" y="21804"/>
                    <a:pt x="3029" y="21442"/>
                    <a:pt x="3263" y="21015"/>
                  </a:cubicBezTo>
                  <a:cubicBezTo>
                    <a:pt x="3552" y="20492"/>
                    <a:pt x="3712" y="20151"/>
                    <a:pt x="3637" y="19564"/>
                  </a:cubicBezTo>
                  <a:cubicBezTo>
                    <a:pt x="3584" y="19180"/>
                    <a:pt x="3744" y="18913"/>
                    <a:pt x="3904" y="18625"/>
                  </a:cubicBezTo>
                  <a:cubicBezTo>
                    <a:pt x="4032" y="18391"/>
                    <a:pt x="4181" y="18145"/>
                    <a:pt x="4192" y="17825"/>
                  </a:cubicBezTo>
                  <a:cubicBezTo>
                    <a:pt x="4213" y="17644"/>
                    <a:pt x="4224" y="17420"/>
                    <a:pt x="4224" y="17164"/>
                  </a:cubicBezTo>
                  <a:cubicBezTo>
                    <a:pt x="4245" y="16172"/>
                    <a:pt x="4053" y="15479"/>
                    <a:pt x="3594" y="14828"/>
                  </a:cubicBezTo>
                  <a:cubicBezTo>
                    <a:pt x="3573" y="14796"/>
                    <a:pt x="3551" y="14766"/>
                    <a:pt x="3530" y="14737"/>
                  </a:cubicBezTo>
                  <a:close/>
                  <a:moveTo>
                    <a:pt x="38" y="30757"/>
                  </a:moveTo>
                  <a:cubicBezTo>
                    <a:pt x="0" y="30924"/>
                    <a:pt x="2" y="31106"/>
                    <a:pt x="53" y="31309"/>
                  </a:cubicBezTo>
                  <a:cubicBezTo>
                    <a:pt x="10" y="31111"/>
                    <a:pt x="5" y="30927"/>
                    <a:pt x="38" y="30757"/>
                  </a:cubicBezTo>
                  <a:close/>
                  <a:moveTo>
                    <a:pt x="53" y="31311"/>
                  </a:moveTo>
                  <a:cubicBezTo>
                    <a:pt x="161" y="31818"/>
                    <a:pt x="473" y="32334"/>
                    <a:pt x="762" y="32695"/>
                  </a:cubicBezTo>
                  <a:lnTo>
                    <a:pt x="762" y="32695"/>
                  </a:lnTo>
                  <a:cubicBezTo>
                    <a:pt x="479" y="32335"/>
                    <a:pt x="162" y="31823"/>
                    <a:pt x="53" y="31311"/>
                  </a:cubicBezTo>
                  <a:close/>
                  <a:moveTo>
                    <a:pt x="762" y="32695"/>
                  </a:moveTo>
                  <a:cubicBezTo>
                    <a:pt x="786" y="32725"/>
                    <a:pt x="809" y="32754"/>
                    <a:pt x="831" y="32781"/>
                  </a:cubicBezTo>
                  <a:cubicBezTo>
                    <a:pt x="889" y="32849"/>
                    <a:pt x="950" y="32917"/>
                    <a:pt x="1014" y="32986"/>
                  </a:cubicBezTo>
                  <a:lnTo>
                    <a:pt x="1014" y="32986"/>
                  </a:lnTo>
                  <a:cubicBezTo>
                    <a:pt x="954" y="32921"/>
                    <a:pt x="897" y="32856"/>
                    <a:pt x="842" y="32792"/>
                  </a:cubicBezTo>
                  <a:cubicBezTo>
                    <a:pt x="816" y="32761"/>
                    <a:pt x="789" y="32729"/>
                    <a:pt x="762" y="32695"/>
                  </a:cubicBezTo>
                  <a:close/>
                  <a:moveTo>
                    <a:pt x="1014" y="32986"/>
                  </a:moveTo>
                  <a:cubicBezTo>
                    <a:pt x="1306" y="33302"/>
                    <a:pt x="1668" y="33621"/>
                    <a:pt x="2154" y="33816"/>
                  </a:cubicBezTo>
                  <a:lnTo>
                    <a:pt x="2143" y="33805"/>
                  </a:lnTo>
                  <a:cubicBezTo>
                    <a:pt x="1663" y="33604"/>
                    <a:pt x="1304" y="33296"/>
                    <a:pt x="1014" y="3298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8"/>
            <p:cNvSpPr/>
            <p:nvPr/>
          </p:nvSpPr>
          <p:spPr>
            <a:xfrm>
              <a:off x="2951682" y="1244181"/>
              <a:ext cx="605628" cy="3211929"/>
            </a:xfrm>
            <a:custGeom>
              <a:rect b="b" l="l" r="r" t="t"/>
              <a:pathLst>
                <a:path extrusionOk="0" h="33784" w="6370">
                  <a:moveTo>
                    <a:pt x="4919" y="0"/>
                  </a:moveTo>
                  <a:cubicBezTo>
                    <a:pt x="3660" y="203"/>
                    <a:pt x="2870" y="1515"/>
                    <a:pt x="2550" y="2688"/>
                  </a:cubicBezTo>
                  <a:cubicBezTo>
                    <a:pt x="2390" y="3264"/>
                    <a:pt x="2465" y="4011"/>
                    <a:pt x="2518" y="4416"/>
                  </a:cubicBezTo>
                  <a:cubicBezTo>
                    <a:pt x="2625" y="5248"/>
                    <a:pt x="3180" y="5995"/>
                    <a:pt x="3745" y="6710"/>
                  </a:cubicBezTo>
                  <a:cubicBezTo>
                    <a:pt x="3959" y="6977"/>
                    <a:pt x="4247" y="7275"/>
                    <a:pt x="4567" y="7595"/>
                  </a:cubicBezTo>
                  <a:cubicBezTo>
                    <a:pt x="5313" y="8342"/>
                    <a:pt x="6167" y="9206"/>
                    <a:pt x="6252" y="9921"/>
                  </a:cubicBezTo>
                  <a:cubicBezTo>
                    <a:pt x="6327" y="10689"/>
                    <a:pt x="5537" y="11137"/>
                    <a:pt x="4716" y="11596"/>
                  </a:cubicBezTo>
                  <a:cubicBezTo>
                    <a:pt x="3969" y="12022"/>
                    <a:pt x="3190" y="12449"/>
                    <a:pt x="3030" y="13174"/>
                  </a:cubicBezTo>
                  <a:cubicBezTo>
                    <a:pt x="3020" y="13196"/>
                    <a:pt x="3020" y="13228"/>
                    <a:pt x="3020" y="13270"/>
                  </a:cubicBezTo>
                  <a:cubicBezTo>
                    <a:pt x="2977" y="13814"/>
                    <a:pt x="3276" y="14188"/>
                    <a:pt x="3596" y="14582"/>
                  </a:cubicBezTo>
                  <a:cubicBezTo>
                    <a:pt x="3649" y="14657"/>
                    <a:pt x="3713" y="14732"/>
                    <a:pt x="3767" y="14806"/>
                  </a:cubicBezTo>
                  <a:cubicBezTo>
                    <a:pt x="4236" y="15436"/>
                    <a:pt x="4417" y="16076"/>
                    <a:pt x="4417" y="17015"/>
                  </a:cubicBezTo>
                  <a:cubicBezTo>
                    <a:pt x="4417" y="17185"/>
                    <a:pt x="4407" y="17345"/>
                    <a:pt x="4407" y="17495"/>
                  </a:cubicBezTo>
                  <a:lnTo>
                    <a:pt x="4407" y="17665"/>
                  </a:lnTo>
                  <a:cubicBezTo>
                    <a:pt x="4396" y="17975"/>
                    <a:pt x="4257" y="18199"/>
                    <a:pt x="4129" y="18444"/>
                  </a:cubicBezTo>
                  <a:cubicBezTo>
                    <a:pt x="3948" y="18732"/>
                    <a:pt x="3788" y="19031"/>
                    <a:pt x="3841" y="19436"/>
                  </a:cubicBezTo>
                  <a:cubicBezTo>
                    <a:pt x="3916" y="19959"/>
                    <a:pt x="3670" y="20599"/>
                    <a:pt x="3393" y="20962"/>
                  </a:cubicBezTo>
                  <a:cubicBezTo>
                    <a:pt x="3116" y="21314"/>
                    <a:pt x="2742" y="21602"/>
                    <a:pt x="2369" y="21879"/>
                  </a:cubicBezTo>
                  <a:cubicBezTo>
                    <a:pt x="1953" y="22199"/>
                    <a:pt x="1548" y="22476"/>
                    <a:pt x="1313" y="22860"/>
                  </a:cubicBezTo>
                  <a:cubicBezTo>
                    <a:pt x="908" y="23511"/>
                    <a:pt x="790" y="24290"/>
                    <a:pt x="961" y="25282"/>
                  </a:cubicBezTo>
                  <a:cubicBezTo>
                    <a:pt x="1014" y="25613"/>
                    <a:pt x="1100" y="25975"/>
                    <a:pt x="1164" y="26306"/>
                  </a:cubicBezTo>
                  <a:cubicBezTo>
                    <a:pt x="1281" y="26829"/>
                    <a:pt x="1388" y="27373"/>
                    <a:pt x="1462" y="27895"/>
                  </a:cubicBezTo>
                  <a:cubicBezTo>
                    <a:pt x="1484" y="28109"/>
                    <a:pt x="1462" y="28343"/>
                    <a:pt x="1377" y="28589"/>
                  </a:cubicBezTo>
                  <a:cubicBezTo>
                    <a:pt x="1249" y="28983"/>
                    <a:pt x="982" y="29336"/>
                    <a:pt x="716" y="29666"/>
                  </a:cubicBezTo>
                  <a:cubicBezTo>
                    <a:pt x="502" y="29933"/>
                    <a:pt x="289" y="30210"/>
                    <a:pt x="140" y="30509"/>
                  </a:cubicBezTo>
                  <a:cubicBezTo>
                    <a:pt x="22" y="30733"/>
                    <a:pt x="1" y="31000"/>
                    <a:pt x="76" y="31309"/>
                  </a:cubicBezTo>
                  <a:cubicBezTo>
                    <a:pt x="193" y="31853"/>
                    <a:pt x="577" y="32408"/>
                    <a:pt x="897" y="32760"/>
                  </a:cubicBezTo>
                  <a:cubicBezTo>
                    <a:pt x="1217" y="33112"/>
                    <a:pt x="1676" y="33549"/>
                    <a:pt x="2316" y="33784"/>
                  </a:cubicBezTo>
                  <a:lnTo>
                    <a:pt x="2369" y="33752"/>
                  </a:lnTo>
                  <a:cubicBezTo>
                    <a:pt x="1740" y="33506"/>
                    <a:pt x="1292" y="33069"/>
                    <a:pt x="972" y="32717"/>
                  </a:cubicBezTo>
                  <a:cubicBezTo>
                    <a:pt x="652" y="32376"/>
                    <a:pt x="257" y="31810"/>
                    <a:pt x="140" y="31266"/>
                  </a:cubicBezTo>
                  <a:cubicBezTo>
                    <a:pt x="65" y="30957"/>
                    <a:pt x="86" y="30712"/>
                    <a:pt x="193" y="30477"/>
                  </a:cubicBezTo>
                  <a:cubicBezTo>
                    <a:pt x="342" y="30189"/>
                    <a:pt x="556" y="29922"/>
                    <a:pt x="769" y="29656"/>
                  </a:cubicBezTo>
                  <a:cubicBezTo>
                    <a:pt x="1036" y="29325"/>
                    <a:pt x="1313" y="28973"/>
                    <a:pt x="1452" y="28578"/>
                  </a:cubicBezTo>
                  <a:cubicBezTo>
                    <a:pt x="1526" y="28333"/>
                    <a:pt x="1558" y="28077"/>
                    <a:pt x="1526" y="27863"/>
                  </a:cubicBezTo>
                  <a:cubicBezTo>
                    <a:pt x="1462" y="27351"/>
                    <a:pt x="1334" y="26797"/>
                    <a:pt x="1238" y="26285"/>
                  </a:cubicBezTo>
                  <a:cubicBezTo>
                    <a:pt x="1164" y="25943"/>
                    <a:pt x="1100" y="25602"/>
                    <a:pt x="1036" y="25250"/>
                  </a:cubicBezTo>
                  <a:cubicBezTo>
                    <a:pt x="865" y="24279"/>
                    <a:pt x="982" y="23490"/>
                    <a:pt x="1377" y="22871"/>
                  </a:cubicBezTo>
                  <a:cubicBezTo>
                    <a:pt x="1622" y="22498"/>
                    <a:pt x="2006" y="22199"/>
                    <a:pt x="2422" y="21890"/>
                  </a:cubicBezTo>
                  <a:cubicBezTo>
                    <a:pt x="2796" y="21612"/>
                    <a:pt x="3169" y="21335"/>
                    <a:pt x="3446" y="20972"/>
                  </a:cubicBezTo>
                  <a:cubicBezTo>
                    <a:pt x="3713" y="20631"/>
                    <a:pt x="3980" y="19991"/>
                    <a:pt x="3905" y="19436"/>
                  </a:cubicBezTo>
                  <a:cubicBezTo>
                    <a:pt x="3852" y="19031"/>
                    <a:pt x="4001" y="18732"/>
                    <a:pt x="4172" y="18455"/>
                  </a:cubicBezTo>
                  <a:cubicBezTo>
                    <a:pt x="4300" y="18209"/>
                    <a:pt x="4439" y="17975"/>
                    <a:pt x="4449" y="17665"/>
                  </a:cubicBezTo>
                  <a:lnTo>
                    <a:pt x="4449" y="17495"/>
                  </a:lnTo>
                  <a:cubicBezTo>
                    <a:pt x="4449" y="17356"/>
                    <a:pt x="4460" y="17185"/>
                    <a:pt x="4460" y="17015"/>
                  </a:cubicBezTo>
                  <a:cubicBezTo>
                    <a:pt x="4460" y="16065"/>
                    <a:pt x="4279" y="15425"/>
                    <a:pt x="3799" y="14785"/>
                  </a:cubicBezTo>
                  <a:cubicBezTo>
                    <a:pt x="3745" y="14710"/>
                    <a:pt x="3670" y="14636"/>
                    <a:pt x="3617" y="14561"/>
                  </a:cubicBezTo>
                  <a:cubicBezTo>
                    <a:pt x="3297" y="14156"/>
                    <a:pt x="3009" y="13782"/>
                    <a:pt x="3052" y="13249"/>
                  </a:cubicBezTo>
                  <a:cubicBezTo>
                    <a:pt x="3052" y="13217"/>
                    <a:pt x="3062" y="13185"/>
                    <a:pt x="3062" y="13164"/>
                  </a:cubicBezTo>
                  <a:cubicBezTo>
                    <a:pt x="3212" y="12438"/>
                    <a:pt x="3980" y="12012"/>
                    <a:pt x="4727" y="11596"/>
                  </a:cubicBezTo>
                  <a:cubicBezTo>
                    <a:pt x="5569" y="11137"/>
                    <a:pt x="6369" y="10689"/>
                    <a:pt x="6273" y="9889"/>
                  </a:cubicBezTo>
                  <a:cubicBezTo>
                    <a:pt x="6199" y="9174"/>
                    <a:pt x="5345" y="8321"/>
                    <a:pt x="4599" y="7563"/>
                  </a:cubicBezTo>
                  <a:cubicBezTo>
                    <a:pt x="4279" y="7243"/>
                    <a:pt x="3980" y="6945"/>
                    <a:pt x="3767" y="6678"/>
                  </a:cubicBezTo>
                  <a:cubicBezTo>
                    <a:pt x="3212" y="5984"/>
                    <a:pt x="2646" y="5238"/>
                    <a:pt x="2540" y="4416"/>
                  </a:cubicBezTo>
                  <a:cubicBezTo>
                    <a:pt x="2486" y="4011"/>
                    <a:pt x="2422" y="3264"/>
                    <a:pt x="2582" y="2710"/>
                  </a:cubicBezTo>
                  <a:cubicBezTo>
                    <a:pt x="2902" y="1547"/>
                    <a:pt x="3681" y="224"/>
                    <a:pt x="4919" y="21"/>
                  </a:cubicBezTo>
                  <a:lnTo>
                    <a:pt x="491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8"/>
            <p:cNvSpPr/>
            <p:nvPr/>
          </p:nvSpPr>
          <p:spPr>
            <a:xfrm>
              <a:off x="2923065" y="1246177"/>
              <a:ext cx="615991" cy="3209933"/>
            </a:xfrm>
            <a:custGeom>
              <a:rect b="b" l="l" r="r" t="t"/>
              <a:pathLst>
                <a:path extrusionOk="0" h="33763" w="6479">
                  <a:moveTo>
                    <a:pt x="5092" y="0"/>
                  </a:moveTo>
                  <a:cubicBezTo>
                    <a:pt x="3833" y="182"/>
                    <a:pt x="3011" y="1515"/>
                    <a:pt x="2670" y="2699"/>
                  </a:cubicBezTo>
                  <a:cubicBezTo>
                    <a:pt x="2499" y="3275"/>
                    <a:pt x="2553" y="4033"/>
                    <a:pt x="2606" y="4427"/>
                  </a:cubicBezTo>
                  <a:cubicBezTo>
                    <a:pt x="2691" y="5302"/>
                    <a:pt x="3278" y="6070"/>
                    <a:pt x="3833" y="6742"/>
                  </a:cubicBezTo>
                  <a:cubicBezTo>
                    <a:pt x="4036" y="6988"/>
                    <a:pt x="4345" y="7286"/>
                    <a:pt x="4665" y="7606"/>
                  </a:cubicBezTo>
                  <a:cubicBezTo>
                    <a:pt x="5433" y="8353"/>
                    <a:pt x="6297" y="9206"/>
                    <a:pt x="6361" y="9921"/>
                  </a:cubicBezTo>
                  <a:cubicBezTo>
                    <a:pt x="6425" y="10710"/>
                    <a:pt x="5636" y="11137"/>
                    <a:pt x="4804" y="11585"/>
                  </a:cubicBezTo>
                  <a:cubicBezTo>
                    <a:pt x="4025" y="12001"/>
                    <a:pt x="3225" y="12439"/>
                    <a:pt x="3086" y="13175"/>
                  </a:cubicBezTo>
                  <a:cubicBezTo>
                    <a:pt x="3065" y="13207"/>
                    <a:pt x="3065" y="13228"/>
                    <a:pt x="3065" y="13271"/>
                  </a:cubicBezTo>
                  <a:cubicBezTo>
                    <a:pt x="3043" y="13825"/>
                    <a:pt x="3353" y="14220"/>
                    <a:pt x="3683" y="14625"/>
                  </a:cubicBezTo>
                  <a:lnTo>
                    <a:pt x="3843" y="14828"/>
                  </a:lnTo>
                  <a:cubicBezTo>
                    <a:pt x="4334" y="15458"/>
                    <a:pt x="4526" y="16044"/>
                    <a:pt x="4537" y="16919"/>
                  </a:cubicBezTo>
                  <a:cubicBezTo>
                    <a:pt x="4537" y="17100"/>
                    <a:pt x="4526" y="17271"/>
                    <a:pt x="4526" y="17399"/>
                  </a:cubicBezTo>
                  <a:lnTo>
                    <a:pt x="4526" y="17559"/>
                  </a:lnTo>
                  <a:cubicBezTo>
                    <a:pt x="4505" y="17868"/>
                    <a:pt x="4377" y="18124"/>
                    <a:pt x="4238" y="18359"/>
                  </a:cubicBezTo>
                  <a:cubicBezTo>
                    <a:pt x="4078" y="18658"/>
                    <a:pt x="3907" y="18978"/>
                    <a:pt x="3971" y="19394"/>
                  </a:cubicBezTo>
                  <a:cubicBezTo>
                    <a:pt x="4100" y="20066"/>
                    <a:pt x="3683" y="20621"/>
                    <a:pt x="3374" y="20962"/>
                  </a:cubicBezTo>
                  <a:cubicBezTo>
                    <a:pt x="3097" y="21271"/>
                    <a:pt x="2723" y="21506"/>
                    <a:pt x="2339" y="21762"/>
                  </a:cubicBezTo>
                  <a:cubicBezTo>
                    <a:pt x="1881" y="22061"/>
                    <a:pt x="1411" y="22349"/>
                    <a:pt x="1091" y="22775"/>
                  </a:cubicBezTo>
                  <a:cubicBezTo>
                    <a:pt x="558" y="23469"/>
                    <a:pt x="654" y="24365"/>
                    <a:pt x="846" y="25218"/>
                  </a:cubicBezTo>
                  <a:cubicBezTo>
                    <a:pt x="910" y="25549"/>
                    <a:pt x="1006" y="25901"/>
                    <a:pt x="1091" y="26232"/>
                  </a:cubicBezTo>
                  <a:cubicBezTo>
                    <a:pt x="1241" y="26786"/>
                    <a:pt x="1401" y="27362"/>
                    <a:pt x="1465" y="27928"/>
                  </a:cubicBezTo>
                  <a:cubicBezTo>
                    <a:pt x="1497" y="28152"/>
                    <a:pt x="1465" y="28386"/>
                    <a:pt x="1379" y="28621"/>
                  </a:cubicBezTo>
                  <a:cubicBezTo>
                    <a:pt x="1230" y="28984"/>
                    <a:pt x="963" y="29315"/>
                    <a:pt x="707" y="29624"/>
                  </a:cubicBezTo>
                  <a:cubicBezTo>
                    <a:pt x="483" y="29891"/>
                    <a:pt x="238" y="30168"/>
                    <a:pt x="99" y="30488"/>
                  </a:cubicBezTo>
                  <a:cubicBezTo>
                    <a:pt x="34" y="30625"/>
                    <a:pt x="1" y="30778"/>
                    <a:pt x="2" y="30947"/>
                  </a:cubicBezTo>
                  <a:lnTo>
                    <a:pt x="2" y="30947"/>
                  </a:lnTo>
                  <a:cubicBezTo>
                    <a:pt x="3" y="30791"/>
                    <a:pt x="36" y="30648"/>
                    <a:pt x="99" y="30509"/>
                  </a:cubicBezTo>
                  <a:cubicBezTo>
                    <a:pt x="238" y="30211"/>
                    <a:pt x="483" y="29912"/>
                    <a:pt x="707" y="29645"/>
                  </a:cubicBezTo>
                  <a:cubicBezTo>
                    <a:pt x="974" y="29325"/>
                    <a:pt x="1241" y="29005"/>
                    <a:pt x="1390" y="28632"/>
                  </a:cubicBezTo>
                  <a:cubicBezTo>
                    <a:pt x="1465" y="28386"/>
                    <a:pt x="1507" y="28152"/>
                    <a:pt x="1486" y="27928"/>
                  </a:cubicBezTo>
                  <a:cubicBezTo>
                    <a:pt x="1411" y="27352"/>
                    <a:pt x="1251" y="26776"/>
                    <a:pt x="1113" y="26221"/>
                  </a:cubicBezTo>
                  <a:cubicBezTo>
                    <a:pt x="1017" y="25890"/>
                    <a:pt x="921" y="25538"/>
                    <a:pt x="857" y="25208"/>
                  </a:cubicBezTo>
                  <a:cubicBezTo>
                    <a:pt x="665" y="24354"/>
                    <a:pt x="579" y="23469"/>
                    <a:pt x="1091" y="22786"/>
                  </a:cubicBezTo>
                  <a:cubicBezTo>
                    <a:pt x="1411" y="22359"/>
                    <a:pt x="1881" y="22071"/>
                    <a:pt x="2339" y="21773"/>
                  </a:cubicBezTo>
                  <a:cubicBezTo>
                    <a:pt x="2734" y="21538"/>
                    <a:pt x="3107" y="21293"/>
                    <a:pt x="3385" y="20973"/>
                  </a:cubicBezTo>
                  <a:cubicBezTo>
                    <a:pt x="3705" y="20631"/>
                    <a:pt x="4110" y="20087"/>
                    <a:pt x="4004" y="19394"/>
                  </a:cubicBezTo>
                  <a:cubicBezTo>
                    <a:pt x="3939" y="18978"/>
                    <a:pt x="4110" y="18668"/>
                    <a:pt x="4270" y="18380"/>
                  </a:cubicBezTo>
                  <a:cubicBezTo>
                    <a:pt x="4398" y="18124"/>
                    <a:pt x="4548" y="17868"/>
                    <a:pt x="4548" y="17559"/>
                  </a:cubicBezTo>
                  <a:lnTo>
                    <a:pt x="4548" y="17399"/>
                  </a:lnTo>
                  <a:cubicBezTo>
                    <a:pt x="4558" y="17271"/>
                    <a:pt x="4558" y="17100"/>
                    <a:pt x="4558" y="16919"/>
                  </a:cubicBezTo>
                  <a:cubicBezTo>
                    <a:pt x="4558" y="16034"/>
                    <a:pt x="4366" y="15447"/>
                    <a:pt x="3865" y="14807"/>
                  </a:cubicBezTo>
                  <a:lnTo>
                    <a:pt x="3705" y="14604"/>
                  </a:lnTo>
                  <a:cubicBezTo>
                    <a:pt x="3385" y="14199"/>
                    <a:pt x="3086" y="13815"/>
                    <a:pt x="3107" y="13271"/>
                  </a:cubicBezTo>
                  <a:cubicBezTo>
                    <a:pt x="3107" y="13228"/>
                    <a:pt x="3118" y="13207"/>
                    <a:pt x="3118" y="13175"/>
                  </a:cubicBezTo>
                  <a:cubicBezTo>
                    <a:pt x="3267" y="12460"/>
                    <a:pt x="4068" y="12033"/>
                    <a:pt x="4825" y="11617"/>
                  </a:cubicBezTo>
                  <a:cubicBezTo>
                    <a:pt x="5678" y="11148"/>
                    <a:pt x="6478" y="10721"/>
                    <a:pt x="6404" y="9921"/>
                  </a:cubicBezTo>
                  <a:cubicBezTo>
                    <a:pt x="6340" y="9185"/>
                    <a:pt x="5465" y="8332"/>
                    <a:pt x="4697" y="7574"/>
                  </a:cubicBezTo>
                  <a:cubicBezTo>
                    <a:pt x="4366" y="7265"/>
                    <a:pt x="4068" y="6966"/>
                    <a:pt x="3854" y="6710"/>
                  </a:cubicBezTo>
                  <a:cubicBezTo>
                    <a:pt x="3321" y="6038"/>
                    <a:pt x="2734" y="5270"/>
                    <a:pt x="2627" y="4417"/>
                  </a:cubicBezTo>
                  <a:cubicBezTo>
                    <a:pt x="2585" y="4011"/>
                    <a:pt x="2531" y="3275"/>
                    <a:pt x="2691" y="2699"/>
                  </a:cubicBezTo>
                  <a:cubicBezTo>
                    <a:pt x="3033" y="1526"/>
                    <a:pt x="3843" y="192"/>
                    <a:pt x="5092" y="32"/>
                  </a:cubicBezTo>
                  <a:lnTo>
                    <a:pt x="5092" y="0"/>
                  </a:lnTo>
                  <a:close/>
                  <a:moveTo>
                    <a:pt x="2" y="30947"/>
                  </a:moveTo>
                  <a:cubicBezTo>
                    <a:pt x="1" y="31054"/>
                    <a:pt x="15" y="31166"/>
                    <a:pt x="46" y="31288"/>
                  </a:cubicBezTo>
                  <a:cubicBezTo>
                    <a:pt x="17" y="31168"/>
                    <a:pt x="2" y="31054"/>
                    <a:pt x="2" y="30947"/>
                  </a:cubicBezTo>
                  <a:close/>
                  <a:moveTo>
                    <a:pt x="46" y="31288"/>
                  </a:moveTo>
                  <a:cubicBezTo>
                    <a:pt x="131" y="31715"/>
                    <a:pt x="441" y="32195"/>
                    <a:pt x="921" y="32739"/>
                  </a:cubicBezTo>
                  <a:cubicBezTo>
                    <a:pt x="1326" y="33176"/>
                    <a:pt x="1881" y="33571"/>
                    <a:pt x="2425" y="33763"/>
                  </a:cubicBezTo>
                  <a:lnTo>
                    <a:pt x="2414" y="33742"/>
                  </a:lnTo>
                  <a:cubicBezTo>
                    <a:pt x="1870" y="33539"/>
                    <a:pt x="1305" y="33165"/>
                    <a:pt x="921" y="32728"/>
                  </a:cubicBezTo>
                  <a:cubicBezTo>
                    <a:pt x="430" y="32173"/>
                    <a:pt x="131" y="31693"/>
                    <a:pt x="46" y="3128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8"/>
            <p:cNvSpPr/>
            <p:nvPr/>
          </p:nvSpPr>
          <p:spPr>
            <a:xfrm>
              <a:off x="2888838" y="1250265"/>
              <a:ext cx="638048" cy="3204894"/>
            </a:xfrm>
            <a:custGeom>
              <a:rect b="b" l="l" r="r" t="t"/>
              <a:pathLst>
                <a:path extrusionOk="0" h="33710" w="6711">
                  <a:moveTo>
                    <a:pt x="5377" y="0"/>
                  </a:moveTo>
                  <a:cubicBezTo>
                    <a:pt x="4086" y="117"/>
                    <a:pt x="3243" y="1472"/>
                    <a:pt x="2881" y="2678"/>
                  </a:cubicBezTo>
                  <a:cubicBezTo>
                    <a:pt x="2710" y="3254"/>
                    <a:pt x="2763" y="4011"/>
                    <a:pt x="2806" y="4416"/>
                  </a:cubicBezTo>
                  <a:cubicBezTo>
                    <a:pt x="2881" y="5280"/>
                    <a:pt x="3478" y="6070"/>
                    <a:pt x="4033" y="6731"/>
                  </a:cubicBezTo>
                  <a:cubicBezTo>
                    <a:pt x="4246" y="6987"/>
                    <a:pt x="4545" y="7286"/>
                    <a:pt x="4886" y="7606"/>
                  </a:cubicBezTo>
                  <a:cubicBezTo>
                    <a:pt x="5644" y="8331"/>
                    <a:pt x="6508" y="9174"/>
                    <a:pt x="6593" y="9921"/>
                  </a:cubicBezTo>
                  <a:cubicBezTo>
                    <a:pt x="6668" y="10721"/>
                    <a:pt x="5857" y="11148"/>
                    <a:pt x="4993" y="11606"/>
                  </a:cubicBezTo>
                  <a:cubicBezTo>
                    <a:pt x="4203" y="12012"/>
                    <a:pt x="3403" y="12438"/>
                    <a:pt x="3254" y="13164"/>
                  </a:cubicBezTo>
                  <a:cubicBezTo>
                    <a:pt x="3243" y="13185"/>
                    <a:pt x="3243" y="13217"/>
                    <a:pt x="3243" y="13260"/>
                  </a:cubicBezTo>
                  <a:cubicBezTo>
                    <a:pt x="3211" y="13814"/>
                    <a:pt x="3531" y="14198"/>
                    <a:pt x="3873" y="14614"/>
                  </a:cubicBezTo>
                  <a:lnTo>
                    <a:pt x="4033" y="14817"/>
                  </a:lnTo>
                  <a:cubicBezTo>
                    <a:pt x="4534" y="15457"/>
                    <a:pt x="4726" y="15991"/>
                    <a:pt x="4748" y="16812"/>
                  </a:cubicBezTo>
                  <a:lnTo>
                    <a:pt x="4748" y="17313"/>
                  </a:lnTo>
                  <a:lnTo>
                    <a:pt x="4748" y="17452"/>
                  </a:lnTo>
                  <a:cubicBezTo>
                    <a:pt x="4748" y="17772"/>
                    <a:pt x="4598" y="18039"/>
                    <a:pt x="4460" y="18295"/>
                  </a:cubicBezTo>
                  <a:cubicBezTo>
                    <a:pt x="4278" y="18615"/>
                    <a:pt x="4107" y="18935"/>
                    <a:pt x="4171" y="19361"/>
                  </a:cubicBezTo>
                  <a:cubicBezTo>
                    <a:pt x="4299" y="20066"/>
                    <a:pt x="3787" y="20599"/>
                    <a:pt x="3393" y="20940"/>
                  </a:cubicBezTo>
                  <a:cubicBezTo>
                    <a:pt x="3094" y="21175"/>
                    <a:pt x="2753" y="21378"/>
                    <a:pt x="2390" y="21580"/>
                  </a:cubicBezTo>
                  <a:cubicBezTo>
                    <a:pt x="1846" y="21879"/>
                    <a:pt x="1291" y="22188"/>
                    <a:pt x="918" y="22679"/>
                  </a:cubicBezTo>
                  <a:cubicBezTo>
                    <a:pt x="406" y="23372"/>
                    <a:pt x="545" y="24258"/>
                    <a:pt x="779" y="25122"/>
                  </a:cubicBezTo>
                  <a:cubicBezTo>
                    <a:pt x="809" y="25228"/>
                    <a:pt x="840" y="25337"/>
                    <a:pt x="874" y="25447"/>
                  </a:cubicBezTo>
                  <a:lnTo>
                    <a:pt x="874" y="25447"/>
                  </a:lnTo>
                  <a:cubicBezTo>
                    <a:pt x="843" y="25343"/>
                    <a:pt x="815" y="25238"/>
                    <a:pt x="790" y="25133"/>
                  </a:cubicBezTo>
                  <a:cubicBezTo>
                    <a:pt x="566" y="24279"/>
                    <a:pt x="417" y="23394"/>
                    <a:pt x="939" y="22711"/>
                  </a:cubicBezTo>
                  <a:cubicBezTo>
                    <a:pt x="1291" y="22231"/>
                    <a:pt x="1857" y="21911"/>
                    <a:pt x="2390" y="21612"/>
                  </a:cubicBezTo>
                  <a:cubicBezTo>
                    <a:pt x="2763" y="21399"/>
                    <a:pt x="3105" y="21218"/>
                    <a:pt x="3403" y="20962"/>
                  </a:cubicBezTo>
                  <a:cubicBezTo>
                    <a:pt x="3798" y="20620"/>
                    <a:pt x="4321" y="20087"/>
                    <a:pt x="4203" y="19361"/>
                  </a:cubicBezTo>
                  <a:cubicBezTo>
                    <a:pt x="4139" y="18945"/>
                    <a:pt x="4310" y="18625"/>
                    <a:pt x="4481" y="18327"/>
                  </a:cubicBezTo>
                  <a:cubicBezTo>
                    <a:pt x="4630" y="18060"/>
                    <a:pt x="4780" y="17793"/>
                    <a:pt x="4780" y="17473"/>
                  </a:cubicBezTo>
                  <a:lnTo>
                    <a:pt x="4780" y="17324"/>
                  </a:lnTo>
                  <a:lnTo>
                    <a:pt x="4780" y="16833"/>
                  </a:lnTo>
                  <a:cubicBezTo>
                    <a:pt x="4758" y="15991"/>
                    <a:pt x="4566" y="15447"/>
                    <a:pt x="4054" y="14806"/>
                  </a:cubicBezTo>
                  <a:lnTo>
                    <a:pt x="3894" y="14604"/>
                  </a:lnTo>
                  <a:cubicBezTo>
                    <a:pt x="3563" y="14188"/>
                    <a:pt x="3254" y="13814"/>
                    <a:pt x="3286" y="13260"/>
                  </a:cubicBezTo>
                  <a:cubicBezTo>
                    <a:pt x="3286" y="13217"/>
                    <a:pt x="3297" y="13185"/>
                    <a:pt x="3297" y="13164"/>
                  </a:cubicBezTo>
                  <a:cubicBezTo>
                    <a:pt x="3446" y="12460"/>
                    <a:pt x="4246" y="12033"/>
                    <a:pt x="5014" y="11628"/>
                  </a:cubicBezTo>
                  <a:cubicBezTo>
                    <a:pt x="5878" y="11158"/>
                    <a:pt x="6710" y="10731"/>
                    <a:pt x="6625" y="9921"/>
                  </a:cubicBezTo>
                  <a:cubicBezTo>
                    <a:pt x="6550" y="9163"/>
                    <a:pt x="5686" y="8321"/>
                    <a:pt x="4908" y="7585"/>
                  </a:cubicBezTo>
                  <a:cubicBezTo>
                    <a:pt x="4577" y="7286"/>
                    <a:pt x="4267" y="6977"/>
                    <a:pt x="4054" y="6721"/>
                  </a:cubicBezTo>
                  <a:cubicBezTo>
                    <a:pt x="3510" y="6059"/>
                    <a:pt x="2923" y="5280"/>
                    <a:pt x="2827" y="4416"/>
                  </a:cubicBezTo>
                  <a:cubicBezTo>
                    <a:pt x="2785" y="4032"/>
                    <a:pt x="2731" y="3264"/>
                    <a:pt x="2913" y="2699"/>
                  </a:cubicBezTo>
                  <a:cubicBezTo>
                    <a:pt x="3254" y="1493"/>
                    <a:pt x="4097" y="160"/>
                    <a:pt x="5377" y="32"/>
                  </a:cubicBezTo>
                  <a:lnTo>
                    <a:pt x="5377" y="0"/>
                  </a:lnTo>
                  <a:close/>
                  <a:moveTo>
                    <a:pt x="874" y="25447"/>
                  </a:moveTo>
                  <a:cubicBezTo>
                    <a:pt x="883" y="25478"/>
                    <a:pt x="892" y="25508"/>
                    <a:pt x="902" y="25538"/>
                  </a:cubicBezTo>
                  <a:lnTo>
                    <a:pt x="902" y="25538"/>
                  </a:lnTo>
                  <a:cubicBezTo>
                    <a:pt x="893" y="25508"/>
                    <a:pt x="883" y="25478"/>
                    <a:pt x="874" y="25447"/>
                  </a:cubicBezTo>
                  <a:close/>
                  <a:moveTo>
                    <a:pt x="902" y="25538"/>
                  </a:moveTo>
                  <a:lnTo>
                    <a:pt x="902" y="25538"/>
                  </a:lnTo>
                  <a:cubicBezTo>
                    <a:pt x="958" y="25719"/>
                    <a:pt x="1018" y="25902"/>
                    <a:pt x="1078" y="26082"/>
                  </a:cubicBezTo>
                  <a:cubicBezTo>
                    <a:pt x="1281" y="26701"/>
                    <a:pt x="1494" y="27319"/>
                    <a:pt x="1558" y="27938"/>
                  </a:cubicBezTo>
                  <a:cubicBezTo>
                    <a:pt x="1590" y="28162"/>
                    <a:pt x="1547" y="28407"/>
                    <a:pt x="1451" y="28621"/>
                  </a:cubicBezTo>
                  <a:cubicBezTo>
                    <a:pt x="1313" y="28962"/>
                    <a:pt x="1046" y="29261"/>
                    <a:pt x="790" y="29549"/>
                  </a:cubicBezTo>
                  <a:cubicBezTo>
                    <a:pt x="545" y="29826"/>
                    <a:pt x="299" y="30125"/>
                    <a:pt x="139" y="30456"/>
                  </a:cubicBezTo>
                  <a:cubicBezTo>
                    <a:pt x="33" y="30680"/>
                    <a:pt x="0" y="30968"/>
                    <a:pt x="86" y="31256"/>
                  </a:cubicBezTo>
                  <a:cubicBezTo>
                    <a:pt x="106" y="31340"/>
                    <a:pt x="135" y="31425"/>
                    <a:pt x="170" y="31509"/>
                  </a:cubicBezTo>
                  <a:lnTo>
                    <a:pt x="170" y="31509"/>
                  </a:lnTo>
                  <a:cubicBezTo>
                    <a:pt x="140" y="31435"/>
                    <a:pt x="115" y="31361"/>
                    <a:pt x="97" y="31288"/>
                  </a:cubicBezTo>
                  <a:cubicBezTo>
                    <a:pt x="33" y="30989"/>
                    <a:pt x="43" y="30722"/>
                    <a:pt x="150" y="30498"/>
                  </a:cubicBezTo>
                  <a:cubicBezTo>
                    <a:pt x="310" y="30168"/>
                    <a:pt x="566" y="29869"/>
                    <a:pt x="801" y="29592"/>
                  </a:cubicBezTo>
                  <a:cubicBezTo>
                    <a:pt x="1057" y="29293"/>
                    <a:pt x="1313" y="28994"/>
                    <a:pt x="1473" y="28642"/>
                  </a:cubicBezTo>
                  <a:cubicBezTo>
                    <a:pt x="1558" y="28429"/>
                    <a:pt x="1601" y="28173"/>
                    <a:pt x="1579" y="27949"/>
                  </a:cubicBezTo>
                  <a:cubicBezTo>
                    <a:pt x="1505" y="27341"/>
                    <a:pt x="1291" y="26711"/>
                    <a:pt x="1099" y="26093"/>
                  </a:cubicBezTo>
                  <a:cubicBezTo>
                    <a:pt x="1026" y="25903"/>
                    <a:pt x="959" y="25720"/>
                    <a:pt x="902" y="25538"/>
                  </a:cubicBezTo>
                  <a:close/>
                  <a:moveTo>
                    <a:pt x="170" y="31509"/>
                  </a:moveTo>
                  <a:cubicBezTo>
                    <a:pt x="350" y="31954"/>
                    <a:pt x="721" y="32405"/>
                    <a:pt x="1014" y="32706"/>
                  </a:cubicBezTo>
                  <a:cubicBezTo>
                    <a:pt x="1430" y="33154"/>
                    <a:pt x="2017" y="33528"/>
                    <a:pt x="2593" y="33709"/>
                  </a:cubicBezTo>
                  <a:lnTo>
                    <a:pt x="2603" y="33709"/>
                  </a:lnTo>
                  <a:cubicBezTo>
                    <a:pt x="2027" y="33507"/>
                    <a:pt x="1430" y="33133"/>
                    <a:pt x="1014" y="32696"/>
                  </a:cubicBezTo>
                  <a:cubicBezTo>
                    <a:pt x="727" y="32391"/>
                    <a:pt x="356" y="31957"/>
                    <a:pt x="170" y="3150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8"/>
            <p:cNvSpPr/>
            <p:nvPr/>
          </p:nvSpPr>
          <p:spPr>
            <a:xfrm>
              <a:off x="2859460" y="1253308"/>
              <a:ext cx="657253" cy="3201852"/>
            </a:xfrm>
            <a:custGeom>
              <a:rect b="b" l="l" r="r" t="t"/>
              <a:pathLst>
                <a:path extrusionOk="0" h="33678" w="6913">
                  <a:moveTo>
                    <a:pt x="5675" y="0"/>
                  </a:moveTo>
                  <a:cubicBezTo>
                    <a:pt x="5067" y="32"/>
                    <a:pt x="4502" y="373"/>
                    <a:pt x="4000" y="939"/>
                  </a:cubicBezTo>
                  <a:cubicBezTo>
                    <a:pt x="3606" y="1408"/>
                    <a:pt x="3275" y="2048"/>
                    <a:pt x="3104" y="2678"/>
                  </a:cubicBezTo>
                  <a:cubicBezTo>
                    <a:pt x="2987" y="3158"/>
                    <a:pt x="2955" y="3798"/>
                    <a:pt x="3008" y="4427"/>
                  </a:cubicBezTo>
                  <a:cubicBezTo>
                    <a:pt x="3083" y="5259"/>
                    <a:pt x="3648" y="6038"/>
                    <a:pt x="4235" y="6753"/>
                  </a:cubicBezTo>
                  <a:cubicBezTo>
                    <a:pt x="4448" y="7019"/>
                    <a:pt x="4769" y="7318"/>
                    <a:pt x="5099" y="7638"/>
                  </a:cubicBezTo>
                  <a:cubicBezTo>
                    <a:pt x="5867" y="8374"/>
                    <a:pt x="6742" y="9185"/>
                    <a:pt x="6806" y="9942"/>
                  </a:cubicBezTo>
                  <a:cubicBezTo>
                    <a:pt x="6870" y="10742"/>
                    <a:pt x="6038" y="11158"/>
                    <a:pt x="5174" y="11596"/>
                  </a:cubicBezTo>
                  <a:cubicBezTo>
                    <a:pt x="4384" y="12001"/>
                    <a:pt x="3563" y="12406"/>
                    <a:pt x="3414" y="13153"/>
                  </a:cubicBezTo>
                  <a:cubicBezTo>
                    <a:pt x="3403" y="13185"/>
                    <a:pt x="3403" y="13206"/>
                    <a:pt x="3403" y="13249"/>
                  </a:cubicBezTo>
                  <a:cubicBezTo>
                    <a:pt x="3371" y="13814"/>
                    <a:pt x="3691" y="14198"/>
                    <a:pt x="4032" y="14614"/>
                  </a:cubicBezTo>
                  <a:lnTo>
                    <a:pt x="4192" y="14806"/>
                  </a:lnTo>
                  <a:cubicBezTo>
                    <a:pt x="4694" y="15468"/>
                    <a:pt x="4907" y="15980"/>
                    <a:pt x="4939" y="16748"/>
                  </a:cubicBezTo>
                  <a:lnTo>
                    <a:pt x="4939" y="17239"/>
                  </a:lnTo>
                  <a:lnTo>
                    <a:pt x="4939" y="17367"/>
                  </a:lnTo>
                  <a:cubicBezTo>
                    <a:pt x="4939" y="17708"/>
                    <a:pt x="4779" y="17985"/>
                    <a:pt x="4619" y="18263"/>
                  </a:cubicBezTo>
                  <a:cubicBezTo>
                    <a:pt x="4427" y="18583"/>
                    <a:pt x="4246" y="18935"/>
                    <a:pt x="4310" y="19361"/>
                  </a:cubicBezTo>
                  <a:cubicBezTo>
                    <a:pt x="4427" y="20044"/>
                    <a:pt x="3840" y="20535"/>
                    <a:pt x="3328" y="20876"/>
                  </a:cubicBezTo>
                  <a:cubicBezTo>
                    <a:pt x="3062" y="21047"/>
                    <a:pt x="2752" y="21207"/>
                    <a:pt x="2422" y="21367"/>
                  </a:cubicBezTo>
                  <a:cubicBezTo>
                    <a:pt x="1792" y="21676"/>
                    <a:pt x="1142" y="21996"/>
                    <a:pt x="726" y="22562"/>
                  </a:cubicBezTo>
                  <a:cubicBezTo>
                    <a:pt x="203" y="23266"/>
                    <a:pt x="395" y="24162"/>
                    <a:pt x="662" y="25015"/>
                  </a:cubicBezTo>
                  <a:cubicBezTo>
                    <a:pt x="768" y="25346"/>
                    <a:pt x="896" y="25666"/>
                    <a:pt x="1035" y="26007"/>
                  </a:cubicBezTo>
                  <a:cubicBezTo>
                    <a:pt x="1280" y="26637"/>
                    <a:pt x="1547" y="27287"/>
                    <a:pt x="1622" y="27927"/>
                  </a:cubicBezTo>
                  <a:cubicBezTo>
                    <a:pt x="1643" y="28162"/>
                    <a:pt x="1590" y="28397"/>
                    <a:pt x="1483" y="28610"/>
                  </a:cubicBezTo>
                  <a:cubicBezTo>
                    <a:pt x="1323" y="28930"/>
                    <a:pt x="1056" y="29208"/>
                    <a:pt x="822" y="29474"/>
                  </a:cubicBezTo>
                  <a:cubicBezTo>
                    <a:pt x="566" y="29773"/>
                    <a:pt x="288" y="30082"/>
                    <a:pt x="117" y="30424"/>
                  </a:cubicBezTo>
                  <a:cubicBezTo>
                    <a:pt x="21" y="30669"/>
                    <a:pt x="0" y="30946"/>
                    <a:pt x="85" y="31234"/>
                  </a:cubicBezTo>
                  <a:cubicBezTo>
                    <a:pt x="224" y="31821"/>
                    <a:pt x="758" y="32386"/>
                    <a:pt x="1056" y="32674"/>
                  </a:cubicBezTo>
                  <a:cubicBezTo>
                    <a:pt x="1504" y="33112"/>
                    <a:pt x="2123" y="33475"/>
                    <a:pt x="2720" y="33677"/>
                  </a:cubicBezTo>
                  <a:lnTo>
                    <a:pt x="2742" y="33667"/>
                  </a:lnTo>
                  <a:cubicBezTo>
                    <a:pt x="2155" y="33464"/>
                    <a:pt x="1536" y="33101"/>
                    <a:pt x="1088" y="32664"/>
                  </a:cubicBezTo>
                  <a:cubicBezTo>
                    <a:pt x="790" y="32386"/>
                    <a:pt x="267" y="31810"/>
                    <a:pt x="128" y="31234"/>
                  </a:cubicBezTo>
                  <a:cubicBezTo>
                    <a:pt x="43" y="30946"/>
                    <a:pt x="53" y="30680"/>
                    <a:pt x="160" y="30456"/>
                  </a:cubicBezTo>
                  <a:cubicBezTo>
                    <a:pt x="320" y="30104"/>
                    <a:pt x="587" y="29816"/>
                    <a:pt x="854" y="29517"/>
                  </a:cubicBezTo>
                  <a:cubicBezTo>
                    <a:pt x="1110" y="29240"/>
                    <a:pt x="1366" y="28962"/>
                    <a:pt x="1526" y="28642"/>
                  </a:cubicBezTo>
                  <a:cubicBezTo>
                    <a:pt x="1632" y="28407"/>
                    <a:pt x="1686" y="28173"/>
                    <a:pt x="1654" y="27949"/>
                  </a:cubicBezTo>
                  <a:cubicBezTo>
                    <a:pt x="1590" y="27309"/>
                    <a:pt x="1323" y="26647"/>
                    <a:pt x="1067" y="26007"/>
                  </a:cubicBezTo>
                  <a:cubicBezTo>
                    <a:pt x="928" y="25666"/>
                    <a:pt x="800" y="25335"/>
                    <a:pt x="694" y="25015"/>
                  </a:cubicBezTo>
                  <a:cubicBezTo>
                    <a:pt x="427" y="24162"/>
                    <a:pt x="256" y="23276"/>
                    <a:pt x="768" y="22583"/>
                  </a:cubicBezTo>
                  <a:cubicBezTo>
                    <a:pt x="1174" y="22039"/>
                    <a:pt x="1814" y="21719"/>
                    <a:pt x="2443" y="21410"/>
                  </a:cubicBezTo>
                  <a:cubicBezTo>
                    <a:pt x="2774" y="21250"/>
                    <a:pt x="3083" y="21100"/>
                    <a:pt x="3360" y="20919"/>
                  </a:cubicBezTo>
                  <a:cubicBezTo>
                    <a:pt x="3840" y="20599"/>
                    <a:pt x="4480" y="20087"/>
                    <a:pt x="4363" y="19372"/>
                  </a:cubicBezTo>
                  <a:cubicBezTo>
                    <a:pt x="4299" y="18956"/>
                    <a:pt x="4480" y="18615"/>
                    <a:pt x="4673" y="18295"/>
                  </a:cubicBezTo>
                  <a:cubicBezTo>
                    <a:pt x="4833" y="18007"/>
                    <a:pt x="4993" y="17729"/>
                    <a:pt x="4993" y="17388"/>
                  </a:cubicBezTo>
                  <a:lnTo>
                    <a:pt x="4993" y="17249"/>
                  </a:lnTo>
                  <a:cubicBezTo>
                    <a:pt x="5003" y="17100"/>
                    <a:pt x="5003" y="16929"/>
                    <a:pt x="4993" y="16748"/>
                  </a:cubicBezTo>
                  <a:cubicBezTo>
                    <a:pt x="4950" y="15969"/>
                    <a:pt x="4747" y="15447"/>
                    <a:pt x="4235" y="14796"/>
                  </a:cubicBezTo>
                  <a:lnTo>
                    <a:pt x="4075" y="14593"/>
                  </a:lnTo>
                  <a:cubicBezTo>
                    <a:pt x="3734" y="14177"/>
                    <a:pt x="3414" y="13804"/>
                    <a:pt x="3446" y="13249"/>
                  </a:cubicBezTo>
                  <a:cubicBezTo>
                    <a:pt x="3446" y="13206"/>
                    <a:pt x="3456" y="13185"/>
                    <a:pt x="3456" y="13153"/>
                  </a:cubicBezTo>
                  <a:cubicBezTo>
                    <a:pt x="3595" y="12428"/>
                    <a:pt x="4416" y="12012"/>
                    <a:pt x="5206" y="11606"/>
                  </a:cubicBezTo>
                  <a:cubicBezTo>
                    <a:pt x="6081" y="11169"/>
                    <a:pt x="6913" y="10742"/>
                    <a:pt x="6849" y="9931"/>
                  </a:cubicBezTo>
                  <a:cubicBezTo>
                    <a:pt x="6774" y="9153"/>
                    <a:pt x="5899" y="8342"/>
                    <a:pt x="5121" y="7606"/>
                  </a:cubicBezTo>
                  <a:cubicBezTo>
                    <a:pt x="4790" y="7286"/>
                    <a:pt x="4470" y="6998"/>
                    <a:pt x="4256" y="6731"/>
                  </a:cubicBezTo>
                  <a:cubicBezTo>
                    <a:pt x="3670" y="6027"/>
                    <a:pt x="3115" y="5238"/>
                    <a:pt x="3030" y="4406"/>
                  </a:cubicBezTo>
                  <a:cubicBezTo>
                    <a:pt x="2976" y="3776"/>
                    <a:pt x="3019" y="3158"/>
                    <a:pt x="3136" y="2678"/>
                  </a:cubicBezTo>
                  <a:cubicBezTo>
                    <a:pt x="3467" y="1419"/>
                    <a:pt x="4438" y="107"/>
                    <a:pt x="5675" y="21"/>
                  </a:cubicBezTo>
                  <a:lnTo>
                    <a:pt x="567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8"/>
            <p:cNvSpPr/>
            <p:nvPr/>
          </p:nvSpPr>
          <p:spPr>
            <a:xfrm>
              <a:off x="2832839" y="1259392"/>
              <a:ext cx="659821" cy="3196718"/>
            </a:xfrm>
            <a:custGeom>
              <a:rect b="b" l="l" r="r" t="t"/>
              <a:pathLst>
                <a:path extrusionOk="0" h="33624" w="6940">
                  <a:moveTo>
                    <a:pt x="5838" y="0"/>
                  </a:moveTo>
                  <a:cubicBezTo>
                    <a:pt x="4526" y="53"/>
                    <a:pt x="3566" y="1408"/>
                    <a:pt x="3224" y="2667"/>
                  </a:cubicBezTo>
                  <a:cubicBezTo>
                    <a:pt x="3096" y="3158"/>
                    <a:pt x="3043" y="3798"/>
                    <a:pt x="3096" y="4427"/>
                  </a:cubicBezTo>
                  <a:cubicBezTo>
                    <a:pt x="3160" y="5302"/>
                    <a:pt x="3758" y="6102"/>
                    <a:pt x="4323" y="6785"/>
                  </a:cubicBezTo>
                  <a:cubicBezTo>
                    <a:pt x="4547" y="7041"/>
                    <a:pt x="4867" y="7350"/>
                    <a:pt x="5198" y="7649"/>
                  </a:cubicBezTo>
                  <a:cubicBezTo>
                    <a:pt x="5639" y="8054"/>
                    <a:pt x="6109" y="8483"/>
                    <a:pt x="6449" y="8914"/>
                  </a:cubicBezTo>
                  <a:lnTo>
                    <a:pt x="6449" y="8914"/>
                  </a:lnTo>
                  <a:cubicBezTo>
                    <a:pt x="6107" y="8478"/>
                    <a:pt x="5634" y="8045"/>
                    <a:pt x="5198" y="7638"/>
                  </a:cubicBezTo>
                  <a:cubicBezTo>
                    <a:pt x="4867" y="7318"/>
                    <a:pt x="4547" y="7030"/>
                    <a:pt x="4334" y="6774"/>
                  </a:cubicBezTo>
                  <a:cubicBezTo>
                    <a:pt x="3779" y="6091"/>
                    <a:pt x="3192" y="5291"/>
                    <a:pt x="3118" y="4427"/>
                  </a:cubicBezTo>
                  <a:cubicBezTo>
                    <a:pt x="3086" y="3798"/>
                    <a:pt x="3118" y="3158"/>
                    <a:pt x="3256" y="2678"/>
                  </a:cubicBezTo>
                  <a:cubicBezTo>
                    <a:pt x="3587" y="1440"/>
                    <a:pt x="4536" y="75"/>
                    <a:pt x="5838" y="21"/>
                  </a:cubicBezTo>
                  <a:lnTo>
                    <a:pt x="5838" y="0"/>
                  </a:lnTo>
                  <a:close/>
                  <a:moveTo>
                    <a:pt x="6449" y="8914"/>
                  </a:moveTo>
                  <a:cubicBezTo>
                    <a:pt x="6726" y="9266"/>
                    <a:pt x="6918" y="9620"/>
                    <a:pt x="6937" y="9963"/>
                  </a:cubicBezTo>
                  <a:cubicBezTo>
                    <a:pt x="6918" y="9619"/>
                    <a:pt x="6726" y="9265"/>
                    <a:pt x="6449" y="8914"/>
                  </a:cubicBezTo>
                  <a:close/>
                  <a:moveTo>
                    <a:pt x="6937" y="9963"/>
                  </a:moveTo>
                  <a:cubicBezTo>
                    <a:pt x="6938" y="9988"/>
                    <a:pt x="6939" y="10013"/>
                    <a:pt x="6939" y="10037"/>
                  </a:cubicBezTo>
                  <a:lnTo>
                    <a:pt x="6939" y="10037"/>
                  </a:lnTo>
                  <a:cubicBezTo>
                    <a:pt x="6939" y="10013"/>
                    <a:pt x="6938" y="9988"/>
                    <a:pt x="6937" y="9963"/>
                  </a:cubicBezTo>
                  <a:close/>
                  <a:moveTo>
                    <a:pt x="6939" y="10037"/>
                  </a:moveTo>
                  <a:lnTo>
                    <a:pt x="6939" y="10037"/>
                  </a:lnTo>
                  <a:cubicBezTo>
                    <a:pt x="6938" y="10788"/>
                    <a:pt x="6131" y="11171"/>
                    <a:pt x="5294" y="11585"/>
                  </a:cubicBezTo>
                  <a:cubicBezTo>
                    <a:pt x="4494" y="11990"/>
                    <a:pt x="3651" y="12396"/>
                    <a:pt x="3512" y="13164"/>
                  </a:cubicBezTo>
                  <a:cubicBezTo>
                    <a:pt x="3491" y="13185"/>
                    <a:pt x="3491" y="13217"/>
                    <a:pt x="3491" y="13249"/>
                  </a:cubicBezTo>
                  <a:cubicBezTo>
                    <a:pt x="3490" y="13270"/>
                    <a:pt x="3490" y="13290"/>
                    <a:pt x="3490" y="13310"/>
                  </a:cubicBezTo>
                  <a:lnTo>
                    <a:pt x="3490" y="13310"/>
                  </a:lnTo>
                  <a:cubicBezTo>
                    <a:pt x="3490" y="13297"/>
                    <a:pt x="3491" y="13284"/>
                    <a:pt x="3491" y="13270"/>
                  </a:cubicBezTo>
                  <a:cubicBezTo>
                    <a:pt x="3491" y="13228"/>
                    <a:pt x="3512" y="13196"/>
                    <a:pt x="3512" y="13174"/>
                  </a:cubicBezTo>
                  <a:cubicBezTo>
                    <a:pt x="3651" y="12417"/>
                    <a:pt x="4483" y="12012"/>
                    <a:pt x="5283" y="11617"/>
                  </a:cubicBezTo>
                  <a:cubicBezTo>
                    <a:pt x="6131" y="11203"/>
                    <a:pt x="6939" y="10800"/>
                    <a:pt x="6939" y="10037"/>
                  </a:cubicBezTo>
                  <a:close/>
                  <a:moveTo>
                    <a:pt x="3490" y="13310"/>
                  </a:moveTo>
                  <a:cubicBezTo>
                    <a:pt x="3485" y="13931"/>
                    <a:pt x="3851" y="14423"/>
                    <a:pt x="4238" y="14945"/>
                  </a:cubicBezTo>
                  <a:cubicBezTo>
                    <a:pt x="4632" y="15468"/>
                    <a:pt x="5027" y="16001"/>
                    <a:pt x="5070" y="16695"/>
                  </a:cubicBezTo>
                  <a:cubicBezTo>
                    <a:pt x="5081" y="16897"/>
                    <a:pt x="5081" y="17068"/>
                    <a:pt x="5081" y="17217"/>
                  </a:cubicBezTo>
                  <a:lnTo>
                    <a:pt x="5081" y="17303"/>
                  </a:lnTo>
                  <a:cubicBezTo>
                    <a:pt x="5081" y="17676"/>
                    <a:pt x="4899" y="17985"/>
                    <a:pt x="4718" y="18295"/>
                  </a:cubicBezTo>
                  <a:cubicBezTo>
                    <a:pt x="4683" y="18355"/>
                    <a:pt x="4647" y="18415"/>
                    <a:pt x="4613" y="18476"/>
                  </a:cubicBezTo>
                  <a:lnTo>
                    <a:pt x="4613" y="18476"/>
                  </a:lnTo>
                  <a:cubicBezTo>
                    <a:pt x="4654" y="18405"/>
                    <a:pt x="4697" y="18334"/>
                    <a:pt x="4739" y="18263"/>
                  </a:cubicBezTo>
                  <a:cubicBezTo>
                    <a:pt x="4910" y="17975"/>
                    <a:pt x="5102" y="17665"/>
                    <a:pt x="5102" y="17292"/>
                  </a:cubicBezTo>
                  <a:lnTo>
                    <a:pt x="5102" y="17196"/>
                  </a:lnTo>
                  <a:cubicBezTo>
                    <a:pt x="5102" y="17057"/>
                    <a:pt x="5102" y="16865"/>
                    <a:pt x="5081" y="16684"/>
                  </a:cubicBezTo>
                  <a:cubicBezTo>
                    <a:pt x="5049" y="16001"/>
                    <a:pt x="4643" y="15468"/>
                    <a:pt x="4259" y="14945"/>
                  </a:cubicBezTo>
                  <a:cubicBezTo>
                    <a:pt x="3866" y="14428"/>
                    <a:pt x="3494" y="13942"/>
                    <a:pt x="3490" y="13310"/>
                  </a:cubicBezTo>
                  <a:close/>
                  <a:moveTo>
                    <a:pt x="4613" y="18476"/>
                  </a:moveTo>
                  <a:cubicBezTo>
                    <a:pt x="4487" y="18698"/>
                    <a:pt x="4380" y="18926"/>
                    <a:pt x="4369" y="19191"/>
                  </a:cubicBezTo>
                  <a:lnTo>
                    <a:pt x="4369" y="19191"/>
                  </a:lnTo>
                  <a:cubicBezTo>
                    <a:pt x="4382" y="18926"/>
                    <a:pt x="4489" y="18697"/>
                    <a:pt x="4613" y="18476"/>
                  </a:cubicBezTo>
                  <a:close/>
                  <a:moveTo>
                    <a:pt x="4369" y="19191"/>
                  </a:moveTo>
                  <a:cubicBezTo>
                    <a:pt x="4366" y="19253"/>
                    <a:pt x="4368" y="19317"/>
                    <a:pt x="4376" y="19383"/>
                  </a:cubicBezTo>
                  <a:cubicBezTo>
                    <a:pt x="4380" y="19420"/>
                    <a:pt x="4382" y="19457"/>
                    <a:pt x="4382" y="19493"/>
                  </a:cubicBezTo>
                  <a:lnTo>
                    <a:pt x="4382" y="19493"/>
                  </a:lnTo>
                  <a:cubicBezTo>
                    <a:pt x="4383" y="19454"/>
                    <a:pt x="4381" y="19413"/>
                    <a:pt x="4376" y="19372"/>
                  </a:cubicBezTo>
                  <a:cubicBezTo>
                    <a:pt x="4369" y="19310"/>
                    <a:pt x="4367" y="19249"/>
                    <a:pt x="4369" y="19191"/>
                  </a:cubicBezTo>
                  <a:close/>
                  <a:moveTo>
                    <a:pt x="4382" y="19493"/>
                  </a:moveTo>
                  <a:lnTo>
                    <a:pt x="4382" y="19493"/>
                  </a:lnTo>
                  <a:cubicBezTo>
                    <a:pt x="4378" y="20152"/>
                    <a:pt x="3766" y="20521"/>
                    <a:pt x="3192" y="20823"/>
                  </a:cubicBezTo>
                  <a:cubicBezTo>
                    <a:pt x="2958" y="20930"/>
                    <a:pt x="2712" y="21058"/>
                    <a:pt x="2456" y="21164"/>
                  </a:cubicBezTo>
                  <a:cubicBezTo>
                    <a:pt x="1710" y="21484"/>
                    <a:pt x="952" y="21815"/>
                    <a:pt x="493" y="22455"/>
                  </a:cubicBezTo>
                  <a:cubicBezTo>
                    <a:pt x="144" y="22933"/>
                    <a:pt x="143" y="23506"/>
                    <a:pt x="260" y="24073"/>
                  </a:cubicBezTo>
                  <a:lnTo>
                    <a:pt x="260" y="24073"/>
                  </a:lnTo>
                  <a:cubicBezTo>
                    <a:pt x="152" y="23524"/>
                    <a:pt x="163" y="22969"/>
                    <a:pt x="493" y="22498"/>
                  </a:cubicBezTo>
                  <a:cubicBezTo>
                    <a:pt x="952" y="21858"/>
                    <a:pt x="1710" y="21516"/>
                    <a:pt x="2446" y="21196"/>
                  </a:cubicBezTo>
                  <a:cubicBezTo>
                    <a:pt x="2691" y="21090"/>
                    <a:pt x="2947" y="20983"/>
                    <a:pt x="3171" y="20866"/>
                  </a:cubicBezTo>
                  <a:cubicBezTo>
                    <a:pt x="3769" y="20562"/>
                    <a:pt x="4386" y="20171"/>
                    <a:pt x="4382" y="19493"/>
                  </a:cubicBezTo>
                  <a:close/>
                  <a:moveTo>
                    <a:pt x="260" y="24073"/>
                  </a:moveTo>
                  <a:cubicBezTo>
                    <a:pt x="315" y="24357"/>
                    <a:pt x="403" y="24640"/>
                    <a:pt x="493" y="24909"/>
                  </a:cubicBezTo>
                  <a:cubicBezTo>
                    <a:pt x="611" y="25282"/>
                    <a:pt x="803" y="25655"/>
                    <a:pt x="963" y="26029"/>
                  </a:cubicBezTo>
                  <a:cubicBezTo>
                    <a:pt x="1025" y="26165"/>
                    <a:pt x="1089" y="26304"/>
                    <a:pt x="1151" y="26443"/>
                  </a:cubicBezTo>
                  <a:lnTo>
                    <a:pt x="1151" y="26443"/>
                  </a:lnTo>
                  <a:cubicBezTo>
                    <a:pt x="1089" y="26300"/>
                    <a:pt x="1025" y="26158"/>
                    <a:pt x="963" y="26018"/>
                  </a:cubicBezTo>
                  <a:cubicBezTo>
                    <a:pt x="792" y="25645"/>
                    <a:pt x="611" y="25250"/>
                    <a:pt x="493" y="24898"/>
                  </a:cubicBezTo>
                  <a:cubicBezTo>
                    <a:pt x="405" y="24633"/>
                    <a:pt x="318" y="24354"/>
                    <a:pt x="260" y="24073"/>
                  </a:cubicBezTo>
                  <a:close/>
                  <a:moveTo>
                    <a:pt x="1151" y="26443"/>
                  </a:moveTo>
                  <a:lnTo>
                    <a:pt x="1151" y="26443"/>
                  </a:lnTo>
                  <a:cubicBezTo>
                    <a:pt x="1354" y="26915"/>
                    <a:pt x="1543" y="27405"/>
                    <a:pt x="1624" y="27895"/>
                  </a:cubicBezTo>
                  <a:cubicBezTo>
                    <a:pt x="1667" y="28119"/>
                    <a:pt x="1624" y="28343"/>
                    <a:pt x="1496" y="28578"/>
                  </a:cubicBezTo>
                  <a:cubicBezTo>
                    <a:pt x="1326" y="28866"/>
                    <a:pt x="1080" y="29122"/>
                    <a:pt x="846" y="29378"/>
                  </a:cubicBezTo>
                  <a:cubicBezTo>
                    <a:pt x="557" y="29666"/>
                    <a:pt x="269" y="29986"/>
                    <a:pt x="99" y="30360"/>
                  </a:cubicBezTo>
                  <a:cubicBezTo>
                    <a:pt x="33" y="30497"/>
                    <a:pt x="0" y="30658"/>
                    <a:pt x="4" y="30832"/>
                  </a:cubicBezTo>
                  <a:lnTo>
                    <a:pt x="4" y="30832"/>
                  </a:lnTo>
                  <a:cubicBezTo>
                    <a:pt x="7" y="30680"/>
                    <a:pt x="40" y="30537"/>
                    <a:pt x="99" y="30413"/>
                  </a:cubicBezTo>
                  <a:cubicBezTo>
                    <a:pt x="269" y="30040"/>
                    <a:pt x="557" y="29720"/>
                    <a:pt x="846" y="29432"/>
                  </a:cubicBezTo>
                  <a:cubicBezTo>
                    <a:pt x="1080" y="29176"/>
                    <a:pt x="1326" y="28909"/>
                    <a:pt x="1496" y="28610"/>
                  </a:cubicBezTo>
                  <a:cubicBezTo>
                    <a:pt x="1624" y="28386"/>
                    <a:pt x="1678" y="28151"/>
                    <a:pt x="1646" y="27917"/>
                  </a:cubicBezTo>
                  <a:cubicBezTo>
                    <a:pt x="1563" y="27421"/>
                    <a:pt x="1365" y="26925"/>
                    <a:pt x="1151" y="26443"/>
                  </a:cubicBezTo>
                  <a:close/>
                  <a:moveTo>
                    <a:pt x="4" y="30832"/>
                  </a:moveTo>
                  <a:cubicBezTo>
                    <a:pt x="1" y="30955"/>
                    <a:pt x="18" y="31084"/>
                    <a:pt x="56" y="31213"/>
                  </a:cubicBezTo>
                  <a:cubicBezTo>
                    <a:pt x="216" y="31864"/>
                    <a:pt x="867" y="32482"/>
                    <a:pt x="1059" y="32642"/>
                  </a:cubicBezTo>
                  <a:cubicBezTo>
                    <a:pt x="1550" y="33080"/>
                    <a:pt x="2190" y="33443"/>
                    <a:pt x="2798" y="33624"/>
                  </a:cubicBezTo>
                  <a:lnTo>
                    <a:pt x="2819" y="33603"/>
                  </a:lnTo>
                  <a:cubicBezTo>
                    <a:pt x="2200" y="33411"/>
                    <a:pt x="1560" y="33048"/>
                    <a:pt x="1070" y="32610"/>
                  </a:cubicBezTo>
                  <a:cubicBezTo>
                    <a:pt x="867" y="32440"/>
                    <a:pt x="227" y="31832"/>
                    <a:pt x="56" y="31170"/>
                  </a:cubicBezTo>
                  <a:cubicBezTo>
                    <a:pt x="23" y="31055"/>
                    <a:pt x="6" y="30941"/>
                    <a:pt x="4" y="3083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8"/>
            <p:cNvSpPr/>
            <p:nvPr/>
          </p:nvSpPr>
          <p:spPr>
            <a:xfrm>
              <a:off x="2787393" y="1258346"/>
              <a:ext cx="694808" cy="3195767"/>
            </a:xfrm>
            <a:custGeom>
              <a:rect b="b" l="l" r="r" t="t"/>
              <a:pathLst>
                <a:path extrusionOk="0" h="33614" w="7308">
                  <a:moveTo>
                    <a:pt x="6231" y="0"/>
                  </a:moveTo>
                  <a:cubicBezTo>
                    <a:pt x="4897" y="22"/>
                    <a:pt x="3905" y="1398"/>
                    <a:pt x="3564" y="2667"/>
                  </a:cubicBezTo>
                  <a:cubicBezTo>
                    <a:pt x="3425" y="3158"/>
                    <a:pt x="3372" y="3798"/>
                    <a:pt x="3414" y="4427"/>
                  </a:cubicBezTo>
                  <a:cubicBezTo>
                    <a:pt x="3468" y="5334"/>
                    <a:pt x="4097" y="6166"/>
                    <a:pt x="4630" y="6796"/>
                  </a:cubicBezTo>
                  <a:cubicBezTo>
                    <a:pt x="4844" y="7052"/>
                    <a:pt x="5164" y="7340"/>
                    <a:pt x="5495" y="7649"/>
                  </a:cubicBezTo>
                  <a:cubicBezTo>
                    <a:pt x="6305" y="8385"/>
                    <a:pt x="7212" y="9206"/>
                    <a:pt x="7244" y="9953"/>
                  </a:cubicBezTo>
                  <a:cubicBezTo>
                    <a:pt x="7265" y="10753"/>
                    <a:pt x="6455" y="11148"/>
                    <a:pt x="5591" y="11553"/>
                  </a:cubicBezTo>
                  <a:cubicBezTo>
                    <a:pt x="4758" y="11959"/>
                    <a:pt x="3926" y="12353"/>
                    <a:pt x="3777" y="13143"/>
                  </a:cubicBezTo>
                  <a:cubicBezTo>
                    <a:pt x="3766" y="13175"/>
                    <a:pt x="3766" y="13196"/>
                    <a:pt x="3766" y="13239"/>
                  </a:cubicBezTo>
                  <a:cubicBezTo>
                    <a:pt x="3734" y="13879"/>
                    <a:pt x="4118" y="14391"/>
                    <a:pt x="4534" y="14924"/>
                  </a:cubicBezTo>
                  <a:cubicBezTo>
                    <a:pt x="4918" y="15436"/>
                    <a:pt x="5324" y="15959"/>
                    <a:pt x="5377" y="16620"/>
                  </a:cubicBezTo>
                  <a:cubicBezTo>
                    <a:pt x="5388" y="16834"/>
                    <a:pt x="5398" y="17036"/>
                    <a:pt x="5398" y="17239"/>
                  </a:cubicBezTo>
                  <a:cubicBezTo>
                    <a:pt x="5398" y="17634"/>
                    <a:pt x="5185" y="17954"/>
                    <a:pt x="4982" y="18263"/>
                  </a:cubicBezTo>
                  <a:cubicBezTo>
                    <a:pt x="4769" y="18583"/>
                    <a:pt x="4545" y="18924"/>
                    <a:pt x="4588" y="19372"/>
                  </a:cubicBezTo>
                  <a:cubicBezTo>
                    <a:pt x="4662" y="20130"/>
                    <a:pt x="3830" y="20493"/>
                    <a:pt x="3265" y="20727"/>
                  </a:cubicBezTo>
                  <a:lnTo>
                    <a:pt x="3201" y="20759"/>
                  </a:lnTo>
                  <a:cubicBezTo>
                    <a:pt x="3030" y="20834"/>
                    <a:pt x="2838" y="20909"/>
                    <a:pt x="2657" y="20983"/>
                  </a:cubicBezTo>
                  <a:cubicBezTo>
                    <a:pt x="1868" y="21303"/>
                    <a:pt x="961" y="21666"/>
                    <a:pt x="481" y="22370"/>
                  </a:cubicBezTo>
                  <a:cubicBezTo>
                    <a:pt x="1" y="23074"/>
                    <a:pt x="225" y="23959"/>
                    <a:pt x="534" y="24802"/>
                  </a:cubicBezTo>
                  <a:cubicBezTo>
                    <a:pt x="662" y="25175"/>
                    <a:pt x="865" y="25559"/>
                    <a:pt x="1067" y="25954"/>
                  </a:cubicBezTo>
                  <a:lnTo>
                    <a:pt x="1067" y="25954"/>
                  </a:lnTo>
                  <a:cubicBezTo>
                    <a:pt x="869" y="25557"/>
                    <a:pt x="681" y="25190"/>
                    <a:pt x="545" y="24813"/>
                  </a:cubicBezTo>
                  <a:cubicBezTo>
                    <a:pt x="257" y="24023"/>
                    <a:pt x="1" y="23149"/>
                    <a:pt x="491" y="22413"/>
                  </a:cubicBezTo>
                  <a:cubicBezTo>
                    <a:pt x="971" y="21709"/>
                    <a:pt x="1825" y="21367"/>
                    <a:pt x="2657" y="21037"/>
                  </a:cubicBezTo>
                  <a:cubicBezTo>
                    <a:pt x="2849" y="20962"/>
                    <a:pt x="3030" y="20887"/>
                    <a:pt x="3201" y="20813"/>
                  </a:cubicBezTo>
                  <a:lnTo>
                    <a:pt x="3265" y="20781"/>
                  </a:lnTo>
                  <a:cubicBezTo>
                    <a:pt x="3841" y="20535"/>
                    <a:pt x="4684" y="20173"/>
                    <a:pt x="4609" y="19383"/>
                  </a:cubicBezTo>
                  <a:cubicBezTo>
                    <a:pt x="4577" y="18946"/>
                    <a:pt x="4790" y="18626"/>
                    <a:pt x="5014" y="18295"/>
                  </a:cubicBezTo>
                  <a:cubicBezTo>
                    <a:pt x="5228" y="17986"/>
                    <a:pt x="5441" y="17666"/>
                    <a:pt x="5441" y="17250"/>
                  </a:cubicBezTo>
                  <a:cubicBezTo>
                    <a:pt x="5441" y="17047"/>
                    <a:pt x="5431" y="16834"/>
                    <a:pt x="5409" y="16642"/>
                  </a:cubicBezTo>
                  <a:cubicBezTo>
                    <a:pt x="5366" y="15970"/>
                    <a:pt x="4961" y="15436"/>
                    <a:pt x="4577" y="14924"/>
                  </a:cubicBezTo>
                  <a:cubicBezTo>
                    <a:pt x="4161" y="14391"/>
                    <a:pt x="3777" y="13889"/>
                    <a:pt x="3798" y="13249"/>
                  </a:cubicBezTo>
                  <a:cubicBezTo>
                    <a:pt x="3798" y="13207"/>
                    <a:pt x="3820" y="13185"/>
                    <a:pt x="3820" y="13153"/>
                  </a:cubicBezTo>
                  <a:cubicBezTo>
                    <a:pt x="3958" y="12385"/>
                    <a:pt x="4801" y="11980"/>
                    <a:pt x="5612" y="11596"/>
                  </a:cubicBezTo>
                  <a:cubicBezTo>
                    <a:pt x="6487" y="11180"/>
                    <a:pt x="7308" y="10785"/>
                    <a:pt x="7287" y="9974"/>
                  </a:cubicBezTo>
                  <a:cubicBezTo>
                    <a:pt x="7255" y="9206"/>
                    <a:pt x="6337" y="8374"/>
                    <a:pt x="5527" y="7638"/>
                  </a:cubicBezTo>
                  <a:cubicBezTo>
                    <a:pt x="5185" y="7329"/>
                    <a:pt x="4865" y="7041"/>
                    <a:pt x="4652" y="6785"/>
                  </a:cubicBezTo>
                  <a:cubicBezTo>
                    <a:pt x="4118" y="6155"/>
                    <a:pt x="3500" y="5334"/>
                    <a:pt x="3446" y="4427"/>
                  </a:cubicBezTo>
                  <a:cubicBezTo>
                    <a:pt x="3404" y="3798"/>
                    <a:pt x="3457" y="3158"/>
                    <a:pt x="3585" y="2667"/>
                  </a:cubicBezTo>
                  <a:cubicBezTo>
                    <a:pt x="3937" y="1408"/>
                    <a:pt x="4908" y="54"/>
                    <a:pt x="6231" y="22"/>
                  </a:cubicBezTo>
                  <a:lnTo>
                    <a:pt x="6231" y="0"/>
                  </a:lnTo>
                  <a:close/>
                  <a:moveTo>
                    <a:pt x="1067" y="25954"/>
                  </a:moveTo>
                  <a:cubicBezTo>
                    <a:pt x="1070" y="25960"/>
                    <a:pt x="1073" y="25966"/>
                    <a:pt x="1076" y="25972"/>
                  </a:cubicBezTo>
                  <a:lnTo>
                    <a:pt x="1076" y="25972"/>
                  </a:lnTo>
                  <a:cubicBezTo>
                    <a:pt x="1073" y="25966"/>
                    <a:pt x="1070" y="25960"/>
                    <a:pt x="1067" y="25954"/>
                  </a:cubicBezTo>
                  <a:cubicBezTo>
                    <a:pt x="1067" y="25954"/>
                    <a:pt x="1067" y="25954"/>
                    <a:pt x="1067" y="25954"/>
                  </a:cubicBezTo>
                  <a:close/>
                  <a:moveTo>
                    <a:pt x="1076" y="25972"/>
                  </a:moveTo>
                  <a:cubicBezTo>
                    <a:pt x="1383" y="26585"/>
                    <a:pt x="1698" y="27219"/>
                    <a:pt x="1814" y="27864"/>
                  </a:cubicBezTo>
                  <a:cubicBezTo>
                    <a:pt x="1868" y="28162"/>
                    <a:pt x="1761" y="28397"/>
                    <a:pt x="1665" y="28546"/>
                  </a:cubicBezTo>
                  <a:cubicBezTo>
                    <a:pt x="1494" y="28802"/>
                    <a:pt x="1270" y="29037"/>
                    <a:pt x="1057" y="29261"/>
                  </a:cubicBezTo>
                  <a:cubicBezTo>
                    <a:pt x="737" y="29581"/>
                    <a:pt x="417" y="29923"/>
                    <a:pt x="257" y="30349"/>
                  </a:cubicBezTo>
                  <a:cubicBezTo>
                    <a:pt x="150" y="30616"/>
                    <a:pt x="129" y="30893"/>
                    <a:pt x="214" y="31181"/>
                  </a:cubicBezTo>
                  <a:cubicBezTo>
                    <a:pt x="363" y="31747"/>
                    <a:pt x="843" y="32323"/>
                    <a:pt x="1270" y="32643"/>
                  </a:cubicBezTo>
                  <a:cubicBezTo>
                    <a:pt x="1729" y="32984"/>
                    <a:pt x="2358" y="33411"/>
                    <a:pt x="3094" y="33614"/>
                  </a:cubicBezTo>
                  <a:lnTo>
                    <a:pt x="3105" y="33614"/>
                  </a:lnTo>
                  <a:cubicBezTo>
                    <a:pt x="2369" y="33411"/>
                    <a:pt x="1761" y="32984"/>
                    <a:pt x="1292" y="32643"/>
                  </a:cubicBezTo>
                  <a:cubicBezTo>
                    <a:pt x="875" y="32323"/>
                    <a:pt x="395" y="31757"/>
                    <a:pt x="257" y="31203"/>
                  </a:cubicBezTo>
                  <a:cubicBezTo>
                    <a:pt x="182" y="30915"/>
                    <a:pt x="203" y="30637"/>
                    <a:pt x="289" y="30381"/>
                  </a:cubicBezTo>
                  <a:cubicBezTo>
                    <a:pt x="449" y="29976"/>
                    <a:pt x="769" y="29635"/>
                    <a:pt x="1078" y="29315"/>
                  </a:cubicBezTo>
                  <a:cubicBezTo>
                    <a:pt x="1302" y="29080"/>
                    <a:pt x="1537" y="28856"/>
                    <a:pt x="1697" y="28589"/>
                  </a:cubicBezTo>
                  <a:cubicBezTo>
                    <a:pt x="1782" y="28440"/>
                    <a:pt x="1889" y="28184"/>
                    <a:pt x="1836" y="27896"/>
                  </a:cubicBezTo>
                  <a:cubicBezTo>
                    <a:pt x="1718" y="27234"/>
                    <a:pt x="1388" y="26594"/>
                    <a:pt x="1078" y="25976"/>
                  </a:cubicBezTo>
                  <a:cubicBezTo>
                    <a:pt x="1078" y="25974"/>
                    <a:pt x="1077" y="25973"/>
                    <a:pt x="1076" y="2597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8"/>
            <p:cNvSpPr/>
            <p:nvPr/>
          </p:nvSpPr>
          <p:spPr>
            <a:xfrm>
              <a:off x="2742803" y="1261389"/>
              <a:ext cx="723236" cy="3193770"/>
            </a:xfrm>
            <a:custGeom>
              <a:rect b="b" l="l" r="r" t="t"/>
              <a:pathLst>
                <a:path extrusionOk="0" h="33593" w="7607">
                  <a:moveTo>
                    <a:pt x="6614" y="0"/>
                  </a:moveTo>
                  <a:cubicBezTo>
                    <a:pt x="5974" y="0"/>
                    <a:pt x="5377" y="310"/>
                    <a:pt x="4854" y="886"/>
                  </a:cubicBezTo>
                  <a:cubicBezTo>
                    <a:pt x="4427" y="1355"/>
                    <a:pt x="4086" y="1995"/>
                    <a:pt x="3894" y="2657"/>
                  </a:cubicBezTo>
                  <a:cubicBezTo>
                    <a:pt x="3766" y="3169"/>
                    <a:pt x="3702" y="3809"/>
                    <a:pt x="3723" y="4427"/>
                  </a:cubicBezTo>
                  <a:cubicBezTo>
                    <a:pt x="3766" y="5387"/>
                    <a:pt x="4427" y="6262"/>
                    <a:pt x="4929" y="6828"/>
                  </a:cubicBezTo>
                  <a:cubicBezTo>
                    <a:pt x="5142" y="7084"/>
                    <a:pt x="5462" y="7361"/>
                    <a:pt x="5793" y="7670"/>
                  </a:cubicBezTo>
                  <a:cubicBezTo>
                    <a:pt x="6604" y="8406"/>
                    <a:pt x="7542" y="9260"/>
                    <a:pt x="7553" y="9996"/>
                  </a:cubicBezTo>
                  <a:cubicBezTo>
                    <a:pt x="7564" y="10796"/>
                    <a:pt x="6753" y="11180"/>
                    <a:pt x="5889" y="11575"/>
                  </a:cubicBezTo>
                  <a:cubicBezTo>
                    <a:pt x="5057" y="11980"/>
                    <a:pt x="4203" y="12375"/>
                    <a:pt x="4054" y="13175"/>
                  </a:cubicBezTo>
                  <a:cubicBezTo>
                    <a:pt x="4043" y="13207"/>
                    <a:pt x="4043" y="13228"/>
                    <a:pt x="4043" y="13271"/>
                  </a:cubicBezTo>
                  <a:cubicBezTo>
                    <a:pt x="4022" y="13921"/>
                    <a:pt x="4417" y="14433"/>
                    <a:pt x="4833" y="14977"/>
                  </a:cubicBezTo>
                  <a:cubicBezTo>
                    <a:pt x="5217" y="15490"/>
                    <a:pt x="5622" y="15991"/>
                    <a:pt x="5686" y="16642"/>
                  </a:cubicBezTo>
                  <a:cubicBezTo>
                    <a:pt x="5697" y="16844"/>
                    <a:pt x="5707" y="17058"/>
                    <a:pt x="5707" y="17250"/>
                  </a:cubicBezTo>
                  <a:cubicBezTo>
                    <a:pt x="5697" y="17687"/>
                    <a:pt x="5462" y="18018"/>
                    <a:pt x="5217" y="18327"/>
                  </a:cubicBezTo>
                  <a:cubicBezTo>
                    <a:pt x="4982" y="18626"/>
                    <a:pt x="4737" y="18956"/>
                    <a:pt x="4747" y="19394"/>
                  </a:cubicBezTo>
                  <a:cubicBezTo>
                    <a:pt x="4769" y="20130"/>
                    <a:pt x="3937" y="20429"/>
                    <a:pt x="3329" y="20663"/>
                  </a:cubicBezTo>
                  <a:cubicBezTo>
                    <a:pt x="3275" y="20674"/>
                    <a:pt x="3222" y="20695"/>
                    <a:pt x="3169" y="20717"/>
                  </a:cubicBezTo>
                  <a:cubicBezTo>
                    <a:pt x="3062" y="20759"/>
                    <a:pt x="2934" y="20802"/>
                    <a:pt x="2817" y="20845"/>
                  </a:cubicBezTo>
                  <a:cubicBezTo>
                    <a:pt x="1953" y="21154"/>
                    <a:pt x="982" y="21517"/>
                    <a:pt x="470" y="22295"/>
                  </a:cubicBezTo>
                  <a:cubicBezTo>
                    <a:pt x="0" y="23021"/>
                    <a:pt x="235" y="23874"/>
                    <a:pt x="534" y="24685"/>
                  </a:cubicBezTo>
                  <a:cubicBezTo>
                    <a:pt x="683" y="25080"/>
                    <a:pt x="896" y="25485"/>
                    <a:pt x="1120" y="25901"/>
                  </a:cubicBezTo>
                  <a:cubicBezTo>
                    <a:pt x="1462" y="26509"/>
                    <a:pt x="1793" y="27138"/>
                    <a:pt x="1921" y="27789"/>
                  </a:cubicBezTo>
                  <a:cubicBezTo>
                    <a:pt x="1995" y="28088"/>
                    <a:pt x="1889" y="28322"/>
                    <a:pt x="1782" y="28472"/>
                  </a:cubicBezTo>
                  <a:cubicBezTo>
                    <a:pt x="1633" y="28717"/>
                    <a:pt x="1419" y="28931"/>
                    <a:pt x="1216" y="29123"/>
                  </a:cubicBezTo>
                  <a:cubicBezTo>
                    <a:pt x="886" y="29475"/>
                    <a:pt x="534" y="29816"/>
                    <a:pt x="395" y="30296"/>
                  </a:cubicBezTo>
                  <a:cubicBezTo>
                    <a:pt x="310" y="30563"/>
                    <a:pt x="299" y="30851"/>
                    <a:pt x="374" y="31149"/>
                  </a:cubicBezTo>
                  <a:cubicBezTo>
                    <a:pt x="482" y="31566"/>
                    <a:pt x="780" y="31989"/>
                    <a:pt x="1102" y="32308"/>
                  </a:cubicBezTo>
                  <a:lnTo>
                    <a:pt x="1102" y="32308"/>
                  </a:lnTo>
                  <a:cubicBezTo>
                    <a:pt x="796" y="31998"/>
                    <a:pt x="522" y="31598"/>
                    <a:pt x="416" y="31192"/>
                  </a:cubicBezTo>
                  <a:cubicBezTo>
                    <a:pt x="342" y="30893"/>
                    <a:pt x="352" y="30616"/>
                    <a:pt x="427" y="30349"/>
                  </a:cubicBezTo>
                  <a:cubicBezTo>
                    <a:pt x="576" y="29880"/>
                    <a:pt x="928" y="29539"/>
                    <a:pt x="1259" y="29187"/>
                  </a:cubicBezTo>
                  <a:cubicBezTo>
                    <a:pt x="1472" y="28995"/>
                    <a:pt x="1675" y="28781"/>
                    <a:pt x="1835" y="28536"/>
                  </a:cubicBezTo>
                  <a:cubicBezTo>
                    <a:pt x="1921" y="28376"/>
                    <a:pt x="2049" y="28141"/>
                    <a:pt x="1974" y="27832"/>
                  </a:cubicBezTo>
                  <a:cubicBezTo>
                    <a:pt x="1846" y="27181"/>
                    <a:pt x="1494" y="26541"/>
                    <a:pt x="1163" y="25922"/>
                  </a:cubicBezTo>
                  <a:cubicBezTo>
                    <a:pt x="939" y="25496"/>
                    <a:pt x="726" y="25112"/>
                    <a:pt x="576" y="24717"/>
                  </a:cubicBezTo>
                  <a:cubicBezTo>
                    <a:pt x="267" y="23917"/>
                    <a:pt x="54" y="23074"/>
                    <a:pt x="512" y="22349"/>
                  </a:cubicBezTo>
                  <a:cubicBezTo>
                    <a:pt x="1014" y="21559"/>
                    <a:pt x="1995" y="21207"/>
                    <a:pt x="2849" y="20898"/>
                  </a:cubicBezTo>
                  <a:cubicBezTo>
                    <a:pt x="2966" y="20845"/>
                    <a:pt x="3073" y="20802"/>
                    <a:pt x="3190" y="20759"/>
                  </a:cubicBezTo>
                  <a:cubicBezTo>
                    <a:pt x="3243" y="20749"/>
                    <a:pt x="3297" y="20727"/>
                    <a:pt x="3350" y="20717"/>
                  </a:cubicBezTo>
                  <a:cubicBezTo>
                    <a:pt x="3937" y="20503"/>
                    <a:pt x="4822" y="20162"/>
                    <a:pt x="4790" y="19404"/>
                  </a:cubicBezTo>
                  <a:cubicBezTo>
                    <a:pt x="4779" y="18978"/>
                    <a:pt x="5014" y="18668"/>
                    <a:pt x="5259" y="18348"/>
                  </a:cubicBezTo>
                  <a:cubicBezTo>
                    <a:pt x="5494" y="18028"/>
                    <a:pt x="5750" y="17708"/>
                    <a:pt x="5750" y="17250"/>
                  </a:cubicBezTo>
                  <a:cubicBezTo>
                    <a:pt x="5750" y="17058"/>
                    <a:pt x="5750" y="16844"/>
                    <a:pt x="5729" y="16642"/>
                  </a:cubicBezTo>
                  <a:cubicBezTo>
                    <a:pt x="5654" y="15991"/>
                    <a:pt x="5259" y="15468"/>
                    <a:pt x="4875" y="14967"/>
                  </a:cubicBezTo>
                  <a:cubicBezTo>
                    <a:pt x="4459" y="14423"/>
                    <a:pt x="4054" y="13911"/>
                    <a:pt x="4086" y="13271"/>
                  </a:cubicBezTo>
                  <a:cubicBezTo>
                    <a:pt x="4086" y="13228"/>
                    <a:pt x="4097" y="13207"/>
                    <a:pt x="4097" y="13175"/>
                  </a:cubicBezTo>
                  <a:cubicBezTo>
                    <a:pt x="4246" y="12396"/>
                    <a:pt x="5099" y="11991"/>
                    <a:pt x="5910" y="11607"/>
                  </a:cubicBezTo>
                  <a:cubicBezTo>
                    <a:pt x="6774" y="11191"/>
                    <a:pt x="7606" y="10807"/>
                    <a:pt x="7596" y="9996"/>
                  </a:cubicBezTo>
                  <a:cubicBezTo>
                    <a:pt x="7574" y="9228"/>
                    <a:pt x="6646" y="8396"/>
                    <a:pt x="5814" y="7649"/>
                  </a:cubicBezTo>
                  <a:cubicBezTo>
                    <a:pt x="5483" y="7340"/>
                    <a:pt x="5163" y="7041"/>
                    <a:pt x="4950" y="6806"/>
                  </a:cubicBezTo>
                  <a:cubicBezTo>
                    <a:pt x="4459" y="6241"/>
                    <a:pt x="3809" y="5377"/>
                    <a:pt x="3755" y="4427"/>
                  </a:cubicBezTo>
                  <a:cubicBezTo>
                    <a:pt x="3713" y="3819"/>
                    <a:pt x="3777" y="3179"/>
                    <a:pt x="3926" y="2667"/>
                  </a:cubicBezTo>
                  <a:cubicBezTo>
                    <a:pt x="4299" y="1344"/>
                    <a:pt x="5281" y="32"/>
                    <a:pt x="6614" y="32"/>
                  </a:cubicBezTo>
                  <a:lnTo>
                    <a:pt x="6614" y="0"/>
                  </a:lnTo>
                  <a:close/>
                  <a:moveTo>
                    <a:pt x="1102" y="32308"/>
                  </a:moveTo>
                  <a:cubicBezTo>
                    <a:pt x="1231" y="32438"/>
                    <a:pt x="1365" y="32551"/>
                    <a:pt x="1494" y="32643"/>
                  </a:cubicBezTo>
                  <a:cubicBezTo>
                    <a:pt x="1974" y="32995"/>
                    <a:pt x="2635" y="33400"/>
                    <a:pt x="3393" y="33592"/>
                  </a:cubicBezTo>
                  <a:lnTo>
                    <a:pt x="3382" y="33582"/>
                  </a:lnTo>
                  <a:cubicBezTo>
                    <a:pt x="2614" y="33390"/>
                    <a:pt x="1963" y="32963"/>
                    <a:pt x="1472" y="32621"/>
                  </a:cubicBezTo>
                  <a:cubicBezTo>
                    <a:pt x="1352" y="32536"/>
                    <a:pt x="1225" y="32430"/>
                    <a:pt x="1102" y="3230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8"/>
            <p:cNvSpPr/>
            <p:nvPr/>
          </p:nvSpPr>
          <p:spPr>
            <a:xfrm>
              <a:off x="2711904" y="1262340"/>
              <a:ext cx="733789" cy="3189777"/>
            </a:xfrm>
            <a:custGeom>
              <a:rect b="b" l="l" r="r" t="t"/>
              <a:pathLst>
                <a:path extrusionOk="0" h="33551" w="7718">
                  <a:moveTo>
                    <a:pt x="6790" y="1"/>
                  </a:moveTo>
                  <a:cubicBezTo>
                    <a:pt x="5451" y="1"/>
                    <a:pt x="4461" y="1334"/>
                    <a:pt x="4059" y="2657"/>
                  </a:cubicBezTo>
                  <a:cubicBezTo>
                    <a:pt x="3920" y="3180"/>
                    <a:pt x="3835" y="3831"/>
                    <a:pt x="3867" y="4449"/>
                  </a:cubicBezTo>
                  <a:cubicBezTo>
                    <a:pt x="3888" y="5175"/>
                    <a:pt x="4272" y="5975"/>
                    <a:pt x="5051" y="6860"/>
                  </a:cubicBezTo>
                  <a:cubicBezTo>
                    <a:pt x="5264" y="7084"/>
                    <a:pt x="5574" y="7383"/>
                    <a:pt x="5904" y="7671"/>
                  </a:cubicBezTo>
                  <a:cubicBezTo>
                    <a:pt x="6705" y="8375"/>
                    <a:pt x="7707" y="9271"/>
                    <a:pt x="7686" y="10007"/>
                  </a:cubicBezTo>
                  <a:cubicBezTo>
                    <a:pt x="7686" y="10797"/>
                    <a:pt x="6875" y="11170"/>
                    <a:pt x="6022" y="11565"/>
                  </a:cubicBezTo>
                  <a:cubicBezTo>
                    <a:pt x="5358" y="11875"/>
                    <a:pt x="4658" y="12200"/>
                    <a:pt x="4342" y="12741"/>
                  </a:cubicBezTo>
                  <a:lnTo>
                    <a:pt x="4342" y="12741"/>
                  </a:lnTo>
                  <a:cubicBezTo>
                    <a:pt x="4662" y="12213"/>
                    <a:pt x="5344" y="11905"/>
                    <a:pt x="6011" y="11597"/>
                  </a:cubicBezTo>
                  <a:cubicBezTo>
                    <a:pt x="6875" y="11191"/>
                    <a:pt x="7686" y="10807"/>
                    <a:pt x="7707" y="10007"/>
                  </a:cubicBezTo>
                  <a:cubicBezTo>
                    <a:pt x="7718" y="9260"/>
                    <a:pt x="6758" y="8407"/>
                    <a:pt x="5915" y="7650"/>
                  </a:cubicBezTo>
                  <a:cubicBezTo>
                    <a:pt x="5584" y="7351"/>
                    <a:pt x="5264" y="7074"/>
                    <a:pt x="5062" y="6828"/>
                  </a:cubicBezTo>
                  <a:cubicBezTo>
                    <a:pt x="4304" y="5953"/>
                    <a:pt x="3920" y="5164"/>
                    <a:pt x="3888" y="4428"/>
                  </a:cubicBezTo>
                  <a:cubicBezTo>
                    <a:pt x="3867" y="3831"/>
                    <a:pt x="3942" y="3169"/>
                    <a:pt x="4091" y="2657"/>
                  </a:cubicBezTo>
                  <a:cubicBezTo>
                    <a:pt x="4470" y="1340"/>
                    <a:pt x="5454" y="32"/>
                    <a:pt x="6774" y="32"/>
                  </a:cubicBezTo>
                  <a:cubicBezTo>
                    <a:pt x="6790" y="32"/>
                    <a:pt x="6806" y="33"/>
                    <a:pt x="6822" y="33"/>
                  </a:cubicBezTo>
                  <a:lnTo>
                    <a:pt x="6822" y="1"/>
                  </a:lnTo>
                  <a:cubicBezTo>
                    <a:pt x="6811" y="1"/>
                    <a:pt x="6801" y="1"/>
                    <a:pt x="6790" y="1"/>
                  </a:cubicBezTo>
                  <a:close/>
                  <a:moveTo>
                    <a:pt x="4342" y="12741"/>
                  </a:moveTo>
                  <a:cubicBezTo>
                    <a:pt x="4263" y="12871"/>
                    <a:pt x="4206" y="13015"/>
                    <a:pt x="4176" y="13175"/>
                  </a:cubicBezTo>
                  <a:cubicBezTo>
                    <a:pt x="4176" y="13178"/>
                    <a:pt x="4176" y="13181"/>
                    <a:pt x="4176" y="13184"/>
                  </a:cubicBezTo>
                  <a:lnTo>
                    <a:pt x="4176" y="13184"/>
                  </a:lnTo>
                  <a:cubicBezTo>
                    <a:pt x="4179" y="13178"/>
                    <a:pt x="4182" y="13171"/>
                    <a:pt x="4187" y="13165"/>
                  </a:cubicBezTo>
                  <a:cubicBezTo>
                    <a:pt x="4214" y="13010"/>
                    <a:pt x="4267" y="12869"/>
                    <a:pt x="4342" y="12741"/>
                  </a:cubicBezTo>
                  <a:close/>
                  <a:moveTo>
                    <a:pt x="4176" y="13184"/>
                  </a:moveTo>
                  <a:cubicBezTo>
                    <a:pt x="4166" y="13207"/>
                    <a:pt x="4166" y="13227"/>
                    <a:pt x="4166" y="13261"/>
                  </a:cubicBezTo>
                  <a:cubicBezTo>
                    <a:pt x="4166" y="13266"/>
                    <a:pt x="4166" y="13272"/>
                    <a:pt x="4165" y="13277"/>
                  </a:cubicBezTo>
                  <a:lnTo>
                    <a:pt x="4165" y="13277"/>
                  </a:lnTo>
                  <a:cubicBezTo>
                    <a:pt x="4166" y="13275"/>
                    <a:pt x="4166" y="13273"/>
                    <a:pt x="4166" y="13271"/>
                  </a:cubicBezTo>
                  <a:cubicBezTo>
                    <a:pt x="4166" y="13233"/>
                    <a:pt x="4174" y="13211"/>
                    <a:pt x="4176" y="13184"/>
                  </a:cubicBezTo>
                  <a:close/>
                  <a:moveTo>
                    <a:pt x="4165" y="13277"/>
                  </a:moveTo>
                  <a:cubicBezTo>
                    <a:pt x="4147" y="13915"/>
                    <a:pt x="4540" y="14425"/>
                    <a:pt x="4955" y="14967"/>
                  </a:cubicBezTo>
                  <a:cubicBezTo>
                    <a:pt x="5339" y="15469"/>
                    <a:pt x="5744" y="15992"/>
                    <a:pt x="5819" y="16642"/>
                  </a:cubicBezTo>
                  <a:cubicBezTo>
                    <a:pt x="5851" y="16853"/>
                    <a:pt x="5862" y="17053"/>
                    <a:pt x="5862" y="17222"/>
                  </a:cubicBezTo>
                  <a:lnTo>
                    <a:pt x="5862" y="17222"/>
                  </a:lnTo>
                  <a:cubicBezTo>
                    <a:pt x="5862" y="17221"/>
                    <a:pt x="5862" y="17220"/>
                    <a:pt x="5862" y="17218"/>
                  </a:cubicBezTo>
                  <a:cubicBezTo>
                    <a:pt x="5862" y="17048"/>
                    <a:pt x="5851" y="16845"/>
                    <a:pt x="5819" y="16632"/>
                  </a:cubicBezTo>
                  <a:cubicBezTo>
                    <a:pt x="5755" y="15981"/>
                    <a:pt x="5360" y="15458"/>
                    <a:pt x="4966" y="14967"/>
                  </a:cubicBezTo>
                  <a:cubicBezTo>
                    <a:pt x="4543" y="14428"/>
                    <a:pt x="4162" y="13920"/>
                    <a:pt x="4165" y="13277"/>
                  </a:cubicBezTo>
                  <a:close/>
                  <a:moveTo>
                    <a:pt x="5862" y="17222"/>
                  </a:moveTo>
                  <a:cubicBezTo>
                    <a:pt x="5860" y="17711"/>
                    <a:pt x="5573" y="18051"/>
                    <a:pt x="5275" y="18370"/>
                  </a:cubicBezTo>
                  <a:cubicBezTo>
                    <a:pt x="5008" y="18669"/>
                    <a:pt x="4742" y="18968"/>
                    <a:pt x="4752" y="19362"/>
                  </a:cubicBezTo>
                  <a:cubicBezTo>
                    <a:pt x="4752" y="19364"/>
                    <a:pt x="4752" y="19366"/>
                    <a:pt x="4753" y="19368"/>
                  </a:cubicBezTo>
                  <a:lnTo>
                    <a:pt x="4753" y="19368"/>
                  </a:lnTo>
                  <a:cubicBezTo>
                    <a:pt x="4759" y="18982"/>
                    <a:pt x="5012" y="18708"/>
                    <a:pt x="5275" y="18402"/>
                  </a:cubicBezTo>
                  <a:cubicBezTo>
                    <a:pt x="5563" y="18072"/>
                    <a:pt x="5862" y="17741"/>
                    <a:pt x="5862" y="17229"/>
                  </a:cubicBezTo>
                  <a:cubicBezTo>
                    <a:pt x="5862" y="17227"/>
                    <a:pt x="5862" y="17224"/>
                    <a:pt x="5862" y="17222"/>
                  </a:cubicBezTo>
                  <a:close/>
                  <a:moveTo>
                    <a:pt x="4753" y="19368"/>
                  </a:moveTo>
                  <a:cubicBezTo>
                    <a:pt x="4752" y="19373"/>
                    <a:pt x="4752" y="19378"/>
                    <a:pt x="4752" y="19384"/>
                  </a:cubicBezTo>
                  <a:cubicBezTo>
                    <a:pt x="4753" y="19392"/>
                    <a:pt x="4753" y="19401"/>
                    <a:pt x="4752" y="19409"/>
                  </a:cubicBezTo>
                  <a:lnTo>
                    <a:pt x="4752" y="19409"/>
                  </a:lnTo>
                  <a:cubicBezTo>
                    <a:pt x="4753" y="19396"/>
                    <a:pt x="4753" y="19382"/>
                    <a:pt x="4753" y="19368"/>
                  </a:cubicBezTo>
                  <a:close/>
                  <a:moveTo>
                    <a:pt x="4752" y="19409"/>
                  </a:moveTo>
                  <a:lnTo>
                    <a:pt x="4752" y="19409"/>
                  </a:lnTo>
                  <a:cubicBezTo>
                    <a:pt x="4731" y="20070"/>
                    <a:pt x="3821" y="20370"/>
                    <a:pt x="3206" y="20568"/>
                  </a:cubicBezTo>
                  <a:cubicBezTo>
                    <a:pt x="3142" y="20589"/>
                    <a:pt x="3078" y="20611"/>
                    <a:pt x="3003" y="20632"/>
                  </a:cubicBezTo>
                  <a:lnTo>
                    <a:pt x="2875" y="20675"/>
                  </a:lnTo>
                  <a:cubicBezTo>
                    <a:pt x="1958" y="20995"/>
                    <a:pt x="912" y="21357"/>
                    <a:pt x="389" y="22232"/>
                  </a:cubicBezTo>
                  <a:cubicBezTo>
                    <a:pt x="324" y="22345"/>
                    <a:pt x="273" y="22460"/>
                    <a:pt x="235" y="22575"/>
                  </a:cubicBezTo>
                  <a:lnTo>
                    <a:pt x="235" y="22575"/>
                  </a:lnTo>
                  <a:cubicBezTo>
                    <a:pt x="272" y="22470"/>
                    <a:pt x="319" y="22366"/>
                    <a:pt x="379" y="22264"/>
                  </a:cubicBezTo>
                  <a:cubicBezTo>
                    <a:pt x="901" y="21379"/>
                    <a:pt x="1926" y="21016"/>
                    <a:pt x="2843" y="20717"/>
                  </a:cubicBezTo>
                  <a:lnTo>
                    <a:pt x="2982" y="20675"/>
                  </a:lnTo>
                  <a:cubicBezTo>
                    <a:pt x="3035" y="20643"/>
                    <a:pt x="3110" y="20632"/>
                    <a:pt x="3184" y="20611"/>
                  </a:cubicBezTo>
                  <a:cubicBezTo>
                    <a:pt x="3817" y="20410"/>
                    <a:pt x="4741" y="20106"/>
                    <a:pt x="4752" y="19409"/>
                  </a:cubicBezTo>
                  <a:close/>
                  <a:moveTo>
                    <a:pt x="235" y="22575"/>
                  </a:moveTo>
                  <a:lnTo>
                    <a:pt x="235" y="22575"/>
                  </a:lnTo>
                  <a:cubicBezTo>
                    <a:pt x="1" y="23241"/>
                    <a:pt x="193" y="23962"/>
                    <a:pt x="432" y="24579"/>
                  </a:cubicBezTo>
                  <a:cubicBezTo>
                    <a:pt x="586" y="24979"/>
                    <a:pt x="799" y="25360"/>
                    <a:pt x="1034" y="25768"/>
                  </a:cubicBezTo>
                  <a:lnTo>
                    <a:pt x="1034" y="25768"/>
                  </a:lnTo>
                  <a:cubicBezTo>
                    <a:pt x="811" y="25365"/>
                    <a:pt x="584" y="24972"/>
                    <a:pt x="443" y="24579"/>
                  </a:cubicBezTo>
                  <a:cubicBezTo>
                    <a:pt x="206" y="23950"/>
                    <a:pt x="8" y="23251"/>
                    <a:pt x="235" y="22575"/>
                  </a:cubicBezTo>
                  <a:close/>
                  <a:moveTo>
                    <a:pt x="1034" y="25768"/>
                  </a:moveTo>
                  <a:cubicBezTo>
                    <a:pt x="1046" y="25791"/>
                    <a:pt x="1059" y="25814"/>
                    <a:pt x="1072" y="25838"/>
                  </a:cubicBezTo>
                  <a:cubicBezTo>
                    <a:pt x="1293" y="26237"/>
                    <a:pt x="1529" y="26652"/>
                    <a:pt x="1702" y="27074"/>
                  </a:cubicBezTo>
                  <a:lnTo>
                    <a:pt x="1702" y="27074"/>
                  </a:lnTo>
                  <a:cubicBezTo>
                    <a:pt x="1528" y="26643"/>
                    <a:pt x="1292" y="26227"/>
                    <a:pt x="1061" y="25816"/>
                  </a:cubicBezTo>
                  <a:cubicBezTo>
                    <a:pt x="1052" y="25800"/>
                    <a:pt x="1043" y="25784"/>
                    <a:pt x="1034" y="25768"/>
                  </a:cubicBezTo>
                  <a:close/>
                  <a:moveTo>
                    <a:pt x="1702" y="27074"/>
                  </a:moveTo>
                  <a:lnTo>
                    <a:pt x="1702" y="27074"/>
                  </a:lnTo>
                  <a:cubicBezTo>
                    <a:pt x="1786" y="27280"/>
                    <a:pt x="1856" y="27490"/>
                    <a:pt x="1904" y="27704"/>
                  </a:cubicBezTo>
                  <a:cubicBezTo>
                    <a:pt x="1858" y="27493"/>
                    <a:pt x="1788" y="27282"/>
                    <a:pt x="1702" y="27074"/>
                  </a:cubicBezTo>
                  <a:close/>
                  <a:moveTo>
                    <a:pt x="1904" y="27705"/>
                  </a:moveTo>
                  <a:cubicBezTo>
                    <a:pt x="1926" y="27799"/>
                    <a:pt x="1930" y="27896"/>
                    <a:pt x="1917" y="27992"/>
                  </a:cubicBezTo>
                  <a:lnTo>
                    <a:pt x="1917" y="27992"/>
                  </a:lnTo>
                  <a:cubicBezTo>
                    <a:pt x="1930" y="27898"/>
                    <a:pt x="1926" y="27801"/>
                    <a:pt x="1904" y="27705"/>
                  </a:cubicBezTo>
                  <a:close/>
                  <a:moveTo>
                    <a:pt x="1917" y="27992"/>
                  </a:moveTo>
                  <a:cubicBezTo>
                    <a:pt x="1898" y="28130"/>
                    <a:pt x="1843" y="28263"/>
                    <a:pt x="1755" y="28376"/>
                  </a:cubicBezTo>
                  <a:cubicBezTo>
                    <a:pt x="1605" y="28579"/>
                    <a:pt x="1424" y="28771"/>
                    <a:pt x="1253" y="28953"/>
                  </a:cubicBezTo>
                  <a:cubicBezTo>
                    <a:pt x="1069" y="29142"/>
                    <a:pt x="883" y="29334"/>
                    <a:pt x="725" y="29547"/>
                  </a:cubicBezTo>
                  <a:lnTo>
                    <a:pt x="725" y="29547"/>
                  </a:lnTo>
                  <a:cubicBezTo>
                    <a:pt x="877" y="29347"/>
                    <a:pt x="1056" y="29166"/>
                    <a:pt x="1232" y="28985"/>
                  </a:cubicBezTo>
                  <a:cubicBezTo>
                    <a:pt x="1403" y="28792"/>
                    <a:pt x="1595" y="28611"/>
                    <a:pt x="1744" y="28408"/>
                  </a:cubicBezTo>
                  <a:cubicBezTo>
                    <a:pt x="1840" y="28280"/>
                    <a:pt x="1898" y="28137"/>
                    <a:pt x="1917" y="27992"/>
                  </a:cubicBezTo>
                  <a:close/>
                  <a:moveTo>
                    <a:pt x="725" y="29547"/>
                  </a:moveTo>
                  <a:cubicBezTo>
                    <a:pt x="564" y="29759"/>
                    <a:pt x="434" y="29990"/>
                    <a:pt x="368" y="30265"/>
                  </a:cubicBezTo>
                  <a:cubicBezTo>
                    <a:pt x="304" y="30531"/>
                    <a:pt x="315" y="30819"/>
                    <a:pt x="389" y="31129"/>
                  </a:cubicBezTo>
                  <a:cubicBezTo>
                    <a:pt x="480" y="31469"/>
                    <a:pt x="665" y="31782"/>
                    <a:pt x="954" y="32092"/>
                  </a:cubicBezTo>
                  <a:lnTo>
                    <a:pt x="954" y="32092"/>
                  </a:lnTo>
                  <a:cubicBezTo>
                    <a:pt x="671" y="31781"/>
                    <a:pt x="493" y="31464"/>
                    <a:pt x="411" y="31129"/>
                  </a:cubicBezTo>
                  <a:cubicBezTo>
                    <a:pt x="325" y="30809"/>
                    <a:pt x="315" y="30510"/>
                    <a:pt x="379" y="30243"/>
                  </a:cubicBezTo>
                  <a:cubicBezTo>
                    <a:pt x="447" y="29981"/>
                    <a:pt x="572" y="29754"/>
                    <a:pt x="725" y="29547"/>
                  </a:cubicBezTo>
                  <a:close/>
                  <a:moveTo>
                    <a:pt x="954" y="32092"/>
                  </a:moveTo>
                  <a:cubicBezTo>
                    <a:pt x="1113" y="32266"/>
                    <a:pt x="1305" y="32439"/>
                    <a:pt x="1531" y="32611"/>
                  </a:cubicBezTo>
                  <a:cubicBezTo>
                    <a:pt x="2118" y="33059"/>
                    <a:pt x="2811" y="33390"/>
                    <a:pt x="3504" y="33550"/>
                  </a:cubicBezTo>
                  <a:lnTo>
                    <a:pt x="3472" y="33529"/>
                  </a:lnTo>
                  <a:cubicBezTo>
                    <a:pt x="2790" y="33369"/>
                    <a:pt x="2086" y="33038"/>
                    <a:pt x="1509" y="32590"/>
                  </a:cubicBezTo>
                  <a:cubicBezTo>
                    <a:pt x="1294" y="32423"/>
                    <a:pt x="1109" y="32258"/>
                    <a:pt x="954" y="3209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8"/>
            <p:cNvSpPr/>
            <p:nvPr/>
          </p:nvSpPr>
          <p:spPr>
            <a:xfrm>
              <a:off x="2656571" y="1266333"/>
              <a:ext cx="781041" cy="3185784"/>
            </a:xfrm>
            <a:custGeom>
              <a:rect b="b" l="l" r="r" t="t"/>
              <a:pathLst>
                <a:path extrusionOk="0" h="33509" w="8215">
                  <a:moveTo>
                    <a:pt x="7309" y="0"/>
                  </a:moveTo>
                  <a:cubicBezTo>
                    <a:pt x="6693" y="0"/>
                    <a:pt x="6156" y="224"/>
                    <a:pt x="5697" y="663"/>
                  </a:cubicBezTo>
                  <a:cubicBezTo>
                    <a:pt x="4769" y="1548"/>
                    <a:pt x="4353" y="3245"/>
                    <a:pt x="4353" y="4429"/>
                  </a:cubicBezTo>
                  <a:cubicBezTo>
                    <a:pt x="4364" y="5645"/>
                    <a:pt x="5302" y="6658"/>
                    <a:pt x="6134" y="7554"/>
                  </a:cubicBezTo>
                  <a:lnTo>
                    <a:pt x="6166" y="7576"/>
                  </a:lnTo>
                  <a:cubicBezTo>
                    <a:pt x="6316" y="7757"/>
                    <a:pt x="6540" y="7938"/>
                    <a:pt x="6764" y="8141"/>
                  </a:cubicBezTo>
                  <a:cubicBezTo>
                    <a:pt x="7393" y="8685"/>
                    <a:pt x="8183" y="9378"/>
                    <a:pt x="8151" y="10018"/>
                  </a:cubicBezTo>
                  <a:cubicBezTo>
                    <a:pt x="8108" y="10819"/>
                    <a:pt x="7297" y="11192"/>
                    <a:pt x="6433" y="11576"/>
                  </a:cubicBezTo>
                  <a:cubicBezTo>
                    <a:pt x="5569" y="11971"/>
                    <a:pt x="4673" y="12376"/>
                    <a:pt x="4620" y="13261"/>
                  </a:cubicBezTo>
                  <a:cubicBezTo>
                    <a:pt x="4566" y="13912"/>
                    <a:pt x="4982" y="14456"/>
                    <a:pt x="5420" y="15032"/>
                  </a:cubicBezTo>
                  <a:cubicBezTo>
                    <a:pt x="5804" y="15523"/>
                    <a:pt x="6188" y="16046"/>
                    <a:pt x="6284" y="16664"/>
                  </a:cubicBezTo>
                  <a:cubicBezTo>
                    <a:pt x="6390" y="17336"/>
                    <a:pt x="6252" y="17848"/>
                    <a:pt x="5889" y="18275"/>
                  </a:cubicBezTo>
                  <a:cubicBezTo>
                    <a:pt x="5772" y="18392"/>
                    <a:pt x="5654" y="18488"/>
                    <a:pt x="5537" y="18574"/>
                  </a:cubicBezTo>
                  <a:cubicBezTo>
                    <a:pt x="5302" y="18766"/>
                    <a:pt x="5057" y="18947"/>
                    <a:pt x="5036" y="19352"/>
                  </a:cubicBezTo>
                  <a:cubicBezTo>
                    <a:pt x="4982" y="20046"/>
                    <a:pt x="4086" y="20302"/>
                    <a:pt x="3446" y="20483"/>
                  </a:cubicBezTo>
                  <a:cubicBezTo>
                    <a:pt x="3297" y="20526"/>
                    <a:pt x="3169" y="20569"/>
                    <a:pt x="3062" y="20601"/>
                  </a:cubicBezTo>
                  <a:cubicBezTo>
                    <a:pt x="2209" y="20899"/>
                    <a:pt x="1121" y="21273"/>
                    <a:pt x="641" y="22222"/>
                  </a:cubicBezTo>
                  <a:cubicBezTo>
                    <a:pt x="1" y="23449"/>
                    <a:pt x="683" y="24633"/>
                    <a:pt x="1323" y="25774"/>
                  </a:cubicBezTo>
                  <a:cubicBezTo>
                    <a:pt x="1686" y="26404"/>
                    <a:pt x="2017" y="27012"/>
                    <a:pt x="2134" y="27598"/>
                  </a:cubicBezTo>
                  <a:cubicBezTo>
                    <a:pt x="2262" y="28174"/>
                    <a:pt x="1857" y="28612"/>
                    <a:pt x="1441" y="29060"/>
                  </a:cubicBezTo>
                  <a:cubicBezTo>
                    <a:pt x="939" y="29604"/>
                    <a:pt x="417" y="30169"/>
                    <a:pt x="694" y="31097"/>
                  </a:cubicBezTo>
                  <a:cubicBezTo>
                    <a:pt x="1089" y="32431"/>
                    <a:pt x="2668" y="33231"/>
                    <a:pt x="3894" y="33508"/>
                  </a:cubicBezTo>
                  <a:lnTo>
                    <a:pt x="3937" y="33487"/>
                  </a:lnTo>
                  <a:cubicBezTo>
                    <a:pt x="2710" y="33209"/>
                    <a:pt x="1142" y="32409"/>
                    <a:pt x="747" y="31087"/>
                  </a:cubicBezTo>
                  <a:cubicBezTo>
                    <a:pt x="481" y="30180"/>
                    <a:pt x="1003" y="29625"/>
                    <a:pt x="1494" y="29071"/>
                  </a:cubicBezTo>
                  <a:cubicBezTo>
                    <a:pt x="1910" y="28612"/>
                    <a:pt x="2315" y="28174"/>
                    <a:pt x="2187" y="27577"/>
                  </a:cubicBezTo>
                  <a:cubicBezTo>
                    <a:pt x="2070" y="26980"/>
                    <a:pt x="1739" y="26382"/>
                    <a:pt x="1377" y="25753"/>
                  </a:cubicBezTo>
                  <a:cubicBezTo>
                    <a:pt x="737" y="24622"/>
                    <a:pt x="75" y="23427"/>
                    <a:pt x="694" y="22222"/>
                  </a:cubicBezTo>
                  <a:cubicBezTo>
                    <a:pt x="1174" y="21283"/>
                    <a:pt x="2241" y="20910"/>
                    <a:pt x="3094" y="20622"/>
                  </a:cubicBezTo>
                  <a:cubicBezTo>
                    <a:pt x="3201" y="20579"/>
                    <a:pt x="3340" y="20537"/>
                    <a:pt x="3468" y="20494"/>
                  </a:cubicBezTo>
                  <a:cubicBezTo>
                    <a:pt x="4118" y="20313"/>
                    <a:pt x="5014" y="20057"/>
                    <a:pt x="5068" y="19352"/>
                  </a:cubicBezTo>
                  <a:cubicBezTo>
                    <a:pt x="5100" y="18968"/>
                    <a:pt x="5313" y="18808"/>
                    <a:pt x="5569" y="18606"/>
                  </a:cubicBezTo>
                  <a:cubicBezTo>
                    <a:pt x="5686" y="18510"/>
                    <a:pt x="5804" y="18414"/>
                    <a:pt x="5910" y="18296"/>
                  </a:cubicBezTo>
                  <a:cubicBezTo>
                    <a:pt x="6294" y="17859"/>
                    <a:pt x="6433" y="17358"/>
                    <a:pt x="6326" y="16664"/>
                  </a:cubicBezTo>
                  <a:cubicBezTo>
                    <a:pt x="6230" y="16046"/>
                    <a:pt x="5846" y="15523"/>
                    <a:pt x="5462" y="15021"/>
                  </a:cubicBezTo>
                  <a:cubicBezTo>
                    <a:pt x="5036" y="14445"/>
                    <a:pt x="4620" y="13912"/>
                    <a:pt x="4662" y="13272"/>
                  </a:cubicBezTo>
                  <a:cubicBezTo>
                    <a:pt x="4716" y="12408"/>
                    <a:pt x="5601" y="12003"/>
                    <a:pt x="6454" y="11619"/>
                  </a:cubicBezTo>
                  <a:cubicBezTo>
                    <a:pt x="7297" y="11245"/>
                    <a:pt x="8151" y="10861"/>
                    <a:pt x="8193" y="10029"/>
                  </a:cubicBezTo>
                  <a:cubicBezTo>
                    <a:pt x="8215" y="9368"/>
                    <a:pt x="7436" y="8674"/>
                    <a:pt x="6796" y="8130"/>
                  </a:cubicBezTo>
                  <a:cubicBezTo>
                    <a:pt x="6561" y="7928"/>
                    <a:pt x="6348" y="7725"/>
                    <a:pt x="6188" y="7565"/>
                  </a:cubicBezTo>
                  <a:lnTo>
                    <a:pt x="6166" y="7544"/>
                  </a:lnTo>
                  <a:cubicBezTo>
                    <a:pt x="5334" y="6648"/>
                    <a:pt x="4396" y="5645"/>
                    <a:pt x="4396" y="4429"/>
                  </a:cubicBezTo>
                  <a:cubicBezTo>
                    <a:pt x="4374" y="3245"/>
                    <a:pt x="4801" y="1570"/>
                    <a:pt x="5729" y="674"/>
                  </a:cubicBezTo>
                  <a:cubicBezTo>
                    <a:pt x="6158" y="245"/>
                    <a:pt x="6680" y="31"/>
                    <a:pt x="7269" y="31"/>
                  </a:cubicBezTo>
                  <a:cubicBezTo>
                    <a:pt x="7310" y="31"/>
                    <a:pt x="7351" y="32"/>
                    <a:pt x="7393" y="34"/>
                  </a:cubicBezTo>
                  <a:lnTo>
                    <a:pt x="7393" y="2"/>
                  </a:lnTo>
                  <a:cubicBezTo>
                    <a:pt x="7365" y="1"/>
                    <a:pt x="7337" y="0"/>
                    <a:pt x="73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2" name="Shape 1762"/>
        <p:cNvGrpSpPr/>
        <p:nvPr/>
      </p:nvGrpSpPr>
      <p:grpSpPr>
        <a:xfrm>
          <a:off x="0" y="0"/>
          <a:ext cx="0" cy="0"/>
          <a:chOff x="0" y="0"/>
          <a:chExt cx="0" cy="0"/>
        </a:xfrm>
      </p:grpSpPr>
      <p:sp>
        <p:nvSpPr>
          <p:cNvPr id="1763" name="Google Shape;1763;p69"/>
          <p:cNvSpPr txBox="1"/>
          <p:nvPr>
            <p:ph type="title"/>
          </p:nvPr>
        </p:nvSpPr>
        <p:spPr>
          <a:xfrm>
            <a:off x="732300" y="445025"/>
            <a:ext cx="7679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1764" name="Google Shape;1764;p69"/>
          <p:cNvSpPr txBox="1"/>
          <p:nvPr>
            <p:ph idx="1" type="subTitle"/>
          </p:nvPr>
        </p:nvSpPr>
        <p:spPr>
          <a:xfrm>
            <a:off x="2189400" y="2119350"/>
            <a:ext cx="4765200" cy="90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latin typeface="Sansita ExtraBold"/>
                <a:ea typeface="Sansita ExtraBold"/>
                <a:cs typeface="Sansita ExtraBold"/>
                <a:sym typeface="Sansita ExtraBold"/>
              </a:rPr>
              <a:t>Vectors:</a:t>
            </a:r>
            <a:endParaRPr sz="2000">
              <a:latin typeface="Sansita ExtraBold"/>
              <a:ea typeface="Sansita ExtraBold"/>
              <a:cs typeface="Sansita ExtraBold"/>
              <a:sym typeface="Sansita ExtraBold"/>
            </a:endParaRPr>
          </a:p>
          <a:p>
            <a:pPr indent="-317500" lvl="0" marL="457200" rtl="0" algn="l">
              <a:spcBef>
                <a:spcPts val="0"/>
              </a:spcBef>
              <a:spcAft>
                <a:spcPts val="0"/>
              </a:spcAft>
              <a:buClr>
                <a:schemeClr val="dk1"/>
              </a:buClr>
              <a:buSzPts val="1400"/>
              <a:buChar char="●"/>
            </a:pPr>
            <a:r>
              <a:rPr lang="en" sz="1400">
                <a:solidFill>
                  <a:schemeClr val="hlink"/>
                </a:solidFill>
                <a:uFill>
                  <a:noFill/>
                </a:uFill>
                <a:hlinkClick r:id="rId3"/>
              </a:rPr>
              <a:t>White background with wavy lines copy space</a:t>
            </a:r>
            <a:endParaRPr sz="1400"/>
          </a:p>
          <a:p>
            <a:pPr indent="-317500" lvl="0" marL="457200" rtl="0" algn="l">
              <a:spcBef>
                <a:spcPts val="0"/>
              </a:spcBef>
              <a:spcAft>
                <a:spcPts val="0"/>
              </a:spcAft>
              <a:buClr>
                <a:schemeClr val="dk1"/>
              </a:buClr>
              <a:buSzPts val="1400"/>
              <a:buChar char="●"/>
            </a:pPr>
            <a:r>
              <a:rPr lang="en" sz="1400">
                <a:solidFill>
                  <a:schemeClr val="hlink"/>
                </a:solidFill>
                <a:uFill>
                  <a:noFill/>
                </a:uFill>
                <a:hlinkClick r:id="rId4"/>
              </a:rPr>
              <a:t>Flat abstract wireframe background</a:t>
            </a:r>
            <a:endParaRPr sz="1400"/>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
        <p:nvSpPr>
          <p:cNvPr id="1765" name="Google Shape;1765;p69"/>
          <p:cNvSpPr txBox="1"/>
          <p:nvPr/>
        </p:nvSpPr>
        <p:spPr>
          <a:xfrm>
            <a:off x="1054350" y="985975"/>
            <a:ext cx="7035300" cy="4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Karla"/>
                <a:ea typeface="Karla"/>
                <a:cs typeface="Karla"/>
                <a:sym typeface="Karla"/>
              </a:rPr>
              <a:t>Did you like the resources on this template? Get them for free at our other websites:</a:t>
            </a:r>
            <a:endParaRPr>
              <a:solidFill>
                <a:schemeClr val="dk1"/>
              </a:solidFill>
              <a:latin typeface="Karla"/>
              <a:ea typeface="Karla"/>
              <a:cs typeface="Karla"/>
              <a:sym typeface="Karla"/>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9" name="Shape 1769"/>
        <p:cNvGrpSpPr/>
        <p:nvPr/>
      </p:nvGrpSpPr>
      <p:grpSpPr>
        <a:xfrm>
          <a:off x="0" y="0"/>
          <a:ext cx="0" cy="0"/>
          <a:chOff x="0" y="0"/>
          <a:chExt cx="0" cy="0"/>
        </a:xfrm>
      </p:grpSpPr>
      <p:sp>
        <p:nvSpPr>
          <p:cNvPr id="1770" name="Google Shape;1770;p70"/>
          <p:cNvSpPr txBox="1"/>
          <p:nvPr>
            <p:ph type="title"/>
          </p:nvPr>
        </p:nvSpPr>
        <p:spPr>
          <a:xfrm>
            <a:off x="732300" y="445025"/>
            <a:ext cx="7679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771" name="Google Shape;1771;p70"/>
          <p:cNvSpPr txBox="1"/>
          <p:nvPr>
            <p:ph idx="2" type="subTitle"/>
          </p:nvPr>
        </p:nvSpPr>
        <p:spPr>
          <a:xfrm>
            <a:off x="4666650" y="1427300"/>
            <a:ext cx="3559200" cy="3032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latin typeface="Sansita ExtraBold"/>
                <a:ea typeface="Sansita ExtraBold"/>
                <a:cs typeface="Sansita ExtraBold"/>
                <a:sym typeface="Sansita ExtraBold"/>
              </a:rPr>
              <a:t>Vectors:</a:t>
            </a:r>
            <a:endParaRPr sz="2000">
              <a:latin typeface="Sansita ExtraBold"/>
              <a:ea typeface="Sansita ExtraBold"/>
              <a:cs typeface="Sansita ExtraBold"/>
              <a:sym typeface="Sansita ExtraBold"/>
            </a:endParaRPr>
          </a:p>
          <a:p>
            <a:pPr indent="-317500" lvl="0" marL="457200" rtl="0" algn="l">
              <a:spcBef>
                <a:spcPts val="1000"/>
              </a:spcBef>
              <a:spcAft>
                <a:spcPts val="0"/>
              </a:spcAft>
              <a:buClr>
                <a:schemeClr val="dk1"/>
              </a:buClr>
              <a:buSzPts val="1400"/>
              <a:buChar char="●"/>
            </a:pPr>
            <a:r>
              <a:rPr lang="en" sz="1400">
                <a:uFill>
                  <a:noFill/>
                </a:uFill>
                <a:hlinkClick r:id="rId3"/>
              </a:rPr>
              <a:t>White background with wavy lines</a:t>
            </a:r>
            <a:endParaRPr b="1" sz="1400">
              <a:latin typeface="Poppins"/>
              <a:ea typeface="Poppins"/>
              <a:cs typeface="Poppins"/>
              <a:sym typeface="Poppins"/>
            </a:endParaRPr>
          </a:p>
          <a:p>
            <a:pPr indent="-317500" lvl="0" marL="457200" rtl="0" algn="l">
              <a:spcBef>
                <a:spcPts val="0"/>
              </a:spcBef>
              <a:spcAft>
                <a:spcPts val="0"/>
              </a:spcAft>
              <a:buClr>
                <a:schemeClr val="dk1"/>
              </a:buClr>
              <a:buSzPts val="1400"/>
              <a:buFont typeface="Poppins"/>
              <a:buChar char="●"/>
            </a:pPr>
            <a:r>
              <a:rPr lang="en" sz="1400">
                <a:uFill>
                  <a:noFill/>
                </a:uFill>
                <a:hlinkClick r:id="rId4"/>
              </a:rPr>
              <a:t>White abstract background</a:t>
            </a:r>
            <a:endParaRPr b="1" sz="1800">
              <a:latin typeface="Poppins"/>
              <a:ea typeface="Poppins"/>
              <a:cs typeface="Poppins"/>
              <a:sym typeface="Poppins"/>
            </a:endParaRPr>
          </a:p>
          <a:p>
            <a:pPr indent="-342900" lvl="0" marL="457200" rtl="0" algn="l">
              <a:spcBef>
                <a:spcPts val="0"/>
              </a:spcBef>
              <a:spcAft>
                <a:spcPts val="0"/>
              </a:spcAft>
              <a:buSzPts val="1800"/>
              <a:buFont typeface="Poppins"/>
              <a:buChar char="●"/>
            </a:pPr>
            <a:r>
              <a:t/>
            </a:r>
            <a:endParaRPr b="1" sz="1800">
              <a:latin typeface="Poppins"/>
              <a:ea typeface="Poppins"/>
              <a:cs typeface="Poppins"/>
              <a:sym typeface="Poppins"/>
            </a:endParaRPr>
          </a:p>
          <a:p>
            <a:pPr indent="0" lvl="0" marL="0" rtl="0" algn="l">
              <a:spcBef>
                <a:spcPts val="0"/>
              </a:spcBef>
              <a:spcAft>
                <a:spcPts val="0"/>
              </a:spcAft>
              <a:buNone/>
            </a:pPr>
            <a:r>
              <a:rPr lang="en" sz="2000">
                <a:latin typeface="Sansita ExtraBold"/>
                <a:ea typeface="Sansita ExtraBold"/>
                <a:cs typeface="Sansita ExtraBold"/>
                <a:sym typeface="Sansita ExtraBold"/>
              </a:rPr>
              <a:t>Icons:</a:t>
            </a:r>
            <a:endParaRPr sz="2000">
              <a:latin typeface="Sansita ExtraBold"/>
              <a:ea typeface="Sansita ExtraBold"/>
              <a:cs typeface="Sansita ExtraBold"/>
              <a:sym typeface="Sansita ExtraBold"/>
            </a:endParaRPr>
          </a:p>
          <a:p>
            <a:pPr indent="0" lvl="0" marL="0" rtl="0" algn="l">
              <a:spcBef>
                <a:spcPts val="0"/>
              </a:spcBef>
              <a:spcAft>
                <a:spcPts val="0"/>
              </a:spcAft>
              <a:buNone/>
            </a:pPr>
            <a:r>
              <a:t/>
            </a:r>
            <a:endParaRPr b="1" sz="1800">
              <a:latin typeface="Poppins"/>
              <a:ea typeface="Poppins"/>
              <a:cs typeface="Poppins"/>
              <a:sym typeface="Poppins"/>
            </a:endParaRPr>
          </a:p>
          <a:p>
            <a:pPr indent="-330200" lvl="0" marL="457200" rtl="0" algn="l">
              <a:spcBef>
                <a:spcPts val="0"/>
              </a:spcBef>
              <a:spcAft>
                <a:spcPts val="0"/>
              </a:spcAft>
              <a:buClr>
                <a:schemeClr val="dk1"/>
              </a:buClr>
              <a:buSzPts val="1600"/>
              <a:buChar char="●"/>
            </a:pPr>
            <a:r>
              <a:rPr lang="en" sz="1400">
                <a:uFill>
                  <a:noFill/>
                </a:uFill>
                <a:hlinkClick r:id="rId5"/>
              </a:rPr>
              <a:t>Icon Pack: Medicine | Lineal</a:t>
            </a:r>
            <a:endParaRPr sz="1400"/>
          </a:p>
        </p:txBody>
      </p:sp>
      <p:sp>
        <p:nvSpPr>
          <p:cNvPr id="1772" name="Google Shape;1772;p70"/>
          <p:cNvSpPr txBox="1"/>
          <p:nvPr>
            <p:ph idx="1" type="subTitle"/>
          </p:nvPr>
        </p:nvSpPr>
        <p:spPr>
          <a:xfrm>
            <a:off x="918175" y="1427300"/>
            <a:ext cx="3559200" cy="301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2000">
                <a:latin typeface="Sansita ExtraBold"/>
                <a:ea typeface="Sansita ExtraBold"/>
                <a:cs typeface="Sansita ExtraBold"/>
                <a:sym typeface="Sansita ExtraBold"/>
              </a:rPr>
              <a:t>Photos: </a:t>
            </a:r>
            <a:endParaRPr sz="2000">
              <a:latin typeface="Sansita ExtraBold"/>
              <a:ea typeface="Sansita ExtraBold"/>
              <a:cs typeface="Sansita ExtraBold"/>
              <a:sym typeface="Sansita ExtraBold"/>
            </a:endParaRPr>
          </a:p>
          <a:p>
            <a:pPr indent="-317500" lvl="0" marL="457200" rtl="0" algn="l">
              <a:spcBef>
                <a:spcPts val="1000"/>
              </a:spcBef>
              <a:spcAft>
                <a:spcPts val="0"/>
              </a:spcAft>
              <a:buClr>
                <a:schemeClr val="dk1"/>
              </a:buClr>
              <a:buSzPts val="1400"/>
              <a:buChar char="●"/>
            </a:pPr>
            <a:r>
              <a:rPr lang="en" sz="1400">
                <a:solidFill>
                  <a:schemeClr val="hlink"/>
                </a:solidFill>
                <a:uFill>
                  <a:noFill/>
                </a:uFill>
                <a:hlinkClick r:id="rId6"/>
              </a:rPr>
              <a:t>Doctor vaccinating a smiley man</a:t>
            </a:r>
            <a:endParaRPr sz="1400"/>
          </a:p>
          <a:p>
            <a:pPr indent="-317500" lvl="0" marL="457200" rtl="0" algn="l">
              <a:spcBef>
                <a:spcPts val="0"/>
              </a:spcBef>
              <a:spcAft>
                <a:spcPts val="0"/>
              </a:spcAft>
              <a:buClr>
                <a:schemeClr val="dk1"/>
              </a:buClr>
              <a:buSzPts val="1400"/>
              <a:buChar char="●"/>
            </a:pPr>
            <a:r>
              <a:rPr lang="en" sz="1400">
                <a:solidFill>
                  <a:schemeClr val="hlink"/>
                </a:solidFill>
                <a:uFill>
                  <a:noFill/>
                </a:uFill>
                <a:hlinkClick r:id="rId7"/>
              </a:rPr>
              <a:t>Front view of woman with wrist pain</a:t>
            </a:r>
            <a:endParaRPr sz="1400"/>
          </a:p>
          <a:p>
            <a:pPr indent="-317500" lvl="0" marL="457200" rtl="0" algn="l">
              <a:spcBef>
                <a:spcPts val="0"/>
              </a:spcBef>
              <a:spcAft>
                <a:spcPts val="0"/>
              </a:spcAft>
              <a:buClr>
                <a:schemeClr val="dk1"/>
              </a:buClr>
              <a:buSzPts val="1400"/>
              <a:buChar char="●"/>
            </a:pPr>
            <a:r>
              <a:rPr lang="en" sz="1400">
                <a:solidFill>
                  <a:schemeClr val="hlink"/>
                </a:solidFill>
                <a:uFill>
                  <a:noFill/>
                </a:uFill>
                <a:hlinkClick r:id="rId8"/>
              </a:rPr>
              <a:t>Medium shot smiley doctor with coat</a:t>
            </a:r>
            <a:endParaRPr sz="1400"/>
          </a:p>
          <a:p>
            <a:pPr indent="-317500" lvl="0" marL="457200" rtl="0" algn="l">
              <a:spcBef>
                <a:spcPts val="0"/>
              </a:spcBef>
              <a:spcAft>
                <a:spcPts val="0"/>
              </a:spcAft>
              <a:buClr>
                <a:schemeClr val="dk1"/>
              </a:buClr>
              <a:buSzPts val="1400"/>
              <a:buChar char="●"/>
            </a:pPr>
            <a:r>
              <a:rPr lang="en" sz="1400">
                <a:solidFill>
                  <a:schemeClr val="hlink"/>
                </a:solidFill>
                <a:uFill>
                  <a:noFill/>
                </a:uFill>
                <a:hlinkClick r:id="rId9"/>
              </a:rPr>
              <a:t>Woman working as doctor</a:t>
            </a:r>
            <a:endParaRPr sz="1400"/>
          </a:p>
          <a:p>
            <a:pPr indent="-317500" lvl="0" marL="457200" rtl="0" algn="l">
              <a:spcBef>
                <a:spcPts val="0"/>
              </a:spcBef>
              <a:spcAft>
                <a:spcPts val="0"/>
              </a:spcAft>
              <a:buClr>
                <a:schemeClr val="dk1"/>
              </a:buClr>
              <a:buSzPts val="1400"/>
              <a:buChar char="●"/>
            </a:pPr>
            <a:r>
              <a:rPr lang="en" sz="1400">
                <a:solidFill>
                  <a:schemeClr val="hlink"/>
                </a:solidFill>
                <a:uFill>
                  <a:noFill/>
                </a:uFill>
                <a:hlinkClick r:id="rId10"/>
              </a:rPr>
              <a:t>Close up on health worker</a:t>
            </a:r>
            <a:endParaRPr sz="1400"/>
          </a:p>
        </p:txBody>
      </p:sp>
      <p:sp>
        <p:nvSpPr>
          <p:cNvPr id="1773" name="Google Shape;1773;p70"/>
          <p:cNvSpPr txBox="1"/>
          <p:nvPr/>
        </p:nvSpPr>
        <p:spPr>
          <a:xfrm>
            <a:off x="1054350" y="985975"/>
            <a:ext cx="7035300" cy="4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Karla"/>
                <a:ea typeface="Karla"/>
                <a:cs typeface="Karla"/>
                <a:sym typeface="Karla"/>
              </a:rPr>
              <a:t>Did you like the resources on this template? Get them for free at our other websites:</a:t>
            </a:r>
            <a:endParaRPr>
              <a:solidFill>
                <a:schemeClr val="dk1"/>
              </a:solidFill>
              <a:latin typeface="Karla"/>
              <a:ea typeface="Karla"/>
              <a:cs typeface="Karla"/>
              <a:sym typeface="Karla"/>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77" name="Shape 1777"/>
        <p:cNvGrpSpPr/>
        <p:nvPr/>
      </p:nvGrpSpPr>
      <p:grpSpPr>
        <a:xfrm>
          <a:off x="0" y="0"/>
          <a:ext cx="0" cy="0"/>
          <a:chOff x="0" y="0"/>
          <a:chExt cx="0" cy="0"/>
        </a:xfrm>
      </p:grpSpPr>
      <p:sp>
        <p:nvSpPr>
          <p:cNvPr id="1778" name="Google Shape;1778;p71"/>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100">
                <a:solidFill>
                  <a:schemeClr val="lt1"/>
                </a:solidFill>
              </a:rPr>
              <a:t>In order to use this template, you must credit </a:t>
            </a:r>
            <a:r>
              <a:rPr b="1" lang="en" sz="1100" u="sng">
                <a:solidFill>
                  <a:srgbClr val="869FB2"/>
                </a:solidFill>
                <a:hlinkClick r:id="rId3">
                  <a:extLst>
                    <a:ext uri="{A12FA001-AC4F-418D-AE19-62706E023703}">
                      <ahyp:hlinkClr val="tx"/>
                    </a:ext>
                  </a:extLst>
                </a:hlinkClick>
              </a:rPr>
              <a:t>Slidesgo</a:t>
            </a:r>
            <a:r>
              <a:rPr lang="en" sz="1100">
                <a:solidFill>
                  <a:srgbClr val="435D74"/>
                </a:solidFill>
              </a:rPr>
              <a:t> </a:t>
            </a:r>
            <a:r>
              <a:rPr lang="en" sz="1100">
                <a:solidFill>
                  <a:schemeClr val="lt1"/>
                </a:solidFill>
              </a:rPr>
              <a:t>by keeping the </a:t>
            </a:r>
            <a:r>
              <a:rPr b="1" lang="en" sz="1100" u="sng">
                <a:solidFill>
                  <a:schemeClr val="hlink"/>
                </a:solidFill>
                <a:hlinkClick action="ppaction://hlinksldjump" r:id="rId4"/>
              </a:rPr>
              <a:t>Thanks</a:t>
            </a:r>
            <a:r>
              <a:rPr lang="en" sz="1100">
                <a:solidFill>
                  <a:srgbClr val="869FB2"/>
                </a:solidFill>
              </a:rPr>
              <a:t> </a:t>
            </a:r>
            <a:r>
              <a:rPr lang="en" sz="1100">
                <a:solidFill>
                  <a:schemeClr val="lt1"/>
                </a:solidFill>
              </a:rPr>
              <a:t>slide.</a:t>
            </a:r>
            <a:endParaRPr sz="1100">
              <a:solidFill>
                <a:schemeClr val="lt1"/>
              </a:solidFill>
            </a:endParaRPr>
          </a:p>
          <a:p>
            <a:pPr indent="0" lvl="0" marL="0" rtl="0" algn="l">
              <a:lnSpc>
                <a:spcPct val="115000"/>
              </a:lnSpc>
              <a:spcBef>
                <a:spcPts val="1400"/>
              </a:spcBef>
              <a:spcAft>
                <a:spcPts val="0"/>
              </a:spcAft>
              <a:buClr>
                <a:schemeClr val="dk1"/>
              </a:buClr>
              <a:buSzPts val="1100"/>
              <a:buFont typeface="Arial"/>
              <a:buNone/>
            </a:pPr>
            <a:r>
              <a:rPr b="1" lang="en" sz="1000">
                <a:solidFill>
                  <a:srgbClr val="869FB2"/>
                </a:solidFill>
              </a:rPr>
              <a:t>You are allowed to:</a:t>
            </a:r>
            <a:endParaRPr b="1" sz="1000">
              <a:solidFill>
                <a:srgbClr val="869FB2"/>
              </a:solidFill>
            </a:endParaRPr>
          </a:p>
          <a:p>
            <a:pPr indent="0" lvl="0" marL="0" rtl="0" algn="l">
              <a:lnSpc>
                <a:spcPct val="115000"/>
              </a:lnSpc>
              <a:spcBef>
                <a:spcPts val="400"/>
              </a:spcBef>
              <a:spcAft>
                <a:spcPts val="0"/>
              </a:spcAft>
              <a:buClr>
                <a:schemeClr val="dk1"/>
              </a:buClr>
              <a:buSzPts val="1100"/>
              <a:buFont typeface="Arial"/>
              <a:buNone/>
            </a:pPr>
            <a:r>
              <a:rPr lang="en" sz="1000">
                <a:solidFill>
                  <a:schemeClr val="lt1"/>
                </a:solidFill>
              </a:rPr>
              <a:t>- Modify this template.</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Use it for both personal and commercial projects.</a:t>
            </a:r>
            <a:endParaRPr sz="1000">
              <a:solidFill>
                <a:schemeClr val="lt1"/>
              </a:solidFill>
            </a:endParaRPr>
          </a:p>
          <a:p>
            <a:pPr indent="0" lvl="0" marL="0" rtl="0" algn="l">
              <a:lnSpc>
                <a:spcPct val="115000"/>
              </a:lnSpc>
              <a:spcBef>
                <a:spcPts val="1400"/>
              </a:spcBef>
              <a:spcAft>
                <a:spcPts val="0"/>
              </a:spcAft>
              <a:buClr>
                <a:schemeClr val="dk1"/>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chemeClr val="dk1"/>
              </a:buClr>
              <a:buSzPts val="1100"/>
              <a:buFont typeface="Arial"/>
              <a:buNone/>
            </a:pPr>
            <a:r>
              <a:rPr lang="en" sz="1000">
                <a:solidFill>
                  <a:schemeClr val="lt1"/>
                </a:solidFill>
              </a:rPr>
              <a:t>- Sublicense, sell or rent any of Slidesgo Content (or a modified version of Slidesgo Content).</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Distribute Slidesgo Content unless it has been expressly authorized by Slidesgo.</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Include Slidesgo Content in an online or offline database or file.</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Offer Slidesgo templates (or modified versions of Slidesgo templates) for download.</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Acquire the copyright of Slidesgo Content.</a:t>
            </a:r>
            <a:endParaRPr sz="1000">
              <a:solidFill>
                <a:srgbClr val="FFFFFF"/>
              </a:solidFill>
            </a:endParaRPr>
          </a:p>
        </p:txBody>
      </p:sp>
      <p:sp>
        <p:nvSpPr>
          <p:cNvPr id="1779" name="Google Shape;1779;p71"/>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1780" name="Google Shape;1780;p7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84" name="Shape 1784"/>
        <p:cNvGrpSpPr/>
        <p:nvPr/>
      </p:nvGrpSpPr>
      <p:grpSpPr>
        <a:xfrm>
          <a:off x="0" y="0"/>
          <a:ext cx="0" cy="0"/>
          <a:chOff x="0" y="0"/>
          <a:chExt cx="0" cy="0"/>
        </a:xfrm>
      </p:grpSpPr>
      <p:sp>
        <p:nvSpPr>
          <p:cNvPr id="1785" name="Google Shape;1785;p72"/>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000" u="sng">
                <a:solidFill>
                  <a:schemeClr val="hlink"/>
                </a:solidFill>
              </a:rPr>
              <a:t>S</a:t>
            </a:r>
            <a:r>
              <a:rPr b="1" lang="en" sz="1100" u="sng">
                <a:solidFill>
                  <a:schemeClr val="hlink"/>
                </a:solidFill>
                <a:hlinkClick r:id="rId3"/>
              </a:rPr>
              <a:t>lidesgo</a:t>
            </a:r>
            <a:r>
              <a:rPr lang="en" sz="1100">
                <a:solidFill>
                  <a:schemeClr val="lt1"/>
                </a:solidFill>
              </a:rPr>
              <a:t> or keeping the "Thanks" slide.</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1786" name="Google Shape;1786;p72"/>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 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
        <p:nvSpPr>
          <p:cNvPr id="1787" name="Google Shape;1787;p7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91" name="Shape 1791"/>
        <p:cNvGrpSpPr/>
        <p:nvPr/>
      </p:nvGrpSpPr>
      <p:grpSpPr>
        <a:xfrm>
          <a:off x="0" y="0"/>
          <a:ext cx="0" cy="0"/>
          <a:chOff x="0" y="0"/>
          <a:chExt cx="0" cy="0"/>
        </a:xfrm>
      </p:grpSpPr>
      <p:sp>
        <p:nvSpPr>
          <p:cNvPr id="1792" name="Google Shape;1792;p73"/>
          <p:cNvSpPr txBox="1"/>
          <p:nvPr>
            <p:ph idx="4294967295" type="body"/>
          </p:nvPr>
        </p:nvSpPr>
        <p:spPr>
          <a:xfrm>
            <a:off x="1068100" y="1087849"/>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This presentation has been made using the following fonts:</a:t>
            </a:r>
            <a:endParaRPr>
              <a:solidFill>
                <a:srgbClr val="FFFFFF"/>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1793" name="Google Shape;1793;p73"/>
          <p:cNvSpPr txBox="1"/>
          <p:nvPr>
            <p:ph idx="4294967295" type="body"/>
          </p:nvPr>
        </p:nvSpPr>
        <p:spPr>
          <a:xfrm>
            <a:off x="1068100" y="1610422"/>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Sansita</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https://fonts.google.com/specimen/Sansita</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Karla</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https://fonts.google.com/specimen/Karla</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1794" name="Google Shape;1794;p73"/>
          <p:cNvSpPr/>
          <p:nvPr/>
        </p:nvSpPr>
        <p:spPr>
          <a:xfrm>
            <a:off x="2583550" y="2988225"/>
            <a:ext cx="791400" cy="754200"/>
          </a:xfrm>
          <a:prstGeom prst="roundRect">
            <a:avLst>
              <a:gd fmla="val 16667" name="adj"/>
            </a:avLst>
          </a:prstGeom>
          <a:solidFill>
            <a:srgbClr val="680A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73"/>
          <p:cNvSpPr/>
          <p:nvPr/>
        </p:nvSpPr>
        <p:spPr>
          <a:xfrm>
            <a:off x="3645370" y="2988225"/>
            <a:ext cx="791400" cy="754200"/>
          </a:xfrm>
          <a:prstGeom prst="roundRect">
            <a:avLst>
              <a:gd fmla="val 16667" name="adj"/>
            </a:avLst>
          </a:prstGeom>
          <a:solidFill>
            <a:srgbClr val="FFE5C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73"/>
          <p:cNvSpPr/>
          <p:nvPr/>
        </p:nvSpPr>
        <p:spPr>
          <a:xfrm>
            <a:off x="4707189" y="2988225"/>
            <a:ext cx="791400" cy="754200"/>
          </a:xfrm>
          <a:prstGeom prst="roundRect">
            <a:avLst>
              <a:gd fmla="val 16667" name="adj"/>
            </a:avLst>
          </a:prstGeom>
          <a:solidFill>
            <a:srgbClr val="FDDDB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73"/>
          <p:cNvSpPr txBox="1"/>
          <p:nvPr/>
        </p:nvSpPr>
        <p:spPr>
          <a:xfrm>
            <a:off x="25835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#680a00</a:t>
            </a:r>
            <a:endParaRPr sz="1000">
              <a:solidFill>
                <a:srgbClr val="FFFFFF"/>
              </a:solidFill>
            </a:endParaRPr>
          </a:p>
        </p:txBody>
      </p:sp>
      <p:sp>
        <p:nvSpPr>
          <p:cNvPr id="1798" name="Google Shape;1798;p73"/>
          <p:cNvSpPr txBox="1"/>
          <p:nvPr/>
        </p:nvSpPr>
        <p:spPr>
          <a:xfrm>
            <a:off x="36453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#ffe5c2</a:t>
            </a:r>
            <a:endParaRPr sz="1000">
              <a:solidFill>
                <a:schemeClr val="dk1"/>
              </a:solidFill>
            </a:endParaRPr>
          </a:p>
        </p:txBody>
      </p:sp>
      <p:sp>
        <p:nvSpPr>
          <p:cNvPr id="1799" name="Google Shape;1799;p73"/>
          <p:cNvSpPr txBox="1"/>
          <p:nvPr/>
        </p:nvSpPr>
        <p:spPr>
          <a:xfrm>
            <a:off x="47072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#fdddb6</a:t>
            </a:r>
            <a:endParaRPr sz="1000">
              <a:solidFill>
                <a:schemeClr val="dk1"/>
              </a:solidFill>
            </a:endParaRPr>
          </a:p>
        </p:txBody>
      </p:sp>
      <p:sp>
        <p:nvSpPr>
          <p:cNvPr id="1800" name="Google Shape;1800;p73"/>
          <p:cNvSpPr/>
          <p:nvPr/>
        </p:nvSpPr>
        <p:spPr>
          <a:xfrm>
            <a:off x="5769025" y="2988225"/>
            <a:ext cx="791400" cy="754200"/>
          </a:xfrm>
          <a:prstGeom prst="roundRect">
            <a:avLst>
              <a:gd fmla="val 16667" name="adj"/>
            </a:avLst>
          </a:prstGeom>
          <a:solidFill>
            <a:srgbClr val="FBF6E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73"/>
          <p:cNvSpPr txBox="1"/>
          <p:nvPr/>
        </p:nvSpPr>
        <p:spPr>
          <a:xfrm>
            <a:off x="57690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#fbf6ec</a:t>
            </a:r>
            <a:endParaRPr sz="1000">
              <a:solidFill>
                <a:schemeClr val="dk1"/>
              </a:solidFill>
            </a:endParaRPr>
          </a:p>
        </p:txBody>
      </p:sp>
      <p:sp>
        <p:nvSpPr>
          <p:cNvPr id="1802" name="Google Shape;1802;p73"/>
          <p:cNvSpPr/>
          <p:nvPr/>
        </p:nvSpPr>
        <p:spPr>
          <a:xfrm>
            <a:off x="4196038" y="3919325"/>
            <a:ext cx="791400" cy="754200"/>
          </a:xfrm>
          <a:prstGeom prst="roundRect">
            <a:avLst>
              <a:gd fmla="val 16667" name="adj"/>
            </a:avLst>
          </a:prstGeom>
          <a:solidFill>
            <a:srgbClr val="FFA43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73"/>
          <p:cNvSpPr/>
          <p:nvPr/>
        </p:nvSpPr>
        <p:spPr>
          <a:xfrm>
            <a:off x="5257857" y="3919325"/>
            <a:ext cx="791400" cy="754200"/>
          </a:xfrm>
          <a:prstGeom prst="roundRect">
            <a:avLst>
              <a:gd fmla="val 16667" name="adj"/>
            </a:avLst>
          </a:prstGeom>
          <a:solidFill>
            <a:srgbClr val="FF721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73"/>
          <p:cNvSpPr txBox="1"/>
          <p:nvPr/>
        </p:nvSpPr>
        <p:spPr>
          <a:xfrm>
            <a:off x="419603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#ffa436</a:t>
            </a:r>
            <a:endParaRPr sz="1000">
              <a:solidFill>
                <a:srgbClr val="FFFFFF"/>
              </a:solidFill>
            </a:endParaRPr>
          </a:p>
        </p:txBody>
      </p:sp>
      <p:sp>
        <p:nvSpPr>
          <p:cNvPr id="1805" name="Google Shape;1805;p73"/>
          <p:cNvSpPr txBox="1"/>
          <p:nvPr/>
        </p:nvSpPr>
        <p:spPr>
          <a:xfrm>
            <a:off x="525786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#ff7210</a:t>
            </a:r>
            <a:endParaRPr sz="1000">
              <a:solidFill>
                <a:srgbClr val="FFFFFF"/>
              </a:solidFill>
            </a:endParaRPr>
          </a:p>
        </p:txBody>
      </p:sp>
      <p:sp>
        <p:nvSpPr>
          <p:cNvPr id="1806" name="Google Shape;1806;p73"/>
          <p:cNvSpPr/>
          <p:nvPr/>
        </p:nvSpPr>
        <p:spPr>
          <a:xfrm>
            <a:off x="3134213" y="3919325"/>
            <a:ext cx="791400" cy="754200"/>
          </a:xfrm>
          <a:prstGeom prst="roundRect">
            <a:avLst>
              <a:gd fmla="val 16667" name="adj"/>
            </a:avLst>
          </a:prstGeom>
          <a:solidFill>
            <a:srgbClr val="FED49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73"/>
          <p:cNvSpPr txBox="1"/>
          <p:nvPr/>
        </p:nvSpPr>
        <p:spPr>
          <a:xfrm>
            <a:off x="313421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#fed49c</a:t>
            </a:r>
            <a:endParaRPr sz="1000">
              <a:solidFill>
                <a:schemeClr val="dk1"/>
              </a:solidFill>
            </a:endParaRPr>
          </a:p>
        </p:txBody>
      </p:sp>
      <p:sp>
        <p:nvSpPr>
          <p:cNvPr id="1808" name="Google Shape;1808;p7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12" name="Shape 1812"/>
        <p:cNvGrpSpPr/>
        <p:nvPr/>
      </p:nvGrpSpPr>
      <p:grpSpPr>
        <a:xfrm>
          <a:off x="0" y="0"/>
          <a:ext cx="0" cy="0"/>
          <a:chOff x="0" y="0"/>
          <a:chExt cx="0" cy="0"/>
        </a:xfrm>
      </p:grpSpPr>
      <p:sp>
        <p:nvSpPr>
          <p:cNvPr id="1813" name="Google Shape;1813;p74"/>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1814" name="Google Shape;1814;p74"/>
          <p:cNvPicPr preferRelativeResize="0"/>
          <p:nvPr/>
        </p:nvPicPr>
        <p:blipFill rotWithShape="1">
          <a:blip r:embed="rId4">
            <a:alphaModFix/>
          </a:blip>
          <a:srcRect b="16547" l="0" r="0" t="16541"/>
          <a:stretch/>
        </p:blipFill>
        <p:spPr>
          <a:xfrm>
            <a:off x="510820" y="2688639"/>
            <a:ext cx="1606719" cy="1075073"/>
          </a:xfrm>
          <a:prstGeom prst="rect">
            <a:avLst/>
          </a:prstGeom>
          <a:noFill/>
          <a:ln>
            <a:noFill/>
          </a:ln>
        </p:spPr>
      </p:pic>
      <p:sp>
        <p:nvSpPr>
          <p:cNvPr id="1815" name="Google Shape;1815;p74">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1816" name="Google Shape;1816;p74">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1817" name="Google Shape;1817;p74">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1818" name="Google Shape;1818;p74">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1819" name="Google Shape;1819;p74"/>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1820" name="Google Shape;1820;p74"/>
          <p:cNvPicPr preferRelativeResize="0"/>
          <p:nvPr/>
        </p:nvPicPr>
        <p:blipFill rotWithShape="1">
          <a:blip r:embed="rId14">
            <a:alphaModFix/>
          </a:blip>
          <a:srcRect b="8855" l="4195" r="4213" t="11228"/>
          <a:stretch/>
        </p:blipFill>
        <p:spPr>
          <a:xfrm>
            <a:off x="3774275" y="2532512"/>
            <a:ext cx="1448304" cy="1263588"/>
          </a:xfrm>
          <a:prstGeom prst="rect">
            <a:avLst/>
          </a:prstGeom>
          <a:noFill/>
          <a:ln>
            <a:noFill/>
          </a:ln>
        </p:spPr>
      </p:pic>
      <p:pic>
        <p:nvPicPr>
          <p:cNvPr id="1821" name="Google Shape;1821;p74"/>
          <p:cNvPicPr preferRelativeResize="0"/>
          <p:nvPr/>
        </p:nvPicPr>
        <p:blipFill rotWithShape="1">
          <a:blip r:embed="rId15">
            <a:alphaModFix/>
          </a:blip>
          <a:srcRect b="11946" l="0" r="0" t="6568"/>
          <a:stretch/>
        </p:blipFill>
        <p:spPr>
          <a:xfrm>
            <a:off x="5347337" y="2581527"/>
            <a:ext cx="1448284" cy="1180164"/>
          </a:xfrm>
          <a:prstGeom prst="rect">
            <a:avLst/>
          </a:prstGeom>
          <a:noFill/>
          <a:ln>
            <a:noFill/>
          </a:ln>
        </p:spPr>
      </p:pic>
      <p:pic>
        <p:nvPicPr>
          <p:cNvPr id="1822" name="Google Shape;1822;p74"/>
          <p:cNvPicPr preferRelativeResize="0"/>
          <p:nvPr/>
        </p:nvPicPr>
        <p:blipFill rotWithShape="1">
          <a:blip r:embed="rId16">
            <a:alphaModFix/>
          </a:blip>
          <a:srcRect b="17968" l="0" r="0" t="11709"/>
          <a:stretch/>
        </p:blipFill>
        <p:spPr>
          <a:xfrm>
            <a:off x="6836257" y="2523903"/>
            <a:ext cx="1796923" cy="1263600"/>
          </a:xfrm>
          <a:prstGeom prst="rect">
            <a:avLst/>
          </a:prstGeom>
          <a:noFill/>
          <a:ln>
            <a:noFill/>
          </a:ln>
        </p:spPr>
      </p:pic>
      <p:sp>
        <p:nvSpPr>
          <p:cNvPr id="1823" name="Google Shape;1823;p74">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1824" name="Google Shape;1824;p7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28" name="Shape 1828"/>
        <p:cNvGrpSpPr/>
        <p:nvPr/>
      </p:nvGrpSpPr>
      <p:grpSpPr>
        <a:xfrm>
          <a:off x="0" y="0"/>
          <a:ext cx="0" cy="0"/>
          <a:chOff x="0" y="0"/>
          <a:chExt cx="0" cy="0"/>
        </a:xfrm>
      </p:grpSpPr>
      <p:sp>
        <p:nvSpPr>
          <p:cNvPr id="1829" name="Google Shape;1829;p75"/>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1830" name="Google Shape;1830;p75"/>
          <p:cNvGrpSpPr/>
          <p:nvPr/>
        </p:nvGrpSpPr>
        <p:grpSpPr>
          <a:xfrm>
            <a:off x="5156078" y="3085736"/>
            <a:ext cx="474294" cy="551291"/>
            <a:chOff x="4727025" y="1332775"/>
            <a:chExt cx="59900" cy="69625"/>
          </a:xfrm>
        </p:grpSpPr>
        <p:sp>
          <p:nvSpPr>
            <p:cNvPr id="1831" name="Google Shape;1831;p7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7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 name="Google Shape;1833;p75"/>
          <p:cNvGrpSpPr/>
          <p:nvPr/>
        </p:nvGrpSpPr>
        <p:grpSpPr>
          <a:xfrm>
            <a:off x="5769734" y="2314340"/>
            <a:ext cx="555653" cy="557031"/>
            <a:chOff x="4820425" y="1329900"/>
            <a:chExt cx="70175" cy="70350"/>
          </a:xfrm>
        </p:grpSpPr>
        <p:sp>
          <p:nvSpPr>
            <p:cNvPr id="1834" name="Google Shape;1834;p7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7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 name="Google Shape;1838;p75"/>
          <p:cNvGrpSpPr/>
          <p:nvPr/>
        </p:nvGrpSpPr>
        <p:grpSpPr>
          <a:xfrm>
            <a:off x="6396103" y="2318845"/>
            <a:ext cx="582574" cy="533871"/>
            <a:chOff x="4903200" y="1331525"/>
            <a:chExt cx="73575" cy="67425"/>
          </a:xfrm>
        </p:grpSpPr>
        <p:sp>
          <p:nvSpPr>
            <p:cNvPr id="1839" name="Google Shape;1839;p7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7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 name="Google Shape;1841;p75"/>
          <p:cNvGrpSpPr/>
          <p:nvPr/>
        </p:nvGrpSpPr>
        <p:grpSpPr>
          <a:xfrm>
            <a:off x="5755581" y="3078709"/>
            <a:ext cx="583960" cy="565345"/>
            <a:chOff x="4815575" y="1416800"/>
            <a:chExt cx="73750" cy="71400"/>
          </a:xfrm>
        </p:grpSpPr>
        <p:sp>
          <p:nvSpPr>
            <p:cNvPr id="1842" name="Google Shape;1842;p7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7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7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 name="Google Shape;1845;p75"/>
          <p:cNvGrpSpPr/>
          <p:nvPr/>
        </p:nvGrpSpPr>
        <p:grpSpPr>
          <a:xfrm>
            <a:off x="6390362" y="3108896"/>
            <a:ext cx="589898" cy="504970"/>
            <a:chOff x="4902475" y="1418875"/>
            <a:chExt cx="74500" cy="63775"/>
          </a:xfrm>
        </p:grpSpPr>
        <p:sp>
          <p:nvSpPr>
            <p:cNvPr id="1846" name="Google Shape;1846;p7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75"/>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 name="Google Shape;1848;p75"/>
          <p:cNvGrpSpPr/>
          <p:nvPr/>
        </p:nvGrpSpPr>
        <p:grpSpPr>
          <a:xfrm>
            <a:off x="5765577" y="3826000"/>
            <a:ext cx="563967" cy="567127"/>
            <a:chOff x="4818100" y="1507675"/>
            <a:chExt cx="71225" cy="71625"/>
          </a:xfrm>
        </p:grpSpPr>
        <p:sp>
          <p:nvSpPr>
            <p:cNvPr id="1849" name="Google Shape;1849;p7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7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7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7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 name="Google Shape;1853;p75"/>
          <p:cNvGrpSpPr/>
          <p:nvPr/>
        </p:nvGrpSpPr>
        <p:grpSpPr>
          <a:xfrm>
            <a:off x="5079075" y="3829461"/>
            <a:ext cx="628301" cy="588505"/>
            <a:chOff x="4721450" y="1509475"/>
            <a:chExt cx="79350" cy="74325"/>
          </a:xfrm>
        </p:grpSpPr>
        <p:sp>
          <p:nvSpPr>
            <p:cNvPr id="1854" name="Google Shape;1854;p7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7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7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7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 name="Google Shape;1858;p75"/>
          <p:cNvGrpSpPr/>
          <p:nvPr/>
        </p:nvGrpSpPr>
        <p:grpSpPr>
          <a:xfrm>
            <a:off x="6424608" y="3814027"/>
            <a:ext cx="557038" cy="562772"/>
            <a:chOff x="4906800" y="1507500"/>
            <a:chExt cx="70350" cy="71075"/>
          </a:xfrm>
        </p:grpSpPr>
        <p:sp>
          <p:nvSpPr>
            <p:cNvPr id="1859" name="Google Shape;1859;p7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7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7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7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 name="Google Shape;1864;p75"/>
          <p:cNvGrpSpPr/>
          <p:nvPr/>
        </p:nvGrpSpPr>
        <p:grpSpPr>
          <a:xfrm>
            <a:off x="4462216" y="2340963"/>
            <a:ext cx="517934" cy="517934"/>
            <a:chOff x="3736598" y="2170606"/>
            <a:chExt cx="404889" cy="404889"/>
          </a:xfrm>
        </p:grpSpPr>
        <p:sp>
          <p:nvSpPr>
            <p:cNvPr id="1865" name="Google Shape;1865;p7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7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7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7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 name="Google Shape;1869;p75"/>
          <p:cNvGrpSpPr/>
          <p:nvPr/>
        </p:nvGrpSpPr>
        <p:grpSpPr>
          <a:xfrm>
            <a:off x="3729277" y="2341061"/>
            <a:ext cx="586986" cy="517740"/>
            <a:chOff x="3161917" y="2170682"/>
            <a:chExt cx="458870" cy="404737"/>
          </a:xfrm>
        </p:grpSpPr>
        <p:sp>
          <p:nvSpPr>
            <p:cNvPr id="1870" name="Google Shape;1870;p7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 name="Google Shape;1873;p75"/>
          <p:cNvGrpSpPr/>
          <p:nvPr/>
        </p:nvGrpSpPr>
        <p:grpSpPr>
          <a:xfrm>
            <a:off x="3752299" y="3102400"/>
            <a:ext cx="540943" cy="517963"/>
            <a:chOff x="3179914" y="2889488"/>
            <a:chExt cx="422876" cy="404911"/>
          </a:xfrm>
        </p:grpSpPr>
        <p:sp>
          <p:nvSpPr>
            <p:cNvPr id="1874" name="Google Shape;1874;p7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7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 name="Google Shape;1880;p75"/>
          <p:cNvGrpSpPr/>
          <p:nvPr/>
        </p:nvGrpSpPr>
        <p:grpSpPr>
          <a:xfrm>
            <a:off x="4453093" y="3102358"/>
            <a:ext cx="536180" cy="518047"/>
            <a:chOff x="3729467" y="2889422"/>
            <a:chExt cx="419153" cy="404977"/>
          </a:xfrm>
        </p:grpSpPr>
        <p:sp>
          <p:nvSpPr>
            <p:cNvPr id="1881" name="Google Shape;1881;p7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7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7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7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7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7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 name="Google Shape;1888;p75"/>
          <p:cNvGrpSpPr/>
          <p:nvPr/>
        </p:nvGrpSpPr>
        <p:grpSpPr>
          <a:xfrm>
            <a:off x="1990126" y="3445787"/>
            <a:ext cx="965351" cy="134611"/>
            <a:chOff x="4411970" y="2962952"/>
            <a:chExt cx="706544" cy="104212"/>
          </a:xfrm>
        </p:grpSpPr>
        <p:sp>
          <p:nvSpPr>
            <p:cNvPr id="1889" name="Google Shape;1889;p7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7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 name="Google Shape;1893;p75"/>
          <p:cNvGrpSpPr/>
          <p:nvPr/>
        </p:nvGrpSpPr>
        <p:grpSpPr>
          <a:xfrm>
            <a:off x="1990126" y="3041077"/>
            <a:ext cx="960158" cy="289172"/>
            <a:chOff x="4411970" y="2726085"/>
            <a:chExt cx="643107" cy="193659"/>
          </a:xfrm>
        </p:grpSpPr>
        <p:sp>
          <p:nvSpPr>
            <p:cNvPr id="1894" name="Google Shape;1894;p7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7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 name="Google Shape;1897;p75"/>
          <p:cNvGrpSpPr/>
          <p:nvPr/>
        </p:nvGrpSpPr>
        <p:grpSpPr>
          <a:xfrm>
            <a:off x="998624" y="3295400"/>
            <a:ext cx="811503" cy="252584"/>
            <a:chOff x="4411970" y="4340222"/>
            <a:chExt cx="779467" cy="242683"/>
          </a:xfrm>
        </p:grpSpPr>
        <p:sp>
          <p:nvSpPr>
            <p:cNvPr id="1898" name="Google Shape;1898;p7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7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7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 name="Google Shape;1901;p75"/>
          <p:cNvGrpSpPr/>
          <p:nvPr/>
        </p:nvGrpSpPr>
        <p:grpSpPr>
          <a:xfrm>
            <a:off x="1990126" y="2709308"/>
            <a:ext cx="965160" cy="216230"/>
            <a:chOff x="4411970" y="2468674"/>
            <a:chExt cx="747317" cy="167425"/>
          </a:xfrm>
        </p:grpSpPr>
        <p:sp>
          <p:nvSpPr>
            <p:cNvPr id="1902" name="Google Shape;1902;p7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7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4" name="Google Shape;1904;p75"/>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5" name="Google Shape;1905;p75"/>
          <p:cNvGrpSpPr/>
          <p:nvPr/>
        </p:nvGrpSpPr>
        <p:grpSpPr>
          <a:xfrm>
            <a:off x="997692" y="2334687"/>
            <a:ext cx="1959041" cy="208784"/>
            <a:chOff x="6336019" y="3733725"/>
            <a:chExt cx="2566206" cy="351310"/>
          </a:xfrm>
        </p:grpSpPr>
        <p:sp>
          <p:nvSpPr>
            <p:cNvPr id="1906" name="Google Shape;1906;p75"/>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75"/>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75"/>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5"/>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 name="Google Shape;1910;p75"/>
          <p:cNvGrpSpPr/>
          <p:nvPr/>
        </p:nvGrpSpPr>
        <p:grpSpPr>
          <a:xfrm>
            <a:off x="1990126" y="3950602"/>
            <a:ext cx="946551" cy="153200"/>
            <a:chOff x="4404545" y="3301592"/>
            <a:chExt cx="782403" cy="129272"/>
          </a:xfrm>
        </p:grpSpPr>
        <p:sp>
          <p:nvSpPr>
            <p:cNvPr id="1911" name="Google Shape;1911;p7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75"/>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 name="Google Shape;1913;p75"/>
          <p:cNvGrpSpPr/>
          <p:nvPr/>
        </p:nvGrpSpPr>
        <p:grpSpPr>
          <a:xfrm>
            <a:off x="1990126" y="3695937"/>
            <a:ext cx="962257" cy="139127"/>
            <a:chOff x="4411970" y="3131459"/>
            <a:chExt cx="710520" cy="117397"/>
          </a:xfrm>
        </p:grpSpPr>
        <p:sp>
          <p:nvSpPr>
            <p:cNvPr id="1914" name="Google Shape;1914;p7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916" name="Google Shape;1916;p75"/>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7" name="Google Shape;1917;p75"/>
          <p:cNvGrpSpPr/>
          <p:nvPr/>
        </p:nvGrpSpPr>
        <p:grpSpPr>
          <a:xfrm>
            <a:off x="990271" y="3621603"/>
            <a:ext cx="823838" cy="458988"/>
            <a:chOff x="4411970" y="1801825"/>
            <a:chExt cx="734586" cy="409262"/>
          </a:xfrm>
        </p:grpSpPr>
        <p:sp>
          <p:nvSpPr>
            <p:cNvPr id="1918" name="Google Shape;1918;p7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7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 name="Google Shape;1920;p75"/>
          <p:cNvGrpSpPr/>
          <p:nvPr/>
        </p:nvGrpSpPr>
        <p:grpSpPr>
          <a:xfrm>
            <a:off x="3095243" y="2339173"/>
            <a:ext cx="521514" cy="521514"/>
            <a:chOff x="5681300" y="2527788"/>
            <a:chExt cx="805800" cy="805800"/>
          </a:xfrm>
        </p:grpSpPr>
        <p:sp>
          <p:nvSpPr>
            <p:cNvPr id="1921" name="Google Shape;1921;p75"/>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 name="Google Shape;1923;p75"/>
          <p:cNvGrpSpPr/>
          <p:nvPr/>
        </p:nvGrpSpPr>
        <p:grpSpPr>
          <a:xfrm>
            <a:off x="3089483" y="3094865"/>
            <a:ext cx="533033" cy="533033"/>
            <a:chOff x="4049800" y="640400"/>
            <a:chExt cx="858900" cy="858900"/>
          </a:xfrm>
        </p:grpSpPr>
        <p:sp>
          <p:nvSpPr>
            <p:cNvPr id="1924" name="Google Shape;1924;p75"/>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5"/>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 name="Google Shape;1926;p75"/>
          <p:cNvGrpSpPr/>
          <p:nvPr/>
        </p:nvGrpSpPr>
        <p:grpSpPr>
          <a:xfrm>
            <a:off x="3014966" y="3772543"/>
            <a:ext cx="682068" cy="682068"/>
            <a:chOff x="5080188" y="927900"/>
            <a:chExt cx="961200" cy="961200"/>
          </a:xfrm>
        </p:grpSpPr>
        <p:sp>
          <p:nvSpPr>
            <p:cNvPr id="1927" name="Google Shape;1927;p75"/>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75"/>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5"/>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75"/>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7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7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7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 name="Google Shape;1935;p75"/>
          <p:cNvGrpSpPr/>
          <p:nvPr/>
        </p:nvGrpSpPr>
        <p:grpSpPr>
          <a:xfrm>
            <a:off x="4478465" y="3869234"/>
            <a:ext cx="505650" cy="504006"/>
            <a:chOff x="6039282" y="1042577"/>
            <a:chExt cx="734315" cy="731929"/>
          </a:xfrm>
        </p:grpSpPr>
        <p:sp>
          <p:nvSpPr>
            <p:cNvPr id="1936" name="Google Shape;1936;p7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7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7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7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7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7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7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7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7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7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7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7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7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7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7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7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7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7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 name="Google Shape;1957;p75"/>
          <p:cNvGrpSpPr/>
          <p:nvPr/>
        </p:nvGrpSpPr>
        <p:grpSpPr>
          <a:xfrm>
            <a:off x="5091067" y="2298862"/>
            <a:ext cx="567744" cy="602136"/>
            <a:chOff x="1825800" y="1651625"/>
            <a:chExt cx="539989" cy="571775"/>
          </a:xfrm>
        </p:grpSpPr>
        <p:sp>
          <p:nvSpPr>
            <p:cNvPr id="1958" name="Google Shape;1958;p75"/>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5"/>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5"/>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 name="Google Shape;1962;p75"/>
          <p:cNvGrpSpPr/>
          <p:nvPr/>
        </p:nvGrpSpPr>
        <p:grpSpPr>
          <a:xfrm>
            <a:off x="3765995" y="3855579"/>
            <a:ext cx="508123" cy="507955"/>
            <a:chOff x="1897577" y="2802432"/>
            <a:chExt cx="492176" cy="492014"/>
          </a:xfrm>
        </p:grpSpPr>
        <p:sp>
          <p:nvSpPr>
            <p:cNvPr id="1963" name="Google Shape;1963;p75"/>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75"/>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75"/>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75"/>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5"/>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5"/>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75"/>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75"/>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5"/>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75"/>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75"/>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75"/>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 name="Google Shape;1975;p75"/>
          <p:cNvGrpSpPr/>
          <p:nvPr/>
        </p:nvGrpSpPr>
        <p:grpSpPr>
          <a:xfrm>
            <a:off x="997525" y="4169123"/>
            <a:ext cx="809227" cy="200842"/>
            <a:chOff x="2013045" y="4813233"/>
            <a:chExt cx="921986" cy="228854"/>
          </a:xfrm>
        </p:grpSpPr>
        <p:sp>
          <p:nvSpPr>
            <p:cNvPr id="1976" name="Google Shape;1976;p75"/>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75"/>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 name="Google Shape;1978;p75"/>
          <p:cNvGrpSpPr/>
          <p:nvPr/>
        </p:nvGrpSpPr>
        <p:grpSpPr>
          <a:xfrm>
            <a:off x="1005985" y="2656004"/>
            <a:ext cx="792421" cy="269941"/>
            <a:chOff x="1046767" y="4756633"/>
            <a:chExt cx="859646" cy="292841"/>
          </a:xfrm>
        </p:grpSpPr>
        <p:sp>
          <p:nvSpPr>
            <p:cNvPr id="1979" name="Google Shape;1979;p75"/>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75"/>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5"/>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2" name="Google Shape;1982;p75"/>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5"/>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5"/>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5"/>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6" name="Google Shape;1986;p75"/>
          <p:cNvGrpSpPr/>
          <p:nvPr/>
        </p:nvGrpSpPr>
        <p:grpSpPr>
          <a:xfrm>
            <a:off x="7141841" y="2550562"/>
            <a:ext cx="166473" cy="141497"/>
            <a:chOff x="4660325" y="1866850"/>
            <a:chExt cx="68350" cy="58100"/>
          </a:xfrm>
        </p:grpSpPr>
        <p:sp>
          <p:nvSpPr>
            <p:cNvPr id="1987" name="Google Shape;1987;p7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 name="Google Shape;1989;p75"/>
          <p:cNvGrpSpPr/>
          <p:nvPr/>
        </p:nvGrpSpPr>
        <p:grpSpPr>
          <a:xfrm>
            <a:off x="7451186" y="2576286"/>
            <a:ext cx="162515" cy="90049"/>
            <a:chOff x="4791775" y="1877500"/>
            <a:chExt cx="66725" cy="36975"/>
          </a:xfrm>
        </p:grpSpPr>
        <p:sp>
          <p:nvSpPr>
            <p:cNvPr id="1990" name="Google Shape;1990;p7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 name="Google Shape;1992;p75"/>
          <p:cNvGrpSpPr/>
          <p:nvPr/>
        </p:nvGrpSpPr>
        <p:grpSpPr>
          <a:xfrm>
            <a:off x="7772899" y="2576286"/>
            <a:ext cx="144979" cy="90049"/>
            <a:chOff x="4923925" y="1877500"/>
            <a:chExt cx="59525" cy="36975"/>
          </a:xfrm>
        </p:grpSpPr>
        <p:sp>
          <p:nvSpPr>
            <p:cNvPr id="1993" name="Google Shape;1993;p7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 name="Google Shape;1995;p75"/>
          <p:cNvGrpSpPr/>
          <p:nvPr/>
        </p:nvGrpSpPr>
        <p:grpSpPr>
          <a:xfrm>
            <a:off x="8067390" y="2558477"/>
            <a:ext cx="141447" cy="125667"/>
            <a:chOff x="5058450" y="1870100"/>
            <a:chExt cx="58075" cy="51600"/>
          </a:xfrm>
        </p:grpSpPr>
        <p:sp>
          <p:nvSpPr>
            <p:cNvPr id="1996" name="Google Shape;1996;p7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 name="Google Shape;1998;p75"/>
          <p:cNvGrpSpPr/>
          <p:nvPr/>
        </p:nvGrpSpPr>
        <p:grpSpPr>
          <a:xfrm>
            <a:off x="7481905" y="2980885"/>
            <a:ext cx="101077" cy="107645"/>
            <a:chOff x="4811425" y="2065025"/>
            <a:chExt cx="41500" cy="44200"/>
          </a:xfrm>
        </p:grpSpPr>
        <p:sp>
          <p:nvSpPr>
            <p:cNvPr id="1999" name="Google Shape;1999;p7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 name="Google Shape;2001;p75"/>
          <p:cNvGrpSpPr/>
          <p:nvPr/>
        </p:nvGrpSpPr>
        <p:grpSpPr>
          <a:xfrm>
            <a:off x="7774342" y="2981098"/>
            <a:ext cx="120867" cy="107218"/>
            <a:chOff x="4929875" y="2065025"/>
            <a:chExt cx="49625" cy="44025"/>
          </a:xfrm>
        </p:grpSpPr>
        <p:sp>
          <p:nvSpPr>
            <p:cNvPr id="2002" name="Google Shape;2002;p7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 name="Google Shape;2004;p75"/>
          <p:cNvGrpSpPr/>
          <p:nvPr/>
        </p:nvGrpSpPr>
        <p:grpSpPr>
          <a:xfrm>
            <a:off x="8103011" y="2984112"/>
            <a:ext cx="70206" cy="101191"/>
            <a:chOff x="5083925" y="2066350"/>
            <a:chExt cx="28825" cy="41550"/>
          </a:xfrm>
        </p:grpSpPr>
        <p:sp>
          <p:nvSpPr>
            <p:cNvPr id="2005" name="Google Shape;2005;p7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 name="Google Shape;2007;p75"/>
          <p:cNvGrpSpPr/>
          <p:nvPr/>
        </p:nvGrpSpPr>
        <p:grpSpPr>
          <a:xfrm>
            <a:off x="7134565" y="2999759"/>
            <a:ext cx="181026" cy="69896"/>
            <a:chOff x="4659775" y="2072775"/>
            <a:chExt cx="74325" cy="28700"/>
          </a:xfrm>
        </p:grpSpPr>
        <p:sp>
          <p:nvSpPr>
            <p:cNvPr id="2008" name="Google Shape;2008;p7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 name="Google Shape;2011;p75"/>
          <p:cNvGrpSpPr/>
          <p:nvPr/>
        </p:nvGrpSpPr>
        <p:grpSpPr>
          <a:xfrm>
            <a:off x="8054421" y="2790324"/>
            <a:ext cx="167387" cy="89197"/>
            <a:chOff x="4662475" y="1976500"/>
            <a:chExt cx="68725" cy="36625"/>
          </a:xfrm>
        </p:grpSpPr>
        <p:sp>
          <p:nvSpPr>
            <p:cNvPr id="2012" name="Google Shape;2012;p7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 name="Google Shape;2015;p75"/>
          <p:cNvGrpSpPr/>
          <p:nvPr/>
        </p:nvGrpSpPr>
        <p:grpSpPr>
          <a:xfrm>
            <a:off x="7751326" y="2793764"/>
            <a:ext cx="166899" cy="82317"/>
            <a:chOff x="4920150" y="1977875"/>
            <a:chExt cx="68525" cy="33800"/>
          </a:xfrm>
        </p:grpSpPr>
        <p:sp>
          <p:nvSpPr>
            <p:cNvPr id="2016" name="Google Shape;2016;p7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7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7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 name="Google Shape;2019;p75"/>
          <p:cNvGrpSpPr/>
          <p:nvPr/>
        </p:nvGrpSpPr>
        <p:grpSpPr>
          <a:xfrm>
            <a:off x="7162483" y="3197682"/>
            <a:ext cx="125190" cy="127859"/>
            <a:chOff x="4676550" y="2160575"/>
            <a:chExt cx="51400" cy="52500"/>
          </a:xfrm>
        </p:grpSpPr>
        <p:sp>
          <p:nvSpPr>
            <p:cNvPr id="2020" name="Google Shape;2020;p7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 name="Google Shape;2023;p75"/>
          <p:cNvGrpSpPr/>
          <p:nvPr/>
        </p:nvGrpSpPr>
        <p:grpSpPr>
          <a:xfrm>
            <a:off x="7459741" y="3204714"/>
            <a:ext cx="145405" cy="113794"/>
            <a:chOff x="4768325" y="2163475"/>
            <a:chExt cx="59700" cy="46725"/>
          </a:xfrm>
        </p:grpSpPr>
        <p:sp>
          <p:nvSpPr>
            <p:cNvPr id="2024" name="Google Shape;2024;p7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6" name="Google Shape;2026;p75"/>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5"/>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5"/>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5"/>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5"/>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5"/>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2" name="Google Shape;2032;p75"/>
          <p:cNvGrpSpPr/>
          <p:nvPr/>
        </p:nvGrpSpPr>
        <p:grpSpPr>
          <a:xfrm>
            <a:off x="7476059" y="3459808"/>
            <a:ext cx="112768" cy="106853"/>
            <a:chOff x="4768575" y="2253950"/>
            <a:chExt cx="46300" cy="43875"/>
          </a:xfrm>
        </p:grpSpPr>
        <p:sp>
          <p:nvSpPr>
            <p:cNvPr id="2033" name="Google Shape;2033;p7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 name="Google Shape;2035;p75"/>
          <p:cNvGrpSpPr/>
          <p:nvPr/>
        </p:nvGrpSpPr>
        <p:grpSpPr>
          <a:xfrm>
            <a:off x="7775682" y="3948834"/>
            <a:ext cx="118187" cy="146246"/>
            <a:chOff x="4960900" y="2433225"/>
            <a:chExt cx="48525" cy="60050"/>
          </a:xfrm>
        </p:grpSpPr>
        <p:sp>
          <p:nvSpPr>
            <p:cNvPr id="2036" name="Google Shape;2036;p7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 name="Google Shape;2038;p75"/>
          <p:cNvGrpSpPr/>
          <p:nvPr/>
        </p:nvGrpSpPr>
        <p:grpSpPr>
          <a:xfrm>
            <a:off x="7464247" y="4212895"/>
            <a:ext cx="136394" cy="143810"/>
            <a:chOff x="4854075" y="2527625"/>
            <a:chExt cx="56000" cy="59050"/>
          </a:xfrm>
        </p:grpSpPr>
        <p:sp>
          <p:nvSpPr>
            <p:cNvPr id="2039" name="Google Shape;2039;p7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1" name="Google Shape;2041;p75"/>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5"/>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5"/>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4" name="Google Shape;2044;p75"/>
          <p:cNvGrpSpPr/>
          <p:nvPr/>
        </p:nvGrpSpPr>
        <p:grpSpPr>
          <a:xfrm>
            <a:off x="8088458" y="3676639"/>
            <a:ext cx="99312" cy="160797"/>
            <a:chOff x="5059700" y="2334775"/>
            <a:chExt cx="40775" cy="66025"/>
          </a:xfrm>
        </p:grpSpPr>
        <p:sp>
          <p:nvSpPr>
            <p:cNvPr id="2045" name="Google Shape;2045;p7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 name="Google Shape;2054;p75"/>
          <p:cNvGrpSpPr/>
          <p:nvPr/>
        </p:nvGrpSpPr>
        <p:grpSpPr>
          <a:xfrm>
            <a:off x="8045622" y="3941771"/>
            <a:ext cx="184984" cy="160371"/>
            <a:chOff x="5037700" y="2430325"/>
            <a:chExt cx="75950" cy="65850"/>
          </a:xfrm>
        </p:grpSpPr>
        <p:sp>
          <p:nvSpPr>
            <p:cNvPr id="2055" name="Google Shape;2055;p7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 name="Google Shape;2057;p75"/>
          <p:cNvGrpSpPr/>
          <p:nvPr/>
        </p:nvGrpSpPr>
        <p:grpSpPr>
          <a:xfrm>
            <a:off x="7465128" y="3708223"/>
            <a:ext cx="173014" cy="97629"/>
            <a:chOff x="4756975" y="2341800"/>
            <a:chExt cx="91975" cy="51925"/>
          </a:xfrm>
        </p:grpSpPr>
        <p:sp>
          <p:nvSpPr>
            <p:cNvPr id="2058" name="Google Shape;2058;p7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 name="Google Shape;2078;p75"/>
          <p:cNvGrpSpPr/>
          <p:nvPr/>
        </p:nvGrpSpPr>
        <p:grpSpPr>
          <a:xfrm>
            <a:off x="7732065" y="4196920"/>
            <a:ext cx="212497" cy="175761"/>
            <a:chOff x="4943575" y="2516350"/>
            <a:chExt cx="98675" cy="81700"/>
          </a:xfrm>
        </p:grpSpPr>
        <p:sp>
          <p:nvSpPr>
            <p:cNvPr id="2079" name="Google Shape;2079;p7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7" name="Google Shape;2157;p75"/>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5"/>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5"/>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5"/>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5" name="Shape 2165"/>
        <p:cNvGrpSpPr/>
        <p:nvPr/>
      </p:nvGrpSpPr>
      <p:grpSpPr>
        <a:xfrm>
          <a:off x="0" y="0"/>
          <a:ext cx="0" cy="0"/>
          <a:chOff x="0" y="0"/>
          <a:chExt cx="0" cy="0"/>
        </a:xfrm>
      </p:grpSpPr>
      <p:grpSp>
        <p:nvGrpSpPr>
          <p:cNvPr id="2166" name="Google Shape;2166;p76"/>
          <p:cNvGrpSpPr/>
          <p:nvPr/>
        </p:nvGrpSpPr>
        <p:grpSpPr>
          <a:xfrm>
            <a:off x="719115" y="2852867"/>
            <a:ext cx="2622876" cy="1333540"/>
            <a:chOff x="238125" y="1038125"/>
            <a:chExt cx="7146800" cy="3633625"/>
          </a:xfrm>
        </p:grpSpPr>
        <p:sp>
          <p:nvSpPr>
            <p:cNvPr id="2167" name="Google Shape;2167;p7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9" name="Google Shape;3739;p76"/>
          <p:cNvGrpSpPr/>
          <p:nvPr/>
        </p:nvGrpSpPr>
        <p:grpSpPr>
          <a:xfrm>
            <a:off x="3574273" y="2854307"/>
            <a:ext cx="2241344" cy="1330656"/>
            <a:chOff x="3597785" y="3065882"/>
            <a:chExt cx="2241344" cy="1330656"/>
          </a:xfrm>
        </p:grpSpPr>
        <p:grpSp>
          <p:nvGrpSpPr>
            <p:cNvPr id="3740" name="Google Shape;3740;p76"/>
            <p:cNvGrpSpPr/>
            <p:nvPr/>
          </p:nvGrpSpPr>
          <p:grpSpPr>
            <a:xfrm>
              <a:off x="5296908" y="3937355"/>
              <a:ext cx="143198" cy="32380"/>
              <a:chOff x="5296908" y="3937355"/>
              <a:chExt cx="143198" cy="32380"/>
            </a:xfrm>
          </p:grpSpPr>
          <p:sp>
            <p:nvSpPr>
              <p:cNvPr id="3741" name="Google Shape;3741;p76"/>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2" name="Google Shape;3742;p76"/>
              <p:cNvGrpSpPr/>
              <p:nvPr/>
            </p:nvGrpSpPr>
            <p:grpSpPr>
              <a:xfrm>
                <a:off x="5402331" y="3937355"/>
                <a:ext cx="37776" cy="32380"/>
                <a:chOff x="5402331" y="3937355"/>
                <a:chExt cx="37776" cy="32380"/>
              </a:xfrm>
            </p:grpSpPr>
            <p:sp>
              <p:nvSpPr>
                <p:cNvPr id="3743" name="Google Shape;3743;p76"/>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6"/>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5" name="Google Shape;3745;p76"/>
              <p:cNvGrpSpPr/>
              <p:nvPr/>
            </p:nvGrpSpPr>
            <p:grpSpPr>
              <a:xfrm>
                <a:off x="5296908" y="3937355"/>
                <a:ext cx="37783" cy="32380"/>
                <a:chOff x="5296908" y="3937355"/>
                <a:chExt cx="37783" cy="32380"/>
              </a:xfrm>
            </p:grpSpPr>
            <p:sp>
              <p:nvSpPr>
                <p:cNvPr id="3746" name="Google Shape;3746;p76"/>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6"/>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48" name="Google Shape;3748;p76"/>
            <p:cNvGrpSpPr/>
            <p:nvPr/>
          </p:nvGrpSpPr>
          <p:grpSpPr>
            <a:xfrm>
              <a:off x="4724163" y="3119631"/>
              <a:ext cx="120838" cy="84218"/>
              <a:chOff x="4724163" y="3119631"/>
              <a:chExt cx="120838" cy="84218"/>
            </a:xfrm>
          </p:grpSpPr>
          <p:grpSp>
            <p:nvGrpSpPr>
              <p:cNvPr id="3749" name="Google Shape;3749;p76"/>
              <p:cNvGrpSpPr/>
              <p:nvPr/>
            </p:nvGrpSpPr>
            <p:grpSpPr>
              <a:xfrm>
                <a:off x="4746712" y="3132773"/>
                <a:ext cx="86869" cy="56424"/>
                <a:chOff x="4746712" y="3132773"/>
                <a:chExt cx="86869" cy="56424"/>
              </a:xfrm>
            </p:grpSpPr>
            <p:sp>
              <p:nvSpPr>
                <p:cNvPr id="3750" name="Google Shape;3750;p76"/>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6"/>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2" name="Google Shape;3752;p76"/>
              <p:cNvGrpSpPr/>
              <p:nvPr/>
            </p:nvGrpSpPr>
            <p:grpSpPr>
              <a:xfrm>
                <a:off x="4773634" y="3143336"/>
                <a:ext cx="37776" cy="32451"/>
                <a:chOff x="4773634" y="3143336"/>
                <a:chExt cx="37776" cy="32451"/>
              </a:xfrm>
            </p:grpSpPr>
            <p:sp>
              <p:nvSpPr>
                <p:cNvPr id="3753" name="Google Shape;3753;p76"/>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6"/>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5" name="Google Shape;3755;p76"/>
              <p:cNvGrpSpPr/>
              <p:nvPr/>
            </p:nvGrpSpPr>
            <p:grpSpPr>
              <a:xfrm>
                <a:off x="4724163" y="3131248"/>
                <a:ext cx="37776" cy="32459"/>
                <a:chOff x="4724163" y="3131248"/>
                <a:chExt cx="37776" cy="32459"/>
              </a:xfrm>
            </p:grpSpPr>
            <p:sp>
              <p:nvSpPr>
                <p:cNvPr id="3756" name="Google Shape;3756;p76"/>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6"/>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8" name="Google Shape;3758;p76"/>
              <p:cNvGrpSpPr/>
              <p:nvPr/>
            </p:nvGrpSpPr>
            <p:grpSpPr>
              <a:xfrm>
                <a:off x="4755081" y="3176054"/>
                <a:ext cx="32357" cy="27795"/>
                <a:chOff x="4755081" y="3176054"/>
                <a:chExt cx="32357" cy="27795"/>
              </a:xfrm>
            </p:grpSpPr>
            <p:sp>
              <p:nvSpPr>
                <p:cNvPr id="3759" name="Google Shape;3759;p76"/>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6"/>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1" name="Google Shape;3761;p76"/>
              <p:cNvGrpSpPr/>
              <p:nvPr/>
            </p:nvGrpSpPr>
            <p:grpSpPr>
              <a:xfrm>
                <a:off x="4812550" y="3119631"/>
                <a:ext cx="32451" cy="27803"/>
                <a:chOff x="4812550" y="3119631"/>
                <a:chExt cx="32451" cy="27803"/>
              </a:xfrm>
            </p:grpSpPr>
            <p:sp>
              <p:nvSpPr>
                <p:cNvPr id="3762" name="Google Shape;3762;p76"/>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6"/>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64" name="Google Shape;3764;p76"/>
            <p:cNvGrpSpPr/>
            <p:nvPr/>
          </p:nvGrpSpPr>
          <p:grpSpPr>
            <a:xfrm>
              <a:off x="5382826" y="4027197"/>
              <a:ext cx="268967" cy="250422"/>
              <a:chOff x="5382826" y="4027197"/>
              <a:chExt cx="268967" cy="250422"/>
            </a:xfrm>
          </p:grpSpPr>
          <p:grpSp>
            <p:nvGrpSpPr>
              <p:cNvPr id="3765" name="Google Shape;3765;p76"/>
              <p:cNvGrpSpPr/>
              <p:nvPr/>
            </p:nvGrpSpPr>
            <p:grpSpPr>
              <a:xfrm>
                <a:off x="5405280" y="4042510"/>
                <a:ext cx="237570" cy="218647"/>
                <a:chOff x="5405280" y="4042510"/>
                <a:chExt cx="237570" cy="218647"/>
              </a:xfrm>
            </p:grpSpPr>
            <p:sp>
              <p:nvSpPr>
                <p:cNvPr id="3766" name="Google Shape;3766;p76"/>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6"/>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6"/>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6"/>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6"/>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6"/>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2" name="Google Shape;3772;p76"/>
              <p:cNvGrpSpPr/>
              <p:nvPr/>
            </p:nvGrpSpPr>
            <p:grpSpPr>
              <a:xfrm>
                <a:off x="5382826" y="4125549"/>
                <a:ext cx="37776" cy="32380"/>
                <a:chOff x="5382826" y="4125549"/>
                <a:chExt cx="37776" cy="32380"/>
              </a:xfrm>
            </p:grpSpPr>
            <p:sp>
              <p:nvSpPr>
                <p:cNvPr id="3773" name="Google Shape;3773;p76"/>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6"/>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5" name="Google Shape;3775;p76"/>
              <p:cNvGrpSpPr/>
              <p:nvPr/>
            </p:nvGrpSpPr>
            <p:grpSpPr>
              <a:xfrm>
                <a:off x="5475680" y="4195587"/>
                <a:ext cx="37783" cy="32364"/>
                <a:chOff x="5475680" y="4195587"/>
                <a:chExt cx="37783" cy="32364"/>
              </a:xfrm>
            </p:grpSpPr>
            <p:sp>
              <p:nvSpPr>
                <p:cNvPr id="3776" name="Google Shape;3776;p76"/>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6"/>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8" name="Google Shape;3778;p76"/>
              <p:cNvGrpSpPr/>
              <p:nvPr/>
            </p:nvGrpSpPr>
            <p:grpSpPr>
              <a:xfrm>
                <a:off x="5532575" y="4027197"/>
                <a:ext cx="33308" cy="32262"/>
                <a:chOff x="5532575" y="4027197"/>
                <a:chExt cx="33308" cy="32262"/>
              </a:xfrm>
            </p:grpSpPr>
            <p:sp>
              <p:nvSpPr>
                <p:cNvPr id="3779" name="Google Shape;3779;p76"/>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6"/>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1" name="Google Shape;3781;p76"/>
              <p:cNvGrpSpPr/>
              <p:nvPr/>
            </p:nvGrpSpPr>
            <p:grpSpPr>
              <a:xfrm>
                <a:off x="5590706" y="4245348"/>
                <a:ext cx="33497" cy="32270"/>
                <a:chOff x="5590706" y="4245348"/>
                <a:chExt cx="33497" cy="32270"/>
              </a:xfrm>
            </p:grpSpPr>
            <p:sp>
              <p:nvSpPr>
                <p:cNvPr id="3782" name="Google Shape;3782;p76"/>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6"/>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4" name="Google Shape;3784;p76"/>
              <p:cNvGrpSpPr/>
              <p:nvPr/>
            </p:nvGrpSpPr>
            <p:grpSpPr>
              <a:xfrm>
                <a:off x="5618681" y="4109677"/>
                <a:ext cx="33112" cy="32357"/>
                <a:chOff x="5618681" y="4109677"/>
                <a:chExt cx="33112" cy="32357"/>
              </a:xfrm>
            </p:grpSpPr>
            <p:sp>
              <p:nvSpPr>
                <p:cNvPr id="3785" name="Google Shape;3785;p76"/>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6"/>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7" name="Google Shape;3787;p76"/>
              <p:cNvGrpSpPr/>
              <p:nvPr/>
            </p:nvGrpSpPr>
            <p:grpSpPr>
              <a:xfrm>
                <a:off x="5479298" y="4128262"/>
                <a:ext cx="31405" cy="26906"/>
                <a:chOff x="5479298" y="4128262"/>
                <a:chExt cx="31405" cy="26906"/>
              </a:xfrm>
            </p:grpSpPr>
            <p:sp>
              <p:nvSpPr>
                <p:cNvPr id="3788" name="Google Shape;3788;p76"/>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6"/>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0" name="Google Shape;3790;p76"/>
              <p:cNvGrpSpPr/>
              <p:nvPr/>
            </p:nvGrpSpPr>
            <p:grpSpPr>
              <a:xfrm>
                <a:off x="5582903" y="4180116"/>
                <a:ext cx="31499" cy="26898"/>
                <a:chOff x="5582903" y="4180116"/>
                <a:chExt cx="31499" cy="26898"/>
              </a:xfrm>
            </p:grpSpPr>
            <p:sp>
              <p:nvSpPr>
                <p:cNvPr id="3791" name="Google Shape;3791;p76"/>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6"/>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93" name="Google Shape;3793;p76"/>
            <p:cNvGrpSpPr/>
            <p:nvPr/>
          </p:nvGrpSpPr>
          <p:grpSpPr>
            <a:xfrm>
              <a:off x="3977681" y="3230323"/>
              <a:ext cx="94584" cy="84085"/>
              <a:chOff x="3977681" y="3230323"/>
              <a:chExt cx="94584" cy="84085"/>
            </a:xfrm>
          </p:grpSpPr>
          <p:grpSp>
            <p:nvGrpSpPr>
              <p:cNvPr id="3794" name="Google Shape;3794;p76"/>
              <p:cNvGrpSpPr/>
              <p:nvPr/>
            </p:nvGrpSpPr>
            <p:grpSpPr>
              <a:xfrm>
                <a:off x="4000135" y="3243041"/>
                <a:ext cx="59570" cy="57186"/>
                <a:chOff x="4000135" y="3243041"/>
                <a:chExt cx="59570" cy="57186"/>
              </a:xfrm>
            </p:grpSpPr>
            <p:sp>
              <p:nvSpPr>
                <p:cNvPr id="3795" name="Google Shape;3795;p76"/>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6"/>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6"/>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8" name="Google Shape;3798;p76"/>
              <p:cNvGrpSpPr/>
              <p:nvPr/>
            </p:nvGrpSpPr>
            <p:grpSpPr>
              <a:xfrm>
                <a:off x="3977681" y="3245872"/>
                <a:ext cx="37783" cy="32380"/>
                <a:chOff x="3977681" y="3245872"/>
                <a:chExt cx="37783" cy="32380"/>
              </a:xfrm>
            </p:grpSpPr>
            <p:sp>
              <p:nvSpPr>
                <p:cNvPr id="3799" name="Google Shape;3799;p76"/>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6"/>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1" name="Google Shape;3801;p76"/>
              <p:cNvGrpSpPr/>
              <p:nvPr/>
            </p:nvGrpSpPr>
            <p:grpSpPr>
              <a:xfrm>
                <a:off x="4040860" y="3262672"/>
                <a:ext cx="31405" cy="27001"/>
                <a:chOff x="4040860" y="3262672"/>
                <a:chExt cx="31405" cy="27001"/>
              </a:xfrm>
            </p:grpSpPr>
            <p:sp>
              <p:nvSpPr>
                <p:cNvPr id="3802" name="Google Shape;3802;p76"/>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6"/>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4" name="Google Shape;3804;p76"/>
              <p:cNvGrpSpPr/>
              <p:nvPr/>
            </p:nvGrpSpPr>
            <p:grpSpPr>
              <a:xfrm>
                <a:off x="4021072" y="3230323"/>
                <a:ext cx="31397" cy="26906"/>
                <a:chOff x="4021072" y="3230323"/>
                <a:chExt cx="31397" cy="26906"/>
              </a:xfrm>
            </p:grpSpPr>
            <p:sp>
              <p:nvSpPr>
                <p:cNvPr id="3805" name="Google Shape;3805;p76"/>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6"/>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7" name="Google Shape;3807;p76"/>
              <p:cNvGrpSpPr/>
              <p:nvPr/>
            </p:nvGrpSpPr>
            <p:grpSpPr>
              <a:xfrm>
                <a:off x="4001472" y="3287462"/>
                <a:ext cx="31499" cy="26945"/>
                <a:chOff x="4001472" y="3287462"/>
                <a:chExt cx="31499" cy="26945"/>
              </a:xfrm>
            </p:grpSpPr>
            <p:sp>
              <p:nvSpPr>
                <p:cNvPr id="3808" name="Google Shape;3808;p76"/>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6"/>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10" name="Google Shape;3810;p76"/>
            <p:cNvGrpSpPr/>
            <p:nvPr/>
          </p:nvGrpSpPr>
          <p:grpSpPr>
            <a:xfrm>
              <a:off x="4084715" y="3258865"/>
              <a:ext cx="184961" cy="137268"/>
              <a:chOff x="4084715" y="3258865"/>
              <a:chExt cx="184961" cy="137268"/>
            </a:xfrm>
          </p:grpSpPr>
          <p:grpSp>
            <p:nvGrpSpPr>
              <p:cNvPr id="3811" name="Google Shape;3811;p76"/>
              <p:cNvGrpSpPr/>
              <p:nvPr/>
            </p:nvGrpSpPr>
            <p:grpSpPr>
              <a:xfrm>
                <a:off x="4107453" y="3271583"/>
                <a:ext cx="153470" cy="110275"/>
                <a:chOff x="4107453" y="3271583"/>
                <a:chExt cx="153470" cy="110275"/>
              </a:xfrm>
            </p:grpSpPr>
            <p:sp>
              <p:nvSpPr>
                <p:cNvPr id="3812" name="Google Shape;3812;p76"/>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6"/>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6"/>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6"/>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6" name="Google Shape;3816;p76"/>
              <p:cNvGrpSpPr/>
              <p:nvPr/>
            </p:nvGrpSpPr>
            <p:grpSpPr>
              <a:xfrm>
                <a:off x="4136947" y="3258865"/>
                <a:ext cx="31499" cy="27001"/>
                <a:chOff x="4136947" y="3258865"/>
                <a:chExt cx="31499" cy="27001"/>
              </a:xfrm>
            </p:grpSpPr>
            <p:sp>
              <p:nvSpPr>
                <p:cNvPr id="3817" name="Google Shape;3817;p76"/>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6"/>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9" name="Google Shape;3819;p76"/>
              <p:cNvGrpSpPr/>
              <p:nvPr/>
            </p:nvGrpSpPr>
            <p:grpSpPr>
              <a:xfrm>
                <a:off x="4084715" y="3266478"/>
                <a:ext cx="31468" cy="26898"/>
                <a:chOff x="4084715" y="3266478"/>
                <a:chExt cx="31468" cy="26898"/>
              </a:xfrm>
            </p:grpSpPr>
            <p:sp>
              <p:nvSpPr>
                <p:cNvPr id="3820" name="Google Shape;3820;p76"/>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6"/>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2" name="Google Shape;3822;p76"/>
              <p:cNvGrpSpPr/>
              <p:nvPr/>
            </p:nvGrpSpPr>
            <p:grpSpPr>
              <a:xfrm>
                <a:off x="4159213" y="3279849"/>
                <a:ext cx="31405" cy="26945"/>
                <a:chOff x="4159213" y="3279849"/>
                <a:chExt cx="31405" cy="26945"/>
              </a:xfrm>
            </p:grpSpPr>
            <p:sp>
              <p:nvSpPr>
                <p:cNvPr id="3823" name="Google Shape;3823;p76"/>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6"/>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5" name="Google Shape;3825;p76"/>
              <p:cNvGrpSpPr/>
              <p:nvPr/>
            </p:nvGrpSpPr>
            <p:grpSpPr>
              <a:xfrm>
                <a:off x="4201550" y="3266502"/>
                <a:ext cx="31405" cy="26883"/>
                <a:chOff x="4201550" y="3266502"/>
                <a:chExt cx="31405" cy="26883"/>
              </a:xfrm>
            </p:grpSpPr>
            <p:sp>
              <p:nvSpPr>
                <p:cNvPr id="3826" name="Google Shape;3826;p76"/>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6"/>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8" name="Google Shape;3828;p76"/>
              <p:cNvGrpSpPr/>
              <p:nvPr/>
            </p:nvGrpSpPr>
            <p:grpSpPr>
              <a:xfrm>
                <a:off x="4201550" y="3338278"/>
                <a:ext cx="31405" cy="26930"/>
                <a:chOff x="4201550" y="3338278"/>
                <a:chExt cx="31405" cy="26930"/>
              </a:xfrm>
            </p:grpSpPr>
            <p:sp>
              <p:nvSpPr>
                <p:cNvPr id="3829" name="Google Shape;3829;p76"/>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6"/>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1" name="Google Shape;3831;p76"/>
              <p:cNvGrpSpPr/>
              <p:nvPr/>
            </p:nvGrpSpPr>
            <p:grpSpPr>
              <a:xfrm>
                <a:off x="4238272" y="3369132"/>
                <a:ext cx="31405" cy="27001"/>
                <a:chOff x="4238272" y="3369132"/>
                <a:chExt cx="31405" cy="27001"/>
              </a:xfrm>
            </p:grpSpPr>
            <p:sp>
              <p:nvSpPr>
                <p:cNvPr id="3832" name="Google Shape;3832;p76"/>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6"/>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34" name="Google Shape;3834;p76"/>
            <p:cNvGrpSpPr/>
            <p:nvPr/>
          </p:nvGrpSpPr>
          <p:grpSpPr>
            <a:xfrm>
              <a:off x="4068639" y="3200169"/>
              <a:ext cx="77643" cy="37272"/>
              <a:chOff x="4068639" y="3200169"/>
              <a:chExt cx="77643" cy="37272"/>
            </a:xfrm>
          </p:grpSpPr>
          <p:sp>
            <p:nvSpPr>
              <p:cNvPr id="3835" name="Google Shape;3835;p76"/>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6" name="Google Shape;3836;p76"/>
              <p:cNvGrpSpPr/>
              <p:nvPr/>
            </p:nvGrpSpPr>
            <p:grpSpPr>
              <a:xfrm>
                <a:off x="4114878" y="3200169"/>
                <a:ext cx="31405" cy="26993"/>
                <a:chOff x="4114878" y="3200169"/>
                <a:chExt cx="31405" cy="26993"/>
              </a:xfrm>
            </p:grpSpPr>
            <p:sp>
              <p:nvSpPr>
                <p:cNvPr id="3837" name="Google Shape;3837;p76"/>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6"/>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9" name="Google Shape;3839;p76"/>
              <p:cNvGrpSpPr/>
              <p:nvPr/>
            </p:nvGrpSpPr>
            <p:grpSpPr>
              <a:xfrm>
                <a:off x="4068639" y="3210535"/>
                <a:ext cx="31499" cy="26906"/>
                <a:chOff x="4068639" y="3210535"/>
                <a:chExt cx="31499" cy="26906"/>
              </a:xfrm>
            </p:grpSpPr>
            <p:sp>
              <p:nvSpPr>
                <p:cNvPr id="3840" name="Google Shape;3840;p76"/>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6"/>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42" name="Google Shape;3842;p76"/>
            <p:cNvGrpSpPr/>
            <p:nvPr/>
          </p:nvGrpSpPr>
          <p:grpSpPr>
            <a:xfrm>
              <a:off x="3869702" y="3066935"/>
              <a:ext cx="382664" cy="190294"/>
              <a:chOff x="3869702" y="3066935"/>
              <a:chExt cx="382664" cy="190294"/>
            </a:xfrm>
          </p:grpSpPr>
          <p:grpSp>
            <p:nvGrpSpPr>
              <p:cNvPr id="3843" name="Google Shape;3843;p76"/>
              <p:cNvGrpSpPr/>
              <p:nvPr/>
            </p:nvGrpSpPr>
            <p:grpSpPr>
              <a:xfrm>
                <a:off x="3888633" y="3082351"/>
                <a:ext cx="351172" cy="160698"/>
                <a:chOff x="3888633" y="3082351"/>
                <a:chExt cx="351172" cy="160698"/>
              </a:xfrm>
            </p:grpSpPr>
            <p:sp>
              <p:nvSpPr>
                <p:cNvPr id="3844" name="Google Shape;3844;p76"/>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6"/>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6"/>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6"/>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6"/>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6"/>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0" name="Google Shape;3850;p76"/>
              <p:cNvGrpSpPr/>
              <p:nvPr/>
            </p:nvGrpSpPr>
            <p:grpSpPr>
              <a:xfrm>
                <a:off x="4143703" y="3066935"/>
                <a:ext cx="37783" cy="32357"/>
                <a:chOff x="4143703" y="3066935"/>
                <a:chExt cx="37783" cy="32357"/>
              </a:xfrm>
            </p:grpSpPr>
            <p:sp>
              <p:nvSpPr>
                <p:cNvPr id="3851" name="Google Shape;3851;p76"/>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6"/>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3" name="Google Shape;3853;p76"/>
              <p:cNvGrpSpPr/>
              <p:nvPr/>
            </p:nvGrpSpPr>
            <p:grpSpPr>
              <a:xfrm>
                <a:off x="4044565" y="3103563"/>
                <a:ext cx="37783" cy="32451"/>
                <a:chOff x="4044565" y="3103563"/>
                <a:chExt cx="37783" cy="32451"/>
              </a:xfrm>
            </p:grpSpPr>
            <p:sp>
              <p:nvSpPr>
                <p:cNvPr id="3854" name="Google Shape;3854;p76"/>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6"/>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6" name="Google Shape;3856;p76"/>
              <p:cNvGrpSpPr/>
              <p:nvPr/>
            </p:nvGrpSpPr>
            <p:grpSpPr>
              <a:xfrm>
                <a:off x="4017454" y="3188237"/>
                <a:ext cx="37776" cy="32357"/>
                <a:chOff x="4017454" y="3188237"/>
                <a:chExt cx="37776" cy="32357"/>
              </a:xfrm>
            </p:grpSpPr>
            <p:sp>
              <p:nvSpPr>
                <p:cNvPr id="3857" name="Google Shape;3857;p76"/>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6"/>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9" name="Google Shape;3859;p76"/>
              <p:cNvGrpSpPr/>
              <p:nvPr/>
            </p:nvGrpSpPr>
            <p:grpSpPr>
              <a:xfrm>
                <a:off x="3921548" y="3157509"/>
                <a:ext cx="37783" cy="32357"/>
                <a:chOff x="3921548" y="3157509"/>
                <a:chExt cx="37783" cy="32357"/>
              </a:xfrm>
            </p:grpSpPr>
            <p:sp>
              <p:nvSpPr>
                <p:cNvPr id="3860" name="Google Shape;3860;p76"/>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6"/>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2" name="Google Shape;3862;p76"/>
              <p:cNvGrpSpPr/>
              <p:nvPr/>
            </p:nvGrpSpPr>
            <p:grpSpPr>
              <a:xfrm>
                <a:off x="3939056" y="3211620"/>
                <a:ext cx="37783" cy="32380"/>
                <a:chOff x="3939056" y="3211620"/>
                <a:chExt cx="37783" cy="32380"/>
              </a:xfrm>
            </p:grpSpPr>
            <p:sp>
              <p:nvSpPr>
                <p:cNvPr id="3863" name="Google Shape;3863;p76"/>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6"/>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5" name="Google Shape;3865;p76"/>
              <p:cNvGrpSpPr/>
              <p:nvPr/>
            </p:nvGrpSpPr>
            <p:grpSpPr>
              <a:xfrm>
                <a:off x="4176240" y="3136965"/>
                <a:ext cx="31405" cy="26930"/>
                <a:chOff x="4176240" y="3136965"/>
                <a:chExt cx="31405" cy="26930"/>
              </a:xfrm>
            </p:grpSpPr>
            <p:sp>
              <p:nvSpPr>
                <p:cNvPr id="3866" name="Google Shape;3866;p76"/>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6"/>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8" name="Google Shape;3868;p76"/>
              <p:cNvGrpSpPr/>
              <p:nvPr/>
            </p:nvGrpSpPr>
            <p:grpSpPr>
              <a:xfrm>
                <a:off x="4133148" y="3152593"/>
                <a:ext cx="31499" cy="27001"/>
                <a:chOff x="4133148" y="3152593"/>
                <a:chExt cx="31499" cy="27001"/>
              </a:xfrm>
            </p:grpSpPr>
            <p:sp>
              <p:nvSpPr>
                <p:cNvPr id="3869" name="Google Shape;3869;p76"/>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6"/>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1" name="Google Shape;3871;p76"/>
              <p:cNvGrpSpPr/>
              <p:nvPr/>
            </p:nvGrpSpPr>
            <p:grpSpPr>
              <a:xfrm>
                <a:off x="4220866" y="3073534"/>
                <a:ext cx="31499" cy="26898"/>
                <a:chOff x="4220866" y="3073534"/>
                <a:chExt cx="31499" cy="26898"/>
              </a:xfrm>
            </p:grpSpPr>
            <p:sp>
              <p:nvSpPr>
                <p:cNvPr id="3872" name="Google Shape;3872;p76"/>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6"/>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4" name="Google Shape;3874;p76"/>
              <p:cNvGrpSpPr/>
              <p:nvPr/>
            </p:nvGrpSpPr>
            <p:grpSpPr>
              <a:xfrm>
                <a:off x="3869702" y="3230323"/>
                <a:ext cx="31499" cy="26906"/>
                <a:chOff x="3869702" y="3230323"/>
                <a:chExt cx="31499" cy="26906"/>
              </a:xfrm>
            </p:grpSpPr>
            <p:sp>
              <p:nvSpPr>
                <p:cNvPr id="3875" name="Google Shape;3875;p76"/>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6"/>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77" name="Google Shape;3877;p76"/>
            <p:cNvGrpSpPr/>
            <p:nvPr/>
          </p:nvGrpSpPr>
          <p:grpSpPr>
            <a:xfrm>
              <a:off x="4271383" y="3065882"/>
              <a:ext cx="304556" cy="341663"/>
              <a:chOff x="4271383" y="3065882"/>
              <a:chExt cx="304556" cy="341663"/>
            </a:xfrm>
          </p:grpSpPr>
          <p:grpSp>
            <p:nvGrpSpPr>
              <p:cNvPr id="3878" name="Google Shape;3878;p76"/>
              <p:cNvGrpSpPr/>
              <p:nvPr/>
            </p:nvGrpSpPr>
            <p:grpSpPr>
              <a:xfrm>
                <a:off x="4293838" y="3078639"/>
                <a:ext cx="269353" cy="311973"/>
                <a:chOff x="4293838" y="3078639"/>
                <a:chExt cx="269353" cy="311973"/>
              </a:xfrm>
            </p:grpSpPr>
            <p:sp>
              <p:nvSpPr>
                <p:cNvPr id="3879" name="Google Shape;3879;p76"/>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6"/>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6"/>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6"/>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6"/>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6"/>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6"/>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6"/>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6"/>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6"/>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6"/>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6"/>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6"/>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6"/>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6"/>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6"/>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6"/>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6" name="Google Shape;3896;p76"/>
              <p:cNvGrpSpPr/>
              <p:nvPr/>
            </p:nvGrpSpPr>
            <p:grpSpPr>
              <a:xfrm>
                <a:off x="4538164" y="3342061"/>
                <a:ext cx="37776" cy="32380"/>
                <a:chOff x="4538164" y="3342061"/>
                <a:chExt cx="37776" cy="32380"/>
              </a:xfrm>
            </p:grpSpPr>
            <p:sp>
              <p:nvSpPr>
                <p:cNvPr id="3897" name="Google Shape;3897;p76"/>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6"/>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9" name="Google Shape;3899;p76"/>
              <p:cNvGrpSpPr/>
              <p:nvPr/>
            </p:nvGrpSpPr>
            <p:grpSpPr>
              <a:xfrm>
                <a:off x="4271383" y="3194742"/>
                <a:ext cx="37783" cy="32420"/>
                <a:chOff x="4271383" y="3194742"/>
                <a:chExt cx="37783" cy="32420"/>
              </a:xfrm>
            </p:grpSpPr>
            <p:sp>
              <p:nvSpPr>
                <p:cNvPr id="3900" name="Google Shape;3900;p76"/>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6"/>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2" name="Google Shape;3902;p76"/>
              <p:cNvGrpSpPr/>
              <p:nvPr/>
            </p:nvGrpSpPr>
            <p:grpSpPr>
              <a:xfrm>
                <a:off x="4284416" y="3084058"/>
                <a:ext cx="37783" cy="32357"/>
                <a:chOff x="4284416" y="3084058"/>
                <a:chExt cx="37783" cy="32357"/>
              </a:xfrm>
            </p:grpSpPr>
            <p:sp>
              <p:nvSpPr>
                <p:cNvPr id="3903" name="Google Shape;3903;p76"/>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6"/>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5" name="Google Shape;3905;p76"/>
              <p:cNvGrpSpPr/>
              <p:nvPr/>
            </p:nvGrpSpPr>
            <p:grpSpPr>
              <a:xfrm>
                <a:off x="4478697" y="3297561"/>
                <a:ext cx="37776" cy="32451"/>
                <a:chOff x="4478697" y="3297561"/>
                <a:chExt cx="37776" cy="32451"/>
              </a:xfrm>
            </p:grpSpPr>
            <p:sp>
              <p:nvSpPr>
                <p:cNvPr id="3906" name="Google Shape;3906;p76"/>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6"/>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8" name="Google Shape;3908;p76"/>
              <p:cNvGrpSpPr/>
              <p:nvPr/>
            </p:nvGrpSpPr>
            <p:grpSpPr>
              <a:xfrm>
                <a:off x="4411813" y="3331711"/>
                <a:ext cx="37776" cy="32451"/>
                <a:chOff x="4411813" y="3331711"/>
                <a:chExt cx="37776" cy="32451"/>
              </a:xfrm>
            </p:grpSpPr>
            <p:sp>
              <p:nvSpPr>
                <p:cNvPr id="3909" name="Google Shape;3909;p76"/>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6"/>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1" name="Google Shape;3911;p76"/>
              <p:cNvGrpSpPr/>
              <p:nvPr/>
            </p:nvGrpSpPr>
            <p:grpSpPr>
              <a:xfrm>
                <a:off x="4337984" y="3375188"/>
                <a:ext cx="37776" cy="32357"/>
                <a:chOff x="4337984" y="3375188"/>
                <a:chExt cx="37776" cy="32357"/>
              </a:xfrm>
            </p:grpSpPr>
            <p:sp>
              <p:nvSpPr>
                <p:cNvPr id="3912" name="Google Shape;3912;p76"/>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6"/>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4" name="Google Shape;3914;p76"/>
              <p:cNvGrpSpPr/>
              <p:nvPr/>
            </p:nvGrpSpPr>
            <p:grpSpPr>
              <a:xfrm>
                <a:off x="4494867" y="3090530"/>
                <a:ext cx="37878" cy="32451"/>
                <a:chOff x="4494867" y="3090530"/>
                <a:chExt cx="37878" cy="32451"/>
              </a:xfrm>
            </p:grpSpPr>
            <p:sp>
              <p:nvSpPr>
                <p:cNvPr id="3915" name="Google Shape;3915;p76"/>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6"/>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7" name="Google Shape;3917;p76"/>
              <p:cNvGrpSpPr/>
              <p:nvPr/>
            </p:nvGrpSpPr>
            <p:grpSpPr>
              <a:xfrm>
                <a:off x="4525124" y="3207774"/>
                <a:ext cx="37783" cy="32420"/>
                <a:chOff x="4525124" y="3207774"/>
                <a:chExt cx="37783" cy="32420"/>
              </a:xfrm>
            </p:grpSpPr>
            <p:sp>
              <p:nvSpPr>
                <p:cNvPr id="3918" name="Google Shape;3918;p76"/>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6"/>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0" name="Google Shape;3920;p76"/>
              <p:cNvGrpSpPr/>
              <p:nvPr/>
            </p:nvGrpSpPr>
            <p:grpSpPr>
              <a:xfrm>
                <a:off x="4440544" y="3176479"/>
                <a:ext cx="31499" cy="26898"/>
                <a:chOff x="4440544" y="3176479"/>
                <a:chExt cx="31499" cy="26898"/>
              </a:xfrm>
            </p:grpSpPr>
            <p:sp>
              <p:nvSpPr>
                <p:cNvPr id="3921" name="Google Shape;3921;p76"/>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6"/>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3" name="Google Shape;3923;p76"/>
              <p:cNvGrpSpPr/>
              <p:nvPr/>
            </p:nvGrpSpPr>
            <p:grpSpPr>
              <a:xfrm>
                <a:off x="4350545" y="3156400"/>
                <a:ext cx="31405" cy="27001"/>
                <a:chOff x="4350545" y="3156400"/>
                <a:chExt cx="31405" cy="27001"/>
              </a:xfrm>
            </p:grpSpPr>
            <p:sp>
              <p:nvSpPr>
                <p:cNvPr id="3924" name="Google Shape;3924;p76"/>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6"/>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6" name="Google Shape;3926;p76"/>
              <p:cNvGrpSpPr/>
              <p:nvPr/>
            </p:nvGrpSpPr>
            <p:grpSpPr>
              <a:xfrm>
                <a:off x="4376703" y="3255058"/>
                <a:ext cx="31405" cy="27001"/>
                <a:chOff x="4376703" y="3255058"/>
                <a:chExt cx="31405" cy="27001"/>
              </a:xfrm>
            </p:grpSpPr>
            <p:sp>
              <p:nvSpPr>
                <p:cNvPr id="3927" name="Google Shape;3927;p76"/>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6"/>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9" name="Google Shape;3929;p76"/>
              <p:cNvGrpSpPr/>
              <p:nvPr/>
            </p:nvGrpSpPr>
            <p:grpSpPr>
              <a:xfrm>
                <a:off x="4331322" y="3283656"/>
                <a:ext cx="31405" cy="26945"/>
                <a:chOff x="4331322" y="3283656"/>
                <a:chExt cx="31405" cy="26945"/>
              </a:xfrm>
            </p:grpSpPr>
            <p:sp>
              <p:nvSpPr>
                <p:cNvPr id="3930" name="Google Shape;3930;p76"/>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6"/>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2" name="Google Shape;3932;p76"/>
              <p:cNvGrpSpPr/>
              <p:nvPr/>
            </p:nvGrpSpPr>
            <p:grpSpPr>
              <a:xfrm>
                <a:off x="4380510" y="3065882"/>
                <a:ext cx="31405" cy="26938"/>
                <a:chOff x="4380510" y="3065882"/>
                <a:chExt cx="31405" cy="26938"/>
              </a:xfrm>
            </p:grpSpPr>
            <p:sp>
              <p:nvSpPr>
                <p:cNvPr id="3933" name="Google Shape;3933;p76"/>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6"/>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35" name="Google Shape;3935;p76"/>
            <p:cNvGrpSpPr/>
            <p:nvPr/>
          </p:nvGrpSpPr>
          <p:grpSpPr>
            <a:xfrm>
              <a:off x="4558998" y="3188237"/>
              <a:ext cx="1280131" cy="1052746"/>
              <a:chOff x="4558998" y="3188237"/>
              <a:chExt cx="1280131" cy="1052746"/>
            </a:xfrm>
          </p:grpSpPr>
          <p:sp>
            <p:nvSpPr>
              <p:cNvPr id="3936" name="Google Shape;3936;p76"/>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7" name="Google Shape;3937;p76"/>
              <p:cNvGrpSpPr/>
              <p:nvPr/>
            </p:nvGrpSpPr>
            <p:grpSpPr>
              <a:xfrm>
                <a:off x="4579164" y="3203653"/>
                <a:ext cx="1244833" cy="1020397"/>
                <a:chOff x="4579164" y="3203653"/>
                <a:chExt cx="1244833" cy="1020397"/>
              </a:xfrm>
            </p:grpSpPr>
            <p:sp>
              <p:nvSpPr>
                <p:cNvPr id="3938" name="Google Shape;3938;p76"/>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6"/>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0" name="Google Shape;3940;p76"/>
                <p:cNvGrpSpPr/>
                <p:nvPr/>
              </p:nvGrpSpPr>
              <p:grpSpPr>
                <a:xfrm>
                  <a:off x="4579164" y="3203653"/>
                  <a:ext cx="1244833" cy="1020397"/>
                  <a:chOff x="4579164" y="3203653"/>
                  <a:chExt cx="1244833" cy="1020397"/>
                </a:xfrm>
              </p:grpSpPr>
              <p:sp>
                <p:nvSpPr>
                  <p:cNvPr id="3941" name="Google Shape;3941;p76"/>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6"/>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3" name="Google Shape;3943;p76"/>
                  <p:cNvGrpSpPr/>
                  <p:nvPr/>
                </p:nvGrpSpPr>
                <p:grpSpPr>
                  <a:xfrm>
                    <a:off x="4579164" y="3203653"/>
                    <a:ext cx="1244833" cy="1020397"/>
                    <a:chOff x="4579164" y="3203653"/>
                    <a:chExt cx="1244833" cy="1020397"/>
                  </a:xfrm>
                </p:grpSpPr>
                <p:sp>
                  <p:nvSpPr>
                    <p:cNvPr id="3944" name="Google Shape;3944;p76"/>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6"/>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6"/>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6"/>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6"/>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6"/>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6"/>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6"/>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2" name="Google Shape;3952;p76"/>
                    <p:cNvGrpSpPr/>
                    <p:nvPr/>
                  </p:nvGrpSpPr>
                  <p:grpSpPr>
                    <a:xfrm>
                      <a:off x="4579164" y="3203653"/>
                      <a:ext cx="1244833" cy="1020397"/>
                      <a:chOff x="4579164" y="3203653"/>
                      <a:chExt cx="1244833" cy="1020397"/>
                    </a:xfrm>
                  </p:grpSpPr>
                  <p:sp>
                    <p:nvSpPr>
                      <p:cNvPr id="3953" name="Google Shape;3953;p76"/>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6"/>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6"/>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6"/>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6"/>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6"/>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6"/>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6"/>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6"/>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6"/>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6"/>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6"/>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6"/>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6"/>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7" name="Google Shape;3967;p76"/>
                      <p:cNvGrpSpPr/>
                      <p:nvPr/>
                    </p:nvGrpSpPr>
                    <p:grpSpPr>
                      <a:xfrm>
                        <a:off x="4579164" y="3203653"/>
                        <a:ext cx="1244833" cy="1020397"/>
                        <a:chOff x="4579164" y="3203653"/>
                        <a:chExt cx="1244833" cy="1020397"/>
                      </a:xfrm>
                    </p:grpSpPr>
                    <p:sp>
                      <p:nvSpPr>
                        <p:cNvPr id="3968" name="Google Shape;3968;p76"/>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6"/>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6"/>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6"/>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6"/>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6"/>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6"/>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6"/>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6"/>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6"/>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6"/>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6"/>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6"/>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6"/>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6"/>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6"/>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6"/>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6"/>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6"/>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6"/>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6"/>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6"/>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6"/>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6"/>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2" name="Google Shape;3992;p76"/>
                        <p:cNvGrpSpPr/>
                        <p:nvPr/>
                      </p:nvGrpSpPr>
                      <p:grpSpPr>
                        <a:xfrm>
                          <a:off x="4579164" y="3203653"/>
                          <a:ext cx="1244833" cy="1020397"/>
                          <a:chOff x="4579164" y="3203653"/>
                          <a:chExt cx="1244833" cy="1020397"/>
                        </a:xfrm>
                      </p:grpSpPr>
                      <p:sp>
                        <p:nvSpPr>
                          <p:cNvPr id="3993" name="Google Shape;3993;p76"/>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4" name="Google Shape;3994;p76"/>
                          <p:cNvGrpSpPr/>
                          <p:nvPr/>
                        </p:nvGrpSpPr>
                        <p:grpSpPr>
                          <a:xfrm>
                            <a:off x="4579164" y="3203653"/>
                            <a:ext cx="1244833" cy="1020397"/>
                            <a:chOff x="4579164" y="3203653"/>
                            <a:chExt cx="1244833" cy="1020397"/>
                          </a:xfrm>
                        </p:grpSpPr>
                        <p:sp>
                          <p:nvSpPr>
                            <p:cNvPr id="3995" name="Google Shape;3995;p76"/>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6"/>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6"/>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6"/>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6"/>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6"/>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6"/>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02" name="Google Shape;4002;p76"/>
                            <p:cNvGrpSpPr/>
                            <p:nvPr/>
                          </p:nvGrpSpPr>
                          <p:grpSpPr>
                            <a:xfrm>
                              <a:off x="4579164" y="3203653"/>
                              <a:ext cx="1244833" cy="1020397"/>
                              <a:chOff x="4579164" y="3203653"/>
                              <a:chExt cx="1244833" cy="1020397"/>
                            </a:xfrm>
                          </p:grpSpPr>
                          <p:sp>
                            <p:nvSpPr>
                              <p:cNvPr id="4003" name="Google Shape;4003;p76"/>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6"/>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6"/>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6"/>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6"/>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6"/>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6"/>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6"/>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6"/>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6"/>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6"/>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6"/>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6"/>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6" name="Google Shape;4016;p76"/>
                              <p:cNvGrpSpPr/>
                              <p:nvPr/>
                            </p:nvGrpSpPr>
                            <p:grpSpPr>
                              <a:xfrm>
                                <a:off x="4579164" y="3203653"/>
                                <a:ext cx="1244833" cy="1020397"/>
                                <a:chOff x="4579164" y="3203653"/>
                                <a:chExt cx="1244833" cy="1020397"/>
                              </a:xfrm>
                            </p:grpSpPr>
                            <p:sp>
                              <p:nvSpPr>
                                <p:cNvPr id="4017" name="Google Shape;4017;p76"/>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6"/>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6"/>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6"/>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6"/>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6"/>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6"/>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24" name="Google Shape;4024;p76"/>
                                <p:cNvGrpSpPr/>
                                <p:nvPr/>
                              </p:nvGrpSpPr>
                              <p:grpSpPr>
                                <a:xfrm>
                                  <a:off x="4579164" y="3203653"/>
                                  <a:ext cx="1244833" cy="1020397"/>
                                  <a:chOff x="4579164" y="3203653"/>
                                  <a:chExt cx="1244833" cy="1020397"/>
                                </a:xfrm>
                              </p:grpSpPr>
                              <p:sp>
                                <p:nvSpPr>
                                  <p:cNvPr id="4025" name="Google Shape;4025;p76"/>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6"/>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6"/>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6"/>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6"/>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0" name="Google Shape;4030;p76"/>
                                  <p:cNvGrpSpPr/>
                                  <p:nvPr/>
                                </p:nvGrpSpPr>
                                <p:grpSpPr>
                                  <a:xfrm>
                                    <a:off x="4579164" y="3203653"/>
                                    <a:ext cx="1244833" cy="1020397"/>
                                    <a:chOff x="4579164" y="3203653"/>
                                    <a:chExt cx="1244833" cy="1020397"/>
                                  </a:xfrm>
                                </p:grpSpPr>
                                <p:sp>
                                  <p:nvSpPr>
                                    <p:cNvPr id="4031" name="Google Shape;4031;p76"/>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6"/>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6"/>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6"/>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035" name="Google Shape;4035;p76"/>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6"/>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6"/>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038" name="Google Shape;4038;p76"/>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039" name="Google Shape;4039;p76"/>
              <p:cNvGrpSpPr/>
              <p:nvPr/>
            </p:nvGrpSpPr>
            <p:grpSpPr>
              <a:xfrm>
                <a:off x="4595437" y="3598775"/>
                <a:ext cx="37776" cy="32451"/>
                <a:chOff x="4595437" y="3598775"/>
                <a:chExt cx="37776" cy="32451"/>
              </a:xfrm>
            </p:grpSpPr>
            <p:sp>
              <p:nvSpPr>
                <p:cNvPr id="4040" name="Google Shape;4040;p76"/>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6"/>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2" name="Google Shape;4042;p76"/>
              <p:cNvGrpSpPr/>
              <p:nvPr/>
            </p:nvGrpSpPr>
            <p:grpSpPr>
              <a:xfrm>
                <a:off x="4641864" y="3524443"/>
                <a:ext cx="37776" cy="32380"/>
                <a:chOff x="4641864" y="3524443"/>
                <a:chExt cx="37776" cy="32380"/>
              </a:xfrm>
            </p:grpSpPr>
            <p:sp>
              <p:nvSpPr>
                <p:cNvPr id="4043" name="Google Shape;4043;p76"/>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6"/>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5" name="Google Shape;4045;p76"/>
              <p:cNvGrpSpPr/>
              <p:nvPr/>
            </p:nvGrpSpPr>
            <p:grpSpPr>
              <a:xfrm>
                <a:off x="4648431" y="3893901"/>
                <a:ext cx="37776" cy="32357"/>
                <a:chOff x="4648431" y="3893901"/>
                <a:chExt cx="37776" cy="32357"/>
              </a:xfrm>
            </p:grpSpPr>
            <p:sp>
              <p:nvSpPr>
                <p:cNvPr id="4046" name="Google Shape;4046;p76"/>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6"/>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8" name="Google Shape;4048;p76"/>
              <p:cNvGrpSpPr/>
              <p:nvPr/>
            </p:nvGrpSpPr>
            <p:grpSpPr>
              <a:xfrm>
                <a:off x="4567752" y="3722908"/>
                <a:ext cx="37870" cy="32380"/>
                <a:chOff x="4567752" y="3722908"/>
                <a:chExt cx="37870" cy="32380"/>
              </a:xfrm>
            </p:grpSpPr>
            <p:sp>
              <p:nvSpPr>
                <p:cNvPr id="4049" name="Google Shape;4049;p76"/>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6"/>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1" name="Google Shape;4051;p76"/>
              <p:cNvGrpSpPr/>
              <p:nvPr/>
            </p:nvGrpSpPr>
            <p:grpSpPr>
              <a:xfrm>
                <a:off x="4617506" y="3652052"/>
                <a:ext cx="37783" cy="32357"/>
                <a:chOff x="4617506" y="3652052"/>
                <a:chExt cx="37783" cy="32357"/>
              </a:xfrm>
            </p:grpSpPr>
            <p:sp>
              <p:nvSpPr>
                <p:cNvPr id="4052" name="Google Shape;4052;p76"/>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6"/>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4" name="Google Shape;4054;p76"/>
              <p:cNvGrpSpPr/>
              <p:nvPr/>
            </p:nvGrpSpPr>
            <p:grpSpPr>
              <a:xfrm>
                <a:off x="4739005" y="3554149"/>
                <a:ext cx="37870" cy="32357"/>
                <a:chOff x="4739005" y="3554149"/>
                <a:chExt cx="37870" cy="32357"/>
              </a:xfrm>
            </p:grpSpPr>
            <p:sp>
              <p:nvSpPr>
                <p:cNvPr id="4055" name="Google Shape;4055;p76"/>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6"/>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7" name="Google Shape;4057;p76"/>
              <p:cNvGrpSpPr/>
              <p:nvPr/>
            </p:nvGrpSpPr>
            <p:grpSpPr>
              <a:xfrm>
                <a:off x="4806557" y="3630258"/>
                <a:ext cx="37776" cy="32364"/>
                <a:chOff x="4806557" y="3630258"/>
                <a:chExt cx="37776" cy="32364"/>
              </a:xfrm>
            </p:grpSpPr>
            <p:sp>
              <p:nvSpPr>
                <p:cNvPr id="4058" name="Google Shape;4058;p76"/>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6"/>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0" name="Google Shape;4060;p76"/>
              <p:cNvGrpSpPr/>
              <p:nvPr/>
            </p:nvGrpSpPr>
            <p:grpSpPr>
              <a:xfrm>
                <a:off x="4737007" y="4004357"/>
                <a:ext cx="37870" cy="32357"/>
                <a:chOff x="4737007" y="4004357"/>
                <a:chExt cx="37870" cy="32357"/>
              </a:xfrm>
            </p:grpSpPr>
            <p:sp>
              <p:nvSpPr>
                <p:cNvPr id="4061" name="Google Shape;4061;p76"/>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6"/>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3" name="Google Shape;4063;p76"/>
              <p:cNvGrpSpPr/>
              <p:nvPr/>
            </p:nvGrpSpPr>
            <p:grpSpPr>
              <a:xfrm>
                <a:off x="4773634" y="4208627"/>
                <a:ext cx="37776" cy="32357"/>
                <a:chOff x="4773634" y="4208627"/>
                <a:chExt cx="37776" cy="32357"/>
              </a:xfrm>
            </p:grpSpPr>
            <p:sp>
              <p:nvSpPr>
                <p:cNvPr id="4064" name="Google Shape;4064;p76"/>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6"/>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6" name="Google Shape;4066;p76"/>
              <p:cNvGrpSpPr/>
              <p:nvPr/>
            </p:nvGrpSpPr>
            <p:grpSpPr>
              <a:xfrm>
                <a:off x="4888282" y="4074764"/>
                <a:ext cx="37776" cy="32451"/>
                <a:chOff x="4888282" y="4074764"/>
                <a:chExt cx="37776" cy="32451"/>
              </a:xfrm>
            </p:grpSpPr>
            <p:sp>
              <p:nvSpPr>
                <p:cNvPr id="4067" name="Google Shape;4067;p76"/>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6"/>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9" name="Google Shape;4069;p76"/>
              <p:cNvGrpSpPr/>
              <p:nvPr/>
            </p:nvGrpSpPr>
            <p:grpSpPr>
              <a:xfrm>
                <a:off x="4901315" y="3804271"/>
                <a:ext cx="37776" cy="32364"/>
                <a:chOff x="4901315" y="3804271"/>
                <a:chExt cx="37776" cy="32364"/>
              </a:xfrm>
            </p:grpSpPr>
            <p:sp>
              <p:nvSpPr>
                <p:cNvPr id="4070" name="Google Shape;4070;p76"/>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6"/>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2" name="Google Shape;4072;p76"/>
              <p:cNvGrpSpPr/>
              <p:nvPr/>
            </p:nvGrpSpPr>
            <p:grpSpPr>
              <a:xfrm>
                <a:off x="4866394" y="3715035"/>
                <a:ext cx="37846" cy="32357"/>
                <a:chOff x="4866394" y="3715035"/>
                <a:chExt cx="37846" cy="32357"/>
              </a:xfrm>
            </p:grpSpPr>
            <p:sp>
              <p:nvSpPr>
                <p:cNvPr id="4073" name="Google Shape;4073;p76"/>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6"/>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5" name="Google Shape;4075;p76"/>
              <p:cNvGrpSpPr/>
              <p:nvPr/>
            </p:nvGrpSpPr>
            <p:grpSpPr>
              <a:xfrm>
                <a:off x="4979233" y="3839798"/>
                <a:ext cx="37878" cy="32420"/>
                <a:chOff x="4979233" y="3839798"/>
                <a:chExt cx="37878" cy="32420"/>
              </a:xfrm>
            </p:grpSpPr>
            <p:sp>
              <p:nvSpPr>
                <p:cNvPr id="4076" name="Google Shape;4076;p76"/>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6"/>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8" name="Google Shape;4078;p76"/>
              <p:cNvGrpSpPr/>
              <p:nvPr/>
            </p:nvGrpSpPr>
            <p:grpSpPr>
              <a:xfrm>
                <a:off x="4790662" y="3679147"/>
                <a:ext cx="37783" cy="32380"/>
                <a:chOff x="4790662" y="3679147"/>
                <a:chExt cx="37783" cy="32380"/>
              </a:xfrm>
            </p:grpSpPr>
            <p:sp>
              <p:nvSpPr>
                <p:cNvPr id="4079" name="Google Shape;4079;p76"/>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6"/>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1" name="Google Shape;4081;p76"/>
              <p:cNvGrpSpPr/>
              <p:nvPr/>
            </p:nvGrpSpPr>
            <p:grpSpPr>
              <a:xfrm>
                <a:off x="4857263" y="3557861"/>
                <a:ext cx="37776" cy="32357"/>
                <a:chOff x="4857263" y="3557861"/>
                <a:chExt cx="37776" cy="32357"/>
              </a:xfrm>
            </p:grpSpPr>
            <p:sp>
              <p:nvSpPr>
                <p:cNvPr id="4082" name="Google Shape;4082;p76"/>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6"/>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4" name="Google Shape;4084;p76"/>
              <p:cNvGrpSpPr/>
              <p:nvPr/>
            </p:nvGrpSpPr>
            <p:grpSpPr>
              <a:xfrm>
                <a:off x="4883902" y="3648033"/>
                <a:ext cx="37783" cy="32380"/>
                <a:chOff x="4883902" y="3648033"/>
                <a:chExt cx="37783" cy="32380"/>
              </a:xfrm>
            </p:grpSpPr>
            <p:sp>
              <p:nvSpPr>
                <p:cNvPr id="4085" name="Google Shape;4085;p76"/>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6"/>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7" name="Google Shape;4087;p76"/>
              <p:cNvGrpSpPr/>
              <p:nvPr/>
            </p:nvGrpSpPr>
            <p:grpSpPr>
              <a:xfrm>
                <a:off x="4907780" y="3347220"/>
                <a:ext cx="37878" cy="32357"/>
                <a:chOff x="4907780" y="3347220"/>
                <a:chExt cx="37878" cy="32357"/>
              </a:xfrm>
            </p:grpSpPr>
            <p:sp>
              <p:nvSpPr>
                <p:cNvPr id="4088" name="Google Shape;4088;p76"/>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6"/>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0" name="Google Shape;4090;p76"/>
              <p:cNvGrpSpPr/>
              <p:nvPr/>
            </p:nvGrpSpPr>
            <p:grpSpPr>
              <a:xfrm>
                <a:off x="5065048" y="3738150"/>
                <a:ext cx="37783" cy="32364"/>
                <a:chOff x="5065048" y="3738150"/>
                <a:chExt cx="37783" cy="32364"/>
              </a:xfrm>
            </p:grpSpPr>
            <p:sp>
              <p:nvSpPr>
                <p:cNvPr id="4091" name="Google Shape;4091;p76"/>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6"/>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3" name="Google Shape;4093;p76"/>
              <p:cNvGrpSpPr/>
              <p:nvPr/>
            </p:nvGrpSpPr>
            <p:grpSpPr>
              <a:xfrm>
                <a:off x="5071616" y="3284615"/>
                <a:ext cx="37783" cy="32357"/>
                <a:chOff x="5071616" y="3284615"/>
                <a:chExt cx="37783" cy="32357"/>
              </a:xfrm>
            </p:grpSpPr>
            <p:sp>
              <p:nvSpPr>
                <p:cNvPr id="4094" name="Google Shape;4094;p76"/>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6"/>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6" name="Google Shape;4096;p76"/>
              <p:cNvGrpSpPr/>
              <p:nvPr/>
            </p:nvGrpSpPr>
            <p:grpSpPr>
              <a:xfrm>
                <a:off x="5389291" y="3759921"/>
                <a:ext cx="37783" cy="32380"/>
                <a:chOff x="5389291" y="3759921"/>
                <a:chExt cx="37783" cy="32380"/>
              </a:xfrm>
            </p:grpSpPr>
            <p:sp>
              <p:nvSpPr>
                <p:cNvPr id="4097" name="Google Shape;4097;p76"/>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6"/>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9" name="Google Shape;4099;p76"/>
              <p:cNvGrpSpPr/>
              <p:nvPr/>
            </p:nvGrpSpPr>
            <p:grpSpPr>
              <a:xfrm>
                <a:off x="5431534" y="3632932"/>
                <a:ext cx="37878" cy="32451"/>
                <a:chOff x="5431534" y="3632932"/>
                <a:chExt cx="37878" cy="32451"/>
              </a:xfrm>
            </p:grpSpPr>
            <p:sp>
              <p:nvSpPr>
                <p:cNvPr id="4100" name="Google Shape;4100;p76"/>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6"/>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2" name="Google Shape;4102;p76"/>
              <p:cNvGrpSpPr/>
              <p:nvPr/>
            </p:nvGrpSpPr>
            <p:grpSpPr>
              <a:xfrm>
                <a:off x="5540755" y="3544829"/>
                <a:ext cx="37783" cy="32357"/>
                <a:chOff x="5540755" y="3544829"/>
                <a:chExt cx="37783" cy="32357"/>
              </a:xfrm>
            </p:grpSpPr>
            <p:sp>
              <p:nvSpPr>
                <p:cNvPr id="4103" name="Google Shape;4103;p76"/>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6"/>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5" name="Google Shape;4105;p76"/>
              <p:cNvGrpSpPr/>
              <p:nvPr/>
            </p:nvGrpSpPr>
            <p:grpSpPr>
              <a:xfrm>
                <a:off x="5579293" y="3412107"/>
                <a:ext cx="37776" cy="32357"/>
                <a:chOff x="5579293" y="3412107"/>
                <a:chExt cx="37776" cy="32357"/>
              </a:xfrm>
            </p:grpSpPr>
            <p:sp>
              <p:nvSpPr>
                <p:cNvPr id="4106" name="Google Shape;4106;p76"/>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6"/>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8" name="Google Shape;4108;p76"/>
              <p:cNvGrpSpPr/>
              <p:nvPr/>
            </p:nvGrpSpPr>
            <p:grpSpPr>
              <a:xfrm>
                <a:off x="5801346" y="3284615"/>
                <a:ext cx="37783" cy="32357"/>
                <a:chOff x="5801346" y="3284615"/>
                <a:chExt cx="37783" cy="32357"/>
              </a:xfrm>
            </p:grpSpPr>
            <p:sp>
              <p:nvSpPr>
                <p:cNvPr id="4109" name="Google Shape;4109;p76"/>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6"/>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1" name="Google Shape;4111;p76"/>
              <p:cNvGrpSpPr/>
              <p:nvPr/>
            </p:nvGrpSpPr>
            <p:grpSpPr>
              <a:xfrm>
                <a:off x="5763578" y="3399067"/>
                <a:ext cx="37776" cy="32364"/>
                <a:chOff x="5763578" y="3399067"/>
                <a:chExt cx="37776" cy="32364"/>
              </a:xfrm>
            </p:grpSpPr>
            <p:sp>
              <p:nvSpPr>
                <p:cNvPr id="4112" name="Google Shape;4112;p76"/>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6"/>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4" name="Google Shape;4114;p76"/>
              <p:cNvGrpSpPr/>
              <p:nvPr/>
            </p:nvGrpSpPr>
            <p:grpSpPr>
              <a:xfrm>
                <a:off x="5395858" y="3230952"/>
                <a:ext cx="37776" cy="32364"/>
                <a:chOff x="5395858" y="3230952"/>
                <a:chExt cx="37776" cy="32364"/>
              </a:xfrm>
            </p:grpSpPr>
            <p:sp>
              <p:nvSpPr>
                <p:cNvPr id="4115" name="Google Shape;4115;p76"/>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6"/>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7" name="Google Shape;4117;p76"/>
              <p:cNvGrpSpPr/>
              <p:nvPr/>
            </p:nvGrpSpPr>
            <p:grpSpPr>
              <a:xfrm>
                <a:off x="5264088" y="3188237"/>
                <a:ext cx="37776" cy="32357"/>
                <a:chOff x="5264088" y="3188237"/>
                <a:chExt cx="37776" cy="32357"/>
              </a:xfrm>
            </p:grpSpPr>
            <p:sp>
              <p:nvSpPr>
                <p:cNvPr id="4118" name="Google Shape;4118;p76"/>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6"/>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0" name="Google Shape;4120;p76"/>
              <p:cNvGrpSpPr/>
              <p:nvPr/>
            </p:nvGrpSpPr>
            <p:grpSpPr>
              <a:xfrm>
                <a:off x="5585758" y="3237425"/>
                <a:ext cx="37878" cy="32357"/>
                <a:chOff x="5585758" y="3237425"/>
                <a:chExt cx="37878" cy="32357"/>
              </a:xfrm>
            </p:grpSpPr>
            <p:sp>
              <p:nvSpPr>
                <p:cNvPr id="4121" name="Google Shape;4121;p76"/>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6"/>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3" name="Google Shape;4123;p76"/>
              <p:cNvGrpSpPr/>
              <p:nvPr/>
            </p:nvGrpSpPr>
            <p:grpSpPr>
              <a:xfrm>
                <a:off x="4874196" y="3291088"/>
                <a:ext cx="37878" cy="32451"/>
                <a:chOff x="4874196" y="3291088"/>
                <a:chExt cx="37878" cy="32451"/>
              </a:xfrm>
            </p:grpSpPr>
            <p:sp>
              <p:nvSpPr>
                <p:cNvPr id="4124" name="Google Shape;4124;p76"/>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6"/>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6" name="Google Shape;4126;p76"/>
              <p:cNvGrpSpPr/>
              <p:nvPr/>
            </p:nvGrpSpPr>
            <p:grpSpPr>
              <a:xfrm>
                <a:off x="5197770" y="3785466"/>
                <a:ext cx="37783" cy="32427"/>
                <a:chOff x="5197770" y="3785466"/>
                <a:chExt cx="37783" cy="32427"/>
              </a:xfrm>
            </p:grpSpPr>
            <p:sp>
              <p:nvSpPr>
                <p:cNvPr id="4127" name="Google Shape;4127;p76"/>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6"/>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9" name="Google Shape;4129;p76"/>
              <p:cNvGrpSpPr/>
              <p:nvPr/>
            </p:nvGrpSpPr>
            <p:grpSpPr>
              <a:xfrm>
                <a:off x="5177699" y="3492117"/>
                <a:ext cx="37776" cy="32357"/>
                <a:chOff x="5177699" y="3492117"/>
                <a:chExt cx="37776" cy="32357"/>
              </a:xfrm>
            </p:grpSpPr>
            <p:sp>
              <p:nvSpPr>
                <p:cNvPr id="4130" name="Google Shape;4130;p76"/>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6"/>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2" name="Google Shape;4132;p76"/>
              <p:cNvGrpSpPr/>
              <p:nvPr/>
            </p:nvGrpSpPr>
            <p:grpSpPr>
              <a:xfrm>
                <a:off x="5349431" y="3622346"/>
                <a:ext cx="37870" cy="32380"/>
                <a:chOff x="5349431" y="3622346"/>
                <a:chExt cx="37870" cy="32380"/>
              </a:xfrm>
            </p:grpSpPr>
            <p:sp>
              <p:nvSpPr>
                <p:cNvPr id="4133" name="Google Shape;4133;p76"/>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6"/>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5" name="Google Shape;4135;p76"/>
              <p:cNvGrpSpPr/>
              <p:nvPr/>
            </p:nvGrpSpPr>
            <p:grpSpPr>
              <a:xfrm>
                <a:off x="5068855" y="3563980"/>
                <a:ext cx="53954" cy="46223"/>
                <a:chOff x="5068855" y="3563980"/>
                <a:chExt cx="53954" cy="46223"/>
              </a:xfrm>
            </p:grpSpPr>
            <p:sp>
              <p:nvSpPr>
                <p:cNvPr id="4136" name="Google Shape;4136;p76"/>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6"/>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8" name="Google Shape;4138;p76"/>
              <p:cNvGrpSpPr/>
              <p:nvPr/>
            </p:nvGrpSpPr>
            <p:grpSpPr>
              <a:xfrm>
                <a:off x="5037654" y="3392507"/>
                <a:ext cx="37870" cy="32451"/>
                <a:chOff x="5037654" y="3392507"/>
                <a:chExt cx="37870" cy="32451"/>
              </a:xfrm>
            </p:grpSpPr>
            <p:sp>
              <p:nvSpPr>
                <p:cNvPr id="4139" name="Google Shape;4139;p76"/>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6"/>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1" name="Google Shape;4141;p76"/>
              <p:cNvGrpSpPr/>
              <p:nvPr/>
            </p:nvGrpSpPr>
            <p:grpSpPr>
              <a:xfrm>
                <a:off x="5456560" y="3368629"/>
                <a:ext cx="37870" cy="32451"/>
                <a:chOff x="5456560" y="3368629"/>
                <a:chExt cx="37870" cy="32451"/>
              </a:xfrm>
            </p:grpSpPr>
            <p:sp>
              <p:nvSpPr>
                <p:cNvPr id="4142" name="Google Shape;4142;p76"/>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6"/>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4" name="Google Shape;4144;p76"/>
              <p:cNvGrpSpPr/>
              <p:nvPr/>
            </p:nvGrpSpPr>
            <p:grpSpPr>
              <a:xfrm>
                <a:off x="4755749" y="3501516"/>
                <a:ext cx="46246" cy="39608"/>
                <a:chOff x="4755749" y="3501516"/>
                <a:chExt cx="46246" cy="39608"/>
              </a:xfrm>
            </p:grpSpPr>
            <p:sp>
              <p:nvSpPr>
                <p:cNvPr id="4145" name="Google Shape;4145;p76"/>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6"/>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7" name="Google Shape;4147;p76"/>
              <p:cNvGrpSpPr/>
              <p:nvPr/>
            </p:nvGrpSpPr>
            <p:grpSpPr>
              <a:xfrm>
                <a:off x="4681346" y="3485582"/>
                <a:ext cx="37783" cy="32427"/>
                <a:chOff x="4681346" y="3485582"/>
                <a:chExt cx="37783" cy="32427"/>
              </a:xfrm>
            </p:grpSpPr>
            <p:sp>
              <p:nvSpPr>
                <p:cNvPr id="4148" name="Google Shape;4148;p76"/>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6"/>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0" name="Google Shape;4150;p76"/>
              <p:cNvGrpSpPr/>
              <p:nvPr/>
            </p:nvGrpSpPr>
            <p:grpSpPr>
              <a:xfrm>
                <a:off x="4767067" y="3291088"/>
                <a:ext cx="37878" cy="32451"/>
                <a:chOff x="4767067" y="3291088"/>
                <a:chExt cx="37878" cy="32451"/>
              </a:xfrm>
            </p:grpSpPr>
            <p:sp>
              <p:nvSpPr>
                <p:cNvPr id="4151" name="Google Shape;4151;p76"/>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6"/>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3" name="Google Shape;4153;p76"/>
              <p:cNvGrpSpPr/>
              <p:nvPr/>
            </p:nvGrpSpPr>
            <p:grpSpPr>
              <a:xfrm>
                <a:off x="4687819" y="3405539"/>
                <a:ext cx="37776" cy="32451"/>
                <a:chOff x="4687819" y="3405539"/>
                <a:chExt cx="37776" cy="32451"/>
              </a:xfrm>
            </p:grpSpPr>
            <p:sp>
              <p:nvSpPr>
                <p:cNvPr id="4154" name="Google Shape;4154;p76"/>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6"/>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6" name="Google Shape;4156;p76"/>
              <p:cNvGrpSpPr/>
              <p:nvPr/>
            </p:nvGrpSpPr>
            <p:grpSpPr>
              <a:xfrm>
                <a:off x="4923101" y="3444809"/>
                <a:ext cx="52813" cy="45318"/>
                <a:chOff x="4923101" y="3444809"/>
                <a:chExt cx="52813" cy="45318"/>
              </a:xfrm>
            </p:grpSpPr>
            <p:sp>
              <p:nvSpPr>
                <p:cNvPr id="4157" name="Google Shape;4157;p76"/>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6"/>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9" name="Google Shape;4159;p76"/>
              <p:cNvGrpSpPr/>
              <p:nvPr/>
            </p:nvGrpSpPr>
            <p:grpSpPr>
              <a:xfrm>
                <a:off x="4846040" y="3654750"/>
                <a:ext cx="31405" cy="26993"/>
                <a:chOff x="4846040" y="3654750"/>
                <a:chExt cx="31405" cy="26993"/>
              </a:xfrm>
            </p:grpSpPr>
            <p:sp>
              <p:nvSpPr>
                <p:cNvPr id="4160" name="Google Shape;4160;p76"/>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6"/>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2" name="Google Shape;4162;p76"/>
              <p:cNvGrpSpPr/>
              <p:nvPr/>
            </p:nvGrpSpPr>
            <p:grpSpPr>
              <a:xfrm>
                <a:off x="4925673" y="3691700"/>
                <a:ext cx="40253" cy="34472"/>
                <a:chOff x="4925673" y="3691700"/>
                <a:chExt cx="40253" cy="34472"/>
              </a:xfrm>
            </p:grpSpPr>
            <p:sp>
              <p:nvSpPr>
                <p:cNvPr id="4163" name="Google Shape;4163;p76"/>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6"/>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5" name="Google Shape;4165;p76"/>
              <p:cNvGrpSpPr/>
              <p:nvPr/>
            </p:nvGrpSpPr>
            <p:grpSpPr>
              <a:xfrm>
                <a:off x="4894653" y="3740848"/>
                <a:ext cx="31405" cy="26906"/>
                <a:chOff x="4894653" y="3740848"/>
                <a:chExt cx="31405" cy="26906"/>
              </a:xfrm>
            </p:grpSpPr>
            <p:sp>
              <p:nvSpPr>
                <p:cNvPr id="4166" name="Google Shape;4166;p76"/>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6"/>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8" name="Google Shape;4168;p76"/>
              <p:cNvGrpSpPr/>
              <p:nvPr/>
            </p:nvGrpSpPr>
            <p:grpSpPr>
              <a:xfrm>
                <a:off x="4962300" y="3696348"/>
                <a:ext cx="38255" cy="32773"/>
                <a:chOff x="4962300" y="3696348"/>
                <a:chExt cx="38255" cy="32773"/>
              </a:xfrm>
            </p:grpSpPr>
            <p:sp>
              <p:nvSpPr>
                <p:cNvPr id="4169" name="Google Shape;4169;p76"/>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6"/>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1" name="Google Shape;4171;p76"/>
              <p:cNvGrpSpPr/>
              <p:nvPr/>
            </p:nvGrpSpPr>
            <p:grpSpPr>
              <a:xfrm>
                <a:off x="4980185" y="3743349"/>
                <a:ext cx="31499" cy="26969"/>
                <a:chOff x="4980185" y="3743349"/>
                <a:chExt cx="31499" cy="26969"/>
              </a:xfrm>
            </p:grpSpPr>
            <p:sp>
              <p:nvSpPr>
                <p:cNvPr id="4172" name="Google Shape;4172;p76"/>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6"/>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4" name="Google Shape;4174;p76"/>
              <p:cNvGrpSpPr/>
              <p:nvPr/>
            </p:nvGrpSpPr>
            <p:grpSpPr>
              <a:xfrm>
                <a:off x="5013768" y="3734312"/>
                <a:ext cx="31499" cy="26969"/>
                <a:chOff x="5013768" y="3734312"/>
                <a:chExt cx="31499" cy="26969"/>
              </a:xfrm>
            </p:grpSpPr>
            <p:sp>
              <p:nvSpPr>
                <p:cNvPr id="4175" name="Google Shape;4175;p76"/>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6"/>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7" name="Google Shape;4177;p76"/>
              <p:cNvGrpSpPr/>
              <p:nvPr/>
            </p:nvGrpSpPr>
            <p:grpSpPr>
              <a:xfrm>
                <a:off x="5036703" y="3764545"/>
                <a:ext cx="31499" cy="26898"/>
                <a:chOff x="5036703" y="3764545"/>
                <a:chExt cx="31499" cy="26898"/>
              </a:xfrm>
            </p:grpSpPr>
            <p:sp>
              <p:nvSpPr>
                <p:cNvPr id="4178" name="Google Shape;4178;p76"/>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6"/>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0" name="Google Shape;4180;p76"/>
              <p:cNvGrpSpPr/>
              <p:nvPr/>
            </p:nvGrpSpPr>
            <p:grpSpPr>
              <a:xfrm>
                <a:off x="4953546" y="3768352"/>
                <a:ext cx="31405" cy="26898"/>
                <a:chOff x="4953546" y="3768352"/>
                <a:chExt cx="31405" cy="26898"/>
              </a:xfrm>
            </p:grpSpPr>
            <p:sp>
              <p:nvSpPr>
                <p:cNvPr id="4181" name="Google Shape;4181;p76"/>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6"/>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3" name="Google Shape;4183;p76"/>
              <p:cNvGrpSpPr/>
              <p:nvPr/>
            </p:nvGrpSpPr>
            <p:grpSpPr>
              <a:xfrm>
                <a:off x="4964770" y="3814016"/>
                <a:ext cx="31499" cy="26993"/>
                <a:chOff x="4964770" y="3814016"/>
                <a:chExt cx="31499" cy="26993"/>
              </a:xfrm>
            </p:grpSpPr>
            <p:sp>
              <p:nvSpPr>
                <p:cNvPr id="4184" name="Google Shape;4184;p76"/>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6"/>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6" name="Google Shape;4186;p76"/>
              <p:cNvGrpSpPr/>
              <p:nvPr/>
            </p:nvGrpSpPr>
            <p:grpSpPr>
              <a:xfrm>
                <a:off x="4923290" y="3800504"/>
                <a:ext cx="31468" cy="26898"/>
                <a:chOff x="4923290" y="3800504"/>
                <a:chExt cx="31468" cy="26898"/>
              </a:xfrm>
            </p:grpSpPr>
            <p:sp>
              <p:nvSpPr>
                <p:cNvPr id="4187" name="Google Shape;4187;p76"/>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6"/>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9" name="Google Shape;4189;p76"/>
              <p:cNvGrpSpPr/>
              <p:nvPr/>
            </p:nvGrpSpPr>
            <p:grpSpPr>
              <a:xfrm>
                <a:off x="5108534" y="3650943"/>
                <a:ext cx="31405" cy="26993"/>
                <a:chOff x="5108534" y="3650943"/>
                <a:chExt cx="31405" cy="26993"/>
              </a:xfrm>
            </p:grpSpPr>
            <p:sp>
              <p:nvSpPr>
                <p:cNvPr id="4190" name="Google Shape;4190;p76"/>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6"/>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2" name="Google Shape;4192;p76"/>
              <p:cNvGrpSpPr/>
              <p:nvPr/>
            </p:nvGrpSpPr>
            <p:grpSpPr>
              <a:xfrm>
                <a:off x="5119380" y="3760739"/>
                <a:ext cx="31499" cy="26993"/>
                <a:chOff x="5119380" y="3760739"/>
                <a:chExt cx="31499" cy="26993"/>
              </a:xfrm>
            </p:grpSpPr>
            <p:sp>
              <p:nvSpPr>
                <p:cNvPr id="4193" name="Google Shape;4193;p76"/>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6"/>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5" name="Google Shape;4195;p76"/>
              <p:cNvGrpSpPr/>
              <p:nvPr/>
            </p:nvGrpSpPr>
            <p:grpSpPr>
              <a:xfrm>
                <a:off x="5119380" y="3788235"/>
                <a:ext cx="31499" cy="26993"/>
                <a:chOff x="5119380" y="3788235"/>
                <a:chExt cx="31499" cy="26993"/>
              </a:xfrm>
            </p:grpSpPr>
            <p:sp>
              <p:nvSpPr>
                <p:cNvPr id="4196" name="Google Shape;4196;p76"/>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6"/>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8" name="Google Shape;4198;p76"/>
              <p:cNvGrpSpPr/>
              <p:nvPr/>
            </p:nvGrpSpPr>
            <p:grpSpPr>
              <a:xfrm>
                <a:off x="5158005" y="3875284"/>
                <a:ext cx="31405" cy="27001"/>
                <a:chOff x="5158005" y="3875284"/>
                <a:chExt cx="31405" cy="27001"/>
              </a:xfrm>
            </p:grpSpPr>
            <p:sp>
              <p:nvSpPr>
                <p:cNvPr id="4199" name="Google Shape;4199;p76"/>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6"/>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1" name="Google Shape;4201;p76"/>
              <p:cNvGrpSpPr/>
              <p:nvPr/>
            </p:nvGrpSpPr>
            <p:grpSpPr>
              <a:xfrm>
                <a:off x="5233163" y="3764545"/>
                <a:ext cx="31499" cy="26898"/>
                <a:chOff x="5233163" y="3764545"/>
                <a:chExt cx="31499" cy="26898"/>
              </a:xfrm>
            </p:grpSpPr>
            <p:sp>
              <p:nvSpPr>
                <p:cNvPr id="4202" name="Google Shape;4202;p76"/>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6"/>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4" name="Google Shape;4204;p76"/>
              <p:cNvGrpSpPr/>
              <p:nvPr/>
            </p:nvGrpSpPr>
            <p:grpSpPr>
              <a:xfrm>
                <a:off x="5276168" y="3805545"/>
                <a:ext cx="31499" cy="26906"/>
                <a:chOff x="5276168" y="3805545"/>
                <a:chExt cx="31499" cy="26906"/>
              </a:xfrm>
            </p:grpSpPr>
            <p:sp>
              <p:nvSpPr>
                <p:cNvPr id="4205" name="Google Shape;4205;p76"/>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6"/>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7" name="Google Shape;4207;p76"/>
              <p:cNvGrpSpPr/>
              <p:nvPr/>
            </p:nvGrpSpPr>
            <p:grpSpPr>
              <a:xfrm>
                <a:off x="5294053" y="3851933"/>
                <a:ext cx="31405" cy="26945"/>
                <a:chOff x="5294053" y="3851933"/>
                <a:chExt cx="31405" cy="26945"/>
              </a:xfrm>
            </p:grpSpPr>
            <p:sp>
              <p:nvSpPr>
                <p:cNvPr id="4208" name="Google Shape;4208;p76"/>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6"/>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0" name="Google Shape;4210;p76"/>
              <p:cNvGrpSpPr/>
              <p:nvPr/>
            </p:nvGrpSpPr>
            <p:grpSpPr>
              <a:xfrm>
                <a:off x="5341723" y="3851902"/>
                <a:ext cx="31405" cy="26977"/>
                <a:chOff x="5341723" y="3851902"/>
                <a:chExt cx="31405" cy="26977"/>
              </a:xfrm>
            </p:grpSpPr>
            <p:sp>
              <p:nvSpPr>
                <p:cNvPr id="4211" name="Google Shape;4211;p76"/>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6"/>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3" name="Google Shape;4213;p76"/>
              <p:cNvGrpSpPr/>
              <p:nvPr/>
            </p:nvGrpSpPr>
            <p:grpSpPr>
              <a:xfrm>
                <a:off x="5054871" y="3507855"/>
                <a:ext cx="31405" cy="26993"/>
                <a:chOff x="5054871" y="3507855"/>
                <a:chExt cx="31405" cy="26993"/>
              </a:xfrm>
            </p:grpSpPr>
            <p:sp>
              <p:nvSpPr>
                <p:cNvPr id="4214" name="Google Shape;4214;p76"/>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6"/>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6" name="Google Shape;4216;p76"/>
              <p:cNvGrpSpPr/>
              <p:nvPr/>
            </p:nvGrpSpPr>
            <p:grpSpPr>
              <a:xfrm>
                <a:off x="4876579" y="3675325"/>
                <a:ext cx="31405" cy="26969"/>
                <a:chOff x="4876579" y="3675325"/>
                <a:chExt cx="31405" cy="26969"/>
              </a:xfrm>
            </p:grpSpPr>
            <p:sp>
              <p:nvSpPr>
                <p:cNvPr id="4217" name="Google Shape;4217;p76"/>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6"/>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9" name="Google Shape;4219;p76"/>
              <p:cNvGrpSpPr/>
              <p:nvPr/>
            </p:nvGrpSpPr>
            <p:grpSpPr>
              <a:xfrm>
                <a:off x="4842233" y="3688333"/>
                <a:ext cx="31405" cy="26993"/>
                <a:chOff x="4842233" y="3688333"/>
                <a:chExt cx="31405" cy="26993"/>
              </a:xfrm>
            </p:grpSpPr>
            <p:sp>
              <p:nvSpPr>
                <p:cNvPr id="4220" name="Google Shape;4220;p76"/>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6"/>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2" name="Google Shape;4222;p76"/>
              <p:cNvGrpSpPr/>
              <p:nvPr/>
            </p:nvGrpSpPr>
            <p:grpSpPr>
              <a:xfrm>
                <a:off x="5187876" y="3608032"/>
                <a:ext cx="31405" cy="27001"/>
                <a:chOff x="5187876" y="3608032"/>
                <a:chExt cx="31405" cy="27001"/>
              </a:xfrm>
            </p:grpSpPr>
            <p:sp>
              <p:nvSpPr>
                <p:cNvPr id="4223" name="Google Shape;4223;p76"/>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6"/>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5" name="Google Shape;4225;p76"/>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6"/>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7" name="Google Shape;4227;p76"/>
              <p:cNvGrpSpPr/>
              <p:nvPr/>
            </p:nvGrpSpPr>
            <p:grpSpPr>
              <a:xfrm>
                <a:off x="5269224" y="3304167"/>
                <a:ext cx="40253" cy="34402"/>
                <a:chOff x="5269224" y="3304167"/>
                <a:chExt cx="40253" cy="34402"/>
              </a:xfrm>
            </p:grpSpPr>
            <p:sp>
              <p:nvSpPr>
                <p:cNvPr id="4228" name="Google Shape;4228;p76"/>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6"/>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0" name="Google Shape;4230;p76"/>
              <p:cNvGrpSpPr/>
              <p:nvPr/>
            </p:nvGrpSpPr>
            <p:grpSpPr>
              <a:xfrm>
                <a:off x="5327354" y="3476615"/>
                <a:ext cx="49864" cy="42723"/>
                <a:chOff x="5327354" y="3476615"/>
                <a:chExt cx="49864" cy="42723"/>
              </a:xfrm>
            </p:grpSpPr>
            <p:sp>
              <p:nvSpPr>
                <p:cNvPr id="4231" name="Google Shape;4231;p76"/>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6"/>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3" name="Google Shape;4233;p76"/>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6"/>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5" name="Google Shape;4235;p76"/>
              <p:cNvGrpSpPr/>
              <p:nvPr/>
            </p:nvGrpSpPr>
            <p:grpSpPr>
              <a:xfrm>
                <a:off x="5341723" y="3775957"/>
                <a:ext cx="31405" cy="26898"/>
                <a:chOff x="5341723" y="3775957"/>
                <a:chExt cx="31405" cy="26898"/>
              </a:xfrm>
            </p:grpSpPr>
            <p:sp>
              <p:nvSpPr>
                <p:cNvPr id="4236" name="Google Shape;4236;p76"/>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6"/>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8" name="Google Shape;4238;p76"/>
              <p:cNvGrpSpPr/>
              <p:nvPr/>
            </p:nvGrpSpPr>
            <p:grpSpPr>
              <a:xfrm>
                <a:off x="5439053" y="3699274"/>
                <a:ext cx="31405" cy="26898"/>
                <a:chOff x="5439053" y="3699274"/>
                <a:chExt cx="31405" cy="26898"/>
              </a:xfrm>
            </p:grpSpPr>
            <p:sp>
              <p:nvSpPr>
                <p:cNvPr id="4239" name="Google Shape;4239;p76"/>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6"/>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76"/>
              <p:cNvGrpSpPr/>
              <p:nvPr/>
            </p:nvGrpSpPr>
            <p:grpSpPr>
              <a:xfrm>
                <a:off x="5412414" y="3622307"/>
                <a:ext cx="31499" cy="26993"/>
                <a:chOff x="5412414" y="3622307"/>
                <a:chExt cx="31499" cy="26993"/>
              </a:xfrm>
            </p:grpSpPr>
            <p:sp>
              <p:nvSpPr>
                <p:cNvPr id="4242" name="Google Shape;4242;p76"/>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6"/>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4" name="Google Shape;4244;p76"/>
              <p:cNvGrpSpPr/>
              <p:nvPr/>
            </p:nvGrpSpPr>
            <p:grpSpPr>
              <a:xfrm>
                <a:off x="5476254" y="3473949"/>
                <a:ext cx="26835" cy="26930"/>
                <a:chOff x="5476254" y="3473949"/>
                <a:chExt cx="26835" cy="26930"/>
              </a:xfrm>
            </p:grpSpPr>
            <p:sp>
              <p:nvSpPr>
                <p:cNvPr id="4245" name="Google Shape;4245;p76"/>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6"/>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7" name="Google Shape;4247;p76"/>
              <p:cNvGrpSpPr/>
              <p:nvPr/>
            </p:nvGrpSpPr>
            <p:grpSpPr>
              <a:xfrm>
                <a:off x="5564547" y="3481594"/>
                <a:ext cx="31397" cy="26898"/>
                <a:chOff x="5564547" y="3481594"/>
                <a:chExt cx="31397" cy="26898"/>
              </a:xfrm>
            </p:grpSpPr>
            <p:sp>
              <p:nvSpPr>
                <p:cNvPr id="4248" name="Google Shape;4248;p76"/>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6"/>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0" name="Google Shape;4250;p76"/>
              <p:cNvGrpSpPr/>
              <p:nvPr/>
            </p:nvGrpSpPr>
            <p:grpSpPr>
              <a:xfrm>
                <a:off x="5534101" y="3470174"/>
                <a:ext cx="31397" cy="26906"/>
                <a:chOff x="5534101" y="3470174"/>
                <a:chExt cx="31397" cy="26906"/>
              </a:xfrm>
            </p:grpSpPr>
            <p:sp>
              <p:nvSpPr>
                <p:cNvPr id="4251" name="Google Shape;4251;p76"/>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6"/>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3" name="Google Shape;4253;p76"/>
              <p:cNvGrpSpPr/>
              <p:nvPr/>
            </p:nvGrpSpPr>
            <p:grpSpPr>
              <a:xfrm>
                <a:off x="5610879" y="3314486"/>
                <a:ext cx="31499" cy="26938"/>
                <a:chOff x="5610879" y="3314486"/>
                <a:chExt cx="31499" cy="26938"/>
              </a:xfrm>
            </p:grpSpPr>
            <p:sp>
              <p:nvSpPr>
                <p:cNvPr id="4254" name="Google Shape;4254;p76"/>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6"/>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6" name="Google Shape;4256;p76"/>
              <p:cNvGrpSpPr/>
              <p:nvPr/>
            </p:nvGrpSpPr>
            <p:grpSpPr>
              <a:xfrm>
                <a:off x="4834525" y="3501382"/>
                <a:ext cx="31499" cy="26898"/>
                <a:chOff x="4834525" y="3501382"/>
                <a:chExt cx="31499" cy="26898"/>
              </a:xfrm>
            </p:grpSpPr>
            <p:sp>
              <p:nvSpPr>
                <p:cNvPr id="4257" name="Google Shape;4257;p76"/>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6"/>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9" name="Google Shape;4259;p76"/>
              <p:cNvGrpSpPr/>
              <p:nvPr/>
            </p:nvGrpSpPr>
            <p:grpSpPr>
              <a:xfrm>
                <a:off x="4898460" y="3580158"/>
                <a:ext cx="31405" cy="26898"/>
                <a:chOff x="4898460" y="3580158"/>
                <a:chExt cx="31405" cy="26898"/>
              </a:xfrm>
            </p:grpSpPr>
            <p:sp>
              <p:nvSpPr>
                <p:cNvPr id="4260" name="Google Shape;4260;p76"/>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6"/>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2" name="Google Shape;4262;p76"/>
              <p:cNvGrpSpPr/>
              <p:nvPr/>
            </p:nvGrpSpPr>
            <p:grpSpPr>
              <a:xfrm>
                <a:off x="4882667" y="3608032"/>
                <a:ext cx="31499" cy="27001"/>
                <a:chOff x="4882667" y="3608032"/>
                <a:chExt cx="31499" cy="27001"/>
              </a:xfrm>
            </p:grpSpPr>
            <p:sp>
              <p:nvSpPr>
                <p:cNvPr id="4263" name="Google Shape;4263;p76"/>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6"/>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5" name="Google Shape;4265;p76"/>
              <p:cNvGrpSpPr/>
              <p:nvPr/>
            </p:nvGrpSpPr>
            <p:grpSpPr>
              <a:xfrm>
                <a:off x="4843373" y="3631407"/>
                <a:ext cx="16273" cy="16186"/>
                <a:chOff x="4843373" y="3631407"/>
                <a:chExt cx="16273" cy="16186"/>
              </a:xfrm>
            </p:grpSpPr>
            <p:sp>
              <p:nvSpPr>
                <p:cNvPr id="4266" name="Google Shape;4266;p76"/>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6"/>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8" name="Google Shape;4268;p76"/>
              <p:cNvGrpSpPr/>
              <p:nvPr/>
            </p:nvGrpSpPr>
            <p:grpSpPr>
              <a:xfrm>
                <a:off x="4727773" y="3591578"/>
                <a:ext cx="31499" cy="26898"/>
                <a:chOff x="4727773" y="3591578"/>
                <a:chExt cx="31499" cy="26898"/>
              </a:xfrm>
            </p:grpSpPr>
            <p:sp>
              <p:nvSpPr>
                <p:cNvPr id="4269" name="Google Shape;4269;p76"/>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6"/>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1" name="Google Shape;4271;p76"/>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6"/>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3" name="Google Shape;4273;p76"/>
              <p:cNvGrpSpPr/>
              <p:nvPr/>
            </p:nvGrpSpPr>
            <p:grpSpPr>
              <a:xfrm>
                <a:off x="4609421" y="3577398"/>
                <a:ext cx="31499" cy="27001"/>
                <a:chOff x="4609421" y="3577398"/>
                <a:chExt cx="31499" cy="27001"/>
              </a:xfrm>
            </p:grpSpPr>
            <p:sp>
              <p:nvSpPr>
                <p:cNvPr id="4274" name="Google Shape;4274;p76"/>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6"/>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6" name="Google Shape;4276;p76"/>
              <p:cNvGrpSpPr/>
              <p:nvPr/>
            </p:nvGrpSpPr>
            <p:grpSpPr>
              <a:xfrm>
                <a:off x="4649289" y="3577398"/>
                <a:ext cx="31499" cy="27001"/>
                <a:chOff x="4649289" y="3577398"/>
                <a:chExt cx="31499" cy="27001"/>
              </a:xfrm>
            </p:grpSpPr>
            <p:sp>
              <p:nvSpPr>
                <p:cNvPr id="4277" name="Google Shape;4277;p76"/>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6"/>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9" name="Google Shape;4279;p76"/>
              <p:cNvGrpSpPr/>
              <p:nvPr/>
            </p:nvGrpSpPr>
            <p:grpSpPr>
              <a:xfrm>
                <a:off x="4605614" y="3639523"/>
                <a:ext cx="31499" cy="26906"/>
                <a:chOff x="4605614" y="3639523"/>
                <a:chExt cx="31499" cy="26906"/>
              </a:xfrm>
            </p:grpSpPr>
            <p:sp>
              <p:nvSpPr>
                <p:cNvPr id="4280" name="Google Shape;4280;p76"/>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6"/>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2" name="Google Shape;4282;p76"/>
              <p:cNvGrpSpPr/>
              <p:nvPr/>
            </p:nvGrpSpPr>
            <p:grpSpPr>
              <a:xfrm>
                <a:off x="4785149" y="3618846"/>
                <a:ext cx="26930" cy="26843"/>
                <a:chOff x="4785149" y="3618846"/>
                <a:chExt cx="26930" cy="26843"/>
              </a:xfrm>
            </p:grpSpPr>
            <p:sp>
              <p:nvSpPr>
                <p:cNvPr id="4283" name="Google Shape;4283;p76"/>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6"/>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5" name="Google Shape;4285;p76"/>
              <p:cNvGrpSpPr/>
              <p:nvPr/>
            </p:nvGrpSpPr>
            <p:grpSpPr>
              <a:xfrm>
                <a:off x="4810167" y="3601567"/>
                <a:ext cx="31405" cy="26898"/>
                <a:chOff x="4810167" y="3601567"/>
                <a:chExt cx="31405" cy="26898"/>
              </a:xfrm>
            </p:grpSpPr>
            <p:sp>
              <p:nvSpPr>
                <p:cNvPr id="4286" name="Google Shape;4286;p76"/>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6"/>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8" name="Google Shape;4288;p76"/>
              <p:cNvGrpSpPr/>
              <p:nvPr/>
            </p:nvGrpSpPr>
            <p:grpSpPr>
              <a:xfrm>
                <a:off x="4831002" y="3373230"/>
                <a:ext cx="31405" cy="26898"/>
                <a:chOff x="4831002" y="3373230"/>
                <a:chExt cx="31405" cy="26898"/>
              </a:xfrm>
            </p:grpSpPr>
            <p:sp>
              <p:nvSpPr>
                <p:cNvPr id="4289" name="Google Shape;4289;p76"/>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6"/>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1" name="Google Shape;4291;p76"/>
              <p:cNvGrpSpPr/>
              <p:nvPr/>
            </p:nvGrpSpPr>
            <p:grpSpPr>
              <a:xfrm>
                <a:off x="4719311" y="3355054"/>
                <a:ext cx="31499" cy="27001"/>
                <a:chOff x="4719311" y="3355054"/>
                <a:chExt cx="31499" cy="27001"/>
              </a:xfrm>
            </p:grpSpPr>
            <p:sp>
              <p:nvSpPr>
                <p:cNvPr id="4292" name="Google Shape;4292;p76"/>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6"/>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4" name="Google Shape;4294;p76"/>
              <p:cNvGrpSpPr/>
              <p:nvPr/>
            </p:nvGrpSpPr>
            <p:grpSpPr>
              <a:xfrm>
                <a:off x="4798755" y="3450260"/>
                <a:ext cx="26930" cy="26930"/>
                <a:chOff x="4798755" y="3450260"/>
                <a:chExt cx="26930" cy="26930"/>
              </a:xfrm>
            </p:grpSpPr>
            <p:sp>
              <p:nvSpPr>
                <p:cNvPr id="4295" name="Google Shape;4295;p76"/>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6"/>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7" name="Google Shape;4297;p76"/>
              <p:cNvGrpSpPr/>
              <p:nvPr/>
            </p:nvGrpSpPr>
            <p:grpSpPr>
              <a:xfrm>
                <a:off x="4645576" y="3467555"/>
                <a:ext cx="31405" cy="26953"/>
                <a:chOff x="4645576" y="3467555"/>
                <a:chExt cx="31405" cy="26953"/>
              </a:xfrm>
            </p:grpSpPr>
            <p:sp>
              <p:nvSpPr>
                <p:cNvPr id="4298" name="Google Shape;4298;p76"/>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6"/>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0" name="Google Shape;4300;p76"/>
              <p:cNvGrpSpPr/>
              <p:nvPr/>
            </p:nvGrpSpPr>
            <p:grpSpPr>
              <a:xfrm>
                <a:off x="4687631" y="3583965"/>
                <a:ext cx="31499" cy="26898"/>
                <a:chOff x="4687631" y="3583965"/>
                <a:chExt cx="31499" cy="26898"/>
              </a:xfrm>
            </p:grpSpPr>
            <p:sp>
              <p:nvSpPr>
                <p:cNvPr id="4301" name="Google Shape;4301;p76"/>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6"/>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3" name="Google Shape;4303;p76"/>
              <p:cNvGrpSpPr/>
              <p:nvPr/>
            </p:nvGrpSpPr>
            <p:grpSpPr>
              <a:xfrm>
                <a:off x="4719311" y="3471314"/>
                <a:ext cx="31499" cy="27001"/>
                <a:chOff x="4719311" y="3471314"/>
                <a:chExt cx="31499" cy="27001"/>
              </a:xfrm>
            </p:grpSpPr>
            <p:sp>
              <p:nvSpPr>
                <p:cNvPr id="4304" name="Google Shape;4304;p76"/>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6"/>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6" name="Google Shape;4306;p76"/>
              <p:cNvGrpSpPr/>
              <p:nvPr/>
            </p:nvGrpSpPr>
            <p:grpSpPr>
              <a:xfrm>
                <a:off x="4719311" y="3434404"/>
                <a:ext cx="31499" cy="26898"/>
                <a:chOff x="4719311" y="3434404"/>
                <a:chExt cx="31499" cy="26898"/>
              </a:xfrm>
            </p:grpSpPr>
            <p:sp>
              <p:nvSpPr>
                <p:cNvPr id="4307" name="Google Shape;4307;p76"/>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6"/>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9" name="Google Shape;4309;p76"/>
              <p:cNvGrpSpPr/>
              <p:nvPr/>
            </p:nvGrpSpPr>
            <p:grpSpPr>
              <a:xfrm>
                <a:off x="4768876" y="3401772"/>
                <a:ext cx="31499" cy="26898"/>
                <a:chOff x="4768876" y="3401772"/>
                <a:chExt cx="31499" cy="26898"/>
              </a:xfrm>
            </p:grpSpPr>
            <p:sp>
              <p:nvSpPr>
                <p:cNvPr id="4310" name="Google Shape;4310;p76"/>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6"/>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2" name="Google Shape;4312;p76"/>
              <p:cNvGrpSpPr/>
              <p:nvPr/>
            </p:nvGrpSpPr>
            <p:grpSpPr>
              <a:xfrm>
                <a:off x="4762214" y="3471377"/>
                <a:ext cx="26938" cy="26938"/>
                <a:chOff x="4762214" y="3471377"/>
                <a:chExt cx="26938" cy="26938"/>
              </a:xfrm>
            </p:grpSpPr>
            <p:sp>
              <p:nvSpPr>
                <p:cNvPr id="4313" name="Google Shape;4313;p76"/>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6"/>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5" name="Google Shape;4315;p76"/>
              <p:cNvGrpSpPr/>
              <p:nvPr/>
            </p:nvGrpSpPr>
            <p:grpSpPr>
              <a:xfrm>
                <a:off x="4790473" y="3344782"/>
                <a:ext cx="31405" cy="26898"/>
                <a:chOff x="4790473" y="3344782"/>
                <a:chExt cx="31405" cy="26898"/>
              </a:xfrm>
            </p:grpSpPr>
            <p:sp>
              <p:nvSpPr>
                <p:cNvPr id="4316" name="Google Shape;4316;p76"/>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6"/>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8" name="Google Shape;4318;p76"/>
              <p:cNvGrpSpPr/>
              <p:nvPr/>
            </p:nvGrpSpPr>
            <p:grpSpPr>
              <a:xfrm>
                <a:off x="4823774" y="3950733"/>
                <a:ext cx="37398" cy="32034"/>
                <a:chOff x="4823774" y="3950733"/>
                <a:chExt cx="37398" cy="32034"/>
              </a:xfrm>
            </p:grpSpPr>
            <p:sp>
              <p:nvSpPr>
                <p:cNvPr id="4319" name="Google Shape;4319;p76"/>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6"/>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1" name="Google Shape;4321;p76"/>
              <p:cNvGrpSpPr/>
              <p:nvPr/>
            </p:nvGrpSpPr>
            <p:grpSpPr>
              <a:xfrm>
                <a:off x="4823396" y="4110566"/>
                <a:ext cx="31405" cy="26906"/>
                <a:chOff x="4823396" y="4110566"/>
                <a:chExt cx="31405" cy="26906"/>
              </a:xfrm>
            </p:grpSpPr>
            <p:sp>
              <p:nvSpPr>
                <p:cNvPr id="4322" name="Google Shape;4322;p76"/>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6"/>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4" name="Google Shape;4324;p76"/>
              <p:cNvGrpSpPr/>
              <p:nvPr/>
            </p:nvGrpSpPr>
            <p:grpSpPr>
              <a:xfrm>
                <a:off x="4838332" y="3821150"/>
                <a:ext cx="31499" cy="26898"/>
                <a:chOff x="4838332" y="3821150"/>
                <a:chExt cx="31499" cy="26898"/>
              </a:xfrm>
            </p:grpSpPr>
            <p:sp>
              <p:nvSpPr>
                <p:cNvPr id="4325" name="Google Shape;4325;p76"/>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6"/>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7" name="Google Shape;4327;p76"/>
              <p:cNvGrpSpPr/>
              <p:nvPr/>
            </p:nvGrpSpPr>
            <p:grpSpPr>
              <a:xfrm>
                <a:off x="4661275" y="3815007"/>
                <a:ext cx="36824" cy="31523"/>
                <a:chOff x="4661275" y="3815007"/>
                <a:chExt cx="36824" cy="31523"/>
              </a:xfrm>
            </p:grpSpPr>
            <p:sp>
              <p:nvSpPr>
                <p:cNvPr id="4328" name="Google Shape;4328;p76"/>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6"/>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0" name="Google Shape;4330;p76"/>
              <p:cNvGrpSpPr/>
              <p:nvPr/>
            </p:nvGrpSpPr>
            <p:grpSpPr>
              <a:xfrm>
                <a:off x="4558998" y="3851037"/>
                <a:ext cx="33591" cy="28699"/>
                <a:chOff x="4558998" y="3851037"/>
                <a:chExt cx="33591" cy="28699"/>
              </a:xfrm>
            </p:grpSpPr>
            <p:sp>
              <p:nvSpPr>
                <p:cNvPr id="4331" name="Google Shape;4331;p76"/>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6"/>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3" name="Google Shape;4333;p76"/>
              <p:cNvGrpSpPr/>
              <p:nvPr/>
            </p:nvGrpSpPr>
            <p:grpSpPr>
              <a:xfrm>
                <a:off x="4696762" y="3638587"/>
                <a:ext cx="33591" cy="28794"/>
                <a:chOff x="4696762" y="3638587"/>
                <a:chExt cx="33591" cy="28794"/>
              </a:xfrm>
            </p:grpSpPr>
            <p:sp>
              <p:nvSpPr>
                <p:cNvPr id="4334" name="Google Shape;4334;p76"/>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6"/>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6" name="Google Shape;4336;p76"/>
              <p:cNvGrpSpPr/>
              <p:nvPr/>
            </p:nvGrpSpPr>
            <p:grpSpPr>
              <a:xfrm>
                <a:off x="4929479" y="3939140"/>
                <a:ext cx="33497" cy="28692"/>
                <a:chOff x="4929479" y="3939140"/>
                <a:chExt cx="33497" cy="28692"/>
              </a:xfrm>
            </p:grpSpPr>
            <p:sp>
              <p:nvSpPr>
                <p:cNvPr id="4337" name="Google Shape;4337;p76"/>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6"/>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9" name="Google Shape;4339;p76"/>
              <p:cNvGrpSpPr/>
              <p:nvPr/>
            </p:nvGrpSpPr>
            <p:grpSpPr>
              <a:xfrm>
                <a:off x="4907119" y="3986039"/>
                <a:ext cx="33497" cy="28699"/>
                <a:chOff x="4907119" y="3986039"/>
                <a:chExt cx="33497" cy="28699"/>
              </a:xfrm>
            </p:grpSpPr>
            <p:sp>
              <p:nvSpPr>
                <p:cNvPr id="4340" name="Google Shape;4340;p76"/>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6"/>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2" name="Google Shape;4342;p76"/>
              <p:cNvGrpSpPr/>
              <p:nvPr/>
            </p:nvGrpSpPr>
            <p:grpSpPr>
              <a:xfrm>
                <a:off x="4911783" y="4048102"/>
                <a:ext cx="33591" cy="28762"/>
                <a:chOff x="4911783" y="4048102"/>
                <a:chExt cx="33591" cy="28762"/>
              </a:xfrm>
            </p:grpSpPr>
            <p:sp>
              <p:nvSpPr>
                <p:cNvPr id="4343" name="Google Shape;4343;p76"/>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6"/>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5" name="Google Shape;4345;p76"/>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6"/>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47" name="Google Shape;4347;p76"/>
              <p:cNvGrpSpPr/>
              <p:nvPr/>
            </p:nvGrpSpPr>
            <p:grpSpPr>
              <a:xfrm>
                <a:off x="4762623" y="3837847"/>
                <a:ext cx="42416" cy="36273"/>
                <a:chOff x="4762623" y="3837847"/>
                <a:chExt cx="42416" cy="36273"/>
              </a:xfrm>
            </p:grpSpPr>
            <p:sp>
              <p:nvSpPr>
                <p:cNvPr id="4348" name="Google Shape;4348;p76"/>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6"/>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0" name="Google Shape;4350;p76"/>
              <p:cNvGrpSpPr/>
              <p:nvPr/>
            </p:nvGrpSpPr>
            <p:grpSpPr>
              <a:xfrm>
                <a:off x="4746044" y="4104966"/>
                <a:ext cx="33497" cy="28699"/>
                <a:chOff x="4746044" y="4104966"/>
                <a:chExt cx="33497" cy="28699"/>
              </a:xfrm>
            </p:grpSpPr>
            <p:sp>
              <p:nvSpPr>
                <p:cNvPr id="4351" name="Google Shape;4351;p76"/>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6"/>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3" name="Google Shape;4353;p76"/>
              <p:cNvGrpSpPr/>
              <p:nvPr/>
            </p:nvGrpSpPr>
            <p:grpSpPr>
              <a:xfrm>
                <a:off x="4859646" y="4162554"/>
                <a:ext cx="33591" cy="28762"/>
                <a:chOff x="4859646" y="4162554"/>
                <a:chExt cx="33591" cy="28762"/>
              </a:xfrm>
            </p:grpSpPr>
            <p:sp>
              <p:nvSpPr>
                <p:cNvPr id="4354" name="Google Shape;4354;p76"/>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6"/>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56" name="Google Shape;4356;p76"/>
            <p:cNvGrpSpPr/>
            <p:nvPr/>
          </p:nvGrpSpPr>
          <p:grpSpPr>
            <a:xfrm>
              <a:off x="3597785" y="3274438"/>
              <a:ext cx="855610" cy="1122100"/>
              <a:chOff x="3597785" y="3274438"/>
              <a:chExt cx="855610" cy="1122100"/>
            </a:xfrm>
          </p:grpSpPr>
          <p:grpSp>
            <p:nvGrpSpPr>
              <p:cNvPr id="4357" name="Google Shape;4357;p76"/>
              <p:cNvGrpSpPr/>
              <p:nvPr/>
            </p:nvGrpSpPr>
            <p:grpSpPr>
              <a:xfrm>
                <a:off x="3617857" y="3284717"/>
                <a:ext cx="826785" cy="1099165"/>
                <a:chOff x="3617857" y="3284717"/>
                <a:chExt cx="826785" cy="1099165"/>
              </a:xfrm>
            </p:grpSpPr>
            <p:sp>
              <p:nvSpPr>
                <p:cNvPr id="4358" name="Google Shape;4358;p76"/>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6"/>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6"/>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6"/>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6"/>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6"/>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6"/>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6"/>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6"/>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6"/>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6"/>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6"/>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6"/>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6"/>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6"/>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6"/>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6"/>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6"/>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6"/>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6"/>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6"/>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6"/>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6"/>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6"/>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6"/>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6"/>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6"/>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6"/>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6"/>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6"/>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6"/>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6"/>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6"/>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6"/>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6"/>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6"/>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6"/>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6"/>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6"/>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6"/>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6"/>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6"/>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6"/>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6"/>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6"/>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6"/>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6"/>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6"/>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6"/>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6"/>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6"/>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6"/>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6"/>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6"/>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6"/>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6"/>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4" name="Google Shape;4414;p76"/>
              <p:cNvGrpSpPr/>
              <p:nvPr/>
            </p:nvGrpSpPr>
            <p:grpSpPr>
              <a:xfrm>
                <a:off x="4180904" y="4251758"/>
                <a:ext cx="37783" cy="32420"/>
                <a:chOff x="4180904" y="4251758"/>
                <a:chExt cx="37783" cy="32420"/>
              </a:xfrm>
            </p:grpSpPr>
            <p:sp>
              <p:nvSpPr>
                <p:cNvPr id="4415" name="Google Shape;4415;p76"/>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6"/>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7" name="Google Shape;4417;p76"/>
              <p:cNvGrpSpPr/>
              <p:nvPr/>
            </p:nvGrpSpPr>
            <p:grpSpPr>
              <a:xfrm>
                <a:off x="4201644" y="4081324"/>
                <a:ext cx="37783" cy="32364"/>
                <a:chOff x="4201644" y="4081324"/>
                <a:chExt cx="37783" cy="32364"/>
              </a:xfrm>
            </p:grpSpPr>
            <p:sp>
              <p:nvSpPr>
                <p:cNvPr id="4418" name="Google Shape;4418;p76"/>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6"/>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0" name="Google Shape;4420;p76"/>
              <p:cNvGrpSpPr/>
              <p:nvPr/>
            </p:nvGrpSpPr>
            <p:grpSpPr>
              <a:xfrm>
                <a:off x="4284416" y="3887428"/>
                <a:ext cx="37783" cy="32451"/>
                <a:chOff x="4284416" y="3887428"/>
                <a:chExt cx="37783" cy="32451"/>
              </a:xfrm>
            </p:grpSpPr>
            <p:sp>
              <p:nvSpPr>
                <p:cNvPr id="4421" name="Google Shape;4421;p76"/>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6"/>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3" name="Google Shape;4423;p76"/>
              <p:cNvGrpSpPr/>
              <p:nvPr/>
            </p:nvGrpSpPr>
            <p:grpSpPr>
              <a:xfrm>
                <a:off x="4223721" y="3860404"/>
                <a:ext cx="37870" cy="32364"/>
                <a:chOff x="4223721" y="3860404"/>
                <a:chExt cx="37870" cy="32364"/>
              </a:xfrm>
            </p:grpSpPr>
            <p:sp>
              <p:nvSpPr>
                <p:cNvPr id="4424" name="Google Shape;4424;p76"/>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6"/>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6" name="Google Shape;4426;p76"/>
              <p:cNvGrpSpPr/>
              <p:nvPr/>
            </p:nvGrpSpPr>
            <p:grpSpPr>
              <a:xfrm>
                <a:off x="4104889" y="3699242"/>
                <a:ext cx="37776" cy="32357"/>
                <a:chOff x="4104889" y="3699242"/>
                <a:chExt cx="37776" cy="32357"/>
              </a:xfrm>
            </p:grpSpPr>
            <p:sp>
              <p:nvSpPr>
                <p:cNvPr id="4427" name="Google Shape;4427;p76"/>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6"/>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9" name="Google Shape;4429;p76"/>
              <p:cNvGrpSpPr/>
              <p:nvPr/>
            </p:nvGrpSpPr>
            <p:grpSpPr>
              <a:xfrm>
                <a:off x="4143608" y="3475121"/>
                <a:ext cx="37878" cy="32420"/>
                <a:chOff x="4143608" y="3475121"/>
                <a:chExt cx="37878" cy="32420"/>
              </a:xfrm>
            </p:grpSpPr>
            <p:sp>
              <p:nvSpPr>
                <p:cNvPr id="4430" name="Google Shape;4430;p76"/>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6"/>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2" name="Google Shape;4432;p76"/>
              <p:cNvGrpSpPr/>
              <p:nvPr/>
            </p:nvGrpSpPr>
            <p:grpSpPr>
              <a:xfrm>
                <a:off x="4217248" y="3570893"/>
                <a:ext cx="37776" cy="32364"/>
                <a:chOff x="4217248" y="3570893"/>
                <a:chExt cx="37776" cy="32364"/>
              </a:xfrm>
            </p:grpSpPr>
            <p:sp>
              <p:nvSpPr>
                <p:cNvPr id="4433" name="Google Shape;4433;p76"/>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6"/>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5" name="Google Shape;4435;p76"/>
              <p:cNvGrpSpPr/>
              <p:nvPr/>
            </p:nvGrpSpPr>
            <p:grpSpPr>
              <a:xfrm>
                <a:off x="4255307" y="3431612"/>
                <a:ext cx="37776" cy="32451"/>
                <a:chOff x="4255307" y="3431612"/>
                <a:chExt cx="37776" cy="32451"/>
              </a:xfrm>
            </p:grpSpPr>
            <p:sp>
              <p:nvSpPr>
                <p:cNvPr id="4436" name="Google Shape;4436;p76"/>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6"/>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8" name="Google Shape;4438;p76"/>
              <p:cNvGrpSpPr/>
              <p:nvPr/>
            </p:nvGrpSpPr>
            <p:grpSpPr>
              <a:xfrm>
                <a:off x="3853052" y="3577398"/>
                <a:ext cx="37776" cy="32420"/>
                <a:chOff x="3853052" y="3577398"/>
                <a:chExt cx="37776" cy="32420"/>
              </a:xfrm>
            </p:grpSpPr>
            <p:sp>
              <p:nvSpPr>
                <p:cNvPr id="4439" name="Google Shape;4439;p76"/>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6"/>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1" name="Google Shape;4441;p76"/>
              <p:cNvGrpSpPr/>
              <p:nvPr/>
            </p:nvGrpSpPr>
            <p:grpSpPr>
              <a:xfrm>
                <a:off x="4039908" y="3412107"/>
                <a:ext cx="37776" cy="32357"/>
                <a:chOff x="4039908" y="3412107"/>
                <a:chExt cx="37776" cy="32357"/>
              </a:xfrm>
            </p:grpSpPr>
            <p:sp>
              <p:nvSpPr>
                <p:cNvPr id="4442" name="Google Shape;4442;p76"/>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6"/>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4" name="Google Shape;4444;p76"/>
              <p:cNvGrpSpPr/>
              <p:nvPr/>
            </p:nvGrpSpPr>
            <p:grpSpPr>
              <a:xfrm>
                <a:off x="4017360" y="3342061"/>
                <a:ext cx="37870" cy="32380"/>
                <a:chOff x="4017360" y="3342061"/>
                <a:chExt cx="37870" cy="32380"/>
              </a:xfrm>
            </p:grpSpPr>
            <p:sp>
              <p:nvSpPr>
                <p:cNvPr id="4445" name="Google Shape;4445;p76"/>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6"/>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7" name="Google Shape;4447;p76"/>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6"/>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9" name="Google Shape;4449;p76"/>
              <p:cNvGrpSpPr/>
              <p:nvPr/>
            </p:nvGrpSpPr>
            <p:grpSpPr>
              <a:xfrm>
                <a:off x="3750870" y="3418650"/>
                <a:ext cx="37776" cy="32380"/>
                <a:chOff x="3750870" y="3418650"/>
                <a:chExt cx="37776" cy="32380"/>
              </a:xfrm>
            </p:grpSpPr>
            <p:sp>
              <p:nvSpPr>
                <p:cNvPr id="4450" name="Google Shape;4450;p76"/>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6"/>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2" name="Google Shape;4452;p76"/>
              <p:cNvGrpSpPr/>
              <p:nvPr/>
            </p:nvGrpSpPr>
            <p:grpSpPr>
              <a:xfrm>
                <a:off x="3632509" y="3274438"/>
                <a:ext cx="37783" cy="32357"/>
                <a:chOff x="3632509" y="3274438"/>
                <a:chExt cx="37783" cy="32357"/>
              </a:xfrm>
            </p:grpSpPr>
            <p:sp>
              <p:nvSpPr>
                <p:cNvPr id="4453" name="Google Shape;4453;p76"/>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6"/>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5" name="Google Shape;4455;p76"/>
              <p:cNvGrpSpPr/>
              <p:nvPr/>
            </p:nvGrpSpPr>
            <p:grpSpPr>
              <a:xfrm>
                <a:off x="3906424" y="3297561"/>
                <a:ext cx="37776" cy="32451"/>
                <a:chOff x="3906424" y="3297561"/>
                <a:chExt cx="37776" cy="32451"/>
              </a:xfrm>
            </p:grpSpPr>
            <p:sp>
              <p:nvSpPr>
                <p:cNvPr id="4456" name="Google Shape;4456;p76"/>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6"/>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8" name="Google Shape;4458;p76"/>
              <p:cNvGrpSpPr/>
              <p:nvPr/>
            </p:nvGrpSpPr>
            <p:grpSpPr>
              <a:xfrm>
                <a:off x="3866084" y="3412107"/>
                <a:ext cx="37776" cy="32357"/>
                <a:chOff x="3866084" y="3412107"/>
                <a:chExt cx="37776" cy="32357"/>
              </a:xfrm>
            </p:grpSpPr>
            <p:sp>
              <p:nvSpPr>
                <p:cNvPr id="4459" name="Google Shape;4459;p76"/>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6"/>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1" name="Google Shape;4461;p76"/>
              <p:cNvGrpSpPr/>
              <p:nvPr/>
            </p:nvGrpSpPr>
            <p:grpSpPr>
              <a:xfrm>
                <a:off x="4023919" y="3766409"/>
                <a:ext cx="37783" cy="32357"/>
                <a:chOff x="4023919" y="3766409"/>
                <a:chExt cx="37783" cy="32357"/>
              </a:xfrm>
            </p:grpSpPr>
            <p:sp>
              <p:nvSpPr>
                <p:cNvPr id="4462" name="Google Shape;4462;p76"/>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6"/>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4" name="Google Shape;4464;p76"/>
              <p:cNvGrpSpPr/>
              <p:nvPr/>
            </p:nvGrpSpPr>
            <p:grpSpPr>
              <a:xfrm>
                <a:off x="3973882" y="3779449"/>
                <a:ext cx="37776" cy="32357"/>
                <a:chOff x="3973882" y="3779449"/>
                <a:chExt cx="37776" cy="32357"/>
              </a:xfrm>
            </p:grpSpPr>
            <p:sp>
              <p:nvSpPr>
                <p:cNvPr id="4465" name="Google Shape;4465;p76"/>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6"/>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7" name="Google Shape;4467;p76"/>
              <p:cNvGrpSpPr/>
              <p:nvPr/>
            </p:nvGrpSpPr>
            <p:grpSpPr>
              <a:xfrm>
                <a:off x="4073398" y="3838028"/>
                <a:ext cx="37776" cy="32380"/>
                <a:chOff x="4073398" y="3838028"/>
                <a:chExt cx="37776" cy="32380"/>
              </a:xfrm>
            </p:grpSpPr>
            <p:sp>
              <p:nvSpPr>
                <p:cNvPr id="4468" name="Google Shape;4468;p76"/>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6"/>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0" name="Google Shape;4470;p76"/>
              <p:cNvGrpSpPr/>
              <p:nvPr/>
            </p:nvGrpSpPr>
            <p:grpSpPr>
              <a:xfrm>
                <a:off x="4342672" y="4144496"/>
                <a:ext cx="37752" cy="32364"/>
                <a:chOff x="4342672" y="4144496"/>
                <a:chExt cx="37752" cy="32364"/>
              </a:xfrm>
            </p:grpSpPr>
            <p:sp>
              <p:nvSpPr>
                <p:cNvPr id="4471" name="Google Shape;4471;p76"/>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6"/>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3" name="Google Shape;4473;p76"/>
              <p:cNvGrpSpPr/>
              <p:nvPr/>
            </p:nvGrpSpPr>
            <p:grpSpPr>
              <a:xfrm>
                <a:off x="4406386" y="4056872"/>
                <a:ext cx="37783" cy="32364"/>
                <a:chOff x="4406386" y="4056872"/>
                <a:chExt cx="37783" cy="32364"/>
              </a:xfrm>
            </p:grpSpPr>
            <p:sp>
              <p:nvSpPr>
                <p:cNvPr id="4474" name="Google Shape;4474;p76"/>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6"/>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6" name="Google Shape;4476;p76"/>
              <p:cNvGrpSpPr/>
              <p:nvPr/>
            </p:nvGrpSpPr>
            <p:grpSpPr>
              <a:xfrm>
                <a:off x="4284416" y="4245254"/>
                <a:ext cx="37783" cy="32357"/>
                <a:chOff x="4284416" y="4245254"/>
                <a:chExt cx="37783" cy="32357"/>
              </a:xfrm>
            </p:grpSpPr>
            <p:sp>
              <p:nvSpPr>
                <p:cNvPr id="4477" name="Google Shape;4477;p76"/>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6"/>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9" name="Google Shape;4479;p76"/>
              <p:cNvGrpSpPr/>
              <p:nvPr/>
            </p:nvGrpSpPr>
            <p:grpSpPr>
              <a:xfrm>
                <a:off x="4219057" y="4331258"/>
                <a:ext cx="37776" cy="32364"/>
                <a:chOff x="4219057" y="4331258"/>
                <a:chExt cx="37776" cy="32364"/>
              </a:xfrm>
            </p:grpSpPr>
            <p:sp>
              <p:nvSpPr>
                <p:cNvPr id="4480" name="Google Shape;4480;p76"/>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6"/>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2" name="Google Shape;4482;p76"/>
              <p:cNvGrpSpPr/>
              <p:nvPr/>
            </p:nvGrpSpPr>
            <p:grpSpPr>
              <a:xfrm>
                <a:off x="4204122" y="4141688"/>
                <a:ext cx="33497" cy="28699"/>
                <a:chOff x="4204122" y="4141688"/>
                <a:chExt cx="33497" cy="28699"/>
              </a:xfrm>
            </p:grpSpPr>
            <p:sp>
              <p:nvSpPr>
                <p:cNvPr id="4483" name="Google Shape;4483;p76"/>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6"/>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5" name="Google Shape;4485;p76"/>
              <p:cNvGrpSpPr/>
              <p:nvPr/>
            </p:nvGrpSpPr>
            <p:grpSpPr>
              <a:xfrm>
                <a:off x="4301546" y="4003869"/>
                <a:ext cx="38916" cy="33324"/>
                <a:chOff x="4301546" y="4003869"/>
                <a:chExt cx="38916" cy="33324"/>
              </a:xfrm>
            </p:grpSpPr>
            <p:sp>
              <p:nvSpPr>
                <p:cNvPr id="4486" name="Google Shape;4486;p76"/>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6"/>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8" name="Google Shape;4488;p76"/>
              <p:cNvGrpSpPr/>
              <p:nvPr/>
            </p:nvGrpSpPr>
            <p:grpSpPr>
              <a:xfrm>
                <a:off x="4210681" y="3924669"/>
                <a:ext cx="36549" cy="31366"/>
                <a:chOff x="4210681" y="3924669"/>
                <a:chExt cx="36549" cy="31366"/>
              </a:xfrm>
            </p:grpSpPr>
            <p:sp>
              <p:nvSpPr>
                <p:cNvPr id="4489" name="Google Shape;4489;p76"/>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6"/>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1" name="Google Shape;4491;p76"/>
              <p:cNvGrpSpPr/>
              <p:nvPr/>
            </p:nvGrpSpPr>
            <p:grpSpPr>
              <a:xfrm>
                <a:off x="3987771" y="3628874"/>
                <a:ext cx="31499" cy="26993"/>
                <a:chOff x="3987771" y="3628874"/>
                <a:chExt cx="31499" cy="26993"/>
              </a:xfrm>
            </p:grpSpPr>
            <p:sp>
              <p:nvSpPr>
                <p:cNvPr id="4492" name="Google Shape;4492;p76"/>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6"/>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4" name="Google Shape;4494;p76"/>
              <p:cNvGrpSpPr/>
              <p:nvPr/>
            </p:nvGrpSpPr>
            <p:grpSpPr>
              <a:xfrm>
                <a:off x="4087382" y="3775674"/>
                <a:ext cx="31405" cy="26898"/>
                <a:chOff x="4087382" y="3775674"/>
                <a:chExt cx="31405" cy="26898"/>
              </a:xfrm>
            </p:grpSpPr>
            <p:sp>
              <p:nvSpPr>
                <p:cNvPr id="4495" name="Google Shape;4495;p76"/>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6"/>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7" name="Google Shape;4497;p76"/>
              <p:cNvGrpSpPr/>
              <p:nvPr/>
            </p:nvGrpSpPr>
            <p:grpSpPr>
              <a:xfrm>
                <a:off x="4118873" y="3856637"/>
                <a:ext cx="31405" cy="26906"/>
                <a:chOff x="4118873" y="3856637"/>
                <a:chExt cx="31405" cy="26906"/>
              </a:xfrm>
            </p:grpSpPr>
            <p:sp>
              <p:nvSpPr>
                <p:cNvPr id="4498" name="Google Shape;4498;p76"/>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6"/>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0" name="Google Shape;4500;p76"/>
              <p:cNvGrpSpPr/>
              <p:nvPr/>
            </p:nvGrpSpPr>
            <p:grpSpPr>
              <a:xfrm>
                <a:off x="4168541" y="3639523"/>
                <a:ext cx="31499" cy="26906"/>
                <a:chOff x="4168541" y="3639523"/>
                <a:chExt cx="31499" cy="26906"/>
              </a:xfrm>
            </p:grpSpPr>
            <p:sp>
              <p:nvSpPr>
                <p:cNvPr id="4501" name="Google Shape;4501;p76"/>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6"/>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3" name="Google Shape;4503;p76"/>
              <p:cNvGrpSpPr/>
              <p:nvPr/>
            </p:nvGrpSpPr>
            <p:grpSpPr>
              <a:xfrm>
                <a:off x="3965789" y="3393545"/>
                <a:ext cx="31405" cy="26945"/>
                <a:chOff x="3965789" y="3393545"/>
                <a:chExt cx="31405" cy="26945"/>
              </a:xfrm>
            </p:grpSpPr>
            <p:sp>
              <p:nvSpPr>
                <p:cNvPr id="4504" name="Google Shape;4504;p76"/>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6"/>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6" name="Google Shape;4506;p76"/>
              <p:cNvGrpSpPr/>
              <p:nvPr/>
            </p:nvGrpSpPr>
            <p:grpSpPr>
              <a:xfrm>
                <a:off x="3925166" y="3491008"/>
                <a:ext cx="31405" cy="27001"/>
                <a:chOff x="3925166" y="3491008"/>
                <a:chExt cx="31405" cy="27001"/>
              </a:xfrm>
            </p:grpSpPr>
            <p:sp>
              <p:nvSpPr>
                <p:cNvPr id="4507" name="Google Shape;4507;p76"/>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6"/>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9" name="Google Shape;4509;p76"/>
              <p:cNvGrpSpPr/>
              <p:nvPr/>
            </p:nvGrpSpPr>
            <p:grpSpPr>
              <a:xfrm>
                <a:off x="3682845" y="3340976"/>
                <a:ext cx="31397" cy="26898"/>
                <a:chOff x="3682845" y="3340976"/>
                <a:chExt cx="31397" cy="26898"/>
              </a:xfrm>
            </p:grpSpPr>
            <p:sp>
              <p:nvSpPr>
                <p:cNvPr id="4510" name="Google Shape;4510;p76"/>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6"/>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2" name="Google Shape;4512;p76"/>
              <p:cNvGrpSpPr/>
              <p:nvPr/>
            </p:nvGrpSpPr>
            <p:grpSpPr>
              <a:xfrm>
                <a:off x="3795393" y="3353725"/>
                <a:ext cx="31499" cy="26993"/>
                <a:chOff x="3795393" y="3353725"/>
                <a:chExt cx="31499" cy="26993"/>
              </a:xfrm>
            </p:grpSpPr>
            <p:sp>
              <p:nvSpPr>
                <p:cNvPr id="4513" name="Google Shape;4513;p76"/>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6"/>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5" name="Google Shape;4515;p76"/>
              <p:cNvGrpSpPr/>
              <p:nvPr/>
            </p:nvGrpSpPr>
            <p:grpSpPr>
              <a:xfrm>
                <a:off x="4176909" y="4363221"/>
                <a:ext cx="38924" cy="33316"/>
                <a:chOff x="4176909" y="4363221"/>
                <a:chExt cx="38924" cy="33316"/>
              </a:xfrm>
            </p:grpSpPr>
            <p:sp>
              <p:nvSpPr>
                <p:cNvPr id="4516" name="Google Shape;4516;p76"/>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6"/>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8" name="Google Shape;4518;p76"/>
              <p:cNvGrpSpPr/>
              <p:nvPr/>
            </p:nvGrpSpPr>
            <p:grpSpPr>
              <a:xfrm>
                <a:off x="4226191" y="4007660"/>
                <a:ext cx="33560" cy="28770"/>
                <a:chOff x="4226191" y="4007660"/>
                <a:chExt cx="33560" cy="28770"/>
              </a:xfrm>
            </p:grpSpPr>
            <p:sp>
              <p:nvSpPr>
                <p:cNvPr id="4519" name="Google Shape;4519;p76"/>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6"/>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1" name="Google Shape;4521;p76"/>
              <p:cNvGrpSpPr/>
              <p:nvPr/>
            </p:nvGrpSpPr>
            <p:grpSpPr>
              <a:xfrm>
                <a:off x="3597785" y="3377045"/>
                <a:ext cx="33591" cy="28699"/>
                <a:chOff x="3597785" y="3377045"/>
                <a:chExt cx="33591" cy="28699"/>
              </a:xfrm>
            </p:grpSpPr>
            <p:sp>
              <p:nvSpPr>
                <p:cNvPr id="4522" name="Google Shape;4522;p76"/>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6"/>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4" name="Google Shape;4524;p76"/>
              <p:cNvGrpSpPr/>
              <p:nvPr/>
            </p:nvGrpSpPr>
            <p:grpSpPr>
              <a:xfrm>
                <a:off x="3887870" y="3669796"/>
                <a:ext cx="33591" cy="28692"/>
                <a:chOff x="3887870" y="3669796"/>
                <a:chExt cx="33591" cy="28692"/>
              </a:xfrm>
            </p:grpSpPr>
            <p:sp>
              <p:nvSpPr>
                <p:cNvPr id="4525" name="Google Shape;4525;p76"/>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6"/>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7" name="Google Shape;4527;p76"/>
              <p:cNvGrpSpPr/>
              <p:nvPr/>
            </p:nvGrpSpPr>
            <p:grpSpPr>
              <a:xfrm>
                <a:off x="3818320" y="3481625"/>
                <a:ext cx="33497" cy="28770"/>
                <a:chOff x="3818320" y="3481625"/>
                <a:chExt cx="33497" cy="28770"/>
              </a:xfrm>
            </p:grpSpPr>
            <p:sp>
              <p:nvSpPr>
                <p:cNvPr id="4528" name="Google Shape;4528;p76"/>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6"/>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0" name="Google Shape;4530;p76"/>
              <p:cNvGrpSpPr/>
              <p:nvPr/>
            </p:nvGrpSpPr>
            <p:grpSpPr>
              <a:xfrm>
                <a:off x="4278139" y="4120948"/>
                <a:ext cx="37492" cy="32129"/>
                <a:chOff x="4278139" y="4120948"/>
                <a:chExt cx="37492" cy="32129"/>
              </a:xfrm>
            </p:grpSpPr>
            <p:sp>
              <p:nvSpPr>
                <p:cNvPr id="4531" name="Google Shape;4531;p76"/>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6"/>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3" name="Google Shape;4533;p76"/>
              <p:cNvGrpSpPr/>
              <p:nvPr/>
            </p:nvGrpSpPr>
            <p:grpSpPr>
              <a:xfrm>
                <a:off x="4419898" y="3977388"/>
                <a:ext cx="33497" cy="28692"/>
                <a:chOff x="4419898" y="3977388"/>
                <a:chExt cx="33497" cy="28692"/>
              </a:xfrm>
            </p:grpSpPr>
            <p:sp>
              <p:nvSpPr>
                <p:cNvPr id="4534" name="Google Shape;4534;p76"/>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6"/>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6" name="Google Shape;4536;p76"/>
              <p:cNvGrpSpPr/>
              <p:nvPr/>
            </p:nvGrpSpPr>
            <p:grpSpPr>
              <a:xfrm>
                <a:off x="4158930" y="4034684"/>
                <a:ext cx="33497" cy="28762"/>
                <a:chOff x="4158930" y="4034684"/>
                <a:chExt cx="33497" cy="28762"/>
              </a:xfrm>
            </p:grpSpPr>
            <p:sp>
              <p:nvSpPr>
                <p:cNvPr id="4537" name="Google Shape;4537;p76"/>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6"/>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9" name="Google Shape;4539;p76"/>
              <p:cNvGrpSpPr/>
              <p:nvPr/>
            </p:nvGrpSpPr>
            <p:grpSpPr>
              <a:xfrm>
                <a:off x="4134949" y="3957049"/>
                <a:ext cx="33497" cy="28770"/>
                <a:chOff x="4134949" y="3957049"/>
                <a:chExt cx="33497" cy="28770"/>
              </a:xfrm>
            </p:grpSpPr>
            <p:sp>
              <p:nvSpPr>
                <p:cNvPr id="4540" name="Google Shape;4540;p76"/>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6"/>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2" name="Google Shape;4542;p76"/>
              <p:cNvGrpSpPr/>
              <p:nvPr/>
            </p:nvGrpSpPr>
            <p:grpSpPr>
              <a:xfrm>
                <a:off x="4193653" y="4184403"/>
                <a:ext cx="43580" cy="37264"/>
                <a:chOff x="4193653" y="4184403"/>
                <a:chExt cx="43580" cy="37264"/>
              </a:xfrm>
            </p:grpSpPr>
            <p:sp>
              <p:nvSpPr>
                <p:cNvPr id="4543" name="Google Shape;4543;p76"/>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6"/>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5" name="Google Shape;4545;p76"/>
              <p:cNvGrpSpPr/>
              <p:nvPr/>
            </p:nvGrpSpPr>
            <p:grpSpPr>
              <a:xfrm>
                <a:off x="4343600" y="3943844"/>
                <a:ext cx="43580" cy="37312"/>
                <a:chOff x="4343600" y="3943844"/>
                <a:chExt cx="43580" cy="37312"/>
              </a:xfrm>
            </p:grpSpPr>
            <p:sp>
              <p:nvSpPr>
                <p:cNvPr id="4546" name="Google Shape;4546;p76"/>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6"/>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8" name="Google Shape;4548;p76"/>
              <p:cNvGrpSpPr/>
              <p:nvPr/>
            </p:nvGrpSpPr>
            <p:grpSpPr>
              <a:xfrm>
                <a:off x="4172339" y="3381693"/>
                <a:ext cx="31499" cy="27001"/>
                <a:chOff x="4172339" y="3381693"/>
                <a:chExt cx="31499" cy="27001"/>
              </a:xfrm>
            </p:grpSpPr>
            <p:sp>
              <p:nvSpPr>
                <p:cNvPr id="4549" name="Google Shape;4549;p76"/>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6"/>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51" name="Google Shape;4551;p76"/>
          <p:cNvGrpSpPr/>
          <p:nvPr/>
        </p:nvGrpSpPr>
        <p:grpSpPr>
          <a:xfrm>
            <a:off x="6647587" y="3567393"/>
            <a:ext cx="560636" cy="516497"/>
            <a:chOff x="6652051" y="3714143"/>
            <a:chExt cx="560636" cy="516497"/>
          </a:xfrm>
        </p:grpSpPr>
        <p:grpSp>
          <p:nvGrpSpPr>
            <p:cNvPr id="4552" name="Google Shape;4552;p76"/>
            <p:cNvGrpSpPr/>
            <p:nvPr/>
          </p:nvGrpSpPr>
          <p:grpSpPr>
            <a:xfrm>
              <a:off x="6669657" y="3716715"/>
              <a:ext cx="466768" cy="464314"/>
              <a:chOff x="3139766" y="765669"/>
              <a:chExt cx="886380" cy="881888"/>
            </a:xfrm>
          </p:grpSpPr>
          <p:grpSp>
            <p:nvGrpSpPr>
              <p:cNvPr id="4553" name="Google Shape;4553;p76"/>
              <p:cNvGrpSpPr/>
              <p:nvPr/>
            </p:nvGrpSpPr>
            <p:grpSpPr>
              <a:xfrm>
                <a:off x="3139766" y="765669"/>
                <a:ext cx="886380" cy="881888"/>
                <a:chOff x="3139766" y="765669"/>
                <a:chExt cx="886380" cy="881888"/>
              </a:xfrm>
            </p:grpSpPr>
            <p:sp>
              <p:nvSpPr>
                <p:cNvPr id="4554" name="Google Shape;4554;p76"/>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6"/>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6"/>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6"/>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6"/>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6"/>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6"/>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6"/>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6"/>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3" name="Google Shape;4563;p76"/>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6"/>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6"/>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6"/>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7" name="Google Shape;4567;p76"/>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8" name="Google Shape;4568;p76"/>
          <p:cNvGrpSpPr/>
          <p:nvPr/>
        </p:nvGrpSpPr>
        <p:grpSpPr>
          <a:xfrm>
            <a:off x="7646296" y="3047976"/>
            <a:ext cx="104231" cy="320340"/>
            <a:chOff x="7564426" y="3224343"/>
            <a:chExt cx="119985" cy="368801"/>
          </a:xfrm>
        </p:grpSpPr>
        <p:sp>
          <p:nvSpPr>
            <p:cNvPr id="4569" name="Google Shape;4569;p7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1" name="Google Shape;4571;p76"/>
          <p:cNvGrpSpPr/>
          <p:nvPr/>
        </p:nvGrpSpPr>
        <p:grpSpPr>
          <a:xfrm>
            <a:off x="7345785" y="3042077"/>
            <a:ext cx="189489" cy="332132"/>
            <a:chOff x="8370831" y="3202002"/>
            <a:chExt cx="218129" cy="382376"/>
          </a:xfrm>
        </p:grpSpPr>
        <p:sp>
          <p:nvSpPr>
            <p:cNvPr id="4572" name="Google Shape;4572;p7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4" name="Google Shape;4574;p76"/>
          <p:cNvGrpSpPr/>
          <p:nvPr/>
        </p:nvGrpSpPr>
        <p:grpSpPr>
          <a:xfrm>
            <a:off x="8069174" y="3453209"/>
            <a:ext cx="309429" cy="267000"/>
            <a:chOff x="6742064" y="3750480"/>
            <a:chExt cx="399315" cy="344560"/>
          </a:xfrm>
        </p:grpSpPr>
        <p:sp>
          <p:nvSpPr>
            <p:cNvPr id="4575" name="Google Shape;4575;p7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7" name="Google Shape;4577;p76"/>
          <p:cNvGrpSpPr/>
          <p:nvPr/>
        </p:nvGrpSpPr>
        <p:grpSpPr>
          <a:xfrm>
            <a:off x="7608193" y="3804257"/>
            <a:ext cx="180437" cy="281608"/>
            <a:chOff x="7248525" y="3739696"/>
            <a:chExt cx="230531" cy="359790"/>
          </a:xfrm>
        </p:grpSpPr>
        <p:sp>
          <p:nvSpPr>
            <p:cNvPr id="4578" name="Google Shape;4578;p7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0" name="Google Shape;4580;p76"/>
          <p:cNvGrpSpPr/>
          <p:nvPr/>
        </p:nvGrpSpPr>
        <p:grpSpPr>
          <a:xfrm>
            <a:off x="7854113" y="3447481"/>
            <a:ext cx="162896" cy="278710"/>
            <a:chOff x="7601242" y="3729267"/>
            <a:chExt cx="222566" cy="380803"/>
          </a:xfrm>
        </p:grpSpPr>
        <p:sp>
          <p:nvSpPr>
            <p:cNvPr id="4581" name="Google Shape;4581;p7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3" name="Google Shape;4583;p76"/>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4" name="Google Shape;4584;p76"/>
          <p:cNvGrpSpPr/>
          <p:nvPr/>
        </p:nvGrpSpPr>
        <p:grpSpPr>
          <a:xfrm>
            <a:off x="7343758" y="3448622"/>
            <a:ext cx="193543" cy="275990"/>
            <a:chOff x="8304647" y="3738687"/>
            <a:chExt cx="225076" cy="320956"/>
          </a:xfrm>
        </p:grpSpPr>
        <p:sp>
          <p:nvSpPr>
            <p:cNvPr id="4585" name="Google Shape;4585;p76"/>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8" name="Google Shape;4588;p76"/>
          <p:cNvGrpSpPr/>
          <p:nvPr/>
        </p:nvGrpSpPr>
        <p:grpSpPr>
          <a:xfrm>
            <a:off x="7616251" y="3448622"/>
            <a:ext cx="178492" cy="275990"/>
            <a:chOff x="8615101" y="3738687"/>
            <a:chExt cx="207573" cy="320956"/>
          </a:xfrm>
        </p:grpSpPr>
        <p:sp>
          <p:nvSpPr>
            <p:cNvPr id="4589" name="Google Shape;4589;p76"/>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92" name="Google Shape;4592;p76"/>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3" name="Google Shape;4593;p76"/>
          <p:cNvGrpSpPr/>
          <p:nvPr/>
        </p:nvGrpSpPr>
        <p:grpSpPr>
          <a:xfrm>
            <a:off x="7841782" y="3851282"/>
            <a:ext cx="187557" cy="187557"/>
            <a:chOff x="8565775" y="671075"/>
            <a:chExt cx="441000" cy="441000"/>
          </a:xfrm>
        </p:grpSpPr>
        <p:sp>
          <p:nvSpPr>
            <p:cNvPr id="4594" name="Google Shape;4594;p76"/>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6"/>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96" name="Google Shape;4596;p76"/>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6"/>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8" name="Google Shape;4598;p76"/>
          <p:cNvGrpSpPr/>
          <p:nvPr/>
        </p:nvGrpSpPr>
        <p:grpSpPr>
          <a:xfrm>
            <a:off x="5996254" y="2923808"/>
            <a:ext cx="587865" cy="517731"/>
            <a:chOff x="6000718" y="3070557"/>
            <a:chExt cx="587865" cy="517731"/>
          </a:xfrm>
        </p:grpSpPr>
        <p:sp>
          <p:nvSpPr>
            <p:cNvPr id="4599" name="Google Shape;4599;p76"/>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6"/>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6"/>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6"/>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6"/>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6"/>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6"/>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6"/>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6"/>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6"/>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9" name="Google Shape;4609;p76"/>
          <p:cNvGrpSpPr/>
          <p:nvPr/>
        </p:nvGrpSpPr>
        <p:grpSpPr>
          <a:xfrm>
            <a:off x="6011059" y="3567468"/>
            <a:ext cx="557665" cy="516387"/>
            <a:chOff x="6015523" y="3714217"/>
            <a:chExt cx="557665" cy="516387"/>
          </a:xfrm>
        </p:grpSpPr>
        <p:grpSp>
          <p:nvGrpSpPr>
            <p:cNvPr id="4610" name="Google Shape;4610;p76"/>
            <p:cNvGrpSpPr/>
            <p:nvPr/>
          </p:nvGrpSpPr>
          <p:grpSpPr>
            <a:xfrm>
              <a:off x="6036094" y="3716980"/>
              <a:ext cx="529822" cy="510480"/>
              <a:chOff x="3148311" y="-545634"/>
              <a:chExt cx="1006118" cy="969572"/>
            </a:xfrm>
          </p:grpSpPr>
          <p:sp>
            <p:nvSpPr>
              <p:cNvPr id="4611" name="Google Shape;4611;p76"/>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6"/>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6"/>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6"/>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6"/>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6"/>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6"/>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6"/>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6"/>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6"/>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1" name="Google Shape;4621;p76"/>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2" name="Google Shape;4622;p76"/>
          <p:cNvGrpSpPr/>
          <p:nvPr/>
        </p:nvGrpSpPr>
        <p:grpSpPr>
          <a:xfrm>
            <a:off x="6639841" y="2926879"/>
            <a:ext cx="576302" cy="511871"/>
            <a:chOff x="6644304" y="3073628"/>
            <a:chExt cx="576302" cy="511871"/>
          </a:xfrm>
        </p:grpSpPr>
        <p:grpSp>
          <p:nvGrpSpPr>
            <p:cNvPr id="4623" name="Google Shape;4623;p76"/>
            <p:cNvGrpSpPr/>
            <p:nvPr/>
          </p:nvGrpSpPr>
          <p:grpSpPr>
            <a:xfrm>
              <a:off x="6712169" y="3073651"/>
              <a:ext cx="481611" cy="506713"/>
              <a:chOff x="1833536" y="-546641"/>
              <a:chExt cx="914567" cy="962419"/>
            </a:xfrm>
          </p:grpSpPr>
          <p:grpSp>
            <p:nvGrpSpPr>
              <p:cNvPr id="4624" name="Google Shape;4624;p76"/>
              <p:cNvGrpSpPr/>
              <p:nvPr/>
            </p:nvGrpSpPr>
            <p:grpSpPr>
              <a:xfrm>
                <a:off x="1833536" y="-524249"/>
                <a:ext cx="914567" cy="940027"/>
                <a:chOff x="1833536" y="-524249"/>
                <a:chExt cx="914567" cy="940027"/>
              </a:xfrm>
            </p:grpSpPr>
            <p:sp>
              <p:nvSpPr>
                <p:cNvPr id="4625" name="Google Shape;4625;p76"/>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6"/>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6"/>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6"/>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6"/>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30" name="Google Shape;4630;p76"/>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6"/>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6"/>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6"/>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34" name="Google Shape;4634;p7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5" name="Google Shape;4635;p76"/>
          <p:cNvGrpSpPr/>
          <p:nvPr/>
        </p:nvGrpSpPr>
        <p:grpSpPr>
          <a:xfrm>
            <a:off x="5904877" y="1016248"/>
            <a:ext cx="2435960" cy="1297725"/>
            <a:chOff x="233350" y="949250"/>
            <a:chExt cx="7137300" cy="3802300"/>
          </a:xfrm>
        </p:grpSpPr>
        <p:sp>
          <p:nvSpPr>
            <p:cNvPr id="4636" name="Google Shape;4636;p7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7" name="Google Shape;4687;p76"/>
          <p:cNvGrpSpPr/>
          <p:nvPr/>
        </p:nvGrpSpPr>
        <p:grpSpPr>
          <a:xfrm>
            <a:off x="3530626" y="1013128"/>
            <a:ext cx="2078182" cy="1366558"/>
            <a:chOff x="235800" y="830650"/>
            <a:chExt cx="6978450" cy="4588844"/>
          </a:xfrm>
        </p:grpSpPr>
        <p:sp>
          <p:nvSpPr>
            <p:cNvPr id="4688" name="Google Shape;4688;p76"/>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6"/>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6"/>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6"/>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6"/>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6"/>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4" name="Google Shape;4694;p76"/>
          <p:cNvGrpSpPr/>
          <p:nvPr/>
        </p:nvGrpSpPr>
        <p:grpSpPr>
          <a:xfrm>
            <a:off x="698034" y="977939"/>
            <a:ext cx="2665073" cy="1317140"/>
            <a:chOff x="793334" y="1192826"/>
            <a:chExt cx="2665073" cy="1317140"/>
          </a:xfrm>
        </p:grpSpPr>
        <p:sp>
          <p:nvSpPr>
            <p:cNvPr id="4695" name="Google Shape;4695;p76"/>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6"/>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6"/>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6"/>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6"/>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6"/>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6"/>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6"/>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6"/>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6"/>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6"/>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6"/>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6"/>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6"/>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6"/>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6"/>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6"/>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6"/>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6"/>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6"/>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6"/>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6"/>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6"/>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6"/>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6"/>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6"/>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6"/>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6"/>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6"/>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6"/>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6"/>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6"/>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6"/>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6"/>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6"/>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6"/>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6"/>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6"/>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6"/>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6"/>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6"/>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6"/>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6"/>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6"/>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6"/>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6"/>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6"/>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6"/>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6"/>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6"/>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6"/>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6"/>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6"/>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6"/>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6"/>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6"/>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6"/>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6"/>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6"/>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6"/>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6"/>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6"/>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6"/>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6"/>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6"/>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6"/>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6"/>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6"/>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6"/>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6"/>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6"/>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6"/>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6"/>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6"/>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6"/>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6"/>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6"/>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6"/>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6"/>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6"/>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6"/>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6"/>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6"/>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6"/>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6"/>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6"/>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6"/>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6"/>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6"/>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6"/>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6"/>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6"/>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6"/>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6"/>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6"/>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6"/>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6"/>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6"/>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6"/>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6"/>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6"/>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6"/>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6"/>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6"/>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6"/>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6"/>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6"/>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6"/>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6"/>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6"/>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6"/>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6"/>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6"/>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6"/>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6"/>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6"/>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6"/>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6"/>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6"/>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6"/>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6"/>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6"/>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6"/>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6"/>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6"/>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6"/>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6"/>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6"/>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6"/>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6"/>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6"/>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6"/>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6"/>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6"/>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6"/>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6"/>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6"/>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6"/>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6"/>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6"/>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6"/>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6"/>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6"/>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6"/>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6"/>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6"/>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6"/>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6"/>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6"/>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6"/>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6"/>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6"/>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6"/>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6"/>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6"/>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6"/>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6"/>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6"/>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6"/>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6"/>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6"/>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6"/>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6"/>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6"/>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6"/>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6"/>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6"/>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6"/>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6"/>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6"/>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6"/>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6"/>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6"/>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6"/>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6"/>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6"/>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6"/>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6"/>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6"/>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6"/>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6"/>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6"/>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6"/>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6"/>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6"/>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6"/>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6"/>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6"/>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6"/>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6"/>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6"/>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6"/>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6"/>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6"/>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6"/>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6"/>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6"/>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6"/>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6"/>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6"/>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6"/>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6"/>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6"/>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6"/>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6"/>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6"/>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6"/>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6"/>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6"/>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6"/>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6"/>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6"/>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6"/>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6"/>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6"/>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6"/>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6"/>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6"/>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6"/>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6"/>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6"/>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6"/>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6"/>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6"/>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6"/>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6"/>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6"/>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6"/>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6"/>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6"/>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6"/>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6"/>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6"/>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6"/>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6"/>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6"/>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6"/>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6"/>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6"/>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6"/>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6"/>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6"/>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6"/>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6"/>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6"/>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6"/>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6"/>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6"/>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6"/>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6"/>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6"/>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6"/>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6"/>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6"/>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6"/>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6"/>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6"/>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6"/>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6"/>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6"/>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6"/>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6"/>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6"/>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6"/>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6"/>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6"/>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6"/>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6"/>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6"/>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6"/>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6"/>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6"/>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6"/>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6"/>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6"/>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6"/>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6"/>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6"/>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6"/>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6"/>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6"/>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6"/>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6"/>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6"/>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6"/>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6"/>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6"/>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6"/>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6"/>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6"/>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6"/>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6"/>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6"/>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6"/>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6"/>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6"/>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6"/>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6"/>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6"/>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6"/>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6"/>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6"/>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6"/>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6"/>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6"/>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6"/>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6"/>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6"/>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6"/>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6"/>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6"/>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6"/>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6"/>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6"/>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6"/>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6"/>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6"/>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6"/>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6"/>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6"/>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6"/>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6"/>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6"/>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6"/>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6"/>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6"/>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6"/>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6"/>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6"/>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6"/>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6"/>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6"/>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6"/>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6"/>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6"/>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6"/>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6"/>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6"/>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6"/>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6"/>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6"/>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6"/>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6"/>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6"/>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6"/>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6"/>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6"/>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6"/>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6"/>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6"/>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6"/>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6"/>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6"/>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6"/>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6"/>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6"/>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6"/>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6"/>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6"/>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6"/>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6"/>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6"/>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6"/>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6"/>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6"/>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6"/>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6"/>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6"/>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6"/>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6"/>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6"/>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6"/>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6"/>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6"/>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6"/>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6"/>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6"/>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6"/>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6"/>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6"/>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6"/>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6"/>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6"/>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6"/>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6"/>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6"/>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6"/>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6"/>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6"/>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6"/>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6"/>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6"/>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6"/>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6"/>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6"/>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6"/>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6"/>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6"/>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6"/>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6"/>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6"/>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6"/>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6"/>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6"/>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6"/>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6"/>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6"/>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6"/>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6"/>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6"/>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6"/>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6"/>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6"/>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6"/>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6"/>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6"/>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6"/>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6"/>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6"/>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6"/>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6"/>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6"/>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6"/>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6"/>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6"/>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6"/>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6"/>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6"/>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6"/>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6"/>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6"/>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6"/>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6"/>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6"/>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6"/>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6"/>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6"/>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6"/>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6"/>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6"/>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6"/>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6"/>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6"/>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6"/>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6"/>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6"/>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6"/>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6"/>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6"/>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6"/>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6"/>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6"/>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6"/>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6"/>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6"/>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6"/>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6"/>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6"/>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6"/>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6"/>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6"/>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6"/>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6"/>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6"/>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6"/>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6"/>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6"/>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6"/>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6"/>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6"/>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6"/>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6"/>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6"/>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6"/>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6"/>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6"/>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6"/>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6"/>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6"/>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6"/>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6"/>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6"/>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6"/>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6"/>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6"/>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6"/>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6"/>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6"/>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6"/>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6"/>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6"/>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6"/>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6"/>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6"/>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6"/>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6"/>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6"/>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6"/>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6"/>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6"/>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6"/>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6"/>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6"/>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6"/>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6"/>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6"/>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6"/>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6"/>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6"/>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6"/>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6"/>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6"/>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6"/>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6"/>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6"/>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6"/>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6"/>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6"/>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6"/>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6"/>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6"/>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6"/>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6"/>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6"/>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6"/>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6"/>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6"/>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6"/>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6"/>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6"/>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6"/>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6"/>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6"/>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6"/>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6"/>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6"/>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6"/>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6"/>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6"/>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6"/>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6"/>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6"/>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6"/>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6"/>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6"/>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6"/>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6"/>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6"/>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6"/>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6"/>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6"/>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6"/>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6"/>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6"/>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6"/>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6"/>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6"/>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6"/>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6"/>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6"/>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6"/>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6"/>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6"/>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6"/>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6"/>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6"/>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6"/>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6"/>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6"/>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6"/>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6"/>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6"/>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6"/>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6"/>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6"/>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6"/>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6"/>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6"/>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6"/>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6"/>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6"/>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6"/>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6"/>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6"/>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6"/>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6"/>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6"/>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6"/>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6"/>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6"/>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6"/>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6"/>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6"/>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6"/>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6"/>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6"/>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6"/>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6"/>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6"/>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6"/>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6"/>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6"/>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6"/>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6"/>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6"/>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6"/>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6"/>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6"/>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6"/>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6"/>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6"/>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6"/>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6"/>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6"/>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6"/>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6"/>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6"/>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6"/>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6"/>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6"/>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6"/>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6"/>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6"/>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6"/>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6"/>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6"/>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6"/>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6"/>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6"/>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6"/>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6"/>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6"/>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6"/>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6"/>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6"/>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6"/>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6"/>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6"/>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6"/>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6"/>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6"/>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6"/>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6"/>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6"/>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6"/>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6"/>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6"/>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6"/>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6"/>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6"/>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6"/>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6"/>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6"/>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6"/>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6"/>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6"/>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6"/>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6"/>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6"/>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6"/>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6"/>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6"/>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6"/>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6"/>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6"/>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6"/>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6"/>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6"/>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6"/>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6"/>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6"/>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6"/>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6"/>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6"/>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6"/>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6"/>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6"/>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6"/>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6"/>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6"/>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6"/>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6"/>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6"/>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6"/>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6"/>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6"/>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6"/>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6"/>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6"/>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6"/>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6"/>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6"/>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6"/>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6"/>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6"/>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6"/>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6"/>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6"/>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6"/>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6"/>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6"/>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6"/>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6"/>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6"/>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6"/>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6"/>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6"/>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6"/>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6"/>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6"/>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6"/>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6"/>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6"/>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6"/>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6"/>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6"/>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6"/>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6"/>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6"/>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6"/>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6"/>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6"/>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6"/>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6"/>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6"/>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6"/>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6"/>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6"/>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6"/>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6"/>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6"/>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6"/>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6"/>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6"/>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6"/>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6"/>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6"/>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6"/>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6"/>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6"/>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6"/>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6"/>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6"/>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6"/>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6"/>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6"/>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6"/>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6"/>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6"/>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6"/>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6"/>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6"/>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6"/>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6"/>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6"/>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6"/>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6"/>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6"/>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6"/>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6"/>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6"/>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6"/>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6"/>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6"/>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6"/>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6"/>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6"/>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6"/>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6"/>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6"/>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6"/>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6"/>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6"/>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6"/>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6"/>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6"/>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6"/>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6"/>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6"/>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6"/>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6"/>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6"/>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6"/>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6"/>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6"/>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6"/>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6"/>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6"/>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6"/>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6"/>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6"/>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6"/>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6"/>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6"/>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6"/>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6"/>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6"/>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6"/>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6"/>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6"/>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6"/>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6"/>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6"/>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6"/>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6"/>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6"/>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6"/>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6"/>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6"/>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6"/>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6"/>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6"/>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6"/>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6"/>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6"/>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6"/>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6"/>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6"/>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6"/>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6"/>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6"/>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6"/>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6"/>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6"/>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6"/>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6"/>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6"/>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6"/>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6"/>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6"/>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6"/>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6"/>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6"/>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6"/>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6"/>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6"/>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6"/>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6"/>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6"/>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6"/>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6"/>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6"/>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6"/>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6"/>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6"/>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6"/>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6"/>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6"/>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6"/>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6"/>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6"/>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6"/>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6"/>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6"/>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6"/>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6"/>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6"/>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6"/>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6"/>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6"/>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6"/>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6"/>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6"/>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6"/>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6"/>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6"/>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6"/>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6"/>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6"/>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6"/>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6"/>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6"/>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6"/>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6"/>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6"/>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6"/>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6"/>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6"/>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6"/>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6"/>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6"/>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6"/>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6"/>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6"/>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6"/>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6"/>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6"/>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6"/>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6"/>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6"/>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6"/>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6"/>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6"/>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6"/>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6"/>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6"/>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6"/>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6"/>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6"/>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6"/>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6"/>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6"/>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6"/>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6"/>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6"/>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6"/>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6"/>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6"/>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6"/>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6"/>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6"/>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6"/>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6"/>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6"/>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6"/>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6"/>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6"/>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6"/>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6"/>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6"/>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6"/>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6"/>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6"/>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6"/>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6"/>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6"/>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6"/>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6"/>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6"/>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6"/>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6"/>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6"/>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6"/>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6"/>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6"/>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6"/>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6"/>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6"/>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6"/>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6"/>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6"/>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6"/>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6"/>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6"/>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6"/>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6"/>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6"/>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6"/>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6"/>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6"/>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6"/>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6"/>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6"/>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6"/>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6"/>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6"/>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6"/>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6"/>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6"/>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6"/>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6"/>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6"/>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6"/>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6"/>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6"/>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6"/>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6"/>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6"/>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6"/>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6"/>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6"/>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6"/>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6"/>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6"/>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6"/>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6"/>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6"/>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6"/>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6"/>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6"/>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6"/>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6"/>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6"/>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6"/>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6"/>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6"/>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6"/>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6"/>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6"/>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6"/>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6"/>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6"/>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6"/>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6"/>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6"/>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6"/>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6"/>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6"/>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6"/>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6"/>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6"/>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6"/>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6"/>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6"/>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6"/>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6"/>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6"/>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6"/>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6"/>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6"/>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6"/>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6"/>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6"/>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6"/>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6"/>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6"/>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6"/>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6"/>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6"/>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6"/>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6"/>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6"/>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6"/>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6"/>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6"/>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6"/>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6"/>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6"/>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6"/>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6"/>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6"/>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6"/>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6"/>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6"/>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6"/>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6"/>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6"/>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6"/>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6"/>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6"/>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6"/>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6"/>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6"/>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6"/>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6"/>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6"/>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6"/>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6"/>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6"/>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6"/>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6"/>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6"/>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6"/>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6"/>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6"/>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6"/>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6"/>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6"/>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6"/>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6"/>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6"/>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6"/>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6"/>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6"/>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6"/>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6"/>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6"/>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6"/>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6"/>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6"/>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6"/>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6"/>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6"/>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6"/>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6"/>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6"/>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6"/>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6"/>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6"/>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6"/>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6"/>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6"/>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6"/>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6"/>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6"/>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6"/>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6"/>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6"/>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6"/>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6"/>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6"/>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6"/>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6"/>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6"/>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6"/>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6"/>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6"/>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6"/>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6"/>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6"/>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6"/>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6"/>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6"/>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6"/>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6"/>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6"/>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6"/>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6"/>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6"/>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6"/>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6"/>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6"/>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6"/>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6"/>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6"/>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6"/>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6"/>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6"/>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6"/>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6"/>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6"/>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6"/>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6"/>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6"/>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6"/>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6"/>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6"/>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6"/>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6"/>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6"/>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6"/>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6"/>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6"/>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6"/>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6"/>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6"/>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6"/>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6"/>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6"/>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6"/>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6"/>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6"/>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6"/>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6"/>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6"/>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6"/>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6"/>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6"/>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6"/>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6"/>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6"/>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6"/>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6"/>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6"/>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6"/>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6"/>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6"/>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6"/>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6"/>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6"/>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6"/>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6"/>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6"/>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6"/>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6"/>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6"/>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6"/>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6"/>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6"/>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6"/>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6"/>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6"/>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6"/>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6"/>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6"/>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6"/>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6"/>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6"/>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6"/>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6"/>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6"/>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6"/>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6"/>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6"/>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6"/>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6"/>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6"/>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6"/>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6"/>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6"/>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6"/>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6"/>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6"/>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6"/>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6"/>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6"/>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6"/>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6"/>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6"/>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6"/>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6"/>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6"/>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6"/>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6"/>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6"/>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6"/>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6"/>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6"/>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6"/>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6"/>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6"/>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6"/>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6"/>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6"/>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6"/>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6"/>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6"/>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6"/>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6"/>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6"/>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6"/>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6"/>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6"/>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6"/>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6"/>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6"/>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6"/>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6"/>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6"/>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6"/>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6"/>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6"/>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6"/>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6"/>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6"/>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6"/>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6"/>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6"/>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6"/>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6"/>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6"/>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6"/>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6"/>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6"/>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6"/>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6"/>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6"/>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6"/>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6"/>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6"/>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6"/>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6"/>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6"/>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6"/>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6"/>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6"/>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6"/>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6"/>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6"/>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6"/>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6"/>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6"/>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6"/>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6"/>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6"/>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6"/>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6"/>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6"/>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6"/>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6"/>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6"/>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6"/>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6"/>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6"/>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6"/>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6"/>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6"/>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6"/>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6"/>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6"/>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6"/>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6"/>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6"/>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6"/>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6"/>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6"/>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6"/>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6"/>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6"/>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6"/>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6"/>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6"/>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6"/>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6"/>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6"/>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6"/>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6"/>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6"/>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6"/>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6"/>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6"/>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6"/>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6"/>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6"/>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6"/>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6"/>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6"/>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6"/>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6"/>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6"/>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6"/>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6"/>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6"/>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6"/>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6"/>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6"/>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6"/>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6"/>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6"/>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6"/>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6"/>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6"/>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6"/>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6"/>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6"/>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6"/>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6"/>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6"/>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6"/>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6"/>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6"/>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6"/>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6"/>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6"/>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6"/>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6"/>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6"/>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6"/>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6"/>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6"/>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6"/>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6"/>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6"/>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6"/>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6"/>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6"/>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6"/>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6"/>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6"/>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6"/>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6"/>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6"/>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6"/>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6"/>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6"/>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6"/>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6"/>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6"/>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6"/>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6"/>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6"/>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6"/>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6"/>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6"/>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6"/>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6"/>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6"/>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6"/>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6"/>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6"/>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6"/>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6"/>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6"/>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6"/>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6"/>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6"/>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6"/>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6"/>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6"/>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6"/>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6"/>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6"/>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6"/>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6"/>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6"/>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6"/>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6"/>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6"/>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6"/>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6"/>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6"/>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6"/>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6"/>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6"/>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6"/>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6"/>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6"/>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6"/>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6"/>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6"/>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6"/>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6"/>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6"/>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6"/>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6"/>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6"/>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6"/>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6"/>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6"/>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6"/>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6"/>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6"/>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6"/>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6"/>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6"/>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6"/>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6"/>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6"/>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6"/>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6"/>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6"/>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6"/>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6"/>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6"/>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6"/>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6"/>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6"/>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6"/>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6"/>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6"/>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6"/>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6"/>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6"/>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6"/>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6"/>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6"/>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6"/>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6"/>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6"/>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6"/>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6"/>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6"/>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6"/>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6"/>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6"/>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6"/>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6"/>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6"/>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6"/>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6"/>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6"/>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6"/>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6"/>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6"/>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6"/>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6"/>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6"/>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6"/>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6"/>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6"/>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6"/>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6"/>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6"/>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6"/>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6"/>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6"/>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6"/>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6"/>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6"/>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6"/>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6"/>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6"/>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6"/>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6"/>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6"/>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6"/>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6"/>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6"/>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6"/>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6"/>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6"/>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6"/>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6"/>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6"/>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6"/>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6"/>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6"/>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6"/>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6"/>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6"/>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6"/>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6"/>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6"/>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6"/>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6"/>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6"/>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6"/>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6"/>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6"/>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6"/>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6"/>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6"/>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6"/>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6"/>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6"/>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6"/>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6"/>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6"/>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6"/>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6"/>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6"/>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6"/>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6"/>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6"/>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6"/>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6"/>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6"/>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6"/>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6"/>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6"/>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6"/>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6"/>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6"/>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6"/>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6"/>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6"/>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6"/>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6"/>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6"/>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6"/>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6"/>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6"/>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6"/>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6"/>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6"/>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6"/>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6"/>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6"/>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6"/>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6"/>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6"/>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6"/>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6"/>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6"/>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6"/>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6"/>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6"/>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6"/>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6"/>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6"/>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6"/>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6"/>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6"/>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6"/>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6"/>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6"/>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6"/>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6"/>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6"/>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6"/>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6"/>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6"/>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6"/>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6"/>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6"/>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6"/>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6"/>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6"/>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6"/>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6"/>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6"/>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6"/>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6"/>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6"/>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6"/>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6"/>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6"/>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6"/>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6"/>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6"/>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6"/>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6"/>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6"/>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6"/>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6"/>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6"/>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6"/>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6"/>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6"/>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6"/>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6"/>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6"/>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6"/>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6"/>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6"/>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6"/>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6"/>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6"/>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6"/>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6"/>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6"/>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6"/>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6"/>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6"/>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6"/>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6"/>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6"/>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6"/>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6"/>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6"/>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6"/>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6"/>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6"/>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6"/>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6"/>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6"/>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6"/>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6"/>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6"/>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6"/>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6"/>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6"/>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6"/>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6"/>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6"/>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6"/>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6"/>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6"/>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6"/>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6"/>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6"/>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6"/>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6"/>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6"/>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6"/>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6"/>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6"/>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6"/>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6"/>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6"/>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6"/>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6"/>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6"/>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6"/>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6"/>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6"/>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6"/>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6"/>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6"/>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6"/>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6"/>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6"/>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6"/>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6"/>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6"/>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6"/>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6"/>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6"/>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6"/>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6"/>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6"/>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6"/>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6"/>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6"/>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6"/>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6"/>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6"/>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6"/>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6"/>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6"/>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6"/>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6"/>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6"/>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6"/>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6"/>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6"/>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6"/>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6"/>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6"/>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6"/>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6"/>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6"/>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6"/>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6"/>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6"/>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6"/>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6"/>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6"/>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6"/>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6"/>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6"/>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6"/>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6"/>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6"/>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6"/>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6"/>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6"/>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6"/>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6"/>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6"/>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6"/>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6"/>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6"/>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6"/>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6"/>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6"/>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6"/>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6"/>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6"/>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6"/>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6"/>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6"/>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6"/>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6"/>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6"/>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6"/>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6"/>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6"/>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6"/>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6"/>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6"/>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6"/>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6"/>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6"/>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6"/>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6"/>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6"/>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6"/>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6"/>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6"/>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6"/>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6"/>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6"/>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6"/>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6"/>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6"/>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6"/>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6"/>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6"/>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6"/>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6"/>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6"/>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6"/>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6"/>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6"/>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6"/>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6"/>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6"/>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6"/>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6"/>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6"/>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6"/>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6"/>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6"/>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6"/>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6"/>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6"/>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6"/>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6"/>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6"/>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6"/>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6"/>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6"/>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6"/>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6"/>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6"/>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6"/>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6"/>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6"/>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6"/>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6"/>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6"/>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6"/>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6"/>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6"/>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6"/>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6"/>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6"/>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6"/>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6"/>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6"/>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6"/>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6"/>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6"/>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6"/>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6"/>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6"/>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6"/>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6"/>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6"/>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6"/>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6"/>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6"/>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6"/>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6"/>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6"/>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6"/>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6"/>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6"/>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6"/>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6"/>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6"/>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6"/>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6"/>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6"/>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6"/>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6"/>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6"/>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6"/>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6"/>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6"/>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6"/>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6"/>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6"/>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6"/>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6"/>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6"/>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6"/>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6"/>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6"/>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6"/>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6"/>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6"/>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6"/>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6"/>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6"/>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6"/>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6"/>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6"/>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6"/>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6"/>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6"/>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6"/>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6"/>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6"/>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6"/>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6"/>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6"/>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6"/>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6"/>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6"/>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6"/>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6"/>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6"/>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6"/>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6"/>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6"/>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6"/>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6"/>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6"/>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6"/>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6"/>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6"/>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6"/>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6"/>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6"/>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6"/>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6"/>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6"/>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6"/>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6"/>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6"/>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6"/>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6"/>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6"/>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6"/>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6"/>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6"/>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6"/>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6"/>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6"/>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6"/>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6"/>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6"/>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6"/>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6"/>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6"/>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6"/>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6"/>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6"/>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6"/>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6"/>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6"/>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6"/>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6"/>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6"/>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6"/>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6"/>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6"/>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6"/>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6"/>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6"/>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6"/>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6"/>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6"/>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6"/>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6"/>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6"/>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6"/>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6"/>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6"/>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6"/>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6"/>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6"/>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6"/>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6"/>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6"/>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6"/>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6"/>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6"/>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6"/>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6"/>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6"/>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6"/>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6"/>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6"/>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6"/>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6"/>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6"/>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6"/>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6"/>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6"/>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6"/>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6"/>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6"/>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6"/>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6"/>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6"/>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6"/>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6"/>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6"/>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6"/>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6"/>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6"/>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6"/>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6"/>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6"/>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6"/>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6"/>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6"/>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6"/>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6"/>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6"/>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6"/>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6"/>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6"/>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6"/>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6"/>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6"/>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6"/>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6"/>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6"/>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6"/>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6"/>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6"/>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6"/>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6"/>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6"/>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6"/>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6"/>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6"/>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6"/>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6"/>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6"/>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6"/>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6"/>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6"/>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6"/>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6"/>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6"/>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6"/>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6"/>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6"/>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6"/>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6"/>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6"/>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6"/>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6"/>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6"/>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6"/>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6"/>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6"/>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6"/>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6"/>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6"/>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6"/>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6"/>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6"/>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6"/>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6"/>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6"/>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6"/>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6"/>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6"/>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6"/>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6"/>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6"/>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6"/>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6"/>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6"/>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6"/>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6"/>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6"/>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6"/>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6"/>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6"/>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6"/>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6"/>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6"/>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6"/>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6"/>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6"/>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6"/>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6"/>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6"/>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6"/>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6"/>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6"/>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6"/>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6"/>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6"/>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6"/>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6"/>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6"/>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6"/>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6"/>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6"/>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6"/>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6"/>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6"/>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6"/>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6"/>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6"/>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6"/>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6"/>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6"/>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6"/>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6"/>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6"/>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6"/>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6"/>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6"/>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6"/>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6"/>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6"/>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6"/>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6"/>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6"/>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6"/>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6"/>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6"/>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6"/>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6"/>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6"/>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6"/>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6"/>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6"/>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6"/>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6"/>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6"/>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6"/>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6"/>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6"/>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6"/>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6"/>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6"/>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6"/>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6"/>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6"/>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6"/>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6"/>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6"/>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6"/>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6"/>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6"/>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6"/>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6"/>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6"/>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6"/>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6"/>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6"/>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6"/>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6"/>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6"/>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6"/>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6"/>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6"/>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6"/>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6"/>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6"/>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6"/>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6"/>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6"/>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6"/>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6"/>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6"/>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6"/>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6"/>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6"/>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6"/>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6"/>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6"/>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6"/>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6"/>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6"/>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6"/>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6"/>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6"/>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6"/>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6"/>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6"/>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6"/>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6"/>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6"/>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6"/>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6"/>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6"/>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6"/>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6"/>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6"/>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6"/>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6"/>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6"/>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6"/>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6"/>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6"/>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6"/>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6"/>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6"/>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6"/>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6"/>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6"/>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6"/>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6"/>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6"/>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6"/>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6"/>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6"/>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6"/>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6"/>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6"/>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6"/>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6"/>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6"/>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6"/>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6"/>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6"/>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6"/>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6"/>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6"/>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6"/>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6"/>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6"/>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6"/>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6"/>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6"/>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6"/>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6"/>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6"/>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6"/>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6"/>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6"/>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6"/>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6"/>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6"/>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6"/>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6"/>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6"/>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6"/>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6"/>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6"/>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6"/>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6"/>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6"/>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6"/>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6"/>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6"/>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6"/>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6"/>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6"/>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6"/>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6"/>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6"/>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6"/>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6"/>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6"/>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6"/>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6"/>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6"/>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6"/>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6"/>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6"/>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6"/>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6"/>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6"/>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6"/>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6"/>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6"/>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6"/>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6"/>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6"/>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6"/>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6"/>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6"/>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6"/>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6"/>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6"/>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6"/>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6"/>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6"/>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6"/>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6"/>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6"/>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6"/>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6"/>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6"/>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6"/>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6"/>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6"/>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6"/>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6"/>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6"/>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6"/>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6"/>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6"/>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6"/>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6"/>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6"/>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6"/>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6"/>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6"/>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6"/>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6"/>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6"/>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6"/>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6"/>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6"/>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6"/>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6"/>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6"/>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6"/>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6"/>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6"/>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6"/>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6"/>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6"/>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6"/>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6"/>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6"/>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6"/>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6"/>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6"/>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6"/>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6"/>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6"/>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6"/>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6"/>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6"/>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6"/>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6"/>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6"/>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6"/>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6"/>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6"/>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6"/>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6"/>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6"/>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6"/>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6"/>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6"/>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6"/>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6"/>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6"/>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6"/>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6"/>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6"/>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6"/>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6"/>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6"/>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6"/>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6"/>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6"/>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6"/>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6"/>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6"/>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6"/>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6"/>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6"/>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6"/>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6"/>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6"/>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6"/>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6"/>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6"/>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6"/>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6"/>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6"/>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6"/>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6"/>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6"/>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6"/>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6"/>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6"/>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6"/>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6"/>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6"/>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6"/>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6"/>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6"/>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6"/>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6"/>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6"/>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6"/>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6"/>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6"/>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6"/>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6"/>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6"/>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6"/>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6"/>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6"/>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6"/>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6"/>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6"/>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6"/>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6"/>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6"/>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6"/>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6"/>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6"/>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6"/>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6"/>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6"/>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6"/>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6"/>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6"/>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6"/>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6"/>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6"/>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6"/>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6"/>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6"/>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6"/>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6"/>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6"/>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6"/>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6"/>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6"/>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6"/>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6"/>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6"/>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6"/>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6"/>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6"/>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6"/>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6"/>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6"/>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6"/>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6"/>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6"/>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6"/>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6"/>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6"/>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6"/>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6"/>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6"/>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6"/>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6"/>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6"/>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6"/>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6"/>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6"/>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6"/>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6"/>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6"/>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6"/>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6"/>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6"/>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6"/>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6"/>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6"/>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6"/>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6"/>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6"/>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6"/>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6"/>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6"/>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6"/>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6"/>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6"/>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6"/>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6"/>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6"/>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6"/>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6"/>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6"/>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6"/>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6"/>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6"/>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6"/>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6"/>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6"/>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6"/>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6"/>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6"/>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6"/>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6"/>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6"/>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6"/>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6"/>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6"/>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6"/>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6"/>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6"/>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6"/>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6"/>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6"/>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6"/>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6"/>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6"/>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6"/>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6"/>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6"/>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6"/>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6"/>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6"/>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6"/>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6"/>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6"/>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6"/>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6"/>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6"/>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6"/>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6"/>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6"/>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6"/>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6"/>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6"/>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6"/>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6"/>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6"/>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6"/>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6"/>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6"/>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6"/>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6"/>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6"/>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6"/>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6"/>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6"/>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6"/>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6"/>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6"/>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6"/>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6"/>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6"/>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6"/>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6"/>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6"/>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6"/>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6"/>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6"/>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6"/>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6"/>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6"/>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6"/>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6"/>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6"/>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6"/>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6"/>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6"/>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6"/>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6"/>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6"/>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6"/>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6"/>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6"/>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6"/>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6"/>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6"/>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6"/>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6"/>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6"/>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6"/>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6"/>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6"/>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6"/>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6"/>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6"/>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6"/>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6"/>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6"/>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6"/>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6"/>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6"/>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6"/>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6"/>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6"/>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6"/>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6"/>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6"/>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6"/>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6"/>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6"/>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6"/>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6"/>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6"/>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6"/>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6"/>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6"/>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6"/>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6"/>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6"/>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6"/>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6"/>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6"/>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6"/>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6"/>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6"/>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6"/>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6"/>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6"/>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6"/>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6"/>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6"/>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6"/>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6"/>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6"/>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6"/>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6"/>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6"/>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6"/>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6"/>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6"/>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6"/>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6"/>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6"/>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6"/>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6"/>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6"/>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6"/>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6"/>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6"/>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6"/>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6"/>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6"/>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6"/>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6"/>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6"/>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6"/>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6"/>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6"/>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6"/>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6"/>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6"/>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6"/>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6"/>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6"/>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6"/>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6"/>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6"/>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6"/>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6"/>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6"/>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6"/>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6"/>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6"/>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6"/>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6"/>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6"/>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6"/>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6"/>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6"/>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6"/>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6"/>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6"/>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6"/>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6"/>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6"/>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6"/>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6"/>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6"/>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6"/>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6"/>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6"/>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6"/>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6"/>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6"/>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6"/>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6"/>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6"/>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6"/>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6"/>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6"/>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6"/>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6"/>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6"/>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6"/>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6"/>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6"/>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6"/>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6"/>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6"/>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6"/>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6"/>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6"/>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6"/>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6"/>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6"/>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6"/>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6"/>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6"/>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6"/>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6"/>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6"/>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6"/>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6"/>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6"/>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6"/>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6"/>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6"/>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6"/>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6"/>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6"/>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6"/>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6"/>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6"/>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6"/>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6"/>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6"/>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6"/>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6"/>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6"/>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6"/>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6"/>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6"/>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6"/>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6"/>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6"/>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6"/>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6"/>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6"/>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6"/>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6"/>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6"/>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6"/>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6"/>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6"/>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6"/>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6"/>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6"/>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6"/>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6"/>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6"/>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6"/>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6"/>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6"/>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6"/>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6"/>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6"/>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6"/>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6"/>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6"/>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6"/>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6"/>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6"/>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6"/>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6"/>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6"/>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6"/>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6"/>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6"/>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6"/>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6"/>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6"/>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6"/>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6"/>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6"/>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6"/>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6"/>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6"/>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6"/>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6"/>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6"/>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6"/>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6"/>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6"/>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6"/>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6"/>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6"/>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6"/>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6"/>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6"/>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6"/>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6"/>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6"/>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6"/>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6"/>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6"/>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6"/>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6"/>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6"/>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6"/>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6"/>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6"/>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6"/>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6"/>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6"/>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6"/>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6"/>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6"/>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6"/>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6"/>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6"/>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6"/>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6"/>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6"/>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6"/>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6"/>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6"/>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6"/>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6"/>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6"/>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6"/>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6"/>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6"/>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6"/>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6"/>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6"/>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6"/>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6"/>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6"/>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6"/>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6"/>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6"/>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6"/>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6"/>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6"/>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6"/>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6"/>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6"/>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6"/>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6"/>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6"/>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6"/>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6"/>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6"/>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6"/>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6"/>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6"/>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6"/>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6"/>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6"/>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6"/>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6"/>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6"/>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6"/>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6"/>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6"/>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6"/>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6"/>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6"/>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6"/>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6"/>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6"/>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6"/>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6"/>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6"/>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6"/>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6"/>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6"/>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6"/>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6"/>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6"/>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6"/>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6"/>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6"/>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6"/>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6"/>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6"/>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6"/>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6"/>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6"/>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6"/>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6"/>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6"/>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6"/>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6"/>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6"/>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6"/>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6"/>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6"/>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6"/>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6"/>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6"/>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6"/>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6"/>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6"/>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6"/>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6"/>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6"/>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6"/>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6"/>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6"/>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6"/>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6"/>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6"/>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6"/>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6"/>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6"/>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6"/>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6"/>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6"/>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6"/>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6"/>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6"/>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6"/>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6"/>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6"/>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6"/>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6"/>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6"/>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6"/>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6"/>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6"/>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6"/>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6"/>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6"/>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6"/>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6"/>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6"/>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6"/>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6"/>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6"/>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6"/>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6"/>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6"/>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6"/>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6"/>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6"/>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6"/>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6"/>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6"/>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6"/>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6"/>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6"/>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6"/>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6"/>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6"/>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6"/>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6"/>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6"/>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6"/>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6"/>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6"/>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6"/>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6"/>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6"/>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6"/>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6"/>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6"/>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6"/>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6"/>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6"/>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6"/>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6"/>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6"/>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6"/>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6"/>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6"/>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6"/>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6"/>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6"/>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6"/>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6"/>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6"/>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6"/>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6"/>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6"/>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6"/>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6"/>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6"/>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6"/>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6"/>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6"/>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6"/>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6"/>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6"/>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6"/>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6"/>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6"/>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6"/>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6"/>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6"/>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6"/>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6"/>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6"/>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6"/>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6"/>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6"/>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6"/>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6"/>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6"/>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6"/>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6"/>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6"/>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6"/>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6"/>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6"/>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6"/>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6"/>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6"/>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6"/>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6"/>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6"/>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6"/>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6"/>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6"/>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6"/>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6"/>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6"/>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6"/>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6"/>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6"/>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6"/>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6"/>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6"/>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6"/>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6"/>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6"/>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6"/>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6"/>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6"/>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6"/>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6"/>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6"/>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6"/>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6"/>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6"/>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6"/>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6"/>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6"/>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6"/>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6"/>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6"/>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6"/>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6"/>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6"/>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6"/>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6"/>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6"/>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6"/>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6"/>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6"/>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6"/>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6"/>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6"/>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6"/>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6"/>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6"/>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6"/>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6"/>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6"/>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6"/>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6"/>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6"/>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6"/>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6"/>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6"/>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6"/>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6"/>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6"/>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6"/>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6"/>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6"/>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6"/>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6"/>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6"/>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6"/>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6"/>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6"/>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6"/>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6"/>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6"/>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6"/>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6"/>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6"/>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6"/>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6"/>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6"/>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6"/>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6"/>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6"/>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6"/>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6"/>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6"/>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6"/>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6"/>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6"/>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6"/>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6"/>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6"/>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6"/>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6"/>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6"/>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6"/>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6"/>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6"/>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6"/>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6"/>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6"/>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6"/>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6"/>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6"/>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6"/>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6"/>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6"/>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6"/>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6"/>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6"/>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6"/>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6"/>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6"/>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6"/>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6"/>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6"/>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6"/>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6"/>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6"/>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6"/>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6"/>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6"/>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6"/>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6"/>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6"/>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6"/>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6"/>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6"/>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6"/>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6"/>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6"/>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6"/>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6"/>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6"/>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6"/>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6"/>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6"/>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6"/>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6"/>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6"/>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6"/>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6"/>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6"/>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6"/>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6"/>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6"/>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6"/>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6"/>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6"/>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6"/>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6"/>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6"/>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6"/>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6"/>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6"/>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6"/>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6"/>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6"/>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6"/>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6"/>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6"/>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6"/>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6"/>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6"/>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6"/>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6"/>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6"/>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6"/>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6"/>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6"/>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6"/>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6"/>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6"/>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6"/>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6"/>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6"/>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6"/>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6"/>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6"/>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6"/>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6"/>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6"/>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6"/>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6"/>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6"/>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6"/>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6"/>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6"/>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6"/>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6"/>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6"/>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6"/>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6"/>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6"/>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6"/>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6"/>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6"/>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6"/>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6"/>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6"/>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6"/>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6"/>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6"/>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6"/>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6"/>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6"/>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6"/>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6"/>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6"/>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6"/>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6"/>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6"/>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6"/>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6"/>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6"/>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6"/>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6"/>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6"/>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6"/>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6"/>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6"/>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6"/>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6"/>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6"/>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6"/>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6"/>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6"/>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6"/>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6"/>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6"/>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6"/>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6"/>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6"/>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6"/>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6"/>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6"/>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6"/>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6"/>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6"/>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6"/>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6"/>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6"/>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6"/>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6"/>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6"/>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6"/>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6"/>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6"/>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6"/>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6"/>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6"/>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6"/>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6"/>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6"/>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6"/>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6"/>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6"/>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6"/>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6"/>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6"/>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6"/>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6"/>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6"/>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6"/>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6"/>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6"/>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6"/>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6"/>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6"/>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6"/>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6"/>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6"/>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6"/>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6"/>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6"/>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6"/>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6"/>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6"/>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6"/>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6"/>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6"/>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6"/>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6"/>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6"/>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6"/>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6"/>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6"/>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6"/>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6"/>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6"/>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6"/>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6"/>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6"/>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6"/>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6"/>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6"/>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6"/>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6"/>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6"/>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6"/>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6"/>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6"/>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6"/>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6"/>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6"/>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6"/>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6"/>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6"/>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6"/>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6"/>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6"/>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6"/>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6"/>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6"/>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6"/>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6"/>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6"/>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6"/>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6"/>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6"/>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6"/>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6"/>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6"/>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6"/>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6"/>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6"/>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6"/>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6"/>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6"/>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6"/>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6"/>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6"/>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6"/>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6"/>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6"/>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6"/>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6"/>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6"/>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6"/>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6"/>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6"/>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6"/>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6"/>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6"/>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6"/>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6"/>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6"/>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6"/>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6"/>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6"/>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6"/>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6"/>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6"/>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6"/>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6"/>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6"/>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6"/>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6"/>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6"/>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6"/>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6"/>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6"/>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6"/>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6"/>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6"/>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6"/>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6"/>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6"/>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6"/>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6"/>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6"/>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6"/>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6"/>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6"/>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6"/>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6"/>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6"/>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6"/>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6"/>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6"/>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6"/>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6"/>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6"/>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6"/>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6"/>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6"/>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6"/>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6"/>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6"/>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6"/>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6"/>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6"/>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6"/>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6"/>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6"/>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6"/>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6"/>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6"/>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6"/>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6"/>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6"/>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6"/>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6"/>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6"/>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6"/>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6"/>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6"/>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6"/>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6"/>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6"/>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6"/>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6"/>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6"/>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6"/>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6"/>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6"/>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6"/>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6"/>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6"/>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6"/>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6"/>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6"/>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6"/>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6"/>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6"/>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6"/>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6"/>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6"/>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6"/>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6"/>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6"/>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6"/>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6"/>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6"/>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6"/>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6"/>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6"/>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6"/>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6"/>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6"/>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6"/>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6"/>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6"/>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6"/>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6"/>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6"/>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6"/>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6"/>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6"/>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6"/>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6"/>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6"/>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6"/>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6"/>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6"/>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6"/>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6"/>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6"/>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6"/>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6"/>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6"/>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6"/>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6"/>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6"/>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6"/>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6"/>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6"/>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6"/>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6"/>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6"/>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6"/>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6"/>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6"/>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6"/>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6"/>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6"/>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6"/>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6"/>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6"/>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6"/>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6"/>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6"/>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6"/>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6"/>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6"/>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6"/>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6"/>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6"/>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6"/>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6"/>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6"/>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6"/>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6"/>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6"/>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6"/>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6"/>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6"/>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6"/>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6"/>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6"/>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6"/>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6"/>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6"/>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6"/>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6"/>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6"/>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6"/>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6"/>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6"/>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6"/>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6"/>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6"/>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6"/>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6"/>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6"/>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6"/>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6"/>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6"/>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6"/>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6"/>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6"/>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6"/>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6"/>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6"/>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6"/>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6"/>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6"/>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6"/>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6"/>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6"/>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6"/>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6"/>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6"/>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6"/>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6"/>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6"/>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6"/>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6"/>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6"/>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6"/>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6"/>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6"/>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6"/>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6"/>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6"/>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6"/>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6"/>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6"/>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6"/>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6"/>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6"/>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6"/>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6"/>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6"/>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6"/>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6"/>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6"/>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6"/>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6"/>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6"/>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6"/>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6"/>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6"/>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6"/>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6"/>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6"/>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6"/>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6"/>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6"/>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6"/>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6"/>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6"/>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6"/>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6"/>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6"/>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6"/>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6"/>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6"/>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6"/>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6"/>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6"/>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6"/>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6"/>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6"/>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6"/>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6"/>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6"/>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6"/>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6"/>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6"/>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6"/>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6"/>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6"/>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6"/>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6"/>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6"/>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6"/>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6"/>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6"/>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6"/>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6"/>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6"/>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6"/>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6"/>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6"/>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6"/>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6"/>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6"/>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6"/>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6"/>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6"/>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6"/>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6"/>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6"/>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6"/>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6"/>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6"/>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6"/>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6"/>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6"/>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6"/>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6"/>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6"/>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6"/>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6"/>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6"/>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6"/>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6"/>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6"/>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6"/>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6"/>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6"/>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6"/>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6"/>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6"/>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6"/>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6"/>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6"/>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6"/>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6"/>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6"/>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6"/>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6"/>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6"/>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6"/>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6"/>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6"/>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6"/>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6"/>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6"/>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6"/>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6"/>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6"/>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6"/>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6"/>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6"/>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6"/>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6"/>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6"/>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6"/>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6"/>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6"/>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6"/>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6"/>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6"/>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6"/>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6"/>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6"/>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6"/>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6"/>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6"/>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6"/>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6"/>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6"/>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6"/>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6"/>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6"/>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6"/>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6"/>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6"/>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6"/>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6"/>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6"/>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6"/>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6"/>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6"/>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6"/>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6"/>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6"/>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6"/>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6"/>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6"/>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6"/>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6"/>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6"/>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6"/>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6"/>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6"/>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6"/>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6"/>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6"/>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6"/>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6"/>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6"/>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6"/>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6"/>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6"/>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6"/>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6"/>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6"/>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6"/>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6"/>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6"/>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6"/>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6"/>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6"/>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6"/>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6"/>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6"/>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6"/>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6"/>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6"/>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6"/>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6"/>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6"/>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6"/>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6"/>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6"/>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6"/>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6"/>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6"/>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6"/>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6"/>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6"/>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6"/>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6"/>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6"/>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6"/>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6"/>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6"/>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6"/>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6"/>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6"/>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6"/>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6"/>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6"/>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6"/>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6"/>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6"/>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6"/>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6"/>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6"/>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6"/>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6"/>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6"/>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6"/>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6"/>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6"/>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6"/>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6"/>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6"/>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6"/>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6"/>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6"/>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6"/>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6"/>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6"/>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6"/>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6"/>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6"/>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6"/>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6"/>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6"/>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6"/>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6"/>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6"/>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6"/>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6"/>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6"/>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6"/>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6"/>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6"/>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6"/>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6"/>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6"/>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6"/>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6"/>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6"/>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6"/>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6"/>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6"/>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6"/>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6"/>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6"/>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6"/>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6"/>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6"/>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6"/>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6"/>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6"/>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6"/>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6"/>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6"/>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6"/>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6"/>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6"/>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6"/>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6"/>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6"/>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6"/>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6"/>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6"/>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6"/>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6"/>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6"/>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6"/>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6"/>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6"/>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6"/>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6"/>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6"/>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6"/>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6"/>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6"/>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6"/>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6"/>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6"/>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6"/>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6"/>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6"/>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6"/>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6"/>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6"/>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6"/>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6"/>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6"/>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6"/>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6"/>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6"/>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6"/>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6"/>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6"/>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6"/>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6"/>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6"/>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6"/>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6"/>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6"/>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6"/>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6"/>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6"/>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6"/>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6"/>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6"/>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6"/>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6"/>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6"/>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6"/>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6"/>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6"/>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6"/>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6"/>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6"/>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6"/>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6"/>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6"/>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6"/>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6"/>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6"/>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6"/>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6"/>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6"/>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6"/>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6"/>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6"/>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6"/>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6"/>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6"/>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6"/>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6"/>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6"/>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6"/>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6"/>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6"/>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6"/>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6"/>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6"/>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6"/>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6"/>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6"/>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6"/>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6"/>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6"/>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6"/>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6"/>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6"/>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6"/>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6"/>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6"/>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6"/>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6"/>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6"/>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6"/>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6"/>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6"/>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6"/>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6"/>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6"/>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6"/>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6"/>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6"/>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6"/>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6"/>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6"/>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6"/>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6"/>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6"/>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6"/>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6"/>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6"/>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6"/>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6"/>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6"/>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6"/>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6"/>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6"/>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6"/>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6"/>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6"/>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6"/>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6"/>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6"/>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6"/>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6"/>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6"/>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6"/>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6"/>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6"/>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6"/>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6"/>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6"/>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6"/>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6"/>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6"/>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6"/>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6"/>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6"/>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6"/>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6"/>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6"/>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6"/>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6"/>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6"/>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6"/>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6"/>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6"/>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6"/>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6"/>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6"/>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6"/>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6"/>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6"/>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6"/>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6"/>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6"/>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6"/>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6"/>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6"/>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6"/>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6"/>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6"/>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6"/>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6"/>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6"/>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6"/>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6"/>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6"/>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6"/>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6"/>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6"/>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6"/>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6"/>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6"/>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6"/>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6"/>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6"/>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6"/>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6"/>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6"/>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6"/>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6"/>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6"/>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6"/>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6"/>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6"/>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6"/>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6"/>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6"/>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6"/>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6"/>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6"/>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6"/>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6"/>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6"/>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6"/>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6"/>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6"/>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6"/>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6"/>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6"/>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6"/>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6"/>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6"/>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6"/>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6"/>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6"/>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6"/>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6"/>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6"/>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6"/>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6"/>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6"/>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6"/>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6"/>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6"/>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6"/>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6"/>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6"/>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6"/>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6"/>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6"/>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6"/>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6"/>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6"/>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6"/>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6"/>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6"/>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6"/>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6"/>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6"/>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6"/>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6"/>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6"/>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6"/>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6"/>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6"/>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6"/>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6"/>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6"/>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6"/>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6"/>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6"/>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6"/>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5" name="Shape 8665"/>
        <p:cNvGrpSpPr/>
        <p:nvPr/>
      </p:nvGrpSpPr>
      <p:grpSpPr>
        <a:xfrm>
          <a:off x="0" y="0"/>
          <a:ext cx="0" cy="0"/>
          <a:chOff x="0" y="0"/>
          <a:chExt cx="0" cy="0"/>
        </a:xfrm>
      </p:grpSpPr>
      <p:grpSp>
        <p:nvGrpSpPr>
          <p:cNvPr id="8666" name="Google Shape;8666;p77"/>
          <p:cNvGrpSpPr/>
          <p:nvPr/>
        </p:nvGrpSpPr>
        <p:grpSpPr>
          <a:xfrm>
            <a:off x="2100561" y="3398658"/>
            <a:ext cx="1102891" cy="760337"/>
            <a:chOff x="4967783" y="2151471"/>
            <a:chExt cx="3920692" cy="2702940"/>
          </a:xfrm>
        </p:grpSpPr>
        <p:grpSp>
          <p:nvGrpSpPr>
            <p:cNvPr id="8667" name="Google Shape;8667;p77"/>
            <p:cNvGrpSpPr/>
            <p:nvPr/>
          </p:nvGrpSpPr>
          <p:grpSpPr>
            <a:xfrm>
              <a:off x="5045709" y="2252109"/>
              <a:ext cx="3761071" cy="2501708"/>
              <a:chOff x="2691784" y="1805334"/>
              <a:chExt cx="3761071" cy="2501708"/>
            </a:xfrm>
          </p:grpSpPr>
          <p:sp>
            <p:nvSpPr>
              <p:cNvPr id="8668" name="Google Shape;8668;p77"/>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7"/>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7"/>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7"/>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7"/>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7"/>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7"/>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77"/>
            <p:cNvGrpSpPr/>
            <p:nvPr/>
          </p:nvGrpSpPr>
          <p:grpSpPr>
            <a:xfrm>
              <a:off x="4967783" y="2151471"/>
              <a:ext cx="3920692" cy="2702940"/>
              <a:chOff x="2613858" y="1704696"/>
              <a:chExt cx="3920692" cy="2702940"/>
            </a:xfrm>
          </p:grpSpPr>
          <p:sp>
            <p:nvSpPr>
              <p:cNvPr id="8676" name="Google Shape;8676;p77"/>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7"/>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7"/>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7"/>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7"/>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81" name="Google Shape;8681;p77"/>
          <p:cNvGrpSpPr/>
          <p:nvPr/>
        </p:nvGrpSpPr>
        <p:grpSpPr>
          <a:xfrm>
            <a:off x="3504470" y="1286935"/>
            <a:ext cx="1561911" cy="708580"/>
            <a:chOff x="3530532" y="1496185"/>
            <a:chExt cx="1561911" cy="708580"/>
          </a:xfrm>
        </p:grpSpPr>
        <p:grpSp>
          <p:nvGrpSpPr>
            <p:cNvPr id="8682" name="Google Shape;8682;p77"/>
            <p:cNvGrpSpPr/>
            <p:nvPr/>
          </p:nvGrpSpPr>
          <p:grpSpPr>
            <a:xfrm>
              <a:off x="3720318" y="1857562"/>
              <a:ext cx="1372125" cy="54"/>
              <a:chOff x="3720318" y="1857562"/>
              <a:chExt cx="1372125" cy="54"/>
            </a:xfrm>
          </p:grpSpPr>
          <p:cxnSp>
            <p:nvCxnSpPr>
              <p:cNvPr id="8683" name="Google Shape;8683;p77"/>
              <p:cNvCxnSpPr>
                <a:endCxn id="8684"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685" name="Google Shape;8685;p77"/>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686" name="Google Shape;8686;p77"/>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687" name="Google Shape;8687;p77"/>
              <p:cNvCxnSpPr>
                <a:stCxn id="8684"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688" name="Google Shape;8688;p77"/>
            <p:cNvGrpSpPr/>
            <p:nvPr/>
          </p:nvGrpSpPr>
          <p:grpSpPr>
            <a:xfrm>
              <a:off x="3567462" y="1496185"/>
              <a:ext cx="286500" cy="272914"/>
              <a:chOff x="3567462" y="1496185"/>
              <a:chExt cx="286500" cy="272914"/>
            </a:xfrm>
          </p:grpSpPr>
          <p:cxnSp>
            <p:nvCxnSpPr>
              <p:cNvPr id="8689" name="Google Shape;8689;p77"/>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690" name="Google Shape;8690;p77"/>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1" name="Google Shape;8691;p77"/>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7"/>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3" name="Google Shape;8693;p77"/>
            <p:cNvGrpSpPr/>
            <p:nvPr/>
          </p:nvGrpSpPr>
          <p:grpSpPr>
            <a:xfrm>
              <a:off x="3929014" y="1960574"/>
              <a:ext cx="286500" cy="242342"/>
              <a:chOff x="3929014" y="1960574"/>
              <a:chExt cx="286500" cy="242342"/>
            </a:xfrm>
          </p:grpSpPr>
          <p:cxnSp>
            <p:nvCxnSpPr>
              <p:cNvPr id="8694" name="Google Shape;8694;p77"/>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695" name="Google Shape;8695;p77"/>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6" name="Google Shape;8696;p77"/>
            <p:cNvGrpSpPr/>
            <p:nvPr/>
          </p:nvGrpSpPr>
          <p:grpSpPr>
            <a:xfrm>
              <a:off x="4290828" y="1496185"/>
              <a:ext cx="286500" cy="272914"/>
              <a:chOff x="4290828" y="1496185"/>
              <a:chExt cx="286500" cy="272914"/>
            </a:xfrm>
          </p:grpSpPr>
          <p:cxnSp>
            <p:nvCxnSpPr>
              <p:cNvPr id="8697" name="Google Shape;8697;p77"/>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698" name="Google Shape;8698;p77"/>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9" name="Google Shape;8699;p77"/>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7"/>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0" name="Google Shape;8700;p77"/>
            <p:cNvGrpSpPr/>
            <p:nvPr/>
          </p:nvGrpSpPr>
          <p:grpSpPr>
            <a:xfrm>
              <a:off x="4657726" y="1959674"/>
              <a:ext cx="286500" cy="245092"/>
              <a:chOff x="4657726" y="1959674"/>
              <a:chExt cx="286500" cy="245092"/>
            </a:xfrm>
          </p:grpSpPr>
          <p:cxnSp>
            <p:nvCxnSpPr>
              <p:cNvPr id="8701" name="Google Shape;8701;p77"/>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702" name="Google Shape;8702;p77"/>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03" name="Google Shape;8703;p77"/>
          <p:cNvGrpSpPr/>
          <p:nvPr/>
        </p:nvGrpSpPr>
        <p:grpSpPr>
          <a:xfrm>
            <a:off x="3486489" y="2149032"/>
            <a:ext cx="1597032" cy="378649"/>
            <a:chOff x="3512551" y="2358282"/>
            <a:chExt cx="1597032" cy="378649"/>
          </a:xfrm>
        </p:grpSpPr>
        <p:grpSp>
          <p:nvGrpSpPr>
            <p:cNvPr id="8704" name="Google Shape;8704;p77"/>
            <p:cNvGrpSpPr/>
            <p:nvPr/>
          </p:nvGrpSpPr>
          <p:grpSpPr>
            <a:xfrm>
              <a:off x="3738198" y="2553002"/>
              <a:ext cx="1145834" cy="117"/>
              <a:chOff x="3738198" y="2553002"/>
              <a:chExt cx="1145834" cy="117"/>
            </a:xfrm>
          </p:grpSpPr>
          <p:cxnSp>
            <p:nvCxnSpPr>
              <p:cNvPr id="8705" name="Google Shape;8705;p77"/>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706" name="Google Shape;8706;p77"/>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707" name="Google Shape;8707;p77"/>
              <p:cNvCxnSpPr>
                <a:stCxn id="8708" idx="6"/>
                <a:endCxn id="8709"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710" name="Google Shape;8710;p77"/>
            <p:cNvGrpSpPr/>
            <p:nvPr/>
          </p:nvGrpSpPr>
          <p:grpSpPr>
            <a:xfrm>
              <a:off x="3969644" y="2440153"/>
              <a:ext cx="225900" cy="296779"/>
              <a:chOff x="3969644" y="2440153"/>
              <a:chExt cx="225900" cy="296779"/>
            </a:xfrm>
          </p:grpSpPr>
          <p:cxnSp>
            <p:nvCxnSpPr>
              <p:cNvPr id="8711" name="Google Shape;8711;p77"/>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709" name="Google Shape;8709;p77"/>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7"/>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77"/>
            <p:cNvGrpSpPr/>
            <p:nvPr/>
          </p:nvGrpSpPr>
          <p:grpSpPr>
            <a:xfrm>
              <a:off x="4426818" y="2358282"/>
              <a:ext cx="225600" cy="307471"/>
              <a:chOff x="4426818" y="2358282"/>
              <a:chExt cx="225600" cy="307471"/>
            </a:xfrm>
          </p:grpSpPr>
          <p:cxnSp>
            <p:nvCxnSpPr>
              <p:cNvPr id="8714" name="Google Shape;8714;p77"/>
              <p:cNvCxnSpPr>
                <a:stCxn id="8715"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716" name="Google Shape;8716;p77"/>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7"/>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7" name="Google Shape;8717;p77"/>
            <p:cNvGrpSpPr/>
            <p:nvPr/>
          </p:nvGrpSpPr>
          <p:grpSpPr>
            <a:xfrm>
              <a:off x="4883984" y="2440153"/>
              <a:ext cx="225600" cy="296479"/>
              <a:chOff x="4883984" y="2440153"/>
              <a:chExt cx="225600" cy="296479"/>
            </a:xfrm>
          </p:grpSpPr>
          <p:cxnSp>
            <p:nvCxnSpPr>
              <p:cNvPr id="8718" name="Google Shape;8718;p77"/>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719" name="Google Shape;8719;p77"/>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7"/>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77"/>
            <p:cNvGrpSpPr/>
            <p:nvPr/>
          </p:nvGrpSpPr>
          <p:grpSpPr>
            <a:xfrm>
              <a:off x="3512551" y="2358356"/>
              <a:ext cx="225647" cy="307629"/>
              <a:chOff x="2182679" y="2005014"/>
              <a:chExt cx="792300" cy="1080158"/>
            </a:xfrm>
          </p:grpSpPr>
          <p:cxnSp>
            <p:nvCxnSpPr>
              <p:cNvPr id="8722" name="Google Shape;8722;p77"/>
              <p:cNvCxnSpPr>
                <a:stCxn id="8723"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708" name="Google Shape;8708;p77"/>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7"/>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24" name="Google Shape;8724;p77"/>
          <p:cNvGrpSpPr/>
          <p:nvPr/>
        </p:nvGrpSpPr>
        <p:grpSpPr>
          <a:xfrm>
            <a:off x="6846571" y="972829"/>
            <a:ext cx="1559809" cy="722610"/>
            <a:chOff x="634175" y="2986275"/>
            <a:chExt cx="3147949" cy="1458344"/>
          </a:xfrm>
        </p:grpSpPr>
        <p:cxnSp>
          <p:nvCxnSpPr>
            <p:cNvPr id="8725" name="Google Shape;8725;p77"/>
            <p:cNvCxnSpPr>
              <a:stCxn id="8726" idx="4"/>
              <a:endCxn id="8727"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728" name="Google Shape;8728;p77"/>
            <p:cNvCxnSpPr>
              <a:stCxn id="8727" idx="0"/>
              <a:endCxn id="8729"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730" name="Google Shape;8730;p77"/>
            <p:cNvCxnSpPr>
              <a:stCxn id="8729" idx="4"/>
              <a:endCxn id="8731"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732" name="Google Shape;8732;p77"/>
            <p:cNvCxnSpPr>
              <a:stCxn id="8731" idx="0"/>
              <a:endCxn id="8733"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733" name="Google Shape;8733;p77"/>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729" name="Google Shape;8729;p77"/>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726" name="Google Shape;8726;p77"/>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731" name="Google Shape;8731;p77"/>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727" name="Google Shape;8727;p77"/>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734" name="Google Shape;8734;p77"/>
          <p:cNvGrpSpPr/>
          <p:nvPr/>
        </p:nvGrpSpPr>
        <p:grpSpPr>
          <a:xfrm>
            <a:off x="3500361" y="2682737"/>
            <a:ext cx="1570719" cy="294123"/>
            <a:chOff x="998425" y="1182125"/>
            <a:chExt cx="1065400" cy="199500"/>
          </a:xfrm>
        </p:grpSpPr>
        <p:sp>
          <p:nvSpPr>
            <p:cNvPr id="8735" name="Google Shape;8735;p7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0" name="Google Shape;8740;p77"/>
          <p:cNvGrpSpPr/>
          <p:nvPr/>
        </p:nvGrpSpPr>
        <p:grpSpPr>
          <a:xfrm>
            <a:off x="6843617" y="1800224"/>
            <a:ext cx="1565716" cy="366729"/>
            <a:chOff x="1247650" y="2075423"/>
            <a:chExt cx="6648477" cy="1557238"/>
          </a:xfrm>
        </p:grpSpPr>
        <p:sp>
          <p:nvSpPr>
            <p:cNvPr id="8741" name="Google Shape;8741;p7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77"/>
          <p:cNvGrpSpPr/>
          <p:nvPr/>
        </p:nvGrpSpPr>
        <p:grpSpPr>
          <a:xfrm>
            <a:off x="6827929" y="2949039"/>
            <a:ext cx="1597061" cy="663440"/>
            <a:chOff x="6796238" y="3158297"/>
            <a:chExt cx="1630319" cy="677257"/>
          </a:xfrm>
        </p:grpSpPr>
        <p:cxnSp>
          <p:nvCxnSpPr>
            <p:cNvPr id="8748" name="Google Shape;8748;p77"/>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749" name="Google Shape;8749;p77"/>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750" name="Google Shape;8750;p77"/>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751" name="Google Shape;8751;p77"/>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752" name="Google Shape;8752;p77"/>
            <p:cNvGrpSpPr/>
            <p:nvPr/>
          </p:nvGrpSpPr>
          <p:grpSpPr>
            <a:xfrm>
              <a:off x="6796238" y="3311904"/>
              <a:ext cx="1630319" cy="377697"/>
              <a:chOff x="6796238" y="3311904"/>
              <a:chExt cx="1630319" cy="377697"/>
            </a:xfrm>
          </p:grpSpPr>
          <p:sp>
            <p:nvSpPr>
              <p:cNvPr id="8753" name="Google Shape;8753;p77"/>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7"/>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7"/>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56" name="Google Shape;8756;p77"/>
          <p:cNvGrpSpPr/>
          <p:nvPr/>
        </p:nvGrpSpPr>
        <p:grpSpPr>
          <a:xfrm>
            <a:off x="5349067" y="970431"/>
            <a:ext cx="1368606" cy="1593805"/>
            <a:chOff x="1839112" y="2209163"/>
            <a:chExt cx="1918159" cy="2233784"/>
          </a:xfrm>
        </p:grpSpPr>
        <p:sp>
          <p:nvSpPr>
            <p:cNvPr id="8757" name="Google Shape;8757;p77"/>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7"/>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7"/>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60" name="Google Shape;8760;p77"/>
            <p:cNvCxnSpPr>
              <a:stCxn id="8757" idx="6"/>
              <a:endCxn id="8758"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761" name="Google Shape;8761;p77"/>
            <p:cNvCxnSpPr>
              <a:stCxn id="8758" idx="4"/>
              <a:endCxn id="8762"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763" name="Google Shape;8763;p77"/>
            <p:cNvCxnSpPr>
              <a:stCxn id="8762" idx="6"/>
              <a:endCxn id="8759"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764" name="Google Shape;8764;p77"/>
            <p:cNvCxnSpPr>
              <a:stCxn id="8759" idx="4"/>
              <a:endCxn id="8765"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762" name="Google Shape;8762;p77"/>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7"/>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7"/>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67" name="Google Shape;8767;p77"/>
            <p:cNvCxnSpPr>
              <a:endCxn id="8766"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768" name="Google Shape;8768;p77"/>
          <p:cNvGrpSpPr/>
          <p:nvPr/>
        </p:nvGrpSpPr>
        <p:grpSpPr>
          <a:xfrm>
            <a:off x="3481440" y="976667"/>
            <a:ext cx="1637968" cy="154942"/>
            <a:chOff x="238125" y="2506075"/>
            <a:chExt cx="7115411" cy="673075"/>
          </a:xfrm>
        </p:grpSpPr>
        <p:sp>
          <p:nvSpPr>
            <p:cNvPr id="8769" name="Google Shape;8769;p7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4" name="Google Shape;8774;p77"/>
          <p:cNvGrpSpPr/>
          <p:nvPr/>
        </p:nvGrpSpPr>
        <p:grpSpPr>
          <a:xfrm>
            <a:off x="720125" y="1298264"/>
            <a:ext cx="2476762" cy="91743"/>
            <a:chOff x="1464850" y="436376"/>
            <a:chExt cx="6001362" cy="222300"/>
          </a:xfrm>
        </p:grpSpPr>
        <p:sp>
          <p:nvSpPr>
            <p:cNvPr id="8775" name="Google Shape;8775;p77"/>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7"/>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7"/>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7"/>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7"/>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0" name="Google Shape;8780;p77"/>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781" name="Google Shape;8781;p77"/>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782" name="Google Shape;8782;p77"/>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783" name="Google Shape;8783;p77"/>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784" name="Google Shape;8784;p77"/>
          <p:cNvGrpSpPr/>
          <p:nvPr/>
        </p:nvGrpSpPr>
        <p:grpSpPr>
          <a:xfrm>
            <a:off x="706392" y="2533730"/>
            <a:ext cx="1452710" cy="651923"/>
            <a:chOff x="803162" y="2667727"/>
            <a:chExt cx="1411906" cy="633611"/>
          </a:xfrm>
        </p:grpSpPr>
        <p:cxnSp>
          <p:nvCxnSpPr>
            <p:cNvPr id="8785" name="Google Shape;8785;p77"/>
            <p:cNvCxnSpPr>
              <a:stCxn id="8786" idx="2"/>
              <a:endCxn id="8787"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788" name="Google Shape;8788;p77"/>
            <p:cNvCxnSpPr>
              <a:stCxn id="8789" idx="0"/>
              <a:endCxn id="8786"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790" name="Google Shape;8790;p77"/>
            <p:cNvCxnSpPr>
              <a:stCxn id="8789" idx="2"/>
              <a:endCxn id="8791"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792" name="Google Shape;8792;p77"/>
            <p:cNvCxnSpPr>
              <a:stCxn id="8793" idx="0"/>
              <a:endCxn id="8789"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794" name="Google Shape;8794;p77"/>
            <p:cNvCxnSpPr>
              <a:stCxn id="8787" idx="2"/>
              <a:endCxn id="8795"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796" name="Google Shape;8796;p77"/>
            <p:cNvCxnSpPr>
              <a:stCxn id="8797" idx="0"/>
              <a:endCxn id="8787"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793" name="Google Shape;8793;p77"/>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791" name="Google Shape;8791;p77"/>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797" name="Google Shape;8797;p77"/>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795" name="Google Shape;8795;p77"/>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787" name="Google Shape;8787;p77"/>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789" name="Google Shape;8789;p77"/>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786" name="Google Shape;8786;p77"/>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798" name="Google Shape;8798;p77"/>
          <p:cNvGrpSpPr/>
          <p:nvPr/>
        </p:nvGrpSpPr>
        <p:grpSpPr>
          <a:xfrm>
            <a:off x="706394" y="969268"/>
            <a:ext cx="2518541" cy="209309"/>
            <a:chOff x="803163" y="1111966"/>
            <a:chExt cx="2447800" cy="203430"/>
          </a:xfrm>
        </p:grpSpPr>
        <p:grpSp>
          <p:nvGrpSpPr>
            <p:cNvPr id="8799" name="Google Shape;8799;p77"/>
            <p:cNvGrpSpPr/>
            <p:nvPr/>
          </p:nvGrpSpPr>
          <p:grpSpPr>
            <a:xfrm>
              <a:off x="1958180" y="1111966"/>
              <a:ext cx="588019" cy="121396"/>
              <a:chOff x="4808316" y="2800065"/>
              <a:chExt cx="1999386" cy="412910"/>
            </a:xfrm>
          </p:grpSpPr>
          <p:sp>
            <p:nvSpPr>
              <p:cNvPr id="8800" name="Google Shape;8800;p77"/>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1" name="Google Shape;8801;p77"/>
              <p:cNvGrpSpPr/>
              <p:nvPr/>
            </p:nvGrpSpPr>
            <p:grpSpPr>
              <a:xfrm>
                <a:off x="4808316" y="2800065"/>
                <a:ext cx="92400" cy="411825"/>
                <a:chOff x="845575" y="2563700"/>
                <a:chExt cx="92400" cy="411825"/>
              </a:xfrm>
            </p:grpSpPr>
            <p:cxnSp>
              <p:nvCxnSpPr>
                <p:cNvPr id="8802" name="Google Shape;8802;p7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803" name="Google Shape;8803;p7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804" name="Google Shape;8804;p77"/>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805" name="Google Shape;8805;p77"/>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6" name="Google Shape;8806;p77"/>
            <p:cNvGrpSpPr/>
            <p:nvPr/>
          </p:nvGrpSpPr>
          <p:grpSpPr>
            <a:xfrm>
              <a:off x="803163" y="1111974"/>
              <a:ext cx="591158" cy="121545"/>
              <a:chOff x="803163" y="1111974"/>
              <a:chExt cx="591158" cy="121545"/>
            </a:xfrm>
          </p:grpSpPr>
          <p:grpSp>
            <p:nvGrpSpPr>
              <p:cNvPr id="8807" name="Google Shape;8807;p77"/>
              <p:cNvGrpSpPr/>
              <p:nvPr/>
            </p:nvGrpSpPr>
            <p:grpSpPr>
              <a:xfrm>
                <a:off x="803163" y="1111974"/>
                <a:ext cx="27175" cy="121077"/>
                <a:chOff x="845575" y="2563700"/>
                <a:chExt cx="92400" cy="411825"/>
              </a:xfrm>
            </p:grpSpPr>
            <p:cxnSp>
              <p:nvCxnSpPr>
                <p:cNvPr id="8808" name="Google Shape;8808;p7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809" name="Google Shape;8809;p7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0" name="Google Shape;8810;p77"/>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77"/>
            <p:cNvGrpSpPr/>
            <p:nvPr/>
          </p:nvGrpSpPr>
          <p:grpSpPr>
            <a:xfrm>
              <a:off x="1381910" y="1194219"/>
              <a:ext cx="588341" cy="121177"/>
              <a:chOff x="1381910" y="1194219"/>
              <a:chExt cx="588341" cy="121177"/>
            </a:xfrm>
          </p:grpSpPr>
          <p:grpSp>
            <p:nvGrpSpPr>
              <p:cNvPr id="8812" name="Google Shape;8812;p77"/>
              <p:cNvGrpSpPr/>
              <p:nvPr/>
            </p:nvGrpSpPr>
            <p:grpSpPr>
              <a:xfrm rot="10800000">
                <a:off x="1381910" y="1194319"/>
                <a:ext cx="27175" cy="121077"/>
                <a:chOff x="2070100" y="2563700"/>
                <a:chExt cx="92400" cy="411825"/>
              </a:xfrm>
            </p:grpSpPr>
            <p:cxnSp>
              <p:nvCxnSpPr>
                <p:cNvPr id="8813" name="Google Shape;8813;p7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814" name="Google Shape;8814;p7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5" name="Google Shape;8815;p77"/>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6" name="Google Shape;8816;p77"/>
            <p:cNvGrpSpPr/>
            <p:nvPr/>
          </p:nvGrpSpPr>
          <p:grpSpPr>
            <a:xfrm>
              <a:off x="2532079" y="1194219"/>
              <a:ext cx="704927" cy="121177"/>
              <a:chOff x="2532079" y="1194219"/>
              <a:chExt cx="704927" cy="121177"/>
            </a:xfrm>
          </p:grpSpPr>
          <p:grpSp>
            <p:nvGrpSpPr>
              <p:cNvPr id="8817" name="Google Shape;8817;p77"/>
              <p:cNvGrpSpPr/>
              <p:nvPr/>
            </p:nvGrpSpPr>
            <p:grpSpPr>
              <a:xfrm rot="10800000">
                <a:off x="2532079" y="1194319"/>
                <a:ext cx="27175" cy="121077"/>
                <a:chOff x="2070100" y="2563700"/>
                <a:chExt cx="92400" cy="411825"/>
              </a:xfrm>
            </p:grpSpPr>
            <p:cxnSp>
              <p:nvCxnSpPr>
                <p:cNvPr id="8818" name="Google Shape;8818;p7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819" name="Google Shape;8819;p7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0" name="Google Shape;8820;p77"/>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21" name="Google Shape;8821;p77"/>
          <p:cNvGrpSpPr/>
          <p:nvPr/>
        </p:nvGrpSpPr>
        <p:grpSpPr>
          <a:xfrm>
            <a:off x="3499404" y="3665900"/>
            <a:ext cx="1567778" cy="491677"/>
            <a:chOff x="5194708" y="3484366"/>
            <a:chExt cx="3148148" cy="987304"/>
          </a:xfrm>
        </p:grpSpPr>
        <p:grpSp>
          <p:nvGrpSpPr>
            <p:cNvPr id="8822" name="Google Shape;8822;p77"/>
            <p:cNvGrpSpPr/>
            <p:nvPr/>
          </p:nvGrpSpPr>
          <p:grpSpPr>
            <a:xfrm>
              <a:off x="7531521" y="3484366"/>
              <a:ext cx="811335" cy="987304"/>
              <a:chOff x="3379425" y="1617275"/>
              <a:chExt cx="1090650" cy="1327200"/>
            </a:xfrm>
          </p:grpSpPr>
          <p:sp>
            <p:nvSpPr>
              <p:cNvPr id="8823" name="Google Shape;8823;p7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77"/>
            <p:cNvGrpSpPr/>
            <p:nvPr/>
          </p:nvGrpSpPr>
          <p:grpSpPr>
            <a:xfrm>
              <a:off x="6752546" y="3484366"/>
              <a:ext cx="811428" cy="987304"/>
              <a:chOff x="2332275" y="1617275"/>
              <a:chExt cx="1090775" cy="1327200"/>
            </a:xfrm>
          </p:grpSpPr>
          <p:sp>
            <p:nvSpPr>
              <p:cNvPr id="8827" name="Google Shape;8827;p7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0" name="Google Shape;8830;p77"/>
            <p:cNvGrpSpPr/>
            <p:nvPr/>
          </p:nvGrpSpPr>
          <p:grpSpPr>
            <a:xfrm>
              <a:off x="5973664" y="3484366"/>
              <a:ext cx="811335" cy="987304"/>
              <a:chOff x="1285250" y="1617275"/>
              <a:chExt cx="1090650" cy="1327200"/>
            </a:xfrm>
          </p:grpSpPr>
          <p:sp>
            <p:nvSpPr>
              <p:cNvPr id="8831" name="Google Shape;8831;p7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77"/>
            <p:cNvGrpSpPr/>
            <p:nvPr/>
          </p:nvGrpSpPr>
          <p:grpSpPr>
            <a:xfrm>
              <a:off x="5194708" y="3484366"/>
              <a:ext cx="811409" cy="987304"/>
              <a:chOff x="238125" y="1617275"/>
              <a:chExt cx="1090750" cy="1327200"/>
            </a:xfrm>
          </p:grpSpPr>
          <p:sp>
            <p:nvSpPr>
              <p:cNvPr id="8835" name="Google Shape;8835;p7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38" name="Google Shape;8838;p77"/>
          <p:cNvGrpSpPr/>
          <p:nvPr/>
        </p:nvGrpSpPr>
        <p:grpSpPr>
          <a:xfrm>
            <a:off x="3460013" y="3146311"/>
            <a:ext cx="1616964" cy="346256"/>
            <a:chOff x="1808063" y="4294338"/>
            <a:chExt cx="3370782" cy="721817"/>
          </a:xfrm>
        </p:grpSpPr>
        <p:sp>
          <p:nvSpPr>
            <p:cNvPr id="8839" name="Google Shape;8839;p7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9" name="Google Shape;8849;p77"/>
          <p:cNvGrpSpPr/>
          <p:nvPr/>
        </p:nvGrpSpPr>
        <p:grpSpPr>
          <a:xfrm>
            <a:off x="738225" y="3432340"/>
            <a:ext cx="1295882" cy="646587"/>
            <a:chOff x="834100" y="3642869"/>
            <a:chExt cx="1259483" cy="628426"/>
          </a:xfrm>
        </p:grpSpPr>
        <p:sp>
          <p:nvSpPr>
            <p:cNvPr id="8850" name="Google Shape;8850;p77"/>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7"/>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7"/>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7"/>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7"/>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7"/>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7"/>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7"/>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7"/>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7"/>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7"/>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7"/>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7"/>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7"/>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7"/>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7"/>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7"/>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7"/>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7"/>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7"/>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7"/>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7"/>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7"/>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7"/>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7"/>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5" name="Google Shape;8875;p77"/>
            <p:cNvGrpSpPr/>
            <p:nvPr/>
          </p:nvGrpSpPr>
          <p:grpSpPr>
            <a:xfrm>
              <a:off x="1360364" y="3847835"/>
              <a:ext cx="208119" cy="224359"/>
              <a:chOff x="1360769" y="3847100"/>
              <a:chExt cx="208119" cy="224359"/>
            </a:xfrm>
          </p:grpSpPr>
          <p:sp>
            <p:nvSpPr>
              <p:cNvPr id="8876" name="Google Shape;8876;p77"/>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7"/>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7"/>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7"/>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7"/>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7"/>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7"/>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7"/>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7"/>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7"/>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7"/>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7"/>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7"/>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7"/>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7"/>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7"/>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7"/>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7"/>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7"/>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7"/>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6" name="Google Shape;8896;p77"/>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7"/>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7"/>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7"/>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7"/>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7"/>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7"/>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7"/>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7"/>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7"/>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7"/>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7"/>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7"/>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7"/>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0" name="Google Shape;8910;p77"/>
          <p:cNvGrpSpPr/>
          <p:nvPr/>
        </p:nvGrpSpPr>
        <p:grpSpPr>
          <a:xfrm rot="5400000">
            <a:off x="5951338" y="3228837"/>
            <a:ext cx="164064" cy="1414916"/>
            <a:chOff x="4428249" y="1369375"/>
            <a:chExt cx="36905" cy="429569"/>
          </a:xfrm>
        </p:grpSpPr>
        <p:sp>
          <p:nvSpPr>
            <p:cNvPr id="8911" name="Google Shape;8911;p77"/>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7"/>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7"/>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7"/>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7"/>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7"/>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7"/>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7"/>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7"/>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7"/>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7"/>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7"/>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7"/>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7"/>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7"/>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7"/>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7"/>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7"/>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7"/>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7"/>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7"/>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7"/>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7"/>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7"/>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7"/>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7"/>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7"/>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7"/>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7"/>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7"/>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7"/>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7"/>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77"/>
          <p:cNvGrpSpPr/>
          <p:nvPr/>
        </p:nvGrpSpPr>
        <p:grpSpPr>
          <a:xfrm flipH="1" rot="10800000">
            <a:off x="5323767" y="2817380"/>
            <a:ext cx="1419207" cy="24808"/>
            <a:chOff x="219558" y="4738465"/>
            <a:chExt cx="5852400" cy="102300"/>
          </a:xfrm>
        </p:grpSpPr>
        <p:cxnSp>
          <p:nvCxnSpPr>
            <p:cNvPr id="8944" name="Google Shape;8944;p77"/>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945" name="Google Shape;8945;p77"/>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7"/>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7"/>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7"/>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7"/>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0" name="Google Shape;8950;p77"/>
          <p:cNvGrpSpPr/>
          <p:nvPr/>
        </p:nvGrpSpPr>
        <p:grpSpPr>
          <a:xfrm>
            <a:off x="5335086" y="3190444"/>
            <a:ext cx="1396570" cy="385016"/>
            <a:chOff x="5286284" y="2966544"/>
            <a:chExt cx="1396570" cy="385016"/>
          </a:xfrm>
        </p:grpSpPr>
        <p:cxnSp>
          <p:nvCxnSpPr>
            <p:cNvPr id="8951" name="Google Shape;8951;p77"/>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952" name="Google Shape;8952;p77"/>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953" name="Google Shape;8953;p77"/>
            <p:cNvGrpSpPr/>
            <p:nvPr/>
          </p:nvGrpSpPr>
          <p:grpSpPr>
            <a:xfrm>
              <a:off x="5287688" y="3173364"/>
              <a:ext cx="1395166" cy="74100"/>
              <a:chOff x="5287688" y="3173364"/>
              <a:chExt cx="1395166" cy="74100"/>
            </a:xfrm>
          </p:grpSpPr>
          <p:cxnSp>
            <p:nvCxnSpPr>
              <p:cNvPr id="8954" name="Google Shape;8954;p77"/>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955" name="Google Shape;8955;p77"/>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956" name="Google Shape;8956;p77"/>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957" name="Google Shape;8957;p77"/>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958" name="Google Shape;8958;p77"/>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959" name="Google Shape;8959;p77"/>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960" name="Google Shape;8960;p77"/>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961" name="Google Shape;8961;p77"/>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962" name="Google Shape;8962;p77"/>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963" name="Google Shape;8963;p77"/>
          <p:cNvGrpSpPr/>
          <p:nvPr/>
        </p:nvGrpSpPr>
        <p:grpSpPr>
          <a:xfrm>
            <a:off x="2021151" y="1609220"/>
            <a:ext cx="1182276" cy="662027"/>
            <a:chOff x="2029517" y="1732295"/>
            <a:chExt cx="1149068" cy="643432"/>
          </a:xfrm>
        </p:grpSpPr>
        <p:grpSp>
          <p:nvGrpSpPr>
            <p:cNvPr id="8964" name="Google Shape;8964;p77"/>
            <p:cNvGrpSpPr/>
            <p:nvPr/>
          </p:nvGrpSpPr>
          <p:grpSpPr>
            <a:xfrm>
              <a:off x="2708660" y="1746937"/>
              <a:ext cx="455427" cy="244429"/>
              <a:chOff x="2700693" y="1746937"/>
              <a:chExt cx="455427" cy="244429"/>
            </a:xfrm>
          </p:grpSpPr>
          <p:grpSp>
            <p:nvGrpSpPr>
              <p:cNvPr id="8965" name="Google Shape;8965;p77"/>
              <p:cNvGrpSpPr/>
              <p:nvPr/>
            </p:nvGrpSpPr>
            <p:grpSpPr>
              <a:xfrm>
                <a:off x="2905682" y="1782817"/>
                <a:ext cx="250438" cy="208549"/>
                <a:chOff x="2905682" y="1782817"/>
                <a:chExt cx="250438" cy="208549"/>
              </a:xfrm>
            </p:grpSpPr>
            <p:cxnSp>
              <p:nvCxnSpPr>
                <p:cNvPr id="8966" name="Google Shape;8966;p77"/>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967" name="Google Shape;8967;p77"/>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8" name="Google Shape;8968;p77"/>
              <p:cNvGrpSpPr/>
              <p:nvPr/>
            </p:nvGrpSpPr>
            <p:grpSpPr>
              <a:xfrm>
                <a:off x="2700693" y="1746937"/>
                <a:ext cx="449967" cy="72374"/>
                <a:chOff x="2700693" y="1746937"/>
                <a:chExt cx="449967" cy="72374"/>
              </a:xfrm>
            </p:grpSpPr>
            <p:cxnSp>
              <p:nvCxnSpPr>
                <p:cNvPr id="8969" name="Google Shape;8969;p77"/>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970" name="Google Shape;8970;p77"/>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71" name="Google Shape;8971;p77"/>
            <p:cNvGrpSpPr/>
            <p:nvPr/>
          </p:nvGrpSpPr>
          <p:grpSpPr>
            <a:xfrm>
              <a:off x="2029517" y="1732295"/>
              <a:ext cx="1149068" cy="643432"/>
              <a:chOff x="2029517" y="1732295"/>
              <a:chExt cx="1149068" cy="643432"/>
            </a:xfrm>
          </p:grpSpPr>
          <p:grpSp>
            <p:nvGrpSpPr>
              <p:cNvPr id="8972" name="Google Shape;8972;p77"/>
              <p:cNvGrpSpPr/>
              <p:nvPr/>
            </p:nvGrpSpPr>
            <p:grpSpPr>
              <a:xfrm>
                <a:off x="2703618" y="2103152"/>
                <a:ext cx="474966" cy="260017"/>
                <a:chOff x="2703618" y="2103152"/>
                <a:chExt cx="474966" cy="260017"/>
              </a:xfrm>
            </p:grpSpPr>
            <p:grpSp>
              <p:nvGrpSpPr>
                <p:cNvPr id="8973" name="Google Shape;8973;p77"/>
                <p:cNvGrpSpPr/>
                <p:nvPr/>
              </p:nvGrpSpPr>
              <p:grpSpPr>
                <a:xfrm>
                  <a:off x="2703618" y="2290640"/>
                  <a:ext cx="450291" cy="72529"/>
                  <a:chOff x="2703618" y="2290640"/>
                  <a:chExt cx="450291" cy="72529"/>
                </a:xfrm>
              </p:grpSpPr>
              <p:cxnSp>
                <p:nvCxnSpPr>
                  <p:cNvPr id="8974" name="Google Shape;8974;p77"/>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975" name="Google Shape;8975;p77"/>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77"/>
                <p:cNvGrpSpPr/>
                <p:nvPr/>
              </p:nvGrpSpPr>
              <p:grpSpPr>
                <a:xfrm>
                  <a:off x="2908607" y="2103152"/>
                  <a:ext cx="269977" cy="223538"/>
                  <a:chOff x="2908607" y="2103152"/>
                  <a:chExt cx="269977" cy="223538"/>
                </a:xfrm>
              </p:grpSpPr>
              <p:cxnSp>
                <p:nvCxnSpPr>
                  <p:cNvPr id="8977" name="Google Shape;8977;p77"/>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978" name="Google Shape;8978;p77"/>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79" name="Google Shape;8979;p77"/>
              <p:cNvGrpSpPr/>
              <p:nvPr/>
            </p:nvGrpSpPr>
            <p:grpSpPr>
              <a:xfrm>
                <a:off x="2029517" y="1732295"/>
                <a:ext cx="685827" cy="643432"/>
                <a:chOff x="2029517" y="1732295"/>
                <a:chExt cx="685827" cy="643432"/>
              </a:xfrm>
            </p:grpSpPr>
            <p:sp>
              <p:nvSpPr>
                <p:cNvPr id="8980" name="Google Shape;8980;p77"/>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1" name="Google Shape;8981;p77"/>
                <p:cNvGrpSpPr/>
                <p:nvPr/>
              </p:nvGrpSpPr>
              <p:grpSpPr>
                <a:xfrm>
                  <a:off x="2158948" y="1732295"/>
                  <a:ext cx="556396" cy="333108"/>
                  <a:chOff x="2158948" y="1732295"/>
                  <a:chExt cx="556396" cy="333108"/>
                </a:xfrm>
              </p:grpSpPr>
              <p:cxnSp>
                <p:nvCxnSpPr>
                  <p:cNvPr id="8982" name="Google Shape;8982;p77"/>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983" name="Google Shape;8983;p77"/>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4" name="Google Shape;8984;p77"/>
                <p:cNvGrpSpPr/>
                <p:nvPr/>
              </p:nvGrpSpPr>
              <p:grpSpPr>
                <a:xfrm>
                  <a:off x="2159908" y="2065057"/>
                  <a:ext cx="550884" cy="310670"/>
                  <a:chOff x="2159908" y="2065057"/>
                  <a:chExt cx="550884" cy="310670"/>
                </a:xfrm>
              </p:grpSpPr>
              <p:cxnSp>
                <p:nvCxnSpPr>
                  <p:cNvPr id="8985" name="Google Shape;8985;p77"/>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986" name="Google Shape;8986;p77"/>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987" name="Google Shape;8987;p77"/>
          <p:cNvGrpSpPr/>
          <p:nvPr/>
        </p:nvGrpSpPr>
        <p:grpSpPr>
          <a:xfrm>
            <a:off x="706400" y="1556833"/>
            <a:ext cx="962651" cy="810058"/>
            <a:chOff x="732462" y="1766083"/>
            <a:chExt cx="962651" cy="810058"/>
          </a:xfrm>
        </p:grpSpPr>
        <p:grpSp>
          <p:nvGrpSpPr>
            <p:cNvPr id="8988" name="Google Shape;8988;p77"/>
            <p:cNvGrpSpPr/>
            <p:nvPr/>
          </p:nvGrpSpPr>
          <p:grpSpPr>
            <a:xfrm>
              <a:off x="732462" y="1908333"/>
              <a:ext cx="339369" cy="524756"/>
              <a:chOff x="844912" y="1819635"/>
              <a:chExt cx="329836" cy="510016"/>
            </a:xfrm>
          </p:grpSpPr>
          <p:sp>
            <p:nvSpPr>
              <p:cNvPr id="8989" name="Google Shape;8989;p77"/>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7"/>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7"/>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7"/>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7"/>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7"/>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5" name="Google Shape;8995;p77"/>
            <p:cNvGrpSpPr/>
            <p:nvPr/>
          </p:nvGrpSpPr>
          <p:grpSpPr>
            <a:xfrm>
              <a:off x="1184858" y="2256650"/>
              <a:ext cx="510255" cy="319491"/>
              <a:chOff x="1284601" y="2158168"/>
              <a:chExt cx="495923" cy="310517"/>
            </a:xfrm>
          </p:grpSpPr>
          <p:sp>
            <p:nvSpPr>
              <p:cNvPr id="8996" name="Google Shape;8996;p77"/>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7" name="Google Shape;8997;p77"/>
              <p:cNvGrpSpPr/>
              <p:nvPr/>
            </p:nvGrpSpPr>
            <p:grpSpPr>
              <a:xfrm>
                <a:off x="1507666" y="2158168"/>
                <a:ext cx="272858" cy="310517"/>
                <a:chOff x="1507666" y="2158168"/>
                <a:chExt cx="272858" cy="310517"/>
              </a:xfrm>
            </p:grpSpPr>
            <p:grpSp>
              <p:nvGrpSpPr>
                <p:cNvPr id="8998" name="Google Shape;8998;p77"/>
                <p:cNvGrpSpPr/>
                <p:nvPr/>
              </p:nvGrpSpPr>
              <p:grpSpPr>
                <a:xfrm>
                  <a:off x="1507666" y="2176104"/>
                  <a:ext cx="166395" cy="273149"/>
                  <a:chOff x="1507666" y="2176104"/>
                  <a:chExt cx="166395" cy="273149"/>
                </a:xfrm>
              </p:grpSpPr>
              <p:sp>
                <p:nvSpPr>
                  <p:cNvPr id="8999" name="Google Shape;8999;p77"/>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7"/>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7"/>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7"/>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7"/>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7"/>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7"/>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06" name="Google Shape;9006;p77"/>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7"/>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08" name="Google Shape;9008;p77"/>
            <p:cNvGrpSpPr/>
            <p:nvPr/>
          </p:nvGrpSpPr>
          <p:grpSpPr>
            <a:xfrm>
              <a:off x="1184858" y="1766083"/>
              <a:ext cx="510255" cy="319491"/>
              <a:chOff x="1284601" y="1681380"/>
              <a:chExt cx="495923" cy="310517"/>
            </a:xfrm>
          </p:grpSpPr>
          <p:sp>
            <p:nvSpPr>
              <p:cNvPr id="9009" name="Google Shape;9009;p77"/>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0" name="Google Shape;9010;p77"/>
              <p:cNvGrpSpPr/>
              <p:nvPr/>
            </p:nvGrpSpPr>
            <p:grpSpPr>
              <a:xfrm>
                <a:off x="1507666" y="1681380"/>
                <a:ext cx="272858" cy="310517"/>
                <a:chOff x="1507666" y="1681380"/>
                <a:chExt cx="272858" cy="310517"/>
              </a:xfrm>
            </p:grpSpPr>
            <p:grpSp>
              <p:nvGrpSpPr>
                <p:cNvPr id="9011" name="Google Shape;9011;p77"/>
                <p:cNvGrpSpPr/>
                <p:nvPr/>
              </p:nvGrpSpPr>
              <p:grpSpPr>
                <a:xfrm>
                  <a:off x="1507666" y="1700120"/>
                  <a:ext cx="166395" cy="272984"/>
                  <a:chOff x="1507666" y="1700120"/>
                  <a:chExt cx="166395" cy="272984"/>
                </a:xfrm>
              </p:grpSpPr>
              <p:sp>
                <p:nvSpPr>
                  <p:cNvPr id="9012" name="Google Shape;9012;p77"/>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7"/>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7"/>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7"/>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7"/>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7"/>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7"/>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9" name="Google Shape;9019;p77"/>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7"/>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021" name="Google Shape;9021;p77"/>
          <p:cNvGrpSpPr/>
          <p:nvPr/>
        </p:nvGrpSpPr>
        <p:grpSpPr>
          <a:xfrm>
            <a:off x="6815341" y="2324262"/>
            <a:ext cx="1622269" cy="552443"/>
            <a:chOff x="6894650" y="2574740"/>
            <a:chExt cx="1445100" cy="492111"/>
          </a:xfrm>
        </p:grpSpPr>
        <p:sp>
          <p:nvSpPr>
            <p:cNvPr id="9022" name="Google Shape;9022;p77"/>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7"/>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7"/>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7"/>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7"/>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27" name="Google Shape;9027;p77"/>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028" name="Google Shape;9028;p77"/>
          <p:cNvGrpSpPr/>
          <p:nvPr/>
        </p:nvGrpSpPr>
        <p:grpSpPr>
          <a:xfrm>
            <a:off x="6834884" y="3698518"/>
            <a:ext cx="1583206" cy="475705"/>
            <a:chOff x="6953919" y="3907920"/>
            <a:chExt cx="1377300" cy="475705"/>
          </a:xfrm>
        </p:grpSpPr>
        <p:cxnSp>
          <p:nvCxnSpPr>
            <p:cNvPr id="9029" name="Google Shape;9029;p77"/>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030" name="Google Shape;9030;p77"/>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031" name="Google Shape;9031;p77"/>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032" name="Google Shape;9032;p77"/>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033" name="Google Shape;9033;p77"/>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034" name="Google Shape;9034;p77"/>
          <p:cNvGrpSpPr/>
          <p:nvPr/>
        </p:nvGrpSpPr>
        <p:grpSpPr>
          <a:xfrm>
            <a:off x="2338472" y="2459663"/>
            <a:ext cx="836286" cy="824529"/>
            <a:chOff x="2389399" y="2595741"/>
            <a:chExt cx="812796" cy="801369"/>
          </a:xfrm>
        </p:grpSpPr>
        <p:grpSp>
          <p:nvGrpSpPr>
            <p:cNvPr id="9035" name="Google Shape;9035;p77"/>
            <p:cNvGrpSpPr/>
            <p:nvPr/>
          </p:nvGrpSpPr>
          <p:grpSpPr>
            <a:xfrm>
              <a:off x="2492145" y="2881565"/>
              <a:ext cx="607300" cy="229751"/>
              <a:chOff x="2492145" y="2881565"/>
              <a:chExt cx="607300" cy="229751"/>
            </a:xfrm>
          </p:grpSpPr>
          <p:sp>
            <p:nvSpPr>
              <p:cNvPr id="9036" name="Google Shape;9036;p77"/>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7"/>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7"/>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77"/>
            <p:cNvGrpSpPr/>
            <p:nvPr/>
          </p:nvGrpSpPr>
          <p:grpSpPr>
            <a:xfrm>
              <a:off x="2389399" y="2595741"/>
              <a:ext cx="812796" cy="296825"/>
              <a:chOff x="2389399" y="2595741"/>
              <a:chExt cx="812796" cy="296825"/>
            </a:xfrm>
          </p:grpSpPr>
          <p:grpSp>
            <p:nvGrpSpPr>
              <p:cNvPr id="9040" name="Google Shape;9040;p77"/>
              <p:cNvGrpSpPr/>
              <p:nvPr/>
            </p:nvGrpSpPr>
            <p:grpSpPr>
              <a:xfrm>
                <a:off x="2389399" y="2595741"/>
                <a:ext cx="363638" cy="296825"/>
                <a:chOff x="2389399" y="2595741"/>
                <a:chExt cx="363638" cy="296825"/>
              </a:xfrm>
            </p:grpSpPr>
            <p:grpSp>
              <p:nvGrpSpPr>
                <p:cNvPr id="9041" name="Google Shape;9041;p77"/>
                <p:cNvGrpSpPr/>
                <p:nvPr/>
              </p:nvGrpSpPr>
              <p:grpSpPr>
                <a:xfrm>
                  <a:off x="2493852" y="2794333"/>
                  <a:ext cx="259185" cy="98232"/>
                  <a:chOff x="2493852" y="2794333"/>
                  <a:chExt cx="259185" cy="98232"/>
                </a:xfrm>
              </p:grpSpPr>
              <p:sp>
                <p:nvSpPr>
                  <p:cNvPr id="9042" name="Google Shape;9042;p77"/>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7"/>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7"/>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5" name="Google Shape;9045;p77"/>
                <p:cNvGrpSpPr/>
                <p:nvPr/>
              </p:nvGrpSpPr>
              <p:grpSpPr>
                <a:xfrm>
                  <a:off x="2389399" y="2595741"/>
                  <a:ext cx="224343" cy="182054"/>
                  <a:chOff x="2389399" y="2595741"/>
                  <a:chExt cx="224343" cy="182054"/>
                </a:xfrm>
              </p:grpSpPr>
              <p:sp>
                <p:nvSpPr>
                  <p:cNvPr id="9046" name="Google Shape;9046;p77"/>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7"/>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48" name="Google Shape;9048;p77"/>
              <p:cNvGrpSpPr/>
              <p:nvPr/>
            </p:nvGrpSpPr>
            <p:grpSpPr>
              <a:xfrm>
                <a:off x="2683630" y="2595741"/>
                <a:ext cx="224334" cy="296825"/>
                <a:chOff x="2683630" y="2595741"/>
                <a:chExt cx="224334" cy="296825"/>
              </a:xfrm>
            </p:grpSpPr>
            <p:grpSp>
              <p:nvGrpSpPr>
                <p:cNvPr id="9049" name="Google Shape;9049;p77"/>
                <p:cNvGrpSpPr/>
                <p:nvPr/>
              </p:nvGrpSpPr>
              <p:grpSpPr>
                <a:xfrm>
                  <a:off x="2788083" y="2794333"/>
                  <a:ext cx="15356" cy="98232"/>
                  <a:chOff x="2788083" y="2794333"/>
                  <a:chExt cx="15356" cy="98232"/>
                </a:xfrm>
              </p:grpSpPr>
              <p:sp>
                <p:nvSpPr>
                  <p:cNvPr id="9050" name="Google Shape;9050;p77"/>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7"/>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7"/>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3" name="Google Shape;9053;p77"/>
                <p:cNvGrpSpPr/>
                <p:nvPr/>
              </p:nvGrpSpPr>
              <p:grpSpPr>
                <a:xfrm>
                  <a:off x="2683630" y="2595741"/>
                  <a:ext cx="224334" cy="182054"/>
                  <a:chOff x="2683630" y="2595741"/>
                  <a:chExt cx="224334" cy="182054"/>
                </a:xfrm>
              </p:grpSpPr>
              <p:sp>
                <p:nvSpPr>
                  <p:cNvPr id="9054" name="Google Shape;9054;p77"/>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7"/>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56" name="Google Shape;9056;p77"/>
              <p:cNvGrpSpPr/>
              <p:nvPr/>
            </p:nvGrpSpPr>
            <p:grpSpPr>
              <a:xfrm>
                <a:off x="2838475" y="2595741"/>
                <a:ext cx="363719" cy="296825"/>
                <a:chOff x="2838475" y="2595741"/>
                <a:chExt cx="363719" cy="296825"/>
              </a:xfrm>
            </p:grpSpPr>
            <p:grpSp>
              <p:nvGrpSpPr>
                <p:cNvPr id="9057" name="Google Shape;9057;p77"/>
                <p:cNvGrpSpPr/>
                <p:nvPr/>
              </p:nvGrpSpPr>
              <p:grpSpPr>
                <a:xfrm>
                  <a:off x="2838475" y="2794333"/>
                  <a:ext cx="259185" cy="98232"/>
                  <a:chOff x="2838475" y="2794333"/>
                  <a:chExt cx="259185" cy="98232"/>
                </a:xfrm>
              </p:grpSpPr>
              <p:sp>
                <p:nvSpPr>
                  <p:cNvPr id="9058" name="Google Shape;9058;p77"/>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7"/>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7"/>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77"/>
                <p:cNvGrpSpPr/>
                <p:nvPr/>
              </p:nvGrpSpPr>
              <p:grpSpPr>
                <a:xfrm>
                  <a:off x="2977852" y="2595741"/>
                  <a:ext cx="224343" cy="182054"/>
                  <a:chOff x="2977852" y="2595741"/>
                  <a:chExt cx="224343" cy="182054"/>
                </a:xfrm>
              </p:grpSpPr>
              <p:sp>
                <p:nvSpPr>
                  <p:cNvPr id="9062" name="Google Shape;9062;p77"/>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7"/>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064" name="Google Shape;9064;p77"/>
            <p:cNvGrpSpPr/>
            <p:nvPr/>
          </p:nvGrpSpPr>
          <p:grpSpPr>
            <a:xfrm>
              <a:off x="2389399" y="3100241"/>
              <a:ext cx="812796" cy="296869"/>
              <a:chOff x="2389399" y="3100241"/>
              <a:chExt cx="812796" cy="296869"/>
            </a:xfrm>
          </p:grpSpPr>
          <p:grpSp>
            <p:nvGrpSpPr>
              <p:cNvPr id="9065" name="Google Shape;9065;p77"/>
              <p:cNvGrpSpPr/>
              <p:nvPr/>
            </p:nvGrpSpPr>
            <p:grpSpPr>
              <a:xfrm>
                <a:off x="2683630" y="3100241"/>
                <a:ext cx="224334" cy="296869"/>
                <a:chOff x="2683630" y="3100241"/>
                <a:chExt cx="224334" cy="296869"/>
              </a:xfrm>
            </p:grpSpPr>
            <p:grpSp>
              <p:nvGrpSpPr>
                <p:cNvPr id="9066" name="Google Shape;9066;p77"/>
                <p:cNvGrpSpPr/>
                <p:nvPr/>
              </p:nvGrpSpPr>
              <p:grpSpPr>
                <a:xfrm>
                  <a:off x="2788083" y="3100241"/>
                  <a:ext cx="15356" cy="98237"/>
                  <a:chOff x="2788083" y="3100241"/>
                  <a:chExt cx="15356" cy="98237"/>
                </a:xfrm>
              </p:grpSpPr>
              <p:sp>
                <p:nvSpPr>
                  <p:cNvPr id="9067" name="Google Shape;9067;p77"/>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7"/>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7"/>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0" name="Google Shape;9070;p77"/>
                <p:cNvGrpSpPr/>
                <p:nvPr/>
              </p:nvGrpSpPr>
              <p:grpSpPr>
                <a:xfrm>
                  <a:off x="2683630" y="3215065"/>
                  <a:ext cx="224334" cy="182045"/>
                  <a:chOff x="2683630" y="3215065"/>
                  <a:chExt cx="224334" cy="182045"/>
                </a:xfrm>
              </p:grpSpPr>
              <p:sp>
                <p:nvSpPr>
                  <p:cNvPr id="9071" name="Google Shape;9071;p77"/>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7"/>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73" name="Google Shape;9073;p77"/>
              <p:cNvGrpSpPr/>
              <p:nvPr/>
            </p:nvGrpSpPr>
            <p:grpSpPr>
              <a:xfrm>
                <a:off x="2389399" y="3100241"/>
                <a:ext cx="363638" cy="296869"/>
                <a:chOff x="2389399" y="3100241"/>
                <a:chExt cx="363638" cy="296869"/>
              </a:xfrm>
            </p:grpSpPr>
            <p:grpSp>
              <p:nvGrpSpPr>
                <p:cNvPr id="9074" name="Google Shape;9074;p77"/>
                <p:cNvGrpSpPr/>
                <p:nvPr/>
              </p:nvGrpSpPr>
              <p:grpSpPr>
                <a:xfrm>
                  <a:off x="2493852" y="3100241"/>
                  <a:ext cx="259185" cy="98237"/>
                  <a:chOff x="2493852" y="3100241"/>
                  <a:chExt cx="259185" cy="98237"/>
                </a:xfrm>
              </p:grpSpPr>
              <p:sp>
                <p:nvSpPr>
                  <p:cNvPr id="9075" name="Google Shape;9075;p77"/>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7"/>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7"/>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8" name="Google Shape;9078;p77"/>
                <p:cNvGrpSpPr/>
                <p:nvPr/>
              </p:nvGrpSpPr>
              <p:grpSpPr>
                <a:xfrm>
                  <a:off x="2389399" y="3215065"/>
                  <a:ext cx="224343" cy="182045"/>
                  <a:chOff x="2389399" y="3215065"/>
                  <a:chExt cx="224343" cy="182045"/>
                </a:xfrm>
              </p:grpSpPr>
              <p:sp>
                <p:nvSpPr>
                  <p:cNvPr id="9079" name="Google Shape;9079;p77"/>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7"/>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81" name="Google Shape;9081;p77"/>
              <p:cNvGrpSpPr/>
              <p:nvPr/>
            </p:nvGrpSpPr>
            <p:grpSpPr>
              <a:xfrm>
                <a:off x="2838475" y="3100241"/>
                <a:ext cx="363719" cy="296869"/>
                <a:chOff x="2838475" y="3100241"/>
                <a:chExt cx="363719" cy="296869"/>
              </a:xfrm>
            </p:grpSpPr>
            <p:grpSp>
              <p:nvGrpSpPr>
                <p:cNvPr id="9082" name="Google Shape;9082;p77"/>
                <p:cNvGrpSpPr/>
                <p:nvPr/>
              </p:nvGrpSpPr>
              <p:grpSpPr>
                <a:xfrm>
                  <a:off x="2838475" y="3100241"/>
                  <a:ext cx="259185" cy="98237"/>
                  <a:chOff x="2838475" y="3100241"/>
                  <a:chExt cx="259185" cy="98237"/>
                </a:xfrm>
              </p:grpSpPr>
              <p:sp>
                <p:nvSpPr>
                  <p:cNvPr id="9083" name="Google Shape;9083;p77"/>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7"/>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7"/>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6" name="Google Shape;9086;p77"/>
                <p:cNvGrpSpPr/>
                <p:nvPr/>
              </p:nvGrpSpPr>
              <p:grpSpPr>
                <a:xfrm>
                  <a:off x="2977852" y="3215065"/>
                  <a:ext cx="224343" cy="182045"/>
                  <a:chOff x="2977852" y="3215065"/>
                  <a:chExt cx="224343" cy="182045"/>
                </a:xfrm>
              </p:grpSpPr>
              <p:sp>
                <p:nvSpPr>
                  <p:cNvPr id="9087" name="Google Shape;9087;p77"/>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7"/>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92" name="Shape 9092"/>
        <p:cNvGrpSpPr/>
        <p:nvPr/>
      </p:nvGrpSpPr>
      <p:grpSpPr>
        <a:xfrm>
          <a:off x="0" y="0"/>
          <a:ext cx="0" cy="0"/>
          <a:chOff x="0" y="0"/>
          <a:chExt cx="0" cy="0"/>
        </a:xfrm>
      </p:grpSpPr>
      <p:grpSp>
        <p:nvGrpSpPr>
          <p:cNvPr id="9093" name="Google Shape;9093;p78"/>
          <p:cNvGrpSpPr/>
          <p:nvPr/>
        </p:nvGrpSpPr>
        <p:grpSpPr>
          <a:xfrm>
            <a:off x="702075" y="3155925"/>
            <a:ext cx="2390414" cy="1024800"/>
            <a:chOff x="728925" y="3296613"/>
            <a:chExt cx="2390414" cy="1024800"/>
          </a:xfrm>
        </p:grpSpPr>
        <p:grpSp>
          <p:nvGrpSpPr>
            <p:cNvPr id="9094" name="Google Shape;9094;p78"/>
            <p:cNvGrpSpPr/>
            <p:nvPr/>
          </p:nvGrpSpPr>
          <p:grpSpPr>
            <a:xfrm>
              <a:off x="728925" y="3619800"/>
              <a:ext cx="2390414" cy="500893"/>
              <a:chOff x="728925" y="3619800"/>
              <a:chExt cx="2390414" cy="500893"/>
            </a:xfrm>
          </p:grpSpPr>
          <p:sp>
            <p:nvSpPr>
              <p:cNvPr id="9095" name="Google Shape;9095;p78"/>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096" name="Google Shape;9096;p78"/>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097" name="Google Shape;9097;p78"/>
            <p:cNvGrpSpPr/>
            <p:nvPr/>
          </p:nvGrpSpPr>
          <p:grpSpPr>
            <a:xfrm>
              <a:off x="1348050" y="3296613"/>
              <a:ext cx="1706152" cy="1024800"/>
              <a:chOff x="1348050" y="3296613"/>
              <a:chExt cx="1706152" cy="1024800"/>
            </a:xfrm>
          </p:grpSpPr>
          <p:sp>
            <p:nvSpPr>
              <p:cNvPr id="9098" name="Google Shape;9098;p78"/>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099" name="Google Shape;9099;p78"/>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100" name="Google Shape;9100;p78"/>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101" name="Google Shape;9101;p78"/>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102" name="Google Shape;9102;p78"/>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103" name="Google Shape;9103;p78"/>
            <p:cNvGrpSpPr/>
            <p:nvPr/>
          </p:nvGrpSpPr>
          <p:grpSpPr>
            <a:xfrm>
              <a:off x="1455707" y="3654858"/>
              <a:ext cx="1491150" cy="417657"/>
              <a:chOff x="1455707" y="3654858"/>
              <a:chExt cx="1491150" cy="417657"/>
            </a:xfrm>
          </p:grpSpPr>
          <p:sp>
            <p:nvSpPr>
              <p:cNvPr id="9104" name="Google Shape;9104;p78"/>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8"/>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8"/>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8"/>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8"/>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8"/>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8"/>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8"/>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8"/>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8"/>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8"/>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8"/>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8"/>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8"/>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8"/>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8"/>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8"/>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8"/>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8"/>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8"/>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124" name="Google Shape;9124;p78"/>
          <p:cNvGraphicFramePr/>
          <p:nvPr/>
        </p:nvGraphicFramePr>
        <p:xfrm>
          <a:off x="5937775" y="2153837"/>
          <a:ext cx="3000000" cy="3000000"/>
        </p:xfrm>
        <a:graphic>
          <a:graphicData uri="http://schemas.openxmlformats.org/drawingml/2006/table">
            <a:tbl>
              <a:tblPr>
                <a:noFill/>
                <a:tableStyleId>{85208FD1-548E-47B9-AADD-57FB761569C9}</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10"/>
                      </a:srgbClr>
                    </a:solidFill>
                  </a:tcPr>
                </a:tc>
              </a:tr>
            </a:tbl>
          </a:graphicData>
        </a:graphic>
      </p:graphicFrame>
      <p:grpSp>
        <p:nvGrpSpPr>
          <p:cNvPr id="9125" name="Google Shape;9125;p78"/>
          <p:cNvGrpSpPr/>
          <p:nvPr/>
        </p:nvGrpSpPr>
        <p:grpSpPr>
          <a:xfrm>
            <a:off x="710451" y="981601"/>
            <a:ext cx="2396505" cy="976502"/>
            <a:chOff x="749309" y="1112739"/>
            <a:chExt cx="2371603" cy="976502"/>
          </a:xfrm>
        </p:grpSpPr>
        <p:grpSp>
          <p:nvGrpSpPr>
            <p:cNvPr id="9126" name="Google Shape;9126;p78"/>
            <p:cNvGrpSpPr/>
            <p:nvPr/>
          </p:nvGrpSpPr>
          <p:grpSpPr>
            <a:xfrm>
              <a:off x="1092126" y="1112739"/>
              <a:ext cx="2028786" cy="975464"/>
              <a:chOff x="1092126" y="1112739"/>
              <a:chExt cx="2028786" cy="975464"/>
            </a:xfrm>
          </p:grpSpPr>
          <p:sp>
            <p:nvSpPr>
              <p:cNvPr id="9127" name="Google Shape;9127;p78"/>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8"/>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8"/>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8"/>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8"/>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8"/>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8"/>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8"/>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8"/>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8"/>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8"/>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8"/>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8"/>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8"/>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8"/>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8"/>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8"/>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8"/>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8"/>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8"/>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8"/>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8"/>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8"/>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8"/>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78"/>
            <p:cNvGrpSpPr/>
            <p:nvPr/>
          </p:nvGrpSpPr>
          <p:grpSpPr>
            <a:xfrm>
              <a:off x="749309" y="1112739"/>
              <a:ext cx="314700" cy="975464"/>
              <a:chOff x="749309" y="1112739"/>
              <a:chExt cx="314700" cy="975464"/>
            </a:xfrm>
          </p:grpSpPr>
          <p:sp>
            <p:nvSpPr>
              <p:cNvPr id="9152" name="Google Shape;9152;p78"/>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8"/>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8"/>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8"/>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6" name="Google Shape;9156;p7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160" name="Google Shape;9160;p78"/>
          <p:cNvGraphicFramePr/>
          <p:nvPr/>
        </p:nvGraphicFramePr>
        <p:xfrm>
          <a:off x="5937800" y="981587"/>
          <a:ext cx="3000000" cy="3000000"/>
        </p:xfrm>
        <a:graphic>
          <a:graphicData uri="http://schemas.openxmlformats.org/drawingml/2006/table">
            <a:tbl>
              <a:tblPr>
                <a:noFill/>
                <a:tableStyleId>{85208FD1-548E-47B9-AADD-57FB761569C9}</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161" name="Google Shape;9161;p78"/>
          <p:cNvGraphicFramePr/>
          <p:nvPr/>
        </p:nvGraphicFramePr>
        <p:xfrm>
          <a:off x="3358663" y="2153837"/>
          <a:ext cx="3000000" cy="3000000"/>
        </p:xfrm>
        <a:graphic>
          <a:graphicData uri="http://schemas.openxmlformats.org/drawingml/2006/table">
            <a:tbl>
              <a:tblPr>
                <a:noFill/>
                <a:tableStyleId>{85208FD1-548E-47B9-AADD-57FB761569C9}</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162" name="Google Shape;9162;p78"/>
          <p:cNvGrpSpPr/>
          <p:nvPr/>
        </p:nvGrpSpPr>
        <p:grpSpPr>
          <a:xfrm>
            <a:off x="3360649" y="3144798"/>
            <a:ext cx="2363377" cy="1047062"/>
            <a:chOff x="3358399" y="3285485"/>
            <a:chExt cx="2363377" cy="1047062"/>
          </a:xfrm>
        </p:grpSpPr>
        <p:grpSp>
          <p:nvGrpSpPr>
            <p:cNvPr id="9163" name="Google Shape;9163;p78"/>
            <p:cNvGrpSpPr/>
            <p:nvPr/>
          </p:nvGrpSpPr>
          <p:grpSpPr>
            <a:xfrm>
              <a:off x="3358412" y="3285485"/>
              <a:ext cx="2363244" cy="139500"/>
              <a:chOff x="3358412" y="3285485"/>
              <a:chExt cx="2363244" cy="139500"/>
            </a:xfrm>
          </p:grpSpPr>
          <p:sp>
            <p:nvSpPr>
              <p:cNvPr id="9164" name="Google Shape;9164;p78"/>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8"/>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8"/>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8"/>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8"/>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9" name="Google Shape;9169;p78"/>
            <p:cNvGrpSpPr/>
            <p:nvPr/>
          </p:nvGrpSpPr>
          <p:grpSpPr>
            <a:xfrm>
              <a:off x="3358412" y="3466996"/>
              <a:ext cx="2363244" cy="139500"/>
              <a:chOff x="3358412" y="3466996"/>
              <a:chExt cx="2363244" cy="139500"/>
            </a:xfrm>
          </p:grpSpPr>
          <p:sp>
            <p:nvSpPr>
              <p:cNvPr id="9170" name="Google Shape;9170;p78"/>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8"/>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8"/>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8"/>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8"/>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78"/>
            <p:cNvGrpSpPr/>
            <p:nvPr/>
          </p:nvGrpSpPr>
          <p:grpSpPr>
            <a:xfrm>
              <a:off x="3358412" y="3648507"/>
              <a:ext cx="2363244" cy="139500"/>
              <a:chOff x="3358412" y="3648507"/>
              <a:chExt cx="2363244" cy="139500"/>
            </a:xfrm>
          </p:grpSpPr>
          <p:sp>
            <p:nvSpPr>
              <p:cNvPr id="9176" name="Google Shape;9176;p78"/>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8"/>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8"/>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8"/>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8"/>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1" name="Google Shape;9181;p78"/>
            <p:cNvGrpSpPr/>
            <p:nvPr/>
          </p:nvGrpSpPr>
          <p:grpSpPr>
            <a:xfrm>
              <a:off x="3358412" y="3830018"/>
              <a:ext cx="2363244" cy="139500"/>
              <a:chOff x="3358412" y="3830018"/>
              <a:chExt cx="2363244" cy="139500"/>
            </a:xfrm>
          </p:grpSpPr>
          <p:sp>
            <p:nvSpPr>
              <p:cNvPr id="9182" name="Google Shape;9182;p78"/>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8"/>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8"/>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8"/>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8"/>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7" name="Google Shape;9187;p78"/>
            <p:cNvGrpSpPr/>
            <p:nvPr/>
          </p:nvGrpSpPr>
          <p:grpSpPr>
            <a:xfrm>
              <a:off x="3358399" y="4011514"/>
              <a:ext cx="2363377" cy="139537"/>
              <a:chOff x="3294800" y="4134603"/>
              <a:chExt cx="2638876" cy="152400"/>
            </a:xfrm>
          </p:grpSpPr>
          <p:sp>
            <p:nvSpPr>
              <p:cNvPr id="9188" name="Google Shape;9188;p7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78"/>
            <p:cNvGrpSpPr/>
            <p:nvPr/>
          </p:nvGrpSpPr>
          <p:grpSpPr>
            <a:xfrm>
              <a:off x="3358399" y="4193010"/>
              <a:ext cx="2363377" cy="139537"/>
              <a:chOff x="3294800" y="4134603"/>
              <a:chExt cx="2638876" cy="152400"/>
            </a:xfrm>
          </p:grpSpPr>
          <p:sp>
            <p:nvSpPr>
              <p:cNvPr id="9194" name="Google Shape;9194;p7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199" name="Google Shape;9199;p78"/>
          <p:cNvGraphicFramePr/>
          <p:nvPr/>
        </p:nvGraphicFramePr>
        <p:xfrm>
          <a:off x="711450" y="2153837"/>
          <a:ext cx="3000000" cy="3000000"/>
        </p:xfrm>
        <a:graphic>
          <a:graphicData uri="http://schemas.openxmlformats.org/drawingml/2006/table">
            <a:tbl>
              <a:tblPr>
                <a:noFill/>
                <a:tableStyleId>{85208FD1-548E-47B9-AADD-57FB761569C9}</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200" name="Google Shape;9200;p78"/>
          <p:cNvGrpSpPr/>
          <p:nvPr/>
        </p:nvGrpSpPr>
        <p:grpSpPr>
          <a:xfrm>
            <a:off x="4161119" y="2557652"/>
            <a:ext cx="1302095" cy="60959"/>
            <a:chOff x="3558802" y="4011427"/>
            <a:chExt cx="1866000" cy="111300"/>
          </a:xfrm>
        </p:grpSpPr>
        <p:sp>
          <p:nvSpPr>
            <p:cNvPr id="9201" name="Google Shape;9201;p7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3" name="Google Shape;9203;p78"/>
          <p:cNvGrpSpPr/>
          <p:nvPr/>
        </p:nvGrpSpPr>
        <p:grpSpPr>
          <a:xfrm>
            <a:off x="4706607" y="2839811"/>
            <a:ext cx="914340" cy="60959"/>
            <a:chOff x="3558802" y="4011427"/>
            <a:chExt cx="1866000" cy="111300"/>
          </a:xfrm>
        </p:grpSpPr>
        <p:sp>
          <p:nvSpPr>
            <p:cNvPr id="9204" name="Google Shape;9204;p7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6" name="Google Shape;9206;p78"/>
          <p:cNvGrpSpPr/>
          <p:nvPr/>
        </p:nvGrpSpPr>
        <p:grpSpPr>
          <a:xfrm>
            <a:off x="5874449" y="3167609"/>
            <a:ext cx="2519825" cy="1001454"/>
            <a:chOff x="1906114" y="789980"/>
            <a:chExt cx="1487676" cy="606868"/>
          </a:xfrm>
        </p:grpSpPr>
        <p:cxnSp>
          <p:nvCxnSpPr>
            <p:cNvPr id="9207" name="Google Shape;9207;p7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208" name="Google Shape;9208;p7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209" name="Google Shape;9209;p7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210" name="Google Shape;9210;p78"/>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9211" name="Google Shape;9211;p78"/>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9212" name="Google Shape;9212;p78"/>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9213" name="Google Shape;9213;p78"/>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9214" name="Google Shape;9214;p7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8"/>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9221" name="Google Shape;9221;p78"/>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222" name="Google Shape;9222;p78"/>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223" name="Google Shape;9223;p7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78"/>
          <p:cNvGrpSpPr/>
          <p:nvPr/>
        </p:nvGrpSpPr>
        <p:grpSpPr>
          <a:xfrm>
            <a:off x="3355812" y="951645"/>
            <a:ext cx="2363393" cy="1005865"/>
            <a:chOff x="3292400" y="1193188"/>
            <a:chExt cx="2615240" cy="1131075"/>
          </a:xfrm>
        </p:grpSpPr>
        <p:sp>
          <p:nvSpPr>
            <p:cNvPr id="9225" name="Google Shape;9225;p78"/>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26" name="Google Shape;9226;p78"/>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27" name="Google Shape;9227;p78"/>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9228" name="Google Shape;9228;p78"/>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9229" name="Google Shape;9229;p78"/>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9230" name="Google Shape;9230;p78"/>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9231" name="Google Shape;9231;p78"/>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9232" name="Google Shape;9232;p78"/>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9233" name="Google Shape;9233;p78"/>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9234" name="Google Shape;9234;p78"/>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9235" name="Google Shape;9235;p78"/>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236" name="Google Shape;9236;p78"/>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9237" name="Google Shape;9237;p78"/>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238" name="Google Shape;9238;p78"/>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9239" name="Google Shape;9239;p78"/>
            <p:cNvGrpSpPr/>
            <p:nvPr/>
          </p:nvGrpSpPr>
          <p:grpSpPr>
            <a:xfrm>
              <a:off x="3748438" y="1378608"/>
              <a:ext cx="2159202" cy="903971"/>
              <a:chOff x="1683525" y="2179850"/>
              <a:chExt cx="4519050" cy="2134525"/>
            </a:xfrm>
          </p:grpSpPr>
          <p:sp>
            <p:nvSpPr>
              <p:cNvPr id="9240" name="Google Shape;9240;p7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41" name="Google Shape;9241;p7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42" name="Google Shape;9242;p7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43" name="Google Shape;9243;p7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44" name="Google Shape;9244;p7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45" name="Google Shape;9245;p7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46" name="Google Shape;9246;p7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47" name="Google Shape;9247;p7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48" name="Google Shape;9248;p7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49" name="Google Shape;9249;p7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50" name="Google Shape;9250;p7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51" name="Google Shape;9251;p7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5" name="Shape 9255"/>
        <p:cNvGrpSpPr/>
        <p:nvPr/>
      </p:nvGrpSpPr>
      <p:grpSpPr>
        <a:xfrm>
          <a:off x="0" y="0"/>
          <a:ext cx="0" cy="0"/>
          <a:chOff x="0" y="0"/>
          <a:chExt cx="0" cy="0"/>
        </a:xfrm>
      </p:grpSpPr>
      <p:grpSp>
        <p:nvGrpSpPr>
          <p:cNvPr id="9256" name="Google Shape;9256;p79"/>
          <p:cNvGrpSpPr/>
          <p:nvPr/>
        </p:nvGrpSpPr>
        <p:grpSpPr>
          <a:xfrm>
            <a:off x="4796684" y="970929"/>
            <a:ext cx="745431" cy="718863"/>
            <a:chOff x="4249973" y="1201875"/>
            <a:chExt cx="1958568" cy="1888762"/>
          </a:xfrm>
        </p:grpSpPr>
        <p:sp>
          <p:nvSpPr>
            <p:cNvPr id="9257" name="Google Shape;9257;p79"/>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8" name="Google Shape;9258;p79"/>
            <p:cNvGrpSpPr/>
            <p:nvPr/>
          </p:nvGrpSpPr>
          <p:grpSpPr>
            <a:xfrm>
              <a:off x="5853086" y="1789142"/>
              <a:ext cx="355454" cy="1048099"/>
              <a:chOff x="5576108" y="2016725"/>
              <a:chExt cx="565200" cy="1666560"/>
            </a:xfrm>
          </p:grpSpPr>
          <p:sp>
            <p:nvSpPr>
              <p:cNvPr id="9259" name="Google Shape;9259;p79"/>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260" name="Google Shape;9260;p7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1" name="Google Shape;9261;p79"/>
            <p:cNvGrpSpPr/>
            <p:nvPr/>
          </p:nvGrpSpPr>
          <p:grpSpPr>
            <a:xfrm>
              <a:off x="4869455" y="2691676"/>
              <a:ext cx="1013897" cy="398961"/>
              <a:chOff x="4012057" y="3451825"/>
              <a:chExt cx="1612175" cy="634379"/>
            </a:xfrm>
          </p:grpSpPr>
          <p:sp>
            <p:nvSpPr>
              <p:cNvPr id="9262" name="Google Shape;9262;p79"/>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263" name="Google Shape;9263;p7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79"/>
            <p:cNvGrpSpPr/>
            <p:nvPr/>
          </p:nvGrpSpPr>
          <p:grpSpPr>
            <a:xfrm>
              <a:off x="4276937" y="2155961"/>
              <a:ext cx="651965" cy="891358"/>
              <a:chOff x="3069908" y="2599997"/>
              <a:chExt cx="1036675" cy="1417328"/>
            </a:xfrm>
          </p:grpSpPr>
          <p:sp>
            <p:nvSpPr>
              <p:cNvPr id="9265" name="Google Shape;9265;p79"/>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266" name="Google Shape;9266;p7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7" name="Google Shape;9267;p79"/>
            <p:cNvGrpSpPr/>
            <p:nvPr/>
          </p:nvGrpSpPr>
          <p:grpSpPr>
            <a:xfrm>
              <a:off x="5054918" y="1201875"/>
              <a:ext cx="999548" cy="602711"/>
              <a:chOff x="4306958" y="1082925"/>
              <a:chExt cx="1589359" cy="958358"/>
            </a:xfrm>
          </p:grpSpPr>
          <p:sp>
            <p:nvSpPr>
              <p:cNvPr id="9268" name="Google Shape;9268;p79"/>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269" name="Google Shape;9269;p7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0" name="Google Shape;9270;p79"/>
            <p:cNvGrpSpPr/>
            <p:nvPr/>
          </p:nvGrpSpPr>
          <p:grpSpPr>
            <a:xfrm>
              <a:off x="4249973" y="1303451"/>
              <a:ext cx="799317" cy="841334"/>
              <a:chOff x="3027033" y="1244439"/>
              <a:chExt cx="1270977" cy="1337786"/>
            </a:xfrm>
          </p:grpSpPr>
          <p:sp>
            <p:nvSpPr>
              <p:cNvPr id="9271" name="Google Shape;9271;p79"/>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272" name="Google Shape;9272;p7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73" name="Google Shape;9273;p79"/>
          <p:cNvGrpSpPr/>
          <p:nvPr/>
        </p:nvGrpSpPr>
        <p:grpSpPr>
          <a:xfrm>
            <a:off x="713057" y="1849378"/>
            <a:ext cx="761767" cy="729896"/>
            <a:chOff x="2657744" y="2337745"/>
            <a:chExt cx="832987" cy="798137"/>
          </a:xfrm>
        </p:grpSpPr>
        <p:sp>
          <p:nvSpPr>
            <p:cNvPr id="9274" name="Google Shape;9274;p79"/>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9"/>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9"/>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0" name="Google Shape;9280;p79"/>
          <p:cNvGrpSpPr/>
          <p:nvPr/>
        </p:nvGrpSpPr>
        <p:grpSpPr>
          <a:xfrm>
            <a:off x="3224022" y="1852584"/>
            <a:ext cx="685569" cy="723586"/>
            <a:chOff x="3398134" y="2057755"/>
            <a:chExt cx="704087" cy="743130"/>
          </a:xfrm>
        </p:grpSpPr>
        <p:grpSp>
          <p:nvGrpSpPr>
            <p:cNvPr id="9281" name="Google Shape;9281;p79"/>
            <p:cNvGrpSpPr/>
            <p:nvPr/>
          </p:nvGrpSpPr>
          <p:grpSpPr>
            <a:xfrm>
              <a:off x="3398134" y="2290183"/>
              <a:ext cx="315300" cy="219900"/>
              <a:chOff x="3398134" y="2290183"/>
              <a:chExt cx="315300" cy="219900"/>
            </a:xfrm>
          </p:grpSpPr>
          <p:sp>
            <p:nvSpPr>
              <p:cNvPr id="9282" name="Google Shape;9282;p79"/>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283" name="Google Shape;9283;p79"/>
              <p:cNvCxnSpPr>
                <a:stCxn id="9282"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284" name="Google Shape;9284;p79"/>
            <p:cNvGrpSpPr/>
            <p:nvPr/>
          </p:nvGrpSpPr>
          <p:grpSpPr>
            <a:xfrm>
              <a:off x="3547823" y="2467358"/>
              <a:ext cx="219900" cy="333527"/>
              <a:chOff x="3547823" y="2467358"/>
              <a:chExt cx="219900" cy="333527"/>
            </a:xfrm>
          </p:grpSpPr>
          <p:sp>
            <p:nvSpPr>
              <p:cNvPr id="9285" name="Google Shape;9285;p79"/>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286" name="Google Shape;9286;p79"/>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287" name="Google Shape;9287;p79"/>
            <p:cNvGrpSpPr/>
            <p:nvPr/>
          </p:nvGrpSpPr>
          <p:grpSpPr>
            <a:xfrm>
              <a:off x="3734138" y="2467358"/>
              <a:ext cx="219900" cy="333527"/>
              <a:chOff x="3734138" y="2467358"/>
              <a:chExt cx="219900" cy="333527"/>
            </a:xfrm>
          </p:grpSpPr>
          <p:sp>
            <p:nvSpPr>
              <p:cNvPr id="9288" name="Google Shape;9288;p79"/>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289" name="Google Shape;9289;p79"/>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290" name="Google Shape;9290;p79"/>
            <p:cNvGrpSpPr/>
            <p:nvPr/>
          </p:nvGrpSpPr>
          <p:grpSpPr>
            <a:xfrm>
              <a:off x="3787560" y="2288011"/>
              <a:ext cx="314661" cy="219900"/>
              <a:chOff x="3787560" y="2288011"/>
              <a:chExt cx="314661" cy="219900"/>
            </a:xfrm>
          </p:grpSpPr>
          <p:sp>
            <p:nvSpPr>
              <p:cNvPr id="9291" name="Google Shape;9291;p79"/>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292" name="Google Shape;9292;p79"/>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293" name="Google Shape;9293;p79"/>
            <p:cNvGrpSpPr/>
            <p:nvPr/>
          </p:nvGrpSpPr>
          <p:grpSpPr>
            <a:xfrm>
              <a:off x="3637290" y="2057755"/>
              <a:ext cx="219900" cy="335499"/>
              <a:chOff x="3637290" y="2057755"/>
              <a:chExt cx="219900" cy="335499"/>
            </a:xfrm>
          </p:grpSpPr>
          <p:sp>
            <p:nvSpPr>
              <p:cNvPr id="9294" name="Google Shape;9294;p79"/>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295" name="Google Shape;9295;p79"/>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296" name="Google Shape;9296;p79"/>
          <p:cNvGrpSpPr/>
          <p:nvPr/>
        </p:nvGrpSpPr>
        <p:grpSpPr>
          <a:xfrm>
            <a:off x="4899244" y="1859280"/>
            <a:ext cx="710153" cy="710153"/>
            <a:chOff x="5007123" y="2079403"/>
            <a:chExt cx="687600" cy="687600"/>
          </a:xfrm>
        </p:grpSpPr>
        <p:sp>
          <p:nvSpPr>
            <p:cNvPr id="9297" name="Google Shape;9297;p79"/>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9"/>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9"/>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9"/>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79"/>
          <p:cNvGrpSpPr/>
          <p:nvPr/>
        </p:nvGrpSpPr>
        <p:grpSpPr>
          <a:xfrm>
            <a:off x="5708681" y="1853787"/>
            <a:ext cx="720998" cy="721183"/>
            <a:chOff x="5797446" y="2063053"/>
            <a:chExt cx="698100" cy="698280"/>
          </a:xfrm>
        </p:grpSpPr>
        <p:sp>
          <p:nvSpPr>
            <p:cNvPr id="9302" name="Google Shape;9302;p79"/>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9"/>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9"/>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9"/>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6" name="Google Shape;9306;p79"/>
          <p:cNvGrpSpPr/>
          <p:nvPr/>
        </p:nvGrpSpPr>
        <p:grpSpPr>
          <a:xfrm>
            <a:off x="8153828" y="3499392"/>
            <a:ext cx="280585" cy="673164"/>
            <a:chOff x="8075075" y="3754290"/>
            <a:chExt cx="255612" cy="613194"/>
          </a:xfrm>
        </p:grpSpPr>
        <p:grpSp>
          <p:nvGrpSpPr>
            <p:cNvPr id="9307" name="Google Shape;9307;p79"/>
            <p:cNvGrpSpPr/>
            <p:nvPr/>
          </p:nvGrpSpPr>
          <p:grpSpPr>
            <a:xfrm>
              <a:off x="8075075" y="3754290"/>
              <a:ext cx="255612" cy="613194"/>
              <a:chOff x="8075075" y="3754290"/>
              <a:chExt cx="255612" cy="613194"/>
            </a:xfrm>
          </p:grpSpPr>
          <p:sp>
            <p:nvSpPr>
              <p:cNvPr id="9308" name="Google Shape;9308;p79"/>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9"/>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0" name="Google Shape;9310;p79"/>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1" name="Google Shape;9311;p79"/>
          <p:cNvGrpSpPr/>
          <p:nvPr/>
        </p:nvGrpSpPr>
        <p:grpSpPr>
          <a:xfrm>
            <a:off x="5270887" y="3488188"/>
            <a:ext cx="470352" cy="683745"/>
            <a:chOff x="1697726" y="3244179"/>
            <a:chExt cx="788124" cy="1146069"/>
          </a:xfrm>
        </p:grpSpPr>
        <p:sp>
          <p:nvSpPr>
            <p:cNvPr id="9312" name="Google Shape;9312;p7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4" name="Google Shape;9314;p79"/>
          <p:cNvSpPr/>
          <p:nvPr/>
        </p:nvSpPr>
        <p:spPr>
          <a:xfrm>
            <a:off x="8128351" y="340219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5" name="Google Shape;9315;p79"/>
          <p:cNvGrpSpPr/>
          <p:nvPr/>
        </p:nvGrpSpPr>
        <p:grpSpPr>
          <a:xfrm>
            <a:off x="5892037" y="3499390"/>
            <a:ext cx="293891" cy="293845"/>
            <a:chOff x="6134814" y="3754290"/>
            <a:chExt cx="293891" cy="293845"/>
          </a:xfrm>
        </p:grpSpPr>
        <p:sp>
          <p:nvSpPr>
            <p:cNvPr id="9316" name="Google Shape;9316;p79"/>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9"/>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8" name="Google Shape;9318;p79"/>
          <p:cNvGrpSpPr/>
          <p:nvPr/>
        </p:nvGrpSpPr>
        <p:grpSpPr>
          <a:xfrm>
            <a:off x="5892037" y="3878061"/>
            <a:ext cx="293891" cy="293891"/>
            <a:chOff x="6134814" y="4086186"/>
            <a:chExt cx="293891" cy="293891"/>
          </a:xfrm>
        </p:grpSpPr>
        <p:sp>
          <p:nvSpPr>
            <p:cNvPr id="9319" name="Google Shape;9319;p79"/>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9"/>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1" name="Google Shape;9321;p79"/>
          <p:cNvSpPr/>
          <p:nvPr/>
        </p:nvSpPr>
        <p:spPr>
          <a:xfrm>
            <a:off x="6930464" y="349858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9"/>
          <p:cNvSpPr/>
          <p:nvPr/>
        </p:nvSpPr>
        <p:spPr>
          <a:xfrm rot="10800000">
            <a:off x="6336727" y="349632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3" name="Google Shape;9323;p79"/>
          <p:cNvGrpSpPr/>
          <p:nvPr/>
        </p:nvGrpSpPr>
        <p:grpSpPr>
          <a:xfrm>
            <a:off x="7817013" y="2706754"/>
            <a:ext cx="622883" cy="621944"/>
            <a:chOff x="1187048" y="238125"/>
            <a:chExt cx="5256397" cy="5248476"/>
          </a:xfrm>
        </p:grpSpPr>
        <p:sp>
          <p:nvSpPr>
            <p:cNvPr id="9324" name="Google Shape;9324;p7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9"/>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9"/>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9"/>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8" name="Google Shape;9328;p79"/>
          <p:cNvGrpSpPr/>
          <p:nvPr/>
        </p:nvGrpSpPr>
        <p:grpSpPr>
          <a:xfrm>
            <a:off x="2274118" y="2716363"/>
            <a:ext cx="1310987" cy="612407"/>
            <a:chOff x="238125" y="1188750"/>
            <a:chExt cx="7140450" cy="3335550"/>
          </a:xfrm>
        </p:grpSpPr>
        <p:sp>
          <p:nvSpPr>
            <p:cNvPr id="9329" name="Google Shape;9329;p7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4" name="Google Shape;9334;p79"/>
          <p:cNvGrpSpPr/>
          <p:nvPr/>
        </p:nvGrpSpPr>
        <p:grpSpPr>
          <a:xfrm>
            <a:off x="6599990" y="2706917"/>
            <a:ext cx="1110299" cy="621702"/>
            <a:chOff x="238125" y="1335475"/>
            <a:chExt cx="5418735" cy="3034175"/>
          </a:xfrm>
        </p:grpSpPr>
        <p:sp>
          <p:nvSpPr>
            <p:cNvPr id="9335" name="Google Shape;9335;p7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8" name="Google Shape;9338;p79"/>
          <p:cNvGrpSpPr/>
          <p:nvPr/>
        </p:nvGrpSpPr>
        <p:grpSpPr>
          <a:xfrm>
            <a:off x="5417649" y="2703814"/>
            <a:ext cx="1074451" cy="627181"/>
            <a:chOff x="5359127" y="2910889"/>
            <a:chExt cx="1097723" cy="640831"/>
          </a:xfrm>
        </p:grpSpPr>
        <p:grpSp>
          <p:nvGrpSpPr>
            <p:cNvPr id="9339" name="Google Shape;9339;p79"/>
            <p:cNvGrpSpPr/>
            <p:nvPr/>
          </p:nvGrpSpPr>
          <p:grpSpPr>
            <a:xfrm>
              <a:off x="5929791" y="3263088"/>
              <a:ext cx="527060" cy="287097"/>
              <a:chOff x="5929791" y="3263088"/>
              <a:chExt cx="527060" cy="287097"/>
            </a:xfrm>
          </p:grpSpPr>
          <p:sp>
            <p:nvSpPr>
              <p:cNvPr id="9340" name="Google Shape;9340;p79"/>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341" name="Google Shape;9341;p79"/>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342" name="Google Shape;9342;p79"/>
            <p:cNvGrpSpPr/>
            <p:nvPr/>
          </p:nvGrpSpPr>
          <p:grpSpPr>
            <a:xfrm>
              <a:off x="5359127" y="3263089"/>
              <a:ext cx="526428" cy="288631"/>
              <a:chOff x="5359127" y="3263089"/>
              <a:chExt cx="526428" cy="288631"/>
            </a:xfrm>
          </p:grpSpPr>
          <p:sp>
            <p:nvSpPr>
              <p:cNvPr id="9343" name="Google Shape;9343;p79"/>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344" name="Google Shape;9344;p79"/>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345" name="Google Shape;9345;p79"/>
            <p:cNvGrpSpPr/>
            <p:nvPr/>
          </p:nvGrpSpPr>
          <p:grpSpPr>
            <a:xfrm>
              <a:off x="5551525" y="2910889"/>
              <a:ext cx="520901" cy="610283"/>
              <a:chOff x="5551525" y="2910889"/>
              <a:chExt cx="520901" cy="610283"/>
            </a:xfrm>
          </p:grpSpPr>
          <p:sp>
            <p:nvSpPr>
              <p:cNvPr id="9346" name="Google Shape;9346;p79"/>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347" name="Google Shape;9347;p79"/>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348" name="Google Shape;9348;p79"/>
            <p:cNvGrpSpPr/>
            <p:nvPr/>
          </p:nvGrpSpPr>
          <p:grpSpPr>
            <a:xfrm>
              <a:off x="5743962" y="2919100"/>
              <a:ext cx="623674" cy="284502"/>
              <a:chOff x="5743962" y="2919100"/>
              <a:chExt cx="623674" cy="284502"/>
            </a:xfrm>
          </p:grpSpPr>
          <p:sp>
            <p:nvSpPr>
              <p:cNvPr id="9349" name="Google Shape;9349;p79"/>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350" name="Google Shape;9350;p79"/>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351" name="Google Shape;9351;p79"/>
          <p:cNvGrpSpPr/>
          <p:nvPr/>
        </p:nvGrpSpPr>
        <p:grpSpPr>
          <a:xfrm>
            <a:off x="7568863" y="1854526"/>
            <a:ext cx="874976" cy="719600"/>
            <a:chOff x="7608988" y="2093194"/>
            <a:chExt cx="817276" cy="672147"/>
          </a:xfrm>
        </p:grpSpPr>
        <p:cxnSp>
          <p:nvCxnSpPr>
            <p:cNvPr id="9352" name="Google Shape;9352;p79"/>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353" name="Google Shape;9353;p79"/>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354" name="Google Shape;9354;p79"/>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355" name="Google Shape;9355;p79"/>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356" name="Google Shape;9356;p79"/>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357" name="Google Shape;9357;p79"/>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358" name="Google Shape;9358;p79"/>
            <p:cNvGrpSpPr/>
            <p:nvPr/>
          </p:nvGrpSpPr>
          <p:grpSpPr>
            <a:xfrm>
              <a:off x="7721175" y="2093194"/>
              <a:ext cx="599587" cy="623846"/>
              <a:chOff x="7721175" y="2093194"/>
              <a:chExt cx="599587" cy="623846"/>
            </a:xfrm>
          </p:grpSpPr>
          <p:grpSp>
            <p:nvGrpSpPr>
              <p:cNvPr id="9359" name="Google Shape;9359;p79"/>
              <p:cNvGrpSpPr/>
              <p:nvPr/>
            </p:nvGrpSpPr>
            <p:grpSpPr>
              <a:xfrm>
                <a:off x="7721175" y="2093194"/>
                <a:ext cx="291605" cy="623846"/>
                <a:chOff x="9405575" y="2061418"/>
                <a:chExt cx="291605" cy="623846"/>
              </a:xfrm>
            </p:grpSpPr>
            <p:sp>
              <p:nvSpPr>
                <p:cNvPr id="9360" name="Google Shape;9360;p7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7" name="Google Shape;9367;p79"/>
              <p:cNvGrpSpPr/>
              <p:nvPr/>
            </p:nvGrpSpPr>
            <p:grpSpPr>
              <a:xfrm flipH="1">
                <a:off x="8029157" y="2093194"/>
                <a:ext cx="291605" cy="623846"/>
                <a:chOff x="9405575" y="2061418"/>
                <a:chExt cx="291605" cy="623846"/>
              </a:xfrm>
            </p:grpSpPr>
            <p:sp>
              <p:nvSpPr>
                <p:cNvPr id="9368" name="Google Shape;9368;p7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375" name="Google Shape;9375;p79"/>
          <p:cNvGrpSpPr/>
          <p:nvPr/>
        </p:nvGrpSpPr>
        <p:grpSpPr>
          <a:xfrm>
            <a:off x="4013299" y="970929"/>
            <a:ext cx="712557" cy="785901"/>
            <a:chOff x="4206459" y="1191441"/>
            <a:chExt cx="712557" cy="785901"/>
          </a:xfrm>
        </p:grpSpPr>
        <p:sp>
          <p:nvSpPr>
            <p:cNvPr id="9376" name="Google Shape;9376;p79"/>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9"/>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9"/>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9"/>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0" name="Google Shape;9380;p79"/>
            <p:cNvGrpSpPr/>
            <p:nvPr/>
          </p:nvGrpSpPr>
          <p:grpSpPr>
            <a:xfrm>
              <a:off x="4644280" y="1290523"/>
              <a:ext cx="143716" cy="29463"/>
              <a:chOff x="4644280" y="1290523"/>
              <a:chExt cx="143716" cy="29463"/>
            </a:xfrm>
          </p:grpSpPr>
          <p:sp>
            <p:nvSpPr>
              <p:cNvPr id="9381" name="Google Shape;9381;p79"/>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9"/>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9"/>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9"/>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5" name="Google Shape;9385;p79"/>
            <p:cNvGrpSpPr/>
            <p:nvPr/>
          </p:nvGrpSpPr>
          <p:grpSpPr>
            <a:xfrm>
              <a:off x="4356567" y="1191441"/>
              <a:ext cx="143690" cy="29488"/>
              <a:chOff x="4356567" y="1191441"/>
              <a:chExt cx="143690" cy="29488"/>
            </a:xfrm>
          </p:grpSpPr>
          <p:sp>
            <p:nvSpPr>
              <p:cNvPr id="9386" name="Google Shape;9386;p79"/>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9"/>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9"/>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9"/>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0" name="Google Shape;9390;p79"/>
            <p:cNvGrpSpPr/>
            <p:nvPr/>
          </p:nvGrpSpPr>
          <p:grpSpPr>
            <a:xfrm>
              <a:off x="4339009" y="1863727"/>
              <a:ext cx="143703" cy="29476"/>
              <a:chOff x="4339009" y="1863727"/>
              <a:chExt cx="143703" cy="29476"/>
            </a:xfrm>
          </p:grpSpPr>
          <p:sp>
            <p:nvSpPr>
              <p:cNvPr id="9391" name="Google Shape;9391;p79"/>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9"/>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9"/>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9"/>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5" name="Google Shape;9395;p79"/>
            <p:cNvGrpSpPr/>
            <p:nvPr/>
          </p:nvGrpSpPr>
          <p:grpSpPr>
            <a:xfrm>
              <a:off x="4206459" y="1607315"/>
              <a:ext cx="29539" cy="142899"/>
              <a:chOff x="4206459" y="1607315"/>
              <a:chExt cx="29539" cy="142899"/>
            </a:xfrm>
          </p:grpSpPr>
          <p:sp>
            <p:nvSpPr>
              <p:cNvPr id="9396" name="Google Shape;9396;p79"/>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9"/>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9"/>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9"/>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0" name="Google Shape;9400;p79"/>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9"/>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9"/>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9"/>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4" name="Google Shape;9404;p79"/>
            <p:cNvGrpSpPr/>
            <p:nvPr/>
          </p:nvGrpSpPr>
          <p:grpSpPr>
            <a:xfrm>
              <a:off x="4889463" y="1423737"/>
              <a:ext cx="29552" cy="142899"/>
              <a:chOff x="4889463" y="1423737"/>
              <a:chExt cx="29552" cy="142899"/>
            </a:xfrm>
          </p:grpSpPr>
          <p:sp>
            <p:nvSpPr>
              <p:cNvPr id="9405" name="Google Shape;9405;p79"/>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9"/>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9"/>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9"/>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79"/>
            <p:cNvGrpSpPr/>
            <p:nvPr/>
          </p:nvGrpSpPr>
          <p:grpSpPr>
            <a:xfrm>
              <a:off x="4771663" y="1876896"/>
              <a:ext cx="108651" cy="100447"/>
              <a:chOff x="4771663" y="1876896"/>
              <a:chExt cx="108651" cy="100447"/>
            </a:xfrm>
          </p:grpSpPr>
          <p:sp>
            <p:nvSpPr>
              <p:cNvPr id="9410" name="Google Shape;9410;p79"/>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9"/>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9"/>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9"/>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14" name="Google Shape;9414;p79"/>
          <p:cNvGrpSpPr/>
          <p:nvPr/>
        </p:nvGrpSpPr>
        <p:grpSpPr>
          <a:xfrm>
            <a:off x="4008774" y="1854151"/>
            <a:ext cx="791287" cy="720350"/>
            <a:chOff x="267375" y="1071875"/>
            <a:chExt cx="470500" cy="428550"/>
          </a:xfrm>
        </p:grpSpPr>
        <p:sp>
          <p:nvSpPr>
            <p:cNvPr id="9415" name="Google Shape;9415;p79"/>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9"/>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9"/>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9"/>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9"/>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9"/>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9"/>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9"/>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3" name="Google Shape;9423;p79"/>
          <p:cNvGrpSpPr/>
          <p:nvPr/>
        </p:nvGrpSpPr>
        <p:grpSpPr>
          <a:xfrm>
            <a:off x="709269" y="3498781"/>
            <a:ext cx="1408444" cy="673166"/>
            <a:chOff x="712664" y="3693287"/>
            <a:chExt cx="1460738" cy="698160"/>
          </a:xfrm>
        </p:grpSpPr>
        <p:grpSp>
          <p:nvGrpSpPr>
            <p:cNvPr id="9424" name="Google Shape;9424;p79"/>
            <p:cNvGrpSpPr/>
            <p:nvPr/>
          </p:nvGrpSpPr>
          <p:grpSpPr>
            <a:xfrm>
              <a:off x="1380079" y="4133090"/>
              <a:ext cx="234048" cy="258099"/>
              <a:chOff x="1380079" y="4133090"/>
              <a:chExt cx="234048" cy="258099"/>
            </a:xfrm>
          </p:grpSpPr>
          <p:sp>
            <p:nvSpPr>
              <p:cNvPr id="9425" name="Google Shape;9425;p79"/>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9"/>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9"/>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79"/>
            <p:cNvGrpSpPr/>
            <p:nvPr/>
          </p:nvGrpSpPr>
          <p:grpSpPr>
            <a:xfrm>
              <a:off x="884610" y="3864082"/>
              <a:ext cx="1118566" cy="527275"/>
              <a:chOff x="890961" y="3865463"/>
              <a:chExt cx="1115221" cy="525698"/>
            </a:xfrm>
          </p:grpSpPr>
          <p:sp>
            <p:nvSpPr>
              <p:cNvPr id="9429" name="Google Shape;9429;p79"/>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9"/>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9"/>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2" name="Google Shape;9432;p79"/>
            <p:cNvGrpSpPr/>
            <p:nvPr/>
          </p:nvGrpSpPr>
          <p:grpSpPr>
            <a:xfrm>
              <a:off x="712664" y="3693287"/>
              <a:ext cx="1460738" cy="698160"/>
              <a:chOff x="712664" y="3693025"/>
              <a:chExt cx="1460738" cy="698160"/>
            </a:xfrm>
          </p:grpSpPr>
          <p:sp>
            <p:nvSpPr>
              <p:cNvPr id="9433" name="Google Shape;9433;p79"/>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9"/>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9"/>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9"/>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9"/>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9"/>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39" name="Google Shape;9439;p79"/>
          <p:cNvGrpSpPr/>
          <p:nvPr/>
        </p:nvGrpSpPr>
        <p:grpSpPr>
          <a:xfrm>
            <a:off x="3146985" y="970929"/>
            <a:ext cx="795485" cy="738831"/>
            <a:chOff x="3348603" y="1236445"/>
            <a:chExt cx="749256" cy="695894"/>
          </a:xfrm>
        </p:grpSpPr>
        <p:grpSp>
          <p:nvGrpSpPr>
            <p:cNvPr id="9440" name="Google Shape;9440;p79"/>
            <p:cNvGrpSpPr/>
            <p:nvPr/>
          </p:nvGrpSpPr>
          <p:grpSpPr>
            <a:xfrm>
              <a:off x="3583779" y="1236445"/>
              <a:ext cx="293795" cy="285811"/>
              <a:chOff x="3750225" y="1774000"/>
              <a:chExt cx="149575" cy="145525"/>
            </a:xfrm>
          </p:grpSpPr>
          <p:sp>
            <p:nvSpPr>
              <p:cNvPr id="9441" name="Google Shape;9441;p7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79"/>
            <p:cNvGrpSpPr/>
            <p:nvPr/>
          </p:nvGrpSpPr>
          <p:grpSpPr>
            <a:xfrm>
              <a:off x="3775534" y="1462599"/>
              <a:ext cx="322325" cy="285958"/>
              <a:chOff x="3847850" y="1889150"/>
              <a:chExt cx="164100" cy="145600"/>
            </a:xfrm>
          </p:grpSpPr>
          <p:sp>
            <p:nvSpPr>
              <p:cNvPr id="9444" name="Google Shape;9444;p7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79"/>
            <p:cNvGrpSpPr/>
            <p:nvPr/>
          </p:nvGrpSpPr>
          <p:grpSpPr>
            <a:xfrm>
              <a:off x="3545329" y="1646528"/>
              <a:ext cx="293746" cy="285811"/>
              <a:chOff x="3730650" y="1982800"/>
              <a:chExt cx="149550" cy="145525"/>
            </a:xfrm>
          </p:grpSpPr>
          <p:sp>
            <p:nvSpPr>
              <p:cNvPr id="9447" name="Google Shape;9447;p7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79"/>
            <p:cNvGrpSpPr/>
            <p:nvPr/>
          </p:nvGrpSpPr>
          <p:grpSpPr>
            <a:xfrm>
              <a:off x="3348603" y="1415046"/>
              <a:ext cx="294384" cy="284387"/>
              <a:chOff x="3630494" y="1864938"/>
              <a:chExt cx="149875" cy="144800"/>
            </a:xfrm>
          </p:grpSpPr>
          <p:sp>
            <p:nvSpPr>
              <p:cNvPr id="9450" name="Google Shape;9450;p79"/>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9"/>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52" name="Google Shape;9452;p79"/>
          <p:cNvGrpSpPr/>
          <p:nvPr/>
        </p:nvGrpSpPr>
        <p:grpSpPr>
          <a:xfrm>
            <a:off x="2268512" y="3493825"/>
            <a:ext cx="1324924" cy="678083"/>
            <a:chOff x="2413923" y="3711366"/>
            <a:chExt cx="1374117" cy="703260"/>
          </a:xfrm>
        </p:grpSpPr>
        <p:grpSp>
          <p:nvGrpSpPr>
            <p:cNvPr id="9453" name="Google Shape;9453;p79"/>
            <p:cNvGrpSpPr/>
            <p:nvPr/>
          </p:nvGrpSpPr>
          <p:grpSpPr>
            <a:xfrm>
              <a:off x="2413923" y="3711366"/>
              <a:ext cx="1374117" cy="703260"/>
              <a:chOff x="2413923" y="3711366"/>
              <a:chExt cx="1374117" cy="703260"/>
            </a:xfrm>
          </p:grpSpPr>
          <p:sp>
            <p:nvSpPr>
              <p:cNvPr id="9454" name="Google Shape;9454;p79"/>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5" name="Google Shape;9455;p79"/>
              <p:cNvGrpSpPr/>
              <p:nvPr/>
            </p:nvGrpSpPr>
            <p:grpSpPr>
              <a:xfrm>
                <a:off x="2600284" y="3808654"/>
                <a:ext cx="234506" cy="138009"/>
                <a:chOff x="2600284" y="3808654"/>
                <a:chExt cx="234506" cy="138009"/>
              </a:xfrm>
            </p:grpSpPr>
            <p:sp>
              <p:nvSpPr>
                <p:cNvPr id="9456" name="Google Shape;9456;p79"/>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57" name="Google Shape;9457;p79"/>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458" name="Google Shape;9458;p79"/>
              <p:cNvGrpSpPr/>
              <p:nvPr/>
            </p:nvGrpSpPr>
            <p:grpSpPr>
              <a:xfrm>
                <a:off x="3359659" y="3805664"/>
                <a:ext cx="232294" cy="141000"/>
                <a:chOff x="3359659" y="3805664"/>
                <a:chExt cx="232294" cy="141000"/>
              </a:xfrm>
            </p:grpSpPr>
            <p:sp>
              <p:nvSpPr>
                <p:cNvPr id="9459" name="Google Shape;9459;p79"/>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60" name="Google Shape;9460;p79"/>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461" name="Google Shape;9461;p79"/>
              <p:cNvGrpSpPr/>
              <p:nvPr/>
            </p:nvGrpSpPr>
            <p:grpSpPr>
              <a:xfrm>
                <a:off x="3067316" y="3711366"/>
                <a:ext cx="66900" cy="166809"/>
                <a:chOff x="3067316" y="3711366"/>
                <a:chExt cx="66900" cy="166809"/>
              </a:xfrm>
            </p:grpSpPr>
            <p:sp>
              <p:nvSpPr>
                <p:cNvPr id="9462" name="Google Shape;9462;p79"/>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63" name="Google Shape;9463;p79"/>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464" name="Google Shape;9464;p79"/>
              <p:cNvGrpSpPr/>
              <p:nvPr/>
            </p:nvGrpSpPr>
            <p:grpSpPr>
              <a:xfrm>
                <a:off x="2413923" y="4058666"/>
                <a:ext cx="224119" cy="66900"/>
                <a:chOff x="2413923" y="4058666"/>
                <a:chExt cx="224119" cy="66900"/>
              </a:xfrm>
            </p:grpSpPr>
            <p:sp>
              <p:nvSpPr>
                <p:cNvPr id="9465" name="Google Shape;9465;p79"/>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66" name="Google Shape;9466;p79"/>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467" name="Google Shape;9467;p79"/>
              <p:cNvGrpSpPr/>
              <p:nvPr/>
            </p:nvGrpSpPr>
            <p:grpSpPr>
              <a:xfrm>
                <a:off x="3564643" y="4058666"/>
                <a:ext cx="223397" cy="66900"/>
                <a:chOff x="3564643" y="4058666"/>
                <a:chExt cx="223397" cy="66900"/>
              </a:xfrm>
            </p:grpSpPr>
            <p:sp>
              <p:nvSpPr>
                <p:cNvPr id="9468" name="Google Shape;9468;p79"/>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69" name="Google Shape;9469;p79"/>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470" name="Google Shape;9470;p79"/>
            <p:cNvGrpSpPr/>
            <p:nvPr/>
          </p:nvGrpSpPr>
          <p:grpSpPr>
            <a:xfrm>
              <a:off x="2633353" y="3965763"/>
              <a:ext cx="933975" cy="445687"/>
              <a:chOff x="2633353" y="3965763"/>
              <a:chExt cx="933975" cy="445687"/>
            </a:xfrm>
          </p:grpSpPr>
          <p:sp>
            <p:nvSpPr>
              <p:cNvPr id="9471" name="Google Shape;9471;p79"/>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9"/>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73" name="Google Shape;9473;p79"/>
          <p:cNvGrpSpPr/>
          <p:nvPr/>
        </p:nvGrpSpPr>
        <p:grpSpPr>
          <a:xfrm>
            <a:off x="6392784" y="1044372"/>
            <a:ext cx="1131087" cy="587383"/>
            <a:chOff x="238125" y="999450"/>
            <a:chExt cx="7140700" cy="3708225"/>
          </a:xfrm>
        </p:grpSpPr>
        <p:sp>
          <p:nvSpPr>
            <p:cNvPr id="9474" name="Google Shape;9474;p79"/>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9"/>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3" name="Google Shape;9483;p79"/>
          <p:cNvGrpSpPr/>
          <p:nvPr/>
        </p:nvGrpSpPr>
        <p:grpSpPr>
          <a:xfrm>
            <a:off x="3744234" y="3493867"/>
            <a:ext cx="1375854" cy="678131"/>
            <a:chOff x="3913765" y="3641905"/>
            <a:chExt cx="1522805" cy="750560"/>
          </a:xfrm>
        </p:grpSpPr>
        <p:grpSp>
          <p:nvGrpSpPr>
            <p:cNvPr id="9484" name="Google Shape;9484;p79"/>
            <p:cNvGrpSpPr/>
            <p:nvPr/>
          </p:nvGrpSpPr>
          <p:grpSpPr>
            <a:xfrm>
              <a:off x="3913765" y="3997002"/>
              <a:ext cx="1522805" cy="395463"/>
              <a:chOff x="3913765" y="3997002"/>
              <a:chExt cx="1522805" cy="395463"/>
            </a:xfrm>
          </p:grpSpPr>
          <p:grpSp>
            <p:nvGrpSpPr>
              <p:cNvPr id="9485" name="Google Shape;9485;p79"/>
              <p:cNvGrpSpPr/>
              <p:nvPr/>
            </p:nvGrpSpPr>
            <p:grpSpPr>
              <a:xfrm>
                <a:off x="3913765" y="4138659"/>
                <a:ext cx="507602" cy="253806"/>
                <a:chOff x="3913765" y="4138659"/>
                <a:chExt cx="507602" cy="253806"/>
              </a:xfrm>
            </p:grpSpPr>
            <p:sp>
              <p:nvSpPr>
                <p:cNvPr id="9486" name="Google Shape;9486;p79"/>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9"/>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488" name="Google Shape;9488;p79"/>
              <p:cNvGrpSpPr/>
              <p:nvPr/>
            </p:nvGrpSpPr>
            <p:grpSpPr>
              <a:xfrm>
                <a:off x="4421361" y="3997002"/>
                <a:ext cx="507618" cy="395463"/>
                <a:chOff x="4421361" y="3997002"/>
                <a:chExt cx="507618" cy="395463"/>
              </a:xfrm>
            </p:grpSpPr>
            <p:sp>
              <p:nvSpPr>
                <p:cNvPr id="9489" name="Google Shape;9489;p79"/>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9"/>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79"/>
              <p:cNvGrpSpPr/>
              <p:nvPr/>
            </p:nvGrpSpPr>
            <p:grpSpPr>
              <a:xfrm>
                <a:off x="4928973" y="4189418"/>
                <a:ext cx="507596" cy="203047"/>
                <a:chOff x="4928973" y="4189418"/>
                <a:chExt cx="507596" cy="203047"/>
              </a:xfrm>
            </p:grpSpPr>
            <p:sp>
              <p:nvSpPr>
                <p:cNvPr id="9492" name="Google Shape;9492;p79"/>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9"/>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94" name="Google Shape;9494;p79"/>
            <p:cNvGrpSpPr/>
            <p:nvPr/>
          </p:nvGrpSpPr>
          <p:grpSpPr>
            <a:xfrm>
              <a:off x="4482186" y="3641905"/>
              <a:ext cx="397605" cy="349784"/>
              <a:chOff x="2906375" y="1159725"/>
              <a:chExt cx="1860575" cy="1636800"/>
            </a:xfrm>
          </p:grpSpPr>
          <p:sp>
            <p:nvSpPr>
              <p:cNvPr id="9495" name="Google Shape;9495;p79"/>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9"/>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9"/>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9"/>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99" name="Google Shape;9499;p79"/>
          <p:cNvGrpSpPr/>
          <p:nvPr/>
        </p:nvGrpSpPr>
        <p:grpSpPr>
          <a:xfrm>
            <a:off x="6528943" y="1853793"/>
            <a:ext cx="940737" cy="721067"/>
            <a:chOff x="6599718" y="2068734"/>
            <a:chExt cx="940737" cy="721067"/>
          </a:xfrm>
        </p:grpSpPr>
        <p:sp>
          <p:nvSpPr>
            <p:cNvPr id="9500" name="Google Shape;9500;p79"/>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9"/>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9"/>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9"/>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9"/>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9"/>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6" name="Google Shape;9506;p79"/>
            <p:cNvGrpSpPr/>
            <p:nvPr/>
          </p:nvGrpSpPr>
          <p:grpSpPr>
            <a:xfrm>
              <a:off x="6836957" y="2068734"/>
              <a:ext cx="461892" cy="721067"/>
              <a:chOff x="6836957" y="2068734"/>
              <a:chExt cx="461892" cy="721067"/>
            </a:xfrm>
          </p:grpSpPr>
          <p:sp>
            <p:nvSpPr>
              <p:cNvPr id="9507" name="Google Shape;9507;p79"/>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9"/>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9"/>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9"/>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9"/>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9"/>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3" name="Google Shape;9513;p79"/>
              <p:cNvGrpSpPr/>
              <p:nvPr/>
            </p:nvGrpSpPr>
            <p:grpSpPr>
              <a:xfrm>
                <a:off x="6836957" y="2068734"/>
                <a:ext cx="461892" cy="721067"/>
                <a:chOff x="6836957" y="2068734"/>
                <a:chExt cx="461892" cy="721067"/>
              </a:xfrm>
            </p:grpSpPr>
            <p:sp>
              <p:nvSpPr>
                <p:cNvPr id="9514" name="Google Shape;9514;p79"/>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9"/>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9"/>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9"/>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9"/>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9"/>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9"/>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521" name="Google Shape;9521;p79"/>
          <p:cNvGrpSpPr/>
          <p:nvPr/>
        </p:nvGrpSpPr>
        <p:grpSpPr>
          <a:xfrm>
            <a:off x="2412262" y="1858139"/>
            <a:ext cx="712577" cy="712374"/>
            <a:chOff x="2559249" y="2069323"/>
            <a:chExt cx="685566" cy="685634"/>
          </a:xfrm>
        </p:grpSpPr>
        <p:sp>
          <p:nvSpPr>
            <p:cNvPr id="9522" name="Google Shape;9522;p79"/>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9"/>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9"/>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9"/>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9"/>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9"/>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9"/>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9"/>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9"/>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9"/>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9"/>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9"/>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9"/>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5" name="Google Shape;9535;p79"/>
          <p:cNvGrpSpPr/>
          <p:nvPr/>
        </p:nvGrpSpPr>
        <p:grpSpPr>
          <a:xfrm>
            <a:off x="7594699" y="970929"/>
            <a:ext cx="845645" cy="711911"/>
            <a:chOff x="951975" y="315800"/>
            <a:chExt cx="5860325" cy="4933550"/>
          </a:xfrm>
        </p:grpSpPr>
        <p:sp>
          <p:nvSpPr>
            <p:cNvPr id="9536" name="Google Shape;9536;p79"/>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9"/>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9"/>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9"/>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9"/>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9"/>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9"/>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9"/>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79"/>
          <p:cNvGrpSpPr/>
          <p:nvPr/>
        </p:nvGrpSpPr>
        <p:grpSpPr>
          <a:xfrm>
            <a:off x="3691828" y="2707037"/>
            <a:ext cx="1617932" cy="621724"/>
            <a:chOff x="3862800" y="3038525"/>
            <a:chExt cx="1329006" cy="510698"/>
          </a:xfrm>
        </p:grpSpPr>
        <p:sp>
          <p:nvSpPr>
            <p:cNvPr id="9545" name="Google Shape;9545;p79"/>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9"/>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7" name="Google Shape;9547;p79"/>
            <p:cNvGrpSpPr/>
            <p:nvPr/>
          </p:nvGrpSpPr>
          <p:grpSpPr>
            <a:xfrm>
              <a:off x="3967075" y="3040337"/>
              <a:ext cx="1019927" cy="402126"/>
              <a:chOff x="3967075" y="3040337"/>
              <a:chExt cx="1019927" cy="402126"/>
            </a:xfrm>
          </p:grpSpPr>
          <p:sp>
            <p:nvSpPr>
              <p:cNvPr id="9548" name="Google Shape;9548;p79"/>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9"/>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0" name="Google Shape;9550;p79"/>
            <p:cNvGrpSpPr/>
            <p:nvPr/>
          </p:nvGrpSpPr>
          <p:grpSpPr>
            <a:xfrm>
              <a:off x="4186700" y="3040337"/>
              <a:ext cx="390475" cy="183289"/>
              <a:chOff x="4186700" y="3040337"/>
              <a:chExt cx="390475" cy="183289"/>
            </a:xfrm>
          </p:grpSpPr>
          <p:sp>
            <p:nvSpPr>
              <p:cNvPr id="9551" name="Google Shape;9551;p79"/>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9"/>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79"/>
            <p:cNvGrpSpPr/>
            <p:nvPr/>
          </p:nvGrpSpPr>
          <p:grpSpPr>
            <a:xfrm>
              <a:off x="4073727" y="3040337"/>
              <a:ext cx="697794" cy="296263"/>
              <a:chOff x="4073727" y="3040337"/>
              <a:chExt cx="697794" cy="296263"/>
            </a:xfrm>
          </p:grpSpPr>
          <p:sp>
            <p:nvSpPr>
              <p:cNvPr id="9554" name="Google Shape;9554;p79"/>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9"/>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6" name="Google Shape;9556;p79"/>
            <p:cNvGrpSpPr/>
            <p:nvPr/>
          </p:nvGrpSpPr>
          <p:grpSpPr>
            <a:xfrm>
              <a:off x="3862800" y="3038525"/>
              <a:ext cx="1329006" cy="510698"/>
              <a:chOff x="3862800" y="3038525"/>
              <a:chExt cx="1329006" cy="510698"/>
            </a:xfrm>
          </p:grpSpPr>
          <p:sp>
            <p:nvSpPr>
              <p:cNvPr id="9557" name="Google Shape;9557;p79"/>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9"/>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59" name="Google Shape;9559;p79"/>
          <p:cNvGrpSpPr/>
          <p:nvPr/>
        </p:nvGrpSpPr>
        <p:grpSpPr>
          <a:xfrm>
            <a:off x="700150" y="970929"/>
            <a:ext cx="883205" cy="775176"/>
            <a:chOff x="649648" y="271400"/>
            <a:chExt cx="6215377" cy="5455143"/>
          </a:xfrm>
        </p:grpSpPr>
        <p:sp>
          <p:nvSpPr>
            <p:cNvPr id="9560" name="Google Shape;9560;p79"/>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9"/>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9"/>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9"/>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9"/>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9"/>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9"/>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9"/>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9"/>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9"/>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9"/>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9"/>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2" name="Google Shape;9572;p79"/>
          <p:cNvGrpSpPr/>
          <p:nvPr/>
        </p:nvGrpSpPr>
        <p:grpSpPr>
          <a:xfrm>
            <a:off x="2308452" y="970929"/>
            <a:ext cx="767704" cy="815489"/>
            <a:chOff x="2499700" y="1135950"/>
            <a:chExt cx="732402" cy="777990"/>
          </a:xfrm>
        </p:grpSpPr>
        <p:grpSp>
          <p:nvGrpSpPr>
            <p:cNvPr id="9573" name="Google Shape;9573;p79"/>
            <p:cNvGrpSpPr/>
            <p:nvPr/>
          </p:nvGrpSpPr>
          <p:grpSpPr>
            <a:xfrm>
              <a:off x="2499700" y="1135950"/>
              <a:ext cx="732402" cy="694705"/>
              <a:chOff x="2499700" y="1135950"/>
              <a:chExt cx="732402" cy="694705"/>
            </a:xfrm>
          </p:grpSpPr>
          <p:sp>
            <p:nvSpPr>
              <p:cNvPr id="9574" name="Google Shape;9574;p79"/>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9"/>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9"/>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9"/>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9"/>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9"/>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9"/>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9"/>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9"/>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9"/>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9"/>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9"/>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9"/>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9"/>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9"/>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9"/>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9"/>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9"/>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9"/>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9"/>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9"/>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9"/>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9"/>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9"/>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9"/>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9"/>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9"/>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79"/>
            <p:cNvGrpSpPr/>
            <p:nvPr/>
          </p:nvGrpSpPr>
          <p:grpSpPr>
            <a:xfrm>
              <a:off x="2517909" y="1188726"/>
              <a:ext cx="702702" cy="725214"/>
              <a:chOff x="2517909" y="1188726"/>
              <a:chExt cx="702702" cy="725214"/>
            </a:xfrm>
          </p:grpSpPr>
          <p:sp>
            <p:nvSpPr>
              <p:cNvPr id="9602" name="Google Shape;9602;p79"/>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9"/>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9"/>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9"/>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9"/>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07" name="Google Shape;9607;p79"/>
          <p:cNvGrpSpPr/>
          <p:nvPr/>
        </p:nvGrpSpPr>
        <p:grpSpPr>
          <a:xfrm>
            <a:off x="1654184" y="970929"/>
            <a:ext cx="583439" cy="870229"/>
            <a:chOff x="1716825" y="1121550"/>
            <a:chExt cx="622800" cy="928938"/>
          </a:xfrm>
        </p:grpSpPr>
        <p:grpSp>
          <p:nvGrpSpPr>
            <p:cNvPr id="9608" name="Google Shape;9608;p79"/>
            <p:cNvGrpSpPr/>
            <p:nvPr/>
          </p:nvGrpSpPr>
          <p:grpSpPr>
            <a:xfrm>
              <a:off x="1716825" y="1121550"/>
              <a:ext cx="622800" cy="928938"/>
              <a:chOff x="1716825" y="1121550"/>
              <a:chExt cx="622800" cy="928938"/>
            </a:xfrm>
          </p:grpSpPr>
          <p:cxnSp>
            <p:nvCxnSpPr>
              <p:cNvPr id="9609" name="Google Shape;9609;p79"/>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610" name="Google Shape;9610;p79"/>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1" name="Google Shape;9611;p79"/>
            <p:cNvGrpSpPr/>
            <p:nvPr/>
          </p:nvGrpSpPr>
          <p:grpSpPr>
            <a:xfrm>
              <a:off x="1768050" y="1172775"/>
              <a:ext cx="520200" cy="832000"/>
              <a:chOff x="1768050" y="1172775"/>
              <a:chExt cx="520200" cy="832000"/>
            </a:xfrm>
          </p:grpSpPr>
          <p:cxnSp>
            <p:nvCxnSpPr>
              <p:cNvPr id="9612" name="Google Shape;9612;p79"/>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613" name="Google Shape;9613;p79"/>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79"/>
            <p:cNvGrpSpPr/>
            <p:nvPr/>
          </p:nvGrpSpPr>
          <p:grpSpPr>
            <a:xfrm>
              <a:off x="1820100" y="1225475"/>
              <a:ext cx="416400" cy="729575"/>
              <a:chOff x="1820100" y="1225475"/>
              <a:chExt cx="416400" cy="729575"/>
            </a:xfrm>
          </p:grpSpPr>
          <p:cxnSp>
            <p:nvCxnSpPr>
              <p:cNvPr id="9615" name="Google Shape;9615;p79"/>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616" name="Google Shape;9616;p79"/>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7" name="Google Shape;9617;p79"/>
            <p:cNvGrpSpPr/>
            <p:nvPr/>
          </p:nvGrpSpPr>
          <p:grpSpPr>
            <a:xfrm>
              <a:off x="1874250" y="1278825"/>
              <a:ext cx="308100" cy="605275"/>
              <a:chOff x="1874250" y="1278825"/>
              <a:chExt cx="308100" cy="605275"/>
            </a:xfrm>
          </p:grpSpPr>
          <p:cxnSp>
            <p:nvCxnSpPr>
              <p:cNvPr id="9618" name="Google Shape;9618;p79"/>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619" name="Google Shape;9619;p79"/>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0" name="Google Shape;9620;p79"/>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79"/>
          <p:cNvGrpSpPr/>
          <p:nvPr/>
        </p:nvGrpSpPr>
        <p:grpSpPr>
          <a:xfrm>
            <a:off x="1574007" y="1857250"/>
            <a:ext cx="739072" cy="714152"/>
            <a:chOff x="4334725" y="1355875"/>
            <a:chExt cx="3106650" cy="3001900"/>
          </a:xfrm>
        </p:grpSpPr>
        <p:grpSp>
          <p:nvGrpSpPr>
            <p:cNvPr id="9622" name="Google Shape;9622;p79"/>
            <p:cNvGrpSpPr/>
            <p:nvPr/>
          </p:nvGrpSpPr>
          <p:grpSpPr>
            <a:xfrm>
              <a:off x="4516050" y="1724875"/>
              <a:ext cx="2693725" cy="2632900"/>
              <a:chOff x="4516050" y="1724875"/>
              <a:chExt cx="2693725" cy="2632900"/>
            </a:xfrm>
          </p:grpSpPr>
          <p:sp>
            <p:nvSpPr>
              <p:cNvPr id="9623" name="Google Shape;9623;p79"/>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9"/>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9"/>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6" name="Google Shape;9626;p79"/>
            <p:cNvGrpSpPr/>
            <p:nvPr/>
          </p:nvGrpSpPr>
          <p:grpSpPr>
            <a:xfrm>
              <a:off x="4334725" y="1355875"/>
              <a:ext cx="3106650" cy="2709650"/>
              <a:chOff x="4334725" y="1355875"/>
              <a:chExt cx="3106650" cy="2709650"/>
            </a:xfrm>
          </p:grpSpPr>
          <p:sp>
            <p:nvSpPr>
              <p:cNvPr id="9627" name="Google Shape;9627;p79"/>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9"/>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9"/>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30" name="Google Shape;9630;p79"/>
          <p:cNvGrpSpPr/>
          <p:nvPr/>
        </p:nvGrpSpPr>
        <p:grpSpPr>
          <a:xfrm>
            <a:off x="7690956" y="3488021"/>
            <a:ext cx="312074" cy="684173"/>
            <a:chOff x="7645573" y="3754300"/>
            <a:chExt cx="293855" cy="644170"/>
          </a:xfrm>
        </p:grpSpPr>
        <p:sp>
          <p:nvSpPr>
            <p:cNvPr id="9631" name="Google Shape;9631;p79"/>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9"/>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3" name="Google Shape;9633;p79"/>
          <p:cNvGrpSpPr/>
          <p:nvPr/>
        </p:nvGrpSpPr>
        <p:grpSpPr>
          <a:xfrm>
            <a:off x="5612944" y="970929"/>
            <a:ext cx="709011" cy="739359"/>
            <a:chOff x="5830645" y="1256617"/>
            <a:chExt cx="530340" cy="553040"/>
          </a:xfrm>
        </p:grpSpPr>
        <p:grpSp>
          <p:nvGrpSpPr>
            <p:cNvPr id="9634" name="Google Shape;9634;p79"/>
            <p:cNvGrpSpPr/>
            <p:nvPr/>
          </p:nvGrpSpPr>
          <p:grpSpPr>
            <a:xfrm>
              <a:off x="5830645" y="1256617"/>
              <a:ext cx="259743" cy="269909"/>
              <a:chOff x="5830645" y="1256617"/>
              <a:chExt cx="259743" cy="269909"/>
            </a:xfrm>
          </p:grpSpPr>
          <p:sp>
            <p:nvSpPr>
              <p:cNvPr id="9635" name="Google Shape;9635;p79"/>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9"/>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7" name="Google Shape;9637;p79"/>
            <p:cNvGrpSpPr/>
            <p:nvPr/>
          </p:nvGrpSpPr>
          <p:grpSpPr>
            <a:xfrm>
              <a:off x="6101293" y="1256617"/>
              <a:ext cx="259692" cy="269909"/>
              <a:chOff x="6101293" y="1256617"/>
              <a:chExt cx="259692" cy="269909"/>
            </a:xfrm>
          </p:grpSpPr>
          <p:sp>
            <p:nvSpPr>
              <p:cNvPr id="9638" name="Google Shape;9638;p79"/>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9"/>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79"/>
            <p:cNvGrpSpPr/>
            <p:nvPr/>
          </p:nvGrpSpPr>
          <p:grpSpPr>
            <a:xfrm>
              <a:off x="5830645" y="1539749"/>
              <a:ext cx="259692" cy="269909"/>
              <a:chOff x="5830645" y="1539749"/>
              <a:chExt cx="259692" cy="269909"/>
            </a:xfrm>
          </p:grpSpPr>
          <p:sp>
            <p:nvSpPr>
              <p:cNvPr id="9641" name="Google Shape;9641;p79"/>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9"/>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79"/>
            <p:cNvGrpSpPr/>
            <p:nvPr/>
          </p:nvGrpSpPr>
          <p:grpSpPr>
            <a:xfrm>
              <a:off x="6101293" y="1539749"/>
              <a:ext cx="259692" cy="269909"/>
              <a:chOff x="6101293" y="1539749"/>
              <a:chExt cx="259692" cy="269909"/>
            </a:xfrm>
          </p:grpSpPr>
          <p:sp>
            <p:nvSpPr>
              <p:cNvPr id="9644" name="Google Shape;9644;p79"/>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9"/>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6" name="Google Shape;9646;p79"/>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7" name="Google Shape;9647;p79"/>
          <p:cNvGrpSpPr/>
          <p:nvPr/>
        </p:nvGrpSpPr>
        <p:grpSpPr>
          <a:xfrm>
            <a:off x="714438" y="2707044"/>
            <a:ext cx="1452955" cy="621360"/>
            <a:chOff x="732422" y="2990152"/>
            <a:chExt cx="1337773" cy="572102"/>
          </a:xfrm>
        </p:grpSpPr>
        <p:sp>
          <p:nvSpPr>
            <p:cNvPr id="9648" name="Google Shape;9648;p79"/>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9"/>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9"/>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9"/>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9"/>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9"/>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57" name="Shape 9657"/>
        <p:cNvGrpSpPr/>
        <p:nvPr/>
      </p:nvGrpSpPr>
      <p:grpSpPr>
        <a:xfrm>
          <a:off x="0" y="0"/>
          <a:ext cx="0" cy="0"/>
          <a:chOff x="0" y="0"/>
          <a:chExt cx="0" cy="0"/>
        </a:xfrm>
      </p:grpSpPr>
      <p:grpSp>
        <p:nvGrpSpPr>
          <p:cNvPr id="9658" name="Google Shape;9658;p80"/>
          <p:cNvGrpSpPr/>
          <p:nvPr/>
        </p:nvGrpSpPr>
        <p:grpSpPr>
          <a:xfrm>
            <a:off x="708575" y="965865"/>
            <a:ext cx="1636117" cy="1526144"/>
            <a:chOff x="729238" y="1179665"/>
            <a:chExt cx="1636117" cy="1526144"/>
          </a:xfrm>
        </p:grpSpPr>
        <p:grpSp>
          <p:nvGrpSpPr>
            <p:cNvPr id="9659" name="Google Shape;9659;p80"/>
            <p:cNvGrpSpPr/>
            <p:nvPr/>
          </p:nvGrpSpPr>
          <p:grpSpPr>
            <a:xfrm>
              <a:off x="729238" y="1179665"/>
              <a:ext cx="80700" cy="1526144"/>
              <a:chOff x="729238" y="1179665"/>
              <a:chExt cx="80700" cy="1526144"/>
            </a:xfrm>
          </p:grpSpPr>
          <p:sp>
            <p:nvSpPr>
              <p:cNvPr id="9660" name="Google Shape;9660;p80"/>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0"/>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0"/>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0"/>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0" name="Google Shape;9670;p80"/>
            <p:cNvGrpSpPr/>
            <p:nvPr/>
          </p:nvGrpSpPr>
          <p:grpSpPr>
            <a:xfrm>
              <a:off x="903098" y="1179665"/>
              <a:ext cx="80700" cy="1526144"/>
              <a:chOff x="903098" y="1179665"/>
              <a:chExt cx="80700" cy="1526144"/>
            </a:xfrm>
          </p:grpSpPr>
          <p:sp>
            <p:nvSpPr>
              <p:cNvPr id="9671" name="Google Shape;9671;p80"/>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0"/>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0"/>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0"/>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0"/>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0"/>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80"/>
            <p:cNvGrpSpPr/>
            <p:nvPr/>
          </p:nvGrpSpPr>
          <p:grpSpPr>
            <a:xfrm>
              <a:off x="1076958" y="1179665"/>
              <a:ext cx="80700" cy="1526144"/>
              <a:chOff x="1076958" y="1179665"/>
              <a:chExt cx="80700" cy="1526144"/>
            </a:xfrm>
          </p:grpSpPr>
          <p:sp>
            <p:nvSpPr>
              <p:cNvPr id="9682" name="Google Shape;9682;p80"/>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0"/>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0"/>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0"/>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0"/>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0"/>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0"/>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80"/>
            <p:cNvGrpSpPr/>
            <p:nvPr/>
          </p:nvGrpSpPr>
          <p:grpSpPr>
            <a:xfrm>
              <a:off x="1247707" y="1179665"/>
              <a:ext cx="80700" cy="1526144"/>
              <a:chOff x="1247707" y="1179665"/>
              <a:chExt cx="80700" cy="1526144"/>
            </a:xfrm>
          </p:grpSpPr>
          <p:sp>
            <p:nvSpPr>
              <p:cNvPr id="9693" name="Google Shape;9693;p80"/>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0"/>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0"/>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3" name="Google Shape;9703;p80"/>
            <p:cNvGrpSpPr/>
            <p:nvPr/>
          </p:nvGrpSpPr>
          <p:grpSpPr>
            <a:xfrm>
              <a:off x="1421567" y="1179665"/>
              <a:ext cx="80700" cy="1526144"/>
              <a:chOff x="1421567" y="1179665"/>
              <a:chExt cx="80700" cy="1526144"/>
            </a:xfrm>
          </p:grpSpPr>
          <p:sp>
            <p:nvSpPr>
              <p:cNvPr id="9704" name="Google Shape;9704;p80"/>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0"/>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0"/>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0"/>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0"/>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0"/>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0"/>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0"/>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4" name="Google Shape;9714;p80"/>
            <p:cNvGrpSpPr/>
            <p:nvPr/>
          </p:nvGrpSpPr>
          <p:grpSpPr>
            <a:xfrm>
              <a:off x="1592327" y="1179665"/>
              <a:ext cx="80700" cy="1526144"/>
              <a:chOff x="1592327" y="1179665"/>
              <a:chExt cx="80700" cy="1526144"/>
            </a:xfrm>
          </p:grpSpPr>
          <p:sp>
            <p:nvSpPr>
              <p:cNvPr id="9715" name="Google Shape;9715;p80"/>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0"/>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0"/>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0"/>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0"/>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0"/>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5" name="Google Shape;9725;p80"/>
            <p:cNvGrpSpPr/>
            <p:nvPr/>
          </p:nvGrpSpPr>
          <p:grpSpPr>
            <a:xfrm>
              <a:off x="1766187" y="1179665"/>
              <a:ext cx="80700" cy="1526144"/>
              <a:chOff x="1766187" y="1179665"/>
              <a:chExt cx="80700" cy="1526144"/>
            </a:xfrm>
          </p:grpSpPr>
          <p:sp>
            <p:nvSpPr>
              <p:cNvPr id="9726" name="Google Shape;9726;p80"/>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0"/>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0"/>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0"/>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0"/>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0"/>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0"/>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0"/>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0"/>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6" name="Google Shape;9736;p80"/>
            <p:cNvGrpSpPr/>
            <p:nvPr/>
          </p:nvGrpSpPr>
          <p:grpSpPr>
            <a:xfrm>
              <a:off x="1936935" y="1179665"/>
              <a:ext cx="80700" cy="1526144"/>
              <a:chOff x="1936935" y="1179665"/>
              <a:chExt cx="80700" cy="1526144"/>
            </a:xfrm>
          </p:grpSpPr>
          <p:sp>
            <p:nvSpPr>
              <p:cNvPr id="9737" name="Google Shape;9737;p80"/>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0"/>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0"/>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0"/>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0"/>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80"/>
            <p:cNvGrpSpPr/>
            <p:nvPr/>
          </p:nvGrpSpPr>
          <p:grpSpPr>
            <a:xfrm>
              <a:off x="2110795" y="1179665"/>
              <a:ext cx="80700" cy="1526144"/>
              <a:chOff x="2110795" y="1179665"/>
              <a:chExt cx="80700" cy="1526144"/>
            </a:xfrm>
          </p:grpSpPr>
          <p:sp>
            <p:nvSpPr>
              <p:cNvPr id="9748" name="Google Shape;9748;p80"/>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0"/>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0"/>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0"/>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80"/>
            <p:cNvGrpSpPr/>
            <p:nvPr/>
          </p:nvGrpSpPr>
          <p:grpSpPr>
            <a:xfrm>
              <a:off x="2284655" y="1179665"/>
              <a:ext cx="80700" cy="1526144"/>
              <a:chOff x="2284655" y="1179665"/>
              <a:chExt cx="80700" cy="1526144"/>
            </a:xfrm>
          </p:grpSpPr>
          <p:sp>
            <p:nvSpPr>
              <p:cNvPr id="9759" name="Google Shape;9759;p80"/>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0"/>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0"/>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0"/>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0"/>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0"/>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69" name="Google Shape;9769;p80"/>
          <p:cNvGrpSpPr/>
          <p:nvPr/>
        </p:nvGrpSpPr>
        <p:grpSpPr>
          <a:xfrm>
            <a:off x="2603242" y="985003"/>
            <a:ext cx="1364248" cy="1102133"/>
            <a:chOff x="2623904" y="1198803"/>
            <a:chExt cx="1364248" cy="1102133"/>
          </a:xfrm>
        </p:grpSpPr>
        <p:grpSp>
          <p:nvGrpSpPr>
            <p:cNvPr id="9770" name="Google Shape;9770;p80"/>
            <p:cNvGrpSpPr/>
            <p:nvPr/>
          </p:nvGrpSpPr>
          <p:grpSpPr>
            <a:xfrm>
              <a:off x="2623907" y="1198803"/>
              <a:ext cx="1364245" cy="273000"/>
              <a:chOff x="2623907" y="1198803"/>
              <a:chExt cx="1364245" cy="273000"/>
            </a:xfrm>
          </p:grpSpPr>
          <p:sp>
            <p:nvSpPr>
              <p:cNvPr id="9771" name="Google Shape;9771;p80"/>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80"/>
            <p:cNvGrpSpPr/>
            <p:nvPr/>
          </p:nvGrpSpPr>
          <p:grpSpPr>
            <a:xfrm>
              <a:off x="2623904" y="1476964"/>
              <a:ext cx="1364245" cy="273000"/>
              <a:chOff x="2623904" y="1476964"/>
              <a:chExt cx="1364245" cy="273000"/>
            </a:xfrm>
          </p:grpSpPr>
          <p:sp>
            <p:nvSpPr>
              <p:cNvPr id="9777" name="Google Shape;9777;p80"/>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0"/>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0"/>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2" name="Google Shape;9782;p80"/>
            <p:cNvGrpSpPr/>
            <p:nvPr/>
          </p:nvGrpSpPr>
          <p:grpSpPr>
            <a:xfrm>
              <a:off x="2623907" y="1749775"/>
              <a:ext cx="1364245" cy="273000"/>
              <a:chOff x="2623907" y="1749775"/>
              <a:chExt cx="1364245" cy="273000"/>
            </a:xfrm>
          </p:grpSpPr>
          <p:sp>
            <p:nvSpPr>
              <p:cNvPr id="9783" name="Google Shape;9783;p80"/>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0"/>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8" name="Google Shape;9788;p80"/>
            <p:cNvGrpSpPr/>
            <p:nvPr/>
          </p:nvGrpSpPr>
          <p:grpSpPr>
            <a:xfrm>
              <a:off x="2623904" y="2027936"/>
              <a:ext cx="1364245" cy="273000"/>
              <a:chOff x="2623904" y="2027936"/>
              <a:chExt cx="1364245" cy="273000"/>
            </a:xfrm>
          </p:grpSpPr>
          <p:sp>
            <p:nvSpPr>
              <p:cNvPr id="9789" name="Google Shape;9789;p8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94" name="Google Shape;9794;p80"/>
          <p:cNvGrpSpPr/>
          <p:nvPr/>
        </p:nvGrpSpPr>
        <p:grpSpPr>
          <a:xfrm>
            <a:off x="2592703" y="2444186"/>
            <a:ext cx="1387541" cy="159124"/>
            <a:chOff x="3200660" y="2180272"/>
            <a:chExt cx="2563824" cy="378237"/>
          </a:xfrm>
        </p:grpSpPr>
        <p:sp>
          <p:nvSpPr>
            <p:cNvPr id="9795" name="Google Shape;9795;p8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80"/>
          <p:cNvGrpSpPr/>
          <p:nvPr/>
        </p:nvGrpSpPr>
        <p:grpSpPr>
          <a:xfrm>
            <a:off x="2589227" y="2722011"/>
            <a:ext cx="1390502" cy="159625"/>
            <a:chOff x="3530150" y="2790075"/>
            <a:chExt cx="1962600" cy="225300"/>
          </a:xfrm>
        </p:grpSpPr>
        <p:sp>
          <p:nvSpPr>
            <p:cNvPr id="9814" name="Google Shape;9814;p80"/>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0"/>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6" name="Google Shape;9816;p80"/>
          <p:cNvGrpSpPr/>
          <p:nvPr/>
        </p:nvGrpSpPr>
        <p:grpSpPr>
          <a:xfrm>
            <a:off x="2589880" y="3000337"/>
            <a:ext cx="1411629" cy="153761"/>
            <a:chOff x="3558802" y="4011427"/>
            <a:chExt cx="1866000" cy="111300"/>
          </a:xfrm>
        </p:grpSpPr>
        <p:sp>
          <p:nvSpPr>
            <p:cNvPr id="9817" name="Google Shape;9817;p8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0"/>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9" name="Google Shape;9819;p80"/>
          <p:cNvGrpSpPr/>
          <p:nvPr/>
        </p:nvGrpSpPr>
        <p:grpSpPr>
          <a:xfrm>
            <a:off x="2589573" y="2205736"/>
            <a:ext cx="1383503" cy="119749"/>
            <a:chOff x="3465975" y="2270276"/>
            <a:chExt cx="1986364" cy="171929"/>
          </a:xfrm>
        </p:grpSpPr>
        <p:sp>
          <p:nvSpPr>
            <p:cNvPr id="9820" name="Google Shape;9820;p8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0"/>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0"/>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0"/>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0"/>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0"/>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8" name="Google Shape;9828;p80"/>
          <p:cNvGrpSpPr/>
          <p:nvPr/>
        </p:nvGrpSpPr>
        <p:grpSpPr>
          <a:xfrm>
            <a:off x="2600580" y="3569387"/>
            <a:ext cx="1369531" cy="195460"/>
            <a:chOff x="723300" y="4253549"/>
            <a:chExt cx="2276482" cy="324900"/>
          </a:xfrm>
        </p:grpSpPr>
        <p:sp>
          <p:nvSpPr>
            <p:cNvPr id="9829" name="Google Shape;9829;p8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0"/>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80"/>
          <p:cNvGrpSpPr/>
          <p:nvPr/>
        </p:nvGrpSpPr>
        <p:grpSpPr>
          <a:xfrm>
            <a:off x="2590141" y="3270567"/>
            <a:ext cx="1389066" cy="180119"/>
            <a:chOff x="705948" y="3788465"/>
            <a:chExt cx="2308953" cy="299400"/>
          </a:xfrm>
        </p:grpSpPr>
        <p:sp>
          <p:nvSpPr>
            <p:cNvPr id="9835" name="Google Shape;9835;p8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0"/>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0"/>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80"/>
          <p:cNvGrpSpPr/>
          <p:nvPr/>
        </p:nvGrpSpPr>
        <p:grpSpPr>
          <a:xfrm>
            <a:off x="2638078" y="3883547"/>
            <a:ext cx="1304609" cy="294074"/>
            <a:chOff x="2658741" y="4097347"/>
            <a:chExt cx="1304609" cy="294074"/>
          </a:xfrm>
        </p:grpSpPr>
        <p:grpSp>
          <p:nvGrpSpPr>
            <p:cNvPr id="9841" name="Google Shape;9841;p80"/>
            <p:cNvGrpSpPr/>
            <p:nvPr/>
          </p:nvGrpSpPr>
          <p:grpSpPr>
            <a:xfrm>
              <a:off x="2658741" y="4097347"/>
              <a:ext cx="118572" cy="294074"/>
              <a:chOff x="3343310" y="4475555"/>
              <a:chExt cx="127717" cy="316753"/>
            </a:xfrm>
          </p:grpSpPr>
          <p:sp>
            <p:nvSpPr>
              <p:cNvPr id="9842" name="Google Shape;9842;p8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4" name="Google Shape;9844;p80"/>
            <p:cNvGrpSpPr/>
            <p:nvPr/>
          </p:nvGrpSpPr>
          <p:grpSpPr>
            <a:xfrm>
              <a:off x="3815519" y="4098388"/>
              <a:ext cx="147831" cy="291991"/>
              <a:chOff x="3527539" y="4476677"/>
              <a:chExt cx="159232" cy="314510"/>
            </a:xfrm>
          </p:grpSpPr>
          <p:sp>
            <p:nvSpPr>
              <p:cNvPr id="9845" name="Google Shape;9845;p8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7" name="Google Shape;9847;p80"/>
            <p:cNvGrpSpPr/>
            <p:nvPr/>
          </p:nvGrpSpPr>
          <p:grpSpPr>
            <a:xfrm>
              <a:off x="3511696" y="4098388"/>
              <a:ext cx="147831" cy="291991"/>
              <a:chOff x="3527539" y="4476677"/>
              <a:chExt cx="159232" cy="314510"/>
            </a:xfrm>
          </p:grpSpPr>
          <p:sp>
            <p:nvSpPr>
              <p:cNvPr id="9848" name="Google Shape;9848;p8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0" name="Google Shape;9850;p80"/>
            <p:cNvGrpSpPr/>
            <p:nvPr/>
          </p:nvGrpSpPr>
          <p:grpSpPr>
            <a:xfrm>
              <a:off x="3207874" y="4098388"/>
              <a:ext cx="147831" cy="291991"/>
              <a:chOff x="3527539" y="4476677"/>
              <a:chExt cx="159232" cy="314510"/>
            </a:xfrm>
          </p:grpSpPr>
          <p:sp>
            <p:nvSpPr>
              <p:cNvPr id="9851" name="Google Shape;9851;p8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80"/>
            <p:cNvGrpSpPr/>
            <p:nvPr/>
          </p:nvGrpSpPr>
          <p:grpSpPr>
            <a:xfrm>
              <a:off x="2933305" y="4097347"/>
              <a:ext cx="118572" cy="294074"/>
              <a:chOff x="3343310" y="4475555"/>
              <a:chExt cx="127717" cy="316753"/>
            </a:xfrm>
          </p:grpSpPr>
          <p:sp>
            <p:nvSpPr>
              <p:cNvPr id="9854" name="Google Shape;9854;p8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56" name="Google Shape;9856;p80"/>
          <p:cNvGrpSpPr/>
          <p:nvPr/>
        </p:nvGrpSpPr>
        <p:grpSpPr>
          <a:xfrm>
            <a:off x="4256908" y="1866669"/>
            <a:ext cx="1433821" cy="191501"/>
            <a:chOff x="4273350" y="2080469"/>
            <a:chExt cx="1433821" cy="191501"/>
          </a:xfrm>
        </p:grpSpPr>
        <p:grpSp>
          <p:nvGrpSpPr>
            <p:cNvPr id="9857" name="Google Shape;9857;p80"/>
            <p:cNvGrpSpPr/>
            <p:nvPr/>
          </p:nvGrpSpPr>
          <p:grpSpPr>
            <a:xfrm>
              <a:off x="4273350" y="2080469"/>
              <a:ext cx="1433821" cy="0"/>
              <a:chOff x="5224975" y="2962250"/>
              <a:chExt cx="1544400" cy="0"/>
            </a:xfrm>
          </p:grpSpPr>
          <p:cxnSp>
            <p:nvCxnSpPr>
              <p:cNvPr id="9858" name="Google Shape;9858;p8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859" name="Google Shape;9859;p80"/>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860" name="Google Shape;9860;p80"/>
            <p:cNvGrpSpPr/>
            <p:nvPr/>
          </p:nvGrpSpPr>
          <p:grpSpPr>
            <a:xfrm>
              <a:off x="4273350" y="2271969"/>
              <a:ext cx="1433821" cy="0"/>
              <a:chOff x="5224975" y="2962250"/>
              <a:chExt cx="1544400" cy="0"/>
            </a:xfrm>
          </p:grpSpPr>
          <p:cxnSp>
            <p:nvCxnSpPr>
              <p:cNvPr id="9861" name="Google Shape;9861;p8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862" name="Google Shape;9862;p80"/>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863" name="Google Shape;9863;p80"/>
          <p:cNvGrpSpPr/>
          <p:nvPr/>
        </p:nvGrpSpPr>
        <p:grpSpPr>
          <a:xfrm>
            <a:off x="4258463" y="969236"/>
            <a:ext cx="1430711" cy="743389"/>
            <a:chOff x="5159450" y="1919950"/>
            <a:chExt cx="1541050" cy="862500"/>
          </a:xfrm>
        </p:grpSpPr>
        <p:sp>
          <p:nvSpPr>
            <p:cNvPr id="9864" name="Google Shape;9864;p8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865" name="Google Shape;9865;p80"/>
            <p:cNvGrpSpPr/>
            <p:nvPr/>
          </p:nvGrpSpPr>
          <p:grpSpPr>
            <a:xfrm>
              <a:off x="5159450" y="1919950"/>
              <a:ext cx="1541050" cy="862500"/>
              <a:chOff x="5159450" y="1919950"/>
              <a:chExt cx="1541050" cy="862500"/>
            </a:xfrm>
          </p:grpSpPr>
          <p:cxnSp>
            <p:nvCxnSpPr>
              <p:cNvPr id="9866" name="Google Shape;9866;p8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867" name="Google Shape;9867;p8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868" name="Google Shape;9868;p80"/>
          <p:cNvGrpSpPr/>
          <p:nvPr/>
        </p:nvGrpSpPr>
        <p:grpSpPr>
          <a:xfrm>
            <a:off x="4248577" y="2192564"/>
            <a:ext cx="1450484" cy="1052087"/>
            <a:chOff x="5230575" y="1554475"/>
            <a:chExt cx="2137150" cy="1550150"/>
          </a:xfrm>
        </p:grpSpPr>
        <p:sp>
          <p:nvSpPr>
            <p:cNvPr id="9869" name="Google Shape;9869;p80"/>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0"/>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0"/>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0"/>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0"/>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0"/>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0"/>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0"/>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0"/>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0"/>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0"/>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0"/>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0"/>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80"/>
          <p:cNvGrpSpPr/>
          <p:nvPr/>
        </p:nvGrpSpPr>
        <p:grpSpPr>
          <a:xfrm rot="10800000">
            <a:off x="4265127" y="3284753"/>
            <a:ext cx="1417383" cy="887946"/>
            <a:chOff x="5645403" y="2920021"/>
            <a:chExt cx="2650800" cy="2180614"/>
          </a:xfrm>
        </p:grpSpPr>
        <p:sp>
          <p:nvSpPr>
            <p:cNvPr id="9883" name="Google Shape;9883;p80"/>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84" name="Google Shape;9884;p80"/>
            <p:cNvCxnSpPr>
              <a:stCxn id="9883"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885" name="Google Shape;9885;p80"/>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86" name="Google Shape;9886;p80"/>
            <p:cNvCxnSpPr>
              <a:endCxn id="9885"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9887" name="Google Shape;9887;p80"/>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88" name="Google Shape;9888;p80"/>
            <p:cNvCxnSpPr>
              <a:stCxn id="9887"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889" name="Google Shape;9889;p80"/>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90" name="Google Shape;9890;p80"/>
            <p:cNvCxnSpPr>
              <a:endCxn id="9889"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891" name="Google Shape;9891;p80"/>
          <p:cNvGrpSpPr/>
          <p:nvPr/>
        </p:nvGrpSpPr>
        <p:grpSpPr>
          <a:xfrm>
            <a:off x="7365487" y="2188108"/>
            <a:ext cx="1071743" cy="1021579"/>
            <a:chOff x="7189833" y="2022667"/>
            <a:chExt cx="1251159" cy="1192597"/>
          </a:xfrm>
        </p:grpSpPr>
        <p:sp>
          <p:nvSpPr>
            <p:cNvPr id="9892" name="Google Shape;9892;p80"/>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0"/>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0"/>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0"/>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6" name="Google Shape;9896;p80"/>
          <p:cNvGrpSpPr/>
          <p:nvPr/>
        </p:nvGrpSpPr>
        <p:grpSpPr>
          <a:xfrm>
            <a:off x="706758" y="2614515"/>
            <a:ext cx="1695374" cy="1560837"/>
            <a:chOff x="727421" y="2828315"/>
            <a:chExt cx="1695374" cy="1560837"/>
          </a:xfrm>
        </p:grpSpPr>
        <p:grpSp>
          <p:nvGrpSpPr>
            <p:cNvPr id="9897" name="Google Shape;9897;p80"/>
            <p:cNvGrpSpPr/>
            <p:nvPr/>
          </p:nvGrpSpPr>
          <p:grpSpPr>
            <a:xfrm>
              <a:off x="819108" y="2882501"/>
              <a:ext cx="103104" cy="1426186"/>
              <a:chOff x="4674013" y="3100904"/>
              <a:chExt cx="122758" cy="1698043"/>
            </a:xfrm>
          </p:grpSpPr>
          <p:sp>
            <p:nvSpPr>
              <p:cNvPr id="9898" name="Google Shape;9898;p8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5" name="Google Shape;9905;p80"/>
            <p:cNvGrpSpPr/>
            <p:nvPr/>
          </p:nvGrpSpPr>
          <p:grpSpPr>
            <a:xfrm>
              <a:off x="1062475" y="2882501"/>
              <a:ext cx="103104" cy="1426186"/>
              <a:chOff x="4940438" y="3100904"/>
              <a:chExt cx="122758" cy="1698043"/>
            </a:xfrm>
          </p:grpSpPr>
          <p:sp>
            <p:nvSpPr>
              <p:cNvPr id="9906" name="Google Shape;9906;p8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3" name="Google Shape;9913;p80"/>
            <p:cNvGrpSpPr/>
            <p:nvPr/>
          </p:nvGrpSpPr>
          <p:grpSpPr>
            <a:xfrm>
              <a:off x="1299324" y="2882501"/>
              <a:ext cx="103104" cy="1426186"/>
              <a:chOff x="5206863" y="3100904"/>
              <a:chExt cx="122758" cy="1698043"/>
            </a:xfrm>
          </p:grpSpPr>
          <p:sp>
            <p:nvSpPr>
              <p:cNvPr id="9914" name="Google Shape;9914;p8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1" name="Google Shape;9921;p80"/>
            <p:cNvGrpSpPr/>
            <p:nvPr/>
          </p:nvGrpSpPr>
          <p:grpSpPr>
            <a:xfrm>
              <a:off x="1786057" y="2882501"/>
              <a:ext cx="103104" cy="1426186"/>
              <a:chOff x="6006138" y="3143629"/>
              <a:chExt cx="122758" cy="1698043"/>
            </a:xfrm>
          </p:grpSpPr>
          <p:sp>
            <p:nvSpPr>
              <p:cNvPr id="9922" name="Google Shape;9922;p8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80"/>
            <p:cNvGrpSpPr/>
            <p:nvPr/>
          </p:nvGrpSpPr>
          <p:grpSpPr>
            <a:xfrm>
              <a:off x="2029422" y="2882501"/>
              <a:ext cx="103104" cy="1426186"/>
              <a:chOff x="6805413" y="3100904"/>
              <a:chExt cx="122758" cy="1698043"/>
            </a:xfrm>
          </p:grpSpPr>
          <p:sp>
            <p:nvSpPr>
              <p:cNvPr id="9930" name="Google Shape;9930;p8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7" name="Google Shape;9937;p80"/>
            <p:cNvGrpSpPr/>
            <p:nvPr/>
          </p:nvGrpSpPr>
          <p:grpSpPr>
            <a:xfrm>
              <a:off x="727421" y="2828315"/>
              <a:ext cx="1695374" cy="1560837"/>
              <a:chOff x="734799" y="2782450"/>
              <a:chExt cx="1571100" cy="1577400"/>
            </a:xfrm>
          </p:grpSpPr>
          <p:cxnSp>
            <p:nvCxnSpPr>
              <p:cNvPr id="9938" name="Google Shape;9938;p8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939" name="Google Shape;9939;p8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940" name="Google Shape;9940;p80"/>
            <p:cNvGrpSpPr/>
            <p:nvPr/>
          </p:nvGrpSpPr>
          <p:grpSpPr>
            <a:xfrm>
              <a:off x="2272795" y="2882501"/>
              <a:ext cx="103104" cy="1426186"/>
              <a:chOff x="5206863" y="3100904"/>
              <a:chExt cx="122758" cy="1698043"/>
            </a:xfrm>
          </p:grpSpPr>
          <p:sp>
            <p:nvSpPr>
              <p:cNvPr id="9941" name="Google Shape;9941;p8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8" name="Google Shape;9948;p80"/>
            <p:cNvGrpSpPr/>
            <p:nvPr/>
          </p:nvGrpSpPr>
          <p:grpSpPr>
            <a:xfrm>
              <a:off x="1542694" y="2882501"/>
              <a:ext cx="103104" cy="1426186"/>
              <a:chOff x="6006138" y="3143629"/>
              <a:chExt cx="122758" cy="1698043"/>
            </a:xfrm>
          </p:grpSpPr>
          <p:sp>
            <p:nvSpPr>
              <p:cNvPr id="9949" name="Google Shape;9949;p8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56" name="Google Shape;9956;p80"/>
          <p:cNvGrpSpPr/>
          <p:nvPr/>
        </p:nvGrpSpPr>
        <p:grpSpPr>
          <a:xfrm>
            <a:off x="5915338" y="2192087"/>
            <a:ext cx="1248543" cy="1025319"/>
            <a:chOff x="5183758" y="1210600"/>
            <a:chExt cx="3605380" cy="2960783"/>
          </a:xfrm>
        </p:grpSpPr>
        <p:sp>
          <p:nvSpPr>
            <p:cNvPr id="9957" name="Google Shape;9957;p8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61" name="Google Shape;9961;p80"/>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962" name="Google Shape;9962;p80"/>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963" name="Google Shape;9963;p80"/>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964" name="Google Shape;9964;p80"/>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965" name="Google Shape;9965;p80"/>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6" name="Google Shape;9966;p80"/>
          <p:cNvGrpSpPr/>
          <p:nvPr/>
        </p:nvGrpSpPr>
        <p:grpSpPr>
          <a:xfrm>
            <a:off x="5772399" y="3330404"/>
            <a:ext cx="2664831" cy="843440"/>
            <a:chOff x="5916567" y="1099697"/>
            <a:chExt cx="2556683" cy="809211"/>
          </a:xfrm>
        </p:grpSpPr>
        <p:sp>
          <p:nvSpPr>
            <p:cNvPr id="9967" name="Google Shape;9967;p80"/>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0"/>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0"/>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0"/>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0"/>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0"/>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0"/>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0"/>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5" name="Google Shape;9975;p80"/>
          <p:cNvGrpSpPr/>
          <p:nvPr/>
        </p:nvGrpSpPr>
        <p:grpSpPr>
          <a:xfrm>
            <a:off x="5879940" y="979263"/>
            <a:ext cx="1299851" cy="1023338"/>
            <a:chOff x="5900602" y="1193063"/>
            <a:chExt cx="1299851" cy="1023338"/>
          </a:xfrm>
        </p:grpSpPr>
        <p:grpSp>
          <p:nvGrpSpPr>
            <p:cNvPr id="9976" name="Google Shape;9976;p80"/>
            <p:cNvGrpSpPr/>
            <p:nvPr/>
          </p:nvGrpSpPr>
          <p:grpSpPr>
            <a:xfrm>
              <a:off x="6743564" y="1193063"/>
              <a:ext cx="456889" cy="700379"/>
              <a:chOff x="6743564" y="1193063"/>
              <a:chExt cx="456889" cy="700379"/>
            </a:xfrm>
          </p:grpSpPr>
          <p:grpSp>
            <p:nvGrpSpPr>
              <p:cNvPr id="9977" name="Google Shape;9977;p80"/>
              <p:cNvGrpSpPr/>
              <p:nvPr/>
            </p:nvGrpSpPr>
            <p:grpSpPr>
              <a:xfrm>
                <a:off x="6743564" y="1690731"/>
                <a:ext cx="214402" cy="202710"/>
                <a:chOff x="6743564" y="1690731"/>
                <a:chExt cx="214402" cy="202710"/>
              </a:xfrm>
            </p:grpSpPr>
            <p:sp>
              <p:nvSpPr>
                <p:cNvPr id="9978" name="Google Shape;9978;p80"/>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0"/>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0" name="Google Shape;9980;p80"/>
              <p:cNvGrpSpPr/>
              <p:nvPr/>
            </p:nvGrpSpPr>
            <p:grpSpPr>
              <a:xfrm>
                <a:off x="6915505" y="1193063"/>
                <a:ext cx="284947" cy="589637"/>
                <a:chOff x="6915505" y="1193063"/>
                <a:chExt cx="284947" cy="589637"/>
              </a:xfrm>
            </p:grpSpPr>
            <p:sp>
              <p:nvSpPr>
                <p:cNvPr id="9981" name="Google Shape;9981;p8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82" name="Google Shape;9982;p80"/>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983" name="Google Shape;9983;p80"/>
            <p:cNvGrpSpPr/>
            <p:nvPr/>
          </p:nvGrpSpPr>
          <p:grpSpPr>
            <a:xfrm>
              <a:off x="6520337" y="1193063"/>
              <a:ext cx="341815" cy="801589"/>
              <a:chOff x="6520337" y="1193063"/>
              <a:chExt cx="341815" cy="801589"/>
            </a:xfrm>
          </p:grpSpPr>
          <p:grpSp>
            <p:nvGrpSpPr>
              <p:cNvPr id="9984" name="Google Shape;9984;p80"/>
              <p:cNvGrpSpPr/>
              <p:nvPr/>
            </p:nvGrpSpPr>
            <p:grpSpPr>
              <a:xfrm>
                <a:off x="6520337" y="1589527"/>
                <a:ext cx="213950" cy="405125"/>
                <a:chOff x="6520337" y="1589527"/>
                <a:chExt cx="213950" cy="405125"/>
              </a:xfrm>
            </p:grpSpPr>
            <p:sp>
              <p:nvSpPr>
                <p:cNvPr id="9985" name="Google Shape;9985;p8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0"/>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7" name="Google Shape;9987;p80"/>
              <p:cNvGrpSpPr/>
              <p:nvPr/>
            </p:nvGrpSpPr>
            <p:grpSpPr>
              <a:xfrm>
                <a:off x="6577204" y="1193063"/>
                <a:ext cx="284947" cy="453562"/>
                <a:chOff x="6577204" y="1193063"/>
                <a:chExt cx="284947" cy="453562"/>
              </a:xfrm>
            </p:grpSpPr>
            <p:sp>
              <p:nvSpPr>
                <p:cNvPr id="9988" name="Google Shape;9988;p8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89" name="Google Shape;9989;p80"/>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990" name="Google Shape;9990;p80"/>
            <p:cNvGrpSpPr/>
            <p:nvPr/>
          </p:nvGrpSpPr>
          <p:grpSpPr>
            <a:xfrm>
              <a:off x="6238903" y="1193063"/>
              <a:ext cx="300475" cy="901782"/>
              <a:chOff x="6238903" y="1193063"/>
              <a:chExt cx="300475" cy="901782"/>
            </a:xfrm>
          </p:grpSpPr>
          <p:grpSp>
            <p:nvGrpSpPr>
              <p:cNvPr id="9991" name="Google Shape;9991;p80"/>
              <p:cNvGrpSpPr/>
              <p:nvPr/>
            </p:nvGrpSpPr>
            <p:grpSpPr>
              <a:xfrm>
                <a:off x="6290865" y="1489315"/>
                <a:ext cx="248514" cy="605530"/>
                <a:chOff x="6290865" y="1489315"/>
                <a:chExt cx="248514" cy="605530"/>
              </a:xfrm>
            </p:grpSpPr>
            <p:sp>
              <p:nvSpPr>
                <p:cNvPr id="9992" name="Google Shape;9992;p8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0"/>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4" name="Google Shape;9994;p80"/>
              <p:cNvGrpSpPr/>
              <p:nvPr/>
            </p:nvGrpSpPr>
            <p:grpSpPr>
              <a:xfrm>
                <a:off x="6238903" y="1193063"/>
                <a:ext cx="284947" cy="327512"/>
                <a:chOff x="6238903" y="1193063"/>
                <a:chExt cx="284947" cy="327512"/>
              </a:xfrm>
            </p:grpSpPr>
            <p:sp>
              <p:nvSpPr>
                <p:cNvPr id="9995" name="Google Shape;9995;p8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96" name="Google Shape;9996;p80"/>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997" name="Google Shape;9997;p80"/>
            <p:cNvGrpSpPr/>
            <p:nvPr/>
          </p:nvGrpSpPr>
          <p:grpSpPr>
            <a:xfrm>
              <a:off x="5900602" y="1193063"/>
              <a:ext cx="444345" cy="1023338"/>
              <a:chOff x="5900602" y="1193063"/>
              <a:chExt cx="444345" cy="1023338"/>
            </a:xfrm>
          </p:grpSpPr>
          <p:grpSp>
            <p:nvGrpSpPr>
              <p:cNvPr id="9998" name="Google Shape;9998;p80"/>
              <p:cNvGrpSpPr/>
              <p:nvPr/>
            </p:nvGrpSpPr>
            <p:grpSpPr>
              <a:xfrm>
                <a:off x="6046501" y="1367785"/>
                <a:ext cx="298446" cy="848616"/>
                <a:chOff x="6046501" y="1367785"/>
                <a:chExt cx="298446" cy="848616"/>
              </a:xfrm>
            </p:grpSpPr>
            <p:sp>
              <p:nvSpPr>
                <p:cNvPr id="9999" name="Google Shape;9999;p8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0"/>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1" name="Google Shape;10001;p80"/>
              <p:cNvGrpSpPr/>
              <p:nvPr/>
            </p:nvGrpSpPr>
            <p:grpSpPr>
              <a:xfrm>
                <a:off x="5900602" y="1193063"/>
                <a:ext cx="284947" cy="182312"/>
                <a:chOff x="5900602" y="1193063"/>
                <a:chExt cx="284947" cy="182312"/>
              </a:xfrm>
            </p:grpSpPr>
            <p:sp>
              <p:nvSpPr>
                <p:cNvPr id="10002" name="Google Shape;10002;p8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03" name="Google Shape;10003;p8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004" name="Google Shape;10004;p80"/>
          <p:cNvGrpSpPr/>
          <p:nvPr/>
        </p:nvGrpSpPr>
        <p:grpSpPr>
          <a:xfrm>
            <a:off x="7217822" y="979408"/>
            <a:ext cx="1219413" cy="1051365"/>
            <a:chOff x="7287122" y="1165658"/>
            <a:chExt cx="1219413" cy="1051365"/>
          </a:xfrm>
        </p:grpSpPr>
        <p:grpSp>
          <p:nvGrpSpPr>
            <p:cNvPr id="10005" name="Google Shape;10005;p80"/>
            <p:cNvGrpSpPr/>
            <p:nvPr/>
          </p:nvGrpSpPr>
          <p:grpSpPr>
            <a:xfrm>
              <a:off x="7287122" y="1969723"/>
              <a:ext cx="1219413" cy="247300"/>
              <a:chOff x="7287122" y="1969723"/>
              <a:chExt cx="1219413" cy="247300"/>
            </a:xfrm>
          </p:grpSpPr>
          <p:sp>
            <p:nvSpPr>
              <p:cNvPr id="10006" name="Google Shape;10006;p8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7" name="Google Shape;10007;p80"/>
              <p:cNvGrpSpPr/>
              <p:nvPr/>
            </p:nvGrpSpPr>
            <p:grpSpPr>
              <a:xfrm>
                <a:off x="7287122" y="2063892"/>
                <a:ext cx="1151753" cy="73428"/>
                <a:chOff x="7287122" y="2063892"/>
                <a:chExt cx="1151753" cy="73428"/>
              </a:xfrm>
            </p:grpSpPr>
            <p:sp>
              <p:nvSpPr>
                <p:cNvPr id="10008" name="Google Shape;10008;p8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09" name="Google Shape;10009;p8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010" name="Google Shape;10010;p80"/>
            <p:cNvGrpSpPr/>
            <p:nvPr/>
          </p:nvGrpSpPr>
          <p:grpSpPr>
            <a:xfrm>
              <a:off x="7287122" y="1712201"/>
              <a:ext cx="1219403" cy="246767"/>
              <a:chOff x="7287122" y="1712201"/>
              <a:chExt cx="1219403" cy="246767"/>
            </a:xfrm>
          </p:grpSpPr>
          <p:sp>
            <p:nvSpPr>
              <p:cNvPr id="10011" name="Google Shape;10011;p8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2" name="Google Shape;10012;p80"/>
              <p:cNvGrpSpPr/>
              <p:nvPr/>
            </p:nvGrpSpPr>
            <p:grpSpPr>
              <a:xfrm>
                <a:off x="7287122" y="1842861"/>
                <a:ext cx="1005303" cy="73419"/>
                <a:chOff x="7287122" y="1842861"/>
                <a:chExt cx="1005303" cy="73419"/>
              </a:xfrm>
            </p:grpSpPr>
            <p:sp>
              <p:nvSpPr>
                <p:cNvPr id="10013" name="Google Shape;10013;p8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14" name="Google Shape;10014;p8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015" name="Google Shape;10015;p80"/>
            <p:cNvGrpSpPr/>
            <p:nvPr/>
          </p:nvGrpSpPr>
          <p:grpSpPr>
            <a:xfrm>
              <a:off x="7287122" y="1447520"/>
              <a:ext cx="1219403" cy="286667"/>
              <a:chOff x="7287122" y="1447520"/>
              <a:chExt cx="1219403" cy="286667"/>
            </a:xfrm>
          </p:grpSpPr>
          <p:sp>
            <p:nvSpPr>
              <p:cNvPr id="10016" name="Google Shape;10016;p8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7" name="Google Shape;10017;p80"/>
              <p:cNvGrpSpPr/>
              <p:nvPr/>
            </p:nvGrpSpPr>
            <p:grpSpPr>
              <a:xfrm>
                <a:off x="7287122" y="1581977"/>
                <a:ext cx="852803" cy="73428"/>
                <a:chOff x="7287122" y="1581977"/>
                <a:chExt cx="852803" cy="73428"/>
              </a:xfrm>
            </p:grpSpPr>
            <p:sp>
              <p:nvSpPr>
                <p:cNvPr id="10018" name="Google Shape;10018;p8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19" name="Google Shape;10019;p8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020" name="Google Shape;10020;p80"/>
            <p:cNvGrpSpPr/>
            <p:nvPr/>
          </p:nvGrpSpPr>
          <p:grpSpPr>
            <a:xfrm>
              <a:off x="7287122" y="1165658"/>
              <a:ext cx="1219403" cy="344253"/>
              <a:chOff x="7287122" y="1165658"/>
              <a:chExt cx="1219403" cy="344253"/>
            </a:xfrm>
          </p:grpSpPr>
          <p:sp>
            <p:nvSpPr>
              <p:cNvPr id="10021" name="Google Shape;10021;p8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2" name="Google Shape;10022;p80"/>
              <p:cNvGrpSpPr/>
              <p:nvPr/>
            </p:nvGrpSpPr>
            <p:grpSpPr>
              <a:xfrm>
                <a:off x="7287122" y="1341025"/>
                <a:ext cx="695703" cy="73419"/>
                <a:chOff x="7287122" y="1341025"/>
                <a:chExt cx="695703" cy="73419"/>
              </a:xfrm>
            </p:grpSpPr>
            <p:sp>
              <p:nvSpPr>
                <p:cNvPr id="10023" name="Google Shape;10023;p8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24" name="Google Shape;10024;p8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028" name="Shape 10028"/>
        <p:cNvGrpSpPr/>
        <p:nvPr/>
      </p:nvGrpSpPr>
      <p:grpSpPr>
        <a:xfrm>
          <a:off x="0" y="0"/>
          <a:ext cx="0" cy="0"/>
          <a:chOff x="0" y="0"/>
          <a:chExt cx="0" cy="0"/>
        </a:xfrm>
      </p:grpSpPr>
      <p:sp>
        <p:nvSpPr>
          <p:cNvPr id="10029" name="Google Shape;10029;p81"/>
          <p:cNvSpPr txBox="1"/>
          <p:nvPr>
            <p:ph idx="4294967295" type="body"/>
          </p:nvPr>
        </p:nvSpPr>
        <p:spPr>
          <a:xfrm>
            <a:off x="828875" y="1176707"/>
            <a:ext cx="7525800" cy="76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0030" name="Google Shape;10030;p81"/>
          <p:cNvGrpSpPr/>
          <p:nvPr/>
        </p:nvGrpSpPr>
        <p:grpSpPr>
          <a:xfrm>
            <a:off x="845855" y="2307733"/>
            <a:ext cx="340168" cy="298978"/>
            <a:chOff x="892750" y="267400"/>
            <a:chExt cx="483125" cy="424625"/>
          </a:xfrm>
        </p:grpSpPr>
        <p:sp>
          <p:nvSpPr>
            <p:cNvPr id="10031" name="Google Shape;10031;p81"/>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2" name="Google Shape;10032;p81"/>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3" name="Google Shape;10033;p81"/>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34" name="Google Shape;10034;p81"/>
          <p:cNvGrpSpPr/>
          <p:nvPr/>
        </p:nvGrpSpPr>
        <p:grpSpPr>
          <a:xfrm>
            <a:off x="1284289" y="2287121"/>
            <a:ext cx="298996" cy="340204"/>
            <a:chOff x="1516475" y="238075"/>
            <a:chExt cx="424650" cy="483175"/>
          </a:xfrm>
        </p:grpSpPr>
        <p:sp>
          <p:nvSpPr>
            <p:cNvPr id="10035" name="Google Shape;10035;p81"/>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6" name="Google Shape;10036;p81"/>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37" name="Google Shape;10037;p81"/>
          <p:cNvGrpSpPr/>
          <p:nvPr/>
        </p:nvGrpSpPr>
        <p:grpSpPr>
          <a:xfrm>
            <a:off x="1677380" y="2367520"/>
            <a:ext cx="341488" cy="179405"/>
            <a:chOff x="2080675" y="352325"/>
            <a:chExt cx="485000" cy="254800"/>
          </a:xfrm>
        </p:grpSpPr>
        <p:sp>
          <p:nvSpPr>
            <p:cNvPr id="10038" name="Google Shape;10038;p81"/>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9" name="Google Shape;10039;p81"/>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40" name="Google Shape;10040;p81"/>
          <p:cNvGrpSpPr/>
          <p:nvPr/>
        </p:nvGrpSpPr>
        <p:grpSpPr>
          <a:xfrm>
            <a:off x="2126559" y="2287138"/>
            <a:ext cx="298996" cy="340168"/>
            <a:chOff x="2705375" y="238125"/>
            <a:chExt cx="424650" cy="483125"/>
          </a:xfrm>
        </p:grpSpPr>
        <p:sp>
          <p:nvSpPr>
            <p:cNvPr id="10041" name="Google Shape;10041;p81"/>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2" name="Google Shape;10042;p81"/>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3" name="Google Shape;10043;p81"/>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4" name="Google Shape;10044;p81"/>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45" name="Google Shape;10045;p81"/>
          <p:cNvGrpSpPr/>
          <p:nvPr/>
        </p:nvGrpSpPr>
        <p:grpSpPr>
          <a:xfrm>
            <a:off x="2542700" y="2287455"/>
            <a:ext cx="301161" cy="339535"/>
            <a:chOff x="3299850" y="238575"/>
            <a:chExt cx="427725" cy="482225"/>
          </a:xfrm>
        </p:grpSpPr>
        <p:sp>
          <p:nvSpPr>
            <p:cNvPr id="10046" name="Google Shape;10046;p81"/>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7" name="Google Shape;10047;p81"/>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8" name="Google Shape;10048;p81"/>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9" name="Google Shape;10049;p81"/>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0" name="Google Shape;10050;p81"/>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51" name="Google Shape;10051;p81"/>
          <p:cNvGrpSpPr/>
          <p:nvPr/>
        </p:nvGrpSpPr>
        <p:grpSpPr>
          <a:xfrm>
            <a:off x="2929622" y="2287138"/>
            <a:ext cx="352455" cy="340168"/>
            <a:chOff x="3857225" y="238125"/>
            <a:chExt cx="500575" cy="483125"/>
          </a:xfrm>
        </p:grpSpPr>
        <p:sp>
          <p:nvSpPr>
            <p:cNvPr id="10052" name="Google Shape;10052;p81"/>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3" name="Google Shape;10053;p81"/>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4" name="Google Shape;10054;p81"/>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5" name="Google Shape;10055;p81"/>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6" name="Google Shape;10056;p81"/>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7" name="Google Shape;10057;p81"/>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8" name="Google Shape;10058;p81"/>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59" name="Google Shape;10059;p81"/>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60" name="Google Shape;10060;p81"/>
          <p:cNvGrpSpPr/>
          <p:nvPr/>
        </p:nvGrpSpPr>
        <p:grpSpPr>
          <a:xfrm>
            <a:off x="3776398" y="2287165"/>
            <a:ext cx="340186" cy="340116"/>
            <a:chOff x="5053900" y="238200"/>
            <a:chExt cx="483150" cy="483050"/>
          </a:xfrm>
        </p:grpSpPr>
        <p:sp>
          <p:nvSpPr>
            <p:cNvPr id="10061" name="Google Shape;10061;p81"/>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2" name="Google Shape;10062;p81"/>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3" name="Google Shape;10063;p81"/>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4" name="Google Shape;10064;p81"/>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65" name="Google Shape;10065;p81"/>
          <p:cNvGrpSpPr/>
          <p:nvPr/>
        </p:nvGrpSpPr>
        <p:grpSpPr>
          <a:xfrm>
            <a:off x="4190348" y="2287138"/>
            <a:ext cx="340168" cy="340168"/>
            <a:chOff x="5648375" y="238125"/>
            <a:chExt cx="483125" cy="483125"/>
          </a:xfrm>
        </p:grpSpPr>
        <p:sp>
          <p:nvSpPr>
            <p:cNvPr id="10066" name="Google Shape;10066;p81"/>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7" name="Google Shape;10067;p81"/>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8" name="Google Shape;10068;p81"/>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9" name="Google Shape;10069;p81"/>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0" name="Google Shape;10070;p81"/>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1" name="Google Shape;10071;p81"/>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2" name="Google Shape;10072;p81"/>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3" name="Google Shape;10073;p81"/>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4" name="Google Shape;10074;p81"/>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5" name="Google Shape;10075;p81"/>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76" name="Google Shape;10076;p81"/>
          <p:cNvGrpSpPr/>
          <p:nvPr/>
        </p:nvGrpSpPr>
        <p:grpSpPr>
          <a:xfrm>
            <a:off x="4607035" y="2287138"/>
            <a:ext cx="340168" cy="340168"/>
            <a:chOff x="6242825" y="238125"/>
            <a:chExt cx="483125" cy="483125"/>
          </a:xfrm>
        </p:grpSpPr>
        <p:sp>
          <p:nvSpPr>
            <p:cNvPr id="10077" name="Google Shape;10077;p81"/>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8" name="Google Shape;10078;p81"/>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9" name="Google Shape;10079;p81"/>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80" name="Google Shape;10080;p81"/>
          <p:cNvGrpSpPr/>
          <p:nvPr/>
        </p:nvGrpSpPr>
        <p:grpSpPr>
          <a:xfrm>
            <a:off x="844156" y="2727362"/>
            <a:ext cx="343566" cy="298943"/>
            <a:chOff x="889275" y="861850"/>
            <a:chExt cx="487950" cy="424575"/>
          </a:xfrm>
        </p:grpSpPr>
        <p:sp>
          <p:nvSpPr>
            <p:cNvPr id="10081" name="Google Shape;10081;p81"/>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2" name="Google Shape;10082;p81"/>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3" name="Google Shape;10083;p81"/>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4" name="Google Shape;10084;p81"/>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85" name="Google Shape;10085;p81"/>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6" name="Google Shape;10086;p81"/>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87" name="Google Shape;10087;p81"/>
          <p:cNvGrpSpPr/>
          <p:nvPr/>
        </p:nvGrpSpPr>
        <p:grpSpPr>
          <a:xfrm>
            <a:off x="2105973" y="2706749"/>
            <a:ext cx="340168" cy="340168"/>
            <a:chOff x="2676100" y="832575"/>
            <a:chExt cx="483125" cy="483125"/>
          </a:xfrm>
        </p:grpSpPr>
        <p:sp>
          <p:nvSpPr>
            <p:cNvPr id="10088" name="Google Shape;10088;p81"/>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9" name="Google Shape;10089;p81"/>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0" name="Google Shape;10090;p81"/>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91" name="Google Shape;10091;p81"/>
          <p:cNvGrpSpPr/>
          <p:nvPr/>
        </p:nvGrpSpPr>
        <p:grpSpPr>
          <a:xfrm>
            <a:off x="2517477" y="2706749"/>
            <a:ext cx="351610" cy="340168"/>
            <a:chOff x="3270550" y="832575"/>
            <a:chExt cx="499375" cy="483125"/>
          </a:xfrm>
        </p:grpSpPr>
        <p:sp>
          <p:nvSpPr>
            <p:cNvPr id="10092" name="Google Shape;10092;p81"/>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3" name="Google Shape;10093;p81"/>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4" name="Google Shape;10094;p81"/>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95" name="Google Shape;10095;p81"/>
          <p:cNvGrpSpPr/>
          <p:nvPr/>
        </p:nvGrpSpPr>
        <p:grpSpPr>
          <a:xfrm>
            <a:off x="2935756" y="2717381"/>
            <a:ext cx="340186" cy="318904"/>
            <a:chOff x="3865000" y="847675"/>
            <a:chExt cx="483150" cy="452925"/>
          </a:xfrm>
        </p:grpSpPr>
        <p:sp>
          <p:nvSpPr>
            <p:cNvPr id="10096" name="Google Shape;10096;p81"/>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7" name="Google Shape;10097;p81"/>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8" name="Google Shape;10098;p81"/>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9" name="Google Shape;10099;p81"/>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00" name="Google Shape;10100;p81"/>
          <p:cNvGrpSpPr/>
          <p:nvPr/>
        </p:nvGrpSpPr>
        <p:grpSpPr>
          <a:xfrm>
            <a:off x="3351439" y="2727300"/>
            <a:ext cx="344798" cy="299066"/>
            <a:chOff x="4452900" y="861750"/>
            <a:chExt cx="489700" cy="424750"/>
          </a:xfrm>
        </p:grpSpPr>
        <p:sp>
          <p:nvSpPr>
            <p:cNvPr id="10101" name="Google Shape;10101;p81"/>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02" name="Google Shape;10102;p81"/>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03" name="Google Shape;10103;p81"/>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04" name="Google Shape;10104;p81"/>
          <p:cNvGrpSpPr/>
          <p:nvPr/>
        </p:nvGrpSpPr>
        <p:grpSpPr>
          <a:xfrm>
            <a:off x="3768671" y="2706758"/>
            <a:ext cx="355641" cy="340151"/>
            <a:chOff x="5049750" y="832600"/>
            <a:chExt cx="505100" cy="483100"/>
          </a:xfrm>
        </p:grpSpPr>
        <p:sp>
          <p:nvSpPr>
            <p:cNvPr id="10105" name="Google Shape;10105;p81"/>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06" name="Google Shape;10106;p81"/>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107" name="Google Shape;10107;p81"/>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108" name="Google Shape;10108;p81"/>
          <p:cNvGrpSpPr/>
          <p:nvPr/>
        </p:nvGrpSpPr>
        <p:grpSpPr>
          <a:xfrm>
            <a:off x="4627621" y="2706749"/>
            <a:ext cx="298996" cy="340168"/>
            <a:chOff x="6272100" y="832575"/>
            <a:chExt cx="424650" cy="483125"/>
          </a:xfrm>
        </p:grpSpPr>
        <p:sp>
          <p:nvSpPr>
            <p:cNvPr id="10109" name="Google Shape;10109;p81"/>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0" name="Google Shape;10110;p81"/>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11" name="Google Shape;10111;p81"/>
          <p:cNvGrpSpPr/>
          <p:nvPr/>
        </p:nvGrpSpPr>
        <p:grpSpPr>
          <a:xfrm>
            <a:off x="845828" y="3125798"/>
            <a:ext cx="340221" cy="340186"/>
            <a:chOff x="893650" y="1428000"/>
            <a:chExt cx="483200" cy="483150"/>
          </a:xfrm>
        </p:grpSpPr>
        <p:sp>
          <p:nvSpPr>
            <p:cNvPr id="10112" name="Google Shape;10112;p81"/>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3" name="Google Shape;10113;p81"/>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4" name="Google Shape;10114;p81"/>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5" name="Google Shape;10115;p81"/>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116" name="Google Shape;10116;p81"/>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7" name="Google Shape;10117;p81"/>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118" name="Google Shape;10118;p81"/>
          <p:cNvGrpSpPr/>
          <p:nvPr/>
        </p:nvGrpSpPr>
        <p:grpSpPr>
          <a:xfrm>
            <a:off x="2099646" y="3146463"/>
            <a:ext cx="352825" cy="298855"/>
            <a:chOff x="2676100" y="1456375"/>
            <a:chExt cx="501100" cy="424450"/>
          </a:xfrm>
        </p:grpSpPr>
        <p:sp>
          <p:nvSpPr>
            <p:cNvPr id="10119" name="Google Shape;10119;p81"/>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20" name="Google Shape;10120;p81"/>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21" name="Google Shape;10121;p81"/>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22" name="Google Shape;10122;p81"/>
          <p:cNvGrpSpPr/>
          <p:nvPr/>
        </p:nvGrpSpPr>
        <p:grpSpPr>
          <a:xfrm>
            <a:off x="2523170" y="3125806"/>
            <a:ext cx="340221" cy="340168"/>
            <a:chOff x="3270475" y="1427025"/>
            <a:chExt cx="483200" cy="483125"/>
          </a:xfrm>
        </p:grpSpPr>
        <p:sp>
          <p:nvSpPr>
            <p:cNvPr id="10123" name="Google Shape;10123;p81"/>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24" name="Google Shape;10124;p81"/>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25" name="Google Shape;10125;p81"/>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26" name="Google Shape;10126;p81"/>
          <p:cNvGrpSpPr/>
          <p:nvPr/>
        </p:nvGrpSpPr>
        <p:grpSpPr>
          <a:xfrm>
            <a:off x="2934083" y="3125780"/>
            <a:ext cx="343530" cy="340221"/>
            <a:chOff x="3860250" y="1427025"/>
            <a:chExt cx="487900" cy="483200"/>
          </a:xfrm>
        </p:grpSpPr>
        <p:sp>
          <p:nvSpPr>
            <p:cNvPr id="10127" name="Google Shape;10127;p81"/>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28" name="Google Shape;10128;p81"/>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29" name="Google Shape;10129;p81"/>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130" name="Google Shape;10130;p81"/>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31" name="Google Shape;10131;p81"/>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132" name="Google Shape;10132;p81"/>
          <p:cNvGrpSpPr/>
          <p:nvPr/>
        </p:nvGrpSpPr>
        <p:grpSpPr>
          <a:xfrm>
            <a:off x="4190322" y="3125806"/>
            <a:ext cx="340221" cy="340168"/>
            <a:chOff x="5648375" y="1427025"/>
            <a:chExt cx="483200" cy="483125"/>
          </a:xfrm>
        </p:grpSpPr>
        <p:sp>
          <p:nvSpPr>
            <p:cNvPr id="10133" name="Google Shape;10133;p81"/>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34" name="Google Shape;10134;p81"/>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35" name="Google Shape;10135;p81"/>
          <p:cNvGrpSpPr/>
          <p:nvPr/>
        </p:nvGrpSpPr>
        <p:grpSpPr>
          <a:xfrm>
            <a:off x="4604808" y="3125789"/>
            <a:ext cx="344622" cy="340204"/>
            <a:chOff x="6238300" y="1426975"/>
            <a:chExt cx="489450" cy="483175"/>
          </a:xfrm>
        </p:grpSpPr>
        <p:sp>
          <p:nvSpPr>
            <p:cNvPr id="10136" name="Google Shape;10136;p81"/>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37" name="Google Shape;10137;p81"/>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38" name="Google Shape;10138;p81"/>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139" name="Google Shape;10139;p81"/>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140" name="Google Shape;10140;p81"/>
          <p:cNvGrpSpPr/>
          <p:nvPr/>
        </p:nvGrpSpPr>
        <p:grpSpPr>
          <a:xfrm>
            <a:off x="1263703" y="3544794"/>
            <a:ext cx="340168" cy="340186"/>
            <a:chOff x="1487200" y="2021475"/>
            <a:chExt cx="483125" cy="483150"/>
          </a:xfrm>
        </p:grpSpPr>
        <p:sp>
          <p:nvSpPr>
            <p:cNvPr id="10141" name="Google Shape;10141;p81"/>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42" name="Google Shape;10142;p81"/>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43" name="Google Shape;10143;p81"/>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44" name="Google Shape;10144;p81"/>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45" name="Google Shape;10145;p81"/>
          <p:cNvGrpSpPr/>
          <p:nvPr/>
        </p:nvGrpSpPr>
        <p:grpSpPr>
          <a:xfrm>
            <a:off x="1678040" y="3565398"/>
            <a:ext cx="340168" cy="298978"/>
            <a:chOff x="2081650" y="2050750"/>
            <a:chExt cx="483125" cy="424625"/>
          </a:xfrm>
        </p:grpSpPr>
        <p:sp>
          <p:nvSpPr>
            <p:cNvPr id="10146" name="Google Shape;10146;p81"/>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47" name="Google Shape;10147;p81"/>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48" name="Google Shape;10148;p81"/>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49" name="Google Shape;10149;p81"/>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50" name="Google Shape;10150;p81"/>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51" name="Google Shape;10151;p81"/>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52" name="Google Shape;10152;p81"/>
          <p:cNvGrpSpPr/>
          <p:nvPr/>
        </p:nvGrpSpPr>
        <p:grpSpPr>
          <a:xfrm>
            <a:off x="2105973" y="3588721"/>
            <a:ext cx="340168" cy="252332"/>
            <a:chOff x="2676100" y="2083800"/>
            <a:chExt cx="483125" cy="358375"/>
          </a:xfrm>
        </p:grpSpPr>
        <p:sp>
          <p:nvSpPr>
            <p:cNvPr id="10153" name="Google Shape;10153;p81"/>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54" name="Google Shape;10154;p81"/>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55" name="Google Shape;10155;p81"/>
          <p:cNvGrpSpPr/>
          <p:nvPr/>
        </p:nvGrpSpPr>
        <p:grpSpPr>
          <a:xfrm>
            <a:off x="2531487" y="3554766"/>
            <a:ext cx="323587" cy="320242"/>
            <a:chOff x="3282325" y="2035675"/>
            <a:chExt cx="459575" cy="454825"/>
          </a:xfrm>
        </p:grpSpPr>
        <p:sp>
          <p:nvSpPr>
            <p:cNvPr id="10156" name="Google Shape;10156;p81"/>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57" name="Google Shape;10157;p81"/>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58" name="Google Shape;10158;p81"/>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59" name="Google Shape;10159;p81"/>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160" name="Google Shape;10160;p81"/>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61" name="Google Shape;10161;p81"/>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162" name="Google Shape;10162;p81"/>
          <p:cNvGrpSpPr/>
          <p:nvPr/>
        </p:nvGrpSpPr>
        <p:grpSpPr>
          <a:xfrm>
            <a:off x="3776187" y="3544803"/>
            <a:ext cx="340608" cy="340168"/>
            <a:chOff x="5053900" y="2021500"/>
            <a:chExt cx="483750" cy="483125"/>
          </a:xfrm>
        </p:grpSpPr>
        <p:sp>
          <p:nvSpPr>
            <p:cNvPr id="10163" name="Google Shape;10163;p81"/>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64" name="Google Shape;10164;p81"/>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65" name="Google Shape;10165;p81"/>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66" name="Google Shape;10166;p81"/>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67" name="Google Shape;10167;p81"/>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68" name="Google Shape;10168;p81"/>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69" name="Google Shape;10169;p81"/>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70" name="Google Shape;10170;p81"/>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171" name="Google Shape;10171;p81"/>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172" name="Google Shape;10172;p81"/>
          <p:cNvGrpSpPr/>
          <p:nvPr/>
        </p:nvGrpSpPr>
        <p:grpSpPr>
          <a:xfrm>
            <a:off x="4601286" y="3547971"/>
            <a:ext cx="351663" cy="333831"/>
            <a:chOff x="6222125" y="2025975"/>
            <a:chExt cx="499450" cy="474125"/>
          </a:xfrm>
        </p:grpSpPr>
        <p:sp>
          <p:nvSpPr>
            <p:cNvPr id="10173" name="Google Shape;10173;p81"/>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74" name="Google Shape;10174;p81"/>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75" name="Google Shape;10175;p81"/>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76" name="Google Shape;10176;p81"/>
          <p:cNvGrpSpPr/>
          <p:nvPr/>
        </p:nvGrpSpPr>
        <p:grpSpPr>
          <a:xfrm>
            <a:off x="5058848" y="2364541"/>
            <a:ext cx="335504" cy="185953"/>
            <a:chOff x="896050" y="2725450"/>
            <a:chExt cx="476500" cy="264100"/>
          </a:xfrm>
        </p:grpSpPr>
        <p:sp>
          <p:nvSpPr>
            <p:cNvPr id="10177" name="Google Shape;10177;p81"/>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78" name="Google Shape;10178;p81"/>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79" name="Google Shape;10179;p81"/>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80" name="Google Shape;10180;p81"/>
          <p:cNvGrpSpPr/>
          <p:nvPr/>
        </p:nvGrpSpPr>
        <p:grpSpPr>
          <a:xfrm>
            <a:off x="5489588" y="2287425"/>
            <a:ext cx="340168" cy="340186"/>
            <a:chOff x="1487200" y="2615925"/>
            <a:chExt cx="483125" cy="483150"/>
          </a:xfrm>
        </p:grpSpPr>
        <p:sp>
          <p:nvSpPr>
            <p:cNvPr id="10181" name="Google Shape;10181;p81"/>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2" name="Google Shape;10182;p81"/>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3" name="Google Shape;10183;p81"/>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84" name="Google Shape;10184;p81"/>
          <p:cNvGrpSpPr/>
          <p:nvPr/>
        </p:nvGrpSpPr>
        <p:grpSpPr>
          <a:xfrm>
            <a:off x="5889537" y="2287425"/>
            <a:ext cx="353564" cy="340186"/>
            <a:chOff x="2077575" y="2615925"/>
            <a:chExt cx="502150" cy="483150"/>
          </a:xfrm>
        </p:grpSpPr>
        <p:sp>
          <p:nvSpPr>
            <p:cNvPr id="10185" name="Google Shape;10185;p81"/>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6" name="Google Shape;10186;p81"/>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7" name="Google Shape;10187;p81"/>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8" name="Google Shape;10188;p81"/>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89" name="Google Shape;10189;p81"/>
          <p:cNvGrpSpPr/>
          <p:nvPr/>
        </p:nvGrpSpPr>
        <p:grpSpPr>
          <a:xfrm>
            <a:off x="6313326" y="2303452"/>
            <a:ext cx="334536" cy="308132"/>
            <a:chOff x="2680100" y="2638725"/>
            <a:chExt cx="475125" cy="437625"/>
          </a:xfrm>
        </p:grpSpPr>
        <p:sp>
          <p:nvSpPr>
            <p:cNvPr id="10190" name="Google Shape;10190;p81"/>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1" name="Google Shape;10191;p81"/>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2" name="Google Shape;10192;p81"/>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3" name="Google Shape;10193;p81"/>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94" name="Google Shape;10194;p81"/>
          <p:cNvGrpSpPr/>
          <p:nvPr/>
        </p:nvGrpSpPr>
        <p:grpSpPr>
          <a:xfrm>
            <a:off x="6778965" y="2287425"/>
            <a:ext cx="239183" cy="340186"/>
            <a:chOff x="3342275" y="2615925"/>
            <a:chExt cx="339700" cy="483150"/>
          </a:xfrm>
        </p:grpSpPr>
        <p:sp>
          <p:nvSpPr>
            <p:cNvPr id="10195" name="Google Shape;10195;p81"/>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6" name="Google Shape;10196;p81"/>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197" name="Google Shape;10197;p81"/>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8" name="Google Shape;10198;p81"/>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9" name="Google Shape;10199;p81"/>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00" name="Google Shape;10200;p81"/>
          <p:cNvGrpSpPr/>
          <p:nvPr/>
        </p:nvGrpSpPr>
        <p:grpSpPr>
          <a:xfrm>
            <a:off x="6415846" y="3956426"/>
            <a:ext cx="339482" cy="339271"/>
            <a:chOff x="5648900" y="2616600"/>
            <a:chExt cx="482150" cy="481850"/>
          </a:xfrm>
        </p:grpSpPr>
        <p:sp>
          <p:nvSpPr>
            <p:cNvPr id="10201" name="Google Shape;10201;p81"/>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2" name="Google Shape;10202;p81"/>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03" name="Google Shape;10203;p81"/>
          <p:cNvGrpSpPr/>
          <p:nvPr/>
        </p:nvGrpSpPr>
        <p:grpSpPr>
          <a:xfrm>
            <a:off x="4735130" y="3963142"/>
            <a:ext cx="325626" cy="325694"/>
            <a:chOff x="6242825" y="2615925"/>
            <a:chExt cx="483125" cy="483225"/>
          </a:xfrm>
        </p:grpSpPr>
        <p:sp>
          <p:nvSpPr>
            <p:cNvPr id="10204" name="Google Shape;10204;p81"/>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5" name="Google Shape;10205;p81"/>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6" name="Google Shape;10206;p81"/>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7" name="Google Shape;10207;p81"/>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8" name="Google Shape;10208;p81"/>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09" name="Google Shape;10209;p81"/>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10" name="Google Shape;10210;p81"/>
          <p:cNvGrpSpPr/>
          <p:nvPr/>
        </p:nvGrpSpPr>
        <p:grpSpPr>
          <a:xfrm>
            <a:off x="5488629" y="2707036"/>
            <a:ext cx="342087" cy="340186"/>
            <a:chOff x="1487200" y="3210375"/>
            <a:chExt cx="485850" cy="483150"/>
          </a:xfrm>
        </p:grpSpPr>
        <p:sp>
          <p:nvSpPr>
            <p:cNvPr id="10211" name="Google Shape;10211;p81"/>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2" name="Google Shape;10212;p81"/>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3" name="Google Shape;10213;p81"/>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14" name="Google Shape;10214;p81"/>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5" name="Google Shape;10215;p81"/>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16" name="Google Shape;10216;p81"/>
          <p:cNvGrpSpPr/>
          <p:nvPr/>
        </p:nvGrpSpPr>
        <p:grpSpPr>
          <a:xfrm>
            <a:off x="6727988" y="2707027"/>
            <a:ext cx="341136" cy="340204"/>
            <a:chOff x="3269875" y="3210400"/>
            <a:chExt cx="484500" cy="483175"/>
          </a:xfrm>
        </p:grpSpPr>
        <p:sp>
          <p:nvSpPr>
            <p:cNvPr id="10217" name="Google Shape;10217;p81"/>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8" name="Google Shape;10218;p81"/>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19" name="Google Shape;10219;p81"/>
          <p:cNvGrpSpPr/>
          <p:nvPr/>
        </p:nvGrpSpPr>
        <p:grpSpPr>
          <a:xfrm>
            <a:off x="7227082" y="2706666"/>
            <a:ext cx="170216" cy="340925"/>
            <a:chOff x="3985700" y="3210375"/>
            <a:chExt cx="241750" cy="484200"/>
          </a:xfrm>
        </p:grpSpPr>
        <p:sp>
          <p:nvSpPr>
            <p:cNvPr id="10220" name="Google Shape;10220;p81"/>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1" name="Google Shape;10221;p81"/>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22" name="Google Shape;10222;p81"/>
          <p:cNvGrpSpPr/>
          <p:nvPr/>
        </p:nvGrpSpPr>
        <p:grpSpPr>
          <a:xfrm>
            <a:off x="7566351" y="2707678"/>
            <a:ext cx="339007" cy="338901"/>
            <a:chOff x="4460225" y="3211300"/>
            <a:chExt cx="481475" cy="481325"/>
          </a:xfrm>
        </p:grpSpPr>
        <p:sp>
          <p:nvSpPr>
            <p:cNvPr id="10223" name="Google Shape;10223;p81"/>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4" name="Google Shape;10224;p81"/>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25" name="Google Shape;10225;p81"/>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26" name="Google Shape;10226;p81"/>
          <p:cNvGrpSpPr/>
          <p:nvPr/>
        </p:nvGrpSpPr>
        <p:grpSpPr>
          <a:xfrm>
            <a:off x="6859688" y="3985756"/>
            <a:ext cx="342034" cy="280654"/>
            <a:chOff x="5647000" y="3252650"/>
            <a:chExt cx="485775" cy="398600"/>
          </a:xfrm>
        </p:grpSpPr>
        <p:sp>
          <p:nvSpPr>
            <p:cNvPr id="10227" name="Google Shape;10227;p81"/>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8" name="Google Shape;10228;p81"/>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9" name="Google Shape;10229;p81"/>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0" name="Google Shape;10230;p81"/>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1" name="Google Shape;10231;p81"/>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32" name="Google Shape;10232;p81"/>
          <p:cNvGrpSpPr/>
          <p:nvPr/>
        </p:nvGrpSpPr>
        <p:grpSpPr>
          <a:xfrm>
            <a:off x="5165128" y="3991768"/>
            <a:ext cx="326536" cy="268454"/>
            <a:chOff x="6242450" y="3252800"/>
            <a:chExt cx="484475" cy="398300"/>
          </a:xfrm>
        </p:grpSpPr>
        <p:sp>
          <p:nvSpPr>
            <p:cNvPr id="10233" name="Google Shape;10233;p81"/>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4" name="Google Shape;10234;p81"/>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5" name="Google Shape;10235;p81"/>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36" name="Google Shape;10236;p81"/>
          <p:cNvGrpSpPr/>
          <p:nvPr/>
        </p:nvGrpSpPr>
        <p:grpSpPr>
          <a:xfrm>
            <a:off x="5077111" y="3126102"/>
            <a:ext cx="298978" cy="340168"/>
            <a:chOff x="922025" y="3804850"/>
            <a:chExt cx="424625" cy="483125"/>
          </a:xfrm>
        </p:grpSpPr>
        <p:sp>
          <p:nvSpPr>
            <p:cNvPr id="10237" name="Google Shape;10237;p81"/>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8" name="Google Shape;10238;p81"/>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39" name="Google Shape;10239;p81"/>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40" name="Google Shape;10240;p81"/>
          <p:cNvGrpSpPr/>
          <p:nvPr/>
        </p:nvGrpSpPr>
        <p:grpSpPr>
          <a:xfrm>
            <a:off x="5909841" y="3126102"/>
            <a:ext cx="312955" cy="340168"/>
            <a:chOff x="2100300" y="3804850"/>
            <a:chExt cx="444475" cy="483125"/>
          </a:xfrm>
        </p:grpSpPr>
        <p:sp>
          <p:nvSpPr>
            <p:cNvPr id="10241" name="Google Shape;10241;p81"/>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2" name="Google Shape;10242;p81"/>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43" name="Google Shape;10243;p81"/>
          <p:cNvGrpSpPr/>
          <p:nvPr/>
        </p:nvGrpSpPr>
        <p:grpSpPr>
          <a:xfrm>
            <a:off x="6333463" y="3126102"/>
            <a:ext cx="294261" cy="340168"/>
            <a:chOff x="2708700" y="3804850"/>
            <a:chExt cx="417925" cy="483125"/>
          </a:xfrm>
        </p:grpSpPr>
        <p:sp>
          <p:nvSpPr>
            <p:cNvPr id="10244" name="Google Shape;10244;p81"/>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5" name="Google Shape;10245;p81"/>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6" name="Google Shape;10246;p81"/>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7" name="Google Shape;10247;p81"/>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48" name="Google Shape;10248;p81"/>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9" name="Google Shape;10249;p81"/>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50" name="Google Shape;10250;p81"/>
          <p:cNvGrpSpPr/>
          <p:nvPr/>
        </p:nvGrpSpPr>
        <p:grpSpPr>
          <a:xfrm>
            <a:off x="7570338" y="3127378"/>
            <a:ext cx="331033" cy="337616"/>
            <a:chOff x="4467450" y="3808475"/>
            <a:chExt cx="470150" cy="479500"/>
          </a:xfrm>
        </p:grpSpPr>
        <p:sp>
          <p:nvSpPr>
            <p:cNvPr id="10251" name="Google Shape;10251;p81"/>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2" name="Google Shape;10252;p81"/>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3" name="Google Shape;10253;p81"/>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4" name="Google Shape;10254;p81"/>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55" name="Google Shape;10255;p81"/>
          <p:cNvGrpSpPr/>
          <p:nvPr/>
        </p:nvGrpSpPr>
        <p:grpSpPr>
          <a:xfrm>
            <a:off x="7990685" y="3126102"/>
            <a:ext cx="340186" cy="340168"/>
            <a:chOff x="5053900" y="3804850"/>
            <a:chExt cx="483150" cy="483125"/>
          </a:xfrm>
        </p:grpSpPr>
        <p:sp>
          <p:nvSpPr>
            <p:cNvPr id="10256" name="Google Shape;10256;p81"/>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7" name="Google Shape;10257;p81"/>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8" name="Google Shape;10258;p81"/>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9" name="Google Shape;10259;p81"/>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60" name="Google Shape;10260;p81"/>
          <p:cNvGrpSpPr/>
          <p:nvPr/>
        </p:nvGrpSpPr>
        <p:grpSpPr>
          <a:xfrm>
            <a:off x="7306081" y="3956021"/>
            <a:ext cx="340168" cy="340168"/>
            <a:chOff x="5648375" y="3804850"/>
            <a:chExt cx="483125" cy="483125"/>
          </a:xfrm>
        </p:grpSpPr>
        <p:sp>
          <p:nvSpPr>
            <p:cNvPr id="10261" name="Google Shape;10261;p81"/>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2" name="Google Shape;10262;p81"/>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3" name="Google Shape;10263;p81"/>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4" name="Google Shape;10264;p81"/>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65" name="Google Shape;10265;p81"/>
          <p:cNvGrpSpPr/>
          <p:nvPr/>
        </p:nvGrpSpPr>
        <p:grpSpPr>
          <a:xfrm>
            <a:off x="5596036" y="3968278"/>
            <a:ext cx="280923" cy="315449"/>
            <a:chOff x="6276025" y="3812400"/>
            <a:chExt cx="416800" cy="468025"/>
          </a:xfrm>
        </p:grpSpPr>
        <p:sp>
          <p:nvSpPr>
            <p:cNvPr id="10266" name="Google Shape;10266;p81"/>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7" name="Google Shape;10267;p81"/>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8" name="Google Shape;10268;p81"/>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9" name="Google Shape;10269;p81"/>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70" name="Google Shape;10270;p81"/>
          <p:cNvGrpSpPr/>
          <p:nvPr/>
        </p:nvGrpSpPr>
        <p:grpSpPr>
          <a:xfrm>
            <a:off x="5055293" y="3545089"/>
            <a:ext cx="342615" cy="340186"/>
            <a:chOff x="890400" y="4399350"/>
            <a:chExt cx="486600" cy="483150"/>
          </a:xfrm>
        </p:grpSpPr>
        <p:sp>
          <p:nvSpPr>
            <p:cNvPr id="10271" name="Google Shape;10271;p81"/>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2" name="Google Shape;10272;p81"/>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3" name="Google Shape;10273;p81"/>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74" name="Google Shape;10274;p81"/>
          <p:cNvGrpSpPr/>
          <p:nvPr/>
        </p:nvGrpSpPr>
        <p:grpSpPr>
          <a:xfrm>
            <a:off x="5489588" y="3560368"/>
            <a:ext cx="340168" cy="309628"/>
            <a:chOff x="1487200" y="4421025"/>
            <a:chExt cx="483125" cy="439750"/>
          </a:xfrm>
        </p:grpSpPr>
        <p:sp>
          <p:nvSpPr>
            <p:cNvPr id="10275" name="Google Shape;10275;p81"/>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6" name="Google Shape;10276;p81"/>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7" name="Google Shape;10277;p81"/>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8" name="Google Shape;10278;p81"/>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79" name="Google Shape;10279;p81"/>
          <p:cNvGrpSpPr/>
          <p:nvPr/>
        </p:nvGrpSpPr>
        <p:grpSpPr>
          <a:xfrm>
            <a:off x="5893867" y="3545107"/>
            <a:ext cx="344903" cy="340151"/>
            <a:chOff x="2079300" y="4399325"/>
            <a:chExt cx="489850" cy="483100"/>
          </a:xfrm>
        </p:grpSpPr>
        <p:sp>
          <p:nvSpPr>
            <p:cNvPr id="10280" name="Google Shape;10280;p81"/>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1" name="Google Shape;10281;p81"/>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82" name="Google Shape;10282;p81"/>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83" name="Google Shape;10283;p81"/>
          <p:cNvGrpSpPr/>
          <p:nvPr/>
        </p:nvGrpSpPr>
        <p:grpSpPr>
          <a:xfrm>
            <a:off x="6760439" y="3545107"/>
            <a:ext cx="276236" cy="340151"/>
            <a:chOff x="3316000" y="4399325"/>
            <a:chExt cx="392325" cy="483100"/>
          </a:xfrm>
        </p:grpSpPr>
        <p:sp>
          <p:nvSpPr>
            <p:cNvPr id="10284" name="Google Shape;10284;p81"/>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5" name="Google Shape;10285;p81"/>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86" name="Google Shape;10286;p81"/>
          <p:cNvGrpSpPr/>
          <p:nvPr/>
        </p:nvGrpSpPr>
        <p:grpSpPr>
          <a:xfrm>
            <a:off x="7185179" y="3545089"/>
            <a:ext cx="254022" cy="340186"/>
            <a:chOff x="3926225" y="4399275"/>
            <a:chExt cx="360775" cy="483150"/>
          </a:xfrm>
        </p:grpSpPr>
        <p:sp>
          <p:nvSpPr>
            <p:cNvPr id="10287" name="Google Shape;10287;p81"/>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8" name="Google Shape;10288;p81"/>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89" name="Google Shape;10289;p81"/>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90" name="Google Shape;10290;p81"/>
          <p:cNvGrpSpPr/>
          <p:nvPr/>
        </p:nvGrpSpPr>
        <p:grpSpPr>
          <a:xfrm>
            <a:off x="7990738" y="3545151"/>
            <a:ext cx="340080" cy="340063"/>
            <a:chOff x="5053975" y="4399375"/>
            <a:chExt cx="483000" cy="482975"/>
          </a:xfrm>
        </p:grpSpPr>
        <p:sp>
          <p:nvSpPr>
            <p:cNvPr id="10291" name="Google Shape;10291;p81"/>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2" name="Google Shape;10292;p81"/>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3" name="Google Shape;10293;p81"/>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94" name="Google Shape;10294;p81"/>
          <p:cNvGrpSpPr/>
          <p:nvPr/>
        </p:nvGrpSpPr>
        <p:grpSpPr>
          <a:xfrm>
            <a:off x="7750609" y="3956042"/>
            <a:ext cx="340168" cy="340168"/>
            <a:chOff x="5648375" y="4399300"/>
            <a:chExt cx="483125" cy="483125"/>
          </a:xfrm>
        </p:grpSpPr>
        <p:sp>
          <p:nvSpPr>
            <p:cNvPr id="10295" name="Google Shape;10295;p81"/>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6" name="Google Shape;10296;p81"/>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97" name="Google Shape;10297;p81"/>
          <p:cNvGrpSpPr/>
          <p:nvPr/>
        </p:nvGrpSpPr>
        <p:grpSpPr>
          <a:xfrm>
            <a:off x="5981331" y="3974637"/>
            <a:ext cx="330007" cy="302744"/>
            <a:chOff x="6239575" y="4416275"/>
            <a:chExt cx="489625" cy="449175"/>
          </a:xfrm>
        </p:grpSpPr>
        <p:sp>
          <p:nvSpPr>
            <p:cNvPr id="10298" name="Google Shape;10298;p81"/>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9" name="Google Shape;10299;p81"/>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0" name="Google Shape;10300;p81"/>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01" name="Google Shape;10301;p81"/>
          <p:cNvGrpSpPr/>
          <p:nvPr/>
        </p:nvGrpSpPr>
        <p:grpSpPr>
          <a:xfrm>
            <a:off x="3084610" y="3971815"/>
            <a:ext cx="308234" cy="308234"/>
            <a:chOff x="892750" y="4993750"/>
            <a:chExt cx="483125" cy="483125"/>
          </a:xfrm>
        </p:grpSpPr>
        <p:sp>
          <p:nvSpPr>
            <p:cNvPr id="10302" name="Google Shape;10302;p81"/>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3" name="Google Shape;10303;p81"/>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4" name="Google Shape;10304;p81"/>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05" name="Google Shape;10305;p81"/>
          <p:cNvGrpSpPr/>
          <p:nvPr/>
        </p:nvGrpSpPr>
        <p:grpSpPr>
          <a:xfrm>
            <a:off x="1491328" y="3979188"/>
            <a:ext cx="293982" cy="293982"/>
            <a:chOff x="2676100" y="4993750"/>
            <a:chExt cx="483125" cy="483125"/>
          </a:xfrm>
        </p:grpSpPr>
        <p:sp>
          <p:nvSpPr>
            <p:cNvPr id="10306" name="Google Shape;10306;p81"/>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7" name="Google Shape;10307;p81"/>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8" name="Google Shape;10308;p81"/>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09" name="Google Shape;10309;p81"/>
          <p:cNvGrpSpPr/>
          <p:nvPr/>
        </p:nvGrpSpPr>
        <p:grpSpPr>
          <a:xfrm>
            <a:off x="4322435" y="3971815"/>
            <a:ext cx="308234" cy="308234"/>
            <a:chOff x="3270550" y="4993750"/>
            <a:chExt cx="483125" cy="483125"/>
          </a:xfrm>
        </p:grpSpPr>
        <p:sp>
          <p:nvSpPr>
            <p:cNvPr id="10310" name="Google Shape;10310;p81"/>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1" name="Google Shape;10311;p81"/>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2" name="Google Shape;10312;p81"/>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13" name="Google Shape;10313;p81"/>
          <p:cNvSpPr/>
          <p:nvPr/>
        </p:nvSpPr>
        <p:spPr>
          <a:xfrm>
            <a:off x="1889555"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14" name="Google Shape;10314;p81"/>
          <p:cNvGrpSpPr/>
          <p:nvPr/>
        </p:nvGrpSpPr>
        <p:grpSpPr>
          <a:xfrm>
            <a:off x="2288093" y="3979142"/>
            <a:ext cx="293997" cy="294073"/>
            <a:chOff x="4459450" y="4993700"/>
            <a:chExt cx="483150" cy="483275"/>
          </a:xfrm>
        </p:grpSpPr>
        <p:sp>
          <p:nvSpPr>
            <p:cNvPr id="10315" name="Google Shape;10315;p81"/>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6" name="Google Shape;10316;p81"/>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17" name="Google Shape;10317;p81"/>
          <p:cNvGrpSpPr/>
          <p:nvPr/>
        </p:nvGrpSpPr>
        <p:grpSpPr>
          <a:xfrm>
            <a:off x="3497219" y="3971815"/>
            <a:ext cx="308234" cy="308234"/>
            <a:chOff x="1487200" y="4993750"/>
            <a:chExt cx="483125" cy="483125"/>
          </a:xfrm>
        </p:grpSpPr>
        <p:sp>
          <p:nvSpPr>
            <p:cNvPr id="10318" name="Google Shape;10318;p81"/>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9" name="Google Shape;10319;p81"/>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20" name="Google Shape;10320;p81"/>
          <p:cNvGrpSpPr/>
          <p:nvPr/>
        </p:nvGrpSpPr>
        <p:grpSpPr>
          <a:xfrm>
            <a:off x="3909829" y="3971815"/>
            <a:ext cx="308234" cy="308234"/>
            <a:chOff x="2081650" y="4993750"/>
            <a:chExt cx="483125" cy="483125"/>
          </a:xfrm>
        </p:grpSpPr>
        <p:sp>
          <p:nvSpPr>
            <p:cNvPr id="10321" name="Google Shape;10321;p81"/>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2" name="Google Shape;10322;p81"/>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23" name="Google Shape;10323;p81"/>
          <p:cNvGrpSpPr/>
          <p:nvPr/>
        </p:nvGrpSpPr>
        <p:grpSpPr>
          <a:xfrm>
            <a:off x="2686471" y="3979142"/>
            <a:ext cx="293997" cy="294073"/>
            <a:chOff x="5053900" y="4993700"/>
            <a:chExt cx="483150" cy="483275"/>
          </a:xfrm>
        </p:grpSpPr>
        <p:sp>
          <p:nvSpPr>
            <p:cNvPr id="10324" name="Google Shape;10324;p81"/>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5" name="Google Shape;10325;p81"/>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26" name="Google Shape;10326;p8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30" name="Shape 10330"/>
        <p:cNvGrpSpPr/>
        <p:nvPr/>
      </p:nvGrpSpPr>
      <p:grpSpPr>
        <a:xfrm>
          <a:off x="0" y="0"/>
          <a:ext cx="0" cy="0"/>
          <a:chOff x="0" y="0"/>
          <a:chExt cx="0" cy="0"/>
        </a:xfrm>
      </p:grpSpPr>
      <p:sp>
        <p:nvSpPr>
          <p:cNvPr id="10331" name="Google Shape;10331;p82"/>
          <p:cNvSpPr/>
          <p:nvPr/>
        </p:nvSpPr>
        <p:spPr>
          <a:xfrm>
            <a:off x="844100" y="1308173"/>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2"/>
          <p:cNvSpPr/>
          <p:nvPr/>
        </p:nvSpPr>
        <p:spPr>
          <a:xfrm>
            <a:off x="844104" y="1772778"/>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2"/>
          <p:cNvSpPr/>
          <p:nvPr/>
        </p:nvSpPr>
        <p:spPr>
          <a:xfrm>
            <a:off x="852434" y="2202562"/>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4" name="Google Shape;10334;p82"/>
          <p:cNvGrpSpPr/>
          <p:nvPr/>
        </p:nvGrpSpPr>
        <p:grpSpPr>
          <a:xfrm>
            <a:off x="2987728" y="1336070"/>
            <a:ext cx="371882" cy="373766"/>
            <a:chOff x="-41270450" y="1973375"/>
            <a:chExt cx="315850" cy="317450"/>
          </a:xfrm>
        </p:grpSpPr>
        <p:sp>
          <p:nvSpPr>
            <p:cNvPr id="10335" name="Google Shape;10335;p82"/>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2"/>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2"/>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2"/>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9" name="Google Shape;10339;p82"/>
          <p:cNvGrpSpPr/>
          <p:nvPr/>
        </p:nvGrpSpPr>
        <p:grpSpPr>
          <a:xfrm>
            <a:off x="3005407" y="1783026"/>
            <a:ext cx="395871" cy="372088"/>
            <a:chOff x="-41291625" y="2339025"/>
            <a:chExt cx="336225" cy="316025"/>
          </a:xfrm>
        </p:grpSpPr>
        <p:sp>
          <p:nvSpPr>
            <p:cNvPr id="10340" name="Google Shape;10340;p82"/>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2"/>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2" name="Google Shape;10342;p82"/>
          <p:cNvSpPr/>
          <p:nvPr/>
        </p:nvSpPr>
        <p:spPr>
          <a:xfrm>
            <a:off x="2982027" y="1970041"/>
            <a:ext cx="0" cy="29"/>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2"/>
          <p:cNvSpPr/>
          <p:nvPr/>
        </p:nvSpPr>
        <p:spPr>
          <a:xfrm>
            <a:off x="3016426" y="2215314"/>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2"/>
          <p:cNvSpPr/>
          <p:nvPr/>
        </p:nvSpPr>
        <p:spPr>
          <a:xfrm>
            <a:off x="1807487" y="2652012"/>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2"/>
          <p:cNvSpPr/>
          <p:nvPr/>
        </p:nvSpPr>
        <p:spPr>
          <a:xfrm>
            <a:off x="1759274" y="3082043"/>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2"/>
          <p:cNvSpPr/>
          <p:nvPr/>
        </p:nvSpPr>
        <p:spPr>
          <a:xfrm>
            <a:off x="1735189" y="3576077"/>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2"/>
          <p:cNvSpPr/>
          <p:nvPr/>
        </p:nvSpPr>
        <p:spPr>
          <a:xfrm>
            <a:off x="3953247" y="2652248"/>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8" name="Google Shape;10348;p82"/>
          <p:cNvGrpSpPr/>
          <p:nvPr/>
        </p:nvGrpSpPr>
        <p:grpSpPr>
          <a:xfrm>
            <a:off x="1229534" y="1308077"/>
            <a:ext cx="396931" cy="373147"/>
            <a:chOff x="-42804750" y="1949600"/>
            <a:chExt cx="337125" cy="316925"/>
          </a:xfrm>
        </p:grpSpPr>
        <p:sp>
          <p:nvSpPr>
            <p:cNvPr id="10349" name="Google Shape;10349;p82"/>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2"/>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2"/>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2" name="Google Shape;10352;p82"/>
          <p:cNvGrpSpPr/>
          <p:nvPr/>
        </p:nvGrpSpPr>
        <p:grpSpPr>
          <a:xfrm>
            <a:off x="1292211" y="1760773"/>
            <a:ext cx="335706" cy="364258"/>
            <a:chOff x="-42778750" y="2320125"/>
            <a:chExt cx="285125" cy="309375"/>
          </a:xfrm>
        </p:grpSpPr>
        <p:sp>
          <p:nvSpPr>
            <p:cNvPr id="10353" name="Google Shape;10353;p82"/>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2"/>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5" name="Google Shape;10355;p82"/>
          <p:cNvGrpSpPr/>
          <p:nvPr/>
        </p:nvGrpSpPr>
        <p:grpSpPr>
          <a:xfrm>
            <a:off x="1269879" y="2207778"/>
            <a:ext cx="375591" cy="374678"/>
            <a:chOff x="-42796875" y="2680675"/>
            <a:chExt cx="319000" cy="318225"/>
          </a:xfrm>
        </p:grpSpPr>
        <p:sp>
          <p:nvSpPr>
            <p:cNvPr id="10356" name="Google Shape;10356;p82"/>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2"/>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2"/>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2"/>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2"/>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1" name="Google Shape;10361;p82"/>
          <p:cNvSpPr/>
          <p:nvPr/>
        </p:nvSpPr>
        <p:spPr>
          <a:xfrm>
            <a:off x="3439644" y="1333692"/>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2"/>
          <p:cNvSpPr/>
          <p:nvPr/>
        </p:nvSpPr>
        <p:spPr>
          <a:xfrm>
            <a:off x="3459773" y="1815159"/>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2"/>
          <p:cNvSpPr/>
          <p:nvPr/>
        </p:nvSpPr>
        <p:spPr>
          <a:xfrm>
            <a:off x="3469303" y="2215314"/>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2"/>
          <p:cNvSpPr/>
          <p:nvPr/>
        </p:nvSpPr>
        <p:spPr>
          <a:xfrm>
            <a:off x="2230466" y="2652012"/>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2"/>
          <p:cNvSpPr/>
          <p:nvPr/>
        </p:nvSpPr>
        <p:spPr>
          <a:xfrm>
            <a:off x="2117481" y="3435574"/>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6" name="Google Shape;10366;p82"/>
          <p:cNvGrpSpPr/>
          <p:nvPr/>
        </p:nvGrpSpPr>
        <p:grpSpPr>
          <a:xfrm>
            <a:off x="2168150" y="3086053"/>
            <a:ext cx="390426" cy="369586"/>
            <a:chOff x="-39055650" y="2315975"/>
            <a:chExt cx="331600" cy="313900"/>
          </a:xfrm>
        </p:grpSpPr>
        <p:sp>
          <p:nvSpPr>
            <p:cNvPr id="10367" name="Google Shape;10367;p82"/>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2"/>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9" name="Google Shape;10369;p82"/>
          <p:cNvSpPr/>
          <p:nvPr/>
        </p:nvSpPr>
        <p:spPr>
          <a:xfrm>
            <a:off x="2174857" y="3604055"/>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2"/>
          <p:cNvSpPr/>
          <p:nvPr/>
        </p:nvSpPr>
        <p:spPr>
          <a:xfrm>
            <a:off x="3995440" y="3071387"/>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1" name="Google Shape;10371;p82"/>
          <p:cNvGrpSpPr/>
          <p:nvPr/>
        </p:nvGrpSpPr>
        <p:grpSpPr>
          <a:xfrm>
            <a:off x="1659816" y="1308254"/>
            <a:ext cx="380241" cy="371793"/>
            <a:chOff x="-42430625" y="1949750"/>
            <a:chExt cx="322950" cy="315775"/>
          </a:xfrm>
        </p:grpSpPr>
        <p:sp>
          <p:nvSpPr>
            <p:cNvPr id="10372" name="Google Shape;10372;p82"/>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2"/>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2"/>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2"/>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6" name="Google Shape;10376;p82"/>
          <p:cNvSpPr/>
          <p:nvPr/>
        </p:nvSpPr>
        <p:spPr>
          <a:xfrm>
            <a:off x="1719036" y="1755820"/>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2"/>
          <p:cNvSpPr/>
          <p:nvPr/>
        </p:nvSpPr>
        <p:spPr>
          <a:xfrm>
            <a:off x="1696509" y="2188264"/>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2"/>
          <p:cNvSpPr/>
          <p:nvPr/>
        </p:nvSpPr>
        <p:spPr>
          <a:xfrm>
            <a:off x="3917021" y="1342493"/>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2"/>
          <p:cNvSpPr/>
          <p:nvPr/>
        </p:nvSpPr>
        <p:spPr>
          <a:xfrm>
            <a:off x="3936416" y="1781781"/>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2"/>
          <p:cNvSpPr/>
          <p:nvPr/>
        </p:nvSpPr>
        <p:spPr>
          <a:xfrm>
            <a:off x="3906859" y="2214107"/>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2"/>
          <p:cNvSpPr/>
          <p:nvPr/>
        </p:nvSpPr>
        <p:spPr>
          <a:xfrm>
            <a:off x="2616350" y="2648981"/>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2" name="Google Shape;10382;p82"/>
          <p:cNvGrpSpPr/>
          <p:nvPr/>
        </p:nvGrpSpPr>
        <p:grpSpPr>
          <a:xfrm>
            <a:off x="2623344" y="3084199"/>
            <a:ext cx="372824" cy="372058"/>
            <a:chOff x="-38686275" y="2314400"/>
            <a:chExt cx="316650" cy="316000"/>
          </a:xfrm>
        </p:grpSpPr>
        <p:sp>
          <p:nvSpPr>
            <p:cNvPr id="10383" name="Google Shape;10383;p82"/>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2"/>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5" name="Google Shape;10385;p82"/>
          <p:cNvGrpSpPr/>
          <p:nvPr/>
        </p:nvGrpSpPr>
        <p:grpSpPr>
          <a:xfrm>
            <a:off x="2621946" y="3576239"/>
            <a:ext cx="375620" cy="373736"/>
            <a:chOff x="-38686275" y="2682250"/>
            <a:chExt cx="319025" cy="317425"/>
          </a:xfrm>
        </p:grpSpPr>
        <p:sp>
          <p:nvSpPr>
            <p:cNvPr id="10386" name="Google Shape;10386;p82"/>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2"/>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82"/>
          <p:cNvGrpSpPr/>
          <p:nvPr/>
        </p:nvGrpSpPr>
        <p:grpSpPr>
          <a:xfrm>
            <a:off x="3940328" y="3574782"/>
            <a:ext cx="391368" cy="376650"/>
            <a:chOff x="-37534750" y="2668075"/>
            <a:chExt cx="332400" cy="319900"/>
          </a:xfrm>
        </p:grpSpPr>
        <p:sp>
          <p:nvSpPr>
            <p:cNvPr id="10389" name="Google Shape;10389;p82"/>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2"/>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1" name="Google Shape;10391;p82"/>
          <p:cNvSpPr/>
          <p:nvPr/>
        </p:nvSpPr>
        <p:spPr>
          <a:xfrm>
            <a:off x="2106751" y="1307496"/>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2" name="Google Shape;10392;p82"/>
          <p:cNvGrpSpPr/>
          <p:nvPr/>
        </p:nvGrpSpPr>
        <p:grpSpPr>
          <a:xfrm>
            <a:off x="2131694" y="1755917"/>
            <a:ext cx="375591" cy="374060"/>
            <a:chOff x="-42062025" y="2316000"/>
            <a:chExt cx="319000" cy="317700"/>
          </a:xfrm>
        </p:grpSpPr>
        <p:sp>
          <p:nvSpPr>
            <p:cNvPr id="10393" name="Google Shape;10393;p82"/>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2"/>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5" name="Google Shape;10395;p82"/>
          <p:cNvSpPr/>
          <p:nvPr/>
        </p:nvSpPr>
        <p:spPr>
          <a:xfrm>
            <a:off x="2135027" y="2187352"/>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6" name="Google Shape;10396;p82"/>
          <p:cNvGrpSpPr/>
          <p:nvPr/>
        </p:nvGrpSpPr>
        <p:grpSpPr>
          <a:xfrm>
            <a:off x="876569" y="2667020"/>
            <a:ext cx="330143" cy="368173"/>
            <a:chOff x="-40150450" y="1977325"/>
            <a:chExt cx="280400" cy="312700"/>
          </a:xfrm>
        </p:grpSpPr>
        <p:sp>
          <p:nvSpPr>
            <p:cNvPr id="10397" name="Google Shape;10397;p82"/>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2"/>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2"/>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2"/>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1" name="Google Shape;10401;p82"/>
          <p:cNvGrpSpPr/>
          <p:nvPr/>
        </p:nvGrpSpPr>
        <p:grpSpPr>
          <a:xfrm>
            <a:off x="870534" y="3126239"/>
            <a:ext cx="342211" cy="372824"/>
            <a:chOff x="-40160700" y="2339625"/>
            <a:chExt cx="290650" cy="316650"/>
          </a:xfrm>
        </p:grpSpPr>
        <p:sp>
          <p:nvSpPr>
            <p:cNvPr id="10402" name="Google Shape;10402;p82"/>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2"/>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2"/>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2"/>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82"/>
          <p:cNvGrpSpPr/>
          <p:nvPr/>
        </p:nvGrpSpPr>
        <p:grpSpPr>
          <a:xfrm>
            <a:off x="852359" y="3576695"/>
            <a:ext cx="375591" cy="372824"/>
            <a:chOff x="-40171725" y="2705875"/>
            <a:chExt cx="319000" cy="316650"/>
          </a:xfrm>
        </p:grpSpPr>
        <p:sp>
          <p:nvSpPr>
            <p:cNvPr id="10407" name="Google Shape;10407;p82"/>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2"/>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82"/>
          <p:cNvGrpSpPr/>
          <p:nvPr/>
        </p:nvGrpSpPr>
        <p:grpSpPr>
          <a:xfrm>
            <a:off x="3109957" y="2651151"/>
            <a:ext cx="272686" cy="373766"/>
            <a:chOff x="-38275925" y="1946600"/>
            <a:chExt cx="231600" cy="317450"/>
          </a:xfrm>
        </p:grpSpPr>
        <p:sp>
          <p:nvSpPr>
            <p:cNvPr id="10410" name="Google Shape;10410;p82"/>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2"/>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2" name="Google Shape;10412;p82"/>
          <p:cNvSpPr/>
          <p:nvPr/>
        </p:nvSpPr>
        <p:spPr>
          <a:xfrm>
            <a:off x="3057873" y="3082867"/>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2"/>
          <p:cNvSpPr/>
          <p:nvPr/>
        </p:nvSpPr>
        <p:spPr>
          <a:xfrm>
            <a:off x="3137950" y="3575768"/>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4" name="Google Shape;10414;p82"/>
          <p:cNvGrpSpPr/>
          <p:nvPr/>
        </p:nvGrpSpPr>
        <p:grpSpPr>
          <a:xfrm>
            <a:off x="2173841" y="4048593"/>
            <a:ext cx="382096" cy="371911"/>
            <a:chOff x="-37190575" y="1951325"/>
            <a:chExt cx="324525" cy="315875"/>
          </a:xfrm>
        </p:grpSpPr>
        <p:sp>
          <p:nvSpPr>
            <p:cNvPr id="10415" name="Google Shape;10415;p82"/>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2"/>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2"/>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2"/>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2"/>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0" name="Google Shape;10420;p82"/>
          <p:cNvSpPr/>
          <p:nvPr/>
        </p:nvSpPr>
        <p:spPr>
          <a:xfrm>
            <a:off x="2541596" y="1305641"/>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1" name="Google Shape;10421;p82"/>
          <p:cNvGrpSpPr/>
          <p:nvPr/>
        </p:nvGrpSpPr>
        <p:grpSpPr>
          <a:xfrm>
            <a:off x="2574144" y="1834744"/>
            <a:ext cx="373736" cy="293055"/>
            <a:chOff x="-41694200" y="2382950"/>
            <a:chExt cx="317425" cy="248900"/>
          </a:xfrm>
        </p:grpSpPr>
        <p:sp>
          <p:nvSpPr>
            <p:cNvPr id="10422" name="Google Shape;10422;p82"/>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2"/>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4" name="Google Shape;10424;p82"/>
          <p:cNvGrpSpPr/>
          <p:nvPr/>
        </p:nvGrpSpPr>
        <p:grpSpPr>
          <a:xfrm>
            <a:off x="2570967" y="2188052"/>
            <a:ext cx="375591" cy="373766"/>
            <a:chOff x="-41695775" y="2683025"/>
            <a:chExt cx="319000" cy="317450"/>
          </a:xfrm>
        </p:grpSpPr>
        <p:sp>
          <p:nvSpPr>
            <p:cNvPr id="10425" name="Google Shape;10425;p82"/>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2"/>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2"/>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8" name="Google Shape;10428;p82"/>
          <p:cNvGrpSpPr/>
          <p:nvPr/>
        </p:nvGrpSpPr>
        <p:grpSpPr>
          <a:xfrm>
            <a:off x="1313266" y="2680822"/>
            <a:ext cx="342211" cy="375620"/>
            <a:chOff x="-39792875" y="1971800"/>
            <a:chExt cx="290650" cy="319025"/>
          </a:xfrm>
        </p:grpSpPr>
        <p:sp>
          <p:nvSpPr>
            <p:cNvPr id="10429" name="Google Shape;10429;p82"/>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2"/>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1" name="Google Shape;10431;p82"/>
          <p:cNvGrpSpPr/>
          <p:nvPr/>
        </p:nvGrpSpPr>
        <p:grpSpPr>
          <a:xfrm>
            <a:off x="1323705" y="3129047"/>
            <a:ext cx="324609" cy="374825"/>
            <a:chOff x="-39783425" y="2337925"/>
            <a:chExt cx="275700" cy="318350"/>
          </a:xfrm>
        </p:grpSpPr>
        <p:sp>
          <p:nvSpPr>
            <p:cNvPr id="10432" name="Google Shape;10432;p82"/>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2"/>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4" name="Google Shape;10434;p82"/>
          <p:cNvSpPr/>
          <p:nvPr/>
        </p:nvSpPr>
        <p:spPr>
          <a:xfrm>
            <a:off x="1296433" y="3576475"/>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5" name="Google Shape;10435;p82"/>
          <p:cNvGrpSpPr/>
          <p:nvPr/>
        </p:nvGrpSpPr>
        <p:grpSpPr>
          <a:xfrm>
            <a:off x="3490328" y="2653006"/>
            <a:ext cx="383950" cy="372618"/>
            <a:chOff x="-37956150" y="1948175"/>
            <a:chExt cx="326100" cy="316475"/>
          </a:xfrm>
        </p:grpSpPr>
        <p:sp>
          <p:nvSpPr>
            <p:cNvPr id="10436" name="Google Shape;10436;p82"/>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2"/>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2"/>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82"/>
          <p:cNvGrpSpPr/>
          <p:nvPr/>
        </p:nvGrpSpPr>
        <p:grpSpPr>
          <a:xfrm>
            <a:off x="3497847" y="3160259"/>
            <a:ext cx="375620" cy="243015"/>
            <a:chOff x="-37953000" y="2379000"/>
            <a:chExt cx="319025" cy="206400"/>
          </a:xfrm>
        </p:grpSpPr>
        <p:sp>
          <p:nvSpPr>
            <p:cNvPr id="10440" name="Google Shape;10440;p82"/>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2"/>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2"/>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2"/>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2"/>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5" name="Google Shape;10445;p82"/>
          <p:cNvSpPr/>
          <p:nvPr/>
        </p:nvSpPr>
        <p:spPr>
          <a:xfrm>
            <a:off x="3490950" y="3575768"/>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2"/>
          <p:cNvSpPr/>
          <p:nvPr/>
        </p:nvSpPr>
        <p:spPr>
          <a:xfrm>
            <a:off x="2669201" y="4047649"/>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2"/>
          <p:cNvSpPr txBox="1"/>
          <p:nvPr>
            <p:ph idx="4294967295" type="title"/>
          </p:nvPr>
        </p:nvSpPr>
        <p:spPr>
          <a:xfrm>
            <a:off x="849675"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448" name="Google Shape;10448;p82"/>
          <p:cNvSpPr txBox="1"/>
          <p:nvPr>
            <p:ph idx="4294967295" type="title"/>
          </p:nvPr>
        </p:nvSpPr>
        <p:spPr>
          <a:xfrm>
            <a:off x="4858400"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0449" name="Google Shape;10449;p82"/>
          <p:cNvSpPr/>
          <p:nvPr/>
        </p:nvSpPr>
        <p:spPr>
          <a:xfrm>
            <a:off x="486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0" name="Google Shape;10450;p82"/>
          <p:cNvGrpSpPr/>
          <p:nvPr/>
        </p:nvGrpSpPr>
        <p:grpSpPr>
          <a:xfrm>
            <a:off x="4865594" y="1782519"/>
            <a:ext cx="354107" cy="355063"/>
            <a:chOff x="-28467625" y="2331750"/>
            <a:chExt cx="296150" cy="296950"/>
          </a:xfrm>
        </p:grpSpPr>
        <p:sp>
          <p:nvSpPr>
            <p:cNvPr id="10451" name="Google Shape;10451;p82"/>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2"/>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3" name="Google Shape;10453;p82"/>
          <p:cNvGrpSpPr/>
          <p:nvPr/>
        </p:nvGrpSpPr>
        <p:grpSpPr>
          <a:xfrm>
            <a:off x="4879719" y="2225601"/>
            <a:ext cx="325858" cy="351327"/>
            <a:chOff x="-28461325" y="2701925"/>
            <a:chExt cx="272525" cy="293825"/>
          </a:xfrm>
        </p:grpSpPr>
        <p:sp>
          <p:nvSpPr>
            <p:cNvPr id="10454" name="Google Shape;10454;p82"/>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2"/>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2"/>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7" name="Google Shape;10457;p82"/>
          <p:cNvGrpSpPr/>
          <p:nvPr/>
        </p:nvGrpSpPr>
        <p:grpSpPr>
          <a:xfrm>
            <a:off x="7103910" y="1399238"/>
            <a:ext cx="354107" cy="226974"/>
            <a:chOff x="-26585200" y="2025375"/>
            <a:chExt cx="296150" cy="189825"/>
          </a:xfrm>
        </p:grpSpPr>
        <p:sp>
          <p:nvSpPr>
            <p:cNvPr id="10458" name="Google Shape;10458;p82"/>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2"/>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2"/>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2"/>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2"/>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3" name="Google Shape;10463;p82"/>
          <p:cNvGrpSpPr/>
          <p:nvPr/>
        </p:nvGrpSpPr>
        <p:grpSpPr>
          <a:xfrm>
            <a:off x="7104373" y="1783461"/>
            <a:ext cx="353180" cy="353180"/>
            <a:chOff x="-26584425" y="2340425"/>
            <a:chExt cx="295375" cy="295375"/>
          </a:xfrm>
        </p:grpSpPr>
        <p:sp>
          <p:nvSpPr>
            <p:cNvPr id="10464" name="Google Shape;10464;p82"/>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2"/>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2"/>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2"/>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2"/>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9" name="Google Shape;10469;p82"/>
          <p:cNvGrpSpPr/>
          <p:nvPr/>
        </p:nvGrpSpPr>
        <p:grpSpPr>
          <a:xfrm>
            <a:off x="7099202" y="2224555"/>
            <a:ext cx="363523" cy="353419"/>
            <a:chOff x="-26585200" y="2710400"/>
            <a:chExt cx="304025" cy="295575"/>
          </a:xfrm>
        </p:grpSpPr>
        <p:sp>
          <p:nvSpPr>
            <p:cNvPr id="10470" name="Google Shape;10470;p82"/>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2"/>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2"/>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2"/>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2"/>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2"/>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2"/>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2"/>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2"/>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2"/>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2"/>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2"/>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2" name="Google Shape;10482;p82"/>
          <p:cNvGrpSpPr/>
          <p:nvPr/>
        </p:nvGrpSpPr>
        <p:grpSpPr>
          <a:xfrm>
            <a:off x="5754337" y="2666033"/>
            <a:ext cx="354136" cy="353210"/>
            <a:chOff x="-24709875" y="1970225"/>
            <a:chExt cx="296175" cy="295400"/>
          </a:xfrm>
        </p:grpSpPr>
        <p:sp>
          <p:nvSpPr>
            <p:cNvPr id="10483" name="Google Shape;10483;p82"/>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2"/>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82"/>
          <p:cNvGrpSpPr/>
          <p:nvPr/>
        </p:nvGrpSpPr>
        <p:grpSpPr>
          <a:xfrm>
            <a:off x="5786352" y="3112911"/>
            <a:ext cx="290107" cy="354107"/>
            <a:chOff x="-24683100" y="2340425"/>
            <a:chExt cx="242625" cy="296150"/>
          </a:xfrm>
        </p:grpSpPr>
        <p:sp>
          <p:nvSpPr>
            <p:cNvPr id="10486" name="Google Shape;10486;p82"/>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2"/>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2"/>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2"/>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0" name="Google Shape;10490;p82"/>
          <p:cNvSpPr/>
          <p:nvPr/>
        </p:nvSpPr>
        <p:spPr>
          <a:xfrm>
            <a:off x="578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1" name="Google Shape;10491;p82"/>
          <p:cNvGrpSpPr/>
          <p:nvPr/>
        </p:nvGrpSpPr>
        <p:grpSpPr>
          <a:xfrm>
            <a:off x="7992594" y="2666033"/>
            <a:ext cx="360713" cy="353210"/>
            <a:chOff x="-22881800" y="1971800"/>
            <a:chExt cx="301675" cy="295400"/>
          </a:xfrm>
        </p:grpSpPr>
        <p:sp>
          <p:nvSpPr>
            <p:cNvPr id="10492" name="Google Shape;10492;p82"/>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2"/>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2"/>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2"/>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2"/>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2"/>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8" name="Google Shape;10498;p82"/>
          <p:cNvSpPr/>
          <p:nvPr/>
        </p:nvSpPr>
        <p:spPr>
          <a:xfrm>
            <a:off x="532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2"/>
          <p:cNvSpPr/>
          <p:nvPr/>
        </p:nvSpPr>
        <p:spPr>
          <a:xfrm>
            <a:off x="530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0" name="Google Shape;10500;p82"/>
          <p:cNvGrpSpPr/>
          <p:nvPr/>
        </p:nvGrpSpPr>
        <p:grpSpPr>
          <a:xfrm>
            <a:off x="5368939" y="2224196"/>
            <a:ext cx="227930" cy="354136"/>
            <a:chOff x="-28043900" y="2701925"/>
            <a:chExt cx="190625" cy="296175"/>
          </a:xfrm>
        </p:grpSpPr>
        <p:sp>
          <p:nvSpPr>
            <p:cNvPr id="10501" name="Google Shape;10501;p82"/>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2"/>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2"/>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2"/>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2"/>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6" name="Google Shape;10506;p82"/>
          <p:cNvGrpSpPr/>
          <p:nvPr/>
        </p:nvGrpSpPr>
        <p:grpSpPr>
          <a:xfrm>
            <a:off x="7541805" y="1336135"/>
            <a:ext cx="354136" cy="353180"/>
            <a:chOff x="-26215025" y="1971025"/>
            <a:chExt cx="296175" cy="295375"/>
          </a:xfrm>
        </p:grpSpPr>
        <p:sp>
          <p:nvSpPr>
            <p:cNvPr id="10507" name="Google Shape;10507;p82"/>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2"/>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2"/>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2"/>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2"/>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2"/>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2"/>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2"/>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5" name="Google Shape;10515;p82"/>
          <p:cNvGrpSpPr/>
          <p:nvPr/>
        </p:nvGrpSpPr>
        <p:grpSpPr>
          <a:xfrm>
            <a:off x="7541327" y="1783924"/>
            <a:ext cx="355093" cy="352253"/>
            <a:chOff x="-26215825" y="2341200"/>
            <a:chExt cx="296975" cy="294600"/>
          </a:xfrm>
        </p:grpSpPr>
        <p:sp>
          <p:nvSpPr>
            <p:cNvPr id="10516" name="Google Shape;10516;p82"/>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2"/>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8" name="Google Shape;10518;p82"/>
          <p:cNvGrpSpPr/>
          <p:nvPr/>
        </p:nvGrpSpPr>
        <p:grpSpPr>
          <a:xfrm>
            <a:off x="7573357" y="2224674"/>
            <a:ext cx="291033" cy="353180"/>
            <a:chOff x="-26179575" y="2710600"/>
            <a:chExt cx="243400" cy="295375"/>
          </a:xfrm>
        </p:grpSpPr>
        <p:sp>
          <p:nvSpPr>
            <p:cNvPr id="10519" name="Google Shape;10519;p82"/>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2"/>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2"/>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2" name="Google Shape;10522;p82"/>
          <p:cNvGrpSpPr/>
          <p:nvPr/>
        </p:nvGrpSpPr>
        <p:grpSpPr>
          <a:xfrm>
            <a:off x="6212417" y="2666048"/>
            <a:ext cx="337187" cy="353180"/>
            <a:chOff x="-24328675" y="1971025"/>
            <a:chExt cx="282000" cy="295375"/>
          </a:xfrm>
        </p:grpSpPr>
        <p:sp>
          <p:nvSpPr>
            <p:cNvPr id="10523" name="Google Shape;10523;p82"/>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2"/>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5" name="Google Shape;10525;p82"/>
          <p:cNvGrpSpPr/>
          <p:nvPr/>
        </p:nvGrpSpPr>
        <p:grpSpPr>
          <a:xfrm>
            <a:off x="6214778" y="3113374"/>
            <a:ext cx="332464" cy="353180"/>
            <a:chOff x="-24330250" y="2340425"/>
            <a:chExt cx="278050" cy="295375"/>
          </a:xfrm>
        </p:grpSpPr>
        <p:sp>
          <p:nvSpPr>
            <p:cNvPr id="10526" name="Google Shape;10526;p82"/>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2"/>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2"/>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2"/>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2"/>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2"/>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2"/>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3" name="Google Shape;10533;p82"/>
          <p:cNvGrpSpPr/>
          <p:nvPr/>
        </p:nvGrpSpPr>
        <p:grpSpPr>
          <a:xfrm>
            <a:off x="6204420" y="3554587"/>
            <a:ext cx="353180" cy="353180"/>
            <a:chOff x="-24338900" y="2710600"/>
            <a:chExt cx="295375" cy="295375"/>
          </a:xfrm>
        </p:grpSpPr>
        <p:sp>
          <p:nvSpPr>
            <p:cNvPr id="10534" name="Google Shape;10534;p82"/>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2"/>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6" name="Google Shape;10536;p82"/>
          <p:cNvGrpSpPr/>
          <p:nvPr/>
        </p:nvGrpSpPr>
        <p:grpSpPr>
          <a:xfrm>
            <a:off x="7995419" y="3113972"/>
            <a:ext cx="355063" cy="351984"/>
            <a:chOff x="-22859750" y="2335900"/>
            <a:chExt cx="296950" cy="294375"/>
          </a:xfrm>
        </p:grpSpPr>
        <p:sp>
          <p:nvSpPr>
            <p:cNvPr id="10537" name="Google Shape;10537;p82"/>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2"/>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2"/>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0" name="Google Shape;10540;p82"/>
          <p:cNvGrpSpPr/>
          <p:nvPr/>
        </p:nvGrpSpPr>
        <p:grpSpPr>
          <a:xfrm>
            <a:off x="5774767" y="1336120"/>
            <a:ext cx="311749" cy="353210"/>
            <a:chOff x="-27710725" y="1959200"/>
            <a:chExt cx="260725" cy="295400"/>
          </a:xfrm>
        </p:grpSpPr>
        <p:sp>
          <p:nvSpPr>
            <p:cNvPr id="10541" name="Google Shape;10541;p82"/>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2"/>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82"/>
          <p:cNvGrpSpPr/>
          <p:nvPr/>
        </p:nvGrpSpPr>
        <p:grpSpPr>
          <a:xfrm>
            <a:off x="5752631" y="1844666"/>
            <a:ext cx="356020" cy="230770"/>
            <a:chOff x="-27728850" y="2382950"/>
            <a:chExt cx="297750" cy="193000"/>
          </a:xfrm>
        </p:grpSpPr>
        <p:sp>
          <p:nvSpPr>
            <p:cNvPr id="10544" name="Google Shape;10544;p82"/>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2"/>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2"/>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7" name="Google Shape;10547;p82"/>
          <p:cNvSpPr/>
          <p:nvPr/>
        </p:nvSpPr>
        <p:spPr>
          <a:xfrm>
            <a:off x="575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2"/>
          <p:cNvSpPr/>
          <p:nvPr/>
        </p:nvSpPr>
        <p:spPr>
          <a:xfrm>
            <a:off x="798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9" name="Google Shape;10549;p82"/>
          <p:cNvGrpSpPr/>
          <p:nvPr/>
        </p:nvGrpSpPr>
        <p:grpSpPr>
          <a:xfrm>
            <a:off x="7983975" y="1792877"/>
            <a:ext cx="354136" cy="334348"/>
            <a:chOff x="-25844850" y="2357750"/>
            <a:chExt cx="296175" cy="279625"/>
          </a:xfrm>
        </p:grpSpPr>
        <p:sp>
          <p:nvSpPr>
            <p:cNvPr id="10550" name="Google Shape;10550;p82"/>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2"/>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2"/>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2"/>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2"/>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2"/>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6" name="Google Shape;10556;p82"/>
          <p:cNvSpPr/>
          <p:nvPr/>
        </p:nvSpPr>
        <p:spPr>
          <a:xfrm>
            <a:off x="798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7" name="Google Shape;10557;p82"/>
          <p:cNvGrpSpPr/>
          <p:nvPr/>
        </p:nvGrpSpPr>
        <p:grpSpPr>
          <a:xfrm>
            <a:off x="6712883" y="2666033"/>
            <a:ext cx="228887" cy="353210"/>
            <a:chOff x="-23917525" y="1970225"/>
            <a:chExt cx="191425" cy="295400"/>
          </a:xfrm>
        </p:grpSpPr>
        <p:sp>
          <p:nvSpPr>
            <p:cNvPr id="10558" name="Google Shape;10558;p82"/>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2"/>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2"/>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1" name="Google Shape;10561;p82"/>
          <p:cNvGrpSpPr/>
          <p:nvPr/>
        </p:nvGrpSpPr>
        <p:grpSpPr>
          <a:xfrm>
            <a:off x="6668164" y="3112911"/>
            <a:ext cx="318325" cy="354107"/>
            <a:chOff x="-23952175" y="2340425"/>
            <a:chExt cx="266225" cy="296150"/>
          </a:xfrm>
        </p:grpSpPr>
        <p:sp>
          <p:nvSpPr>
            <p:cNvPr id="10562" name="Google Shape;10562;p82"/>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2"/>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4" name="Google Shape;10564;p82"/>
          <p:cNvSpPr/>
          <p:nvPr/>
        </p:nvSpPr>
        <p:spPr>
          <a:xfrm>
            <a:off x="664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5" name="Google Shape;10565;p82"/>
          <p:cNvGrpSpPr/>
          <p:nvPr/>
        </p:nvGrpSpPr>
        <p:grpSpPr>
          <a:xfrm>
            <a:off x="8053336" y="3553167"/>
            <a:ext cx="239230" cy="356020"/>
            <a:chOff x="-22811700" y="2700350"/>
            <a:chExt cx="200075" cy="297750"/>
          </a:xfrm>
        </p:grpSpPr>
        <p:sp>
          <p:nvSpPr>
            <p:cNvPr id="10566" name="Google Shape;10566;p82"/>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2"/>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2"/>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9" name="Google Shape;10569;p82"/>
          <p:cNvGrpSpPr/>
          <p:nvPr/>
        </p:nvGrpSpPr>
        <p:grpSpPr>
          <a:xfrm>
            <a:off x="6201787" y="1335656"/>
            <a:ext cx="355063" cy="354136"/>
            <a:chOff x="-27358650" y="1961575"/>
            <a:chExt cx="296950" cy="296175"/>
          </a:xfrm>
        </p:grpSpPr>
        <p:sp>
          <p:nvSpPr>
            <p:cNvPr id="10570" name="Google Shape;10570;p82"/>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2"/>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2" name="Google Shape;10572;p82"/>
          <p:cNvSpPr/>
          <p:nvPr/>
        </p:nvSpPr>
        <p:spPr>
          <a:xfrm>
            <a:off x="624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2"/>
          <p:cNvSpPr/>
          <p:nvPr/>
        </p:nvSpPr>
        <p:spPr>
          <a:xfrm>
            <a:off x="620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4" name="Google Shape;10574;p82"/>
          <p:cNvGrpSpPr/>
          <p:nvPr/>
        </p:nvGrpSpPr>
        <p:grpSpPr>
          <a:xfrm>
            <a:off x="7100357" y="2666048"/>
            <a:ext cx="354136" cy="353180"/>
            <a:chOff x="-23599325" y="1971025"/>
            <a:chExt cx="296175" cy="295375"/>
          </a:xfrm>
        </p:grpSpPr>
        <p:sp>
          <p:nvSpPr>
            <p:cNvPr id="10575" name="Google Shape;10575;p82"/>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2"/>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7" name="Google Shape;10577;p82"/>
          <p:cNvSpPr/>
          <p:nvPr/>
        </p:nvSpPr>
        <p:spPr>
          <a:xfrm>
            <a:off x="710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2"/>
          <p:cNvSpPr/>
          <p:nvPr/>
        </p:nvSpPr>
        <p:spPr>
          <a:xfrm>
            <a:off x="709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2"/>
          <p:cNvSpPr/>
          <p:nvPr/>
        </p:nvSpPr>
        <p:spPr>
          <a:xfrm>
            <a:off x="620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0" name="Google Shape;10580;p82"/>
          <p:cNvGrpSpPr/>
          <p:nvPr/>
        </p:nvGrpSpPr>
        <p:grpSpPr>
          <a:xfrm>
            <a:off x="6644801" y="1335776"/>
            <a:ext cx="360713" cy="353897"/>
            <a:chOff x="-26993200" y="1961775"/>
            <a:chExt cx="301675" cy="295975"/>
          </a:xfrm>
        </p:grpSpPr>
        <p:sp>
          <p:nvSpPr>
            <p:cNvPr id="10581" name="Google Shape;10581;p82"/>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2"/>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2"/>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4" name="Google Shape;10584;p82"/>
          <p:cNvGrpSpPr/>
          <p:nvPr/>
        </p:nvGrpSpPr>
        <p:grpSpPr>
          <a:xfrm>
            <a:off x="6669761" y="1783461"/>
            <a:ext cx="310792" cy="353180"/>
            <a:chOff x="-26970350" y="2332550"/>
            <a:chExt cx="259925" cy="295375"/>
          </a:xfrm>
        </p:grpSpPr>
        <p:sp>
          <p:nvSpPr>
            <p:cNvPr id="10585" name="Google Shape;10585;p82"/>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2"/>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82"/>
          <p:cNvGrpSpPr/>
          <p:nvPr/>
        </p:nvGrpSpPr>
        <p:grpSpPr>
          <a:xfrm>
            <a:off x="6649046" y="2256226"/>
            <a:ext cx="352223" cy="290077"/>
            <a:chOff x="-26986100" y="2735800"/>
            <a:chExt cx="294575" cy="242600"/>
          </a:xfrm>
        </p:grpSpPr>
        <p:sp>
          <p:nvSpPr>
            <p:cNvPr id="10588" name="Google Shape;10588;p82"/>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2"/>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0" name="Google Shape;10590;p82"/>
          <p:cNvGrpSpPr/>
          <p:nvPr/>
        </p:nvGrpSpPr>
        <p:grpSpPr>
          <a:xfrm>
            <a:off x="7548093" y="2665569"/>
            <a:ext cx="355063" cy="354136"/>
            <a:chOff x="-23229925" y="1970225"/>
            <a:chExt cx="296950" cy="296175"/>
          </a:xfrm>
        </p:grpSpPr>
        <p:sp>
          <p:nvSpPr>
            <p:cNvPr id="10591" name="Google Shape;10591;p82"/>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2"/>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2"/>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2"/>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5" name="Google Shape;10595;p82"/>
          <p:cNvGrpSpPr/>
          <p:nvPr/>
        </p:nvGrpSpPr>
        <p:grpSpPr>
          <a:xfrm>
            <a:off x="7590466" y="3112432"/>
            <a:ext cx="270318" cy="355063"/>
            <a:chOff x="-23177950" y="2340425"/>
            <a:chExt cx="226075" cy="296950"/>
          </a:xfrm>
        </p:grpSpPr>
        <p:sp>
          <p:nvSpPr>
            <p:cNvPr id="10596" name="Google Shape;10596;p82"/>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2"/>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8" name="Google Shape;10598;p82"/>
          <p:cNvGrpSpPr/>
          <p:nvPr/>
        </p:nvGrpSpPr>
        <p:grpSpPr>
          <a:xfrm>
            <a:off x="7548556" y="3554109"/>
            <a:ext cx="354136" cy="354136"/>
            <a:chOff x="-23229150" y="2710600"/>
            <a:chExt cx="296175" cy="296175"/>
          </a:xfrm>
        </p:grpSpPr>
        <p:sp>
          <p:nvSpPr>
            <p:cNvPr id="10599" name="Google Shape;10599;p82"/>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2"/>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1" name="Google Shape;10601;p82"/>
          <p:cNvSpPr/>
          <p:nvPr/>
        </p:nvSpPr>
        <p:spPr>
          <a:xfrm>
            <a:off x="665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2"/>
          <p:cNvSpPr/>
          <p:nvPr/>
        </p:nvSpPr>
        <p:spPr>
          <a:xfrm>
            <a:off x="488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3" name="Google Shape;10603;p82"/>
          <p:cNvGrpSpPr/>
          <p:nvPr/>
        </p:nvGrpSpPr>
        <p:grpSpPr>
          <a:xfrm>
            <a:off x="4865631" y="3123732"/>
            <a:ext cx="356946" cy="332464"/>
            <a:chOff x="-25477800" y="2357750"/>
            <a:chExt cx="298525" cy="278050"/>
          </a:xfrm>
        </p:grpSpPr>
        <p:sp>
          <p:nvSpPr>
            <p:cNvPr id="10604" name="Google Shape;10604;p82"/>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2"/>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6" name="Google Shape;10606;p82"/>
          <p:cNvSpPr/>
          <p:nvPr/>
        </p:nvSpPr>
        <p:spPr>
          <a:xfrm>
            <a:off x="486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2"/>
          <p:cNvSpPr/>
          <p:nvPr/>
        </p:nvSpPr>
        <p:spPr>
          <a:xfrm>
            <a:off x="530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8" name="Google Shape;10608;p82"/>
          <p:cNvGrpSpPr/>
          <p:nvPr/>
        </p:nvGrpSpPr>
        <p:grpSpPr>
          <a:xfrm>
            <a:off x="5308265" y="3112911"/>
            <a:ext cx="353180" cy="354107"/>
            <a:chOff x="-25104475" y="2340425"/>
            <a:chExt cx="295375" cy="296150"/>
          </a:xfrm>
        </p:grpSpPr>
        <p:sp>
          <p:nvSpPr>
            <p:cNvPr id="10609" name="Google Shape;10609;p82"/>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2"/>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2"/>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2"/>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2"/>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2"/>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2"/>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2"/>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2"/>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8" name="Google Shape;10618;p82"/>
          <p:cNvSpPr/>
          <p:nvPr/>
        </p:nvSpPr>
        <p:spPr>
          <a:xfrm>
            <a:off x="530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22" name="Shape 10622"/>
        <p:cNvGrpSpPr/>
        <p:nvPr/>
      </p:nvGrpSpPr>
      <p:grpSpPr>
        <a:xfrm>
          <a:off x="0" y="0"/>
          <a:ext cx="0" cy="0"/>
          <a:chOff x="0" y="0"/>
          <a:chExt cx="0" cy="0"/>
        </a:xfrm>
      </p:grpSpPr>
      <p:sp>
        <p:nvSpPr>
          <p:cNvPr id="10623" name="Google Shape;10623;p83"/>
          <p:cNvSpPr txBox="1"/>
          <p:nvPr>
            <p:ph idx="4294967295" type="title"/>
          </p:nvPr>
        </p:nvSpPr>
        <p:spPr>
          <a:xfrm>
            <a:off x="849675"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624" name="Google Shape;10624;p83"/>
          <p:cNvSpPr txBox="1"/>
          <p:nvPr>
            <p:ph idx="4294967295" type="title"/>
          </p:nvPr>
        </p:nvSpPr>
        <p:spPr>
          <a:xfrm>
            <a:off x="4858400"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625" name="Google Shape;10625;p83"/>
          <p:cNvGrpSpPr/>
          <p:nvPr/>
        </p:nvGrpSpPr>
        <p:grpSpPr>
          <a:xfrm>
            <a:off x="854368" y="1313920"/>
            <a:ext cx="366269" cy="366240"/>
            <a:chOff x="-65131525" y="1914325"/>
            <a:chExt cx="316650" cy="316625"/>
          </a:xfrm>
        </p:grpSpPr>
        <p:sp>
          <p:nvSpPr>
            <p:cNvPr id="10626" name="Google Shape;10626;p83"/>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3"/>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83"/>
          <p:cNvGrpSpPr/>
          <p:nvPr/>
        </p:nvGrpSpPr>
        <p:grpSpPr>
          <a:xfrm>
            <a:off x="854368" y="1794207"/>
            <a:ext cx="366269" cy="366269"/>
            <a:chOff x="-65131525" y="2281350"/>
            <a:chExt cx="316650" cy="316650"/>
          </a:xfrm>
        </p:grpSpPr>
        <p:sp>
          <p:nvSpPr>
            <p:cNvPr id="10629" name="Google Shape;10629;p83"/>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3"/>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83"/>
          <p:cNvGrpSpPr/>
          <p:nvPr/>
        </p:nvGrpSpPr>
        <p:grpSpPr>
          <a:xfrm>
            <a:off x="857564" y="2259206"/>
            <a:ext cx="359878" cy="367165"/>
            <a:chOff x="-65129950" y="2646800"/>
            <a:chExt cx="311125" cy="317425"/>
          </a:xfrm>
        </p:grpSpPr>
        <p:sp>
          <p:nvSpPr>
            <p:cNvPr id="10632" name="Google Shape;10632;p83"/>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3"/>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83"/>
          <p:cNvGrpSpPr/>
          <p:nvPr/>
        </p:nvGrpSpPr>
        <p:grpSpPr>
          <a:xfrm>
            <a:off x="3060897" y="1312532"/>
            <a:ext cx="368987" cy="369016"/>
            <a:chOff x="-63252250" y="1930850"/>
            <a:chExt cx="319000" cy="319025"/>
          </a:xfrm>
        </p:grpSpPr>
        <p:sp>
          <p:nvSpPr>
            <p:cNvPr id="10635" name="Google Shape;10635;p83"/>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3"/>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7" name="Google Shape;10637;p83"/>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8" name="Google Shape;10638;p83"/>
          <p:cNvGrpSpPr/>
          <p:nvPr/>
        </p:nvGrpSpPr>
        <p:grpSpPr>
          <a:xfrm>
            <a:off x="3061808" y="2258743"/>
            <a:ext cx="367165" cy="368091"/>
            <a:chOff x="-63250675" y="2664125"/>
            <a:chExt cx="317425" cy="318225"/>
          </a:xfrm>
        </p:grpSpPr>
        <p:sp>
          <p:nvSpPr>
            <p:cNvPr id="10639" name="Google Shape;10639;p83"/>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3"/>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1" name="Google Shape;10641;p83"/>
          <p:cNvGrpSpPr/>
          <p:nvPr/>
        </p:nvGrpSpPr>
        <p:grpSpPr>
          <a:xfrm>
            <a:off x="1738471" y="2735150"/>
            <a:ext cx="363522" cy="361266"/>
            <a:chOff x="-61354075" y="1940500"/>
            <a:chExt cx="314275" cy="312325"/>
          </a:xfrm>
        </p:grpSpPr>
        <p:sp>
          <p:nvSpPr>
            <p:cNvPr id="10642" name="Google Shape;10642;p83"/>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3"/>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3"/>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3"/>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83"/>
          <p:cNvGrpSpPr/>
          <p:nvPr/>
        </p:nvGrpSpPr>
        <p:grpSpPr>
          <a:xfrm>
            <a:off x="1737098" y="3183702"/>
            <a:ext cx="366269" cy="336195"/>
            <a:chOff x="-61354875" y="2322300"/>
            <a:chExt cx="316650" cy="290650"/>
          </a:xfrm>
        </p:grpSpPr>
        <p:sp>
          <p:nvSpPr>
            <p:cNvPr id="10647" name="Google Shape;10647;p83"/>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3"/>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3"/>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0" name="Google Shape;10650;p83"/>
          <p:cNvGrpSpPr/>
          <p:nvPr/>
        </p:nvGrpSpPr>
        <p:grpSpPr>
          <a:xfrm>
            <a:off x="1737098" y="3611266"/>
            <a:ext cx="366269" cy="366269"/>
            <a:chOff x="-61354875" y="2671225"/>
            <a:chExt cx="316650" cy="316650"/>
          </a:xfrm>
        </p:grpSpPr>
        <p:sp>
          <p:nvSpPr>
            <p:cNvPr id="10651" name="Google Shape;10651;p83"/>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3"/>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3"/>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3"/>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3"/>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6" name="Google Shape;10656;p83"/>
          <p:cNvGrpSpPr/>
          <p:nvPr/>
        </p:nvGrpSpPr>
        <p:grpSpPr>
          <a:xfrm>
            <a:off x="3952502" y="2731001"/>
            <a:ext cx="368987" cy="369566"/>
            <a:chOff x="-59502375" y="1904375"/>
            <a:chExt cx="319000" cy="319500"/>
          </a:xfrm>
        </p:grpSpPr>
        <p:sp>
          <p:nvSpPr>
            <p:cNvPr id="10657" name="Google Shape;10657;p83"/>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3"/>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3"/>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83"/>
          <p:cNvGrpSpPr/>
          <p:nvPr/>
        </p:nvGrpSpPr>
        <p:grpSpPr>
          <a:xfrm>
            <a:off x="1298621" y="1315207"/>
            <a:ext cx="368987" cy="363666"/>
            <a:chOff x="-64774725" y="1916550"/>
            <a:chExt cx="319000" cy="314400"/>
          </a:xfrm>
        </p:grpSpPr>
        <p:sp>
          <p:nvSpPr>
            <p:cNvPr id="10661" name="Google Shape;10661;p83"/>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3"/>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3" name="Google Shape;10663;p83"/>
          <p:cNvGrpSpPr/>
          <p:nvPr/>
        </p:nvGrpSpPr>
        <p:grpSpPr>
          <a:xfrm>
            <a:off x="1299979" y="1792386"/>
            <a:ext cx="366269" cy="369913"/>
            <a:chOff x="-64764500" y="2280550"/>
            <a:chExt cx="316650" cy="319800"/>
          </a:xfrm>
        </p:grpSpPr>
        <p:sp>
          <p:nvSpPr>
            <p:cNvPr id="10664" name="Google Shape;10664;p83"/>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3"/>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6" name="Google Shape;10666;p83"/>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7" name="Google Shape;10667;p83"/>
          <p:cNvGrpSpPr/>
          <p:nvPr/>
        </p:nvGrpSpPr>
        <p:grpSpPr>
          <a:xfrm>
            <a:off x="3512023" y="1352163"/>
            <a:ext cx="365344" cy="289753"/>
            <a:chOff x="-62882850" y="1999375"/>
            <a:chExt cx="315850" cy="250500"/>
          </a:xfrm>
        </p:grpSpPr>
        <p:sp>
          <p:nvSpPr>
            <p:cNvPr id="10668" name="Google Shape;10668;p83"/>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3"/>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0" name="Google Shape;10670;p83"/>
          <p:cNvGrpSpPr/>
          <p:nvPr/>
        </p:nvGrpSpPr>
        <p:grpSpPr>
          <a:xfrm>
            <a:off x="3503362" y="1793745"/>
            <a:ext cx="382665" cy="367194"/>
            <a:chOff x="-62890750" y="2296300"/>
            <a:chExt cx="330825" cy="317450"/>
          </a:xfrm>
        </p:grpSpPr>
        <p:sp>
          <p:nvSpPr>
            <p:cNvPr id="10671" name="Google Shape;10671;p83"/>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3"/>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3"/>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4" name="Google Shape;10674;p83"/>
          <p:cNvGrpSpPr/>
          <p:nvPr/>
        </p:nvGrpSpPr>
        <p:grpSpPr>
          <a:xfrm>
            <a:off x="3512023" y="2259206"/>
            <a:ext cx="365344" cy="367165"/>
            <a:chOff x="-62882850" y="2664925"/>
            <a:chExt cx="315850" cy="317425"/>
          </a:xfrm>
        </p:grpSpPr>
        <p:sp>
          <p:nvSpPr>
            <p:cNvPr id="10675" name="Google Shape;10675;p83"/>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3"/>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7" name="Google Shape;10677;p83"/>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8" name="Google Shape;10678;p83"/>
          <p:cNvGrpSpPr/>
          <p:nvPr/>
        </p:nvGrpSpPr>
        <p:grpSpPr>
          <a:xfrm>
            <a:off x="2183172" y="3171846"/>
            <a:ext cx="366269" cy="359907"/>
            <a:chOff x="-60988625" y="2310475"/>
            <a:chExt cx="316650" cy="311150"/>
          </a:xfrm>
        </p:grpSpPr>
        <p:sp>
          <p:nvSpPr>
            <p:cNvPr id="10679" name="Google Shape;10679;p83"/>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3"/>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3"/>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3"/>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3"/>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3"/>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83"/>
          <p:cNvGrpSpPr/>
          <p:nvPr/>
        </p:nvGrpSpPr>
        <p:grpSpPr>
          <a:xfrm>
            <a:off x="2183634" y="3610009"/>
            <a:ext cx="365344" cy="368785"/>
            <a:chOff x="-60987050" y="2671400"/>
            <a:chExt cx="315850" cy="318825"/>
          </a:xfrm>
        </p:grpSpPr>
        <p:sp>
          <p:nvSpPr>
            <p:cNvPr id="10686" name="Google Shape;10686;p83"/>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3"/>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8" name="Google Shape;10688;p83"/>
          <p:cNvGrpSpPr/>
          <p:nvPr/>
        </p:nvGrpSpPr>
        <p:grpSpPr>
          <a:xfrm>
            <a:off x="3952500" y="3172771"/>
            <a:ext cx="368987" cy="358056"/>
            <a:chOff x="-59481900" y="2290800"/>
            <a:chExt cx="319000" cy="309550"/>
          </a:xfrm>
        </p:grpSpPr>
        <p:sp>
          <p:nvSpPr>
            <p:cNvPr id="10689" name="Google Shape;10689;p83"/>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3"/>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3"/>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3"/>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3"/>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3"/>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5" name="Google Shape;10695;p83"/>
          <p:cNvGrpSpPr/>
          <p:nvPr/>
        </p:nvGrpSpPr>
        <p:grpSpPr>
          <a:xfrm>
            <a:off x="1741805" y="1313544"/>
            <a:ext cx="368987" cy="366992"/>
            <a:chOff x="-64401400" y="1914475"/>
            <a:chExt cx="319000" cy="317275"/>
          </a:xfrm>
        </p:grpSpPr>
        <p:sp>
          <p:nvSpPr>
            <p:cNvPr id="10696" name="Google Shape;10696;p83"/>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3"/>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3"/>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9" name="Google Shape;10699;p83"/>
          <p:cNvGrpSpPr/>
          <p:nvPr/>
        </p:nvGrpSpPr>
        <p:grpSpPr>
          <a:xfrm>
            <a:off x="1806493" y="1794583"/>
            <a:ext cx="239610" cy="365517"/>
            <a:chOff x="-64343900" y="2282125"/>
            <a:chExt cx="207150" cy="316000"/>
          </a:xfrm>
        </p:grpSpPr>
        <p:sp>
          <p:nvSpPr>
            <p:cNvPr id="10700" name="Google Shape;10700;p83"/>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3"/>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2" name="Google Shape;10702;p83"/>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3" name="Google Shape;10703;p83"/>
          <p:cNvGrpSpPr/>
          <p:nvPr/>
        </p:nvGrpSpPr>
        <p:grpSpPr>
          <a:xfrm>
            <a:off x="3986941" y="1313804"/>
            <a:ext cx="318873" cy="366471"/>
            <a:chOff x="-62496925" y="1931475"/>
            <a:chExt cx="275675" cy="316825"/>
          </a:xfrm>
        </p:grpSpPr>
        <p:sp>
          <p:nvSpPr>
            <p:cNvPr id="10704" name="Google Shape;10704;p83"/>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3"/>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83"/>
          <p:cNvGrpSpPr/>
          <p:nvPr/>
        </p:nvGrpSpPr>
        <p:grpSpPr>
          <a:xfrm>
            <a:off x="3963691" y="1793629"/>
            <a:ext cx="365373" cy="367426"/>
            <a:chOff x="-62516625" y="2297875"/>
            <a:chExt cx="315875" cy="317650"/>
          </a:xfrm>
        </p:grpSpPr>
        <p:sp>
          <p:nvSpPr>
            <p:cNvPr id="10707" name="Google Shape;10707;p83"/>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3"/>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9" name="Google Shape;10709;p83"/>
          <p:cNvGrpSpPr/>
          <p:nvPr/>
        </p:nvGrpSpPr>
        <p:grpSpPr>
          <a:xfrm>
            <a:off x="3962332" y="2275588"/>
            <a:ext cx="368091" cy="334402"/>
            <a:chOff x="-62518200" y="2692475"/>
            <a:chExt cx="318225" cy="289100"/>
          </a:xfrm>
        </p:grpSpPr>
        <p:sp>
          <p:nvSpPr>
            <p:cNvPr id="10710" name="Google Shape;10710;p83"/>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3"/>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2" name="Google Shape;10712;p83"/>
          <p:cNvGrpSpPr/>
          <p:nvPr/>
        </p:nvGrpSpPr>
        <p:grpSpPr>
          <a:xfrm>
            <a:off x="2648986" y="2733112"/>
            <a:ext cx="309793" cy="365344"/>
            <a:chOff x="-60597975" y="1939525"/>
            <a:chExt cx="267825" cy="315850"/>
          </a:xfrm>
        </p:grpSpPr>
        <p:sp>
          <p:nvSpPr>
            <p:cNvPr id="10713" name="Google Shape;10713;p83"/>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3"/>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5" name="Google Shape;10715;p83"/>
          <p:cNvGrpSpPr/>
          <p:nvPr/>
        </p:nvGrpSpPr>
        <p:grpSpPr>
          <a:xfrm>
            <a:off x="2619389" y="3167537"/>
            <a:ext cx="368987" cy="368525"/>
            <a:chOff x="-60620800" y="2304600"/>
            <a:chExt cx="319000" cy="318600"/>
          </a:xfrm>
        </p:grpSpPr>
        <p:sp>
          <p:nvSpPr>
            <p:cNvPr id="10716" name="Google Shape;10716;p83"/>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3"/>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3"/>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9" name="Google Shape;10719;p83"/>
          <p:cNvGrpSpPr/>
          <p:nvPr/>
        </p:nvGrpSpPr>
        <p:grpSpPr>
          <a:xfrm>
            <a:off x="2620748" y="3663188"/>
            <a:ext cx="366269" cy="262426"/>
            <a:chOff x="-60621600" y="2716100"/>
            <a:chExt cx="316650" cy="226875"/>
          </a:xfrm>
        </p:grpSpPr>
        <p:sp>
          <p:nvSpPr>
            <p:cNvPr id="10720" name="Google Shape;10720;p83"/>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3"/>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2" name="Google Shape;10722;p83"/>
          <p:cNvGrpSpPr/>
          <p:nvPr/>
        </p:nvGrpSpPr>
        <p:grpSpPr>
          <a:xfrm>
            <a:off x="3957965" y="3611281"/>
            <a:ext cx="358056" cy="366240"/>
            <a:chOff x="-59475600" y="2658625"/>
            <a:chExt cx="309550" cy="316625"/>
          </a:xfrm>
        </p:grpSpPr>
        <p:sp>
          <p:nvSpPr>
            <p:cNvPr id="10723" name="Google Shape;10723;p83"/>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3"/>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3"/>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3"/>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3"/>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3"/>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3"/>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30" name="Google Shape;10730;p83"/>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3"/>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2" name="Google Shape;10732;p83"/>
          <p:cNvGrpSpPr/>
          <p:nvPr/>
        </p:nvGrpSpPr>
        <p:grpSpPr>
          <a:xfrm>
            <a:off x="2233086" y="2259206"/>
            <a:ext cx="263294" cy="367165"/>
            <a:chOff x="-63987100" y="2646800"/>
            <a:chExt cx="227625" cy="317425"/>
          </a:xfrm>
        </p:grpSpPr>
        <p:sp>
          <p:nvSpPr>
            <p:cNvPr id="10733" name="Google Shape;10733;p83"/>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3"/>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83"/>
          <p:cNvGrpSpPr/>
          <p:nvPr/>
        </p:nvGrpSpPr>
        <p:grpSpPr>
          <a:xfrm>
            <a:off x="852428" y="2730827"/>
            <a:ext cx="358056" cy="369913"/>
            <a:chOff x="-62148000" y="1930075"/>
            <a:chExt cx="309550" cy="319800"/>
          </a:xfrm>
        </p:grpSpPr>
        <p:sp>
          <p:nvSpPr>
            <p:cNvPr id="10736" name="Google Shape;10736;p83"/>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3"/>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8" name="Google Shape;10738;p83"/>
          <p:cNvGrpSpPr/>
          <p:nvPr/>
        </p:nvGrpSpPr>
        <p:grpSpPr>
          <a:xfrm>
            <a:off x="849695" y="3169113"/>
            <a:ext cx="363522" cy="365373"/>
            <a:chOff x="-62150375" y="2297875"/>
            <a:chExt cx="314275" cy="315875"/>
          </a:xfrm>
        </p:grpSpPr>
        <p:sp>
          <p:nvSpPr>
            <p:cNvPr id="10739" name="Google Shape;10739;p83"/>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3"/>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3"/>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3"/>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3"/>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83"/>
          <p:cNvGrpSpPr/>
          <p:nvPr/>
        </p:nvGrpSpPr>
        <p:grpSpPr>
          <a:xfrm>
            <a:off x="848322" y="3610356"/>
            <a:ext cx="366269" cy="368091"/>
            <a:chOff x="-62150375" y="2664925"/>
            <a:chExt cx="316650" cy="318225"/>
          </a:xfrm>
        </p:grpSpPr>
        <p:sp>
          <p:nvSpPr>
            <p:cNvPr id="10745" name="Google Shape;10745;p83"/>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3"/>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3"/>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3"/>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9" name="Google Shape;10749;p83"/>
          <p:cNvGrpSpPr/>
          <p:nvPr/>
        </p:nvGrpSpPr>
        <p:grpSpPr>
          <a:xfrm>
            <a:off x="3065911" y="2731333"/>
            <a:ext cx="367165" cy="368901"/>
            <a:chOff x="-60254550" y="1938025"/>
            <a:chExt cx="317425" cy="318925"/>
          </a:xfrm>
        </p:grpSpPr>
        <p:sp>
          <p:nvSpPr>
            <p:cNvPr id="10750" name="Google Shape;10750;p83"/>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3"/>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3"/>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3"/>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4" name="Google Shape;10754;p83"/>
          <p:cNvGrpSpPr/>
          <p:nvPr/>
        </p:nvGrpSpPr>
        <p:grpSpPr>
          <a:xfrm>
            <a:off x="3040249" y="3168589"/>
            <a:ext cx="366648" cy="366420"/>
            <a:chOff x="6479471" y="2079003"/>
            <a:chExt cx="348923" cy="348706"/>
          </a:xfrm>
        </p:grpSpPr>
        <p:sp>
          <p:nvSpPr>
            <p:cNvPr id="10755" name="Google Shape;10755;p83"/>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6" name="Google Shape;10756;p83"/>
            <p:cNvGrpSpPr/>
            <p:nvPr/>
          </p:nvGrpSpPr>
          <p:grpSpPr>
            <a:xfrm>
              <a:off x="6520582" y="2079003"/>
              <a:ext cx="307811" cy="348706"/>
              <a:chOff x="-60218325" y="2304850"/>
              <a:chExt cx="279625" cy="316775"/>
            </a:xfrm>
          </p:grpSpPr>
          <p:sp>
            <p:nvSpPr>
              <p:cNvPr id="10757" name="Google Shape;10757;p83"/>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3"/>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3"/>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3"/>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3"/>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3"/>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3"/>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64" name="Google Shape;10764;p83"/>
          <p:cNvGrpSpPr/>
          <p:nvPr/>
        </p:nvGrpSpPr>
        <p:grpSpPr>
          <a:xfrm>
            <a:off x="3094149" y="3609907"/>
            <a:ext cx="310690" cy="368987"/>
            <a:chOff x="-60232500" y="2671225"/>
            <a:chExt cx="268600" cy="319000"/>
          </a:xfrm>
        </p:grpSpPr>
        <p:sp>
          <p:nvSpPr>
            <p:cNvPr id="10765" name="Google Shape;10765;p83"/>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3"/>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7" name="Google Shape;10767;p83"/>
          <p:cNvGrpSpPr/>
          <p:nvPr/>
        </p:nvGrpSpPr>
        <p:grpSpPr>
          <a:xfrm>
            <a:off x="2179643" y="4058541"/>
            <a:ext cx="365373" cy="368987"/>
            <a:chOff x="-59100700" y="1911950"/>
            <a:chExt cx="315875" cy="319000"/>
          </a:xfrm>
        </p:grpSpPr>
        <p:sp>
          <p:nvSpPr>
            <p:cNvPr id="10768" name="Google Shape;10768;p83"/>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3"/>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3"/>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3"/>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3"/>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3"/>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3"/>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3"/>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3"/>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3"/>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8" name="Google Shape;10778;p83"/>
          <p:cNvGrpSpPr/>
          <p:nvPr/>
        </p:nvGrpSpPr>
        <p:grpSpPr>
          <a:xfrm>
            <a:off x="2621810" y="1314021"/>
            <a:ext cx="379918" cy="366038"/>
            <a:chOff x="-63665750" y="1914325"/>
            <a:chExt cx="328450" cy="316450"/>
          </a:xfrm>
        </p:grpSpPr>
        <p:sp>
          <p:nvSpPr>
            <p:cNvPr id="10779" name="Google Shape;10779;p83"/>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3"/>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1" name="Google Shape;10781;p83"/>
          <p:cNvGrpSpPr/>
          <p:nvPr/>
        </p:nvGrpSpPr>
        <p:grpSpPr>
          <a:xfrm>
            <a:off x="2626814" y="1793065"/>
            <a:ext cx="369913" cy="368554"/>
            <a:chOff x="-63666550" y="2278975"/>
            <a:chExt cx="319800" cy="318625"/>
          </a:xfrm>
        </p:grpSpPr>
        <p:sp>
          <p:nvSpPr>
            <p:cNvPr id="10782" name="Google Shape;10782;p83"/>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3"/>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4" name="Google Shape;10784;p83"/>
          <p:cNvGrpSpPr/>
          <p:nvPr/>
        </p:nvGrpSpPr>
        <p:grpSpPr>
          <a:xfrm>
            <a:off x="2624081" y="2259090"/>
            <a:ext cx="375378" cy="367397"/>
            <a:chOff x="-63669700" y="2646600"/>
            <a:chExt cx="324525" cy="317625"/>
          </a:xfrm>
        </p:grpSpPr>
        <p:sp>
          <p:nvSpPr>
            <p:cNvPr id="10785" name="Google Shape;10785;p83"/>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3"/>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7" name="Google Shape;10787;p83"/>
          <p:cNvGrpSpPr/>
          <p:nvPr/>
        </p:nvGrpSpPr>
        <p:grpSpPr>
          <a:xfrm>
            <a:off x="1286361" y="2732418"/>
            <a:ext cx="366269" cy="366732"/>
            <a:chOff x="-61784125" y="1931250"/>
            <a:chExt cx="316650" cy="317050"/>
          </a:xfrm>
        </p:grpSpPr>
        <p:sp>
          <p:nvSpPr>
            <p:cNvPr id="10788" name="Google Shape;10788;p83"/>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3"/>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3"/>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3"/>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83"/>
          <p:cNvGrpSpPr/>
          <p:nvPr/>
        </p:nvGrpSpPr>
        <p:grpSpPr>
          <a:xfrm>
            <a:off x="1286360" y="3168665"/>
            <a:ext cx="366269" cy="366269"/>
            <a:chOff x="-61783350" y="2297100"/>
            <a:chExt cx="316650" cy="316650"/>
          </a:xfrm>
        </p:grpSpPr>
        <p:sp>
          <p:nvSpPr>
            <p:cNvPr id="10793" name="Google Shape;10793;p83"/>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3"/>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83"/>
          <p:cNvGrpSpPr/>
          <p:nvPr/>
        </p:nvGrpSpPr>
        <p:grpSpPr>
          <a:xfrm>
            <a:off x="1286360" y="3609748"/>
            <a:ext cx="366269" cy="369305"/>
            <a:chOff x="-61782550" y="2664925"/>
            <a:chExt cx="316650" cy="319275"/>
          </a:xfrm>
        </p:grpSpPr>
        <p:sp>
          <p:nvSpPr>
            <p:cNvPr id="10796" name="Google Shape;10796;p83"/>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3"/>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3"/>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9" name="Google Shape;10799;p83"/>
          <p:cNvGrpSpPr/>
          <p:nvPr/>
        </p:nvGrpSpPr>
        <p:grpSpPr>
          <a:xfrm>
            <a:off x="3508137" y="2741136"/>
            <a:ext cx="367165" cy="349294"/>
            <a:chOff x="-59889100" y="1945025"/>
            <a:chExt cx="317425" cy="301975"/>
          </a:xfrm>
        </p:grpSpPr>
        <p:sp>
          <p:nvSpPr>
            <p:cNvPr id="10800" name="Google Shape;10800;p83"/>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3"/>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3"/>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3"/>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4" name="Google Shape;10804;p83"/>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5" name="Google Shape;10805;p83"/>
          <p:cNvGrpSpPr/>
          <p:nvPr/>
        </p:nvGrpSpPr>
        <p:grpSpPr>
          <a:xfrm>
            <a:off x="3507226" y="3611671"/>
            <a:ext cx="368987" cy="365459"/>
            <a:chOff x="-59889100" y="2671925"/>
            <a:chExt cx="319000" cy="315950"/>
          </a:xfrm>
        </p:grpSpPr>
        <p:sp>
          <p:nvSpPr>
            <p:cNvPr id="10806" name="Google Shape;10806;p83"/>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3"/>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3"/>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3"/>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0" name="Google Shape;10810;p83"/>
          <p:cNvGrpSpPr/>
          <p:nvPr/>
        </p:nvGrpSpPr>
        <p:grpSpPr>
          <a:xfrm>
            <a:off x="2620204" y="4054176"/>
            <a:ext cx="367165" cy="366269"/>
            <a:chOff x="-59092025" y="2296300"/>
            <a:chExt cx="317425" cy="316650"/>
          </a:xfrm>
        </p:grpSpPr>
        <p:sp>
          <p:nvSpPr>
            <p:cNvPr id="10811" name="Google Shape;10811;p83"/>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3"/>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3" name="Google Shape;10813;p83"/>
          <p:cNvGrpSpPr/>
          <p:nvPr/>
        </p:nvGrpSpPr>
        <p:grpSpPr>
          <a:xfrm>
            <a:off x="4865611" y="1305095"/>
            <a:ext cx="353174" cy="347599"/>
            <a:chOff x="683125" y="1955275"/>
            <a:chExt cx="299325" cy="294600"/>
          </a:xfrm>
        </p:grpSpPr>
        <p:sp>
          <p:nvSpPr>
            <p:cNvPr id="10814" name="Google Shape;10814;p83"/>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3"/>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3"/>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3"/>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8" name="Google Shape;10818;p83"/>
          <p:cNvGrpSpPr/>
          <p:nvPr/>
        </p:nvGrpSpPr>
        <p:grpSpPr>
          <a:xfrm>
            <a:off x="4866541" y="1755653"/>
            <a:ext cx="351315" cy="349486"/>
            <a:chOff x="685475" y="2318350"/>
            <a:chExt cx="297750" cy="296200"/>
          </a:xfrm>
        </p:grpSpPr>
        <p:sp>
          <p:nvSpPr>
            <p:cNvPr id="10819" name="Google Shape;10819;p83"/>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3"/>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3"/>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2" name="Google Shape;10822;p83"/>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3" name="Google Shape;10823;p83"/>
          <p:cNvGrpSpPr/>
          <p:nvPr/>
        </p:nvGrpSpPr>
        <p:grpSpPr>
          <a:xfrm>
            <a:off x="7094699" y="1304859"/>
            <a:ext cx="309517" cy="348071"/>
            <a:chOff x="2523000" y="1954875"/>
            <a:chExt cx="262325" cy="295000"/>
          </a:xfrm>
        </p:grpSpPr>
        <p:sp>
          <p:nvSpPr>
            <p:cNvPr id="10824" name="Google Shape;10824;p83"/>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3"/>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6" name="Google Shape;10826;p83"/>
          <p:cNvGrpSpPr/>
          <p:nvPr/>
        </p:nvGrpSpPr>
        <p:grpSpPr>
          <a:xfrm>
            <a:off x="7073800" y="1756125"/>
            <a:ext cx="351315" cy="348542"/>
            <a:chOff x="2508825" y="2318350"/>
            <a:chExt cx="297750" cy="295400"/>
          </a:xfrm>
        </p:grpSpPr>
        <p:sp>
          <p:nvSpPr>
            <p:cNvPr id="10827" name="Google Shape;10827;p83"/>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3"/>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9" name="Google Shape;10829;p83"/>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0" name="Google Shape;10830;p83"/>
          <p:cNvGrpSpPr/>
          <p:nvPr/>
        </p:nvGrpSpPr>
        <p:grpSpPr>
          <a:xfrm>
            <a:off x="5747373" y="2670178"/>
            <a:ext cx="347599" cy="348513"/>
            <a:chOff x="4321150" y="1946600"/>
            <a:chExt cx="294600" cy="295375"/>
          </a:xfrm>
        </p:grpSpPr>
        <p:sp>
          <p:nvSpPr>
            <p:cNvPr id="10831" name="Google Shape;10831;p83"/>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3"/>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3"/>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4" name="Google Shape;10834;p83"/>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3"/>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3"/>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3"/>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8" name="Google Shape;10838;p83"/>
          <p:cNvGrpSpPr/>
          <p:nvPr/>
        </p:nvGrpSpPr>
        <p:grpSpPr>
          <a:xfrm>
            <a:off x="5309921" y="1756125"/>
            <a:ext cx="352230" cy="348542"/>
            <a:chOff x="1049375" y="2318350"/>
            <a:chExt cx="298525" cy="295400"/>
          </a:xfrm>
        </p:grpSpPr>
        <p:sp>
          <p:nvSpPr>
            <p:cNvPr id="10839" name="Google Shape;10839;p83"/>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3"/>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3"/>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3"/>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3" name="Google Shape;10843;p83"/>
          <p:cNvGrpSpPr/>
          <p:nvPr/>
        </p:nvGrpSpPr>
        <p:grpSpPr>
          <a:xfrm>
            <a:off x="5310393" y="2196576"/>
            <a:ext cx="351286" cy="351286"/>
            <a:chOff x="1049375" y="2680675"/>
            <a:chExt cx="297725" cy="297725"/>
          </a:xfrm>
        </p:grpSpPr>
        <p:sp>
          <p:nvSpPr>
            <p:cNvPr id="10844" name="Google Shape;10844;p83"/>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3"/>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83"/>
          <p:cNvGrpSpPr/>
          <p:nvPr/>
        </p:nvGrpSpPr>
        <p:grpSpPr>
          <a:xfrm>
            <a:off x="7523845" y="1304623"/>
            <a:ext cx="348513" cy="348542"/>
            <a:chOff x="2872725" y="1954475"/>
            <a:chExt cx="295375" cy="295400"/>
          </a:xfrm>
        </p:grpSpPr>
        <p:sp>
          <p:nvSpPr>
            <p:cNvPr id="10847" name="Google Shape;10847;p83"/>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3"/>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3"/>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0" name="Google Shape;10850;p83"/>
          <p:cNvGrpSpPr/>
          <p:nvPr/>
        </p:nvGrpSpPr>
        <p:grpSpPr>
          <a:xfrm>
            <a:off x="7545216" y="1755196"/>
            <a:ext cx="305771" cy="350401"/>
            <a:chOff x="2890050" y="2318350"/>
            <a:chExt cx="259150" cy="296975"/>
          </a:xfrm>
        </p:grpSpPr>
        <p:sp>
          <p:nvSpPr>
            <p:cNvPr id="10851" name="Google Shape;10851;p83"/>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3"/>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3" name="Google Shape;10853;p83"/>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4" name="Google Shape;10854;p83"/>
          <p:cNvGrpSpPr/>
          <p:nvPr/>
        </p:nvGrpSpPr>
        <p:grpSpPr>
          <a:xfrm>
            <a:off x="6187732" y="2670650"/>
            <a:ext cx="347569" cy="347569"/>
            <a:chOff x="4685050" y="1945825"/>
            <a:chExt cx="294575" cy="294575"/>
          </a:xfrm>
        </p:grpSpPr>
        <p:sp>
          <p:nvSpPr>
            <p:cNvPr id="10855" name="Google Shape;10855;p83"/>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3"/>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3"/>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3"/>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3"/>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0" name="Google Shape;10860;p83"/>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3"/>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2" name="Google Shape;10862;p83"/>
          <p:cNvGrpSpPr/>
          <p:nvPr/>
        </p:nvGrpSpPr>
        <p:grpSpPr>
          <a:xfrm>
            <a:off x="7958004" y="3159625"/>
            <a:ext cx="348513" cy="347599"/>
            <a:chOff x="6131900" y="2301825"/>
            <a:chExt cx="295375" cy="294600"/>
          </a:xfrm>
        </p:grpSpPr>
        <p:sp>
          <p:nvSpPr>
            <p:cNvPr id="10863" name="Google Shape;10863;p83"/>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3"/>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3"/>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3"/>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7" name="Google Shape;10867;p83"/>
          <p:cNvGrpSpPr/>
          <p:nvPr/>
        </p:nvGrpSpPr>
        <p:grpSpPr>
          <a:xfrm>
            <a:off x="5753997" y="1304166"/>
            <a:ext cx="351315" cy="349457"/>
            <a:chOff x="1412450" y="1954475"/>
            <a:chExt cx="297750" cy="296175"/>
          </a:xfrm>
        </p:grpSpPr>
        <p:sp>
          <p:nvSpPr>
            <p:cNvPr id="10868" name="Google Shape;10868;p83"/>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3"/>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0" name="Google Shape;10870;p83"/>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1" name="Google Shape;10871;p83"/>
          <p:cNvGrpSpPr/>
          <p:nvPr/>
        </p:nvGrpSpPr>
        <p:grpSpPr>
          <a:xfrm>
            <a:off x="5753997" y="2196694"/>
            <a:ext cx="351315" cy="351050"/>
            <a:chOff x="1413250" y="2680675"/>
            <a:chExt cx="297750" cy="297525"/>
          </a:xfrm>
        </p:grpSpPr>
        <p:sp>
          <p:nvSpPr>
            <p:cNvPr id="10872" name="Google Shape;10872;p83"/>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3"/>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3"/>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3"/>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6" name="Google Shape;10876;p83"/>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3"/>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3"/>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9" name="Google Shape;10879;p83"/>
          <p:cNvGrpSpPr/>
          <p:nvPr/>
        </p:nvGrpSpPr>
        <p:grpSpPr>
          <a:xfrm>
            <a:off x="6630407" y="2670311"/>
            <a:ext cx="350371" cy="348247"/>
            <a:chOff x="5045775" y="1946400"/>
            <a:chExt cx="296950" cy="295150"/>
          </a:xfrm>
        </p:grpSpPr>
        <p:sp>
          <p:nvSpPr>
            <p:cNvPr id="10880" name="Google Shape;10880;p83"/>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3"/>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2" name="Google Shape;10882;p83"/>
          <p:cNvGrpSpPr/>
          <p:nvPr/>
        </p:nvGrpSpPr>
        <p:grpSpPr>
          <a:xfrm>
            <a:off x="6629006" y="3179138"/>
            <a:ext cx="353174" cy="308573"/>
            <a:chOff x="5046550" y="2327025"/>
            <a:chExt cx="299325" cy="261525"/>
          </a:xfrm>
        </p:grpSpPr>
        <p:sp>
          <p:nvSpPr>
            <p:cNvPr id="10883" name="Google Shape;10883;p83"/>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3"/>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3"/>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6" name="Google Shape;10886;p83"/>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7" name="Google Shape;10887;p83"/>
          <p:cNvGrpSpPr/>
          <p:nvPr/>
        </p:nvGrpSpPr>
        <p:grpSpPr>
          <a:xfrm>
            <a:off x="7956604" y="3608476"/>
            <a:ext cx="351315" cy="348513"/>
            <a:chOff x="6167350" y="2672800"/>
            <a:chExt cx="297750" cy="295375"/>
          </a:xfrm>
        </p:grpSpPr>
        <p:sp>
          <p:nvSpPr>
            <p:cNvPr id="10888" name="Google Shape;10888;p83"/>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3"/>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3"/>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3"/>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3"/>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3" name="Google Shape;10893;p83"/>
          <p:cNvGrpSpPr/>
          <p:nvPr/>
        </p:nvGrpSpPr>
        <p:grpSpPr>
          <a:xfrm>
            <a:off x="6197601" y="1303709"/>
            <a:ext cx="347599" cy="350371"/>
            <a:chOff x="1777925" y="1953700"/>
            <a:chExt cx="294600" cy="296950"/>
          </a:xfrm>
        </p:grpSpPr>
        <p:sp>
          <p:nvSpPr>
            <p:cNvPr id="10894" name="Google Shape;10894;p83"/>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3"/>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3"/>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3"/>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8" name="Google Shape;10898;p83"/>
          <p:cNvGrpSpPr/>
          <p:nvPr/>
        </p:nvGrpSpPr>
        <p:grpSpPr>
          <a:xfrm>
            <a:off x="6213411" y="1756597"/>
            <a:ext cx="315977" cy="347599"/>
            <a:chOff x="1790525" y="2319150"/>
            <a:chExt cx="267800" cy="294600"/>
          </a:xfrm>
        </p:grpSpPr>
        <p:sp>
          <p:nvSpPr>
            <p:cNvPr id="10899" name="Google Shape;10899;p83"/>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3"/>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1" name="Google Shape;10901;p83"/>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2" name="Google Shape;10902;p83"/>
          <p:cNvGrpSpPr/>
          <p:nvPr/>
        </p:nvGrpSpPr>
        <p:grpSpPr>
          <a:xfrm>
            <a:off x="4866386" y="2670163"/>
            <a:ext cx="349457" cy="348542"/>
            <a:chOff x="3599700" y="1954475"/>
            <a:chExt cx="296175" cy="295400"/>
          </a:xfrm>
        </p:grpSpPr>
        <p:sp>
          <p:nvSpPr>
            <p:cNvPr id="10903" name="Google Shape;10903;p83"/>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3"/>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3"/>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6" name="Google Shape;10906;p83"/>
          <p:cNvGrpSpPr/>
          <p:nvPr/>
        </p:nvGrpSpPr>
        <p:grpSpPr>
          <a:xfrm>
            <a:off x="4867316" y="3159626"/>
            <a:ext cx="347599" cy="347599"/>
            <a:chOff x="3601275" y="2319150"/>
            <a:chExt cx="294600" cy="294600"/>
          </a:xfrm>
        </p:grpSpPr>
        <p:sp>
          <p:nvSpPr>
            <p:cNvPr id="10907" name="Google Shape;10907;p83"/>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3"/>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9" name="Google Shape;10909;p83"/>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0" name="Google Shape;10910;p83"/>
          <p:cNvGrpSpPr/>
          <p:nvPr/>
        </p:nvGrpSpPr>
        <p:grpSpPr>
          <a:xfrm>
            <a:off x="7087019" y="2669721"/>
            <a:ext cx="328071" cy="349427"/>
            <a:chOff x="5421475" y="1945825"/>
            <a:chExt cx="278050" cy="296150"/>
          </a:xfrm>
        </p:grpSpPr>
        <p:sp>
          <p:nvSpPr>
            <p:cNvPr id="10911" name="Google Shape;10911;p83"/>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3"/>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3"/>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3"/>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3"/>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3"/>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3"/>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3"/>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9" name="Google Shape;10919;p83"/>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0" name="Google Shape;10920;p83"/>
          <p:cNvGrpSpPr/>
          <p:nvPr/>
        </p:nvGrpSpPr>
        <p:grpSpPr>
          <a:xfrm>
            <a:off x="7075869" y="3670273"/>
            <a:ext cx="350371" cy="224918"/>
            <a:chOff x="5411225" y="2726350"/>
            <a:chExt cx="296950" cy="190625"/>
          </a:xfrm>
        </p:grpSpPr>
        <p:sp>
          <p:nvSpPr>
            <p:cNvPr id="10921" name="Google Shape;10921;p83"/>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3"/>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3" name="Google Shape;10923;p83"/>
          <p:cNvGrpSpPr/>
          <p:nvPr/>
        </p:nvGrpSpPr>
        <p:grpSpPr>
          <a:xfrm>
            <a:off x="6185904" y="4059546"/>
            <a:ext cx="351286" cy="326390"/>
            <a:chOff x="6524150" y="1938725"/>
            <a:chExt cx="297725" cy="276625"/>
          </a:xfrm>
        </p:grpSpPr>
        <p:sp>
          <p:nvSpPr>
            <p:cNvPr id="10924" name="Google Shape;10924;p83"/>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3"/>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3"/>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3"/>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8" name="Google Shape;10928;p83"/>
          <p:cNvGrpSpPr/>
          <p:nvPr/>
        </p:nvGrpSpPr>
        <p:grpSpPr>
          <a:xfrm>
            <a:off x="6637536" y="1304166"/>
            <a:ext cx="350401" cy="349457"/>
            <a:chOff x="2141000" y="1954475"/>
            <a:chExt cx="296975" cy="296175"/>
          </a:xfrm>
        </p:grpSpPr>
        <p:sp>
          <p:nvSpPr>
            <p:cNvPr id="10929" name="Google Shape;10929;p83"/>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3"/>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3"/>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3"/>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3" name="Google Shape;10933;p83"/>
          <p:cNvGrpSpPr/>
          <p:nvPr/>
        </p:nvGrpSpPr>
        <p:grpSpPr>
          <a:xfrm>
            <a:off x="6631047" y="1756007"/>
            <a:ext cx="363380" cy="348778"/>
            <a:chOff x="2140225" y="2318650"/>
            <a:chExt cx="307975" cy="295600"/>
          </a:xfrm>
        </p:grpSpPr>
        <p:sp>
          <p:nvSpPr>
            <p:cNvPr id="10934" name="Google Shape;10934;p83"/>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3"/>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6" name="Google Shape;10936;p83"/>
          <p:cNvGrpSpPr/>
          <p:nvPr/>
        </p:nvGrpSpPr>
        <p:grpSpPr>
          <a:xfrm>
            <a:off x="6636607" y="2197505"/>
            <a:ext cx="352259" cy="349427"/>
            <a:chOff x="2139425" y="2682250"/>
            <a:chExt cx="298550" cy="296150"/>
          </a:xfrm>
        </p:grpSpPr>
        <p:sp>
          <p:nvSpPr>
            <p:cNvPr id="10937" name="Google Shape;10937;p83"/>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3"/>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3"/>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3"/>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1" name="Google Shape;10941;p83"/>
          <p:cNvGrpSpPr/>
          <p:nvPr/>
        </p:nvGrpSpPr>
        <p:grpSpPr>
          <a:xfrm>
            <a:off x="5301219" y="2711991"/>
            <a:ext cx="350401" cy="264888"/>
            <a:chOff x="3962775" y="1990700"/>
            <a:chExt cx="296975" cy="224500"/>
          </a:xfrm>
        </p:grpSpPr>
        <p:sp>
          <p:nvSpPr>
            <p:cNvPr id="10942" name="Google Shape;10942;p83"/>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3"/>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3"/>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3"/>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6" name="Google Shape;10946;p83"/>
          <p:cNvGrpSpPr/>
          <p:nvPr/>
        </p:nvGrpSpPr>
        <p:grpSpPr>
          <a:xfrm>
            <a:off x="5301691" y="3158697"/>
            <a:ext cx="349457" cy="349457"/>
            <a:chOff x="3963575" y="2317575"/>
            <a:chExt cx="296175" cy="296175"/>
          </a:xfrm>
        </p:grpSpPr>
        <p:sp>
          <p:nvSpPr>
            <p:cNvPr id="10947" name="Google Shape;10947;p83"/>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3"/>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3"/>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3"/>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3"/>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3"/>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3"/>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3"/>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3"/>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3"/>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3"/>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3"/>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3"/>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3"/>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3"/>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3"/>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3" name="Google Shape;10963;p83"/>
          <p:cNvGrpSpPr/>
          <p:nvPr/>
        </p:nvGrpSpPr>
        <p:grpSpPr>
          <a:xfrm>
            <a:off x="5301691" y="3608476"/>
            <a:ext cx="349457" cy="348513"/>
            <a:chOff x="3962775" y="2683025"/>
            <a:chExt cx="296175" cy="295375"/>
          </a:xfrm>
        </p:grpSpPr>
        <p:sp>
          <p:nvSpPr>
            <p:cNvPr id="10964" name="Google Shape;10964;p83"/>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3"/>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3"/>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7" name="Google Shape;10967;p83"/>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8" name="Google Shape;10968;p83"/>
          <p:cNvGrpSpPr/>
          <p:nvPr/>
        </p:nvGrpSpPr>
        <p:grpSpPr>
          <a:xfrm>
            <a:off x="7516228" y="3159168"/>
            <a:ext cx="348513" cy="348513"/>
            <a:chOff x="5775900" y="2308125"/>
            <a:chExt cx="295375" cy="295375"/>
          </a:xfrm>
        </p:grpSpPr>
        <p:sp>
          <p:nvSpPr>
            <p:cNvPr id="10969" name="Google Shape;10969;p83"/>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3"/>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3"/>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3"/>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3"/>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4" name="Google Shape;10974;p83"/>
          <p:cNvGrpSpPr/>
          <p:nvPr/>
        </p:nvGrpSpPr>
        <p:grpSpPr>
          <a:xfrm>
            <a:off x="7537142" y="3608004"/>
            <a:ext cx="306686" cy="349457"/>
            <a:chOff x="5794025" y="2673575"/>
            <a:chExt cx="259925" cy="296175"/>
          </a:xfrm>
        </p:grpSpPr>
        <p:sp>
          <p:nvSpPr>
            <p:cNvPr id="10975" name="Google Shape;10975;p83"/>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3"/>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7" name="Google Shape;10977;p83"/>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81" name="Shape 10981"/>
        <p:cNvGrpSpPr/>
        <p:nvPr/>
      </p:nvGrpSpPr>
      <p:grpSpPr>
        <a:xfrm>
          <a:off x="0" y="0"/>
          <a:ext cx="0" cy="0"/>
          <a:chOff x="0" y="0"/>
          <a:chExt cx="0" cy="0"/>
        </a:xfrm>
      </p:grpSpPr>
      <p:sp>
        <p:nvSpPr>
          <p:cNvPr id="10982" name="Google Shape;10982;p84"/>
          <p:cNvSpPr txBox="1"/>
          <p:nvPr>
            <p:ph idx="4294967295" type="title"/>
          </p:nvPr>
        </p:nvSpPr>
        <p:spPr>
          <a:xfrm>
            <a:off x="849675"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983" name="Google Shape;10983;p84"/>
          <p:cNvSpPr txBox="1"/>
          <p:nvPr>
            <p:ph idx="4294967295" type="title"/>
          </p:nvPr>
        </p:nvSpPr>
        <p:spPr>
          <a:xfrm>
            <a:off x="4858400"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984" name="Google Shape;10984;p84"/>
          <p:cNvGrpSpPr/>
          <p:nvPr/>
        </p:nvGrpSpPr>
        <p:grpSpPr>
          <a:xfrm>
            <a:off x="882957" y="1306638"/>
            <a:ext cx="292442" cy="355741"/>
            <a:chOff x="-35830350" y="1912725"/>
            <a:chExt cx="241050" cy="293225"/>
          </a:xfrm>
        </p:grpSpPr>
        <p:sp>
          <p:nvSpPr>
            <p:cNvPr id="10985" name="Google Shape;10985;p84"/>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4"/>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7" name="Google Shape;10987;p84"/>
          <p:cNvGrpSpPr/>
          <p:nvPr/>
        </p:nvGrpSpPr>
        <p:grpSpPr>
          <a:xfrm>
            <a:off x="851444" y="1766235"/>
            <a:ext cx="355468" cy="353587"/>
            <a:chOff x="-35854750" y="2272675"/>
            <a:chExt cx="293000" cy="291450"/>
          </a:xfrm>
        </p:grpSpPr>
        <p:sp>
          <p:nvSpPr>
            <p:cNvPr id="10988" name="Google Shape;10988;p84"/>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4"/>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4"/>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1" name="Google Shape;10991;p84"/>
          <p:cNvGrpSpPr/>
          <p:nvPr/>
        </p:nvGrpSpPr>
        <p:grpSpPr>
          <a:xfrm>
            <a:off x="850958" y="2220821"/>
            <a:ext cx="356438" cy="354558"/>
            <a:chOff x="-35853975" y="2631825"/>
            <a:chExt cx="293800" cy="292250"/>
          </a:xfrm>
        </p:grpSpPr>
        <p:sp>
          <p:nvSpPr>
            <p:cNvPr id="10992" name="Google Shape;10992;p84"/>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4"/>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4"/>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4"/>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4"/>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7" name="Google Shape;10997;p84"/>
          <p:cNvGrpSpPr/>
          <p:nvPr/>
        </p:nvGrpSpPr>
        <p:grpSpPr>
          <a:xfrm>
            <a:off x="3089562" y="1307714"/>
            <a:ext cx="353587" cy="353587"/>
            <a:chOff x="-34032200" y="1916675"/>
            <a:chExt cx="291450" cy="291450"/>
          </a:xfrm>
        </p:grpSpPr>
        <p:sp>
          <p:nvSpPr>
            <p:cNvPr id="10998" name="Google Shape;10998;p84"/>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4"/>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4"/>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4"/>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2" name="Google Shape;11002;p84"/>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3" name="Google Shape;11003;p84"/>
          <p:cNvGrpSpPr/>
          <p:nvPr/>
        </p:nvGrpSpPr>
        <p:grpSpPr>
          <a:xfrm>
            <a:off x="3089092" y="2220821"/>
            <a:ext cx="354527" cy="354558"/>
            <a:chOff x="-34032200" y="2634975"/>
            <a:chExt cx="292225" cy="292250"/>
          </a:xfrm>
        </p:grpSpPr>
        <p:sp>
          <p:nvSpPr>
            <p:cNvPr id="11004" name="Google Shape;11004;p84"/>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4"/>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4"/>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7" name="Google Shape;11007;p84"/>
          <p:cNvGrpSpPr/>
          <p:nvPr/>
        </p:nvGrpSpPr>
        <p:grpSpPr>
          <a:xfrm>
            <a:off x="1739487" y="2687069"/>
            <a:ext cx="358379" cy="354527"/>
            <a:chOff x="-32245875" y="1938725"/>
            <a:chExt cx="295400" cy="292225"/>
          </a:xfrm>
        </p:grpSpPr>
        <p:sp>
          <p:nvSpPr>
            <p:cNvPr id="11008" name="Google Shape;11008;p84"/>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4"/>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4"/>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1" name="Google Shape;11011;p84"/>
          <p:cNvGrpSpPr/>
          <p:nvPr/>
        </p:nvGrpSpPr>
        <p:grpSpPr>
          <a:xfrm>
            <a:off x="1736150" y="3156468"/>
            <a:ext cx="365052" cy="352162"/>
            <a:chOff x="-32243500" y="2299850"/>
            <a:chExt cx="300900" cy="290275"/>
          </a:xfrm>
        </p:grpSpPr>
        <p:sp>
          <p:nvSpPr>
            <p:cNvPr id="11012" name="Google Shape;11012;p84"/>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4"/>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4" name="Google Shape;11014;p84"/>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5" name="Google Shape;11015;p84"/>
          <p:cNvGrpSpPr/>
          <p:nvPr/>
        </p:nvGrpSpPr>
        <p:grpSpPr>
          <a:xfrm>
            <a:off x="1299432" y="1306759"/>
            <a:ext cx="354527" cy="355498"/>
            <a:chOff x="-35495600" y="1912725"/>
            <a:chExt cx="292225" cy="293025"/>
          </a:xfrm>
        </p:grpSpPr>
        <p:sp>
          <p:nvSpPr>
            <p:cNvPr id="11016" name="Google Shape;11016;p84"/>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4"/>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4"/>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9" name="Google Shape;11019;p84"/>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0" name="Google Shape;11020;p84"/>
          <p:cNvGrpSpPr/>
          <p:nvPr/>
        </p:nvGrpSpPr>
        <p:grpSpPr>
          <a:xfrm>
            <a:off x="1299432" y="2221307"/>
            <a:ext cx="354527" cy="353587"/>
            <a:chOff x="-35495600" y="2631825"/>
            <a:chExt cx="292225" cy="291450"/>
          </a:xfrm>
        </p:grpSpPr>
        <p:sp>
          <p:nvSpPr>
            <p:cNvPr id="11021" name="Google Shape;11021;p84"/>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4"/>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4"/>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4"/>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5" name="Google Shape;11025;p84"/>
          <p:cNvGrpSpPr/>
          <p:nvPr/>
        </p:nvGrpSpPr>
        <p:grpSpPr>
          <a:xfrm>
            <a:off x="3537081" y="1307714"/>
            <a:ext cx="353587" cy="353587"/>
            <a:chOff x="-33673825" y="1916675"/>
            <a:chExt cx="291450" cy="291450"/>
          </a:xfrm>
        </p:grpSpPr>
        <p:sp>
          <p:nvSpPr>
            <p:cNvPr id="11026" name="Google Shape;11026;p84"/>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4"/>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4"/>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4"/>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0" name="Google Shape;11030;p84"/>
          <p:cNvGrpSpPr/>
          <p:nvPr/>
        </p:nvGrpSpPr>
        <p:grpSpPr>
          <a:xfrm>
            <a:off x="3534700" y="1765295"/>
            <a:ext cx="358349" cy="355468"/>
            <a:chOff x="-33676975" y="2275050"/>
            <a:chExt cx="295375" cy="293000"/>
          </a:xfrm>
        </p:grpSpPr>
        <p:sp>
          <p:nvSpPr>
            <p:cNvPr id="11031" name="Google Shape;11031;p84"/>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4"/>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4"/>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84"/>
          <p:cNvGrpSpPr/>
          <p:nvPr/>
        </p:nvGrpSpPr>
        <p:grpSpPr>
          <a:xfrm>
            <a:off x="3537081" y="2220594"/>
            <a:ext cx="353587" cy="355013"/>
            <a:chOff x="-33673825" y="2634975"/>
            <a:chExt cx="291450" cy="292625"/>
          </a:xfrm>
        </p:grpSpPr>
        <p:sp>
          <p:nvSpPr>
            <p:cNvPr id="11035" name="Google Shape;11035;p84"/>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4"/>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7" name="Google Shape;11037;p84"/>
          <p:cNvGrpSpPr/>
          <p:nvPr/>
        </p:nvGrpSpPr>
        <p:grpSpPr>
          <a:xfrm>
            <a:off x="2205089" y="2687509"/>
            <a:ext cx="329687" cy="353648"/>
            <a:chOff x="-31874100" y="1939525"/>
            <a:chExt cx="271750" cy="291500"/>
          </a:xfrm>
        </p:grpSpPr>
        <p:sp>
          <p:nvSpPr>
            <p:cNvPr id="11038" name="Google Shape;11038;p84"/>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4"/>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0" name="Google Shape;11040;p84"/>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1" name="Google Shape;11041;p84"/>
          <p:cNvGrpSpPr/>
          <p:nvPr/>
        </p:nvGrpSpPr>
        <p:grpSpPr>
          <a:xfrm>
            <a:off x="2186451" y="3616531"/>
            <a:ext cx="366963" cy="352768"/>
            <a:chOff x="-31889075" y="2658950"/>
            <a:chExt cx="302475" cy="290775"/>
          </a:xfrm>
        </p:grpSpPr>
        <p:sp>
          <p:nvSpPr>
            <p:cNvPr id="11042" name="Google Shape;11042;p84"/>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4"/>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4" name="Google Shape;11044;p84"/>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5" name="Google Shape;11045;p84"/>
          <p:cNvGrpSpPr/>
          <p:nvPr/>
        </p:nvGrpSpPr>
        <p:grpSpPr>
          <a:xfrm>
            <a:off x="1747421" y="1306759"/>
            <a:ext cx="354527" cy="355498"/>
            <a:chOff x="-35136450" y="1912725"/>
            <a:chExt cx="292225" cy="293025"/>
          </a:xfrm>
        </p:grpSpPr>
        <p:sp>
          <p:nvSpPr>
            <p:cNvPr id="11046" name="Google Shape;11046;p84"/>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4"/>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4"/>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9" name="Google Shape;11049;p84"/>
          <p:cNvGrpSpPr/>
          <p:nvPr/>
        </p:nvGrpSpPr>
        <p:grpSpPr>
          <a:xfrm>
            <a:off x="1747891" y="1765978"/>
            <a:ext cx="353587" cy="354103"/>
            <a:chOff x="-35134875" y="2272675"/>
            <a:chExt cx="291450" cy="291875"/>
          </a:xfrm>
        </p:grpSpPr>
        <p:sp>
          <p:nvSpPr>
            <p:cNvPr id="11050" name="Google Shape;11050;p84"/>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4"/>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4"/>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4"/>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4" name="Google Shape;11054;p84"/>
          <p:cNvGrpSpPr/>
          <p:nvPr/>
        </p:nvGrpSpPr>
        <p:grpSpPr>
          <a:xfrm>
            <a:off x="1789458" y="2221307"/>
            <a:ext cx="270453" cy="353587"/>
            <a:chOff x="-35101800" y="2631050"/>
            <a:chExt cx="222925" cy="291450"/>
          </a:xfrm>
        </p:grpSpPr>
        <p:sp>
          <p:nvSpPr>
            <p:cNvPr id="11055" name="Google Shape;11055;p84"/>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4"/>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4"/>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4"/>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9" name="Google Shape;11059;p84"/>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0" name="Google Shape;11060;p84"/>
          <p:cNvGrpSpPr/>
          <p:nvPr/>
        </p:nvGrpSpPr>
        <p:grpSpPr>
          <a:xfrm>
            <a:off x="3977510" y="1765295"/>
            <a:ext cx="353587" cy="355468"/>
            <a:chOff x="-33314675" y="2275050"/>
            <a:chExt cx="291450" cy="293000"/>
          </a:xfrm>
        </p:grpSpPr>
        <p:sp>
          <p:nvSpPr>
            <p:cNvPr id="11061" name="Google Shape;11061;p84"/>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4"/>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4"/>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4" name="Google Shape;11064;p84"/>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5" name="Google Shape;11065;p84"/>
          <p:cNvGrpSpPr/>
          <p:nvPr/>
        </p:nvGrpSpPr>
        <p:grpSpPr>
          <a:xfrm>
            <a:off x="2639701" y="2687555"/>
            <a:ext cx="353587" cy="353557"/>
            <a:chOff x="-31523625" y="1939525"/>
            <a:chExt cx="291450" cy="291425"/>
          </a:xfrm>
        </p:grpSpPr>
        <p:sp>
          <p:nvSpPr>
            <p:cNvPr id="11066" name="Google Shape;11066;p84"/>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4"/>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4"/>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4"/>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4"/>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4"/>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4"/>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4"/>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4"/>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4"/>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4"/>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84"/>
          <p:cNvGrpSpPr/>
          <p:nvPr/>
        </p:nvGrpSpPr>
        <p:grpSpPr>
          <a:xfrm>
            <a:off x="2638746" y="3155755"/>
            <a:ext cx="355498" cy="353587"/>
            <a:chOff x="-31523625" y="2298675"/>
            <a:chExt cx="293025" cy="291450"/>
          </a:xfrm>
        </p:grpSpPr>
        <p:sp>
          <p:nvSpPr>
            <p:cNvPr id="11078" name="Google Shape;11078;p84"/>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4"/>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4"/>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1" name="Google Shape;11081;p84"/>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4"/>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3" name="Google Shape;11083;p84"/>
          <p:cNvGrpSpPr/>
          <p:nvPr/>
        </p:nvGrpSpPr>
        <p:grpSpPr>
          <a:xfrm>
            <a:off x="2205934" y="1307729"/>
            <a:ext cx="331598" cy="353557"/>
            <a:chOff x="-34767825" y="1914325"/>
            <a:chExt cx="273325" cy="291425"/>
          </a:xfrm>
        </p:grpSpPr>
        <p:sp>
          <p:nvSpPr>
            <p:cNvPr id="11084" name="Google Shape;11084;p84"/>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4"/>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4"/>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7" name="Google Shape;11087;p84"/>
          <p:cNvGrpSpPr/>
          <p:nvPr/>
        </p:nvGrpSpPr>
        <p:grpSpPr>
          <a:xfrm>
            <a:off x="2193513" y="1765280"/>
            <a:ext cx="356438" cy="355498"/>
            <a:chOff x="-34778075" y="2272675"/>
            <a:chExt cx="293800" cy="293025"/>
          </a:xfrm>
        </p:grpSpPr>
        <p:sp>
          <p:nvSpPr>
            <p:cNvPr id="11088" name="Google Shape;11088;p84"/>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4"/>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4"/>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1" name="Google Shape;11091;p84"/>
          <p:cNvGrpSpPr/>
          <p:nvPr/>
        </p:nvGrpSpPr>
        <p:grpSpPr>
          <a:xfrm>
            <a:off x="2194939" y="2221307"/>
            <a:ext cx="353587" cy="353587"/>
            <a:chOff x="-34776500" y="2631825"/>
            <a:chExt cx="291450" cy="291450"/>
          </a:xfrm>
        </p:grpSpPr>
        <p:sp>
          <p:nvSpPr>
            <p:cNvPr id="11092" name="Google Shape;11092;p84"/>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4"/>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4"/>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5" name="Google Shape;11095;p84"/>
          <p:cNvGrpSpPr/>
          <p:nvPr/>
        </p:nvGrpSpPr>
        <p:grpSpPr>
          <a:xfrm>
            <a:off x="853628" y="2685160"/>
            <a:ext cx="354527" cy="358349"/>
            <a:chOff x="-32956300" y="1915900"/>
            <a:chExt cx="292225" cy="295375"/>
          </a:xfrm>
        </p:grpSpPr>
        <p:sp>
          <p:nvSpPr>
            <p:cNvPr id="11096" name="Google Shape;11096;p84"/>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4"/>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8" name="Google Shape;11098;p84"/>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4"/>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0" name="Google Shape;11100;p84"/>
          <p:cNvGrpSpPr/>
          <p:nvPr/>
        </p:nvGrpSpPr>
        <p:grpSpPr>
          <a:xfrm>
            <a:off x="3081101" y="2687555"/>
            <a:ext cx="356438" cy="353557"/>
            <a:chOff x="-31166825" y="1939525"/>
            <a:chExt cx="293800" cy="291425"/>
          </a:xfrm>
        </p:grpSpPr>
        <p:sp>
          <p:nvSpPr>
            <p:cNvPr id="11101" name="Google Shape;11101;p84"/>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4"/>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4"/>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4"/>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4"/>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4"/>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4"/>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4"/>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4"/>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4"/>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4"/>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2" name="Google Shape;11112;p84"/>
          <p:cNvGrpSpPr/>
          <p:nvPr/>
        </p:nvGrpSpPr>
        <p:grpSpPr>
          <a:xfrm>
            <a:off x="3082057" y="3155482"/>
            <a:ext cx="354527" cy="354133"/>
            <a:chOff x="-31165250" y="2298675"/>
            <a:chExt cx="292225" cy="291900"/>
          </a:xfrm>
        </p:grpSpPr>
        <p:sp>
          <p:nvSpPr>
            <p:cNvPr id="11113" name="Google Shape;11113;p84"/>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4"/>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4"/>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84"/>
          <p:cNvGrpSpPr/>
          <p:nvPr/>
        </p:nvGrpSpPr>
        <p:grpSpPr>
          <a:xfrm>
            <a:off x="3082542" y="3616136"/>
            <a:ext cx="353557" cy="353557"/>
            <a:chOff x="-31164450" y="2657050"/>
            <a:chExt cx="291425" cy="291425"/>
          </a:xfrm>
        </p:grpSpPr>
        <p:sp>
          <p:nvSpPr>
            <p:cNvPr id="11117" name="Google Shape;11117;p84"/>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4"/>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4"/>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4"/>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1" name="Google Shape;11121;p84"/>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2" name="Google Shape;11122;p84"/>
          <p:cNvGrpSpPr/>
          <p:nvPr/>
        </p:nvGrpSpPr>
        <p:grpSpPr>
          <a:xfrm>
            <a:off x="2632987" y="1307366"/>
            <a:ext cx="358349" cy="354285"/>
            <a:chOff x="-34421275" y="1912725"/>
            <a:chExt cx="295375" cy="292025"/>
          </a:xfrm>
        </p:grpSpPr>
        <p:sp>
          <p:nvSpPr>
            <p:cNvPr id="11123" name="Google Shape;11123;p84"/>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4"/>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5" name="Google Shape;11125;p84"/>
          <p:cNvGrpSpPr/>
          <p:nvPr/>
        </p:nvGrpSpPr>
        <p:grpSpPr>
          <a:xfrm>
            <a:off x="2632032" y="1765280"/>
            <a:ext cx="360260" cy="355498"/>
            <a:chOff x="-34418125" y="2271100"/>
            <a:chExt cx="296950" cy="293025"/>
          </a:xfrm>
        </p:grpSpPr>
        <p:sp>
          <p:nvSpPr>
            <p:cNvPr id="11126" name="Google Shape;11126;p84"/>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4"/>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4"/>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4"/>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4"/>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84"/>
          <p:cNvGrpSpPr/>
          <p:nvPr/>
        </p:nvGrpSpPr>
        <p:grpSpPr>
          <a:xfrm>
            <a:off x="2632987" y="2221307"/>
            <a:ext cx="358349" cy="353587"/>
            <a:chOff x="-34421275" y="2631050"/>
            <a:chExt cx="295375" cy="291450"/>
          </a:xfrm>
        </p:grpSpPr>
        <p:sp>
          <p:nvSpPr>
            <p:cNvPr id="11132" name="Google Shape;11132;p84"/>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4"/>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4"/>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4"/>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6" name="Google Shape;11136;p84"/>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4"/>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4"/>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9" name="Google Shape;11139;p84"/>
          <p:cNvGrpSpPr/>
          <p:nvPr/>
        </p:nvGrpSpPr>
        <p:grpSpPr>
          <a:xfrm>
            <a:off x="3537620" y="2688025"/>
            <a:ext cx="353587" cy="352617"/>
            <a:chOff x="-30805300" y="1938725"/>
            <a:chExt cx="291450" cy="290650"/>
          </a:xfrm>
        </p:grpSpPr>
        <p:sp>
          <p:nvSpPr>
            <p:cNvPr id="11140" name="Google Shape;11140;p84"/>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4"/>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2" name="Google Shape;11142;p84"/>
          <p:cNvGrpSpPr/>
          <p:nvPr/>
        </p:nvGrpSpPr>
        <p:grpSpPr>
          <a:xfrm>
            <a:off x="3538105" y="3155952"/>
            <a:ext cx="352617" cy="353193"/>
            <a:chOff x="-30805300" y="2298675"/>
            <a:chExt cx="290650" cy="291125"/>
          </a:xfrm>
        </p:grpSpPr>
        <p:sp>
          <p:nvSpPr>
            <p:cNvPr id="11143" name="Google Shape;11143;p84"/>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4"/>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4"/>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4"/>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7" name="Google Shape;11147;p84"/>
          <p:cNvGrpSpPr/>
          <p:nvPr/>
        </p:nvGrpSpPr>
        <p:grpSpPr>
          <a:xfrm>
            <a:off x="3537635" y="3616136"/>
            <a:ext cx="353557" cy="353557"/>
            <a:chOff x="-30806075" y="2657050"/>
            <a:chExt cx="291425" cy="291425"/>
          </a:xfrm>
        </p:grpSpPr>
        <p:sp>
          <p:nvSpPr>
            <p:cNvPr id="11148" name="Google Shape;11148;p84"/>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4"/>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4"/>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1" name="Google Shape;11151;p84"/>
          <p:cNvGrpSpPr/>
          <p:nvPr/>
        </p:nvGrpSpPr>
        <p:grpSpPr>
          <a:xfrm>
            <a:off x="2639681" y="4073943"/>
            <a:ext cx="353557" cy="353557"/>
            <a:chOff x="-30064925" y="2332550"/>
            <a:chExt cx="291425" cy="291425"/>
          </a:xfrm>
        </p:grpSpPr>
        <p:sp>
          <p:nvSpPr>
            <p:cNvPr id="11152" name="Google Shape;11152;p84"/>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4"/>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4"/>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5" name="Google Shape;11155;p84"/>
          <p:cNvGrpSpPr/>
          <p:nvPr/>
        </p:nvGrpSpPr>
        <p:grpSpPr>
          <a:xfrm>
            <a:off x="3983068" y="2683443"/>
            <a:ext cx="348855" cy="347879"/>
            <a:chOff x="2821450" y="2957850"/>
            <a:chExt cx="259275" cy="258550"/>
          </a:xfrm>
        </p:grpSpPr>
        <p:sp>
          <p:nvSpPr>
            <p:cNvPr id="11156" name="Google Shape;11156;p84"/>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4"/>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4"/>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1159" name="Google Shape;11159;p84"/>
          <p:cNvGrpSpPr/>
          <p:nvPr/>
        </p:nvGrpSpPr>
        <p:grpSpPr>
          <a:xfrm>
            <a:off x="4858100" y="1304461"/>
            <a:ext cx="361090" cy="361090"/>
            <a:chOff x="-57970450" y="1903275"/>
            <a:chExt cx="318225" cy="318225"/>
          </a:xfrm>
        </p:grpSpPr>
        <p:sp>
          <p:nvSpPr>
            <p:cNvPr id="11160" name="Google Shape;11160;p84"/>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4"/>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4"/>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4"/>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4" name="Google Shape;11164;p84"/>
          <p:cNvGrpSpPr/>
          <p:nvPr/>
        </p:nvGrpSpPr>
        <p:grpSpPr>
          <a:xfrm>
            <a:off x="4880000" y="1780418"/>
            <a:ext cx="317290" cy="359303"/>
            <a:chOff x="-57950750" y="2296300"/>
            <a:chExt cx="279625" cy="316650"/>
          </a:xfrm>
        </p:grpSpPr>
        <p:sp>
          <p:nvSpPr>
            <p:cNvPr id="11165" name="Google Shape;11165;p84"/>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4"/>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4"/>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4"/>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9" name="Google Shape;11169;p84"/>
          <p:cNvGrpSpPr/>
          <p:nvPr/>
        </p:nvGrpSpPr>
        <p:grpSpPr>
          <a:xfrm>
            <a:off x="4858214" y="2232094"/>
            <a:ext cx="360863" cy="360211"/>
            <a:chOff x="-57969675" y="2687750"/>
            <a:chExt cx="318025" cy="317450"/>
          </a:xfrm>
        </p:grpSpPr>
        <p:sp>
          <p:nvSpPr>
            <p:cNvPr id="11170" name="Google Shape;11170;p84"/>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4"/>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4"/>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4"/>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84"/>
          <p:cNvGrpSpPr/>
          <p:nvPr/>
        </p:nvGrpSpPr>
        <p:grpSpPr>
          <a:xfrm>
            <a:off x="7067397" y="1304461"/>
            <a:ext cx="363785" cy="361090"/>
            <a:chOff x="-56012425" y="1903275"/>
            <a:chExt cx="320600" cy="318225"/>
          </a:xfrm>
        </p:grpSpPr>
        <p:sp>
          <p:nvSpPr>
            <p:cNvPr id="11175" name="Google Shape;11175;p84"/>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4"/>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84"/>
          <p:cNvGrpSpPr/>
          <p:nvPr/>
        </p:nvGrpSpPr>
        <p:grpSpPr>
          <a:xfrm>
            <a:off x="7068290" y="1778631"/>
            <a:ext cx="361998" cy="361998"/>
            <a:chOff x="-56010850" y="2294725"/>
            <a:chExt cx="319025" cy="319025"/>
          </a:xfrm>
        </p:grpSpPr>
        <p:sp>
          <p:nvSpPr>
            <p:cNvPr id="11178" name="Google Shape;11178;p84"/>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4"/>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4"/>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4"/>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2" name="Google Shape;11182;p84"/>
          <p:cNvGrpSpPr/>
          <p:nvPr/>
        </p:nvGrpSpPr>
        <p:grpSpPr>
          <a:xfrm>
            <a:off x="7068305" y="2231215"/>
            <a:ext cx="361969" cy="361090"/>
            <a:chOff x="-56010050" y="2686975"/>
            <a:chExt cx="319000" cy="318225"/>
          </a:xfrm>
        </p:grpSpPr>
        <p:sp>
          <p:nvSpPr>
            <p:cNvPr id="11183" name="Google Shape;11183;p84"/>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4"/>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4"/>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4"/>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7" name="Google Shape;11187;p84"/>
          <p:cNvGrpSpPr/>
          <p:nvPr/>
        </p:nvGrpSpPr>
        <p:grpSpPr>
          <a:xfrm>
            <a:off x="5753801" y="2684124"/>
            <a:ext cx="361998" cy="361090"/>
            <a:chOff x="-54081175" y="1903275"/>
            <a:chExt cx="319025" cy="318225"/>
          </a:xfrm>
        </p:grpSpPr>
        <p:sp>
          <p:nvSpPr>
            <p:cNvPr id="11188" name="Google Shape;11188;p84"/>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4"/>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0" name="Google Shape;11190;p84"/>
          <p:cNvGrpSpPr/>
          <p:nvPr/>
        </p:nvGrpSpPr>
        <p:grpSpPr>
          <a:xfrm>
            <a:off x="5776154" y="3137587"/>
            <a:ext cx="317290" cy="360211"/>
            <a:chOff x="-54063050" y="2296300"/>
            <a:chExt cx="279625" cy="317450"/>
          </a:xfrm>
        </p:grpSpPr>
        <p:sp>
          <p:nvSpPr>
            <p:cNvPr id="11191" name="Google Shape;11191;p84"/>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4"/>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4"/>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4"/>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84"/>
          <p:cNvGrpSpPr/>
          <p:nvPr/>
        </p:nvGrpSpPr>
        <p:grpSpPr>
          <a:xfrm>
            <a:off x="5776154" y="3601649"/>
            <a:ext cx="317290" cy="361033"/>
            <a:chOff x="-54061475" y="2685450"/>
            <a:chExt cx="279625" cy="318175"/>
          </a:xfrm>
        </p:grpSpPr>
        <p:sp>
          <p:nvSpPr>
            <p:cNvPr id="11196" name="Google Shape;11196;p84"/>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4"/>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4"/>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4"/>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0" name="Google Shape;11200;p84"/>
          <p:cNvGrpSpPr/>
          <p:nvPr/>
        </p:nvGrpSpPr>
        <p:grpSpPr>
          <a:xfrm>
            <a:off x="8029690" y="2693967"/>
            <a:ext cx="275278" cy="361969"/>
            <a:chOff x="-52074300" y="1911950"/>
            <a:chExt cx="242600" cy="319000"/>
          </a:xfrm>
        </p:grpSpPr>
        <p:sp>
          <p:nvSpPr>
            <p:cNvPr id="11201" name="Google Shape;11201;p84"/>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4"/>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4"/>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4"/>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5" name="Google Shape;11205;p84"/>
          <p:cNvGrpSpPr/>
          <p:nvPr/>
        </p:nvGrpSpPr>
        <p:grpSpPr>
          <a:xfrm>
            <a:off x="5287689" y="1305369"/>
            <a:ext cx="361998" cy="361090"/>
            <a:chOff x="-57578225" y="1904075"/>
            <a:chExt cx="319025" cy="318225"/>
          </a:xfrm>
        </p:grpSpPr>
        <p:sp>
          <p:nvSpPr>
            <p:cNvPr id="11206" name="Google Shape;11206;p84"/>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4"/>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4"/>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4"/>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0" name="Google Shape;11210;p84"/>
          <p:cNvGrpSpPr/>
          <p:nvPr/>
        </p:nvGrpSpPr>
        <p:grpSpPr>
          <a:xfrm>
            <a:off x="5310042" y="1778631"/>
            <a:ext cx="317290" cy="361090"/>
            <a:chOff x="-57558525" y="2294725"/>
            <a:chExt cx="279625" cy="318225"/>
          </a:xfrm>
        </p:grpSpPr>
        <p:sp>
          <p:nvSpPr>
            <p:cNvPr id="11211" name="Google Shape;11211;p84"/>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4"/>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4"/>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4"/>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4"/>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6" name="Google Shape;11216;p84"/>
          <p:cNvGrpSpPr/>
          <p:nvPr/>
        </p:nvGrpSpPr>
        <p:grpSpPr>
          <a:xfrm>
            <a:off x="5285901" y="2231215"/>
            <a:ext cx="365572" cy="361969"/>
            <a:chOff x="-57579800" y="2686975"/>
            <a:chExt cx="322175" cy="319000"/>
          </a:xfrm>
        </p:grpSpPr>
        <p:sp>
          <p:nvSpPr>
            <p:cNvPr id="11217" name="Google Shape;11217;p84"/>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4"/>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9" name="Google Shape;11219;p84"/>
          <p:cNvGrpSpPr/>
          <p:nvPr/>
        </p:nvGrpSpPr>
        <p:grpSpPr>
          <a:xfrm>
            <a:off x="7510682" y="1778631"/>
            <a:ext cx="367359" cy="361090"/>
            <a:chOff x="-55620975" y="2294725"/>
            <a:chExt cx="323750" cy="318225"/>
          </a:xfrm>
        </p:grpSpPr>
        <p:sp>
          <p:nvSpPr>
            <p:cNvPr id="11220" name="Google Shape;11220;p84"/>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4"/>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4"/>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4"/>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4"/>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4"/>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6" name="Google Shape;11226;p84"/>
          <p:cNvGrpSpPr/>
          <p:nvPr/>
        </p:nvGrpSpPr>
        <p:grpSpPr>
          <a:xfrm>
            <a:off x="7512923" y="2231130"/>
            <a:ext cx="362877" cy="361175"/>
            <a:chOff x="-55620175" y="2686900"/>
            <a:chExt cx="319800" cy="318300"/>
          </a:xfrm>
        </p:grpSpPr>
        <p:sp>
          <p:nvSpPr>
            <p:cNvPr id="11227" name="Google Shape;11227;p84"/>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4"/>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4"/>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4"/>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1" name="Google Shape;11231;p84"/>
          <p:cNvGrpSpPr/>
          <p:nvPr/>
        </p:nvGrpSpPr>
        <p:grpSpPr>
          <a:xfrm>
            <a:off x="6198887" y="2684124"/>
            <a:ext cx="361969" cy="361090"/>
            <a:chOff x="-53690500" y="1903275"/>
            <a:chExt cx="319000" cy="318225"/>
          </a:xfrm>
        </p:grpSpPr>
        <p:sp>
          <p:nvSpPr>
            <p:cNvPr id="11232" name="Google Shape;11232;p84"/>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4"/>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4"/>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4"/>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6" name="Google Shape;11236;p84"/>
          <p:cNvGrpSpPr/>
          <p:nvPr/>
        </p:nvGrpSpPr>
        <p:grpSpPr>
          <a:xfrm>
            <a:off x="6221226" y="3137587"/>
            <a:ext cx="317290" cy="359303"/>
            <a:chOff x="-53670800" y="2296300"/>
            <a:chExt cx="279625" cy="316650"/>
          </a:xfrm>
        </p:grpSpPr>
        <p:sp>
          <p:nvSpPr>
            <p:cNvPr id="11237" name="Google Shape;11237;p84"/>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4"/>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4"/>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4"/>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1" name="Google Shape;11241;p84"/>
          <p:cNvGrpSpPr/>
          <p:nvPr/>
        </p:nvGrpSpPr>
        <p:grpSpPr>
          <a:xfrm>
            <a:off x="6198887" y="3602925"/>
            <a:ext cx="361969" cy="361544"/>
            <a:chOff x="-53690500" y="2686575"/>
            <a:chExt cx="319000" cy="318625"/>
          </a:xfrm>
        </p:grpSpPr>
        <p:sp>
          <p:nvSpPr>
            <p:cNvPr id="11242" name="Google Shape;11242;p84"/>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4"/>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4"/>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4"/>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6" name="Google Shape;11246;p84"/>
          <p:cNvGrpSpPr/>
          <p:nvPr/>
        </p:nvGrpSpPr>
        <p:grpSpPr>
          <a:xfrm>
            <a:off x="8008669" y="3145785"/>
            <a:ext cx="317319" cy="360948"/>
            <a:chOff x="-52092425" y="2303525"/>
            <a:chExt cx="279650" cy="318100"/>
          </a:xfrm>
        </p:grpSpPr>
        <p:sp>
          <p:nvSpPr>
            <p:cNvPr id="11247" name="Google Shape;11247;p84"/>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4"/>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4"/>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4"/>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4"/>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2" name="Google Shape;11252;p84"/>
          <p:cNvGrpSpPr/>
          <p:nvPr/>
        </p:nvGrpSpPr>
        <p:grpSpPr>
          <a:xfrm>
            <a:off x="5727728" y="1306249"/>
            <a:ext cx="363756" cy="361090"/>
            <a:chOff x="-57189125" y="1904850"/>
            <a:chExt cx="320575" cy="318225"/>
          </a:xfrm>
        </p:grpSpPr>
        <p:sp>
          <p:nvSpPr>
            <p:cNvPr id="11253" name="Google Shape;11253;p84"/>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4"/>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4"/>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4"/>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4"/>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8" name="Google Shape;11258;p84"/>
          <p:cNvGrpSpPr/>
          <p:nvPr/>
        </p:nvGrpSpPr>
        <p:grpSpPr>
          <a:xfrm>
            <a:off x="5728621" y="1800985"/>
            <a:ext cx="361969" cy="316411"/>
            <a:chOff x="-57187550" y="2314425"/>
            <a:chExt cx="319000" cy="278850"/>
          </a:xfrm>
        </p:grpSpPr>
        <p:sp>
          <p:nvSpPr>
            <p:cNvPr id="11259" name="Google Shape;11259;p84"/>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4"/>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4"/>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4"/>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3" name="Google Shape;11263;p84"/>
          <p:cNvGrpSpPr/>
          <p:nvPr/>
        </p:nvGrpSpPr>
        <p:grpSpPr>
          <a:xfrm>
            <a:off x="5745585" y="2230534"/>
            <a:ext cx="328042" cy="361771"/>
            <a:chOff x="-57172600" y="2686375"/>
            <a:chExt cx="289100" cy="318825"/>
          </a:xfrm>
        </p:grpSpPr>
        <p:sp>
          <p:nvSpPr>
            <p:cNvPr id="11264" name="Google Shape;11264;p84"/>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4"/>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6" name="Google Shape;11266;p84"/>
          <p:cNvGrpSpPr/>
          <p:nvPr/>
        </p:nvGrpSpPr>
        <p:grpSpPr>
          <a:xfrm>
            <a:off x="7958434" y="1304461"/>
            <a:ext cx="361090" cy="359303"/>
            <a:chOff x="-55225575" y="1903275"/>
            <a:chExt cx="318225" cy="316650"/>
          </a:xfrm>
        </p:grpSpPr>
        <p:sp>
          <p:nvSpPr>
            <p:cNvPr id="11267" name="Google Shape;11267;p84"/>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4"/>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4"/>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4"/>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4"/>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2" name="Google Shape;11272;p84"/>
          <p:cNvGrpSpPr/>
          <p:nvPr/>
        </p:nvGrpSpPr>
        <p:grpSpPr>
          <a:xfrm>
            <a:off x="7969611" y="1780418"/>
            <a:ext cx="338736" cy="359303"/>
            <a:chOff x="-55217700" y="2296300"/>
            <a:chExt cx="298525" cy="316650"/>
          </a:xfrm>
        </p:grpSpPr>
        <p:sp>
          <p:nvSpPr>
            <p:cNvPr id="11273" name="Google Shape;11273;p84"/>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4"/>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4"/>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4"/>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7" name="Google Shape;11277;p84"/>
          <p:cNvGrpSpPr/>
          <p:nvPr/>
        </p:nvGrpSpPr>
        <p:grpSpPr>
          <a:xfrm>
            <a:off x="7957541" y="2233002"/>
            <a:ext cx="362877" cy="359303"/>
            <a:chOff x="-55229525" y="2688550"/>
            <a:chExt cx="319800" cy="316650"/>
          </a:xfrm>
        </p:grpSpPr>
        <p:sp>
          <p:nvSpPr>
            <p:cNvPr id="11278" name="Google Shape;11278;p84"/>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4"/>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4"/>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4"/>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2" name="Google Shape;11282;p84"/>
          <p:cNvGrpSpPr/>
          <p:nvPr/>
        </p:nvGrpSpPr>
        <p:grpSpPr>
          <a:xfrm>
            <a:off x="6653760" y="2684124"/>
            <a:ext cx="338765" cy="361090"/>
            <a:chOff x="-53288825" y="1903275"/>
            <a:chExt cx="298550" cy="318225"/>
          </a:xfrm>
        </p:grpSpPr>
        <p:sp>
          <p:nvSpPr>
            <p:cNvPr id="11283" name="Google Shape;11283;p84"/>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4"/>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4"/>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6" name="Google Shape;11286;p84"/>
          <p:cNvGrpSpPr/>
          <p:nvPr/>
        </p:nvGrpSpPr>
        <p:grpSpPr>
          <a:xfrm>
            <a:off x="6642143" y="3135800"/>
            <a:ext cx="361998" cy="361090"/>
            <a:chOff x="-53299850" y="2294725"/>
            <a:chExt cx="319025" cy="318225"/>
          </a:xfrm>
        </p:grpSpPr>
        <p:sp>
          <p:nvSpPr>
            <p:cNvPr id="11287" name="Google Shape;11287;p84"/>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4"/>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9" name="Google Shape;11289;p84"/>
          <p:cNvGrpSpPr/>
          <p:nvPr/>
        </p:nvGrpSpPr>
        <p:grpSpPr>
          <a:xfrm>
            <a:off x="6664936" y="3604259"/>
            <a:ext cx="316411" cy="360211"/>
            <a:chOff x="-53278575" y="2687750"/>
            <a:chExt cx="278850" cy="317450"/>
          </a:xfrm>
        </p:grpSpPr>
        <p:sp>
          <p:nvSpPr>
            <p:cNvPr id="11290" name="Google Shape;11290;p84"/>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4"/>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4"/>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4"/>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4" name="Google Shape;11294;p84"/>
          <p:cNvGrpSpPr/>
          <p:nvPr/>
        </p:nvGrpSpPr>
        <p:grpSpPr>
          <a:xfrm>
            <a:off x="7986330" y="3603947"/>
            <a:ext cx="361998" cy="362310"/>
            <a:chOff x="-52101875" y="2687475"/>
            <a:chExt cx="319025" cy="319300"/>
          </a:xfrm>
        </p:grpSpPr>
        <p:sp>
          <p:nvSpPr>
            <p:cNvPr id="11295" name="Google Shape;11295;p84"/>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4"/>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4"/>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4"/>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9" name="Google Shape;11299;p84"/>
          <p:cNvGrpSpPr/>
          <p:nvPr/>
        </p:nvGrpSpPr>
        <p:grpSpPr>
          <a:xfrm>
            <a:off x="6201079" y="1305369"/>
            <a:ext cx="317290" cy="361090"/>
            <a:chOff x="-56774050" y="1904075"/>
            <a:chExt cx="279625" cy="318225"/>
          </a:xfrm>
        </p:grpSpPr>
        <p:sp>
          <p:nvSpPr>
            <p:cNvPr id="11300" name="Google Shape;11300;p84"/>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4"/>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2" name="Google Shape;11302;p84"/>
          <p:cNvGrpSpPr/>
          <p:nvPr/>
        </p:nvGrpSpPr>
        <p:grpSpPr>
          <a:xfrm>
            <a:off x="6201079" y="1778631"/>
            <a:ext cx="317290" cy="361090"/>
            <a:chOff x="-56774850" y="2294725"/>
            <a:chExt cx="279625" cy="318225"/>
          </a:xfrm>
        </p:grpSpPr>
        <p:sp>
          <p:nvSpPr>
            <p:cNvPr id="11303" name="Google Shape;11303;p84"/>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4"/>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4"/>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84"/>
          <p:cNvGrpSpPr/>
          <p:nvPr/>
        </p:nvGrpSpPr>
        <p:grpSpPr>
          <a:xfrm>
            <a:off x="6222086" y="2231215"/>
            <a:ext cx="275278" cy="360182"/>
            <a:chOff x="-56756725" y="2686975"/>
            <a:chExt cx="242600" cy="317425"/>
          </a:xfrm>
        </p:grpSpPr>
        <p:sp>
          <p:nvSpPr>
            <p:cNvPr id="11307" name="Google Shape;11307;p84"/>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4"/>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4"/>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0" name="Google Shape;11310;p84"/>
          <p:cNvGrpSpPr/>
          <p:nvPr/>
        </p:nvGrpSpPr>
        <p:grpSpPr>
          <a:xfrm>
            <a:off x="4870518" y="2684124"/>
            <a:ext cx="337346" cy="361998"/>
            <a:chOff x="-54826975" y="1903275"/>
            <a:chExt cx="297300" cy="319025"/>
          </a:xfrm>
        </p:grpSpPr>
        <p:sp>
          <p:nvSpPr>
            <p:cNvPr id="11311" name="Google Shape;11311;p84"/>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4"/>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4"/>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4" name="Google Shape;11314;p84"/>
          <p:cNvGrpSpPr/>
          <p:nvPr/>
        </p:nvGrpSpPr>
        <p:grpSpPr>
          <a:xfrm>
            <a:off x="4858206" y="3137587"/>
            <a:ext cx="361969" cy="359274"/>
            <a:chOff x="-54836500" y="2296300"/>
            <a:chExt cx="319000" cy="316625"/>
          </a:xfrm>
        </p:grpSpPr>
        <p:sp>
          <p:nvSpPr>
            <p:cNvPr id="11315" name="Google Shape;11315;p84"/>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4"/>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4"/>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4"/>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9" name="Google Shape;11319;p84"/>
          <p:cNvGrpSpPr/>
          <p:nvPr/>
        </p:nvGrpSpPr>
        <p:grpSpPr>
          <a:xfrm>
            <a:off x="4879652" y="3604259"/>
            <a:ext cx="319078" cy="361090"/>
            <a:chOff x="-54817600" y="2687750"/>
            <a:chExt cx="281200" cy="318225"/>
          </a:xfrm>
        </p:grpSpPr>
        <p:sp>
          <p:nvSpPr>
            <p:cNvPr id="11320" name="Google Shape;11320;p84"/>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4"/>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4"/>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4"/>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4" name="Google Shape;11324;p84"/>
          <p:cNvGrpSpPr/>
          <p:nvPr/>
        </p:nvGrpSpPr>
        <p:grpSpPr>
          <a:xfrm>
            <a:off x="7110476" y="2684124"/>
            <a:ext cx="317290" cy="359303"/>
            <a:chOff x="-52887125" y="1903275"/>
            <a:chExt cx="279625" cy="316650"/>
          </a:xfrm>
        </p:grpSpPr>
        <p:sp>
          <p:nvSpPr>
            <p:cNvPr id="11325" name="Google Shape;11325;p84"/>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4"/>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84"/>
          <p:cNvGrpSpPr/>
          <p:nvPr/>
        </p:nvGrpSpPr>
        <p:grpSpPr>
          <a:xfrm>
            <a:off x="7089030" y="3134920"/>
            <a:ext cx="360182" cy="361969"/>
            <a:chOff x="-52906025" y="2293950"/>
            <a:chExt cx="317425" cy="319000"/>
          </a:xfrm>
        </p:grpSpPr>
        <p:sp>
          <p:nvSpPr>
            <p:cNvPr id="11328" name="Google Shape;11328;p84"/>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4"/>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4"/>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1" name="Google Shape;11331;p84"/>
          <p:cNvGrpSpPr/>
          <p:nvPr/>
        </p:nvGrpSpPr>
        <p:grpSpPr>
          <a:xfrm>
            <a:off x="7110476" y="3603379"/>
            <a:ext cx="317290" cy="361090"/>
            <a:chOff x="-52887125" y="2686975"/>
            <a:chExt cx="279625" cy="318225"/>
          </a:xfrm>
        </p:grpSpPr>
        <p:sp>
          <p:nvSpPr>
            <p:cNvPr id="11332" name="Google Shape;11332;p84"/>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4"/>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4"/>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4"/>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6" name="Google Shape;11336;p84"/>
          <p:cNvGrpSpPr/>
          <p:nvPr/>
        </p:nvGrpSpPr>
        <p:grpSpPr>
          <a:xfrm>
            <a:off x="6220848" y="4062998"/>
            <a:ext cx="318170" cy="359303"/>
            <a:chOff x="-51722225" y="1915100"/>
            <a:chExt cx="280400" cy="316650"/>
          </a:xfrm>
        </p:grpSpPr>
        <p:sp>
          <p:nvSpPr>
            <p:cNvPr id="11337" name="Google Shape;11337;p84"/>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4"/>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4"/>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4"/>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1" name="Google Shape;11341;p84"/>
          <p:cNvGrpSpPr/>
          <p:nvPr/>
        </p:nvGrpSpPr>
        <p:grpSpPr>
          <a:xfrm>
            <a:off x="6616678" y="1303695"/>
            <a:ext cx="370905" cy="360976"/>
            <a:chOff x="-56407800" y="1902600"/>
            <a:chExt cx="326875" cy="318125"/>
          </a:xfrm>
        </p:grpSpPr>
        <p:sp>
          <p:nvSpPr>
            <p:cNvPr id="11342" name="Google Shape;11342;p84"/>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4"/>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4"/>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5" name="Google Shape;11345;p84"/>
          <p:cNvGrpSpPr/>
          <p:nvPr/>
        </p:nvGrpSpPr>
        <p:grpSpPr>
          <a:xfrm>
            <a:off x="6622479" y="1790262"/>
            <a:ext cx="359303" cy="338736"/>
            <a:chOff x="-56401500" y="2304975"/>
            <a:chExt cx="316650" cy="298525"/>
          </a:xfrm>
        </p:grpSpPr>
        <p:sp>
          <p:nvSpPr>
            <p:cNvPr id="11346" name="Google Shape;11346;p84"/>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4"/>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4"/>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4"/>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0" name="Google Shape;11350;p84"/>
          <p:cNvGrpSpPr/>
          <p:nvPr/>
        </p:nvGrpSpPr>
        <p:grpSpPr>
          <a:xfrm>
            <a:off x="5328863" y="2682337"/>
            <a:ext cx="319985" cy="361090"/>
            <a:chOff x="-54426150" y="1901700"/>
            <a:chExt cx="282000" cy="318225"/>
          </a:xfrm>
        </p:grpSpPr>
        <p:sp>
          <p:nvSpPr>
            <p:cNvPr id="11351" name="Google Shape;11351;p84"/>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4"/>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4"/>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4"/>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5" name="Google Shape;11355;p84"/>
          <p:cNvGrpSpPr/>
          <p:nvPr/>
        </p:nvGrpSpPr>
        <p:grpSpPr>
          <a:xfrm>
            <a:off x="5328863" y="3135800"/>
            <a:ext cx="319985" cy="361998"/>
            <a:chOff x="-54426150" y="2294725"/>
            <a:chExt cx="282000" cy="319025"/>
          </a:xfrm>
        </p:grpSpPr>
        <p:sp>
          <p:nvSpPr>
            <p:cNvPr id="11356" name="Google Shape;11356;p84"/>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4"/>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4"/>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4"/>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4"/>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1" name="Google Shape;11361;p84"/>
          <p:cNvGrpSpPr/>
          <p:nvPr/>
        </p:nvGrpSpPr>
        <p:grpSpPr>
          <a:xfrm>
            <a:off x="5327076" y="3603379"/>
            <a:ext cx="323560" cy="361969"/>
            <a:chOff x="-54427725" y="2686975"/>
            <a:chExt cx="285150" cy="319000"/>
          </a:xfrm>
        </p:grpSpPr>
        <p:sp>
          <p:nvSpPr>
            <p:cNvPr id="11362" name="Google Shape;11362;p84"/>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4"/>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4"/>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4"/>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4"/>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7" name="Google Shape;11367;p84"/>
          <p:cNvGrpSpPr/>
          <p:nvPr/>
        </p:nvGrpSpPr>
        <p:grpSpPr>
          <a:xfrm>
            <a:off x="7533634" y="2684351"/>
            <a:ext cx="359303" cy="359984"/>
            <a:chOff x="-52513800" y="1903475"/>
            <a:chExt cx="316650" cy="317250"/>
          </a:xfrm>
        </p:grpSpPr>
        <p:sp>
          <p:nvSpPr>
            <p:cNvPr id="11368" name="Google Shape;11368;p84"/>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4"/>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0" name="Google Shape;11370;p84"/>
          <p:cNvGrpSpPr/>
          <p:nvPr/>
        </p:nvGrpSpPr>
        <p:grpSpPr>
          <a:xfrm>
            <a:off x="7543464" y="3136708"/>
            <a:ext cx="339644" cy="360182"/>
            <a:chOff x="-52505925" y="2295525"/>
            <a:chExt cx="299325" cy="317425"/>
          </a:xfrm>
        </p:grpSpPr>
        <p:sp>
          <p:nvSpPr>
            <p:cNvPr id="11371" name="Google Shape;11371;p84"/>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84"/>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4"/>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4"/>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84"/>
          <p:cNvGrpSpPr/>
          <p:nvPr/>
        </p:nvGrpSpPr>
        <p:grpSpPr>
          <a:xfrm>
            <a:off x="7554641" y="3603379"/>
            <a:ext cx="317290" cy="361090"/>
            <a:chOff x="-52494100" y="2686975"/>
            <a:chExt cx="279625" cy="318225"/>
          </a:xfrm>
        </p:grpSpPr>
        <p:sp>
          <p:nvSpPr>
            <p:cNvPr id="11376" name="Google Shape;11376;p84"/>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4"/>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4"/>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4"/>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0" name="Google Shape;11380;p84"/>
          <p:cNvGrpSpPr/>
          <p:nvPr/>
        </p:nvGrpSpPr>
        <p:grpSpPr>
          <a:xfrm>
            <a:off x="6665412" y="4064322"/>
            <a:ext cx="315503" cy="361090"/>
            <a:chOff x="-51708850" y="2305750"/>
            <a:chExt cx="278050" cy="318225"/>
          </a:xfrm>
        </p:grpSpPr>
        <p:sp>
          <p:nvSpPr>
            <p:cNvPr id="11381" name="Google Shape;11381;p84"/>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4"/>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4"/>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4" name="Google Shape;11384;p84"/>
          <p:cNvGrpSpPr/>
          <p:nvPr/>
        </p:nvGrpSpPr>
        <p:grpSpPr>
          <a:xfrm>
            <a:off x="7536807" y="1306109"/>
            <a:ext cx="319089" cy="362073"/>
            <a:chOff x="1044400" y="2917425"/>
            <a:chExt cx="248125" cy="281550"/>
          </a:xfrm>
        </p:grpSpPr>
        <p:sp>
          <p:nvSpPr>
            <p:cNvPr id="11385" name="Google Shape;11385;p84"/>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4"/>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4"/>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4"/>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4"/>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1390" name="Google Shape;11390;p84"/>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1391" name="Google Shape;11391;p84"/>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1392" name="Google Shape;11392;p84"/>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4"/>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4" name="Google Shape;11394;p84"/>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98" name="Shape 11398"/>
        <p:cNvGrpSpPr/>
        <p:nvPr/>
      </p:nvGrpSpPr>
      <p:grpSpPr>
        <a:xfrm>
          <a:off x="0" y="0"/>
          <a:ext cx="0" cy="0"/>
          <a:chOff x="0" y="0"/>
          <a:chExt cx="0" cy="0"/>
        </a:xfrm>
      </p:grpSpPr>
      <p:sp>
        <p:nvSpPr>
          <p:cNvPr id="11399" name="Google Shape;11399;p85"/>
          <p:cNvSpPr txBox="1"/>
          <p:nvPr>
            <p:ph idx="4294967295" type="title"/>
          </p:nvPr>
        </p:nvSpPr>
        <p:spPr>
          <a:xfrm>
            <a:off x="849675"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400" name="Google Shape;11400;p85"/>
          <p:cNvSpPr txBox="1"/>
          <p:nvPr>
            <p:ph idx="4294967295" type="title"/>
          </p:nvPr>
        </p:nvSpPr>
        <p:spPr>
          <a:xfrm>
            <a:off x="4858400"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401" name="Google Shape;11401;p85"/>
          <p:cNvGrpSpPr/>
          <p:nvPr/>
        </p:nvGrpSpPr>
        <p:grpSpPr>
          <a:xfrm>
            <a:off x="889109" y="1303003"/>
            <a:ext cx="278288" cy="357036"/>
            <a:chOff x="-50489600" y="1947400"/>
            <a:chExt cx="233150" cy="299125"/>
          </a:xfrm>
        </p:grpSpPr>
        <p:sp>
          <p:nvSpPr>
            <p:cNvPr id="11402" name="Google Shape;11402;p85"/>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5"/>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85"/>
          <p:cNvGrpSpPr/>
          <p:nvPr/>
        </p:nvGrpSpPr>
        <p:grpSpPr>
          <a:xfrm>
            <a:off x="849616" y="1757960"/>
            <a:ext cx="357274" cy="358199"/>
            <a:chOff x="-50523475" y="2316000"/>
            <a:chExt cx="299325" cy="300100"/>
          </a:xfrm>
        </p:grpSpPr>
        <p:sp>
          <p:nvSpPr>
            <p:cNvPr id="11405" name="Google Shape;11405;p85"/>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5"/>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7" name="Google Shape;11407;p85"/>
          <p:cNvGrpSpPr/>
          <p:nvPr/>
        </p:nvGrpSpPr>
        <p:grpSpPr>
          <a:xfrm>
            <a:off x="848213" y="2207269"/>
            <a:ext cx="360079" cy="357304"/>
            <a:chOff x="-50524250" y="2686150"/>
            <a:chExt cx="301675" cy="299350"/>
          </a:xfrm>
        </p:grpSpPr>
        <p:sp>
          <p:nvSpPr>
            <p:cNvPr id="11408" name="Google Shape;11408;p85"/>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5"/>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5"/>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5"/>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5"/>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5"/>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85"/>
          <p:cNvGrpSpPr/>
          <p:nvPr/>
        </p:nvGrpSpPr>
        <p:grpSpPr>
          <a:xfrm>
            <a:off x="3070976" y="1333082"/>
            <a:ext cx="358199" cy="359154"/>
            <a:chOff x="-48633950" y="1972600"/>
            <a:chExt cx="300100" cy="300900"/>
          </a:xfrm>
        </p:grpSpPr>
        <p:sp>
          <p:nvSpPr>
            <p:cNvPr id="11415" name="Google Shape;11415;p85"/>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5"/>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7" name="Google Shape;11417;p85"/>
          <p:cNvGrpSpPr/>
          <p:nvPr/>
        </p:nvGrpSpPr>
        <p:grpSpPr>
          <a:xfrm>
            <a:off x="3070499" y="1788993"/>
            <a:ext cx="359154" cy="361004"/>
            <a:chOff x="-48634750" y="2342000"/>
            <a:chExt cx="300900" cy="302450"/>
          </a:xfrm>
        </p:grpSpPr>
        <p:sp>
          <p:nvSpPr>
            <p:cNvPr id="11418" name="Google Shape;11418;p85"/>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5"/>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5"/>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5"/>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5"/>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5"/>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5"/>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5"/>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6" name="Google Shape;11426;p85"/>
          <p:cNvGrpSpPr/>
          <p:nvPr/>
        </p:nvGrpSpPr>
        <p:grpSpPr>
          <a:xfrm>
            <a:off x="3071439" y="2237377"/>
            <a:ext cx="357274" cy="357274"/>
            <a:chOff x="-48633175" y="2711375"/>
            <a:chExt cx="299325" cy="299325"/>
          </a:xfrm>
        </p:grpSpPr>
        <p:sp>
          <p:nvSpPr>
            <p:cNvPr id="11427" name="Google Shape;11427;p85"/>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5"/>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9" name="Google Shape;11429;p85"/>
          <p:cNvGrpSpPr/>
          <p:nvPr/>
        </p:nvGrpSpPr>
        <p:grpSpPr>
          <a:xfrm>
            <a:off x="1757928" y="2689329"/>
            <a:ext cx="314006" cy="358229"/>
            <a:chOff x="-46753100" y="1965500"/>
            <a:chExt cx="263075" cy="300125"/>
          </a:xfrm>
        </p:grpSpPr>
        <p:sp>
          <p:nvSpPr>
            <p:cNvPr id="11430" name="Google Shape;11430;p85"/>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5"/>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2" name="Google Shape;11432;p85"/>
          <p:cNvGrpSpPr/>
          <p:nvPr/>
        </p:nvGrpSpPr>
        <p:grpSpPr>
          <a:xfrm>
            <a:off x="1735354" y="3156542"/>
            <a:ext cx="359154" cy="315916"/>
            <a:chOff x="-46772025" y="2350650"/>
            <a:chExt cx="300900" cy="264675"/>
          </a:xfrm>
        </p:grpSpPr>
        <p:sp>
          <p:nvSpPr>
            <p:cNvPr id="11433" name="Google Shape;11433;p85"/>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5"/>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5" name="Google Shape;11435;p85"/>
          <p:cNvGrpSpPr/>
          <p:nvPr/>
        </p:nvGrpSpPr>
        <p:grpSpPr>
          <a:xfrm>
            <a:off x="1735354" y="3590820"/>
            <a:ext cx="359154" cy="359154"/>
            <a:chOff x="-46772025" y="2701925"/>
            <a:chExt cx="300900" cy="300900"/>
          </a:xfrm>
        </p:grpSpPr>
        <p:sp>
          <p:nvSpPr>
            <p:cNvPr id="11436" name="Google Shape;11436;p85"/>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5"/>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8" name="Google Shape;11438;p85"/>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9" name="Google Shape;11439;p85"/>
          <p:cNvGrpSpPr/>
          <p:nvPr/>
        </p:nvGrpSpPr>
        <p:grpSpPr>
          <a:xfrm>
            <a:off x="1293035" y="1303928"/>
            <a:ext cx="358199" cy="359154"/>
            <a:chOff x="-50154075" y="1948175"/>
            <a:chExt cx="300100" cy="300900"/>
          </a:xfrm>
        </p:grpSpPr>
        <p:sp>
          <p:nvSpPr>
            <p:cNvPr id="11440" name="Google Shape;11440;p85"/>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5"/>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85"/>
          <p:cNvGrpSpPr/>
          <p:nvPr/>
        </p:nvGrpSpPr>
        <p:grpSpPr>
          <a:xfrm>
            <a:off x="1293035" y="1758885"/>
            <a:ext cx="358199" cy="358229"/>
            <a:chOff x="-50154850" y="2316775"/>
            <a:chExt cx="300100" cy="300125"/>
          </a:xfrm>
        </p:grpSpPr>
        <p:sp>
          <p:nvSpPr>
            <p:cNvPr id="11443" name="Google Shape;11443;p85"/>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5"/>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5" name="Google Shape;11445;p85"/>
          <p:cNvGrpSpPr/>
          <p:nvPr/>
        </p:nvGrpSpPr>
        <p:grpSpPr>
          <a:xfrm>
            <a:off x="1288813" y="2205896"/>
            <a:ext cx="366644" cy="356558"/>
            <a:chOff x="-50158000" y="2685000"/>
            <a:chExt cx="307175" cy="298725"/>
          </a:xfrm>
        </p:grpSpPr>
        <p:sp>
          <p:nvSpPr>
            <p:cNvPr id="11446" name="Google Shape;11446;p85"/>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5"/>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8" name="Google Shape;11448;p85"/>
          <p:cNvGrpSpPr/>
          <p:nvPr/>
        </p:nvGrpSpPr>
        <p:grpSpPr>
          <a:xfrm>
            <a:off x="3521599" y="1334007"/>
            <a:ext cx="361004" cy="358229"/>
            <a:chOff x="-48266125" y="1973375"/>
            <a:chExt cx="302450" cy="300125"/>
          </a:xfrm>
        </p:grpSpPr>
        <p:sp>
          <p:nvSpPr>
            <p:cNvPr id="11449" name="Google Shape;11449;p85"/>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5"/>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5"/>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5"/>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5"/>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5"/>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5" name="Google Shape;11455;p85"/>
          <p:cNvGrpSpPr/>
          <p:nvPr/>
        </p:nvGrpSpPr>
        <p:grpSpPr>
          <a:xfrm>
            <a:off x="3548844" y="1789769"/>
            <a:ext cx="306516" cy="358349"/>
            <a:chOff x="-48237000" y="2342650"/>
            <a:chExt cx="256800" cy="300225"/>
          </a:xfrm>
        </p:grpSpPr>
        <p:sp>
          <p:nvSpPr>
            <p:cNvPr id="11456" name="Google Shape;11456;p85"/>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5"/>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5"/>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9" name="Google Shape;11459;p85"/>
          <p:cNvGrpSpPr/>
          <p:nvPr/>
        </p:nvGrpSpPr>
        <p:grpSpPr>
          <a:xfrm>
            <a:off x="2180338" y="2690046"/>
            <a:ext cx="361034" cy="355633"/>
            <a:chOff x="-46404975" y="1966100"/>
            <a:chExt cx="302475" cy="297950"/>
          </a:xfrm>
        </p:grpSpPr>
        <p:sp>
          <p:nvSpPr>
            <p:cNvPr id="11460" name="Google Shape;11460;p85"/>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5"/>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5"/>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5"/>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4" name="Google Shape;11464;p85"/>
          <p:cNvGrpSpPr/>
          <p:nvPr/>
        </p:nvGrpSpPr>
        <p:grpSpPr>
          <a:xfrm>
            <a:off x="2181740" y="3135863"/>
            <a:ext cx="358229" cy="358199"/>
            <a:chOff x="-46401050" y="2333325"/>
            <a:chExt cx="300125" cy="300100"/>
          </a:xfrm>
        </p:grpSpPr>
        <p:sp>
          <p:nvSpPr>
            <p:cNvPr id="11465" name="Google Shape;11465;p85"/>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5"/>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5"/>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5"/>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9" name="Google Shape;11469;p85"/>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0" name="Google Shape;11470;p85"/>
          <p:cNvGrpSpPr/>
          <p:nvPr/>
        </p:nvGrpSpPr>
        <p:grpSpPr>
          <a:xfrm>
            <a:off x="3961830" y="3146218"/>
            <a:ext cx="359154" cy="359124"/>
            <a:chOff x="-44914800" y="2342000"/>
            <a:chExt cx="300900" cy="300875"/>
          </a:xfrm>
        </p:grpSpPr>
        <p:sp>
          <p:nvSpPr>
            <p:cNvPr id="11471" name="Google Shape;11471;p85"/>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5"/>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5"/>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4" name="Google Shape;11474;p85"/>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5" name="Google Shape;11475;p85"/>
          <p:cNvGrpSpPr/>
          <p:nvPr/>
        </p:nvGrpSpPr>
        <p:grpSpPr>
          <a:xfrm>
            <a:off x="1735816" y="1758736"/>
            <a:ext cx="359154" cy="357424"/>
            <a:chOff x="-49786250" y="2316650"/>
            <a:chExt cx="300900" cy="299450"/>
          </a:xfrm>
        </p:grpSpPr>
        <p:sp>
          <p:nvSpPr>
            <p:cNvPr id="11476" name="Google Shape;11476;p85"/>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5"/>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5"/>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5"/>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5"/>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5"/>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5"/>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3" name="Google Shape;11483;p85"/>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5"/>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5" name="Google Shape;11485;p85"/>
          <p:cNvGrpSpPr/>
          <p:nvPr/>
        </p:nvGrpSpPr>
        <p:grpSpPr>
          <a:xfrm>
            <a:off x="4033144" y="1788993"/>
            <a:ext cx="230365" cy="359124"/>
            <a:chOff x="-47842400" y="2342000"/>
            <a:chExt cx="193000" cy="300875"/>
          </a:xfrm>
        </p:grpSpPr>
        <p:sp>
          <p:nvSpPr>
            <p:cNvPr id="11486" name="Google Shape;11486;p85"/>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5"/>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5"/>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9" name="Google Shape;11489;p85"/>
          <p:cNvGrpSpPr/>
          <p:nvPr/>
        </p:nvGrpSpPr>
        <p:grpSpPr>
          <a:xfrm>
            <a:off x="3969212" y="2236452"/>
            <a:ext cx="358229" cy="359154"/>
            <a:chOff x="-47896750" y="2710600"/>
            <a:chExt cx="300125" cy="300900"/>
          </a:xfrm>
        </p:grpSpPr>
        <p:sp>
          <p:nvSpPr>
            <p:cNvPr id="11490" name="Google Shape;11490;p85"/>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5"/>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5"/>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5"/>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4" name="Google Shape;11494;p85"/>
          <p:cNvGrpSpPr/>
          <p:nvPr/>
        </p:nvGrpSpPr>
        <p:grpSpPr>
          <a:xfrm>
            <a:off x="2624852" y="2710009"/>
            <a:ext cx="359154" cy="314991"/>
            <a:chOff x="-46033225" y="1982825"/>
            <a:chExt cx="300900" cy="263900"/>
          </a:xfrm>
        </p:grpSpPr>
        <p:sp>
          <p:nvSpPr>
            <p:cNvPr id="11495" name="Google Shape;11495;p85"/>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5"/>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5"/>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8" name="Google Shape;11498;p85"/>
          <p:cNvGrpSpPr/>
          <p:nvPr/>
        </p:nvGrpSpPr>
        <p:grpSpPr>
          <a:xfrm>
            <a:off x="2621569" y="3137266"/>
            <a:ext cx="365719" cy="326151"/>
            <a:chOff x="-46034000" y="2334500"/>
            <a:chExt cx="306400" cy="273250"/>
          </a:xfrm>
        </p:grpSpPr>
        <p:sp>
          <p:nvSpPr>
            <p:cNvPr id="11499" name="Google Shape;11499;p85"/>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5"/>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5"/>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2" name="Google Shape;11502;p85"/>
          <p:cNvGrpSpPr/>
          <p:nvPr/>
        </p:nvGrpSpPr>
        <p:grpSpPr>
          <a:xfrm>
            <a:off x="2667627" y="3591655"/>
            <a:ext cx="273603" cy="356439"/>
            <a:chOff x="-45998575" y="2702625"/>
            <a:chExt cx="229225" cy="298625"/>
          </a:xfrm>
        </p:grpSpPr>
        <p:sp>
          <p:nvSpPr>
            <p:cNvPr id="11503" name="Google Shape;11503;p85"/>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5"/>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5"/>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5"/>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5"/>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5"/>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5"/>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0" name="Google Shape;11510;p85"/>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5"/>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2" name="Google Shape;11512;p85"/>
          <p:cNvGrpSpPr/>
          <p:nvPr/>
        </p:nvGrpSpPr>
        <p:grpSpPr>
          <a:xfrm>
            <a:off x="2203197" y="2205419"/>
            <a:ext cx="314961" cy="361034"/>
            <a:chOff x="-49398750" y="2684600"/>
            <a:chExt cx="263875" cy="302475"/>
          </a:xfrm>
        </p:grpSpPr>
        <p:sp>
          <p:nvSpPr>
            <p:cNvPr id="11513" name="Google Shape;11513;p85"/>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5"/>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5"/>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6" name="Google Shape;11516;p85"/>
          <p:cNvGrpSpPr/>
          <p:nvPr/>
        </p:nvGrpSpPr>
        <p:grpSpPr>
          <a:xfrm>
            <a:off x="873121" y="2699684"/>
            <a:ext cx="314006" cy="359154"/>
            <a:chOff x="-47509225" y="1974175"/>
            <a:chExt cx="263075" cy="300900"/>
          </a:xfrm>
        </p:grpSpPr>
        <p:sp>
          <p:nvSpPr>
            <p:cNvPr id="11517" name="Google Shape;11517;p85"/>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5"/>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5"/>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5"/>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5"/>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85"/>
          <p:cNvGrpSpPr/>
          <p:nvPr/>
        </p:nvGrpSpPr>
        <p:grpSpPr>
          <a:xfrm>
            <a:off x="849622" y="3146218"/>
            <a:ext cx="361004" cy="357961"/>
            <a:chOff x="-47529700" y="2342000"/>
            <a:chExt cx="302450" cy="299900"/>
          </a:xfrm>
        </p:grpSpPr>
        <p:sp>
          <p:nvSpPr>
            <p:cNvPr id="11523" name="Google Shape;11523;p85"/>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5"/>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5" name="Google Shape;11525;p85"/>
          <p:cNvGrpSpPr/>
          <p:nvPr/>
        </p:nvGrpSpPr>
        <p:grpSpPr>
          <a:xfrm>
            <a:off x="851025" y="3645367"/>
            <a:ext cx="358199" cy="272648"/>
            <a:chOff x="-47527350" y="2747625"/>
            <a:chExt cx="300100" cy="228425"/>
          </a:xfrm>
        </p:grpSpPr>
        <p:sp>
          <p:nvSpPr>
            <p:cNvPr id="11526" name="Google Shape;11526;p85"/>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5"/>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5"/>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5"/>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5"/>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5"/>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2" name="Google Shape;11532;p85"/>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3" name="Google Shape;11533;p85"/>
          <p:cNvGrpSpPr/>
          <p:nvPr/>
        </p:nvGrpSpPr>
        <p:grpSpPr>
          <a:xfrm>
            <a:off x="3073924" y="3158422"/>
            <a:ext cx="358229" cy="314961"/>
            <a:chOff x="-45664625" y="2352225"/>
            <a:chExt cx="300125" cy="263875"/>
          </a:xfrm>
        </p:grpSpPr>
        <p:sp>
          <p:nvSpPr>
            <p:cNvPr id="11534" name="Google Shape;11534;p85"/>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5"/>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5"/>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5"/>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5"/>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5"/>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5"/>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1" name="Google Shape;11541;p85"/>
          <p:cNvGrpSpPr/>
          <p:nvPr/>
        </p:nvGrpSpPr>
        <p:grpSpPr>
          <a:xfrm>
            <a:off x="3073103" y="3592401"/>
            <a:ext cx="359870" cy="357573"/>
            <a:chOff x="-45665400" y="2703250"/>
            <a:chExt cx="301500" cy="299575"/>
          </a:xfrm>
        </p:grpSpPr>
        <p:sp>
          <p:nvSpPr>
            <p:cNvPr id="11542" name="Google Shape;11542;p85"/>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5"/>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5"/>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5"/>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85"/>
          <p:cNvGrpSpPr/>
          <p:nvPr/>
        </p:nvGrpSpPr>
        <p:grpSpPr>
          <a:xfrm>
            <a:off x="2174760" y="4033337"/>
            <a:ext cx="359154" cy="360109"/>
            <a:chOff x="-44528075" y="1982825"/>
            <a:chExt cx="300900" cy="301700"/>
          </a:xfrm>
        </p:grpSpPr>
        <p:sp>
          <p:nvSpPr>
            <p:cNvPr id="11547" name="Google Shape;11547;p85"/>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85"/>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5"/>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5"/>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5"/>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5"/>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5"/>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4" name="Google Shape;11554;p85"/>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5" name="Google Shape;11555;p85"/>
          <p:cNvGrpSpPr/>
          <p:nvPr/>
        </p:nvGrpSpPr>
        <p:grpSpPr>
          <a:xfrm>
            <a:off x="2625923" y="1758885"/>
            <a:ext cx="358199" cy="358229"/>
            <a:chOff x="-49048250" y="2316775"/>
            <a:chExt cx="300100" cy="300125"/>
          </a:xfrm>
        </p:grpSpPr>
        <p:sp>
          <p:nvSpPr>
            <p:cNvPr id="11556" name="Google Shape;11556;p85"/>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5"/>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5"/>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5"/>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0" name="Google Shape;11560;p85"/>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1" name="Google Shape;11561;p85"/>
          <p:cNvGrpSpPr/>
          <p:nvPr/>
        </p:nvGrpSpPr>
        <p:grpSpPr>
          <a:xfrm>
            <a:off x="1290494" y="2699684"/>
            <a:ext cx="360109" cy="358199"/>
            <a:chOff x="-47160325" y="1974175"/>
            <a:chExt cx="301700" cy="300100"/>
          </a:xfrm>
        </p:grpSpPr>
        <p:sp>
          <p:nvSpPr>
            <p:cNvPr id="11562" name="Google Shape;11562;p85"/>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5"/>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4" name="Google Shape;11564;p85"/>
          <p:cNvGrpSpPr/>
          <p:nvPr/>
        </p:nvGrpSpPr>
        <p:grpSpPr>
          <a:xfrm>
            <a:off x="1290971" y="3146218"/>
            <a:ext cx="359154" cy="359124"/>
            <a:chOff x="-47159525" y="2342000"/>
            <a:chExt cx="300900" cy="300875"/>
          </a:xfrm>
        </p:grpSpPr>
        <p:sp>
          <p:nvSpPr>
            <p:cNvPr id="11565" name="Google Shape;11565;p85"/>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5"/>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5"/>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5"/>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5"/>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0" name="Google Shape;11570;p85"/>
          <p:cNvGrpSpPr/>
          <p:nvPr/>
        </p:nvGrpSpPr>
        <p:grpSpPr>
          <a:xfrm>
            <a:off x="1291448" y="3603054"/>
            <a:ext cx="358199" cy="359154"/>
            <a:chOff x="-47157950" y="2712175"/>
            <a:chExt cx="300100" cy="300900"/>
          </a:xfrm>
        </p:grpSpPr>
        <p:sp>
          <p:nvSpPr>
            <p:cNvPr id="11571" name="Google Shape;11571;p85"/>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5"/>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5"/>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5"/>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5"/>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5"/>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5"/>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8" name="Google Shape;11578;p85"/>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9" name="Google Shape;11579;p85"/>
          <p:cNvGrpSpPr/>
          <p:nvPr/>
        </p:nvGrpSpPr>
        <p:grpSpPr>
          <a:xfrm>
            <a:off x="3535175" y="3135863"/>
            <a:ext cx="315886" cy="358199"/>
            <a:chOff x="-45278675" y="2333325"/>
            <a:chExt cx="264650" cy="300100"/>
          </a:xfrm>
        </p:grpSpPr>
        <p:sp>
          <p:nvSpPr>
            <p:cNvPr id="11580" name="Google Shape;11580;p85"/>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5"/>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5"/>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5"/>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4" name="Google Shape;11584;p85"/>
          <p:cNvGrpSpPr/>
          <p:nvPr/>
        </p:nvGrpSpPr>
        <p:grpSpPr>
          <a:xfrm>
            <a:off x="3545500" y="3590820"/>
            <a:ext cx="295237" cy="358229"/>
            <a:chOff x="-45270025" y="2701925"/>
            <a:chExt cx="247350" cy="300125"/>
          </a:xfrm>
        </p:grpSpPr>
        <p:sp>
          <p:nvSpPr>
            <p:cNvPr id="11585" name="Google Shape;11585;p85"/>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5"/>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5"/>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5"/>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9" name="Google Shape;11589;p85"/>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0" name="Google Shape;11590;p85"/>
          <p:cNvGrpSpPr/>
          <p:nvPr/>
        </p:nvGrpSpPr>
        <p:grpSpPr>
          <a:xfrm>
            <a:off x="2209567" y="1743737"/>
            <a:ext cx="307444" cy="366556"/>
            <a:chOff x="2209567" y="1972337"/>
            <a:chExt cx="307444" cy="366556"/>
          </a:xfrm>
        </p:grpSpPr>
        <p:sp>
          <p:nvSpPr>
            <p:cNvPr id="11591" name="Google Shape;11591;p85"/>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5"/>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5"/>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4" name="Google Shape;11594;p85"/>
            <p:cNvGrpSpPr/>
            <p:nvPr/>
          </p:nvGrpSpPr>
          <p:grpSpPr>
            <a:xfrm>
              <a:off x="2209567" y="2078266"/>
              <a:ext cx="307444" cy="260626"/>
              <a:chOff x="1636184" y="2959225"/>
              <a:chExt cx="232666" cy="197250"/>
            </a:xfrm>
          </p:grpSpPr>
          <p:sp>
            <p:nvSpPr>
              <p:cNvPr id="11595" name="Google Shape;11595;p85"/>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5"/>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5"/>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1598" name="Google Shape;11598;p85"/>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grpSp>
        <p:nvGrpSpPr>
          <p:cNvPr id="11599" name="Google Shape;11599;p85"/>
          <p:cNvGrpSpPr/>
          <p:nvPr/>
        </p:nvGrpSpPr>
        <p:grpSpPr>
          <a:xfrm>
            <a:off x="3577265" y="2235011"/>
            <a:ext cx="258542" cy="365154"/>
            <a:chOff x="-47300587" y="123275"/>
            <a:chExt cx="190975" cy="269725"/>
          </a:xfrm>
        </p:grpSpPr>
        <p:sp>
          <p:nvSpPr>
            <p:cNvPr id="11600" name="Google Shape;11600;p85"/>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5"/>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5"/>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5"/>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5"/>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5" name="Google Shape;11605;p85"/>
          <p:cNvGrpSpPr/>
          <p:nvPr/>
        </p:nvGrpSpPr>
        <p:grpSpPr>
          <a:xfrm>
            <a:off x="4870788" y="1304201"/>
            <a:ext cx="342328" cy="339793"/>
            <a:chOff x="-13966675" y="1639700"/>
            <a:chExt cx="354450" cy="351825"/>
          </a:xfrm>
        </p:grpSpPr>
        <p:sp>
          <p:nvSpPr>
            <p:cNvPr id="11606" name="Google Shape;11606;p85"/>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5"/>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5"/>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5"/>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5"/>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1" name="Google Shape;11611;p85"/>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5"/>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3" name="Google Shape;11613;p85"/>
          <p:cNvGrpSpPr/>
          <p:nvPr/>
        </p:nvGrpSpPr>
        <p:grpSpPr>
          <a:xfrm>
            <a:off x="6667277" y="1303887"/>
            <a:ext cx="340034" cy="340420"/>
            <a:chOff x="-12199250" y="1662675"/>
            <a:chExt cx="352075" cy="352475"/>
          </a:xfrm>
        </p:grpSpPr>
        <p:sp>
          <p:nvSpPr>
            <p:cNvPr id="11614" name="Google Shape;11614;p85"/>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5"/>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5"/>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7" name="Google Shape;11617;p85"/>
          <p:cNvGrpSpPr/>
          <p:nvPr/>
        </p:nvGrpSpPr>
        <p:grpSpPr>
          <a:xfrm>
            <a:off x="6666130" y="1710754"/>
            <a:ext cx="342328" cy="342328"/>
            <a:chOff x="-12199250" y="2096250"/>
            <a:chExt cx="354450" cy="354450"/>
          </a:xfrm>
        </p:grpSpPr>
        <p:sp>
          <p:nvSpPr>
            <p:cNvPr id="11618" name="Google Shape;11618;p85"/>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5"/>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0" name="Google Shape;11620;p85"/>
          <p:cNvGrpSpPr/>
          <p:nvPr/>
        </p:nvGrpSpPr>
        <p:grpSpPr>
          <a:xfrm>
            <a:off x="6667277" y="2119708"/>
            <a:ext cx="340034" cy="341579"/>
            <a:chOff x="-12199250" y="2530225"/>
            <a:chExt cx="352075" cy="353675"/>
          </a:xfrm>
        </p:grpSpPr>
        <p:sp>
          <p:nvSpPr>
            <p:cNvPr id="11621" name="Google Shape;11621;p85"/>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5"/>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5"/>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5"/>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5" name="Google Shape;11625;p85"/>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6" name="Google Shape;11626;p85"/>
          <p:cNvGrpSpPr/>
          <p:nvPr/>
        </p:nvGrpSpPr>
        <p:grpSpPr>
          <a:xfrm>
            <a:off x="4870788" y="2959488"/>
            <a:ext cx="342328" cy="339310"/>
            <a:chOff x="-10462550" y="2057650"/>
            <a:chExt cx="354450" cy="351325"/>
          </a:xfrm>
        </p:grpSpPr>
        <p:sp>
          <p:nvSpPr>
            <p:cNvPr id="11627" name="Google Shape;11627;p85"/>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5"/>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9" name="Google Shape;11629;p85"/>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0" name="Google Shape;11630;p85"/>
          <p:cNvGrpSpPr/>
          <p:nvPr/>
        </p:nvGrpSpPr>
        <p:grpSpPr>
          <a:xfrm>
            <a:off x="6649772" y="2551051"/>
            <a:ext cx="375044" cy="340541"/>
            <a:chOff x="-8692750" y="1622100"/>
            <a:chExt cx="388325" cy="352600"/>
          </a:xfrm>
        </p:grpSpPr>
        <p:sp>
          <p:nvSpPr>
            <p:cNvPr id="11631" name="Google Shape;11631;p85"/>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5"/>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3" name="Google Shape;11633;p85"/>
          <p:cNvGrpSpPr/>
          <p:nvPr/>
        </p:nvGrpSpPr>
        <p:grpSpPr>
          <a:xfrm>
            <a:off x="5304253" y="1303307"/>
            <a:ext cx="341555" cy="341579"/>
            <a:chOff x="-13529550" y="1639425"/>
            <a:chExt cx="353650" cy="353675"/>
          </a:xfrm>
        </p:grpSpPr>
        <p:sp>
          <p:nvSpPr>
            <p:cNvPr id="11634" name="Google Shape;11634;p85"/>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5"/>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5"/>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5"/>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5"/>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5"/>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5"/>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5"/>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2" name="Google Shape;11642;p85"/>
          <p:cNvGrpSpPr/>
          <p:nvPr/>
        </p:nvGrpSpPr>
        <p:grpSpPr>
          <a:xfrm>
            <a:off x="5303106" y="1711889"/>
            <a:ext cx="343849" cy="340058"/>
            <a:chOff x="-13531925" y="2075775"/>
            <a:chExt cx="356025" cy="352100"/>
          </a:xfrm>
        </p:grpSpPr>
        <p:sp>
          <p:nvSpPr>
            <p:cNvPr id="11643" name="Google Shape;11643;p85"/>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5"/>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5" name="Google Shape;11645;p85"/>
          <p:cNvGrpSpPr/>
          <p:nvPr/>
        </p:nvGrpSpPr>
        <p:grpSpPr>
          <a:xfrm>
            <a:off x="5304627" y="2120094"/>
            <a:ext cx="340807" cy="340807"/>
            <a:chOff x="-13528775" y="2507400"/>
            <a:chExt cx="352875" cy="352875"/>
          </a:xfrm>
        </p:grpSpPr>
        <p:sp>
          <p:nvSpPr>
            <p:cNvPr id="11646" name="Google Shape;11646;p85"/>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5"/>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5"/>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9" name="Google Shape;11649;p85"/>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5"/>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1" name="Google Shape;11651;p85"/>
          <p:cNvGrpSpPr/>
          <p:nvPr/>
        </p:nvGrpSpPr>
        <p:grpSpPr>
          <a:xfrm>
            <a:off x="7140133" y="2119708"/>
            <a:ext cx="308090" cy="341579"/>
            <a:chOff x="-11747150" y="2530225"/>
            <a:chExt cx="319000" cy="353675"/>
          </a:xfrm>
        </p:grpSpPr>
        <p:sp>
          <p:nvSpPr>
            <p:cNvPr id="11652" name="Google Shape;11652;p85"/>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5"/>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4" name="Google Shape;11654;p85"/>
          <p:cNvGrpSpPr/>
          <p:nvPr/>
        </p:nvGrpSpPr>
        <p:grpSpPr>
          <a:xfrm>
            <a:off x="5304627" y="2550919"/>
            <a:ext cx="340807" cy="340807"/>
            <a:chOff x="-10027775" y="1622900"/>
            <a:chExt cx="352875" cy="352875"/>
          </a:xfrm>
        </p:grpSpPr>
        <p:sp>
          <p:nvSpPr>
            <p:cNvPr id="11655" name="Google Shape;11655;p85"/>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5"/>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5"/>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5"/>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5"/>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5"/>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1" name="Google Shape;11661;p85"/>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2" name="Google Shape;11662;p85"/>
          <p:cNvGrpSpPr/>
          <p:nvPr/>
        </p:nvGrpSpPr>
        <p:grpSpPr>
          <a:xfrm>
            <a:off x="8031595" y="2576583"/>
            <a:ext cx="322553" cy="342328"/>
            <a:chOff x="-10019125" y="2490075"/>
            <a:chExt cx="333975" cy="354450"/>
          </a:xfrm>
        </p:grpSpPr>
        <p:sp>
          <p:nvSpPr>
            <p:cNvPr id="11663" name="Google Shape;11663;p85"/>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5"/>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5"/>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5"/>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7" name="Google Shape;11667;p85"/>
          <p:cNvGrpSpPr/>
          <p:nvPr/>
        </p:nvGrpSpPr>
        <p:grpSpPr>
          <a:xfrm>
            <a:off x="6661180" y="2957593"/>
            <a:ext cx="352227" cy="343100"/>
            <a:chOff x="-8684100" y="2032450"/>
            <a:chExt cx="364700" cy="355250"/>
          </a:xfrm>
        </p:grpSpPr>
        <p:sp>
          <p:nvSpPr>
            <p:cNvPr id="11668" name="Google Shape;11668;p85"/>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5"/>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5"/>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1" name="Google Shape;11671;p85"/>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2" name="Google Shape;11672;p85"/>
          <p:cNvGrpSpPr/>
          <p:nvPr/>
        </p:nvGrpSpPr>
        <p:grpSpPr>
          <a:xfrm>
            <a:off x="5752039" y="1711056"/>
            <a:ext cx="343849" cy="341724"/>
            <a:chOff x="-13095575" y="2073400"/>
            <a:chExt cx="356025" cy="353825"/>
          </a:xfrm>
        </p:grpSpPr>
        <p:sp>
          <p:nvSpPr>
            <p:cNvPr id="11673" name="Google Shape;11673;p85"/>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5"/>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5"/>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5"/>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5"/>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5"/>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5"/>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5"/>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1" name="Google Shape;11681;p85"/>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2" name="Google Shape;11682;p85"/>
          <p:cNvGrpSpPr/>
          <p:nvPr/>
        </p:nvGrpSpPr>
        <p:grpSpPr>
          <a:xfrm>
            <a:off x="7576787" y="1302885"/>
            <a:ext cx="343100" cy="342424"/>
            <a:chOff x="-11332875" y="1660700"/>
            <a:chExt cx="355250" cy="354550"/>
          </a:xfrm>
        </p:grpSpPr>
        <p:sp>
          <p:nvSpPr>
            <p:cNvPr id="11683" name="Google Shape;11683;p85"/>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5"/>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5"/>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5"/>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7" name="Google Shape;11687;p85"/>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5"/>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9" name="Google Shape;11689;p85"/>
          <p:cNvGrpSpPr/>
          <p:nvPr/>
        </p:nvGrpSpPr>
        <p:grpSpPr>
          <a:xfrm>
            <a:off x="5774096" y="2549397"/>
            <a:ext cx="299736" cy="343849"/>
            <a:chOff x="-9570950" y="1622100"/>
            <a:chExt cx="310350" cy="356025"/>
          </a:xfrm>
        </p:grpSpPr>
        <p:sp>
          <p:nvSpPr>
            <p:cNvPr id="11690" name="Google Shape;11690;p85"/>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5"/>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2" name="Google Shape;11692;p85"/>
          <p:cNvGrpSpPr/>
          <p:nvPr/>
        </p:nvGrpSpPr>
        <p:grpSpPr>
          <a:xfrm>
            <a:off x="5752800" y="2958353"/>
            <a:ext cx="342328" cy="341579"/>
            <a:chOff x="-9594575" y="2056875"/>
            <a:chExt cx="354450" cy="353675"/>
          </a:xfrm>
        </p:grpSpPr>
        <p:sp>
          <p:nvSpPr>
            <p:cNvPr id="11693" name="Google Shape;11693;p85"/>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5"/>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5"/>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6" name="Google Shape;11696;p85"/>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7" name="Google Shape;11697;p85"/>
          <p:cNvGrpSpPr/>
          <p:nvPr/>
        </p:nvGrpSpPr>
        <p:grpSpPr>
          <a:xfrm>
            <a:off x="6208482" y="1303693"/>
            <a:ext cx="342328" cy="340807"/>
            <a:chOff x="-12661600" y="1640225"/>
            <a:chExt cx="354450" cy="352875"/>
          </a:xfrm>
        </p:grpSpPr>
        <p:sp>
          <p:nvSpPr>
            <p:cNvPr id="11698" name="Google Shape;11698;p85"/>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5"/>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5"/>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1" name="Google Shape;11701;p85"/>
          <p:cNvGrpSpPr/>
          <p:nvPr/>
        </p:nvGrpSpPr>
        <p:grpSpPr>
          <a:xfrm>
            <a:off x="6208857" y="1732231"/>
            <a:ext cx="341579" cy="299374"/>
            <a:chOff x="-12660025" y="2096250"/>
            <a:chExt cx="353675" cy="309975"/>
          </a:xfrm>
        </p:grpSpPr>
        <p:sp>
          <p:nvSpPr>
            <p:cNvPr id="11702" name="Google Shape;11702;p85"/>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5"/>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5"/>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5"/>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5"/>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5"/>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8" name="Google Shape;11708;p85"/>
          <p:cNvGrpSpPr/>
          <p:nvPr/>
        </p:nvGrpSpPr>
        <p:grpSpPr>
          <a:xfrm>
            <a:off x="6207335" y="2119527"/>
            <a:ext cx="344622" cy="341941"/>
            <a:chOff x="-12663175" y="2506800"/>
            <a:chExt cx="356825" cy="354050"/>
          </a:xfrm>
        </p:grpSpPr>
        <p:sp>
          <p:nvSpPr>
            <p:cNvPr id="11709" name="Google Shape;11709;p85"/>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5"/>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5"/>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5"/>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3" name="Google Shape;11713;p85"/>
          <p:cNvGrpSpPr/>
          <p:nvPr/>
        </p:nvGrpSpPr>
        <p:grpSpPr>
          <a:xfrm>
            <a:off x="8022468" y="1303307"/>
            <a:ext cx="340807" cy="341579"/>
            <a:chOff x="-10896525" y="1663050"/>
            <a:chExt cx="352875" cy="353675"/>
          </a:xfrm>
        </p:grpSpPr>
        <p:sp>
          <p:nvSpPr>
            <p:cNvPr id="11714" name="Google Shape;11714;p85"/>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5"/>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6" name="Google Shape;11716;p85"/>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7" name="Google Shape;11717;p85"/>
          <p:cNvGrpSpPr/>
          <p:nvPr/>
        </p:nvGrpSpPr>
        <p:grpSpPr>
          <a:xfrm>
            <a:off x="8022082" y="2130742"/>
            <a:ext cx="341579" cy="319511"/>
            <a:chOff x="-10898100" y="2542050"/>
            <a:chExt cx="353675" cy="330825"/>
          </a:xfrm>
        </p:grpSpPr>
        <p:sp>
          <p:nvSpPr>
            <p:cNvPr id="11718" name="Google Shape;11718;p85"/>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5"/>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5"/>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5"/>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5"/>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5"/>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4" name="Google Shape;11724;p85"/>
          <p:cNvGrpSpPr/>
          <p:nvPr/>
        </p:nvGrpSpPr>
        <p:grpSpPr>
          <a:xfrm>
            <a:off x="6209617" y="2551607"/>
            <a:ext cx="340058" cy="339430"/>
            <a:chOff x="-9157450" y="1622750"/>
            <a:chExt cx="352100" cy="351450"/>
          </a:xfrm>
        </p:grpSpPr>
        <p:sp>
          <p:nvSpPr>
            <p:cNvPr id="11725" name="Google Shape;11725;p85"/>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5"/>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7" name="Google Shape;11727;p85"/>
          <p:cNvGrpSpPr/>
          <p:nvPr/>
        </p:nvGrpSpPr>
        <p:grpSpPr>
          <a:xfrm>
            <a:off x="6247658" y="2959874"/>
            <a:ext cx="263977" cy="338537"/>
            <a:chOff x="-9119650" y="2056875"/>
            <a:chExt cx="273325" cy="350525"/>
          </a:xfrm>
        </p:grpSpPr>
        <p:sp>
          <p:nvSpPr>
            <p:cNvPr id="11728" name="Google Shape;11728;p85"/>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5"/>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0" name="Google Shape;11730;p85"/>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5"/>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2" name="Google Shape;11732;p85"/>
          <p:cNvGrpSpPr/>
          <p:nvPr/>
        </p:nvGrpSpPr>
        <p:grpSpPr>
          <a:xfrm>
            <a:off x="7576790" y="2989279"/>
            <a:ext cx="343094" cy="341569"/>
            <a:chOff x="6001575" y="3119050"/>
            <a:chExt cx="315025" cy="313625"/>
          </a:xfrm>
        </p:grpSpPr>
        <p:sp>
          <p:nvSpPr>
            <p:cNvPr id="11733" name="Google Shape;11733;p85"/>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5"/>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38" name="Shape 11738"/>
        <p:cNvGrpSpPr/>
        <p:nvPr/>
      </p:nvGrpSpPr>
      <p:grpSpPr>
        <a:xfrm>
          <a:off x="0" y="0"/>
          <a:ext cx="0" cy="0"/>
          <a:chOff x="0" y="0"/>
          <a:chExt cx="0" cy="0"/>
        </a:xfrm>
      </p:grpSpPr>
      <p:sp>
        <p:nvSpPr>
          <p:cNvPr id="11739" name="Google Shape;11739;p86"/>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0" name="Google Shape;11740;p86"/>
          <p:cNvGrpSpPr/>
          <p:nvPr/>
        </p:nvGrpSpPr>
        <p:grpSpPr>
          <a:xfrm>
            <a:off x="845233" y="2273195"/>
            <a:ext cx="476329" cy="476213"/>
            <a:chOff x="-21298675" y="2414425"/>
            <a:chExt cx="306400" cy="306325"/>
          </a:xfrm>
        </p:grpSpPr>
        <p:sp>
          <p:nvSpPr>
            <p:cNvPr id="11741" name="Google Shape;11741;p86"/>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6"/>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6"/>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4" name="Google Shape;11744;p86"/>
          <p:cNvGrpSpPr/>
          <p:nvPr/>
        </p:nvGrpSpPr>
        <p:grpSpPr>
          <a:xfrm>
            <a:off x="844611" y="2865128"/>
            <a:ext cx="477573" cy="445432"/>
            <a:chOff x="-21299475" y="2798025"/>
            <a:chExt cx="307200" cy="286525"/>
          </a:xfrm>
        </p:grpSpPr>
        <p:sp>
          <p:nvSpPr>
            <p:cNvPr id="11745" name="Google Shape;11745;p86"/>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6"/>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6"/>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6"/>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6"/>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6"/>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6"/>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6"/>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6"/>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6"/>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6"/>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6"/>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7" name="Google Shape;11757;p86"/>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6"/>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6"/>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0" name="Google Shape;11760;p86"/>
          <p:cNvGrpSpPr/>
          <p:nvPr/>
        </p:nvGrpSpPr>
        <p:grpSpPr>
          <a:xfrm>
            <a:off x="6713966" y="1688917"/>
            <a:ext cx="413912" cy="472676"/>
            <a:chOff x="-17545650" y="2051350"/>
            <a:chExt cx="266250" cy="304050"/>
          </a:xfrm>
        </p:grpSpPr>
        <p:sp>
          <p:nvSpPr>
            <p:cNvPr id="11761" name="Google Shape;11761;p86"/>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6"/>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6"/>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6"/>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5" name="Google Shape;11765;p86"/>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6" name="Google Shape;11766;p86"/>
          <p:cNvGrpSpPr/>
          <p:nvPr/>
        </p:nvGrpSpPr>
        <p:grpSpPr>
          <a:xfrm>
            <a:off x="6684584" y="2865574"/>
            <a:ext cx="472676" cy="444538"/>
            <a:chOff x="-17565350" y="2809825"/>
            <a:chExt cx="304050" cy="285950"/>
          </a:xfrm>
        </p:grpSpPr>
        <p:sp>
          <p:nvSpPr>
            <p:cNvPr id="11767" name="Google Shape;11767;p86"/>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6"/>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6"/>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6"/>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6"/>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2" name="Google Shape;11772;p86"/>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6"/>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6"/>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5" name="Google Shape;11775;p86"/>
          <p:cNvGrpSpPr/>
          <p:nvPr/>
        </p:nvGrpSpPr>
        <p:grpSpPr>
          <a:xfrm>
            <a:off x="1457493" y="2850904"/>
            <a:ext cx="416283" cy="473881"/>
            <a:chOff x="-20904875" y="2788575"/>
            <a:chExt cx="267775" cy="304825"/>
          </a:xfrm>
        </p:grpSpPr>
        <p:sp>
          <p:nvSpPr>
            <p:cNvPr id="11776" name="Google Shape;11776;p86"/>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6"/>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8" name="Google Shape;11778;p86"/>
          <p:cNvGrpSpPr/>
          <p:nvPr/>
        </p:nvGrpSpPr>
        <p:grpSpPr>
          <a:xfrm>
            <a:off x="4397908" y="2275564"/>
            <a:ext cx="360045" cy="471471"/>
            <a:chOff x="-19006700" y="2434925"/>
            <a:chExt cx="231600" cy="303275"/>
          </a:xfrm>
        </p:grpSpPr>
        <p:sp>
          <p:nvSpPr>
            <p:cNvPr id="11779" name="Google Shape;11779;p86"/>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6"/>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6"/>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6"/>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3" name="Google Shape;11783;p86"/>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6"/>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5" name="Google Shape;11785;p86"/>
          <p:cNvGrpSpPr/>
          <p:nvPr/>
        </p:nvGrpSpPr>
        <p:grpSpPr>
          <a:xfrm>
            <a:off x="7276507" y="2289051"/>
            <a:ext cx="473881" cy="444499"/>
            <a:chOff x="-17190425" y="2435725"/>
            <a:chExt cx="304825" cy="285925"/>
          </a:xfrm>
        </p:grpSpPr>
        <p:sp>
          <p:nvSpPr>
            <p:cNvPr id="11786" name="Google Shape;11786;p86"/>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6"/>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6"/>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9" name="Google Shape;11789;p86"/>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0" name="Google Shape;11790;p86"/>
          <p:cNvGrpSpPr/>
          <p:nvPr/>
        </p:nvGrpSpPr>
        <p:grpSpPr>
          <a:xfrm>
            <a:off x="4931233" y="3444650"/>
            <a:ext cx="476329" cy="475086"/>
            <a:chOff x="-15719925" y="2416825"/>
            <a:chExt cx="306400" cy="305600"/>
          </a:xfrm>
        </p:grpSpPr>
        <p:sp>
          <p:nvSpPr>
            <p:cNvPr id="11791" name="Google Shape;11791;p86"/>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6"/>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6"/>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4" name="Google Shape;11794;p86"/>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6"/>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6" name="Google Shape;11796;p86"/>
          <p:cNvGrpSpPr/>
          <p:nvPr/>
        </p:nvGrpSpPr>
        <p:grpSpPr>
          <a:xfrm>
            <a:off x="2017527" y="2851506"/>
            <a:ext cx="479983" cy="472676"/>
            <a:chOff x="-20550425" y="2789350"/>
            <a:chExt cx="308750" cy="304050"/>
          </a:xfrm>
        </p:grpSpPr>
        <p:sp>
          <p:nvSpPr>
            <p:cNvPr id="11797" name="Google Shape;11797;p86"/>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6"/>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9" name="Google Shape;11799;p86"/>
          <p:cNvGrpSpPr/>
          <p:nvPr/>
        </p:nvGrpSpPr>
        <p:grpSpPr>
          <a:xfrm>
            <a:off x="4932894" y="1688158"/>
            <a:ext cx="473920" cy="474192"/>
            <a:chOff x="-18666450" y="2059825"/>
            <a:chExt cx="304850" cy="305025"/>
          </a:xfrm>
        </p:grpSpPr>
        <p:sp>
          <p:nvSpPr>
            <p:cNvPr id="11800" name="Google Shape;11800;p86"/>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6"/>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2" name="Google Shape;11802;p86"/>
          <p:cNvGrpSpPr/>
          <p:nvPr/>
        </p:nvGrpSpPr>
        <p:grpSpPr>
          <a:xfrm>
            <a:off x="4932292" y="2275584"/>
            <a:ext cx="475125" cy="471432"/>
            <a:chOff x="-18668025" y="2435725"/>
            <a:chExt cx="305625" cy="303250"/>
          </a:xfrm>
        </p:grpSpPr>
        <p:sp>
          <p:nvSpPr>
            <p:cNvPr id="11803" name="Google Shape;11803;p86"/>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6"/>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5" name="Google Shape;11805;p86"/>
          <p:cNvGrpSpPr/>
          <p:nvPr/>
        </p:nvGrpSpPr>
        <p:grpSpPr>
          <a:xfrm>
            <a:off x="4931689" y="2850902"/>
            <a:ext cx="476329" cy="473881"/>
            <a:chOff x="-18668800" y="2807475"/>
            <a:chExt cx="306400" cy="304825"/>
          </a:xfrm>
        </p:grpSpPr>
        <p:sp>
          <p:nvSpPr>
            <p:cNvPr id="11806" name="Google Shape;11806;p86"/>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6"/>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6"/>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6"/>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6"/>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6"/>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6"/>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6"/>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6"/>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5" name="Google Shape;11815;p86"/>
          <p:cNvGrpSpPr/>
          <p:nvPr/>
        </p:nvGrpSpPr>
        <p:grpSpPr>
          <a:xfrm>
            <a:off x="7885658" y="1687693"/>
            <a:ext cx="416361" cy="475125"/>
            <a:chOff x="-16798200" y="2050575"/>
            <a:chExt cx="267825" cy="305625"/>
          </a:xfrm>
        </p:grpSpPr>
        <p:sp>
          <p:nvSpPr>
            <p:cNvPr id="11816" name="Google Shape;11816;p86"/>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6"/>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6"/>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9" name="Google Shape;11819;p86"/>
          <p:cNvGrpSpPr/>
          <p:nvPr/>
        </p:nvGrpSpPr>
        <p:grpSpPr>
          <a:xfrm>
            <a:off x="7856276" y="2852127"/>
            <a:ext cx="475125" cy="471432"/>
            <a:chOff x="-16817100" y="2801175"/>
            <a:chExt cx="305625" cy="303250"/>
          </a:xfrm>
        </p:grpSpPr>
        <p:sp>
          <p:nvSpPr>
            <p:cNvPr id="11820" name="Google Shape;11820;p86"/>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6"/>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6"/>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6"/>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6"/>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6"/>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6"/>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6"/>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8" name="Google Shape;11828;p86"/>
          <p:cNvGrpSpPr/>
          <p:nvPr/>
        </p:nvGrpSpPr>
        <p:grpSpPr>
          <a:xfrm>
            <a:off x="7263396" y="3444614"/>
            <a:ext cx="476329" cy="475125"/>
            <a:chOff x="-15717575" y="2786200"/>
            <a:chExt cx="306400" cy="305625"/>
          </a:xfrm>
        </p:grpSpPr>
        <p:sp>
          <p:nvSpPr>
            <p:cNvPr id="11829" name="Google Shape;11829;p86"/>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6"/>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6"/>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6"/>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6"/>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6"/>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6"/>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6" name="Google Shape;11836;p86"/>
          <p:cNvGrpSpPr/>
          <p:nvPr/>
        </p:nvGrpSpPr>
        <p:grpSpPr>
          <a:xfrm>
            <a:off x="2600969" y="1688296"/>
            <a:ext cx="475125" cy="473920"/>
            <a:chOff x="-20173175" y="2038750"/>
            <a:chExt cx="305625" cy="304850"/>
          </a:xfrm>
        </p:grpSpPr>
        <p:sp>
          <p:nvSpPr>
            <p:cNvPr id="11837" name="Google Shape;11837;p86"/>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6"/>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9" name="Google Shape;11839;p86"/>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0" name="Google Shape;11840;p86"/>
          <p:cNvGrpSpPr/>
          <p:nvPr/>
        </p:nvGrpSpPr>
        <p:grpSpPr>
          <a:xfrm>
            <a:off x="2602193" y="2850282"/>
            <a:ext cx="472676" cy="475125"/>
            <a:chOff x="-20173175" y="2787775"/>
            <a:chExt cx="304050" cy="305625"/>
          </a:xfrm>
        </p:grpSpPr>
        <p:sp>
          <p:nvSpPr>
            <p:cNvPr id="11841" name="Google Shape;11841;p86"/>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6"/>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6"/>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6"/>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6"/>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6"/>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6"/>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8" name="Google Shape;11848;p86"/>
          <p:cNvGrpSpPr/>
          <p:nvPr/>
        </p:nvGrpSpPr>
        <p:grpSpPr>
          <a:xfrm>
            <a:off x="5527177" y="2275564"/>
            <a:ext cx="473881" cy="471471"/>
            <a:chOff x="-18294675" y="2434925"/>
            <a:chExt cx="304825" cy="303275"/>
          </a:xfrm>
        </p:grpSpPr>
        <p:sp>
          <p:nvSpPr>
            <p:cNvPr id="11849" name="Google Shape;11849;p86"/>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6"/>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6"/>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86"/>
          <p:cNvGrpSpPr/>
          <p:nvPr/>
        </p:nvGrpSpPr>
        <p:grpSpPr>
          <a:xfrm>
            <a:off x="5583492" y="2852107"/>
            <a:ext cx="361250" cy="471471"/>
            <a:chOff x="-18258450" y="2809825"/>
            <a:chExt cx="232375" cy="303275"/>
          </a:xfrm>
        </p:grpSpPr>
        <p:sp>
          <p:nvSpPr>
            <p:cNvPr id="11853" name="Google Shape;11853;p86"/>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6"/>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6"/>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6" name="Google Shape;11856;p86"/>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7" name="Google Shape;11857;p86"/>
          <p:cNvGrpSpPr/>
          <p:nvPr/>
        </p:nvGrpSpPr>
        <p:grpSpPr>
          <a:xfrm>
            <a:off x="3793692" y="3445233"/>
            <a:ext cx="415117" cy="473920"/>
            <a:chOff x="-16422500" y="2425450"/>
            <a:chExt cx="267025" cy="304850"/>
          </a:xfrm>
        </p:grpSpPr>
        <p:sp>
          <p:nvSpPr>
            <p:cNvPr id="11858" name="Google Shape;11858;p86"/>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6"/>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6"/>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1" name="Google Shape;11861;p86"/>
          <p:cNvGrpSpPr/>
          <p:nvPr/>
        </p:nvGrpSpPr>
        <p:grpSpPr>
          <a:xfrm>
            <a:off x="6096453" y="3445838"/>
            <a:ext cx="473920" cy="472676"/>
            <a:chOff x="-16442200" y="2801175"/>
            <a:chExt cx="304850" cy="304050"/>
          </a:xfrm>
        </p:grpSpPr>
        <p:sp>
          <p:nvSpPr>
            <p:cNvPr id="11862" name="Google Shape;11862;p86"/>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6"/>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6"/>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5" name="Google Shape;11865;p86"/>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6"/>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7" name="Google Shape;11867;p86"/>
          <p:cNvGrpSpPr/>
          <p:nvPr/>
        </p:nvGrpSpPr>
        <p:grpSpPr>
          <a:xfrm>
            <a:off x="3172167" y="2276343"/>
            <a:ext cx="481265" cy="469917"/>
            <a:chOff x="-19802200" y="2416025"/>
            <a:chExt cx="309575" cy="302275"/>
          </a:xfrm>
        </p:grpSpPr>
        <p:sp>
          <p:nvSpPr>
            <p:cNvPr id="11868" name="Google Shape;11868;p86"/>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6"/>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6"/>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6"/>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6"/>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3" name="Google Shape;11873;p86"/>
          <p:cNvGrpSpPr/>
          <p:nvPr/>
        </p:nvGrpSpPr>
        <p:grpSpPr>
          <a:xfrm>
            <a:off x="3175238" y="2851506"/>
            <a:ext cx="475125" cy="472676"/>
            <a:chOff x="-19801400" y="2788575"/>
            <a:chExt cx="305625" cy="304050"/>
          </a:xfrm>
        </p:grpSpPr>
        <p:sp>
          <p:nvSpPr>
            <p:cNvPr id="11874" name="Google Shape;11874;p86"/>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6"/>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6"/>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6"/>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6"/>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6"/>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0" name="Google Shape;11880;p86"/>
          <p:cNvGrpSpPr/>
          <p:nvPr/>
        </p:nvGrpSpPr>
        <p:grpSpPr>
          <a:xfrm>
            <a:off x="6130314" y="1688916"/>
            <a:ext cx="422463" cy="472676"/>
            <a:chOff x="-17903225" y="2060800"/>
            <a:chExt cx="271750" cy="304050"/>
          </a:xfrm>
        </p:grpSpPr>
        <p:sp>
          <p:nvSpPr>
            <p:cNvPr id="11881" name="Google Shape;11881;p86"/>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6"/>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6"/>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4" name="Google Shape;11884;p86"/>
          <p:cNvGrpSpPr/>
          <p:nvPr/>
        </p:nvGrpSpPr>
        <p:grpSpPr>
          <a:xfrm>
            <a:off x="6104605" y="2274962"/>
            <a:ext cx="473881" cy="472676"/>
            <a:chOff x="-17918975" y="2435725"/>
            <a:chExt cx="304825" cy="304050"/>
          </a:xfrm>
        </p:grpSpPr>
        <p:sp>
          <p:nvSpPr>
            <p:cNvPr id="11885" name="Google Shape;11885;p86"/>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6"/>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7" name="Google Shape;11887;p86"/>
          <p:cNvGrpSpPr/>
          <p:nvPr/>
        </p:nvGrpSpPr>
        <p:grpSpPr>
          <a:xfrm>
            <a:off x="6133365" y="2852729"/>
            <a:ext cx="416361" cy="470228"/>
            <a:chOff x="-17899300" y="2810625"/>
            <a:chExt cx="267825" cy="302475"/>
          </a:xfrm>
        </p:grpSpPr>
        <p:sp>
          <p:nvSpPr>
            <p:cNvPr id="11888" name="Google Shape;11888;p86"/>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6"/>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6"/>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1" name="Google Shape;11891;p86"/>
          <p:cNvGrpSpPr/>
          <p:nvPr/>
        </p:nvGrpSpPr>
        <p:grpSpPr>
          <a:xfrm>
            <a:off x="2039218" y="3461166"/>
            <a:ext cx="472676" cy="442089"/>
            <a:chOff x="-16066500" y="2060800"/>
            <a:chExt cx="304050" cy="284375"/>
          </a:xfrm>
        </p:grpSpPr>
        <p:sp>
          <p:nvSpPr>
            <p:cNvPr id="11892" name="Google Shape;11892;p86"/>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6"/>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6"/>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6"/>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6"/>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7" name="Google Shape;11897;p86"/>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6"/>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6"/>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0" name="Google Shape;11900;p86"/>
          <p:cNvGrpSpPr/>
          <p:nvPr/>
        </p:nvGrpSpPr>
        <p:grpSpPr>
          <a:xfrm>
            <a:off x="7923925" y="2297751"/>
            <a:ext cx="368362" cy="419314"/>
            <a:chOff x="4995050" y="3245650"/>
            <a:chExt cx="236950" cy="269725"/>
          </a:xfrm>
        </p:grpSpPr>
        <p:sp>
          <p:nvSpPr>
            <p:cNvPr id="11901" name="Google Shape;11901;p86"/>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6"/>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6"/>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4" name="Google Shape;11904;p86"/>
            <p:cNvGrpSpPr/>
            <p:nvPr/>
          </p:nvGrpSpPr>
          <p:grpSpPr>
            <a:xfrm>
              <a:off x="4995050" y="3245650"/>
              <a:ext cx="236950" cy="269725"/>
              <a:chOff x="4995050" y="3245650"/>
              <a:chExt cx="236950" cy="269725"/>
            </a:xfrm>
          </p:grpSpPr>
          <p:sp>
            <p:nvSpPr>
              <p:cNvPr id="11905" name="Google Shape;11905;p86"/>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6"/>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07" name="Google Shape;11907;p86"/>
          <p:cNvGrpSpPr/>
          <p:nvPr/>
        </p:nvGrpSpPr>
        <p:grpSpPr>
          <a:xfrm>
            <a:off x="5523718" y="1689744"/>
            <a:ext cx="483749" cy="481292"/>
            <a:chOff x="4724650" y="2885700"/>
            <a:chExt cx="270750" cy="269375"/>
          </a:xfrm>
        </p:grpSpPr>
        <p:sp>
          <p:nvSpPr>
            <p:cNvPr id="11908" name="Google Shape;11908;p86"/>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6"/>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6"/>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6"/>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6"/>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6"/>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6"/>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5" name="Google Shape;11915;p86"/>
          <p:cNvGrpSpPr/>
          <p:nvPr/>
        </p:nvGrpSpPr>
        <p:grpSpPr>
          <a:xfrm>
            <a:off x="4390823" y="1683870"/>
            <a:ext cx="389425" cy="467822"/>
            <a:chOff x="4459350" y="2882125"/>
            <a:chExt cx="228375" cy="274350"/>
          </a:xfrm>
        </p:grpSpPr>
        <p:sp>
          <p:nvSpPr>
            <p:cNvPr id="11916" name="Google Shape;11916;p86"/>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6"/>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6"/>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6"/>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6"/>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1921" name="Google Shape;11921;p86"/>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1922" name="Google Shape;11922;p86"/>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26" name="Shape 11926"/>
        <p:cNvGrpSpPr/>
        <p:nvPr/>
      </p:nvGrpSpPr>
      <p:grpSpPr>
        <a:xfrm>
          <a:off x="0" y="0"/>
          <a:ext cx="0" cy="0"/>
          <a:chOff x="0" y="0"/>
          <a:chExt cx="0" cy="0"/>
        </a:xfrm>
      </p:grpSpPr>
      <p:sp>
        <p:nvSpPr>
          <p:cNvPr id="11927" name="Google Shape;11927;p87"/>
          <p:cNvSpPr txBox="1"/>
          <p:nvPr>
            <p:ph idx="4294967295" type="title"/>
          </p:nvPr>
        </p:nvSpPr>
        <p:spPr>
          <a:xfrm>
            <a:off x="1048350" y="71965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928" name="Google Shape;11928;p87"/>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9" name="Google Shape;11929;p87"/>
          <p:cNvGrpSpPr/>
          <p:nvPr/>
        </p:nvGrpSpPr>
        <p:grpSpPr>
          <a:xfrm>
            <a:off x="847082" y="2140412"/>
            <a:ext cx="426462" cy="420796"/>
            <a:chOff x="-6713450" y="2397900"/>
            <a:chExt cx="295375" cy="291450"/>
          </a:xfrm>
        </p:grpSpPr>
        <p:sp>
          <p:nvSpPr>
            <p:cNvPr id="11930" name="Google Shape;11930;p87"/>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7"/>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2" name="Google Shape;11932;p87"/>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3" name="Google Shape;11933;p87"/>
          <p:cNvGrpSpPr/>
          <p:nvPr/>
        </p:nvGrpSpPr>
        <p:grpSpPr>
          <a:xfrm>
            <a:off x="3551844" y="1631401"/>
            <a:ext cx="423069" cy="420507"/>
            <a:chOff x="-4932650" y="2046625"/>
            <a:chExt cx="293025" cy="291250"/>
          </a:xfrm>
        </p:grpSpPr>
        <p:sp>
          <p:nvSpPr>
            <p:cNvPr id="11934" name="Google Shape;11934;p87"/>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7"/>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6" name="Google Shape;11936;p87"/>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7" name="Google Shape;11937;p87"/>
          <p:cNvGrpSpPr/>
          <p:nvPr/>
        </p:nvGrpSpPr>
        <p:grpSpPr>
          <a:xfrm>
            <a:off x="3563775" y="2660957"/>
            <a:ext cx="423069" cy="420796"/>
            <a:chOff x="-4931075" y="2765725"/>
            <a:chExt cx="293025" cy="291450"/>
          </a:xfrm>
        </p:grpSpPr>
        <p:sp>
          <p:nvSpPr>
            <p:cNvPr id="11938" name="Google Shape;11938;p87"/>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7"/>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0" name="Google Shape;11940;p87"/>
          <p:cNvGrpSpPr/>
          <p:nvPr/>
        </p:nvGrpSpPr>
        <p:grpSpPr>
          <a:xfrm>
            <a:off x="6269343" y="1656289"/>
            <a:ext cx="420796" cy="370732"/>
            <a:chOff x="-3137650" y="2067900"/>
            <a:chExt cx="291450" cy="256775"/>
          </a:xfrm>
        </p:grpSpPr>
        <p:sp>
          <p:nvSpPr>
            <p:cNvPr id="11941" name="Google Shape;11941;p87"/>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7"/>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7"/>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4" name="Google Shape;11944;p87"/>
          <p:cNvGrpSpPr/>
          <p:nvPr/>
        </p:nvGrpSpPr>
        <p:grpSpPr>
          <a:xfrm>
            <a:off x="6269343" y="2139926"/>
            <a:ext cx="420796" cy="421770"/>
            <a:chOff x="-3137650" y="2408950"/>
            <a:chExt cx="291450" cy="292125"/>
          </a:xfrm>
        </p:grpSpPr>
        <p:sp>
          <p:nvSpPr>
            <p:cNvPr id="11945" name="Google Shape;11945;p87"/>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7"/>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7"/>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7"/>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7"/>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0" name="Google Shape;11950;p87"/>
          <p:cNvGrpSpPr/>
          <p:nvPr/>
        </p:nvGrpSpPr>
        <p:grpSpPr>
          <a:xfrm>
            <a:off x="6281274" y="2685412"/>
            <a:ext cx="420796" cy="371887"/>
            <a:chOff x="-3137650" y="2787000"/>
            <a:chExt cx="291450" cy="257575"/>
          </a:xfrm>
        </p:grpSpPr>
        <p:sp>
          <p:nvSpPr>
            <p:cNvPr id="11951" name="Google Shape;11951;p87"/>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7"/>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7"/>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7"/>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7"/>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7"/>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7"/>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7"/>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9" name="Google Shape;11959;p87"/>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7"/>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7"/>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2" name="Google Shape;11962;p87"/>
          <p:cNvGrpSpPr/>
          <p:nvPr/>
        </p:nvGrpSpPr>
        <p:grpSpPr>
          <a:xfrm>
            <a:off x="1399451" y="2660397"/>
            <a:ext cx="421914" cy="421914"/>
            <a:chOff x="-6354300" y="2757075"/>
            <a:chExt cx="292225" cy="292225"/>
          </a:xfrm>
        </p:grpSpPr>
        <p:sp>
          <p:nvSpPr>
            <p:cNvPr id="11963" name="Google Shape;11963;p87"/>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7"/>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7"/>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7"/>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7" name="Google Shape;11967;p87"/>
          <p:cNvGrpSpPr/>
          <p:nvPr/>
        </p:nvGrpSpPr>
        <p:grpSpPr>
          <a:xfrm>
            <a:off x="4093454" y="1629560"/>
            <a:ext cx="424188" cy="424188"/>
            <a:chOff x="-4573475" y="2045850"/>
            <a:chExt cx="293800" cy="293800"/>
          </a:xfrm>
        </p:grpSpPr>
        <p:sp>
          <p:nvSpPr>
            <p:cNvPr id="11968" name="Google Shape;11968;p87"/>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7"/>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0" name="Google Shape;11970;p87"/>
          <p:cNvGrpSpPr/>
          <p:nvPr/>
        </p:nvGrpSpPr>
        <p:grpSpPr>
          <a:xfrm>
            <a:off x="4092877" y="2138699"/>
            <a:ext cx="425343" cy="424225"/>
            <a:chOff x="-4570325" y="2405775"/>
            <a:chExt cx="294600" cy="293825"/>
          </a:xfrm>
        </p:grpSpPr>
        <p:sp>
          <p:nvSpPr>
            <p:cNvPr id="11971" name="Google Shape;11971;p87"/>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7"/>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3" name="Google Shape;11973;p87"/>
          <p:cNvGrpSpPr/>
          <p:nvPr/>
        </p:nvGrpSpPr>
        <p:grpSpPr>
          <a:xfrm>
            <a:off x="4105945" y="2659838"/>
            <a:ext cx="423069" cy="423033"/>
            <a:chOff x="-4572700" y="2764950"/>
            <a:chExt cx="293025" cy="293000"/>
          </a:xfrm>
        </p:grpSpPr>
        <p:sp>
          <p:nvSpPr>
            <p:cNvPr id="11974" name="Google Shape;11974;p87"/>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7"/>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7"/>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7"/>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7"/>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9" name="Google Shape;11979;p87"/>
          <p:cNvGrpSpPr/>
          <p:nvPr/>
        </p:nvGrpSpPr>
        <p:grpSpPr>
          <a:xfrm>
            <a:off x="6824707" y="1631239"/>
            <a:ext cx="414840" cy="420832"/>
            <a:chOff x="-2777700" y="2049775"/>
            <a:chExt cx="287325" cy="291475"/>
          </a:xfrm>
        </p:grpSpPr>
        <p:sp>
          <p:nvSpPr>
            <p:cNvPr id="11980" name="Google Shape;11980;p87"/>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7"/>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7"/>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3" name="Google Shape;11983;p87"/>
          <p:cNvGrpSpPr/>
          <p:nvPr/>
        </p:nvGrpSpPr>
        <p:grpSpPr>
          <a:xfrm>
            <a:off x="6821170" y="2140431"/>
            <a:ext cx="421914" cy="420759"/>
            <a:chOff x="-2571737" y="2403625"/>
            <a:chExt cx="292225" cy="291425"/>
          </a:xfrm>
        </p:grpSpPr>
        <p:sp>
          <p:nvSpPr>
            <p:cNvPr id="11984" name="Google Shape;11984;p87"/>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7"/>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7"/>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7"/>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7"/>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7"/>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7"/>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1" name="Google Shape;11991;p87"/>
          <p:cNvGrpSpPr/>
          <p:nvPr/>
        </p:nvGrpSpPr>
        <p:grpSpPr>
          <a:xfrm>
            <a:off x="6821170" y="2661534"/>
            <a:ext cx="421914" cy="419640"/>
            <a:chOff x="-2571737" y="2764550"/>
            <a:chExt cx="292225" cy="290650"/>
          </a:xfrm>
        </p:grpSpPr>
        <p:sp>
          <p:nvSpPr>
            <p:cNvPr id="11992" name="Google Shape;11992;p87"/>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7"/>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7"/>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5" name="Google Shape;11995;p87"/>
          <p:cNvGrpSpPr/>
          <p:nvPr/>
        </p:nvGrpSpPr>
        <p:grpSpPr>
          <a:xfrm>
            <a:off x="3020671" y="3230538"/>
            <a:ext cx="421914" cy="423864"/>
            <a:chOff x="-1333975" y="2365850"/>
            <a:chExt cx="292225" cy="293575"/>
          </a:xfrm>
        </p:grpSpPr>
        <p:sp>
          <p:nvSpPr>
            <p:cNvPr id="11996" name="Google Shape;11996;p87"/>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7"/>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7"/>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7"/>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7"/>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7"/>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7"/>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7"/>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4" name="Google Shape;12004;p87"/>
          <p:cNvGrpSpPr/>
          <p:nvPr/>
        </p:nvGrpSpPr>
        <p:grpSpPr>
          <a:xfrm>
            <a:off x="1954146" y="2660397"/>
            <a:ext cx="398020" cy="421914"/>
            <a:chOff x="-5995925" y="2757850"/>
            <a:chExt cx="275675" cy="292225"/>
          </a:xfrm>
        </p:grpSpPr>
        <p:sp>
          <p:nvSpPr>
            <p:cNvPr id="12005" name="Google Shape;12005;p87"/>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7"/>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7"/>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7"/>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7"/>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7"/>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7"/>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7"/>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7"/>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4" name="Google Shape;12014;p87"/>
          <p:cNvGrpSpPr/>
          <p:nvPr/>
        </p:nvGrpSpPr>
        <p:grpSpPr>
          <a:xfrm>
            <a:off x="4634433" y="1631816"/>
            <a:ext cx="421951" cy="419677"/>
            <a:chOff x="-4211975" y="2046625"/>
            <a:chExt cx="292250" cy="290675"/>
          </a:xfrm>
        </p:grpSpPr>
        <p:sp>
          <p:nvSpPr>
            <p:cNvPr id="12015" name="Google Shape;12015;p87"/>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7"/>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7" name="Google Shape;12017;p87"/>
          <p:cNvGrpSpPr/>
          <p:nvPr/>
        </p:nvGrpSpPr>
        <p:grpSpPr>
          <a:xfrm>
            <a:off x="4684479" y="2138699"/>
            <a:ext cx="321859" cy="424225"/>
            <a:chOff x="-4178875" y="2405775"/>
            <a:chExt cx="222925" cy="293825"/>
          </a:xfrm>
        </p:grpSpPr>
        <p:sp>
          <p:nvSpPr>
            <p:cNvPr id="12018" name="Google Shape;12018;p87"/>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7"/>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7"/>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1" name="Google Shape;12021;p87"/>
          <p:cNvGrpSpPr/>
          <p:nvPr/>
        </p:nvGrpSpPr>
        <p:grpSpPr>
          <a:xfrm>
            <a:off x="4646942" y="2673483"/>
            <a:ext cx="420796" cy="395746"/>
            <a:chOff x="-4211975" y="2783850"/>
            <a:chExt cx="291450" cy="274100"/>
          </a:xfrm>
        </p:grpSpPr>
        <p:sp>
          <p:nvSpPr>
            <p:cNvPr id="12022" name="Google Shape;12022;p87"/>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7"/>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7"/>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5" name="Google Shape;12025;p87"/>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6" name="Google Shape;12026;p87"/>
          <p:cNvGrpSpPr/>
          <p:nvPr/>
        </p:nvGrpSpPr>
        <p:grpSpPr>
          <a:xfrm>
            <a:off x="7351871" y="2140413"/>
            <a:ext cx="420796" cy="420796"/>
            <a:chOff x="-2419325" y="2408150"/>
            <a:chExt cx="291450" cy="291450"/>
          </a:xfrm>
        </p:grpSpPr>
        <p:sp>
          <p:nvSpPr>
            <p:cNvPr id="12027" name="Google Shape;12027;p87"/>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7"/>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7"/>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7"/>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7"/>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7"/>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7"/>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4" name="Google Shape;12034;p87"/>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5" name="Google Shape;12035;p87"/>
          <p:cNvGrpSpPr/>
          <p:nvPr/>
        </p:nvGrpSpPr>
        <p:grpSpPr>
          <a:xfrm>
            <a:off x="4673396" y="3231514"/>
            <a:ext cx="420796" cy="421914"/>
            <a:chOff x="-1333200" y="2770450"/>
            <a:chExt cx="291450" cy="292225"/>
          </a:xfrm>
        </p:grpSpPr>
        <p:sp>
          <p:nvSpPr>
            <p:cNvPr id="12036" name="Google Shape;12036;p87"/>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7"/>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8" name="Google Shape;12038;p87"/>
          <p:cNvGrpSpPr/>
          <p:nvPr/>
        </p:nvGrpSpPr>
        <p:grpSpPr>
          <a:xfrm>
            <a:off x="2470009" y="1631256"/>
            <a:ext cx="423069" cy="420796"/>
            <a:chOff x="-5635200" y="2037975"/>
            <a:chExt cx="293025" cy="291450"/>
          </a:xfrm>
        </p:grpSpPr>
        <p:sp>
          <p:nvSpPr>
            <p:cNvPr id="12039" name="Google Shape;12039;p87"/>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7"/>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1" name="Google Shape;12041;p87"/>
          <p:cNvGrpSpPr/>
          <p:nvPr/>
        </p:nvGrpSpPr>
        <p:grpSpPr>
          <a:xfrm>
            <a:off x="2468295" y="2140412"/>
            <a:ext cx="426499" cy="420796"/>
            <a:chOff x="-5637575" y="2397900"/>
            <a:chExt cx="295400" cy="291450"/>
          </a:xfrm>
        </p:grpSpPr>
        <p:sp>
          <p:nvSpPr>
            <p:cNvPr id="12042" name="Google Shape;12042;p87"/>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7"/>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7"/>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7"/>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6" name="Google Shape;12046;p87"/>
          <p:cNvGrpSpPr/>
          <p:nvPr/>
        </p:nvGrpSpPr>
        <p:grpSpPr>
          <a:xfrm>
            <a:off x="2481958" y="2660397"/>
            <a:ext cx="423033" cy="421914"/>
            <a:chOff x="-5635975" y="2757075"/>
            <a:chExt cx="293000" cy="292225"/>
          </a:xfrm>
        </p:grpSpPr>
        <p:sp>
          <p:nvSpPr>
            <p:cNvPr id="12047" name="Google Shape;12047;p87"/>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7"/>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9" name="Google Shape;12049;p87"/>
          <p:cNvGrpSpPr/>
          <p:nvPr/>
        </p:nvGrpSpPr>
        <p:grpSpPr>
          <a:xfrm>
            <a:off x="5165893" y="1631256"/>
            <a:ext cx="423069" cy="420796"/>
            <a:chOff x="-3854375" y="2046625"/>
            <a:chExt cx="293025" cy="291450"/>
          </a:xfrm>
        </p:grpSpPr>
        <p:sp>
          <p:nvSpPr>
            <p:cNvPr id="12050" name="Google Shape;12050;p87"/>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7"/>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2" name="Google Shape;12052;p87"/>
          <p:cNvGrpSpPr/>
          <p:nvPr/>
        </p:nvGrpSpPr>
        <p:grpSpPr>
          <a:xfrm>
            <a:off x="5164756" y="2138717"/>
            <a:ext cx="425343" cy="424188"/>
            <a:chOff x="-3854375" y="2405000"/>
            <a:chExt cx="294600" cy="293800"/>
          </a:xfrm>
        </p:grpSpPr>
        <p:sp>
          <p:nvSpPr>
            <p:cNvPr id="12053" name="Google Shape;12053;p87"/>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7"/>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5" name="Google Shape;12055;p87"/>
          <p:cNvGrpSpPr/>
          <p:nvPr/>
        </p:nvGrpSpPr>
        <p:grpSpPr>
          <a:xfrm>
            <a:off x="5178961" y="2659838"/>
            <a:ext cx="420796" cy="423033"/>
            <a:chOff x="-3852025" y="2764950"/>
            <a:chExt cx="291450" cy="293000"/>
          </a:xfrm>
        </p:grpSpPr>
        <p:sp>
          <p:nvSpPr>
            <p:cNvPr id="12056" name="Google Shape;12056;p87"/>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7"/>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8" name="Google Shape;12058;p87"/>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7"/>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0" name="Google Shape;12060;p87"/>
          <p:cNvGrpSpPr/>
          <p:nvPr/>
        </p:nvGrpSpPr>
        <p:grpSpPr>
          <a:xfrm>
            <a:off x="7901550" y="2660398"/>
            <a:ext cx="420796" cy="421914"/>
            <a:chOff x="-2060175" y="2768875"/>
            <a:chExt cx="291450" cy="292225"/>
          </a:xfrm>
        </p:grpSpPr>
        <p:sp>
          <p:nvSpPr>
            <p:cNvPr id="12061" name="Google Shape;12061;p87"/>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7"/>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3" name="Google Shape;12063;p87"/>
          <p:cNvGrpSpPr/>
          <p:nvPr/>
        </p:nvGrpSpPr>
        <p:grpSpPr>
          <a:xfrm>
            <a:off x="1915160" y="3232071"/>
            <a:ext cx="421914" cy="420796"/>
            <a:chOff x="-937025" y="2064750"/>
            <a:chExt cx="292225" cy="291450"/>
          </a:xfrm>
        </p:grpSpPr>
        <p:sp>
          <p:nvSpPr>
            <p:cNvPr id="12064" name="Google Shape;12064;p87"/>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7"/>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7"/>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7" name="Google Shape;12067;p87"/>
          <p:cNvGrpSpPr/>
          <p:nvPr/>
        </p:nvGrpSpPr>
        <p:grpSpPr>
          <a:xfrm>
            <a:off x="3018323" y="1630697"/>
            <a:ext cx="421951" cy="421914"/>
            <a:chOff x="-5276050" y="2037975"/>
            <a:chExt cx="292250" cy="292225"/>
          </a:xfrm>
        </p:grpSpPr>
        <p:sp>
          <p:nvSpPr>
            <p:cNvPr id="12068" name="Google Shape;12068;p87"/>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7"/>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7"/>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1" name="Google Shape;12071;p87"/>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7"/>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3" name="Google Shape;12073;p87"/>
          <p:cNvGrpSpPr/>
          <p:nvPr/>
        </p:nvGrpSpPr>
        <p:grpSpPr>
          <a:xfrm>
            <a:off x="5777136" y="1631256"/>
            <a:ext cx="324133" cy="420796"/>
            <a:chOff x="-3462150" y="2046625"/>
            <a:chExt cx="224500" cy="291450"/>
          </a:xfrm>
        </p:grpSpPr>
        <p:sp>
          <p:nvSpPr>
            <p:cNvPr id="12074" name="Google Shape;12074;p87"/>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7"/>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7"/>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7"/>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7"/>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7"/>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7"/>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1" name="Google Shape;12081;p87"/>
          <p:cNvGrpSpPr/>
          <p:nvPr/>
        </p:nvGrpSpPr>
        <p:grpSpPr>
          <a:xfrm>
            <a:off x="5752700" y="2139276"/>
            <a:ext cx="373006" cy="423069"/>
            <a:chOff x="-3478675" y="2405775"/>
            <a:chExt cx="258350" cy="293025"/>
          </a:xfrm>
        </p:grpSpPr>
        <p:sp>
          <p:nvSpPr>
            <p:cNvPr id="12082" name="Google Shape;12082;p87"/>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7"/>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7"/>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7"/>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6" name="Google Shape;12086;p87"/>
          <p:cNvGrpSpPr/>
          <p:nvPr/>
        </p:nvGrpSpPr>
        <p:grpSpPr>
          <a:xfrm>
            <a:off x="5815218" y="2660398"/>
            <a:ext cx="271831" cy="421914"/>
            <a:chOff x="-3443250" y="2765725"/>
            <a:chExt cx="188275" cy="292225"/>
          </a:xfrm>
        </p:grpSpPr>
        <p:sp>
          <p:nvSpPr>
            <p:cNvPr id="12087" name="Google Shape;12087;p87"/>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7"/>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7"/>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7"/>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1" name="Google Shape;12091;p87"/>
          <p:cNvGrpSpPr/>
          <p:nvPr/>
        </p:nvGrpSpPr>
        <p:grpSpPr>
          <a:xfrm>
            <a:off x="844114" y="3230934"/>
            <a:ext cx="371887" cy="423069"/>
            <a:chOff x="-1684475" y="2049000"/>
            <a:chExt cx="257575" cy="293025"/>
          </a:xfrm>
        </p:grpSpPr>
        <p:sp>
          <p:nvSpPr>
            <p:cNvPr id="12092" name="Google Shape;12092;p87"/>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7"/>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7"/>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7"/>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6" name="Google Shape;12096;p87"/>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7" name="Google Shape;12097;p87"/>
          <p:cNvGrpSpPr/>
          <p:nvPr/>
        </p:nvGrpSpPr>
        <p:grpSpPr>
          <a:xfrm>
            <a:off x="4134007" y="3231514"/>
            <a:ext cx="420796" cy="421914"/>
            <a:chOff x="-1700225" y="2768875"/>
            <a:chExt cx="291450" cy="292225"/>
          </a:xfrm>
        </p:grpSpPr>
        <p:sp>
          <p:nvSpPr>
            <p:cNvPr id="12098" name="Google Shape;12098;p87"/>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7"/>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7"/>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7"/>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7"/>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7"/>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4" name="Google Shape;12104;p87"/>
          <p:cNvGrpSpPr/>
          <p:nvPr/>
        </p:nvGrpSpPr>
        <p:grpSpPr>
          <a:xfrm>
            <a:off x="3602355" y="3230935"/>
            <a:ext cx="371887" cy="423069"/>
            <a:chOff x="-919700" y="2420750"/>
            <a:chExt cx="257575" cy="293025"/>
          </a:xfrm>
        </p:grpSpPr>
        <p:sp>
          <p:nvSpPr>
            <p:cNvPr id="12105" name="Google Shape;12105;p87"/>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7"/>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7"/>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8" name="Google Shape;12108;p87"/>
          <p:cNvGrpSpPr/>
          <p:nvPr/>
        </p:nvGrpSpPr>
        <p:grpSpPr>
          <a:xfrm>
            <a:off x="1937547" y="1645950"/>
            <a:ext cx="409531" cy="410617"/>
            <a:chOff x="6679825" y="2693700"/>
            <a:chExt cx="257875" cy="258575"/>
          </a:xfrm>
        </p:grpSpPr>
        <p:sp>
          <p:nvSpPr>
            <p:cNvPr id="12109" name="Google Shape;12109;p87"/>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7"/>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1" name="Google Shape;12111;p87"/>
          <p:cNvGrpSpPr/>
          <p:nvPr/>
        </p:nvGrpSpPr>
        <p:grpSpPr>
          <a:xfrm>
            <a:off x="1927121" y="2142110"/>
            <a:ext cx="420531" cy="417262"/>
            <a:chOff x="6790450" y="3119050"/>
            <a:chExt cx="262750" cy="260675"/>
          </a:xfrm>
        </p:grpSpPr>
        <p:sp>
          <p:nvSpPr>
            <p:cNvPr id="12112" name="Google Shape;12112;p87"/>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7"/>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4" name="Google Shape;12114;p87"/>
          <p:cNvGrpSpPr/>
          <p:nvPr/>
        </p:nvGrpSpPr>
        <p:grpSpPr>
          <a:xfrm>
            <a:off x="6554233" y="3755436"/>
            <a:ext cx="358093" cy="407391"/>
            <a:chOff x="7660859" y="2571753"/>
            <a:chExt cx="366561" cy="417024"/>
          </a:xfrm>
        </p:grpSpPr>
        <p:sp>
          <p:nvSpPr>
            <p:cNvPr id="12115" name="Google Shape;12115;p87"/>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7"/>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7"/>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8" name="Google Shape;12118;p87"/>
          <p:cNvGrpSpPr/>
          <p:nvPr/>
        </p:nvGrpSpPr>
        <p:grpSpPr>
          <a:xfrm>
            <a:off x="4088914" y="3755436"/>
            <a:ext cx="407391" cy="407391"/>
            <a:chOff x="5566722" y="2571753"/>
            <a:chExt cx="417024" cy="417024"/>
          </a:xfrm>
        </p:grpSpPr>
        <p:sp>
          <p:nvSpPr>
            <p:cNvPr id="12119" name="Google Shape;12119;p87"/>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7"/>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1" name="Google Shape;12121;p87"/>
          <p:cNvGrpSpPr/>
          <p:nvPr/>
        </p:nvGrpSpPr>
        <p:grpSpPr>
          <a:xfrm>
            <a:off x="4705247" y="3857692"/>
            <a:ext cx="407381" cy="202880"/>
            <a:chOff x="6090251" y="2676413"/>
            <a:chExt cx="417014" cy="207677"/>
          </a:xfrm>
        </p:grpSpPr>
        <p:sp>
          <p:nvSpPr>
            <p:cNvPr id="12122" name="Google Shape;12122;p87"/>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7"/>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7"/>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7"/>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6" name="Google Shape;12126;p87"/>
          <p:cNvGrpSpPr/>
          <p:nvPr/>
        </p:nvGrpSpPr>
        <p:grpSpPr>
          <a:xfrm>
            <a:off x="5937901" y="3755436"/>
            <a:ext cx="407391" cy="407391"/>
            <a:chOff x="7137330" y="2571753"/>
            <a:chExt cx="417024" cy="417024"/>
          </a:xfrm>
        </p:grpSpPr>
        <p:sp>
          <p:nvSpPr>
            <p:cNvPr id="12127" name="Google Shape;12127;p87"/>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7"/>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7"/>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0" name="Google Shape;12130;p87"/>
          <p:cNvGrpSpPr/>
          <p:nvPr/>
        </p:nvGrpSpPr>
        <p:grpSpPr>
          <a:xfrm>
            <a:off x="5321569" y="3755436"/>
            <a:ext cx="407391" cy="407391"/>
            <a:chOff x="6613801" y="2571753"/>
            <a:chExt cx="417024" cy="417024"/>
          </a:xfrm>
        </p:grpSpPr>
        <p:sp>
          <p:nvSpPr>
            <p:cNvPr id="12131" name="Google Shape;12131;p87"/>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7"/>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7"/>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7"/>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7"/>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6" name="Google Shape;12136;p87"/>
          <p:cNvGrpSpPr/>
          <p:nvPr/>
        </p:nvGrpSpPr>
        <p:grpSpPr>
          <a:xfrm>
            <a:off x="7908242" y="3238780"/>
            <a:ext cx="407411" cy="407411"/>
            <a:chOff x="2964567" y="2571753"/>
            <a:chExt cx="417045" cy="417045"/>
          </a:xfrm>
        </p:grpSpPr>
        <p:sp>
          <p:nvSpPr>
            <p:cNvPr id="12137" name="Google Shape;12137;p87"/>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7"/>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9" name="Google Shape;12139;p87"/>
          <p:cNvGrpSpPr/>
          <p:nvPr/>
        </p:nvGrpSpPr>
        <p:grpSpPr>
          <a:xfrm>
            <a:off x="1623565" y="3815897"/>
            <a:ext cx="407391" cy="286470"/>
            <a:chOff x="3476576" y="2633631"/>
            <a:chExt cx="417024" cy="293244"/>
          </a:xfrm>
        </p:grpSpPr>
        <p:sp>
          <p:nvSpPr>
            <p:cNvPr id="12140" name="Google Shape;12140;p87"/>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7"/>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2" name="Google Shape;12142;p87"/>
          <p:cNvGrpSpPr/>
          <p:nvPr/>
        </p:nvGrpSpPr>
        <p:grpSpPr>
          <a:xfrm>
            <a:off x="2239897" y="3755508"/>
            <a:ext cx="407411" cy="407248"/>
            <a:chOff x="3988564" y="2571836"/>
            <a:chExt cx="417045" cy="416878"/>
          </a:xfrm>
        </p:grpSpPr>
        <p:sp>
          <p:nvSpPr>
            <p:cNvPr id="12143" name="Google Shape;12143;p87"/>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7"/>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5" name="Google Shape;12145;p87"/>
          <p:cNvGrpSpPr/>
          <p:nvPr/>
        </p:nvGrpSpPr>
        <p:grpSpPr>
          <a:xfrm>
            <a:off x="2856250" y="3755436"/>
            <a:ext cx="407391" cy="407391"/>
            <a:chOff x="4500573" y="2571753"/>
            <a:chExt cx="417024" cy="417024"/>
          </a:xfrm>
        </p:grpSpPr>
        <p:sp>
          <p:nvSpPr>
            <p:cNvPr id="12146" name="Google Shape;12146;p87"/>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7"/>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8" name="Google Shape;12148;p87"/>
          <p:cNvGrpSpPr/>
          <p:nvPr/>
        </p:nvGrpSpPr>
        <p:grpSpPr>
          <a:xfrm>
            <a:off x="3472582" y="3755436"/>
            <a:ext cx="407391" cy="407391"/>
            <a:chOff x="5012603" y="2571753"/>
            <a:chExt cx="417024" cy="417024"/>
          </a:xfrm>
        </p:grpSpPr>
        <p:sp>
          <p:nvSpPr>
            <p:cNvPr id="12149" name="Google Shape;12149;p87"/>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7"/>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1" name="Google Shape;12151;p87"/>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2" name="Google Shape;12152;p87"/>
          <p:cNvGrpSpPr/>
          <p:nvPr/>
        </p:nvGrpSpPr>
        <p:grpSpPr>
          <a:xfrm>
            <a:off x="5733329" y="3238790"/>
            <a:ext cx="407432" cy="407391"/>
            <a:chOff x="812101" y="2571761"/>
            <a:chExt cx="417066" cy="417024"/>
          </a:xfrm>
        </p:grpSpPr>
        <p:sp>
          <p:nvSpPr>
            <p:cNvPr id="12153" name="Google Shape;12153;p87"/>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7"/>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7"/>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7"/>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7" name="Google Shape;12157;p87"/>
          <p:cNvGrpSpPr/>
          <p:nvPr/>
        </p:nvGrpSpPr>
        <p:grpSpPr>
          <a:xfrm>
            <a:off x="6253923" y="3238790"/>
            <a:ext cx="407391" cy="407391"/>
            <a:chOff x="1323129" y="2571761"/>
            <a:chExt cx="417024" cy="417024"/>
          </a:xfrm>
        </p:grpSpPr>
        <p:sp>
          <p:nvSpPr>
            <p:cNvPr id="12158" name="Google Shape;12158;p87"/>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7"/>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7"/>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7"/>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2" name="Google Shape;12162;p87"/>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3" name="Google Shape;12163;p87"/>
          <p:cNvGrpSpPr/>
          <p:nvPr/>
        </p:nvGrpSpPr>
        <p:grpSpPr>
          <a:xfrm>
            <a:off x="7390398" y="3238843"/>
            <a:ext cx="408023" cy="407411"/>
            <a:chOff x="2344476" y="2571761"/>
            <a:chExt cx="417671" cy="417045"/>
          </a:xfrm>
        </p:grpSpPr>
        <p:sp>
          <p:nvSpPr>
            <p:cNvPr id="12164" name="Google Shape;12164;p87"/>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7"/>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6" name="Google Shape;12166;p87"/>
          <p:cNvGrpSpPr/>
          <p:nvPr/>
        </p:nvGrpSpPr>
        <p:grpSpPr>
          <a:xfrm>
            <a:off x="7121258" y="3759535"/>
            <a:ext cx="399178" cy="399178"/>
            <a:chOff x="2038375" y="3798025"/>
            <a:chExt cx="841792" cy="841792"/>
          </a:xfrm>
        </p:grpSpPr>
        <p:sp>
          <p:nvSpPr>
            <p:cNvPr id="12167" name="Google Shape;12167;p87"/>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7"/>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72" name="Shape 12172"/>
        <p:cNvGrpSpPr/>
        <p:nvPr/>
      </p:nvGrpSpPr>
      <p:grpSpPr>
        <a:xfrm>
          <a:off x="0" y="0"/>
          <a:ext cx="0" cy="0"/>
          <a:chOff x="0" y="0"/>
          <a:chExt cx="0" cy="0"/>
        </a:xfrm>
      </p:grpSpPr>
      <p:pic>
        <p:nvPicPr>
          <p:cNvPr id="12173" name="Google Shape;12173;p8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Tetanus Disease by Slidesgo">
  <a:themeElements>
    <a:clrScheme name="Simple Light">
      <a:dk1>
        <a:srgbClr val="680A00"/>
      </a:dk1>
      <a:lt1>
        <a:srgbClr val="FFE5C2"/>
      </a:lt1>
      <a:dk2>
        <a:srgbClr val="FDDDB6"/>
      </a:dk2>
      <a:lt2>
        <a:srgbClr val="FBF6EC"/>
      </a:lt2>
      <a:accent1>
        <a:srgbClr val="FED49C"/>
      </a:accent1>
      <a:accent2>
        <a:srgbClr val="FFA436"/>
      </a:accent2>
      <a:accent3>
        <a:srgbClr val="FF7210"/>
      </a:accent3>
      <a:accent4>
        <a:srgbClr val="FFFFFF"/>
      </a:accent4>
      <a:accent5>
        <a:srgbClr val="FFFFFF"/>
      </a:accent5>
      <a:accent6>
        <a:srgbClr val="FFFFFF"/>
      </a:accent6>
      <a:hlink>
        <a:srgbClr val="680A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